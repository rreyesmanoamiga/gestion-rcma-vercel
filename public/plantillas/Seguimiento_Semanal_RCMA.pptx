
<file path=[Content_Types].xml><?xml version="1.0" encoding="utf-8"?>
<Types xmlns="http://schemas.openxmlformats.org/package/2006/content-types">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changesInfos/changesInfo1.xml" ContentType="application/vnd.ms-powerpoint.changes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notesMasterIdLst>
    <p:notesMasterId r:id="rId59"/>
  </p:notesMasterIdLst>
  <p:sldIdLst>
    <p:sldId id="256" r:id="rId2"/>
    <p:sldId id="257" r:id="rId3"/>
    <p:sldId id="258" r:id="rId4"/>
    <p:sldId id="285" r:id="rId5"/>
    <p:sldId id="286" r:id="rId6"/>
    <p:sldId id="313" r:id="rId7"/>
    <p:sldId id="284" r:id="rId8"/>
    <p:sldId id="314" r:id="rId9"/>
    <p:sldId id="315" r:id="rId10"/>
    <p:sldId id="290" r:id="rId11"/>
    <p:sldId id="316" r:id="rId12"/>
    <p:sldId id="292" r:id="rId13"/>
    <p:sldId id="268" r:id="rId14"/>
    <p:sldId id="293" r:id="rId15"/>
    <p:sldId id="294" r:id="rId16"/>
    <p:sldId id="295" r:id="rId17"/>
    <p:sldId id="296" r:id="rId18"/>
    <p:sldId id="297" r:id="rId19"/>
    <p:sldId id="298" r:id="rId20"/>
    <p:sldId id="299" r:id="rId21"/>
    <p:sldId id="300" r:id="rId22"/>
    <p:sldId id="301" r:id="rId23"/>
    <p:sldId id="302" r:id="rId24"/>
    <p:sldId id="311" r:id="rId25"/>
    <p:sldId id="317" r:id="rId26"/>
    <p:sldId id="312" r:id="rId27"/>
    <p:sldId id="279" r:id="rId28"/>
    <p:sldId id="303" r:id="rId29"/>
    <p:sldId id="304" r:id="rId30"/>
    <p:sldId id="282" r:id="rId31"/>
    <p:sldId id="305" r:id="rId32"/>
    <p:sldId id="306" r:id="rId33"/>
    <p:sldId id="307" r:id="rId34"/>
    <p:sldId id="308" r:id="rId35"/>
    <p:sldId id="309" r:id="rId36"/>
    <p:sldId id="318" r:id="rId37"/>
    <p:sldId id="324" r:id="rId38"/>
    <p:sldId id="325" r:id="rId39"/>
    <p:sldId id="326" r:id="rId40"/>
    <p:sldId id="327" r:id="rId41"/>
    <p:sldId id="328" r:id="rId42"/>
    <p:sldId id="329" r:id="rId43"/>
    <p:sldId id="330" r:id="rId44"/>
    <p:sldId id="331" r:id="rId45"/>
    <p:sldId id="332" r:id="rId46"/>
    <p:sldId id="333" r:id="rId47"/>
    <p:sldId id="334" r:id="rId48"/>
    <p:sldId id="335" r:id="rId49"/>
    <p:sldId id="336" r:id="rId50"/>
    <p:sldId id="337" r:id="rId51"/>
    <p:sldId id="338" r:id="rId52"/>
    <p:sldId id="339" r:id="rId53"/>
    <p:sldId id="340" r:id="rId54"/>
    <p:sldId id="341" r:id="rId55"/>
    <p:sldId id="342" r:id="rId56"/>
    <p:sldId id="343" r:id="rId57"/>
    <p:sldId id="323" r:id="rId58"/>
  </p:sldIdLst>
  <p:sldSz cx="9144000" cy="5143500" type="screen16x9"/>
  <p:notesSz cx="5143500" cy="9144000"/>
  <p:defaultTextStyle>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5611"/>
    <p:restoredTop sz="96247" autoAdjust="0"/>
  </p:normalViewPr>
  <p:slideViewPr>
    <p:cSldViewPr snapToGrid="0" snapToObjects="1">
      <p:cViewPr varScale="1">
        <p:scale>
          <a:sx n="146" d="100"/>
          <a:sy n="146" d="100"/>
        </p:scale>
        <p:origin x="594" y="114"/>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slide" Target="slides/slide38.xml"/><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slide" Target="slides/slide41.xml"/><Relationship Id="rId47" Type="http://schemas.openxmlformats.org/officeDocument/2006/relationships/slide" Target="slides/slide46.xml"/><Relationship Id="rId50" Type="http://schemas.openxmlformats.org/officeDocument/2006/relationships/slide" Target="slides/slide49.xml"/><Relationship Id="rId55" Type="http://schemas.openxmlformats.org/officeDocument/2006/relationships/slide" Target="slides/slide54.xml"/><Relationship Id="rId63" Type="http://schemas.openxmlformats.org/officeDocument/2006/relationships/tableStyles" Target="tableStyles.xml"/><Relationship Id="rId7" Type="http://schemas.openxmlformats.org/officeDocument/2006/relationships/slide" Target="slides/slide6.xml"/><Relationship Id="rId2" Type="http://schemas.openxmlformats.org/officeDocument/2006/relationships/slide" Target="slides/slide1.xml"/><Relationship Id="rId16" Type="http://schemas.openxmlformats.org/officeDocument/2006/relationships/slide" Target="slides/slide15.xml"/><Relationship Id="rId29" Type="http://schemas.openxmlformats.org/officeDocument/2006/relationships/slide" Target="slides/slide28.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3" Type="http://schemas.openxmlformats.org/officeDocument/2006/relationships/slide" Target="slides/slide52.xml"/><Relationship Id="rId58" Type="http://schemas.openxmlformats.org/officeDocument/2006/relationships/slide" Target="slides/slide57.xml"/><Relationship Id="rId5" Type="http://schemas.openxmlformats.org/officeDocument/2006/relationships/slide" Target="slides/slide4.xml"/><Relationship Id="rId61" Type="http://schemas.openxmlformats.org/officeDocument/2006/relationships/viewProps" Target="viewProps.xml"/><Relationship Id="rId19" Type="http://schemas.openxmlformats.org/officeDocument/2006/relationships/slide" Target="slides/slide1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64" Type="http://schemas.microsoft.com/office/2016/11/relationships/changesInfo" Target="changesInfos/changesInfo1.xml"/><Relationship Id="rId8" Type="http://schemas.openxmlformats.org/officeDocument/2006/relationships/slide" Target="slides/slide7.xml"/><Relationship Id="rId51" Type="http://schemas.openxmlformats.org/officeDocument/2006/relationships/slide" Target="slides/slide50.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notesMaster" Target="notesMasters/notesMaster1.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presProps" Target="presProps.xml"/><Relationship Id="rId4" Type="http://schemas.openxmlformats.org/officeDocument/2006/relationships/slide" Target="slides/slide3.xml"/><Relationship Id="rId9" Type="http://schemas.openxmlformats.org/officeDocument/2006/relationships/slide" Target="slides/slide8.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Ricardo Joanathan Reyes Medina" userId="c880fd56-716b-41e6-9698-ea471112fb46" providerId="ADAL" clId="{AEDC20F4-119D-42E9-9A6C-131E7869AF37}"/>
    <pc:docChg chg="modSld">
      <pc:chgData name="Ricardo Joanathan Reyes Medina" userId="c880fd56-716b-41e6-9698-ea471112fb46" providerId="ADAL" clId="{AEDC20F4-119D-42E9-9A6C-131E7869AF37}" dt="2026-10-07T14:12:27.471" v="3" actId="729"/>
      <pc:docMkLst>
        <pc:docMk/>
      </pc:docMkLst>
      <pc:sldChg chg="mod modShow">
        <pc:chgData name="Ricardo Joanathan Reyes Medina" userId="c880fd56-716b-41e6-9698-ea471112fb46" providerId="ADAL" clId="{AEDC20F4-119D-42E9-9A6C-131E7869AF37}" dt="2026-10-07T14:12:16.306" v="0" actId="729"/>
        <pc:sldMkLst>
          <pc:docMk/>
          <pc:sldMk cId="0" sldId="279"/>
        </pc:sldMkLst>
      </pc:sldChg>
      <pc:sldChg chg="mod modShow">
        <pc:chgData name="Ricardo Joanathan Reyes Medina" userId="c880fd56-716b-41e6-9698-ea471112fb46" providerId="ADAL" clId="{AEDC20F4-119D-42E9-9A6C-131E7869AF37}" dt="2026-10-07T14:12:19.685" v="1" actId="729"/>
        <pc:sldMkLst>
          <pc:docMk/>
          <pc:sldMk cId="1223233298" sldId="303"/>
        </pc:sldMkLst>
      </pc:sldChg>
      <pc:sldChg chg="mod modShow">
        <pc:chgData name="Ricardo Joanathan Reyes Medina" userId="c880fd56-716b-41e6-9698-ea471112fb46" providerId="ADAL" clId="{AEDC20F4-119D-42E9-9A6C-131E7869AF37}" dt="2026-10-07T14:12:22.956" v="2" actId="729"/>
        <pc:sldMkLst>
          <pc:docMk/>
          <pc:sldMk cId="3176443228" sldId="304"/>
        </pc:sldMkLst>
      </pc:sldChg>
      <pc:sldChg chg="mod modShow">
        <pc:chgData name="Ricardo Joanathan Reyes Medina" userId="c880fd56-716b-41e6-9698-ea471112fb46" providerId="ADAL" clId="{AEDC20F4-119D-42E9-9A6C-131E7869AF37}" dt="2026-10-07T14:12:27.471" v="3" actId="729"/>
        <pc:sldMkLst>
          <pc:docMk/>
          <pc:sldMk cId="3571613857" sldId="306"/>
        </pc:sldMkLst>
      </pc:sldChg>
    </pc:docChg>
  </pc:docChgLst>
</pc:chgInfo>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78105516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7462D96-9EE5-2A51-401B-86AC8BD9DBA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1EA06C7-96B7-23EE-C72A-3DEA68952DA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077227F-64BD-44FD-5E05-A80F15351D6B}"/>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4ABAFD0F-2ACB-87C5-5DB5-1A10FE193252}"/>
              </a:ext>
            </a:extLst>
          </p:cNvPr>
          <p:cNvSpPr>
            <a:spLocks noGrp="1"/>
          </p:cNvSpPr>
          <p:nvPr>
            <p:ph type="sldNum" sz="quarter" idx="10"/>
          </p:nvPr>
        </p:nvSpPr>
        <p:spPr/>
        <p:txBody>
          <a:bodyPr/>
          <a:lstStyle/>
          <a:p>
            <a:fld id="{F7021451-1387-4CA6-816F-3879F97B5CBC}" type="slidenum">
              <a:rPr lang="en-US"/>
              <a:t>4</a:t>
            </a:fld>
            <a:endParaRPr lang="en-US"/>
          </a:p>
        </p:txBody>
      </p:sp>
    </p:spTree>
    <p:extLst>
      <p:ext uri="{BB962C8B-B14F-4D97-AF65-F5344CB8AC3E}">
        <p14:creationId xmlns:p14="http://schemas.microsoft.com/office/powerpoint/2010/main" val="4225666610"/>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36026BF-8565-5321-40BE-B4F47085377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A2232A-EB8A-4C49-6AD4-E5E5C743268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458D335-AB33-EDFA-0071-9484CB6CED7E}"/>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7C3AC2AB-399E-961D-FA21-2ADA4AD8B068}"/>
              </a:ext>
            </a:extLst>
          </p:cNvPr>
          <p:cNvSpPr>
            <a:spLocks noGrp="1"/>
          </p:cNvSpPr>
          <p:nvPr>
            <p:ph type="sldNum" sz="quarter" idx="10"/>
          </p:nvPr>
        </p:nvSpPr>
        <p:spPr/>
        <p:txBody>
          <a:bodyPr/>
          <a:lstStyle/>
          <a:p>
            <a:fld id="{F7021451-1387-4CA6-816F-3879F97B5CBC}" type="slidenum">
              <a:rPr lang="en-US"/>
              <a:t>5</a:t>
            </a:fld>
            <a:endParaRPr lang="en-US"/>
          </a:p>
        </p:txBody>
      </p:sp>
    </p:spTree>
    <p:extLst>
      <p:ext uri="{BB962C8B-B14F-4D97-AF65-F5344CB8AC3E}">
        <p14:creationId xmlns:p14="http://schemas.microsoft.com/office/powerpoint/2010/main" val="1960574232"/>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5A92F86-1A89-D13E-DC9D-D679D237E2B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4CA5885-BAE2-2AAF-0901-E9C82E2E6A5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346452C-7AAC-106E-4067-C1F553A5AF09}"/>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CB90AFBD-EDFC-1FC2-A1B0-02C1653F7EBC}"/>
              </a:ext>
            </a:extLst>
          </p:cNvPr>
          <p:cNvSpPr>
            <a:spLocks noGrp="1"/>
          </p:cNvSpPr>
          <p:nvPr>
            <p:ph type="sldNum" sz="quarter" idx="10"/>
          </p:nvPr>
        </p:nvSpPr>
        <p:spPr/>
        <p:txBody>
          <a:bodyPr/>
          <a:lstStyle/>
          <a:p>
            <a:fld id="{F7021451-1387-4CA6-816F-3879F97B5CBC}" type="slidenum">
              <a:rPr lang="en-US"/>
              <a:t>6</a:t>
            </a:fld>
            <a:endParaRPr lang="en-US"/>
          </a:p>
        </p:txBody>
      </p:sp>
    </p:spTree>
    <p:extLst>
      <p:ext uri="{BB962C8B-B14F-4D97-AF65-F5344CB8AC3E}">
        <p14:creationId xmlns:p14="http://schemas.microsoft.com/office/powerpoint/2010/main" val="291743451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0FB9DE8-AF01-5EEE-C7CF-D2D621E4DE8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E47CC35-5A15-DC9C-4B38-D5AC20DBE24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9E5A964-D253-DCD2-82DD-44E85DCDB0A1}"/>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BDF1ACBD-ADAD-4AB9-9EA4-5C7AD822F64F}"/>
              </a:ext>
            </a:extLst>
          </p:cNvPr>
          <p:cNvSpPr>
            <a:spLocks noGrp="1"/>
          </p:cNvSpPr>
          <p:nvPr>
            <p:ph type="sldNum" sz="quarter" idx="10"/>
          </p:nvPr>
        </p:nvSpPr>
        <p:spPr/>
        <p:txBody>
          <a:bodyPr/>
          <a:lstStyle/>
          <a:p>
            <a:fld id="{F7021451-1387-4CA6-816F-3879F97B5CBC}" type="slidenum">
              <a:rPr lang="en-US"/>
              <a:t>7</a:t>
            </a:fld>
            <a:endParaRPr lang="en-US"/>
          </a:p>
        </p:txBody>
      </p:sp>
    </p:spTree>
    <p:extLst>
      <p:ext uri="{BB962C8B-B14F-4D97-AF65-F5344CB8AC3E}">
        <p14:creationId xmlns:p14="http://schemas.microsoft.com/office/powerpoint/2010/main" val="3132570499"/>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503F01C-1722-9B4C-4561-A8B1E9EC2CD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3DC3C22-40F8-07AD-B35B-28D4E0C016A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4C3BC55-B617-AA18-2392-061DA278F384}"/>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A6EC6ECD-D5D4-E755-A0C2-C22205F6C8AE}"/>
              </a:ext>
            </a:extLst>
          </p:cNvPr>
          <p:cNvSpPr>
            <a:spLocks noGrp="1"/>
          </p:cNvSpPr>
          <p:nvPr>
            <p:ph type="sldNum" sz="quarter" idx="10"/>
          </p:nvPr>
        </p:nvSpPr>
        <p:spPr/>
        <p:txBody>
          <a:bodyPr/>
          <a:lstStyle/>
          <a:p>
            <a:fld id="{F7021451-1387-4CA6-816F-3879F97B5CBC}" type="slidenum">
              <a:rPr lang="en-US"/>
              <a:t>8</a:t>
            </a:fld>
            <a:endParaRPr lang="en-US"/>
          </a:p>
        </p:txBody>
      </p:sp>
    </p:spTree>
    <p:extLst>
      <p:ext uri="{BB962C8B-B14F-4D97-AF65-F5344CB8AC3E}">
        <p14:creationId xmlns:p14="http://schemas.microsoft.com/office/powerpoint/2010/main" val="3336032821"/>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24F1C4E-FA97-1084-008A-583B4AC997F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F35BA4E-25C5-0053-9BAB-9D7478DD1E6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6F140B7-537D-C3E6-933B-EC8D2D802A4E}"/>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D47046CD-7959-ADF6-33EF-569F7CAE8AD4}"/>
              </a:ext>
            </a:extLst>
          </p:cNvPr>
          <p:cNvSpPr>
            <a:spLocks noGrp="1"/>
          </p:cNvSpPr>
          <p:nvPr>
            <p:ph type="sldNum" sz="quarter" idx="10"/>
          </p:nvPr>
        </p:nvSpPr>
        <p:spPr/>
        <p:txBody>
          <a:bodyPr/>
          <a:lstStyle/>
          <a:p>
            <a:fld id="{F7021451-1387-4CA6-816F-3879F97B5CBC}" type="slidenum">
              <a:rPr lang="en-US"/>
              <a:t>9</a:t>
            </a:fld>
            <a:endParaRPr lang="en-US"/>
          </a:p>
        </p:txBody>
      </p:sp>
    </p:spTree>
    <p:extLst>
      <p:ext uri="{BB962C8B-B14F-4D97-AF65-F5344CB8AC3E}">
        <p14:creationId xmlns:p14="http://schemas.microsoft.com/office/powerpoint/2010/main" val="1531378306"/>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905C7EA-C693-0928-0B77-7597CB2F3D4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448B6D6-93B9-0E78-5384-F3E0D53E3AA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CEB42FC-5885-FD90-8E28-68B7AC887342}"/>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5405FE6-F5EA-4D12-08F6-6177FE5151A8}"/>
              </a:ext>
            </a:extLst>
          </p:cNvPr>
          <p:cNvSpPr>
            <a:spLocks noGrp="1"/>
          </p:cNvSpPr>
          <p:nvPr>
            <p:ph type="sldNum" sz="quarter" idx="10"/>
          </p:nvPr>
        </p:nvSpPr>
        <p:spPr/>
        <p:txBody>
          <a:bodyPr/>
          <a:lstStyle/>
          <a:p>
            <a:fld id="{F7021451-1387-4CA6-816F-3879F97B5CBC}" type="slidenum">
              <a:rPr lang="en-US"/>
              <a:t>10</a:t>
            </a:fld>
            <a:endParaRPr lang="en-US"/>
          </a:p>
        </p:txBody>
      </p:sp>
    </p:spTree>
    <p:extLst>
      <p:ext uri="{BB962C8B-B14F-4D97-AF65-F5344CB8AC3E}">
        <p14:creationId xmlns:p14="http://schemas.microsoft.com/office/powerpoint/2010/main" val="181343601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DEC7D44-6EEF-C31F-0AF6-07CF53D3F7F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22672AC-9094-AA71-F835-666E0A1C7CA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413F6E9-70AC-71DA-14A1-EBF0ECAF5A3B}"/>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0DA1704E-F34E-F5DF-95C0-FFC8C9FCE86E}"/>
              </a:ext>
            </a:extLst>
          </p:cNvPr>
          <p:cNvSpPr>
            <a:spLocks noGrp="1"/>
          </p:cNvSpPr>
          <p:nvPr>
            <p:ph type="sldNum" sz="quarter" idx="10"/>
          </p:nvPr>
        </p:nvSpPr>
        <p:spPr/>
        <p:txBody>
          <a:bodyPr/>
          <a:lstStyle/>
          <a:p>
            <a:fld id="{F7021451-1387-4CA6-816F-3879F97B5CBC}" type="slidenum">
              <a:rPr lang="en-US"/>
              <a:t>11</a:t>
            </a:fld>
            <a:endParaRPr lang="en-US"/>
          </a:p>
        </p:txBody>
      </p:sp>
    </p:spTree>
    <p:extLst>
      <p:ext uri="{BB962C8B-B14F-4D97-AF65-F5344CB8AC3E}">
        <p14:creationId xmlns:p14="http://schemas.microsoft.com/office/powerpoint/2010/main" val="2682598182"/>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75CAA58-B260-9107-19AD-266E2494E4A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63B0790-AB47-523C-A07A-60F0077B4D4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71540A0-68ED-10EB-07EC-DA0DFE7A61DD}"/>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D4518376-0755-CF81-F430-ED6908409500}"/>
              </a:ext>
            </a:extLst>
          </p:cNvPr>
          <p:cNvSpPr>
            <a:spLocks noGrp="1"/>
          </p:cNvSpPr>
          <p:nvPr>
            <p:ph type="sldNum" sz="quarter" idx="10"/>
          </p:nvPr>
        </p:nvSpPr>
        <p:spPr/>
        <p:txBody>
          <a:bodyPr/>
          <a:lstStyle/>
          <a:p>
            <a:fld id="{F7021451-1387-4CA6-816F-3879F97B5CBC}" type="slidenum">
              <a:rPr lang="en-US"/>
              <a:t>12</a:t>
            </a:fld>
            <a:endParaRPr lang="en-US"/>
          </a:p>
        </p:txBody>
      </p:sp>
    </p:spTree>
    <p:extLst>
      <p:ext uri="{BB962C8B-B14F-4D97-AF65-F5344CB8AC3E}">
        <p14:creationId xmlns:p14="http://schemas.microsoft.com/office/powerpoint/2010/main" val="1829732177"/>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99E5EA1-1A6E-FBFE-3515-50D56909FE2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D7DB11A-2062-C0F4-E3BD-098D4863617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75F0654-BB84-BA54-B536-D5B64EF2D066}"/>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41EF0E3F-3F7D-1C6C-7BB1-3DE689CC60F3}"/>
              </a:ext>
            </a:extLst>
          </p:cNvPr>
          <p:cNvSpPr>
            <a:spLocks noGrp="1"/>
          </p:cNvSpPr>
          <p:nvPr>
            <p:ph type="sldNum" sz="quarter" idx="10"/>
          </p:nvPr>
        </p:nvSpPr>
        <p:spPr/>
        <p:txBody>
          <a:bodyPr/>
          <a:lstStyle/>
          <a:p>
            <a:fld id="{F7021451-1387-4CA6-816F-3879F97B5CBC}" type="slidenum">
              <a:rPr lang="en-US"/>
              <a:t>14</a:t>
            </a:fld>
            <a:endParaRPr lang="en-US"/>
          </a:p>
        </p:txBody>
      </p:sp>
    </p:spTree>
    <p:extLst>
      <p:ext uri="{BB962C8B-B14F-4D97-AF65-F5344CB8AC3E}">
        <p14:creationId xmlns:p14="http://schemas.microsoft.com/office/powerpoint/2010/main" val="24325706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6623D4-2121-F36D-1E95-3C8F139DCC6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E888A2A-0772-F2E9-BDE2-58BEF3A90B5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61943ED-2A2B-957B-AC19-E8521E6D2912}"/>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39BB19A9-A5A8-0533-1DA8-76BC6F9E63FD}"/>
              </a:ext>
            </a:extLst>
          </p:cNvPr>
          <p:cNvSpPr>
            <a:spLocks noGrp="1"/>
          </p:cNvSpPr>
          <p:nvPr>
            <p:ph type="sldNum" sz="quarter" idx="10"/>
          </p:nvPr>
        </p:nvSpPr>
        <p:spPr/>
        <p:txBody>
          <a:bodyPr/>
          <a:lstStyle/>
          <a:p>
            <a:fld id="{F7021451-1387-4CA6-816F-3879F97B5CBC}" type="slidenum">
              <a:rPr lang="en-US"/>
              <a:t>15</a:t>
            </a:fld>
            <a:endParaRPr lang="en-US"/>
          </a:p>
        </p:txBody>
      </p:sp>
    </p:spTree>
    <p:extLst>
      <p:ext uri="{BB962C8B-B14F-4D97-AF65-F5344CB8AC3E}">
        <p14:creationId xmlns:p14="http://schemas.microsoft.com/office/powerpoint/2010/main" val="289591720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6FA8480-17C3-6B5C-1253-E95A0800C1B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28994AF-6B6A-CDA8-6C51-D9BB6C598DC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2805296-267B-94CF-540A-AE5706EAAF62}"/>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813BB369-0F92-D1AB-8BE8-37B14439F1CF}"/>
              </a:ext>
            </a:extLst>
          </p:cNvPr>
          <p:cNvSpPr>
            <a:spLocks noGrp="1"/>
          </p:cNvSpPr>
          <p:nvPr>
            <p:ph type="sldNum" sz="quarter" idx="10"/>
          </p:nvPr>
        </p:nvSpPr>
        <p:spPr/>
        <p:txBody>
          <a:bodyPr/>
          <a:lstStyle/>
          <a:p>
            <a:fld id="{F7021451-1387-4CA6-816F-3879F97B5CBC}" type="slidenum">
              <a:rPr lang="en-US"/>
              <a:t>16</a:t>
            </a:fld>
            <a:endParaRPr lang="en-US"/>
          </a:p>
        </p:txBody>
      </p:sp>
    </p:spTree>
    <p:extLst>
      <p:ext uri="{BB962C8B-B14F-4D97-AF65-F5344CB8AC3E}">
        <p14:creationId xmlns:p14="http://schemas.microsoft.com/office/powerpoint/2010/main" val="2923775795"/>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A285E76-49DE-63F0-B798-283648AEFAC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9C9C0FB-4D29-2406-EF6F-06DECFC8781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E89CE37-7263-75C1-B60B-2D5E65A8B16C}"/>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49732F6A-0841-1B50-E693-EBCA80190769}"/>
              </a:ext>
            </a:extLst>
          </p:cNvPr>
          <p:cNvSpPr>
            <a:spLocks noGrp="1"/>
          </p:cNvSpPr>
          <p:nvPr>
            <p:ph type="sldNum" sz="quarter" idx="10"/>
          </p:nvPr>
        </p:nvSpPr>
        <p:spPr/>
        <p:txBody>
          <a:bodyPr/>
          <a:lstStyle/>
          <a:p>
            <a:fld id="{F7021451-1387-4CA6-816F-3879F97B5CBC}" type="slidenum">
              <a:rPr lang="en-US"/>
              <a:t>17</a:t>
            </a:fld>
            <a:endParaRPr lang="en-US"/>
          </a:p>
        </p:txBody>
      </p:sp>
    </p:spTree>
    <p:extLst>
      <p:ext uri="{BB962C8B-B14F-4D97-AF65-F5344CB8AC3E}">
        <p14:creationId xmlns:p14="http://schemas.microsoft.com/office/powerpoint/2010/main" val="4231333606"/>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1FFDF5C-E4EE-D46F-6FF0-5926ECA9403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1C271B1-2997-A442-1AB0-BCDE04D19E4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7C8CC79-70DE-36AE-9246-ADE7086ADF0F}"/>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352A9A63-5EA5-6FCF-0EAC-B1A4BCEADCB0}"/>
              </a:ext>
            </a:extLst>
          </p:cNvPr>
          <p:cNvSpPr>
            <a:spLocks noGrp="1"/>
          </p:cNvSpPr>
          <p:nvPr>
            <p:ph type="sldNum" sz="quarter" idx="10"/>
          </p:nvPr>
        </p:nvSpPr>
        <p:spPr/>
        <p:txBody>
          <a:bodyPr/>
          <a:lstStyle/>
          <a:p>
            <a:fld id="{F7021451-1387-4CA6-816F-3879F97B5CBC}" type="slidenum">
              <a:rPr lang="en-US"/>
              <a:t>18</a:t>
            </a:fld>
            <a:endParaRPr lang="en-US"/>
          </a:p>
        </p:txBody>
      </p:sp>
    </p:spTree>
    <p:extLst>
      <p:ext uri="{BB962C8B-B14F-4D97-AF65-F5344CB8AC3E}">
        <p14:creationId xmlns:p14="http://schemas.microsoft.com/office/powerpoint/2010/main" val="3295313747"/>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66BB351-523F-043F-8C9A-8E50D8610CB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5BCDA0F-60A6-2531-8C39-DF5FCEE7D25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09C7DC3-88C8-2049-AB85-FDF777E91CD2}"/>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E5625E8-6096-C878-9514-1B7ABEAD6035}"/>
              </a:ext>
            </a:extLst>
          </p:cNvPr>
          <p:cNvSpPr>
            <a:spLocks noGrp="1"/>
          </p:cNvSpPr>
          <p:nvPr>
            <p:ph type="sldNum" sz="quarter" idx="10"/>
          </p:nvPr>
        </p:nvSpPr>
        <p:spPr/>
        <p:txBody>
          <a:bodyPr/>
          <a:lstStyle/>
          <a:p>
            <a:fld id="{F7021451-1387-4CA6-816F-3879F97B5CBC}" type="slidenum">
              <a:rPr lang="en-US"/>
              <a:t>19</a:t>
            </a:fld>
            <a:endParaRPr lang="en-US"/>
          </a:p>
        </p:txBody>
      </p:sp>
    </p:spTree>
    <p:extLst>
      <p:ext uri="{BB962C8B-B14F-4D97-AF65-F5344CB8AC3E}">
        <p14:creationId xmlns:p14="http://schemas.microsoft.com/office/powerpoint/2010/main" val="33674605"/>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315063B-7CD2-8C6B-247D-410FFE9A5D3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8F0C6B0-0F4F-4C0F-EA97-D798E2B622A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84D4B20-48BE-6F66-8086-9ECFED712D3A}"/>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AA0A34E-AD54-92C0-D703-BF48D2D552ED}"/>
              </a:ext>
            </a:extLst>
          </p:cNvPr>
          <p:cNvSpPr>
            <a:spLocks noGrp="1"/>
          </p:cNvSpPr>
          <p:nvPr>
            <p:ph type="sldNum" sz="quarter" idx="10"/>
          </p:nvPr>
        </p:nvSpPr>
        <p:spPr/>
        <p:txBody>
          <a:bodyPr/>
          <a:lstStyle/>
          <a:p>
            <a:fld id="{F7021451-1387-4CA6-816F-3879F97B5CBC}" type="slidenum">
              <a:rPr lang="en-US"/>
              <a:t>20</a:t>
            </a:fld>
            <a:endParaRPr lang="en-US"/>
          </a:p>
        </p:txBody>
      </p:sp>
    </p:spTree>
    <p:extLst>
      <p:ext uri="{BB962C8B-B14F-4D97-AF65-F5344CB8AC3E}">
        <p14:creationId xmlns:p14="http://schemas.microsoft.com/office/powerpoint/2010/main" val="2315353218"/>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FAA68F3-783A-40BE-D92B-4AF256C7375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A764B2A-1476-5751-C852-DBEEAA7ADFC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73915C4-2557-38C2-AC7E-190FA000AA46}"/>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23B172D7-7F57-01C9-238F-3F6B6A1815F8}"/>
              </a:ext>
            </a:extLst>
          </p:cNvPr>
          <p:cNvSpPr>
            <a:spLocks noGrp="1"/>
          </p:cNvSpPr>
          <p:nvPr>
            <p:ph type="sldNum" sz="quarter" idx="10"/>
          </p:nvPr>
        </p:nvSpPr>
        <p:spPr/>
        <p:txBody>
          <a:bodyPr/>
          <a:lstStyle/>
          <a:p>
            <a:fld id="{F7021451-1387-4CA6-816F-3879F97B5CBC}" type="slidenum">
              <a:rPr lang="en-US"/>
              <a:t>21</a:t>
            </a:fld>
            <a:endParaRPr lang="en-US"/>
          </a:p>
        </p:txBody>
      </p:sp>
    </p:spTree>
    <p:extLst>
      <p:ext uri="{BB962C8B-B14F-4D97-AF65-F5344CB8AC3E}">
        <p14:creationId xmlns:p14="http://schemas.microsoft.com/office/powerpoint/2010/main" val="4259557580"/>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FC141B5-1FC4-F2D0-D519-1A3D14CFD14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D19AB85-43C1-59BB-329A-F84C89802CB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FDB467A-533F-4367-75CF-FDA94885989B}"/>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498BA820-7CA5-5E61-4BF1-1AB891992D7C}"/>
              </a:ext>
            </a:extLst>
          </p:cNvPr>
          <p:cNvSpPr>
            <a:spLocks noGrp="1"/>
          </p:cNvSpPr>
          <p:nvPr>
            <p:ph type="sldNum" sz="quarter" idx="10"/>
          </p:nvPr>
        </p:nvSpPr>
        <p:spPr/>
        <p:txBody>
          <a:bodyPr/>
          <a:lstStyle/>
          <a:p>
            <a:fld id="{F7021451-1387-4CA6-816F-3879F97B5CBC}" type="slidenum">
              <a:rPr lang="en-US"/>
              <a:t>22</a:t>
            </a:fld>
            <a:endParaRPr lang="en-US"/>
          </a:p>
        </p:txBody>
      </p:sp>
    </p:spTree>
    <p:extLst>
      <p:ext uri="{BB962C8B-B14F-4D97-AF65-F5344CB8AC3E}">
        <p14:creationId xmlns:p14="http://schemas.microsoft.com/office/powerpoint/2010/main" val="2393187043"/>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D88D706-7542-A32A-A08F-63A93DE2363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4F62160-A7E7-EFD0-036C-708C4655D6C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87656BC-54D5-D8C2-53A3-D9061CC4D933}"/>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1BECEFA9-6521-E883-8CE1-20D5020362F3}"/>
              </a:ext>
            </a:extLst>
          </p:cNvPr>
          <p:cNvSpPr>
            <a:spLocks noGrp="1"/>
          </p:cNvSpPr>
          <p:nvPr>
            <p:ph type="sldNum" sz="quarter" idx="10"/>
          </p:nvPr>
        </p:nvSpPr>
        <p:spPr/>
        <p:txBody>
          <a:bodyPr/>
          <a:lstStyle/>
          <a:p>
            <a:fld id="{F7021451-1387-4CA6-816F-3879F97B5CBC}" type="slidenum">
              <a:rPr lang="en-US"/>
              <a:t>23</a:t>
            </a:fld>
            <a:endParaRPr lang="en-US"/>
          </a:p>
        </p:txBody>
      </p:sp>
    </p:spTree>
    <p:extLst>
      <p:ext uri="{BB962C8B-B14F-4D97-AF65-F5344CB8AC3E}">
        <p14:creationId xmlns:p14="http://schemas.microsoft.com/office/powerpoint/2010/main" val="877283702"/>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7F11FFA-797F-1ED6-BF13-6387B2BEB6B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4CA5E4E-812A-F7EA-18D4-141354D70F5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9D70AA1-FEAD-7FA1-2334-A51BDA92A616}"/>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44420CBA-8ABF-DFC0-3E03-27AC8CE2EF22}"/>
              </a:ext>
            </a:extLst>
          </p:cNvPr>
          <p:cNvSpPr>
            <a:spLocks noGrp="1"/>
          </p:cNvSpPr>
          <p:nvPr>
            <p:ph type="sldNum" sz="quarter" idx="10"/>
          </p:nvPr>
        </p:nvSpPr>
        <p:spPr/>
        <p:txBody>
          <a:bodyPr/>
          <a:lstStyle/>
          <a:p>
            <a:fld id="{F7021451-1387-4CA6-816F-3879F97B5CBC}" type="slidenum">
              <a:rPr lang="en-US"/>
              <a:t>24</a:t>
            </a:fld>
            <a:endParaRPr lang="en-US"/>
          </a:p>
        </p:txBody>
      </p:sp>
    </p:spTree>
    <p:extLst>
      <p:ext uri="{BB962C8B-B14F-4D97-AF65-F5344CB8AC3E}">
        <p14:creationId xmlns:p14="http://schemas.microsoft.com/office/powerpoint/2010/main" val="718162352"/>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AED9FE6-6F32-4769-E0CC-5A1F3DE9619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FCCD6FD-4D67-6F82-9021-2DE0F51576A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81CE291-84C0-6039-2AC0-28795D896324}"/>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478AEA21-C3D1-1CEE-D073-7CAED86F3DEB}"/>
              </a:ext>
            </a:extLst>
          </p:cNvPr>
          <p:cNvSpPr>
            <a:spLocks noGrp="1"/>
          </p:cNvSpPr>
          <p:nvPr>
            <p:ph type="sldNum" sz="quarter" idx="10"/>
          </p:nvPr>
        </p:nvSpPr>
        <p:spPr/>
        <p:txBody>
          <a:bodyPr/>
          <a:lstStyle/>
          <a:p>
            <a:fld id="{F7021451-1387-4CA6-816F-3879F97B5CBC}" type="slidenum">
              <a:rPr lang="en-US"/>
              <a:t>25</a:t>
            </a:fld>
            <a:endParaRPr lang="en-US"/>
          </a:p>
        </p:txBody>
      </p:sp>
    </p:spTree>
    <p:extLst>
      <p:ext uri="{BB962C8B-B14F-4D97-AF65-F5344CB8AC3E}">
        <p14:creationId xmlns:p14="http://schemas.microsoft.com/office/powerpoint/2010/main" val="432321992"/>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4D12821-66D6-6760-3D7C-DE7D00B63E0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9B17B30-84D3-79A6-AE1B-55EEB8BF7DF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B208109-2ADC-721C-26AC-288824D4D623}"/>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E88732F8-9A31-3E73-89FE-6498E16E1648}"/>
              </a:ext>
            </a:extLst>
          </p:cNvPr>
          <p:cNvSpPr>
            <a:spLocks noGrp="1"/>
          </p:cNvSpPr>
          <p:nvPr>
            <p:ph type="sldNum" sz="quarter" idx="10"/>
          </p:nvPr>
        </p:nvSpPr>
        <p:spPr/>
        <p:txBody>
          <a:bodyPr/>
          <a:lstStyle/>
          <a:p>
            <a:fld id="{F7021451-1387-4CA6-816F-3879F97B5CBC}" type="slidenum">
              <a:rPr lang="en-US"/>
              <a:t>26</a:t>
            </a:fld>
            <a:endParaRPr lang="en-US"/>
          </a:p>
        </p:txBody>
      </p:sp>
    </p:spTree>
    <p:extLst>
      <p:ext uri="{BB962C8B-B14F-4D97-AF65-F5344CB8AC3E}">
        <p14:creationId xmlns:p14="http://schemas.microsoft.com/office/powerpoint/2010/main" val="834249701"/>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7DBCC1C-C4BB-4FE6-53CB-411445C5699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4EF3232-7332-EFFF-0BE5-B40EC1F4562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33F96EC-4D5B-3609-BDF7-290CF3E0E14A}"/>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191FEC9C-8D32-B7EC-1766-A54F3143918A}"/>
              </a:ext>
            </a:extLst>
          </p:cNvPr>
          <p:cNvSpPr>
            <a:spLocks noGrp="1"/>
          </p:cNvSpPr>
          <p:nvPr>
            <p:ph type="sldNum" sz="quarter" idx="10"/>
          </p:nvPr>
        </p:nvSpPr>
        <p:spPr/>
        <p:txBody>
          <a:bodyPr/>
          <a:lstStyle/>
          <a:p>
            <a:fld id="{F7021451-1387-4CA6-816F-3879F97B5CBC}" type="slidenum">
              <a:rPr lang="en-US"/>
              <a:t>28</a:t>
            </a:fld>
            <a:endParaRPr lang="en-US"/>
          </a:p>
        </p:txBody>
      </p:sp>
    </p:spTree>
    <p:extLst>
      <p:ext uri="{BB962C8B-B14F-4D97-AF65-F5344CB8AC3E}">
        <p14:creationId xmlns:p14="http://schemas.microsoft.com/office/powerpoint/2010/main" val="3771685190"/>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EB5BA02-A640-4865-B7CD-BEBD3E2DD98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CEE1F06-9CC2-F3A9-7B9D-6D2E0786ABF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715EA9D-1515-C35C-8263-D7B937817B16}"/>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0CDD0104-F075-59FF-AF02-452484484A90}"/>
              </a:ext>
            </a:extLst>
          </p:cNvPr>
          <p:cNvSpPr>
            <a:spLocks noGrp="1"/>
          </p:cNvSpPr>
          <p:nvPr>
            <p:ph type="sldNum" sz="quarter" idx="10"/>
          </p:nvPr>
        </p:nvSpPr>
        <p:spPr/>
        <p:txBody>
          <a:bodyPr/>
          <a:lstStyle/>
          <a:p>
            <a:fld id="{F7021451-1387-4CA6-816F-3879F97B5CBC}" type="slidenum">
              <a:rPr lang="en-US"/>
              <a:t>29</a:t>
            </a:fld>
            <a:endParaRPr lang="en-US"/>
          </a:p>
        </p:txBody>
      </p:sp>
    </p:spTree>
    <p:extLst>
      <p:ext uri="{BB962C8B-B14F-4D97-AF65-F5344CB8AC3E}">
        <p14:creationId xmlns:p14="http://schemas.microsoft.com/office/powerpoint/2010/main" val="3063739088"/>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indent="-171450">
              <a:buFont typeface="Arial" panose="020B0604020202020204" pitchFamily="34" charset="0"/>
              <a:buChar char="•"/>
            </a:pPr>
            <a:r>
              <a:rPr lang="en-US" dirty="0"/>
              <a:t>FASE 1 – </a:t>
            </a:r>
            <a:r>
              <a:rPr lang="en-US" dirty="0" err="1"/>
              <a:t>Levantamientos</a:t>
            </a:r>
            <a:r>
              <a:rPr lang="en-US" dirty="0"/>
              <a:t> (Navarro)</a:t>
            </a:r>
          </a:p>
          <a:p>
            <a:pPr marL="171450" indent="-171450">
              <a:buFont typeface="Arial" panose="020B0604020202020204" pitchFamily="34" charset="0"/>
              <a:buChar char="•"/>
            </a:pPr>
            <a:r>
              <a:rPr lang="en-US" dirty="0"/>
              <a:t>FASE 2 – </a:t>
            </a:r>
            <a:r>
              <a:rPr lang="en-US" dirty="0" err="1"/>
              <a:t>Trabajos</a:t>
            </a:r>
            <a:r>
              <a:rPr lang="en-US" dirty="0"/>
              <a:t> de </a:t>
            </a:r>
            <a:r>
              <a:rPr lang="en-US" dirty="0" err="1"/>
              <a:t>Gabinete</a:t>
            </a:r>
            <a:r>
              <a:rPr lang="en-US" dirty="0"/>
              <a:t> (Navarro)</a:t>
            </a:r>
          </a:p>
          <a:p>
            <a:pPr marL="171450" indent="-171450">
              <a:buFont typeface="Arial" panose="020B0604020202020204" pitchFamily="34" charset="0"/>
              <a:buChar char="•"/>
            </a:pPr>
            <a:r>
              <a:rPr lang="en-US" dirty="0"/>
              <a:t>FASE 3 – </a:t>
            </a:r>
            <a:r>
              <a:rPr lang="en-US" dirty="0" err="1"/>
              <a:t>Revisión</a:t>
            </a:r>
            <a:r>
              <a:rPr lang="en-US" dirty="0"/>
              <a:t>  (Navarro)</a:t>
            </a:r>
          </a:p>
          <a:p>
            <a:pPr marL="171450" indent="-171450">
              <a:buFont typeface="Arial" panose="020B0604020202020204" pitchFamily="34" charset="0"/>
              <a:buChar char="•"/>
            </a:pPr>
            <a:r>
              <a:rPr lang="en-US" dirty="0"/>
              <a:t>FASE 4 – </a:t>
            </a:r>
            <a:r>
              <a:rPr lang="en-US" dirty="0" err="1"/>
              <a:t>Revisión</a:t>
            </a:r>
            <a:r>
              <a:rPr lang="en-US" dirty="0"/>
              <a:t> (ECO)</a:t>
            </a:r>
          </a:p>
          <a:p>
            <a:pPr marL="171450" indent="-171450">
              <a:buFont typeface="Arial" panose="020B0604020202020204" pitchFamily="34" charset="0"/>
              <a:buChar char="•"/>
            </a:pPr>
            <a:r>
              <a:rPr lang="en-US" dirty="0"/>
              <a:t>FASE 5 – Acta de Cierre (FMA y ECO)</a:t>
            </a:r>
          </a:p>
        </p:txBody>
      </p:sp>
      <p:sp>
        <p:nvSpPr>
          <p:cNvPr id="4" name="Slide Number Placeholder 3"/>
          <p:cNvSpPr>
            <a:spLocks noGrp="1"/>
          </p:cNvSpPr>
          <p:nvPr>
            <p:ph type="sldNum" sz="quarter" idx="10"/>
          </p:nvPr>
        </p:nvSpPr>
        <p:spPr/>
        <p:txBody>
          <a:bodyPr/>
          <a:lstStyle/>
          <a:p>
            <a:fld id="{F7021451-1387-4CA6-816F-3879F97B5CBC}" type="slidenum">
              <a:rPr lang="en-US"/>
              <a:t>30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D8FD421-9E3D-C2B4-5D5C-BD0F645EDEE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B8D5FCE-640C-03AD-262D-0DC75A42915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C127FC1-C54F-2EF4-69B4-B8812D61D2A6}"/>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933D18EF-F216-2879-A9FF-5A153BF8FE27}"/>
              </a:ext>
            </a:extLst>
          </p:cNvPr>
          <p:cNvSpPr>
            <a:spLocks noGrp="1"/>
          </p:cNvSpPr>
          <p:nvPr>
            <p:ph type="sldNum" sz="quarter" idx="10"/>
          </p:nvPr>
        </p:nvSpPr>
        <p:spPr/>
        <p:txBody>
          <a:bodyPr/>
          <a:lstStyle/>
          <a:p>
            <a:fld id="{F7021451-1387-4CA6-816F-3879F97B5CBC}" type="slidenum">
              <a:rPr lang="en-US"/>
              <a:t>31</a:t>
            </a:fld>
            <a:endParaRPr lang="en-US"/>
          </a:p>
        </p:txBody>
      </p:sp>
    </p:spTree>
    <p:extLst>
      <p:ext uri="{BB962C8B-B14F-4D97-AF65-F5344CB8AC3E}">
        <p14:creationId xmlns:p14="http://schemas.microsoft.com/office/powerpoint/2010/main" val="2314684654"/>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B4FE67C-931B-E631-E284-C6713D88E69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1058C01-1F0B-B852-E1CF-0F1CB48912D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6981B09-D3B9-4E77-C557-1B3529CADC6D}"/>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EED9CD9E-E402-5CBB-304A-B44CEE75B7C2}"/>
              </a:ext>
            </a:extLst>
          </p:cNvPr>
          <p:cNvSpPr>
            <a:spLocks noGrp="1"/>
          </p:cNvSpPr>
          <p:nvPr>
            <p:ph type="sldNum" sz="quarter" idx="10"/>
          </p:nvPr>
        </p:nvSpPr>
        <p:spPr/>
        <p:txBody>
          <a:bodyPr/>
          <a:lstStyle/>
          <a:p>
            <a:fld id="{F7021451-1387-4CA6-816F-3879F97B5CBC}" type="slidenum">
              <a:rPr lang="en-US"/>
              <a:t>32</a:t>
            </a:fld>
            <a:endParaRPr lang="en-US"/>
          </a:p>
        </p:txBody>
      </p:sp>
    </p:spTree>
    <p:extLst>
      <p:ext uri="{BB962C8B-B14F-4D97-AF65-F5344CB8AC3E}">
        <p14:creationId xmlns:p14="http://schemas.microsoft.com/office/powerpoint/2010/main" val="3264347824"/>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3BFB51F-CBF2-901B-9D25-0F03117F352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298F335-EE1F-8E8F-9B55-7904C78BC01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443217D-69BF-BBBA-BD59-8AFD80528035}"/>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DFAC7CCA-98D9-1976-D7F6-7EC17966082F}"/>
              </a:ext>
            </a:extLst>
          </p:cNvPr>
          <p:cNvSpPr>
            <a:spLocks noGrp="1"/>
          </p:cNvSpPr>
          <p:nvPr>
            <p:ph type="sldNum" sz="quarter" idx="10"/>
          </p:nvPr>
        </p:nvSpPr>
        <p:spPr/>
        <p:txBody>
          <a:bodyPr/>
          <a:lstStyle/>
          <a:p>
            <a:fld id="{F7021451-1387-4CA6-816F-3879F97B5CBC}" type="slidenum">
              <a:rPr lang="en-US"/>
              <a:t>33</a:t>
            </a:fld>
            <a:endParaRPr lang="en-US"/>
          </a:p>
        </p:txBody>
      </p:sp>
    </p:spTree>
    <p:extLst>
      <p:ext uri="{BB962C8B-B14F-4D97-AF65-F5344CB8AC3E}">
        <p14:creationId xmlns:p14="http://schemas.microsoft.com/office/powerpoint/2010/main" val="3059965456"/>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C8A33BC-61ED-DE24-273E-1B8B3AB9BE2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57D70FB-DB09-2046-D1BE-B96DB5C6E4F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D41D2DB-980B-E3FC-2B36-9A6D44D1B97E}"/>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8CD3C63E-DAFD-2B24-69CF-139DC6F9D0F3}"/>
              </a:ext>
            </a:extLst>
          </p:cNvPr>
          <p:cNvSpPr>
            <a:spLocks noGrp="1"/>
          </p:cNvSpPr>
          <p:nvPr>
            <p:ph type="sldNum" sz="quarter" idx="10"/>
          </p:nvPr>
        </p:nvSpPr>
        <p:spPr/>
        <p:txBody>
          <a:bodyPr/>
          <a:lstStyle/>
          <a:p>
            <a:fld id="{F7021451-1387-4CA6-816F-3879F97B5CBC}" type="slidenum">
              <a:rPr lang="en-US"/>
              <a:t>34</a:t>
            </a:fld>
            <a:endParaRPr lang="en-US"/>
          </a:p>
        </p:txBody>
      </p:sp>
    </p:spTree>
    <p:extLst>
      <p:ext uri="{BB962C8B-B14F-4D97-AF65-F5344CB8AC3E}">
        <p14:creationId xmlns:p14="http://schemas.microsoft.com/office/powerpoint/2010/main" val="2041586806"/>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5CD5E7B-75E5-25CF-8BF5-4187156221E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4AF993B-DCCF-6DDD-B2E7-5404367C1E7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2BCC4CB-767E-B0BE-DE3C-B085672FA146}"/>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646D000C-CE79-ACDD-B7EF-DC9FA796C3C2}"/>
              </a:ext>
            </a:extLst>
          </p:cNvPr>
          <p:cNvSpPr>
            <a:spLocks noGrp="1"/>
          </p:cNvSpPr>
          <p:nvPr>
            <p:ph type="sldNum" sz="quarter" idx="10"/>
          </p:nvPr>
        </p:nvSpPr>
        <p:spPr/>
        <p:txBody>
          <a:bodyPr/>
          <a:lstStyle/>
          <a:p>
            <a:fld id="{F7021451-1387-4CA6-816F-3879F97B5CBC}" type="slidenum">
              <a:rPr lang="en-US"/>
              <a:t>35</a:t>
            </a:fld>
            <a:endParaRPr lang="en-US"/>
          </a:p>
        </p:txBody>
      </p:sp>
    </p:spTree>
    <p:extLst>
      <p:ext uri="{BB962C8B-B14F-4D97-AF65-F5344CB8AC3E}">
        <p14:creationId xmlns:p14="http://schemas.microsoft.com/office/powerpoint/2010/main" val="1299650867"/>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57</a:t>
            </a:fld>
            <a:endParaRPr lang="en-US"/>
          </a:p>
        </p:txBody>
      </p:sp>
    </p:spTree>
    <p:extLst>
      <p:ext uri="{BB962C8B-B14F-4D97-AF65-F5344CB8AC3E}">
        <p14:creationId xmlns:p14="http://schemas.microsoft.com/office/powerpoint/2010/main" val="102408699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p:cSld name="DEFAULT">
    <p:bg>
      <p:bgRef idx="1001">
        <a:schemeClr val="bg1"/>
      </p:bgRef>
    </p:bg>
    <p:spTree>
      <p:nvGrpSpPr>
        <p:cNvPr id="1" name=""/>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 Type="http://schemas.openxmlformats.org/officeDocument/2006/relationships/theme" Target="../theme/theme1.xml"/><Relationship Id="rId1" Type="http://schemas.openxmlformats.org/officeDocument/2006/relationships/slideLayout" Target="../slideLayouts/slideLayout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3649" r:id="rId1"/>
  </p:sldLayoutIdLst>
  <p:hf sldNum="0" hdr="0" ftr="0" dt="0"/>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xml"/><Relationship Id="rId1" Type="http://schemas.openxmlformats.org/officeDocument/2006/relationships/slideLayout" Target="../slideLayouts/slideLayout1.xml"/><Relationship Id="rId5" Type="http://schemas.openxmlformats.org/officeDocument/2006/relationships/image" Target="../media/image4.png"/><Relationship Id="rId4" Type="http://schemas.openxmlformats.org/officeDocument/2006/relationships/image" Target="../media/image3.svg"/></Relationships>
</file>

<file path=ppt/slides/_rels/slide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xml"/><Relationship Id="rId1" Type="http://schemas.openxmlformats.org/officeDocument/2006/relationships/slideLayout" Target="../slideLayouts/slideLayout1.xml"/><Relationship Id="rId5" Type="http://schemas.openxmlformats.org/officeDocument/2006/relationships/image" Target="../media/image4.png"/><Relationship Id="rId4" Type="http://schemas.openxmlformats.org/officeDocument/2006/relationships/image" Target="../media/image3.svg"/></Relationships>
</file>

<file path=ppt/slides/_rels/slide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5.xml"/><Relationship Id="rId1" Type="http://schemas.openxmlformats.org/officeDocument/2006/relationships/slideLayout" Target="../slideLayouts/slideLayout1.xml"/><Relationship Id="rId5" Type="http://schemas.openxmlformats.org/officeDocument/2006/relationships/image" Target="../media/image4.png"/><Relationship Id="rId4" Type="http://schemas.openxmlformats.org/officeDocument/2006/relationships/image" Target="../media/image3.svg"/></Relationships>
</file>

<file path=ppt/slides/_rels/slide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6.xml"/><Relationship Id="rId1" Type="http://schemas.openxmlformats.org/officeDocument/2006/relationships/slideLayout" Target="../slideLayouts/slideLayout1.xml"/><Relationship Id="rId5" Type="http://schemas.openxmlformats.org/officeDocument/2006/relationships/image" Target="../media/image4.png"/><Relationship Id="rId4" Type="http://schemas.openxmlformats.org/officeDocument/2006/relationships/image" Target="../media/image3.svg"/></Relationships>
</file>

<file path=ppt/slides/_rels/slide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7.xml"/><Relationship Id="rId1" Type="http://schemas.openxmlformats.org/officeDocument/2006/relationships/slideLayout" Target="../slideLayouts/slideLayout1.xml"/><Relationship Id="rId5" Type="http://schemas.openxmlformats.org/officeDocument/2006/relationships/image" Target="../media/image4.png"/><Relationship Id="rId4" Type="http://schemas.openxmlformats.org/officeDocument/2006/relationships/image" Target="../media/image3.svg"/></Relationships>
</file>

<file path=ppt/slides/_rels/slide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8.xml"/><Relationship Id="rId1" Type="http://schemas.openxmlformats.org/officeDocument/2006/relationships/slideLayout" Target="../slideLayouts/slideLayout1.xml"/><Relationship Id="rId5" Type="http://schemas.openxmlformats.org/officeDocument/2006/relationships/image" Target="../media/image4.png"/><Relationship Id="rId4" Type="http://schemas.openxmlformats.org/officeDocument/2006/relationships/image" Target="../media/image3.svg"/></Relationships>
</file>

<file path=ppt/slides/_rels/slide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9.xml"/><Relationship Id="rId1" Type="http://schemas.openxmlformats.org/officeDocument/2006/relationships/slideLayout" Target="../slideLayouts/slideLayout1.xml"/><Relationship Id="rId5" Type="http://schemas.openxmlformats.org/officeDocument/2006/relationships/image" Target="../media/image4.png"/><Relationship Id="rId4" Type="http://schemas.openxmlformats.org/officeDocument/2006/relationships/image" Target="../media/image3.svg"/></Relationships>
</file>

<file path=ppt/slides/_rels/slide1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0.xml"/><Relationship Id="rId1" Type="http://schemas.openxmlformats.org/officeDocument/2006/relationships/slideLayout" Target="../slideLayouts/slideLayout1.xml"/><Relationship Id="rId5" Type="http://schemas.openxmlformats.org/officeDocument/2006/relationships/image" Target="../media/image4.png"/><Relationship Id="rId4" Type="http://schemas.openxmlformats.org/officeDocument/2006/relationships/image" Target="../media/image3.svg"/></Relationships>
</file>

<file path=ppt/slides/_rels/slide1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1.xml"/><Relationship Id="rId1" Type="http://schemas.openxmlformats.org/officeDocument/2006/relationships/slideLayout" Target="../slideLayouts/slideLayout1.xml"/><Relationship Id="rId5" Type="http://schemas.openxmlformats.org/officeDocument/2006/relationships/image" Target="../media/image4.png"/><Relationship Id="rId4" Type="http://schemas.openxmlformats.org/officeDocument/2006/relationships/image" Target="../media/image3.svg"/></Relationships>
</file>

<file path=ppt/slides/_rels/slide1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2.xml"/><Relationship Id="rId1" Type="http://schemas.openxmlformats.org/officeDocument/2006/relationships/slideLayout" Target="../slideLayouts/slideLayout1.xml"/><Relationship Id="rId5" Type="http://schemas.openxmlformats.org/officeDocument/2006/relationships/image" Target="../media/image4.png"/><Relationship Id="rId4" Type="http://schemas.openxmlformats.org/officeDocument/2006/relationships/image" Target="../media/image3.svg"/></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xml"/></Relationships>
</file>

<file path=ppt/slides/_rels/slide1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4.xml"/><Relationship Id="rId1" Type="http://schemas.openxmlformats.org/officeDocument/2006/relationships/slideLayout" Target="../slideLayouts/slideLayout1.xml"/><Relationship Id="rId5" Type="http://schemas.openxmlformats.org/officeDocument/2006/relationships/image" Target="../media/image4.png"/><Relationship Id="rId4" Type="http://schemas.openxmlformats.org/officeDocument/2006/relationships/image" Target="../media/image3.svg"/></Relationships>
</file>

<file path=ppt/slides/_rels/slide1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5.xml"/><Relationship Id="rId1" Type="http://schemas.openxmlformats.org/officeDocument/2006/relationships/slideLayout" Target="../slideLayouts/slideLayout1.xml"/><Relationship Id="rId5" Type="http://schemas.openxmlformats.org/officeDocument/2006/relationships/image" Target="../media/image4.png"/><Relationship Id="rId4" Type="http://schemas.openxmlformats.org/officeDocument/2006/relationships/image" Target="../media/image3.svg"/></Relationships>
</file>

<file path=ppt/slides/_rels/slide1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6.xml"/><Relationship Id="rId1" Type="http://schemas.openxmlformats.org/officeDocument/2006/relationships/slideLayout" Target="../slideLayouts/slideLayout1.xml"/><Relationship Id="rId5" Type="http://schemas.openxmlformats.org/officeDocument/2006/relationships/image" Target="../media/image4.png"/><Relationship Id="rId4" Type="http://schemas.openxmlformats.org/officeDocument/2006/relationships/image" Target="../media/image3.svg"/></Relationships>
</file>

<file path=ppt/slides/_rels/slide1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7.xml"/><Relationship Id="rId1" Type="http://schemas.openxmlformats.org/officeDocument/2006/relationships/slideLayout" Target="../slideLayouts/slideLayout1.xml"/><Relationship Id="rId5" Type="http://schemas.openxmlformats.org/officeDocument/2006/relationships/image" Target="../media/image4.png"/><Relationship Id="rId4" Type="http://schemas.openxmlformats.org/officeDocument/2006/relationships/image" Target="../media/image3.svg"/></Relationships>
</file>

<file path=ppt/slides/_rels/slide1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8.xml"/><Relationship Id="rId1" Type="http://schemas.openxmlformats.org/officeDocument/2006/relationships/slideLayout" Target="../slideLayouts/slideLayout1.xml"/><Relationship Id="rId5" Type="http://schemas.openxmlformats.org/officeDocument/2006/relationships/image" Target="../media/image4.png"/><Relationship Id="rId4" Type="http://schemas.openxmlformats.org/officeDocument/2006/relationships/image" Target="../media/image3.svg"/></Relationships>
</file>

<file path=ppt/slides/_rels/slide1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9.xml"/><Relationship Id="rId1" Type="http://schemas.openxmlformats.org/officeDocument/2006/relationships/slideLayout" Target="../slideLayouts/slideLayout1.xml"/><Relationship Id="rId5" Type="http://schemas.openxmlformats.org/officeDocument/2006/relationships/image" Target="../media/image4.png"/><Relationship Id="rId4" Type="http://schemas.openxmlformats.org/officeDocument/2006/relationships/image" Target="../media/image3.svg"/></Relationships>
</file>

<file path=ppt/slides/_rels/slide2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0.xml"/><Relationship Id="rId1" Type="http://schemas.openxmlformats.org/officeDocument/2006/relationships/slideLayout" Target="../slideLayouts/slideLayout1.xml"/><Relationship Id="rId5" Type="http://schemas.openxmlformats.org/officeDocument/2006/relationships/image" Target="../media/image4.png"/><Relationship Id="rId4" Type="http://schemas.openxmlformats.org/officeDocument/2006/relationships/image" Target="../media/image3.svg"/></Relationships>
</file>

<file path=ppt/slides/_rels/slide2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1.xml"/><Relationship Id="rId1" Type="http://schemas.openxmlformats.org/officeDocument/2006/relationships/slideLayout" Target="../slideLayouts/slideLayout1.xml"/><Relationship Id="rId5" Type="http://schemas.openxmlformats.org/officeDocument/2006/relationships/image" Target="../media/image4.png"/><Relationship Id="rId4" Type="http://schemas.openxmlformats.org/officeDocument/2006/relationships/image" Target="../media/image3.svg"/></Relationships>
</file>

<file path=ppt/slides/_rels/slide2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2.xml"/><Relationship Id="rId1" Type="http://schemas.openxmlformats.org/officeDocument/2006/relationships/slideLayout" Target="../slideLayouts/slideLayout1.xml"/><Relationship Id="rId5" Type="http://schemas.openxmlformats.org/officeDocument/2006/relationships/image" Target="../media/image4.png"/><Relationship Id="rId4" Type="http://schemas.openxmlformats.org/officeDocument/2006/relationships/image" Target="../media/image3.svg"/></Relationships>
</file>

<file path=ppt/slides/_rels/slide2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3.xml"/><Relationship Id="rId1" Type="http://schemas.openxmlformats.org/officeDocument/2006/relationships/slideLayout" Target="../slideLayouts/slideLayout1.xml"/><Relationship Id="rId5" Type="http://schemas.openxmlformats.org/officeDocument/2006/relationships/image" Target="../media/image4.png"/><Relationship Id="rId4" Type="http://schemas.openxmlformats.org/officeDocument/2006/relationships/image" Target="../media/image3.svg"/></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xml"/></Relationships>
</file>

<file path=ppt/slides/_rels/slide2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5.xml"/><Relationship Id="rId1" Type="http://schemas.openxmlformats.org/officeDocument/2006/relationships/slideLayout" Target="../slideLayouts/slideLayout1.xml"/><Relationship Id="rId5" Type="http://schemas.openxmlformats.org/officeDocument/2006/relationships/image" Target="../media/image4.png"/><Relationship Id="rId4" Type="http://schemas.openxmlformats.org/officeDocument/2006/relationships/image" Target="../media/image3.svg"/></Relationships>
</file>

<file path=ppt/slides/_rels/slide2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6.xml"/><Relationship Id="rId1" Type="http://schemas.openxmlformats.org/officeDocument/2006/relationships/slideLayout" Target="../slideLayouts/slideLayout1.xml"/><Relationship Id="rId5" Type="http://schemas.openxmlformats.org/officeDocument/2006/relationships/image" Target="../media/image4.png"/><Relationship Id="rId4" Type="http://schemas.openxmlformats.org/officeDocument/2006/relationships/image" Target="../media/image3.svg"/></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1.xml"/></Relationships>
</file>

<file path=ppt/slides/_rels/slide2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8.xml"/><Relationship Id="rId1" Type="http://schemas.openxmlformats.org/officeDocument/2006/relationships/slideLayout" Target="../slideLayouts/slideLayout1.xml"/><Relationship Id="rId5" Type="http://schemas.openxmlformats.org/officeDocument/2006/relationships/image" Target="../media/image4.png"/><Relationship Id="rId4" Type="http://schemas.openxmlformats.org/officeDocument/2006/relationships/image" Target="../media/image3.svg"/></Relationships>
</file>

<file path=ppt/slides/_rels/slide2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9.xml"/><Relationship Id="rId1" Type="http://schemas.openxmlformats.org/officeDocument/2006/relationships/slideLayout" Target="../slideLayouts/slideLayout1.xml"/><Relationship Id="rId5" Type="http://schemas.openxmlformats.org/officeDocument/2006/relationships/image" Target="../media/image4.png"/><Relationship Id="rId4" Type="http://schemas.openxmlformats.org/officeDocument/2006/relationships/image" Target="../media/image3.svg"/></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xml"/></Relationships>
</file>

<file path=ppt/slides/_rels/slide3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1.xml"/><Relationship Id="rId1" Type="http://schemas.openxmlformats.org/officeDocument/2006/relationships/slideLayout" Target="../slideLayouts/slideLayout1.xml"/><Relationship Id="rId5" Type="http://schemas.openxmlformats.org/officeDocument/2006/relationships/image" Target="../media/image4.png"/><Relationship Id="rId4" Type="http://schemas.openxmlformats.org/officeDocument/2006/relationships/image" Target="../media/image3.svg"/></Relationships>
</file>

<file path=ppt/slides/_rels/slide3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2.xml"/><Relationship Id="rId1" Type="http://schemas.openxmlformats.org/officeDocument/2006/relationships/slideLayout" Target="../slideLayouts/slideLayout1.xml"/><Relationship Id="rId5" Type="http://schemas.openxmlformats.org/officeDocument/2006/relationships/image" Target="../media/image4.png"/><Relationship Id="rId4" Type="http://schemas.openxmlformats.org/officeDocument/2006/relationships/image" Target="../media/image3.svg"/></Relationships>
</file>

<file path=ppt/slides/_rels/slide3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3.xml"/><Relationship Id="rId1" Type="http://schemas.openxmlformats.org/officeDocument/2006/relationships/slideLayout" Target="../slideLayouts/slideLayout1.xml"/><Relationship Id="rId5" Type="http://schemas.openxmlformats.org/officeDocument/2006/relationships/image" Target="../media/image4.png"/><Relationship Id="rId4" Type="http://schemas.openxmlformats.org/officeDocument/2006/relationships/image" Target="../media/image3.svg"/></Relationships>
</file>

<file path=ppt/slides/_rels/slide3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4.xml"/><Relationship Id="rId1" Type="http://schemas.openxmlformats.org/officeDocument/2006/relationships/slideLayout" Target="../slideLayouts/slideLayout1.xml"/><Relationship Id="rId5" Type="http://schemas.openxmlformats.org/officeDocument/2006/relationships/image" Target="../media/image4.png"/><Relationship Id="rId4" Type="http://schemas.openxmlformats.org/officeDocument/2006/relationships/image" Target="../media/image3.svg"/></Relationships>
</file>

<file path=ppt/slides/_rels/slide3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5.xml"/><Relationship Id="rId1" Type="http://schemas.openxmlformats.org/officeDocument/2006/relationships/slideLayout" Target="../slideLayouts/slideLayout1.xml"/><Relationship Id="rId5" Type="http://schemas.openxmlformats.org/officeDocument/2006/relationships/image" Target="../media/image4.png"/><Relationship Id="rId4" Type="http://schemas.openxmlformats.org/officeDocument/2006/relationships/image" Target="../media/image3.svg"/></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7.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36.xml"/><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name="Slide 1">
    <p:bg>
      <p:bgPr>
        <a:solidFill>
          <a:srgbClr val="0D1B35"/>
        </a:solidFill>
        <a:effectLst/>
      </p:bgPr>
    </p:bg>
    <p:spTree>
      <p:nvGrpSpPr>
        <p:cNvPr id="1" name=""/>
        <p:cNvGrpSpPr/>
        <p:nvPr/>
      </p:nvGrpSpPr>
      <p:grpSpPr>
        <a:xfrm>
          <a:off x="0" y="0"/>
          <a:ext cx="0" cy="0"/>
          <a:chOff x="0" y="0"/>
          <a:chExt cx="0" cy="0"/>
        </a:xfrm>
      </p:grpSpPr>
      <p:sp>
        <p:nvSpPr>
          <p:cNvPr id="2" name="Shape 0"/>
          <p:cNvSpPr/>
          <p:nvPr/>
        </p:nvSpPr>
        <p:spPr>
          <a:xfrm>
            <a:off x="0" y="0"/>
            <a:ext cx="4160520" cy="5143500"/>
          </a:xfrm>
          <a:prstGeom prst="rect">
            <a:avLst/>
          </a:prstGeom>
          <a:solidFill>
            <a:srgbClr val="1A3464"/>
          </a:solidFill>
          <a:ln w="12700">
            <a:solidFill>
              <a:srgbClr val="1A3464"/>
            </a:solidFill>
            <a:prstDash val="solid"/>
          </a:ln>
        </p:spPr>
        <p:txBody>
          <a:bodyPr/>
          <a:lstStyle/>
          <a:p>
            <a:endParaRPr lang="es-419" noProof="0" dirty="0"/>
          </a:p>
        </p:txBody>
      </p:sp>
      <p:sp>
        <p:nvSpPr>
          <p:cNvPr id="3" name="Shape 1"/>
          <p:cNvSpPr/>
          <p:nvPr/>
        </p:nvSpPr>
        <p:spPr>
          <a:xfrm>
            <a:off x="4572000" y="274320"/>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4" name="Shape 2"/>
          <p:cNvSpPr/>
          <p:nvPr/>
        </p:nvSpPr>
        <p:spPr>
          <a:xfrm>
            <a:off x="5047488" y="274320"/>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5" name="Shape 3"/>
          <p:cNvSpPr/>
          <p:nvPr/>
        </p:nvSpPr>
        <p:spPr>
          <a:xfrm>
            <a:off x="5522976" y="274320"/>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6" name="Shape 4"/>
          <p:cNvSpPr/>
          <p:nvPr/>
        </p:nvSpPr>
        <p:spPr>
          <a:xfrm>
            <a:off x="5998464" y="274320"/>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7" name="Shape 5"/>
          <p:cNvSpPr/>
          <p:nvPr/>
        </p:nvSpPr>
        <p:spPr>
          <a:xfrm>
            <a:off x="6473952" y="274320"/>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8" name="Shape 6"/>
          <p:cNvSpPr/>
          <p:nvPr/>
        </p:nvSpPr>
        <p:spPr>
          <a:xfrm>
            <a:off x="6949440" y="274320"/>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9" name="Shape 7"/>
          <p:cNvSpPr/>
          <p:nvPr/>
        </p:nvSpPr>
        <p:spPr>
          <a:xfrm>
            <a:off x="7424928" y="274320"/>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10" name="Shape 8"/>
          <p:cNvSpPr/>
          <p:nvPr/>
        </p:nvSpPr>
        <p:spPr>
          <a:xfrm>
            <a:off x="7900416" y="274320"/>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11" name="Shape 9"/>
          <p:cNvSpPr/>
          <p:nvPr/>
        </p:nvSpPr>
        <p:spPr>
          <a:xfrm>
            <a:off x="8375904" y="274320"/>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12" name="Shape 10"/>
          <p:cNvSpPr/>
          <p:nvPr/>
        </p:nvSpPr>
        <p:spPr>
          <a:xfrm>
            <a:off x="8851392" y="274320"/>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13" name="Shape 11"/>
          <p:cNvSpPr/>
          <p:nvPr/>
        </p:nvSpPr>
        <p:spPr>
          <a:xfrm>
            <a:off x="4572000" y="749808"/>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14" name="Shape 12"/>
          <p:cNvSpPr/>
          <p:nvPr/>
        </p:nvSpPr>
        <p:spPr>
          <a:xfrm>
            <a:off x="5047488" y="749808"/>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15" name="Shape 13"/>
          <p:cNvSpPr/>
          <p:nvPr/>
        </p:nvSpPr>
        <p:spPr>
          <a:xfrm>
            <a:off x="5522976" y="749808"/>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16" name="Shape 14"/>
          <p:cNvSpPr/>
          <p:nvPr/>
        </p:nvSpPr>
        <p:spPr>
          <a:xfrm>
            <a:off x="5998464" y="749808"/>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17" name="Shape 15"/>
          <p:cNvSpPr/>
          <p:nvPr/>
        </p:nvSpPr>
        <p:spPr>
          <a:xfrm>
            <a:off x="6473952" y="749808"/>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18" name="Shape 16"/>
          <p:cNvSpPr/>
          <p:nvPr/>
        </p:nvSpPr>
        <p:spPr>
          <a:xfrm>
            <a:off x="6949440" y="749808"/>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19" name="Shape 17"/>
          <p:cNvSpPr/>
          <p:nvPr/>
        </p:nvSpPr>
        <p:spPr>
          <a:xfrm>
            <a:off x="7424928" y="749808"/>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20" name="Shape 18"/>
          <p:cNvSpPr/>
          <p:nvPr/>
        </p:nvSpPr>
        <p:spPr>
          <a:xfrm>
            <a:off x="7900416" y="749808"/>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21" name="Shape 19"/>
          <p:cNvSpPr/>
          <p:nvPr/>
        </p:nvSpPr>
        <p:spPr>
          <a:xfrm>
            <a:off x="8375904" y="749808"/>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22" name="Shape 20"/>
          <p:cNvSpPr/>
          <p:nvPr/>
        </p:nvSpPr>
        <p:spPr>
          <a:xfrm>
            <a:off x="8851392" y="749808"/>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23" name="Shape 21"/>
          <p:cNvSpPr/>
          <p:nvPr/>
        </p:nvSpPr>
        <p:spPr>
          <a:xfrm>
            <a:off x="4572000" y="1225296"/>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24" name="Shape 22"/>
          <p:cNvSpPr/>
          <p:nvPr/>
        </p:nvSpPr>
        <p:spPr>
          <a:xfrm>
            <a:off x="5047488" y="1225296"/>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25" name="Shape 23"/>
          <p:cNvSpPr/>
          <p:nvPr/>
        </p:nvSpPr>
        <p:spPr>
          <a:xfrm>
            <a:off x="5522976" y="1225296"/>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26" name="Shape 24"/>
          <p:cNvSpPr/>
          <p:nvPr/>
        </p:nvSpPr>
        <p:spPr>
          <a:xfrm>
            <a:off x="5998464" y="1225296"/>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27" name="Shape 25"/>
          <p:cNvSpPr/>
          <p:nvPr/>
        </p:nvSpPr>
        <p:spPr>
          <a:xfrm>
            <a:off x="6473952" y="1225296"/>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28" name="Shape 26"/>
          <p:cNvSpPr/>
          <p:nvPr/>
        </p:nvSpPr>
        <p:spPr>
          <a:xfrm>
            <a:off x="6949440" y="1225296"/>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29" name="Shape 27"/>
          <p:cNvSpPr/>
          <p:nvPr/>
        </p:nvSpPr>
        <p:spPr>
          <a:xfrm>
            <a:off x="7424928" y="1225296"/>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30" name="Shape 28"/>
          <p:cNvSpPr/>
          <p:nvPr/>
        </p:nvSpPr>
        <p:spPr>
          <a:xfrm>
            <a:off x="7900416" y="1225296"/>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31" name="Shape 29"/>
          <p:cNvSpPr/>
          <p:nvPr/>
        </p:nvSpPr>
        <p:spPr>
          <a:xfrm>
            <a:off x="8375904" y="1225296"/>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32" name="Shape 30"/>
          <p:cNvSpPr/>
          <p:nvPr/>
        </p:nvSpPr>
        <p:spPr>
          <a:xfrm>
            <a:off x="8851392" y="1225296"/>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33" name="Shape 31"/>
          <p:cNvSpPr/>
          <p:nvPr/>
        </p:nvSpPr>
        <p:spPr>
          <a:xfrm>
            <a:off x="4572000" y="1700784"/>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34" name="Shape 32"/>
          <p:cNvSpPr/>
          <p:nvPr/>
        </p:nvSpPr>
        <p:spPr>
          <a:xfrm>
            <a:off x="5047488" y="1700784"/>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35" name="Shape 33"/>
          <p:cNvSpPr/>
          <p:nvPr/>
        </p:nvSpPr>
        <p:spPr>
          <a:xfrm>
            <a:off x="5522976" y="1700784"/>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36" name="Shape 34"/>
          <p:cNvSpPr/>
          <p:nvPr/>
        </p:nvSpPr>
        <p:spPr>
          <a:xfrm>
            <a:off x="5998464" y="1700784"/>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37" name="Shape 35"/>
          <p:cNvSpPr/>
          <p:nvPr/>
        </p:nvSpPr>
        <p:spPr>
          <a:xfrm>
            <a:off x="6473952" y="1700784"/>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38" name="Shape 36"/>
          <p:cNvSpPr/>
          <p:nvPr/>
        </p:nvSpPr>
        <p:spPr>
          <a:xfrm>
            <a:off x="6949440" y="1700784"/>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39" name="Shape 37"/>
          <p:cNvSpPr/>
          <p:nvPr/>
        </p:nvSpPr>
        <p:spPr>
          <a:xfrm>
            <a:off x="7424928" y="1700784"/>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40" name="Shape 38"/>
          <p:cNvSpPr/>
          <p:nvPr/>
        </p:nvSpPr>
        <p:spPr>
          <a:xfrm>
            <a:off x="7900416" y="1700784"/>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41" name="Shape 39"/>
          <p:cNvSpPr/>
          <p:nvPr/>
        </p:nvSpPr>
        <p:spPr>
          <a:xfrm>
            <a:off x="8375904" y="1700784"/>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42" name="Shape 40"/>
          <p:cNvSpPr/>
          <p:nvPr/>
        </p:nvSpPr>
        <p:spPr>
          <a:xfrm>
            <a:off x="8851392" y="1700784"/>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43" name="Shape 41"/>
          <p:cNvSpPr/>
          <p:nvPr/>
        </p:nvSpPr>
        <p:spPr>
          <a:xfrm>
            <a:off x="4572000" y="2176272"/>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44" name="Shape 42"/>
          <p:cNvSpPr/>
          <p:nvPr/>
        </p:nvSpPr>
        <p:spPr>
          <a:xfrm>
            <a:off x="5047488" y="2176272"/>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45" name="Shape 43"/>
          <p:cNvSpPr/>
          <p:nvPr/>
        </p:nvSpPr>
        <p:spPr>
          <a:xfrm>
            <a:off x="5522976" y="2176272"/>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46" name="Shape 44"/>
          <p:cNvSpPr/>
          <p:nvPr/>
        </p:nvSpPr>
        <p:spPr>
          <a:xfrm>
            <a:off x="5998464" y="2176272"/>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47" name="Shape 45"/>
          <p:cNvSpPr/>
          <p:nvPr/>
        </p:nvSpPr>
        <p:spPr>
          <a:xfrm>
            <a:off x="6473952" y="2176272"/>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48" name="Shape 46"/>
          <p:cNvSpPr/>
          <p:nvPr/>
        </p:nvSpPr>
        <p:spPr>
          <a:xfrm>
            <a:off x="6949440" y="2176272"/>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49" name="Shape 47"/>
          <p:cNvSpPr/>
          <p:nvPr/>
        </p:nvSpPr>
        <p:spPr>
          <a:xfrm>
            <a:off x="7424928" y="2176272"/>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50" name="Shape 48"/>
          <p:cNvSpPr/>
          <p:nvPr/>
        </p:nvSpPr>
        <p:spPr>
          <a:xfrm>
            <a:off x="7900416" y="2176272"/>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51" name="Shape 49"/>
          <p:cNvSpPr/>
          <p:nvPr/>
        </p:nvSpPr>
        <p:spPr>
          <a:xfrm>
            <a:off x="8375904" y="2176272"/>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52" name="Shape 50"/>
          <p:cNvSpPr/>
          <p:nvPr/>
        </p:nvSpPr>
        <p:spPr>
          <a:xfrm>
            <a:off x="8851392" y="2176272"/>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53" name="Shape 51"/>
          <p:cNvSpPr/>
          <p:nvPr/>
        </p:nvSpPr>
        <p:spPr>
          <a:xfrm>
            <a:off x="4572000" y="2651760"/>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54" name="Shape 52"/>
          <p:cNvSpPr/>
          <p:nvPr/>
        </p:nvSpPr>
        <p:spPr>
          <a:xfrm>
            <a:off x="5047488" y="2651760"/>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55" name="Shape 53"/>
          <p:cNvSpPr/>
          <p:nvPr/>
        </p:nvSpPr>
        <p:spPr>
          <a:xfrm>
            <a:off x="5522976" y="2651760"/>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56" name="Shape 54"/>
          <p:cNvSpPr/>
          <p:nvPr/>
        </p:nvSpPr>
        <p:spPr>
          <a:xfrm>
            <a:off x="5998464" y="2651760"/>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57" name="Shape 55"/>
          <p:cNvSpPr/>
          <p:nvPr/>
        </p:nvSpPr>
        <p:spPr>
          <a:xfrm>
            <a:off x="6473952" y="2651760"/>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58" name="Shape 56"/>
          <p:cNvSpPr/>
          <p:nvPr/>
        </p:nvSpPr>
        <p:spPr>
          <a:xfrm>
            <a:off x="6949440" y="2651760"/>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59" name="Shape 57"/>
          <p:cNvSpPr/>
          <p:nvPr/>
        </p:nvSpPr>
        <p:spPr>
          <a:xfrm>
            <a:off x="7424928" y="2651760"/>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60" name="Shape 58"/>
          <p:cNvSpPr/>
          <p:nvPr/>
        </p:nvSpPr>
        <p:spPr>
          <a:xfrm>
            <a:off x="7900416" y="2651760"/>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61" name="Shape 59"/>
          <p:cNvSpPr/>
          <p:nvPr/>
        </p:nvSpPr>
        <p:spPr>
          <a:xfrm>
            <a:off x="8375904" y="2651760"/>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62" name="Shape 60"/>
          <p:cNvSpPr/>
          <p:nvPr/>
        </p:nvSpPr>
        <p:spPr>
          <a:xfrm>
            <a:off x="8851392" y="2651760"/>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63" name="Shape 61"/>
          <p:cNvSpPr/>
          <p:nvPr/>
        </p:nvSpPr>
        <p:spPr>
          <a:xfrm>
            <a:off x="4572000" y="3127248"/>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64" name="Shape 62"/>
          <p:cNvSpPr/>
          <p:nvPr/>
        </p:nvSpPr>
        <p:spPr>
          <a:xfrm>
            <a:off x="5047488" y="3127248"/>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65" name="Shape 63"/>
          <p:cNvSpPr/>
          <p:nvPr/>
        </p:nvSpPr>
        <p:spPr>
          <a:xfrm>
            <a:off x="5522976" y="3127248"/>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66" name="Shape 64"/>
          <p:cNvSpPr/>
          <p:nvPr/>
        </p:nvSpPr>
        <p:spPr>
          <a:xfrm>
            <a:off x="5998464" y="3127248"/>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67" name="Shape 65"/>
          <p:cNvSpPr/>
          <p:nvPr/>
        </p:nvSpPr>
        <p:spPr>
          <a:xfrm>
            <a:off x="6473952" y="3127248"/>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68" name="Shape 66"/>
          <p:cNvSpPr/>
          <p:nvPr/>
        </p:nvSpPr>
        <p:spPr>
          <a:xfrm>
            <a:off x="6949440" y="3127248"/>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69" name="Shape 67"/>
          <p:cNvSpPr/>
          <p:nvPr/>
        </p:nvSpPr>
        <p:spPr>
          <a:xfrm>
            <a:off x="7424928" y="3127248"/>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70" name="Shape 68"/>
          <p:cNvSpPr/>
          <p:nvPr/>
        </p:nvSpPr>
        <p:spPr>
          <a:xfrm>
            <a:off x="7900416" y="3127248"/>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71" name="Shape 69"/>
          <p:cNvSpPr/>
          <p:nvPr/>
        </p:nvSpPr>
        <p:spPr>
          <a:xfrm>
            <a:off x="8375904" y="3127248"/>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72" name="Shape 70"/>
          <p:cNvSpPr/>
          <p:nvPr/>
        </p:nvSpPr>
        <p:spPr>
          <a:xfrm>
            <a:off x="8851392" y="3127248"/>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73" name="Shape 71"/>
          <p:cNvSpPr/>
          <p:nvPr/>
        </p:nvSpPr>
        <p:spPr>
          <a:xfrm>
            <a:off x="4572000" y="3602736"/>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74" name="Shape 72"/>
          <p:cNvSpPr/>
          <p:nvPr/>
        </p:nvSpPr>
        <p:spPr>
          <a:xfrm>
            <a:off x="5047488" y="3602736"/>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75" name="Shape 73"/>
          <p:cNvSpPr/>
          <p:nvPr/>
        </p:nvSpPr>
        <p:spPr>
          <a:xfrm>
            <a:off x="5522976" y="3602736"/>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76" name="Shape 74"/>
          <p:cNvSpPr/>
          <p:nvPr/>
        </p:nvSpPr>
        <p:spPr>
          <a:xfrm>
            <a:off x="5998464" y="3602736"/>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77" name="Shape 75"/>
          <p:cNvSpPr/>
          <p:nvPr/>
        </p:nvSpPr>
        <p:spPr>
          <a:xfrm>
            <a:off x="6473952" y="3602736"/>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78" name="Shape 76"/>
          <p:cNvSpPr/>
          <p:nvPr/>
        </p:nvSpPr>
        <p:spPr>
          <a:xfrm>
            <a:off x="6949440" y="3602736"/>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79" name="Shape 77"/>
          <p:cNvSpPr/>
          <p:nvPr/>
        </p:nvSpPr>
        <p:spPr>
          <a:xfrm>
            <a:off x="7424928" y="3602736"/>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80" name="Shape 78"/>
          <p:cNvSpPr/>
          <p:nvPr/>
        </p:nvSpPr>
        <p:spPr>
          <a:xfrm>
            <a:off x="7900416" y="3602736"/>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81" name="Shape 79"/>
          <p:cNvSpPr/>
          <p:nvPr/>
        </p:nvSpPr>
        <p:spPr>
          <a:xfrm>
            <a:off x="8375904" y="3602736"/>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82" name="Shape 80"/>
          <p:cNvSpPr/>
          <p:nvPr/>
        </p:nvSpPr>
        <p:spPr>
          <a:xfrm>
            <a:off x="8851392" y="3602736"/>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83" name="Shape 81"/>
          <p:cNvSpPr/>
          <p:nvPr/>
        </p:nvSpPr>
        <p:spPr>
          <a:xfrm>
            <a:off x="4572000" y="4078224"/>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84" name="Shape 82"/>
          <p:cNvSpPr/>
          <p:nvPr/>
        </p:nvSpPr>
        <p:spPr>
          <a:xfrm>
            <a:off x="5047488" y="4078224"/>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85" name="Shape 83"/>
          <p:cNvSpPr/>
          <p:nvPr/>
        </p:nvSpPr>
        <p:spPr>
          <a:xfrm>
            <a:off x="5522976" y="4078224"/>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86" name="Shape 84"/>
          <p:cNvSpPr/>
          <p:nvPr/>
        </p:nvSpPr>
        <p:spPr>
          <a:xfrm>
            <a:off x="5998464" y="4078224"/>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87" name="Shape 85"/>
          <p:cNvSpPr/>
          <p:nvPr/>
        </p:nvSpPr>
        <p:spPr>
          <a:xfrm>
            <a:off x="6473952" y="4078224"/>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88" name="Shape 86"/>
          <p:cNvSpPr/>
          <p:nvPr/>
        </p:nvSpPr>
        <p:spPr>
          <a:xfrm>
            <a:off x="6949440" y="4078224"/>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89" name="Shape 87"/>
          <p:cNvSpPr/>
          <p:nvPr/>
        </p:nvSpPr>
        <p:spPr>
          <a:xfrm>
            <a:off x="7424928" y="4078224"/>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90" name="Shape 88"/>
          <p:cNvSpPr/>
          <p:nvPr/>
        </p:nvSpPr>
        <p:spPr>
          <a:xfrm>
            <a:off x="7900416" y="4078224"/>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91" name="Shape 89"/>
          <p:cNvSpPr/>
          <p:nvPr/>
        </p:nvSpPr>
        <p:spPr>
          <a:xfrm>
            <a:off x="8375904" y="4078224"/>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92" name="Shape 90"/>
          <p:cNvSpPr/>
          <p:nvPr/>
        </p:nvSpPr>
        <p:spPr>
          <a:xfrm>
            <a:off x="8851392" y="4078224"/>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93" name="Shape 91"/>
          <p:cNvSpPr/>
          <p:nvPr/>
        </p:nvSpPr>
        <p:spPr>
          <a:xfrm>
            <a:off x="4572000" y="4553712"/>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94" name="Shape 92"/>
          <p:cNvSpPr/>
          <p:nvPr/>
        </p:nvSpPr>
        <p:spPr>
          <a:xfrm>
            <a:off x="5047488" y="4553712"/>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95" name="Shape 93"/>
          <p:cNvSpPr/>
          <p:nvPr/>
        </p:nvSpPr>
        <p:spPr>
          <a:xfrm>
            <a:off x="5522976" y="4553712"/>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96" name="Shape 94"/>
          <p:cNvSpPr/>
          <p:nvPr/>
        </p:nvSpPr>
        <p:spPr>
          <a:xfrm>
            <a:off x="5998464" y="4553712"/>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97" name="Shape 95"/>
          <p:cNvSpPr/>
          <p:nvPr/>
        </p:nvSpPr>
        <p:spPr>
          <a:xfrm>
            <a:off x="6473952" y="4553712"/>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98" name="Shape 96"/>
          <p:cNvSpPr/>
          <p:nvPr/>
        </p:nvSpPr>
        <p:spPr>
          <a:xfrm>
            <a:off x="6949440" y="4553712"/>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99" name="Shape 97"/>
          <p:cNvSpPr/>
          <p:nvPr/>
        </p:nvSpPr>
        <p:spPr>
          <a:xfrm>
            <a:off x="7424928" y="4553712"/>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100" name="Shape 98"/>
          <p:cNvSpPr/>
          <p:nvPr/>
        </p:nvSpPr>
        <p:spPr>
          <a:xfrm>
            <a:off x="7900416" y="4553712"/>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101" name="Shape 99"/>
          <p:cNvSpPr/>
          <p:nvPr/>
        </p:nvSpPr>
        <p:spPr>
          <a:xfrm>
            <a:off x="8375904" y="4553712"/>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102" name="Shape 100"/>
          <p:cNvSpPr/>
          <p:nvPr/>
        </p:nvSpPr>
        <p:spPr>
          <a:xfrm>
            <a:off x="8851392" y="4553712"/>
            <a:ext cx="36576" cy="36576"/>
          </a:xfrm>
          <a:prstGeom prst="ellipse">
            <a:avLst/>
          </a:prstGeom>
          <a:solidFill>
            <a:srgbClr val="FFFFFF">
              <a:alpha val="6000"/>
            </a:srgbClr>
          </a:solidFill>
          <a:ln w="12700">
            <a:solidFill>
              <a:srgbClr val="FFFFFF">
                <a:alpha val="6000"/>
              </a:srgbClr>
            </a:solidFill>
            <a:prstDash val="solid"/>
          </a:ln>
        </p:spPr>
        <p:txBody>
          <a:bodyPr/>
          <a:lstStyle/>
          <a:p>
            <a:endParaRPr lang="es-419" noProof="0" dirty="0"/>
          </a:p>
        </p:txBody>
      </p:sp>
      <p:sp>
        <p:nvSpPr>
          <p:cNvPr id="103" name="Shape 101"/>
          <p:cNvSpPr/>
          <p:nvPr/>
        </p:nvSpPr>
        <p:spPr>
          <a:xfrm>
            <a:off x="0" y="0"/>
            <a:ext cx="3291840" cy="43891"/>
          </a:xfrm>
          <a:prstGeom prst="rect">
            <a:avLst/>
          </a:prstGeom>
          <a:solidFill>
            <a:srgbClr val="EB6C01"/>
          </a:solidFill>
          <a:ln w="12700">
            <a:solidFill>
              <a:srgbClr val="EB6C01"/>
            </a:solidFill>
            <a:prstDash val="solid"/>
          </a:ln>
        </p:spPr>
        <p:txBody>
          <a:bodyPr/>
          <a:lstStyle/>
          <a:p>
            <a:endParaRPr lang="es-419" noProof="0" dirty="0"/>
          </a:p>
        </p:txBody>
      </p:sp>
      <p:sp>
        <p:nvSpPr>
          <p:cNvPr id="104" name="Shape 102"/>
          <p:cNvSpPr/>
          <p:nvPr/>
        </p:nvSpPr>
        <p:spPr>
          <a:xfrm>
            <a:off x="0" y="0"/>
            <a:ext cx="43891" cy="2926080"/>
          </a:xfrm>
          <a:prstGeom prst="rect">
            <a:avLst/>
          </a:prstGeom>
          <a:solidFill>
            <a:srgbClr val="EB6C01"/>
          </a:solidFill>
          <a:ln w="12700">
            <a:solidFill>
              <a:srgbClr val="EB6C01"/>
            </a:solidFill>
            <a:prstDash val="solid"/>
          </a:ln>
        </p:spPr>
        <p:txBody>
          <a:bodyPr/>
          <a:lstStyle/>
          <a:p>
            <a:endParaRPr lang="es-419" noProof="0" dirty="0"/>
          </a:p>
        </p:txBody>
      </p:sp>
      <p:sp>
        <p:nvSpPr>
          <p:cNvPr id="105" name="Shape 103"/>
          <p:cNvSpPr/>
          <p:nvPr/>
        </p:nvSpPr>
        <p:spPr>
          <a:xfrm>
            <a:off x="594360" y="859536"/>
            <a:ext cx="256032" cy="18288"/>
          </a:xfrm>
          <a:prstGeom prst="rect">
            <a:avLst/>
          </a:prstGeom>
          <a:solidFill>
            <a:srgbClr val="EB6C01"/>
          </a:solidFill>
          <a:ln w="12700">
            <a:solidFill>
              <a:srgbClr val="EB6C01"/>
            </a:solidFill>
            <a:prstDash val="solid"/>
          </a:ln>
        </p:spPr>
        <p:txBody>
          <a:bodyPr/>
          <a:lstStyle/>
          <a:p>
            <a:endParaRPr lang="es-419" noProof="0" dirty="0"/>
          </a:p>
        </p:txBody>
      </p:sp>
      <p:sp>
        <p:nvSpPr>
          <p:cNvPr id="106" name="Text 104"/>
          <p:cNvSpPr/>
          <p:nvPr/>
        </p:nvSpPr>
        <p:spPr>
          <a:xfrm>
            <a:off x="932688" y="804672"/>
            <a:ext cx="3108960" cy="201168"/>
          </a:xfrm>
          <a:prstGeom prst="rect">
            <a:avLst/>
          </a:prstGeom>
          <a:noFill/>
          <a:ln/>
        </p:spPr>
        <p:txBody>
          <a:bodyPr wrap="square" lIns="0" tIns="0" rIns="0" bIns="0" rtlCol="0" anchor="ctr"/>
          <a:lstStyle/>
          <a:p>
            <a:pPr marL="0" indent="0">
              <a:buNone/>
            </a:pPr>
            <a:r>
              <a:rPr lang="es-419" sz="650" b="1" kern="0" spc="300" noProof="0" dirty="0">
                <a:solidFill>
                  <a:srgbClr val="EB6C01"/>
                </a:solidFill>
                <a:latin typeface="Montserrat" pitchFamily="34" charset="0"/>
                <a:ea typeface="Montserrat" pitchFamily="34" charset="-122"/>
                <a:cs typeface="Montserrat" pitchFamily="34" charset="-120"/>
              </a:rPr>
              <a:t>COORDINACIÓN DE OBRAS Y MANTENIMIENTO</a:t>
            </a:r>
            <a:endParaRPr lang="es-419" sz="650" noProof="0" dirty="0"/>
          </a:p>
        </p:txBody>
      </p:sp>
      <p:sp>
        <p:nvSpPr>
          <p:cNvPr id="107" name="Text 105"/>
          <p:cNvSpPr/>
          <p:nvPr/>
        </p:nvSpPr>
        <p:spPr>
          <a:xfrm>
            <a:off x="594360" y="1024128"/>
            <a:ext cx="3474720" cy="1508760"/>
          </a:xfrm>
          <a:prstGeom prst="rect">
            <a:avLst/>
          </a:prstGeom>
          <a:noFill/>
          <a:ln/>
        </p:spPr>
        <p:txBody>
          <a:bodyPr wrap="square" rtlCol="0" anchor="ctr"/>
          <a:lstStyle/>
          <a:p>
            <a:pPr marL="0" indent="0">
              <a:buNone/>
            </a:pPr>
            <a:r>
              <a:rPr lang="es-419" sz="2800" b="1" noProof="0" dirty="0">
                <a:solidFill>
                  <a:srgbClr val="FFFFFF"/>
                </a:solidFill>
                <a:latin typeface="Montserrat" pitchFamily="34" charset="0"/>
                <a:ea typeface="Montserrat" pitchFamily="34" charset="-122"/>
                <a:cs typeface="Montserrat" pitchFamily="34" charset="-120"/>
              </a:rPr>
              <a:t>SEGUIMIENTO</a:t>
            </a:r>
            <a:endParaRPr lang="es-419" sz="2800" noProof="0" dirty="0"/>
          </a:p>
          <a:p>
            <a:pPr marL="0" indent="0">
              <a:buNone/>
            </a:pPr>
            <a:r>
              <a:rPr lang="es-419" sz="2800" b="1" noProof="0" dirty="0">
                <a:solidFill>
                  <a:srgbClr val="FFFFFF"/>
                </a:solidFill>
                <a:latin typeface="Montserrat" pitchFamily="34" charset="0"/>
                <a:ea typeface="Montserrat" pitchFamily="34" charset="-122"/>
                <a:cs typeface="Montserrat" pitchFamily="34" charset="-120"/>
              </a:rPr>
              <a:t>SEMANAL</a:t>
            </a:r>
            <a:endParaRPr lang="es-419" sz="2800" noProof="0" dirty="0"/>
          </a:p>
          <a:p>
            <a:pPr marL="0" indent="0">
              <a:buNone/>
            </a:pPr>
            <a:r>
              <a:rPr lang="es-419" sz="2800" b="1" noProof="0" dirty="0">
                <a:solidFill>
                  <a:srgbClr val="EB6C01"/>
                </a:solidFill>
                <a:latin typeface="Montserrat" pitchFamily="34" charset="0"/>
                <a:ea typeface="Montserrat" pitchFamily="34" charset="-122"/>
                <a:cs typeface="Montserrat" pitchFamily="34" charset="-120"/>
              </a:rPr>
              <a:t>DE PROYECTOS</a:t>
            </a:r>
            <a:endParaRPr lang="es-419" sz="2800" noProof="0" dirty="0"/>
          </a:p>
        </p:txBody>
      </p:sp>
      <p:sp>
        <p:nvSpPr>
          <p:cNvPr id="108" name="Text 106"/>
          <p:cNvSpPr/>
          <p:nvPr/>
        </p:nvSpPr>
        <p:spPr>
          <a:xfrm>
            <a:off x="594360" y="4189248"/>
            <a:ext cx="3474720" cy="201168"/>
          </a:xfrm>
          <a:prstGeom prst="rect">
            <a:avLst/>
          </a:prstGeom>
          <a:noFill/>
          <a:ln/>
        </p:spPr>
        <p:txBody>
          <a:bodyPr wrap="square" lIns="0" tIns="0" rIns="0" bIns="0" rtlCol="0" anchor="ctr"/>
          <a:lstStyle/>
          <a:p>
            <a:pPr marL="0" indent="0">
              <a:buNone/>
            </a:pPr>
            <a:r>
              <a:rPr lang="es-419" sz="800" kern="0" spc="250" noProof="0" dirty="0">
                <a:solidFill>
                  <a:srgbClr val="8FAECB"/>
                </a:solidFill>
                <a:latin typeface="Montserrat" pitchFamily="34" charset="0"/>
                <a:ea typeface="Montserrat" pitchFamily="34" charset="-122"/>
                <a:cs typeface="Montserrat" pitchFamily="34" charset="-120"/>
              </a:rPr>
              <a:t>REPORTE INSTITUCIONAL  ·  RCMA</a:t>
            </a:r>
            <a:endParaRPr lang="es-419" sz="800" noProof="0" dirty="0"/>
          </a:p>
        </p:txBody>
      </p:sp>
      <p:sp>
        <p:nvSpPr>
          <p:cNvPr id="109" name="Shape 107"/>
          <p:cNvSpPr/>
          <p:nvPr/>
        </p:nvSpPr>
        <p:spPr>
          <a:xfrm>
            <a:off x="594360" y="4445280"/>
            <a:ext cx="475488" cy="25603"/>
          </a:xfrm>
          <a:prstGeom prst="rect">
            <a:avLst/>
          </a:prstGeom>
          <a:solidFill>
            <a:srgbClr val="EB6C01"/>
          </a:solidFill>
          <a:ln w="12700">
            <a:solidFill>
              <a:srgbClr val="EB6C01"/>
            </a:solidFill>
            <a:prstDash val="solid"/>
          </a:ln>
        </p:spPr>
        <p:txBody>
          <a:bodyPr/>
          <a:lstStyle/>
          <a:p>
            <a:endParaRPr lang="es-419" noProof="0" dirty="0"/>
          </a:p>
        </p:txBody>
      </p:sp>
      <p:sp>
        <p:nvSpPr>
          <p:cNvPr id="110" name="Text 108"/>
          <p:cNvSpPr/>
          <p:nvPr/>
        </p:nvSpPr>
        <p:spPr>
          <a:xfrm>
            <a:off x="594360" y="4646448"/>
            <a:ext cx="1554480" cy="146304"/>
          </a:xfrm>
          <a:prstGeom prst="rect">
            <a:avLst/>
          </a:prstGeom>
          <a:noFill/>
          <a:ln/>
        </p:spPr>
        <p:txBody>
          <a:bodyPr wrap="square" lIns="0" tIns="0" rIns="0" bIns="0" rtlCol="0" anchor="ctr"/>
          <a:lstStyle/>
          <a:p>
            <a:pPr marL="0" indent="0">
              <a:buNone/>
            </a:pPr>
            <a:r>
              <a:rPr lang="es-419" sz="650" b="1" kern="0" spc="250" noProof="0" dirty="0">
                <a:solidFill>
                  <a:srgbClr val="EB6C01"/>
                </a:solidFill>
                <a:latin typeface="Montserrat" pitchFamily="34" charset="0"/>
                <a:ea typeface="Montserrat" pitchFamily="34" charset="-122"/>
                <a:cs typeface="Montserrat" pitchFamily="34" charset="-120"/>
              </a:rPr>
              <a:t>PRESENTADO POR</a:t>
            </a:r>
            <a:endParaRPr lang="es-419" sz="650" noProof="0" dirty="0"/>
          </a:p>
        </p:txBody>
      </p:sp>
      <p:sp>
        <p:nvSpPr>
          <p:cNvPr id="111" name="Text 109"/>
          <p:cNvSpPr/>
          <p:nvPr/>
        </p:nvSpPr>
        <p:spPr>
          <a:xfrm>
            <a:off x="594360" y="4811040"/>
            <a:ext cx="1554480" cy="201168"/>
          </a:xfrm>
          <a:prstGeom prst="rect">
            <a:avLst/>
          </a:prstGeom>
          <a:noFill/>
          <a:ln/>
        </p:spPr>
        <p:txBody>
          <a:bodyPr wrap="square" lIns="0" tIns="0" rIns="0" bIns="0" rtlCol="0" anchor="ctr"/>
          <a:lstStyle/>
          <a:p>
            <a:pPr marL="0" indent="0">
              <a:buNone/>
            </a:pPr>
            <a:r>
              <a:rPr lang="es-419" sz="1050" noProof="0" dirty="0">
                <a:solidFill>
                  <a:srgbClr val="B8CCE4"/>
                </a:solidFill>
                <a:latin typeface="Montserrat" pitchFamily="34" charset="0"/>
                <a:ea typeface="Montserrat" pitchFamily="34" charset="-122"/>
                <a:cs typeface="Montserrat" pitchFamily="34" charset="-120"/>
              </a:rPr>
              <a:t>Ing. Ricardo J. Reyes M.</a:t>
            </a:r>
            <a:endParaRPr lang="es-419" sz="1050" noProof="0" dirty="0"/>
          </a:p>
        </p:txBody>
      </p:sp>
      <p:sp>
        <p:nvSpPr>
          <p:cNvPr id="112" name="Text 110"/>
          <p:cNvSpPr/>
          <p:nvPr/>
        </p:nvSpPr>
        <p:spPr>
          <a:xfrm>
            <a:off x="2286000" y="4646448"/>
            <a:ext cx="1371600" cy="146304"/>
          </a:xfrm>
          <a:prstGeom prst="rect">
            <a:avLst/>
          </a:prstGeom>
          <a:noFill/>
          <a:ln/>
        </p:spPr>
        <p:txBody>
          <a:bodyPr wrap="square" lIns="0" tIns="0" rIns="0" bIns="0" rtlCol="0" anchor="ctr"/>
          <a:lstStyle/>
          <a:p>
            <a:pPr marL="0" indent="0">
              <a:buNone/>
            </a:pPr>
            <a:r>
              <a:rPr lang="es-419" sz="650" b="1" kern="0" spc="250" noProof="0" dirty="0">
                <a:solidFill>
                  <a:srgbClr val="EB6C01"/>
                </a:solidFill>
                <a:latin typeface="Montserrat" pitchFamily="34" charset="0"/>
                <a:ea typeface="Montserrat" pitchFamily="34" charset="-122"/>
                <a:cs typeface="Montserrat" pitchFamily="34" charset="-120"/>
              </a:rPr>
              <a:t>PERÍODO</a:t>
            </a:r>
            <a:endParaRPr lang="es-419" sz="650" noProof="0" dirty="0"/>
          </a:p>
        </p:txBody>
      </p:sp>
      <p:sp>
        <p:nvSpPr>
          <p:cNvPr id="113" name="Text 111"/>
          <p:cNvSpPr/>
          <p:nvPr/>
        </p:nvSpPr>
        <p:spPr>
          <a:xfrm>
            <a:off x="2286000" y="4811040"/>
            <a:ext cx="1554480" cy="201168"/>
          </a:xfrm>
          <a:prstGeom prst="rect">
            <a:avLst/>
          </a:prstGeom>
          <a:noFill/>
          <a:ln/>
        </p:spPr>
        <p:txBody>
          <a:bodyPr wrap="square" lIns="0" tIns="0" rIns="0" bIns="0" rtlCol="0" anchor="ctr"/>
          <a:lstStyle/>
          <a:p>
            <a:pPr marL="0" indent="0">
              <a:buNone/>
            </a:pPr>
            <a:r>
              <a:rPr lang="es-419" sz="1050" noProof="0" dirty="0">
                <a:solidFill>
                  <a:srgbClr val="B8CCE4"/>
                </a:solidFill>
                <a:latin typeface="Montserrat" pitchFamily="34" charset="0"/>
                <a:ea typeface="Montserrat" pitchFamily="34" charset="-122"/>
                <a:cs typeface="Montserrat" pitchFamily="34" charset="-120"/>
              </a:rPr>
              <a:t>Semana 18 · 2025</a:t>
            </a:r>
            <a:endParaRPr lang="es-419" sz="1050" noProof="0" dirty="0"/>
          </a:p>
        </p:txBody>
      </p:sp>
      <p:sp>
        <p:nvSpPr>
          <p:cNvPr id="117" name="Freeform 16">
            <a:extLst>
              <a:ext uri="{FF2B5EF4-FFF2-40B4-BE49-F238E27FC236}">
                <a16:creationId xmlns:a16="http://schemas.microsoft.com/office/drawing/2014/main" id="{0C6A41AE-F3F9-7F2B-6A30-01CECD48D6E4}"/>
              </a:ext>
            </a:extLst>
          </p:cNvPr>
          <p:cNvSpPr/>
          <p:nvPr/>
        </p:nvSpPr>
        <p:spPr>
          <a:xfrm>
            <a:off x="6010232" y="1719072"/>
            <a:ext cx="1440000" cy="1440000"/>
          </a:xfrm>
          <a:custGeom>
            <a:avLst/>
            <a:gdLst/>
            <a:ahLst/>
            <a:cxnLst/>
            <a:rect l="l" t="t" r="r" b="b"/>
            <a:pathLst>
              <a:path w="2313051" h="2313051">
                <a:moveTo>
                  <a:pt x="0" y="0"/>
                </a:moveTo>
                <a:lnTo>
                  <a:pt x="2313051" y="0"/>
                </a:lnTo>
                <a:lnTo>
                  <a:pt x="2313051" y="2313051"/>
                </a:lnTo>
                <a:lnTo>
                  <a:pt x="0" y="2313051"/>
                </a:lnTo>
                <a:lnTo>
                  <a:pt x="0" y="0"/>
                </a:lnTo>
                <a:close/>
              </a:path>
            </a:pathLst>
          </a:custGeom>
          <a:blipFill>
            <a:blip r:embed="rId3">
              <a:alphaModFix amt="15000"/>
            </a:blip>
            <a:stretch>
              <a:fillRect/>
            </a:stretch>
          </a:blipFill>
        </p:spPr>
        <p:txBody>
          <a:bodyPr/>
          <a:lstStyle/>
          <a:p>
            <a:endParaRPr lang="es-419" noProof="0" dirty="0"/>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name="Slide 2">
    <p:bg>
      <p:bgPr>
        <a:solidFill>
          <a:srgbClr val="162E5C"/>
        </a:solidFill>
        <a:effectLst/>
      </p:bgPr>
    </p:bg>
    <p:spTree>
      <p:nvGrpSpPr>
        <p:cNvPr id="1" name=""/>
        <p:cNvGrpSpPr/>
        <p:nvPr/>
      </p:nvGrpSpPr>
      <p:grpSpPr>
        <a:xfrm>
          <a:off x="0" y="0"/>
          <a:ext cx="0" cy="0"/>
          <a:chOff x="0" y="0"/>
          <a:chExt cx="0" cy="0"/>
        </a:xfrm>
      </p:grpSpPr>
      <p:sp>
        <p:nvSpPr>
          <p:cNvPr id="2" name="Shape 0"/>
          <p:cNvSpPr/>
          <p:nvPr/>
        </p:nvSpPr>
        <p:spPr>
          <a:xfrm>
            <a:off x="0" y="0"/>
            <a:ext cx="9144000" cy="43891"/>
          </a:xfrm>
          <a:prstGeom prst="rect">
            <a:avLst/>
          </a:prstGeom>
          <a:solidFill>
            <a:srgbClr val="EB6C01"/>
          </a:solidFill>
          <a:ln w="12700">
            <a:solidFill>
              <a:srgbClr val="EB6C01"/>
            </a:solidFill>
            <a:prstDash val="solid"/>
          </a:ln>
        </p:spPr>
        <p:txBody>
          <a:bodyPr/>
          <a:lstStyle/>
          <a:p>
            <a:endParaRPr lang="es-419" noProof="0" dirty="0"/>
          </a:p>
        </p:txBody>
      </p:sp>
      <p:sp>
        <p:nvSpPr>
          <p:cNvPr id="3" name="Shape 1"/>
          <p:cNvSpPr/>
          <p:nvPr/>
        </p:nvSpPr>
        <p:spPr>
          <a:xfrm>
            <a:off x="0" y="0"/>
            <a:ext cx="43891" cy="5143500"/>
          </a:xfrm>
          <a:prstGeom prst="rect">
            <a:avLst/>
          </a:prstGeom>
          <a:solidFill>
            <a:srgbClr val="EB6C01"/>
          </a:solidFill>
          <a:ln w="12700">
            <a:solidFill>
              <a:srgbClr val="EB6C01"/>
            </a:solidFill>
            <a:prstDash val="solid"/>
          </a:ln>
        </p:spPr>
        <p:txBody>
          <a:bodyPr/>
          <a:lstStyle/>
          <a:p>
            <a:endParaRPr lang="es-419" noProof="0" dirty="0"/>
          </a:p>
        </p:txBody>
      </p:sp>
      <p:sp>
        <p:nvSpPr>
          <p:cNvPr id="4" name="Shape 2"/>
          <p:cNvSpPr/>
          <p:nvPr/>
        </p:nvSpPr>
        <p:spPr>
          <a:xfrm rot="720000">
            <a:off x="7863840" y="-1371600"/>
            <a:ext cx="502920" cy="8229600"/>
          </a:xfrm>
          <a:prstGeom prst="rect">
            <a:avLst/>
          </a:prstGeom>
          <a:solidFill>
            <a:srgbClr val="EB6C01">
              <a:alpha val="8000"/>
            </a:srgbClr>
          </a:solidFill>
          <a:ln w="12700">
            <a:solidFill>
              <a:srgbClr val="EB6C01">
                <a:alpha val="8000"/>
              </a:srgbClr>
            </a:solidFill>
            <a:prstDash val="solid"/>
          </a:ln>
        </p:spPr>
        <p:txBody>
          <a:bodyPr/>
          <a:lstStyle/>
          <a:p>
            <a:endParaRPr lang="es-419" noProof="0" dirty="0"/>
          </a:p>
        </p:txBody>
      </p:sp>
      <p:sp>
        <p:nvSpPr>
          <p:cNvPr id="5" name="Shape 3"/>
          <p:cNvSpPr/>
          <p:nvPr/>
        </p:nvSpPr>
        <p:spPr>
          <a:xfrm rot="720000">
            <a:off x="8412480" y="-1371600"/>
            <a:ext cx="274320" cy="8229600"/>
          </a:xfrm>
          <a:prstGeom prst="rect">
            <a:avLst/>
          </a:prstGeom>
          <a:solidFill>
            <a:srgbClr val="EB6C01">
              <a:alpha val="6000"/>
            </a:srgbClr>
          </a:solidFill>
          <a:ln w="12700">
            <a:solidFill>
              <a:srgbClr val="EB6C01">
                <a:alpha val="6000"/>
              </a:srgbClr>
            </a:solidFill>
            <a:prstDash val="solid"/>
          </a:ln>
        </p:spPr>
        <p:txBody>
          <a:bodyPr/>
          <a:lstStyle/>
          <a:p>
            <a:endParaRPr lang="es-419" noProof="0" dirty="0"/>
          </a:p>
        </p:txBody>
      </p:sp>
      <p:sp>
        <p:nvSpPr>
          <p:cNvPr id="7" name="Shape 4"/>
          <p:cNvSpPr/>
          <p:nvPr/>
        </p:nvSpPr>
        <p:spPr>
          <a:xfrm>
            <a:off x="658368" y="1389888"/>
            <a:ext cx="237744" cy="18288"/>
          </a:xfrm>
          <a:prstGeom prst="rect">
            <a:avLst/>
          </a:prstGeom>
          <a:solidFill>
            <a:srgbClr val="EB6C01"/>
          </a:solidFill>
          <a:ln w="12700">
            <a:solidFill>
              <a:srgbClr val="EB6C01"/>
            </a:solidFill>
            <a:prstDash val="solid"/>
          </a:ln>
        </p:spPr>
        <p:txBody>
          <a:bodyPr/>
          <a:lstStyle/>
          <a:p>
            <a:endParaRPr lang="es-419" noProof="0" dirty="0"/>
          </a:p>
        </p:txBody>
      </p:sp>
      <p:sp>
        <p:nvSpPr>
          <p:cNvPr id="8" name="Text 5"/>
          <p:cNvSpPr/>
          <p:nvPr/>
        </p:nvSpPr>
        <p:spPr>
          <a:xfrm>
            <a:off x="969264" y="1335024"/>
            <a:ext cx="4572000" cy="201168"/>
          </a:xfrm>
          <a:prstGeom prst="rect">
            <a:avLst/>
          </a:prstGeom>
          <a:noFill/>
          <a:ln/>
        </p:spPr>
        <p:txBody>
          <a:bodyPr wrap="square" lIns="0" tIns="0" rIns="0" bIns="0" rtlCol="0" anchor="ctr"/>
          <a:lstStyle/>
          <a:p>
            <a:pPr marL="0" indent="0">
              <a:buNone/>
            </a:pPr>
            <a:r>
              <a:rPr lang="es-419" sz="700" b="1" kern="0" spc="400" noProof="0" dirty="0">
                <a:solidFill>
                  <a:srgbClr val="EB6C01"/>
                </a:solidFill>
                <a:latin typeface="Montserrat" pitchFamily="34" charset="0"/>
                <a:ea typeface="Montserrat" pitchFamily="34" charset="-122"/>
                <a:cs typeface="Montserrat" pitchFamily="34" charset="-120"/>
              </a:rPr>
              <a:t>ZONA GEOGRÁFICA  ·  01</a:t>
            </a:r>
            <a:endParaRPr lang="es-419" sz="700" noProof="0" dirty="0"/>
          </a:p>
        </p:txBody>
      </p:sp>
      <p:sp>
        <p:nvSpPr>
          <p:cNvPr id="9" name="Text 6"/>
          <p:cNvSpPr/>
          <p:nvPr/>
        </p:nvSpPr>
        <p:spPr>
          <a:xfrm>
            <a:off x="658368" y="1609344"/>
            <a:ext cx="7772400" cy="1920240"/>
          </a:xfrm>
          <a:prstGeom prst="rect">
            <a:avLst/>
          </a:prstGeom>
          <a:noFill/>
          <a:ln/>
        </p:spPr>
        <p:txBody>
          <a:bodyPr wrap="square" rtlCol="0" anchor="ctr"/>
          <a:lstStyle/>
          <a:p>
            <a:pPr marL="0" indent="0">
              <a:buNone/>
            </a:pPr>
            <a:r>
              <a:rPr lang="es-419" sz="5500" b="1" noProof="0" dirty="0">
                <a:solidFill>
                  <a:srgbClr val="FFFFFF"/>
                </a:solidFill>
                <a:latin typeface="Montserrat" pitchFamily="34" charset="0"/>
                <a:ea typeface="Montserrat" pitchFamily="34" charset="-122"/>
                <a:cs typeface="Montserrat" pitchFamily="34" charset="-120"/>
              </a:rPr>
              <a:t>TERRITORIO</a:t>
            </a:r>
            <a:endParaRPr lang="es-419" sz="5500" noProof="0" dirty="0"/>
          </a:p>
          <a:p>
            <a:pPr marL="0" indent="0">
              <a:buNone/>
            </a:pPr>
            <a:r>
              <a:rPr lang="es-419" sz="5500" b="1" noProof="0" dirty="0">
                <a:solidFill>
                  <a:srgbClr val="EB6C01"/>
                </a:solidFill>
                <a:latin typeface="Montserrat" pitchFamily="34" charset="0"/>
                <a:ea typeface="Montserrat" pitchFamily="34" charset="-122"/>
                <a:cs typeface="Montserrat" pitchFamily="34" charset="-120"/>
              </a:rPr>
              <a:t>NORTE</a:t>
            </a:r>
            <a:endParaRPr lang="es-419" sz="5500" noProof="0" dirty="0"/>
          </a:p>
        </p:txBody>
      </p:sp>
      <p:sp>
        <p:nvSpPr>
          <p:cNvPr id="10" name="Text 7"/>
          <p:cNvSpPr/>
          <p:nvPr/>
        </p:nvSpPr>
        <p:spPr>
          <a:xfrm>
            <a:off x="658368" y="3657600"/>
            <a:ext cx="5303520" cy="914400"/>
          </a:xfrm>
          <a:prstGeom prst="rect">
            <a:avLst/>
          </a:prstGeom>
          <a:noFill/>
          <a:ln/>
        </p:spPr>
        <p:txBody>
          <a:bodyPr wrap="square" rtlCol="0" anchor="ctr"/>
          <a:lstStyle/>
          <a:p>
            <a:pPr marL="0" indent="0">
              <a:buNone/>
            </a:pPr>
            <a:r>
              <a:rPr lang="es-419" sz="1050" noProof="0" dirty="0">
                <a:solidFill>
                  <a:srgbClr val="8FAECB"/>
                </a:solidFill>
                <a:latin typeface="Montserrat" pitchFamily="34" charset="0"/>
                <a:ea typeface="Montserrat" pitchFamily="34" charset="-122"/>
                <a:cs typeface="Montserrat" pitchFamily="34" charset="-120"/>
              </a:rPr>
              <a:t>Colegios Mano Amiga en los estados del norte:</a:t>
            </a:r>
            <a:endParaRPr lang="es-419" sz="1050" noProof="0" dirty="0"/>
          </a:p>
          <a:p>
            <a:pPr marL="0" indent="0">
              <a:buNone/>
            </a:pPr>
            <a:r>
              <a:rPr lang="es-419" sz="1050" noProof="0" dirty="0">
                <a:solidFill>
                  <a:srgbClr val="8FAECB"/>
                </a:solidFill>
                <a:latin typeface="Montserrat" pitchFamily="34" charset="0"/>
                <a:ea typeface="Montserrat" pitchFamily="34" charset="-122"/>
                <a:cs typeface="Montserrat" pitchFamily="34" charset="-120"/>
              </a:rPr>
              <a:t>Aguascalientes · Baja California · Coahuila · Guanajuato · Jalisco · Nuevo León</a:t>
            </a:r>
            <a:endParaRPr lang="es-419" sz="1050" noProof="0"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down)">
                                      <p:cBhvr>
                                        <p:cTn id="7" dur="500"/>
                                        <p:tgtEl>
                                          <p:spTgt spid="7"/>
                                        </p:tgtEl>
                                      </p:cBhvr>
                                    </p:animEffect>
                                  </p:childTnLst>
                                </p:cTn>
                              </p:par>
                              <p:par>
                                <p:cTn id="8" presetID="22" presetClass="entr" presetSubtype="4"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wipe(down)">
                                      <p:cBhvr>
                                        <p:cTn id="10" dur="500"/>
                                        <p:tgtEl>
                                          <p:spTgt spid="8"/>
                                        </p:tgtEl>
                                      </p:cBhvr>
                                    </p:animEffect>
                                  </p:childTnLst>
                                </p:cTn>
                              </p:par>
                            </p:childTnLst>
                          </p:cTn>
                        </p:par>
                        <p:par>
                          <p:cTn id="11" fill="hold">
                            <p:stCondLst>
                              <p:cond delay="500"/>
                            </p:stCondLst>
                            <p:childTnLst>
                              <p:par>
                                <p:cTn id="12" presetID="22" presetClass="entr" presetSubtype="4" fill="hold" grpId="0" nodeType="afterEffect">
                                  <p:stCondLst>
                                    <p:cond delay="0"/>
                                  </p:stCondLst>
                                  <p:childTnLst>
                                    <p:set>
                                      <p:cBhvr>
                                        <p:cTn id="13" dur="1" fill="hold">
                                          <p:stCondLst>
                                            <p:cond delay="0"/>
                                          </p:stCondLst>
                                        </p:cTn>
                                        <p:tgtEl>
                                          <p:spTgt spid="9"/>
                                        </p:tgtEl>
                                        <p:attrNameLst>
                                          <p:attrName>style.visibility</p:attrName>
                                        </p:attrNameLst>
                                      </p:cBhvr>
                                      <p:to>
                                        <p:strVal val="visible"/>
                                      </p:to>
                                    </p:set>
                                    <p:animEffect transition="in" filter="wipe(down)">
                                      <p:cBhvr>
                                        <p:cTn id="14" dur="500"/>
                                        <p:tgtEl>
                                          <p:spTgt spid="9"/>
                                        </p:tgtEl>
                                      </p:cBhvr>
                                    </p:animEffect>
                                  </p:childTnLst>
                                </p:cTn>
                              </p:par>
                            </p:childTnLst>
                          </p:cTn>
                        </p:par>
                        <p:par>
                          <p:cTn id="15" fill="hold">
                            <p:stCondLst>
                              <p:cond delay="1000"/>
                            </p:stCondLst>
                            <p:childTnLst>
                              <p:par>
                                <p:cTn id="16" presetID="22" presetClass="entr" presetSubtype="4" fill="hold" grpId="0" nodeType="after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wipe(down)">
                                      <p:cBhvr>
                                        <p:cTn id="18"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10"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name="Slide 3">
    <p:bg>
      <p:bgPr>
        <a:solidFill>
          <a:srgbClr val="F0F6FC"/>
        </a:solidFill>
        <a:effectLst/>
      </p:bgPr>
    </p:bg>
    <p:spTree>
      <p:nvGrpSpPr>
        <p:cNvPr id="1" name=""/>
        <p:cNvGrpSpPr/>
        <p:nvPr/>
      </p:nvGrpSpPr>
      <p:grpSpPr>
        <a:xfrm>
          <a:off x="0" y="0"/>
          <a:ext cx="0" cy="0"/>
          <a:chOff x="0" y="0"/>
          <a:chExt cx="0" cy="0"/>
        </a:xfrm>
      </p:grpSpPr>
      <p:sp>
        <p:nvSpPr>
          <p:cNvPr id="2" name="Shape 0"/>
          <p:cNvSpPr/>
          <p:nvPr/>
        </p:nvSpPr>
        <p:spPr>
          <a:xfrm>
            <a:off x="0" y="0"/>
            <a:ext cx="9144000" cy="38405"/>
          </a:xfrm>
          <a:prstGeom prst="rect">
            <a:avLst/>
          </a:prstGeom>
          <a:solidFill>
            <a:srgbClr val="EB6C01"/>
          </a:solidFill>
          <a:ln w="12700">
            <a:solidFill>
              <a:srgbClr val="EB6C01"/>
            </a:solidFill>
            <a:prstDash val="solid"/>
          </a:ln>
        </p:spPr>
        <p:txBody>
          <a:bodyPr/>
          <a:lstStyle/>
          <a:p>
            <a:endParaRPr lang="es-419" noProof="0" dirty="0"/>
          </a:p>
        </p:txBody>
      </p:sp>
      <p:sp>
        <p:nvSpPr>
          <p:cNvPr id="3" name="Shape 1"/>
          <p:cNvSpPr/>
          <p:nvPr/>
        </p:nvSpPr>
        <p:spPr>
          <a:xfrm>
            <a:off x="0" y="38405"/>
            <a:ext cx="9144000" cy="667512"/>
          </a:xfrm>
          <a:prstGeom prst="rect">
            <a:avLst/>
          </a:prstGeom>
          <a:solidFill>
            <a:srgbClr val="1A3464"/>
          </a:solidFill>
          <a:ln w="12700">
            <a:solidFill>
              <a:srgbClr val="1A3464"/>
            </a:solidFill>
            <a:prstDash val="solid"/>
          </a:ln>
        </p:spPr>
        <p:txBody>
          <a:bodyPr/>
          <a:lstStyle/>
          <a:p>
            <a:endParaRPr lang="es-419" noProof="0" dirty="0"/>
          </a:p>
        </p:txBody>
      </p:sp>
      <p:sp>
        <p:nvSpPr>
          <p:cNvPr id="4" name="Shape 2"/>
          <p:cNvSpPr/>
          <p:nvPr/>
        </p:nvSpPr>
        <p:spPr>
          <a:xfrm>
            <a:off x="384048" y="117043"/>
            <a:ext cx="685800" cy="237744"/>
          </a:xfrm>
          <a:prstGeom prst="rect">
            <a:avLst/>
          </a:prstGeom>
          <a:solidFill>
            <a:srgbClr val="EB6C01"/>
          </a:solidFill>
          <a:ln w="12700">
            <a:solidFill>
              <a:srgbClr val="EB6C01"/>
            </a:solidFill>
            <a:prstDash val="solid"/>
          </a:ln>
        </p:spPr>
        <p:txBody>
          <a:bodyPr/>
          <a:lstStyle/>
          <a:p>
            <a:endParaRPr lang="es-419" noProof="0" dirty="0"/>
          </a:p>
        </p:txBody>
      </p:sp>
      <p:sp>
        <p:nvSpPr>
          <p:cNvPr id="5" name="Text 3"/>
          <p:cNvSpPr/>
          <p:nvPr/>
        </p:nvSpPr>
        <p:spPr>
          <a:xfrm>
            <a:off x="384048" y="117043"/>
            <a:ext cx="685800" cy="237744"/>
          </a:xfrm>
          <a:prstGeom prst="rect">
            <a:avLst/>
          </a:prstGeom>
          <a:noFill/>
          <a:ln/>
        </p:spPr>
        <p:txBody>
          <a:bodyPr wrap="square" lIns="0" tIns="0" rIns="0" bIns="0" rtlCol="0" anchor="ctr"/>
          <a:lstStyle/>
          <a:p>
            <a:pPr marL="0" indent="0" algn="ctr">
              <a:buNone/>
            </a:pPr>
            <a:r>
              <a:rPr lang="es-419" sz="650" b="1" kern="0" spc="150" noProof="0" dirty="0">
                <a:solidFill>
                  <a:srgbClr val="FFFFFF"/>
                </a:solidFill>
                <a:latin typeface="Montserrat" pitchFamily="34" charset="0"/>
                <a:ea typeface="Montserrat" pitchFamily="34" charset="-122"/>
                <a:cs typeface="Montserrat" pitchFamily="34" charset="-120"/>
              </a:rPr>
              <a:t>T. NORTE</a:t>
            </a:r>
            <a:endParaRPr lang="es-419" sz="650" noProof="0" dirty="0"/>
          </a:p>
        </p:txBody>
      </p:sp>
      <p:sp>
        <p:nvSpPr>
          <p:cNvPr id="6" name="Text 4"/>
          <p:cNvSpPr/>
          <p:nvPr/>
        </p:nvSpPr>
        <p:spPr>
          <a:xfrm>
            <a:off x="1170432" y="91440"/>
            <a:ext cx="5029200" cy="402336"/>
          </a:xfrm>
          <a:prstGeom prst="rect">
            <a:avLst/>
          </a:prstGeom>
          <a:noFill/>
          <a:ln/>
        </p:spPr>
        <p:txBody>
          <a:bodyPr wrap="square" lIns="0" tIns="0" rIns="0" bIns="0" rtlCol="0" anchor="ctr"/>
          <a:lstStyle/>
          <a:p>
            <a:pPr marL="0" indent="0">
              <a:buNone/>
            </a:pPr>
            <a:r>
              <a:rPr lang="es-419" sz="2000" b="1" noProof="0" dirty="0">
                <a:solidFill>
                  <a:srgbClr val="FFFFFF"/>
                </a:solidFill>
                <a:latin typeface="Montserrat" pitchFamily="34" charset="0"/>
                <a:ea typeface="Montserrat" pitchFamily="34" charset="-122"/>
                <a:cs typeface="Montserrat" pitchFamily="34" charset="-120"/>
              </a:rPr>
              <a:t>MA AGUASCALIENTES</a:t>
            </a:r>
            <a:endParaRPr lang="es-419" sz="2000" noProof="0" dirty="0"/>
          </a:p>
        </p:txBody>
      </p:sp>
      <p:sp>
        <p:nvSpPr>
          <p:cNvPr id="7" name="Text 5"/>
          <p:cNvSpPr/>
          <p:nvPr/>
        </p:nvSpPr>
        <p:spPr>
          <a:xfrm>
            <a:off x="1170432" y="475488"/>
            <a:ext cx="3200400" cy="182880"/>
          </a:xfrm>
          <a:prstGeom prst="rect">
            <a:avLst/>
          </a:prstGeom>
          <a:noFill/>
          <a:ln/>
        </p:spPr>
        <p:txBody>
          <a:bodyPr wrap="square" lIns="0" tIns="0" rIns="0" bIns="0" rtlCol="0" anchor="ctr"/>
          <a:lstStyle/>
          <a:p>
            <a:pPr marL="0" indent="0">
              <a:buNone/>
            </a:pPr>
            <a:r>
              <a:rPr lang="es-419" sz="950" noProof="0" dirty="0">
                <a:solidFill>
                  <a:srgbClr val="8FAECB"/>
                </a:solidFill>
                <a:latin typeface="Montserrat" pitchFamily="34" charset="0"/>
                <a:ea typeface="Montserrat" pitchFamily="34" charset="-122"/>
                <a:cs typeface="Montserrat" pitchFamily="34" charset="-120"/>
              </a:rPr>
              <a:t>Aguascalientes</a:t>
            </a:r>
            <a:endParaRPr lang="es-419" sz="950" noProof="0" dirty="0"/>
          </a:p>
        </p:txBody>
      </p:sp>
      <p:sp>
        <p:nvSpPr>
          <p:cNvPr id="8" name="Text 6"/>
          <p:cNvSpPr/>
          <p:nvPr/>
        </p:nvSpPr>
        <p:spPr>
          <a:xfrm>
            <a:off x="7132320" y="246888"/>
            <a:ext cx="1828800" cy="182880"/>
          </a:xfrm>
          <a:prstGeom prst="rect">
            <a:avLst/>
          </a:prstGeom>
          <a:noFill/>
          <a:ln/>
        </p:spPr>
        <p:txBody>
          <a:bodyPr wrap="square" lIns="0" tIns="0" rIns="0" bIns="0" rtlCol="0" anchor="ctr"/>
          <a:lstStyle/>
          <a:p>
            <a:pPr marL="0" indent="0" algn="r">
              <a:buNone/>
            </a:pPr>
            <a:r>
              <a:rPr lang="es-419" sz="700" b="1" kern="0" spc="150" noProof="0" dirty="0">
                <a:solidFill>
                  <a:srgbClr val="EB6C01"/>
                </a:solidFill>
                <a:latin typeface="Montserrat" pitchFamily="34" charset="0"/>
                <a:ea typeface="Montserrat" pitchFamily="34" charset="-122"/>
                <a:cs typeface="Montserrat" pitchFamily="34" charset="-120"/>
              </a:rPr>
              <a:t>SEMANA 18  ·  2025</a:t>
            </a:r>
            <a:endParaRPr lang="es-419" sz="700" noProof="0" dirty="0"/>
          </a:p>
        </p:txBody>
      </p:sp>
      <p:sp>
        <p:nvSpPr>
          <p:cNvPr id="9" name="Shape 7"/>
          <p:cNvSpPr/>
          <p:nvPr/>
        </p:nvSpPr>
        <p:spPr>
          <a:xfrm>
            <a:off x="0" y="705917"/>
            <a:ext cx="2779776" cy="4163263"/>
          </a:xfrm>
          <a:prstGeom prst="rect">
            <a:avLst/>
          </a:prstGeom>
          <a:solidFill>
            <a:srgbClr val="FFFFFF"/>
          </a:solidFill>
          <a:ln w="12700">
            <a:solidFill>
              <a:srgbClr val="D4E4F2"/>
            </a:solidFill>
            <a:prstDash val="solid"/>
          </a:ln>
        </p:spPr>
        <p:txBody>
          <a:bodyPr/>
          <a:lstStyle/>
          <a:p>
            <a:endParaRPr lang="es-419" noProof="0" dirty="0"/>
          </a:p>
        </p:txBody>
      </p:sp>
      <p:sp>
        <p:nvSpPr>
          <p:cNvPr id="10" name="Text 8"/>
          <p:cNvSpPr/>
          <p:nvPr/>
        </p:nvSpPr>
        <p:spPr>
          <a:xfrm>
            <a:off x="118872" y="768096"/>
            <a:ext cx="2468880" cy="146304"/>
          </a:xfrm>
          <a:prstGeom prst="rect">
            <a:avLst/>
          </a:prstGeom>
          <a:noFill/>
          <a:ln/>
        </p:spPr>
        <p:txBody>
          <a:bodyPr wrap="square" lIns="0" tIns="0" rIns="0" bIns="0" rtlCol="0" anchor="ctr"/>
          <a:lstStyle/>
          <a:p>
            <a:pPr marL="0" indent="0">
              <a:buNone/>
            </a:pPr>
            <a:r>
              <a:rPr lang="es-419" sz="650" b="1" kern="0" spc="250" noProof="0" dirty="0">
                <a:solidFill>
                  <a:srgbClr val="8FAECB"/>
                </a:solidFill>
                <a:latin typeface="Montserrat" pitchFamily="34" charset="0"/>
                <a:ea typeface="Montserrat" pitchFamily="34" charset="-122"/>
                <a:cs typeface="Montserrat" pitchFamily="34" charset="-120"/>
              </a:rPr>
              <a:t>UBICACIÓN EN MÉXICO</a:t>
            </a:r>
            <a:endParaRPr lang="es-419" sz="650" noProof="0" dirty="0"/>
          </a:p>
        </p:txBody>
      </p:sp>
      <p:sp>
        <p:nvSpPr>
          <p:cNvPr id="12" name="Text 9"/>
          <p:cNvSpPr/>
          <p:nvPr/>
        </p:nvSpPr>
        <p:spPr>
          <a:xfrm>
            <a:off x="73152" y="2944368"/>
            <a:ext cx="2633472" cy="182880"/>
          </a:xfrm>
          <a:prstGeom prst="rect">
            <a:avLst/>
          </a:prstGeom>
          <a:noFill/>
          <a:ln/>
        </p:spPr>
        <p:txBody>
          <a:bodyPr wrap="square" lIns="0" tIns="0" rIns="0" bIns="0" rtlCol="0" anchor="ctr"/>
          <a:lstStyle/>
          <a:p>
            <a:pPr marL="0" indent="0" algn="ctr">
              <a:buNone/>
            </a:pPr>
            <a:r>
              <a:rPr lang="es-419" sz="750" b="1" kern="0" spc="200" noProof="0" dirty="0">
                <a:solidFill>
                  <a:srgbClr val="EB6C01"/>
                </a:solidFill>
                <a:latin typeface="Montserrat" pitchFamily="34" charset="0"/>
                <a:ea typeface="Montserrat" pitchFamily="34" charset="-122"/>
                <a:cs typeface="Montserrat" pitchFamily="34" charset="-120"/>
              </a:rPr>
              <a:t>AGUASCALIENTES</a:t>
            </a:r>
            <a:endParaRPr lang="es-419" sz="750" noProof="0" dirty="0"/>
          </a:p>
        </p:txBody>
      </p:sp>
      <p:sp>
        <p:nvSpPr>
          <p:cNvPr id="13" name="Text 10"/>
          <p:cNvSpPr/>
          <p:nvPr/>
        </p:nvSpPr>
        <p:spPr>
          <a:xfrm>
            <a:off x="2944368" y="859536"/>
            <a:ext cx="1353312" cy="164592"/>
          </a:xfrm>
          <a:prstGeom prst="rect">
            <a:avLst/>
          </a:prstGeom>
          <a:noFill/>
          <a:ln/>
        </p:spPr>
        <p:txBody>
          <a:bodyPr wrap="square" lIns="0" tIns="0" rIns="0" bIns="0" rtlCol="0" anchor="ctr"/>
          <a:lstStyle/>
          <a:p>
            <a:pPr marL="0" indent="0">
              <a:buNone/>
            </a:pPr>
            <a:r>
              <a:rPr lang="es-419" sz="650" b="1" kern="0" spc="250" noProof="0" dirty="0">
                <a:solidFill>
                  <a:srgbClr val="EB6C01"/>
                </a:solidFill>
                <a:latin typeface="Montserrat" pitchFamily="34" charset="0"/>
                <a:ea typeface="Montserrat" pitchFamily="34" charset="-122"/>
                <a:cs typeface="Montserrat" pitchFamily="34" charset="-120"/>
              </a:rPr>
              <a:t>PROYECTO ACTIVO</a:t>
            </a:r>
            <a:endParaRPr lang="es-419" sz="650" noProof="0" dirty="0"/>
          </a:p>
        </p:txBody>
      </p:sp>
      <p:sp>
        <p:nvSpPr>
          <p:cNvPr id="14" name="Shape 11"/>
          <p:cNvSpPr/>
          <p:nvPr/>
        </p:nvSpPr>
        <p:spPr>
          <a:xfrm>
            <a:off x="2944368" y="1024128"/>
            <a:ext cx="987552" cy="16459"/>
          </a:xfrm>
          <a:prstGeom prst="rect">
            <a:avLst/>
          </a:prstGeom>
          <a:solidFill>
            <a:srgbClr val="EB6C01"/>
          </a:solidFill>
          <a:ln w="12700">
            <a:solidFill>
              <a:srgbClr val="EB6C01"/>
            </a:solidFill>
            <a:prstDash val="solid"/>
          </a:ln>
        </p:spPr>
        <p:txBody>
          <a:bodyPr/>
          <a:lstStyle/>
          <a:p>
            <a:endParaRPr lang="es-419" noProof="0" dirty="0"/>
          </a:p>
        </p:txBody>
      </p:sp>
      <p:sp>
        <p:nvSpPr>
          <p:cNvPr id="15" name="Shape 12"/>
          <p:cNvSpPr/>
          <p:nvPr/>
        </p:nvSpPr>
        <p:spPr>
          <a:xfrm>
            <a:off x="2944368" y="1115568"/>
            <a:ext cx="6035040" cy="603504"/>
          </a:xfrm>
          <a:prstGeom prst="rect">
            <a:avLst/>
          </a:prstGeom>
          <a:solidFill>
            <a:srgbClr val="E5EFF8"/>
          </a:solidFill>
          <a:ln w="12700">
            <a:solidFill>
              <a:srgbClr val="A8C0D8"/>
            </a:solidFill>
            <a:prstDash val="solid"/>
          </a:ln>
        </p:spPr>
        <p:txBody>
          <a:bodyPr/>
          <a:lstStyle/>
          <a:p>
            <a:endParaRPr lang="es-419" noProof="0" dirty="0"/>
          </a:p>
        </p:txBody>
      </p:sp>
      <p:sp>
        <p:nvSpPr>
          <p:cNvPr id="16" name="Text 13"/>
          <p:cNvSpPr/>
          <p:nvPr/>
        </p:nvSpPr>
        <p:spPr>
          <a:xfrm>
            <a:off x="3054096" y="1170432"/>
            <a:ext cx="5815584" cy="493776"/>
          </a:xfrm>
          <a:prstGeom prst="rect">
            <a:avLst/>
          </a:prstGeom>
          <a:noFill/>
          <a:ln/>
        </p:spPr>
        <p:txBody>
          <a:bodyPr wrap="square" lIns="0" tIns="0" rIns="0" bIns="0" rtlCol="0" anchor="ctr"/>
          <a:lstStyle/>
          <a:p>
            <a:pPr marL="0" indent="0">
              <a:buNone/>
            </a:pPr>
            <a:r>
              <a:rPr lang="es-419" sz="1500" b="1" noProof="0" dirty="0">
                <a:solidFill>
                  <a:srgbClr val="9BB5CC"/>
                </a:solidFill>
                <a:latin typeface="Montserrat" pitchFamily="34" charset="0"/>
                <a:ea typeface="Montserrat" pitchFamily="34" charset="-122"/>
                <a:cs typeface="Montserrat" pitchFamily="34" charset="-120"/>
              </a:rPr>
              <a:t>[Nombre del Proyecto / Actividad]</a:t>
            </a:r>
            <a:endParaRPr lang="es-419" sz="1500" noProof="0" dirty="0"/>
          </a:p>
        </p:txBody>
      </p:sp>
      <p:sp>
        <p:nvSpPr>
          <p:cNvPr id="17" name="Shape 14"/>
          <p:cNvSpPr/>
          <p:nvPr/>
        </p:nvSpPr>
        <p:spPr>
          <a:xfrm>
            <a:off x="2944368" y="1837944"/>
            <a:ext cx="91440" cy="91440"/>
          </a:xfrm>
          <a:prstGeom prst="ellipse">
            <a:avLst/>
          </a:prstGeom>
          <a:solidFill>
            <a:srgbClr val="A8C0D8"/>
          </a:solidFill>
          <a:ln w="12700">
            <a:solidFill>
              <a:srgbClr val="A8C0D8"/>
            </a:solidFill>
            <a:prstDash val="solid"/>
          </a:ln>
        </p:spPr>
        <p:txBody>
          <a:bodyPr/>
          <a:lstStyle/>
          <a:p>
            <a:endParaRPr lang="es-419" noProof="0" dirty="0"/>
          </a:p>
        </p:txBody>
      </p:sp>
      <p:sp>
        <p:nvSpPr>
          <p:cNvPr id="18" name="Text 15"/>
          <p:cNvSpPr/>
          <p:nvPr/>
        </p:nvSpPr>
        <p:spPr>
          <a:xfrm>
            <a:off x="3099816" y="1819656"/>
            <a:ext cx="2743200" cy="137160"/>
          </a:xfrm>
          <a:prstGeom prst="rect">
            <a:avLst/>
          </a:prstGeom>
          <a:noFill/>
          <a:ln/>
        </p:spPr>
        <p:txBody>
          <a:bodyPr wrap="square" lIns="0" tIns="0" rIns="0" bIns="0" rtlCol="0" anchor="ctr"/>
          <a:lstStyle/>
          <a:p>
            <a:pPr marL="0" indent="0">
              <a:buNone/>
            </a:pPr>
            <a:r>
              <a:rPr lang="es-419" sz="850" b="1" kern="0" spc="100" noProof="0" dirty="0">
                <a:solidFill>
                  <a:srgbClr val="A8C0D8"/>
                </a:solidFill>
                <a:latin typeface="Montserrat" pitchFamily="34" charset="0"/>
                <a:ea typeface="Montserrat" pitchFamily="34" charset="-122"/>
                <a:cs typeface="Montserrat" pitchFamily="34" charset="-120"/>
              </a:rPr>
              <a:t>[ESTADO DEL PROYECTO]</a:t>
            </a:r>
            <a:endParaRPr lang="es-419" sz="850" noProof="0" dirty="0"/>
          </a:p>
        </p:txBody>
      </p:sp>
      <p:sp>
        <p:nvSpPr>
          <p:cNvPr id="19" name="Shape 16"/>
          <p:cNvSpPr/>
          <p:nvPr/>
        </p:nvSpPr>
        <p:spPr>
          <a:xfrm>
            <a:off x="2944368" y="2057400"/>
            <a:ext cx="25603" cy="658368"/>
          </a:xfrm>
          <a:prstGeom prst="rect">
            <a:avLst/>
          </a:prstGeom>
          <a:solidFill>
            <a:srgbClr val="A8C0D8"/>
          </a:solidFill>
          <a:ln w="12700">
            <a:solidFill>
              <a:srgbClr val="A8C0D8"/>
            </a:solidFill>
            <a:prstDash val="solid"/>
          </a:ln>
        </p:spPr>
        <p:txBody>
          <a:bodyPr/>
          <a:lstStyle/>
          <a:p>
            <a:endParaRPr lang="es-419" noProof="0" dirty="0"/>
          </a:p>
        </p:txBody>
      </p:sp>
      <p:sp>
        <p:nvSpPr>
          <p:cNvPr id="20" name="Text 17"/>
          <p:cNvSpPr/>
          <p:nvPr/>
        </p:nvSpPr>
        <p:spPr>
          <a:xfrm>
            <a:off x="3035808" y="2057400"/>
            <a:ext cx="5925312" cy="658368"/>
          </a:xfrm>
          <a:prstGeom prst="rect">
            <a:avLst/>
          </a:prstGeom>
          <a:noFill/>
          <a:ln/>
        </p:spPr>
        <p:txBody>
          <a:bodyPr wrap="square" rtlCol="0" anchor="ctr"/>
          <a:lstStyle/>
          <a:p>
            <a:pPr marL="0" indent="0">
              <a:buNone/>
            </a:pPr>
            <a:r>
              <a:rPr lang="es-419" sz="950" i="1" noProof="0" dirty="0">
                <a:solidFill>
                  <a:srgbClr val="A8BDD0"/>
                </a:solidFill>
                <a:latin typeface="Montserrat" pitchFamily="34" charset="0"/>
                <a:ea typeface="Montserrat" pitchFamily="34" charset="-122"/>
                <a:cs typeface="Montserrat" pitchFamily="34" charset="-120"/>
              </a:rPr>
              <a:t>Describa aquí el avance semanal, actividades realizadas,</a:t>
            </a:r>
            <a:endParaRPr lang="es-419" sz="950" noProof="0" dirty="0"/>
          </a:p>
          <a:p>
            <a:pPr marL="0" indent="0">
              <a:buNone/>
            </a:pPr>
            <a:r>
              <a:rPr lang="es-419" sz="950" i="1" noProof="0" dirty="0">
                <a:solidFill>
                  <a:srgbClr val="A8BDD0"/>
                </a:solidFill>
                <a:latin typeface="Montserrat" pitchFamily="34" charset="0"/>
                <a:ea typeface="Montserrat" pitchFamily="34" charset="-122"/>
                <a:cs typeface="Montserrat" pitchFamily="34" charset="-120"/>
              </a:rPr>
              <a:t>pagos, documentación o incidencias del proyecto.</a:t>
            </a:r>
            <a:endParaRPr lang="es-419" sz="950" noProof="0" dirty="0"/>
          </a:p>
        </p:txBody>
      </p:sp>
      <p:sp>
        <p:nvSpPr>
          <p:cNvPr id="21" name="Text 18"/>
          <p:cNvSpPr/>
          <p:nvPr/>
        </p:nvSpPr>
        <p:spPr>
          <a:xfrm>
            <a:off x="2944368" y="2834640"/>
            <a:ext cx="1828800" cy="164592"/>
          </a:xfrm>
          <a:prstGeom prst="rect">
            <a:avLst/>
          </a:prstGeom>
          <a:noFill/>
          <a:ln/>
        </p:spPr>
        <p:txBody>
          <a:bodyPr wrap="square" lIns="0" tIns="0" rIns="0" bIns="0" rtlCol="0" anchor="ctr"/>
          <a:lstStyle/>
          <a:p>
            <a:pPr marL="0" indent="0">
              <a:buNone/>
            </a:pPr>
            <a:r>
              <a:rPr lang="es-419" sz="650" b="1" kern="0" spc="250" noProof="0" dirty="0">
                <a:solidFill>
                  <a:srgbClr val="EB6C01"/>
                </a:solidFill>
                <a:latin typeface="Montserrat" pitchFamily="34" charset="0"/>
                <a:ea typeface="Montserrat" pitchFamily="34" charset="-122"/>
                <a:cs typeface="Montserrat" pitchFamily="34" charset="-120"/>
              </a:rPr>
              <a:t>FOTOGRAFÍAS DE AVANCE</a:t>
            </a:r>
            <a:endParaRPr lang="es-419" sz="650" noProof="0" dirty="0"/>
          </a:p>
        </p:txBody>
      </p:sp>
      <p:sp>
        <p:nvSpPr>
          <p:cNvPr id="22" name="Shape 19"/>
          <p:cNvSpPr/>
          <p:nvPr/>
        </p:nvSpPr>
        <p:spPr>
          <a:xfrm>
            <a:off x="2944368" y="3008376"/>
            <a:ext cx="1481328" cy="16459"/>
          </a:xfrm>
          <a:prstGeom prst="rect">
            <a:avLst/>
          </a:prstGeom>
          <a:solidFill>
            <a:srgbClr val="EB6C01"/>
          </a:solidFill>
          <a:ln w="12700">
            <a:solidFill>
              <a:srgbClr val="EB6C01"/>
            </a:solidFill>
            <a:prstDash val="solid"/>
          </a:ln>
        </p:spPr>
        <p:txBody>
          <a:bodyPr/>
          <a:lstStyle/>
          <a:p>
            <a:endParaRPr lang="es-419" noProof="0" dirty="0"/>
          </a:p>
        </p:txBody>
      </p:sp>
      <p:sp>
        <p:nvSpPr>
          <p:cNvPr id="23" name="Shape 20"/>
          <p:cNvSpPr/>
          <p:nvPr/>
        </p:nvSpPr>
        <p:spPr>
          <a:xfrm>
            <a:off x="2944368"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24" name="Image 1" descr="preencoded.png"/>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797808" y="3593592"/>
            <a:ext cx="256032" cy="256032"/>
          </a:xfrm>
          <a:prstGeom prst="rect">
            <a:avLst/>
          </a:prstGeom>
        </p:spPr>
      </p:pic>
      <p:sp>
        <p:nvSpPr>
          <p:cNvPr id="25" name="Text 21"/>
          <p:cNvSpPr/>
          <p:nvPr/>
        </p:nvSpPr>
        <p:spPr>
          <a:xfrm>
            <a:off x="2944368"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26" name="Shape 22"/>
          <p:cNvSpPr/>
          <p:nvPr/>
        </p:nvSpPr>
        <p:spPr>
          <a:xfrm>
            <a:off x="4980432"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27" name="Image 2" descr="preencoded.png"/>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833872" y="3593592"/>
            <a:ext cx="256032" cy="256032"/>
          </a:xfrm>
          <a:prstGeom prst="rect">
            <a:avLst/>
          </a:prstGeom>
        </p:spPr>
      </p:pic>
      <p:sp>
        <p:nvSpPr>
          <p:cNvPr id="28" name="Text 23"/>
          <p:cNvSpPr/>
          <p:nvPr/>
        </p:nvSpPr>
        <p:spPr>
          <a:xfrm>
            <a:off x="4980432"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29" name="Shape 24"/>
          <p:cNvSpPr/>
          <p:nvPr/>
        </p:nvSpPr>
        <p:spPr>
          <a:xfrm>
            <a:off x="7016496"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30" name="Image 3" descr="preencoded.png"/>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7869936" y="3593592"/>
            <a:ext cx="256032" cy="256032"/>
          </a:xfrm>
          <a:prstGeom prst="rect">
            <a:avLst/>
          </a:prstGeom>
        </p:spPr>
      </p:pic>
      <p:sp>
        <p:nvSpPr>
          <p:cNvPr id="31" name="Text 25"/>
          <p:cNvSpPr/>
          <p:nvPr/>
        </p:nvSpPr>
        <p:spPr>
          <a:xfrm>
            <a:off x="7016496"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32" name="Shape 26"/>
          <p:cNvSpPr/>
          <p:nvPr/>
        </p:nvSpPr>
        <p:spPr>
          <a:xfrm>
            <a:off x="0" y="4873752"/>
            <a:ext cx="9144000" cy="269748"/>
          </a:xfrm>
          <a:prstGeom prst="rect">
            <a:avLst/>
          </a:prstGeom>
          <a:solidFill>
            <a:srgbClr val="1A3464"/>
          </a:solidFill>
          <a:ln w="12700">
            <a:solidFill>
              <a:srgbClr val="1A3464"/>
            </a:solidFill>
            <a:prstDash val="solid"/>
          </a:ln>
        </p:spPr>
        <p:txBody>
          <a:bodyPr/>
          <a:lstStyle/>
          <a:p>
            <a:endParaRPr lang="es-419" noProof="0" dirty="0"/>
          </a:p>
        </p:txBody>
      </p:sp>
      <p:sp>
        <p:nvSpPr>
          <p:cNvPr id="33" name="Text 27"/>
          <p:cNvSpPr/>
          <p:nvPr/>
        </p:nvSpPr>
        <p:spPr>
          <a:xfrm>
            <a:off x="384048" y="4901184"/>
            <a:ext cx="5029200" cy="182880"/>
          </a:xfrm>
          <a:prstGeom prst="rect">
            <a:avLst/>
          </a:prstGeom>
          <a:noFill/>
          <a:ln/>
        </p:spPr>
        <p:txBody>
          <a:bodyPr wrap="square" lIns="0" tIns="0" rIns="0" bIns="0" rtlCol="0" anchor="ctr"/>
          <a:lstStyle/>
          <a:p>
            <a:pPr marL="0" indent="0">
              <a:buNone/>
            </a:pPr>
            <a:r>
              <a:rPr lang="es-419" sz="700" kern="0" spc="150" noProof="0" dirty="0">
                <a:solidFill>
                  <a:srgbClr val="8FAECB"/>
                </a:solidFill>
                <a:latin typeface="Montserrat" pitchFamily="34" charset="0"/>
                <a:ea typeface="Montserrat" pitchFamily="34" charset="-122"/>
                <a:cs typeface="Montserrat" pitchFamily="34" charset="-120"/>
              </a:rPr>
              <a:t>COORDINACIÓN DE OBRAS Y MANTENIMIENTO RCMA</a:t>
            </a:r>
            <a:endParaRPr lang="es-419" sz="700" noProof="0" dirty="0"/>
          </a:p>
        </p:txBody>
      </p:sp>
      <p:sp>
        <p:nvSpPr>
          <p:cNvPr id="34" name="Shape 28"/>
          <p:cNvSpPr/>
          <p:nvPr/>
        </p:nvSpPr>
        <p:spPr>
          <a:xfrm>
            <a:off x="5559552" y="4974336"/>
            <a:ext cx="5486" cy="100584"/>
          </a:xfrm>
          <a:prstGeom prst="rect">
            <a:avLst/>
          </a:prstGeom>
          <a:solidFill>
            <a:srgbClr val="8FAECB"/>
          </a:solidFill>
          <a:ln w="12700">
            <a:solidFill>
              <a:srgbClr val="8FAECB"/>
            </a:solidFill>
            <a:prstDash val="solid"/>
          </a:ln>
        </p:spPr>
        <p:txBody>
          <a:bodyPr/>
          <a:lstStyle/>
          <a:p>
            <a:endParaRPr lang="es-419" noProof="0" dirty="0"/>
          </a:p>
        </p:txBody>
      </p:sp>
      <p:sp>
        <p:nvSpPr>
          <p:cNvPr id="35" name="Text 29"/>
          <p:cNvSpPr/>
          <p:nvPr/>
        </p:nvSpPr>
        <p:spPr>
          <a:xfrm>
            <a:off x="5650992" y="4901184"/>
            <a:ext cx="2286000" cy="182880"/>
          </a:xfrm>
          <a:prstGeom prst="rect">
            <a:avLst/>
          </a:prstGeom>
          <a:noFill/>
          <a:ln/>
        </p:spPr>
        <p:txBody>
          <a:bodyPr wrap="square" lIns="0" tIns="0" rIns="0" bIns="0" rtlCol="0" anchor="ctr"/>
          <a:lstStyle/>
          <a:p>
            <a:pPr marL="0" indent="0">
              <a:buNone/>
            </a:pPr>
            <a:r>
              <a:rPr lang="es-419" sz="700" kern="0" spc="150" noProof="0" dirty="0">
                <a:solidFill>
                  <a:srgbClr val="8FAECB"/>
                </a:solidFill>
                <a:latin typeface="Montserrat" pitchFamily="34" charset="0"/>
                <a:ea typeface="Montserrat" pitchFamily="34" charset="-122"/>
                <a:cs typeface="Montserrat" pitchFamily="34" charset="-120"/>
              </a:rPr>
              <a:t>Mano Amiga</a:t>
            </a:r>
            <a:endParaRPr lang="es-419" sz="700" noProof="0" dirty="0"/>
          </a:p>
        </p:txBody>
      </p:sp>
      <p:sp>
        <p:nvSpPr>
          <p:cNvPr id="43" name="Forma libre: forma 42">
            <a:extLst>
              <a:ext uri="{FF2B5EF4-FFF2-40B4-BE49-F238E27FC236}">
                <a16:creationId xmlns:a16="http://schemas.microsoft.com/office/drawing/2014/main" id="{524CEC0B-8687-68FA-BECD-4A9A404A48D4}"/>
              </a:ext>
            </a:extLst>
          </p:cNvPr>
          <p:cNvSpPr/>
          <p:nvPr/>
        </p:nvSpPr>
        <p:spPr>
          <a:xfrm>
            <a:off x="1596105" y="2222074"/>
            <a:ext cx="193086" cy="261624"/>
          </a:xfrm>
          <a:custGeom>
            <a:avLst/>
            <a:gdLst>
              <a:gd name="csX0" fmla="*/ 47363 w 193086"/>
              <a:gd name="csY0" fmla="*/ 258865 h 261624"/>
              <a:gd name="csX1" fmla="*/ 34066 w 193086"/>
              <a:gd name="csY1" fmla="*/ 253627 h 261624"/>
              <a:gd name="csX2" fmla="*/ 25677 w 193086"/>
              <a:gd name="csY2" fmla="*/ 249703 h 261624"/>
              <a:gd name="csX3" fmla="*/ 12838 w 193086"/>
              <a:gd name="csY3" fmla="*/ 237813 h 261624"/>
              <a:gd name="csX4" fmla="*/ 0 w 193086"/>
              <a:gd name="csY4" fmla="*/ 228023 h 261624"/>
              <a:gd name="csX5" fmla="*/ 10590 w 193086"/>
              <a:gd name="csY5" fmla="*/ 222007 h 261624"/>
              <a:gd name="csX6" fmla="*/ 24311 w 193086"/>
              <a:gd name="csY6" fmla="*/ 218591 h 261624"/>
              <a:gd name="csX7" fmla="*/ 30840 w 193086"/>
              <a:gd name="csY7" fmla="*/ 210994 h 261624"/>
              <a:gd name="csX8" fmla="*/ 34002 w 193086"/>
              <a:gd name="csY8" fmla="*/ 201034 h 261624"/>
              <a:gd name="csX9" fmla="*/ 34055 w 193086"/>
              <a:gd name="csY9" fmla="*/ 192894 h 261624"/>
              <a:gd name="csX10" fmla="*/ 33474 w 193086"/>
              <a:gd name="csY10" fmla="*/ 186352 h 261624"/>
              <a:gd name="csX11" fmla="*/ 36002 w 193086"/>
              <a:gd name="csY11" fmla="*/ 155255 h 261624"/>
              <a:gd name="csX12" fmla="*/ 40814 w 193086"/>
              <a:gd name="csY12" fmla="*/ 125721 h 261624"/>
              <a:gd name="csX13" fmla="*/ 52906 w 193086"/>
              <a:gd name="csY13" fmla="*/ 136226 h 261624"/>
              <a:gd name="csX14" fmla="*/ 67584 w 193086"/>
              <a:gd name="csY14" fmla="*/ 150557 h 261624"/>
              <a:gd name="csX15" fmla="*/ 85050 w 193086"/>
              <a:gd name="csY15" fmla="*/ 148575 h 261624"/>
              <a:gd name="csX16" fmla="*/ 92615 w 193086"/>
              <a:gd name="csY16" fmla="*/ 147623 h 261624"/>
              <a:gd name="csX17" fmla="*/ 103162 w 193086"/>
              <a:gd name="csY17" fmla="*/ 143713 h 261624"/>
              <a:gd name="csX18" fmla="*/ 110991 w 193086"/>
              <a:gd name="csY18" fmla="*/ 139409 h 261624"/>
              <a:gd name="csX19" fmla="*/ 118857 w 193086"/>
              <a:gd name="csY19" fmla="*/ 137039 h 261624"/>
              <a:gd name="csX20" fmla="*/ 114946 w 193086"/>
              <a:gd name="csY20" fmla="*/ 126979 h 261624"/>
              <a:gd name="csX21" fmla="*/ 104278 w 193086"/>
              <a:gd name="csY21" fmla="*/ 120558 h 261624"/>
              <a:gd name="csX22" fmla="*/ 100539 w 193086"/>
              <a:gd name="csY22" fmla="*/ 116814 h 261624"/>
              <a:gd name="csX23" fmla="*/ 87769 w 193086"/>
              <a:gd name="csY23" fmla="*/ 107211 h 261624"/>
              <a:gd name="csX24" fmla="*/ 75649 w 193086"/>
              <a:gd name="csY24" fmla="*/ 82459 h 261624"/>
              <a:gd name="csX25" fmla="*/ 81162 w 193086"/>
              <a:gd name="csY25" fmla="*/ 66581 h 261624"/>
              <a:gd name="csX26" fmla="*/ 76956 w 193086"/>
              <a:gd name="csY26" fmla="*/ 53086 h 261624"/>
              <a:gd name="csX27" fmla="*/ 74281 w 193086"/>
              <a:gd name="csY27" fmla="*/ 48335 h 261624"/>
              <a:gd name="csX28" fmla="*/ 98388 w 193086"/>
              <a:gd name="csY28" fmla="*/ 21931 h 261624"/>
              <a:gd name="csX29" fmla="*/ 99033 w 193086"/>
              <a:gd name="csY29" fmla="*/ 12782 h 261624"/>
              <a:gd name="csX30" fmla="*/ 112340 w 193086"/>
              <a:gd name="csY30" fmla="*/ 234 h 261624"/>
              <a:gd name="csX31" fmla="*/ 115367 w 193086"/>
              <a:gd name="csY31" fmla="*/ 7384 h 261624"/>
              <a:gd name="csX32" fmla="*/ 123019 w 193086"/>
              <a:gd name="csY32" fmla="*/ 18442 h 261624"/>
              <a:gd name="csX33" fmla="*/ 122268 w 193086"/>
              <a:gd name="csY33" fmla="*/ 30221 h 261624"/>
              <a:gd name="csX34" fmla="*/ 113949 w 193086"/>
              <a:gd name="csY34" fmla="*/ 45287 h 261624"/>
              <a:gd name="csX35" fmla="*/ 120402 w 193086"/>
              <a:gd name="csY35" fmla="*/ 65276 h 261624"/>
              <a:gd name="csX36" fmla="*/ 138506 w 193086"/>
              <a:gd name="csY36" fmla="*/ 64867 h 261624"/>
              <a:gd name="csX37" fmla="*/ 143345 w 193086"/>
              <a:gd name="csY37" fmla="*/ 58224 h 261624"/>
              <a:gd name="csX38" fmla="*/ 152274 w 193086"/>
              <a:gd name="csY38" fmla="*/ 62931 h 261624"/>
              <a:gd name="csX39" fmla="*/ 162130 w 193086"/>
              <a:gd name="csY39" fmla="*/ 68135 h 261624"/>
              <a:gd name="csX40" fmla="*/ 158059 w 193086"/>
              <a:gd name="csY40" fmla="*/ 75879 h 261624"/>
              <a:gd name="csX41" fmla="*/ 142387 w 193086"/>
              <a:gd name="csY41" fmla="*/ 123139 h 261624"/>
              <a:gd name="csX42" fmla="*/ 161574 w 193086"/>
              <a:gd name="csY42" fmla="*/ 140138 h 261624"/>
              <a:gd name="csX43" fmla="*/ 162505 w 193086"/>
              <a:gd name="csY43" fmla="*/ 150542 h 261624"/>
              <a:gd name="csX44" fmla="*/ 151065 w 193086"/>
              <a:gd name="csY44" fmla="*/ 162165 h 261624"/>
              <a:gd name="csX45" fmla="*/ 147000 w 193086"/>
              <a:gd name="csY45" fmla="*/ 176069 h 261624"/>
              <a:gd name="csX46" fmla="*/ 151074 w 193086"/>
              <a:gd name="csY46" fmla="*/ 198795 h 261624"/>
              <a:gd name="csX47" fmla="*/ 161382 w 193086"/>
              <a:gd name="csY47" fmla="*/ 209212 h 261624"/>
              <a:gd name="csX48" fmla="*/ 180801 w 193086"/>
              <a:gd name="csY48" fmla="*/ 215310 h 261624"/>
              <a:gd name="csX49" fmla="*/ 191062 w 193086"/>
              <a:gd name="csY49" fmla="*/ 220266 h 261624"/>
              <a:gd name="csX50" fmla="*/ 186266 w 193086"/>
              <a:gd name="csY50" fmla="*/ 234411 h 261624"/>
              <a:gd name="csX51" fmla="*/ 146648 w 193086"/>
              <a:gd name="csY51" fmla="*/ 241973 h 261624"/>
              <a:gd name="csX52" fmla="*/ 130308 w 193086"/>
              <a:gd name="csY52" fmla="*/ 244333 h 261624"/>
              <a:gd name="csX53" fmla="*/ 120069 w 193086"/>
              <a:gd name="csY53" fmla="*/ 230760 h 261624"/>
              <a:gd name="csX54" fmla="*/ 99204 w 193086"/>
              <a:gd name="csY54" fmla="*/ 236809 h 261624"/>
              <a:gd name="csX55" fmla="*/ 99051 w 193086"/>
              <a:gd name="csY55" fmla="*/ 250983 h 261624"/>
              <a:gd name="csX56" fmla="*/ 92202 w 193086"/>
              <a:gd name="csY56" fmla="*/ 257021 h 261624"/>
              <a:gd name="csX57" fmla="*/ 61602 w 193086"/>
              <a:gd name="csY57" fmla="*/ 257374 h 261624"/>
              <a:gd name="csX58" fmla="*/ 47363 w 193086"/>
              <a:gd name="csY58" fmla="*/ 258865 h 2616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Lst>
            <a:rect l="l" t="t" r="r" b="b"/>
            <a:pathLst>
              <a:path w="193086" h="261624">
                <a:moveTo>
                  <a:pt x="47363" y="258865"/>
                </a:moveTo>
                <a:cubicBezTo>
                  <a:pt x="44664" y="256988"/>
                  <a:pt x="38681" y="254631"/>
                  <a:pt x="34066" y="253627"/>
                </a:cubicBezTo>
                <a:cubicBezTo>
                  <a:pt x="29452" y="252623"/>
                  <a:pt x="25677" y="250857"/>
                  <a:pt x="25677" y="249703"/>
                </a:cubicBezTo>
                <a:cubicBezTo>
                  <a:pt x="25677" y="248548"/>
                  <a:pt x="19899" y="243198"/>
                  <a:pt x="12838" y="237813"/>
                </a:cubicBezTo>
                <a:lnTo>
                  <a:pt x="0" y="228023"/>
                </a:lnTo>
                <a:lnTo>
                  <a:pt x="10590" y="222007"/>
                </a:lnTo>
                <a:cubicBezTo>
                  <a:pt x="17972" y="217814"/>
                  <a:pt x="22129" y="216779"/>
                  <a:pt x="24311" y="218591"/>
                </a:cubicBezTo>
                <a:cubicBezTo>
                  <a:pt x="28477" y="222048"/>
                  <a:pt x="30840" y="219299"/>
                  <a:pt x="30840" y="210994"/>
                </a:cubicBezTo>
                <a:cubicBezTo>
                  <a:pt x="30840" y="207256"/>
                  <a:pt x="32263" y="202774"/>
                  <a:pt x="34002" y="201034"/>
                </a:cubicBezTo>
                <a:cubicBezTo>
                  <a:pt x="36474" y="198562"/>
                  <a:pt x="36486" y="196787"/>
                  <a:pt x="34055" y="192894"/>
                </a:cubicBezTo>
                <a:cubicBezTo>
                  <a:pt x="32093" y="189753"/>
                  <a:pt x="31879" y="187338"/>
                  <a:pt x="33474" y="186352"/>
                </a:cubicBezTo>
                <a:cubicBezTo>
                  <a:pt x="34886" y="185479"/>
                  <a:pt x="36002" y="171748"/>
                  <a:pt x="36002" y="155255"/>
                </a:cubicBezTo>
                <a:cubicBezTo>
                  <a:pt x="36002" y="128160"/>
                  <a:pt x="36400" y="125721"/>
                  <a:pt x="40814" y="125721"/>
                </a:cubicBezTo>
                <a:cubicBezTo>
                  <a:pt x="43528" y="125721"/>
                  <a:pt x="48800" y="130301"/>
                  <a:pt x="52906" y="136226"/>
                </a:cubicBezTo>
                <a:cubicBezTo>
                  <a:pt x="56911" y="142004"/>
                  <a:pt x="63516" y="148453"/>
                  <a:pt x="67584" y="150557"/>
                </a:cubicBezTo>
                <a:cubicBezTo>
                  <a:pt x="75108" y="154448"/>
                  <a:pt x="85050" y="153319"/>
                  <a:pt x="85050" y="148575"/>
                </a:cubicBezTo>
                <a:cubicBezTo>
                  <a:pt x="85050" y="147029"/>
                  <a:pt x="88138" y="146640"/>
                  <a:pt x="92615" y="147623"/>
                </a:cubicBezTo>
                <a:cubicBezTo>
                  <a:pt x="98706" y="148961"/>
                  <a:pt x="100761" y="148199"/>
                  <a:pt x="103162" y="143713"/>
                </a:cubicBezTo>
                <a:cubicBezTo>
                  <a:pt x="105115" y="140063"/>
                  <a:pt x="107816" y="138578"/>
                  <a:pt x="110991" y="139409"/>
                </a:cubicBezTo>
                <a:cubicBezTo>
                  <a:pt x="113656" y="140106"/>
                  <a:pt x="117196" y="139039"/>
                  <a:pt x="118857" y="137039"/>
                </a:cubicBezTo>
                <a:cubicBezTo>
                  <a:pt x="121254" y="134150"/>
                  <a:pt x="120449" y="132080"/>
                  <a:pt x="114946" y="126979"/>
                </a:cubicBezTo>
                <a:cubicBezTo>
                  <a:pt x="111135" y="123448"/>
                  <a:pt x="106335" y="120558"/>
                  <a:pt x="104278" y="120558"/>
                </a:cubicBezTo>
                <a:cubicBezTo>
                  <a:pt x="102221" y="120558"/>
                  <a:pt x="100539" y="118873"/>
                  <a:pt x="100539" y="116814"/>
                </a:cubicBezTo>
                <a:cubicBezTo>
                  <a:pt x="100539" y="114754"/>
                  <a:pt x="94792" y="110433"/>
                  <a:pt x="87769" y="107211"/>
                </a:cubicBezTo>
                <a:cubicBezTo>
                  <a:pt x="73337" y="100591"/>
                  <a:pt x="69935" y="93642"/>
                  <a:pt x="75649" y="82459"/>
                </a:cubicBezTo>
                <a:cubicBezTo>
                  <a:pt x="77638" y="78567"/>
                  <a:pt x="80119" y="71422"/>
                  <a:pt x="81162" y="66581"/>
                </a:cubicBezTo>
                <a:cubicBezTo>
                  <a:pt x="82769" y="59128"/>
                  <a:pt x="82125" y="57061"/>
                  <a:pt x="76956" y="53086"/>
                </a:cubicBezTo>
                <a:cubicBezTo>
                  <a:pt x="73561" y="50475"/>
                  <a:pt x="72374" y="48366"/>
                  <a:pt x="74281" y="48335"/>
                </a:cubicBezTo>
                <a:cubicBezTo>
                  <a:pt x="79014" y="48255"/>
                  <a:pt x="97860" y="27614"/>
                  <a:pt x="98388" y="21931"/>
                </a:cubicBezTo>
                <a:cubicBezTo>
                  <a:pt x="98624" y="19384"/>
                  <a:pt x="98915" y="15267"/>
                  <a:pt x="99033" y="12782"/>
                </a:cubicBezTo>
                <a:cubicBezTo>
                  <a:pt x="99328" y="6580"/>
                  <a:pt x="107875" y="-1480"/>
                  <a:pt x="112340" y="234"/>
                </a:cubicBezTo>
                <a:cubicBezTo>
                  <a:pt x="114351" y="1006"/>
                  <a:pt x="115714" y="4223"/>
                  <a:pt x="115367" y="7384"/>
                </a:cubicBezTo>
                <a:cubicBezTo>
                  <a:pt x="114925" y="11414"/>
                  <a:pt x="117211" y="14717"/>
                  <a:pt x="123019" y="18442"/>
                </a:cubicBezTo>
                <a:cubicBezTo>
                  <a:pt x="132830" y="24734"/>
                  <a:pt x="132594" y="28432"/>
                  <a:pt x="122268" y="30221"/>
                </a:cubicBezTo>
                <a:cubicBezTo>
                  <a:pt x="115180" y="31449"/>
                  <a:pt x="114690" y="32336"/>
                  <a:pt x="113949" y="45287"/>
                </a:cubicBezTo>
                <a:cubicBezTo>
                  <a:pt x="113241" y="57646"/>
                  <a:pt x="113899" y="59682"/>
                  <a:pt x="120402" y="65276"/>
                </a:cubicBezTo>
                <a:cubicBezTo>
                  <a:pt x="129577" y="73166"/>
                  <a:pt x="132509" y="73100"/>
                  <a:pt x="138506" y="64867"/>
                </a:cubicBezTo>
                <a:lnTo>
                  <a:pt x="143345" y="58224"/>
                </a:lnTo>
                <a:lnTo>
                  <a:pt x="152274" y="62931"/>
                </a:lnTo>
                <a:cubicBezTo>
                  <a:pt x="157185" y="65520"/>
                  <a:pt x="161620" y="67861"/>
                  <a:pt x="162130" y="68135"/>
                </a:cubicBezTo>
                <a:cubicBezTo>
                  <a:pt x="162640" y="68408"/>
                  <a:pt x="160808" y="71893"/>
                  <a:pt x="158059" y="75879"/>
                </a:cubicBezTo>
                <a:cubicBezTo>
                  <a:pt x="151713" y="85081"/>
                  <a:pt x="141902" y="114664"/>
                  <a:pt x="142387" y="123139"/>
                </a:cubicBezTo>
                <a:cubicBezTo>
                  <a:pt x="142935" y="132744"/>
                  <a:pt x="146254" y="135684"/>
                  <a:pt x="161574" y="140138"/>
                </a:cubicBezTo>
                <a:cubicBezTo>
                  <a:pt x="177125" y="144659"/>
                  <a:pt x="177438" y="148154"/>
                  <a:pt x="162505" y="150542"/>
                </a:cubicBezTo>
                <a:cubicBezTo>
                  <a:pt x="152866" y="152083"/>
                  <a:pt x="147932" y="157096"/>
                  <a:pt x="151065" y="162165"/>
                </a:cubicBezTo>
                <a:cubicBezTo>
                  <a:pt x="151887" y="163495"/>
                  <a:pt x="150058" y="169752"/>
                  <a:pt x="147000" y="176069"/>
                </a:cubicBezTo>
                <a:cubicBezTo>
                  <a:pt x="140040" y="190447"/>
                  <a:pt x="141019" y="195911"/>
                  <a:pt x="151074" y="198795"/>
                </a:cubicBezTo>
                <a:cubicBezTo>
                  <a:pt x="156834" y="200447"/>
                  <a:pt x="159631" y="203274"/>
                  <a:pt x="161382" y="209212"/>
                </a:cubicBezTo>
                <a:cubicBezTo>
                  <a:pt x="163891" y="217725"/>
                  <a:pt x="167253" y="218781"/>
                  <a:pt x="180801" y="215310"/>
                </a:cubicBezTo>
                <a:cubicBezTo>
                  <a:pt x="186270" y="213909"/>
                  <a:pt x="188145" y="214815"/>
                  <a:pt x="191062" y="220266"/>
                </a:cubicBezTo>
                <a:cubicBezTo>
                  <a:pt x="194411" y="226524"/>
                  <a:pt x="194115" y="227399"/>
                  <a:pt x="186266" y="234411"/>
                </a:cubicBezTo>
                <a:cubicBezTo>
                  <a:pt x="177581" y="242171"/>
                  <a:pt x="173505" y="242950"/>
                  <a:pt x="146648" y="241973"/>
                </a:cubicBezTo>
                <a:cubicBezTo>
                  <a:pt x="138138" y="241664"/>
                  <a:pt x="131353" y="242644"/>
                  <a:pt x="130308" y="244333"/>
                </a:cubicBezTo>
                <a:cubicBezTo>
                  <a:pt x="127797" y="248397"/>
                  <a:pt x="118188" y="235660"/>
                  <a:pt x="120069" y="230760"/>
                </a:cubicBezTo>
                <a:cubicBezTo>
                  <a:pt x="124398" y="219478"/>
                  <a:pt x="105303" y="225013"/>
                  <a:pt x="99204" y="236809"/>
                </a:cubicBezTo>
                <a:cubicBezTo>
                  <a:pt x="95428" y="244110"/>
                  <a:pt x="95414" y="245432"/>
                  <a:pt x="99051" y="250983"/>
                </a:cubicBezTo>
                <a:cubicBezTo>
                  <a:pt x="103916" y="258408"/>
                  <a:pt x="100434" y="261478"/>
                  <a:pt x="92202" y="257021"/>
                </a:cubicBezTo>
                <a:cubicBezTo>
                  <a:pt x="83927" y="252540"/>
                  <a:pt x="66492" y="252742"/>
                  <a:pt x="61602" y="257374"/>
                </a:cubicBezTo>
                <a:cubicBezTo>
                  <a:pt x="56090" y="262596"/>
                  <a:pt x="53167" y="262902"/>
                  <a:pt x="47363" y="258865"/>
                </a:cubicBezTo>
                <a:close/>
              </a:path>
            </a:pathLst>
          </a:custGeom>
          <a:solidFill>
            <a:srgbClr val="B9B9B9"/>
          </a:solidFill>
          <a:ln w="5163" cap="flat">
            <a:noFill/>
            <a:prstDash val="solid"/>
            <a:miter/>
          </a:ln>
        </p:spPr>
        <p:txBody>
          <a:bodyPr/>
          <a:lstStyle/>
          <a:p>
            <a:endParaRPr lang="es-419" noProof="0" dirty="0"/>
          </a:p>
        </p:txBody>
      </p:sp>
      <p:sp>
        <p:nvSpPr>
          <p:cNvPr id="44" name="Forma libre: forma 43">
            <a:extLst>
              <a:ext uri="{FF2B5EF4-FFF2-40B4-BE49-F238E27FC236}">
                <a16:creationId xmlns:a16="http://schemas.microsoft.com/office/drawing/2014/main" id="{B68E9AF1-5FA8-4436-1E37-E262EF3186EC}"/>
              </a:ext>
            </a:extLst>
          </p:cNvPr>
          <p:cNvSpPr/>
          <p:nvPr/>
        </p:nvSpPr>
        <p:spPr>
          <a:xfrm>
            <a:off x="1103504" y="2345749"/>
            <a:ext cx="95653" cy="64838"/>
          </a:xfrm>
          <a:custGeom>
            <a:avLst/>
            <a:gdLst>
              <a:gd name="csX0" fmla="*/ 71219 w 95653"/>
              <a:gd name="csY0" fmla="*/ 62506 h 64838"/>
              <a:gd name="csX1" fmla="*/ 62655 w 95653"/>
              <a:gd name="csY1" fmla="*/ 53685 h 64838"/>
              <a:gd name="csX2" fmla="*/ 57443 w 95653"/>
              <a:gd name="csY2" fmla="*/ 48511 h 64838"/>
              <a:gd name="csX3" fmla="*/ 51242 w 95653"/>
              <a:gd name="csY3" fmla="*/ 43994 h 64838"/>
              <a:gd name="csX4" fmla="*/ 48532 w 95653"/>
              <a:gd name="csY4" fmla="*/ 43994 h 64838"/>
              <a:gd name="csX5" fmla="*/ 36926 w 95653"/>
              <a:gd name="csY5" fmla="*/ 44510 h 64838"/>
              <a:gd name="csX6" fmla="*/ 28785 w 95653"/>
              <a:gd name="csY6" fmla="*/ 36765 h 64838"/>
              <a:gd name="csX7" fmla="*/ 27076 w 95653"/>
              <a:gd name="csY7" fmla="*/ 32629 h 64838"/>
              <a:gd name="csX8" fmla="*/ 11500 w 95653"/>
              <a:gd name="csY8" fmla="*/ 28262 h 64838"/>
              <a:gd name="csX9" fmla="*/ 1174 w 95653"/>
              <a:gd name="csY9" fmla="*/ 25068 h 64838"/>
              <a:gd name="csX10" fmla="*/ 31004 w 95653"/>
              <a:gd name="csY10" fmla="*/ 14820 h 64838"/>
              <a:gd name="csX11" fmla="*/ 49970 w 95653"/>
              <a:gd name="csY11" fmla="*/ 6499 h 64838"/>
              <a:gd name="csX12" fmla="*/ 60293 w 95653"/>
              <a:gd name="csY12" fmla="*/ 3207 h 64838"/>
              <a:gd name="csX13" fmla="*/ 79487 w 95653"/>
              <a:gd name="csY13" fmla="*/ 1724 h 64838"/>
              <a:gd name="csX14" fmla="*/ 95469 w 95653"/>
              <a:gd name="csY14" fmla="*/ 24677 h 64838"/>
              <a:gd name="csX15" fmla="*/ 92590 w 95653"/>
              <a:gd name="csY15" fmla="*/ 45837 h 64838"/>
              <a:gd name="csX16" fmla="*/ 88748 w 95653"/>
              <a:gd name="csY16" fmla="*/ 52688 h 64838"/>
              <a:gd name="csX17" fmla="*/ 82592 w 95653"/>
              <a:gd name="csY17" fmla="*/ 62155 h 64838"/>
              <a:gd name="csX18" fmla="*/ 71219 w 95653"/>
              <a:gd name="csY18" fmla="*/ 62506 h 648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95653" h="64838">
                <a:moveTo>
                  <a:pt x="71219" y="62506"/>
                </a:moveTo>
                <a:cubicBezTo>
                  <a:pt x="67412" y="60499"/>
                  <a:pt x="63558" y="56530"/>
                  <a:pt x="62655" y="53685"/>
                </a:cubicBezTo>
                <a:cubicBezTo>
                  <a:pt x="61752" y="50839"/>
                  <a:pt x="59407" y="48511"/>
                  <a:pt x="57443" y="48511"/>
                </a:cubicBezTo>
                <a:cubicBezTo>
                  <a:pt x="55480" y="48511"/>
                  <a:pt x="52689" y="46478"/>
                  <a:pt x="51242" y="43994"/>
                </a:cubicBezTo>
                <a:cubicBezTo>
                  <a:pt x="48736" y="39691"/>
                  <a:pt x="48607" y="39691"/>
                  <a:pt x="48532" y="43994"/>
                </a:cubicBezTo>
                <a:cubicBezTo>
                  <a:pt x="48437" y="49469"/>
                  <a:pt x="48761" y="49455"/>
                  <a:pt x="36926" y="44510"/>
                </a:cubicBezTo>
                <a:cubicBezTo>
                  <a:pt x="30451" y="41804"/>
                  <a:pt x="27814" y="39296"/>
                  <a:pt x="28785" y="36765"/>
                </a:cubicBezTo>
                <a:cubicBezTo>
                  <a:pt x="29575" y="34707"/>
                  <a:pt x="28806" y="32846"/>
                  <a:pt x="27076" y="32629"/>
                </a:cubicBezTo>
                <a:cubicBezTo>
                  <a:pt x="21029" y="31874"/>
                  <a:pt x="18714" y="31225"/>
                  <a:pt x="11500" y="28262"/>
                </a:cubicBezTo>
                <a:cubicBezTo>
                  <a:pt x="7503" y="26621"/>
                  <a:pt x="2857" y="25183"/>
                  <a:pt x="1174" y="25068"/>
                </a:cubicBezTo>
                <a:cubicBezTo>
                  <a:pt x="-4949" y="24646"/>
                  <a:pt x="14045" y="18121"/>
                  <a:pt x="31004" y="14820"/>
                </a:cubicBezTo>
                <a:cubicBezTo>
                  <a:pt x="44060" y="12279"/>
                  <a:pt x="48794" y="10202"/>
                  <a:pt x="49970" y="6499"/>
                </a:cubicBezTo>
                <a:cubicBezTo>
                  <a:pt x="51256" y="2445"/>
                  <a:pt x="53098" y="1858"/>
                  <a:pt x="60293" y="3207"/>
                </a:cubicBezTo>
                <a:cubicBezTo>
                  <a:pt x="65110" y="4111"/>
                  <a:pt x="73747" y="3443"/>
                  <a:pt x="79487" y="1724"/>
                </a:cubicBezTo>
                <a:cubicBezTo>
                  <a:pt x="94315" y="-2719"/>
                  <a:pt x="96385" y="255"/>
                  <a:pt x="95469" y="24677"/>
                </a:cubicBezTo>
                <a:cubicBezTo>
                  <a:pt x="95060" y="35554"/>
                  <a:pt x="93765" y="45076"/>
                  <a:pt x="92590" y="45837"/>
                </a:cubicBezTo>
                <a:cubicBezTo>
                  <a:pt x="91414" y="46598"/>
                  <a:pt x="89686" y="49681"/>
                  <a:pt x="88748" y="52688"/>
                </a:cubicBezTo>
                <a:cubicBezTo>
                  <a:pt x="87811" y="55696"/>
                  <a:pt x="85041" y="59955"/>
                  <a:pt x="82592" y="62155"/>
                </a:cubicBezTo>
                <a:cubicBezTo>
                  <a:pt x="78702" y="65649"/>
                  <a:pt x="77268" y="65693"/>
                  <a:pt x="71219" y="62506"/>
                </a:cubicBezTo>
                <a:close/>
              </a:path>
            </a:pathLst>
          </a:custGeom>
          <a:solidFill>
            <a:srgbClr val="B9B9B9"/>
          </a:solidFill>
          <a:ln w="5163" cap="flat">
            <a:noFill/>
            <a:prstDash val="solid"/>
            <a:miter/>
          </a:ln>
        </p:spPr>
        <p:txBody>
          <a:bodyPr/>
          <a:lstStyle/>
          <a:p>
            <a:endParaRPr lang="es-419" noProof="0" dirty="0"/>
          </a:p>
        </p:txBody>
      </p:sp>
      <p:sp>
        <p:nvSpPr>
          <p:cNvPr id="45" name="Forma libre: forma 44">
            <a:extLst>
              <a:ext uri="{FF2B5EF4-FFF2-40B4-BE49-F238E27FC236}">
                <a16:creationId xmlns:a16="http://schemas.microsoft.com/office/drawing/2014/main" id="{A7174827-6488-9DAC-33B5-497C886B0C0A}"/>
              </a:ext>
            </a:extLst>
          </p:cNvPr>
          <p:cNvSpPr/>
          <p:nvPr/>
        </p:nvSpPr>
        <p:spPr>
          <a:xfrm>
            <a:off x="1015863" y="2030672"/>
            <a:ext cx="364335" cy="362024"/>
          </a:xfrm>
          <a:custGeom>
            <a:avLst/>
            <a:gdLst>
              <a:gd name="csX0" fmla="*/ 185142 w 364335"/>
              <a:gd name="csY0" fmla="*/ 358570 h 362024"/>
              <a:gd name="csX1" fmla="*/ 187621 w 364335"/>
              <a:gd name="csY1" fmla="*/ 340898 h 362024"/>
              <a:gd name="csX2" fmla="*/ 186283 w 364335"/>
              <a:gd name="csY2" fmla="*/ 320178 h 362024"/>
              <a:gd name="csX3" fmla="*/ 182466 w 364335"/>
              <a:gd name="csY3" fmla="*/ 312528 h 362024"/>
              <a:gd name="csX4" fmla="*/ 160064 w 364335"/>
              <a:gd name="csY4" fmla="*/ 313164 h 362024"/>
              <a:gd name="csX5" fmla="*/ 135394 w 364335"/>
              <a:gd name="csY5" fmla="*/ 318882 h 362024"/>
              <a:gd name="csX6" fmla="*/ 107653 w 364335"/>
              <a:gd name="csY6" fmla="*/ 328620 h 362024"/>
              <a:gd name="csX7" fmla="*/ 77975 w 364335"/>
              <a:gd name="csY7" fmla="*/ 329071 h 362024"/>
              <a:gd name="csX8" fmla="*/ 69734 w 364335"/>
              <a:gd name="csY8" fmla="*/ 324866 h 362024"/>
              <a:gd name="csX9" fmla="*/ 48325 w 364335"/>
              <a:gd name="csY9" fmla="*/ 303007 h 362024"/>
              <a:gd name="csX10" fmla="*/ 38186 w 364335"/>
              <a:gd name="csY10" fmla="*/ 292203 h 362024"/>
              <a:gd name="csX11" fmla="*/ 25184 w 364335"/>
              <a:gd name="csY11" fmla="*/ 273778 h 362024"/>
              <a:gd name="csX12" fmla="*/ 11540 w 364335"/>
              <a:gd name="csY12" fmla="*/ 253016 h 362024"/>
              <a:gd name="csX13" fmla="*/ 9603 w 364335"/>
              <a:gd name="csY13" fmla="*/ 246065 h 362024"/>
              <a:gd name="csX14" fmla="*/ 4075 w 364335"/>
              <a:gd name="csY14" fmla="*/ 230604 h 362024"/>
              <a:gd name="csX15" fmla="*/ 2870 w 364335"/>
              <a:gd name="csY15" fmla="*/ 216903 h 362024"/>
              <a:gd name="csX16" fmla="*/ 19099 w 364335"/>
              <a:gd name="csY16" fmla="*/ 209992 h 362024"/>
              <a:gd name="csX17" fmla="*/ 33857 w 364335"/>
              <a:gd name="csY17" fmla="*/ 202727 h 362024"/>
              <a:gd name="csX18" fmla="*/ 62323 w 364335"/>
              <a:gd name="csY18" fmla="*/ 175142 h 362024"/>
              <a:gd name="csX19" fmla="*/ 75732 w 364335"/>
              <a:gd name="csY19" fmla="*/ 169793 h 362024"/>
              <a:gd name="csX20" fmla="*/ 107485 w 364335"/>
              <a:gd name="csY20" fmla="*/ 178512 h 362024"/>
              <a:gd name="csX21" fmla="*/ 118888 w 364335"/>
              <a:gd name="csY21" fmla="*/ 188952 h 362024"/>
              <a:gd name="csX22" fmla="*/ 122369 w 364335"/>
              <a:gd name="csY22" fmla="*/ 177011 h 362024"/>
              <a:gd name="csX23" fmla="*/ 128391 w 364335"/>
              <a:gd name="csY23" fmla="*/ 163500 h 362024"/>
              <a:gd name="csX24" fmla="*/ 127169 w 364335"/>
              <a:gd name="csY24" fmla="*/ 147778 h 362024"/>
              <a:gd name="csX25" fmla="*/ 130389 w 364335"/>
              <a:gd name="csY25" fmla="*/ 138750 h 362024"/>
              <a:gd name="csX26" fmla="*/ 147714 w 364335"/>
              <a:gd name="csY26" fmla="*/ 129037 h 362024"/>
              <a:gd name="csX27" fmla="*/ 142395 w 364335"/>
              <a:gd name="csY27" fmla="*/ 116273 h 362024"/>
              <a:gd name="csX28" fmla="*/ 138322 w 364335"/>
              <a:gd name="csY28" fmla="*/ 100445 h 362024"/>
              <a:gd name="csX29" fmla="*/ 132219 w 364335"/>
              <a:gd name="csY29" fmla="*/ 77384 h 362024"/>
              <a:gd name="csX30" fmla="*/ 123182 w 364335"/>
              <a:gd name="csY30" fmla="*/ 67380 h 362024"/>
              <a:gd name="csX31" fmla="*/ 127316 w 364335"/>
              <a:gd name="csY31" fmla="*/ 49072 h 362024"/>
              <a:gd name="csX32" fmla="*/ 149002 w 364335"/>
              <a:gd name="csY32" fmla="*/ 26791 h 362024"/>
              <a:gd name="csX33" fmla="*/ 156308 w 364335"/>
              <a:gd name="csY33" fmla="*/ 19245 h 362024"/>
              <a:gd name="csX34" fmla="*/ 153995 w 364335"/>
              <a:gd name="csY34" fmla="*/ 9825 h 362024"/>
              <a:gd name="csX35" fmla="*/ 161050 w 364335"/>
              <a:gd name="csY35" fmla="*/ 76 h 362024"/>
              <a:gd name="csX36" fmla="*/ 166583 w 364335"/>
              <a:gd name="csY36" fmla="*/ 7348 h 362024"/>
              <a:gd name="csX37" fmla="*/ 154998 w 364335"/>
              <a:gd name="csY37" fmla="*/ 39300 h 362024"/>
              <a:gd name="csX38" fmla="*/ 157050 w 364335"/>
              <a:gd name="csY38" fmla="*/ 45546 h 362024"/>
              <a:gd name="csX39" fmla="*/ 169737 w 364335"/>
              <a:gd name="csY39" fmla="*/ 24492 h 362024"/>
              <a:gd name="csX40" fmla="*/ 176182 w 364335"/>
              <a:gd name="csY40" fmla="*/ 20317 h 362024"/>
              <a:gd name="csX41" fmla="*/ 177678 w 364335"/>
              <a:gd name="csY41" fmla="*/ 26406 h 362024"/>
              <a:gd name="csX42" fmla="*/ 173510 w 364335"/>
              <a:gd name="csY42" fmla="*/ 43871 h 362024"/>
              <a:gd name="csX43" fmla="*/ 171706 w 364335"/>
              <a:gd name="csY43" fmla="*/ 58451 h 362024"/>
              <a:gd name="csX44" fmla="*/ 179820 w 364335"/>
              <a:gd name="csY44" fmla="*/ 60233 h 362024"/>
              <a:gd name="csX45" fmla="*/ 195468 w 364335"/>
              <a:gd name="csY45" fmla="*/ 47665 h 362024"/>
              <a:gd name="csX46" fmla="*/ 212893 w 364335"/>
              <a:gd name="csY46" fmla="*/ 36256 h 362024"/>
              <a:gd name="csX47" fmla="*/ 215787 w 364335"/>
              <a:gd name="csY47" fmla="*/ 59322 h 362024"/>
              <a:gd name="csX48" fmla="*/ 202515 w 364335"/>
              <a:gd name="csY48" fmla="*/ 73785 h 362024"/>
              <a:gd name="csX49" fmla="*/ 193598 w 364335"/>
              <a:gd name="csY49" fmla="*/ 76402 h 362024"/>
              <a:gd name="csX50" fmla="*/ 196544 w 364335"/>
              <a:gd name="csY50" fmla="*/ 79629 h 362024"/>
              <a:gd name="csX51" fmla="*/ 200631 w 364335"/>
              <a:gd name="csY51" fmla="*/ 82161 h 362024"/>
              <a:gd name="csX52" fmla="*/ 183851 w 364335"/>
              <a:gd name="csY52" fmla="*/ 86694 h 362024"/>
              <a:gd name="csX53" fmla="*/ 179447 w 364335"/>
              <a:gd name="csY53" fmla="*/ 90600 h 362024"/>
              <a:gd name="csX54" fmla="*/ 177337 w 364335"/>
              <a:gd name="csY54" fmla="*/ 95117 h 362024"/>
              <a:gd name="csX55" fmla="*/ 175970 w 364335"/>
              <a:gd name="csY55" fmla="*/ 99847 h 362024"/>
              <a:gd name="csX56" fmla="*/ 172279 w 364335"/>
              <a:gd name="csY56" fmla="*/ 109275 h 362024"/>
              <a:gd name="csX57" fmla="*/ 162736 w 364335"/>
              <a:gd name="csY57" fmla="*/ 127778 h 362024"/>
              <a:gd name="csX58" fmla="*/ 154984 w 364335"/>
              <a:gd name="csY58" fmla="*/ 141584 h 362024"/>
              <a:gd name="csX59" fmla="*/ 157382 w 364335"/>
              <a:gd name="csY59" fmla="*/ 150820 h 362024"/>
              <a:gd name="csX60" fmla="*/ 166003 w 364335"/>
              <a:gd name="csY60" fmla="*/ 156522 h 362024"/>
              <a:gd name="csX61" fmla="*/ 178921 w 364335"/>
              <a:gd name="csY61" fmla="*/ 158229 h 362024"/>
              <a:gd name="csX62" fmla="*/ 200631 w 364335"/>
              <a:gd name="csY62" fmla="*/ 155851 h 362024"/>
              <a:gd name="csX63" fmla="*/ 253127 w 364335"/>
              <a:gd name="csY63" fmla="*/ 145110 h 362024"/>
              <a:gd name="csX64" fmla="*/ 260004 w 364335"/>
              <a:gd name="csY64" fmla="*/ 117060 h 362024"/>
              <a:gd name="csX65" fmla="*/ 261186 w 364335"/>
              <a:gd name="csY65" fmla="*/ 105023 h 362024"/>
              <a:gd name="csX66" fmla="*/ 280779 w 364335"/>
              <a:gd name="csY66" fmla="*/ 107831 h 362024"/>
              <a:gd name="csX67" fmla="*/ 316123 w 364335"/>
              <a:gd name="csY67" fmla="*/ 101238 h 362024"/>
              <a:gd name="csX68" fmla="*/ 332436 w 364335"/>
              <a:gd name="csY68" fmla="*/ 86525 h 362024"/>
              <a:gd name="csX69" fmla="*/ 340656 w 364335"/>
              <a:gd name="csY69" fmla="*/ 79224 h 362024"/>
              <a:gd name="csX70" fmla="*/ 348855 w 364335"/>
              <a:gd name="csY70" fmla="*/ 87171 h 362024"/>
              <a:gd name="csX71" fmla="*/ 361269 w 364335"/>
              <a:gd name="csY71" fmla="*/ 95117 h 362024"/>
              <a:gd name="csX72" fmla="*/ 363171 w 364335"/>
              <a:gd name="csY72" fmla="*/ 103178 h 362024"/>
              <a:gd name="csX73" fmla="*/ 356290 w 364335"/>
              <a:gd name="csY73" fmla="*/ 118022 h 362024"/>
              <a:gd name="csX74" fmla="*/ 352528 w 364335"/>
              <a:gd name="csY74" fmla="*/ 135380 h 362024"/>
              <a:gd name="csX75" fmla="*/ 345616 w 364335"/>
              <a:gd name="csY75" fmla="*/ 149152 h 362024"/>
              <a:gd name="csX76" fmla="*/ 336399 w 364335"/>
              <a:gd name="csY76" fmla="*/ 158318 h 362024"/>
              <a:gd name="csX77" fmla="*/ 325505 w 364335"/>
              <a:gd name="csY77" fmla="*/ 175523 h 362024"/>
              <a:gd name="csX78" fmla="*/ 315430 w 364335"/>
              <a:gd name="csY78" fmla="*/ 204352 h 362024"/>
              <a:gd name="csX79" fmla="*/ 313994 w 364335"/>
              <a:gd name="csY79" fmla="*/ 218773 h 362024"/>
              <a:gd name="csX80" fmla="*/ 296375 w 364335"/>
              <a:gd name="csY80" fmla="*/ 228175 h 362024"/>
              <a:gd name="csX81" fmla="*/ 265231 w 364335"/>
              <a:gd name="csY81" fmla="*/ 238311 h 362024"/>
              <a:gd name="csX82" fmla="*/ 244951 w 364335"/>
              <a:gd name="csY82" fmla="*/ 244768 h 362024"/>
              <a:gd name="csX83" fmla="*/ 219261 w 364335"/>
              <a:gd name="csY83" fmla="*/ 258588 h 362024"/>
              <a:gd name="csX84" fmla="*/ 224662 w 364335"/>
              <a:gd name="csY84" fmla="*/ 270643 h 362024"/>
              <a:gd name="csX85" fmla="*/ 242353 w 364335"/>
              <a:gd name="csY85" fmla="*/ 274944 h 362024"/>
              <a:gd name="csX86" fmla="*/ 251900 w 364335"/>
              <a:gd name="csY86" fmla="*/ 285801 h 362024"/>
              <a:gd name="csX87" fmla="*/ 252381 w 364335"/>
              <a:gd name="csY87" fmla="*/ 304719 h 362024"/>
              <a:gd name="csX88" fmla="*/ 261267 w 364335"/>
              <a:gd name="csY88" fmla="*/ 315608 h 362024"/>
              <a:gd name="csX89" fmla="*/ 268876 w 364335"/>
              <a:gd name="csY89" fmla="*/ 316858 h 362024"/>
              <a:gd name="csX90" fmla="*/ 252027 w 364335"/>
              <a:gd name="csY90" fmla="*/ 336142 h 362024"/>
              <a:gd name="csX91" fmla="*/ 230251 w 364335"/>
              <a:gd name="csY91" fmla="*/ 349333 h 362024"/>
              <a:gd name="csX92" fmla="*/ 209844 w 364335"/>
              <a:gd name="csY92" fmla="*/ 359530 h 362024"/>
              <a:gd name="csX93" fmla="*/ 194478 w 364335"/>
              <a:gd name="csY93" fmla="*/ 360594 h 362024"/>
              <a:gd name="csX94" fmla="*/ 185142 w 364335"/>
              <a:gd name="csY94" fmla="*/ 358570 h 362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364335" h="362024">
                <a:moveTo>
                  <a:pt x="185142" y="358570"/>
                </a:moveTo>
                <a:cubicBezTo>
                  <a:pt x="185142" y="356038"/>
                  <a:pt x="186257" y="348086"/>
                  <a:pt x="187621" y="340898"/>
                </a:cubicBezTo>
                <a:cubicBezTo>
                  <a:pt x="189559" y="330679"/>
                  <a:pt x="189267" y="326160"/>
                  <a:pt x="186283" y="320178"/>
                </a:cubicBezTo>
                <a:lnTo>
                  <a:pt x="182466" y="312528"/>
                </a:lnTo>
                <a:lnTo>
                  <a:pt x="160064" y="313164"/>
                </a:lnTo>
                <a:cubicBezTo>
                  <a:pt x="140617" y="313716"/>
                  <a:pt x="137363" y="314470"/>
                  <a:pt x="135394" y="318882"/>
                </a:cubicBezTo>
                <a:cubicBezTo>
                  <a:pt x="133601" y="322902"/>
                  <a:pt x="127800" y="324938"/>
                  <a:pt x="107653" y="328620"/>
                </a:cubicBezTo>
                <a:cubicBezTo>
                  <a:pt x="84116" y="332921"/>
                  <a:pt x="81860" y="332955"/>
                  <a:pt x="77975" y="329071"/>
                </a:cubicBezTo>
                <a:cubicBezTo>
                  <a:pt x="75663" y="326758"/>
                  <a:pt x="71954" y="324866"/>
                  <a:pt x="69734" y="324866"/>
                </a:cubicBezTo>
                <a:cubicBezTo>
                  <a:pt x="64790" y="324866"/>
                  <a:pt x="53564" y="313404"/>
                  <a:pt x="48325" y="303007"/>
                </a:cubicBezTo>
                <a:cubicBezTo>
                  <a:pt x="46195" y="298781"/>
                  <a:pt x="41633" y="293919"/>
                  <a:pt x="38186" y="292203"/>
                </a:cubicBezTo>
                <a:cubicBezTo>
                  <a:pt x="31831" y="289039"/>
                  <a:pt x="25350" y="279856"/>
                  <a:pt x="25184" y="273778"/>
                </a:cubicBezTo>
                <a:cubicBezTo>
                  <a:pt x="25085" y="270192"/>
                  <a:pt x="14730" y="254434"/>
                  <a:pt x="11540" y="253016"/>
                </a:cubicBezTo>
                <a:cubicBezTo>
                  <a:pt x="10475" y="252543"/>
                  <a:pt x="9603" y="249415"/>
                  <a:pt x="9603" y="246065"/>
                </a:cubicBezTo>
                <a:cubicBezTo>
                  <a:pt x="9603" y="242715"/>
                  <a:pt x="7116" y="235757"/>
                  <a:pt x="4075" y="230604"/>
                </a:cubicBezTo>
                <a:cubicBezTo>
                  <a:pt x="-1096" y="221839"/>
                  <a:pt x="-1174" y="220953"/>
                  <a:pt x="2870" y="216903"/>
                </a:cubicBezTo>
                <a:cubicBezTo>
                  <a:pt x="5247" y="214522"/>
                  <a:pt x="12551" y="211412"/>
                  <a:pt x="19099" y="209992"/>
                </a:cubicBezTo>
                <a:cubicBezTo>
                  <a:pt x="25650" y="208572"/>
                  <a:pt x="32288" y="205304"/>
                  <a:pt x="33857" y="202727"/>
                </a:cubicBezTo>
                <a:cubicBezTo>
                  <a:pt x="40254" y="192222"/>
                  <a:pt x="57879" y="175142"/>
                  <a:pt x="62323" y="175142"/>
                </a:cubicBezTo>
                <a:cubicBezTo>
                  <a:pt x="64938" y="175142"/>
                  <a:pt x="70972" y="172735"/>
                  <a:pt x="75732" y="169793"/>
                </a:cubicBezTo>
                <a:cubicBezTo>
                  <a:pt x="86563" y="163099"/>
                  <a:pt x="92402" y="164703"/>
                  <a:pt x="107485" y="178512"/>
                </a:cubicBezTo>
                <a:lnTo>
                  <a:pt x="118888" y="188952"/>
                </a:lnTo>
                <a:lnTo>
                  <a:pt x="122369" y="177011"/>
                </a:lnTo>
                <a:cubicBezTo>
                  <a:pt x="124284" y="170444"/>
                  <a:pt x="126994" y="164364"/>
                  <a:pt x="128391" y="163500"/>
                </a:cubicBezTo>
                <a:cubicBezTo>
                  <a:pt x="132170" y="161165"/>
                  <a:pt x="131464" y="152072"/>
                  <a:pt x="127169" y="147778"/>
                </a:cubicBezTo>
                <a:cubicBezTo>
                  <a:pt x="122214" y="142823"/>
                  <a:pt x="124785" y="135614"/>
                  <a:pt x="130389" y="138750"/>
                </a:cubicBezTo>
                <a:cubicBezTo>
                  <a:pt x="136409" y="142119"/>
                  <a:pt x="145744" y="136885"/>
                  <a:pt x="147714" y="129037"/>
                </a:cubicBezTo>
                <a:cubicBezTo>
                  <a:pt x="149051" y="123709"/>
                  <a:pt x="147940" y="121043"/>
                  <a:pt x="142395" y="116273"/>
                </a:cubicBezTo>
                <a:cubicBezTo>
                  <a:pt x="135828" y="110625"/>
                  <a:pt x="135571" y="109625"/>
                  <a:pt x="138322" y="100445"/>
                </a:cubicBezTo>
                <a:cubicBezTo>
                  <a:pt x="142194" y="87522"/>
                  <a:pt x="142531" y="88798"/>
                  <a:pt x="132219" y="77384"/>
                </a:cubicBezTo>
                <a:lnTo>
                  <a:pt x="123182" y="67380"/>
                </a:lnTo>
                <a:lnTo>
                  <a:pt x="127316" y="49072"/>
                </a:lnTo>
                <a:cubicBezTo>
                  <a:pt x="131667" y="29805"/>
                  <a:pt x="134422" y="26975"/>
                  <a:pt x="149002" y="26791"/>
                </a:cubicBezTo>
                <a:cubicBezTo>
                  <a:pt x="154177" y="26725"/>
                  <a:pt x="155624" y="25231"/>
                  <a:pt x="156308" y="19245"/>
                </a:cubicBezTo>
                <a:cubicBezTo>
                  <a:pt x="156776" y="15139"/>
                  <a:pt x="155736" y="10900"/>
                  <a:pt x="153995" y="9825"/>
                </a:cubicBezTo>
                <a:cubicBezTo>
                  <a:pt x="148346" y="6334"/>
                  <a:pt x="153520" y="-815"/>
                  <a:pt x="161050" y="76"/>
                </a:cubicBezTo>
                <a:cubicBezTo>
                  <a:pt x="168082" y="908"/>
                  <a:pt x="172982" y="7348"/>
                  <a:pt x="166583" y="7348"/>
                </a:cubicBezTo>
                <a:cubicBezTo>
                  <a:pt x="163388" y="7348"/>
                  <a:pt x="159114" y="19135"/>
                  <a:pt x="154998" y="39300"/>
                </a:cubicBezTo>
                <a:cubicBezTo>
                  <a:pt x="153853" y="44911"/>
                  <a:pt x="154355" y="46439"/>
                  <a:pt x="157050" y="45546"/>
                </a:cubicBezTo>
                <a:cubicBezTo>
                  <a:pt x="160851" y="44288"/>
                  <a:pt x="165520" y="36539"/>
                  <a:pt x="169737" y="24492"/>
                </a:cubicBezTo>
                <a:cubicBezTo>
                  <a:pt x="171898" y="18321"/>
                  <a:pt x="172952" y="17637"/>
                  <a:pt x="176182" y="20317"/>
                </a:cubicBezTo>
                <a:cubicBezTo>
                  <a:pt x="178636" y="22355"/>
                  <a:pt x="179182" y="24572"/>
                  <a:pt x="177678" y="26406"/>
                </a:cubicBezTo>
                <a:cubicBezTo>
                  <a:pt x="176378" y="27992"/>
                  <a:pt x="174502" y="35852"/>
                  <a:pt x="173510" y="43871"/>
                </a:cubicBezTo>
                <a:lnTo>
                  <a:pt x="171706" y="58451"/>
                </a:lnTo>
                <a:lnTo>
                  <a:pt x="179820" y="60233"/>
                </a:lnTo>
                <a:cubicBezTo>
                  <a:pt x="190172" y="62507"/>
                  <a:pt x="195468" y="58253"/>
                  <a:pt x="195468" y="47665"/>
                </a:cubicBezTo>
                <a:cubicBezTo>
                  <a:pt x="195468" y="37295"/>
                  <a:pt x="201609" y="33273"/>
                  <a:pt x="212893" y="36256"/>
                </a:cubicBezTo>
                <a:cubicBezTo>
                  <a:pt x="222809" y="38877"/>
                  <a:pt x="222920" y="39758"/>
                  <a:pt x="215787" y="59322"/>
                </a:cubicBezTo>
                <a:cubicBezTo>
                  <a:pt x="210635" y="73452"/>
                  <a:pt x="209804" y="74357"/>
                  <a:pt x="202515" y="73785"/>
                </a:cubicBezTo>
                <a:cubicBezTo>
                  <a:pt x="198132" y="73441"/>
                  <a:pt x="194241" y="74583"/>
                  <a:pt x="193598" y="76402"/>
                </a:cubicBezTo>
                <a:cubicBezTo>
                  <a:pt x="192970" y="78177"/>
                  <a:pt x="194295" y="79629"/>
                  <a:pt x="196544" y="79629"/>
                </a:cubicBezTo>
                <a:cubicBezTo>
                  <a:pt x="198791" y="79629"/>
                  <a:pt x="200631" y="80768"/>
                  <a:pt x="200631" y="82161"/>
                </a:cubicBezTo>
                <a:cubicBezTo>
                  <a:pt x="200631" y="85088"/>
                  <a:pt x="191380" y="87587"/>
                  <a:pt x="183851" y="86694"/>
                </a:cubicBezTo>
                <a:cubicBezTo>
                  <a:pt x="180197" y="86261"/>
                  <a:pt x="178910" y="87403"/>
                  <a:pt x="179447" y="90600"/>
                </a:cubicBezTo>
                <a:cubicBezTo>
                  <a:pt x="179864" y="93084"/>
                  <a:pt x="178915" y="95117"/>
                  <a:pt x="177337" y="95117"/>
                </a:cubicBezTo>
                <a:cubicBezTo>
                  <a:pt x="175731" y="95117"/>
                  <a:pt x="175129" y="97199"/>
                  <a:pt x="175970" y="99847"/>
                </a:cubicBezTo>
                <a:cubicBezTo>
                  <a:pt x="176899" y="102775"/>
                  <a:pt x="175493" y="106367"/>
                  <a:pt x="172279" y="109275"/>
                </a:cubicBezTo>
                <a:cubicBezTo>
                  <a:pt x="169424" y="111859"/>
                  <a:pt x="165130" y="120185"/>
                  <a:pt x="162736" y="127778"/>
                </a:cubicBezTo>
                <a:cubicBezTo>
                  <a:pt x="160343" y="135371"/>
                  <a:pt x="156854" y="141584"/>
                  <a:pt x="154984" y="141584"/>
                </a:cubicBezTo>
                <a:cubicBezTo>
                  <a:pt x="149300" y="141584"/>
                  <a:pt x="151188" y="148854"/>
                  <a:pt x="157382" y="150820"/>
                </a:cubicBezTo>
                <a:cubicBezTo>
                  <a:pt x="160571" y="151832"/>
                  <a:pt x="164451" y="154398"/>
                  <a:pt x="166003" y="156522"/>
                </a:cubicBezTo>
                <a:cubicBezTo>
                  <a:pt x="168191" y="159513"/>
                  <a:pt x="171101" y="159898"/>
                  <a:pt x="178921" y="158229"/>
                </a:cubicBezTo>
                <a:cubicBezTo>
                  <a:pt x="184472" y="157045"/>
                  <a:pt x="194242" y="155975"/>
                  <a:pt x="200631" y="155851"/>
                </a:cubicBezTo>
                <a:cubicBezTo>
                  <a:pt x="239506" y="155102"/>
                  <a:pt x="240586" y="154881"/>
                  <a:pt x="253127" y="145110"/>
                </a:cubicBezTo>
                <a:cubicBezTo>
                  <a:pt x="266671" y="134558"/>
                  <a:pt x="268972" y="125175"/>
                  <a:pt x="260004" y="117060"/>
                </a:cubicBezTo>
                <a:cubicBezTo>
                  <a:pt x="253254" y="110951"/>
                  <a:pt x="253492" y="108529"/>
                  <a:pt x="261186" y="105023"/>
                </a:cubicBezTo>
                <a:cubicBezTo>
                  <a:pt x="266361" y="102665"/>
                  <a:pt x="269974" y="103183"/>
                  <a:pt x="280779" y="107831"/>
                </a:cubicBezTo>
                <a:cubicBezTo>
                  <a:pt x="296129" y="114435"/>
                  <a:pt x="303140" y="113127"/>
                  <a:pt x="316123" y="101238"/>
                </a:cubicBezTo>
                <a:cubicBezTo>
                  <a:pt x="320574" y="97162"/>
                  <a:pt x="327915" y="90541"/>
                  <a:pt x="332436" y="86525"/>
                </a:cubicBezTo>
                <a:lnTo>
                  <a:pt x="340656" y="79224"/>
                </a:lnTo>
                <a:lnTo>
                  <a:pt x="348855" y="87171"/>
                </a:lnTo>
                <a:cubicBezTo>
                  <a:pt x="353365" y="91541"/>
                  <a:pt x="358951" y="95117"/>
                  <a:pt x="361269" y="95117"/>
                </a:cubicBezTo>
                <a:cubicBezTo>
                  <a:pt x="364761" y="95117"/>
                  <a:pt x="365087" y="96499"/>
                  <a:pt x="363171" y="103178"/>
                </a:cubicBezTo>
                <a:cubicBezTo>
                  <a:pt x="361900" y="107612"/>
                  <a:pt x="358803" y="114292"/>
                  <a:pt x="356290" y="118022"/>
                </a:cubicBezTo>
                <a:cubicBezTo>
                  <a:pt x="353286" y="122482"/>
                  <a:pt x="351997" y="128425"/>
                  <a:pt x="352528" y="135380"/>
                </a:cubicBezTo>
                <a:cubicBezTo>
                  <a:pt x="353262" y="145010"/>
                  <a:pt x="352644" y="146241"/>
                  <a:pt x="345616" y="149152"/>
                </a:cubicBezTo>
                <a:cubicBezTo>
                  <a:pt x="341239" y="150965"/>
                  <a:pt x="337248" y="154934"/>
                  <a:pt x="336399" y="158318"/>
                </a:cubicBezTo>
                <a:cubicBezTo>
                  <a:pt x="335575" y="161601"/>
                  <a:pt x="330673" y="169343"/>
                  <a:pt x="325505" y="175523"/>
                </a:cubicBezTo>
                <a:cubicBezTo>
                  <a:pt x="311850" y="191852"/>
                  <a:pt x="310247" y="196441"/>
                  <a:pt x="315430" y="204352"/>
                </a:cubicBezTo>
                <a:cubicBezTo>
                  <a:pt x="319567" y="210666"/>
                  <a:pt x="319502" y="211324"/>
                  <a:pt x="313994" y="218773"/>
                </a:cubicBezTo>
                <a:cubicBezTo>
                  <a:pt x="309522" y="224822"/>
                  <a:pt x="305556" y="226939"/>
                  <a:pt x="296375" y="228175"/>
                </a:cubicBezTo>
                <a:cubicBezTo>
                  <a:pt x="280209" y="230353"/>
                  <a:pt x="268738" y="234086"/>
                  <a:pt x="265231" y="238311"/>
                </a:cubicBezTo>
                <a:cubicBezTo>
                  <a:pt x="263619" y="240253"/>
                  <a:pt x="254493" y="243158"/>
                  <a:pt x="244951" y="244768"/>
                </a:cubicBezTo>
                <a:cubicBezTo>
                  <a:pt x="224827" y="248162"/>
                  <a:pt x="223542" y="248854"/>
                  <a:pt x="219261" y="258588"/>
                </a:cubicBezTo>
                <a:cubicBezTo>
                  <a:pt x="215450" y="267254"/>
                  <a:pt x="216976" y="270661"/>
                  <a:pt x="224662" y="270643"/>
                </a:cubicBezTo>
                <a:cubicBezTo>
                  <a:pt x="227772" y="270636"/>
                  <a:pt x="235733" y="272571"/>
                  <a:pt x="242353" y="274944"/>
                </a:cubicBezTo>
                <a:cubicBezTo>
                  <a:pt x="253677" y="279002"/>
                  <a:pt x="254241" y="279644"/>
                  <a:pt x="251900" y="285801"/>
                </a:cubicBezTo>
                <a:cubicBezTo>
                  <a:pt x="250237" y="290175"/>
                  <a:pt x="250396" y="296447"/>
                  <a:pt x="252381" y="304719"/>
                </a:cubicBezTo>
                <a:cubicBezTo>
                  <a:pt x="255038" y="315794"/>
                  <a:pt x="255971" y="316937"/>
                  <a:pt x="261267" y="315608"/>
                </a:cubicBezTo>
                <a:cubicBezTo>
                  <a:pt x="264522" y="314791"/>
                  <a:pt x="267946" y="315353"/>
                  <a:pt x="268876" y="316858"/>
                </a:cubicBezTo>
                <a:cubicBezTo>
                  <a:pt x="271618" y="321295"/>
                  <a:pt x="260047" y="334538"/>
                  <a:pt x="252027" y="336142"/>
                </a:cubicBezTo>
                <a:cubicBezTo>
                  <a:pt x="247958" y="336956"/>
                  <a:pt x="238159" y="342892"/>
                  <a:pt x="230251" y="349333"/>
                </a:cubicBezTo>
                <a:cubicBezTo>
                  <a:pt x="219279" y="358270"/>
                  <a:pt x="214445" y="360685"/>
                  <a:pt x="209844" y="359530"/>
                </a:cubicBezTo>
                <a:cubicBezTo>
                  <a:pt x="206527" y="358698"/>
                  <a:pt x="199613" y="359176"/>
                  <a:pt x="194478" y="360594"/>
                </a:cubicBezTo>
                <a:cubicBezTo>
                  <a:pt x="186278" y="362858"/>
                  <a:pt x="185142" y="362612"/>
                  <a:pt x="185142" y="358570"/>
                </a:cubicBezTo>
                <a:close/>
              </a:path>
            </a:pathLst>
          </a:custGeom>
          <a:solidFill>
            <a:srgbClr val="B9B9B9"/>
          </a:solidFill>
          <a:ln w="5163" cap="flat">
            <a:noFill/>
            <a:prstDash val="solid"/>
            <a:miter/>
          </a:ln>
        </p:spPr>
        <p:txBody>
          <a:bodyPr/>
          <a:lstStyle/>
          <a:p>
            <a:endParaRPr lang="es-419" noProof="0" dirty="0"/>
          </a:p>
        </p:txBody>
      </p:sp>
      <p:sp>
        <p:nvSpPr>
          <p:cNvPr id="46" name="Forma libre: forma 45">
            <a:extLst>
              <a:ext uri="{FF2B5EF4-FFF2-40B4-BE49-F238E27FC236}">
                <a16:creationId xmlns:a16="http://schemas.microsoft.com/office/drawing/2014/main" id="{743B1E81-56C4-29F5-0F4B-DC5EDA61EBFE}"/>
              </a:ext>
            </a:extLst>
          </p:cNvPr>
          <p:cNvSpPr/>
          <p:nvPr/>
        </p:nvSpPr>
        <p:spPr>
          <a:xfrm>
            <a:off x="1331227" y="2128697"/>
            <a:ext cx="198884" cy="167193"/>
          </a:xfrm>
          <a:custGeom>
            <a:avLst/>
            <a:gdLst>
              <a:gd name="csX0" fmla="*/ 102761 w 198884"/>
              <a:gd name="csY0" fmla="*/ 161938 h 167193"/>
              <a:gd name="csX1" fmla="*/ 88269 w 198884"/>
              <a:gd name="csY1" fmla="*/ 157454 h 167193"/>
              <a:gd name="csX2" fmla="*/ 69481 w 198884"/>
              <a:gd name="csY2" fmla="*/ 161146 h 167193"/>
              <a:gd name="csX3" fmla="*/ 60039 w 198884"/>
              <a:gd name="csY3" fmla="*/ 160242 h 167193"/>
              <a:gd name="csX4" fmla="*/ 55236 w 198884"/>
              <a:gd name="csY4" fmla="*/ 148107 h 167193"/>
              <a:gd name="csX5" fmla="*/ 50480 w 198884"/>
              <a:gd name="csY5" fmla="*/ 138608 h 167193"/>
              <a:gd name="csX6" fmla="*/ 28907 w 198884"/>
              <a:gd name="csY6" fmla="*/ 140363 h 167193"/>
              <a:gd name="csX7" fmla="*/ 11289 w 198884"/>
              <a:gd name="csY7" fmla="*/ 137781 h 167193"/>
              <a:gd name="csX8" fmla="*/ 6827 w 198884"/>
              <a:gd name="csY8" fmla="*/ 131288 h 167193"/>
              <a:gd name="csX9" fmla="*/ 1775 w 198884"/>
              <a:gd name="csY9" fmla="*/ 129012 h 167193"/>
              <a:gd name="csX10" fmla="*/ 4158 w 198884"/>
              <a:gd name="csY10" fmla="*/ 118778 h 167193"/>
              <a:gd name="csX11" fmla="*/ 5752 w 198884"/>
              <a:gd name="csY11" fmla="*/ 106007 h 167193"/>
              <a:gd name="csX12" fmla="*/ 11789 w 198884"/>
              <a:gd name="csY12" fmla="*/ 81269 h 167193"/>
              <a:gd name="csX13" fmla="*/ 23630 w 198884"/>
              <a:gd name="csY13" fmla="*/ 62821 h 167193"/>
              <a:gd name="csX14" fmla="*/ 32410 w 198884"/>
              <a:gd name="csY14" fmla="*/ 53884 h 167193"/>
              <a:gd name="csX15" fmla="*/ 41084 w 198884"/>
              <a:gd name="csY15" fmla="*/ 33929 h 167193"/>
              <a:gd name="csX16" fmla="*/ 44790 w 198884"/>
              <a:gd name="csY16" fmla="*/ 21065 h 167193"/>
              <a:gd name="csX17" fmla="*/ 50866 w 198884"/>
              <a:gd name="csY17" fmla="*/ 7384 h 167193"/>
              <a:gd name="csX18" fmla="*/ 69085 w 198884"/>
              <a:gd name="csY18" fmla="*/ 3371 h 167193"/>
              <a:gd name="csX19" fmla="*/ 83968 w 198884"/>
              <a:gd name="csY19" fmla="*/ 7430 h 167193"/>
              <a:gd name="csX20" fmla="*/ 103250 w 198884"/>
              <a:gd name="csY20" fmla="*/ 16788 h 167193"/>
              <a:gd name="csX21" fmla="*/ 120904 w 198884"/>
              <a:gd name="csY21" fmla="*/ 28277 h 167193"/>
              <a:gd name="csX22" fmla="*/ 134887 w 198884"/>
              <a:gd name="csY22" fmla="*/ 23438 h 167193"/>
              <a:gd name="csX23" fmla="*/ 159058 w 198884"/>
              <a:gd name="csY23" fmla="*/ 20032 h 167193"/>
              <a:gd name="csX24" fmla="*/ 176483 w 198884"/>
              <a:gd name="csY24" fmla="*/ 28515 h 167193"/>
              <a:gd name="csX25" fmla="*/ 192460 w 198884"/>
              <a:gd name="csY25" fmla="*/ 37014 h 167193"/>
              <a:gd name="csX26" fmla="*/ 196332 w 198884"/>
              <a:gd name="csY26" fmla="*/ 44480 h 167193"/>
              <a:gd name="csX27" fmla="*/ 196153 w 198884"/>
              <a:gd name="csY27" fmla="*/ 52404 h 167193"/>
              <a:gd name="csX28" fmla="*/ 187288 w 198884"/>
              <a:gd name="csY28" fmla="*/ 53879 h 167193"/>
              <a:gd name="csX29" fmla="*/ 174390 w 198884"/>
              <a:gd name="csY29" fmla="*/ 56149 h 167193"/>
              <a:gd name="csX30" fmla="*/ 170518 w 198884"/>
              <a:gd name="csY30" fmla="*/ 64210 h 167193"/>
              <a:gd name="csX31" fmla="*/ 166645 w 198884"/>
              <a:gd name="csY31" fmla="*/ 72206 h 167193"/>
              <a:gd name="csX32" fmla="*/ 158901 w 198884"/>
              <a:gd name="csY32" fmla="*/ 75439 h 167193"/>
              <a:gd name="csX33" fmla="*/ 151157 w 198884"/>
              <a:gd name="csY33" fmla="*/ 76992 h 167193"/>
              <a:gd name="csX34" fmla="*/ 142182 w 198884"/>
              <a:gd name="csY34" fmla="*/ 79321 h 167193"/>
              <a:gd name="csX35" fmla="*/ 127056 w 198884"/>
              <a:gd name="csY35" fmla="*/ 97769 h 167193"/>
              <a:gd name="csX36" fmla="*/ 130544 w 198884"/>
              <a:gd name="csY36" fmla="*/ 109385 h 167193"/>
              <a:gd name="csX37" fmla="*/ 134269 w 198884"/>
              <a:gd name="csY37" fmla="*/ 120288 h 167193"/>
              <a:gd name="csX38" fmla="*/ 148765 w 198884"/>
              <a:gd name="csY38" fmla="*/ 140043 h 167193"/>
              <a:gd name="csX39" fmla="*/ 155377 w 198884"/>
              <a:gd name="csY39" fmla="*/ 157142 h 167193"/>
              <a:gd name="csX40" fmla="*/ 143045 w 198884"/>
              <a:gd name="csY40" fmla="*/ 162040 h 167193"/>
              <a:gd name="csX41" fmla="*/ 102761 w 198884"/>
              <a:gd name="csY41" fmla="*/ 161938 h 167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Lst>
            <a:rect l="l" t="t" r="r" b="b"/>
            <a:pathLst>
              <a:path w="198884" h="167193">
                <a:moveTo>
                  <a:pt x="102761" y="161938"/>
                </a:moveTo>
                <a:cubicBezTo>
                  <a:pt x="101767" y="158136"/>
                  <a:pt x="99022" y="157287"/>
                  <a:pt x="88269" y="157454"/>
                </a:cubicBezTo>
                <a:cubicBezTo>
                  <a:pt x="80973" y="157567"/>
                  <a:pt x="72518" y="159228"/>
                  <a:pt x="69481" y="161146"/>
                </a:cubicBezTo>
                <a:cubicBezTo>
                  <a:pt x="64710" y="164157"/>
                  <a:pt x="63423" y="164033"/>
                  <a:pt x="60039" y="160242"/>
                </a:cubicBezTo>
                <a:cubicBezTo>
                  <a:pt x="57884" y="157827"/>
                  <a:pt x="55723" y="152366"/>
                  <a:pt x="55236" y="148107"/>
                </a:cubicBezTo>
                <a:cubicBezTo>
                  <a:pt x="54750" y="143848"/>
                  <a:pt x="52610" y="139573"/>
                  <a:pt x="50480" y="138608"/>
                </a:cubicBezTo>
                <a:cubicBezTo>
                  <a:pt x="43634" y="135506"/>
                  <a:pt x="32890" y="136379"/>
                  <a:pt x="28907" y="140363"/>
                </a:cubicBezTo>
                <a:cubicBezTo>
                  <a:pt x="22942" y="146328"/>
                  <a:pt x="14628" y="145109"/>
                  <a:pt x="11289" y="137781"/>
                </a:cubicBezTo>
                <a:cubicBezTo>
                  <a:pt x="9671" y="134232"/>
                  <a:pt x="7664" y="131310"/>
                  <a:pt x="6827" y="131288"/>
                </a:cubicBezTo>
                <a:cubicBezTo>
                  <a:pt x="5990" y="131266"/>
                  <a:pt x="3716" y="130242"/>
                  <a:pt x="1775" y="129012"/>
                </a:cubicBezTo>
                <a:cubicBezTo>
                  <a:pt x="-1083" y="127202"/>
                  <a:pt x="-629" y="125253"/>
                  <a:pt x="4158" y="118778"/>
                </a:cubicBezTo>
                <a:cubicBezTo>
                  <a:pt x="9713" y="111264"/>
                  <a:pt x="9810" y="110491"/>
                  <a:pt x="5752" y="106007"/>
                </a:cubicBezTo>
                <a:cubicBezTo>
                  <a:pt x="-610" y="98977"/>
                  <a:pt x="325" y="95142"/>
                  <a:pt x="11789" y="81269"/>
                </a:cubicBezTo>
                <a:cubicBezTo>
                  <a:pt x="17485" y="74376"/>
                  <a:pt x="22814" y="66074"/>
                  <a:pt x="23630" y="62821"/>
                </a:cubicBezTo>
                <a:cubicBezTo>
                  <a:pt x="24447" y="59568"/>
                  <a:pt x="28398" y="55546"/>
                  <a:pt x="32410" y="53884"/>
                </a:cubicBezTo>
                <a:cubicBezTo>
                  <a:pt x="40181" y="50665"/>
                  <a:pt x="43478" y="43081"/>
                  <a:pt x="41084" y="33929"/>
                </a:cubicBezTo>
                <a:cubicBezTo>
                  <a:pt x="40186" y="30493"/>
                  <a:pt x="41619" y="25519"/>
                  <a:pt x="44790" y="21065"/>
                </a:cubicBezTo>
                <a:cubicBezTo>
                  <a:pt x="47634" y="17072"/>
                  <a:pt x="50368" y="10915"/>
                  <a:pt x="50866" y="7384"/>
                </a:cubicBezTo>
                <a:cubicBezTo>
                  <a:pt x="51978" y="-503"/>
                  <a:pt x="60785" y="-2442"/>
                  <a:pt x="69085" y="3371"/>
                </a:cubicBezTo>
                <a:cubicBezTo>
                  <a:pt x="72262" y="5597"/>
                  <a:pt x="78960" y="7424"/>
                  <a:pt x="83968" y="7430"/>
                </a:cubicBezTo>
                <a:cubicBezTo>
                  <a:pt x="90827" y="7440"/>
                  <a:pt x="95585" y="9748"/>
                  <a:pt x="103250" y="16788"/>
                </a:cubicBezTo>
                <a:cubicBezTo>
                  <a:pt x="108847" y="21927"/>
                  <a:pt x="116791" y="27098"/>
                  <a:pt x="120904" y="28277"/>
                </a:cubicBezTo>
                <a:cubicBezTo>
                  <a:pt x="127215" y="30087"/>
                  <a:pt x="129398" y="29332"/>
                  <a:pt x="134887" y="23438"/>
                </a:cubicBezTo>
                <a:cubicBezTo>
                  <a:pt x="142030" y="15767"/>
                  <a:pt x="156507" y="13727"/>
                  <a:pt x="159058" y="20032"/>
                </a:cubicBezTo>
                <a:cubicBezTo>
                  <a:pt x="159855" y="22000"/>
                  <a:pt x="167696" y="25818"/>
                  <a:pt x="176483" y="28515"/>
                </a:cubicBezTo>
                <a:cubicBezTo>
                  <a:pt x="186066" y="31457"/>
                  <a:pt x="192460" y="34858"/>
                  <a:pt x="192460" y="37014"/>
                </a:cubicBezTo>
                <a:cubicBezTo>
                  <a:pt x="192460" y="38991"/>
                  <a:pt x="194203" y="42351"/>
                  <a:pt x="196332" y="44480"/>
                </a:cubicBezTo>
                <a:cubicBezTo>
                  <a:pt x="199774" y="47922"/>
                  <a:pt x="199754" y="48803"/>
                  <a:pt x="196153" y="52404"/>
                </a:cubicBezTo>
                <a:cubicBezTo>
                  <a:pt x="193159" y="55398"/>
                  <a:pt x="190845" y="55783"/>
                  <a:pt x="187288" y="53879"/>
                </a:cubicBezTo>
                <a:cubicBezTo>
                  <a:pt x="179800" y="49872"/>
                  <a:pt x="174390" y="50824"/>
                  <a:pt x="174390" y="56149"/>
                </a:cubicBezTo>
                <a:cubicBezTo>
                  <a:pt x="174390" y="58815"/>
                  <a:pt x="172647" y="62442"/>
                  <a:pt x="170518" y="64210"/>
                </a:cubicBezTo>
                <a:cubicBezTo>
                  <a:pt x="168388" y="65977"/>
                  <a:pt x="166645" y="69575"/>
                  <a:pt x="166645" y="72206"/>
                </a:cubicBezTo>
                <a:cubicBezTo>
                  <a:pt x="166645" y="76143"/>
                  <a:pt x="165276" y="76714"/>
                  <a:pt x="158901" y="75439"/>
                </a:cubicBezTo>
                <a:cubicBezTo>
                  <a:pt x="153734" y="74406"/>
                  <a:pt x="151157" y="74922"/>
                  <a:pt x="151157" y="76992"/>
                </a:cubicBezTo>
                <a:cubicBezTo>
                  <a:pt x="151157" y="78961"/>
                  <a:pt x="147877" y="79812"/>
                  <a:pt x="142182" y="79321"/>
                </a:cubicBezTo>
                <a:cubicBezTo>
                  <a:pt x="130428" y="78308"/>
                  <a:pt x="124889" y="85064"/>
                  <a:pt x="127056" y="97769"/>
                </a:cubicBezTo>
                <a:cubicBezTo>
                  <a:pt x="127904" y="102738"/>
                  <a:pt x="129473" y="107965"/>
                  <a:pt x="130544" y="109385"/>
                </a:cubicBezTo>
                <a:cubicBezTo>
                  <a:pt x="131614" y="110805"/>
                  <a:pt x="133291" y="115711"/>
                  <a:pt x="134269" y="120288"/>
                </a:cubicBezTo>
                <a:cubicBezTo>
                  <a:pt x="135415" y="125645"/>
                  <a:pt x="140578" y="132682"/>
                  <a:pt x="148765" y="140043"/>
                </a:cubicBezTo>
                <a:cubicBezTo>
                  <a:pt x="162833" y="152691"/>
                  <a:pt x="164554" y="157142"/>
                  <a:pt x="155377" y="157142"/>
                </a:cubicBezTo>
                <a:cubicBezTo>
                  <a:pt x="152019" y="157142"/>
                  <a:pt x="146470" y="159346"/>
                  <a:pt x="143045" y="162040"/>
                </a:cubicBezTo>
                <a:cubicBezTo>
                  <a:pt x="134241" y="168966"/>
                  <a:pt x="104579" y="168891"/>
                  <a:pt x="102761" y="161938"/>
                </a:cubicBezTo>
                <a:close/>
              </a:path>
            </a:pathLst>
          </a:custGeom>
          <a:solidFill>
            <a:srgbClr val="B9B9B9"/>
          </a:solidFill>
          <a:ln w="5163" cap="flat">
            <a:noFill/>
            <a:prstDash val="solid"/>
            <a:miter/>
          </a:ln>
        </p:spPr>
        <p:txBody>
          <a:bodyPr/>
          <a:lstStyle/>
          <a:p>
            <a:endParaRPr lang="es-419" noProof="0" dirty="0"/>
          </a:p>
        </p:txBody>
      </p:sp>
      <p:sp>
        <p:nvSpPr>
          <p:cNvPr id="47" name="Forma libre: forma 46">
            <a:extLst>
              <a:ext uri="{FF2B5EF4-FFF2-40B4-BE49-F238E27FC236}">
                <a16:creationId xmlns:a16="http://schemas.microsoft.com/office/drawing/2014/main" id="{798CF25D-F760-8D2B-CF3D-5FA469695065}"/>
              </a:ext>
            </a:extLst>
          </p:cNvPr>
          <p:cNvSpPr/>
          <p:nvPr/>
        </p:nvSpPr>
        <p:spPr>
          <a:xfrm>
            <a:off x="1461542" y="2144566"/>
            <a:ext cx="129500" cy="144710"/>
          </a:xfrm>
          <a:custGeom>
            <a:avLst/>
            <a:gdLst>
              <a:gd name="csX0" fmla="*/ 39451 w 129500"/>
              <a:gd name="csY0" fmla="*/ 143362 h 144710"/>
              <a:gd name="csX1" fmla="*/ 36297 w 129500"/>
              <a:gd name="csY1" fmla="*/ 137530 h 144710"/>
              <a:gd name="csX2" fmla="*/ 22310 w 129500"/>
              <a:gd name="csY2" fmla="*/ 122582 h 144710"/>
              <a:gd name="csX3" fmla="*/ 6555 w 129500"/>
              <a:gd name="csY3" fmla="*/ 101930 h 144710"/>
              <a:gd name="csX4" fmla="*/ 2723 w 129500"/>
              <a:gd name="csY4" fmla="*/ 90935 h 144710"/>
              <a:gd name="csX5" fmla="*/ 1214 w 129500"/>
              <a:gd name="csY5" fmla="*/ 71343 h 144710"/>
              <a:gd name="csX6" fmla="*/ 12550 w 129500"/>
              <a:gd name="csY6" fmla="*/ 66880 h 144710"/>
              <a:gd name="csX7" fmla="*/ 22940 w 129500"/>
              <a:gd name="csY7" fmla="*/ 63986 h 144710"/>
              <a:gd name="csX8" fmla="*/ 31348 w 129500"/>
              <a:gd name="csY8" fmla="*/ 62963 h 144710"/>
              <a:gd name="csX9" fmla="*/ 38911 w 129500"/>
              <a:gd name="csY9" fmla="*/ 59306 h 144710"/>
              <a:gd name="csX10" fmla="*/ 42783 w 129500"/>
              <a:gd name="csY10" fmla="*/ 50923 h 144710"/>
              <a:gd name="csX11" fmla="*/ 46656 w 129500"/>
              <a:gd name="csY11" fmla="*/ 42586 h 144710"/>
              <a:gd name="csX12" fmla="*/ 51173 w 129500"/>
              <a:gd name="csY12" fmla="*/ 39323 h 144710"/>
              <a:gd name="csX13" fmla="*/ 69566 w 129500"/>
              <a:gd name="csY13" fmla="*/ 37767 h 144710"/>
              <a:gd name="csX14" fmla="*/ 69872 w 129500"/>
              <a:gd name="csY14" fmla="*/ 27120 h 144710"/>
              <a:gd name="csX15" fmla="*/ 67231 w 129500"/>
              <a:gd name="csY15" fmla="*/ 13692 h 144710"/>
              <a:gd name="csX16" fmla="*/ 69736 w 129500"/>
              <a:gd name="csY16" fmla="*/ 7102 h 144710"/>
              <a:gd name="csX17" fmla="*/ 81814 w 129500"/>
              <a:gd name="csY17" fmla="*/ 13524 h 144710"/>
              <a:gd name="csX18" fmla="*/ 100866 w 129500"/>
              <a:gd name="csY18" fmla="*/ 15068 h 144710"/>
              <a:gd name="csX19" fmla="*/ 113355 w 129500"/>
              <a:gd name="csY19" fmla="*/ 326 h 144710"/>
              <a:gd name="csX20" fmla="*/ 116355 w 129500"/>
              <a:gd name="csY20" fmla="*/ 6085 h 144710"/>
              <a:gd name="csX21" fmla="*/ 122928 w 129500"/>
              <a:gd name="csY21" fmla="*/ 21207 h 144710"/>
              <a:gd name="csX22" fmla="*/ 129501 w 129500"/>
              <a:gd name="csY22" fmla="*/ 32422 h 144710"/>
              <a:gd name="csX23" fmla="*/ 122289 w 129500"/>
              <a:gd name="csY23" fmla="*/ 39110 h 144710"/>
              <a:gd name="csX24" fmla="*/ 114210 w 129500"/>
              <a:gd name="csY24" fmla="*/ 43197 h 144710"/>
              <a:gd name="csX25" fmla="*/ 100996 w 129500"/>
              <a:gd name="csY25" fmla="*/ 50277 h 144710"/>
              <a:gd name="csX26" fmla="*/ 91480 w 129500"/>
              <a:gd name="csY26" fmla="*/ 69527 h 144710"/>
              <a:gd name="csX27" fmla="*/ 86825 w 129500"/>
              <a:gd name="csY27" fmla="*/ 82667 h 144710"/>
              <a:gd name="csX28" fmla="*/ 75170 w 129500"/>
              <a:gd name="csY28" fmla="*/ 92424 h 144710"/>
              <a:gd name="csX29" fmla="*/ 62144 w 129500"/>
              <a:gd name="csY29" fmla="*/ 108405 h 144710"/>
              <a:gd name="csX30" fmla="*/ 58272 w 129500"/>
              <a:gd name="csY30" fmla="*/ 119688 h 144710"/>
              <a:gd name="csX31" fmla="*/ 54400 w 129500"/>
              <a:gd name="csY31" fmla="*/ 127352 h 144710"/>
              <a:gd name="csX32" fmla="*/ 52416 w 129500"/>
              <a:gd name="csY32" fmla="*/ 133529 h 144710"/>
              <a:gd name="csX33" fmla="*/ 46503 w 129500"/>
              <a:gd name="csY33" fmla="*/ 140006 h 144710"/>
              <a:gd name="csX34" fmla="*/ 39451 w 129500"/>
              <a:gd name="csY34" fmla="*/ 143362 h 1447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129500" h="144710">
                <a:moveTo>
                  <a:pt x="39451" y="143362"/>
                </a:moveTo>
                <a:cubicBezTo>
                  <a:pt x="37734" y="141645"/>
                  <a:pt x="36315" y="139021"/>
                  <a:pt x="36297" y="137530"/>
                </a:cubicBezTo>
                <a:cubicBezTo>
                  <a:pt x="36279" y="136040"/>
                  <a:pt x="29985" y="129313"/>
                  <a:pt x="22310" y="122582"/>
                </a:cubicBezTo>
                <a:cubicBezTo>
                  <a:pt x="12868" y="114302"/>
                  <a:pt x="7773" y="107623"/>
                  <a:pt x="6555" y="101930"/>
                </a:cubicBezTo>
                <a:cubicBezTo>
                  <a:pt x="5566" y="97303"/>
                  <a:pt x="3842" y="92355"/>
                  <a:pt x="2723" y="90935"/>
                </a:cubicBezTo>
                <a:cubicBezTo>
                  <a:pt x="-91" y="87360"/>
                  <a:pt x="-945" y="76286"/>
                  <a:pt x="1214" y="71343"/>
                </a:cubicBezTo>
                <a:cubicBezTo>
                  <a:pt x="2338" y="68767"/>
                  <a:pt x="6560" y="67105"/>
                  <a:pt x="12550" y="66880"/>
                </a:cubicBezTo>
                <a:cubicBezTo>
                  <a:pt x="17800" y="66683"/>
                  <a:pt x="22476" y="65380"/>
                  <a:pt x="22940" y="63986"/>
                </a:cubicBezTo>
                <a:cubicBezTo>
                  <a:pt x="23405" y="62591"/>
                  <a:pt x="27189" y="62131"/>
                  <a:pt x="31348" y="62963"/>
                </a:cubicBezTo>
                <a:cubicBezTo>
                  <a:pt x="37697" y="64232"/>
                  <a:pt x="38911" y="63645"/>
                  <a:pt x="38911" y="59306"/>
                </a:cubicBezTo>
                <a:cubicBezTo>
                  <a:pt x="38911" y="56463"/>
                  <a:pt x="40654" y="52690"/>
                  <a:pt x="42783" y="50923"/>
                </a:cubicBezTo>
                <a:cubicBezTo>
                  <a:pt x="44913" y="49155"/>
                  <a:pt x="46656" y="45404"/>
                  <a:pt x="46656" y="42586"/>
                </a:cubicBezTo>
                <a:cubicBezTo>
                  <a:pt x="46656" y="38720"/>
                  <a:pt x="47764" y="37919"/>
                  <a:pt x="51173" y="39323"/>
                </a:cubicBezTo>
                <a:cubicBezTo>
                  <a:pt x="61512" y="43579"/>
                  <a:pt x="64377" y="43337"/>
                  <a:pt x="69566" y="37767"/>
                </a:cubicBezTo>
                <a:cubicBezTo>
                  <a:pt x="75009" y="31925"/>
                  <a:pt x="75010" y="31906"/>
                  <a:pt x="69872" y="27120"/>
                </a:cubicBezTo>
                <a:cubicBezTo>
                  <a:pt x="63882" y="21540"/>
                  <a:pt x="64007" y="22172"/>
                  <a:pt x="67231" y="13692"/>
                </a:cubicBezTo>
                <a:lnTo>
                  <a:pt x="69736" y="7102"/>
                </a:lnTo>
                <a:lnTo>
                  <a:pt x="81814" y="13524"/>
                </a:lnTo>
                <a:cubicBezTo>
                  <a:pt x="96277" y="21214"/>
                  <a:pt x="100866" y="21586"/>
                  <a:pt x="100866" y="15068"/>
                </a:cubicBezTo>
                <a:cubicBezTo>
                  <a:pt x="100866" y="8386"/>
                  <a:pt x="109640" y="-1970"/>
                  <a:pt x="113355" y="326"/>
                </a:cubicBezTo>
                <a:cubicBezTo>
                  <a:pt x="115005" y="1346"/>
                  <a:pt x="116355" y="3937"/>
                  <a:pt x="116355" y="6085"/>
                </a:cubicBezTo>
                <a:cubicBezTo>
                  <a:pt x="116355" y="8233"/>
                  <a:pt x="119313" y="15038"/>
                  <a:pt x="122928" y="21207"/>
                </a:cubicBezTo>
                <a:lnTo>
                  <a:pt x="129501" y="32422"/>
                </a:lnTo>
                <a:lnTo>
                  <a:pt x="122289" y="39110"/>
                </a:lnTo>
                <a:cubicBezTo>
                  <a:pt x="118322" y="42788"/>
                  <a:pt x="114687" y="44627"/>
                  <a:pt x="114210" y="43197"/>
                </a:cubicBezTo>
                <a:cubicBezTo>
                  <a:pt x="112111" y="36901"/>
                  <a:pt x="104310" y="41081"/>
                  <a:pt x="100996" y="50277"/>
                </a:cubicBezTo>
                <a:cubicBezTo>
                  <a:pt x="99077" y="55602"/>
                  <a:pt x="94795" y="64264"/>
                  <a:pt x="91480" y="69527"/>
                </a:cubicBezTo>
                <a:cubicBezTo>
                  <a:pt x="88166" y="74789"/>
                  <a:pt x="86071" y="80703"/>
                  <a:pt x="86825" y="82667"/>
                </a:cubicBezTo>
                <a:cubicBezTo>
                  <a:pt x="87734" y="85037"/>
                  <a:pt x="83812" y="88321"/>
                  <a:pt x="75170" y="92424"/>
                </a:cubicBezTo>
                <a:cubicBezTo>
                  <a:pt x="62898" y="98250"/>
                  <a:pt x="62144" y="99174"/>
                  <a:pt x="62144" y="108405"/>
                </a:cubicBezTo>
                <a:cubicBezTo>
                  <a:pt x="62144" y="114732"/>
                  <a:pt x="60773" y="118729"/>
                  <a:pt x="58272" y="119688"/>
                </a:cubicBezTo>
                <a:cubicBezTo>
                  <a:pt x="56143" y="120506"/>
                  <a:pt x="54400" y="123954"/>
                  <a:pt x="54400" y="127352"/>
                </a:cubicBezTo>
                <a:cubicBezTo>
                  <a:pt x="54400" y="130749"/>
                  <a:pt x="53507" y="133529"/>
                  <a:pt x="52416" y="133529"/>
                </a:cubicBezTo>
                <a:cubicBezTo>
                  <a:pt x="51325" y="133529"/>
                  <a:pt x="48664" y="136444"/>
                  <a:pt x="46503" y="140006"/>
                </a:cubicBezTo>
                <a:cubicBezTo>
                  <a:pt x="43429" y="145071"/>
                  <a:pt x="41892" y="145803"/>
                  <a:pt x="39451" y="143362"/>
                </a:cubicBezTo>
                <a:close/>
              </a:path>
            </a:pathLst>
          </a:custGeom>
          <a:solidFill>
            <a:srgbClr val="B9B9B9"/>
          </a:solidFill>
          <a:ln w="5163" cap="flat">
            <a:noFill/>
            <a:prstDash val="solid"/>
            <a:miter/>
          </a:ln>
        </p:spPr>
        <p:txBody>
          <a:bodyPr/>
          <a:lstStyle/>
          <a:p>
            <a:endParaRPr lang="es-419" noProof="0" dirty="0"/>
          </a:p>
        </p:txBody>
      </p:sp>
      <p:sp>
        <p:nvSpPr>
          <p:cNvPr id="48" name="Forma libre: forma 47">
            <a:extLst>
              <a:ext uri="{FF2B5EF4-FFF2-40B4-BE49-F238E27FC236}">
                <a16:creationId xmlns:a16="http://schemas.microsoft.com/office/drawing/2014/main" id="{29105B6B-6744-D9F2-54C5-0010896F6888}"/>
              </a:ext>
            </a:extLst>
          </p:cNvPr>
          <p:cNvSpPr/>
          <p:nvPr/>
        </p:nvSpPr>
        <p:spPr>
          <a:xfrm>
            <a:off x="2333829" y="2099494"/>
            <a:ext cx="245950" cy="186219"/>
          </a:xfrm>
          <a:custGeom>
            <a:avLst/>
            <a:gdLst>
              <a:gd name="csX0" fmla="*/ 63193 w 245950"/>
              <a:gd name="csY0" fmla="*/ 151536 h 186219"/>
              <a:gd name="csX1" fmla="*/ 28715 w 245950"/>
              <a:gd name="csY1" fmla="*/ 120621 h 186219"/>
              <a:gd name="csX2" fmla="*/ 15073 w 245950"/>
              <a:gd name="csY2" fmla="*/ 124390 h 186219"/>
              <a:gd name="csX3" fmla="*/ 5596 w 245950"/>
              <a:gd name="csY3" fmla="*/ 124390 h 186219"/>
              <a:gd name="csX4" fmla="*/ 5596 w 245950"/>
              <a:gd name="csY4" fmla="*/ 107763 h 186219"/>
              <a:gd name="csX5" fmla="*/ 3015 w 245950"/>
              <a:gd name="csY5" fmla="*/ 89541 h 186219"/>
              <a:gd name="csX6" fmla="*/ 11404 w 245950"/>
              <a:gd name="csY6" fmla="*/ 63244 h 186219"/>
              <a:gd name="csX7" fmla="*/ 106611 w 245950"/>
              <a:gd name="csY7" fmla="*/ 25070 h 186219"/>
              <a:gd name="csX8" fmla="*/ 133716 w 245950"/>
              <a:gd name="csY8" fmla="*/ 14252 h 186219"/>
              <a:gd name="csX9" fmla="*/ 160483 w 245950"/>
              <a:gd name="csY9" fmla="*/ 1908 h 186219"/>
              <a:gd name="csX10" fmla="*/ 238554 w 245950"/>
              <a:gd name="csY10" fmla="*/ 11931 h 186219"/>
              <a:gd name="csX11" fmla="*/ 245107 w 245950"/>
              <a:gd name="csY11" fmla="*/ 29136 h 186219"/>
              <a:gd name="csX12" fmla="*/ 240861 w 245950"/>
              <a:gd name="csY12" fmla="*/ 62435 h 186219"/>
              <a:gd name="csX13" fmla="*/ 234529 w 245950"/>
              <a:gd name="csY13" fmla="*/ 81796 h 186219"/>
              <a:gd name="csX14" fmla="*/ 183096 w 245950"/>
              <a:gd name="csY14" fmla="*/ 120518 h 186219"/>
              <a:gd name="csX15" fmla="*/ 112584 w 245950"/>
              <a:gd name="csY15" fmla="*/ 172730 h 186219"/>
              <a:gd name="csX16" fmla="*/ 93505 w 245950"/>
              <a:gd name="csY16" fmla="*/ 186220 h 186219"/>
              <a:gd name="csX17" fmla="*/ 63193 w 245950"/>
              <a:gd name="csY17" fmla="*/ 151536 h 1862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245950" h="186219">
                <a:moveTo>
                  <a:pt x="63193" y="151536"/>
                </a:moveTo>
                <a:cubicBezTo>
                  <a:pt x="35962" y="120379"/>
                  <a:pt x="32456" y="117236"/>
                  <a:pt x="28715" y="120621"/>
                </a:cubicBezTo>
                <a:cubicBezTo>
                  <a:pt x="26425" y="122694"/>
                  <a:pt x="20286" y="124390"/>
                  <a:pt x="15073" y="124390"/>
                </a:cubicBezTo>
                <a:lnTo>
                  <a:pt x="5596" y="124390"/>
                </a:lnTo>
                <a:lnTo>
                  <a:pt x="5596" y="107763"/>
                </a:lnTo>
                <a:cubicBezTo>
                  <a:pt x="5596" y="98618"/>
                  <a:pt x="4435" y="90418"/>
                  <a:pt x="3015" y="89541"/>
                </a:cubicBezTo>
                <a:cubicBezTo>
                  <a:pt x="-3245" y="85672"/>
                  <a:pt x="575" y="73700"/>
                  <a:pt x="11404" y="63244"/>
                </a:cubicBezTo>
                <a:cubicBezTo>
                  <a:pt x="30218" y="45081"/>
                  <a:pt x="67101" y="30293"/>
                  <a:pt x="106611" y="25070"/>
                </a:cubicBezTo>
                <a:cubicBezTo>
                  <a:pt x="113529" y="24155"/>
                  <a:pt x="124948" y="19598"/>
                  <a:pt x="133716" y="14252"/>
                </a:cubicBezTo>
                <a:cubicBezTo>
                  <a:pt x="142049" y="9172"/>
                  <a:pt x="154094" y="3617"/>
                  <a:pt x="160483" y="1908"/>
                </a:cubicBezTo>
                <a:cubicBezTo>
                  <a:pt x="179743" y="-3243"/>
                  <a:pt x="225908" y="2684"/>
                  <a:pt x="238554" y="11931"/>
                </a:cubicBezTo>
                <a:cubicBezTo>
                  <a:pt x="241216" y="13878"/>
                  <a:pt x="243864" y="20830"/>
                  <a:pt x="245107" y="29136"/>
                </a:cubicBezTo>
                <a:cubicBezTo>
                  <a:pt x="246841" y="40720"/>
                  <a:pt x="246124" y="46345"/>
                  <a:pt x="240861" y="62435"/>
                </a:cubicBezTo>
                <a:lnTo>
                  <a:pt x="234529" y="81796"/>
                </a:lnTo>
                <a:lnTo>
                  <a:pt x="183096" y="120518"/>
                </a:lnTo>
                <a:cubicBezTo>
                  <a:pt x="154808" y="141815"/>
                  <a:pt x="123078" y="165310"/>
                  <a:pt x="112584" y="172730"/>
                </a:cubicBezTo>
                <a:lnTo>
                  <a:pt x="93505" y="186220"/>
                </a:lnTo>
                <a:lnTo>
                  <a:pt x="63193" y="151536"/>
                </a:lnTo>
                <a:close/>
              </a:path>
            </a:pathLst>
          </a:custGeom>
          <a:solidFill>
            <a:srgbClr val="B9B9B9"/>
          </a:solidFill>
          <a:ln w="5163" cap="flat">
            <a:noFill/>
            <a:prstDash val="solid"/>
            <a:miter/>
          </a:ln>
        </p:spPr>
        <p:txBody>
          <a:bodyPr/>
          <a:lstStyle/>
          <a:p>
            <a:endParaRPr lang="es-419" noProof="0" dirty="0"/>
          </a:p>
        </p:txBody>
      </p:sp>
      <p:sp>
        <p:nvSpPr>
          <p:cNvPr id="49" name="Forma libre: forma 48">
            <a:extLst>
              <a:ext uri="{FF2B5EF4-FFF2-40B4-BE49-F238E27FC236}">
                <a16:creationId xmlns:a16="http://schemas.microsoft.com/office/drawing/2014/main" id="{8A73E113-8AC0-AADF-55BD-E43E851EA4E6}"/>
              </a:ext>
            </a:extLst>
          </p:cNvPr>
          <p:cNvSpPr/>
          <p:nvPr/>
        </p:nvSpPr>
        <p:spPr>
          <a:xfrm>
            <a:off x="2334670" y="2196667"/>
            <a:ext cx="1839" cy="7968"/>
          </a:xfrm>
          <a:custGeom>
            <a:avLst/>
            <a:gdLst>
              <a:gd name="csX0" fmla="*/ 0 w 1839"/>
              <a:gd name="csY0" fmla="*/ 3984 h 7968"/>
              <a:gd name="csX1" fmla="*/ 1302 w 1839"/>
              <a:gd name="csY1" fmla="*/ 757 h 7968"/>
              <a:gd name="csX2" fmla="*/ 1302 w 1839"/>
              <a:gd name="csY2" fmla="*/ 7211 h 7968"/>
              <a:gd name="csX3" fmla="*/ 0 w 1839"/>
              <a:gd name="csY3" fmla="*/ 3984 h 7968"/>
            </a:gdLst>
            <a:ahLst/>
            <a:cxnLst>
              <a:cxn ang="0">
                <a:pos x="csX0" y="csY0"/>
              </a:cxn>
              <a:cxn ang="0">
                <a:pos x="csX1" y="csY1"/>
              </a:cxn>
              <a:cxn ang="0">
                <a:pos x="csX2" y="csY2"/>
              </a:cxn>
              <a:cxn ang="0">
                <a:pos x="csX3" y="csY3"/>
              </a:cxn>
            </a:cxnLst>
            <a:rect l="l" t="t" r="r" b="b"/>
            <a:pathLst>
              <a:path w="1839" h="7968">
                <a:moveTo>
                  <a:pt x="0" y="3984"/>
                </a:moveTo>
                <a:cubicBezTo>
                  <a:pt x="0" y="435"/>
                  <a:pt x="586" y="-1017"/>
                  <a:pt x="1302" y="757"/>
                </a:cubicBezTo>
                <a:cubicBezTo>
                  <a:pt x="2018" y="2532"/>
                  <a:pt x="2018" y="5436"/>
                  <a:pt x="1302" y="7211"/>
                </a:cubicBezTo>
                <a:cubicBezTo>
                  <a:pt x="586" y="8986"/>
                  <a:pt x="0" y="7534"/>
                  <a:pt x="0" y="3984"/>
                </a:cubicBezTo>
                <a:close/>
              </a:path>
            </a:pathLst>
          </a:custGeom>
          <a:solidFill>
            <a:srgbClr val="B9B9B9"/>
          </a:solidFill>
          <a:ln w="5163" cap="flat">
            <a:noFill/>
            <a:prstDash val="solid"/>
            <a:miter/>
          </a:ln>
        </p:spPr>
        <p:txBody>
          <a:bodyPr/>
          <a:lstStyle/>
          <a:p>
            <a:endParaRPr lang="es-419" noProof="0" dirty="0"/>
          </a:p>
        </p:txBody>
      </p:sp>
      <p:sp>
        <p:nvSpPr>
          <p:cNvPr id="50" name="Forma libre: forma 49">
            <a:extLst>
              <a:ext uri="{FF2B5EF4-FFF2-40B4-BE49-F238E27FC236}">
                <a16:creationId xmlns:a16="http://schemas.microsoft.com/office/drawing/2014/main" id="{B8F92462-9B86-7894-F047-1D88A7225984}"/>
              </a:ext>
            </a:extLst>
          </p:cNvPr>
          <p:cNvSpPr/>
          <p:nvPr/>
        </p:nvSpPr>
        <p:spPr>
          <a:xfrm>
            <a:off x="1309468" y="1877186"/>
            <a:ext cx="342958" cy="300162"/>
          </a:xfrm>
          <a:custGeom>
            <a:avLst/>
            <a:gdLst>
              <a:gd name="csX0" fmla="*/ 295686 w 342958"/>
              <a:gd name="csY0" fmla="*/ 296278 h 300162"/>
              <a:gd name="csX1" fmla="*/ 285863 w 342958"/>
              <a:gd name="csY1" fmla="*/ 292488 h 300162"/>
              <a:gd name="csX2" fmla="*/ 274573 w 342958"/>
              <a:gd name="csY2" fmla="*/ 278339 h 300162"/>
              <a:gd name="csX3" fmla="*/ 265490 w 342958"/>
              <a:gd name="csY3" fmla="*/ 262580 h 300162"/>
              <a:gd name="csX4" fmla="*/ 250359 w 342958"/>
              <a:gd name="csY4" fmla="*/ 277449 h 300162"/>
              <a:gd name="csX5" fmla="*/ 232353 w 342958"/>
              <a:gd name="csY5" fmla="*/ 275755 h 300162"/>
              <a:gd name="csX6" fmla="*/ 216800 w 342958"/>
              <a:gd name="csY6" fmla="*/ 278780 h 300162"/>
              <a:gd name="csX7" fmla="*/ 197688 w 342958"/>
              <a:gd name="csY7" fmla="*/ 275445 h 300162"/>
              <a:gd name="csX8" fmla="*/ 186717 w 342958"/>
              <a:gd name="csY8" fmla="*/ 271836 h 300162"/>
              <a:gd name="csX9" fmla="*/ 183241 w 342958"/>
              <a:gd name="csY9" fmla="*/ 267964 h 300162"/>
              <a:gd name="csX10" fmla="*/ 171812 w 342958"/>
              <a:gd name="csY10" fmla="*/ 264092 h 300162"/>
              <a:gd name="csX11" fmla="*/ 155307 w 342958"/>
              <a:gd name="csY11" fmla="*/ 270545 h 300162"/>
              <a:gd name="csX12" fmla="*/ 128918 w 342958"/>
              <a:gd name="csY12" fmla="*/ 266264 h 300162"/>
              <a:gd name="csX13" fmla="*/ 106345 w 342958"/>
              <a:gd name="csY13" fmla="*/ 255141 h 300162"/>
              <a:gd name="csX14" fmla="*/ 91555 w 342958"/>
              <a:gd name="csY14" fmla="*/ 250269 h 300162"/>
              <a:gd name="csX15" fmla="*/ 81548 w 342958"/>
              <a:gd name="csY15" fmla="*/ 247474 h 300162"/>
              <a:gd name="csX16" fmla="*/ 78435 w 342958"/>
              <a:gd name="csY16" fmla="*/ 239429 h 300162"/>
              <a:gd name="csX17" fmla="*/ 82408 w 342958"/>
              <a:gd name="csY17" fmla="*/ 200657 h 300162"/>
              <a:gd name="csX18" fmla="*/ 83563 w 342958"/>
              <a:gd name="csY18" fmla="*/ 189030 h 300162"/>
              <a:gd name="csX19" fmla="*/ 79311 w 342958"/>
              <a:gd name="csY19" fmla="*/ 164140 h 300162"/>
              <a:gd name="csX20" fmla="*/ 69658 w 342958"/>
              <a:gd name="csY20" fmla="*/ 165664 h 300162"/>
              <a:gd name="csX21" fmla="*/ 52863 w 342958"/>
              <a:gd name="csY21" fmla="*/ 178880 h 300162"/>
              <a:gd name="csX22" fmla="*/ 46310 w 342958"/>
              <a:gd name="csY22" fmla="*/ 180840 h 300162"/>
              <a:gd name="csX23" fmla="*/ 41273 w 342958"/>
              <a:gd name="csY23" fmla="*/ 176042 h 300162"/>
              <a:gd name="csX24" fmla="*/ 28735 w 342958"/>
              <a:gd name="csY24" fmla="*/ 163573 h 300162"/>
              <a:gd name="csX25" fmla="*/ 8346 w 342958"/>
              <a:gd name="csY25" fmla="*/ 134458 h 300162"/>
              <a:gd name="csX26" fmla="*/ 3097 w 342958"/>
              <a:gd name="csY26" fmla="*/ 117621 h 300162"/>
              <a:gd name="csX27" fmla="*/ 147 w 342958"/>
              <a:gd name="csY27" fmla="*/ 113613 h 300162"/>
              <a:gd name="csX28" fmla="*/ 21165 w 342958"/>
              <a:gd name="csY28" fmla="*/ 104003 h 300162"/>
              <a:gd name="csX29" fmla="*/ 72335 w 342958"/>
              <a:gd name="csY29" fmla="*/ 73250 h 300162"/>
              <a:gd name="csX30" fmla="*/ 93508 w 342958"/>
              <a:gd name="csY30" fmla="*/ 38847 h 300162"/>
              <a:gd name="csX31" fmla="*/ 97565 w 342958"/>
              <a:gd name="csY31" fmla="*/ 29800 h 300162"/>
              <a:gd name="csX32" fmla="*/ 109742 w 342958"/>
              <a:gd name="csY32" fmla="*/ 18194 h 300162"/>
              <a:gd name="csX33" fmla="*/ 113822 w 342958"/>
              <a:gd name="csY33" fmla="*/ 11110 h 300162"/>
              <a:gd name="csX34" fmla="*/ 121678 w 342958"/>
              <a:gd name="csY34" fmla="*/ 5555 h 300162"/>
              <a:gd name="csX35" fmla="*/ 127233 w 342958"/>
              <a:gd name="csY35" fmla="*/ 0 h 300162"/>
              <a:gd name="csX36" fmla="*/ 134516 w 342958"/>
              <a:gd name="csY36" fmla="*/ 8782 h 300162"/>
              <a:gd name="csX37" fmla="*/ 141869 w 342958"/>
              <a:gd name="csY37" fmla="*/ 33944 h 300162"/>
              <a:gd name="csX38" fmla="*/ 147505 w 342958"/>
              <a:gd name="csY38" fmla="*/ 58144 h 300162"/>
              <a:gd name="csX39" fmla="*/ 152804 w 342958"/>
              <a:gd name="csY39" fmla="*/ 90810 h 300162"/>
              <a:gd name="csX40" fmla="*/ 162764 w 342958"/>
              <a:gd name="csY40" fmla="*/ 124694 h 300162"/>
              <a:gd name="csX41" fmla="*/ 170334 w 342958"/>
              <a:gd name="csY41" fmla="*/ 121832 h 300162"/>
              <a:gd name="csX42" fmla="*/ 185393 w 342958"/>
              <a:gd name="csY42" fmla="*/ 124884 h 300162"/>
              <a:gd name="csX43" fmla="*/ 190271 w 342958"/>
              <a:gd name="csY43" fmla="*/ 127275 h 300162"/>
              <a:gd name="csX44" fmla="*/ 201229 w 342958"/>
              <a:gd name="csY44" fmla="*/ 139721 h 300162"/>
              <a:gd name="csX45" fmla="*/ 197439 w 342958"/>
              <a:gd name="csY45" fmla="*/ 147005 h 300162"/>
              <a:gd name="csX46" fmla="*/ 196794 w 342958"/>
              <a:gd name="csY46" fmla="*/ 162615 h 300162"/>
              <a:gd name="csX47" fmla="*/ 220205 w 342958"/>
              <a:gd name="csY47" fmla="*/ 171185 h 300162"/>
              <a:gd name="csX48" fmla="*/ 242581 w 342958"/>
              <a:gd name="csY48" fmla="*/ 173796 h 300162"/>
              <a:gd name="csX49" fmla="*/ 259092 w 342958"/>
              <a:gd name="csY49" fmla="*/ 186698 h 300162"/>
              <a:gd name="csX50" fmla="*/ 273592 w 342958"/>
              <a:gd name="csY50" fmla="*/ 197707 h 300162"/>
              <a:gd name="csX51" fmla="*/ 304244 w 342958"/>
              <a:gd name="csY51" fmla="*/ 198591 h 300162"/>
              <a:gd name="csX52" fmla="*/ 333285 w 342958"/>
              <a:gd name="csY52" fmla="*/ 203946 h 300162"/>
              <a:gd name="csX53" fmla="*/ 339205 w 342958"/>
              <a:gd name="csY53" fmla="*/ 216060 h 300162"/>
              <a:gd name="csX54" fmla="*/ 336274 w 342958"/>
              <a:gd name="csY54" fmla="*/ 220854 h 300162"/>
              <a:gd name="csX55" fmla="*/ 328850 w 342958"/>
              <a:gd name="csY55" fmla="*/ 233114 h 300162"/>
              <a:gd name="csX56" fmla="*/ 326965 w 342958"/>
              <a:gd name="csY56" fmla="*/ 236341 h 300162"/>
              <a:gd name="csX57" fmla="*/ 329181 w 342958"/>
              <a:gd name="csY57" fmla="*/ 240859 h 300162"/>
              <a:gd name="csX58" fmla="*/ 331403 w 342958"/>
              <a:gd name="csY58" fmla="*/ 248187 h 300162"/>
              <a:gd name="csX59" fmla="*/ 328049 w 342958"/>
              <a:gd name="csY59" fmla="*/ 258014 h 300162"/>
              <a:gd name="csX60" fmla="*/ 326532 w 342958"/>
              <a:gd name="csY60" fmla="*/ 276244 h 300162"/>
              <a:gd name="csX61" fmla="*/ 325085 w 342958"/>
              <a:gd name="csY61" fmla="*/ 283496 h 300162"/>
              <a:gd name="csX62" fmla="*/ 321398 w 342958"/>
              <a:gd name="csY62" fmla="*/ 292711 h 300162"/>
              <a:gd name="csX63" fmla="*/ 311874 w 342958"/>
              <a:gd name="csY63" fmla="*/ 300150 h 300162"/>
              <a:gd name="csX64" fmla="*/ 295686 w 342958"/>
              <a:gd name="csY64" fmla="*/ 296278 h 3001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Lst>
            <a:rect l="l" t="t" r="r" b="b"/>
            <a:pathLst>
              <a:path w="342958" h="300162">
                <a:moveTo>
                  <a:pt x="295686" y="296278"/>
                </a:moveTo>
                <a:cubicBezTo>
                  <a:pt x="292930" y="294193"/>
                  <a:pt x="288510" y="292488"/>
                  <a:pt x="285863" y="292488"/>
                </a:cubicBezTo>
                <a:cubicBezTo>
                  <a:pt x="282541" y="292488"/>
                  <a:pt x="279045" y="288107"/>
                  <a:pt x="274573" y="278339"/>
                </a:cubicBezTo>
                <a:cubicBezTo>
                  <a:pt x="271011" y="270557"/>
                  <a:pt x="266923" y="263466"/>
                  <a:pt x="265490" y="262580"/>
                </a:cubicBezTo>
                <a:cubicBezTo>
                  <a:pt x="261887" y="260353"/>
                  <a:pt x="250359" y="271682"/>
                  <a:pt x="250359" y="277449"/>
                </a:cubicBezTo>
                <a:cubicBezTo>
                  <a:pt x="250359" y="284106"/>
                  <a:pt x="242694" y="283385"/>
                  <a:pt x="232353" y="275755"/>
                </a:cubicBezTo>
                <a:cubicBezTo>
                  <a:pt x="223375" y="269132"/>
                  <a:pt x="216800" y="270410"/>
                  <a:pt x="216800" y="278780"/>
                </a:cubicBezTo>
                <a:cubicBezTo>
                  <a:pt x="216800" y="282868"/>
                  <a:pt x="211006" y="281857"/>
                  <a:pt x="197688" y="275445"/>
                </a:cubicBezTo>
                <a:cubicBezTo>
                  <a:pt x="193566" y="273460"/>
                  <a:pt x="188628" y="271836"/>
                  <a:pt x="186717" y="271836"/>
                </a:cubicBezTo>
                <a:cubicBezTo>
                  <a:pt x="184805" y="271836"/>
                  <a:pt x="183241" y="270094"/>
                  <a:pt x="183241" y="267964"/>
                </a:cubicBezTo>
                <a:cubicBezTo>
                  <a:pt x="183241" y="265105"/>
                  <a:pt x="180251" y="264092"/>
                  <a:pt x="171812" y="264092"/>
                </a:cubicBezTo>
                <a:cubicBezTo>
                  <a:pt x="162696" y="264092"/>
                  <a:pt x="159356" y="265398"/>
                  <a:pt x="155307" y="270545"/>
                </a:cubicBezTo>
                <a:cubicBezTo>
                  <a:pt x="148138" y="279659"/>
                  <a:pt x="141633" y="278604"/>
                  <a:pt x="128918" y="266264"/>
                </a:cubicBezTo>
                <a:cubicBezTo>
                  <a:pt x="119547" y="257171"/>
                  <a:pt x="116097" y="255470"/>
                  <a:pt x="106345" y="255141"/>
                </a:cubicBezTo>
                <a:cubicBezTo>
                  <a:pt x="98734" y="254884"/>
                  <a:pt x="93722" y="253233"/>
                  <a:pt x="91555" y="250269"/>
                </a:cubicBezTo>
                <a:cubicBezTo>
                  <a:pt x="89207" y="247058"/>
                  <a:pt x="86367" y="246265"/>
                  <a:pt x="81548" y="247474"/>
                </a:cubicBezTo>
                <a:cubicBezTo>
                  <a:pt x="74001" y="249368"/>
                  <a:pt x="73102" y="247043"/>
                  <a:pt x="78435" y="239429"/>
                </a:cubicBezTo>
                <a:cubicBezTo>
                  <a:pt x="83856" y="231688"/>
                  <a:pt x="86528" y="205621"/>
                  <a:pt x="82408" y="200657"/>
                </a:cubicBezTo>
                <a:cubicBezTo>
                  <a:pt x="79647" y="197331"/>
                  <a:pt x="79847" y="195321"/>
                  <a:pt x="83563" y="189030"/>
                </a:cubicBezTo>
                <a:cubicBezTo>
                  <a:pt x="88650" y="180419"/>
                  <a:pt x="87374" y="172952"/>
                  <a:pt x="79311" y="164140"/>
                </a:cubicBezTo>
                <a:cubicBezTo>
                  <a:pt x="73608" y="157907"/>
                  <a:pt x="69658" y="158530"/>
                  <a:pt x="69658" y="165664"/>
                </a:cubicBezTo>
                <a:cubicBezTo>
                  <a:pt x="69658" y="171138"/>
                  <a:pt x="55140" y="182563"/>
                  <a:pt x="52863" y="178880"/>
                </a:cubicBezTo>
                <a:cubicBezTo>
                  <a:pt x="50323" y="174770"/>
                  <a:pt x="46434" y="175933"/>
                  <a:pt x="46310" y="180840"/>
                </a:cubicBezTo>
                <a:cubicBezTo>
                  <a:pt x="46241" y="183582"/>
                  <a:pt x="44262" y="181697"/>
                  <a:pt x="41273" y="176042"/>
                </a:cubicBezTo>
                <a:cubicBezTo>
                  <a:pt x="38533" y="170858"/>
                  <a:pt x="32973" y="165329"/>
                  <a:pt x="28735" y="163573"/>
                </a:cubicBezTo>
                <a:cubicBezTo>
                  <a:pt x="15748" y="158193"/>
                  <a:pt x="9667" y="149510"/>
                  <a:pt x="8346" y="134458"/>
                </a:cubicBezTo>
                <a:cubicBezTo>
                  <a:pt x="7635" y="126353"/>
                  <a:pt x="5506" y="119523"/>
                  <a:pt x="3097" y="117621"/>
                </a:cubicBezTo>
                <a:cubicBezTo>
                  <a:pt x="868" y="115861"/>
                  <a:pt x="-459" y="114058"/>
                  <a:pt x="147" y="113613"/>
                </a:cubicBezTo>
                <a:cubicBezTo>
                  <a:pt x="7952" y="107892"/>
                  <a:pt x="16388" y="104034"/>
                  <a:pt x="21165" y="104003"/>
                </a:cubicBezTo>
                <a:cubicBezTo>
                  <a:pt x="38718" y="103886"/>
                  <a:pt x="49596" y="97348"/>
                  <a:pt x="72335" y="73250"/>
                </a:cubicBezTo>
                <a:cubicBezTo>
                  <a:pt x="94445" y="49819"/>
                  <a:pt x="94883" y="49106"/>
                  <a:pt x="93508" y="38847"/>
                </a:cubicBezTo>
                <a:cubicBezTo>
                  <a:pt x="92208" y="29159"/>
                  <a:pt x="92513" y="28479"/>
                  <a:pt x="97565" y="29800"/>
                </a:cubicBezTo>
                <a:cubicBezTo>
                  <a:pt x="103852" y="31444"/>
                  <a:pt x="107223" y="28231"/>
                  <a:pt x="109742" y="18194"/>
                </a:cubicBezTo>
                <a:cubicBezTo>
                  <a:pt x="110720" y="14298"/>
                  <a:pt x="112556" y="11110"/>
                  <a:pt x="113822" y="11110"/>
                </a:cubicBezTo>
                <a:cubicBezTo>
                  <a:pt x="115088" y="11110"/>
                  <a:pt x="118623" y="8610"/>
                  <a:pt x="121678" y="5555"/>
                </a:cubicBezTo>
                <a:lnTo>
                  <a:pt x="127233" y="0"/>
                </a:lnTo>
                <a:lnTo>
                  <a:pt x="134516" y="8782"/>
                </a:lnTo>
                <a:cubicBezTo>
                  <a:pt x="140793" y="16350"/>
                  <a:pt x="141809" y="19826"/>
                  <a:pt x="141869" y="33944"/>
                </a:cubicBezTo>
                <a:cubicBezTo>
                  <a:pt x="141922" y="46507"/>
                  <a:pt x="143236" y="52147"/>
                  <a:pt x="147505" y="58144"/>
                </a:cubicBezTo>
                <a:cubicBezTo>
                  <a:pt x="152339" y="64931"/>
                  <a:pt x="153038" y="69240"/>
                  <a:pt x="152804" y="90810"/>
                </a:cubicBezTo>
                <a:cubicBezTo>
                  <a:pt x="152465" y="122159"/>
                  <a:pt x="153210" y="124694"/>
                  <a:pt x="162764" y="124694"/>
                </a:cubicBezTo>
                <a:cubicBezTo>
                  <a:pt x="166927" y="124694"/>
                  <a:pt x="170334" y="123406"/>
                  <a:pt x="170334" y="121832"/>
                </a:cubicBezTo>
                <a:cubicBezTo>
                  <a:pt x="170334" y="118431"/>
                  <a:pt x="184072" y="121216"/>
                  <a:pt x="185393" y="124884"/>
                </a:cubicBezTo>
                <a:cubicBezTo>
                  <a:pt x="185866" y="126199"/>
                  <a:pt x="188061" y="127275"/>
                  <a:pt x="190271" y="127275"/>
                </a:cubicBezTo>
                <a:cubicBezTo>
                  <a:pt x="194758" y="127275"/>
                  <a:pt x="201103" y="134482"/>
                  <a:pt x="201229" y="139721"/>
                </a:cubicBezTo>
                <a:cubicBezTo>
                  <a:pt x="201275" y="141597"/>
                  <a:pt x="199569" y="144875"/>
                  <a:pt x="197439" y="147005"/>
                </a:cubicBezTo>
                <a:cubicBezTo>
                  <a:pt x="192728" y="151716"/>
                  <a:pt x="192413" y="159339"/>
                  <a:pt x="196794" y="162615"/>
                </a:cubicBezTo>
                <a:cubicBezTo>
                  <a:pt x="198569" y="163942"/>
                  <a:pt x="209104" y="167799"/>
                  <a:pt x="220205" y="171185"/>
                </a:cubicBezTo>
                <a:cubicBezTo>
                  <a:pt x="236917" y="176284"/>
                  <a:pt x="240766" y="176733"/>
                  <a:pt x="242581" y="173796"/>
                </a:cubicBezTo>
                <a:cubicBezTo>
                  <a:pt x="245948" y="168348"/>
                  <a:pt x="255565" y="175863"/>
                  <a:pt x="259092" y="186698"/>
                </a:cubicBezTo>
                <a:cubicBezTo>
                  <a:pt x="261627" y="194485"/>
                  <a:pt x="263378" y="195815"/>
                  <a:pt x="273592" y="197707"/>
                </a:cubicBezTo>
                <a:cubicBezTo>
                  <a:pt x="279981" y="198890"/>
                  <a:pt x="293775" y="199289"/>
                  <a:pt x="304244" y="198591"/>
                </a:cubicBezTo>
                <a:cubicBezTo>
                  <a:pt x="321502" y="197442"/>
                  <a:pt x="324213" y="197942"/>
                  <a:pt x="333285" y="203946"/>
                </a:cubicBezTo>
                <a:cubicBezTo>
                  <a:pt x="344213" y="211177"/>
                  <a:pt x="345431" y="213671"/>
                  <a:pt x="339205" y="216060"/>
                </a:cubicBezTo>
                <a:cubicBezTo>
                  <a:pt x="336957" y="216923"/>
                  <a:pt x="335638" y="219080"/>
                  <a:pt x="336274" y="220854"/>
                </a:cubicBezTo>
                <a:cubicBezTo>
                  <a:pt x="337968" y="225576"/>
                  <a:pt x="333403" y="233114"/>
                  <a:pt x="328850" y="233114"/>
                </a:cubicBezTo>
                <a:cubicBezTo>
                  <a:pt x="326331" y="233114"/>
                  <a:pt x="325653" y="234275"/>
                  <a:pt x="326965" y="236341"/>
                </a:cubicBezTo>
                <a:cubicBezTo>
                  <a:pt x="328092" y="238116"/>
                  <a:pt x="329089" y="240149"/>
                  <a:pt x="329181" y="240859"/>
                </a:cubicBezTo>
                <a:cubicBezTo>
                  <a:pt x="329272" y="241569"/>
                  <a:pt x="330272" y="244866"/>
                  <a:pt x="331403" y="248187"/>
                </a:cubicBezTo>
                <a:cubicBezTo>
                  <a:pt x="332991" y="252852"/>
                  <a:pt x="332229" y="255087"/>
                  <a:pt x="328049" y="258014"/>
                </a:cubicBezTo>
                <a:cubicBezTo>
                  <a:pt x="321663" y="262487"/>
                  <a:pt x="321157" y="268570"/>
                  <a:pt x="326532" y="276244"/>
                </a:cubicBezTo>
                <a:cubicBezTo>
                  <a:pt x="330115" y="281360"/>
                  <a:pt x="330000" y="281936"/>
                  <a:pt x="325085" y="283496"/>
                </a:cubicBezTo>
                <a:cubicBezTo>
                  <a:pt x="320727" y="284879"/>
                  <a:pt x="320050" y="286571"/>
                  <a:pt x="321398" y="292711"/>
                </a:cubicBezTo>
                <a:cubicBezTo>
                  <a:pt x="323026" y="300123"/>
                  <a:pt x="322888" y="300231"/>
                  <a:pt x="311874" y="300150"/>
                </a:cubicBezTo>
                <a:cubicBezTo>
                  <a:pt x="305727" y="300105"/>
                  <a:pt x="298443" y="298362"/>
                  <a:pt x="295686" y="296278"/>
                </a:cubicBezTo>
                <a:close/>
              </a:path>
            </a:pathLst>
          </a:custGeom>
          <a:solidFill>
            <a:srgbClr val="B9B9B9"/>
          </a:solidFill>
          <a:ln w="5163" cap="flat">
            <a:noFill/>
            <a:prstDash val="solid"/>
            <a:miter/>
          </a:ln>
        </p:spPr>
        <p:txBody>
          <a:bodyPr/>
          <a:lstStyle/>
          <a:p>
            <a:endParaRPr lang="es-419" noProof="0" dirty="0"/>
          </a:p>
        </p:txBody>
      </p:sp>
      <p:sp>
        <p:nvSpPr>
          <p:cNvPr id="51" name="Forma libre: forma 50">
            <a:extLst>
              <a:ext uri="{FF2B5EF4-FFF2-40B4-BE49-F238E27FC236}">
                <a16:creationId xmlns:a16="http://schemas.microsoft.com/office/drawing/2014/main" id="{E25BE452-002C-8BE8-F3A3-3E1FA69F35FE}"/>
              </a:ext>
            </a:extLst>
          </p:cNvPr>
          <p:cNvSpPr/>
          <p:nvPr/>
        </p:nvSpPr>
        <p:spPr>
          <a:xfrm>
            <a:off x="1257795" y="2071057"/>
            <a:ext cx="87522" cy="67430"/>
          </a:xfrm>
          <a:custGeom>
            <a:avLst/>
            <a:gdLst>
              <a:gd name="csX0" fmla="*/ 3976 w 87522"/>
              <a:gd name="csY0" fmla="*/ 62589 h 67430"/>
              <a:gd name="csX1" fmla="*/ 1611 w 87522"/>
              <a:gd name="csY1" fmla="*/ 35473 h 67430"/>
              <a:gd name="csX2" fmla="*/ 13354 w 87522"/>
              <a:gd name="csY2" fmla="*/ 26110 h 67430"/>
              <a:gd name="csX3" fmla="*/ 24928 w 87522"/>
              <a:gd name="csY3" fmla="*/ 17185 h 67430"/>
              <a:gd name="csX4" fmla="*/ 28816 w 87522"/>
              <a:gd name="csY4" fmla="*/ 13430 h 67430"/>
              <a:gd name="csX5" fmla="*/ 55396 w 87522"/>
              <a:gd name="csY5" fmla="*/ 696 h 67430"/>
              <a:gd name="csX6" fmla="*/ 76595 w 87522"/>
              <a:gd name="csY6" fmla="*/ 27413 h 67430"/>
              <a:gd name="csX7" fmla="*/ 81474 w 87522"/>
              <a:gd name="csY7" fmla="*/ 35237 h 67430"/>
              <a:gd name="csX8" fmla="*/ 81963 w 87522"/>
              <a:gd name="csY8" fmla="*/ 49346 h 67430"/>
              <a:gd name="csX9" fmla="*/ 69036 w 87522"/>
              <a:gd name="csY9" fmla="*/ 59608 h 67430"/>
              <a:gd name="csX10" fmla="*/ 36947 w 87522"/>
              <a:gd name="csY10" fmla="*/ 62618 h 67430"/>
              <a:gd name="csX11" fmla="*/ 17042 w 87522"/>
              <a:gd name="csY11" fmla="*/ 62345 h 67430"/>
              <a:gd name="csX12" fmla="*/ 3976 w 87522"/>
              <a:gd name="csY12" fmla="*/ 62589 h 67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7522" h="67430">
                <a:moveTo>
                  <a:pt x="3976" y="62589"/>
                </a:moveTo>
                <a:cubicBezTo>
                  <a:pt x="-42" y="58150"/>
                  <a:pt x="-1347" y="43182"/>
                  <a:pt x="1611" y="35473"/>
                </a:cubicBezTo>
                <a:cubicBezTo>
                  <a:pt x="2496" y="33167"/>
                  <a:pt x="7780" y="28954"/>
                  <a:pt x="13354" y="26110"/>
                </a:cubicBezTo>
                <a:cubicBezTo>
                  <a:pt x="18927" y="23267"/>
                  <a:pt x="24135" y="19251"/>
                  <a:pt x="24928" y="17185"/>
                </a:cubicBezTo>
                <a:cubicBezTo>
                  <a:pt x="25721" y="15120"/>
                  <a:pt x="27470" y="13430"/>
                  <a:pt x="28816" y="13430"/>
                </a:cubicBezTo>
                <a:cubicBezTo>
                  <a:pt x="32726" y="13430"/>
                  <a:pt x="53752" y="3357"/>
                  <a:pt x="55396" y="696"/>
                </a:cubicBezTo>
                <a:cubicBezTo>
                  <a:pt x="58624" y="-4526"/>
                  <a:pt x="78997" y="21152"/>
                  <a:pt x="76595" y="27413"/>
                </a:cubicBezTo>
                <a:cubicBezTo>
                  <a:pt x="75767" y="29569"/>
                  <a:pt x="77801" y="32831"/>
                  <a:pt x="81474" y="35237"/>
                </a:cubicBezTo>
                <a:cubicBezTo>
                  <a:pt x="89349" y="40396"/>
                  <a:pt x="89558" y="46431"/>
                  <a:pt x="81963" y="49346"/>
                </a:cubicBezTo>
                <a:cubicBezTo>
                  <a:pt x="78769" y="50572"/>
                  <a:pt x="72952" y="55190"/>
                  <a:pt x="69036" y="59608"/>
                </a:cubicBezTo>
                <a:cubicBezTo>
                  <a:pt x="60658" y="69060"/>
                  <a:pt x="52768" y="69801"/>
                  <a:pt x="36947" y="62618"/>
                </a:cubicBezTo>
                <a:cubicBezTo>
                  <a:pt x="26493" y="57872"/>
                  <a:pt x="25833" y="57863"/>
                  <a:pt x="17042" y="62345"/>
                </a:cubicBezTo>
                <a:cubicBezTo>
                  <a:pt x="8489" y="66705"/>
                  <a:pt x="7714" y="66720"/>
                  <a:pt x="3976" y="62589"/>
                </a:cubicBezTo>
                <a:close/>
              </a:path>
            </a:pathLst>
          </a:custGeom>
          <a:solidFill>
            <a:srgbClr val="B9B9B9"/>
          </a:solidFill>
          <a:ln w="5163" cap="flat">
            <a:noFill/>
            <a:prstDash val="solid"/>
            <a:miter/>
          </a:ln>
        </p:spPr>
        <p:txBody>
          <a:bodyPr/>
          <a:lstStyle/>
          <a:p>
            <a:endParaRPr lang="es-419" noProof="0" dirty="0"/>
          </a:p>
        </p:txBody>
      </p:sp>
      <p:sp>
        <p:nvSpPr>
          <p:cNvPr id="52" name="Forma libre: forma 51">
            <a:extLst>
              <a:ext uri="{FF2B5EF4-FFF2-40B4-BE49-F238E27FC236}">
                <a16:creationId xmlns:a16="http://schemas.microsoft.com/office/drawing/2014/main" id="{EAAB4DDC-DC53-AC77-322D-036C9A7C7A1C}"/>
              </a:ext>
            </a:extLst>
          </p:cNvPr>
          <p:cNvSpPr/>
          <p:nvPr/>
        </p:nvSpPr>
        <p:spPr>
          <a:xfrm>
            <a:off x="1498388" y="1582666"/>
            <a:ext cx="245235" cy="503912"/>
          </a:xfrm>
          <a:custGeom>
            <a:avLst/>
            <a:gdLst>
              <a:gd name="csX0" fmla="*/ 181623 w 245235"/>
              <a:gd name="csY0" fmla="*/ 494203 h 503912"/>
              <a:gd name="csX1" fmla="*/ 158452 w 245235"/>
              <a:gd name="csY1" fmla="*/ 485687 h 503912"/>
              <a:gd name="csX2" fmla="*/ 148342 w 245235"/>
              <a:gd name="csY2" fmla="*/ 487770 h 503912"/>
              <a:gd name="csX3" fmla="*/ 119521 w 245235"/>
              <a:gd name="csY3" fmla="*/ 489801 h 503912"/>
              <a:gd name="csX4" fmla="*/ 87472 w 245235"/>
              <a:gd name="csY4" fmla="*/ 489620 h 503912"/>
              <a:gd name="csX5" fmla="*/ 73190 w 245235"/>
              <a:gd name="csY5" fmla="*/ 478988 h 503912"/>
              <a:gd name="csX6" fmla="*/ 52773 w 245235"/>
              <a:gd name="csY6" fmla="*/ 460575 h 503912"/>
              <a:gd name="csX7" fmla="*/ 49575 w 245235"/>
              <a:gd name="csY7" fmla="*/ 464677 h 503912"/>
              <a:gd name="csX8" fmla="*/ 47915 w 245235"/>
              <a:gd name="csY8" fmla="*/ 467591 h 503912"/>
              <a:gd name="csX9" fmla="*/ 13036 w 245235"/>
              <a:gd name="csY9" fmla="*/ 456319 h 503912"/>
              <a:gd name="csX10" fmla="*/ 12217 w 245235"/>
              <a:gd name="csY10" fmla="*/ 442447 h 503912"/>
              <a:gd name="csX11" fmla="*/ 16234 w 245235"/>
              <a:gd name="csY11" fmla="*/ 437376 h 503912"/>
              <a:gd name="csX12" fmla="*/ 3077 w 245235"/>
              <a:gd name="csY12" fmla="*/ 417673 h 503912"/>
              <a:gd name="csX13" fmla="*/ 0 w 245235"/>
              <a:gd name="csY13" fmla="*/ 409784 h 503912"/>
              <a:gd name="csX14" fmla="*/ 6196 w 245235"/>
              <a:gd name="csY14" fmla="*/ 402269 h 503912"/>
              <a:gd name="csX15" fmla="*/ 12532 w 245235"/>
              <a:gd name="csY15" fmla="*/ 401839 h 503912"/>
              <a:gd name="csX16" fmla="*/ 13332 w 245235"/>
              <a:gd name="csY16" fmla="*/ 389178 h 503912"/>
              <a:gd name="csX17" fmla="*/ 18583 w 245235"/>
              <a:gd name="csY17" fmla="*/ 371495 h 503912"/>
              <a:gd name="csX18" fmla="*/ 33934 w 245235"/>
              <a:gd name="csY18" fmla="*/ 366100 h 503912"/>
              <a:gd name="csX19" fmla="*/ 49768 w 245235"/>
              <a:gd name="csY19" fmla="*/ 361841 h 503912"/>
              <a:gd name="csX20" fmla="*/ 46692 w 245235"/>
              <a:gd name="csY20" fmla="*/ 337409 h 503912"/>
              <a:gd name="csX21" fmla="*/ 42031 w 245235"/>
              <a:gd name="csY21" fmla="*/ 321770 h 503912"/>
              <a:gd name="csX22" fmla="*/ 39524 w 245235"/>
              <a:gd name="csY22" fmla="*/ 295336 h 503912"/>
              <a:gd name="csX23" fmla="*/ 41858 w 245235"/>
              <a:gd name="csY23" fmla="*/ 287644 h 503912"/>
              <a:gd name="csX24" fmla="*/ 57042 w 245235"/>
              <a:gd name="csY24" fmla="*/ 277265 h 503912"/>
              <a:gd name="csX25" fmla="*/ 69737 w 245235"/>
              <a:gd name="csY25" fmla="*/ 269502 h 503912"/>
              <a:gd name="csX26" fmla="*/ 79509 w 245235"/>
              <a:gd name="csY26" fmla="*/ 253317 h 503912"/>
              <a:gd name="csX27" fmla="*/ 95370 w 245235"/>
              <a:gd name="csY27" fmla="*/ 241529 h 503912"/>
              <a:gd name="csX28" fmla="*/ 141543 w 245235"/>
              <a:gd name="csY28" fmla="*/ 207386 h 503912"/>
              <a:gd name="csX29" fmla="*/ 135987 w 245235"/>
              <a:gd name="csY29" fmla="*/ 199791 h 503912"/>
              <a:gd name="csX30" fmla="*/ 127900 w 245235"/>
              <a:gd name="csY30" fmla="*/ 166538 h 503912"/>
              <a:gd name="csX31" fmla="*/ 127266 w 245235"/>
              <a:gd name="csY31" fmla="*/ 150064 h 503912"/>
              <a:gd name="csX32" fmla="*/ 118230 w 245235"/>
              <a:gd name="csY32" fmla="*/ 149351 h 503912"/>
              <a:gd name="csX33" fmla="*/ 106311 w 245235"/>
              <a:gd name="csY33" fmla="*/ 151014 h 503912"/>
              <a:gd name="csX34" fmla="*/ 100187 w 245235"/>
              <a:gd name="csY34" fmla="*/ 149485 h 503912"/>
              <a:gd name="csX35" fmla="*/ 89795 w 245235"/>
              <a:gd name="csY35" fmla="*/ 145581 h 503912"/>
              <a:gd name="csX36" fmla="*/ 79509 w 245235"/>
              <a:gd name="csY36" fmla="*/ 132462 h 503912"/>
              <a:gd name="csX37" fmla="*/ 74746 w 245235"/>
              <a:gd name="csY37" fmla="*/ 127510 h 503912"/>
              <a:gd name="csX38" fmla="*/ 61439 w 245235"/>
              <a:gd name="csY38" fmla="*/ 106041 h 503912"/>
              <a:gd name="csX39" fmla="*/ 51376 w 245235"/>
              <a:gd name="csY39" fmla="*/ 92403 h 503912"/>
              <a:gd name="csX40" fmla="*/ 43631 w 245235"/>
              <a:gd name="csY40" fmla="*/ 82710 h 503912"/>
              <a:gd name="csX41" fmla="*/ 40756 w 245235"/>
              <a:gd name="csY41" fmla="*/ 70719 h 503912"/>
              <a:gd name="csX42" fmla="*/ 37174 w 245235"/>
              <a:gd name="csY42" fmla="*/ 60642 h 503912"/>
              <a:gd name="csX43" fmla="*/ 23391 w 245235"/>
              <a:gd name="csY43" fmla="*/ 17685 h 503912"/>
              <a:gd name="csX44" fmla="*/ 16983 w 245235"/>
              <a:gd name="csY44" fmla="*/ 12409 h 503912"/>
              <a:gd name="csX45" fmla="*/ 27512 w 245235"/>
              <a:gd name="csY45" fmla="*/ 5441 h 503912"/>
              <a:gd name="csX46" fmla="*/ 44577 w 245235"/>
              <a:gd name="csY46" fmla="*/ 1452 h 503912"/>
              <a:gd name="csX47" fmla="*/ 51418 w 245235"/>
              <a:gd name="csY47" fmla="*/ 21016 h 503912"/>
              <a:gd name="csX48" fmla="*/ 53995 w 245235"/>
              <a:gd name="csY48" fmla="*/ 32559 h 503912"/>
              <a:gd name="csX49" fmla="*/ 56749 w 245235"/>
              <a:gd name="csY49" fmla="*/ 46824 h 503912"/>
              <a:gd name="csX50" fmla="*/ 61515 w 245235"/>
              <a:gd name="csY50" fmla="*/ 64401 h 503912"/>
              <a:gd name="csX51" fmla="*/ 66783 w 245235"/>
              <a:gd name="csY51" fmla="*/ 80478 h 503912"/>
              <a:gd name="csX52" fmla="*/ 69183 w 245235"/>
              <a:gd name="csY52" fmla="*/ 82335 h 503912"/>
              <a:gd name="csX53" fmla="*/ 72797 w 245235"/>
              <a:gd name="csY53" fmla="*/ 89434 h 503912"/>
              <a:gd name="csX54" fmla="*/ 77368 w 245235"/>
              <a:gd name="csY54" fmla="*/ 95891 h 503912"/>
              <a:gd name="csX55" fmla="*/ 83382 w 245235"/>
              <a:gd name="csY55" fmla="*/ 106862 h 503912"/>
              <a:gd name="csX56" fmla="*/ 91209 w 245235"/>
              <a:gd name="csY56" fmla="*/ 114603 h 503912"/>
              <a:gd name="csX57" fmla="*/ 115649 w 245235"/>
              <a:gd name="csY57" fmla="*/ 125394 h 503912"/>
              <a:gd name="csX58" fmla="*/ 132428 w 245235"/>
              <a:gd name="csY58" fmla="*/ 131624 h 503912"/>
              <a:gd name="csX59" fmla="*/ 150553 w 245235"/>
              <a:gd name="csY59" fmla="*/ 139348 h 503912"/>
              <a:gd name="csX60" fmla="*/ 176368 w 245235"/>
              <a:gd name="csY60" fmla="*/ 146927 h 503912"/>
              <a:gd name="csX61" fmla="*/ 211382 w 245235"/>
              <a:gd name="csY61" fmla="*/ 156343 h 503912"/>
              <a:gd name="csX62" fmla="*/ 230401 w 245235"/>
              <a:gd name="csY62" fmla="*/ 161456 h 503912"/>
              <a:gd name="csX63" fmla="*/ 244475 w 245235"/>
              <a:gd name="csY63" fmla="*/ 154799 h 503912"/>
              <a:gd name="csX64" fmla="*/ 229656 w 245235"/>
              <a:gd name="csY64" fmla="*/ 212698 h 503912"/>
              <a:gd name="csX65" fmla="*/ 216833 w 245235"/>
              <a:gd name="csY65" fmla="*/ 242385 h 503912"/>
              <a:gd name="csX66" fmla="*/ 205960 w 245235"/>
              <a:gd name="csY66" fmla="*/ 288674 h 503912"/>
              <a:gd name="csX67" fmla="*/ 203418 w 245235"/>
              <a:gd name="csY67" fmla="*/ 300468 h 503912"/>
              <a:gd name="csX68" fmla="*/ 200956 w 245235"/>
              <a:gd name="csY68" fmla="*/ 300468 h 503912"/>
              <a:gd name="csX69" fmla="*/ 214917 w 245235"/>
              <a:gd name="csY69" fmla="*/ 237240 h 503912"/>
              <a:gd name="csX70" fmla="*/ 224070 w 245235"/>
              <a:gd name="csY70" fmla="*/ 211401 h 503912"/>
              <a:gd name="csX71" fmla="*/ 218637 w 245235"/>
              <a:gd name="csY71" fmla="*/ 205384 h 503912"/>
              <a:gd name="csX72" fmla="*/ 214956 w 245235"/>
              <a:gd name="csY72" fmla="*/ 204826 h 503912"/>
              <a:gd name="csX73" fmla="*/ 214905 w 245235"/>
              <a:gd name="csY73" fmla="*/ 215873 h 503912"/>
              <a:gd name="csX74" fmla="*/ 213101 w 245235"/>
              <a:gd name="csY74" fmla="*/ 224084 h 503912"/>
              <a:gd name="csX75" fmla="*/ 208491 w 245235"/>
              <a:gd name="csY75" fmla="*/ 218391 h 503912"/>
              <a:gd name="csX76" fmla="*/ 197466 w 245235"/>
              <a:gd name="csY76" fmla="*/ 218019 h 503912"/>
              <a:gd name="csX77" fmla="*/ 199747 w 245235"/>
              <a:gd name="csY77" fmla="*/ 224749 h 503912"/>
              <a:gd name="csX78" fmla="*/ 203418 w 245235"/>
              <a:gd name="csY78" fmla="*/ 228616 h 503912"/>
              <a:gd name="csX79" fmla="*/ 201015 w 245235"/>
              <a:gd name="csY79" fmla="*/ 229588 h 503912"/>
              <a:gd name="csX80" fmla="*/ 196991 w 245235"/>
              <a:gd name="csY80" fmla="*/ 230726 h 503912"/>
              <a:gd name="csX81" fmla="*/ 198308 w 245235"/>
              <a:gd name="csY81" fmla="*/ 233350 h 503912"/>
              <a:gd name="csX82" fmla="*/ 199523 w 245235"/>
              <a:gd name="csY82" fmla="*/ 241200 h 503912"/>
              <a:gd name="csX83" fmla="*/ 200899 w 245235"/>
              <a:gd name="csY83" fmla="*/ 252786 h 503912"/>
              <a:gd name="csX84" fmla="*/ 200228 w 245235"/>
              <a:gd name="csY84" fmla="*/ 257969 h 503912"/>
              <a:gd name="csX85" fmla="*/ 197509 w 245235"/>
              <a:gd name="csY85" fmla="*/ 272843 h 503912"/>
              <a:gd name="csX86" fmla="*/ 194340 w 245235"/>
              <a:gd name="csY86" fmla="*/ 281107 h 503912"/>
              <a:gd name="csX87" fmla="*/ 191370 w 245235"/>
              <a:gd name="csY87" fmla="*/ 292273 h 503912"/>
              <a:gd name="csX88" fmla="*/ 195674 w 245235"/>
              <a:gd name="csY88" fmla="*/ 307167 h 503912"/>
              <a:gd name="csX89" fmla="*/ 199681 w 245235"/>
              <a:gd name="csY89" fmla="*/ 306687 h 503912"/>
              <a:gd name="csX90" fmla="*/ 200986 w 245235"/>
              <a:gd name="csY90" fmla="*/ 320424 h 503912"/>
              <a:gd name="csX91" fmla="*/ 197882 w 245235"/>
              <a:gd name="csY91" fmla="*/ 340480 h 503912"/>
              <a:gd name="csX92" fmla="*/ 197480 w 245235"/>
              <a:gd name="csY92" fmla="*/ 350806 h 503912"/>
              <a:gd name="csX93" fmla="*/ 195674 w 245235"/>
              <a:gd name="csY93" fmla="*/ 339189 h 503912"/>
              <a:gd name="csX94" fmla="*/ 193480 w 245235"/>
              <a:gd name="csY94" fmla="*/ 360201 h 503912"/>
              <a:gd name="csX95" fmla="*/ 197184 w 245235"/>
              <a:gd name="csY95" fmla="*/ 414396 h 503912"/>
              <a:gd name="csX96" fmla="*/ 198086 w 245235"/>
              <a:gd name="csY96" fmla="*/ 450991 h 503912"/>
              <a:gd name="csX97" fmla="*/ 192986 w 245235"/>
              <a:gd name="csY97" fmla="*/ 462927 h 503912"/>
              <a:gd name="csX98" fmla="*/ 186260 w 245235"/>
              <a:gd name="csY98" fmla="*/ 476652 h 503912"/>
              <a:gd name="csX99" fmla="*/ 187756 w 245235"/>
              <a:gd name="csY99" fmla="*/ 481169 h 503912"/>
              <a:gd name="csX100" fmla="*/ 190891 w 245235"/>
              <a:gd name="csY100" fmla="*/ 476652 h 503912"/>
              <a:gd name="csX101" fmla="*/ 193026 w 245235"/>
              <a:gd name="csY101" fmla="*/ 487623 h 503912"/>
              <a:gd name="csX102" fmla="*/ 194241 w 245235"/>
              <a:gd name="csY102" fmla="*/ 503884 h 503912"/>
              <a:gd name="csX103" fmla="*/ 181623 w 245235"/>
              <a:gd name="csY103" fmla="*/ 494203 h 5039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Lst>
            <a:rect l="l" t="t" r="r" b="b"/>
            <a:pathLst>
              <a:path w="245235" h="503912">
                <a:moveTo>
                  <a:pt x="181623" y="494203"/>
                </a:moveTo>
                <a:cubicBezTo>
                  <a:pt x="170080" y="484213"/>
                  <a:pt x="162664" y="481487"/>
                  <a:pt x="158452" y="485687"/>
                </a:cubicBezTo>
                <a:cubicBezTo>
                  <a:pt x="157384" y="486752"/>
                  <a:pt x="152834" y="487689"/>
                  <a:pt x="148342" y="487770"/>
                </a:cubicBezTo>
                <a:cubicBezTo>
                  <a:pt x="143849" y="487851"/>
                  <a:pt x="130880" y="488765"/>
                  <a:pt x="119521" y="489801"/>
                </a:cubicBezTo>
                <a:cubicBezTo>
                  <a:pt x="108163" y="490837"/>
                  <a:pt x="93741" y="490755"/>
                  <a:pt x="87472" y="489620"/>
                </a:cubicBezTo>
                <a:cubicBezTo>
                  <a:pt x="77605" y="487832"/>
                  <a:pt x="75687" y="486404"/>
                  <a:pt x="73190" y="478988"/>
                </a:cubicBezTo>
                <a:cubicBezTo>
                  <a:pt x="70001" y="469517"/>
                  <a:pt x="60184" y="460664"/>
                  <a:pt x="52773" y="460575"/>
                </a:cubicBezTo>
                <a:cubicBezTo>
                  <a:pt x="49415" y="460535"/>
                  <a:pt x="48457" y="461764"/>
                  <a:pt x="49575" y="464677"/>
                </a:cubicBezTo>
                <a:cubicBezTo>
                  <a:pt x="50616" y="467390"/>
                  <a:pt x="50039" y="468403"/>
                  <a:pt x="47915" y="467591"/>
                </a:cubicBezTo>
                <a:cubicBezTo>
                  <a:pt x="43178" y="465778"/>
                  <a:pt x="16822" y="457260"/>
                  <a:pt x="13036" y="456319"/>
                </a:cubicBezTo>
                <a:cubicBezTo>
                  <a:pt x="9334" y="455399"/>
                  <a:pt x="8569" y="442447"/>
                  <a:pt x="12217" y="442447"/>
                </a:cubicBezTo>
                <a:cubicBezTo>
                  <a:pt x="13541" y="442447"/>
                  <a:pt x="15349" y="440165"/>
                  <a:pt x="16234" y="437376"/>
                </a:cubicBezTo>
                <a:cubicBezTo>
                  <a:pt x="18137" y="431382"/>
                  <a:pt x="7778" y="415870"/>
                  <a:pt x="3077" y="417673"/>
                </a:cubicBezTo>
                <a:cubicBezTo>
                  <a:pt x="1055" y="418449"/>
                  <a:pt x="0" y="415744"/>
                  <a:pt x="0" y="409784"/>
                </a:cubicBezTo>
                <a:cubicBezTo>
                  <a:pt x="0" y="401499"/>
                  <a:pt x="536" y="400849"/>
                  <a:pt x="6196" y="402269"/>
                </a:cubicBezTo>
                <a:cubicBezTo>
                  <a:pt x="9603" y="403124"/>
                  <a:pt x="12454" y="402931"/>
                  <a:pt x="12532" y="401839"/>
                </a:cubicBezTo>
                <a:cubicBezTo>
                  <a:pt x="12609" y="400747"/>
                  <a:pt x="12969" y="395050"/>
                  <a:pt x="13332" y="389178"/>
                </a:cubicBezTo>
                <a:cubicBezTo>
                  <a:pt x="13694" y="383307"/>
                  <a:pt x="16057" y="375349"/>
                  <a:pt x="18583" y="371495"/>
                </a:cubicBezTo>
                <a:cubicBezTo>
                  <a:pt x="22726" y="365172"/>
                  <a:pt x="24227" y="364644"/>
                  <a:pt x="33934" y="366100"/>
                </a:cubicBezTo>
                <a:cubicBezTo>
                  <a:pt x="43066" y="367469"/>
                  <a:pt x="45460" y="366825"/>
                  <a:pt x="49768" y="361841"/>
                </a:cubicBezTo>
                <a:cubicBezTo>
                  <a:pt x="55970" y="354665"/>
                  <a:pt x="55203" y="348567"/>
                  <a:pt x="46692" y="337409"/>
                </a:cubicBezTo>
                <a:cubicBezTo>
                  <a:pt x="41680" y="330837"/>
                  <a:pt x="40608" y="327241"/>
                  <a:pt x="42031" y="321770"/>
                </a:cubicBezTo>
                <a:cubicBezTo>
                  <a:pt x="45168" y="309711"/>
                  <a:pt x="44306" y="300620"/>
                  <a:pt x="39524" y="295336"/>
                </a:cubicBezTo>
                <a:cubicBezTo>
                  <a:pt x="35095" y="290442"/>
                  <a:pt x="35173" y="290185"/>
                  <a:pt x="41858" y="287644"/>
                </a:cubicBezTo>
                <a:cubicBezTo>
                  <a:pt x="45661" y="286198"/>
                  <a:pt x="52494" y="281527"/>
                  <a:pt x="57042" y="277265"/>
                </a:cubicBezTo>
                <a:cubicBezTo>
                  <a:pt x="61590" y="273002"/>
                  <a:pt x="67303" y="269509"/>
                  <a:pt x="69737" y="269502"/>
                </a:cubicBezTo>
                <a:cubicBezTo>
                  <a:pt x="74976" y="269488"/>
                  <a:pt x="79509" y="261980"/>
                  <a:pt x="79509" y="253317"/>
                </a:cubicBezTo>
                <a:cubicBezTo>
                  <a:pt x="79509" y="246749"/>
                  <a:pt x="88587" y="240002"/>
                  <a:pt x="95370" y="241529"/>
                </a:cubicBezTo>
                <a:cubicBezTo>
                  <a:pt x="99614" y="242485"/>
                  <a:pt x="137917" y="214161"/>
                  <a:pt x="141543" y="207386"/>
                </a:cubicBezTo>
                <a:cubicBezTo>
                  <a:pt x="144262" y="202307"/>
                  <a:pt x="142422" y="199791"/>
                  <a:pt x="135987" y="199791"/>
                </a:cubicBezTo>
                <a:cubicBezTo>
                  <a:pt x="130714" y="199791"/>
                  <a:pt x="128893" y="192306"/>
                  <a:pt x="127900" y="166538"/>
                </a:cubicBezTo>
                <a:lnTo>
                  <a:pt x="127266" y="150064"/>
                </a:lnTo>
                <a:lnTo>
                  <a:pt x="118230" y="149351"/>
                </a:lnTo>
                <a:cubicBezTo>
                  <a:pt x="113261" y="148959"/>
                  <a:pt x="107898" y="149707"/>
                  <a:pt x="106311" y="151014"/>
                </a:cubicBezTo>
                <a:cubicBezTo>
                  <a:pt x="104470" y="152530"/>
                  <a:pt x="102255" y="151977"/>
                  <a:pt x="100187" y="149485"/>
                </a:cubicBezTo>
                <a:cubicBezTo>
                  <a:pt x="98405" y="147337"/>
                  <a:pt x="93728" y="145581"/>
                  <a:pt x="89795" y="145581"/>
                </a:cubicBezTo>
                <a:cubicBezTo>
                  <a:pt x="82532" y="145581"/>
                  <a:pt x="79509" y="141725"/>
                  <a:pt x="79509" y="132462"/>
                </a:cubicBezTo>
                <a:cubicBezTo>
                  <a:pt x="79509" y="129370"/>
                  <a:pt x="77720" y="127510"/>
                  <a:pt x="74746" y="127510"/>
                </a:cubicBezTo>
                <a:cubicBezTo>
                  <a:pt x="66661" y="127510"/>
                  <a:pt x="61439" y="119085"/>
                  <a:pt x="61439" y="106041"/>
                </a:cubicBezTo>
                <a:cubicBezTo>
                  <a:pt x="61439" y="94056"/>
                  <a:pt x="61402" y="94007"/>
                  <a:pt x="51376" y="92403"/>
                </a:cubicBezTo>
                <a:cubicBezTo>
                  <a:pt x="41507" y="90825"/>
                  <a:pt x="41357" y="90638"/>
                  <a:pt x="43631" y="82710"/>
                </a:cubicBezTo>
                <a:cubicBezTo>
                  <a:pt x="46841" y="71517"/>
                  <a:pt x="46650" y="70719"/>
                  <a:pt x="40756" y="70719"/>
                </a:cubicBezTo>
                <a:cubicBezTo>
                  <a:pt x="36165" y="70719"/>
                  <a:pt x="35750" y="69551"/>
                  <a:pt x="37174" y="60642"/>
                </a:cubicBezTo>
                <a:cubicBezTo>
                  <a:pt x="39267" y="47555"/>
                  <a:pt x="31942" y="24727"/>
                  <a:pt x="23391" y="17685"/>
                </a:cubicBezTo>
                <a:lnTo>
                  <a:pt x="16983" y="12409"/>
                </a:lnTo>
                <a:lnTo>
                  <a:pt x="27512" y="5441"/>
                </a:lnTo>
                <a:cubicBezTo>
                  <a:pt x="36589" y="-566"/>
                  <a:pt x="38942" y="-1116"/>
                  <a:pt x="44577" y="1452"/>
                </a:cubicBezTo>
                <a:cubicBezTo>
                  <a:pt x="50920" y="4342"/>
                  <a:pt x="52469" y="8771"/>
                  <a:pt x="51418" y="21016"/>
                </a:cubicBezTo>
                <a:cubicBezTo>
                  <a:pt x="51144" y="24205"/>
                  <a:pt x="52304" y="29399"/>
                  <a:pt x="53995" y="32559"/>
                </a:cubicBezTo>
                <a:cubicBezTo>
                  <a:pt x="55686" y="35718"/>
                  <a:pt x="56925" y="42138"/>
                  <a:pt x="56749" y="46824"/>
                </a:cubicBezTo>
                <a:cubicBezTo>
                  <a:pt x="56573" y="51511"/>
                  <a:pt x="58717" y="59420"/>
                  <a:pt x="61515" y="64401"/>
                </a:cubicBezTo>
                <a:cubicBezTo>
                  <a:pt x="64313" y="69382"/>
                  <a:pt x="66683" y="76616"/>
                  <a:pt x="66783" y="80478"/>
                </a:cubicBezTo>
                <a:cubicBezTo>
                  <a:pt x="66944" y="86723"/>
                  <a:pt x="67209" y="86928"/>
                  <a:pt x="69183" y="82335"/>
                </a:cubicBezTo>
                <a:cubicBezTo>
                  <a:pt x="71476" y="76999"/>
                  <a:pt x="71863" y="77758"/>
                  <a:pt x="72797" y="89434"/>
                </a:cubicBezTo>
                <a:cubicBezTo>
                  <a:pt x="72939" y="91209"/>
                  <a:pt x="74996" y="94114"/>
                  <a:pt x="77368" y="95891"/>
                </a:cubicBezTo>
                <a:cubicBezTo>
                  <a:pt x="79740" y="97667"/>
                  <a:pt x="82447" y="102604"/>
                  <a:pt x="83382" y="106862"/>
                </a:cubicBezTo>
                <a:cubicBezTo>
                  <a:pt x="84688" y="112811"/>
                  <a:pt x="86501" y="114603"/>
                  <a:pt x="91209" y="114603"/>
                </a:cubicBezTo>
                <a:cubicBezTo>
                  <a:pt x="99379" y="114603"/>
                  <a:pt x="110872" y="119677"/>
                  <a:pt x="115649" y="125394"/>
                </a:cubicBezTo>
                <a:cubicBezTo>
                  <a:pt x="117952" y="128149"/>
                  <a:pt x="124752" y="130674"/>
                  <a:pt x="132428" y="131624"/>
                </a:cubicBezTo>
                <a:cubicBezTo>
                  <a:pt x="141521" y="132750"/>
                  <a:pt x="146878" y="135032"/>
                  <a:pt x="150553" y="139348"/>
                </a:cubicBezTo>
                <a:cubicBezTo>
                  <a:pt x="154982" y="144548"/>
                  <a:pt x="158885" y="145694"/>
                  <a:pt x="176368" y="146927"/>
                </a:cubicBezTo>
                <a:cubicBezTo>
                  <a:pt x="205380" y="148973"/>
                  <a:pt x="204499" y="148736"/>
                  <a:pt x="211382" y="156343"/>
                </a:cubicBezTo>
                <a:cubicBezTo>
                  <a:pt x="219859" y="165712"/>
                  <a:pt x="228327" y="167989"/>
                  <a:pt x="230401" y="161456"/>
                </a:cubicBezTo>
                <a:cubicBezTo>
                  <a:pt x="231901" y="156729"/>
                  <a:pt x="241748" y="152072"/>
                  <a:pt x="244475" y="154799"/>
                </a:cubicBezTo>
                <a:cubicBezTo>
                  <a:pt x="248005" y="158329"/>
                  <a:pt x="238595" y="195092"/>
                  <a:pt x="229656" y="212698"/>
                </a:cubicBezTo>
                <a:cubicBezTo>
                  <a:pt x="224250" y="223347"/>
                  <a:pt x="218479" y="236706"/>
                  <a:pt x="216833" y="242385"/>
                </a:cubicBezTo>
                <a:cubicBezTo>
                  <a:pt x="208092" y="272545"/>
                  <a:pt x="205996" y="281464"/>
                  <a:pt x="205960" y="288674"/>
                </a:cubicBezTo>
                <a:cubicBezTo>
                  <a:pt x="205939" y="293031"/>
                  <a:pt x="204795" y="298338"/>
                  <a:pt x="203418" y="300468"/>
                </a:cubicBezTo>
                <a:cubicBezTo>
                  <a:pt x="201194" y="303910"/>
                  <a:pt x="200920" y="303910"/>
                  <a:pt x="200956" y="300468"/>
                </a:cubicBezTo>
                <a:cubicBezTo>
                  <a:pt x="201123" y="284393"/>
                  <a:pt x="207229" y="256741"/>
                  <a:pt x="214917" y="237240"/>
                </a:cubicBezTo>
                <a:cubicBezTo>
                  <a:pt x="219951" y="224471"/>
                  <a:pt x="224070" y="212844"/>
                  <a:pt x="224070" y="211401"/>
                </a:cubicBezTo>
                <a:cubicBezTo>
                  <a:pt x="224070" y="209958"/>
                  <a:pt x="221625" y="207250"/>
                  <a:pt x="218637" y="205384"/>
                </a:cubicBezTo>
                <a:cubicBezTo>
                  <a:pt x="215583" y="203477"/>
                  <a:pt x="213971" y="203233"/>
                  <a:pt x="214956" y="204826"/>
                </a:cubicBezTo>
                <a:cubicBezTo>
                  <a:pt x="215920" y="206386"/>
                  <a:pt x="215897" y="211356"/>
                  <a:pt x="214905" y="215873"/>
                </a:cubicBezTo>
                <a:lnTo>
                  <a:pt x="213101" y="224084"/>
                </a:lnTo>
                <a:lnTo>
                  <a:pt x="208491" y="218391"/>
                </a:lnTo>
                <a:cubicBezTo>
                  <a:pt x="202731" y="211277"/>
                  <a:pt x="199260" y="211160"/>
                  <a:pt x="197466" y="218019"/>
                </a:cubicBezTo>
                <a:cubicBezTo>
                  <a:pt x="196615" y="221276"/>
                  <a:pt x="197499" y="223887"/>
                  <a:pt x="199747" y="224749"/>
                </a:cubicBezTo>
                <a:cubicBezTo>
                  <a:pt x="201766" y="225524"/>
                  <a:pt x="203418" y="227264"/>
                  <a:pt x="203418" y="228616"/>
                </a:cubicBezTo>
                <a:cubicBezTo>
                  <a:pt x="203418" y="229967"/>
                  <a:pt x="202337" y="230405"/>
                  <a:pt x="201015" y="229588"/>
                </a:cubicBezTo>
                <a:cubicBezTo>
                  <a:pt x="199694" y="228771"/>
                  <a:pt x="197882" y="229283"/>
                  <a:pt x="196991" y="230726"/>
                </a:cubicBezTo>
                <a:cubicBezTo>
                  <a:pt x="196099" y="232169"/>
                  <a:pt x="196692" y="233350"/>
                  <a:pt x="198308" y="233350"/>
                </a:cubicBezTo>
                <a:cubicBezTo>
                  <a:pt x="200240" y="233350"/>
                  <a:pt x="200656" y="236041"/>
                  <a:pt x="199523" y="241200"/>
                </a:cubicBezTo>
                <a:cubicBezTo>
                  <a:pt x="198474" y="245978"/>
                  <a:pt x="199012" y="250512"/>
                  <a:pt x="200899" y="252786"/>
                </a:cubicBezTo>
                <a:cubicBezTo>
                  <a:pt x="203352" y="255741"/>
                  <a:pt x="203212" y="256824"/>
                  <a:pt x="200228" y="257969"/>
                </a:cubicBezTo>
                <a:cubicBezTo>
                  <a:pt x="197388" y="259059"/>
                  <a:pt x="196716" y="262734"/>
                  <a:pt x="197509" y="272843"/>
                </a:cubicBezTo>
                <a:cubicBezTo>
                  <a:pt x="198508" y="285590"/>
                  <a:pt x="198348" y="286008"/>
                  <a:pt x="194340" y="281107"/>
                </a:cubicBezTo>
                <a:cubicBezTo>
                  <a:pt x="190355" y="276233"/>
                  <a:pt x="190188" y="276860"/>
                  <a:pt x="191370" y="292273"/>
                </a:cubicBezTo>
                <a:cubicBezTo>
                  <a:pt x="192505" y="307076"/>
                  <a:pt x="195674" y="318043"/>
                  <a:pt x="195674" y="307167"/>
                </a:cubicBezTo>
                <a:cubicBezTo>
                  <a:pt x="195674" y="303112"/>
                  <a:pt x="196059" y="303066"/>
                  <a:pt x="199681" y="306687"/>
                </a:cubicBezTo>
                <a:cubicBezTo>
                  <a:pt x="202942" y="309948"/>
                  <a:pt x="203185" y="312507"/>
                  <a:pt x="200986" y="320424"/>
                </a:cubicBezTo>
                <a:cubicBezTo>
                  <a:pt x="199500" y="325776"/>
                  <a:pt x="198103" y="334801"/>
                  <a:pt x="197882" y="340480"/>
                </a:cubicBezTo>
                <a:lnTo>
                  <a:pt x="197480" y="350806"/>
                </a:lnTo>
                <a:lnTo>
                  <a:pt x="195674" y="339189"/>
                </a:lnTo>
                <a:cubicBezTo>
                  <a:pt x="194403" y="331014"/>
                  <a:pt x="193753" y="337239"/>
                  <a:pt x="193480" y="360201"/>
                </a:cubicBezTo>
                <a:cubicBezTo>
                  <a:pt x="193236" y="380786"/>
                  <a:pt x="194603" y="400790"/>
                  <a:pt x="197184" y="414396"/>
                </a:cubicBezTo>
                <a:cubicBezTo>
                  <a:pt x="200612" y="432468"/>
                  <a:pt x="200758" y="438399"/>
                  <a:pt x="198086" y="450991"/>
                </a:cubicBezTo>
                <a:cubicBezTo>
                  <a:pt x="196258" y="459605"/>
                  <a:pt x="194082" y="464699"/>
                  <a:pt x="192986" y="462927"/>
                </a:cubicBezTo>
                <a:cubicBezTo>
                  <a:pt x="191158" y="459970"/>
                  <a:pt x="190587" y="461135"/>
                  <a:pt x="186260" y="476652"/>
                </a:cubicBezTo>
                <a:cubicBezTo>
                  <a:pt x="185567" y="479136"/>
                  <a:pt x="186240" y="481169"/>
                  <a:pt x="187756" y="481169"/>
                </a:cubicBezTo>
                <a:cubicBezTo>
                  <a:pt x="189271" y="481169"/>
                  <a:pt x="190682" y="479136"/>
                  <a:pt x="190891" y="476652"/>
                </a:cubicBezTo>
                <a:cubicBezTo>
                  <a:pt x="191099" y="474167"/>
                  <a:pt x="192060" y="479104"/>
                  <a:pt x="193026" y="487623"/>
                </a:cubicBezTo>
                <a:cubicBezTo>
                  <a:pt x="193992" y="496142"/>
                  <a:pt x="194538" y="503459"/>
                  <a:pt x="194241" y="503884"/>
                </a:cubicBezTo>
                <a:cubicBezTo>
                  <a:pt x="193943" y="504308"/>
                  <a:pt x="188265" y="499952"/>
                  <a:pt x="181623" y="494203"/>
                </a:cubicBezTo>
                <a:close/>
              </a:path>
            </a:pathLst>
          </a:custGeom>
          <a:solidFill>
            <a:srgbClr val="B9B9B9"/>
          </a:solidFill>
          <a:ln w="5163" cap="flat">
            <a:noFill/>
            <a:prstDash val="solid"/>
            <a:miter/>
          </a:ln>
        </p:spPr>
        <p:txBody>
          <a:bodyPr/>
          <a:lstStyle/>
          <a:p>
            <a:endParaRPr lang="es-419" noProof="0" dirty="0"/>
          </a:p>
        </p:txBody>
      </p:sp>
      <p:sp>
        <p:nvSpPr>
          <p:cNvPr id="53" name="Forma libre: forma 52">
            <a:extLst>
              <a:ext uri="{FF2B5EF4-FFF2-40B4-BE49-F238E27FC236}">
                <a16:creationId xmlns:a16="http://schemas.microsoft.com/office/drawing/2014/main" id="{43D81F5F-6DCD-C328-A2DD-B4D86D67AE7A}"/>
              </a:ext>
            </a:extLst>
          </p:cNvPr>
          <p:cNvSpPr/>
          <p:nvPr/>
        </p:nvSpPr>
        <p:spPr>
          <a:xfrm>
            <a:off x="920115" y="1646957"/>
            <a:ext cx="379561" cy="415583"/>
          </a:xfrm>
          <a:custGeom>
            <a:avLst/>
            <a:gdLst>
              <a:gd name="csX0" fmla="*/ 203090 w 379561"/>
              <a:gd name="csY0" fmla="*/ 414284 h 415583"/>
              <a:gd name="csX1" fmla="*/ 197077 w 379561"/>
              <a:gd name="csY1" fmla="*/ 404675 h 415583"/>
              <a:gd name="csX2" fmla="*/ 192271 w 379561"/>
              <a:gd name="csY2" fmla="*/ 395646 h 415583"/>
              <a:gd name="csX3" fmla="*/ 171007 w 379561"/>
              <a:gd name="csY3" fmla="*/ 397866 h 415583"/>
              <a:gd name="csX4" fmla="*/ 166946 w 379561"/>
              <a:gd name="csY4" fmla="*/ 392738 h 415583"/>
              <a:gd name="csX5" fmla="*/ 171214 w 379561"/>
              <a:gd name="csY5" fmla="*/ 375323 h 415583"/>
              <a:gd name="csX6" fmla="*/ 168526 w 379561"/>
              <a:gd name="csY6" fmla="*/ 359903 h 415583"/>
              <a:gd name="csX7" fmla="*/ 135682 w 379561"/>
              <a:gd name="csY7" fmla="*/ 348579 h 415583"/>
              <a:gd name="csX8" fmla="*/ 130456 w 379561"/>
              <a:gd name="csY8" fmla="*/ 344743 h 415583"/>
              <a:gd name="csX9" fmla="*/ 123707 w 379561"/>
              <a:gd name="csY9" fmla="*/ 339434 h 415583"/>
              <a:gd name="csX10" fmla="*/ 111898 w 379561"/>
              <a:gd name="csY10" fmla="*/ 326710 h 415583"/>
              <a:gd name="csX11" fmla="*/ 102819 w 379561"/>
              <a:gd name="csY11" fmla="*/ 312359 h 415583"/>
              <a:gd name="csX12" fmla="*/ 100189 w 379561"/>
              <a:gd name="csY12" fmla="*/ 303716 h 415583"/>
              <a:gd name="csX13" fmla="*/ 96495 w 379561"/>
              <a:gd name="csY13" fmla="*/ 291424 h 415583"/>
              <a:gd name="csX14" fmla="*/ 91114 w 379561"/>
              <a:gd name="csY14" fmla="*/ 269668 h 415583"/>
              <a:gd name="csX15" fmla="*/ 73368 w 379561"/>
              <a:gd name="csY15" fmla="*/ 228658 h 415583"/>
              <a:gd name="csX16" fmla="*/ 56149 w 379561"/>
              <a:gd name="csY16" fmla="*/ 225592 h 415583"/>
              <a:gd name="csX17" fmla="*/ 38234 w 379561"/>
              <a:gd name="csY17" fmla="*/ 218995 h 415583"/>
              <a:gd name="csX18" fmla="*/ 14702 w 379561"/>
              <a:gd name="csY18" fmla="*/ 179229 h 415583"/>
              <a:gd name="csX19" fmla="*/ 4675 w 379561"/>
              <a:gd name="csY19" fmla="*/ 165798 h 415583"/>
              <a:gd name="csX20" fmla="*/ 1771 w 379561"/>
              <a:gd name="csY20" fmla="*/ 155184 h 415583"/>
              <a:gd name="csX21" fmla="*/ 712 w 379561"/>
              <a:gd name="csY21" fmla="*/ 126667 h 415583"/>
              <a:gd name="csX22" fmla="*/ 2557 w 379561"/>
              <a:gd name="csY22" fmla="*/ 104522 h 415583"/>
              <a:gd name="csX23" fmla="*/ 16402 w 379561"/>
              <a:gd name="csY23" fmla="*/ 104522 h 415583"/>
              <a:gd name="csX24" fmla="*/ 46584 w 379561"/>
              <a:gd name="csY24" fmla="*/ 95540 h 415583"/>
              <a:gd name="csX25" fmla="*/ 48520 w 379561"/>
              <a:gd name="csY25" fmla="*/ 81044 h 415583"/>
              <a:gd name="csX26" fmla="*/ 53693 w 379561"/>
              <a:gd name="csY26" fmla="*/ 64536 h 415583"/>
              <a:gd name="csX27" fmla="*/ 57236 w 379561"/>
              <a:gd name="csY27" fmla="*/ 49938 h 415583"/>
              <a:gd name="csX28" fmla="*/ 61307 w 379561"/>
              <a:gd name="csY28" fmla="*/ 39986 h 415583"/>
              <a:gd name="csX29" fmla="*/ 72238 w 379561"/>
              <a:gd name="csY29" fmla="*/ 37166 h 415583"/>
              <a:gd name="csX30" fmla="*/ 75921 w 379561"/>
              <a:gd name="csY30" fmla="*/ 26420 h 415583"/>
              <a:gd name="csX31" fmla="*/ 86217 w 379561"/>
              <a:gd name="csY31" fmla="*/ 9008 h 415583"/>
              <a:gd name="csX32" fmla="*/ 91229 w 379561"/>
              <a:gd name="csY32" fmla="*/ 3610 h 415583"/>
              <a:gd name="csX33" fmla="*/ 100572 w 379561"/>
              <a:gd name="csY33" fmla="*/ 6016 h 415583"/>
              <a:gd name="csX34" fmla="*/ 115842 w 379561"/>
              <a:gd name="csY34" fmla="*/ 15498 h 415583"/>
              <a:gd name="csX35" fmla="*/ 130061 w 379561"/>
              <a:gd name="csY35" fmla="*/ 25801 h 415583"/>
              <a:gd name="csX36" fmla="*/ 153502 w 379561"/>
              <a:gd name="csY36" fmla="*/ 36020 h 415583"/>
              <a:gd name="csX37" fmla="*/ 166647 w 379561"/>
              <a:gd name="csY37" fmla="*/ 35196 h 415583"/>
              <a:gd name="csX38" fmla="*/ 177014 w 379561"/>
              <a:gd name="csY38" fmla="*/ 35079 h 415583"/>
              <a:gd name="csX39" fmla="*/ 199575 w 379561"/>
              <a:gd name="csY39" fmla="*/ 42570 h 415583"/>
              <a:gd name="csX40" fmla="*/ 223114 w 379561"/>
              <a:gd name="csY40" fmla="*/ 30983 h 415583"/>
              <a:gd name="csX41" fmla="*/ 243392 w 379561"/>
              <a:gd name="csY41" fmla="*/ 13562 h 415583"/>
              <a:gd name="csX42" fmla="*/ 257664 w 379561"/>
              <a:gd name="csY42" fmla="*/ 14175 h 415583"/>
              <a:gd name="csX43" fmla="*/ 270020 w 379561"/>
              <a:gd name="csY43" fmla="*/ 16753 h 415583"/>
              <a:gd name="csX44" fmla="*/ 290519 w 379561"/>
              <a:gd name="csY44" fmla="*/ 30455 h 415583"/>
              <a:gd name="csX45" fmla="*/ 307913 w 379561"/>
              <a:gd name="csY45" fmla="*/ 52734 h 415583"/>
              <a:gd name="csX46" fmla="*/ 307918 w 379561"/>
              <a:gd name="csY46" fmla="*/ 71135 h 415583"/>
              <a:gd name="csX47" fmla="*/ 305239 w 379561"/>
              <a:gd name="csY47" fmla="*/ 92635 h 415583"/>
              <a:gd name="csX48" fmla="*/ 300393 w 379561"/>
              <a:gd name="csY48" fmla="*/ 116124 h 415583"/>
              <a:gd name="csX49" fmla="*/ 296534 w 379561"/>
              <a:gd name="csY49" fmla="*/ 139467 h 415583"/>
              <a:gd name="csX50" fmla="*/ 294862 w 379561"/>
              <a:gd name="csY50" fmla="*/ 144381 h 415583"/>
              <a:gd name="csX51" fmla="*/ 302443 w 379561"/>
              <a:gd name="csY51" fmla="*/ 174221 h 415583"/>
              <a:gd name="csX52" fmla="*/ 331579 w 379561"/>
              <a:gd name="csY52" fmla="*/ 200036 h 415583"/>
              <a:gd name="csX53" fmla="*/ 345885 w 379561"/>
              <a:gd name="csY53" fmla="*/ 204322 h 415583"/>
              <a:gd name="csX54" fmla="*/ 358173 w 379561"/>
              <a:gd name="csY54" fmla="*/ 192088 h 415583"/>
              <a:gd name="csX55" fmla="*/ 365209 w 379561"/>
              <a:gd name="csY55" fmla="*/ 177533 h 415583"/>
              <a:gd name="csX56" fmla="*/ 378528 w 379561"/>
              <a:gd name="csY56" fmla="*/ 217259 h 415583"/>
              <a:gd name="csX57" fmla="*/ 379561 w 379561"/>
              <a:gd name="csY57" fmla="*/ 233192 h 415583"/>
              <a:gd name="csX58" fmla="*/ 368302 w 379561"/>
              <a:gd name="csY58" fmla="*/ 234810 h 415583"/>
              <a:gd name="csX59" fmla="*/ 342845 w 379561"/>
              <a:gd name="csY59" fmla="*/ 234877 h 415583"/>
              <a:gd name="csX60" fmla="*/ 294625 w 379561"/>
              <a:gd name="csY60" fmla="*/ 235311 h 415583"/>
              <a:gd name="csX61" fmla="*/ 265550 w 379561"/>
              <a:gd name="csY61" fmla="*/ 264572 h 415583"/>
              <a:gd name="csX62" fmla="*/ 257155 w 379561"/>
              <a:gd name="csY62" fmla="*/ 290178 h 415583"/>
              <a:gd name="csX63" fmla="*/ 253059 w 379561"/>
              <a:gd name="csY63" fmla="*/ 303293 h 415583"/>
              <a:gd name="csX64" fmla="*/ 248021 w 379561"/>
              <a:gd name="csY64" fmla="*/ 307811 h 415583"/>
              <a:gd name="csX65" fmla="*/ 241573 w 379561"/>
              <a:gd name="csY65" fmla="*/ 316201 h 415583"/>
              <a:gd name="csX66" fmla="*/ 230054 w 379561"/>
              <a:gd name="csY66" fmla="*/ 378609 h 415583"/>
              <a:gd name="csX67" fmla="*/ 225886 w 379561"/>
              <a:gd name="csY67" fmla="*/ 411224 h 415583"/>
              <a:gd name="csX68" fmla="*/ 203090 w 379561"/>
              <a:gd name="csY68" fmla="*/ 414284 h 4155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Lst>
            <a:rect l="l" t="t" r="r" b="b"/>
            <a:pathLst>
              <a:path w="379561" h="415583">
                <a:moveTo>
                  <a:pt x="203090" y="414284"/>
                </a:moveTo>
                <a:cubicBezTo>
                  <a:pt x="200763" y="412907"/>
                  <a:pt x="198058" y="408583"/>
                  <a:pt x="197077" y="404675"/>
                </a:cubicBezTo>
                <a:cubicBezTo>
                  <a:pt x="196096" y="400766"/>
                  <a:pt x="193933" y="396703"/>
                  <a:pt x="192271" y="395646"/>
                </a:cubicBezTo>
                <a:cubicBezTo>
                  <a:pt x="187214" y="392429"/>
                  <a:pt x="177806" y="393412"/>
                  <a:pt x="171007" y="397866"/>
                </a:cubicBezTo>
                <a:cubicBezTo>
                  <a:pt x="162395" y="403509"/>
                  <a:pt x="159848" y="400293"/>
                  <a:pt x="166946" y="392738"/>
                </a:cubicBezTo>
                <a:cubicBezTo>
                  <a:pt x="171625" y="387757"/>
                  <a:pt x="172379" y="384679"/>
                  <a:pt x="171214" y="375323"/>
                </a:cubicBezTo>
                <a:cubicBezTo>
                  <a:pt x="170436" y="369072"/>
                  <a:pt x="169226" y="362133"/>
                  <a:pt x="168526" y="359903"/>
                </a:cubicBezTo>
                <a:cubicBezTo>
                  <a:pt x="167058" y="355229"/>
                  <a:pt x="141404" y="346384"/>
                  <a:pt x="135682" y="348579"/>
                </a:cubicBezTo>
                <a:cubicBezTo>
                  <a:pt x="133235" y="349518"/>
                  <a:pt x="131342" y="348128"/>
                  <a:pt x="130456" y="344743"/>
                </a:cubicBezTo>
                <a:cubicBezTo>
                  <a:pt x="129618" y="341535"/>
                  <a:pt x="126946" y="339434"/>
                  <a:pt x="123707" y="339434"/>
                </a:cubicBezTo>
                <a:cubicBezTo>
                  <a:pt x="119877" y="339434"/>
                  <a:pt x="116504" y="335800"/>
                  <a:pt x="111898" y="326710"/>
                </a:cubicBezTo>
                <a:cubicBezTo>
                  <a:pt x="108351" y="319711"/>
                  <a:pt x="104266" y="313253"/>
                  <a:pt x="102819" y="312359"/>
                </a:cubicBezTo>
                <a:cubicBezTo>
                  <a:pt x="101373" y="311465"/>
                  <a:pt x="100189" y="307575"/>
                  <a:pt x="100189" y="303716"/>
                </a:cubicBezTo>
                <a:cubicBezTo>
                  <a:pt x="100189" y="299856"/>
                  <a:pt x="98526" y="294325"/>
                  <a:pt x="96495" y="291424"/>
                </a:cubicBezTo>
                <a:cubicBezTo>
                  <a:pt x="94463" y="288523"/>
                  <a:pt x="92041" y="278733"/>
                  <a:pt x="91114" y="269668"/>
                </a:cubicBezTo>
                <a:cubicBezTo>
                  <a:pt x="89247" y="251425"/>
                  <a:pt x="83480" y="238096"/>
                  <a:pt x="73368" y="228658"/>
                </a:cubicBezTo>
                <a:cubicBezTo>
                  <a:pt x="67157" y="222862"/>
                  <a:pt x="65968" y="222650"/>
                  <a:pt x="56149" y="225592"/>
                </a:cubicBezTo>
                <a:cubicBezTo>
                  <a:pt x="44901" y="228962"/>
                  <a:pt x="38234" y="226507"/>
                  <a:pt x="38234" y="218995"/>
                </a:cubicBezTo>
                <a:cubicBezTo>
                  <a:pt x="38234" y="211509"/>
                  <a:pt x="24381" y="188100"/>
                  <a:pt x="14702" y="179229"/>
                </a:cubicBezTo>
                <a:cubicBezTo>
                  <a:pt x="9187" y="174175"/>
                  <a:pt x="4675" y="168131"/>
                  <a:pt x="4675" y="165798"/>
                </a:cubicBezTo>
                <a:cubicBezTo>
                  <a:pt x="4675" y="163466"/>
                  <a:pt x="3368" y="158689"/>
                  <a:pt x="1771" y="155184"/>
                </a:cubicBezTo>
                <a:cubicBezTo>
                  <a:pt x="-157" y="150952"/>
                  <a:pt x="-513" y="141373"/>
                  <a:pt x="712" y="126667"/>
                </a:cubicBezTo>
                <a:lnTo>
                  <a:pt x="2557" y="104522"/>
                </a:lnTo>
                <a:lnTo>
                  <a:pt x="16402" y="104522"/>
                </a:lnTo>
                <a:cubicBezTo>
                  <a:pt x="30035" y="104522"/>
                  <a:pt x="42866" y="100703"/>
                  <a:pt x="46584" y="95540"/>
                </a:cubicBezTo>
                <a:cubicBezTo>
                  <a:pt x="47627" y="94091"/>
                  <a:pt x="48499" y="87568"/>
                  <a:pt x="48520" y="81044"/>
                </a:cubicBezTo>
                <a:cubicBezTo>
                  <a:pt x="48549" y="72518"/>
                  <a:pt x="50004" y="67875"/>
                  <a:pt x="53693" y="64536"/>
                </a:cubicBezTo>
                <a:cubicBezTo>
                  <a:pt x="57798" y="60822"/>
                  <a:pt x="58508" y="57895"/>
                  <a:pt x="57236" y="49938"/>
                </a:cubicBezTo>
                <a:cubicBezTo>
                  <a:pt x="55795" y="40930"/>
                  <a:pt x="56182" y="39986"/>
                  <a:pt x="61307" y="39986"/>
                </a:cubicBezTo>
                <a:cubicBezTo>
                  <a:pt x="64421" y="39986"/>
                  <a:pt x="69340" y="38717"/>
                  <a:pt x="72238" y="37166"/>
                </a:cubicBezTo>
                <a:cubicBezTo>
                  <a:pt x="76432" y="34922"/>
                  <a:pt x="77183" y="32731"/>
                  <a:pt x="75921" y="26420"/>
                </a:cubicBezTo>
                <a:cubicBezTo>
                  <a:pt x="74260" y="18119"/>
                  <a:pt x="79648" y="9008"/>
                  <a:pt x="86217" y="9008"/>
                </a:cubicBezTo>
                <a:cubicBezTo>
                  <a:pt x="88031" y="9008"/>
                  <a:pt x="90286" y="6579"/>
                  <a:pt x="91229" y="3610"/>
                </a:cubicBezTo>
                <a:cubicBezTo>
                  <a:pt x="92878" y="-1587"/>
                  <a:pt x="93226" y="-1498"/>
                  <a:pt x="100572" y="6016"/>
                </a:cubicBezTo>
                <a:cubicBezTo>
                  <a:pt x="104769" y="10308"/>
                  <a:pt x="111640" y="14575"/>
                  <a:pt x="115842" y="15498"/>
                </a:cubicBezTo>
                <a:cubicBezTo>
                  <a:pt x="120151" y="16445"/>
                  <a:pt x="126350" y="20937"/>
                  <a:pt x="130061" y="25801"/>
                </a:cubicBezTo>
                <a:cubicBezTo>
                  <a:pt x="137904" y="36084"/>
                  <a:pt x="151245" y="41900"/>
                  <a:pt x="153502" y="36020"/>
                </a:cubicBezTo>
                <a:cubicBezTo>
                  <a:pt x="155231" y="31515"/>
                  <a:pt x="162509" y="31058"/>
                  <a:pt x="166647" y="35196"/>
                </a:cubicBezTo>
                <a:cubicBezTo>
                  <a:pt x="168865" y="37413"/>
                  <a:pt x="171448" y="37384"/>
                  <a:pt x="177014" y="35079"/>
                </a:cubicBezTo>
                <a:cubicBezTo>
                  <a:pt x="186293" y="31236"/>
                  <a:pt x="197119" y="34830"/>
                  <a:pt x="199575" y="42570"/>
                </a:cubicBezTo>
                <a:cubicBezTo>
                  <a:pt x="202586" y="52057"/>
                  <a:pt x="211392" y="47722"/>
                  <a:pt x="223114" y="30983"/>
                </a:cubicBezTo>
                <a:cubicBezTo>
                  <a:pt x="231922" y="18404"/>
                  <a:pt x="235698" y="15160"/>
                  <a:pt x="243392" y="13562"/>
                </a:cubicBezTo>
                <a:cubicBezTo>
                  <a:pt x="248841" y="12430"/>
                  <a:pt x="254889" y="12690"/>
                  <a:pt x="257664" y="14175"/>
                </a:cubicBezTo>
                <a:cubicBezTo>
                  <a:pt x="260313" y="15593"/>
                  <a:pt x="265874" y="16753"/>
                  <a:pt x="270020" y="16753"/>
                </a:cubicBezTo>
                <a:cubicBezTo>
                  <a:pt x="275778" y="16753"/>
                  <a:pt x="280624" y="19992"/>
                  <a:pt x="290519" y="30455"/>
                </a:cubicBezTo>
                <a:cubicBezTo>
                  <a:pt x="297647" y="37991"/>
                  <a:pt x="305474" y="48017"/>
                  <a:pt x="307913" y="52734"/>
                </a:cubicBezTo>
                <a:cubicBezTo>
                  <a:pt x="312104" y="60839"/>
                  <a:pt x="312105" y="61851"/>
                  <a:pt x="307918" y="71135"/>
                </a:cubicBezTo>
                <a:cubicBezTo>
                  <a:pt x="304686" y="78303"/>
                  <a:pt x="303961" y="84117"/>
                  <a:pt x="305239" y="92635"/>
                </a:cubicBezTo>
                <a:cubicBezTo>
                  <a:pt x="306699" y="102374"/>
                  <a:pt x="305896" y="106269"/>
                  <a:pt x="300393" y="116124"/>
                </a:cubicBezTo>
                <a:cubicBezTo>
                  <a:pt x="293385" y="128678"/>
                  <a:pt x="292058" y="136701"/>
                  <a:pt x="296534" y="139467"/>
                </a:cubicBezTo>
                <a:cubicBezTo>
                  <a:pt x="298276" y="140544"/>
                  <a:pt x="297669" y="142329"/>
                  <a:pt x="294862" y="144381"/>
                </a:cubicBezTo>
                <a:cubicBezTo>
                  <a:pt x="289162" y="148549"/>
                  <a:pt x="291010" y="155821"/>
                  <a:pt x="302443" y="174221"/>
                </a:cubicBezTo>
                <a:cubicBezTo>
                  <a:pt x="315893" y="195868"/>
                  <a:pt x="320598" y="200036"/>
                  <a:pt x="331579" y="200036"/>
                </a:cubicBezTo>
                <a:cubicBezTo>
                  <a:pt x="336873" y="200036"/>
                  <a:pt x="343264" y="201951"/>
                  <a:pt x="345885" y="204322"/>
                </a:cubicBezTo>
                <a:cubicBezTo>
                  <a:pt x="351730" y="209612"/>
                  <a:pt x="352148" y="209195"/>
                  <a:pt x="358173" y="192088"/>
                </a:cubicBezTo>
                <a:cubicBezTo>
                  <a:pt x="360854" y="184473"/>
                  <a:pt x="364021" y="177924"/>
                  <a:pt x="365209" y="177533"/>
                </a:cubicBezTo>
                <a:cubicBezTo>
                  <a:pt x="369150" y="176239"/>
                  <a:pt x="377478" y="201079"/>
                  <a:pt x="378528" y="217259"/>
                </a:cubicBezTo>
                <a:lnTo>
                  <a:pt x="379561" y="233192"/>
                </a:lnTo>
                <a:lnTo>
                  <a:pt x="368302" y="234810"/>
                </a:lnTo>
                <a:cubicBezTo>
                  <a:pt x="362110" y="235699"/>
                  <a:pt x="350654" y="235730"/>
                  <a:pt x="342845" y="234877"/>
                </a:cubicBezTo>
                <a:cubicBezTo>
                  <a:pt x="300900" y="230295"/>
                  <a:pt x="296475" y="230334"/>
                  <a:pt x="294625" y="235311"/>
                </a:cubicBezTo>
                <a:cubicBezTo>
                  <a:pt x="292370" y="241375"/>
                  <a:pt x="269321" y="264572"/>
                  <a:pt x="265550" y="264572"/>
                </a:cubicBezTo>
                <a:cubicBezTo>
                  <a:pt x="261474" y="264572"/>
                  <a:pt x="258070" y="274955"/>
                  <a:pt x="257155" y="290178"/>
                </a:cubicBezTo>
                <a:cubicBezTo>
                  <a:pt x="256642" y="298710"/>
                  <a:pt x="255211" y="303293"/>
                  <a:pt x="253059" y="303293"/>
                </a:cubicBezTo>
                <a:cubicBezTo>
                  <a:pt x="251239" y="303294"/>
                  <a:pt x="248973" y="305327"/>
                  <a:pt x="248021" y="307811"/>
                </a:cubicBezTo>
                <a:cubicBezTo>
                  <a:pt x="247070" y="310296"/>
                  <a:pt x="244168" y="314071"/>
                  <a:pt x="241573" y="316201"/>
                </a:cubicBezTo>
                <a:cubicBezTo>
                  <a:pt x="235220" y="321415"/>
                  <a:pt x="231367" y="342287"/>
                  <a:pt x="230054" y="378609"/>
                </a:cubicBezTo>
                <a:cubicBezTo>
                  <a:pt x="229366" y="397612"/>
                  <a:pt x="227827" y="409663"/>
                  <a:pt x="225886" y="411224"/>
                </a:cubicBezTo>
                <a:cubicBezTo>
                  <a:pt x="220922" y="415217"/>
                  <a:pt x="207671" y="416995"/>
                  <a:pt x="203090" y="414284"/>
                </a:cubicBezTo>
                <a:close/>
              </a:path>
            </a:pathLst>
          </a:custGeom>
          <a:solidFill>
            <a:srgbClr val="B9B9B9"/>
          </a:solidFill>
          <a:ln w="5163" cap="flat">
            <a:noFill/>
            <a:prstDash val="solid"/>
            <a:miter/>
          </a:ln>
        </p:spPr>
        <p:txBody>
          <a:bodyPr/>
          <a:lstStyle/>
          <a:p>
            <a:endParaRPr lang="es-419" noProof="0" dirty="0"/>
          </a:p>
        </p:txBody>
      </p:sp>
      <p:sp>
        <p:nvSpPr>
          <p:cNvPr id="54" name="Forma libre: forma 53">
            <a:extLst>
              <a:ext uri="{FF2B5EF4-FFF2-40B4-BE49-F238E27FC236}">
                <a16:creationId xmlns:a16="http://schemas.microsoft.com/office/drawing/2014/main" id="{2217B5E3-D96C-F075-2994-D07CD0A1514C}"/>
              </a:ext>
            </a:extLst>
          </p:cNvPr>
          <p:cNvSpPr/>
          <p:nvPr/>
        </p:nvSpPr>
        <p:spPr>
          <a:xfrm>
            <a:off x="845627" y="1846993"/>
            <a:ext cx="4301" cy="5162"/>
          </a:xfrm>
          <a:custGeom>
            <a:avLst/>
            <a:gdLst>
              <a:gd name="csX0" fmla="*/ 4301 w 4301"/>
              <a:gd name="csY0" fmla="*/ 2581 h 5162"/>
              <a:gd name="csX1" fmla="*/ 1567 w 4301"/>
              <a:gd name="csY1" fmla="*/ 0 h 5162"/>
              <a:gd name="csX2" fmla="*/ 429 w 4301"/>
              <a:gd name="csY2" fmla="*/ 2581 h 5162"/>
              <a:gd name="csX3" fmla="*/ 3163 w 4301"/>
              <a:gd name="csY3" fmla="*/ 5163 h 5162"/>
              <a:gd name="csX4" fmla="*/ 4301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4301" y="2581"/>
                </a:moveTo>
                <a:cubicBezTo>
                  <a:pt x="4301" y="1162"/>
                  <a:pt x="3071" y="0"/>
                  <a:pt x="1567" y="0"/>
                </a:cubicBezTo>
                <a:cubicBezTo>
                  <a:pt x="64" y="0"/>
                  <a:pt x="-449" y="1162"/>
                  <a:pt x="429" y="2581"/>
                </a:cubicBezTo>
                <a:cubicBezTo>
                  <a:pt x="1306" y="4001"/>
                  <a:pt x="2537" y="5163"/>
                  <a:pt x="3163" y="5163"/>
                </a:cubicBezTo>
                <a:cubicBezTo>
                  <a:pt x="3789" y="5163"/>
                  <a:pt x="4301" y="4001"/>
                  <a:pt x="4301" y="2581"/>
                </a:cubicBezTo>
                <a:close/>
              </a:path>
            </a:pathLst>
          </a:custGeom>
          <a:solidFill>
            <a:srgbClr val="00C100"/>
          </a:solidFill>
          <a:ln w="5163" cap="flat">
            <a:noFill/>
            <a:prstDash val="solid"/>
            <a:miter/>
          </a:ln>
        </p:spPr>
        <p:txBody>
          <a:bodyPr/>
          <a:lstStyle/>
          <a:p>
            <a:endParaRPr lang="es-419" noProof="0" dirty="0"/>
          </a:p>
        </p:txBody>
      </p:sp>
      <p:sp>
        <p:nvSpPr>
          <p:cNvPr id="55" name="Forma libre: forma 54">
            <a:extLst>
              <a:ext uri="{FF2B5EF4-FFF2-40B4-BE49-F238E27FC236}">
                <a16:creationId xmlns:a16="http://schemas.microsoft.com/office/drawing/2014/main" id="{1A097D1D-313E-24E5-B76B-4DAA8D488291}"/>
              </a:ext>
            </a:extLst>
          </p:cNvPr>
          <p:cNvSpPr/>
          <p:nvPr/>
        </p:nvSpPr>
        <p:spPr>
          <a:xfrm>
            <a:off x="1407174" y="1572075"/>
            <a:ext cx="229470" cy="427142"/>
          </a:xfrm>
          <a:custGeom>
            <a:avLst/>
            <a:gdLst>
              <a:gd name="csX0" fmla="*/ 59479 w 229470"/>
              <a:gd name="csY0" fmla="*/ 423996 h 427142"/>
              <a:gd name="csX1" fmla="*/ 59694 w 229470"/>
              <a:gd name="csY1" fmla="*/ 396698 h 427142"/>
              <a:gd name="csX2" fmla="*/ 53195 w 229470"/>
              <a:gd name="csY2" fmla="*/ 362114 h 427142"/>
              <a:gd name="csX3" fmla="*/ 47446 w 229470"/>
              <a:gd name="csY3" fmla="*/ 337138 h 427142"/>
              <a:gd name="csX4" fmla="*/ 40306 w 229470"/>
              <a:gd name="csY4" fmla="*/ 312349 h 427142"/>
              <a:gd name="csX5" fmla="*/ 32609 w 229470"/>
              <a:gd name="csY5" fmla="*/ 289116 h 427142"/>
              <a:gd name="csX6" fmla="*/ 35070 w 229470"/>
              <a:gd name="csY6" fmla="*/ 271899 h 427142"/>
              <a:gd name="csX7" fmla="*/ 32418 w 229470"/>
              <a:gd name="csY7" fmla="*/ 260780 h 427142"/>
              <a:gd name="csX8" fmla="*/ 33172 w 229470"/>
              <a:gd name="csY8" fmla="*/ 247019 h 427142"/>
              <a:gd name="csX9" fmla="*/ 57856 w 229470"/>
              <a:gd name="csY9" fmla="*/ 240981 h 427142"/>
              <a:gd name="csX10" fmla="*/ 80243 w 229470"/>
              <a:gd name="csY10" fmla="*/ 236439 h 427142"/>
              <a:gd name="csX11" fmla="*/ 76436 w 229470"/>
              <a:gd name="csY11" fmla="*/ 228427 h 427142"/>
              <a:gd name="csX12" fmla="*/ 66283 w 229470"/>
              <a:gd name="csY12" fmla="*/ 225870 h 427142"/>
              <a:gd name="csX13" fmla="*/ 61369 w 229470"/>
              <a:gd name="csY13" fmla="*/ 221998 h 427142"/>
              <a:gd name="csX14" fmla="*/ 54487 w 229470"/>
              <a:gd name="csY14" fmla="*/ 218126 h 427142"/>
              <a:gd name="csX15" fmla="*/ 50882 w 229470"/>
              <a:gd name="csY15" fmla="*/ 215226 h 427142"/>
              <a:gd name="csX16" fmla="*/ 39078 w 229470"/>
              <a:gd name="csY16" fmla="*/ 199827 h 427142"/>
              <a:gd name="csX17" fmla="*/ 27028 w 229470"/>
              <a:gd name="csY17" fmla="*/ 179593 h 427142"/>
              <a:gd name="csX18" fmla="*/ 26078 w 229470"/>
              <a:gd name="csY18" fmla="*/ 170317 h 427142"/>
              <a:gd name="csX19" fmla="*/ 23581 w 229470"/>
              <a:gd name="csY19" fmla="*/ 162984 h 427142"/>
              <a:gd name="csX20" fmla="*/ 11790 w 229470"/>
              <a:gd name="csY20" fmla="*/ 145065 h 427142"/>
              <a:gd name="csX21" fmla="*/ 0 w 229470"/>
              <a:gd name="csY21" fmla="*/ 132934 h 427142"/>
              <a:gd name="csX22" fmla="*/ 16266 w 229470"/>
              <a:gd name="csY22" fmla="*/ 118970 h 427142"/>
              <a:gd name="csX23" fmla="*/ 37313 w 229470"/>
              <a:gd name="csY23" fmla="*/ 107565 h 427142"/>
              <a:gd name="csX24" fmla="*/ 42526 w 229470"/>
              <a:gd name="csY24" fmla="*/ 109268 h 427142"/>
              <a:gd name="csX25" fmla="*/ 48759 w 229470"/>
              <a:gd name="csY25" fmla="*/ 100129 h 427142"/>
              <a:gd name="csX26" fmla="*/ 49251 w 229470"/>
              <a:gd name="csY26" fmla="*/ 64399 h 427142"/>
              <a:gd name="csX27" fmla="*/ 38960 w 229470"/>
              <a:gd name="csY27" fmla="*/ 62708 h 427142"/>
              <a:gd name="csX28" fmla="*/ 28744 w 229470"/>
              <a:gd name="csY28" fmla="*/ 61040 h 427142"/>
              <a:gd name="csX29" fmla="*/ 53379 w 229470"/>
              <a:gd name="csY29" fmla="*/ 39197 h 427142"/>
              <a:gd name="csX30" fmla="*/ 71905 w 229470"/>
              <a:gd name="csY30" fmla="*/ 19485 h 427142"/>
              <a:gd name="csX31" fmla="*/ 90959 w 229470"/>
              <a:gd name="csY31" fmla="*/ 8717 h 427142"/>
              <a:gd name="csX32" fmla="*/ 109824 w 229470"/>
              <a:gd name="csY32" fmla="*/ 6256 h 427142"/>
              <a:gd name="csX33" fmla="*/ 121001 w 229470"/>
              <a:gd name="csY33" fmla="*/ 2822 h 427142"/>
              <a:gd name="csX34" fmla="*/ 122428 w 229470"/>
              <a:gd name="csY34" fmla="*/ 8347 h 427142"/>
              <a:gd name="csX35" fmla="*/ 111269 w 229470"/>
              <a:gd name="csY35" fmla="*/ 31492 h 427142"/>
              <a:gd name="csX36" fmla="*/ 125654 w 229470"/>
              <a:gd name="csY36" fmla="*/ 68353 h 427142"/>
              <a:gd name="csX37" fmla="*/ 129394 w 229470"/>
              <a:gd name="csY37" fmla="*/ 83822 h 427142"/>
              <a:gd name="csX38" fmla="*/ 132621 w 229470"/>
              <a:gd name="csY38" fmla="*/ 87380 h 427142"/>
              <a:gd name="csX39" fmla="*/ 129420 w 229470"/>
              <a:gd name="csY39" fmla="*/ 96950 h 427142"/>
              <a:gd name="csX40" fmla="*/ 135228 w 229470"/>
              <a:gd name="csY40" fmla="*/ 104581 h 427142"/>
              <a:gd name="csX41" fmla="*/ 149666 w 229470"/>
              <a:gd name="csY41" fmla="*/ 122913 h 427142"/>
              <a:gd name="csX42" fmla="*/ 159752 w 229470"/>
              <a:gd name="csY42" fmla="*/ 139280 h 427142"/>
              <a:gd name="csX43" fmla="*/ 168181 w 229470"/>
              <a:gd name="csY43" fmla="*/ 148315 h 427142"/>
              <a:gd name="csX44" fmla="*/ 179067 w 229470"/>
              <a:gd name="csY44" fmla="*/ 159986 h 427142"/>
              <a:gd name="csX45" fmla="*/ 189769 w 229470"/>
              <a:gd name="csY45" fmla="*/ 164249 h 427142"/>
              <a:gd name="csX46" fmla="*/ 197030 w 229470"/>
              <a:gd name="csY46" fmla="*/ 167037 h 427142"/>
              <a:gd name="csX47" fmla="*/ 208574 w 229470"/>
              <a:gd name="csY47" fmla="*/ 163915 h 427142"/>
              <a:gd name="csX48" fmla="*/ 216996 w 229470"/>
              <a:gd name="csY48" fmla="*/ 163915 h 427142"/>
              <a:gd name="csX49" fmla="*/ 217738 w 229470"/>
              <a:gd name="csY49" fmla="*/ 187794 h 427142"/>
              <a:gd name="csX50" fmla="*/ 224437 w 229470"/>
              <a:gd name="csY50" fmla="*/ 212516 h 427142"/>
              <a:gd name="csX51" fmla="*/ 229386 w 229470"/>
              <a:gd name="csY51" fmla="*/ 216389 h 427142"/>
              <a:gd name="csX52" fmla="*/ 185958 w 229470"/>
              <a:gd name="csY52" fmla="*/ 248433 h 427142"/>
              <a:gd name="csX53" fmla="*/ 168142 w 229470"/>
              <a:gd name="csY53" fmla="*/ 261325 h 427142"/>
              <a:gd name="csX54" fmla="*/ 158371 w 229470"/>
              <a:gd name="csY54" fmla="*/ 277501 h 427142"/>
              <a:gd name="csX55" fmla="*/ 143795 w 229470"/>
              <a:gd name="csY55" fmla="*/ 286536 h 427142"/>
              <a:gd name="csX56" fmla="*/ 128870 w 229470"/>
              <a:gd name="csY56" fmla="*/ 295569 h 427142"/>
              <a:gd name="csX57" fmla="*/ 127129 w 229470"/>
              <a:gd name="csY57" fmla="*/ 308193 h 427142"/>
              <a:gd name="csX58" fmla="*/ 130400 w 229470"/>
              <a:gd name="csY58" fmla="*/ 326436 h 427142"/>
              <a:gd name="csX59" fmla="*/ 134994 w 229470"/>
              <a:gd name="csY59" fmla="*/ 349937 h 427142"/>
              <a:gd name="csX60" fmla="*/ 142327 w 229470"/>
              <a:gd name="csY60" fmla="*/ 362849 h 427142"/>
              <a:gd name="csX61" fmla="*/ 123210 w 229470"/>
              <a:gd name="csY61" fmla="*/ 373013 h 427142"/>
              <a:gd name="csX62" fmla="*/ 101651 w 229470"/>
              <a:gd name="csY62" fmla="*/ 397639 h 427142"/>
              <a:gd name="csX63" fmla="*/ 95883 w 229470"/>
              <a:gd name="csY63" fmla="*/ 407869 h 427142"/>
              <a:gd name="csX64" fmla="*/ 86571 w 229470"/>
              <a:gd name="csY64" fmla="*/ 418453 h 427142"/>
              <a:gd name="csX65" fmla="*/ 80167 w 229470"/>
              <a:gd name="csY65" fmla="*/ 421479 h 427142"/>
              <a:gd name="csX66" fmla="*/ 70822 w 229470"/>
              <a:gd name="csY66" fmla="*/ 423763 h 427142"/>
              <a:gd name="csX67" fmla="*/ 59479 w 229470"/>
              <a:gd name="csY67" fmla="*/ 423996 h 42714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Lst>
            <a:rect l="l" t="t" r="r" b="b"/>
            <a:pathLst>
              <a:path w="229470" h="427142">
                <a:moveTo>
                  <a:pt x="59479" y="423996"/>
                </a:moveTo>
                <a:cubicBezTo>
                  <a:pt x="59345" y="422222"/>
                  <a:pt x="59442" y="409937"/>
                  <a:pt x="59694" y="396698"/>
                </a:cubicBezTo>
                <a:cubicBezTo>
                  <a:pt x="60117" y="374482"/>
                  <a:pt x="59616" y="371817"/>
                  <a:pt x="53195" y="362114"/>
                </a:cubicBezTo>
                <a:cubicBezTo>
                  <a:pt x="47165" y="353002"/>
                  <a:pt x="46399" y="349674"/>
                  <a:pt x="47446" y="337138"/>
                </a:cubicBezTo>
                <a:cubicBezTo>
                  <a:pt x="48558" y="323819"/>
                  <a:pt x="47993" y="321857"/>
                  <a:pt x="40306" y="312349"/>
                </a:cubicBezTo>
                <a:cubicBezTo>
                  <a:pt x="33058" y="303383"/>
                  <a:pt x="32044" y="300323"/>
                  <a:pt x="32609" y="289116"/>
                </a:cubicBezTo>
                <a:cubicBezTo>
                  <a:pt x="32967" y="282017"/>
                  <a:pt x="34074" y="274269"/>
                  <a:pt x="35070" y="271899"/>
                </a:cubicBezTo>
                <a:cubicBezTo>
                  <a:pt x="36124" y="269390"/>
                  <a:pt x="35017" y="264746"/>
                  <a:pt x="32418" y="260780"/>
                </a:cubicBezTo>
                <a:cubicBezTo>
                  <a:pt x="28144" y="254257"/>
                  <a:pt x="28176" y="253678"/>
                  <a:pt x="33172" y="247019"/>
                </a:cubicBezTo>
                <a:cubicBezTo>
                  <a:pt x="38159" y="240374"/>
                  <a:pt x="39247" y="240108"/>
                  <a:pt x="57856" y="240981"/>
                </a:cubicBezTo>
                <a:cubicBezTo>
                  <a:pt x="75524" y="241809"/>
                  <a:pt x="77593" y="241390"/>
                  <a:pt x="80243" y="236439"/>
                </a:cubicBezTo>
                <a:cubicBezTo>
                  <a:pt x="82790" y="231679"/>
                  <a:pt x="82305" y="230659"/>
                  <a:pt x="76436" y="228427"/>
                </a:cubicBezTo>
                <a:cubicBezTo>
                  <a:pt x="72737" y="227021"/>
                  <a:pt x="68168" y="225870"/>
                  <a:pt x="66283" y="225870"/>
                </a:cubicBezTo>
                <a:cubicBezTo>
                  <a:pt x="64397" y="225870"/>
                  <a:pt x="62186" y="224127"/>
                  <a:pt x="61369" y="221998"/>
                </a:cubicBezTo>
                <a:cubicBezTo>
                  <a:pt x="60552" y="219868"/>
                  <a:pt x="57455" y="218126"/>
                  <a:pt x="54487" y="218126"/>
                </a:cubicBezTo>
                <a:cubicBezTo>
                  <a:pt x="51152" y="218126"/>
                  <a:pt x="49775" y="217018"/>
                  <a:pt x="50882" y="215226"/>
                </a:cubicBezTo>
                <a:cubicBezTo>
                  <a:pt x="51914" y="213556"/>
                  <a:pt x="46909" y="207027"/>
                  <a:pt x="39078" y="199827"/>
                </a:cubicBezTo>
                <a:cubicBezTo>
                  <a:pt x="27017" y="188739"/>
                  <a:pt x="25656" y="186453"/>
                  <a:pt x="27028" y="179593"/>
                </a:cubicBezTo>
                <a:cubicBezTo>
                  <a:pt x="27878" y="175340"/>
                  <a:pt x="27451" y="171165"/>
                  <a:pt x="26078" y="170317"/>
                </a:cubicBezTo>
                <a:cubicBezTo>
                  <a:pt x="24704" y="169468"/>
                  <a:pt x="23581" y="166168"/>
                  <a:pt x="23581" y="162984"/>
                </a:cubicBezTo>
                <a:cubicBezTo>
                  <a:pt x="23581" y="159602"/>
                  <a:pt x="18679" y="152152"/>
                  <a:pt x="11790" y="145065"/>
                </a:cubicBezTo>
                <a:lnTo>
                  <a:pt x="0" y="132934"/>
                </a:lnTo>
                <a:lnTo>
                  <a:pt x="16266" y="118970"/>
                </a:lnTo>
                <a:cubicBezTo>
                  <a:pt x="29571" y="107549"/>
                  <a:pt x="33403" y="105472"/>
                  <a:pt x="37313" y="107565"/>
                </a:cubicBezTo>
                <a:cubicBezTo>
                  <a:pt x="39942" y="108972"/>
                  <a:pt x="42288" y="109738"/>
                  <a:pt x="42526" y="109268"/>
                </a:cubicBezTo>
                <a:cubicBezTo>
                  <a:pt x="42764" y="108799"/>
                  <a:pt x="45569" y="104686"/>
                  <a:pt x="48759" y="100129"/>
                </a:cubicBezTo>
                <a:cubicBezTo>
                  <a:pt x="56473" y="89108"/>
                  <a:pt x="56720" y="71159"/>
                  <a:pt x="49251" y="64399"/>
                </a:cubicBezTo>
                <a:cubicBezTo>
                  <a:pt x="44880" y="60443"/>
                  <a:pt x="43064" y="60145"/>
                  <a:pt x="38960" y="62708"/>
                </a:cubicBezTo>
                <a:cubicBezTo>
                  <a:pt x="31928" y="67099"/>
                  <a:pt x="28744" y="66579"/>
                  <a:pt x="28744" y="61040"/>
                </a:cubicBezTo>
                <a:cubicBezTo>
                  <a:pt x="28744" y="53145"/>
                  <a:pt x="42480" y="40966"/>
                  <a:pt x="53379" y="39197"/>
                </a:cubicBezTo>
                <a:cubicBezTo>
                  <a:pt x="66115" y="37130"/>
                  <a:pt x="70109" y="32880"/>
                  <a:pt x="71905" y="19485"/>
                </a:cubicBezTo>
                <a:cubicBezTo>
                  <a:pt x="73827" y="5162"/>
                  <a:pt x="82115" y="478"/>
                  <a:pt x="90959" y="8717"/>
                </a:cubicBezTo>
                <a:cubicBezTo>
                  <a:pt x="98823" y="16043"/>
                  <a:pt x="101930" y="15638"/>
                  <a:pt x="109824" y="6256"/>
                </a:cubicBezTo>
                <a:cubicBezTo>
                  <a:pt x="116173" y="-1290"/>
                  <a:pt x="116721" y="-1458"/>
                  <a:pt x="121001" y="2822"/>
                </a:cubicBezTo>
                <a:cubicBezTo>
                  <a:pt x="124083" y="5904"/>
                  <a:pt x="124533" y="7646"/>
                  <a:pt x="122428" y="8347"/>
                </a:cubicBezTo>
                <a:cubicBezTo>
                  <a:pt x="108913" y="12852"/>
                  <a:pt x="101196" y="28858"/>
                  <a:pt x="111269" y="31492"/>
                </a:cubicBezTo>
                <a:cubicBezTo>
                  <a:pt x="117751" y="33187"/>
                  <a:pt x="127868" y="59114"/>
                  <a:pt x="125654" y="68353"/>
                </a:cubicBezTo>
                <a:cubicBezTo>
                  <a:pt x="122658" y="80848"/>
                  <a:pt x="122997" y="82249"/>
                  <a:pt x="129394" y="83822"/>
                </a:cubicBezTo>
                <a:cubicBezTo>
                  <a:pt x="133741" y="84890"/>
                  <a:pt x="134786" y="86042"/>
                  <a:pt x="132621" y="87380"/>
                </a:cubicBezTo>
                <a:cubicBezTo>
                  <a:pt x="130861" y="88468"/>
                  <a:pt x="129420" y="92774"/>
                  <a:pt x="129420" y="96950"/>
                </a:cubicBezTo>
                <a:cubicBezTo>
                  <a:pt x="129420" y="103090"/>
                  <a:pt x="130531" y="104549"/>
                  <a:pt x="135228" y="104581"/>
                </a:cubicBezTo>
                <a:cubicBezTo>
                  <a:pt x="144939" y="104647"/>
                  <a:pt x="147895" y="108401"/>
                  <a:pt x="149666" y="122913"/>
                </a:cubicBezTo>
                <a:cubicBezTo>
                  <a:pt x="151241" y="135814"/>
                  <a:pt x="151964" y="136987"/>
                  <a:pt x="159752" y="139280"/>
                </a:cubicBezTo>
                <a:cubicBezTo>
                  <a:pt x="166352" y="141223"/>
                  <a:pt x="168150" y="143150"/>
                  <a:pt x="168181" y="148315"/>
                </a:cubicBezTo>
                <a:cubicBezTo>
                  <a:pt x="168242" y="158306"/>
                  <a:pt x="171565" y="161869"/>
                  <a:pt x="179067" y="159986"/>
                </a:cubicBezTo>
                <a:cubicBezTo>
                  <a:pt x="184111" y="158720"/>
                  <a:pt x="186588" y="159706"/>
                  <a:pt x="189769" y="164249"/>
                </a:cubicBezTo>
                <a:cubicBezTo>
                  <a:pt x="193006" y="168870"/>
                  <a:pt x="194589" y="169478"/>
                  <a:pt x="197030" y="167037"/>
                </a:cubicBezTo>
                <a:cubicBezTo>
                  <a:pt x="198747" y="165320"/>
                  <a:pt x="203942" y="163915"/>
                  <a:pt x="208574" y="163915"/>
                </a:cubicBezTo>
                <a:lnTo>
                  <a:pt x="216996" y="163915"/>
                </a:lnTo>
                <a:lnTo>
                  <a:pt x="217738" y="187794"/>
                </a:lnTo>
                <a:cubicBezTo>
                  <a:pt x="218444" y="210514"/>
                  <a:pt x="218769" y="211713"/>
                  <a:pt x="224437" y="212516"/>
                </a:cubicBezTo>
                <a:cubicBezTo>
                  <a:pt x="227714" y="212981"/>
                  <a:pt x="229940" y="214723"/>
                  <a:pt x="229386" y="216389"/>
                </a:cubicBezTo>
                <a:cubicBezTo>
                  <a:pt x="227670" y="221537"/>
                  <a:pt x="190328" y="249091"/>
                  <a:pt x="185958" y="248433"/>
                </a:cubicBezTo>
                <a:cubicBezTo>
                  <a:pt x="178411" y="247297"/>
                  <a:pt x="168142" y="254728"/>
                  <a:pt x="168142" y="261325"/>
                </a:cubicBezTo>
                <a:cubicBezTo>
                  <a:pt x="168142" y="269993"/>
                  <a:pt x="163608" y="277499"/>
                  <a:pt x="158371" y="277501"/>
                </a:cubicBezTo>
                <a:cubicBezTo>
                  <a:pt x="155936" y="277502"/>
                  <a:pt x="149377" y="281568"/>
                  <a:pt x="143795" y="286536"/>
                </a:cubicBezTo>
                <a:cubicBezTo>
                  <a:pt x="138212" y="291504"/>
                  <a:pt x="131496" y="295569"/>
                  <a:pt x="128870" y="295569"/>
                </a:cubicBezTo>
                <a:cubicBezTo>
                  <a:pt x="121381" y="295569"/>
                  <a:pt x="120392" y="302737"/>
                  <a:pt x="127129" y="308193"/>
                </a:cubicBezTo>
                <a:cubicBezTo>
                  <a:pt x="132769" y="312760"/>
                  <a:pt x="132971" y="313884"/>
                  <a:pt x="130400" y="326436"/>
                </a:cubicBezTo>
                <a:cubicBezTo>
                  <a:pt x="127799" y="339132"/>
                  <a:pt x="128033" y="340327"/>
                  <a:pt x="134994" y="349937"/>
                </a:cubicBezTo>
                <a:cubicBezTo>
                  <a:pt x="139027" y="355505"/>
                  <a:pt x="142327" y="361315"/>
                  <a:pt x="142327" y="362849"/>
                </a:cubicBezTo>
                <a:cubicBezTo>
                  <a:pt x="142327" y="368872"/>
                  <a:pt x="134539" y="373013"/>
                  <a:pt x="123210" y="373013"/>
                </a:cubicBezTo>
                <a:cubicBezTo>
                  <a:pt x="109180" y="373013"/>
                  <a:pt x="103724" y="379244"/>
                  <a:pt x="101651" y="397639"/>
                </a:cubicBezTo>
                <a:cubicBezTo>
                  <a:pt x="100573" y="407198"/>
                  <a:pt x="99540" y="409030"/>
                  <a:pt x="95883" y="407869"/>
                </a:cubicBezTo>
                <a:cubicBezTo>
                  <a:pt x="90324" y="406105"/>
                  <a:pt x="84411" y="412825"/>
                  <a:pt x="86571" y="418453"/>
                </a:cubicBezTo>
                <a:cubicBezTo>
                  <a:pt x="87898" y="421912"/>
                  <a:pt x="86764" y="422448"/>
                  <a:pt x="80167" y="421479"/>
                </a:cubicBezTo>
                <a:cubicBezTo>
                  <a:pt x="74953" y="420714"/>
                  <a:pt x="71686" y="421512"/>
                  <a:pt x="70822" y="423763"/>
                </a:cubicBezTo>
                <a:cubicBezTo>
                  <a:pt x="69146" y="428132"/>
                  <a:pt x="59804" y="428324"/>
                  <a:pt x="59479" y="423996"/>
                </a:cubicBezTo>
                <a:close/>
              </a:path>
            </a:pathLst>
          </a:custGeom>
          <a:solidFill>
            <a:srgbClr val="B9B9B9"/>
          </a:solidFill>
          <a:ln w="5163" cap="flat">
            <a:noFill/>
            <a:prstDash val="solid"/>
            <a:miter/>
          </a:ln>
        </p:spPr>
        <p:txBody>
          <a:bodyPr/>
          <a:lstStyle/>
          <a:p>
            <a:endParaRPr lang="es-419" noProof="0" dirty="0"/>
          </a:p>
        </p:txBody>
      </p:sp>
      <p:sp>
        <p:nvSpPr>
          <p:cNvPr id="56" name="Forma libre: forma 55">
            <a:extLst>
              <a:ext uri="{FF2B5EF4-FFF2-40B4-BE49-F238E27FC236}">
                <a16:creationId xmlns:a16="http://schemas.microsoft.com/office/drawing/2014/main" id="{1B2F63F6-9C7F-7F99-D80A-6CFAA4F24CA0}"/>
              </a:ext>
            </a:extLst>
          </p:cNvPr>
          <p:cNvSpPr/>
          <p:nvPr/>
        </p:nvSpPr>
        <p:spPr>
          <a:xfrm>
            <a:off x="1184880" y="1375117"/>
            <a:ext cx="334306" cy="498738"/>
          </a:xfrm>
          <a:custGeom>
            <a:avLst/>
            <a:gdLst>
              <a:gd name="csX0" fmla="*/ 247743 w 334306"/>
              <a:gd name="csY0" fmla="*/ 496867 h 498738"/>
              <a:gd name="csX1" fmla="*/ 240505 w 334306"/>
              <a:gd name="csY1" fmla="*/ 493884 h 498738"/>
              <a:gd name="csX2" fmla="*/ 219827 w 334306"/>
              <a:gd name="csY2" fmla="*/ 476477 h 498738"/>
              <a:gd name="csX3" fmla="*/ 204292 w 334306"/>
              <a:gd name="csY3" fmla="*/ 470138 h 498738"/>
              <a:gd name="csX4" fmla="*/ 191180 w 334306"/>
              <a:gd name="csY4" fmla="*/ 465927 h 498738"/>
              <a:gd name="csX5" fmla="*/ 185245 w 334306"/>
              <a:gd name="csY5" fmla="*/ 460255 h 498738"/>
              <a:gd name="csX6" fmla="*/ 179372 w 334306"/>
              <a:gd name="csY6" fmla="*/ 456383 h 498738"/>
              <a:gd name="csX7" fmla="*/ 119384 w 334306"/>
              <a:gd name="csY7" fmla="*/ 437991 h 498738"/>
              <a:gd name="csX8" fmla="*/ 89617 w 334306"/>
              <a:gd name="csY8" fmla="*/ 463480 h 498738"/>
              <a:gd name="csX9" fmla="*/ 81270 w 334306"/>
              <a:gd name="csY9" fmla="*/ 471310 h 498738"/>
              <a:gd name="csX10" fmla="*/ 65769 w 334306"/>
              <a:gd name="csY10" fmla="*/ 466800 h 498738"/>
              <a:gd name="csX11" fmla="*/ 41569 w 334306"/>
              <a:gd name="csY11" fmla="*/ 444771 h 498738"/>
              <a:gd name="csX12" fmla="*/ 29063 w 334306"/>
              <a:gd name="csY12" fmla="*/ 422183 h 498738"/>
              <a:gd name="csX13" fmla="*/ 35486 w 334306"/>
              <a:gd name="csY13" fmla="*/ 420247 h 498738"/>
              <a:gd name="csX14" fmla="*/ 36311 w 334306"/>
              <a:gd name="csY14" fmla="*/ 410716 h 498738"/>
              <a:gd name="csX15" fmla="*/ 30682 w 334306"/>
              <a:gd name="csY15" fmla="*/ 404725 h 498738"/>
              <a:gd name="csX16" fmla="*/ 36945 w 334306"/>
              <a:gd name="csY16" fmla="*/ 393771 h 498738"/>
              <a:gd name="csX17" fmla="*/ 44969 w 334306"/>
              <a:gd name="csY17" fmla="*/ 363455 h 498738"/>
              <a:gd name="csX18" fmla="*/ 48481 w 334306"/>
              <a:gd name="csY18" fmla="*/ 335841 h 498738"/>
              <a:gd name="csX19" fmla="*/ 28755 w 334306"/>
              <a:gd name="csY19" fmla="*/ 300210 h 498738"/>
              <a:gd name="csX20" fmla="*/ 9477 w 334306"/>
              <a:gd name="csY20" fmla="*/ 236920 h 498738"/>
              <a:gd name="csX21" fmla="*/ 0 w 334306"/>
              <a:gd name="csY21" fmla="*/ 183956 h 498738"/>
              <a:gd name="csX22" fmla="*/ 8603 w 334306"/>
              <a:gd name="csY22" fmla="*/ 171093 h 498738"/>
              <a:gd name="csX23" fmla="*/ 19247 w 334306"/>
              <a:gd name="csY23" fmla="*/ 157370 h 498738"/>
              <a:gd name="csX24" fmla="*/ 21288 w 334306"/>
              <a:gd name="csY24" fmla="*/ 154226 h 498738"/>
              <a:gd name="csX25" fmla="*/ 42935 w 334306"/>
              <a:gd name="csY25" fmla="*/ 118946 h 498738"/>
              <a:gd name="csX26" fmla="*/ 66467 w 334306"/>
              <a:gd name="csY26" fmla="*/ 79496 h 498738"/>
              <a:gd name="csX27" fmla="*/ 76541 w 334306"/>
              <a:gd name="csY27" fmla="*/ 65175 h 498738"/>
              <a:gd name="csX28" fmla="*/ 97572 w 334306"/>
              <a:gd name="csY28" fmla="*/ 34163 h 498738"/>
              <a:gd name="csX29" fmla="*/ 112627 w 334306"/>
              <a:gd name="csY29" fmla="*/ 9814 h 498738"/>
              <a:gd name="csX30" fmla="*/ 119648 w 334306"/>
              <a:gd name="csY30" fmla="*/ 4329 h 498738"/>
              <a:gd name="csX31" fmla="*/ 132858 w 334306"/>
              <a:gd name="csY31" fmla="*/ 713 h 498738"/>
              <a:gd name="csX32" fmla="*/ 193546 w 334306"/>
              <a:gd name="csY32" fmla="*/ 5578 h 498738"/>
              <a:gd name="csX33" fmla="*/ 220060 w 334306"/>
              <a:gd name="csY33" fmla="*/ 20523 h 498738"/>
              <a:gd name="csX34" fmla="*/ 224578 w 334306"/>
              <a:gd name="csY34" fmla="*/ 25298 h 498738"/>
              <a:gd name="csX35" fmla="*/ 221567 w 334306"/>
              <a:gd name="csY35" fmla="*/ 31335 h 498738"/>
              <a:gd name="csX36" fmla="*/ 217338 w 334306"/>
              <a:gd name="csY36" fmla="*/ 39397 h 498738"/>
              <a:gd name="csX37" fmla="*/ 222891 w 334306"/>
              <a:gd name="csY37" fmla="*/ 37878 h 498738"/>
              <a:gd name="csX38" fmla="*/ 225189 w 334306"/>
              <a:gd name="csY38" fmla="*/ 36902 h 498738"/>
              <a:gd name="csX39" fmla="*/ 234581 w 334306"/>
              <a:gd name="csY39" fmla="*/ 40152 h 498738"/>
              <a:gd name="csX40" fmla="*/ 261177 w 334306"/>
              <a:gd name="csY40" fmla="*/ 57181 h 498738"/>
              <a:gd name="csX41" fmla="*/ 267817 w 334306"/>
              <a:gd name="csY41" fmla="*/ 67059 h 498738"/>
              <a:gd name="csX42" fmla="*/ 274280 w 334306"/>
              <a:gd name="csY42" fmla="*/ 79049 h 498738"/>
              <a:gd name="csX43" fmla="*/ 279443 w 334306"/>
              <a:gd name="csY43" fmla="*/ 91820 h 498738"/>
              <a:gd name="csX44" fmla="*/ 284596 w 334306"/>
              <a:gd name="csY44" fmla="*/ 105775 h 498738"/>
              <a:gd name="csX45" fmla="*/ 291417 w 334306"/>
              <a:gd name="csY45" fmla="*/ 120219 h 498738"/>
              <a:gd name="csX46" fmla="*/ 298659 w 334306"/>
              <a:gd name="csY46" fmla="*/ 133370 h 498738"/>
              <a:gd name="csX47" fmla="*/ 314425 w 334306"/>
              <a:gd name="csY47" fmla="*/ 156674 h 498738"/>
              <a:gd name="csX48" fmla="*/ 323321 w 334306"/>
              <a:gd name="csY48" fmla="*/ 164371 h 498738"/>
              <a:gd name="csX49" fmla="*/ 329277 w 334306"/>
              <a:gd name="csY49" fmla="*/ 172896 h 498738"/>
              <a:gd name="csX50" fmla="*/ 327346 w 334306"/>
              <a:gd name="csY50" fmla="*/ 203260 h 498738"/>
              <a:gd name="csX51" fmla="*/ 321564 w 334306"/>
              <a:gd name="csY51" fmla="*/ 208691 h 498738"/>
              <a:gd name="csX52" fmla="*/ 314839 w 334306"/>
              <a:gd name="csY52" fmla="*/ 201967 h 498738"/>
              <a:gd name="csX53" fmla="*/ 300945 w 334306"/>
              <a:gd name="csY53" fmla="*/ 198679 h 498738"/>
              <a:gd name="csX54" fmla="*/ 291854 w 334306"/>
              <a:gd name="csY54" fmla="*/ 213362 h 498738"/>
              <a:gd name="csX55" fmla="*/ 273477 w 334306"/>
              <a:gd name="csY55" fmla="*/ 233193 h 498738"/>
              <a:gd name="csX56" fmla="*/ 248561 w 334306"/>
              <a:gd name="csY56" fmla="*/ 258261 h 498738"/>
              <a:gd name="csX57" fmla="*/ 254757 w 334306"/>
              <a:gd name="csY57" fmla="*/ 265360 h 498738"/>
              <a:gd name="csX58" fmla="*/ 262758 w 334306"/>
              <a:gd name="csY58" fmla="*/ 262611 h 498738"/>
              <a:gd name="csX59" fmla="*/ 269300 w 334306"/>
              <a:gd name="csY59" fmla="*/ 264243 h 498738"/>
              <a:gd name="csX60" fmla="*/ 257492 w 334306"/>
              <a:gd name="csY60" fmla="*/ 300210 h 498738"/>
              <a:gd name="csX61" fmla="*/ 220205 w 334306"/>
              <a:gd name="csY61" fmla="*/ 329428 h 498738"/>
              <a:gd name="csX62" fmla="*/ 231476 w 334306"/>
              <a:gd name="csY62" fmla="*/ 344578 h 498738"/>
              <a:gd name="csX63" fmla="*/ 244540 w 334306"/>
              <a:gd name="csY63" fmla="*/ 369570 h 498738"/>
              <a:gd name="csX64" fmla="*/ 259568 w 334306"/>
              <a:gd name="csY64" fmla="*/ 400936 h 498738"/>
              <a:gd name="csX65" fmla="*/ 267812 w 334306"/>
              <a:gd name="csY65" fmla="*/ 410972 h 498738"/>
              <a:gd name="csX66" fmla="*/ 272980 w 334306"/>
              <a:gd name="csY66" fmla="*/ 418667 h 498738"/>
              <a:gd name="csX67" fmla="*/ 279745 w 334306"/>
              <a:gd name="csY67" fmla="*/ 423732 h 498738"/>
              <a:gd name="csX68" fmla="*/ 289553 w 334306"/>
              <a:gd name="csY68" fmla="*/ 427604 h 498738"/>
              <a:gd name="csX69" fmla="*/ 298277 w 334306"/>
              <a:gd name="csY69" fmla="*/ 431864 h 498738"/>
              <a:gd name="csX70" fmla="*/ 272913 w 334306"/>
              <a:gd name="csY70" fmla="*/ 433099 h 498738"/>
              <a:gd name="csX71" fmla="*/ 253686 w 334306"/>
              <a:gd name="csY71" fmla="*/ 440109 h 498738"/>
              <a:gd name="csX72" fmla="*/ 252360 w 334306"/>
              <a:gd name="csY72" fmla="*/ 461577 h 498738"/>
              <a:gd name="csX73" fmla="*/ 253346 w 334306"/>
              <a:gd name="csY73" fmla="*/ 468333 h 498738"/>
              <a:gd name="csX74" fmla="*/ 251680 w 334306"/>
              <a:gd name="csY74" fmla="*/ 476637 h 498738"/>
              <a:gd name="csX75" fmla="*/ 251259 w 334306"/>
              <a:gd name="csY75" fmla="*/ 491494 h 498738"/>
              <a:gd name="csX76" fmla="*/ 247743 w 334306"/>
              <a:gd name="csY76" fmla="*/ 496867 h 4987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Lst>
            <a:rect l="l" t="t" r="r" b="b"/>
            <a:pathLst>
              <a:path w="334306" h="498738">
                <a:moveTo>
                  <a:pt x="247743" y="496867"/>
                </a:moveTo>
                <a:cubicBezTo>
                  <a:pt x="246424" y="493506"/>
                  <a:pt x="244367" y="492659"/>
                  <a:pt x="240505" y="493884"/>
                </a:cubicBezTo>
                <a:cubicBezTo>
                  <a:pt x="234008" y="495946"/>
                  <a:pt x="224617" y="488040"/>
                  <a:pt x="219827" y="476477"/>
                </a:cubicBezTo>
                <a:cubicBezTo>
                  <a:pt x="216729" y="468997"/>
                  <a:pt x="216097" y="468739"/>
                  <a:pt x="204292" y="470138"/>
                </a:cubicBezTo>
                <a:cubicBezTo>
                  <a:pt x="193057" y="471468"/>
                  <a:pt x="191916" y="471102"/>
                  <a:pt x="191180" y="465927"/>
                </a:cubicBezTo>
                <a:cubicBezTo>
                  <a:pt x="190659" y="462266"/>
                  <a:pt x="188558" y="460258"/>
                  <a:pt x="185245" y="460255"/>
                </a:cubicBezTo>
                <a:cubicBezTo>
                  <a:pt x="182424" y="460253"/>
                  <a:pt x="179781" y="458510"/>
                  <a:pt x="179372" y="456383"/>
                </a:cubicBezTo>
                <a:cubicBezTo>
                  <a:pt x="178300" y="450818"/>
                  <a:pt x="133997" y="437235"/>
                  <a:pt x="119384" y="437991"/>
                </a:cubicBezTo>
                <a:cubicBezTo>
                  <a:pt x="99217" y="439035"/>
                  <a:pt x="100133" y="438251"/>
                  <a:pt x="89617" y="463480"/>
                </a:cubicBezTo>
                <a:cubicBezTo>
                  <a:pt x="85806" y="472621"/>
                  <a:pt x="84419" y="473923"/>
                  <a:pt x="81270" y="471310"/>
                </a:cubicBezTo>
                <a:cubicBezTo>
                  <a:pt x="79194" y="469587"/>
                  <a:pt x="72218" y="467557"/>
                  <a:pt x="65769" y="466800"/>
                </a:cubicBezTo>
                <a:cubicBezTo>
                  <a:pt x="54283" y="465451"/>
                  <a:pt x="53791" y="465003"/>
                  <a:pt x="41569" y="444771"/>
                </a:cubicBezTo>
                <a:cubicBezTo>
                  <a:pt x="34707" y="433413"/>
                  <a:pt x="29080" y="423248"/>
                  <a:pt x="29063" y="422183"/>
                </a:cubicBezTo>
                <a:cubicBezTo>
                  <a:pt x="29046" y="421119"/>
                  <a:pt x="31937" y="420247"/>
                  <a:pt x="35486" y="420247"/>
                </a:cubicBezTo>
                <a:cubicBezTo>
                  <a:pt x="43403" y="420247"/>
                  <a:pt x="43560" y="418433"/>
                  <a:pt x="36311" y="410716"/>
                </a:cubicBezTo>
                <a:lnTo>
                  <a:pt x="30682" y="404725"/>
                </a:lnTo>
                <a:lnTo>
                  <a:pt x="36945" y="393771"/>
                </a:lnTo>
                <a:cubicBezTo>
                  <a:pt x="41241" y="386255"/>
                  <a:pt x="43760" y="376739"/>
                  <a:pt x="44969" y="363455"/>
                </a:cubicBezTo>
                <a:cubicBezTo>
                  <a:pt x="45939" y="352807"/>
                  <a:pt x="47519" y="340381"/>
                  <a:pt x="48481" y="335841"/>
                </a:cubicBezTo>
                <a:cubicBezTo>
                  <a:pt x="50445" y="326577"/>
                  <a:pt x="45773" y="318139"/>
                  <a:pt x="28755" y="300210"/>
                </a:cubicBezTo>
                <a:cubicBezTo>
                  <a:pt x="18993" y="289925"/>
                  <a:pt x="18916" y="289673"/>
                  <a:pt x="9477" y="236920"/>
                </a:cubicBezTo>
                <a:lnTo>
                  <a:pt x="0" y="183956"/>
                </a:lnTo>
                <a:lnTo>
                  <a:pt x="8603" y="171093"/>
                </a:lnTo>
                <a:cubicBezTo>
                  <a:pt x="13334" y="164019"/>
                  <a:pt x="18124" y="157843"/>
                  <a:pt x="19247" y="157370"/>
                </a:cubicBezTo>
                <a:cubicBezTo>
                  <a:pt x="20370" y="156896"/>
                  <a:pt x="21288" y="155482"/>
                  <a:pt x="21288" y="154226"/>
                </a:cubicBezTo>
                <a:cubicBezTo>
                  <a:pt x="21288" y="152970"/>
                  <a:pt x="31029" y="137094"/>
                  <a:pt x="42935" y="118946"/>
                </a:cubicBezTo>
                <a:cubicBezTo>
                  <a:pt x="54840" y="100798"/>
                  <a:pt x="65430" y="83045"/>
                  <a:pt x="66467" y="79496"/>
                </a:cubicBezTo>
                <a:cubicBezTo>
                  <a:pt x="67505" y="75946"/>
                  <a:pt x="72038" y="69502"/>
                  <a:pt x="76541" y="65175"/>
                </a:cubicBezTo>
                <a:cubicBezTo>
                  <a:pt x="87950" y="54213"/>
                  <a:pt x="95497" y="43084"/>
                  <a:pt x="97572" y="34163"/>
                </a:cubicBezTo>
                <a:cubicBezTo>
                  <a:pt x="99599" y="25448"/>
                  <a:pt x="109249" y="9841"/>
                  <a:pt x="112627" y="9814"/>
                </a:cubicBezTo>
                <a:cubicBezTo>
                  <a:pt x="113880" y="9805"/>
                  <a:pt x="117040" y="7336"/>
                  <a:pt x="119648" y="4329"/>
                </a:cubicBezTo>
                <a:cubicBezTo>
                  <a:pt x="123477" y="-86"/>
                  <a:pt x="126019" y="-782"/>
                  <a:pt x="132858" y="713"/>
                </a:cubicBezTo>
                <a:cubicBezTo>
                  <a:pt x="141063" y="2507"/>
                  <a:pt x="160286" y="4048"/>
                  <a:pt x="193546" y="5578"/>
                </a:cubicBezTo>
                <a:cubicBezTo>
                  <a:pt x="210737" y="6368"/>
                  <a:pt x="220060" y="11623"/>
                  <a:pt x="220060" y="20523"/>
                </a:cubicBezTo>
                <a:cubicBezTo>
                  <a:pt x="220060" y="23333"/>
                  <a:pt x="221912" y="25291"/>
                  <a:pt x="224578" y="25298"/>
                </a:cubicBezTo>
                <a:cubicBezTo>
                  <a:pt x="228025" y="25308"/>
                  <a:pt x="227313" y="26737"/>
                  <a:pt x="221567" y="31335"/>
                </a:cubicBezTo>
                <a:cubicBezTo>
                  <a:pt x="216052" y="35748"/>
                  <a:pt x="214921" y="37903"/>
                  <a:pt x="217338" y="39397"/>
                </a:cubicBezTo>
                <a:cubicBezTo>
                  <a:pt x="219279" y="40596"/>
                  <a:pt x="221565" y="39971"/>
                  <a:pt x="222891" y="37878"/>
                </a:cubicBezTo>
                <a:cubicBezTo>
                  <a:pt x="224130" y="35921"/>
                  <a:pt x="225164" y="35482"/>
                  <a:pt x="225189" y="36902"/>
                </a:cubicBezTo>
                <a:cubicBezTo>
                  <a:pt x="225213" y="38322"/>
                  <a:pt x="229440" y="39784"/>
                  <a:pt x="234581" y="40152"/>
                </a:cubicBezTo>
                <a:cubicBezTo>
                  <a:pt x="243367" y="40781"/>
                  <a:pt x="260731" y="51899"/>
                  <a:pt x="261177" y="57181"/>
                </a:cubicBezTo>
                <a:cubicBezTo>
                  <a:pt x="261279" y="58396"/>
                  <a:pt x="264267" y="62841"/>
                  <a:pt x="267817" y="67059"/>
                </a:cubicBezTo>
                <a:cubicBezTo>
                  <a:pt x="271366" y="71278"/>
                  <a:pt x="274275" y="76673"/>
                  <a:pt x="274280" y="79049"/>
                </a:cubicBezTo>
                <a:cubicBezTo>
                  <a:pt x="274285" y="81424"/>
                  <a:pt x="276609" y="87172"/>
                  <a:pt x="279443" y="91820"/>
                </a:cubicBezTo>
                <a:cubicBezTo>
                  <a:pt x="282277" y="96469"/>
                  <a:pt x="284596" y="102748"/>
                  <a:pt x="284596" y="105775"/>
                </a:cubicBezTo>
                <a:cubicBezTo>
                  <a:pt x="284596" y="108801"/>
                  <a:pt x="287666" y="115301"/>
                  <a:pt x="291417" y="120219"/>
                </a:cubicBezTo>
                <a:cubicBezTo>
                  <a:pt x="295169" y="125138"/>
                  <a:pt x="298428" y="131056"/>
                  <a:pt x="298659" y="133370"/>
                </a:cubicBezTo>
                <a:cubicBezTo>
                  <a:pt x="299477" y="141547"/>
                  <a:pt x="305637" y="150653"/>
                  <a:pt x="314425" y="156674"/>
                </a:cubicBezTo>
                <a:cubicBezTo>
                  <a:pt x="319316" y="160026"/>
                  <a:pt x="323320" y="163489"/>
                  <a:pt x="323321" y="164371"/>
                </a:cubicBezTo>
                <a:cubicBezTo>
                  <a:pt x="323323" y="165253"/>
                  <a:pt x="326003" y="169089"/>
                  <a:pt x="329277" y="172896"/>
                </a:cubicBezTo>
                <a:cubicBezTo>
                  <a:pt x="336682" y="181505"/>
                  <a:pt x="335803" y="195314"/>
                  <a:pt x="327346" y="203260"/>
                </a:cubicBezTo>
                <a:lnTo>
                  <a:pt x="321564" y="208691"/>
                </a:lnTo>
                <a:lnTo>
                  <a:pt x="314839" y="201967"/>
                </a:lnTo>
                <a:cubicBezTo>
                  <a:pt x="308661" y="195789"/>
                  <a:pt x="307532" y="195522"/>
                  <a:pt x="300945" y="198679"/>
                </a:cubicBezTo>
                <a:cubicBezTo>
                  <a:pt x="295346" y="201363"/>
                  <a:pt x="293353" y="204582"/>
                  <a:pt x="291854" y="213362"/>
                </a:cubicBezTo>
                <a:cubicBezTo>
                  <a:pt x="289357" y="227993"/>
                  <a:pt x="286547" y="231025"/>
                  <a:pt x="273477" y="233193"/>
                </a:cubicBezTo>
                <a:cubicBezTo>
                  <a:pt x="260663" y="235319"/>
                  <a:pt x="248722" y="247333"/>
                  <a:pt x="248561" y="258261"/>
                </a:cubicBezTo>
                <a:cubicBezTo>
                  <a:pt x="248475" y="264096"/>
                  <a:pt x="249579" y="265360"/>
                  <a:pt x="254757" y="265360"/>
                </a:cubicBezTo>
                <a:cubicBezTo>
                  <a:pt x="258223" y="265360"/>
                  <a:pt x="261823" y="264123"/>
                  <a:pt x="262758" y="262611"/>
                </a:cubicBezTo>
                <a:cubicBezTo>
                  <a:pt x="263872" y="260808"/>
                  <a:pt x="266124" y="261370"/>
                  <a:pt x="269300" y="264243"/>
                </a:cubicBezTo>
                <a:cubicBezTo>
                  <a:pt x="279445" y="273424"/>
                  <a:pt x="270651" y="300210"/>
                  <a:pt x="257492" y="300210"/>
                </a:cubicBezTo>
                <a:cubicBezTo>
                  <a:pt x="250513" y="300210"/>
                  <a:pt x="220446" y="323770"/>
                  <a:pt x="220205" y="329428"/>
                </a:cubicBezTo>
                <a:cubicBezTo>
                  <a:pt x="220125" y="331300"/>
                  <a:pt x="225197" y="338118"/>
                  <a:pt x="231476" y="344578"/>
                </a:cubicBezTo>
                <a:cubicBezTo>
                  <a:pt x="241029" y="354406"/>
                  <a:pt x="243162" y="358486"/>
                  <a:pt x="244540" y="369570"/>
                </a:cubicBezTo>
                <a:cubicBezTo>
                  <a:pt x="246852" y="388171"/>
                  <a:pt x="250097" y="394944"/>
                  <a:pt x="259568" y="400936"/>
                </a:cubicBezTo>
                <a:cubicBezTo>
                  <a:pt x="264099" y="403804"/>
                  <a:pt x="267809" y="408320"/>
                  <a:pt x="267812" y="410972"/>
                </a:cubicBezTo>
                <a:cubicBezTo>
                  <a:pt x="267815" y="413625"/>
                  <a:pt x="270140" y="417087"/>
                  <a:pt x="272980" y="418667"/>
                </a:cubicBezTo>
                <a:cubicBezTo>
                  <a:pt x="275819" y="420246"/>
                  <a:pt x="278864" y="422525"/>
                  <a:pt x="279745" y="423732"/>
                </a:cubicBezTo>
                <a:cubicBezTo>
                  <a:pt x="280626" y="424939"/>
                  <a:pt x="285040" y="426681"/>
                  <a:pt x="289553" y="427604"/>
                </a:cubicBezTo>
                <a:cubicBezTo>
                  <a:pt x="294067" y="428527"/>
                  <a:pt x="297992" y="430444"/>
                  <a:pt x="298277" y="431864"/>
                </a:cubicBezTo>
                <a:cubicBezTo>
                  <a:pt x="299018" y="435562"/>
                  <a:pt x="277163" y="436626"/>
                  <a:pt x="272913" y="433099"/>
                </a:cubicBezTo>
                <a:cubicBezTo>
                  <a:pt x="268101" y="429105"/>
                  <a:pt x="260026" y="432049"/>
                  <a:pt x="253686" y="440109"/>
                </a:cubicBezTo>
                <a:cubicBezTo>
                  <a:pt x="247489" y="447987"/>
                  <a:pt x="246928" y="457069"/>
                  <a:pt x="252360" y="461577"/>
                </a:cubicBezTo>
                <a:cubicBezTo>
                  <a:pt x="255321" y="464035"/>
                  <a:pt x="255560" y="465666"/>
                  <a:pt x="253346" y="468333"/>
                </a:cubicBezTo>
                <a:cubicBezTo>
                  <a:pt x="251741" y="470267"/>
                  <a:pt x="250992" y="474004"/>
                  <a:pt x="251680" y="476637"/>
                </a:cubicBezTo>
                <a:cubicBezTo>
                  <a:pt x="252369" y="479271"/>
                  <a:pt x="252179" y="485956"/>
                  <a:pt x="251259" y="491494"/>
                </a:cubicBezTo>
                <a:cubicBezTo>
                  <a:pt x="249997" y="499087"/>
                  <a:pt x="249133" y="500409"/>
                  <a:pt x="247743" y="496867"/>
                </a:cubicBezTo>
                <a:close/>
              </a:path>
            </a:pathLst>
          </a:custGeom>
          <a:solidFill>
            <a:srgbClr val="B9B9B9"/>
          </a:solidFill>
          <a:ln w="5163" cap="flat">
            <a:noFill/>
            <a:prstDash val="solid"/>
            <a:miter/>
          </a:ln>
        </p:spPr>
        <p:txBody>
          <a:bodyPr/>
          <a:lstStyle/>
          <a:p>
            <a:endParaRPr lang="es-419" noProof="0" dirty="0"/>
          </a:p>
        </p:txBody>
      </p:sp>
      <p:grpSp>
        <p:nvGrpSpPr>
          <p:cNvPr id="57" name="Gráfico 39">
            <a:extLst>
              <a:ext uri="{FF2B5EF4-FFF2-40B4-BE49-F238E27FC236}">
                <a16:creationId xmlns:a16="http://schemas.microsoft.com/office/drawing/2014/main" id="{38EA3D2D-67B6-034E-20FD-85C20F380CBD}"/>
              </a:ext>
            </a:extLst>
          </p:cNvPr>
          <p:cNvGrpSpPr/>
          <p:nvPr/>
        </p:nvGrpSpPr>
        <p:grpSpPr>
          <a:xfrm>
            <a:off x="726816" y="1624037"/>
            <a:ext cx="321478" cy="429471"/>
            <a:chOff x="726816" y="1624037"/>
            <a:chExt cx="321478" cy="429471"/>
          </a:xfrm>
          <a:solidFill>
            <a:srgbClr val="B9B9B9"/>
          </a:solidFill>
        </p:grpSpPr>
        <p:sp>
          <p:nvSpPr>
            <p:cNvPr id="58" name="Forma libre: forma 57">
              <a:extLst>
                <a:ext uri="{FF2B5EF4-FFF2-40B4-BE49-F238E27FC236}">
                  <a16:creationId xmlns:a16="http://schemas.microsoft.com/office/drawing/2014/main" id="{8161C9D5-8FFE-BAD7-7CE8-BE723041A6AC}"/>
                </a:ext>
              </a:extLst>
            </p:cNvPr>
            <p:cNvSpPr/>
            <p:nvPr/>
          </p:nvSpPr>
          <p:spPr>
            <a:xfrm>
              <a:off x="726816" y="1624037"/>
              <a:ext cx="321478" cy="429471"/>
            </a:xfrm>
            <a:custGeom>
              <a:avLst/>
              <a:gdLst>
                <a:gd name="csX0" fmla="*/ 298651 w 321478"/>
                <a:gd name="csY0" fmla="*/ 424657 h 429471"/>
                <a:gd name="csX1" fmla="*/ 285240 w 321478"/>
                <a:gd name="csY1" fmla="*/ 406239 h 429471"/>
                <a:gd name="csX2" fmla="*/ 285795 w 321478"/>
                <a:gd name="csY2" fmla="*/ 410173 h 429471"/>
                <a:gd name="csX3" fmla="*/ 287678 w 321478"/>
                <a:gd name="csY3" fmla="*/ 415491 h 429471"/>
                <a:gd name="csX4" fmla="*/ 268647 w 321478"/>
                <a:gd name="csY4" fmla="*/ 394065 h 429471"/>
                <a:gd name="csX5" fmla="*/ 249603 w 321478"/>
                <a:gd name="csY5" fmla="*/ 371546 h 429471"/>
                <a:gd name="csX6" fmla="*/ 255246 w 321478"/>
                <a:gd name="csY6" fmla="*/ 382701 h 429471"/>
                <a:gd name="csX7" fmla="*/ 260888 w 321478"/>
                <a:gd name="csY7" fmla="*/ 392041 h 429471"/>
                <a:gd name="csX8" fmla="*/ 254982 w 321478"/>
                <a:gd name="csY8" fmla="*/ 386884 h 429471"/>
                <a:gd name="csX9" fmla="*/ 245088 w 321478"/>
                <a:gd name="csY9" fmla="*/ 373977 h 429471"/>
                <a:gd name="csX10" fmla="*/ 227283 w 321478"/>
                <a:gd name="csY10" fmla="*/ 350451 h 429471"/>
                <a:gd name="csX11" fmla="*/ 213463 w 321478"/>
                <a:gd name="csY11" fmla="*/ 331266 h 429471"/>
                <a:gd name="csX12" fmla="*/ 191325 w 321478"/>
                <a:gd name="csY12" fmla="*/ 295282 h 429471"/>
                <a:gd name="csX13" fmla="*/ 182351 w 321478"/>
                <a:gd name="csY13" fmla="*/ 288640 h 429471"/>
                <a:gd name="csX14" fmla="*/ 181003 w 321478"/>
                <a:gd name="csY14" fmla="*/ 283904 h 429471"/>
                <a:gd name="csX15" fmla="*/ 179966 w 321478"/>
                <a:gd name="csY15" fmla="*/ 277802 h 429471"/>
                <a:gd name="csX16" fmla="*/ 170951 w 321478"/>
                <a:gd name="csY16" fmla="*/ 271038 h 429471"/>
                <a:gd name="csX17" fmla="*/ 164513 w 321478"/>
                <a:gd name="csY17" fmla="*/ 268249 h 429471"/>
                <a:gd name="csX18" fmla="*/ 156542 w 321478"/>
                <a:gd name="csY18" fmla="*/ 264259 h 429471"/>
                <a:gd name="csX19" fmla="*/ 146588 w 321478"/>
                <a:gd name="csY19" fmla="*/ 257160 h 429471"/>
                <a:gd name="csX20" fmla="*/ 135566 w 321478"/>
                <a:gd name="csY20" fmla="*/ 244331 h 429471"/>
                <a:gd name="csX21" fmla="*/ 140198 w 321478"/>
                <a:gd name="csY21" fmla="*/ 240806 h 429471"/>
                <a:gd name="csX22" fmla="*/ 149956 w 321478"/>
                <a:gd name="csY22" fmla="*/ 243611 h 429471"/>
                <a:gd name="csX23" fmla="*/ 139967 w 321478"/>
                <a:gd name="csY23" fmla="*/ 232769 h 429471"/>
                <a:gd name="csX24" fmla="*/ 129672 w 321478"/>
                <a:gd name="csY24" fmla="*/ 230788 h 429471"/>
                <a:gd name="csX25" fmla="*/ 122631 w 321478"/>
                <a:gd name="csY25" fmla="*/ 229456 h 429471"/>
                <a:gd name="csX26" fmla="*/ 114075 w 321478"/>
                <a:gd name="csY26" fmla="*/ 225535 h 429471"/>
                <a:gd name="csX27" fmla="*/ 112561 w 321478"/>
                <a:gd name="csY27" fmla="*/ 210989 h 429471"/>
                <a:gd name="csX28" fmla="*/ 113046 w 321478"/>
                <a:gd name="csY28" fmla="*/ 198950 h 429471"/>
                <a:gd name="csX29" fmla="*/ 110205 w 321478"/>
                <a:gd name="csY29" fmla="*/ 203079 h 429471"/>
                <a:gd name="csX30" fmla="*/ 107624 w 321478"/>
                <a:gd name="csY30" fmla="*/ 210049 h 429471"/>
                <a:gd name="csX31" fmla="*/ 105042 w 321478"/>
                <a:gd name="csY31" fmla="*/ 205992 h 429471"/>
                <a:gd name="csX32" fmla="*/ 101146 w 321478"/>
                <a:gd name="csY32" fmla="*/ 198040 h 429471"/>
                <a:gd name="csX33" fmla="*/ 106495 w 321478"/>
                <a:gd name="csY33" fmla="*/ 192040 h 429471"/>
                <a:gd name="csX34" fmla="*/ 110185 w 321478"/>
                <a:gd name="csY34" fmla="*/ 189360 h 429471"/>
                <a:gd name="csX35" fmla="*/ 105416 w 321478"/>
                <a:gd name="csY35" fmla="*/ 184234 h 429471"/>
                <a:gd name="csX36" fmla="*/ 94806 w 321478"/>
                <a:gd name="csY36" fmla="*/ 176570 h 429471"/>
                <a:gd name="csX37" fmla="*/ 84222 w 321478"/>
                <a:gd name="csY37" fmla="*/ 170141 h 429471"/>
                <a:gd name="csX38" fmla="*/ 77400 w 321478"/>
                <a:gd name="csY38" fmla="*/ 165246 h 429471"/>
                <a:gd name="csX39" fmla="*/ 66830 w 321478"/>
                <a:gd name="csY39" fmla="*/ 157291 h 429471"/>
                <a:gd name="csX40" fmla="*/ 62321 w 321478"/>
                <a:gd name="csY40" fmla="*/ 153462 h 429471"/>
                <a:gd name="csX41" fmla="*/ 58487 w 321478"/>
                <a:gd name="csY41" fmla="*/ 146011 h 429471"/>
                <a:gd name="csX42" fmla="*/ 53413 w 321478"/>
                <a:gd name="csY42" fmla="*/ 136585 h 429471"/>
                <a:gd name="csX43" fmla="*/ 46519 w 321478"/>
                <a:gd name="csY43" fmla="*/ 136694 h 429471"/>
                <a:gd name="csX44" fmla="*/ 42767 w 321478"/>
                <a:gd name="csY44" fmla="*/ 137339 h 429471"/>
                <a:gd name="csX45" fmla="*/ 40545 w 321478"/>
                <a:gd name="csY45" fmla="*/ 138358 h 429471"/>
                <a:gd name="csX46" fmla="*/ 34194 w 321478"/>
                <a:gd name="csY46" fmla="*/ 139945 h 429471"/>
                <a:gd name="csX47" fmla="*/ 30312 w 321478"/>
                <a:gd name="csY47" fmla="*/ 128691 h 429471"/>
                <a:gd name="csX48" fmla="*/ 32982 w 321478"/>
                <a:gd name="csY48" fmla="*/ 121125 h 429471"/>
                <a:gd name="csX49" fmla="*/ 29550 w 321478"/>
                <a:gd name="csY49" fmla="*/ 122878 h 429471"/>
                <a:gd name="csX50" fmla="*/ 21151 w 321478"/>
                <a:gd name="csY50" fmla="*/ 122752 h 429471"/>
                <a:gd name="csX51" fmla="*/ 17154 w 321478"/>
                <a:gd name="csY51" fmla="*/ 123427 h 429471"/>
                <a:gd name="csX52" fmla="*/ 6342 w 321478"/>
                <a:gd name="csY52" fmla="*/ 119543 h 429471"/>
                <a:gd name="csX53" fmla="*/ 4365 w 321478"/>
                <a:gd name="csY53" fmla="*/ 113226 h 429471"/>
                <a:gd name="csX54" fmla="*/ 10819 w 321478"/>
                <a:gd name="csY54" fmla="*/ 114808 h 429471"/>
                <a:gd name="csX55" fmla="*/ 4707 w 321478"/>
                <a:gd name="csY55" fmla="*/ 109494 h 429471"/>
                <a:gd name="csX56" fmla="*/ 1796 w 321478"/>
                <a:gd name="csY56" fmla="*/ 100322 h 429471"/>
                <a:gd name="csX57" fmla="*/ 1838 w 321478"/>
                <a:gd name="csY57" fmla="*/ 92658 h 429471"/>
                <a:gd name="csX58" fmla="*/ 4233 w 321478"/>
                <a:gd name="csY58" fmla="*/ 77378 h 429471"/>
                <a:gd name="csX59" fmla="*/ 13902 w 321478"/>
                <a:gd name="csY59" fmla="*/ 62490 h 429471"/>
                <a:gd name="csX60" fmla="*/ 16192 w 321478"/>
                <a:gd name="csY60" fmla="*/ 65508 h 429471"/>
                <a:gd name="csX61" fmla="*/ 14368 w 321478"/>
                <a:gd name="csY61" fmla="*/ 71941 h 429471"/>
                <a:gd name="csX62" fmla="*/ 19324 w 321478"/>
                <a:gd name="csY62" fmla="*/ 65780 h 429471"/>
                <a:gd name="csX63" fmla="*/ 24280 w 321478"/>
                <a:gd name="csY63" fmla="*/ 59619 h 429471"/>
                <a:gd name="csX64" fmla="*/ 25989 w 321478"/>
                <a:gd name="csY64" fmla="*/ 66426 h 429471"/>
                <a:gd name="csX65" fmla="*/ 30049 w 321478"/>
                <a:gd name="csY65" fmla="*/ 73232 h 429471"/>
                <a:gd name="csX66" fmla="*/ 30241 w 321478"/>
                <a:gd name="csY66" fmla="*/ 65700 h 429471"/>
                <a:gd name="csX67" fmla="*/ 47033 w 321478"/>
                <a:gd name="csY67" fmla="*/ 46164 h 429471"/>
                <a:gd name="csX68" fmla="*/ 89508 w 321478"/>
                <a:gd name="csY68" fmla="*/ 4943 h 429471"/>
                <a:gd name="csX69" fmla="*/ 99998 w 321478"/>
                <a:gd name="csY69" fmla="*/ 2688 h 429471"/>
                <a:gd name="csX70" fmla="*/ 114706 w 321478"/>
                <a:gd name="csY70" fmla="*/ 3716 h 429471"/>
                <a:gd name="csX71" fmla="*/ 123108 w 321478"/>
                <a:gd name="csY71" fmla="*/ 2764 h 429471"/>
                <a:gd name="csX72" fmla="*/ 137332 w 321478"/>
                <a:gd name="csY72" fmla="*/ 60759 h 429471"/>
                <a:gd name="csX73" fmla="*/ 159468 w 321478"/>
                <a:gd name="csY73" fmla="*/ 80313 h 429471"/>
                <a:gd name="csX74" fmla="*/ 174324 w 321478"/>
                <a:gd name="csY74" fmla="*/ 89973 h 429471"/>
                <a:gd name="csX75" fmla="*/ 184004 w 321478"/>
                <a:gd name="csY75" fmla="*/ 107383 h 429471"/>
                <a:gd name="csX76" fmla="*/ 190190 w 321478"/>
                <a:gd name="csY76" fmla="*/ 148735 h 429471"/>
                <a:gd name="csX77" fmla="*/ 191494 w 321478"/>
                <a:gd name="csY77" fmla="*/ 177131 h 429471"/>
                <a:gd name="csX78" fmla="*/ 195355 w 321478"/>
                <a:gd name="csY78" fmla="*/ 191824 h 429471"/>
                <a:gd name="csX79" fmla="*/ 205385 w 321478"/>
                <a:gd name="csY79" fmla="*/ 204731 h 429471"/>
                <a:gd name="csX80" fmla="*/ 224780 w 321478"/>
                <a:gd name="csY80" fmla="*/ 233927 h 429471"/>
                <a:gd name="csX81" fmla="*/ 251313 w 321478"/>
                <a:gd name="csY81" fmla="*/ 251602 h 429471"/>
                <a:gd name="csX82" fmla="*/ 265826 w 321478"/>
                <a:gd name="csY82" fmla="*/ 256119 h 429471"/>
                <a:gd name="csX83" fmla="*/ 280190 w 321478"/>
                <a:gd name="csY83" fmla="*/ 283901 h 429471"/>
                <a:gd name="csX84" fmla="*/ 287275 w 321478"/>
                <a:gd name="csY84" fmla="*/ 317016 h 429471"/>
                <a:gd name="csX85" fmla="*/ 290907 w 321478"/>
                <a:gd name="csY85" fmla="*/ 329217 h 429471"/>
                <a:gd name="csX86" fmla="*/ 293537 w 321478"/>
                <a:gd name="csY86" fmla="*/ 337861 h 429471"/>
                <a:gd name="csX87" fmla="*/ 302616 w 321478"/>
                <a:gd name="csY87" fmla="*/ 352211 h 429471"/>
                <a:gd name="csX88" fmla="*/ 314264 w 321478"/>
                <a:gd name="csY88" fmla="*/ 364936 h 429471"/>
                <a:gd name="csX89" fmla="*/ 319645 w 321478"/>
                <a:gd name="csY89" fmla="*/ 375951 h 429471"/>
                <a:gd name="csX90" fmla="*/ 316721 w 321478"/>
                <a:gd name="csY90" fmla="*/ 384238 h 429471"/>
                <a:gd name="csX91" fmla="*/ 312540 w 321478"/>
                <a:gd name="csY91" fmla="*/ 395571 h 429471"/>
                <a:gd name="csX92" fmla="*/ 312871 w 321478"/>
                <a:gd name="csY92" fmla="*/ 424954 h 429471"/>
                <a:gd name="csX93" fmla="*/ 306671 w 321478"/>
                <a:gd name="csY93" fmla="*/ 429472 h 429471"/>
                <a:gd name="csX94" fmla="*/ 298651 w 321478"/>
                <a:gd name="csY94" fmla="*/ 424657 h 4294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321478" h="429471">
                  <a:moveTo>
                    <a:pt x="298651" y="424657"/>
                  </a:moveTo>
                  <a:cubicBezTo>
                    <a:pt x="298651" y="419121"/>
                    <a:pt x="289271" y="406239"/>
                    <a:pt x="285240" y="406239"/>
                  </a:cubicBezTo>
                  <a:cubicBezTo>
                    <a:pt x="283590" y="406239"/>
                    <a:pt x="283808" y="407778"/>
                    <a:pt x="285795" y="410173"/>
                  </a:cubicBezTo>
                  <a:cubicBezTo>
                    <a:pt x="287591" y="412337"/>
                    <a:pt x="288438" y="414730"/>
                    <a:pt x="287678" y="415491"/>
                  </a:cubicBezTo>
                  <a:cubicBezTo>
                    <a:pt x="285539" y="417629"/>
                    <a:pt x="270321" y="400495"/>
                    <a:pt x="268647" y="394065"/>
                  </a:cubicBezTo>
                  <a:cubicBezTo>
                    <a:pt x="267226" y="388605"/>
                    <a:pt x="249603" y="367767"/>
                    <a:pt x="249603" y="371546"/>
                  </a:cubicBezTo>
                  <a:cubicBezTo>
                    <a:pt x="249603" y="372545"/>
                    <a:pt x="252142" y="377564"/>
                    <a:pt x="255246" y="382701"/>
                  </a:cubicBezTo>
                  <a:lnTo>
                    <a:pt x="260888" y="392041"/>
                  </a:lnTo>
                  <a:lnTo>
                    <a:pt x="254982" y="386884"/>
                  </a:lnTo>
                  <a:cubicBezTo>
                    <a:pt x="251733" y="384048"/>
                    <a:pt x="247281" y="378240"/>
                    <a:pt x="245088" y="373977"/>
                  </a:cubicBezTo>
                  <a:cubicBezTo>
                    <a:pt x="242896" y="369714"/>
                    <a:pt x="234883" y="359128"/>
                    <a:pt x="227283" y="350451"/>
                  </a:cubicBezTo>
                  <a:cubicBezTo>
                    <a:pt x="219682" y="341775"/>
                    <a:pt x="213463" y="333142"/>
                    <a:pt x="213463" y="331266"/>
                  </a:cubicBezTo>
                  <a:cubicBezTo>
                    <a:pt x="213463" y="326133"/>
                    <a:pt x="194515" y="295333"/>
                    <a:pt x="191325" y="295282"/>
                  </a:cubicBezTo>
                  <a:cubicBezTo>
                    <a:pt x="189798" y="295257"/>
                    <a:pt x="185760" y="292268"/>
                    <a:pt x="182351" y="288640"/>
                  </a:cubicBezTo>
                  <a:cubicBezTo>
                    <a:pt x="177259" y="283219"/>
                    <a:pt x="177019" y="282375"/>
                    <a:pt x="181003" y="283904"/>
                  </a:cubicBezTo>
                  <a:cubicBezTo>
                    <a:pt x="185315" y="285558"/>
                    <a:pt x="185200" y="284882"/>
                    <a:pt x="179966" y="277802"/>
                  </a:cubicBezTo>
                  <a:cubicBezTo>
                    <a:pt x="176728" y="273422"/>
                    <a:pt x="172671" y="270378"/>
                    <a:pt x="170951" y="271038"/>
                  </a:cubicBezTo>
                  <a:cubicBezTo>
                    <a:pt x="169231" y="271698"/>
                    <a:pt x="166334" y="270443"/>
                    <a:pt x="164513" y="268249"/>
                  </a:cubicBezTo>
                  <a:cubicBezTo>
                    <a:pt x="162692" y="266054"/>
                    <a:pt x="159105" y="264259"/>
                    <a:pt x="156542" y="264259"/>
                  </a:cubicBezTo>
                  <a:cubicBezTo>
                    <a:pt x="153980" y="264259"/>
                    <a:pt x="149500" y="261065"/>
                    <a:pt x="146588" y="257160"/>
                  </a:cubicBezTo>
                  <a:cubicBezTo>
                    <a:pt x="143676" y="253256"/>
                    <a:pt x="138716" y="247482"/>
                    <a:pt x="135566" y="244331"/>
                  </a:cubicBezTo>
                  <a:cubicBezTo>
                    <a:pt x="127839" y="236597"/>
                    <a:pt x="131401" y="233886"/>
                    <a:pt x="140198" y="240806"/>
                  </a:cubicBezTo>
                  <a:cubicBezTo>
                    <a:pt x="145135" y="244689"/>
                    <a:pt x="148042" y="245525"/>
                    <a:pt x="149956" y="243611"/>
                  </a:cubicBezTo>
                  <a:cubicBezTo>
                    <a:pt x="154558" y="239009"/>
                    <a:pt x="147985" y="231874"/>
                    <a:pt x="139967" y="232769"/>
                  </a:cubicBezTo>
                  <a:cubicBezTo>
                    <a:pt x="136133" y="233196"/>
                    <a:pt x="131500" y="232305"/>
                    <a:pt x="129672" y="230788"/>
                  </a:cubicBezTo>
                  <a:cubicBezTo>
                    <a:pt x="127844" y="229271"/>
                    <a:pt x="124675" y="228672"/>
                    <a:pt x="122631" y="229456"/>
                  </a:cubicBezTo>
                  <a:cubicBezTo>
                    <a:pt x="120587" y="230241"/>
                    <a:pt x="116736" y="228476"/>
                    <a:pt x="114075" y="225535"/>
                  </a:cubicBezTo>
                  <a:cubicBezTo>
                    <a:pt x="109769" y="220777"/>
                    <a:pt x="109602" y="219173"/>
                    <a:pt x="112561" y="210989"/>
                  </a:cubicBezTo>
                  <a:cubicBezTo>
                    <a:pt x="114982" y="204297"/>
                    <a:pt x="115114" y="201018"/>
                    <a:pt x="113046" y="198950"/>
                  </a:cubicBezTo>
                  <a:cubicBezTo>
                    <a:pt x="110979" y="196883"/>
                    <a:pt x="110205" y="198007"/>
                    <a:pt x="110205" y="203079"/>
                  </a:cubicBezTo>
                  <a:cubicBezTo>
                    <a:pt x="110205" y="206912"/>
                    <a:pt x="109043" y="210049"/>
                    <a:pt x="107624" y="210049"/>
                  </a:cubicBezTo>
                  <a:cubicBezTo>
                    <a:pt x="106204" y="210049"/>
                    <a:pt x="105042" y="208223"/>
                    <a:pt x="105042" y="205992"/>
                  </a:cubicBezTo>
                  <a:cubicBezTo>
                    <a:pt x="105042" y="203761"/>
                    <a:pt x="103289" y="200182"/>
                    <a:pt x="101146" y="198040"/>
                  </a:cubicBezTo>
                  <a:cubicBezTo>
                    <a:pt x="95668" y="192562"/>
                    <a:pt x="98756" y="189098"/>
                    <a:pt x="106495" y="192040"/>
                  </a:cubicBezTo>
                  <a:cubicBezTo>
                    <a:pt x="112388" y="194281"/>
                    <a:pt x="112698" y="194056"/>
                    <a:pt x="110185" y="189360"/>
                  </a:cubicBezTo>
                  <a:cubicBezTo>
                    <a:pt x="108676" y="186541"/>
                    <a:pt x="106530" y="184234"/>
                    <a:pt x="105416" y="184234"/>
                  </a:cubicBezTo>
                  <a:cubicBezTo>
                    <a:pt x="104302" y="184234"/>
                    <a:pt x="99527" y="180785"/>
                    <a:pt x="94806" y="176570"/>
                  </a:cubicBezTo>
                  <a:cubicBezTo>
                    <a:pt x="90084" y="172354"/>
                    <a:pt x="85321" y="169461"/>
                    <a:pt x="84222" y="170141"/>
                  </a:cubicBezTo>
                  <a:cubicBezTo>
                    <a:pt x="83122" y="170820"/>
                    <a:pt x="80052" y="168617"/>
                    <a:pt x="77400" y="165246"/>
                  </a:cubicBezTo>
                  <a:cubicBezTo>
                    <a:pt x="74748" y="161874"/>
                    <a:pt x="69991" y="158294"/>
                    <a:pt x="66830" y="157291"/>
                  </a:cubicBezTo>
                  <a:cubicBezTo>
                    <a:pt x="63669" y="156287"/>
                    <a:pt x="61640" y="154564"/>
                    <a:pt x="62321" y="153462"/>
                  </a:cubicBezTo>
                  <a:cubicBezTo>
                    <a:pt x="63003" y="152359"/>
                    <a:pt x="61277" y="149007"/>
                    <a:pt x="58487" y="146011"/>
                  </a:cubicBezTo>
                  <a:cubicBezTo>
                    <a:pt x="55696" y="143016"/>
                    <a:pt x="53413" y="138774"/>
                    <a:pt x="53413" y="136585"/>
                  </a:cubicBezTo>
                  <a:cubicBezTo>
                    <a:pt x="53413" y="131375"/>
                    <a:pt x="48531" y="131452"/>
                    <a:pt x="46519" y="136694"/>
                  </a:cubicBezTo>
                  <a:cubicBezTo>
                    <a:pt x="45256" y="139986"/>
                    <a:pt x="44525" y="140111"/>
                    <a:pt x="42767" y="137339"/>
                  </a:cubicBezTo>
                  <a:cubicBezTo>
                    <a:pt x="41090" y="134693"/>
                    <a:pt x="40576" y="134929"/>
                    <a:pt x="40545" y="138358"/>
                  </a:cubicBezTo>
                  <a:cubicBezTo>
                    <a:pt x="40512" y="142152"/>
                    <a:pt x="39561" y="142390"/>
                    <a:pt x="34194" y="139945"/>
                  </a:cubicBezTo>
                  <a:cubicBezTo>
                    <a:pt x="25899" y="136165"/>
                    <a:pt x="24011" y="130691"/>
                    <a:pt x="30312" y="128691"/>
                  </a:cubicBezTo>
                  <a:cubicBezTo>
                    <a:pt x="35660" y="126994"/>
                    <a:pt x="36881" y="123535"/>
                    <a:pt x="32982" y="121125"/>
                  </a:cubicBezTo>
                  <a:cubicBezTo>
                    <a:pt x="31683" y="120322"/>
                    <a:pt x="30139" y="121111"/>
                    <a:pt x="29550" y="122878"/>
                  </a:cubicBezTo>
                  <a:cubicBezTo>
                    <a:pt x="28702" y="125423"/>
                    <a:pt x="26957" y="125397"/>
                    <a:pt x="21151" y="122752"/>
                  </a:cubicBezTo>
                  <a:cubicBezTo>
                    <a:pt x="14600" y="119767"/>
                    <a:pt x="14176" y="119839"/>
                    <a:pt x="17154" y="123427"/>
                  </a:cubicBezTo>
                  <a:cubicBezTo>
                    <a:pt x="23195" y="130706"/>
                    <a:pt x="15185" y="127829"/>
                    <a:pt x="6342" y="119543"/>
                  </a:cubicBezTo>
                  <a:cubicBezTo>
                    <a:pt x="-1702" y="112007"/>
                    <a:pt x="-1792" y="111717"/>
                    <a:pt x="4365" y="113226"/>
                  </a:cubicBezTo>
                  <a:lnTo>
                    <a:pt x="10819" y="114808"/>
                  </a:lnTo>
                  <a:lnTo>
                    <a:pt x="4707" y="109494"/>
                  </a:lnTo>
                  <a:cubicBezTo>
                    <a:pt x="-312" y="105131"/>
                    <a:pt x="-833" y="103490"/>
                    <a:pt x="1796" y="100322"/>
                  </a:cubicBezTo>
                  <a:cubicBezTo>
                    <a:pt x="4323" y="97278"/>
                    <a:pt x="4332" y="95662"/>
                    <a:pt x="1838" y="92658"/>
                  </a:cubicBezTo>
                  <a:cubicBezTo>
                    <a:pt x="-700" y="89600"/>
                    <a:pt x="-229" y="86595"/>
                    <a:pt x="4233" y="77378"/>
                  </a:cubicBezTo>
                  <a:cubicBezTo>
                    <a:pt x="7287" y="71068"/>
                    <a:pt x="11639" y="64368"/>
                    <a:pt x="13902" y="62490"/>
                  </a:cubicBezTo>
                  <a:cubicBezTo>
                    <a:pt x="17532" y="59477"/>
                    <a:pt x="17802" y="59833"/>
                    <a:pt x="16192" y="65508"/>
                  </a:cubicBezTo>
                  <a:lnTo>
                    <a:pt x="14368" y="71941"/>
                  </a:lnTo>
                  <a:lnTo>
                    <a:pt x="19324" y="65780"/>
                  </a:lnTo>
                  <a:lnTo>
                    <a:pt x="24280" y="59619"/>
                  </a:lnTo>
                  <a:lnTo>
                    <a:pt x="25989" y="66426"/>
                  </a:lnTo>
                  <a:cubicBezTo>
                    <a:pt x="26928" y="70169"/>
                    <a:pt x="28755" y="73232"/>
                    <a:pt x="30049" y="73232"/>
                  </a:cubicBezTo>
                  <a:cubicBezTo>
                    <a:pt x="31420" y="73232"/>
                    <a:pt x="31500" y="70091"/>
                    <a:pt x="30241" y="65700"/>
                  </a:cubicBezTo>
                  <a:cubicBezTo>
                    <a:pt x="28162" y="58450"/>
                    <a:pt x="28788" y="57720"/>
                    <a:pt x="47033" y="46164"/>
                  </a:cubicBezTo>
                  <a:cubicBezTo>
                    <a:pt x="66934" y="33559"/>
                    <a:pt x="85466" y="15573"/>
                    <a:pt x="89508" y="4943"/>
                  </a:cubicBezTo>
                  <a:cubicBezTo>
                    <a:pt x="91833" y="-1172"/>
                    <a:pt x="92131" y="-1236"/>
                    <a:pt x="99998" y="2688"/>
                  </a:cubicBezTo>
                  <a:cubicBezTo>
                    <a:pt x="106503" y="5933"/>
                    <a:pt x="109396" y="6135"/>
                    <a:pt x="114706" y="3716"/>
                  </a:cubicBezTo>
                  <a:cubicBezTo>
                    <a:pt x="118341" y="2059"/>
                    <a:pt x="122122" y="1631"/>
                    <a:pt x="123108" y="2764"/>
                  </a:cubicBezTo>
                  <a:cubicBezTo>
                    <a:pt x="125561" y="5583"/>
                    <a:pt x="135461" y="45948"/>
                    <a:pt x="137332" y="60759"/>
                  </a:cubicBezTo>
                  <a:cubicBezTo>
                    <a:pt x="139199" y="75538"/>
                    <a:pt x="141734" y="77777"/>
                    <a:pt x="159468" y="80313"/>
                  </a:cubicBezTo>
                  <a:cubicBezTo>
                    <a:pt x="172513" y="82178"/>
                    <a:pt x="173509" y="82826"/>
                    <a:pt x="174324" y="89973"/>
                  </a:cubicBezTo>
                  <a:cubicBezTo>
                    <a:pt x="174804" y="94187"/>
                    <a:pt x="179160" y="102021"/>
                    <a:pt x="184004" y="107383"/>
                  </a:cubicBezTo>
                  <a:cubicBezTo>
                    <a:pt x="193664" y="118075"/>
                    <a:pt x="194152" y="121338"/>
                    <a:pt x="190190" y="148735"/>
                  </a:cubicBezTo>
                  <a:cubicBezTo>
                    <a:pt x="188197" y="162515"/>
                    <a:pt x="188470" y="168448"/>
                    <a:pt x="191494" y="177131"/>
                  </a:cubicBezTo>
                  <a:cubicBezTo>
                    <a:pt x="193597" y="183167"/>
                    <a:pt x="195335" y="189779"/>
                    <a:pt x="195355" y="191824"/>
                  </a:cubicBezTo>
                  <a:cubicBezTo>
                    <a:pt x="195376" y="193868"/>
                    <a:pt x="199889" y="199676"/>
                    <a:pt x="205385" y="204731"/>
                  </a:cubicBezTo>
                  <a:cubicBezTo>
                    <a:pt x="211344" y="210212"/>
                    <a:pt x="219172" y="221995"/>
                    <a:pt x="224780" y="233927"/>
                  </a:cubicBezTo>
                  <a:cubicBezTo>
                    <a:pt x="234706" y="255043"/>
                    <a:pt x="236093" y="255967"/>
                    <a:pt x="251313" y="251602"/>
                  </a:cubicBezTo>
                  <a:cubicBezTo>
                    <a:pt x="258379" y="249575"/>
                    <a:pt x="260277" y="250166"/>
                    <a:pt x="265826" y="256119"/>
                  </a:cubicBezTo>
                  <a:cubicBezTo>
                    <a:pt x="272628" y="263417"/>
                    <a:pt x="281243" y="280080"/>
                    <a:pt x="280190" y="283901"/>
                  </a:cubicBezTo>
                  <a:cubicBezTo>
                    <a:pt x="278841" y="288796"/>
                    <a:pt x="283826" y="312090"/>
                    <a:pt x="287275" y="317016"/>
                  </a:cubicBezTo>
                  <a:cubicBezTo>
                    <a:pt x="289273" y="319867"/>
                    <a:pt x="290907" y="325358"/>
                    <a:pt x="290907" y="329217"/>
                  </a:cubicBezTo>
                  <a:cubicBezTo>
                    <a:pt x="290907" y="333077"/>
                    <a:pt x="292090" y="336967"/>
                    <a:pt x="293537" y="337861"/>
                  </a:cubicBezTo>
                  <a:cubicBezTo>
                    <a:pt x="294984" y="338755"/>
                    <a:pt x="299069" y="345213"/>
                    <a:pt x="302616" y="352211"/>
                  </a:cubicBezTo>
                  <a:cubicBezTo>
                    <a:pt x="307126" y="361111"/>
                    <a:pt x="310627" y="364936"/>
                    <a:pt x="314264" y="364936"/>
                  </a:cubicBezTo>
                  <a:cubicBezTo>
                    <a:pt x="320436" y="364936"/>
                    <a:pt x="323792" y="371805"/>
                    <a:pt x="319645" y="375951"/>
                  </a:cubicBezTo>
                  <a:cubicBezTo>
                    <a:pt x="318037" y="377560"/>
                    <a:pt x="316721" y="381289"/>
                    <a:pt x="316721" y="384238"/>
                  </a:cubicBezTo>
                  <a:cubicBezTo>
                    <a:pt x="316721" y="387188"/>
                    <a:pt x="314840" y="392287"/>
                    <a:pt x="312540" y="395571"/>
                  </a:cubicBezTo>
                  <a:cubicBezTo>
                    <a:pt x="308425" y="401445"/>
                    <a:pt x="308570" y="414286"/>
                    <a:pt x="312871" y="424954"/>
                  </a:cubicBezTo>
                  <a:cubicBezTo>
                    <a:pt x="314372" y="428678"/>
                    <a:pt x="313283" y="429472"/>
                    <a:pt x="306671" y="429472"/>
                  </a:cubicBezTo>
                  <a:cubicBezTo>
                    <a:pt x="300565" y="429472"/>
                    <a:pt x="298651" y="428323"/>
                    <a:pt x="298651" y="424657"/>
                  </a:cubicBezTo>
                  <a:close/>
                </a:path>
              </a:pathLst>
            </a:custGeom>
            <a:solidFill>
              <a:srgbClr val="B9B9B9"/>
            </a:solidFill>
            <a:ln w="5163" cap="flat">
              <a:noFill/>
              <a:prstDash val="solid"/>
              <a:miter/>
            </a:ln>
          </p:spPr>
          <p:txBody>
            <a:bodyPr/>
            <a:lstStyle/>
            <a:p>
              <a:endParaRPr lang="es-419" noProof="0" dirty="0"/>
            </a:p>
          </p:txBody>
        </p:sp>
        <p:sp>
          <p:nvSpPr>
            <p:cNvPr id="59" name="Forma libre: forma 58">
              <a:extLst>
                <a:ext uri="{FF2B5EF4-FFF2-40B4-BE49-F238E27FC236}">
                  <a16:creationId xmlns:a16="http://schemas.microsoft.com/office/drawing/2014/main" id="{21782905-168E-0110-AF7F-DE0E271308A8}"/>
                </a:ext>
              </a:extLst>
            </p:cNvPr>
            <p:cNvSpPr/>
            <p:nvPr/>
          </p:nvSpPr>
          <p:spPr>
            <a:xfrm>
              <a:off x="812163" y="1806340"/>
              <a:ext cx="15955" cy="30179"/>
            </a:xfrm>
            <a:custGeom>
              <a:avLst/>
              <a:gdLst>
                <a:gd name="csX0" fmla="*/ 12859 w 15955"/>
                <a:gd name="csY0" fmla="*/ 27128 h 30179"/>
                <a:gd name="csX1" fmla="*/ 45 w 15955"/>
                <a:gd name="csY1" fmla="*/ 70 h 30179"/>
                <a:gd name="csX2" fmla="*/ 15145 w 15955"/>
                <a:gd name="csY2" fmla="*/ 24519 h 30179"/>
                <a:gd name="csX3" fmla="*/ 12859 w 15955"/>
                <a:gd name="csY3" fmla="*/ 27128 h 30179"/>
              </a:gdLst>
              <a:ahLst/>
              <a:cxnLst>
                <a:cxn ang="0">
                  <a:pos x="csX0" y="csY0"/>
                </a:cxn>
                <a:cxn ang="0">
                  <a:pos x="csX1" y="csY1"/>
                </a:cxn>
                <a:cxn ang="0">
                  <a:pos x="csX2" y="csY2"/>
                </a:cxn>
                <a:cxn ang="0">
                  <a:pos x="csX3" y="csY3"/>
                </a:cxn>
              </a:cxnLst>
              <a:rect l="l" t="t" r="r" b="b"/>
              <a:pathLst>
                <a:path w="15955" h="30179">
                  <a:moveTo>
                    <a:pt x="12859" y="27128"/>
                  </a:moveTo>
                  <a:cubicBezTo>
                    <a:pt x="8119" y="19457"/>
                    <a:pt x="-707" y="822"/>
                    <a:pt x="45" y="70"/>
                  </a:cubicBezTo>
                  <a:cubicBezTo>
                    <a:pt x="1430" y="-1315"/>
                    <a:pt x="13563" y="18330"/>
                    <a:pt x="15145" y="24519"/>
                  </a:cubicBezTo>
                  <a:cubicBezTo>
                    <a:pt x="16793" y="30962"/>
                    <a:pt x="15876" y="32008"/>
                    <a:pt x="12859" y="27128"/>
                  </a:cubicBezTo>
                  <a:close/>
                </a:path>
              </a:pathLst>
            </a:custGeom>
            <a:solidFill>
              <a:srgbClr val="B9B9B9"/>
            </a:solidFill>
            <a:ln w="5163" cap="flat">
              <a:noFill/>
              <a:prstDash val="solid"/>
              <a:miter/>
            </a:ln>
          </p:spPr>
          <p:txBody>
            <a:bodyPr/>
            <a:lstStyle/>
            <a:p>
              <a:endParaRPr lang="es-419" noProof="0" dirty="0"/>
            </a:p>
          </p:txBody>
        </p:sp>
      </p:grpSp>
      <p:sp>
        <p:nvSpPr>
          <p:cNvPr id="60" name="Forma libre: forma 59">
            <a:extLst>
              <a:ext uri="{FF2B5EF4-FFF2-40B4-BE49-F238E27FC236}">
                <a16:creationId xmlns:a16="http://schemas.microsoft.com/office/drawing/2014/main" id="{6A181296-B4D4-7A00-BF56-58BBD9FCED8A}"/>
              </a:ext>
            </a:extLst>
          </p:cNvPr>
          <p:cNvSpPr/>
          <p:nvPr/>
        </p:nvSpPr>
        <p:spPr>
          <a:xfrm>
            <a:off x="781520" y="1178397"/>
            <a:ext cx="460893" cy="570101"/>
          </a:xfrm>
          <a:custGeom>
            <a:avLst/>
            <a:gdLst>
              <a:gd name="csX0" fmla="*/ 151660 w 460893"/>
              <a:gd name="csY0" fmla="*/ 568610 h 570101"/>
              <a:gd name="csX1" fmla="*/ 140689 w 460893"/>
              <a:gd name="csY1" fmla="*/ 563178 h 570101"/>
              <a:gd name="csX2" fmla="*/ 131877 w 460893"/>
              <a:gd name="csY2" fmla="*/ 549661 h 570101"/>
              <a:gd name="csX3" fmla="*/ 122196 w 460893"/>
              <a:gd name="csY3" fmla="*/ 532968 h 570101"/>
              <a:gd name="csX4" fmla="*/ 107130 w 460893"/>
              <a:gd name="csY4" fmla="*/ 523131 h 570101"/>
              <a:gd name="csX5" fmla="*/ 89869 w 460893"/>
              <a:gd name="csY5" fmla="*/ 518421 h 570101"/>
              <a:gd name="csX6" fmla="*/ 85076 w 460893"/>
              <a:gd name="csY6" fmla="*/ 501266 h 570101"/>
              <a:gd name="csX7" fmla="*/ 77677 w 460893"/>
              <a:gd name="csY7" fmla="*/ 465952 h 570101"/>
              <a:gd name="csX8" fmla="*/ 72006 w 460893"/>
              <a:gd name="csY8" fmla="*/ 445300 h 570101"/>
              <a:gd name="csX9" fmla="*/ 58957 w 460893"/>
              <a:gd name="csY9" fmla="*/ 446095 h 570101"/>
              <a:gd name="csX10" fmla="*/ 35144 w 460893"/>
              <a:gd name="csY10" fmla="*/ 436548 h 570101"/>
              <a:gd name="csX11" fmla="*/ 24381 w 460893"/>
              <a:gd name="csY11" fmla="*/ 426207 h 570101"/>
              <a:gd name="csX12" fmla="*/ 26114 w 460893"/>
              <a:gd name="csY12" fmla="*/ 405421 h 570101"/>
              <a:gd name="csX13" fmla="*/ 25165 w 460893"/>
              <a:gd name="csY13" fmla="*/ 384636 h 570101"/>
              <a:gd name="csX14" fmla="*/ 17520 w 460893"/>
              <a:gd name="csY14" fmla="*/ 374956 h 570101"/>
              <a:gd name="csX15" fmla="*/ 6475 w 460893"/>
              <a:gd name="csY15" fmla="*/ 353942 h 570101"/>
              <a:gd name="csX16" fmla="*/ 196 w 460893"/>
              <a:gd name="csY16" fmla="*/ 332000 h 570101"/>
              <a:gd name="csX17" fmla="*/ 0 w 460893"/>
              <a:gd name="csY17" fmla="*/ 321391 h 570101"/>
              <a:gd name="csX18" fmla="*/ 20006 w 460893"/>
              <a:gd name="csY18" fmla="*/ 322209 h 570101"/>
              <a:gd name="csX19" fmla="*/ 37306 w 460893"/>
              <a:gd name="csY19" fmla="*/ 304003 h 570101"/>
              <a:gd name="csX20" fmla="*/ 36933 w 460893"/>
              <a:gd name="csY20" fmla="*/ 289805 h 570101"/>
              <a:gd name="csX21" fmla="*/ 37690 w 460893"/>
              <a:gd name="csY21" fmla="*/ 253719 h 570101"/>
              <a:gd name="csX22" fmla="*/ 41303 w 460893"/>
              <a:gd name="csY22" fmla="*/ 221451 h 570101"/>
              <a:gd name="csX23" fmla="*/ 48412 w 460893"/>
              <a:gd name="csY23" fmla="*/ 202644 h 570101"/>
              <a:gd name="csX24" fmla="*/ 48257 w 460893"/>
              <a:gd name="csY24" fmla="*/ 124622 h 570101"/>
              <a:gd name="csX25" fmla="*/ 40464 w 460893"/>
              <a:gd name="csY25" fmla="*/ 83859 h 570101"/>
              <a:gd name="csX26" fmla="*/ 52830 w 460893"/>
              <a:gd name="csY26" fmla="*/ 45160 h 570101"/>
              <a:gd name="csX27" fmla="*/ 63246 w 460893"/>
              <a:gd name="csY27" fmla="*/ 46920 h 570101"/>
              <a:gd name="csX28" fmla="*/ 63246 w 460893"/>
              <a:gd name="csY28" fmla="*/ 23460 h 570101"/>
              <a:gd name="csX29" fmla="*/ 66672 w 460893"/>
              <a:gd name="csY29" fmla="*/ 0 h 570101"/>
              <a:gd name="csX30" fmla="*/ 126691 w 460893"/>
              <a:gd name="csY30" fmla="*/ 3798 h 570101"/>
              <a:gd name="csX31" fmla="*/ 203405 w 460893"/>
              <a:gd name="csY31" fmla="*/ 8311 h 570101"/>
              <a:gd name="csX32" fmla="*/ 223527 w 460893"/>
              <a:gd name="csY32" fmla="*/ 9026 h 570101"/>
              <a:gd name="csX33" fmla="*/ 229665 w 460893"/>
              <a:gd name="csY33" fmla="*/ 21938 h 570101"/>
              <a:gd name="csX34" fmla="*/ 254984 w 460893"/>
              <a:gd name="csY34" fmla="*/ 54210 h 570101"/>
              <a:gd name="csX35" fmla="*/ 267180 w 460893"/>
              <a:gd name="csY35" fmla="*/ 65624 h 570101"/>
              <a:gd name="csX36" fmla="*/ 283960 w 460893"/>
              <a:gd name="csY36" fmla="*/ 83994 h 570101"/>
              <a:gd name="csX37" fmla="*/ 300739 w 460893"/>
              <a:gd name="csY37" fmla="*/ 103278 h 570101"/>
              <a:gd name="csX38" fmla="*/ 307688 w 460893"/>
              <a:gd name="csY38" fmla="*/ 107024 h 570101"/>
              <a:gd name="csX39" fmla="*/ 338320 w 460893"/>
              <a:gd name="csY39" fmla="*/ 140082 h 570101"/>
              <a:gd name="csX40" fmla="*/ 345307 w 460893"/>
              <a:gd name="csY40" fmla="*/ 156757 h 570101"/>
              <a:gd name="csX41" fmla="*/ 350264 w 460893"/>
              <a:gd name="csY41" fmla="*/ 174757 h 570101"/>
              <a:gd name="csX42" fmla="*/ 353728 w 460893"/>
              <a:gd name="csY42" fmla="*/ 192882 h 570101"/>
              <a:gd name="csX43" fmla="*/ 357557 w 460893"/>
              <a:gd name="csY43" fmla="*/ 206186 h 570101"/>
              <a:gd name="csX44" fmla="*/ 373046 w 460893"/>
              <a:gd name="csY44" fmla="*/ 221653 h 570101"/>
              <a:gd name="csX45" fmla="*/ 388508 w 460893"/>
              <a:gd name="csY45" fmla="*/ 235073 h 570101"/>
              <a:gd name="csX46" fmla="*/ 408536 w 460893"/>
              <a:gd name="csY46" fmla="*/ 251563 h 570101"/>
              <a:gd name="csX47" fmla="*/ 419486 w 460893"/>
              <a:gd name="csY47" fmla="*/ 258145 h 570101"/>
              <a:gd name="csX48" fmla="*/ 429612 w 460893"/>
              <a:gd name="csY48" fmla="*/ 264555 h 570101"/>
              <a:gd name="csX49" fmla="*/ 440498 w 460893"/>
              <a:gd name="csY49" fmla="*/ 270196 h 570101"/>
              <a:gd name="csX50" fmla="*/ 458638 w 460893"/>
              <a:gd name="csY50" fmla="*/ 279871 h 570101"/>
              <a:gd name="csX51" fmla="*/ 433706 w 460893"/>
              <a:gd name="csY51" fmla="*/ 328123 h 570101"/>
              <a:gd name="csX52" fmla="*/ 401785 w 460893"/>
              <a:gd name="csY52" fmla="*/ 376892 h 570101"/>
              <a:gd name="csX53" fmla="*/ 408173 w 460893"/>
              <a:gd name="csY53" fmla="*/ 427230 h 570101"/>
              <a:gd name="csX54" fmla="*/ 407224 w 460893"/>
              <a:gd name="csY54" fmla="*/ 481463 h 570101"/>
              <a:gd name="csX55" fmla="*/ 357001 w 460893"/>
              <a:gd name="csY55" fmla="*/ 500599 h 570101"/>
              <a:gd name="csX56" fmla="*/ 339993 w 460893"/>
              <a:gd name="csY56" fmla="*/ 507393 h 570101"/>
              <a:gd name="csX57" fmla="*/ 315871 w 460893"/>
              <a:gd name="csY57" fmla="*/ 500146 h 570101"/>
              <a:gd name="csX58" fmla="*/ 305685 w 460893"/>
              <a:gd name="csY58" fmla="*/ 499249 h 570101"/>
              <a:gd name="csX59" fmla="*/ 291896 w 460893"/>
              <a:gd name="csY59" fmla="*/ 499687 h 570101"/>
              <a:gd name="csX60" fmla="*/ 270870 w 460893"/>
              <a:gd name="csY60" fmla="*/ 491757 h 570101"/>
              <a:gd name="csX61" fmla="*/ 256706 w 460893"/>
              <a:gd name="csY61" fmla="*/ 481408 h 570101"/>
              <a:gd name="csX62" fmla="*/ 242051 w 460893"/>
              <a:gd name="csY62" fmla="*/ 472207 h 570101"/>
              <a:gd name="csX63" fmla="*/ 227525 w 460893"/>
              <a:gd name="csY63" fmla="*/ 468533 h 570101"/>
              <a:gd name="csX64" fmla="*/ 222731 w 460893"/>
              <a:gd name="csY64" fmla="*/ 472486 h 570101"/>
              <a:gd name="csX65" fmla="*/ 210984 w 460893"/>
              <a:gd name="csY65" fmla="*/ 493362 h 570101"/>
              <a:gd name="csX66" fmla="*/ 200162 w 460893"/>
              <a:gd name="csY66" fmla="*/ 504374 h 570101"/>
              <a:gd name="csX67" fmla="*/ 192160 w 460893"/>
              <a:gd name="csY67" fmla="*/ 516880 h 570101"/>
              <a:gd name="csX68" fmla="*/ 189436 w 460893"/>
              <a:gd name="csY68" fmla="*/ 530760 h 570101"/>
              <a:gd name="csX69" fmla="*/ 184534 w 460893"/>
              <a:gd name="csY69" fmla="*/ 547022 h 570101"/>
              <a:gd name="csX70" fmla="*/ 182598 w 460893"/>
              <a:gd name="csY70" fmla="*/ 561518 h 570101"/>
              <a:gd name="csX71" fmla="*/ 164446 w 460893"/>
              <a:gd name="csY71" fmla="*/ 570049 h 570101"/>
              <a:gd name="csX72" fmla="*/ 151660 w 460893"/>
              <a:gd name="csY72" fmla="*/ 568610 h 5701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Lst>
            <a:rect l="l" t="t" r="r" b="b"/>
            <a:pathLst>
              <a:path w="460893" h="570101">
                <a:moveTo>
                  <a:pt x="151660" y="568610"/>
                </a:moveTo>
                <a:cubicBezTo>
                  <a:pt x="143384" y="567865"/>
                  <a:pt x="140689" y="566530"/>
                  <a:pt x="140689" y="563178"/>
                </a:cubicBezTo>
                <a:cubicBezTo>
                  <a:pt x="140689" y="560733"/>
                  <a:pt x="136724" y="554651"/>
                  <a:pt x="131877" y="549661"/>
                </a:cubicBezTo>
                <a:cubicBezTo>
                  <a:pt x="126875" y="544511"/>
                  <a:pt x="122689" y="537293"/>
                  <a:pt x="122196" y="532968"/>
                </a:cubicBezTo>
                <a:cubicBezTo>
                  <a:pt x="121389" y="525881"/>
                  <a:pt x="120335" y="525192"/>
                  <a:pt x="107130" y="523131"/>
                </a:cubicBezTo>
                <a:cubicBezTo>
                  <a:pt x="99321" y="521912"/>
                  <a:pt x="91554" y="519792"/>
                  <a:pt x="89869" y="518421"/>
                </a:cubicBezTo>
                <a:cubicBezTo>
                  <a:pt x="88184" y="517050"/>
                  <a:pt x="86027" y="509330"/>
                  <a:pt x="85076" y="501266"/>
                </a:cubicBezTo>
                <a:cubicBezTo>
                  <a:pt x="84126" y="493202"/>
                  <a:pt x="80796" y="477310"/>
                  <a:pt x="77677" y="465952"/>
                </a:cubicBezTo>
                <a:lnTo>
                  <a:pt x="72006" y="445300"/>
                </a:lnTo>
                <a:lnTo>
                  <a:pt x="58957" y="446095"/>
                </a:lnTo>
                <a:cubicBezTo>
                  <a:pt x="46778" y="446836"/>
                  <a:pt x="45189" y="446199"/>
                  <a:pt x="35144" y="436548"/>
                </a:cubicBezTo>
                <a:lnTo>
                  <a:pt x="24381" y="426207"/>
                </a:lnTo>
                <a:lnTo>
                  <a:pt x="26114" y="405421"/>
                </a:lnTo>
                <a:cubicBezTo>
                  <a:pt x="27263" y="391650"/>
                  <a:pt x="26942" y="384636"/>
                  <a:pt x="25165" y="384636"/>
                </a:cubicBezTo>
                <a:cubicBezTo>
                  <a:pt x="23689" y="384636"/>
                  <a:pt x="20249" y="380280"/>
                  <a:pt x="17520" y="374956"/>
                </a:cubicBezTo>
                <a:cubicBezTo>
                  <a:pt x="14791" y="369631"/>
                  <a:pt x="9821" y="360175"/>
                  <a:pt x="6475" y="353942"/>
                </a:cubicBezTo>
                <a:cubicBezTo>
                  <a:pt x="3106" y="347664"/>
                  <a:pt x="305" y="337877"/>
                  <a:pt x="196" y="332000"/>
                </a:cubicBezTo>
                <a:lnTo>
                  <a:pt x="0" y="321391"/>
                </a:lnTo>
                <a:lnTo>
                  <a:pt x="20006" y="322209"/>
                </a:lnTo>
                <a:cubicBezTo>
                  <a:pt x="42391" y="323125"/>
                  <a:pt x="42565" y="322942"/>
                  <a:pt x="37306" y="304003"/>
                </a:cubicBezTo>
                <a:cubicBezTo>
                  <a:pt x="35685" y="298169"/>
                  <a:pt x="35538" y="292562"/>
                  <a:pt x="36933" y="289805"/>
                </a:cubicBezTo>
                <a:cubicBezTo>
                  <a:pt x="38201" y="287300"/>
                  <a:pt x="38542" y="271061"/>
                  <a:pt x="37690" y="253719"/>
                </a:cubicBezTo>
                <a:cubicBezTo>
                  <a:pt x="36207" y="223555"/>
                  <a:pt x="36364" y="222156"/>
                  <a:pt x="41303" y="221451"/>
                </a:cubicBezTo>
                <a:cubicBezTo>
                  <a:pt x="45680" y="220826"/>
                  <a:pt x="46762" y="217964"/>
                  <a:pt x="48412" y="202644"/>
                </a:cubicBezTo>
                <a:cubicBezTo>
                  <a:pt x="51806" y="171127"/>
                  <a:pt x="51726" y="130863"/>
                  <a:pt x="48257" y="124622"/>
                </a:cubicBezTo>
                <a:cubicBezTo>
                  <a:pt x="46501" y="121464"/>
                  <a:pt x="42994" y="103121"/>
                  <a:pt x="40464" y="83859"/>
                </a:cubicBezTo>
                <a:cubicBezTo>
                  <a:pt x="35209" y="43860"/>
                  <a:pt x="35717" y="42269"/>
                  <a:pt x="52830" y="45160"/>
                </a:cubicBezTo>
                <a:lnTo>
                  <a:pt x="63246" y="46920"/>
                </a:lnTo>
                <a:lnTo>
                  <a:pt x="63246" y="23460"/>
                </a:lnTo>
                <a:cubicBezTo>
                  <a:pt x="63246" y="5683"/>
                  <a:pt x="64076" y="0"/>
                  <a:pt x="66672" y="0"/>
                </a:cubicBezTo>
                <a:cubicBezTo>
                  <a:pt x="68557" y="0"/>
                  <a:pt x="95565" y="1709"/>
                  <a:pt x="126691" y="3798"/>
                </a:cubicBezTo>
                <a:cubicBezTo>
                  <a:pt x="157817" y="5887"/>
                  <a:pt x="192338" y="7917"/>
                  <a:pt x="203405" y="8311"/>
                </a:cubicBezTo>
                <a:lnTo>
                  <a:pt x="223527" y="9026"/>
                </a:lnTo>
                <a:lnTo>
                  <a:pt x="229665" y="21938"/>
                </a:lnTo>
                <a:cubicBezTo>
                  <a:pt x="235583" y="34389"/>
                  <a:pt x="251134" y="54210"/>
                  <a:pt x="254984" y="54210"/>
                </a:cubicBezTo>
                <a:cubicBezTo>
                  <a:pt x="256963" y="54210"/>
                  <a:pt x="267180" y="63772"/>
                  <a:pt x="267180" y="65624"/>
                </a:cubicBezTo>
                <a:cubicBezTo>
                  <a:pt x="267180" y="66222"/>
                  <a:pt x="274731" y="74489"/>
                  <a:pt x="283960" y="83994"/>
                </a:cubicBezTo>
                <a:cubicBezTo>
                  <a:pt x="293188" y="93499"/>
                  <a:pt x="300739" y="102177"/>
                  <a:pt x="300739" y="103278"/>
                </a:cubicBezTo>
                <a:cubicBezTo>
                  <a:pt x="300739" y="104379"/>
                  <a:pt x="303866" y="106065"/>
                  <a:pt x="307688" y="107024"/>
                </a:cubicBezTo>
                <a:cubicBezTo>
                  <a:pt x="316754" y="109299"/>
                  <a:pt x="336159" y="130241"/>
                  <a:pt x="338320" y="140082"/>
                </a:cubicBezTo>
                <a:cubicBezTo>
                  <a:pt x="339250" y="144316"/>
                  <a:pt x="342394" y="151820"/>
                  <a:pt x="345307" y="156757"/>
                </a:cubicBezTo>
                <a:cubicBezTo>
                  <a:pt x="348253" y="161749"/>
                  <a:pt x="350453" y="169738"/>
                  <a:pt x="350264" y="174757"/>
                </a:cubicBezTo>
                <a:cubicBezTo>
                  <a:pt x="350078" y="179720"/>
                  <a:pt x="351636" y="187876"/>
                  <a:pt x="353728" y="192882"/>
                </a:cubicBezTo>
                <a:cubicBezTo>
                  <a:pt x="355820" y="197888"/>
                  <a:pt x="357543" y="203875"/>
                  <a:pt x="357557" y="206186"/>
                </a:cubicBezTo>
                <a:cubicBezTo>
                  <a:pt x="357572" y="208497"/>
                  <a:pt x="364542" y="215457"/>
                  <a:pt x="373046" y="221653"/>
                </a:cubicBezTo>
                <a:cubicBezTo>
                  <a:pt x="381550" y="227849"/>
                  <a:pt x="388508" y="233888"/>
                  <a:pt x="388508" y="235073"/>
                </a:cubicBezTo>
                <a:cubicBezTo>
                  <a:pt x="388508" y="239850"/>
                  <a:pt x="400638" y="249837"/>
                  <a:pt x="408536" y="251563"/>
                </a:cubicBezTo>
                <a:cubicBezTo>
                  <a:pt x="413162" y="252574"/>
                  <a:pt x="418090" y="255536"/>
                  <a:pt x="419486" y="258145"/>
                </a:cubicBezTo>
                <a:cubicBezTo>
                  <a:pt x="420882" y="260754"/>
                  <a:pt x="425439" y="263638"/>
                  <a:pt x="429612" y="264555"/>
                </a:cubicBezTo>
                <a:cubicBezTo>
                  <a:pt x="433785" y="265471"/>
                  <a:pt x="438684" y="268010"/>
                  <a:pt x="440498" y="270196"/>
                </a:cubicBezTo>
                <a:cubicBezTo>
                  <a:pt x="443409" y="273704"/>
                  <a:pt x="453843" y="279268"/>
                  <a:pt x="458638" y="279871"/>
                </a:cubicBezTo>
                <a:cubicBezTo>
                  <a:pt x="464237" y="280575"/>
                  <a:pt x="460647" y="287523"/>
                  <a:pt x="433706" y="328123"/>
                </a:cubicBezTo>
                <a:cubicBezTo>
                  <a:pt x="417320" y="352816"/>
                  <a:pt x="402956" y="374762"/>
                  <a:pt x="401785" y="376892"/>
                </a:cubicBezTo>
                <a:cubicBezTo>
                  <a:pt x="400523" y="379188"/>
                  <a:pt x="403122" y="399673"/>
                  <a:pt x="408173" y="427230"/>
                </a:cubicBezTo>
                <a:cubicBezTo>
                  <a:pt x="419157" y="487163"/>
                  <a:pt x="419215" y="483871"/>
                  <a:pt x="407224" y="481463"/>
                </a:cubicBezTo>
                <a:cubicBezTo>
                  <a:pt x="377101" y="475416"/>
                  <a:pt x="375238" y="476126"/>
                  <a:pt x="357001" y="500599"/>
                </a:cubicBezTo>
                <a:cubicBezTo>
                  <a:pt x="346599" y="514558"/>
                  <a:pt x="343773" y="515687"/>
                  <a:pt x="339993" y="507393"/>
                </a:cubicBezTo>
                <a:cubicBezTo>
                  <a:pt x="336462" y="499643"/>
                  <a:pt x="325739" y="496421"/>
                  <a:pt x="315871" y="500146"/>
                </a:cubicBezTo>
                <a:cubicBezTo>
                  <a:pt x="310307" y="502246"/>
                  <a:pt x="308004" y="502043"/>
                  <a:pt x="305685" y="499249"/>
                </a:cubicBezTo>
                <a:cubicBezTo>
                  <a:pt x="301762" y="494522"/>
                  <a:pt x="296907" y="494676"/>
                  <a:pt x="291896" y="499687"/>
                </a:cubicBezTo>
                <a:cubicBezTo>
                  <a:pt x="286395" y="505188"/>
                  <a:pt x="278982" y="502392"/>
                  <a:pt x="270870" y="491757"/>
                </a:cubicBezTo>
                <a:cubicBezTo>
                  <a:pt x="267159" y="486892"/>
                  <a:pt x="260921" y="482334"/>
                  <a:pt x="256706" y="481408"/>
                </a:cubicBezTo>
                <a:cubicBezTo>
                  <a:pt x="252563" y="480498"/>
                  <a:pt x="245969" y="476358"/>
                  <a:pt x="242051" y="472207"/>
                </a:cubicBezTo>
                <a:cubicBezTo>
                  <a:pt x="234140" y="463825"/>
                  <a:pt x="229757" y="462717"/>
                  <a:pt x="227525" y="468533"/>
                </a:cubicBezTo>
                <a:cubicBezTo>
                  <a:pt x="226708" y="470663"/>
                  <a:pt x="224550" y="472442"/>
                  <a:pt x="222731" y="472486"/>
                </a:cubicBezTo>
                <a:cubicBezTo>
                  <a:pt x="216831" y="472631"/>
                  <a:pt x="209780" y="485162"/>
                  <a:pt x="210984" y="493362"/>
                </a:cubicBezTo>
                <a:cubicBezTo>
                  <a:pt x="212266" y="502098"/>
                  <a:pt x="211304" y="503076"/>
                  <a:pt x="200162" y="504374"/>
                </a:cubicBezTo>
                <a:cubicBezTo>
                  <a:pt x="189734" y="505588"/>
                  <a:pt x="189645" y="505728"/>
                  <a:pt x="192160" y="516880"/>
                </a:cubicBezTo>
                <a:cubicBezTo>
                  <a:pt x="193910" y="524639"/>
                  <a:pt x="193416" y="527159"/>
                  <a:pt x="189436" y="530760"/>
                </a:cubicBezTo>
                <a:cubicBezTo>
                  <a:pt x="186033" y="533840"/>
                  <a:pt x="184562" y="538720"/>
                  <a:pt x="184534" y="547022"/>
                </a:cubicBezTo>
                <a:cubicBezTo>
                  <a:pt x="184512" y="553546"/>
                  <a:pt x="183641" y="560069"/>
                  <a:pt x="182598" y="561518"/>
                </a:cubicBezTo>
                <a:cubicBezTo>
                  <a:pt x="180445" y="564508"/>
                  <a:pt x="167199" y="570734"/>
                  <a:pt x="164446" y="570049"/>
                </a:cubicBezTo>
                <a:cubicBezTo>
                  <a:pt x="163448" y="569801"/>
                  <a:pt x="157694" y="569154"/>
                  <a:pt x="151660" y="568610"/>
                </a:cubicBezTo>
                <a:close/>
              </a:path>
            </a:pathLst>
          </a:custGeom>
          <a:solidFill>
            <a:srgbClr val="B9B9B9"/>
          </a:solidFill>
          <a:ln w="5163" cap="flat">
            <a:noFill/>
            <a:prstDash val="solid"/>
            <a:miter/>
          </a:ln>
        </p:spPr>
        <p:txBody>
          <a:bodyPr/>
          <a:lstStyle/>
          <a:p>
            <a:endParaRPr lang="es-419" noProof="0" dirty="0"/>
          </a:p>
        </p:txBody>
      </p:sp>
      <p:sp>
        <p:nvSpPr>
          <p:cNvPr id="61" name="Forma libre: forma 60">
            <a:extLst>
              <a:ext uri="{FF2B5EF4-FFF2-40B4-BE49-F238E27FC236}">
                <a16:creationId xmlns:a16="http://schemas.microsoft.com/office/drawing/2014/main" id="{FD990874-D14A-942D-A184-F29D15F55774}"/>
              </a:ext>
            </a:extLst>
          </p:cNvPr>
          <p:cNvSpPr/>
          <p:nvPr/>
        </p:nvSpPr>
        <p:spPr>
          <a:xfrm>
            <a:off x="2038384" y="2469122"/>
            <a:ext cx="332998" cy="314936"/>
          </a:xfrm>
          <a:custGeom>
            <a:avLst/>
            <a:gdLst>
              <a:gd name="csX0" fmla="*/ 150508 w 332998"/>
              <a:gd name="csY0" fmla="*/ 295153 h 314936"/>
              <a:gd name="csX1" fmla="*/ 122921 w 332998"/>
              <a:gd name="csY1" fmla="*/ 269012 h 314936"/>
              <a:gd name="csX2" fmla="*/ 122279 w 332998"/>
              <a:gd name="csY2" fmla="*/ 264031 h 314936"/>
              <a:gd name="csX3" fmla="*/ 126546 w 332998"/>
              <a:gd name="csY3" fmla="*/ 262908 h 314936"/>
              <a:gd name="csX4" fmla="*/ 106954 w 332998"/>
              <a:gd name="csY4" fmla="*/ 254224 h 314936"/>
              <a:gd name="csX5" fmla="*/ 78561 w 332998"/>
              <a:gd name="csY5" fmla="*/ 232541 h 314936"/>
              <a:gd name="csX6" fmla="*/ 60903 w 332998"/>
              <a:gd name="csY6" fmla="*/ 216842 h 314936"/>
              <a:gd name="csX7" fmla="*/ 60455 w 332998"/>
              <a:gd name="csY7" fmla="*/ 213585 h 314936"/>
              <a:gd name="csX8" fmla="*/ 56711 w 332998"/>
              <a:gd name="csY8" fmla="*/ 207285 h 314936"/>
              <a:gd name="csX9" fmla="*/ 53349 w 332998"/>
              <a:gd name="csY9" fmla="*/ 207961 h 314936"/>
              <a:gd name="csX10" fmla="*/ 34703 w 332998"/>
              <a:gd name="csY10" fmla="*/ 200142 h 314936"/>
              <a:gd name="csX11" fmla="*/ 16028 w 332998"/>
              <a:gd name="csY11" fmla="*/ 187234 h 314936"/>
              <a:gd name="csX12" fmla="*/ 16436 w 332998"/>
              <a:gd name="csY12" fmla="*/ 184359 h 314936"/>
              <a:gd name="csX13" fmla="*/ 14549 w 332998"/>
              <a:gd name="csY13" fmla="*/ 178120 h 314936"/>
              <a:gd name="csX14" fmla="*/ 7908 w 332998"/>
              <a:gd name="csY14" fmla="*/ 171021 h 314936"/>
              <a:gd name="csX15" fmla="*/ 2407 w 332998"/>
              <a:gd name="csY15" fmla="*/ 154470 h 314936"/>
              <a:gd name="csX16" fmla="*/ 6812 w 332998"/>
              <a:gd name="csY16" fmla="*/ 119621 h 314936"/>
              <a:gd name="csX17" fmla="*/ 17071 w 332998"/>
              <a:gd name="csY17" fmla="*/ 91641 h 314936"/>
              <a:gd name="csX18" fmla="*/ 20635 w 332998"/>
              <a:gd name="csY18" fmla="*/ 82008 h 314936"/>
              <a:gd name="csX19" fmla="*/ 29523 w 332998"/>
              <a:gd name="csY19" fmla="*/ 71230 h 314936"/>
              <a:gd name="csX20" fmla="*/ 42896 w 332998"/>
              <a:gd name="csY20" fmla="*/ 48085 h 314936"/>
              <a:gd name="csX21" fmla="*/ 49532 w 332998"/>
              <a:gd name="csY21" fmla="*/ 35969 h 314936"/>
              <a:gd name="csX22" fmla="*/ 54906 w 332998"/>
              <a:gd name="csY22" fmla="*/ 23257 h 314936"/>
              <a:gd name="csX23" fmla="*/ 66531 w 332998"/>
              <a:gd name="csY23" fmla="*/ 0 h 314936"/>
              <a:gd name="csX24" fmla="*/ 82468 w 332998"/>
              <a:gd name="csY24" fmla="*/ 19425 h 314936"/>
              <a:gd name="csX25" fmla="*/ 95351 w 332998"/>
              <a:gd name="csY25" fmla="*/ 43885 h 314936"/>
              <a:gd name="csX26" fmla="*/ 106141 w 332998"/>
              <a:gd name="csY26" fmla="*/ 49048 h 314936"/>
              <a:gd name="csX27" fmla="*/ 113640 w 332998"/>
              <a:gd name="csY27" fmla="*/ 54166 h 314936"/>
              <a:gd name="csX28" fmla="*/ 132249 w 332998"/>
              <a:gd name="csY28" fmla="*/ 34653 h 314936"/>
              <a:gd name="csX29" fmla="*/ 156404 w 332998"/>
              <a:gd name="csY29" fmla="*/ 10326 h 314936"/>
              <a:gd name="csX30" fmla="*/ 168334 w 332998"/>
              <a:gd name="csY30" fmla="*/ 6060 h 314936"/>
              <a:gd name="csX31" fmla="*/ 186389 w 332998"/>
              <a:gd name="csY31" fmla="*/ 9933 h 314936"/>
              <a:gd name="csX32" fmla="*/ 200349 w 332998"/>
              <a:gd name="csY32" fmla="*/ 18070 h 314936"/>
              <a:gd name="csX33" fmla="*/ 204999 w 332998"/>
              <a:gd name="csY33" fmla="*/ 30473 h 314936"/>
              <a:gd name="csX34" fmla="*/ 218185 w 332998"/>
              <a:gd name="csY34" fmla="*/ 43802 h 314936"/>
              <a:gd name="csX35" fmla="*/ 227241 w 332998"/>
              <a:gd name="csY35" fmla="*/ 50036 h 314936"/>
              <a:gd name="csX36" fmla="*/ 238424 w 332998"/>
              <a:gd name="csY36" fmla="*/ 60571 h 314936"/>
              <a:gd name="csX37" fmla="*/ 261581 w 332998"/>
              <a:gd name="csY37" fmla="*/ 79599 h 314936"/>
              <a:gd name="csX38" fmla="*/ 276424 w 332998"/>
              <a:gd name="csY38" fmla="*/ 89453 h 314936"/>
              <a:gd name="csX39" fmla="*/ 280389 w 332998"/>
              <a:gd name="csY39" fmla="*/ 90232 h 314936"/>
              <a:gd name="csX40" fmla="*/ 288978 w 332998"/>
              <a:gd name="csY40" fmla="*/ 95366 h 314936"/>
              <a:gd name="csX41" fmla="*/ 309784 w 332998"/>
              <a:gd name="csY41" fmla="*/ 117828 h 314936"/>
              <a:gd name="csX42" fmla="*/ 323208 w 332998"/>
              <a:gd name="csY42" fmla="*/ 127731 h 314936"/>
              <a:gd name="csX43" fmla="*/ 330610 w 332998"/>
              <a:gd name="csY43" fmla="*/ 136947 h 314936"/>
              <a:gd name="csX44" fmla="*/ 327230 w 332998"/>
              <a:gd name="csY44" fmla="*/ 153094 h 314936"/>
              <a:gd name="csX45" fmla="*/ 328146 w 332998"/>
              <a:gd name="csY45" fmla="*/ 164492 h 314936"/>
              <a:gd name="csX46" fmla="*/ 285552 w 332998"/>
              <a:gd name="csY46" fmla="*/ 166189 h 314936"/>
              <a:gd name="csX47" fmla="*/ 228050 w 332998"/>
              <a:gd name="csY47" fmla="*/ 169472 h 314936"/>
              <a:gd name="csX48" fmla="*/ 213142 w 332998"/>
              <a:gd name="csY48" fmla="*/ 171057 h 314936"/>
              <a:gd name="csX49" fmla="*/ 197915 w 332998"/>
              <a:gd name="csY49" fmla="*/ 199758 h 314936"/>
              <a:gd name="csX50" fmla="*/ 180329 w 332998"/>
              <a:gd name="csY50" fmla="*/ 231127 h 314936"/>
              <a:gd name="csX51" fmla="*/ 181055 w 332998"/>
              <a:gd name="csY51" fmla="*/ 253031 h 314936"/>
              <a:gd name="csX52" fmla="*/ 185000 w 332998"/>
              <a:gd name="csY52" fmla="*/ 272477 h 314936"/>
              <a:gd name="csX53" fmla="*/ 182260 w 332998"/>
              <a:gd name="csY53" fmla="*/ 301769 h 314936"/>
              <a:gd name="csX54" fmla="*/ 174070 w 332998"/>
              <a:gd name="csY54" fmla="*/ 314937 h 314936"/>
              <a:gd name="csX55" fmla="*/ 150508 w 332998"/>
              <a:gd name="csY55" fmla="*/ 295153 h 3149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Lst>
            <a:rect l="l" t="t" r="r" b="b"/>
            <a:pathLst>
              <a:path w="332998" h="314936">
                <a:moveTo>
                  <a:pt x="150508" y="295153"/>
                </a:moveTo>
                <a:cubicBezTo>
                  <a:pt x="138884" y="284272"/>
                  <a:pt x="126470" y="272508"/>
                  <a:pt x="122921" y="269012"/>
                </a:cubicBezTo>
                <a:cubicBezTo>
                  <a:pt x="116541" y="262727"/>
                  <a:pt x="116534" y="262670"/>
                  <a:pt x="122279" y="264031"/>
                </a:cubicBezTo>
                <a:cubicBezTo>
                  <a:pt x="125681" y="264837"/>
                  <a:pt x="127450" y="264371"/>
                  <a:pt x="126546" y="262908"/>
                </a:cubicBezTo>
                <a:cubicBezTo>
                  <a:pt x="124960" y="260342"/>
                  <a:pt x="114693" y="255791"/>
                  <a:pt x="106954" y="254224"/>
                </a:cubicBezTo>
                <a:cubicBezTo>
                  <a:pt x="98738" y="252560"/>
                  <a:pt x="93040" y="248209"/>
                  <a:pt x="78561" y="232541"/>
                </a:cubicBezTo>
                <a:cubicBezTo>
                  <a:pt x="70581" y="223906"/>
                  <a:pt x="62635" y="216842"/>
                  <a:pt x="60903" y="216842"/>
                </a:cubicBezTo>
                <a:cubicBezTo>
                  <a:pt x="58660" y="216842"/>
                  <a:pt x="58531" y="215904"/>
                  <a:pt x="60455" y="213585"/>
                </a:cubicBezTo>
                <a:cubicBezTo>
                  <a:pt x="62461" y="211169"/>
                  <a:pt x="61494" y="209543"/>
                  <a:pt x="56711" y="207285"/>
                </a:cubicBezTo>
                <a:cubicBezTo>
                  <a:pt x="51186" y="204678"/>
                  <a:pt x="50705" y="204775"/>
                  <a:pt x="53349" y="207961"/>
                </a:cubicBezTo>
                <a:cubicBezTo>
                  <a:pt x="59572" y="215458"/>
                  <a:pt x="50558" y="211678"/>
                  <a:pt x="34703" y="200142"/>
                </a:cubicBezTo>
                <a:cubicBezTo>
                  <a:pt x="25983" y="193796"/>
                  <a:pt x="17579" y="187988"/>
                  <a:pt x="16028" y="187234"/>
                </a:cubicBezTo>
                <a:cubicBezTo>
                  <a:pt x="14108" y="186301"/>
                  <a:pt x="14238" y="185384"/>
                  <a:pt x="16436" y="184359"/>
                </a:cubicBezTo>
                <a:cubicBezTo>
                  <a:pt x="21429" y="182028"/>
                  <a:pt x="20247" y="178120"/>
                  <a:pt x="14549" y="178120"/>
                </a:cubicBezTo>
                <a:cubicBezTo>
                  <a:pt x="11062" y="178120"/>
                  <a:pt x="8950" y="175862"/>
                  <a:pt x="7908" y="171021"/>
                </a:cubicBezTo>
                <a:cubicBezTo>
                  <a:pt x="7068" y="167117"/>
                  <a:pt x="4593" y="159669"/>
                  <a:pt x="2407" y="154470"/>
                </a:cubicBezTo>
                <a:cubicBezTo>
                  <a:pt x="-1401" y="145413"/>
                  <a:pt x="-1217" y="143959"/>
                  <a:pt x="6812" y="119621"/>
                </a:cubicBezTo>
                <a:cubicBezTo>
                  <a:pt x="11420" y="105652"/>
                  <a:pt x="16036" y="93061"/>
                  <a:pt x="17071" y="91641"/>
                </a:cubicBezTo>
                <a:cubicBezTo>
                  <a:pt x="18105" y="90222"/>
                  <a:pt x="19709" y="85887"/>
                  <a:pt x="20635" y="82008"/>
                </a:cubicBezTo>
                <a:cubicBezTo>
                  <a:pt x="21600" y="77965"/>
                  <a:pt x="25393" y="73366"/>
                  <a:pt x="29523" y="71230"/>
                </a:cubicBezTo>
                <a:cubicBezTo>
                  <a:pt x="37293" y="67213"/>
                  <a:pt x="42896" y="57515"/>
                  <a:pt x="42896" y="48085"/>
                </a:cubicBezTo>
                <a:cubicBezTo>
                  <a:pt x="42896" y="44850"/>
                  <a:pt x="45882" y="39398"/>
                  <a:pt x="49532" y="35969"/>
                </a:cubicBezTo>
                <a:cubicBezTo>
                  <a:pt x="54317" y="31473"/>
                  <a:pt x="55816" y="27929"/>
                  <a:pt x="54906" y="23257"/>
                </a:cubicBezTo>
                <a:cubicBezTo>
                  <a:pt x="53161" y="14292"/>
                  <a:pt x="60305" y="0"/>
                  <a:pt x="66531" y="0"/>
                </a:cubicBezTo>
                <a:cubicBezTo>
                  <a:pt x="74307" y="0"/>
                  <a:pt x="80918" y="8058"/>
                  <a:pt x="82468" y="19425"/>
                </a:cubicBezTo>
                <a:cubicBezTo>
                  <a:pt x="84849" y="36891"/>
                  <a:pt x="88533" y="43885"/>
                  <a:pt x="95351" y="43885"/>
                </a:cubicBezTo>
                <a:cubicBezTo>
                  <a:pt x="98716" y="43885"/>
                  <a:pt x="103572" y="46208"/>
                  <a:pt x="106141" y="49048"/>
                </a:cubicBezTo>
                <a:cubicBezTo>
                  <a:pt x="108711" y="51887"/>
                  <a:pt x="112086" y="54190"/>
                  <a:pt x="113640" y="54166"/>
                </a:cubicBezTo>
                <a:cubicBezTo>
                  <a:pt x="117209" y="54110"/>
                  <a:pt x="125915" y="44980"/>
                  <a:pt x="132249" y="34653"/>
                </a:cubicBezTo>
                <a:cubicBezTo>
                  <a:pt x="141121" y="20185"/>
                  <a:pt x="150911" y="10326"/>
                  <a:pt x="156404" y="10326"/>
                </a:cubicBezTo>
                <a:cubicBezTo>
                  <a:pt x="159385" y="10326"/>
                  <a:pt x="164754" y="8406"/>
                  <a:pt x="168334" y="6060"/>
                </a:cubicBezTo>
                <a:cubicBezTo>
                  <a:pt x="174611" y="1948"/>
                  <a:pt x="175258" y="2087"/>
                  <a:pt x="186389" y="9933"/>
                </a:cubicBezTo>
                <a:cubicBezTo>
                  <a:pt x="192739" y="14408"/>
                  <a:pt x="199021" y="18070"/>
                  <a:pt x="200349" y="18070"/>
                </a:cubicBezTo>
                <a:cubicBezTo>
                  <a:pt x="204669" y="18070"/>
                  <a:pt x="208141" y="27331"/>
                  <a:pt x="204999" y="30473"/>
                </a:cubicBezTo>
                <a:cubicBezTo>
                  <a:pt x="200842" y="34630"/>
                  <a:pt x="205908" y="39750"/>
                  <a:pt x="218185" y="43802"/>
                </a:cubicBezTo>
                <a:cubicBezTo>
                  <a:pt x="223767" y="45645"/>
                  <a:pt x="227842" y="48450"/>
                  <a:pt x="227241" y="50036"/>
                </a:cubicBezTo>
                <a:cubicBezTo>
                  <a:pt x="226639" y="51622"/>
                  <a:pt x="231671" y="56363"/>
                  <a:pt x="238424" y="60571"/>
                </a:cubicBezTo>
                <a:cubicBezTo>
                  <a:pt x="245177" y="64780"/>
                  <a:pt x="255598" y="73342"/>
                  <a:pt x="261581" y="79599"/>
                </a:cubicBezTo>
                <a:cubicBezTo>
                  <a:pt x="268586" y="86925"/>
                  <a:pt x="273870" y="90433"/>
                  <a:pt x="276424" y="89453"/>
                </a:cubicBezTo>
                <a:cubicBezTo>
                  <a:pt x="278605" y="88616"/>
                  <a:pt x="280389" y="88966"/>
                  <a:pt x="280389" y="90232"/>
                </a:cubicBezTo>
                <a:cubicBezTo>
                  <a:pt x="280389" y="91497"/>
                  <a:pt x="284254" y="93807"/>
                  <a:pt x="288978" y="95366"/>
                </a:cubicBezTo>
                <a:cubicBezTo>
                  <a:pt x="297678" y="98238"/>
                  <a:pt x="306636" y="107909"/>
                  <a:pt x="309784" y="117828"/>
                </a:cubicBezTo>
                <a:cubicBezTo>
                  <a:pt x="310845" y="121169"/>
                  <a:pt x="316015" y="124983"/>
                  <a:pt x="323208" y="127731"/>
                </a:cubicBezTo>
                <a:cubicBezTo>
                  <a:pt x="334331" y="131978"/>
                  <a:pt x="334696" y="132432"/>
                  <a:pt x="330610" y="136947"/>
                </a:cubicBezTo>
                <a:cubicBezTo>
                  <a:pt x="327588" y="140286"/>
                  <a:pt x="326585" y="145078"/>
                  <a:pt x="327230" y="153094"/>
                </a:cubicBezTo>
                <a:lnTo>
                  <a:pt x="328146" y="164492"/>
                </a:lnTo>
                <a:lnTo>
                  <a:pt x="285552" y="166189"/>
                </a:lnTo>
                <a:cubicBezTo>
                  <a:pt x="262126" y="167123"/>
                  <a:pt x="236250" y="168600"/>
                  <a:pt x="228050" y="169472"/>
                </a:cubicBezTo>
                <a:lnTo>
                  <a:pt x="213142" y="171057"/>
                </a:lnTo>
                <a:lnTo>
                  <a:pt x="197915" y="199758"/>
                </a:lnTo>
                <a:cubicBezTo>
                  <a:pt x="189539" y="215543"/>
                  <a:pt x="181626" y="229659"/>
                  <a:pt x="180329" y="231127"/>
                </a:cubicBezTo>
                <a:cubicBezTo>
                  <a:pt x="174323" y="237923"/>
                  <a:pt x="174624" y="246989"/>
                  <a:pt x="181055" y="253031"/>
                </a:cubicBezTo>
                <a:cubicBezTo>
                  <a:pt x="187596" y="259176"/>
                  <a:pt x="189401" y="268075"/>
                  <a:pt x="185000" y="272477"/>
                </a:cubicBezTo>
                <a:cubicBezTo>
                  <a:pt x="182808" y="274669"/>
                  <a:pt x="182167" y="281522"/>
                  <a:pt x="182260" y="301769"/>
                </a:cubicBezTo>
                <a:cubicBezTo>
                  <a:pt x="182290" y="308297"/>
                  <a:pt x="178160" y="314937"/>
                  <a:pt x="174070" y="314937"/>
                </a:cubicBezTo>
                <a:cubicBezTo>
                  <a:pt x="172734" y="314937"/>
                  <a:pt x="162131" y="306034"/>
                  <a:pt x="150508" y="295153"/>
                </a:cubicBezTo>
                <a:close/>
              </a:path>
            </a:pathLst>
          </a:custGeom>
          <a:solidFill>
            <a:srgbClr val="B9B9B9"/>
          </a:solidFill>
          <a:ln w="5163" cap="flat">
            <a:noFill/>
            <a:prstDash val="solid"/>
            <a:miter/>
          </a:ln>
        </p:spPr>
        <p:txBody>
          <a:bodyPr/>
          <a:lstStyle/>
          <a:p>
            <a:endParaRPr lang="es-419" noProof="0" dirty="0"/>
          </a:p>
        </p:txBody>
      </p:sp>
      <p:sp>
        <p:nvSpPr>
          <p:cNvPr id="62" name="Forma libre: forma 61">
            <a:extLst>
              <a:ext uri="{FF2B5EF4-FFF2-40B4-BE49-F238E27FC236}">
                <a16:creationId xmlns:a16="http://schemas.microsoft.com/office/drawing/2014/main" id="{78C8CA15-3EA2-58E6-7CC7-06ED4EE97091}"/>
              </a:ext>
            </a:extLst>
          </p:cNvPr>
          <p:cNvSpPr/>
          <p:nvPr/>
        </p:nvSpPr>
        <p:spPr>
          <a:xfrm>
            <a:off x="1645015" y="2415517"/>
            <a:ext cx="409424" cy="276749"/>
          </a:xfrm>
          <a:custGeom>
            <a:avLst/>
            <a:gdLst>
              <a:gd name="csX0" fmla="*/ 169694 w 409424"/>
              <a:gd name="csY0" fmla="*/ 275279 h 276749"/>
              <a:gd name="csX1" fmla="*/ 152536 w 409424"/>
              <a:gd name="csY1" fmla="*/ 270490 h 276749"/>
              <a:gd name="csX2" fmla="*/ 128939 w 409424"/>
              <a:gd name="csY2" fmla="*/ 261017 h 276749"/>
              <a:gd name="csX3" fmla="*/ 97253 w 409424"/>
              <a:gd name="csY3" fmla="*/ 251980 h 276749"/>
              <a:gd name="csX4" fmla="*/ 66316 w 409424"/>
              <a:gd name="csY4" fmla="*/ 248914 h 276749"/>
              <a:gd name="csX5" fmla="*/ 49536 w 409424"/>
              <a:gd name="csY5" fmla="*/ 241356 h 276749"/>
              <a:gd name="csX6" fmla="*/ 12262 w 409424"/>
              <a:gd name="csY6" fmla="*/ 223990 h 276749"/>
              <a:gd name="csX7" fmla="*/ 0 w 409424"/>
              <a:gd name="csY7" fmla="*/ 222341 h 276749"/>
              <a:gd name="csX8" fmla="*/ 5808 w 409424"/>
              <a:gd name="csY8" fmla="*/ 214784 h 276749"/>
              <a:gd name="csX9" fmla="*/ 14198 w 409424"/>
              <a:gd name="csY9" fmla="*/ 206134 h 276749"/>
              <a:gd name="csX10" fmla="*/ 30441 w 409424"/>
              <a:gd name="csY10" fmla="*/ 191104 h 276749"/>
              <a:gd name="csX11" fmla="*/ 44102 w 409424"/>
              <a:gd name="csY11" fmla="*/ 178805 h 276749"/>
              <a:gd name="csX12" fmla="*/ 41686 w 409424"/>
              <a:gd name="csY12" fmla="*/ 166228 h 276749"/>
              <a:gd name="csX13" fmla="*/ 27640 w 409424"/>
              <a:gd name="csY13" fmla="*/ 142994 h 276749"/>
              <a:gd name="csX14" fmla="*/ 10050 w 409424"/>
              <a:gd name="csY14" fmla="*/ 94836 h 276749"/>
              <a:gd name="csX15" fmla="*/ 25607 w 409424"/>
              <a:gd name="csY15" fmla="*/ 63931 h 276749"/>
              <a:gd name="csX16" fmla="*/ 43054 w 409424"/>
              <a:gd name="csY16" fmla="*/ 67030 h 276749"/>
              <a:gd name="csX17" fmla="*/ 54130 w 409424"/>
              <a:gd name="csY17" fmla="*/ 57326 h 276749"/>
              <a:gd name="csX18" fmla="*/ 54400 w 409424"/>
              <a:gd name="csY18" fmla="*/ 43740 h 276749"/>
              <a:gd name="csX19" fmla="*/ 67118 w 409424"/>
              <a:gd name="csY19" fmla="*/ 40356 h 276749"/>
              <a:gd name="csX20" fmla="*/ 69858 w 409424"/>
              <a:gd name="csY20" fmla="*/ 47250 h 276749"/>
              <a:gd name="csX21" fmla="*/ 74957 w 409424"/>
              <a:gd name="csY21" fmla="*/ 55146 h 276749"/>
              <a:gd name="csX22" fmla="*/ 85078 w 409424"/>
              <a:gd name="csY22" fmla="*/ 56392 h 276749"/>
              <a:gd name="csX23" fmla="*/ 108275 w 409424"/>
              <a:gd name="csY23" fmla="*/ 51828 h 276749"/>
              <a:gd name="csX24" fmla="*/ 135859 w 409424"/>
              <a:gd name="csY24" fmla="*/ 46965 h 276749"/>
              <a:gd name="csX25" fmla="*/ 159928 w 409424"/>
              <a:gd name="csY25" fmla="*/ 4926 h 276749"/>
              <a:gd name="csX26" fmla="*/ 164133 w 409424"/>
              <a:gd name="csY26" fmla="*/ 409 h 276749"/>
              <a:gd name="csX27" fmla="*/ 170486 w 409424"/>
              <a:gd name="csY27" fmla="*/ 1976 h 276749"/>
              <a:gd name="csX28" fmla="*/ 183283 w 409424"/>
              <a:gd name="csY28" fmla="*/ 17951 h 276749"/>
              <a:gd name="csX29" fmla="*/ 185999 w 409424"/>
              <a:gd name="csY29" fmla="*/ 22627 h 276749"/>
              <a:gd name="csX30" fmla="*/ 191478 w 409424"/>
              <a:gd name="csY30" fmla="*/ 30556 h 276749"/>
              <a:gd name="csX31" fmla="*/ 217371 w 409424"/>
              <a:gd name="csY31" fmla="*/ 43279 h 276749"/>
              <a:gd name="csX32" fmla="*/ 231319 w 409424"/>
              <a:gd name="csY32" fmla="*/ 47797 h 276749"/>
              <a:gd name="csX33" fmla="*/ 231065 w 409424"/>
              <a:gd name="csY33" fmla="*/ 71654 h 276749"/>
              <a:gd name="csX34" fmla="*/ 232914 w 409424"/>
              <a:gd name="csY34" fmla="*/ 94162 h 276749"/>
              <a:gd name="csX35" fmla="*/ 264097 w 409424"/>
              <a:gd name="csY35" fmla="*/ 98422 h 276749"/>
              <a:gd name="csX36" fmla="*/ 290859 w 409424"/>
              <a:gd name="csY36" fmla="*/ 85458 h 276749"/>
              <a:gd name="csX37" fmla="*/ 289553 w 409424"/>
              <a:gd name="csY37" fmla="*/ 87164 h 276749"/>
              <a:gd name="csX38" fmla="*/ 313001 w 409424"/>
              <a:gd name="csY38" fmla="*/ 117924 h 276749"/>
              <a:gd name="csX39" fmla="*/ 320100 w 409424"/>
              <a:gd name="csY39" fmla="*/ 125822 h 276749"/>
              <a:gd name="csX40" fmla="*/ 323327 w 409424"/>
              <a:gd name="csY40" fmla="*/ 131062 h 276749"/>
              <a:gd name="csX41" fmla="*/ 409403 w 409424"/>
              <a:gd name="csY41" fmla="*/ 134303 h 276749"/>
              <a:gd name="csX42" fmla="*/ 398626 w 409424"/>
              <a:gd name="csY42" fmla="*/ 166622 h 276749"/>
              <a:gd name="csX43" fmla="*/ 387152 w 409424"/>
              <a:gd name="csY43" fmla="*/ 198243 h 276749"/>
              <a:gd name="csX44" fmla="*/ 392348 w 409424"/>
              <a:gd name="csY44" fmla="*/ 208428 h 276749"/>
              <a:gd name="csX45" fmla="*/ 395238 w 409424"/>
              <a:gd name="csY45" fmla="*/ 226562 h 276749"/>
              <a:gd name="csX46" fmla="*/ 391384 w 409424"/>
              <a:gd name="csY46" fmla="*/ 222526 h 276749"/>
              <a:gd name="csX47" fmla="*/ 386991 w 409424"/>
              <a:gd name="csY47" fmla="*/ 220249 h 276749"/>
              <a:gd name="csX48" fmla="*/ 376751 w 409424"/>
              <a:gd name="csY48" fmla="*/ 216540 h 276749"/>
              <a:gd name="csX49" fmla="*/ 366566 w 409424"/>
              <a:gd name="csY49" fmla="*/ 215027 h 276749"/>
              <a:gd name="csX50" fmla="*/ 371084 w 409424"/>
              <a:gd name="csY50" fmla="*/ 220497 h 276749"/>
              <a:gd name="csX51" fmla="*/ 400125 w 409424"/>
              <a:gd name="csY51" fmla="*/ 234526 h 276749"/>
              <a:gd name="csX52" fmla="*/ 382700 w 409424"/>
              <a:gd name="csY52" fmla="*/ 228973 h 276749"/>
              <a:gd name="csX53" fmla="*/ 356240 w 409424"/>
              <a:gd name="csY53" fmla="*/ 221430 h 276749"/>
              <a:gd name="csX54" fmla="*/ 344640 w 409424"/>
              <a:gd name="csY54" fmla="*/ 215296 h 276749"/>
              <a:gd name="csX55" fmla="*/ 351310 w 409424"/>
              <a:gd name="csY55" fmla="*/ 215089 h 276749"/>
              <a:gd name="csX56" fmla="*/ 353659 w 409424"/>
              <a:gd name="csY56" fmla="*/ 213898 h 276749"/>
              <a:gd name="csX57" fmla="*/ 348281 w 409424"/>
              <a:gd name="csY57" fmla="*/ 208377 h 276749"/>
              <a:gd name="csX58" fmla="*/ 338397 w 409424"/>
              <a:gd name="csY58" fmla="*/ 209577 h 276749"/>
              <a:gd name="csX59" fmla="*/ 330426 w 409424"/>
              <a:gd name="csY59" fmla="*/ 208411 h 276749"/>
              <a:gd name="csX60" fmla="*/ 317751 w 409424"/>
              <a:gd name="csY60" fmla="*/ 206264 h 276749"/>
              <a:gd name="csX61" fmla="*/ 320963 w 409424"/>
              <a:gd name="csY61" fmla="*/ 214760 h 276749"/>
              <a:gd name="csX62" fmla="*/ 323972 w 409424"/>
              <a:gd name="csY62" fmla="*/ 215747 h 276749"/>
              <a:gd name="csX63" fmla="*/ 314937 w 409424"/>
              <a:gd name="csY63" fmla="*/ 219599 h 276749"/>
              <a:gd name="csX64" fmla="*/ 321391 w 409424"/>
              <a:gd name="csY64" fmla="*/ 219864 h 276749"/>
              <a:gd name="csX65" fmla="*/ 330426 w 409424"/>
              <a:gd name="csY65" fmla="*/ 221426 h 276749"/>
              <a:gd name="csX66" fmla="*/ 310754 w 409424"/>
              <a:gd name="csY66" fmla="*/ 223941 h 276749"/>
              <a:gd name="csX67" fmla="*/ 284939 w 409424"/>
              <a:gd name="csY67" fmla="*/ 234304 h 276749"/>
              <a:gd name="csX68" fmla="*/ 270316 w 409424"/>
              <a:gd name="csY68" fmla="*/ 244630 h 276749"/>
              <a:gd name="csX69" fmla="*/ 259397 w 409424"/>
              <a:gd name="csY69" fmla="*/ 248767 h 276749"/>
              <a:gd name="csX70" fmla="*/ 242736 w 409424"/>
              <a:gd name="csY70" fmla="*/ 255227 h 276749"/>
              <a:gd name="csX71" fmla="*/ 220097 w 409424"/>
              <a:gd name="csY71" fmla="*/ 265079 h 276749"/>
              <a:gd name="csX72" fmla="*/ 198772 w 409424"/>
              <a:gd name="csY72" fmla="*/ 274061 h 276749"/>
              <a:gd name="csX73" fmla="*/ 169694 w 409424"/>
              <a:gd name="csY73" fmla="*/ 275279 h 2767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Lst>
            <a:rect l="l" t="t" r="r" b="b"/>
            <a:pathLst>
              <a:path w="409424" h="276749">
                <a:moveTo>
                  <a:pt x="169694" y="275279"/>
                </a:moveTo>
                <a:cubicBezTo>
                  <a:pt x="167412" y="274002"/>
                  <a:pt x="159691" y="271847"/>
                  <a:pt x="152536" y="270490"/>
                </a:cubicBezTo>
                <a:cubicBezTo>
                  <a:pt x="145381" y="269133"/>
                  <a:pt x="134762" y="264870"/>
                  <a:pt x="128939" y="261017"/>
                </a:cubicBezTo>
                <a:cubicBezTo>
                  <a:pt x="120697" y="255563"/>
                  <a:pt x="113680" y="253561"/>
                  <a:pt x="97253" y="251980"/>
                </a:cubicBezTo>
                <a:cubicBezTo>
                  <a:pt x="85648" y="250863"/>
                  <a:pt x="71726" y="249483"/>
                  <a:pt x="66316" y="248914"/>
                </a:cubicBezTo>
                <a:cubicBezTo>
                  <a:pt x="60430" y="248295"/>
                  <a:pt x="53691" y="245260"/>
                  <a:pt x="49536" y="241356"/>
                </a:cubicBezTo>
                <a:cubicBezTo>
                  <a:pt x="36860" y="229445"/>
                  <a:pt x="25174" y="224000"/>
                  <a:pt x="12262" y="223990"/>
                </a:cubicBezTo>
                <a:cubicBezTo>
                  <a:pt x="5518" y="223985"/>
                  <a:pt x="0" y="223243"/>
                  <a:pt x="0" y="222341"/>
                </a:cubicBezTo>
                <a:cubicBezTo>
                  <a:pt x="0" y="221438"/>
                  <a:pt x="2614" y="218038"/>
                  <a:pt x="5808" y="214784"/>
                </a:cubicBezTo>
                <a:cubicBezTo>
                  <a:pt x="9003" y="211529"/>
                  <a:pt x="12778" y="207637"/>
                  <a:pt x="14198" y="206134"/>
                </a:cubicBezTo>
                <a:cubicBezTo>
                  <a:pt x="15618" y="204632"/>
                  <a:pt x="22927" y="197868"/>
                  <a:pt x="30441" y="191104"/>
                </a:cubicBezTo>
                <a:lnTo>
                  <a:pt x="44102" y="178805"/>
                </a:lnTo>
                <a:lnTo>
                  <a:pt x="41686" y="166228"/>
                </a:lnTo>
                <a:cubicBezTo>
                  <a:pt x="39751" y="156152"/>
                  <a:pt x="36957" y="151530"/>
                  <a:pt x="27640" y="142994"/>
                </a:cubicBezTo>
                <a:cubicBezTo>
                  <a:pt x="14024" y="130519"/>
                  <a:pt x="10714" y="121458"/>
                  <a:pt x="10050" y="94836"/>
                </a:cubicBezTo>
                <a:cubicBezTo>
                  <a:pt x="9450" y="70766"/>
                  <a:pt x="12891" y="63931"/>
                  <a:pt x="25607" y="63931"/>
                </a:cubicBezTo>
                <a:cubicBezTo>
                  <a:pt x="30489" y="63931"/>
                  <a:pt x="38340" y="65326"/>
                  <a:pt x="43054" y="67030"/>
                </a:cubicBezTo>
                <a:cubicBezTo>
                  <a:pt x="54638" y="71219"/>
                  <a:pt x="59354" y="67087"/>
                  <a:pt x="54130" y="57326"/>
                </a:cubicBezTo>
                <a:cubicBezTo>
                  <a:pt x="51035" y="51543"/>
                  <a:pt x="51072" y="49668"/>
                  <a:pt x="54400" y="43740"/>
                </a:cubicBezTo>
                <a:cubicBezTo>
                  <a:pt x="59239" y="35118"/>
                  <a:pt x="67118" y="33022"/>
                  <a:pt x="67118" y="40356"/>
                </a:cubicBezTo>
                <a:cubicBezTo>
                  <a:pt x="67118" y="43216"/>
                  <a:pt x="68351" y="46318"/>
                  <a:pt x="69858" y="47250"/>
                </a:cubicBezTo>
                <a:cubicBezTo>
                  <a:pt x="71366" y="48181"/>
                  <a:pt x="73660" y="51735"/>
                  <a:pt x="74957" y="55146"/>
                </a:cubicBezTo>
                <a:cubicBezTo>
                  <a:pt x="77803" y="62631"/>
                  <a:pt x="81496" y="63085"/>
                  <a:pt x="85078" y="56392"/>
                </a:cubicBezTo>
                <a:cubicBezTo>
                  <a:pt x="87383" y="52084"/>
                  <a:pt x="90423" y="51486"/>
                  <a:pt x="108275" y="51828"/>
                </a:cubicBezTo>
                <a:cubicBezTo>
                  <a:pt x="125309" y="52154"/>
                  <a:pt x="130021" y="51323"/>
                  <a:pt x="135859" y="46965"/>
                </a:cubicBezTo>
                <a:cubicBezTo>
                  <a:pt x="144210" y="40730"/>
                  <a:pt x="159754" y="13580"/>
                  <a:pt x="159928" y="4926"/>
                </a:cubicBezTo>
                <a:cubicBezTo>
                  <a:pt x="160018" y="462"/>
                  <a:pt x="161137" y="-741"/>
                  <a:pt x="164133" y="409"/>
                </a:cubicBezTo>
                <a:cubicBezTo>
                  <a:pt x="166379" y="1271"/>
                  <a:pt x="169238" y="1976"/>
                  <a:pt x="170486" y="1976"/>
                </a:cubicBezTo>
                <a:cubicBezTo>
                  <a:pt x="174404" y="1976"/>
                  <a:pt x="183283" y="13060"/>
                  <a:pt x="183283" y="17951"/>
                </a:cubicBezTo>
                <a:cubicBezTo>
                  <a:pt x="183283" y="20523"/>
                  <a:pt x="184505" y="22627"/>
                  <a:pt x="185999" y="22627"/>
                </a:cubicBezTo>
                <a:cubicBezTo>
                  <a:pt x="187493" y="22627"/>
                  <a:pt x="189958" y="26195"/>
                  <a:pt x="191478" y="30556"/>
                </a:cubicBezTo>
                <a:cubicBezTo>
                  <a:pt x="194632" y="39603"/>
                  <a:pt x="202114" y="43279"/>
                  <a:pt x="217371" y="43279"/>
                </a:cubicBezTo>
                <a:cubicBezTo>
                  <a:pt x="224361" y="43279"/>
                  <a:pt x="229040" y="44794"/>
                  <a:pt x="231319" y="47797"/>
                </a:cubicBezTo>
                <a:cubicBezTo>
                  <a:pt x="235951" y="53900"/>
                  <a:pt x="235804" y="67721"/>
                  <a:pt x="231065" y="71654"/>
                </a:cubicBezTo>
                <a:cubicBezTo>
                  <a:pt x="227042" y="74993"/>
                  <a:pt x="227738" y="83470"/>
                  <a:pt x="232914" y="94162"/>
                </a:cubicBezTo>
                <a:cubicBezTo>
                  <a:pt x="236944" y="102487"/>
                  <a:pt x="256280" y="105129"/>
                  <a:pt x="264097" y="98422"/>
                </a:cubicBezTo>
                <a:cubicBezTo>
                  <a:pt x="272137" y="91525"/>
                  <a:pt x="288836" y="83435"/>
                  <a:pt x="290859" y="85458"/>
                </a:cubicBezTo>
                <a:cubicBezTo>
                  <a:pt x="291797" y="86396"/>
                  <a:pt x="291209" y="87164"/>
                  <a:pt x="289553" y="87164"/>
                </a:cubicBezTo>
                <a:cubicBezTo>
                  <a:pt x="278849" y="87164"/>
                  <a:pt x="297992" y="112276"/>
                  <a:pt x="313001" y="117924"/>
                </a:cubicBezTo>
                <a:cubicBezTo>
                  <a:pt x="317528" y="119627"/>
                  <a:pt x="320100" y="122488"/>
                  <a:pt x="320100" y="125822"/>
                </a:cubicBezTo>
                <a:cubicBezTo>
                  <a:pt x="320100" y="128696"/>
                  <a:pt x="321552" y="131055"/>
                  <a:pt x="323327" y="131062"/>
                </a:cubicBezTo>
                <a:cubicBezTo>
                  <a:pt x="338940" y="131129"/>
                  <a:pt x="408862" y="133762"/>
                  <a:pt x="409403" y="134303"/>
                </a:cubicBezTo>
                <a:cubicBezTo>
                  <a:pt x="409786" y="134687"/>
                  <a:pt x="404937" y="149230"/>
                  <a:pt x="398626" y="166622"/>
                </a:cubicBezTo>
                <a:lnTo>
                  <a:pt x="387152" y="198243"/>
                </a:lnTo>
                <a:lnTo>
                  <a:pt x="392348" y="208428"/>
                </a:lnTo>
                <a:cubicBezTo>
                  <a:pt x="397867" y="219247"/>
                  <a:pt x="399033" y="226562"/>
                  <a:pt x="395238" y="226562"/>
                </a:cubicBezTo>
                <a:cubicBezTo>
                  <a:pt x="393970" y="226562"/>
                  <a:pt x="392236" y="224746"/>
                  <a:pt x="391384" y="222526"/>
                </a:cubicBezTo>
                <a:cubicBezTo>
                  <a:pt x="390533" y="220307"/>
                  <a:pt x="388555" y="219282"/>
                  <a:pt x="386991" y="220249"/>
                </a:cubicBezTo>
                <a:cubicBezTo>
                  <a:pt x="385426" y="221216"/>
                  <a:pt x="380818" y="219547"/>
                  <a:pt x="376751" y="216540"/>
                </a:cubicBezTo>
                <a:cubicBezTo>
                  <a:pt x="367939" y="210026"/>
                  <a:pt x="366566" y="209821"/>
                  <a:pt x="366566" y="215027"/>
                </a:cubicBezTo>
                <a:cubicBezTo>
                  <a:pt x="366566" y="217201"/>
                  <a:pt x="368599" y="219663"/>
                  <a:pt x="371084" y="220497"/>
                </a:cubicBezTo>
                <a:cubicBezTo>
                  <a:pt x="382593" y="224364"/>
                  <a:pt x="400125" y="232833"/>
                  <a:pt x="400125" y="234526"/>
                </a:cubicBezTo>
                <a:cubicBezTo>
                  <a:pt x="400125" y="235560"/>
                  <a:pt x="392284" y="233061"/>
                  <a:pt x="382700" y="228973"/>
                </a:cubicBezTo>
                <a:cubicBezTo>
                  <a:pt x="373117" y="224884"/>
                  <a:pt x="361210" y="221490"/>
                  <a:pt x="356240" y="221430"/>
                </a:cubicBezTo>
                <a:cubicBezTo>
                  <a:pt x="344962" y="221293"/>
                  <a:pt x="338255" y="217747"/>
                  <a:pt x="344640" y="215296"/>
                </a:cubicBezTo>
                <a:cubicBezTo>
                  <a:pt x="347017" y="214384"/>
                  <a:pt x="350019" y="214291"/>
                  <a:pt x="351310" y="215089"/>
                </a:cubicBezTo>
                <a:cubicBezTo>
                  <a:pt x="352602" y="215888"/>
                  <a:pt x="353659" y="215352"/>
                  <a:pt x="353659" y="213898"/>
                </a:cubicBezTo>
                <a:cubicBezTo>
                  <a:pt x="353659" y="212444"/>
                  <a:pt x="351239" y="209960"/>
                  <a:pt x="348281" y="208377"/>
                </a:cubicBezTo>
                <a:cubicBezTo>
                  <a:pt x="344050" y="206113"/>
                  <a:pt x="341943" y="206369"/>
                  <a:pt x="338397" y="209577"/>
                </a:cubicBezTo>
                <a:cubicBezTo>
                  <a:pt x="332399" y="215006"/>
                  <a:pt x="330426" y="214717"/>
                  <a:pt x="330426" y="208411"/>
                </a:cubicBezTo>
                <a:cubicBezTo>
                  <a:pt x="330426" y="200483"/>
                  <a:pt x="323396" y="199293"/>
                  <a:pt x="317751" y="206264"/>
                </a:cubicBezTo>
                <a:cubicBezTo>
                  <a:pt x="311888" y="213504"/>
                  <a:pt x="313243" y="217088"/>
                  <a:pt x="320963" y="214760"/>
                </a:cubicBezTo>
                <a:cubicBezTo>
                  <a:pt x="324787" y="213607"/>
                  <a:pt x="325738" y="213919"/>
                  <a:pt x="323972" y="215747"/>
                </a:cubicBezTo>
                <a:cubicBezTo>
                  <a:pt x="322552" y="217218"/>
                  <a:pt x="318487" y="218951"/>
                  <a:pt x="314937" y="219599"/>
                </a:cubicBezTo>
                <a:cubicBezTo>
                  <a:pt x="311388" y="220248"/>
                  <a:pt x="314292" y="220366"/>
                  <a:pt x="321391" y="219864"/>
                </a:cubicBezTo>
                <a:cubicBezTo>
                  <a:pt x="330318" y="219231"/>
                  <a:pt x="333104" y="219713"/>
                  <a:pt x="330426" y="221426"/>
                </a:cubicBezTo>
                <a:cubicBezTo>
                  <a:pt x="328296" y="222787"/>
                  <a:pt x="319444" y="223919"/>
                  <a:pt x="310754" y="223941"/>
                </a:cubicBezTo>
                <a:cubicBezTo>
                  <a:pt x="295733" y="223979"/>
                  <a:pt x="294460" y="224490"/>
                  <a:pt x="284939" y="234304"/>
                </a:cubicBezTo>
                <a:cubicBezTo>
                  <a:pt x="279431" y="239982"/>
                  <a:pt x="272851" y="244629"/>
                  <a:pt x="270316" y="244630"/>
                </a:cubicBezTo>
                <a:cubicBezTo>
                  <a:pt x="267782" y="244631"/>
                  <a:pt x="262868" y="246493"/>
                  <a:pt x="259397" y="248767"/>
                </a:cubicBezTo>
                <a:cubicBezTo>
                  <a:pt x="255927" y="251041"/>
                  <a:pt x="248429" y="253948"/>
                  <a:pt x="242736" y="255227"/>
                </a:cubicBezTo>
                <a:cubicBezTo>
                  <a:pt x="237044" y="256506"/>
                  <a:pt x="226856" y="260940"/>
                  <a:pt x="220097" y="265079"/>
                </a:cubicBezTo>
                <a:cubicBezTo>
                  <a:pt x="213337" y="269219"/>
                  <a:pt x="203741" y="273261"/>
                  <a:pt x="198772" y="274061"/>
                </a:cubicBezTo>
                <a:cubicBezTo>
                  <a:pt x="178742" y="277289"/>
                  <a:pt x="173664" y="277501"/>
                  <a:pt x="169694" y="275279"/>
                </a:cubicBezTo>
                <a:close/>
              </a:path>
            </a:pathLst>
          </a:custGeom>
          <a:solidFill>
            <a:srgbClr val="B9B9B9"/>
          </a:solidFill>
          <a:ln w="5163" cap="flat">
            <a:noFill/>
            <a:prstDash val="solid"/>
            <a:miter/>
          </a:ln>
        </p:spPr>
        <p:txBody>
          <a:bodyPr/>
          <a:lstStyle/>
          <a:p>
            <a:endParaRPr lang="es-419" noProof="0" dirty="0"/>
          </a:p>
        </p:txBody>
      </p:sp>
      <p:sp>
        <p:nvSpPr>
          <p:cNvPr id="63" name="Forma libre: forma 62">
            <a:extLst>
              <a:ext uri="{FF2B5EF4-FFF2-40B4-BE49-F238E27FC236}">
                <a16:creationId xmlns:a16="http://schemas.microsoft.com/office/drawing/2014/main" id="{B2998009-E7C5-83AB-B548-6F6449889D3E}"/>
              </a:ext>
            </a:extLst>
          </p:cNvPr>
          <p:cNvSpPr/>
          <p:nvPr/>
        </p:nvSpPr>
        <p:spPr>
          <a:xfrm>
            <a:off x="1324915" y="2412330"/>
            <a:ext cx="357764" cy="223095"/>
          </a:xfrm>
          <a:custGeom>
            <a:avLst/>
            <a:gdLst>
              <a:gd name="csX0" fmla="*/ 310749 w 357764"/>
              <a:gd name="csY0" fmla="*/ 220821 h 223095"/>
              <a:gd name="csX1" fmla="*/ 306750 w 357764"/>
              <a:gd name="csY1" fmla="*/ 216842 h 223095"/>
              <a:gd name="csX2" fmla="*/ 298107 w 357764"/>
              <a:gd name="csY2" fmla="*/ 209508 h 223095"/>
              <a:gd name="csX3" fmla="*/ 280348 w 357764"/>
              <a:gd name="csY3" fmla="*/ 201999 h 223095"/>
              <a:gd name="csX4" fmla="*/ 262845 w 357764"/>
              <a:gd name="csY4" fmla="*/ 196313 h 223095"/>
              <a:gd name="csX5" fmla="*/ 256032 w 357764"/>
              <a:gd name="csY5" fmla="*/ 193496 h 223095"/>
              <a:gd name="csX6" fmla="*/ 242886 w 357764"/>
              <a:gd name="csY6" fmla="*/ 190679 h 223095"/>
              <a:gd name="csX7" fmla="*/ 229978 w 357764"/>
              <a:gd name="csY7" fmla="*/ 186722 h 223095"/>
              <a:gd name="csX8" fmla="*/ 220854 w 357764"/>
              <a:gd name="csY8" fmla="*/ 186091 h 223095"/>
              <a:gd name="csX9" fmla="*/ 209097 w 357764"/>
              <a:gd name="csY9" fmla="*/ 183130 h 223095"/>
              <a:gd name="csX10" fmla="*/ 214906 w 357764"/>
              <a:gd name="csY10" fmla="*/ 187877 h 223095"/>
              <a:gd name="csX11" fmla="*/ 215222 w 357764"/>
              <a:gd name="csY11" fmla="*/ 190853 h 223095"/>
              <a:gd name="csX12" fmla="*/ 206349 w 357764"/>
              <a:gd name="csY12" fmla="*/ 186954 h 223095"/>
              <a:gd name="csX13" fmla="*/ 189899 w 357764"/>
              <a:gd name="csY13" fmla="*/ 176334 h 223095"/>
              <a:gd name="csX14" fmla="*/ 172154 w 357764"/>
              <a:gd name="csY14" fmla="*/ 165667 h 223095"/>
              <a:gd name="csX15" fmla="*/ 165494 w 357764"/>
              <a:gd name="csY15" fmla="*/ 164758 h 223095"/>
              <a:gd name="csX16" fmla="*/ 154887 w 357764"/>
              <a:gd name="csY16" fmla="*/ 162867 h 223095"/>
              <a:gd name="csX17" fmla="*/ 146116 w 357764"/>
              <a:gd name="csY17" fmla="*/ 160825 h 223095"/>
              <a:gd name="csX18" fmla="*/ 117490 w 357764"/>
              <a:gd name="csY18" fmla="*/ 151278 h 223095"/>
              <a:gd name="csX19" fmla="*/ 95284 w 357764"/>
              <a:gd name="csY19" fmla="*/ 141980 h 223095"/>
              <a:gd name="csX20" fmla="*/ 92932 w 357764"/>
              <a:gd name="csY20" fmla="*/ 138216 h 223095"/>
              <a:gd name="csX21" fmla="*/ 81316 w 357764"/>
              <a:gd name="csY21" fmla="*/ 127645 h 223095"/>
              <a:gd name="csX22" fmla="*/ 69699 w 357764"/>
              <a:gd name="csY22" fmla="*/ 117508 h 223095"/>
              <a:gd name="csX23" fmla="*/ 49682 w 357764"/>
              <a:gd name="csY23" fmla="*/ 104238 h 223095"/>
              <a:gd name="csX24" fmla="*/ 33940 w 357764"/>
              <a:gd name="csY24" fmla="*/ 91155 h 223095"/>
              <a:gd name="csX25" fmla="*/ 3571 w 357764"/>
              <a:gd name="csY25" fmla="*/ 73330 h 223095"/>
              <a:gd name="csX26" fmla="*/ 0 w 357764"/>
              <a:gd name="csY26" fmla="*/ 65812 h 223095"/>
              <a:gd name="csX27" fmla="*/ 7287 w 357764"/>
              <a:gd name="csY27" fmla="*/ 53156 h 223095"/>
              <a:gd name="csX28" fmla="*/ 18044 w 357764"/>
              <a:gd name="csY28" fmla="*/ 33495 h 223095"/>
              <a:gd name="csX29" fmla="*/ 19421 w 357764"/>
              <a:gd name="csY29" fmla="*/ 20586 h 223095"/>
              <a:gd name="csX30" fmla="*/ 43911 w 357764"/>
              <a:gd name="csY30" fmla="*/ 20678 h 223095"/>
              <a:gd name="csX31" fmla="*/ 60045 w 357764"/>
              <a:gd name="csY31" fmla="*/ 24079 h 223095"/>
              <a:gd name="csX32" fmla="*/ 132045 w 357764"/>
              <a:gd name="csY32" fmla="*/ 29780 h 223095"/>
              <a:gd name="csX33" fmla="*/ 140624 w 357764"/>
              <a:gd name="csY33" fmla="*/ 26018 h 223095"/>
              <a:gd name="csX34" fmla="*/ 141619 w 357764"/>
              <a:gd name="csY34" fmla="*/ 13502 h 223095"/>
              <a:gd name="csX35" fmla="*/ 147260 w 357764"/>
              <a:gd name="csY35" fmla="*/ 0 h 223095"/>
              <a:gd name="csX36" fmla="*/ 157468 w 357764"/>
              <a:gd name="csY36" fmla="*/ 24790 h 223095"/>
              <a:gd name="csX37" fmla="*/ 164323 w 357764"/>
              <a:gd name="csY37" fmla="*/ 32600 h 223095"/>
              <a:gd name="csX38" fmla="*/ 177876 w 357764"/>
              <a:gd name="csY38" fmla="*/ 26172 h 223095"/>
              <a:gd name="csX39" fmla="*/ 195232 w 357764"/>
              <a:gd name="csY39" fmla="*/ 18047 h 223095"/>
              <a:gd name="csX40" fmla="*/ 208905 w 357764"/>
              <a:gd name="csY40" fmla="*/ 10791 h 223095"/>
              <a:gd name="csX41" fmla="*/ 219887 w 357764"/>
              <a:gd name="csY41" fmla="*/ 4680 h 223095"/>
              <a:gd name="csX42" fmla="*/ 238661 w 357764"/>
              <a:gd name="csY42" fmla="*/ 20265 h 223095"/>
              <a:gd name="csX43" fmla="*/ 254397 w 357764"/>
              <a:gd name="csY43" fmla="*/ 25712 h 223095"/>
              <a:gd name="csX44" fmla="*/ 258145 w 357764"/>
              <a:gd name="csY44" fmla="*/ 24934 h 223095"/>
              <a:gd name="csX45" fmla="*/ 286337 w 357764"/>
              <a:gd name="csY45" fmla="*/ 54210 h 223095"/>
              <a:gd name="csX46" fmla="*/ 292234 w 357764"/>
              <a:gd name="csY46" fmla="*/ 58728 h 223095"/>
              <a:gd name="csX47" fmla="*/ 311147 w 357764"/>
              <a:gd name="csY47" fmla="*/ 69699 h 223095"/>
              <a:gd name="csX48" fmla="*/ 321808 w 357764"/>
              <a:gd name="csY48" fmla="*/ 76335 h 223095"/>
              <a:gd name="csX49" fmla="*/ 326980 w 357764"/>
              <a:gd name="csY49" fmla="*/ 102795 h 223095"/>
              <a:gd name="csX50" fmla="*/ 329261 w 357764"/>
              <a:gd name="csY50" fmla="*/ 127630 h 223095"/>
              <a:gd name="csX51" fmla="*/ 333007 w 357764"/>
              <a:gd name="csY51" fmla="*/ 137310 h 223095"/>
              <a:gd name="csX52" fmla="*/ 335120 w 357764"/>
              <a:gd name="csY52" fmla="*/ 141980 h 223095"/>
              <a:gd name="csX53" fmla="*/ 346410 w 357764"/>
              <a:gd name="csY53" fmla="*/ 150369 h 223095"/>
              <a:gd name="csX54" fmla="*/ 357125 w 357764"/>
              <a:gd name="csY54" fmla="*/ 170794 h 223095"/>
              <a:gd name="csX55" fmla="*/ 348644 w 357764"/>
              <a:gd name="csY55" fmla="*/ 191877 h 223095"/>
              <a:gd name="csX56" fmla="*/ 333236 w 357764"/>
              <a:gd name="csY56" fmla="*/ 203812 h 223095"/>
              <a:gd name="csX57" fmla="*/ 327844 w 357764"/>
              <a:gd name="csY57" fmla="*/ 209994 h 223095"/>
              <a:gd name="csX58" fmla="*/ 320060 w 357764"/>
              <a:gd name="csY58" fmla="*/ 219045 h 223095"/>
              <a:gd name="csX59" fmla="*/ 310749 w 357764"/>
              <a:gd name="csY59" fmla="*/ 220821 h 2230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Lst>
            <a:rect l="l" t="t" r="r" b="b"/>
            <a:pathLst>
              <a:path w="357764" h="223095">
                <a:moveTo>
                  <a:pt x="310749" y="220821"/>
                </a:moveTo>
                <a:cubicBezTo>
                  <a:pt x="309909" y="218632"/>
                  <a:pt x="308109" y="216842"/>
                  <a:pt x="306750" y="216842"/>
                </a:cubicBezTo>
                <a:cubicBezTo>
                  <a:pt x="305390" y="216842"/>
                  <a:pt x="301501" y="213542"/>
                  <a:pt x="298107" y="209508"/>
                </a:cubicBezTo>
                <a:cubicBezTo>
                  <a:pt x="293077" y="203531"/>
                  <a:pt x="289793" y="202142"/>
                  <a:pt x="280348" y="201999"/>
                </a:cubicBezTo>
                <a:cubicBezTo>
                  <a:pt x="272259" y="201877"/>
                  <a:pt x="266975" y="200160"/>
                  <a:pt x="262845" y="196313"/>
                </a:cubicBezTo>
                <a:cubicBezTo>
                  <a:pt x="259591" y="193282"/>
                  <a:pt x="256525" y="192014"/>
                  <a:pt x="256032" y="193496"/>
                </a:cubicBezTo>
                <a:cubicBezTo>
                  <a:pt x="254564" y="197900"/>
                  <a:pt x="248378" y="196574"/>
                  <a:pt x="242886" y="190679"/>
                </a:cubicBezTo>
                <a:cubicBezTo>
                  <a:pt x="238972" y="186478"/>
                  <a:pt x="235903" y="185537"/>
                  <a:pt x="229978" y="186722"/>
                </a:cubicBezTo>
                <a:cubicBezTo>
                  <a:pt x="225703" y="187577"/>
                  <a:pt x="221597" y="187293"/>
                  <a:pt x="220854" y="186091"/>
                </a:cubicBezTo>
                <a:cubicBezTo>
                  <a:pt x="219048" y="183170"/>
                  <a:pt x="209097" y="180663"/>
                  <a:pt x="209097" y="183130"/>
                </a:cubicBezTo>
                <a:cubicBezTo>
                  <a:pt x="209097" y="184200"/>
                  <a:pt x="211711" y="186336"/>
                  <a:pt x="214906" y="187877"/>
                </a:cubicBezTo>
                <a:cubicBezTo>
                  <a:pt x="220644" y="190644"/>
                  <a:pt x="220647" y="190680"/>
                  <a:pt x="215222" y="190853"/>
                </a:cubicBezTo>
                <a:cubicBezTo>
                  <a:pt x="212201" y="190949"/>
                  <a:pt x="208208" y="189194"/>
                  <a:pt x="206349" y="186954"/>
                </a:cubicBezTo>
                <a:cubicBezTo>
                  <a:pt x="204489" y="184713"/>
                  <a:pt x="197087" y="179934"/>
                  <a:pt x="189899" y="176334"/>
                </a:cubicBezTo>
                <a:cubicBezTo>
                  <a:pt x="182711" y="172733"/>
                  <a:pt x="174726" y="167933"/>
                  <a:pt x="172154" y="165667"/>
                </a:cubicBezTo>
                <a:cubicBezTo>
                  <a:pt x="168546" y="162487"/>
                  <a:pt x="167026" y="162279"/>
                  <a:pt x="165494" y="164758"/>
                </a:cubicBezTo>
                <a:cubicBezTo>
                  <a:pt x="163542" y="167916"/>
                  <a:pt x="154887" y="166373"/>
                  <a:pt x="154887" y="162867"/>
                </a:cubicBezTo>
                <a:cubicBezTo>
                  <a:pt x="154887" y="161880"/>
                  <a:pt x="150940" y="160961"/>
                  <a:pt x="146116" y="160825"/>
                </a:cubicBezTo>
                <a:cubicBezTo>
                  <a:pt x="141292" y="160688"/>
                  <a:pt x="128410" y="156392"/>
                  <a:pt x="117490" y="151278"/>
                </a:cubicBezTo>
                <a:cubicBezTo>
                  <a:pt x="106570" y="146164"/>
                  <a:pt x="96577" y="141980"/>
                  <a:pt x="95284" y="141980"/>
                </a:cubicBezTo>
                <a:cubicBezTo>
                  <a:pt x="93990" y="141980"/>
                  <a:pt x="92932" y="140286"/>
                  <a:pt x="92932" y="138216"/>
                </a:cubicBezTo>
                <a:cubicBezTo>
                  <a:pt x="92932" y="136147"/>
                  <a:pt x="87705" y="131390"/>
                  <a:pt x="81316" y="127645"/>
                </a:cubicBezTo>
                <a:cubicBezTo>
                  <a:pt x="74927" y="123901"/>
                  <a:pt x="69699" y="119339"/>
                  <a:pt x="69699" y="117508"/>
                </a:cubicBezTo>
                <a:cubicBezTo>
                  <a:pt x="69699" y="113290"/>
                  <a:pt x="58936" y="106155"/>
                  <a:pt x="49682" y="104238"/>
                </a:cubicBezTo>
                <a:cubicBezTo>
                  <a:pt x="45282" y="103326"/>
                  <a:pt x="39312" y="98365"/>
                  <a:pt x="33940" y="91155"/>
                </a:cubicBezTo>
                <a:cubicBezTo>
                  <a:pt x="25287" y="79543"/>
                  <a:pt x="10302" y="70747"/>
                  <a:pt x="3571" y="73330"/>
                </a:cubicBezTo>
                <a:cubicBezTo>
                  <a:pt x="957" y="74333"/>
                  <a:pt x="0" y="72319"/>
                  <a:pt x="0" y="65812"/>
                </a:cubicBezTo>
                <a:cubicBezTo>
                  <a:pt x="0" y="58672"/>
                  <a:pt x="1433" y="56184"/>
                  <a:pt x="7287" y="53156"/>
                </a:cubicBezTo>
                <a:cubicBezTo>
                  <a:pt x="19411" y="46887"/>
                  <a:pt x="21790" y="42538"/>
                  <a:pt x="18044" y="33495"/>
                </a:cubicBezTo>
                <a:cubicBezTo>
                  <a:pt x="15244" y="26735"/>
                  <a:pt x="15429" y="24996"/>
                  <a:pt x="19421" y="20586"/>
                </a:cubicBezTo>
                <a:cubicBezTo>
                  <a:pt x="25368" y="14014"/>
                  <a:pt x="37292" y="14059"/>
                  <a:pt x="43911" y="20678"/>
                </a:cubicBezTo>
                <a:cubicBezTo>
                  <a:pt x="48190" y="24957"/>
                  <a:pt x="51021" y="25553"/>
                  <a:pt x="60045" y="24079"/>
                </a:cubicBezTo>
                <a:cubicBezTo>
                  <a:pt x="79921" y="20832"/>
                  <a:pt x="103607" y="22707"/>
                  <a:pt x="132045" y="29780"/>
                </a:cubicBezTo>
                <a:cubicBezTo>
                  <a:pt x="137569" y="31154"/>
                  <a:pt x="139225" y="30428"/>
                  <a:pt x="140624" y="26018"/>
                </a:cubicBezTo>
                <a:cubicBezTo>
                  <a:pt x="141578" y="23013"/>
                  <a:pt x="142026" y="17381"/>
                  <a:pt x="141619" y="13502"/>
                </a:cubicBezTo>
                <a:cubicBezTo>
                  <a:pt x="140830" y="5985"/>
                  <a:pt x="143331" y="0"/>
                  <a:pt x="147260" y="0"/>
                </a:cubicBezTo>
                <a:cubicBezTo>
                  <a:pt x="150433" y="0"/>
                  <a:pt x="157468" y="17085"/>
                  <a:pt x="157468" y="24790"/>
                </a:cubicBezTo>
                <a:cubicBezTo>
                  <a:pt x="157468" y="29227"/>
                  <a:pt x="159328" y="31346"/>
                  <a:pt x="164323" y="32600"/>
                </a:cubicBezTo>
                <a:cubicBezTo>
                  <a:pt x="169965" y="34015"/>
                  <a:pt x="172364" y="32878"/>
                  <a:pt x="177876" y="26172"/>
                </a:cubicBezTo>
                <a:cubicBezTo>
                  <a:pt x="183430" y="19415"/>
                  <a:pt x="186393" y="18028"/>
                  <a:pt x="195232" y="18047"/>
                </a:cubicBezTo>
                <a:cubicBezTo>
                  <a:pt x="204499" y="18067"/>
                  <a:pt x="206283" y="17120"/>
                  <a:pt x="208905" y="10791"/>
                </a:cubicBezTo>
                <a:cubicBezTo>
                  <a:pt x="211484" y="4565"/>
                  <a:pt x="213074" y="3680"/>
                  <a:pt x="219887" y="4680"/>
                </a:cubicBezTo>
                <a:cubicBezTo>
                  <a:pt x="228665" y="5969"/>
                  <a:pt x="236077" y="12121"/>
                  <a:pt x="238661" y="20265"/>
                </a:cubicBezTo>
                <a:cubicBezTo>
                  <a:pt x="240752" y="26852"/>
                  <a:pt x="249411" y="29849"/>
                  <a:pt x="254397" y="25712"/>
                </a:cubicBezTo>
                <a:cubicBezTo>
                  <a:pt x="256458" y="24001"/>
                  <a:pt x="258145" y="23651"/>
                  <a:pt x="258145" y="24934"/>
                </a:cubicBezTo>
                <a:cubicBezTo>
                  <a:pt x="258145" y="28142"/>
                  <a:pt x="283247" y="54210"/>
                  <a:pt x="286337" y="54210"/>
                </a:cubicBezTo>
                <a:cubicBezTo>
                  <a:pt x="287708" y="54210"/>
                  <a:pt x="290362" y="56243"/>
                  <a:pt x="292234" y="58728"/>
                </a:cubicBezTo>
                <a:cubicBezTo>
                  <a:pt x="296425" y="64288"/>
                  <a:pt x="305753" y="69699"/>
                  <a:pt x="311147" y="69699"/>
                </a:cubicBezTo>
                <a:cubicBezTo>
                  <a:pt x="313361" y="69699"/>
                  <a:pt x="318158" y="72685"/>
                  <a:pt x="321808" y="76335"/>
                </a:cubicBezTo>
                <a:cubicBezTo>
                  <a:pt x="328098" y="82626"/>
                  <a:pt x="328367" y="84002"/>
                  <a:pt x="326980" y="102795"/>
                </a:cubicBezTo>
                <a:cubicBezTo>
                  <a:pt x="325865" y="117888"/>
                  <a:pt x="326410" y="123815"/>
                  <a:pt x="329261" y="127630"/>
                </a:cubicBezTo>
                <a:cubicBezTo>
                  <a:pt x="331322" y="130386"/>
                  <a:pt x="333007" y="134742"/>
                  <a:pt x="333007" y="137310"/>
                </a:cubicBezTo>
                <a:cubicBezTo>
                  <a:pt x="333007" y="139879"/>
                  <a:pt x="333958" y="141980"/>
                  <a:pt x="335120" y="141980"/>
                </a:cubicBezTo>
                <a:cubicBezTo>
                  <a:pt x="336282" y="141980"/>
                  <a:pt x="341362" y="145755"/>
                  <a:pt x="346410" y="150369"/>
                </a:cubicBezTo>
                <a:cubicBezTo>
                  <a:pt x="353607" y="156948"/>
                  <a:pt x="355920" y="161358"/>
                  <a:pt x="357125" y="170794"/>
                </a:cubicBezTo>
                <a:cubicBezTo>
                  <a:pt x="358591" y="182285"/>
                  <a:pt x="358209" y="183236"/>
                  <a:pt x="348644" y="191877"/>
                </a:cubicBezTo>
                <a:cubicBezTo>
                  <a:pt x="343134" y="196855"/>
                  <a:pt x="336201" y="202226"/>
                  <a:pt x="333236" y="203812"/>
                </a:cubicBezTo>
                <a:cubicBezTo>
                  <a:pt x="330270" y="205399"/>
                  <a:pt x="327844" y="208181"/>
                  <a:pt x="327844" y="209994"/>
                </a:cubicBezTo>
                <a:cubicBezTo>
                  <a:pt x="327844" y="211806"/>
                  <a:pt x="324341" y="215879"/>
                  <a:pt x="320060" y="219045"/>
                </a:cubicBezTo>
                <a:cubicBezTo>
                  <a:pt x="313416" y="223957"/>
                  <a:pt x="312052" y="224217"/>
                  <a:pt x="310749" y="220821"/>
                </a:cubicBezTo>
                <a:close/>
              </a:path>
            </a:pathLst>
          </a:custGeom>
          <a:solidFill>
            <a:srgbClr val="B9B9B9"/>
          </a:solidFill>
          <a:ln w="5163" cap="flat">
            <a:noFill/>
            <a:prstDash val="solid"/>
            <a:miter/>
          </a:ln>
        </p:spPr>
        <p:txBody>
          <a:bodyPr/>
          <a:lstStyle/>
          <a:p>
            <a:endParaRPr lang="es-419" noProof="0" dirty="0"/>
          </a:p>
        </p:txBody>
      </p:sp>
      <p:sp>
        <p:nvSpPr>
          <p:cNvPr id="64" name="Forma libre: forma 63">
            <a:extLst>
              <a:ext uri="{FF2B5EF4-FFF2-40B4-BE49-F238E27FC236}">
                <a16:creationId xmlns:a16="http://schemas.microsoft.com/office/drawing/2014/main" id="{D81ADA5E-B32B-8FBB-EE1C-6C644500DECA}"/>
              </a:ext>
            </a:extLst>
          </p:cNvPr>
          <p:cNvSpPr/>
          <p:nvPr/>
        </p:nvSpPr>
        <p:spPr>
          <a:xfrm>
            <a:off x="2030531" y="2394260"/>
            <a:ext cx="276109" cy="131653"/>
          </a:xfrm>
          <a:custGeom>
            <a:avLst/>
            <a:gdLst>
              <a:gd name="csX0" fmla="*/ 240916 w 276109"/>
              <a:gd name="csY0" fmla="*/ 129933 h 131653"/>
              <a:gd name="csX1" fmla="*/ 239195 w 276109"/>
              <a:gd name="csY1" fmla="*/ 124013 h 131653"/>
              <a:gd name="csX2" fmla="*/ 228223 w 276109"/>
              <a:gd name="csY2" fmla="*/ 115744 h 131653"/>
              <a:gd name="csX3" fmla="*/ 217897 w 276109"/>
              <a:gd name="csY3" fmla="*/ 106005 h 131653"/>
              <a:gd name="csX4" fmla="*/ 210063 w 276109"/>
              <a:gd name="csY4" fmla="*/ 90246 h 131653"/>
              <a:gd name="csX5" fmla="*/ 197989 w 276109"/>
              <a:gd name="csY5" fmla="*/ 82502 h 131653"/>
              <a:gd name="csX6" fmla="*/ 171181 w 276109"/>
              <a:gd name="csY6" fmla="*/ 78639 h 131653"/>
              <a:gd name="csX7" fmla="*/ 162540 w 276109"/>
              <a:gd name="csY7" fmla="*/ 80766 h 131653"/>
              <a:gd name="csX8" fmla="*/ 140024 w 276109"/>
              <a:gd name="csY8" fmla="*/ 103258 h 131653"/>
              <a:gd name="csX9" fmla="*/ 121107 w 276109"/>
              <a:gd name="csY9" fmla="*/ 123910 h 131653"/>
              <a:gd name="csX10" fmla="*/ 115285 w 276109"/>
              <a:gd name="csY10" fmla="*/ 120037 h 131653"/>
              <a:gd name="csX11" fmla="*/ 106086 w 276109"/>
              <a:gd name="csY11" fmla="*/ 116165 h 131653"/>
              <a:gd name="csX12" fmla="*/ 95488 w 276109"/>
              <a:gd name="csY12" fmla="*/ 97511 h 131653"/>
              <a:gd name="csX13" fmla="*/ 74161 w 276109"/>
              <a:gd name="csY13" fmla="*/ 72281 h 131653"/>
              <a:gd name="csX14" fmla="*/ 62180 w 276109"/>
              <a:gd name="csY14" fmla="*/ 80383 h 131653"/>
              <a:gd name="csX15" fmla="*/ 59403 w 276109"/>
              <a:gd name="csY15" fmla="*/ 95543 h 131653"/>
              <a:gd name="csX16" fmla="*/ 54777 w 276109"/>
              <a:gd name="csY16" fmla="*/ 108274 h 131653"/>
              <a:gd name="csX17" fmla="*/ 46950 w 276109"/>
              <a:gd name="csY17" fmla="*/ 122154 h 131653"/>
              <a:gd name="csX18" fmla="*/ 45160 w 276109"/>
              <a:gd name="csY18" fmla="*/ 130363 h 131653"/>
              <a:gd name="csX19" fmla="*/ 42524 w 276109"/>
              <a:gd name="csY19" fmla="*/ 123910 h 131653"/>
              <a:gd name="csX20" fmla="*/ 27585 w 276109"/>
              <a:gd name="csY20" fmla="*/ 101648 h 131653"/>
              <a:gd name="csX21" fmla="*/ 3541 w 276109"/>
              <a:gd name="csY21" fmla="*/ 71617 h 131653"/>
              <a:gd name="csX22" fmla="*/ 489 w 276109"/>
              <a:gd name="csY22" fmla="*/ 57859 h 131653"/>
              <a:gd name="csX23" fmla="*/ 5896 w 276109"/>
              <a:gd name="csY23" fmla="*/ 47783 h 131653"/>
              <a:gd name="csX24" fmla="*/ 14046 w 276109"/>
              <a:gd name="csY24" fmla="*/ 46070 h 131653"/>
              <a:gd name="csX25" fmla="*/ 24934 w 276109"/>
              <a:gd name="csY25" fmla="*/ 43885 h 131653"/>
              <a:gd name="csX26" fmla="*/ 35503 w 276109"/>
              <a:gd name="csY26" fmla="*/ 38722 h 131653"/>
              <a:gd name="csX27" fmla="*/ 41946 w 276109"/>
              <a:gd name="csY27" fmla="*/ 35764 h 131653"/>
              <a:gd name="csX28" fmla="*/ 25819 w 276109"/>
              <a:gd name="csY28" fmla="*/ 37615 h 131653"/>
              <a:gd name="csX29" fmla="*/ 26045 w 276109"/>
              <a:gd name="csY29" fmla="*/ 35947 h 131653"/>
              <a:gd name="csX30" fmla="*/ 73982 w 276109"/>
              <a:gd name="csY30" fmla="*/ 25857 h 131653"/>
              <a:gd name="csX31" fmla="*/ 76916 w 276109"/>
              <a:gd name="csY31" fmla="*/ 28123 h 131653"/>
              <a:gd name="csX32" fmla="*/ 76893 w 276109"/>
              <a:gd name="csY32" fmla="*/ 31518 h 131653"/>
              <a:gd name="csX33" fmla="*/ 83755 w 276109"/>
              <a:gd name="csY33" fmla="*/ 29317 h 131653"/>
              <a:gd name="csX34" fmla="*/ 96686 w 276109"/>
              <a:gd name="csY34" fmla="*/ 23336 h 131653"/>
              <a:gd name="csX35" fmla="*/ 114106 w 276109"/>
              <a:gd name="csY35" fmla="*/ 13587 h 131653"/>
              <a:gd name="csX36" fmla="*/ 134447 w 276109"/>
              <a:gd name="csY36" fmla="*/ 0 h 131653"/>
              <a:gd name="csX37" fmla="*/ 136418 w 276109"/>
              <a:gd name="csY37" fmla="*/ 8390 h 131653"/>
              <a:gd name="csX38" fmla="*/ 147553 w 276109"/>
              <a:gd name="csY38" fmla="*/ 17557 h 131653"/>
              <a:gd name="csX39" fmla="*/ 164372 w 276109"/>
              <a:gd name="csY39" fmla="*/ 37279 h 131653"/>
              <a:gd name="csX40" fmla="*/ 179001 w 276109"/>
              <a:gd name="csY40" fmla="*/ 58990 h 131653"/>
              <a:gd name="csX41" fmla="*/ 191415 w 276109"/>
              <a:gd name="csY41" fmla="*/ 67081 h 131653"/>
              <a:gd name="csX42" fmla="*/ 215539 w 276109"/>
              <a:gd name="csY42" fmla="*/ 67434 h 131653"/>
              <a:gd name="csX43" fmla="*/ 218120 w 276109"/>
              <a:gd name="csY43" fmla="*/ 59084 h 131653"/>
              <a:gd name="csX44" fmla="*/ 224155 w 276109"/>
              <a:gd name="csY44" fmla="*/ 52122 h 131653"/>
              <a:gd name="csX45" fmla="*/ 241477 w 276109"/>
              <a:gd name="csY45" fmla="*/ 56639 h 131653"/>
              <a:gd name="csX46" fmla="*/ 260758 w 276109"/>
              <a:gd name="csY46" fmla="*/ 61955 h 131653"/>
              <a:gd name="csX47" fmla="*/ 271115 w 276109"/>
              <a:gd name="csY47" fmla="*/ 65853 h 131653"/>
              <a:gd name="csX48" fmla="*/ 274360 w 276109"/>
              <a:gd name="csY48" fmla="*/ 100702 h 131653"/>
              <a:gd name="csX49" fmla="*/ 276110 w 276109"/>
              <a:gd name="csY49" fmla="*/ 131654 h 131653"/>
              <a:gd name="csX50" fmla="*/ 259373 w 276109"/>
              <a:gd name="csY50" fmla="*/ 131654 h 131653"/>
              <a:gd name="csX51" fmla="*/ 240916 w 276109"/>
              <a:gd name="csY51" fmla="*/ 129933 h 1316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Lst>
            <a:rect l="l" t="t" r="r" b="b"/>
            <a:pathLst>
              <a:path w="276109" h="131653">
                <a:moveTo>
                  <a:pt x="240916" y="129933"/>
                </a:moveTo>
                <a:cubicBezTo>
                  <a:pt x="239969" y="128986"/>
                  <a:pt x="239195" y="126322"/>
                  <a:pt x="239195" y="124013"/>
                </a:cubicBezTo>
                <a:cubicBezTo>
                  <a:pt x="239195" y="121432"/>
                  <a:pt x="234966" y="118245"/>
                  <a:pt x="228223" y="115744"/>
                </a:cubicBezTo>
                <a:cubicBezTo>
                  <a:pt x="219440" y="112485"/>
                  <a:pt x="217381" y="110543"/>
                  <a:pt x="217897" y="106005"/>
                </a:cubicBezTo>
                <a:cubicBezTo>
                  <a:pt x="218682" y="99107"/>
                  <a:pt x="214348" y="90389"/>
                  <a:pt x="210063" y="90246"/>
                </a:cubicBezTo>
                <a:cubicBezTo>
                  <a:pt x="208338" y="90188"/>
                  <a:pt x="202905" y="86703"/>
                  <a:pt x="197989" y="82502"/>
                </a:cubicBezTo>
                <a:cubicBezTo>
                  <a:pt x="188345" y="74258"/>
                  <a:pt x="178782" y="72880"/>
                  <a:pt x="171181" y="78639"/>
                </a:cubicBezTo>
                <a:cubicBezTo>
                  <a:pt x="168558" y="80626"/>
                  <a:pt x="164670" y="81583"/>
                  <a:pt x="162540" y="80766"/>
                </a:cubicBezTo>
                <a:cubicBezTo>
                  <a:pt x="158541" y="79232"/>
                  <a:pt x="151258" y="86508"/>
                  <a:pt x="140024" y="103258"/>
                </a:cubicBezTo>
                <a:cubicBezTo>
                  <a:pt x="131601" y="115819"/>
                  <a:pt x="124189" y="123910"/>
                  <a:pt x="121107" y="123910"/>
                </a:cubicBezTo>
                <a:cubicBezTo>
                  <a:pt x="119672" y="123910"/>
                  <a:pt x="117052" y="122167"/>
                  <a:pt x="115285" y="120037"/>
                </a:cubicBezTo>
                <a:cubicBezTo>
                  <a:pt x="113517" y="117908"/>
                  <a:pt x="109378" y="116165"/>
                  <a:pt x="106086" y="116165"/>
                </a:cubicBezTo>
                <a:cubicBezTo>
                  <a:pt x="98470" y="116165"/>
                  <a:pt x="97317" y="114137"/>
                  <a:pt x="95488" y="97511"/>
                </a:cubicBezTo>
                <a:cubicBezTo>
                  <a:pt x="93708" y="81325"/>
                  <a:pt x="86063" y="72281"/>
                  <a:pt x="74161" y="72281"/>
                </a:cubicBezTo>
                <a:cubicBezTo>
                  <a:pt x="68039" y="72281"/>
                  <a:pt x="65473" y="74016"/>
                  <a:pt x="62180" y="80383"/>
                </a:cubicBezTo>
                <a:cubicBezTo>
                  <a:pt x="59748" y="85087"/>
                  <a:pt x="58583" y="91445"/>
                  <a:pt x="59403" y="95543"/>
                </a:cubicBezTo>
                <a:cubicBezTo>
                  <a:pt x="60452" y="100790"/>
                  <a:pt x="59265" y="104058"/>
                  <a:pt x="54777" y="108274"/>
                </a:cubicBezTo>
                <a:cubicBezTo>
                  <a:pt x="51457" y="111393"/>
                  <a:pt x="47935" y="117640"/>
                  <a:pt x="46950" y="122154"/>
                </a:cubicBezTo>
                <a:lnTo>
                  <a:pt x="45160" y="130363"/>
                </a:lnTo>
                <a:lnTo>
                  <a:pt x="42524" y="123910"/>
                </a:lnTo>
                <a:cubicBezTo>
                  <a:pt x="37073" y="110563"/>
                  <a:pt x="32979" y="104462"/>
                  <a:pt x="27585" y="101648"/>
                </a:cubicBezTo>
                <a:cubicBezTo>
                  <a:pt x="17943" y="96616"/>
                  <a:pt x="4895" y="80319"/>
                  <a:pt x="3541" y="71617"/>
                </a:cubicBezTo>
                <a:cubicBezTo>
                  <a:pt x="2825" y="67013"/>
                  <a:pt x="1452" y="60822"/>
                  <a:pt x="489" y="57859"/>
                </a:cubicBezTo>
                <a:cubicBezTo>
                  <a:pt x="-848" y="53746"/>
                  <a:pt x="431" y="51364"/>
                  <a:pt x="5896" y="47783"/>
                </a:cubicBezTo>
                <a:cubicBezTo>
                  <a:pt x="10761" y="44595"/>
                  <a:pt x="13372" y="44047"/>
                  <a:pt x="14046" y="46070"/>
                </a:cubicBezTo>
                <a:cubicBezTo>
                  <a:pt x="15462" y="50316"/>
                  <a:pt x="18138" y="49779"/>
                  <a:pt x="24934" y="43885"/>
                </a:cubicBezTo>
                <a:cubicBezTo>
                  <a:pt x="28208" y="41045"/>
                  <a:pt x="32964" y="38722"/>
                  <a:pt x="35503" y="38722"/>
                </a:cubicBezTo>
                <a:cubicBezTo>
                  <a:pt x="38041" y="38722"/>
                  <a:pt x="40941" y="37391"/>
                  <a:pt x="41946" y="35764"/>
                </a:cubicBezTo>
                <a:cubicBezTo>
                  <a:pt x="43722" y="32890"/>
                  <a:pt x="39180" y="33412"/>
                  <a:pt x="25819" y="37615"/>
                </a:cubicBezTo>
                <a:cubicBezTo>
                  <a:pt x="21516" y="38969"/>
                  <a:pt x="21538" y="38810"/>
                  <a:pt x="26045" y="35947"/>
                </a:cubicBezTo>
                <a:cubicBezTo>
                  <a:pt x="31416" y="32535"/>
                  <a:pt x="63427" y="25797"/>
                  <a:pt x="73982" y="25857"/>
                </a:cubicBezTo>
                <a:cubicBezTo>
                  <a:pt x="78607" y="25883"/>
                  <a:pt x="79439" y="26525"/>
                  <a:pt x="76916" y="28123"/>
                </a:cubicBezTo>
                <a:cubicBezTo>
                  <a:pt x="73965" y="29993"/>
                  <a:pt x="73961" y="30540"/>
                  <a:pt x="76893" y="31518"/>
                </a:cubicBezTo>
                <a:cubicBezTo>
                  <a:pt x="78816" y="32159"/>
                  <a:pt x="81904" y="31168"/>
                  <a:pt x="83755" y="29317"/>
                </a:cubicBezTo>
                <a:cubicBezTo>
                  <a:pt x="85607" y="27466"/>
                  <a:pt x="91425" y="24774"/>
                  <a:pt x="96686" y="23336"/>
                </a:cubicBezTo>
                <a:cubicBezTo>
                  <a:pt x="101946" y="21898"/>
                  <a:pt x="109785" y="17511"/>
                  <a:pt x="114106" y="13587"/>
                </a:cubicBezTo>
                <a:cubicBezTo>
                  <a:pt x="121455" y="6915"/>
                  <a:pt x="131807" y="0"/>
                  <a:pt x="134447" y="0"/>
                </a:cubicBezTo>
                <a:cubicBezTo>
                  <a:pt x="135087" y="0"/>
                  <a:pt x="135973" y="3775"/>
                  <a:pt x="136418" y="8390"/>
                </a:cubicBezTo>
                <a:cubicBezTo>
                  <a:pt x="137168" y="16168"/>
                  <a:pt x="137980" y="16836"/>
                  <a:pt x="147553" y="17557"/>
                </a:cubicBezTo>
                <a:cubicBezTo>
                  <a:pt x="160105" y="18501"/>
                  <a:pt x="164320" y="23444"/>
                  <a:pt x="164372" y="37279"/>
                </a:cubicBezTo>
                <a:cubicBezTo>
                  <a:pt x="164422" y="50382"/>
                  <a:pt x="165667" y="52231"/>
                  <a:pt x="179001" y="58990"/>
                </a:cubicBezTo>
                <a:cubicBezTo>
                  <a:pt x="184939" y="62000"/>
                  <a:pt x="190525" y="65641"/>
                  <a:pt x="191415" y="67081"/>
                </a:cubicBezTo>
                <a:cubicBezTo>
                  <a:pt x="193368" y="70242"/>
                  <a:pt x="210709" y="70495"/>
                  <a:pt x="215539" y="67434"/>
                </a:cubicBezTo>
                <a:cubicBezTo>
                  <a:pt x="217436" y="66231"/>
                  <a:pt x="218597" y="62474"/>
                  <a:pt x="218120" y="59084"/>
                </a:cubicBezTo>
                <a:cubicBezTo>
                  <a:pt x="217412" y="54054"/>
                  <a:pt x="218522" y="52773"/>
                  <a:pt x="224155" y="52122"/>
                </a:cubicBezTo>
                <a:cubicBezTo>
                  <a:pt x="227952" y="51683"/>
                  <a:pt x="235747" y="53716"/>
                  <a:pt x="241477" y="56639"/>
                </a:cubicBezTo>
                <a:cubicBezTo>
                  <a:pt x="247208" y="59563"/>
                  <a:pt x="255884" y="61955"/>
                  <a:pt x="260758" y="61955"/>
                </a:cubicBezTo>
                <a:cubicBezTo>
                  <a:pt x="266280" y="61955"/>
                  <a:pt x="270184" y="63424"/>
                  <a:pt x="271115" y="65853"/>
                </a:cubicBezTo>
                <a:cubicBezTo>
                  <a:pt x="271938" y="67996"/>
                  <a:pt x="273398" y="83679"/>
                  <a:pt x="274360" y="100702"/>
                </a:cubicBezTo>
                <a:lnTo>
                  <a:pt x="276110" y="131654"/>
                </a:lnTo>
                <a:lnTo>
                  <a:pt x="259373" y="131654"/>
                </a:lnTo>
                <a:cubicBezTo>
                  <a:pt x="250168" y="131654"/>
                  <a:pt x="241862" y="130880"/>
                  <a:pt x="240916" y="129933"/>
                </a:cubicBezTo>
                <a:close/>
              </a:path>
            </a:pathLst>
          </a:custGeom>
          <a:solidFill>
            <a:srgbClr val="B9B9B9"/>
          </a:solidFill>
          <a:ln w="5163" cap="flat">
            <a:noFill/>
            <a:prstDash val="solid"/>
            <a:miter/>
          </a:ln>
        </p:spPr>
        <p:txBody>
          <a:bodyPr/>
          <a:lstStyle/>
          <a:p>
            <a:endParaRPr lang="es-419" noProof="0" dirty="0"/>
          </a:p>
        </p:txBody>
      </p:sp>
      <p:sp>
        <p:nvSpPr>
          <p:cNvPr id="65" name="Forma libre: forma 64">
            <a:extLst>
              <a:ext uri="{FF2B5EF4-FFF2-40B4-BE49-F238E27FC236}">
                <a16:creationId xmlns:a16="http://schemas.microsoft.com/office/drawing/2014/main" id="{8CAC5DB3-6C28-FC2C-4C50-214444D6F7CC}"/>
              </a:ext>
            </a:extLst>
          </p:cNvPr>
          <p:cNvSpPr/>
          <p:nvPr/>
        </p:nvSpPr>
        <p:spPr>
          <a:xfrm>
            <a:off x="1184484" y="2261861"/>
            <a:ext cx="318490" cy="227740"/>
          </a:xfrm>
          <a:custGeom>
            <a:avLst/>
            <a:gdLst>
              <a:gd name="csX0" fmla="*/ 114616 w 318490"/>
              <a:gd name="csY0" fmla="*/ 224041 h 227740"/>
              <a:gd name="csX1" fmla="*/ 98063 w 318490"/>
              <a:gd name="csY1" fmla="*/ 220365 h 227740"/>
              <a:gd name="csX2" fmla="*/ 78702 w 318490"/>
              <a:gd name="csY2" fmla="*/ 212689 h 227740"/>
              <a:gd name="csX3" fmla="*/ 52720 w 318490"/>
              <a:gd name="csY3" fmla="*/ 202264 h 227740"/>
              <a:gd name="csX4" fmla="*/ 16521 w 318490"/>
              <a:gd name="csY4" fmla="*/ 184010 h 227740"/>
              <a:gd name="csX5" fmla="*/ 9212 w 318490"/>
              <a:gd name="csY5" fmla="*/ 173147 h 227740"/>
              <a:gd name="csX6" fmla="*/ 4642 w 318490"/>
              <a:gd name="csY6" fmla="*/ 147730 h 227740"/>
              <a:gd name="csX7" fmla="*/ 11809 w 318490"/>
              <a:gd name="csY7" fmla="*/ 137502 h 227740"/>
              <a:gd name="csX8" fmla="*/ 21183 w 318490"/>
              <a:gd name="csY8" fmla="*/ 134430 h 227740"/>
              <a:gd name="csX9" fmla="*/ 31013 w 318490"/>
              <a:gd name="csY9" fmla="*/ 131925 h 227740"/>
              <a:gd name="csX10" fmla="*/ 40878 w 318490"/>
              <a:gd name="csY10" fmla="*/ 131248 h 227740"/>
              <a:gd name="csX11" fmla="*/ 63873 w 318490"/>
              <a:gd name="csY11" fmla="*/ 121001 h 227740"/>
              <a:gd name="csX12" fmla="*/ 83748 w 318490"/>
              <a:gd name="csY12" fmla="*/ 109166 h 227740"/>
              <a:gd name="csX13" fmla="*/ 103738 w 318490"/>
              <a:gd name="csY13" fmla="*/ 85934 h 227740"/>
              <a:gd name="csX14" fmla="*/ 95901 w 318490"/>
              <a:gd name="csY14" fmla="*/ 79966 h 227740"/>
              <a:gd name="csX15" fmla="*/ 88802 w 318490"/>
              <a:gd name="csY15" fmla="*/ 74674 h 227740"/>
              <a:gd name="csX16" fmla="*/ 86125 w 318490"/>
              <a:gd name="csY16" fmla="*/ 66219 h 227740"/>
              <a:gd name="csX17" fmla="*/ 86125 w 318490"/>
              <a:gd name="csY17" fmla="*/ 56499 h 227740"/>
              <a:gd name="csX18" fmla="*/ 88802 w 318490"/>
              <a:gd name="csY18" fmla="*/ 47540 h 227740"/>
              <a:gd name="csX19" fmla="*/ 60913 w 318490"/>
              <a:gd name="csY19" fmla="*/ 35309 h 227740"/>
              <a:gd name="csX20" fmla="*/ 56419 w 318490"/>
              <a:gd name="csY20" fmla="*/ 24926 h 227740"/>
              <a:gd name="csX21" fmla="*/ 74769 w 318490"/>
              <a:gd name="csY21" fmla="*/ 18056 h 227740"/>
              <a:gd name="csX22" fmla="*/ 99155 w 318490"/>
              <a:gd name="csY22" fmla="*/ 10069 h 227740"/>
              <a:gd name="csX23" fmla="*/ 128747 w 318490"/>
              <a:gd name="csY23" fmla="*/ 1794 h 227740"/>
              <a:gd name="csX24" fmla="*/ 148545 w 318490"/>
              <a:gd name="csY24" fmla="*/ 0 h 227740"/>
              <a:gd name="csX25" fmla="*/ 155959 w 318490"/>
              <a:gd name="csY25" fmla="*/ 8117 h 227740"/>
              <a:gd name="csX26" fmla="*/ 176571 w 318490"/>
              <a:gd name="csY26" fmla="*/ 11071 h 227740"/>
              <a:gd name="csX27" fmla="*/ 199804 w 318490"/>
              <a:gd name="csY27" fmla="*/ 21145 h 227740"/>
              <a:gd name="csX28" fmla="*/ 218086 w 318490"/>
              <a:gd name="csY28" fmla="*/ 31610 h 227740"/>
              <a:gd name="csX29" fmla="*/ 246412 w 318490"/>
              <a:gd name="csY29" fmla="*/ 32163 h 227740"/>
              <a:gd name="csX30" fmla="*/ 266539 w 318490"/>
              <a:gd name="csY30" fmla="*/ 37891 h 227740"/>
              <a:gd name="csX31" fmla="*/ 290777 w 318490"/>
              <a:gd name="csY31" fmla="*/ 32555 h 227740"/>
              <a:gd name="csX32" fmla="*/ 315453 w 318490"/>
              <a:gd name="csY32" fmla="*/ 29658 h 227740"/>
              <a:gd name="csX33" fmla="*/ 315970 w 318490"/>
              <a:gd name="csY33" fmla="*/ 49793 h 227740"/>
              <a:gd name="csX34" fmla="*/ 313388 w 318490"/>
              <a:gd name="csY34" fmla="*/ 54741 h 227740"/>
              <a:gd name="csX35" fmla="*/ 311088 w 318490"/>
              <a:gd name="csY35" fmla="*/ 60549 h 227740"/>
              <a:gd name="csX36" fmla="*/ 306292 w 318490"/>
              <a:gd name="csY36" fmla="*/ 87865 h 227740"/>
              <a:gd name="csX37" fmla="*/ 284623 w 318490"/>
              <a:gd name="csY37" fmla="*/ 147819 h 227740"/>
              <a:gd name="csX38" fmla="*/ 277248 w 318490"/>
              <a:gd name="csY38" fmla="*/ 167736 h 227740"/>
              <a:gd name="csX39" fmla="*/ 272730 w 318490"/>
              <a:gd name="csY39" fmla="*/ 177484 h 227740"/>
              <a:gd name="csX40" fmla="*/ 214235 w 318490"/>
              <a:gd name="csY40" fmla="*/ 170076 h 227740"/>
              <a:gd name="csX41" fmla="*/ 184978 w 318490"/>
              <a:gd name="csY41" fmla="*/ 166604 h 227740"/>
              <a:gd name="csX42" fmla="*/ 157292 w 318490"/>
              <a:gd name="csY42" fmla="*/ 168449 h 227740"/>
              <a:gd name="csX43" fmla="*/ 156212 w 318490"/>
              <a:gd name="csY43" fmla="*/ 189010 h 227740"/>
              <a:gd name="csX44" fmla="*/ 147530 w 318490"/>
              <a:gd name="csY44" fmla="*/ 199123 h 227740"/>
              <a:gd name="csX45" fmla="*/ 137850 w 318490"/>
              <a:gd name="csY45" fmla="*/ 216729 h 227740"/>
              <a:gd name="csX46" fmla="*/ 130751 w 318490"/>
              <a:gd name="csY46" fmla="*/ 227717 h 227740"/>
              <a:gd name="csX47" fmla="*/ 114616 w 318490"/>
              <a:gd name="csY47" fmla="*/ 224041 h 2277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Lst>
            <a:rect l="l" t="t" r="r" b="b"/>
            <a:pathLst>
              <a:path w="318490" h="227740">
                <a:moveTo>
                  <a:pt x="114616" y="224041"/>
                </a:moveTo>
                <a:cubicBezTo>
                  <a:pt x="109647" y="222127"/>
                  <a:pt x="102198" y="220473"/>
                  <a:pt x="98063" y="220365"/>
                </a:cubicBezTo>
                <a:cubicBezTo>
                  <a:pt x="93928" y="220257"/>
                  <a:pt x="85216" y="216803"/>
                  <a:pt x="78702" y="212689"/>
                </a:cubicBezTo>
                <a:cubicBezTo>
                  <a:pt x="72189" y="208575"/>
                  <a:pt x="60497" y="203884"/>
                  <a:pt x="52720" y="202264"/>
                </a:cubicBezTo>
                <a:cubicBezTo>
                  <a:pt x="38260" y="199253"/>
                  <a:pt x="16521" y="188291"/>
                  <a:pt x="16521" y="184010"/>
                </a:cubicBezTo>
                <a:cubicBezTo>
                  <a:pt x="16521" y="182699"/>
                  <a:pt x="13232" y="177811"/>
                  <a:pt x="9212" y="173147"/>
                </a:cubicBezTo>
                <a:cubicBezTo>
                  <a:pt x="-1729" y="160453"/>
                  <a:pt x="-2493" y="156209"/>
                  <a:pt x="4642" y="147730"/>
                </a:cubicBezTo>
                <a:cubicBezTo>
                  <a:pt x="8064" y="143663"/>
                  <a:pt x="11290" y="139060"/>
                  <a:pt x="11809" y="137502"/>
                </a:cubicBezTo>
                <a:cubicBezTo>
                  <a:pt x="12328" y="135944"/>
                  <a:pt x="16546" y="134562"/>
                  <a:pt x="21183" y="134430"/>
                </a:cubicBezTo>
                <a:cubicBezTo>
                  <a:pt x="25819" y="134298"/>
                  <a:pt x="30243" y="133171"/>
                  <a:pt x="31013" y="131925"/>
                </a:cubicBezTo>
                <a:cubicBezTo>
                  <a:pt x="31783" y="130679"/>
                  <a:pt x="36222" y="130374"/>
                  <a:pt x="40878" y="131248"/>
                </a:cubicBezTo>
                <a:cubicBezTo>
                  <a:pt x="48236" y="132628"/>
                  <a:pt x="51244" y="131288"/>
                  <a:pt x="63873" y="121001"/>
                </a:cubicBezTo>
                <a:cubicBezTo>
                  <a:pt x="71865" y="114492"/>
                  <a:pt x="80808" y="109166"/>
                  <a:pt x="83748" y="109166"/>
                </a:cubicBezTo>
                <a:cubicBezTo>
                  <a:pt x="91503" y="109166"/>
                  <a:pt x="104649" y="93888"/>
                  <a:pt x="103738" y="85934"/>
                </a:cubicBezTo>
                <a:cubicBezTo>
                  <a:pt x="103134" y="80649"/>
                  <a:pt x="101713" y="79568"/>
                  <a:pt x="95901" y="79966"/>
                </a:cubicBezTo>
                <a:cubicBezTo>
                  <a:pt x="90126" y="80361"/>
                  <a:pt x="88802" y="79374"/>
                  <a:pt x="88802" y="74674"/>
                </a:cubicBezTo>
                <a:cubicBezTo>
                  <a:pt x="88802" y="71496"/>
                  <a:pt x="87597" y="67691"/>
                  <a:pt x="86125" y="66219"/>
                </a:cubicBezTo>
                <a:cubicBezTo>
                  <a:pt x="84276" y="64370"/>
                  <a:pt x="84276" y="61362"/>
                  <a:pt x="86125" y="56499"/>
                </a:cubicBezTo>
                <a:cubicBezTo>
                  <a:pt x="87597" y="52626"/>
                  <a:pt x="88802" y="48595"/>
                  <a:pt x="88802" y="47540"/>
                </a:cubicBezTo>
                <a:cubicBezTo>
                  <a:pt x="88802" y="45033"/>
                  <a:pt x="71424" y="37411"/>
                  <a:pt x="60913" y="35309"/>
                </a:cubicBezTo>
                <a:cubicBezTo>
                  <a:pt x="51581" y="33443"/>
                  <a:pt x="51150" y="32448"/>
                  <a:pt x="56419" y="24926"/>
                </a:cubicBezTo>
                <a:cubicBezTo>
                  <a:pt x="59183" y="20980"/>
                  <a:pt x="64034" y="19164"/>
                  <a:pt x="74769" y="18056"/>
                </a:cubicBezTo>
                <a:cubicBezTo>
                  <a:pt x="84042" y="17099"/>
                  <a:pt x="92933" y="14187"/>
                  <a:pt x="99155" y="10069"/>
                </a:cubicBezTo>
                <a:cubicBezTo>
                  <a:pt x="106450" y="5242"/>
                  <a:pt x="114000" y="3130"/>
                  <a:pt x="128747" y="1794"/>
                </a:cubicBezTo>
                <a:lnTo>
                  <a:pt x="148545" y="0"/>
                </a:lnTo>
                <a:lnTo>
                  <a:pt x="155959" y="8117"/>
                </a:lnTo>
                <a:cubicBezTo>
                  <a:pt x="164608" y="17586"/>
                  <a:pt x="168428" y="18134"/>
                  <a:pt x="176571" y="11071"/>
                </a:cubicBezTo>
                <a:cubicBezTo>
                  <a:pt x="187391" y="1687"/>
                  <a:pt x="199804" y="7069"/>
                  <a:pt x="199804" y="21145"/>
                </a:cubicBezTo>
                <a:cubicBezTo>
                  <a:pt x="199804" y="30772"/>
                  <a:pt x="209395" y="36261"/>
                  <a:pt x="218086" y="31610"/>
                </a:cubicBezTo>
                <a:cubicBezTo>
                  <a:pt x="228270" y="26160"/>
                  <a:pt x="241869" y="26426"/>
                  <a:pt x="246412" y="32163"/>
                </a:cubicBezTo>
                <a:cubicBezTo>
                  <a:pt x="249505" y="36068"/>
                  <a:pt x="254126" y="37384"/>
                  <a:pt x="266539" y="37891"/>
                </a:cubicBezTo>
                <a:cubicBezTo>
                  <a:pt x="279978" y="38440"/>
                  <a:pt x="284000" y="37555"/>
                  <a:pt x="290777" y="32555"/>
                </a:cubicBezTo>
                <a:cubicBezTo>
                  <a:pt x="299613" y="26036"/>
                  <a:pt x="310548" y="24752"/>
                  <a:pt x="315453" y="29658"/>
                </a:cubicBezTo>
                <a:cubicBezTo>
                  <a:pt x="319191" y="33396"/>
                  <a:pt x="319612" y="49793"/>
                  <a:pt x="315970" y="49793"/>
                </a:cubicBezTo>
                <a:cubicBezTo>
                  <a:pt x="314550" y="49793"/>
                  <a:pt x="313388" y="52020"/>
                  <a:pt x="313388" y="54741"/>
                </a:cubicBezTo>
                <a:cubicBezTo>
                  <a:pt x="313388" y="57462"/>
                  <a:pt x="312353" y="60076"/>
                  <a:pt x="311088" y="60549"/>
                </a:cubicBezTo>
                <a:cubicBezTo>
                  <a:pt x="309822" y="61023"/>
                  <a:pt x="307664" y="73315"/>
                  <a:pt x="306292" y="87865"/>
                </a:cubicBezTo>
                <a:cubicBezTo>
                  <a:pt x="303509" y="117372"/>
                  <a:pt x="292552" y="147689"/>
                  <a:pt x="284623" y="147819"/>
                </a:cubicBezTo>
                <a:cubicBezTo>
                  <a:pt x="279191" y="147908"/>
                  <a:pt x="277248" y="153157"/>
                  <a:pt x="277248" y="167736"/>
                </a:cubicBezTo>
                <a:cubicBezTo>
                  <a:pt x="277248" y="177878"/>
                  <a:pt x="276652" y="179163"/>
                  <a:pt x="272730" y="177484"/>
                </a:cubicBezTo>
                <a:cubicBezTo>
                  <a:pt x="262382" y="173052"/>
                  <a:pt x="240695" y="170306"/>
                  <a:pt x="214235" y="170076"/>
                </a:cubicBezTo>
                <a:cubicBezTo>
                  <a:pt x="194190" y="169901"/>
                  <a:pt x="185756" y="168900"/>
                  <a:pt x="184978" y="166604"/>
                </a:cubicBezTo>
                <a:cubicBezTo>
                  <a:pt x="183149" y="161204"/>
                  <a:pt x="162610" y="162574"/>
                  <a:pt x="157292" y="168449"/>
                </a:cubicBezTo>
                <a:cubicBezTo>
                  <a:pt x="153074" y="173111"/>
                  <a:pt x="152885" y="176707"/>
                  <a:pt x="156212" y="189010"/>
                </a:cubicBezTo>
                <a:cubicBezTo>
                  <a:pt x="156777" y="191099"/>
                  <a:pt x="153007" y="195490"/>
                  <a:pt x="147530" y="199123"/>
                </a:cubicBezTo>
                <a:cubicBezTo>
                  <a:pt x="138821" y="204900"/>
                  <a:pt x="137850" y="206668"/>
                  <a:pt x="137850" y="216729"/>
                </a:cubicBezTo>
                <a:cubicBezTo>
                  <a:pt x="137850" y="227257"/>
                  <a:pt x="137433" y="227902"/>
                  <a:pt x="130751" y="227717"/>
                </a:cubicBezTo>
                <a:cubicBezTo>
                  <a:pt x="126846" y="227609"/>
                  <a:pt x="119586" y="225955"/>
                  <a:pt x="114616" y="224041"/>
                </a:cubicBezTo>
                <a:close/>
              </a:path>
            </a:pathLst>
          </a:custGeom>
          <a:solidFill>
            <a:srgbClr val="B9B9B9"/>
          </a:solidFill>
          <a:ln w="5163" cap="flat">
            <a:noFill/>
            <a:prstDash val="solid"/>
            <a:miter/>
          </a:ln>
        </p:spPr>
        <p:txBody>
          <a:bodyPr/>
          <a:lstStyle/>
          <a:p>
            <a:endParaRPr lang="es-419" noProof="0" dirty="0"/>
          </a:p>
        </p:txBody>
      </p:sp>
      <p:sp>
        <p:nvSpPr>
          <p:cNvPr id="66" name="Forma libre: forma 65">
            <a:extLst>
              <a:ext uri="{FF2B5EF4-FFF2-40B4-BE49-F238E27FC236}">
                <a16:creationId xmlns:a16="http://schemas.microsoft.com/office/drawing/2014/main" id="{FB25380F-6D15-25A3-2683-42FC1E497D78}"/>
              </a:ext>
            </a:extLst>
          </p:cNvPr>
          <p:cNvSpPr/>
          <p:nvPr/>
        </p:nvSpPr>
        <p:spPr>
          <a:xfrm>
            <a:off x="1557246" y="2384328"/>
            <a:ext cx="70794" cy="61560"/>
          </a:xfrm>
          <a:custGeom>
            <a:avLst/>
            <a:gdLst>
              <a:gd name="csX0" fmla="*/ 30977 w 70794"/>
              <a:gd name="csY0" fmla="*/ 53817 h 61560"/>
              <a:gd name="csX1" fmla="*/ 18070 w 70794"/>
              <a:gd name="csY1" fmla="*/ 49863 h 61560"/>
              <a:gd name="csX2" fmla="*/ 14198 w 70794"/>
              <a:gd name="csY2" fmla="*/ 52169 h 61560"/>
              <a:gd name="csX3" fmla="*/ 10326 w 70794"/>
              <a:gd name="csY3" fmla="*/ 47062 h 61560"/>
              <a:gd name="csX4" fmla="*/ 5163 w 70794"/>
              <a:gd name="csY4" fmla="*/ 39020 h 61560"/>
              <a:gd name="csX5" fmla="*/ 0 w 70794"/>
              <a:gd name="csY5" fmla="*/ 32748 h 61560"/>
              <a:gd name="csX6" fmla="*/ 10326 w 70794"/>
              <a:gd name="csY6" fmla="*/ 18967 h 61560"/>
              <a:gd name="csX7" fmla="*/ 20652 w 70794"/>
              <a:gd name="csY7" fmla="*/ 3034 h 61560"/>
              <a:gd name="csX8" fmla="*/ 30332 w 70794"/>
              <a:gd name="csY8" fmla="*/ 698 h 61560"/>
              <a:gd name="csX9" fmla="*/ 54210 w 70794"/>
              <a:gd name="csY9" fmla="*/ 10137 h 61560"/>
              <a:gd name="csX10" fmla="*/ 63267 w 70794"/>
              <a:gd name="csY10" fmla="*/ 15095 h 61560"/>
              <a:gd name="csX11" fmla="*/ 69100 w 70794"/>
              <a:gd name="csY11" fmla="*/ 20258 h 61560"/>
              <a:gd name="csX12" fmla="*/ 69100 w 70794"/>
              <a:gd name="csY12" fmla="*/ 30584 h 61560"/>
              <a:gd name="csX13" fmla="*/ 69721 w 70794"/>
              <a:gd name="csY13" fmla="*/ 35746 h 61560"/>
              <a:gd name="csX14" fmla="*/ 67118 w 70794"/>
              <a:gd name="csY14" fmla="*/ 44803 h 61560"/>
              <a:gd name="csX15" fmla="*/ 61618 w 70794"/>
              <a:gd name="csY15" fmla="*/ 50612 h 61560"/>
              <a:gd name="csX16" fmla="*/ 54931 w 70794"/>
              <a:gd name="csY16" fmla="*/ 50644 h 61560"/>
              <a:gd name="csX17" fmla="*/ 37735 w 70794"/>
              <a:gd name="csY17" fmla="*/ 61561 h 61560"/>
              <a:gd name="csX18" fmla="*/ 30977 w 70794"/>
              <a:gd name="csY18" fmla="*/ 53817 h 615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70794" h="61560">
                <a:moveTo>
                  <a:pt x="30977" y="53817"/>
                </a:moveTo>
                <a:cubicBezTo>
                  <a:pt x="25158" y="45644"/>
                  <a:pt x="18070" y="43473"/>
                  <a:pt x="18070" y="49863"/>
                </a:cubicBezTo>
                <a:cubicBezTo>
                  <a:pt x="18070" y="52173"/>
                  <a:pt x="16557" y="53074"/>
                  <a:pt x="14198" y="52169"/>
                </a:cubicBezTo>
                <a:cubicBezTo>
                  <a:pt x="12068" y="51351"/>
                  <a:pt x="10326" y="49053"/>
                  <a:pt x="10326" y="47062"/>
                </a:cubicBezTo>
                <a:cubicBezTo>
                  <a:pt x="10326" y="45070"/>
                  <a:pt x="8003" y="41451"/>
                  <a:pt x="5163" y="39020"/>
                </a:cubicBezTo>
                <a:cubicBezTo>
                  <a:pt x="2323" y="36588"/>
                  <a:pt x="0" y="33766"/>
                  <a:pt x="0" y="32748"/>
                </a:cubicBezTo>
                <a:cubicBezTo>
                  <a:pt x="0" y="31730"/>
                  <a:pt x="4647" y="25529"/>
                  <a:pt x="10326" y="18967"/>
                </a:cubicBezTo>
                <a:cubicBezTo>
                  <a:pt x="16005" y="12405"/>
                  <a:pt x="20652" y="5235"/>
                  <a:pt x="20652" y="3034"/>
                </a:cubicBezTo>
                <a:cubicBezTo>
                  <a:pt x="20652" y="-166"/>
                  <a:pt x="22592" y="-634"/>
                  <a:pt x="30332" y="698"/>
                </a:cubicBezTo>
                <a:cubicBezTo>
                  <a:pt x="52748" y="4557"/>
                  <a:pt x="54210" y="5134"/>
                  <a:pt x="54210" y="10137"/>
                </a:cubicBezTo>
                <a:cubicBezTo>
                  <a:pt x="54210" y="14084"/>
                  <a:pt x="56056" y="15095"/>
                  <a:pt x="63267" y="15095"/>
                </a:cubicBezTo>
                <a:cubicBezTo>
                  <a:pt x="71678" y="15095"/>
                  <a:pt x="72094" y="15463"/>
                  <a:pt x="69100" y="20258"/>
                </a:cubicBezTo>
                <a:cubicBezTo>
                  <a:pt x="66522" y="24386"/>
                  <a:pt x="66522" y="26456"/>
                  <a:pt x="69100" y="30584"/>
                </a:cubicBezTo>
                <a:cubicBezTo>
                  <a:pt x="71011" y="33644"/>
                  <a:pt x="71264" y="35746"/>
                  <a:pt x="69721" y="35746"/>
                </a:cubicBezTo>
                <a:cubicBezTo>
                  <a:pt x="68289" y="35746"/>
                  <a:pt x="67118" y="39822"/>
                  <a:pt x="67118" y="44803"/>
                </a:cubicBezTo>
                <a:cubicBezTo>
                  <a:pt x="67118" y="53341"/>
                  <a:pt x="66802" y="53674"/>
                  <a:pt x="61618" y="50612"/>
                </a:cubicBezTo>
                <a:cubicBezTo>
                  <a:pt x="57188" y="47995"/>
                  <a:pt x="55886" y="48002"/>
                  <a:pt x="54931" y="50644"/>
                </a:cubicBezTo>
                <a:cubicBezTo>
                  <a:pt x="53898" y="53500"/>
                  <a:pt x="41201" y="61561"/>
                  <a:pt x="37735" y="61561"/>
                </a:cubicBezTo>
                <a:cubicBezTo>
                  <a:pt x="37051" y="61561"/>
                  <a:pt x="34010" y="58076"/>
                  <a:pt x="30977" y="53817"/>
                </a:cubicBezTo>
                <a:close/>
              </a:path>
            </a:pathLst>
          </a:custGeom>
          <a:solidFill>
            <a:srgbClr val="B9B9B9"/>
          </a:solidFill>
          <a:ln w="5163" cap="flat">
            <a:noFill/>
            <a:prstDash val="solid"/>
            <a:miter/>
          </a:ln>
        </p:spPr>
        <p:txBody>
          <a:bodyPr/>
          <a:lstStyle/>
          <a:p>
            <a:endParaRPr lang="es-419" noProof="0" dirty="0"/>
          </a:p>
        </p:txBody>
      </p:sp>
      <p:sp>
        <p:nvSpPr>
          <p:cNvPr id="67" name="Forma libre: forma 66">
            <a:extLst>
              <a:ext uri="{FF2B5EF4-FFF2-40B4-BE49-F238E27FC236}">
                <a16:creationId xmlns:a16="http://schemas.microsoft.com/office/drawing/2014/main" id="{DFFC1835-3942-DDF1-97AD-23824366A9E1}"/>
              </a:ext>
            </a:extLst>
          </p:cNvPr>
          <p:cNvSpPr/>
          <p:nvPr/>
        </p:nvSpPr>
        <p:spPr>
          <a:xfrm>
            <a:off x="1478193" y="2273156"/>
            <a:ext cx="153622" cy="170128"/>
          </a:xfrm>
          <a:custGeom>
            <a:avLst/>
            <a:gdLst>
              <a:gd name="csX0" fmla="*/ 8493 w 153622"/>
              <a:gd name="csY0" fmla="*/ 168431 h 170128"/>
              <a:gd name="csX1" fmla="*/ 6772 w 153622"/>
              <a:gd name="csY1" fmla="*/ 161418 h 170128"/>
              <a:gd name="csX2" fmla="*/ 2681 w 153622"/>
              <a:gd name="csY2" fmla="*/ 145415 h 170128"/>
              <a:gd name="csX3" fmla="*/ 5459 w 153622"/>
              <a:gd name="csY3" fmla="*/ 121148 h 170128"/>
              <a:gd name="csX4" fmla="*/ 14777 w 153622"/>
              <a:gd name="csY4" fmla="*/ 82726 h 170128"/>
              <a:gd name="csX5" fmla="*/ 25155 w 153622"/>
              <a:gd name="csY5" fmla="*/ 43661 h 170128"/>
              <a:gd name="csX6" fmla="*/ 27423 w 153622"/>
              <a:gd name="csY6" fmla="*/ 32229 h 170128"/>
              <a:gd name="csX7" fmla="*/ 31172 w 153622"/>
              <a:gd name="csY7" fmla="*/ 17047 h 170128"/>
              <a:gd name="csX8" fmla="*/ 33221 w 153622"/>
              <a:gd name="csY8" fmla="*/ 11598 h 170128"/>
              <a:gd name="csX9" fmla="*/ 37362 w 153622"/>
              <a:gd name="csY9" fmla="*/ 8370 h 170128"/>
              <a:gd name="csX10" fmla="*/ 41848 w 153622"/>
              <a:gd name="csY10" fmla="*/ 3309 h 170128"/>
              <a:gd name="csX11" fmla="*/ 51947 w 153622"/>
              <a:gd name="csY11" fmla="*/ 4939 h 170128"/>
              <a:gd name="csX12" fmla="*/ 67990 w 153622"/>
              <a:gd name="csY12" fmla="*/ 10085 h 170128"/>
              <a:gd name="csX13" fmla="*/ 82983 w 153622"/>
              <a:gd name="csY13" fmla="*/ 28865 h 170128"/>
              <a:gd name="csX14" fmla="*/ 93236 w 153622"/>
              <a:gd name="csY14" fmla="*/ 38498 h 170128"/>
              <a:gd name="csX15" fmla="*/ 103025 w 153622"/>
              <a:gd name="csY15" fmla="*/ 33366 h 170128"/>
              <a:gd name="csX16" fmla="*/ 120832 w 153622"/>
              <a:gd name="csY16" fmla="*/ 24595 h 170128"/>
              <a:gd name="csX17" fmla="*/ 122064 w 153622"/>
              <a:gd name="csY17" fmla="*/ 33182 h 170128"/>
              <a:gd name="csX18" fmla="*/ 135261 w 153622"/>
              <a:gd name="csY18" fmla="*/ 39968 h 170128"/>
              <a:gd name="csX19" fmla="*/ 152396 w 153622"/>
              <a:gd name="csY19" fmla="*/ 46930 h 170128"/>
              <a:gd name="csX20" fmla="*/ 149002 w 153622"/>
              <a:gd name="csY20" fmla="*/ 58232 h 170128"/>
              <a:gd name="csX21" fmla="*/ 146552 w 153622"/>
              <a:gd name="csY21" fmla="*/ 64545 h 170128"/>
              <a:gd name="csX22" fmla="*/ 148358 w 153622"/>
              <a:gd name="csY22" fmla="*/ 121402 h 170128"/>
              <a:gd name="csX23" fmla="*/ 135844 w 153622"/>
              <a:gd name="csY23" fmla="*/ 118523 h 170128"/>
              <a:gd name="csX24" fmla="*/ 131972 w 153622"/>
              <a:gd name="csY24" fmla="*/ 113360 h 170128"/>
              <a:gd name="csX25" fmla="*/ 128062 w 153622"/>
              <a:gd name="csY25" fmla="*/ 103679 h 170128"/>
              <a:gd name="csX26" fmla="*/ 124378 w 153622"/>
              <a:gd name="csY26" fmla="*/ 87545 h 170128"/>
              <a:gd name="csX27" fmla="*/ 116378 w 153622"/>
              <a:gd name="csY27" fmla="*/ 72702 h 170128"/>
              <a:gd name="csX28" fmla="*/ 107448 w 153622"/>
              <a:gd name="csY28" fmla="*/ 67912 h 170128"/>
              <a:gd name="csX29" fmla="*/ 99376 w 153622"/>
              <a:gd name="csY29" fmla="*/ 80152 h 170128"/>
              <a:gd name="csX30" fmla="*/ 94468 w 153622"/>
              <a:gd name="csY30" fmla="*/ 101141 h 170128"/>
              <a:gd name="csX31" fmla="*/ 81766 w 153622"/>
              <a:gd name="csY31" fmla="*/ 133635 h 170128"/>
              <a:gd name="csX32" fmla="*/ 65090 w 153622"/>
              <a:gd name="csY32" fmla="*/ 140680 h 170128"/>
              <a:gd name="csX33" fmla="*/ 53260 w 153622"/>
              <a:gd name="csY33" fmla="*/ 146865 h 170128"/>
              <a:gd name="csX34" fmla="*/ 38902 w 153622"/>
              <a:gd name="csY34" fmla="*/ 154663 h 170128"/>
              <a:gd name="csX35" fmla="*/ 22260 w 153622"/>
              <a:gd name="csY35" fmla="*/ 162407 h 170128"/>
              <a:gd name="csX36" fmla="*/ 8493 w 153622"/>
              <a:gd name="csY36" fmla="*/ 168431 h 17012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Lst>
            <a:rect l="l" t="t" r="r" b="b"/>
            <a:pathLst>
              <a:path w="153622" h="170128">
                <a:moveTo>
                  <a:pt x="8493" y="168431"/>
                </a:moveTo>
                <a:cubicBezTo>
                  <a:pt x="7546" y="167484"/>
                  <a:pt x="6772" y="164329"/>
                  <a:pt x="6772" y="161418"/>
                </a:cubicBezTo>
                <a:cubicBezTo>
                  <a:pt x="6772" y="158508"/>
                  <a:pt x="4931" y="151306"/>
                  <a:pt x="2681" y="145415"/>
                </a:cubicBezTo>
                <a:cubicBezTo>
                  <a:pt x="-1298" y="134996"/>
                  <a:pt x="-1222" y="134332"/>
                  <a:pt x="5459" y="121148"/>
                </a:cubicBezTo>
                <a:cubicBezTo>
                  <a:pt x="10516" y="111168"/>
                  <a:pt x="12973" y="101035"/>
                  <a:pt x="14777" y="82726"/>
                </a:cubicBezTo>
                <a:cubicBezTo>
                  <a:pt x="17244" y="57676"/>
                  <a:pt x="20967" y="43661"/>
                  <a:pt x="25155" y="43661"/>
                </a:cubicBezTo>
                <a:cubicBezTo>
                  <a:pt x="26403" y="43661"/>
                  <a:pt x="27423" y="38516"/>
                  <a:pt x="27423" y="32229"/>
                </a:cubicBezTo>
                <a:cubicBezTo>
                  <a:pt x="27423" y="25675"/>
                  <a:pt x="29023" y="19196"/>
                  <a:pt x="31172" y="17047"/>
                </a:cubicBezTo>
                <a:cubicBezTo>
                  <a:pt x="33235" y="14985"/>
                  <a:pt x="34156" y="12533"/>
                  <a:pt x="33221" y="11598"/>
                </a:cubicBezTo>
                <a:cubicBezTo>
                  <a:pt x="32286" y="10662"/>
                  <a:pt x="34150" y="9210"/>
                  <a:pt x="37362" y="8370"/>
                </a:cubicBezTo>
                <a:cubicBezTo>
                  <a:pt x="40925" y="7438"/>
                  <a:pt x="42675" y="5464"/>
                  <a:pt x="41848" y="3309"/>
                </a:cubicBezTo>
                <a:cubicBezTo>
                  <a:pt x="39982" y="-1555"/>
                  <a:pt x="42837" y="-1094"/>
                  <a:pt x="51947" y="4939"/>
                </a:cubicBezTo>
                <a:cubicBezTo>
                  <a:pt x="56206" y="7760"/>
                  <a:pt x="63426" y="10076"/>
                  <a:pt x="67990" y="10085"/>
                </a:cubicBezTo>
                <a:cubicBezTo>
                  <a:pt x="77231" y="10104"/>
                  <a:pt x="80149" y="13759"/>
                  <a:pt x="82983" y="28865"/>
                </a:cubicBezTo>
                <a:cubicBezTo>
                  <a:pt x="84632" y="37657"/>
                  <a:pt x="85527" y="38498"/>
                  <a:pt x="93236" y="38498"/>
                </a:cubicBezTo>
                <a:cubicBezTo>
                  <a:pt x="99495" y="38498"/>
                  <a:pt x="102031" y="37168"/>
                  <a:pt x="103025" y="33366"/>
                </a:cubicBezTo>
                <a:cubicBezTo>
                  <a:pt x="104466" y="27855"/>
                  <a:pt x="116509" y="21923"/>
                  <a:pt x="120832" y="24595"/>
                </a:cubicBezTo>
                <a:cubicBezTo>
                  <a:pt x="122276" y="25487"/>
                  <a:pt x="122830" y="29351"/>
                  <a:pt x="122064" y="33182"/>
                </a:cubicBezTo>
                <a:cubicBezTo>
                  <a:pt x="120679" y="40107"/>
                  <a:pt x="120757" y="40147"/>
                  <a:pt x="135261" y="39968"/>
                </a:cubicBezTo>
                <a:cubicBezTo>
                  <a:pt x="148934" y="39800"/>
                  <a:pt x="150012" y="40238"/>
                  <a:pt x="152396" y="46930"/>
                </a:cubicBezTo>
                <a:cubicBezTo>
                  <a:pt x="154575" y="53045"/>
                  <a:pt x="154087" y="54670"/>
                  <a:pt x="149002" y="58232"/>
                </a:cubicBezTo>
                <a:cubicBezTo>
                  <a:pt x="144363" y="61481"/>
                  <a:pt x="143827" y="62863"/>
                  <a:pt x="146552" y="64545"/>
                </a:cubicBezTo>
                <a:cubicBezTo>
                  <a:pt x="151618" y="67671"/>
                  <a:pt x="153227" y="118317"/>
                  <a:pt x="148358" y="121402"/>
                </a:cubicBezTo>
                <a:cubicBezTo>
                  <a:pt x="142062" y="125392"/>
                  <a:pt x="135844" y="123962"/>
                  <a:pt x="135844" y="118523"/>
                </a:cubicBezTo>
                <a:cubicBezTo>
                  <a:pt x="135844" y="115655"/>
                  <a:pt x="134123" y="113360"/>
                  <a:pt x="131972" y="113360"/>
                </a:cubicBezTo>
                <a:cubicBezTo>
                  <a:pt x="129225" y="113360"/>
                  <a:pt x="128089" y="110546"/>
                  <a:pt x="128062" y="103679"/>
                </a:cubicBezTo>
                <a:cubicBezTo>
                  <a:pt x="128041" y="98355"/>
                  <a:pt x="126383" y="91095"/>
                  <a:pt x="124378" y="87545"/>
                </a:cubicBezTo>
                <a:cubicBezTo>
                  <a:pt x="122373" y="83996"/>
                  <a:pt x="118773" y="77316"/>
                  <a:pt x="116378" y="72702"/>
                </a:cubicBezTo>
                <a:cubicBezTo>
                  <a:pt x="111867" y="64011"/>
                  <a:pt x="107448" y="61641"/>
                  <a:pt x="107448" y="67912"/>
                </a:cubicBezTo>
                <a:cubicBezTo>
                  <a:pt x="107448" y="69891"/>
                  <a:pt x="103816" y="75399"/>
                  <a:pt x="99376" y="80152"/>
                </a:cubicBezTo>
                <a:cubicBezTo>
                  <a:pt x="91445" y="88642"/>
                  <a:pt x="91359" y="89010"/>
                  <a:pt x="94468" y="101141"/>
                </a:cubicBezTo>
                <a:cubicBezTo>
                  <a:pt x="97988" y="114877"/>
                  <a:pt x="97068" y="117230"/>
                  <a:pt x="81766" y="133635"/>
                </a:cubicBezTo>
                <a:cubicBezTo>
                  <a:pt x="74766" y="141139"/>
                  <a:pt x="72544" y="142078"/>
                  <a:pt x="65090" y="140680"/>
                </a:cubicBezTo>
                <a:cubicBezTo>
                  <a:pt x="57313" y="139221"/>
                  <a:pt x="56181" y="139812"/>
                  <a:pt x="53260" y="146865"/>
                </a:cubicBezTo>
                <a:cubicBezTo>
                  <a:pt x="50372" y="153836"/>
                  <a:pt x="48850" y="154663"/>
                  <a:pt x="38902" y="154663"/>
                </a:cubicBezTo>
                <a:cubicBezTo>
                  <a:pt x="29485" y="154663"/>
                  <a:pt x="26927" y="155853"/>
                  <a:pt x="22260" y="162407"/>
                </a:cubicBezTo>
                <a:cubicBezTo>
                  <a:pt x="16933" y="169889"/>
                  <a:pt x="12076" y="172014"/>
                  <a:pt x="8493" y="168431"/>
                </a:cubicBezTo>
                <a:close/>
              </a:path>
            </a:pathLst>
          </a:custGeom>
          <a:solidFill>
            <a:srgbClr val="B9B9B9"/>
          </a:solidFill>
          <a:ln w="5163" cap="flat">
            <a:noFill/>
            <a:prstDash val="solid"/>
            <a:miter/>
          </a:ln>
        </p:spPr>
        <p:txBody>
          <a:bodyPr/>
          <a:lstStyle/>
          <a:p>
            <a:endParaRPr lang="es-419" noProof="0" dirty="0"/>
          </a:p>
        </p:txBody>
      </p:sp>
      <p:grpSp>
        <p:nvGrpSpPr>
          <p:cNvPr id="68" name="Gráfico 39">
            <a:extLst>
              <a:ext uri="{FF2B5EF4-FFF2-40B4-BE49-F238E27FC236}">
                <a16:creationId xmlns:a16="http://schemas.microsoft.com/office/drawing/2014/main" id="{BCBBCDE5-2FDA-C788-75F8-42CA3AFCE1D4}"/>
              </a:ext>
            </a:extLst>
          </p:cNvPr>
          <p:cNvGrpSpPr/>
          <p:nvPr/>
        </p:nvGrpSpPr>
        <p:grpSpPr>
          <a:xfrm>
            <a:off x="2169009" y="2212045"/>
            <a:ext cx="273705" cy="260208"/>
            <a:chOff x="2169009" y="2212045"/>
            <a:chExt cx="273705" cy="260208"/>
          </a:xfrm>
          <a:solidFill>
            <a:srgbClr val="B9B9B9"/>
          </a:solidFill>
        </p:grpSpPr>
        <p:sp>
          <p:nvSpPr>
            <p:cNvPr id="69" name="Forma libre: forma 68">
              <a:extLst>
                <a:ext uri="{FF2B5EF4-FFF2-40B4-BE49-F238E27FC236}">
                  <a16:creationId xmlns:a16="http://schemas.microsoft.com/office/drawing/2014/main" id="{66E73DC2-1B48-4A3F-0D56-2DAFA171C3DE}"/>
                </a:ext>
              </a:extLst>
            </p:cNvPr>
            <p:cNvSpPr/>
            <p:nvPr/>
          </p:nvSpPr>
          <p:spPr>
            <a:xfrm>
              <a:off x="2169009" y="2212045"/>
              <a:ext cx="273705" cy="260208"/>
            </a:xfrm>
            <a:custGeom>
              <a:avLst/>
              <a:gdLst>
                <a:gd name="csX0" fmla="*/ 136396 w 273705"/>
                <a:gd name="csY0" fmla="*/ 251544 h 260208"/>
                <a:gd name="csX1" fmla="*/ 123951 w 273705"/>
                <a:gd name="csY1" fmla="*/ 241399 h 260208"/>
                <a:gd name="csX2" fmla="*/ 100178 w 273705"/>
                <a:gd name="csY2" fmla="*/ 233837 h 260208"/>
                <a:gd name="csX3" fmla="*/ 81199 w 273705"/>
                <a:gd name="csY3" fmla="*/ 230865 h 260208"/>
                <a:gd name="csX4" fmla="*/ 75979 w 273705"/>
                <a:gd name="csY4" fmla="*/ 240363 h 260208"/>
                <a:gd name="csX5" fmla="*/ 67894 w 273705"/>
                <a:gd name="csY5" fmla="*/ 246752 h 260208"/>
                <a:gd name="csX6" fmla="*/ 29911 w 273705"/>
                <a:gd name="csY6" fmla="*/ 227450 h 260208"/>
                <a:gd name="csX7" fmla="*/ 28472 w 273705"/>
                <a:gd name="csY7" fmla="*/ 213064 h 260208"/>
                <a:gd name="csX8" fmla="*/ 12481 w 273705"/>
                <a:gd name="csY8" fmla="*/ 197704 h 260208"/>
                <a:gd name="csX9" fmla="*/ 1103 w 273705"/>
                <a:gd name="csY9" fmla="*/ 191257 h 260208"/>
                <a:gd name="csX10" fmla="*/ 24560 w 273705"/>
                <a:gd name="csY10" fmla="*/ 177413 h 260208"/>
                <a:gd name="csX11" fmla="*/ 49357 w 273705"/>
                <a:gd name="csY11" fmla="*/ 181249 h 260208"/>
                <a:gd name="csX12" fmla="*/ 33383 w 273705"/>
                <a:gd name="csY12" fmla="*/ 188440 h 260208"/>
                <a:gd name="csX13" fmla="*/ 18111 w 273705"/>
                <a:gd name="csY13" fmla="*/ 189801 h 260208"/>
                <a:gd name="csX14" fmla="*/ 23379 w 273705"/>
                <a:gd name="csY14" fmla="*/ 191217 h 260208"/>
                <a:gd name="csX15" fmla="*/ 42338 w 273705"/>
                <a:gd name="csY15" fmla="*/ 193852 h 260208"/>
                <a:gd name="csX16" fmla="*/ 54801 w 273705"/>
                <a:gd name="csY16" fmla="*/ 205031 h 260208"/>
                <a:gd name="csX17" fmla="*/ 53572 w 273705"/>
                <a:gd name="csY17" fmla="*/ 211902 h 260208"/>
                <a:gd name="csX18" fmla="*/ 58745 w 273705"/>
                <a:gd name="csY18" fmla="*/ 206739 h 260208"/>
                <a:gd name="csX19" fmla="*/ 62804 w 273705"/>
                <a:gd name="csY19" fmla="*/ 199640 h 260208"/>
                <a:gd name="csX20" fmla="*/ 78923 w 273705"/>
                <a:gd name="csY20" fmla="*/ 200342 h 260208"/>
                <a:gd name="csX21" fmla="*/ 84524 w 273705"/>
                <a:gd name="csY21" fmla="*/ 197871 h 260208"/>
                <a:gd name="csX22" fmla="*/ 91725 w 273705"/>
                <a:gd name="csY22" fmla="*/ 189946 h 260208"/>
                <a:gd name="csX23" fmla="*/ 100403 w 273705"/>
                <a:gd name="csY23" fmla="*/ 165765 h 260208"/>
                <a:gd name="csX24" fmla="*/ 96700 w 273705"/>
                <a:gd name="csY24" fmla="*/ 159218 h 260208"/>
                <a:gd name="csX25" fmla="*/ 94398 w 273705"/>
                <a:gd name="csY25" fmla="*/ 157998 h 260208"/>
                <a:gd name="csX26" fmla="*/ 90392 w 273705"/>
                <a:gd name="csY26" fmla="*/ 161840 h 260208"/>
                <a:gd name="csX27" fmla="*/ 87810 w 273705"/>
                <a:gd name="csY27" fmla="*/ 164145 h 260208"/>
                <a:gd name="csX28" fmla="*/ 100799 w 273705"/>
                <a:gd name="csY28" fmla="*/ 149016 h 260208"/>
                <a:gd name="csX29" fmla="*/ 118746 w 273705"/>
                <a:gd name="csY29" fmla="*/ 138331 h 260208"/>
                <a:gd name="csX30" fmla="*/ 133646 w 273705"/>
                <a:gd name="csY30" fmla="*/ 125809 h 260208"/>
                <a:gd name="csX31" fmla="*/ 149004 w 273705"/>
                <a:gd name="csY31" fmla="*/ 91807 h 260208"/>
                <a:gd name="csX32" fmla="*/ 157715 w 273705"/>
                <a:gd name="csY32" fmla="*/ 65895 h 260208"/>
                <a:gd name="csX33" fmla="*/ 163243 w 273705"/>
                <a:gd name="csY33" fmla="*/ 33397 h 260208"/>
                <a:gd name="csX34" fmla="*/ 165326 w 273705"/>
                <a:gd name="csY34" fmla="*/ 1486 h 260208"/>
                <a:gd name="csX35" fmla="*/ 167796 w 273705"/>
                <a:gd name="csY35" fmla="*/ 6032 h 260208"/>
                <a:gd name="csX36" fmla="*/ 180226 w 273705"/>
                <a:gd name="csY36" fmla="*/ 14421 h 260208"/>
                <a:gd name="csX37" fmla="*/ 195070 w 273705"/>
                <a:gd name="csY37" fmla="*/ 12027 h 260208"/>
                <a:gd name="csX38" fmla="*/ 227557 w 273705"/>
                <a:gd name="csY38" fmla="*/ 43889 h 260208"/>
                <a:gd name="csX39" fmla="*/ 257592 w 273705"/>
                <a:gd name="csY39" fmla="*/ 78146 h 260208"/>
                <a:gd name="csX40" fmla="*/ 261681 w 273705"/>
                <a:gd name="csY40" fmla="*/ 107593 h 260208"/>
                <a:gd name="csX41" fmla="*/ 273489 w 273705"/>
                <a:gd name="csY41" fmla="*/ 250266 h 260208"/>
                <a:gd name="csX42" fmla="*/ 218174 w 273705"/>
                <a:gd name="csY42" fmla="*/ 254247 h 260208"/>
                <a:gd name="csX43" fmla="*/ 150594 w 273705"/>
                <a:gd name="csY43" fmla="*/ 258722 h 260208"/>
                <a:gd name="csX44" fmla="*/ 137226 w 273705"/>
                <a:gd name="csY44" fmla="*/ 260208 h 260208"/>
                <a:gd name="csX45" fmla="*/ 136396 w 273705"/>
                <a:gd name="csY45" fmla="*/ 251544 h 2602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Lst>
              <a:rect l="l" t="t" r="r" b="b"/>
              <a:pathLst>
                <a:path w="273705" h="260208">
                  <a:moveTo>
                    <a:pt x="136396" y="251544"/>
                  </a:moveTo>
                  <a:cubicBezTo>
                    <a:pt x="135615" y="243380"/>
                    <a:pt x="134897" y="242794"/>
                    <a:pt x="123951" y="241399"/>
                  </a:cubicBezTo>
                  <a:cubicBezTo>
                    <a:pt x="117562" y="240584"/>
                    <a:pt x="106864" y="237181"/>
                    <a:pt x="100178" y="233837"/>
                  </a:cubicBezTo>
                  <a:cubicBezTo>
                    <a:pt x="89763" y="228627"/>
                    <a:pt x="87046" y="228201"/>
                    <a:pt x="81199" y="230865"/>
                  </a:cubicBezTo>
                  <a:cubicBezTo>
                    <a:pt x="75659" y="233390"/>
                    <a:pt x="74677" y="235176"/>
                    <a:pt x="75979" y="240363"/>
                  </a:cubicBezTo>
                  <a:cubicBezTo>
                    <a:pt x="77472" y="246311"/>
                    <a:pt x="76914" y="246752"/>
                    <a:pt x="67894" y="246752"/>
                  </a:cubicBezTo>
                  <a:cubicBezTo>
                    <a:pt x="55809" y="246752"/>
                    <a:pt x="31822" y="234563"/>
                    <a:pt x="29911" y="227450"/>
                  </a:cubicBezTo>
                  <a:cubicBezTo>
                    <a:pt x="29139" y="224578"/>
                    <a:pt x="28492" y="218104"/>
                    <a:pt x="28472" y="213064"/>
                  </a:cubicBezTo>
                  <a:cubicBezTo>
                    <a:pt x="28427" y="201349"/>
                    <a:pt x="24633" y="197704"/>
                    <a:pt x="12481" y="197704"/>
                  </a:cubicBezTo>
                  <a:cubicBezTo>
                    <a:pt x="4225" y="197704"/>
                    <a:pt x="2471" y="196710"/>
                    <a:pt x="1103" y="191257"/>
                  </a:cubicBezTo>
                  <a:cubicBezTo>
                    <a:pt x="-2114" y="178441"/>
                    <a:pt x="578" y="176853"/>
                    <a:pt x="24560" y="177413"/>
                  </a:cubicBezTo>
                  <a:cubicBezTo>
                    <a:pt x="38820" y="177746"/>
                    <a:pt x="47574" y="179100"/>
                    <a:pt x="49357" y="181249"/>
                  </a:cubicBezTo>
                  <a:cubicBezTo>
                    <a:pt x="54736" y="187730"/>
                    <a:pt x="49187" y="190228"/>
                    <a:pt x="33383" y="188440"/>
                  </a:cubicBezTo>
                  <a:cubicBezTo>
                    <a:pt x="22288" y="187184"/>
                    <a:pt x="18111" y="187556"/>
                    <a:pt x="18111" y="189801"/>
                  </a:cubicBezTo>
                  <a:cubicBezTo>
                    <a:pt x="18111" y="191735"/>
                    <a:pt x="20080" y="192265"/>
                    <a:pt x="23379" y="191217"/>
                  </a:cubicBezTo>
                  <a:cubicBezTo>
                    <a:pt x="26276" y="190298"/>
                    <a:pt x="34808" y="191483"/>
                    <a:pt x="42338" y="193852"/>
                  </a:cubicBezTo>
                  <a:cubicBezTo>
                    <a:pt x="54989" y="197831"/>
                    <a:pt x="55937" y="198681"/>
                    <a:pt x="54801" y="205031"/>
                  </a:cubicBezTo>
                  <a:lnTo>
                    <a:pt x="53572" y="211902"/>
                  </a:lnTo>
                  <a:lnTo>
                    <a:pt x="58745" y="206739"/>
                  </a:lnTo>
                  <a:cubicBezTo>
                    <a:pt x="61590" y="203900"/>
                    <a:pt x="63416" y="200705"/>
                    <a:pt x="62804" y="199640"/>
                  </a:cubicBezTo>
                  <a:cubicBezTo>
                    <a:pt x="61196" y="196843"/>
                    <a:pt x="70823" y="197262"/>
                    <a:pt x="78923" y="200342"/>
                  </a:cubicBezTo>
                  <a:cubicBezTo>
                    <a:pt x="85153" y="202711"/>
                    <a:pt x="85724" y="202459"/>
                    <a:pt x="84524" y="197871"/>
                  </a:cubicBezTo>
                  <a:cubicBezTo>
                    <a:pt x="83478" y="193868"/>
                    <a:pt x="85034" y="192154"/>
                    <a:pt x="91725" y="189946"/>
                  </a:cubicBezTo>
                  <a:cubicBezTo>
                    <a:pt x="104380" y="185769"/>
                    <a:pt x="109318" y="172009"/>
                    <a:pt x="100403" y="165765"/>
                  </a:cubicBezTo>
                  <a:cubicBezTo>
                    <a:pt x="97428" y="163681"/>
                    <a:pt x="95762" y="160736"/>
                    <a:pt x="96700" y="159218"/>
                  </a:cubicBezTo>
                  <a:cubicBezTo>
                    <a:pt x="97747" y="157525"/>
                    <a:pt x="96859" y="157053"/>
                    <a:pt x="94398" y="157998"/>
                  </a:cubicBezTo>
                  <a:cubicBezTo>
                    <a:pt x="92194" y="158843"/>
                    <a:pt x="90392" y="160572"/>
                    <a:pt x="90392" y="161840"/>
                  </a:cubicBezTo>
                  <a:cubicBezTo>
                    <a:pt x="90392" y="163108"/>
                    <a:pt x="89230" y="164145"/>
                    <a:pt x="87810" y="164145"/>
                  </a:cubicBezTo>
                  <a:cubicBezTo>
                    <a:pt x="81811" y="164145"/>
                    <a:pt x="86198" y="159036"/>
                    <a:pt x="100799" y="149016"/>
                  </a:cubicBezTo>
                  <a:cubicBezTo>
                    <a:pt x="109362" y="143139"/>
                    <a:pt x="117438" y="138331"/>
                    <a:pt x="118746" y="138331"/>
                  </a:cubicBezTo>
                  <a:cubicBezTo>
                    <a:pt x="120053" y="138331"/>
                    <a:pt x="126758" y="132696"/>
                    <a:pt x="133646" y="125809"/>
                  </a:cubicBezTo>
                  <a:cubicBezTo>
                    <a:pt x="145786" y="113669"/>
                    <a:pt x="146254" y="112631"/>
                    <a:pt x="149004" y="91807"/>
                  </a:cubicBezTo>
                  <a:cubicBezTo>
                    <a:pt x="151298" y="74430"/>
                    <a:pt x="152962" y="69481"/>
                    <a:pt x="157715" y="65895"/>
                  </a:cubicBezTo>
                  <a:cubicBezTo>
                    <a:pt x="163239" y="61729"/>
                    <a:pt x="163570" y="59784"/>
                    <a:pt x="163243" y="33397"/>
                  </a:cubicBezTo>
                  <a:cubicBezTo>
                    <a:pt x="163052" y="17960"/>
                    <a:pt x="163989" y="3600"/>
                    <a:pt x="165326" y="1486"/>
                  </a:cubicBezTo>
                  <a:cubicBezTo>
                    <a:pt x="167138" y="-1380"/>
                    <a:pt x="167766" y="-224"/>
                    <a:pt x="167796" y="6032"/>
                  </a:cubicBezTo>
                  <a:cubicBezTo>
                    <a:pt x="167835" y="14326"/>
                    <a:pt x="167976" y="14421"/>
                    <a:pt x="180226" y="14421"/>
                  </a:cubicBezTo>
                  <a:cubicBezTo>
                    <a:pt x="187041" y="14421"/>
                    <a:pt x="193721" y="13344"/>
                    <a:pt x="195070" y="12027"/>
                  </a:cubicBezTo>
                  <a:cubicBezTo>
                    <a:pt x="196598" y="10534"/>
                    <a:pt x="208840" y="22541"/>
                    <a:pt x="227557" y="43889"/>
                  </a:cubicBezTo>
                  <a:lnTo>
                    <a:pt x="257592" y="78146"/>
                  </a:lnTo>
                  <a:lnTo>
                    <a:pt x="261681" y="107593"/>
                  </a:lnTo>
                  <a:cubicBezTo>
                    <a:pt x="266251" y="140497"/>
                    <a:pt x="275208" y="248724"/>
                    <a:pt x="273489" y="250266"/>
                  </a:cubicBezTo>
                  <a:cubicBezTo>
                    <a:pt x="272881" y="250811"/>
                    <a:pt x="247989" y="252602"/>
                    <a:pt x="218174" y="254247"/>
                  </a:cubicBezTo>
                  <a:cubicBezTo>
                    <a:pt x="188358" y="255891"/>
                    <a:pt x="157947" y="257905"/>
                    <a:pt x="150594" y="258722"/>
                  </a:cubicBezTo>
                  <a:lnTo>
                    <a:pt x="137226" y="260208"/>
                  </a:lnTo>
                  <a:lnTo>
                    <a:pt x="136396" y="251544"/>
                  </a:lnTo>
                  <a:close/>
                </a:path>
              </a:pathLst>
            </a:custGeom>
            <a:solidFill>
              <a:srgbClr val="B9B9B9"/>
            </a:solidFill>
            <a:ln w="5163" cap="flat">
              <a:noFill/>
              <a:prstDash val="solid"/>
              <a:miter/>
            </a:ln>
          </p:spPr>
          <p:txBody>
            <a:bodyPr/>
            <a:lstStyle/>
            <a:p>
              <a:endParaRPr lang="es-419" noProof="0" dirty="0"/>
            </a:p>
          </p:txBody>
        </p:sp>
        <p:sp>
          <p:nvSpPr>
            <p:cNvPr id="70" name="Forma libre: forma 69">
              <a:extLst>
                <a:ext uri="{FF2B5EF4-FFF2-40B4-BE49-F238E27FC236}">
                  <a16:creationId xmlns:a16="http://schemas.microsoft.com/office/drawing/2014/main" id="{557C9110-5984-A1C4-9203-4AAD3EE5F1A5}"/>
                </a:ext>
              </a:extLst>
            </p:cNvPr>
            <p:cNvSpPr/>
            <p:nvPr/>
          </p:nvSpPr>
          <p:spPr>
            <a:xfrm>
              <a:off x="2221969" y="2379232"/>
              <a:ext cx="29491" cy="17638"/>
            </a:xfrm>
            <a:custGeom>
              <a:avLst/>
              <a:gdLst>
                <a:gd name="csX0" fmla="*/ 10326 w 29491"/>
                <a:gd name="csY0" fmla="*/ 11251 h 17638"/>
                <a:gd name="csX1" fmla="*/ 23663 w 29491"/>
                <a:gd name="csY1" fmla="*/ 4783 h 17638"/>
                <a:gd name="csX2" fmla="*/ 27977 w 29491"/>
                <a:gd name="csY2" fmla="*/ 1475 h 17638"/>
                <a:gd name="csX3" fmla="*/ 29483 w 29491"/>
                <a:gd name="csY3" fmla="*/ 1025 h 17638"/>
                <a:gd name="csX4" fmla="*/ 8425 w 29491"/>
                <a:gd name="csY4" fmla="*/ 16751 h 17638"/>
                <a:gd name="csX5" fmla="*/ 0 w 29491"/>
                <a:gd name="csY5" fmla="*/ 17639 h 17638"/>
                <a:gd name="csX6" fmla="*/ 10326 w 29491"/>
                <a:gd name="csY6" fmla="*/ 11251 h 17638"/>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9491" h="17638">
                  <a:moveTo>
                    <a:pt x="10326" y="11251"/>
                  </a:moveTo>
                  <a:cubicBezTo>
                    <a:pt x="16005" y="7738"/>
                    <a:pt x="22007" y="4827"/>
                    <a:pt x="23663" y="4783"/>
                  </a:cubicBezTo>
                  <a:cubicBezTo>
                    <a:pt x="25320" y="4738"/>
                    <a:pt x="27261" y="3250"/>
                    <a:pt x="27977" y="1475"/>
                  </a:cubicBezTo>
                  <a:cubicBezTo>
                    <a:pt x="28693" y="-299"/>
                    <a:pt x="29371" y="-502"/>
                    <a:pt x="29483" y="1025"/>
                  </a:cubicBezTo>
                  <a:cubicBezTo>
                    <a:pt x="29861" y="6183"/>
                    <a:pt x="16907" y="15857"/>
                    <a:pt x="8425" y="16751"/>
                  </a:cubicBezTo>
                  <a:lnTo>
                    <a:pt x="0" y="17639"/>
                  </a:lnTo>
                  <a:lnTo>
                    <a:pt x="10326" y="11251"/>
                  </a:lnTo>
                  <a:close/>
                </a:path>
              </a:pathLst>
            </a:custGeom>
            <a:solidFill>
              <a:srgbClr val="B9B9B9"/>
            </a:solidFill>
            <a:ln w="5163" cap="flat">
              <a:noFill/>
              <a:prstDash val="solid"/>
              <a:miter/>
            </a:ln>
          </p:spPr>
          <p:txBody>
            <a:bodyPr/>
            <a:lstStyle/>
            <a:p>
              <a:endParaRPr lang="es-419" noProof="0" dirty="0"/>
            </a:p>
          </p:txBody>
        </p:sp>
      </p:grpSp>
      <p:sp>
        <p:nvSpPr>
          <p:cNvPr id="71" name="Forma libre: forma 70">
            <a:extLst>
              <a:ext uri="{FF2B5EF4-FFF2-40B4-BE49-F238E27FC236}">
                <a16:creationId xmlns:a16="http://schemas.microsoft.com/office/drawing/2014/main" id="{0B24316F-2695-AC41-9131-8D64EE97034B}"/>
              </a:ext>
            </a:extLst>
          </p:cNvPr>
          <p:cNvSpPr/>
          <p:nvPr/>
        </p:nvSpPr>
        <p:spPr>
          <a:xfrm>
            <a:off x="1574029" y="2346575"/>
            <a:ext cx="28491" cy="35790"/>
          </a:xfrm>
          <a:custGeom>
            <a:avLst/>
            <a:gdLst>
              <a:gd name="csX0" fmla="*/ 11768 w 28491"/>
              <a:gd name="csY0" fmla="*/ 34872 h 35790"/>
              <a:gd name="csX1" fmla="*/ 805 w 28491"/>
              <a:gd name="csY1" fmla="*/ 25413 h 35790"/>
              <a:gd name="csX2" fmla="*/ 7669 w 28491"/>
              <a:gd name="csY2" fmla="*/ 7571 h 35790"/>
              <a:gd name="csX3" fmla="*/ 18379 w 28491"/>
              <a:gd name="csY3" fmla="*/ 2738 h 35790"/>
              <a:gd name="csX4" fmla="*/ 23574 w 28491"/>
              <a:gd name="csY4" fmla="*/ 11696 h 35790"/>
              <a:gd name="csX5" fmla="*/ 28193 w 28491"/>
              <a:gd name="csY5" fmla="*/ 24987 h 35790"/>
              <a:gd name="csX6" fmla="*/ 11768 w 28491"/>
              <a:gd name="csY6" fmla="*/ 34872 h 35790"/>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8491" h="35790">
                <a:moveTo>
                  <a:pt x="11768" y="34872"/>
                </a:moveTo>
                <a:cubicBezTo>
                  <a:pt x="4464" y="33733"/>
                  <a:pt x="2519" y="32055"/>
                  <a:pt x="805" y="25413"/>
                </a:cubicBezTo>
                <a:cubicBezTo>
                  <a:pt x="-1017" y="18356"/>
                  <a:pt x="-153" y="16110"/>
                  <a:pt x="7669" y="7571"/>
                </a:cubicBezTo>
                <a:cubicBezTo>
                  <a:pt x="15700" y="-1197"/>
                  <a:pt x="16797" y="-1692"/>
                  <a:pt x="18379" y="2738"/>
                </a:cubicBezTo>
                <a:cubicBezTo>
                  <a:pt x="19348" y="5452"/>
                  <a:pt x="21686" y="9483"/>
                  <a:pt x="23574" y="11696"/>
                </a:cubicBezTo>
                <a:cubicBezTo>
                  <a:pt x="25461" y="13908"/>
                  <a:pt x="27540" y="19890"/>
                  <a:pt x="28193" y="24987"/>
                </a:cubicBezTo>
                <a:cubicBezTo>
                  <a:pt x="29539" y="35505"/>
                  <a:pt x="26717" y="37203"/>
                  <a:pt x="11768" y="34872"/>
                </a:cubicBezTo>
                <a:close/>
              </a:path>
            </a:pathLst>
          </a:custGeom>
          <a:solidFill>
            <a:srgbClr val="CCCCCC"/>
          </a:solidFill>
          <a:ln w="5163" cap="flat">
            <a:noFill/>
            <a:prstDash val="solid"/>
            <a:miter/>
          </a:ln>
        </p:spPr>
        <p:txBody>
          <a:bodyPr/>
          <a:lstStyle/>
          <a:p>
            <a:endParaRPr lang="es-419" noProof="0" dirty="0"/>
          </a:p>
        </p:txBody>
      </p:sp>
      <p:sp>
        <p:nvSpPr>
          <p:cNvPr id="72" name="Forma libre: forma 71">
            <a:extLst>
              <a:ext uri="{FF2B5EF4-FFF2-40B4-BE49-F238E27FC236}">
                <a16:creationId xmlns:a16="http://schemas.microsoft.com/office/drawing/2014/main" id="{5833C19E-4F77-BE5D-1879-4A12A771A9AF}"/>
              </a:ext>
            </a:extLst>
          </p:cNvPr>
          <p:cNvSpPr/>
          <p:nvPr/>
        </p:nvSpPr>
        <p:spPr>
          <a:xfrm>
            <a:off x="1629800" y="2326596"/>
            <a:ext cx="82332" cy="45198"/>
          </a:xfrm>
          <a:custGeom>
            <a:avLst/>
            <a:gdLst>
              <a:gd name="csX0" fmla="*/ 35828 w 82332"/>
              <a:gd name="csY0" fmla="*/ 43172 h 45198"/>
              <a:gd name="csX1" fmla="*/ 20861 w 82332"/>
              <a:gd name="csY1" fmla="*/ 27939 h 45198"/>
              <a:gd name="csX2" fmla="*/ 6710 w 82332"/>
              <a:gd name="csY2" fmla="*/ 16733 h 45198"/>
              <a:gd name="csX3" fmla="*/ 200 w 82332"/>
              <a:gd name="csY3" fmla="*/ 11518 h 45198"/>
              <a:gd name="csX4" fmla="*/ 11960 w 82332"/>
              <a:gd name="csY4" fmla="*/ 5709 h 45198"/>
              <a:gd name="csX5" fmla="*/ 29437 w 82332"/>
              <a:gd name="csY5" fmla="*/ 2139 h 45198"/>
              <a:gd name="csX6" fmla="*/ 38320 w 82332"/>
              <a:gd name="csY6" fmla="*/ 692 h 45198"/>
              <a:gd name="csX7" fmla="*/ 49592 w 82332"/>
              <a:gd name="csY7" fmla="*/ 4355 h 45198"/>
              <a:gd name="csX8" fmla="*/ 61209 w 82332"/>
              <a:gd name="csY8" fmla="*/ 13550 h 45198"/>
              <a:gd name="csX9" fmla="*/ 68838 w 82332"/>
              <a:gd name="csY9" fmla="*/ 19970 h 45198"/>
              <a:gd name="csX10" fmla="*/ 82332 w 82332"/>
              <a:gd name="csY10" fmla="*/ 30233 h 45198"/>
              <a:gd name="csX11" fmla="*/ 75901 w 82332"/>
              <a:gd name="csY11" fmla="*/ 31524 h 45198"/>
              <a:gd name="csX12" fmla="*/ 66358 w 82332"/>
              <a:gd name="csY12" fmla="*/ 36506 h 45198"/>
              <a:gd name="csX13" fmla="*/ 58348 w 82332"/>
              <a:gd name="csY13" fmla="*/ 38866 h 45198"/>
              <a:gd name="csX14" fmla="*/ 47885 w 82332"/>
              <a:gd name="csY14" fmla="*/ 41425 h 45198"/>
              <a:gd name="csX15" fmla="*/ 35828 w 82332"/>
              <a:gd name="csY15" fmla="*/ 43172 h 4519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82332" h="45198">
                <a:moveTo>
                  <a:pt x="35828" y="43172"/>
                </a:moveTo>
                <a:cubicBezTo>
                  <a:pt x="32257" y="41284"/>
                  <a:pt x="25522" y="34429"/>
                  <a:pt x="20861" y="27939"/>
                </a:cubicBezTo>
                <a:cubicBezTo>
                  <a:pt x="14698" y="19357"/>
                  <a:pt x="10840" y="16301"/>
                  <a:pt x="6710" y="16733"/>
                </a:cubicBezTo>
                <a:cubicBezTo>
                  <a:pt x="2564" y="17166"/>
                  <a:pt x="809" y="15760"/>
                  <a:pt x="200" y="11518"/>
                </a:cubicBezTo>
                <a:cubicBezTo>
                  <a:pt x="-566" y="6174"/>
                  <a:pt x="375" y="5709"/>
                  <a:pt x="11960" y="5709"/>
                </a:cubicBezTo>
                <a:cubicBezTo>
                  <a:pt x="18887" y="5709"/>
                  <a:pt x="26751" y="4102"/>
                  <a:pt x="29437" y="2139"/>
                </a:cubicBezTo>
                <a:cubicBezTo>
                  <a:pt x="32427" y="-48"/>
                  <a:pt x="35871" y="-609"/>
                  <a:pt x="38320" y="692"/>
                </a:cubicBezTo>
                <a:cubicBezTo>
                  <a:pt x="40520" y="1860"/>
                  <a:pt x="45592" y="3509"/>
                  <a:pt x="49592" y="4355"/>
                </a:cubicBezTo>
                <a:cubicBezTo>
                  <a:pt x="53972" y="5282"/>
                  <a:pt x="58593" y="8940"/>
                  <a:pt x="61209" y="13550"/>
                </a:cubicBezTo>
                <a:cubicBezTo>
                  <a:pt x="63598" y="17761"/>
                  <a:pt x="67032" y="20650"/>
                  <a:pt x="68838" y="19970"/>
                </a:cubicBezTo>
                <a:cubicBezTo>
                  <a:pt x="71755" y="18872"/>
                  <a:pt x="82332" y="26917"/>
                  <a:pt x="82332" y="30233"/>
                </a:cubicBezTo>
                <a:cubicBezTo>
                  <a:pt x="82332" y="30943"/>
                  <a:pt x="79438" y="31524"/>
                  <a:pt x="75901" y="31524"/>
                </a:cubicBezTo>
                <a:cubicBezTo>
                  <a:pt x="72343" y="31524"/>
                  <a:pt x="68079" y="33750"/>
                  <a:pt x="66358" y="36506"/>
                </a:cubicBezTo>
                <a:cubicBezTo>
                  <a:pt x="63915" y="40418"/>
                  <a:pt x="62194" y="40925"/>
                  <a:pt x="58348" y="38866"/>
                </a:cubicBezTo>
                <a:cubicBezTo>
                  <a:pt x="54563" y="36841"/>
                  <a:pt x="52184" y="37422"/>
                  <a:pt x="47885" y="41425"/>
                </a:cubicBezTo>
                <a:cubicBezTo>
                  <a:pt x="42972" y="45999"/>
                  <a:pt x="41560" y="46204"/>
                  <a:pt x="35828" y="43172"/>
                </a:cubicBezTo>
                <a:close/>
              </a:path>
            </a:pathLst>
          </a:custGeom>
          <a:solidFill>
            <a:srgbClr val="B9B9B9"/>
          </a:solidFill>
          <a:ln w="5163" cap="flat">
            <a:noFill/>
            <a:prstDash val="solid"/>
            <a:miter/>
          </a:ln>
        </p:spPr>
        <p:txBody>
          <a:bodyPr/>
          <a:lstStyle/>
          <a:p>
            <a:endParaRPr lang="es-419" noProof="0" dirty="0"/>
          </a:p>
        </p:txBody>
      </p:sp>
      <p:sp>
        <p:nvSpPr>
          <p:cNvPr id="73" name="Forma libre: forma 72">
            <a:extLst>
              <a:ext uri="{FF2B5EF4-FFF2-40B4-BE49-F238E27FC236}">
                <a16:creationId xmlns:a16="http://schemas.microsoft.com/office/drawing/2014/main" id="{01BC591C-F80C-41A2-5120-1C57D25C5EC8}"/>
              </a:ext>
            </a:extLst>
          </p:cNvPr>
          <p:cNvSpPr/>
          <p:nvPr/>
        </p:nvSpPr>
        <p:spPr>
          <a:xfrm>
            <a:off x="1522864" y="2163021"/>
            <a:ext cx="166771" cy="166600"/>
          </a:xfrm>
          <a:custGeom>
            <a:avLst/>
            <a:gdLst>
              <a:gd name="csX0" fmla="*/ 112825 w 166771"/>
              <a:gd name="csY0" fmla="*/ 162186 h 166600"/>
              <a:gd name="csX1" fmla="*/ 93810 w 166771"/>
              <a:gd name="csY1" fmla="*/ 146052 h 166600"/>
              <a:gd name="csX2" fmla="*/ 80847 w 166771"/>
              <a:gd name="csY2" fmla="*/ 139517 h 166600"/>
              <a:gd name="csX3" fmla="*/ 77061 w 166771"/>
              <a:gd name="csY3" fmla="*/ 131529 h 166600"/>
              <a:gd name="csX4" fmla="*/ 56324 w 166771"/>
              <a:gd name="csY4" fmla="*/ 140503 h 166600"/>
              <a:gd name="csX5" fmla="*/ 40835 w 166771"/>
              <a:gd name="csY5" fmla="*/ 134435 h 166600"/>
              <a:gd name="csX6" fmla="*/ 25839 w 166771"/>
              <a:gd name="csY6" fmla="*/ 117575 h 166600"/>
              <a:gd name="csX7" fmla="*/ 603 w 166771"/>
              <a:gd name="csY7" fmla="*/ 103594 h 166600"/>
              <a:gd name="csX8" fmla="*/ 3427 w 166771"/>
              <a:gd name="csY8" fmla="*/ 92334 h 166600"/>
              <a:gd name="csX9" fmla="*/ 16980 w 166771"/>
              <a:gd name="csY9" fmla="*/ 76064 h 166600"/>
              <a:gd name="csX10" fmla="*/ 29744 w 166771"/>
              <a:gd name="csY10" fmla="*/ 65065 h 166600"/>
              <a:gd name="csX11" fmla="*/ 36843 w 166771"/>
              <a:gd name="csY11" fmla="*/ 46479 h 166600"/>
              <a:gd name="csX12" fmla="*/ 44707 w 166771"/>
              <a:gd name="csY12" fmla="*/ 28415 h 166600"/>
              <a:gd name="csX13" fmla="*/ 49507 w 166771"/>
              <a:gd name="csY13" fmla="*/ 27678 h 166600"/>
              <a:gd name="csX14" fmla="*/ 60947 w 166771"/>
              <a:gd name="csY14" fmla="*/ 25763 h 166600"/>
              <a:gd name="csX15" fmla="*/ 70323 w 166771"/>
              <a:gd name="csY15" fmla="*/ 14969 h 166600"/>
              <a:gd name="csX16" fmla="*/ 78890 w 166771"/>
              <a:gd name="csY16" fmla="*/ 12726 h 166600"/>
              <a:gd name="csX17" fmla="*/ 98544 w 166771"/>
              <a:gd name="csY17" fmla="*/ 17873 h 166600"/>
              <a:gd name="csX18" fmla="*/ 112369 w 166771"/>
              <a:gd name="csY18" fmla="*/ 19382 h 166600"/>
              <a:gd name="csX19" fmla="*/ 111333 w 166771"/>
              <a:gd name="csY19" fmla="*/ 10510 h 166600"/>
              <a:gd name="csX20" fmla="*/ 113560 w 166771"/>
              <a:gd name="csY20" fmla="*/ 387 h 166600"/>
              <a:gd name="csX21" fmla="*/ 117960 w 166771"/>
              <a:gd name="csY21" fmla="*/ 7843 h 166600"/>
              <a:gd name="csX22" fmla="*/ 132949 w 166771"/>
              <a:gd name="csY22" fmla="*/ 23283 h 166600"/>
              <a:gd name="csX23" fmla="*/ 137639 w 166771"/>
              <a:gd name="csY23" fmla="*/ 24249 h 166600"/>
              <a:gd name="csX24" fmla="*/ 142971 w 166771"/>
              <a:gd name="csY24" fmla="*/ 28097 h 166600"/>
              <a:gd name="csX25" fmla="*/ 144280 w 166771"/>
              <a:gd name="csY25" fmla="*/ 37270 h 166600"/>
              <a:gd name="csX26" fmla="*/ 141806 w 166771"/>
              <a:gd name="csY26" fmla="*/ 49084 h 166600"/>
              <a:gd name="csX27" fmla="*/ 134976 w 166771"/>
              <a:gd name="csY27" fmla="*/ 50495 h 166600"/>
              <a:gd name="csX28" fmla="*/ 125814 w 166771"/>
              <a:gd name="csY28" fmla="*/ 54367 h 166600"/>
              <a:gd name="csX29" fmla="*/ 117982 w 166771"/>
              <a:gd name="csY29" fmla="*/ 60864 h 166600"/>
              <a:gd name="csX30" fmla="*/ 114406 w 166771"/>
              <a:gd name="csY30" fmla="*/ 64736 h 166600"/>
              <a:gd name="csX31" fmla="*/ 118081 w 166771"/>
              <a:gd name="csY31" fmla="*/ 68608 h 166600"/>
              <a:gd name="csX32" fmla="*/ 117880 w 166771"/>
              <a:gd name="csY32" fmla="*/ 76375 h 166600"/>
              <a:gd name="csX33" fmla="*/ 120902 w 166771"/>
              <a:gd name="csY33" fmla="*/ 101250 h 166600"/>
              <a:gd name="csX34" fmla="*/ 146578 w 166771"/>
              <a:gd name="csY34" fmla="*/ 85070 h 166600"/>
              <a:gd name="csX35" fmla="*/ 165866 w 166771"/>
              <a:gd name="csY35" fmla="*/ 78619 h 166600"/>
              <a:gd name="csX36" fmla="*/ 158858 w 166771"/>
              <a:gd name="csY36" fmla="*/ 93393 h 166600"/>
              <a:gd name="csX37" fmla="*/ 145606 w 166771"/>
              <a:gd name="csY37" fmla="*/ 103389 h 166600"/>
              <a:gd name="csX38" fmla="*/ 146405 w 166771"/>
              <a:gd name="csY38" fmla="*/ 113844 h 166600"/>
              <a:gd name="csX39" fmla="*/ 151373 w 166771"/>
              <a:gd name="csY39" fmla="*/ 126271 h 166600"/>
              <a:gd name="csX40" fmla="*/ 146320 w 166771"/>
              <a:gd name="csY40" fmla="*/ 138511 h 166600"/>
              <a:gd name="csX41" fmla="*/ 142802 w 166771"/>
              <a:gd name="csY41" fmla="*/ 150216 h 166600"/>
              <a:gd name="csX42" fmla="*/ 135305 w 166771"/>
              <a:gd name="csY42" fmla="*/ 162275 h 166600"/>
              <a:gd name="csX43" fmla="*/ 112825 w 166771"/>
              <a:gd name="csY43" fmla="*/ 162186 h 1666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66771" h="166600">
                <a:moveTo>
                  <a:pt x="112825" y="162186"/>
                </a:moveTo>
                <a:cubicBezTo>
                  <a:pt x="107924" y="146593"/>
                  <a:pt x="107287" y="146052"/>
                  <a:pt x="93810" y="146052"/>
                </a:cubicBezTo>
                <a:cubicBezTo>
                  <a:pt x="81661" y="146052"/>
                  <a:pt x="80847" y="145641"/>
                  <a:pt x="80847" y="139517"/>
                </a:cubicBezTo>
                <a:cubicBezTo>
                  <a:pt x="80847" y="135923"/>
                  <a:pt x="79143" y="132329"/>
                  <a:pt x="77061" y="131529"/>
                </a:cubicBezTo>
                <a:cubicBezTo>
                  <a:pt x="70944" y="129182"/>
                  <a:pt x="59116" y="134300"/>
                  <a:pt x="56324" y="140503"/>
                </a:cubicBezTo>
                <a:cubicBezTo>
                  <a:pt x="52116" y="149848"/>
                  <a:pt x="43882" y="146622"/>
                  <a:pt x="40835" y="134435"/>
                </a:cubicBezTo>
                <a:cubicBezTo>
                  <a:pt x="37208" y="119926"/>
                  <a:pt x="35198" y="117667"/>
                  <a:pt x="25839" y="117575"/>
                </a:cubicBezTo>
                <a:cubicBezTo>
                  <a:pt x="16487" y="117484"/>
                  <a:pt x="-3740" y="106278"/>
                  <a:pt x="603" y="103594"/>
                </a:cubicBezTo>
                <a:cubicBezTo>
                  <a:pt x="2143" y="102641"/>
                  <a:pt x="3414" y="97575"/>
                  <a:pt x="3427" y="92334"/>
                </a:cubicBezTo>
                <a:cubicBezTo>
                  <a:pt x="3448" y="83428"/>
                  <a:pt x="4333" y="82366"/>
                  <a:pt x="16980" y="76064"/>
                </a:cubicBezTo>
                <a:cubicBezTo>
                  <a:pt x="26201" y="71468"/>
                  <a:pt x="30266" y="67966"/>
                  <a:pt x="29744" y="65065"/>
                </a:cubicBezTo>
                <a:cubicBezTo>
                  <a:pt x="29324" y="62724"/>
                  <a:pt x="32518" y="54360"/>
                  <a:pt x="36843" y="46479"/>
                </a:cubicBezTo>
                <a:cubicBezTo>
                  <a:pt x="41168" y="38598"/>
                  <a:pt x="44707" y="30469"/>
                  <a:pt x="44707" y="28415"/>
                </a:cubicBezTo>
                <a:cubicBezTo>
                  <a:pt x="44707" y="25420"/>
                  <a:pt x="45659" y="25274"/>
                  <a:pt x="49507" y="27678"/>
                </a:cubicBezTo>
                <a:cubicBezTo>
                  <a:pt x="53370" y="30090"/>
                  <a:pt x="55603" y="29716"/>
                  <a:pt x="60947" y="25763"/>
                </a:cubicBezTo>
                <a:cubicBezTo>
                  <a:pt x="64599" y="23062"/>
                  <a:pt x="68819" y="18205"/>
                  <a:pt x="70323" y="14969"/>
                </a:cubicBezTo>
                <a:cubicBezTo>
                  <a:pt x="72821" y="9600"/>
                  <a:pt x="73567" y="9404"/>
                  <a:pt x="78890" y="12726"/>
                </a:cubicBezTo>
                <a:cubicBezTo>
                  <a:pt x="82096" y="14727"/>
                  <a:pt x="90941" y="17044"/>
                  <a:pt x="98544" y="17873"/>
                </a:cubicBezTo>
                <a:lnTo>
                  <a:pt x="112369" y="19382"/>
                </a:lnTo>
                <a:lnTo>
                  <a:pt x="111333" y="10510"/>
                </a:lnTo>
                <a:cubicBezTo>
                  <a:pt x="110680" y="4917"/>
                  <a:pt x="111503" y="1176"/>
                  <a:pt x="113560" y="387"/>
                </a:cubicBezTo>
                <a:cubicBezTo>
                  <a:pt x="117812" y="-1245"/>
                  <a:pt x="120015" y="2488"/>
                  <a:pt x="117960" y="7843"/>
                </a:cubicBezTo>
                <a:cubicBezTo>
                  <a:pt x="115692" y="13753"/>
                  <a:pt x="126829" y="25225"/>
                  <a:pt x="132949" y="23283"/>
                </a:cubicBezTo>
                <a:cubicBezTo>
                  <a:pt x="135529" y="22464"/>
                  <a:pt x="137639" y="22899"/>
                  <a:pt x="137639" y="24249"/>
                </a:cubicBezTo>
                <a:cubicBezTo>
                  <a:pt x="137639" y="25599"/>
                  <a:pt x="140039" y="27330"/>
                  <a:pt x="142971" y="28097"/>
                </a:cubicBezTo>
                <a:cubicBezTo>
                  <a:pt x="148037" y="29422"/>
                  <a:pt x="148102" y="29879"/>
                  <a:pt x="144280" y="37270"/>
                </a:cubicBezTo>
                <a:cubicBezTo>
                  <a:pt x="142067" y="41548"/>
                  <a:pt x="140954" y="46864"/>
                  <a:pt x="141806" y="49084"/>
                </a:cubicBezTo>
                <a:cubicBezTo>
                  <a:pt x="143608" y="53779"/>
                  <a:pt x="141808" y="54151"/>
                  <a:pt x="134976" y="50495"/>
                </a:cubicBezTo>
                <a:cubicBezTo>
                  <a:pt x="130992" y="48362"/>
                  <a:pt x="129272" y="49089"/>
                  <a:pt x="125814" y="54367"/>
                </a:cubicBezTo>
                <a:cubicBezTo>
                  <a:pt x="123473" y="57940"/>
                  <a:pt x="119948" y="60864"/>
                  <a:pt x="117982" y="60864"/>
                </a:cubicBezTo>
                <a:cubicBezTo>
                  <a:pt x="116015" y="60864"/>
                  <a:pt x="114406" y="62606"/>
                  <a:pt x="114406" y="64736"/>
                </a:cubicBezTo>
                <a:cubicBezTo>
                  <a:pt x="114406" y="66866"/>
                  <a:pt x="116060" y="68608"/>
                  <a:pt x="118081" y="68608"/>
                </a:cubicBezTo>
                <a:cubicBezTo>
                  <a:pt x="121214" y="68608"/>
                  <a:pt x="121185" y="69751"/>
                  <a:pt x="117880" y="76375"/>
                </a:cubicBezTo>
                <a:cubicBezTo>
                  <a:pt x="113557" y="85043"/>
                  <a:pt x="115262" y="99086"/>
                  <a:pt x="120902" y="101250"/>
                </a:cubicBezTo>
                <a:cubicBezTo>
                  <a:pt x="125974" y="103196"/>
                  <a:pt x="134577" y="97775"/>
                  <a:pt x="146578" y="85070"/>
                </a:cubicBezTo>
                <a:cubicBezTo>
                  <a:pt x="158352" y="72606"/>
                  <a:pt x="161996" y="71387"/>
                  <a:pt x="165866" y="78619"/>
                </a:cubicBezTo>
                <a:cubicBezTo>
                  <a:pt x="167980" y="82568"/>
                  <a:pt x="166683" y="85304"/>
                  <a:pt x="158858" y="93393"/>
                </a:cubicBezTo>
                <a:cubicBezTo>
                  <a:pt x="153577" y="98853"/>
                  <a:pt x="147613" y="103351"/>
                  <a:pt x="145606" y="103389"/>
                </a:cubicBezTo>
                <a:cubicBezTo>
                  <a:pt x="139218" y="103509"/>
                  <a:pt x="139670" y="109432"/>
                  <a:pt x="146405" y="113844"/>
                </a:cubicBezTo>
                <a:cubicBezTo>
                  <a:pt x="151813" y="117388"/>
                  <a:pt x="152650" y="119482"/>
                  <a:pt x="151373" y="126271"/>
                </a:cubicBezTo>
                <a:cubicBezTo>
                  <a:pt x="150529" y="130761"/>
                  <a:pt x="148255" y="136269"/>
                  <a:pt x="146320" y="138511"/>
                </a:cubicBezTo>
                <a:cubicBezTo>
                  <a:pt x="144385" y="140752"/>
                  <a:pt x="142802" y="146020"/>
                  <a:pt x="142802" y="150216"/>
                </a:cubicBezTo>
                <a:cubicBezTo>
                  <a:pt x="142802" y="155900"/>
                  <a:pt x="140890" y="158975"/>
                  <a:pt x="135305" y="162275"/>
                </a:cubicBezTo>
                <a:cubicBezTo>
                  <a:pt x="125481" y="168078"/>
                  <a:pt x="114663" y="168035"/>
                  <a:pt x="112825" y="162186"/>
                </a:cubicBezTo>
                <a:close/>
              </a:path>
            </a:pathLst>
          </a:custGeom>
          <a:solidFill>
            <a:srgbClr val="B9B9B9"/>
          </a:solidFill>
          <a:ln w="5163" cap="flat">
            <a:noFill/>
            <a:prstDash val="solid"/>
            <a:miter/>
          </a:ln>
        </p:spPr>
        <p:txBody>
          <a:bodyPr/>
          <a:lstStyle/>
          <a:p>
            <a:endParaRPr lang="es-419" noProof="0" dirty="0"/>
          </a:p>
        </p:txBody>
      </p:sp>
      <p:sp>
        <p:nvSpPr>
          <p:cNvPr id="74" name="Forma libre: forma 73">
            <a:extLst>
              <a:ext uri="{FF2B5EF4-FFF2-40B4-BE49-F238E27FC236}">
                <a16:creationId xmlns:a16="http://schemas.microsoft.com/office/drawing/2014/main" id="{B540D96A-7BE6-03CC-F072-3C0B569D298D}"/>
              </a:ext>
            </a:extLst>
          </p:cNvPr>
          <p:cNvSpPr/>
          <p:nvPr/>
        </p:nvSpPr>
        <p:spPr>
          <a:xfrm>
            <a:off x="1152549" y="1816032"/>
            <a:ext cx="278306" cy="369963"/>
          </a:xfrm>
          <a:custGeom>
            <a:avLst/>
            <a:gdLst>
              <a:gd name="csX0" fmla="*/ 34904 w 278306"/>
              <a:gd name="csY0" fmla="*/ 369743 h 369963"/>
              <a:gd name="csX1" fmla="*/ 30386 w 278306"/>
              <a:gd name="csY1" fmla="*/ 366534 h 369963"/>
              <a:gd name="csX2" fmla="*/ 24882 w 278306"/>
              <a:gd name="csY2" fmla="*/ 362569 h 369963"/>
              <a:gd name="csX3" fmla="*/ 21927 w 278306"/>
              <a:gd name="csY3" fmla="*/ 359169 h 369963"/>
              <a:gd name="csX4" fmla="*/ 27578 w 278306"/>
              <a:gd name="csY4" fmla="*/ 347996 h 369963"/>
              <a:gd name="csX5" fmla="*/ 35410 w 278306"/>
              <a:gd name="csY5" fmla="*/ 332463 h 369963"/>
              <a:gd name="csX6" fmla="*/ 46301 w 278306"/>
              <a:gd name="csY6" fmla="*/ 305733 h 369963"/>
              <a:gd name="csX7" fmla="*/ 51274 w 278306"/>
              <a:gd name="csY7" fmla="*/ 305469 h 369963"/>
              <a:gd name="csX8" fmla="*/ 85602 w 278306"/>
              <a:gd name="csY8" fmla="*/ 259605 h 369963"/>
              <a:gd name="csX9" fmla="*/ 77041 w 278306"/>
              <a:gd name="csY9" fmla="*/ 247151 h 369963"/>
              <a:gd name="csX10" fmla="*/ 56201 w 278306"/>
              <a:gd name="csY10" fmla="*/ 259540 h 369963"/>
              <a:gd name="csX11" fmla="*/ 43804 w 278306"/>
              <a:gd name="csY11" fmla="*/ 271918 h 369963"/>
              <a:gd name="csX12" fmla="*/ 42369 w 278306"/>
              <a:gd name="csY12" fmla="*/ 249815 h 369963"/>
              <a:gd name="csX13" fmla="*/ 41724 w 278306"/>
              <a:gd name="csY13" fmla="*/ 231013 h 369963"/>
              <a:gd name="csX14" fmla="*/ 29106 w 278306"/>
              <a:gd name="csY14" fmla="*/ 240028 h 369963"/>
              <a:gd name="csX15" fmla="*/ 22444 w 278306"/>
              <a:gd name="csY15" fmla="*/ 254379 h 369963"/>
              <a:gd name="csX16" fmla="*/ 24802 w 278306"/>
              <a:gd name="csY16" fmla="*/ 241025 h 369963"/>
              <a:gd name="csX17" fmla="*/ 33753 w 278306"/>
              <a:gd name="csY17" fmla="*/ 223416 h 369963"/>
              <a:gd name="csX18" fmla="*/ 20060 w 278306"/>
              <a:gd name="csY18" fmla="*/ 211002 h 369963"/>
              <a:gd name="csX19" fmla="*/ 12798 w 278306"/>
              <a:gd name="csY19" fmla="*/ 218762 h 369963"/>
              <a:gd name="csX20" fmla="*/ 14913 w 278306"/>
              <a:gd name="csY20" fmla="*/ 227151 h 369963"/>
              <a:gd name="csX21" fmla="*/ 17013 w 278306"/>
              <a:gd name="csY21" fmla="*/ 232960 h 369963"/>
              <a:gd name="csX22" fmla="*/ 9735 w 278306"/>
              <a:gd name="csY22" fmla="*/ 237857 h 369963"/>
              <a:gd name="csX23" fmla="*/ 1293 w 278306"/>
              <a:gd name="csY23" fmla="*/ 233984 h 369963"/>
              <a:gd name="csX24" fmla="*/ 5050 w 278306"/>
              <a:gd name="csY24" fmla="*/ 166825 h 369963"/>
              <a:gd name="csX25" fmla="*/ 13098 w 278306"/>
              <a:gd name="csY25" fmla="*/ 148470 h 369963"/>
              <a:gd name="csX26" fmla="*/ 17479 w 278306"/>
              <a:gd name="csY26" fmla="*/ 142324 h 369963"/>
              <a:gd name="csX27" fmla="*/ 23957 w 278306"/>
              <a:gd name="csY27" fmla="*/ 139382 h 369963"/>
              <a:gd name="csX28" fmla="*/ 29365 w 278306"/>
              <a:gd name="csY28" fmla="*/ 127120 h 369963"/>
              <a:gd name="csX29" fmla="*/ 37749 w 278306"/>
              <a:gd name="csY29" fmla="*/ 97729 h 369963"/>
              <a:gd name="csX30" fmla="*/ 49507 w 278306"/>
              <a:gd name="csY30" fmla="*/ 88122 h 369963"/>
              <a:gd name="csX31" fmla="*/ 58774 w 278306"/>
              <a:gd name="csY31" fmla="*/ 77796 h 369963"/>
              <a:gd name="csX32" fmla="*/ 64863 w 278306"/>
              <a:gd name="csY32" fmla="*/ 68721 h 369963"/>
              <a:gd name="csX33" fmla="*/ 80119 w 278306"/>
              <a:gd name="csY33" fmla="*/ 65404 h 369963"/>
              <a:gd name="csX34" fmla="*/ 105248 w 278306"/>
              <a:gd name="csY34" fmla="*/ 69057 h 369963"/>
              <a:gd name="csX35" fmla="*/ 132354 w 278306"/>
              <a:gd name="csY35" fmla="*/ 69793 h 369963"/>
              <a:gd name="csX36" fmla="*/ 147842 w 278306"/>
              <a:gd name="csY36" fmla="*/ 68392 h 369963"/>
              <a:gd name="csX37" fmla="*/ 148600 w 278306"/>
              <a:gd name="csY37" fmla="*/ 51194 h 369963"/>
              <a:gd name="csX38" fmla="*/ 143045 w 278306"/>
              <a:gd name="csY38" fmla="*/ 18458 h 369963"/>
              <a:gd name="csX39" fmla="*/ 138200 w 278306"/>
              <a:gd name="csY39" fmla="*/ 1452 h 369963"/>
              <a:gd name="csX40" fmla="*/ 176238 w 278306"/>
              <a:gd name="csY40" fmla="*/ 4099 h 369963"/>
              <a:gd name="csX41" fmla="*/ 200117 w 278306"/>
              <a:gd name="csY41" fmla="*/ 11594 h 369963"/>
              <a:gd name="csX42" fmla="*/ 208506 w 278306"/>
              <a:gd name="csY42" fmla="*/ 17328 h 369963"/>
              <a:gd name="csX43" fmla="*/ 213126 w 278306"/>
              <a:gd name="csY43" fmla="*/ 22327 h 369963"/>
              <a:gd name="csX44" fmla="*/ 220224 w 278306"/>
              <a:gd name="csY44" fmla="*/ 29184 h 369963"/>
              <a:gd name="csX45" fmla="*/ 234966 w 278306"/>
              <a:gd name="csY45" fmla="*/ 33975 h 369963"/>
              <a:gd name="csX46" fmla="*/ 247228 w 278306"/>
              <a:gd name="csY46" fmla="*/ 35904 h 369963"/>
              <a:gd name="csX47" fmla="*/ 256714 w 278306"/>
              <a:gd name="csY47" fmla="*/ 49191 h 369963"/>
              <a:gd name="csX48" fmla="*/ 272203 w 278306"/>
              <a:gd name="csY48" fmla="*/ 58184 h 369963"/>
              <a:gd name="csX49" fmla="*/ 271714 w 278306"/>
              <a:gd name="csY49" fmla="*/ 67589 h 369963"/>
              <a:gd name="csX50" fmla="*/ 263105 w 278306"/>
              <a:gd name="csY50" fmla="*/ 78504 h 369963"/>
              <a:gd name="csX51" fmla="*/ 254303 w 278306"/>
              <a:gd name="csY51" fmla="*/ 85750 h 369963"/>
              <a:gd name="csX52" fmla="*/ 246105 w 278306"/>
              <a:gd name="csY52" fmla="*/ 101699 h 369963"/>
              <a:gd name="csX53" fmla="*/ 227494 w 278306"/>
              <a:gd name="csY53" fmla="*/ 130702 h 369963"/>
              <a:gd name="csX54" fmla="*/ 183924 w 278306"/>
              <a:gd name="csY54" fmla="*/ 160034 h 369963"/>
              <a:gd name="csX55" fmla="*/ 153537 w 278306"/>
              <a:gd name="csY55" fmla="*/ 173778 h 369963"/>
              <a:gd name="csX56" fmla="*/ 157053 w 278306"/>
              <a:gd name="csY56" fmla="*/ 181528 h 369963"/>
              <a:gd name="csX57" fmla="*/ 160436 w 278306"/>
              <a:gd name="csY57" fmla="*/ 193225 h 369963"/>
              <a:gd name="csX58" fmla="*/ 180263 w 278306"/>
              <a:gd name="csY58" fmla="*/ 225950 h 369963"/>
              <a:gd name="csX59" fmla="*/ 194663 w 278306"/>
              <a:gd name="csY59" fmla="*/ 239264 h 369963"/>
              <a:gd name="csX60" fmla="*/ 204770 w 278306"/>
              <a:gd name="csY60" fmla="*/ 247088 h 369963"/>
              <a:gd name="csX61" fmla="*/ 210897 w 278306"/>
              <a:gd name="csY61" fmla="*/ 244424 h 369963"/>
              <a:gd name="csX62" fmla="*/ 229158 w 278306"/>
              <a:gd name="csY62" fmla="*/ 228391 h 369963"/>
              <a:gd name="csX63" fmla="*/ 234321 w 278306"/>
              <a:gd name="csY63" fmla="*/ 228442 h 369963"/>
              <a:gd name="csX64" fmla="*/ 234966 w 278306"/>
              <a:gd name="csY64" fmla="*/ 250091 h 369963"/>
              <a:gd name="csX65" fmla="*/ 235014 w 278306"/>
              <a:gd name="csY65" fmla="*/ 261191 h 369963"/>
              <a:gd name="csX66" fmla="*/ 230353 w 278306"/>
              <a:gd name="csY66" fmla="*/ 300578 h 369963"/>
              <a:gd name="csX67" fmla="*/ 224337 w 278306"/>
              <a:gd name="csY67" fmla="*/ 308123 h 369963"/>
              <a:gd name="csX68" fmla="*/ 215823 w 278306"/>
              <a:gd name="csY68" fmla="*/ 299799 h 369963"/>
              <a:gd name="csX69" fmla="*/ 202099 w 278306"/>
              <a:gd name="csY69" fmla="*/ 292094 h 369963"/>
              <a:gd name="csX70" fmla="*/ 185246 w 278306"/>
              <a:gd name="csY70" fmla="*/ 278805 h 369963"/>
              <a:gd name="csX71" fmla="*/ 173928 w 278306"/>
              <a:gd name="csY71" fmla="*/ 260086 h 369963"/>
              <a:gd name="csX72" fmla="*/ 159486 w 278306"/>
              <a:gd name="csY72" fmla="*/ 251642 h 369963"/>
              <a:gd name="csX73" fmla="*/ 135920 w 278306"/>
              <a:gd name="csY73" fmla="*/ 263292 h 369963"/>
              <a:gd name="csX74" fmla="*/ 128496 w 278306"/>
              <a:gd name="csY74" fmla="*/ 268428 h 369963"/>
              <a:gd name="csX75" fmla="*/ 118324 w 278306"/>
              <a:gd name="csY75" fmla="*/ 277403 h 369963"/>
              <a:gd name="csX76" fmla="*/ 102749 w 278306"/>
              <a:gd name="csY76" fmla="*/ 302843 h 369963"/>
              <a:gd name="csX77" fmla="*/ 111986 w 278306"/>
              <a:gd name="csY77" fmla="*/ 325389 h 369963"/>
              <a:gd name="csX78" fmla="*/ 124791 w 278306"/>
              <a:gd name="csY78" fmla="*/ 345325 h 369963"/>
              <a:gd name="csX79" fmla="*/ 112525 w 278306"/>
              <a:gd name="csY79" fmla="*/ 358252 h 369963"/>
              <a:gd name="csX80" fmla="*/ 61364 w 278306"/>
              <a:gd name="csY80" fmla="*/ 367059 h 369963"/>
              <a:gd name="csX81" fmla="*/ 45875 w 278306"/>
              <a:gd name="csY81" fmla="*/ 368630 h 369963"/>
              <a:gd name="csX82" fmla="*/ 34904 w 278306"/>
              <a:gd name="csY82" fmla="*/ 369743 h 3699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Lst>
            <a:rect l="l" t="t" r="r" b="b"/>
            <a:pathLst>
              <a:path w="278306" h="369963">
                <a:moveTo>
                  <a:pt x="34904" y="369743"/>
                </a:moveTo>
                <a:cubicBezTo>
                  <a:pt x="32419" y="369198"/>
                  <a:pt x="30386" y="367754"/>
                  <a:pt x="30386" y="366534"/>
                </a:cubicBezTo>
                <a:cubicBezTo>
                  <a:pt x="30386" y="365314"/>
                  <a:pt x="27909" y="363530"/>
                  <a:pt x="24882" y="362569"/>
                </a:cubicBezTo>
                <a:cubicBezTo>
                  <a:pt x="21855" y="361609"/>
                  <a:pt x="20525" y="360078"/>
                  <a:pt x="21927" y="359169"/>
                </a:cubicBezTo>
                <a:cubicBezTo>
                  <a:pt x="23328" y="358259"/>
                  <a:pt x="25871" y="353231"/>
                  <a:pt x="27578" y="347996"/>
                </a:cubicBezTo>
                <a:cubicBezTo>
                  <a:pt x="29284" y="342760"/>
                  <a:pt x="32809" y="335771"/>
                  <a:pt x="35410" y="332463"/>
                </a:cubicBezTo>
                <a:cubicBezTo>
                  <a:pt x="41776" y="324371"/>
                  <a:pt x="48428" y="308044"/>
                  <a:pt x="46301" y="305733"/>
                </a:cubicBezTo>
                <a:cubicBezTo>
                  <a:pt x="45357" y="304708"/>
                  <a:pt x="47595" y="304589"/>
                  <a:pt x="51274" y="305469"/>
                </a:cubicBezTo>
                <a:cubicBezTo>
                  <a:pt x="65489" y="308870"/>
                  <a:pt x="84946" y="282874"/>
                  <a:pt x="85602" y="259605"/>
                </a:cubicBezTo>
                <a:cubicBezTo>
                  <a:pt x="85868" y="250143"/>
                  <a:pt x="85296" y="249310"/>
                  <a:pt x="77041" y="247151"/>
                </a:cubicBezTo>
                <a:cubicBezTo>
                  <a:pt x="64390" y="243842"/>
                  <a:pt x="56201" y="248710"/>
                  <a:pt x="56201" y="259540"/>
                </a:cubicBezTo>
                <a:cubicBezTo>
                  <a:pt x="56201" y="269382"/>
                  <a:pt x="51616" y="273960"/>
                  <a:pt x="43804" y="271918"/>
                </a:cubicBezTo>
                <a:cubicBezTo>
                  <a:pt x="37009" y="270141"/>
                  <a:pt x="36944" y="269149"/>
                  <a:pt x="42369" y="249815"/>
                </a:cubicBezTo>
                <a:cubicBezTo>
                  <a:pt x="46434" y="235327"/>
                  <a:pt x="46408" y="234559"/>
                  <a:pt x="41724" y="231013"/>
                </a:cubicBezTo>
                <a:cubicBezTo>
                  <a:pt x="34464" y="225517"/>
                  <a:pt x="33758" y="226021"/>
                  <a:pt x="29106" y="240028"/>
                </a:cubicBezTo>
                <a:cubicBezTo>
                  <a:pt x="26753" y="247111"/>
                  <a:pt x="23756" y="253568"/>
                  <a:pt x="22444" y="254379"/>
                </a:cubicBezTo>
                <a:cubicBezTo>
                  <a:pt x="19454" y="256227"/>
                  <a:pt x="19357" y="256781"/>
                  <a:pt x="24802" y="241025"/>
                </a:cubicBezTo>
                <a:cubicBezTo>
                  <a:pt x="27318" y="233748"/>
                  <a:pt x="31345" y="225823"/>
                  <a:pt x="33753" y="223416"/>
                </a:cubicBezTo>
                <a:cubicBezTo>
                  <a:pt x="41536" y="215633"/>
                  <a:pt x="38403" y="212792"/>
                  <a:pt x="20060" y="211002"/>
                </a:cubicBezTo>
                <a:cubicBezTo>
                  <a:pt x="14508" y="210460"/>
                  <a:pt x="13494" y="211544"/>
                  <a:pt x="12798" y="218762"/>
                </a:cubicBezTo>
                <a:cubicBezTo>
                  <a:pt x="12315" y="223766"/>
                  <a:pt x="13169" y="227151"/>
                  <a:pt x="14913" y="227151"/>
                </a:cubicBezTo>
                <a:cubicBezTo>
                  <a:pt x="16522" y="227151"/>
                  <a:pt x="17467" y="229765"/>
                  <a:pt x="17013" y="232960"/>
                </a:cubicBezTo>
                <a:cubicBezTo>
                  <a:pt x="16365" y="237521"/>
                  <a:pt x="14803" y="238572"/>
                  <a:pt x="9735" y="237857"/>
                </a:cubicBezTo>
                <a:cubicBezTo>
                  <a:pt x="6185" y="237355"/>
                  <a:pt x="2386" y="235613"/>
                  <a:pt x="1293" y="233984"/>
                </a:cubicBezTo>
                <a:cubicBezTo>
                  <a:pt x="-1682" y="229553"/>
                  <a:pt x="858" y="184145"/>
                  <a:pt x="5050" y="166825"/>
                </a:cubicBezTo>
                <a:cubicBezTo>
                  <a:pt x="7067" y="158491"/>
                  <a:pt x="10689" y="150232"/>
                  <a:pt x="13098" y="148470"/>
                </a:cubicBezTo>
                <a:cubicBezTo>
                  <a:pt x="15508" y="146708"/>
                  <a:pt x="17479" y="143943"/>
                  <a:pt x="17479" y="142324"/>
                </a:cubicBezTo>
                <a:cubicBezTo>
                  <a:pt x="17479" y="140706"/>
                  <a:pt x="20394" y="139382"/>
                  <a:pt x="23957" y="139382"/>
                </a:cubicBezTo>
                <a:cubicBezTo>
                  <a:pt x="30115" y="139382"/>
                  <a:pt x="30383" y="138776"/>
                  <a:pt x="29365" y="127120"/>
                </a:cubicBezTo>
                <a:cubicBezTo>
                  <a:pt x="27807" y="109281"/>
                  <a:pt x="29957" y="101744"/>
                  <a:pt x="37749" y="97729"/>
                </a:cubicBezTo>
                <a:cubicBezTo>
                  <a:pt x="41508" y="95792"/>
                  <a:pt x="46799" y="91468"/>
                  <a:pt x="49507" y="88122"/>
                </a:cubicBezTo>
                <a:cubicBezTo>
                  <a:pt x="52214" y="84775"/>
                  <a:pt x="56385" y="80128"/>
                  <a:pt x="58774" y="77796"/>
                </a:cubicBezTo>
                <a:cubicBezTo>
                  <a:pt x="61163" y="75463"/>
                  <a:pt x="63903" y="71380"/>
                  <a:pt x="64863" y="68721"/>
                </a:cubicBezTo>
                <a:cubicBezTo>
                  <a:pt x="66368" y="64550"/>
                  <a:pt x="68459" y="64095"/>
                  <a:pt x="80119" y="65404"/>
                </a:cubicBezTo>
                <a:cubicBezTo>
                  <a:pt x="87551" y="66238"/>
                  <a:pt x="98859" y="67882"/>
                  <a:pt x="105248" y="69057"/>
                </a:cubicBezTo>
                <a:cubicBezTo>
                  <a:pt x="111637" y="70233"/>
                  <a:pt x="123835" y="70564"/>
                  <a:pt x="132354" y="69793"/>
                </a:cubicBezTo>
                <a:lnTo>
                  <a:pt x="147842" y="68392"/>
                </a:lnTo>
                <a:lnTo>
                  <a:pt x="148600" y="51194"/>
                </a:lnTo>
                <a:cubicBezTo>
                  <a:pt x="149196" y="37679"/>
                  <a:pt x="148006" y="30668"/>
                  <a:pt x="143045" y="18458"/>
                </a:cubicBezTo>
                <a:cubicBezTo>
                  <a:pt x="139573" y="9912"/>
                  <a:pt x="137392" y="2259"/>
                  <a:pt x="138200" y="1452"/>
                </a:cubicBezTo>
                <a:cubicBezTo>
                  <a:pt x="141102" y="-1451"/>
                  <a:pt x="166125" y="290"/>
                  <a:pt x="176238" y="4099"/>
                </a:cubicBezTo>
                <a:cubicBezTo>
                  <a:pt x="189419" y="9062"/>
                  <a:pt x="190086" y="9272"/>
                  <a:pt x="200117" y="11594"/>
                </a:cubicBezTo>
                <a:cubicBezTo>
                  <a:pt x="204892" y="12700"/>
                  <a:pt x="208506" y="15170"/>
                  <a:pt x="208506" y="17328"/>
                </a:cubicBezTo>
                <a:cubicBezTo>
                  <a:pt x="208506" y="19413"/>
                  <a:pt x="210585" y="21662"/>
                  <a:pt x="213126" y="22327"/>
                </a:cubicBezTo>
                <a:cubicBezTo>
                  <a:pt x="215666" y="22991"/>
                  <a:pt x="218861" y="26077"/>
                  <a:pt x="220224" y="29184"/>
                </a:cubicBezTo>
                <a:cubicBezTo>
                  <a:pt x="222363" y="34057"/>
                  <a:pt x="224390" y="34715"/>
                  <a:pt x="234966" y="33975"/>
                </a:cubicBezTo>
                <a:cubicBezTo>
                  <a:pt x="242553" y="33444"/>
                  <a:pt x="247228" y="34179"/>
                  <a:pt x="247228" y="35904"/>
                </a:cubicBezTo>
                <a:cubicBezTo>
                  <a:pt x="247228" y="37437"/>
                  <a:pt x="251497" y="43416"/>
                  <a:pt x="256714" y="49191"/>
                </a:cubicBezTo>
                <a:cubicBezTo>
                  <a:pt x="264193" y="57469"/>
                  <a:pt x="267470" y="59372"/>
                  <a:pt x="272203" y="58184"/>
                </a:cubicBezTo>
                <a:cubicBezTo>
                  <a:pt x="280616" y="56072"/>
                  <a:pt x="280219" y="63714"/>
                  <a:pt x="271714" y="67589"/>
                </a:cubicBezTo>
                <a:cubicBezTo>
                  <a:pt x="267863" y="69343"/>
                  <a:pt x="264361" y="73784"/>
                  <a:pt x="263105" y="78504"/>
                </a:cubicBezTo>
                <a:cubicBezTo>
                  <a:pt x="261351" y="85098"/>
                  <a:pt x="259842" y="86340"/>
                  <a:pt x="254303" y="85750"/>
                </a:cubicBezTo>
                <a:cubicBezTo>
                  <a:pt x="246592" y="84928"/>
                  <a:pt x="243436" y="91067"/>
                  <a:pt x="246105" y="101699"/>
                </a:cubicBezTo>
                <a:cubicBezTo>
                  <a:pt x="247533" y="107389"/>
                  <a:pt x="244867" y="111544"/>
                  <a:pt x="227494" y="130702"/>
                </a:cubicBezTo>
                <a:cubicBezTo>
                  <a:pt x="207371" y="152893"/>
                  <a:pt x="196764" y="160034"/>
                  <a:pt x="183924" y="160034"/>
                </a:cubicBezTo>
                <a:cubicBezTo>
                  <a:pt x="175394" y="160034"/>
                  <a:pt x="155328" y="169109"/>
                  <a:pt x="153537" y="173778"/>
                </a:cubicBezTo>
                <a:cubicBezTo>
                  <a:pt x="152784" y="175740"/>
                  <a:pt x="154366" y="179227"/>
                  <a:pt x="157053" y="181528"/>
                </a:cubicBezTo>
                <a:cubicBezTo>
                  <a:pt x="160618" y="184580"/>
                  <a:pt x="161532" y="187741"/>
                  <a:pt x="160436" y="193225"/>
                </a:cubicBezTo>
                <a:cubicBezTo>
                  <a:pt x="158065" y="205081"/>
                  <a:pt x="165477" y="217314"/>
                  <a:pt x="180263" y="225950"/>
                </a:cubicBezTo>
                <a:cubicBezTo>
                  <a:pt x="187814" y="230360"/>
                  <a:pt x="193823" y="235916"/>
                  <a:pt x="194663" y="239264"/>
                </a:cubicBezTo>
                <a:cubicBezTo>
                  <a:pt x="196711" y="247420"/>
                  <a:pt x="202826" y="252154"/>
                  <a:pt x="204770" y="247088"/>
                </a:cubicBezTo>
                <a:cubicBezTo>
                  <a:pt x="205617" y="244882"/>
                  <a:pt x="208258" y="243734"/>
                  <a:pt x="210897" y="244424"/>
                </a:cubicBezTo>
                <a:cubicBezTo>
                  <a:pt x="216566" y="245906"/>
                  <a:pt x="229158" y="234851"/>
                  <a:pt x="229158" y="228391"/>
                </a:cubicBezTo>
                <a:cubicBezTo>
                  <a:pt x="229158" y="223967"/>
                  <a:pt x="229378" y="223969"/>
                  <a:pt x="234321" y="228442"/>
                </a:cubicBezTo>
                <a:cubicBezTo>
                  <a:pt x="240730" y="234242"/>
                  <a:pt x="241099" y="246636"/>
                  <a:pt x="234966" y="250091"/>
                </a:cubicBezTo>
                <a:cubicBezTo>
                  <a:pt x="230667" y="252513"/>
                  <a:pt x="230669" y="253050"/>
                  <a:pt x="235014" y="261191"/>
                </a:cubicBezTo>
                <a:cubicBezTo>
                  <a:pt x="240871" y="272165"/>
                  <a:pt x="238755" y="290041"/>
                  <a:pt x="230353" y="300578"/>
                </a:cubicBezTo>
                <a:lnTo>
                  <a:pt x="224337" y="308123"/>
                </a:lnTo>
                <a:lnTo>
                  <a:pt x="215823" y="299799"/>
                </a:lnTo>
                <a:cubicBezTo>
                  <a:pt x="210927" y="295013"/>
                  <a:pt x="205095" y="291738"/>
                  <a:pt x="202099" y="292094"/>
                </a:cubicBezTo>
                <a:cubicBezTo>
                  <a:pt x="194035" y="293052"/>
                  <a:pt x="185277" y="286146"/>
                  <a:pt x="185246" y="278805"/>
                </a:cubicBezTo>
                <a:cubicBezTo>
                  <a:pt x="185229" y="274767"/>
                  <a:pt x="180965" y="267715"/>
                  <a:pt x="173928" y="260086"/>
                </a:cubicBezTo>
                <a:cubicBezTo>
                  <a:pt x="164333" y="249682"/>
                  <a:pt x="162165" y="248415"/>
                  <a:pt x="159486" y="251642"/>
                </a:cubicBezTo>
                <a:cubicBezTo>
                  <a:pt x="155362" y="256612"/>
                  <a:pt x="141849" y="263292"/>
                  <a:pt x="135920" y="263292"/>
                </a:cubicBezTo>
                <a:cubicBezTo>
                  <a:pt x="133348" y="263292"/>
                  <a:pt x="130007" y="265603"/>
                  <a:pt x="128496" y="268428"/>
                </a:cubicBezTo>
                <a:cubicBezTo>
                  <a:pt x="126984" y="271253"/>
                  <a:pt x="122406" y="275292"/>
                  <a:pt x="118324" y="277403"/>
                </a:cubicBezTo>
                <a:cubicBezTo>
                  <a:pt x="105333" y="284120"/>
                  <a:pt x="102661" y="288486"/>
                  <a:pt x="102749" y="302843"/>
                </a:cubicBezTo>
                <a:cubicBezTo>
                  <a:pt x="102826" y="315405"/>
                  <a:pt x="106784" y="325066"/>
                  <a:pt x="111986" y="325389"/>
                </a:cubicBezTo>
                <a:cubicBezTo>
                  <a:pt x="116589" y="325676"/>
                  <a:pt x="126252" y="340721"/>
                  <a:pt x="124791" y="345325"/>
                </a:cubicBezTo>
                <a:cubicBezTo>
                  <a:pt x="123983" y="347870"/>
                  <a:pt x="118463" y="353688"/>
                  <a:pt x="112525" y="358252"/>
                </a:cubicBezTo>
                <a:cubicBezTo>
                  <a:pt x="101535" y="366699"/>
                  <a:pt x="89725" y="368732"/>
                  <a:pt x="61364" y="367059"/>
                </a:cubicBezTo>
                <a:cubicBezTo>
                  <a:pt x="56394" y="366766"/>
                  <a:pt x="49424" y="367473"/>
                  <a:pt x="45875" y="368630"/>
                </a:cubicBezTo>
                <a:cubicBezTo>
                  <a:pt x="42325" y="369787"/>
                  <a:pt x="37388" y="370288"/>
                  <a:pt x="34904" y="369743"/>
                </a:cubicBezTo>
                <a:close/>
              </a:path>
            </a:pathLst>
          </a:custGeom>
          <a:solidFill>
            <a:srgbClr val="B9B9B9"/>
          </a:solidFill>
          <a:ln w="5163" cap="flat">
            <a:noFill/>
            <a:prstDash val="solid"/>
            <a:miter/>
          </a:ln>
        </p:spPr>
        <p:txBody>
          <a:bodyPr/>
          <a:lstStyle/>
          <a:p>
            <a:endParaRPr lang="es-419" noProof="0" dirty="0"/>
          </a:p>
        </p:txBody>
      </p:sp>
      <p:grpSp>
        <p:nvGrpSpPr>
          <p:cNvPr id="75" name="Gráfico 39">
            <a:extLst>
              <a:ext uri="{FF2B5EF4-FFF2-40B4-BE49-F238E27FC236}">
                <a16:creationId xmlns:a16="http://schemas.microsoft.com/office/drawing/2014/main" id="{555943EF-0A4B-9DB6-7CF2-88BBE8755C30}"/>
              </a:ext>
            </a:extLst>
          </p:cNvPr>
          <p:cNvGrpSpPr/>
          <p:nvPr/>
        </p:nvGrpSpPr>
        <p:grpSpPr>
          <a:xfrm>
            <a:off x="1634957" y="2069316"/>
            <a:ext cx="438046" cy="474569"/>
            <a:chOff x="1634957" y="2069316"/>
            <a:chExt cx="438046" cy="474569"/>
          </a:xfrm>
        </p:grpSpPr>
        <p:sp>
          <p:nvSpPr>
            <p:cNvPr id="76" name="Forma libre: forma 75">
              <a:extLst>
                <a:ext uri="{FF2B5EF4-FFF2-40B4-BE49-F238E27FC236}">
                  <a16:creationId xmlns:a16="http://schemas.microsoft.com/office/drawing/2014/main" id="{360F678C-E7FF-5947-14FE-F322B8B4877E}"/>
                </a:ext>
              </a:extLst>
            </p:cNvPr>
            <p:cNvSpPr/>
            <p:nvPr/>
          </p:nvSpPr>
          <p:spPr>
            <a:xfrm>
              <a:off x="1634957" y="2069316"/>
              <a:ext cx="438046" cy="474569"/>
            </a:xfrm>
            <a:custGeom>
              <a:avLst/>
              <a:gdLst>
                <a:gd name="csX0" fmla="*/ 332739 w 438046"/>
                <a:gd name="csY0" fmla="*/ 469202 h 474569"/>
                <a:gd name="csX1" fmla="*/ 324349 w 438046"/>
                <a:gd name="csY1" fmla="*/ 460541 h 474569"/>
                <a:gd name="csX2" fmla="*/ 306954 w 438046"/>
                <a:gd name="csY2" fmla="*/ 447652 h 474569"/>
                <a:gd name="csX3" fmla="*/ 301522 w 438046"/>
                <a:gd name="csY3" fmla="*/ 436095 h 474569"/>
                <a:gd name="csX4" fmla="*/ 298287 w 438046"/>
                <a:gd name="csY4" fmla="*/ 425621 h 474569"/>
                <a:gd name="csX5" fmla="*/ 291436 w 438046"/>
                <a:gd name="csY5" fmla="*/ 429493 h 474569"/>
                <a:gd name="csX6" fmla="*/ 284162 w 438046"/>
                <a:gd name="csY6" fmla="*/ 433365 h 474569"/>
                <a:gd name="csX7" fmla="*/ 273181 w 438046"/>
                <a:gd name="csY7" fmla="*/ 439996 h 474569"/>
                <a:gd name="csX8" fmla="*/ 246542 w 438046"/>
                <a:gd name="csY8" fmla="*/ 415677 h 474569"/>
                <a:gd name="csX9" fmla="*/ 247543 w 438046"/>
                <a:gd name="csY9" fmla="*/ 398488 h 474569"/>
                <a:gd name="csX10" fmla="*/ 227242 w 438046"/>
                <a:gd name="csY10" fmla="*/ 385770 h 474569"/>
                <a:gd name="csX11" fmla="*/ 216574 w 438046"/>
                <a:gd name="csY11" fmla="*/ 384267 h 474569"/>
                <a:gd name="csX12" fmla="*/ 211411 w 438046"/>
                <a:gd name="csY12" fmla="*/ 381736 h 474569"/>
                <a:gd name="csX13" fmla="*/ 206248 w 438046"/>
                <a:gd name="csY13" fmla="*/ 377864 h 474569"/>
                <a:gd name="csX14" fmla="*/ 201085 w 438046"/>
                <a:gd name="csY14" fmla="*/ 368829 h 474569"/>
                <a:gd name="csX15" fmla="*/ 195840 w 438046"/>
                <a:gd name="csY15" fmla="*/ 360439 h 474569"/>
                <a:gd name="csX16" fmla="*/ 179383 w 438046"/>
                <a:gd name="csY16" fmla="*/ 344572 h 474569"/>
                <a:gd name="csX17" fmla="*/ 166056 w 438046"/>
                <a:gd name="csY17" fmla="*/ 347532 h 474569"/>
                <a:gd name="csX18" fmla="*/ 162127 w 438046"/>
                <a:gd name="csY18" fmla="*/ 363514 h 474569"/>
                <a:gd name="csX19" fmla="*/ 156676 w 438046"/>
                <a:gd name="csY19" fmla="*/ 372397 h 474569"/>
                <a:gd name="csX20" fmla="*/ 152333 w 438046"/>
                <a:gd name="csY20" fmla="*/ 366640 h 474569"/>
                <a:gd name="csX21" fmla="*/ 138487 w 438046"/>
                <a:gd name="csY21" fmla="*/ 364853 h 474569"/>
                <a:gd name="csX22" fmla="*/ 126312 w 438046"/>
                <a:gd name="csY22" fmla="*/ 363833 h 474569"/>
                <a:gd name="csX23" fmla="*/ 123641 w 438046"/>
                <a:gd name="csY23" fmla="*/ 355006 h 474569"/>
                <a:gd name="csX24" fmla="*/ 115723 w 438046"/>
                <a:gd name="csY24" fmla="*/ 349430 h 474569"/>
                <a:gd name="csX25" fmla="*/ 110493 w 438046"/>
                <a:gd name="csY25" fmla="*/ 333027 h 474569"/>
                <a:gd name="csX26" fmla="*/ 115897 w 438046"/>
                <a:gd name="csY26" fmla="*/ 317692 h 474569"/>
                <a:gd name="csX27" fmla="*/ 126868 w 438046"/>
                <a:gd name="csY27" fmla="*/ 306474 h 474569"/>
                <a:gd name="csX28" fmla="*/ 128005 w 438046"/>
                <a:gd name="csY28" fmla="*/ 290864 h 474569"/>
                <a:gd name="csX29" fmla="*/ 107467 w 438046"/>
                <a:gd name="csY29" fmla="*/ 276906 h 474569"/>
                <a:gd name="csX30" fmla="*/ 125531 w 438046"/>
                <a:gd name="csY30" fmla="*/ 228226 h 474569"/>
                <a:gd name="csX31" fmla="*/ 128516 w 438046"/>
                <a:gd name="csY31" fmla="*/ 218872 h 474569"/>
                <a:gd name="csX32" fmla="*/ 122054 w 438046"/>
                <a:gd name="csY32" fmla="*/ 216563 h 474569"/>
                <a:gd name="csX33" fmla="*/ 112602 w 438046"/>
                <a:gd name="csY33" fmla="*/ 211354 h 474569"/>
                <a:gd name="csX34" fmla="*/ 97827 w 438046"/>
                <a:gd name="csY34" fmla="*/ 212411 h 474569"/>
                <a:gd name="csX35" fmla="*/ 87566 w 438046"/>
                <a:gd name="csY35" fmla="*/ 216588 h 474569"/>
                <a:gd name="csX36" fmla="*/ 80430 w 438046"/>
                <a:gd name="csY36" fmla="*/ 211038 h 474569"/>
                <a:gd name="csX37" fmla="*/ 79784 w 438046"/>
                <a:gd name="csY37" fmla="*/ 198453 h 474569"/>
                <a:gd name="csX38" fmla="*/ 82015 w 438046"/>
                <a:gd name="csY38" fmla="*/ 188949 h 474569"/>
                <a:gd name="csX39" fmla="*/ 89966 w 438046"/>
                <a:gd name="csY39" fmla="*/ 185629 h 474569"/>
                <a:gd name="csX40" fmla="*/ 87641 w 438046"/>
                <a:gd name="csY40" fmla="*/ 169636 h 474569"/>
                <a:gd name="csX41" fmla="*/ 79292 w 438046"/>
                <a:gd name="csY41" fmla="*/ 156728 h 474569"/>
                <a:gd name="csX42" fmla="*/ 72462 w 438046"/>
                <a:gd name="csY42" fmla="*/ 148956 h 474569"/>
                <a:gd name="csX43" fmla="*/ 56524 w 438046"/>
                <a:gd name="csY43" fmla="*/ 163920 h 474569"/>
                <a:gd name="csX44" fmla="*/ 52658 w 438046"/>
                <a:gd name="csY44" fmla="*/ 164900 h 474569"/>
                <a:gd name="csX45" fmla="*/ 39697 w 438046"/>
                <a:gd name="csY45" fmla="*/ 168628 h 474569"/>
                <a:gd name="csX46" fmla="*/ 26748 w 438046"/>
                <a:gd name="csY46" fmla="*/ 181448 h 474569"/>
                <a:gd name="csX47" fmla="*/ 16403 w 438046"/>
                <a:gd name="csY47" fmla="*/ 190289 h 474569"/>
                <a:gd name="csX48" fmla="*/ 7343 w 438046"/>
                <a:gd name="csY48" fmla="*/ 186486 h 474569"/>
                <a:gd name="csX49" fmla="*/ 9965 w 438046"/>
                <a:gd name="csY49" fmla="*/ 170925 h 474569"/>
                <a:gd name="csX50" fmla="*/ 15158 w 438046"/>
                <a:gd name="csY50" fmla="*/ 162124 h 474569"/>
                <a:gd name="csX51" fmla="*/ 9381 w 438046"/>
                <a:gd name="csY51" fmla="*/ 159801 h 474569"/>
                <a:gd name="csX52" fmla="*/ 7807 w 438046"/>
                <a:gd name="csY52" fmla="*/ 157314 h 474569"/>
                <a:gd name="csX53" fmla="*/ 15681 w 438046"/>
                <a:gd name="csY53" fmla="*/ 151621 h 474569"/>
                <a:gd name="csX54" fmla="*/ 24691 w 438046"/>
                <a:gd name="csY54" fmla="*/ 148948 h 474569"/>
                <a:gd name="csX55" fmla="*/ 33291 w 438046"/>
                <a:gd name="csY55" fmla="*/ 142643 h 474569"/>
                <a:gd name="csX56" fmla="*/ 36252 w 438046"/>
                <a:gd name="csY56" fmla="*/ 130243 h 474569"/>
                <a:gd name="csX57" fmla="*/ 35959 w 438046"/>
                <a:gd name="csY57" fmla="*/ 119824 h 474569"/>
                <a:gd name="csX58" fmla="*/ 30417 w 438046"/>
                <a:gd name="csY58" fmla="*/ 117319 h 474569"/>
                <a:gd name="csX59" fmla="*/ 28128 w 438046"/>
                <a:gd name="csY59" fmla="*/ 114535 h 474569"/>
                <a:gd name="csX60" fmla="*/ 22780 w 438046"/>
                <a:gd name="csY60" fmla="*/ 112034 h 474569"/>
                <a:gd name="csX61" fmla="*/ 9335 w 438046"/>
                <a:gd name="csY61" fmla="*/ 100263 h 474569"/>
                <a:gd name="csX62" fmla="*/ 5316 w 438046"/>
                <a:gd name="csY62" fmla="*/ 85099 h 474569"/>
                <a:gd name="csX63" fmla="*/ 0 w 438046"/>
                <a:gd name="csY63" fmla="*/ 74899 h 474569"/>
                <a:gd name="csX64" fmla="*/ 5230 w 438046"/>
                <a:gd name="csY64" fmla="*/ 68250 h 474569"/>
                <a:gd name="csX65" fmla="*/ 8777 w 438046"/>
                <a:gd name="csY65" fmla="*/ 53938 h 474569"/>
                <a:gd name="csX66" fmla="*/ 11157 w 438046"/>
                <a:gd name="csY66" fmla="*/ 40474 h 474569"/>
                <a:gd name="csX67" fmla="*/ 15221 w 438046"/>
                <a:gd name="csY67" fmla="*/ 30361 h 474569"/>
                <a:gd name="csX68" fmla="*/ 19093 w 438046"/>
                <a:gd name="csY68" fmla="*/ 24563 h 474569"/>
                <a:gd name="csX69" fmla="*/ 13331 w 438046"/>
                <a:gd name="csY69" fmla="*/ 11391 h 474569"/>
                <a:gd name="csX70" fmla="*/ 15610 w 438046"/>
                <a:gd name="csY70" fmla="*/ 4739 h 474569"/>
                <a:gd name="csX71" fmla="*/ 24152 w 438046"/>
                <a:gd name="csY71" fmla="*/ 2431 h 474569"/>
                <a:gd name="csX72" fmla="*/ 42643 w 438046"/>
                <a:gd name="csY72" fmla="*/ 10008 h 474569"/>
                <a:gd name="csX73" fmla="*/ 58021 w 438046"/>
                <a:gd name="csY73" fmla="*/ 20333 h 474569"/>
                <a:gd name="csX74" fmla="*/ 76259 w 438046"/>
                <a:gd name="csY74" fmla="*/ 58909 h 474569"/>
                <a:gd name="csX75" fmla="*/ 87417 w 438046"/>
                <a:gd name="csY75" fmla="*/ 80908 h 474569"/>
                <a:gd name="csX76" fmla="*/ 99122 w 438046"/>
                <a:gd name="csY76" fmla="*/ 102996 h 474569"/>
                <a:gd name="csX77" fmla="*/ 103913 w 438046"/>
                <a:gd name="csY77" fmla="*/ 110684 h 474569"/>
                <a:gd name="csX78" fmla="*/ 102362 w 438046"/>
                <a:gd name="csY78" fmla="*/ 90033 h 474569"/>
                <a:gd name="csX79" fmla="*/ 92203 w 438046"/>
                <a:gd name="csY79" fmla="*/ 66799 h 474569"/>
                <a:gd name="csX80" fmla="*/ 83568 w 438046"/>
                <a:gd name="csY80" fmla="*/ 60346 h 474569"/>
                <a:gd name="csX81" fmla="*/ 86838 w 438046"/>
                <a:gd name="csY81" fmla="*/ 69381 h 474569"/>
                <a:gd name="csX82" fmla="*/ 85111 w 438046"/>
                <a:gd name="csY82" fmla="*/ 70354 h 474569"/>
                <a:gd name="csX83" fmla="*/ 81250 w 438046"/>
                <a:gd name="csY83" fmla="*/ 58738 h 474569"/>
                <a:gd name="csX84" fmla="*/ 73693 w 438046"/>
                <a:gd name="csY84" fmla="*/ 39979 h 474569"/>
                <a:gd name="csX85" fmla="*/ 66850 w 438046"/>
                <a:gd name="csY85" fmla="*/ 27201 h 474569"/>
                <a:gd name="csX86" fmla="*/ 80920 w 438046"/>
                <a:gd name="csY86" fmla="*/ 44489 h 474569"/>
                <a:gd name="csX87" fmla="*/ 99162 w 438046"/>
                <a:gd name="csY87" fmla="*/ 64586 h 474569"/>
                <a:gd name="csX88" fmla="*/ 107565 w 438046"/>
                <a:gd name="csY88" fmla="*/ 86419 h 474569"/>
                <a:gd name="csX89" fmla="*/ 116108 w 438046"/>
                <a:gd name="csY89" fmla="*/ 138203 h 474569"/>
                <a:gd name="csX90" fmla="*/ 121060 w 438046"/>
                <a:gd name="csY90" fmla="*/ 151411 h 474569"/>
                <a:gd name="csX91" fmla="*/ 135828 w 438046"/>
                <a:gd name="csY91" fmla="*/ 169580 h 474569"/>
                <a:gd name="csX92" fmla="*/ 173747 w 438046"/>
                <a:gd name="csY92" fmla="*/ 217637 h 474569"/>
                <a:gd name="csX93" fmla="*/ 186052 w 438046"/>
                <a:gd name="csY93" fmla="*/ 237240 h 474569"/>
                <a:gd name="csX94" fmla="*/ 192809 w 438046"/>
                <a:gd name="csY94" fmla="*/ 259193 h 474569"/>
                <a:gd name="csX95" fmla="*/ 202887 w 438046"/>
                <a:gd name="csY95" fmla="*/ 280570 h 474569"/>
                <a:gd name="csX96" fmla="*/ 215434 w 438046"/>
                <a:gd name="csY96" fmla="*/ 294429 h 474569"/>
                <a:gd name="csX97" fmla="*/ 223898 w 438046"/>
                <a:gd name="csY97" fmla="*/ 302869 h 474569"/>
                <a:gd name="csX98" fmla="*/ 231639 w 438046"/>
                <a:gd name="csY98" fmla="*/ 310848 h 474569"/>
                <a:gd name="csX99" fmla="*/ 241066 w 438046"/>
                <a:gd name="csY99" fmla="*/ 319770 h 474569"/>
                <a:gd name="csX100" fmla="*/ 242388 w 438046"/>
                <a:gd name="csY100" fmla="*/ 323654 h 474569"/>
                <a:gd name="csX101" fmla="*/ 237225 w 438046"/>
                <a:gd name="csY101" fmla="*/ 324770 h 474569"/>
                <a:gd name="csX102" fmla="*/ 239807 w 438046"/>
                <a:gd name="csY102" fmla="*/ 327526 h 474569"/>
                <a:gd name="csX103" fmla="*/ 241743 w 438046"/>
                <a:gd name="csY103" fmla="*/ 330724 h 474569"/>
                <a:gd name="csX104" fmla="*/ 248333 w 438046"/>
                <a:gd name="csY104" fmla="*/ 333103 h 474569"/>
                <a:gd name="csX105" fmla="*/ 259724 w 438046"/>
                <a:gd name="csY105" fmla="*/ 335713 h 474569"/>
                <a:gd name="csX106" fmla="*/ 262612 w 438046"/>
                <a:gd name="csY106" fmla="*/ 335270 h 474569"/>
                <a:gd name="csX107" fmla="*/ 255739 w 438046"/>
                <a:gd name="csY107" fmla="*/ 330573 h 474569"/>
                <a:gd name="csX108" fmla="*/ 250133 w 438046"/>
                <a:gd name="csY108" fmla="*/ 327461 h 474569"/>
                <a:gd name="csX109" fmla="*/ 260301 w 438046"/>
                <a:gd name="csY109" fmla="*/ 328761 h 474569"/>
                <a:gd name="csX110" fmla="*/ 284960 w 438046"/>
                <a:gd name="csY110" fmla="*/ 330853 h 474569"/>
                <a:gd name="csX111" fmla="*/ 308115 w 438046"/>
                <a:gd name="csY111" fmla="*/ 337754 h 474569"/>
                <a:gd name="csX112" fmla="*/ 325378 w 438046"/>
                <a:gd name="csY112" fmla="*/ 347910 h 474569"/>
                <a:gd name="csX113" fmla="*/ 336932 w 438046"/>
                <a:gd name="csY113" fmla="*/ 355594 h 474569"/>
                <a:gd name="csX114" fmla="*/ 342564 w 438046"/>
                <a:gd name="csY114" fmla="*/ 364198 h 474569"/>
                <a:gd name="csX115" fmla="*/ 343743 w 438046"/>
                <a:gd name="csY115" fmla="*/ 371080 h 474569"/>
                <a:gd name="csX116" fmla="*/ 344358 w 438046"/>
                <a:gd name="csY116" fmla="*/ 373363 h 474569"/>
                <a:gd name="csX117" fmla="*/ 350269 w 438046"/>
                <a:gd name="csY117" fmla="*/ 376862 h 474569"/>
                <a:gd name="csX118" fmla="*/ 372627 w 438046"/>
                <a:gd name="csY118" fmla="*/ 380540 h 474569"/>
                <a:gd name="csX119" fmla="*/ 391189 w 438046"/>
                <a:gd name="csY119" fmla="*/ 378801 h 474569"/>
                <a:gd name="csX120" fmla="*/ 394232 w 438046"/>
                <a:gd name="csY120" fmla="*/ 388958 h 474569"/>
                <a:gd name="csX121" fmla="*/ 397318 w 438046"/>
                <a:gd name="csY121" fmla="*/ 403978 h 474569"/>
                <a:gd name="csX122" fmla="*/ 409224 w 438046"/>
                <a:gd name="csY122" fmla="*/ 419167 h 474569"/>
                <a:gd name="csX123" fmla="*/ 434929 w 438046"/>
                <a:gd name="csY123" fmla="*/ 450207 h 474569"/>
                <a:gd name="csX124" fmla="*/ 429332 w 438046"/>
                <a:gd name="csY124" fmla="*/ 469288 h 474569"/>
                <a:gd name="csX125" fmla="*/ 376412 w 438046"/>
                <a:gd name="csY125" fmla="*/ 474534 h 474569"/>
                <a:gd name="csX126" fmla="*/ 332739 w 438046"/>
                <a:gd name="csY126" fmla="*/ 469202 h 47456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438046" h="474569">
                  <a:moveTo>
                    <a:pt x="332739" y="469202"/>
                  </a:moveTo>
                  <a:cubicBezTo>
                    <a:pt x="332739" y="465869"/>
                    <a:pt x="329807" y="462843"/>
                    <a:pt x="324349" y="460541"/>
                  </a:cubicBezTo>
                  <a:cubicBezTo>
                    <a:pt x="319735" y="458594"/>
                    <a:pt x="311907" y="452795"/>
                    <a:pt x="306954" y="447652"/>
                  </a:cubicBezTo>
                  <a:cubicBezTo>
                    <a:pt x="299888" y="440316"/>
                    <a:pt x="298719" y="437828"/>
                    <a:pt x="301522" y="436095"/>
                  </a:cubicBezTo>
                  <a:cubicBezTo>
                    <a:pt x="305823" y="433437"/>
                    <a:pt x="303408" y="425621"/>
                    <a:pt x="298287" y="425621"/>
                  </a:cubicBezTo>
                  <a:cubicBezTo>
                    <a:pt x="296286" y="425621"/>
                    <a:pt x="293203" y="427364"/>
                    <a:pt x="291436" y="429493"/>
                  </a:cubicBezTo>
                  <a:cubicBezTo>
                    <a:pt x="289668" y="431623"/>
                    <a:pt x="286395" y="433365"/>
                    <a:pt x="284162" y="433365"/>
                  </a:cubicBezTo>
                  <a:cubicBezTo>
                    <a:pt x="281929" y="433365"/>
                    <a:pt x="276987" y="436349"/>
                    <a:pt x="273181" y="439996"/>
                  </a:cubicBezTo>
                  <a:cubicBezTo>
                    <a:pt x="256469" y="456007"/>
                    <a:pt x="233183" y="434749"/>
                    <a:pt x="246542" y="415677"/>
                  </a:cubicBezTo>
                  <a:cubicBezTo>
                    <a:pt x="250094" y="410606"/>
                    <a:pt x="250239" y="408115"/>
                    <a:pt x="247543" y="398488"/>
                  </a:cubicBezTo>
                  <a:cubicBezTo>
                    <a:pt x="243936" y="385603"/>
                    <a:pt x="241942" y="384354"/>
                    <a:pt x="227242" y="385770"/>
                  </a:cubicBezTo>
                  <a:cubicBezTo>
                    <a:pt x="221295" y="386343"/>
                    <a:pt x="216574" y="385678"/>
                    <a:pt x="216574" y="384267"/>
                  </a:cubicBezTo>
                  <a:cubicBezTo>
                    <a:pt x="216574" y="382875"/>
                    <a:pt x="214251" y="381736"/>
                    <a:pt x="211411" y="381736"/>
                  </a:cubicBezTo>
                  <a:cubicBezTo>
                    <a:pt x="208543" y="381736"/>
                    <a:pt x="206248" y="380015"/>
                    <a:pt x="206248" y="377864"/>
                  </a:cubicBezTo>
                  <a:cubicBezTo>
                    <a:pt x="206248" y="375735"/>
                    <a:pt x="203925" y="371669"/>
                    <a:pt x="201085" y="368829"/>
                  </a:cubicBezTo>
                  <a:cubicBezTo>
                    <a:pt x="198245" y="365990"/>
                    <a:pt x="195885" y="362214"/>
                    <a:pt x="195840" y="360439"/>
                  </a:cubicBezTo>
                  <a:cubicBezTo>
                    <a:pt x="195695" y="354744"/>
                    <a:pt x="189552" y="348821"/>
                    <a:pt x="179383" y="344572"/>
                  </a:cubicBezTo>
                  <a:cubicBezTo>
                    <a:pt x="165908" y="338942"/>
                    <a:pt x="164292" y="339301"/>
                    <a:pt x="166056" y="347532"/>
                  </a:cubicBezTo>
                  <a:cubicBezTo>
                    <a:pt x="167087" y="352339"/>
                    <a:pt x="165818" y="357500"/>
                    <a:pt x="162127" y="363514"/>
                  </a:cubicBezTo>
                  <a:lnTo>
                    <a:pt x="156676" y="372397"/>
                  </a:lnTo>
                  <a:lnTo>
                    <a:pt x="152333" y="366640"/>
                  </a:lnTo>
                  <a:cubicBezTo>
                    <a:pt x="148166" y="361115"/>
                    <a:pt x="147605" y="361043"/>
                    <a:pt x="138487" y="364853"/>
                  </a:cubicBezTo>
                  <a:cubicBezTo>
                    <a:pt x="129534" y="368594"/>
                    <a:pt x="128828" y="368535"/>
                    <a:pt x="126312" y="363833"/>
                  </a:cubicBezTo>
                  <a:cubicBezTo>
                    <a:pt x="124843" y="361088"/>
                    <a:pt x="123641" y="357116"/>
                    <a:pt x="123641" y="355006"/>
                  </a:cubicBezTo>
                  <a:cubicBezTo>
                    <a:pt x="123641" y="352823"/>
                    <a:pt x="120228" y="350420"/>
                    <a:pt x="115723" y="349430"/>
                  </a:cubicBezTo>
                  <a:cubicBezTo>
                    <a:pt x="105375" y="347157"/>
                    <a:pt x="103846" y="342362"/>
                    <a:pt x="110493" y="333027"/>
                  </a:cubicBezTo>
                  <a:cubicBezTo>
                    <a:pt x="113465" y="328853"/>
                    <a:pt x="115897" y="321952"/>
                    <a:pt x="115897" y="317692"/>
                  </a:cubicBezTo>
                  <a:cubicBezTo>
                    <a:pt x="115897" y="310844"/>
                    <a:pt x="117170" y="309543"/>
                    <a:pt x="126868" y="306474"/>
                  </a:cubicBezTo>
                  <a:cubicBezTo>
                    <a:pt x="141640" y="301799"/>
                    <a:pt x="142221" y="293818"/>
                    <a:pt x="128005" y="290864"/>
                  </a:cubicBezTo>
                  <a:cubicBezTo>
                    <a:pt x="113703" y="287893"/>
                    <a:pt x="108950" y="284662"/>
                    <a:pt x="107467" y="276906"/>
                  </a:cubicBezTo>
                  <a:cubicBezTo>
                    <a:pt x="105739" y="267867"/>
                    <a:pt x="117059" y="237363"/>
                    <a:pt x="125531" y="228226"/>
                  </a:cubicBezTo>
                  <a:cubicBezTo>
                    <a:pt x="130828" y="222513"/>
                    <a:pt x="131406" y="220702"/>
                    <a:pt x="128516" y="218872"/>
                  </a:cubicBezTo>
                  <a:cubicBezTo>
                    <a:pt x="126545" y="217624"/>
                    <a:pt x="123637" y="216585"/>
                    <a:pt x="122054" y="216563"/>
                  </a:cubicBezTo>
                  <a:cubicBezTo>
                    <a:pt x="120470" y="216541"/>
                    <a:pt x="116217" y="214197"/>
                    <a:pt x="112602" y="211354"/>
                  </a:cubicBezTo>
                  <a:cubicBezTo>
                    <a:pt x="105961" y="206129"/>
                    <a:pt x="97827" y="206711"/>
                    <a:pt x="97827" y="212411"/>
                  </a:cubicBezTo>
                  <a:cubicBezTo>
                    <a:pt x="97827" y="219059"/>
                    <a:pt x="92291" y="221313"/>
                    <a:pt x="87566" y="216588"/>
                  </a:cubicBezTo>
                  <a:cubicBezTo>
                    <a:pt x="85046" y="214068"/>
                    <a:pt x="81835" y="211570"/>
                    <a:pt x="80430" y="211038"/>
                  </a:cubicBezTo>
                  <a:cubicBezTo>
                    <a:pt x="78870" y="210447"/>
                    <a:pt x="78619" y="205549"/>
                    <a:pt x="79784" y="198453"/>
                  </a:cubicBezTo>
                  <a:cubicBezTo>
                    <a:pt x="80834" y="192064"/>
                    <a:pt x="81838" y="187787"/>
                    <a:pt x="82015" y="188949"/>
                  </a:cubicBezTo>
                  <a:cubicBezTo>
                    <a:pt x="82193" y="190110"/>
                    <a:pt x="85771" y="188616"/>
                    <a:pt x="89966" y="185629"/>
                  </a:cubicBezTo>
                  <a:cubicBezTo>
                    <a:pt x="98750" y="179374"/>
                    <a:pt x="98211" y="175668"/>
                    <a:pt x="87641" y="169636"/>
                  </a:cubicBezTo>
                  <a:cubicBezTo>
                    <a:pt x="82102" y="166474"/>
                    <a:pt x="79900" y="163069"/>
                    <a:pt x="79292" y="156728"/>
                  </a:cubicBezTo>
                  <a:cubicBezTo>
                    <a:pt x="78587" y="149374"/>
                    <a:pt x="77588" y="148238"/>
                    <a:pt x="72462" y="148956"/>
                  </a:cubicBezTo>
                  <a:cubicBezTo>
                    <a:pt x="65224" y="149970"/>
                    <a:pt x="56524" y="158137"/>
                    <a:pt x="56524" y="163920"/>
                  </a:cubicBezTo>
                  <a:cubicBezTo>
                    <a:pt x="56524" y="167347"/>
                    <a:pt x="55821" y="167525"/>
                    <a:pt x="52658" y="164900"/>
                  </a:cubicBezTo>
                  <a:cubicBezTo>
                    <a:pt x="49486" y="162267"/>
                    <a:pt x="47159" y="162936"/>
                    <a:pt x="39697" y="168628"/>
                  </a:cubicBezTo>
                  <a:cubicBezTo>
                    <a:pt x="34695" y="172443"/>
                    <a:pt x="28868" y="178212"/>
                    <a:pt x="26748" y="181448"/>
                  </a:cubicBezTo>
                  <a:cubicBezTo>
                    <a:pt x="24627" y="184684"/>
                    <a:pt x="19972" y="188663"/>
                    <a:pt x="16403" y="190289"/>
                  </a:cubicBezTo>
                  <a:cubicBezTo>
                    <a:pt x="10541" y="192960"/>
                    <a:pt x="9664" y="192592"/>
                    <a:pt x="7343" y="186486"/>
                  </a:cubicBezTo>
                  <a:cubicBezTo>
                    <a:pt x="5309" y="181137"/>
                    <a:pt x="5857" y="177888"/>
                    <a:pt x="9965" y="170925"/>
                  </a:cubicBezTo>
                  <a:lnTo>
                    <a:pt x="15158" y="162124"/>
                  </a:lnTo>
                  <a:lnTo>
                    <a:pt x="9381" y="159801"/>
                  </a:lnTo>
                  <a:cubicBezTo>
                    <a:pt x="5449" y="158219"/>
                    <a:pt x="4946" y="157425"/>
                    <a:pt x="7807" y="157314"/>
                  </a:cubicBezTo>
                  <a:cubicBezTo>
                    <a:pt x="10118" y="157224"/>
                    <a:pt x="13662" y="154662"/>
                    <a:pt x="15681" y="151621"/>
                  </a:cubicBezTo>
                  <a:cubicBezTo>
                    <a:pt x="18731" y="147026"/>
                    <a:pt x="20256" y="146574"/>
                    <a:pt x="24691" y="148948"/>
                  </a:cubicBezTo>
                  <a:cubicBezTo>
                    <a:pt x="31018" y="152334"/>
                    <a:pt x="33291" y="150668"/>
                    <a:pt x="33291" y="142643"/>
                  </a:cubicBezTo>
                  <a:cubicBezTo>
                    <a:pt x="33291" y="139397"/>
                    <a:pt x="34623" y="133817"/>
                    <a:pt x="36252" y="130243"/>
                  </a:cubicBezTo>
                  <a:cubicBezTo>
                    <a:pt x="38533" y="125236"/>
                    <a:pt x="38466" y="122844"/>
                    <a:pt x="35959" y="119824"/>
                  </a:cubicBezTo>
                  <a:cubicBezTo>
                    <a:pt x="34170" y="117668"/>
                    <a:pt x="31676" y="116540"/>
                    <a:pt x="30417" y="117319"/>
                  </a:cubicBezTo>
                  <a:cubicBezTo>
                    <a:pt x="29158" y="118097"/>
                    <a:pt x="28128" y="116844"/>
                    <a:pt x="28128" y="114535"/>
                  </a:cubicBezTo>
                  <a:cubicBezTo>
                    <a:pt x="28128" y="111463"/>
                    <a:pt x="26693" y="110792"/>
                    <a:pt x="22780" y="112034"/>
                  </a:cubicBezTo>
                  <a:cubicBezTo>
                    <a:pt x="15848" y="114234"/>
                    <a:pt x="7575" y="106991"/>
                    <a:pt x="9335" y="100263"/>
                  </a:cubicBezTo>
                  <a:cubicBezTo>
                    <a:pt x="10049" y="97533"/>
                    <a:pt x="8241" y="90709"/>
                    <a:pt x="5316" y="85099"/>
                  </a:cubicBezTo>
                  <a:lnTo>
                    <a:pt x="0" y="74899"/>
                  </a:lnTo>
                  <a:lnTo>
                    <a:pt x="5230" y="68250"/>
                  </a:lnTo>
                  <a:cubicBezTo>
                    <a:pt x="9068" y="63371"/>
                    <a:pt x="10012" y="59562"/>
                    <a:pt x="8777" y="53938"/>
                  </a:cubicBezTo>
                  <a:cubicBezTo>
                    <a:pt x="7655" y="48830"/>
                    <a:pt x="8449" y="44342"/>
                    <a:pt x="11157" y="40474"/>
                  </a:cubicBezTo>
                  <a:cubicBezTo>
                    <a:pt x="13392" y="37284"/>
                    <a:pt x="15221" y="32733"/>
                    <a:pt x="15221" y="30361"/>
                  </a:cubicBezTo>
                  <a:cubicBezTo>
                    <a:pt x="15221" y="27989"/>
                    <a:pt x="16963" y="25380"/>
                    <a:pt x="19093" y="24563"/>
                  </a:cubicBezTo>
                  <a:cubicBezTo>
                    <a:pt x="25297" y="22182"/>
                    <a:pt x="23642" y="18398"/>
                    <a:pt x="13331" y="11391"/>
                  </a:cubicBezTo>
                  <a:cubicBezTo>
                    <a:pt x="3467" y="4689"/>
                    <a:pt x="3713" y="3972"/>
                    <a:pt x="15610" y="4739"/>
                  </a:cubicBezTo>
                  <a:cubicBezTo>
                    <a:pt x="19374" y="4981"/>
                    <a:pt x="23217" y="3943"/>
                    <a:pt x="24152" y="2431"/>
                  </a:cubicBezTo>
                  <a:cubicBezTo>
                    <a:pt x="26872" y="-1970"/>
                    <a:pt x="29405" y="-932"/>
                    <a:pt x="42643" y="10008"/>
                  </a:cubicBezTo>
                  <a:cubicBezTo>
                    <a:pt x="49515" y="15687"/>
                    <a:pt x="56436" y="20333"/>
                    <a:pt x="58021" y="20333"/>
                  </a:cubicBezTo>
                  <a:cubicBezTo>
                    <a:pt x="61009" y="20333"/>
                    <a:pt x="65792" y="30450"/>
                    <a:pt x="76259" y="58909"/>
                  </a:cubicBezTo>
                  <a:cubicBezTo>
                    <a:pt x="79624" y="68058"/>
                    <a:pt x="84645" y="77957"/>
                    <a:pt x="87417" y="80908"/>
                  </a:cubicBezTo>
                  <a:cubicBezTo>
                    <a:pt x="90189" y="83859"/>
                    <a:pt x="95457" y="93799"/>
                    <a:pt x="99122" y="102996"/>
                  </a:cubicBezTo>
                  <a:cubicBezTo>
                    <a:pt x="103054" y="112863"/>
                    <a:pt x="105019" y="116015"/>
                    <a:pt x="103913" y="110684"/>
                  </a:cubicBezTo>
                  <a:cubicBezTo>
                    <a:pt x="102883" y="105715"/>
                    <a:pt x="102185" y="96422"/>
                    <a:pt x="102362" y="90033"/>
                  </a:cubicBezTo>
                  <a:cubicBezTo>
                    <a:pt x="102644" y="79863"/>
                    <a:pt x="101378" y="76968"/>
                    <a:pt x="92203" y="66799"/>
                  </a:cubicBezTo>
                  <a:cubicBezTo>
                    <a:pt x="86438" y="60410"/>
                    <a:pt x="82553" y="57506"/>
                    <a:pt x="83568" y="60346"/>
                  </a:cubicBezTo>
                  <a:cubicBezTo>
                    <a:pt x="84584" y="63185"/>
                    <a:pt x="86055" y="67251"/>
                    <a:pt x="86838" y="69381"/>
                  </a:cubicBezTo>
                  <a:cubicBezTo>
                    <a:pt x="87916" y="72315"/>
                    <a:pt x="87498" y="72550"/>
                    <a:pt x="85111" y="70354"/>
                  </a:cubicBezTo>
                  <a:cubicBezTo>
                    <a:pt x="83379" y="68760"/>
                    <a:pt x="81641" y="63533"/>
                    <a:pt x="81250" y="58738"/>
                  </a:cubicBezTo>
                  <a:cubicBezTo>
                    <a:pt x="80858" y="53943"/>
                    <a:pt x="77457" y="45502"/>
                    <a:pt x="73693" y="39979"/>
                  </a:cubicBezTo>
                  <a:cubicBezTo>
                    <a:pt x="69929" y="34457"/>
                    <a:pt x="66850" y="28707"/>
                    <a:pt x="66850" y="27201"/>
                  </a:cubicBezTo>
                  <a:cubicBezTo>
                    <a:pt x="66850" y="23517"/>
                    <a:pt x="69162" y="26358"/>
                    <a:pt x="80920" y="44489"/>
                  </a:cubicBezTo>
                  <a:cubicBezTo>
                    <a:pt x="86314" y="52805"/>
                    <a:pt x="94522" y="61849"/>
                    <a:pt x="99162" y="64586"/>
                  </a:cubicBezTo>
                  <a:cubicBezTo>
                    <a:pt x="108835" y="70294"/>
                    <a:pt x="111618" y="77524"/>
                    <a:pt x="107565" y="86419"/>
                  </a:cubicBezTo>
                  <a:cubicBezTo>
                    <a:pt x="104001" y="94242"/>
                    <a:pt x="108931" y="124125"/>
                    <a:pt x="116108" y="138203"/>
                  </a:cubicBezTo>
                  <a:cubicBezTo>
                    <a:pt x="118832" y="143545"/>
                    <a:pt x="121060" y="149489"/>
                    <a:pt x="121060" y="151411"/>
                  </a:cubicBezTo>
                  <a:cubicBezTo>
                    <a:pt x="121060" y="153333"/>
                    <a:pt x="127706" y="161509"/>
                    <a:pt x="135828" y="169580"/>
                  </a:cubicBezTo>
                  <a:cubicBezTo>
                    <a:pt x="153391" y="187033"/>
                    <a:pt x="164572" y="201203"/>
                    <a:pt x="173747" y="217637"/>
                  </a:cubicBezTo>
                  <a:cubicBezTo>
                    <a:pt x="177457" y="224283"/>
                    <a:pt x="182994" y="233104"/>
                    <a:pt x="186052" y="237240"/>
                  </a:cubicBezTo>
                  <a:cubicBezTo>
                    <a:pt x="189610" y="242051"/>
                    <a:pt x="192043" y="249958"/>
                    <a:pt x="192809" y="259193"/>
                  </a:cubicBezTo>
                  <a:cubicBezTo>
                    <a:pt x="193864" y="271919"/>
                    <a:pt x="195056" y="274447"/>
                    <a:pt x="202887" y="280570"/>
                  </a:cubicBezTo>
                  <a:cubicBezTo>
                    <a:pt x="207772" y="284389"/>
                    <a:pt x="213418" y="290626"/>
                    <a:pt x="215434" y="294429"/>
                  </a:cubicBezTo>
                  <a:cubicBezTo>
                    <a:pt x="217449" y="298233"/>
                    <a:pt x="221258" y="302031"/>
                    <a:pt x="223898" y="302869"/>
                  </a:cubicBezTo>
                  <a:cubicBezTo>
                    <a:pt x="226538" y="303707"/>
                    <a:pt x="230021" y="307297"/>
                    <a:pt x="231639" y="310848"/>
                  </a:cubicBezTo>
                  <a:cubicBezTo>
                    <a:pt x="233257" y="314399"/>
                    <a:pt x="237499" y="318413"/>
                    <a:pt x="241066" y="319770"/>
                  </a:cubicBezTo>
                  <a:cubicBezTo>
                    <a:pt x="248737" y="322686"/>
                    <a:pt x="249875" y="326030"/>
                    <a:pt x="242388" y="323654"/>
                  </a:cubicBezTo>
                  <a:cubicBezTo>
                    <a:pt x="239427" y="322714"/>
                    <a:pt x="237225" y="323190"/>
                    <a:pt x="237225" y="324770"/>
                  </a:cubicBezTo>
                  <a:cubicBezTo>
                    <a:pt x="237225" y="326286"/>
                    <a:pt x="238387" y="327526"/>
                    <a:pt x="239807" y="327526"/>
                  </a:cubicBezTo>
                  <a:cubicBezTo>
                    <a:pt x="241227" y="327526"/>
                    <a:pt x="242098" y="328965"/>
                    <a:pt x="241743" y="330724"/>
                  </a:cubicBezTo>
                  <a:cubicBezTo>
                    <a:pt x="241323" y="332806"/>
                    <a:pt x="243624" y="333637"/>
                    <a:pt x="248333" y="333103"/>
                  </a:cubicBezTo>
                  <a:cubicBezTo>
                    <a:pt x="252313" y="332652"/>
                    <a:pt x="257439" y="333827"/>
                    <a:pt x="259724" y="335713"/>
                  </a:cubicBezTo>
                  <a:cubicBezTo>
                    <a:pt x="263236" y="338612"/>
                    <a:pt x="263683" y="338543"/>
                    <a:pt x="262612" y="335270"/>
                  </a:cubicBezTo>
                  <a:cubicBezTo>
                    <a:pt x="261915" y="333141"/>
                    <a:pt x="258822" y="331027"/>
                    <a:pt x="255739" y="330573"/>
                  </a:cubicBezTo>
                  <a:cubicBezTo>
                    <a:pt x="252655" y="330119"/>
                    <a:pt x="250133" y="328719"/>
                    <a:pt x="250133" y="327461"/>
                  </a:cubicBezTo>
                  <a:cubicBezTo>
                    <a:pt x="250133" y="326203"/>
                    <a:pt x="254708" y="326788"/>
                    <a:pt x="260301" y="328761"/>
                  </a:cubicBezTo>
                  <a:cubicBezTo>
                    <a:pt x="266891" y="331086"/>
                    <a:pt x="275567" y="331822"/>
                    <a:pt x="284960" y="330853"/>
                  </a:cubicBezTo>
                  <a:cubicBezTo>
                    <a:pt x="298714" y="329433"/>
                    <a:pt x="299892" y="329784"/>
                    <a:pt x="308115" y="337754"/>
                  </a:cubicBezTo>
                  <a:cubicBezTo>
                    <a:pt x="312880" y="342373"/>
                    <a:pt x="320648" y="346943"/>
                    <a:pt x="325378" y="347910"/>
                  </a:cubicBezTo>
                  <a:cubicBezTo>
                    <a:pt x="330622" y="348983"/>
                    <a:pt x="335130" y="351981"/>
                    <a:pt x="336932" y="355594"/>
                  </a:cubicBezTo>
                  <a:cubicBezTo>
                    <a:pt x="338556" y="358853"/>
                    <a:pt x="341091" y="362725"/>
                    <a:pt x="342564" y="364198"/>
                  </a:cubicBezTo>
                  <a:cubicBezTo>
                    <a:pt x="344037" y="365671"/>
                    <a:pt x="344568" y="368768"/>
                    <a:pt x="343743" y="371080"/>
                  </a:cubicBezTo>
                  <a:cubicBezTo>
                    <a:pt x="342917" y="373391"/>
                    <a:pt x="343194" y="374419"/>
                    <a:pt x="344358" y="373363"/>
                  </a:cubicBezTo>
                  <a:cubicBezTo>
                    <a:pt x="345522" y="372307"/>
                    <a:pt x="348182" y="373882"/>
                    <a:pt x="350269" y="376862"/>
                  </a:cubicBezTo>
                  <a:cubicBezTo>
                    <a:pt x="353742" y="381821"/>
                    <a:pt x="355637" y="382132"/>
                    <a:pt x="372627" y="380540"/>
                  </a:cubicBezTo>
                  <a:lnTo>
                    <a:pt x="391189" y="378801"/>
                  </a:lnTo>
                  <a:lnTo>
                    <a:pt x="394232" y="388958"/>
                  </a:lnTo>
                  <a:cubicBezTo>
                    <a:pt x="395906" y="394544"/>
                    <a:pt x="397295" y="401303"/>
                    <a:pt x="397318" y="403978"/>
                  </a:cubicBezTo>
                  <a:cubicBezTo>
                    <a:pt x="397342" y="406653"/>
                    <a:pt x="402699" y="413488"/>
                    <a:pt x="409224" y="419167"/>
                  </a:cubicBezTo>
                  <a:cubicBezTo>
                    <a:pt x="427997" y="435508"/>
                    <a:pt x="431130" y="439291"/>
                    <a:pt x="434929" y="450207"/>
                  </a:cubicBezTo>
                  <a:cubicBezTo>
                    <a:pt x="439665" y="463816"/>
                    <a:pt x="439887" y="463061"/>
                    <a:pt x="429332" y="469288"/>
                  </a:cubicBezTo>
                  <a:cubicBezTo>
                    <a:pt x="420856" y="474289"/>
                    <a:pt x="416443" y="474727"/>
                    <a:pt x="376412" y="474534"/>
                  </a:cubicBezTo>
                  <a:cubicBezTo>
                    <a:pt x="334645" y="474334"/>
                    <a:pt x="332739" y="474101"/>
                    <a:pt x="332739" y="469202"/>
                  </a:cubicBezTo>
                  <a:close/>
                </a:path>
              </a:pathLst>
            </a:custGeom>
            <a:solidFill>
              <a:srgbClr val="B9B9B9"/>
            </a:solidFill>
            <a:ln w="5163" cap="flat">
              <a:noFill/>
              <a:prstDash val="solid"/>
              <a:miter/>
            </a:ln>
          </p:spPr>
          <p:txBody>
            <a:bodyPr/>
            <a:lstStyle/>
            <a:p>
              <a:endParaRPr lang="es-419" noProof="0" dirty="0"/>
            </a:p>
          </p:txBody>
        </p:sp>
        <p:sp>
          <p:nvSpPr>
            <p:cNvPr id="77" name="Forma libre: forma 76">
              <a:extLst>
                <a:ext uri="{FF2B5EF4-FFF2-40B4-BE49-F238E27FC236}">
                  <a16:creationId xmlns:a16="http://schemas.microsoft.com/office/drawing/2014/main" id="{09D2DB35-18B6-0D4D-533A-57A0D6CF945A}"/>
                </a:ext>
              </a:extLst>
            </p:cNvPr>
            <p:cNvSpPr/>
            <p:nvPr/>
          </p:nvSpPr>
          <p:spPr>
            <a:xfrm>
              <a:off x="1730874" y="2149721"/>
              <a:ext cx="4491" cy="9472"/>
            </a:xfrm>
            <a:custGeom>
              <a:avLst/>
              <a:gdLst>
                <a:gd name="csX0" fmla="*/ 480 w 4491"/>
                <a:gd name="csY0" fmla="*/ 6821 h 9472"/>
                <a:gd name="csX1" fmla="*/ 1619 w 4491"/>
                <a:gd name="csY1" fmla="*/ 1142 h 9472"/>
                <a:gd name="csX2" fmla="*/ 4491 w 4491"/>
                <a:gd name="csY2" fmla="*/ 3948 h 9472"/>
                <a:gd name="csX3" fmla="*/ 480 w 4491"/>
                <a:gd name="csY3" fmla="*/ 6821 h 9472"/>
              </a:gdLst>
              <a:ahLst/>
              <a:cxnLst>
                <a:cxn ang="0">
                  <a:pos x="csX0" y="csY0"/>
                </a:cxn>
                <a:cxn ang="0">
                  <a:pos x="csX1" y="csY1"/>
                </a:cxn>
                <a:cxn ang="0">
                  <a:pos x="csX2" y="csY2"/>
                </a:cxn>
                <a:cxn ang="0">
                  <a:pos x="csX3" y="csY3"/>
                </a:cxn>
              </a:cxnLst>
              <a:rect l="l" t="t" r="r" b="b"/>
              <a:pathLst>
                <a:path w="4491" h="9472">
                  <a:moveTo>
                    <a:pt x="480" y="6821"/>
                  </a:moveTo>
                  <a:cubicBezTo>
                    <a:pt x="-474" y="5277"/>
                    <a:pt x="39" y="2722"/>
                    <a:pt x="1619" y="1142"/>
                  </a:cubicBezTo>
                  <a:cubicBezTo>
                    <a:pt x="3728" y="-968"/>
                    <a:pt x="4491" y="-222"/>
                    <a:pt x="4491" y="3948"/>
                  </a:cubicBezTo>
                  <a:cubicBezTo>
                    <a:pt x="4491" y="10181"/>
                    <a:pt x="3150" y="11141"/>
                    <a:pt x="480" y="6821"/>
                  </a:cubicBezTo>
                  <a:close/>
                </a:path>
              </a:pathLst>
            </a:custGeom>
            <a:solidFill>
              <a:srgbClr val="00C100"/>
            </a:solidFill>
            <a:ln w="5163" cap="flat">
              <a:noFill/>
              <a:prstDash val="solid"/>
              <a:miter/>
            </a:ln>
          </p:spPr>
          <p:txBody>
            <a:bodyPr/>
            <a:lstStyle/>
            <a:p>
              <a:endParaRPr lang="es-419" noProof="0" dirty="0"/>
            </a:p>
          </p:txBody>
        </p:sp>
      </p:grpSp>
      <p:grpSp>
        <p:nvGrpSpPr>
          <p:cNvPr id="78" name="Gráfico 39">
            <a:extLst>
              <a:ext uri="{FF2B5EF4-FFF2-40B4-BE49-F238E27FC236}">
                <a16:creationId xmlns:a16="http://schemas.microsoft.com/office/drawing/2014/main" id="{45004F90-6A99-FD64-73FF-82FB52D35FED}"/>
              </a:ext>
            </a:extLst>
          </p:cNvPr>
          <p:cNvGrpSpPr/>
          <p:nvPr/>
        </p:nvGrpSpPr>
        <p:grpSpPr>
          <a:xfrm>
            <a:off x="2429776" y="2092540"/>
            <a:ext cx="224135" cy="371419"/>
            <a:chOff x="2429776" y="2092540"/>
            <a:chExt cx="224135" cy="371419"/>
          </a:xfrm>
          <a:solidFill>
            <a:srgbClr val="B9B9B9"/>
          </a:solidFill>
        </p:grpSpPr>
        <p:sp>
          <p:nvSpPr>
            <p:cNvPr id="79" name="Forma libre: forma 78">
              <a:extLst>
                <a:ext uri="{FF2B5EF4-FFF2-40B4-BE49-F238E27FC236}">
                  <a16:creationId xmlns:a16="http://schemas.microsoft.com/office/drawing/2014/main" id="{CA348BFF-544C-24D2-7B5D-89D498287E80}"/>
                </a:ext>
              </a:extLst>
            </p:cNvPr>
            <p:cNvSpPr/>
            <p:nvPr/>
          </p:nvSpPr>
          <p:spPr>
            <a:xfrm>
              <a:off x="2429776" y="2092540"/>
              <a:ext cx="213820" cy="371419"/>
            </a:xfrm>
            <a:custGeom>
              <a:avLst/>
              <a:gdLst>
                <a:gd name="csX0" fmla="*/ 16950 w 213820"/>
                <a:gd name="csY0" fmla="*/ 360449 h 371419"/>
                <a:gd name="csX1" fmla="*/ 11453 w 213820"/>
                <a:gd name="csY1" fmla="*/ 297848 h 371419"/>
                <a:gd name="csX2" fmla="*/ 3696 w 213820"/>
                <a:gd name="csY2" fmla="*/ 222369 h 371419"/>
                <a:gd name="csX3" fmla="*/ 0 w 213820"/>
                <a:gd name="csY3" fmla="*/ 197274 h 371419"/>
                <a:gd name="csX4" fmla="*/ 19120 w 213820"/>
                <a:gd name="csY4" fmla="*/ 182403 h 371419"/>
                <a:gd name="csX5" fmla="*/ 138310 w 213820"/>
                <a:gd name="csY5" fmla="*/ 92657 h 371419"/>
                <a:gd name="csX6" fmla="*/ 152643 w 213820"/>
                <a:gd name="csY6" fmla="*/ 35441 h 371419"/>
                <a:gd name="csX7" fmla="*/ 150658 w 213820"/>
                <a:gd name="csY7" fmla="*/ 20853 h 371419"/>
                <a:gd name="csX8" fmla="*/ 160369 w 213820"/>
                <a:gd name="csY8" fmla="*/ 19300 h 371419"/>
                <a:gd name="csX9" fmla="*/ 171671 w 213820"/>
                <a:gd name="csY9" fmla="*/ 15173 h 371419"/>
                <a:gd name="csX10" fmla="*/ 158173 w 213820"/>
                <a:gd name="csY10" fmla="*/ 10308 h 371419"/>
                <a:gd name="csX11" fmla="*/ 132945 w 213820"/>
                <a:gd name="csY11" fmla="*/ 8975 h 371419"/>
                <a:gd name="csX12" fmla="*/ 120037 w 213820"/>
                <a:gd name="csY12" fmla="*/ 5453 h 371419"/>
                <a:gd name="csX13" fmla="*/ 136817 w 213820"/>
                <a:gd name="csY13" fmla="*/ 5689 h 371419"/>
                <a:gd name="csX14" fmla="*/ 168222 w 213820"/>
                <a:gd name="csY14" fmla="*/ 2321 h 371419"/>
                <a:gd name="csX15" fmla="*/ 193336 w 213820"/>
                <a:gd name="csY15" fmla="*/ 5657 h 371419"/>
                <a:gd name="csX16" fmla="*/ 207546 w 213820"/>
                <a:gd name="csY16" fmla="*/ 12598 h 371419"/>
                <a:gd name="csX17" fmla="*/ 213132 w 213820"/>
                <a:gd name="csY17" fmla="*/ 30004 h 371419"/>
                <a:gd name="csX18" fmla="*/ 187630 w 213820"/>
                <a:gd name="csY18" fmla="*/ 96831 h 371419"/>
                <a:gd name="csX19" fmla="*/ 176562 w 213820"/>
                <a:gd name="csY19" fmla="*/ 115211 h 371419"/>
                <a:gd name="csX20" fmla="*/ 172870 w 213820"/>
                <a:gd name="csY20" fmla="*/ 123601 h 371419"/>
                <a:gd name="csX21" fmla="*/ 166261 w 213820"/>
                <a:gd name="csY21" fmla="*/ 157642 h 371419"/>
                <a:gd name="csX22" fmla="*/ 166219 w 213820"/>
                <a:gd name="csY22" fmla="*/ 169421 h 371419"/>
                <a:gd name="csX23" fmla="*/ 156436 w 213820"/>
                <a:gd name="csY23" fmla="*/ 177166 h 371419"/>
                <a:gd name="csX24" fmla="*/ 152486 w 213820"/>
                <a:gd name="csY24" fmla="*/ 184910 h 371419"/>
                <a:gd name="csX25" fmla="*/ 149724 w 213820"/>
                <a:gd name="csY25" fmla="*/ 180392 h 371419"/>
                <a:gd name="csX26" fmla="*/ 150673 w 213820"/>
                <a:gd name="csY26" fmla="*/ 190434 h 371419"/>
                <a:gd name="csX27" fmla="*/ 157540 w 213820"/>
                <a:gd name="csY27" fmla="*/ 189342 h 371419"/>
                <a:gd name="csX28" fmla="*/ 164336 w 213820"/>
                <a:gd name="csY28" fmla="*/ 186648 h 371419"/>
                <a:gd name="csX29" fmla="*/ 167794 w 213820"/>
                <a:gd name="csY29" fmla="*/ 183969 h 371419"/>
                <a:gd name="csX30" fmla="*/ 171021 w 213820"/>
                <a:gd name="csY30" fmla="*/ 181048 h 371419"/>
                <a:gd name="csX31" fmla="*/ 159467 w 213820"/>
                <a:gd name="csY31" fmla="*/ 208029 h 371419"/>
                <a:gd name="csX32" fmla="*/ 153370 w 213820"/>
                <a:gd name="csY32" fmla="*/ 220699 h 371419"/>
                <a:gd name="csX33" fmla="*/ 158583 w 213820"/>
                <a:gd name="csY33" fmla="*/ 221050 h 371419"/>
                <a:gd name="csX34" fmla="*/ 167434 w 213820"/>
                <a:gd name="csY34" fmla="*/ 216533 h 371419"/>
                <a:gd name="csX35" fmla="*/ 167794 w 213820"/>
                <a:gd name="csY35" fmla="*/ 224277 h 371419"/>
                <a:gd name="csX36" fmla="*/ 162477 w 213820"/>
                <a:gd name="csY36" fmla="*/ 240411 h 371419"/>
                <a:gd name="csX37" fmla="*/ 159980 w 213820"/>
                <a:gd name="csY37" fmla="*/ 264290 h 371419"/>
                <a:gd name="csX38" fmla="*/ 154702 w 213820"/>
                <a:gd name="csY38" fmla="*/ 297848 h 371419"/>
                <a:gd name="csX39" fmla="*/ 147143 w 213820"/>
                <a:gd name="csY39" fmla="*/ 319016 h 371419"/>
                <a:gd name="csX40" fmla="*/ 144561 w 213820"/>
                <a:gd name="csY40" fmla="*/ 314628 h 371419"/>
                <a:gd name="csX41" fmla="*/ 142397 w 213820"/>
                <a:gd name="csY41" fmla="*/ 312692 h 371419"/>
                <a:gd name="csX42" fmla="*/ 133654 w 213820"/>
                <a:gd name="csY42" fmla="*/ 296518 h 371419"/>
                <a:gd name="csX43" fmla="*/ 127870 w 213820"/>
                <a:gd name="csY43" fmla="*/ 279915 h 371419"/>
                <a:gd name="csX44" fmla="*/ 129246 w 213820"/>
                <a:gd name="csY44" fmla="*/ 255255 h 371419"/>
                <a:gd name="csX45" fmla="*/ 125242 w 213820"/>
                <a:gd name="csY45" fmla="*/ 260285 h 371419"/>
                <a:gd name="csX46" fmla="*/ 118479 w 213820"/>
                <a:gd name="csY46" fmla="*/ 266956 h 371419"/>
                <a:gd name="csX47" fmla="*/ 115990 w 213820"/>
                <a:gd name="csY47" fmla="*/ 271823 h 371419"/>
                <a:gd name="csX48" fmla="*/ 103625 w 213820"/>
                <a:gd name="csY48" fmla="*/ 299151 h 371419"/>
                <a:gd name="csX49" fmla="*/ 93086 w 213820"/>
                <a:gd name="csY49" fmla="*/ 304140 h 371419"/>
                <a:gd name="csX50" fmla="*/ 86910 w 213820"/>
                <a:gd name="csY50" fmla="*/ 313522 h 371419"/>
                <a:gd name="csX51" fmla="*/ 79326 w 213820"/>
                <a:gd name="csY51" fmla="*/ 328399 h 371419"/>
                <a:gd name="csX52" fmla="*/ 69895 w 213820"/>
                <a:gd name="csY52" fmla="*/ 347747 h 371419"/>
                <a:gd name="csX53" fmla="*/ 51629 w 213820"/>
                <a:gd name="csY53" fmla="*/ 357222 h 371419"/>
                <a:gd name="csX54" fmla="*/ 36622 w 213820"/>
                <a:gd name="csY54" fmla="*/ 363051 h 371419"/>
                <a:gd name="csX55" fmla="*/ 27100 w 213820"/>
                <a:gd name="csY55" fmla="*/ 371420 h 371419"/>
                <a:gd name="csX56" fmla="*/ 16950 w 213820"/>
                <a:gd name="csY56" fmla="*/ 360449 h 3714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Lst>
              <a:rect l="l" t="t" r="r" b="b"/>
              <a:pathLst>
                <a:path w="213820" h="371419">
                  <a:moveTo>
                    <a:pt x="16950" y="360449"/>
                  </a:moveTo>
                  <a:cubicBezTo>
                    <a:pt x="16160" y="354414"/>
                    <a:pt x="13687" y="326244"/>
                    <a:pt x="11453" y="297848"/>
                  </a:cubicBezTo>
                  <a:cubicBezTo>
                    <a:pt x="9219" y="269452"/>
                    <a:pt x="5728" y="235487"/>
                    <a:pt x="3696" y="222369"/>
                  </a:cubicBezTo>
                  <a:cubicBezTo>
                    <a:pt x="1663" y="209251"/>
                    <a:pt x="0" y="197958"/>
                    <a:pt x="0" y="197274"/>
                  </a:cubicBezTo>
                  <a:cubicBezTo>
                    <a:pt x="0" y="196590"/>
                    <a:pt x="8604" y="189898"/>
                    <a:pt x="19120" y="182403"/>
                  </a:cubicBezTo>
                  <a:cubicBezTo>
                    <a:pt x="45138" y="163860"/>
                    <a:pt x="131668" y="98706"/>
                    <a:pt x="138310" y="92657"/>
                  </a:cubicBezTo>
                  <a:cubicBezTo>
                    <a:pt x="147047" y="84700"/>
                    <a:pt x="155017" y="52884"/>
                    <a:pt x="152643" y="35441"/>
                  </a:cubicBezTo>
                  <a:lnTo>
                    <a:pt x="150658" y="20853"/>
                  </a:lnTo>
                  <a:lnTo>
                    <a:pt x="160369" y="19300"/>
                  </a:lnTo>
                  <a:cubicBezTo>
                    <a:pt x="165710" y="18446"/>
                    <a:pt x="170796" y="16589"/>
                    <a:pt x="171671" y="15173"/>
                  </a:cubicBezTo>
                  <a:cubicBezTo>
                    <a:pt x="174939" y="9885"/>
                    <a:pt x="170188" y="8173"/>
                    <a:pt x="158173" y="10308"/>
                  </a:cubicBezTo>
                  <a:cubicBezTo>
                    <a:pt x="149606" y="11830"/>
                    <a:pt x="141919" y="11424"/>
                    <a:pt x="132945" y="8975"/>
                  </a:cubicBezTo>
                  <a:lnTo>
                    <a:pt x="120037" y="5453"/>
                  </a:lnTo>
                  <a:lnTo>
                    <a:pt x="136817" y="5689"/>
                  </a:lnTo>
                  <a:cubicBezTo>
                    <a:pt x="146045" y="5819"/>
                    <a:pt x="160178" y="4304"/>
                    <a:pt x="168222" y="2321"/>
                  </a:cubicBezTo>
                  <a:cubicBezTo>
                    <a:pt x="182583" y="-1218"/>
                    <a:pt x="183037" y="-1158"/>
                    <a:pt x="193336" y="5657"/>
                  </a:cubicBezTo>
                  <a:cubicBezTo>
                    <a:pt x="199104" y="9475"/>
                    <a:pt x="205499" y="12598"/>
                    <a:pt x="207546" y="12598"/>
                  </a:cubicBezTo>
                  <a:cubicBezTo>
                    <a:pt x="210236" y="12598"/>
                    <a:pt x="211785" y="17427"/>
                    <a:pt x="213132" y="30004"/>
                  </a:cubicBezTo>
                  <a:cubicBezTo>
                    <a:pt x="216062" y="57367"/>
                    <a:pt x="210014" y="73217"/>
                    <a:pt x="187630" y="96831"/>
                  </a:cubicBezTo>
                  <a:cubicBezTo>
                    <a:pt x="182422" y="102326"/>
                    <a:pt x="177441" y="110596"/>
                    <a:pt x="176562" y="115211"/>
                  </a:cubicBezTo>
                  <a:cubicBezTo>
                    <a:pt x="175683" y="119825"/>
                    <a:pt x="174022" y="123601"/>
                    <a:pt x="172870" y="123601"/>
                  </a:cubicBezTo>
                  <a:cubicBezTo>
                    <a:pt x="168512" y="123601"/>
                    <a:pt x="164964" y="141879"/>
                    <a:pt x="166261" y="157642"/>
                  </a:cubicBezTo>
                  <a:cubicBezTo>
                    <a:pt x="166999" y="166605"/>
                    <a:pt x="166980" y="171906"/>
                    <a:pt x="166219" y="169421"/>
                  </a:cubicBezTo>
                  <a:cubicBezTo>
                    <a:pt x="163842" y="161666"/>
                    <a:pt x="160352" y="164428"/>
                    <a:pt x="156436" y="177166"/>
                  </a:cubicBezTo>
                  <a:cubicBezTo>
                    <a:pt x="154362" y="183910"/>
                    <a:pt x="152584" y="187395"/>
                    <a:pt x="152486" y="184910"/>
                  </a:cubicBezTo>
                  <a:cubicBezTo>
                    <a:pt x="152387" y="182425"/>
                    <a:pt x="151144" y="180392"/>
                    <a:pt x="149724" y="180392"/>
                  </a:cubicBezTo>
                  <a:cubicBezTo>
                    <a:pt x="145947" y="180392"/>
                    <a:pt x="146574" y="187032"/>
                    <a:pt x="150673" y="190434"/>
                  </a:cubicBezTo>
                  <a:cubicBezTo>
                    <a:pt x="153362" y="192666"/>
                    <a:pt x="154997" y="192406"/>
                    <a:pt x="157540" y="189342"/>
                  </a:cubicBezTo>
                  <a:cubicBezTo>
                    <a:pt x="159375" y="187130"/>
                    <a:pt x="162434" y="185918"/>
                    <a:pt x="164336" y="186648"/>
                  </a:cubicBezTo>
                  <a:cubicBezTo>
                    <a:pt x="166311" y="187405"/>
                    <a:pt x="167794" y="186256"/>
                    <a:pt x="167794" y="183969"/>
                  </a:cubicBezTo>
                  <a:cubicBezTo>
                    <a:pt x="167794" y="181765"/>
                    <a:pt x="169246" y="180451"/>
                    <a:pt x="171021" y="181048"/>
                  </a:cubicBezTo>
                  <a:cubicBezTo>
                    <a:pt x="178588" y="183594"/>
                    <a:pt x="167396" y="209728"/>
                    <a:pt x="159467" y="208029"/>
                  </a:cubicBezTo>
                  <a:cubicBezTo>
                    <a:pt x="155365" y="207150"/>
                    <a:pt x="151352" y="215489"/>
                    <a:pt x="153370" y="220699"/>
                  </a:cubicBezTo>
                  <a:cubicBezTo>
                    <a:pt x="155154" y="225305"/>
                    <a:pt x="155436" y="225324"/>
                    <a:pt x="158583" y="221050"/>
                  </a:cubicBezTo>
                  <a:cubicBezTo>
                    <a:pt x="160413" y="218566"/>
                    <a:pt x="164395" y="216533"/>
                    <a:pt x="167434" y="216533"/>
                  </a:cubicBezTo>
                  <a:cubicBezTo>
                    <a:pt x="174275" y="216533"/>
                    <a:pt x="174331" y="217740"/>
                    <a:pt x="167794" y="224277"/>
                  </a:cubicBezTo>
                  <a:cubicBezTo>
                    <a:pt x="164323" y="227748"/>
                    <a:pt x="162581" y="233035"/>
                    <a:pt x="162477" y="240411"/>
                  </a:cubicBezTo>
                  <a:cubicBezTo>
                    <a:pt x="162393" y="246445"/>
                    <a:pt x="161269" y="257191"/>
                    <a:pt x="159980" y="264290"/>
                  </a:cubicBezTo>
                  <a:cubicBezTo>
                    <a:pt x="158691" y="271389"/>
                    <a:pt x="156316" y="286490"/>
                    <a:pt x="154702" y="297848"/>
                  </a:cubicBezTo>
                  <a:cubicBezTo>
                    <a:pt x="152051" y="316511"/>
                    <a:pt x="147143" y="330254"/>
                    <a:pt x="147143" y="319016"/>
                  </a:cubicBezTo>
                  <a:cubicBezTo>
                    <a:pt x="147143" y="316603"/>
                    <a:pt x="145981" y="314628"/>
                    <a:pt x="144561" y="314628"/>
                  </a:cubicBezTo>
                  <a:cubicBezTo>
                    <a:pt x="143141" y="314628"/>
                    <a:pt x="142167" y="313757"/>
                    <a:pt x="142397" y="312692"/>
                  </a:cubicBezTo>
                  <a:cubicBezTo>
                    <a:pt x="143282" y="308582"/>
                    <a:pt x="136781" y="296556"/>
                    <a:pt x="133654" y="296518"/>
                  </a:cubicBezTo>
                  <a:cubicBezTo>
                    <a:pt x="125264" y="296417"/>
                    <a:pt x="123998" y="292782"/>
                    <a:pt x="127870" y="279915"/>
                  </a:cubicBezTo>
                  <a:cubicBezTo>
                    <a:pt x="132191" y="265558"/>
                    <a:pt x="132766" y="255255"/>
                    <a:pt x="129246" y="255255"/>
                  </a:cubicBezTo>
                  <a:cubicBezTo>
                    <a:pt x="127923" y="255255"/>
                    <a:pt x="126121" y="257518"/>
                    <a:pt x="125242" y="260285"/>
                  </a:cubicBezTo>
                  <a:cubicBezTo>
                    <a:pt x="124364" y="263052"/>
                    <a:pt x="121321" y="266054"/>
                    <a:pt x="118479" y="266956"/>
                  </a:cubicBezTo>
                  <a:cubicBezTo>
                    <a:pt x="114695" y="268157"/>
                    <a:pt x="114029" y="269460"/>
                    <a:pt x="115990" y="271823"/>
                  </a:cubicBezTo>
                  <a:cubicBezTo>
                    <a:pt x="120178" y="276868"/>
                    <a:pt x="111817" y="295346"/>
                    <a:pt x="103625" y="299151"/>
                  </a:cubicBezTo>
                  <a:cubicBezTo>
                    <a:pt x="99874" y="300894"/>
                    <a:pt x="95131" y="303139"/>
                    <a:pt x="93086" y="304140"/>
                  </a:cubicBezTo>
                  <a:cubicBezTo>
                    <a:pt x="91041" y="305142"/>
                    <a:pt x="88261" y="309364"/>
                    <a:pt x="86910" y="313522"/>
                  </a:cubicBezTo>
                  <a:cubicBezTo>
                    <a:pt x="85558" y="317680"/>
                    <a:pt x="82145" y="324374"/>
                    <a:pt x="79326" y="328399"/>
                  </a:cubicBezTo>
                  <a:cubicBezTo>
                    <a:pt x="76507" y="332423"/>
                    <a:pt x="72263" y="341130"/>
                    <a:pt x="69895" y="347747"/>
                  </a:cubicBezTo>
                  <a:cubicBezTo>
                    <a:pt x="65145" y="361024"/>
                    <a:pt x="59224" y="364095"/>
                    <a:pt x="51629" y="357222"/>
                  </a:cubicBezTo>
                  <a:cubicBezTo>
                    <a:pt x="44314" y="350602"/>
                    <a:pt x="37572" y="353221"/>
                    <a:pt x="36622" y="363051"/>
                  </a:cubicBezTo>
                  <a:cubicBezTo>
                    <a:pt x="35885" y="370676"/>
                    <a:pt x="35039" y="371420"/>
                    <a:pt x="27100" y="371420"/>
                  </a:cubicBezTo>
                  <a:cubicBezTo>
                    <a:pt x="18795" y="371420"/>
                    <a:pt x="18319" y="370905"/>
                    <a:pt x="16950" y="360449"/>
                  </a:cubicBezTo>
                  <a:close/>
                </a:path>
              </a:pathLst>
            </a:custGeom>
            <a:solidFill>
              <a:srgbClr val="B9B9B9"/>
            </a:solidFill>
            <a:ln w="5163" cap="flat">
              <a:noFill/>
              <a:prstDash val="solid"/>
              <a:miter/>
            </a:ln>
          </p:spPr>
          <p:txBody>
            <a:bodyPr/>
            <a:lstStyle/>
            <a:p>
              <a:endParaRPr lang="es-419" noProof="0" dirty="0"/>
            </a:p>
          </p:txBody>
        </p:sp>
        <p:sp>
          <p:nvSpPr>
            <p:cNvPr id="80" name="Forma libre: forma 79">
              <a:extLst>
                <a:ext uri="{FF2B5EF4-FFF2-40B4-BE49-F238E27FC236}">
                  <a16:creationId xmlns:a16="http://schemas.microsoft.com/office/drawing/2014/main" id="{574A5CED-F6BD-76A7-961F-FDEC9A114509}"/>
                </a:ext>
              </a:extLst>
            </p:cNvPr>
            <p:cNvSpPr/>
            <p:nvPr/>
          </p:nvSpPr>
          <p:spPr>
            <a:xfrm>
              <a:off x="2598432" y="2301328"/>
              <a:ext cx="4301" cy="5162"/>
            </a:xfrm>
            <a:custGeom>
              <a:avLst/>
              <a:gdLst>
                <a:gd name="csX0" fmla="*/ 429 w 4301"/>
                <a:gd name="csY0" fmla="*/ 2581 h 5162"/>
                <a:gd name="csX1" fmla="*/ 1567 w 4301"/>
                <a:gd name="csY1" fmla="*/ 0 h 5162"/>
                <a:gd name="csX2" fmla="*/ 4301 w 4301"/>
                <a:gd name="csY2" fmla="*/ 2581 h 5162"/>
                <a:gd name="csX3" fmla="*/ 3163 w 4301"/>
                <a:gd name="csY3" fmla="*/ 5163 h 5162"/>
                <a:gd name="csX4" fmla="*/ 429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429" y="2581"/>
                  </a:moveTo>
                  <a:cubicBezTo>
                    <a:pt x="-448" y="1162"/>
                    <a:pt x="64" y="0"/>
                    <a:pt x="1567" y="0"/>
                  </a:cubicBezTo>
                  <a:cubicBezTo>
                    <a:pt x="3071" y="0"/>
                    <a:pt x="4301" y="1162"/>
                    <a:pt x="4301" y="2581"/>
                  </a:cubicBezTo>
                  <a:cubicBezTo>
                    <a:pt x="4301" y="4001"/>
                    <a:pt x="3789" y="5163"/>
                    <a:pt x="3163" y="5163"/>
                  </a:cubicBezTo>
                  <a:cubicBezTo>
                    <a:pt x="2537" y="5163"/>
                    <a:pt x="1307" y="4001"/>
                    <a:pt x="429" y="2581"/>
                  </a:cubicBezTo>
                  <a:close/>
                </a:path>
              </a:pathLst>
            </a:custGeom>
            <a:solidFill>
              <a:srgbClr val="B9B9B9"/>
            </a:solidFill>
            <a:ln w="5163" cap="flat">
              <a:noFill/>
              <a:prstDash val="solid"/>
              <a:miter/>
            </a:ln>
          </p:spPr>
          <p:txBody>
            <a:bodyPr/>
            <a:lstStyle/>
            <a:p>
              <a:endParaRPr lang="es-419" noProof="0" dirty="0"/>
            </a:p>
          </p:txBody>
        </p:sp>
        <p:sp>
          <p:nvSpPr>
            <p:cNvPr id="81" name="Forma libre: forma 80">
              <a:extLst>
                <a:ext uri="{FF2B5EF4-FFF2-40B4-BE49-F238E27FC236}">
                  <a16:creationId xmlns:a16="http://schemas.microsoft.com/office/drawing/2014/main" id="{9E1F0FA8-0910-C7B6-D8E3-E9998E24B562}"/>
                </a:ext>
              </a:extLst>
            </p:cNvPr>
            <p:cNvSpPr/>
            <p:nvPr/>
          </p:nvSpPr>
          <p:spPr>
            <a:xfrm>
              <a:off x="2631714" y="2178527"/>
              <a:ext cx="22197" cy="31992"/>
            </a:xfrm>
            <a:custGeom>
              <a:avLst/>
              <a:gdLst>
                <a:gd name="csX0" fmla="*/ 471 w 22197"/>
                <a:gd name="csY0" fmla="*/ 28899 h 31992"/>
                <a:gd name="csX1" fmla="*/ 9355 w 22197"/>
                <a:gd name="csY1" fmla="*/ 4976 h 31992"/>
                <a:gd name="csX2" fmla="*/ 18130 w 22197"/>
                <a:gd name="csY2" fmla="*/ 1262 h 31992"/>
                <a:gd name="csX3" fmla="*/ 15361 w 22197"/>
                <a:gd name="csY3" fmla="*/ 16772 h 31992"/>
                <a:gd name="csX4" fmla="*/ 471 w 22197"/>
                <a:gd name="csY4" fmla="*/ 28899 h 31992"/>
              </a:gdLst>
              <a:ahLst/>
              <a:cxnLst>
                <a:cxn ang="0">
                  <a:pos x="csX0" y="csY0"/>
                </a:cxn>
                <a:cxn ang="0">
                  <a:pos x="csX1" y="csY1"/>
                </a:cxn>
                <a:cxn ang="0">
                  <a:pos x="csX2" y="csY2"/>
                </a:cxn>
                <a:cxn ang="0">
                  <a:pos x="csX3" y="csY3"/>
                </a:cxn>
                <a:cxn ang="0">
                  <a:pos x="csX4" y="csY4"/>
                </a:cxn>
              </a:cxnLst>
              <a:rect l="l" t="t" r="r" b="b"/>
              <a:pathLst>
                <a:path w="22197" h="31992">
                  <a:moveTo>
                    <a:pt x="471" y="28899"/>
                  </a:moveTo>
                  <a:cubicBezTo>
                    <a:pt x="-1762" y="23078"/>
                    <a:pt x="4399" y="6487"/>
                    <a:pt x="9355" y="4976"/>
                  </a:cubicBezTo>
                  <a:cubicBezTo>
                    <a:pt x="11697" y="4262"/>
                    <a:pt x="15646" y="2591"/>
                    <a:pt x="18130" y="1262"/>
                  </a:cubicBezTo>
                  <a:cubicBezTo>
                    <a:pt x="24115" y="-1937"/>
                    <a:pt x="23741" y="160"/>
                    <a:pt x="15361" y="16772"/>
                  </a:cubicBezTo>
                  <a:cubicBezTo>
                    <a:pt x="7920" y="31524"/>
                    <a:pt x="3013" y="35521"/>
                    <a:pt x="471" y="28899"/>
                  </a:cubicBezTo>
                  <a:close/>
                </a:path>
              </a:pathLst>
            </a:custGeom>
            <a:solidFill>
              <a:srgbClr val="B9B9B9"/>
            </a:solidFill>
            <a:ln w="5163" cap="flat">
              <a:noFill/>
              <a:prstDash val="solid"/>
              <a:miter/>
            </a:ln>
          </p:spPr>
          <p:txBody>
            <a:bodyPr/>
            <a:lstStyle/>
            <a:p>
              <a:endParaRPr lang="es-419" noProof="0" dirty="0"/>
            </a:p>
          </p:txBody>
        </p:sp>
        <p:sp>
          <p:nvSpPr>
            <p:cNvPr id="82" name="Forma libre: forma 81">
              <a:extLst>
                <a:ext uri="{FF2B5EF4-FFF2-40B4-BE49-F238E27FC236}">
                  <a16:creationId xmlns:a16="http://schemas.microsoft.com/office/drawing/2014/main" id="{846FD178-9728-58A1-6D4E-281D511421A7}"/>
                </a:ext>
              </a:extLst>
            </p:cNvPr>
            <p:cNvSpPr/>
            <p:nvPr/>
          </p:nvSpPr>
          <p:spPr>
            <a:xfrm>
              <a:off x="2646618" y="2128371"/>
              <a:ext cx="5162" cy="6756"/>
            </a:xfrm>
            <a:custGeom>
              <a:avLst/>
              <a:gdLst>
                <a:gd name="csX0" fmla="*/ 0 w 5162"/>
                <a:gd name="csY0" fmla="*/ 4025 h 6756"/>
                <a:gd name="csX1" fmla="*/ 2581 w 5162"/>
                <a:gd name="csY1" fmla="*/ 0 h 6756"/>
                <a:gd name="csX2" fmla="*/ 5163 w 5162"/>
                <a:gd name="csY2" fmla="*/ 2429 h 6756"/>
                <a:gd name="csX3" fmla="*/ 2581 w 5162"/>
                <a:gd name="csY3" fmla="*/ 6454 h 6756"/>
                <a:gd name="csX4" fmla="*/ 0 w 5162"/>
                <a:gd name="csY4" fmla="*/ 4025 h 6756"/>
              </a:gdLst>
              <a:ahLst/>
              <a:cxnLst>
                <a:cxn ang="0">
                  <a:pos x="csX0" y="csY0"/>
                </a:cxn>
                <a:cxn ang="0">
                  <a:pos x="csX1" y="csY1"/>
                </a:cxn>
                <a:cxn ang="0">
                  <a:pos x="csX2" y="csY2"/>
                </a:cxn>
                <a:cxn ang="0">
                  <a:pos x="csX3" y="csY3"/>
                </a:cxn>
                <a:cxn ang="0">
                  <a:pos x="csX4" y="csY4"/>
                </a:cxn>
              </a:cxnLst>
              <a:rect l="l" t="t" r="r" b="b"/>
              <a:pathLst>
                <a:path w="5162" h="6756">
                  <a:moveTo>
                    <a:pt x="0" y="4025"/>
                  </a:moveTo>
                  <a:cubicBezTo>
                    <a:pt x="0" y="1811"/>
                    <a:pt x="1162" y="0"/>
                    <a:pt x="2581" y="0"/>
                  </a:cubicBezTo>
                  <a:cubicBezTo>
                    <a:pt x="4001" y="0"/>
                    <a:pt x="5163" y="1093"/>
                    <a:pt x="5163" y="2429"/>
                  </a:cubicBezTo>
                  <a:cubicBezTo>
                    <a:pt x="5163" y="3765"/>
                    <a:pt x="4001" y="5576"/>
                    <a:pt x="2581" y="6454"/>
                  </a:cubicBezTo>
                  <a:cubicBezTo>
                    <a:pt x="1162" y="7331"/>
                    <a:pt x="0" y="6238"/>
                    <a:pt x="0" y="4025"/>
                  </a:cubicBezTo>
                  <a:close/>
                </a:path>
              </a:pathLst>
            </a:custGeom>
            <a:solidFill>
              <a:srgbClr val="B9B9B9"/>
            </a:solidFill>
            <a:ln w="5163" cap="flat">
              <a:noFill/>
              <a:prstDash val="solid"/>
              <a:miter/>
            </a:ln>
          </p:spPr>
          <p:txBody>
            <a:bodyPr/>
            <a:lstStyle/>
            <a:p>
              <a:endParaRPr lang="es-419" noProof="0" dirty="0"/>
            </a:p>
          </p:txBody>
        </p:sp>
        <p:sp>
          <p:nvSpPr>
            <p:cNvPr id="83" name="Forma libre: forma 82">
              <a:extLst>
                <a:ext uri="{FF2B5EF4-FFF2-40B4-BE49-F238E27FC236}">
                  <a16:creationId xmlns:a16="http://schemas.microsoft.com/office/drawing/2014/main" id="{AFBB16A0-B035-5B67-1B74-32CB203A774E}"/>
                </a:ext>
              </a:extLst>
            </p:cNvPr>
            <p:cNvSpPr/>
            <p:nvPr/>
          </p:nvSpPr>
          <p:spPr>
            <a:xfrm>
              <a:off x="2646618" y="2110301"/>
              <a:ext cx="4301" cy="5162"/>
            </a:xfrm>
            <a:custGeom>
              <a:avLst/>
              <a:gdLst>
                <a:gd name="csX0" fmla="*/ 0 w 4301"/>
                <a:gd name="csY0" fmla="*/ 2581 h 5162"/>
                <a:gd name="csX1" fmla="*/ 1138 w 4301"/>
                <a:gd name="csY1" fmla="*/ 0 h 5162"/>
                <a:gd name="csX2" fmla="*/ 3872 w 4301"/>
                <a:gd name="csY2" fmla="*/ 2581 h 5162"/>
                <a:gd name="csX3" fmla="*/ 2734 w 4301"/>
                <a:gd name="csY3" fmla="*/ 5163 h 5162"/>
                <a:gd name="csX4" fmla="*/ 0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0" y="2581"/>
                  </a:moveTo>
                  <a:cubicBezTo>
                    <a:pt x="0" y="1162"/>
                    <a:pt x="512" y="0"/>
                    <a:pt x="1138" y="0"/>
                  </a:cubicBezTo>
                  <a:cubicBezTo>
                    <a:pt x="1765" y="0"/>
                    <a:pt x="2995" y="1162"/>
                    <a:pt x="3872" y="2581"/>
                  </a:cubicBezTo>
                  <a:cubicBezTo>
                    <a:pt x="4750" y="4001"/>
                    <a:pt x="4237" y="5163"/>
                    <a:pt x="2734" y="5163"/>
                  </a:cubicBezTo>
                  <a:cubicBezTo>
                    <a:pt x="1230" y="5163"/>
                    <a:pt x="0" y="4001"/>
                    <a:pt x="0" y="2581"/>
                  </a:cubicBezTo>
                  <a:close/>
                </a:path>
              </a:pathLst>
            </a:custGeom>
            <a:solidFill>
              <a:srgbClr val="B9B9B9"/>
            </a:solidFill>
            <a:ln w="5163" cap="flat">
              <a:noFill/>
              <a:prstDash val="solid"/>
              <a:miter/>
            </a:ln>
          </p:spPr>
          <p:txBody>
            <a:bodyPr/>
            <a:lstStyle/>
            <a:p>
              <a:endParaRPr lang="es-419" noProof="0" dirty="0"/>
            </a:p>
          </p:txBody>
        </p:sp>
      </p:grpSp>
      <p:grpSp>
        <p:nvGrpSpPr>
          <p:cNvPr id="84" name="Gráfico 39">
            <a:extLst>
              <a:ext uri="{FF2B5EF4-FFF2-40B4-BE49-F238E27FC236}">
                <a16:creationId xmlns:a16="http://schemas.microsoft.com/office/drawing/2014/main" id="{EE530E03-00D6-1FD7-1DC7-A67625E98FEF}"/>
              </a:ext>
            </a:extLst>
          </p:cNvPr>
          <p:cNvGrpSpPr/>
          <p:nvPr/>
        </p:nvGrpSpPr>
        <p:grpSpPr>
          <a:xfrm>
            <a:off x="924790" y="1999612"/>
            <a:ext cx="235561" cy="223008"/>
            <a:chOff x="924790" y="1999612"/>
            <a:chExt cx="235561" cy="223008"/>
          </a:xfrm>
          <a:solidFill>
            <a:srgbClr val="B9B9B9"/>
          </a:solidFill>
        </p:grpSpPr>
        <p:sp>
          <p:nvSpPr>
            <p:cNvPr id="85" name="Forma libre: forma 84">
              <a:extLst>
                <a:ext uri="{FF2B5EF4-FFF2-40B4-BE49-F238E27FC236}">
                  <a16:creationId xmlns:a16="http://schemas.microsoft.com/office/drawing/2014/main" id="{8C6B4F4E-7733-A5F4-75AD-C0DA6299B9A8}"/>
                </a:ext>
              </a:extLst>
            </p:cNvPr>
            <p:cNvSpPr/>
            <p:nvPr/>
          </p:nvSpPr>
          <p:spPr>
            <a:xfrm>
              <a:off x="1018216" y="1999612"/>
              <a:ext cx="142135" cy="223008"/>
            </a:xfrm>
            <a:custGeom>
              <a:avLst/>
              <a:gdLst>
                <a:gd name="csX0" fmla="*/ 33142 w 142135"/>
                <a:gd name="csY0" fmla="*/ 222624 h 223008"/>
                <a:gd name="csX1" fmla="*/ 24030 w 142135"/>
                <a:gd name="csY1" fmla="*/ 217989 h 223008"/>
                <a:gd name="csX2" fmla="*/ 15077 w 142135"/>
                <a:gd name="csY2" fmla="*/ 214475 h 223008"/>
                <a:gd name="csX3" fmla="*/ 28065 w 142135"/>
                <a:gd name="csY3" fmla="*/ 199749 h 223008"/>
                <a:gd name="csX4" fmla="*/ 39623 w 142135"/>
                <a:gd name="csY4" fmla="*/ 181324 h 223008"/>
                <a:gd name="csX5" fmla="*/ 40552 w 142135"/>
                <a:gd name="csY5" fmla="*/ 163618 h 223008"/>
                <a:gd name="csX6" fmla="*/ 38270 w 142135"/>
                <a:gd name="csY6" fmla="*/ 146871 h 223008"/>
                <a:gd name="csX7" fmla="*/ 31342 w 142135"/>
                <a:gd name="csY7" fmla="*/ 141344 h 223008"/>
                <a:gd name="csX8" fmla="*/ 23064 w 142135"/>
                <a:gd name="csY8" fmla="*/ 130695 h 223008"/>
                <a:gd name="csX9" fmla="*/ 21238 w 142135"/>
                <a:gd name="csY9" fmla="*/ 121015 h 223008"/>
                <a:gd name="csX10" fmla="*/ 21448 w 142135"/>
                <a:gd name="csY10" fmla="*/ 110689 h 223008"/>
                <a:gd name="csX11" fmla="*/ 17417 w 142135"/>
                <a:gd name="csY11" fmla="*/ 113600 h 223008"/>
                <a:gd name="csX12" fmla="*/ 6090 w 142135"/>
                <a:gd name="csY12" fmla="*/ 75839 h 223008"/>
                <a:gd name="csX13" fmla="*/ 446 w 142135"/>
                <a:gd name="csY13" fmla="*/ 49379 h 223008"/>
                <a:gd name="csX14" fmla="*/ 1787 w 142135"/>
                <a:gd name="csY14" fmla="*/ 43571 h 223008"/>
                <a:gd name="csX15" fmla="*/ 4669 w 142135"/>
                <a:gd name="csY15" fmla="*/ 50173 h 223008"/>
                <a:gd name="csX16" fmla="*/ 15640 w 142135"/>
                <a:gd name="csY16" fmla="*/ 55981 h 223008"/>
                <a:gd name="csX17" fmla="*/ 25590 w 142135"/>
                <a:gd name="csY17" fmla="*/ 51315 h 223008"/>
                <a:gd name="csX18" fmla="*/ 21927 w 142135"/>
                <a:gd name="csY18" fmla="*/ 38128 h 223008"/>
                <a:gd name="csX19" fmla="*/ 25126 w 142135"/>
                <a:gd name="csY19" fmla="*/ 20612 h 223008"/>
                <a:gd name="csX20" fmla="*/ 29635 w 142135"/>
                <a:gd name="csY20" fmla="*/ 8944 h 223008"/>
                <a:gd name="csX21" fmla="*/ 56601 w 142135"/>
                <a:gd name="csY21" fmla="*/ 2664 h 223008"/>
                <a:gd name="csX22" fmla="*/ 68014 w 142135"/>
                <a:gd name="csY22" fmla="*/ 14926 h 223008"/>
                <a:gd name="csX23" fmla="*/ 70397 w 142135"/>
                <a:gd name="csY23" fmla="*/ 28730 h 223008"/>
                <a:gd name="csX24" fmla="*/ 64799 w 142135"/>
                <a:gd name="csY24" fmla="*/ 38367 h 223008"/>
                <a:gd name="csX25" fmla="*/ 76515 w 142135"/>
                <a:gd name="csY25" fmla="*/ 47199 h 223008"/>
                <a:gd name="csX26" fmla="*/ 95020 w 142135"/>
                <a:gd name="csY26" fmla="*/ 52596 h 223008"/>
                <a:gd name="csX27" fmla="*/ 116723 w 142135"/>
                <a:gd name="csY27" fmla="*/ 66052 h 223008"/>
                <a:gd name="csX28" fmla="*/ 125419 w 142135"/>
                <a:gd name="csY28" fmla="*/ 64641 h 223008"/>
                <a:gd name="csX29" fmla="*/ 121867 w 142135"/>
                <a:gd name="csY29" fmla="*/ 77984 h 223008"/>
                <a:gd name="csX30" fmla="*/ 126198 w 142135"/>
                <a:gd name="csY30" fmla="*/ 109560 h 223008"/>
                <a:gd name="csX31" fmla="*/ 132452 w 142135"/>
                <a:gd name="csY31" fmla="*/ 130811 h 223008"/>
                <a:gd name="csX32" fmla="*/ 137172 w 142135"/>
                <a:gd name="csY32" fmla="*/ 149525 h 223008"/>
                <a:gd name="csX33" fmla="*/ 126264 w 142135"/>
                <a:gd name="csY33" fmla="*/ 165042 h 223008"/>
                <a:gd name="csX34" fmla="*/ 119713 w 142135"/>
                <a:gd name="csY34" fmla="*/ 162318 h 223008"/>
                <a:gd name="csX35" fmla="*/ 122125 w 142135"/>
                <a:gd name="csY35" fmla="*/ 181310 h 223008"/>
                <a:gd name="csX36" fmla="*/ 122395 w 142135"/>
                <a:gd name="csY36" fmla="*/ 193071 h 223008"/>
                <a:gd name="csX37" fmla="*/ 117050 w 142135"/>
                <a:gd name="csY37" fmla="*/ 205350 h 223008"/>
                <a:gd name="csX38" fmla="*/ 115307 w 142135"/>
                <a:gd name="csY38" fmla="*/ 214639 h 223008"/>
                <a:gd name="csX39" fmla="*/ 105608 w 142135"/>
                <a:gd name="csY39" fmla="*/ 205168 h 223008"/>
                <a:gd name="csX40" fmla="*/ 70306 w 142135"/>
                <a:gd name="csY40" fmla="*/ 198146 h 223008"/>
                <a:gd name="csX41" fmla="*/ 57886 w 142135"/>
                <a:gd name="csY41" fmla="*/ 203581 h 223008"/>
                <a:gd name="csX42" fmla="*/ 42822 w 142135"/>
                <a:gd name="csY42" fmla="*/ 214552 h 223008"/>
                <a:gd name="csX43" fmla="*/ 33142 w 142135"/>
                <a:gd name="csY43" fmla="*/ 222624 h 2230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42135" h="223008">
                  <a:moveTo>
                    <a:pt x="33142" y="222624"/>
                  </a:moveTo>
                  <a:cubicBezTo>
                    <a:pt x="33100" y="221007"/>
                    <a:pt x="28999" y="218922"/>
                    <a:pt x="24030" y="217989"/>
                  </a:cubicBezTo>
                  <a:cubicBezTo>
                    <a:pt x="19061" y="217057"/>
                    <a:pt x="15032" y="215476"/>
                    <a:pt x="15077" y="214475"/>
                  </a:cubicBezTo>
                  <a:cubicBezTo>
                    <a:pt x="15123" y="213475"/>
                    <a:pt x="20967" y="206848"/>
                    <a:pt x="28065" y="199749"/>
                  </a:cubicBezTo>
                  <a:cubicBezTo>
                    <a:pt x="37756" y="190056"/>
                    <a:pt x="40635" y="185467"/>
                    <a:pt x="39623" y="181324"/>
                  </a:cubicBezTo>
                  <a:cubicBezTo>
                    <a:pt x="38882" y="178289"/>
                    <a:pt x="39300" y="170321"/>
                    <a:pt x="40552" y="163618"/>
                  </a:cubicBezTo>
                  <a:cubicBezTo>
                    <a:pt x="42457" y="153420"/>
                    <a:pt x="42085" y="150686"/>
                    <a:pt x="38270" y="146871"/>
                  </a:cubicBezTo>
                  <a:cubicBezTo>
                    <a:pt x="35762" y="144363"/>
                    <a:pt x="32644" y="141876"/>
                    <a:pt x="31342" y="141344"/>
                  </a:cubicBezTo>
                  <a:cubicBezTo>
                    <a:pt x="30039" y="140811"/>
                    <a:pt x="26314" y="136019"/>
                    <a:pt x="23064" y="130695"/>
                  </a:cubicBezTo>
                  <a:cubicBezTo>
                    <a:pt x="18146" y="122638"/>
                    <a:pt x="17840" y="121015"/>
                    <a:pt x="21238" y="121015"/>
                  </a:cubicBezTo>
                  <a:cubicBezTo>
                    <a:pt x="26407" y="121015"/>
                    <a:pt x="26532" y="114908"/>
                    <a:pt x="21448" y="110689"/>
                  </a:cubicBezTo>
                  <a:cubicBezTo>
                    <a:pt x="18195" y="107989"/>
                    <a:pt x="17551" y="108454"/>
                    <a:pt x="17417" y="113600"/>
                  </a:cubicBezTo>
                  <a:cubicBezTo>
                    <a:pt x="17202" y="121855"/>
                    <a:pt x="11362" y="102386"/>
                    <a:pt x="6090" y="75839"/>
                  </a:cubicBezTo>
                  <a:cubicBezTo>
                    <a:pt x="3834" y="64481"/>
                    <a:pt x="1295" y="52574"/>
                    <a:pt x="446" y="49379"/>
                  </a:cubicBezTo>
                  <a:cubicBezTo>
                    <a:pt x="-477" y="45903"/>
                    <a:pt x="61" y="43571"/>
                    <a:pt x="1787" y="43571"/>
                  </a:cubicBezTo>
                  <a:cubicBezTo>
                    <a:pt x="3372" y="43571"/>
                    <a:pt x="4669" y="46542"/>
                    <a:pt x="4669" y="50173"/>
                  </a:cubicBezTo>
                  <a:cubicBezTo>
                    <a:pt x="4669" y="56344"/>
                    <a:pt x="5386" y="56723"/>
                    <a:pt x="15640" y="55981"/>
                  </a:cubicBezTo>
                  <a:cubicBezTo>
                    <a:pt x="23894" y="55384"/>
                    <a:pt x="26358" y="54229"/>
                    <a:pt x="25590" y="51315"/>
                  </a:cubicBezTo>
                  <a:cubicBezTo>
                    <a:pt x="25028" y="49186"/>
                    <a:pt x="23380" y="43251"/>
                    <a:pt x="21927" y="38128"/>
                  </a:cubicBezTo>
                  <a:cubicBezTo>
                    <a:pt x="19644" y="30074"/>
                    <a:pt x="20076" y="27703"/>
                    <a:pt x="25126" y="20612"/>
                  </a:cubicBezTo>
                  <a:cubicBezTo>
                    <a:pt x="28338" y="16101"/>
                    <a:pt x="30367" y="10851"/>
                    <a:pt x="29635" y="8944"/>
                  </a:cubicBezTo>
                  <a:cubicBezTo>
                    <a:pt x="26306" y="269"/>
                    <a:pt x="38854" y="-2653"/>
                    <a:pt x="56601" y="2664"/>
                  </a:cubicBezTo>
                  <a:cubicBezTo>
                    <a:pt x="65243" y="5253"/>
                    <a:pt x="66731" y="6851"/>
                    <a:pt x="68014" y="14926"/>
                  </a:cubicBezTo>
                  <a:cubicBezTo>
                    <a:pt x="68826" y="20032"/>
                    <a:pt x="69898" y="26244"/>
                    <a:pt x="70397" y="28730"/>
                  </a:cubicBezTo>
                  <a:cubicBezTo>
                    <a:pt x="70908" y="31276"/>
                    <a:pt x="68463" y="35485"/>
                    <a:pt x="64799" y="38367"/>
                  </a:cubicBezTo>
                  <a:cubicBezTo>
                    <a:pt x="52677" y="47902"/>
                    <a:pt x="63675" y="56192"/>
                    <a:pt x="76515" y="47199"/>
                  </a:cubicBezTo>
                  <a:cubicBezTo>
                    <a:pt x="84862" y="41352"/>
                    <a:pt x="95020" y="44315"/>
                    <a:pt x="95020" y="52596"/>
                  </a:cubicBezTo>
                  <a:cubicBezTo>
                    <a:pt x="95020" y="61383"/>
                    <a:pt x="105491" y="67875"/>
                    <a:pt x="116723" y="66052"/>
                  </a:cubicBezTo>
                  <a:lnTo>
                    <a:pt x="125419" y="64641"/>
                  </a:lnTo>
                  <a:lnTo>
                    <a:pt x="121867" y="77984"/>
                  </a:lnTo>
                  <a:cubicBezTo>
                    <a:pt x="116766" y="97143"/>
                    <a:pt x="117305" y="101074"/>
                    <a:pt x="126198" y="109560"/>
                  </a:cubicBezTo>
                  <a:cubicBezTo>
                    <a:pt x="133696" y="116715"/>
                    <a:pt x="134049" y="117914"/>
                    <a:pt x="132452" y="130811"/>
                  </a:cubicBezTo>
                  <a:cubicBezTo>
                    <a:pt x="130905" y="143306"/>
                    <a:pt x="131310" y="144914"/>
                    <a:pt x="137172" y="149525"/>
                  </a:cubicBezTo>
                  <a:cubicBezTo>
                    <a:pt x="148350" y="158317"/>
                    <a:pt x="138877" y="171792"/>
                    <a:pt x="126264" y="165042"/>
                  </a:cubicBezTo>
                  <a:cubicBezTo>
                    <a:pt x="123464" y="163544"/>
                    <a:pt x="120516" y="162318"/>
                    <a:pt x="119713" y="162318"/>
                  </a:cubicBezTo>
                  <a:cubicBezTo>
                    <a:pt x="116537" y="162318"/>
                    <a:pt x="118487" y="177672"/>
                    <a:pt x="122125" y="181310"/>
                  </a:cubicBezTo>
                  <a:cubicBezTo>
                    <a:pt x="126947" y="186132"/>
                    <a:pt x="127019" y="189234"/>
                    <a:pt x="122395" y="193071"/>
                  </a:cubicBezTo>
                  <a:cubicBezTo>
                    <a:pt x="120414" y="194715"/>
                    <a:pt x="118009" y="200241"/>
                    <a:pt x="117050" y="205350"/>
                  </a:cubicBezTo>
                  <a:lnTo>
                    <a:pt x="115307" y="214639"/>
                  </a:lnTo>
                  <a:lnTo>
                    <a:pt x="105608" y="205168"/>
                  </a:lnTo>
                  <a:cubicBezTo>
                    <a:pt x="93087" y="192941"/>
                    <a:pt x="80185" y="190375"/>
                    <a:pt x="70306" y="198146"/>
                  </a:cubicBezTo>
                  <a:cubicBezTo>
                    <a:pt x="66478" y="201157"/>
                    <a:pt x="60889" y="203603"/>
                    <a:pt x="57886" y="203581"/>
                  </a:cubicBezTo>
                  <a:cubicBezTo>
                    <a:pt x="54649" y="203557"/>
                    <a:pt x="48516" y="208024"/>
                    <a:pt x="42822" y="214552"/>
                  </a:cubicBezTo>
                  <a:cubicBezTo>
                    <a:pt x="37540" y="220608"/>
                    <a:pt x="33184" y="224241"/>
                    <a:pt x="33142" y="222624"/>
                  </a:cubicBezTo>
                  <a:close/>
                </a:path>
              </a:pathLst>
            </a:custGeom>
            <a:solidFill>
              <a:srgbClr val="B9B9B9"/>
            </a:solidFill>
            <a:ln w="5163" cap="flat">
              <a:noFill/>
              <a:prstDash val="solid"/>
              <a:miter/>
            </a:ln>
          </p:spPr>
          <p:txBody>
            <a:bodyPr/>
            <a:lstStyle/>
            <a:p>
              <a:endParaRPr lang="es-419" noProof="0" dirty="0"/>
            </a:p>
          </p:txBody>
        </p:sp>
        <p:sp>
          <p:nvSpPr>
            <p:cNvPr id="86" name="Forma libre: forma 85">
              <a:extLst>
                <a:ext uri="{FF2B5EF4-FFF2-40B4-BE49-F238E27FC236}">
                  <a16:creationId xmlns:a16="http://schemas.microsoft.com/office/drawing/2014/main" id="{D9191FA5-0F50-8F5A-B682-E3107C81822F}"/>
                </a:ext>
              </a:extLst>
            </p:cNvPr>
            <p:cNvSpPr/>
            <p:nvPr/>
          </p:nvSpPr>
          <p:spPr>
            <a:xfrm>
              <a:off x="976738" y="2149266"/>
              <a:ext cx="9026" cy="7395"/>
            </a:xfrm>
            <a:custGeom>
              <a:avLst/>
              <a:gdLst>
                <a:gd name="csX0" fmla="*/ 866 w 9026"/>
                <a:gd name="csY0" fmla="*/ 4748 h 7395"/>
                <a:gd name="csX1" fmla="*/ 6187 w 9026"/>
                <a:gd name="csY1" fmla="*/ 710 h 7395"/>
                <a:gd name="csX2" fmla="*/ 8728 w 9026"/>
                <a:gd name="csY2" fmla="*/ 4901 h 7395"/>
                <a:gd name="csX3" fmla="*/ 866 w 9026"/>
                <a:gd name="csY3" fmla="*/ 4748 h 7395"/>
              </a:gdLst>
              <a:ahLst/>
              <a:cxnLst>
                <a:cxn ang="0">
                  <a:pos x="csX0" y="csY0"/>
                </a:cxn>
                <a:cxn ang="0">
                  <a:pos x="csX1" y="csY1"/>
                </a:cxn>
                <a:cxn ang="0">
                  <a:pos x="csX2" y="csY2"/>
                </a:cxn>
                <a:cxn ang="0">
                  <a:pos x="csX3" y="csY3"/>
                </a:cxn>
              </a:cxnLst>
              <a:rect l="l" t="t" r="r" b="b"/>
              <a:pathLst>
                <a:path w="9026" h="7395">
                  <a:moveTo>
                    <a:pt x="866" y="4748"/>
                  </a:moveTo>
                  <a:cubicBezTo>
                    <a:pt x="-1510" y="904"/>
                    <a:pt x="1245" y="-1186"/>
                    <a:pt x="6187" y="710"/>
                  </a:cubicBezTo>
                  <a:cubicBezTo>
                    <a:pt x="8468" y="1586"/>
                    <a:pt x="9611" y="3472"/>
                    <a:pt x="8728" y="4901"/>
                  </a:cubicBezTo>
                  <a:cubicBezTo>
                    <a:pt x="6635" y="8287"/>
                    <a:pt x="3009" y="8216"/>
                    <a:pt x="866" y="4748"/>
                  </a:cubicBezTo>
                  <a:close/>
                </a:path>
              </a:pathLst>
            </a:custGeom>
            <a:solidFill>
              <a:srgbClr val="B9B9B9"/>
            </a:solidFill>
            <a:ln w="5163" cap="flat">
              <a:noFill/>
              <a:prstDash val="solid"/>
              <a:miter/>
            </a:ln>
          </p:spPr>
          <p:txBody>
            <a:bodyPr/>
            <a:lstStyle/>
            <a:p>
              <a:endParaRPr lang="es-419" noProof="0" dirty="0"/>
            </a:p>
          </p:txBody>
        </p:sp>
        <p:sp>
          <p:nvSpPr>
            <p:cNvPr id="87" name="Forma libre: forma 86">
              <a:extLst>
                <a:ext uri="{FF2B5EF4-FFF2-40B4-BE49-F238E27FC236}">
                  <a16:creationId xmlns:a16="http://schemas.microsoft.com/office/drawing/2014/main" id="{BE23C960-0BEB-02EC-C813-B2E560DCBC26}"/>
                </a:ext>
              </a:extLst>
            </p:cNvPr>
            <p:cNvSpPr/>
            <p:nvPr/>
          </p:nvSpPr>
          <p:spPr>
            <a:xfrm>
              <a:off x="958388" y="2135665"/>
              <a:ext cx="19364" cy="11047"/>
            </a:xfrm>
            <a:custGeom>
              <a:avLst/>
              <a:gdLst>
                <a:gd name="csX0" fmla="*/ 0 w 19364"/>
                <a:gd name="csY0" fmla="*/ 8841 h 11047"/>
                <a:gd name="csX1" fmla="*/ 17408 w 19364"/>
                <a:gd name="csY1" fmla="*/ 154 h 11047"/>
                <a:gd name="csX2" fmla="*/ 17432 w 19364"/>
                <a:gd name="csY2" fmla="*/ 5614 h 11047"/>
                <a:gd name="csX3" fmla="*/ 0 w 19364"/>
                <a:gd name="csY3" fmla="*/ 8841 h 11047"/>
              </a:gdLst>
              <a:ahLst/>
              <a:cxnLst>
                <a:cxn ang="0">
                  <a:pos x="csX0" y="csY0"/>
                </a:cxn>
                <a:cxn ang="0">
                  <a:pos x="csX1" y="csY1"/>
                </a:cxn>
                <a:cxn ang="0">
                  <a:pos x="csX2" y="csY2"/>
                </a:cxn>
                <a:cxn ang="0">
                  <a:pos x="csX3" y="csY3"/>
                </a:cxn>
              </a:cxnLst>
              <a:rect l="l" t="t" r="r" b="b"/>
              <a:pathLst>
                <a:path w="19364" h="11047">
                  <a:moveTo>
                    <a:pt x="0" y="8841"/>
                  </a:moveTo>
                  <a:cubicBezTo>
                    <a:pt x="126" y="2682"/>
                    <a:pt x="7086" y="-791"/>
                    <a:pt x="17408" y="154"/>
                  </a:cubicBezTo>
                  <a:cubicBezTo>
                    <a:pt x="20010" y="392"/>
                    <a:pt x="20015" y="1478"/>
                    <a:pt x="17432" y="5614"/>
                  </a:cubicBezTo>
                  <a:cubicBezTo>
                    <a:pt x="14357" y="10538"/>
                    <a:pt x="-89" y="13212"/>
                    <a:pt x="0" y="8841"/>
                  </a:cubicBezTo>
                  <a:close/>
                </a:path>
              </a:pathLst>
            </a:custGeom>
            <a:solidFill>
              <a:srgbClr val="B9B9B9"/>
            </a:solidFill>
            <a:ln w="5163" cap="flat">
              <a:noFill/>
              <a:prstDash val="solid"/>
              <a:miter/>
            </a:ln>
          </p:spPr>
          <p:txBody>
            <a:bodyPr/>
            <a:lstStyle/>
            <a:p>
              <a:endParaRPr lang="es-419" noProof="0" dirty="0"/>
            </a:p>
          </p:txBody>
        </p:sp>
        <p:sp>
          <p:nvSpPr>
            <p:cNvPr id="88" name="Forma libre: forma 87">
              <a:extLst>
                <a:ext uri="{FF2B5EF4-FFF2-40B4-BE49-F238E27FC236}">
                  <a16:creationId xmlns:a16="http://schemas.microsoft.com/office/drawing/2014/main" id="{E35ACC64-89D2-7F61-83B5-1FBBD557A51E}"/>
                </a:ext>
              </a:extLst>
            </p:cNvPr>
            <p:cNvSpPr/>
            <p:nvPr/>
          </p:nvSpPr>
          <p:spPr>
            <a:xfrm>
              <a:off x="938010" y="2110987"/>
              <a:ext cx="18997" cy="19965"/>
            </a:xfrm>
            <a:custGeom>
              <a:avLst/>
              <a:gdLst>
                <a:gd name="csX0" fmla="*/ 2787 w 18997"/>
                <a:gd name="csY0" fmla="*/ 11392 h 19965"/>
                <a:gd name="csX1" fmla="*/ 4678 w 18997"/>
                <a:gd name="csY1" fmla="*/ 36 h 19965"/>
                <a:gd name="csX2" fmla="*/ 17544 w 18997"/>
                <a:gd name="csY2" fmla="*/ 12951 h 19965"/>
                <a:gd name="csX3" fmla="*/ 13049 w 18997"/>
                <a:gd name="csY3" fmla="*/ 19965 h 19965"/>
                <a:gd name="csX4" fmla="*/ 2787 w 18997"/>
                <a:gd name="csY4" fmla="*/ 11392 h 19965"/>
              </a:gdLst>
              <a:ahLst/>
              <a:cxnLst>
                <a:cxn ang="0">
                  <a:pos x="csX0" y="csY0"/>
                </a:cxn>
                <a:cxn ang="0">
                  <a:pos x="csX1" y="csY1"/>
                </a:cxn>
                <a:cxn ang="0">
                  <a:pos x="csX2" y="csY2"/>
                </a:cxn>
                <a:cxn ang="0">
                  <a:pos x="csX3" y="csY3"/>
                </a:cxn>
                <a:cxn ang="0">
                  <a:pos x="csX4" y="csY4"/>
                </a:cxn>
              </a:cxnLst>
              <a:rect l="l" t="t" r="r" b="b"/>
              <a:pathLst>
                <a:path w="18997" h="19965">
                  <a:moveTo>
                    <a:pt x="2787" y="11392"/>
                  </a:moveTo>
                  <a:cubicBezTo>
                    <a:pt x="-1192" y="389"/>
                    <a:pt x="-1207" y="479"/>
                    <a:pt x="4678" y="36"/>
                  </a:cubicBezTo>
                  <a:cubicBezTo>
                    <a:pt x="10396" y="-395"/>
                    <a:pt x="13750" y="2973"/>
                    <a:pt x="17544" y="12951"/>
                  </a:cubicBezTo>
                  <a:cubicBezTo>
                    <a:pt x="20048" y="19537"/>
                    <a:pt x="19774" y="19965"/>
                    <a:pt x="13049" y="19965"/>
                  </a:cubicBezTo>
                  <a:cubicBezTo>
                    <a:pt x="7281" y="19965"/>
                    <a:pt x="5284" y="18297"/>
                    <a:pt x="2787" y="11392"/>
                  </a:cubicBezTo>
                  <a:close/>
                </a:path>
              </a:pathLst>
            </a:custGeom>
            <a:solidFill>
              <a:srgbClr val="B9B9B9"/>
            </a:solidFill>
            <a:ln w="5163" cap="flat">
              <a:noFill/>
              <a:prstDash val="solid"/>
              <a:miter/>
            </a:ln>
          </p:spPr>
          <p:txBody>
            <a:bodyPr/>
            <a:lstStyle/>
            <a:p>
              <a:endParaRPr lang="es-419" noProof="0" dirty="0"/>
            </a:p>
          </p:txBody>
        </p:sp>
        <p:sp>
          <p:nvSpPr>
            <p:cNvPr id="89" name="Forma libre: forma 88">
              <a:extLst>
                <a:ext uri="{FF2B5EF4-FFF2-40B4-BE49-F238E27FC236}">
                  <a16:creationId xmlns:a16="http://schemas.microsoft.com/office/drawing/2014/main" id="{B5F14085-949B-A8E5-DC99-D6B6CFB001D8}"/>
                </a:ext>
              </a:extLst>
            </p:cNvPr>
            <p:cNvSpPr/>
            <p:nvPr/>
          </p:nvSpPr>
          <p:spPr>
            <a:xfrm>
              <a:off x="924790" y="2098451"/>
              <a:ext cx="5162" cy="9268"/>
            </a:xfrm>
            <a:custGeom>
              <a:avLst/>
              <a:gdLst>
                <a:gd name="csX0" fmla="*/ 0 w 5162"/>
                <a:gd name="csY0" fmla="*/ 3953 h 9268"/>
                <a:gd name="csX1" fmla="*/ 2581 w 5162"/>
                <a:gd name="csY1" fmla="*/ 233 h 9268"/>
                <a:gd name="csX2" fmla="*/ 5163 w 5162"/>
                <a:gd name="csY2" fmla="*/ 5549 h 9268"/>
                <a:gd name="csX3" fmla="*/ 2581 w 5162"/>
                <a:gd name="csY3" fmla="*/ 9269 h 9268"/>
                <a:gd name="csX4" fmla="*/ 0 w 5162"/>
                <a:gd name="csY4" fmla="*/ 3953 h 9268"/>
              </a:gdLst>
              <a:ahLst/>
              <a:cxnLst>
                <a:cxn ang="0">
                  <a:pos x="csX0" y="csY0"/>
                </a:cxn>
                <a:cxn ang="0">
                  <a:pos x="csX1" y="csY1"/>
                </a:cxn>
                <a:cxn ang="0">
                  <a:pos x="csX2" y="csY2"/>
                </a:cxn>
                <a:cxn ang="0">
                  <a:pos x="csX3" y="csY3"/>
                </a:cxn>
                <a:cxn ang="0">
                  <a:pos x="csX4" y="csY4"/>
                </a:cxn>
              </a:cxnLst>
              <a:rect l="l" t="t" r="r" b="b"/>
              <a:pathLst>
                <a:path w="5162" h="9268">
                  <a:moveTo>
                    <a:pt x="0" y="3953"/>
                  </a:moveTo>
                  <a:cubicBezTo>
                    <a:pt x="0" y="1030"/>
                    <a:pt x="1162" y="-644"/>
                    <a:pt x="2581" y="233"/>
                  </a:cubicBezTo>
                  <a:cubicBezTo>
                    <a:pt x="4001" y="1111"/>
                    <a:pt x="5163" y="3503"/>
                    <a:pt x="5163" y="5549"/>
                  </a:cubicBezTo>
                  <a:cubicBezTo>
                    <a:pt x="5163" y="7595"/>
                    <a:pt x="4001" y="9269"/>
                    <a:pt x="2581" y="9269"/>
                  </a:cubicBezTo>
                  <a:cubicBezTo>
                    <a:pt x="1162" y="9269"/>
                    <a:pt x="0" y="6877"/>
                    <a:pt x="0" y="3953"/>
                  </a:cubicBezTo>
                  <a:close/>
                </a:path>
              </a:pathLst>
            </a:custGeom>
            <a:solidFill>
              <a:srgbClr val="B9B9B9"/>
            </a:solidFill>
            <a:ln w="5163" cap="flat">
              <a:noFill/>
              <a:prstDash val="solid"/>
              <a:miter/>
            </a:ln>
          </p:spPr>
          <p:txBody>
            <a:bodyPr/>
            <a:lstStyle/>
            <a:p>
              <a:endParaRPr lang="es-419" noProof="0" dirty="0"/>
            </a:p>
          </p:txBody>
        </p:sp>
      </p:grpSp>
      <p:grpSp>
        <p:nvGrpSpPr>
          <p:cNvPr id="90" name="Gráfico 39">
            <a:extLst>
              <a:ext uri="{FF2B5EF4-FFF2-40B4-BE49-F238E27FC236}">
                <a16:creationId xmlns:a16="http://schemas.microsoft.com/office/drawing/2014/main" id="{8268460D-BEE2-B103-8482-CE072E30A45F}"/>
              </a:ext>
            </a:extLst>
          </p:cNvPr>
          <p:cNvGrpSpPr/>
          <p:nvPr/>
        </p:nvGrpSpPr>
        <p:grpSpPr>
          <a:xfrm>
            <a:off x="281340" y="1474182"/>
            <a:ext cx="428841" cy="522535"/>
            <a:chOff x="281340" y="1474182"/>
            <a:chExt cx="428841" cy="522535"/>
          </a:xfrm>
          <a:solidFill>
            <a:srgbClr val="B9B9B9"/>
          </a:solidFill>
        </p:grpSpPr>
        <p:grpSp>
          <p:nvGrpSpPr>
            <p:cNvPr id="91" name="Gráfico 39">
              <a:extLst>
                <a:ext uri="{FF2B5EF4-FFF2-40B4-BE49-F238E27FC236}">
                  <a16:creationId xmlns:a16="http://schemas.microsoft.com/office/drawing/2014/main" id="{15A2D5F9-EAD8-EA45-115C-77020BAF7526}"/>
                </a:ext>
              </a:extLst>
            </p:cNvPr>
            <p:cNvGrpSpPr/>
            <p:nvPr/>
          </p:nvGrpSpPr>
          <p:grpSpPr>
            <a:xfrm>
              <a:off x="281340" y="1474182"/>
              <a:ext cx="428841" cy="522535"/>
              <a:chOff x="281340" y="1474182"/>
              <a:chExt cx="428841" cy="522535"/>
            </a:xfrm>
            <a:solidFill>
              <a:srgbClr val="B9B9B9"/>
            </a:solidFill>
          </p:grpSpPr>
          <p:sp>
            <p:nvSpPr>
              <p:cNvPr id="92" name="Forma libre: forma 91">
                <a:extLst>
                  <a:ext uri="{FF2B5EF4-FFF2-40B4-BE49-F238E27FC236}">
                    <a16:creationId xmlns:a16="http://schemas.microsoft.com/office/drawing/2014/main" id="{3695B3C4-EE59-AAB0-DCCD-DF9941293294}"/>
                  </a:ext>
                </a:extLst>
              </p:cNvPr>
              <p:cNvSpPr/>
              <p:nvPr/>
            </p:nvSpPr>
            <p:spPr>
              <a:xfrm>
                <a:off x="281340" y="1474182"/>
                <a:ext cx="428841" cy="522535"/>
              </a:xfrm>
              <a:custGeom>
                <a:avLst/>
                <a:gdLst>
                  <a:gd name="csX0" fmla="*/ 375000 w 428841"/>
                  <a:gd name="csY0" fmla="*/ 516104 h 522535"/>
                  <a:gd name="csX1" fmla="*/ 367101 w 428841"/>
                  <a:gd name="csY1" fmla="*/ 496098 h 522535"/>
                  <a:gd name="csX2" fmla="*/ 357849 w 428841"/>
                  <a:gd name="csY2" fmla="*/ 467300 h 522535"/>
                  <a:gd name="csX3" fmla="*/ 337807 w 428841"/>
                  <a:gd name="csY3" fmla="*/ 445109 h 522535"/>
                  <a:gd name="csX4" fmla="*/ 320489 w 428841"/>
                  <a:gd name="csY4" fmla="*/ 429036 h 522535"/>
                  <a:gd name="csX5" fmla="*/ 269809 w 428841"/>
                  <a:gd name="csY5" fmla="*/ 379110 h 522535"/>
                  <a:gd name="csX6" fmla="*/ 248488 w 428841"/>
                  <a:gd name="csY6" fmla="*/ 370097 h 522535"/>
                  <a:gd name="csX7" fmla="*/ 256878 w 428841"/>
                  <a:gd name="csY7" fmla="*/ 370327 h 522535"/>
                  <a:gd name="csX8" fmla="*/ 265267 w 428841"/>
                  <a:gd name="csY8" fmla="*/ 372646 h 522535"/>
                  <a:gd name="csX9" fmla="*/ 258168 w 428841"/>
                  <a:gd name="csY9" fmla="*/ 366399 h 522535"/>
                  <a:gd name="csX10" fmla="*/ 251069 w 428841"/>
                  <a:gd name="csY10" fmla="*/ 355305 h 522535"/>
                  <a:gd name="csX11" fmla="*/ 237556 w 428841"/>
                  <a:gd name="csY11" fmla="*/ 353450 h 522535"/>
                  <a:gd name="csX12" fmla="*/ 235538 w 428841"/>
                  <a:gd name="csY12" fmla="*/ 349578 h 522535"/>
                  <a:gd name="csX13" fmla="*/ 231626 w 428841"/>
                  <a:gd name="csY13" fmla="*/ 338114 h 522535"/>
                  <a:gd name="csX14" fmla="*/ 227531 w 428841"/>
                  <a:gd name="csY14" fmla="*/ 327788 h 522535"/>
                  <a:gd name="csX15" fmla="*/ 225255 w 428841"/>
                  <a:gd name="csY15" fmla="*/ 330217 h 522535"/>
                  <a:gd name="csX16" fmla="*/ 222797 w 428841"/>
                  <a:gd name="csY16" fmla="*/ 331508 h 522535"/>
                  <a:gd name="csX17" fmla="*/ 220276 w 428841"/>
                  <a:gd name="csY17" fmla="*/ 330217 h 522535"/>
                  <a:gd name="csX18" fmla="*/ 216375 w 428841"/>
                  <a:gd name="csY18" fmla="*/ 326968 h 522535"/>
                  <a:gd name="csX19" fmla="*/ 212138 w 428841"/>
                  <a:gd name="csY19" fmla="*/ 320021 h 522535"/>
                  <a:gd name="csX20" fmla="*/ 209766 w 428841"/>
                  <a:gd name="csY20" fmla="*/ 317462 h 522535"/>
                  <a:gd name="csX21" fmla="*/ 212670 w 428841"/>
                  <a:gd name="csY21" fmla="*/ 314083 h 522535"/>
                  <a:gd name="csX22" fmla="*/ 216877 w 428841"/>
                  <a:gd name="csY22" fmla="*/ 311142 h 522535"/>
                  <a:gd name="csX23" fmla="*/ 215264 w 428841"/>
                  <a:gd name="csY23" fmla="*/ 309359 h 522535"/>
                  <a:gd name="csX24" fmla="*/ 217511 w 428841"/>
                  <a:gd name="csY24" fmla="*/ 291496 h 522535"/>
                  <a:gd name="csX25" fmla="*/ 222673 w 428841"/>
                  <a:gd name="csY25" fmla="*/ 271731 h 522535"/>
                  <a:gd name="csX26" fmla="*/ 225571 w 428841"/>
                  <a:gd name="csY26" fmla="*/ 266972 h 522535"/>
                  <a:gd name="csX27" fmla="*/ 225255 w 428841"/>
                  <a:gd name="csY27" fmla="*/ 263100 h 522535"/>
                  <a:gd name="csX28" fmla="*/ 224939 w 428841"/>
                  <a:gd name="csY28" fmla="*/ 259227 h 522535"/>
                  <a:gd name="csX29" fmla="*/ 227470 w 428841"/>
                  <a:gd name="csY29" fmla="*/ 246966 h 522535"/>
                  <a:gd name="csX30" fmla="*/ 227104 w 428841"/>
                  <a:gd name="csY30" fmla="*/ 234704 h 522535"/>
                  <a:gd name="csX31" fmla="*/ 225255 w 428841"/>
                  <a:gd name="csY31" fmla="*/ 245029 h 522535"/>
                  <a:gd name="csX32" fmla="*/ 222926 w 428841"/>
                  <a:gd name="csY32" fmla="*/ 241157 h 522535"/>
                  <a:gd name="csX33" fmla="*/ 213514 w 428841"/>
                  <a:gd name="csY33" fmla="*/ 204198 h 522535"/>
                  <a:gd name="csX34" fmla="*/ 207511 w 428841"/>
                  <a:gd name="csY34" fmla="*/ 195911 h 522535"/>
                  <a:gd name="csX35" fmla="*/ 199366 w 428841"/>
                  <a:gd name="csY35" fmla="*/ 188261 h 522535"/>
                  <a:gd name="csX36" fmla="*/ 189814 w 428841"/>
                  <a:gd name="csY36" fmla="*/ 185143 h 522535"/>
                  <a:gd name="csX37" fmla="*/ 177824 w 428841"/>
                  <a:gd name="csY37" fmla="*/ 176701 h 522535"/>
                  <a:gd name="csX38" fmla="*/ 173385 w 428841"/>
                  <a:gd name="csY38" fmla="*/ 171969 h 522535"/>
                  <a:gd name="csX39" fmla="*/ 172244 w 428841"/>
                  <a:gd name="csY39" fmla="*/ 166295 h 522535"/>
                  <a:gd name="csX40" fmla="*/ 157189 w 428841"/>
                  <a:gd name="csY40" fmla="*/ 154717 h 522535"/>
                  <a:gd name="csX41" fmla="*/ 154290 w 428841"/>
                  <a:gd name="csY41" fmla="*/ 143110 h 522535"/>
                  <a:gd name="csX42" fmla="*/ 153437 w 428841"/>
                  <a:gd name="csY42" fmla="*/ 130888 h 522535"/>
                  <a:gd name="csX43" fmla="*/ 150373 w 428841"/>
                  <a:gd name="csY43" fmla="*/ 128835 h 522535"/>
                  <a:gd name="csX44" fmla="*/ 148457 w 428841"/>
                  <a:gd name="csY44" fmla="*/ 125777 h 522535"/>
                  <a:gd name="csX45" fmla="*/ 150890 w 428841"/>
                  <a:gd name="csY45" fmla="*/ 109503 h 522535"/>
                  <a:gd name="csX46" fmla="*/ 144325 w 428841"/>
                  <a:gd name="csY46" fmla="*/ 119656 h 522535"/>
                  <a:gd name="csX47" fmla="*/ 132054 w 428841"/>
                  <a:gd name="csY47" fmla="*/ 127093 h 522535"/>
                  <a:gd name="csX48" fmla="*/ 125630 w 428841"/>
                  <a:gd name="csY48" fmla="*/ 120812 h 522535"/>
                  <a:gd name="csX49" fmla="*/ 123207 w 428841"/>
                  <a:gd name="csY49" fmla="*/ 117248 h 522535"/>
                  <a:gd name="csX50" fmla="*/ 119415 w 428841"/>
                  <a:gd name="csY50" fmla="*/ 121894 h 522535"/>
                  <a:gd name="csX51" fmla="*/ 116519 w 428841"/>
                  <a:gd name="csY51" fmla="*/ 129437 h 522535"/>
                  <a:gd name="csX52" fmla="*/ 107977 w 428841"/>
                  <a:gd name="csY52" fmla="*/ 127285 h 522535"/>
                  <a:gd name="csX53" fmla="*/ 105433 w 428841"/>
                  <a:gd name="csY53" fmla="*/ 123427 h 522535"/>
                  <a:gd name="csX54" fmla="*/ 96024 w 428841"/>
                  <a:gd name="csY54" fmla="*/ 113119 h 522535"/>
                  <a:gd name="csX55" fmla="*/ 84566 w 428841"/>
                  <a:gd name="csY55" fmla="*/ 104340 h 522535"/>
                  <a:gd name="csX56" fmla="*/ 73108 w 428841"/>
                  <a:gd name="csY56" fmla="*/ 95562 h 522535"/>
                  <a:gd name="csX57" fmla="*/ 56725 w 428841"/>
                  <a:gd name="csY57" fmla="*/ 85124 h 522535"/>
                  <a:gd name="csX58" fmla="*/ 41890 w 428841"/>
                  <a:gd name="csY58" fmla="*/ 66163 h 522535"/>
                  <a:gd name="csX59" fmla="*/ 28677 w 428841"/>
                  <a:gd name="csY59" fmla="*/ 46701 h 522535"/>
                  <a:gd name="csX60" fmla="*/ 19131 w 428841"/>
                  <a:gd name="csY60" fmla="*/ 37238 h 522535"/>
                  <a:gd name="csX61" fmla="*/ 12905 w 428841"/>
                  <a:gd name="csY61" fmla="*/ 29478 h 522535"/>
                  <a:gd name="csX62" fmla="*/ 565 w 428841"/>
                  <a:gd name="csY62" fmla="*/ 12763 h 522535"/>
                  <a:gd name="csX63" fmla="*/ 24931 w 428841"/>
                  <a:gd name="csY63" fmla="*/ 17586 h 522535"/>
                  <a:gd name="csX64" fmla="*/ 53740 w 428841"/>
                  <a:gd name="csY64" fmla="*/ 17944 h 522535"/>
                  <a:gd name="csX65" fmla="*/ 62623 w 428841"/>
                  <a:gd name="csY65" fmla="*/ 19236 h 522535"/>
                  <a:gd name="csX66" fmla="*/ 68432 w 428841"/>
                  <a:gd name="csY66" fmla="*/ 26677 h 522535"/>
                  <a:gd name="csX67" fmla="*/ 76711 w 428841"/>
                  <a:gd name="csY67" fmla="*/ 24137 h 522535"/>
                  <a:gd name="csX68" fmla="*/ 79251 w 428841"/>
                  <a:gd name="csY68" fmla="*/ 21734 h 522535"/>
                  <a:gd name="csX69" fmla="*/ 83275 w 428841"/>
                  <a:gd name="csY69" fmla="*/ 19103 h 522535"/>
                  <a:gd name="csX70" fmla="*/ 76792 w 428841"/>
                  <a:gd name="csY70" fmla="*/ 18100 h 522535"/>
                  <a:gd name="csX71" fmla="*/ 72078 w 428841"/>
                  <a:gd name="csY71" fmla="*/ 15119 h 522535"/>
                  <a:gd name="csX72" fmla="*/ 69501 w 428841"/>
                  <a:gd name="csY72" fmla="*/ 12179 h 522535"/>
                  <a:gd name="csX73" fmla="*/ 70989 w 428841"/>
                  <a:gd name="csY73" fmla="*/ 5916 h 522535"/>
                  <a:gd name="csX74" fmla="*/ 77646 w 428841"/>
                  <a:gd name="csY74" fmla="*/ 3402 h 522535"/>
                  <a:gd name="csX75" fmla="*/ 139275 w 428841"/>
                  <a:gd name="csY75" fmla="*/ 15638 h 522535"/>
                  <a:gd name="csX76" fmla="*/ 187630 w 428841"/>
                  <a:gd name="csY76" fmla="*/ 22047 h 522535"/>
                  <a:gd name="csX77" fmla="*/ 207209 w 428841"/>
                  <a:gd name="csY77" fmla="*/ 56596 h 522535"/>
                  <a:gd name="csX78" fmla="*/ 227114 w 428841"/>
                  <a:gd name="csY78" fmla="*/ 93147 h 522535"/>
                  <a:gd name="csX79" fmla="*/ 237157 w 428841"/>
                  <a:gd name="csY79" fmla="*/ 106748 h 522535"/>
                  <a:gd name="csX80" fmla="*/ 244314 w 428841"/>
                  <a:gd name="csY80" fmla="*/ 119404 h 522535"/>
                  <a:gd name="csX81" fmla="*/ 245646 w 428841"/>
                  <a:gd name="csY81" fmla="*/ 128703 h 522535"/>
                  <a:gd name="csX82" fmla="*/ 248545 w 428841"/>
                  <a:gd name="csY82" fmla="*/ 142569 h 522535"/>
                  <a:gd name="csX83" fmla="*/ 261330 w 428841"/>
                  <a:gd name="csY83" fmla="*/ 164801 h 522535"/>
                  <a:gd name="csX84" fmla="*/ 258888 w 428841"/>
                  <a:gd name="csY84" fmla="*/ 155359 h 522535"/>
                  <a:gd name="csX85" fmla="*/ 255800 w 428841"/>
                  <a:gd name="csY85" fmla="*/ 130155 h 522535"/>
                  <a:gd name="csX86" fmla="*/ 275961 w 428841"/>
                  <a:gd name="csY86" fmla="*/ 158456 h 522535"/>
                  <a:gd name="csX87" fmla="*/ 281077 w 428841"/>
                  <a:gd name="csY87" fmla="*/ 166295 h 522535"/>
                  <a:gd name="csX88" fmla="*/ 284516 w 428841"/>
                  <a:gd name="csY88" fmla="*/ 174685 h 522535"/>
                  <a:gd name="csX89" fmla="*/ 290330 w 428841"/>
                  <a:gd name="csY89" fmla="*/ 206853 h 522535"/>
                  <a:gd name="csX90" fmla="*/ 289732 w 428841"/>
                  <a:gd name="csY90" fmla="*/ 219395 h 522535"/>
                  <a:gd name="csX91" fmla="*/ 295284 w 428841"/>
                  <a:gd name="csY91" fmla="*/ 246624 h 522535"/>
                  <a:gd name="csX92" fmla="*/ 307839 w 428841"/>
                  <a:gd name="csY92" fmla="*/ 265674 h 522535"/>
                  <a:gd name="csX93" fmla="*/ 311998 w 428841"/>
                  <a:gd name="csY93" fmla="*/ 272749 h 522535"/>
                  <a:gd name="csX94" fmla="*/ 323310 w 428841"/>
                  <a:gd name="csY94" fmla="*/ 313772 h 522535"/>
                  <a:gd name="csX95" fmla="*/ 331080 w 428841"/>
                  <a:gd name="csY95" fmla="*/ 343142 h 522535"/>
                  <a:gd name="csX96" fmla="*/ 329774 w 428841"/>
                  <a:gd name="csY96" fmla="*/ 364390 h 522535"/>
                  <a:gd name="csX97" fmla="*/ 349986 w 428841"/>
                  <a:gd name="csY97" fmla="*/ 396248 h 522535"/>
                  <a:gd name="csX98" fmla="*/ 354973 w 428841"/>
                  <a:gd name="csY98" fmla="*/ 397754 h 522535"/>
                  <a:gd name="csX99" fmla="*/ 357026 w 428841"/>
                  <a:gd name="csY99" fmla="*/ 403789 h 522535"/>
                  <a:gd name="csX100" fmla="*/ 360843 w 428841"/>
                  <a:gd name="csY100" fmla="*/ 395399 h 522535"/>
                  <a:gd name="csX101" fmla="*/ 361835 w 428841"/>
                  <a:gd name="csY101" fmla="*/ 383279 h 522535"/>
                  <a:gd name="csX102" fmla="*/ 377379 w 428841"/>
                  <a:gd name="csY102" fmla="*/ 393272 h 522535"/>
                  <a:gd name="csX103" fmla="*/ 390468 w 428841"/>
                  <a:gd name="csY103" fmla="*/ 410555 h 522535"/>
                  <a:gd name="csX104" fmla="*/ 396921 w 428841"/>
                  <a:gd name="csY104" fmla="*/ 414114 h 522535"/>
                  <a:gd name="csX105" fmla="*/ 403375 w 428841"/>
                  <a:gd name="csY105" fmla="*/ 419847 h 522535"/>
                  <a:gd name="csX106" fmla="*/ 406602 w 428841"/>
                  <a:gd name="csY106" fmla="*/ 439662 h 522535"/>
                  <a:gd name="csX107" fmla="*/ 418087 w 428841"/>
                  <a:gd name="csY107" fmla="*/ 458630 h 522535"/>
                  <a:gd name="csX108" fmla="*/ 419011 w 428841"/>
                  <a:gd name="csY108" fmla="*/ 503820 h 522535"/>
                  <a:gd name="csX109" fmla="*/ 409820 w 428841"/>
                  <a:gd name="csY109" fmla="*/ 509628 h 522535"/>
                  <a:gd name="csX110" fmla="*/ 394580 w 428841"/>
                  <a:gd name="csY110" fmla="*/ 516082 h 522535"/>
                  <a:gd name="csX111" fmla="*/ 382031 w 428841"/>
                  <a:gd name="csY111" fmla="*/ 522535 h 522535"/>
                  <a:gd name="csX112" fmla="*/ 375000 w 428841"/>
                  <a:gd name="csY112" fmla="*/ 516104 h 5225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Lst>
                <a:rect l="l" t="t" r="r" b="b"/>
                <a:pathLst>
                  <a:path w="428841" h="522535">
                    <a:moveTo>
                      <a:pt x="375000" y="516104"/>
                    </a:moveTo>
                    <a:cubicBezTo>
                      <a:pt x="371085" y="511937"/>
                      <a:pt x="368304" y="504894"/>
                      <a:pt x="367101" y="496098"/>
                    </a:cubicBezTo>
                    <a:cubicBezTo>
                      <a:pt x="366079" y="488632"/>
                      <a:pt x="361916" y="475673"/>
                      <a:pt x="357849" y="467300"/>
                    </a:cubicBezTo>
                    <a:cubicBezTo>
                      <a:pt x="351802" y="454850"/>
                      <a:pt x="348152" y="450809"/>
                      <a:pt x="337807" y="445109"/>
                    </a:cubicBezTo>
                    <a:cubicBezTo>
                      <a:pt x="329743" y="440665"/>
                      <a:pt x="323467" y="434840"/>
                      <a:pt x="320489" y="429036"/>
                    </a:cubicBezTo>
                    <a:cubicBezTo>
                      <a:pt x="313727" y="415856"/>
                      <a:pt x="278311" y="380967"/>
                      <a:pt x="269809" y="379110"/>
                    </a:cubicBezTo>
                    <a:cubicBezTo>
                      <a:pt x="258622" y="376667"/>
                      <a:pt x="248488" y="372383"/>
                      <a:pt x="248488" y="370097"/>
                    </a:cubicBezTo>
                    <a:cubicBezTo>
                      <a:pt x="248488" y="368948"/>
                      <a:pt x="252263" y="369052"/>
                      <a:pt x="256878" y="370327"/>
                    </a:cubicBezTo>
                    <a:lnTo>
                      <a:pt x="265267" y="372646"/>
                    </a:lnTo>
                    <a:lnTo>
                      <a:pt x="258168" y="366399"/>
                    </a:lnTo>
                    <a:cubicBezTo>
                      <a:pt x="254264" y="362963"/>
                      <a:pt x="251069" y="357971"/>
                      <a:pt x="251069" y="355305"/>
                    </a:cubicBezTo>
                    <a:cubicBezTo>
                      <a:pt x="251069" y="350053"/>
                      <a:pt x="241061" y="348679"/>
                      <a:pt x="237556" y="353450"/>
                    </a:cubicBezTo>
                    <a:cubicBezTo>
                      <a:pt x="236513" y="354870"/>
                      <a:pt x="235605" y="353128"/>
                      <a:pt x="235538" y="349578"/>
                    </a:cubicBezTo>
                    <a:cubicBezTo>
                      <a:pt x="235471" y="346029"/>
                      <a:pt x="233711" y="340870"/>
                      <a:pt x="231626" y="338114"/>
                    </a:cubicBezTo>
                    <a:cubicBezTo>
                      <a:pt x="229542" y="335358"/>
                      <a:pt x="227699" y="330711"/>
                      <a:pt x="227531" y="327788"/>
                    </a:cubicBezTo>
                    <a:cubicBezTo>
                      <a:pt x="227316" y="324054"/>
                      <a:pt x="226639" y="324776"/>
                      <a:pt x="225255" y="330217"/>
                    </a:cubicBezTo>
                    <a:cubicBezTo>
                      <a:pt x="223398" y="337513"/>
                      <a:pt x="223256" y="337588"/>
                      <a:pt x="222797" y="331508"/>
                    </a:cubicBezTo>
                    <a:cubicBezTo>
                      <a:pt x="222352" y="325610"/>
                      <a:pt x="222136" y="325499"/>
                      <a:pt x="220276" y="330217"/>
                    </a:cubicBezTo>
                    <a:cubicBezTo>
                      <a:pt x="218499" y="334726"/>
                      <a:pt x="218005" y="334315"/>
                      <a:pt x="216375" y="326968"/>
                    </a:cubicBezTo>
                    <a:cubicBezTo>
                      <a:pt x="215349" y="322341"/>
                      <a:pt x="213442" y="319215"/>
                      <a:pt x="212138" y="320021"/>
                    </a:cubicBezTo>
                    <a:cubicBezTo>
                      <a:pt x="210833" y="320827"/>
                      <a:pt x="209766" y="319676"/>
                      <a:pt x="209766" y="317462"/>
                    </a:cubicBezTo>
                    <a:cubicBezTo>
                      <a:pt x="209766" y="315249"/>
                      <a:pt x="211073" y="313728"/>
                      <a:pt x="212670" y="314083"/>
                    </a:cubicBezTo>
                    <a:cubicBezTo>
                      <a:pt x="214268" y="314438"/>
                      <a:pt x="216161" y="313115"/>
                      <a:pt x="216877" y="311142"/>
                    </a:cubicBezTo>
                    <a:cubicBezTo>
                      <a:pt x="217675" y="308946"/>
                      <a:pt x="217050" y="308255"/>
                      <a:pt x="215264" y="309359"/>
                    </a:cubicBezTo>
                    <a:cubicBezTo>
                      <a:pt x="211189" y="311878"/>
                      <a:pt x="211586" y="308715"/>
                      <a:pt x="217511" y="291496"/>
                    </a:cubicBezTo>
                    <a:cubicBezTo>
                      <a:pt x="220350" y="283242"/>
                      <a:pt x="222673" y="274348"/>
                      <a:pt x="222673" y="271731"/>
                    </a:cubicBezTo>
                    <a:cubicBezTo>
                      <a:pt x="222673" y="269113"/>
                      <a:pt x="223977" y="266972"/>
                      <a:pt x="225571" y="266972"/>
                    </a:cubicBezTo>
                    <a:cubicBezTo>
                      <a:pt x="227573" y="266972"/>
                      <a:pt x="227475" y="265775"/>
                      <a:pt x="225255" y="263100"/>
                    </a:cubicBezTo>
                    <a:cubicBezTo>
                      <a:pt x="223035" y="260424"/>
                      <a:pt x="222937" y="259227"/>
                      <a:pt x="224939" y="259227"/>
                    </a:cubicBezTo>
                    <a:cubicBezTo>
                      <a:pt x="226726" y="259227"/>
                      <a:pt x="227696" y="254529"/>
                      <a:pt x="227470" y="246966"/>
                    </a:cubicBezTo>
                    <a:lnTo>
                      <a:pt x="227104" y="234704"/>
                    </a:lnTo>
                    <a:lnTo>
                      <a:pt x="225255" y="245029"/>
                    </a:lnTo>
                    <a:cubicBezTo>
                      <a:pt x="223422" y="255266"/>
                      <a:pt x="223402" y="255233"/>
                      <a:pt x="222926" y="241157"/>
                    </a:cubicBezTo>
                    <a:cubicBezTo>
                      <a:pt x="222330" y="223537"/>
                      <a:pt x="217100" y="203003"/>
                      <a:pt x="213514" y="204198"/>
                    </a:cubicBezTo>
                    <a:cubicBezTo>
                      <a:pt x="212038" y="204690"/>
                      <a:pt x="209337" y="200961"/>
                      <a:pt x="207511" y="195911"/>
                    </a:cubicBezTo>
                    <a:cubicBezTo>
                      <a:pt x="204912" y="188724"/>
                      <a:pt x="203143" y="187062"/>
                      <a:pt x="199366" y="188261"/>
                    </a:cubicBezTo>
                    <a:cubicBezTo>
                      <a:pt x="196479" y="189177"/>
                      <a:pt x="192643" y="187925"/>
                      <a:pt x="189814" y="185143"/>
                    </a:cubicBezTo>
                    <a:cubicBezTo>
                      <a:pt x="187213" y="182586"/>
                      <a:pt x="181818" y="178787"/>
                      <a:pt x="177824" y="176701"/>
                    </a:cubicBezTo>
                    <a:cubicBezTo>
                      <a:pt x="173830" y="174616"/>
                      <a:pt x="171833" y="172486"/>
                      <a:pt x="173385" y="171969"/>
                    </a:cubicBezTo>
                    <a:cubicBezTo>
                      <a:pt x="177632" y="170553"/>
                      <a:pt x="176775" y="166295"/>
                      <a:pt x="172244" y="166295"/>
                    </a:cubicBezTo>
                    <a:cubicBezTo>
                      <a:pt x="165904" y="166295"/>
                      <a:pt x="155744" y="158482"/>
                      <a:pt x="157189" y="154717"/>
                    </a:cubicBezTo>
                    <a:cubicBezTo>
                      <a:pt x="157916" y="152822"/>
                      <a:pt x="156611" y="147599"/>
                      <a:pt x="154290" y="143110"/>
                    </a:cubicBezTo>
                    <a:cubicBezTo>
                      <a:pt x="150789" y="136341"/>
                      <a:pt x="150644" y="134254"/>
                      <a:pt x="153437" y="130888"/>
                    </a:cubicBezTo>
                    <a:cubicBezTo>
                      <a:pt x="156396" y="127323"/>
                      <a:pt x="156023" y="127073"/>
                      <a:pt x="150373" y="128835"/>
                    </a:cubicBezTo>
                    <a:cubicBezTo>
                      <a:pt x="144136" y="130780"/>
                      <a:pt x="144078" y="130686"/>
                      <a:pt x="148457" y="125777"/>
                    </a:cubicBezTo>
                    <a:cubicBezTo>
                      <a:pt x="153040" y="120640"/>
                      <a:pt x="154705" y="109503"/>
                      <a:pt x="150890" y="109503"/>
                    </a:cubicBezTo>
                    <a:cubicBezTo>
                      <a:pt x="149743" y="109503"/>
                      <a:pt x="146789" y="114072"/>
                      <a:pt x="144325" y="119656"/>
                    </a:cubicBezTo>
                    <a:cubicBezTo>
                      <a:pt x="140017" y="129421"/>
                      <a:pt x="139548" y="129705"/>
                      <a:pt x="132054" y="127093"/>
                    </a:cubicBezTo>
                    <a:cubicBezTo>
                      <a:pt x="127075" y="125357"/>
                      <a:pt x="124756" y="123090"/>
                      <a:pt x="125630" y="120812"/>
                    </a:cubicBezTo>
                    <a:cubicBezTo>
                      <a:pt x="126411" y="118778"/>
                      <a:pt x="125370" y="117248"/>
                      <a:pt x="123207" y="117248"/>
                    </a:cubicBezTo>
                    <a:cubicBezTo>
                      <a:pt x="121121" y="117248"/>
                      <a:pt x="119415" y="119339"/>
                      <a:pt x="119415" y="121894"/>
                    </a:cubicBezTo>
                    <a:cubicBezTo>
                      <a:pt x="119415" y="124450"/>
                      <a:pt x="118112" y="127844"/>
                      <a:pt x="116519" y="129437"/>
                    </a:cubicBezTo>
                    <a:cubicBezTo>
                      <a:pt x="113230" y="132727"/>
                      <a:pt x="105775" y="130849"/>
                      <a:pt x="107977" y="127285"/>
                    </a:cubicBezTo>
                    <a:cubicBezTo>
                      <a:pt x="108769" y="126004"/>
                      <a:pt x="107624" y="124268"/>
                      <a:pt x="105433" y="123427"/>
                    </a:cubicBezTo>
                    <a:cubicBezTo>
                      <a:pt x="103242" y="122586"/>
                      <a:pt x="99008" y="117948"/>
                      <a:pt x="96024" y="113119"/>
                    </a:cubicBezTo>
                    <a:cubicBezTo>
                      <a:pt x="92358" y="107187"/>
                      <a:pt x="88642" y="104340"/>
                      <a:pt x="84566" y="104340"/>
                    </a:cubicBezTo>
                    <a:cubicBezTo>
                      <a:pt x="80490" y="104340"/>
                      <a:pt x="76774" y="101493"/>
                      <a:pt x="73108" y="95562"/>
                    </a:cubicBezTo>
                    <a:cubicBezTo>
                      <a:pt x="67387" y="86305"/>
                      <a:pt x="62222" y="83015"/>
                      <a:pt x="56725" y="85124"/>
                    </a:cubicBezTo>
                    <a:cubicBezTo>
                      <a:pt x="50606" y="87472"/>
                      <a:pt x="41978" y="76444"/>
                      <a:pt x="41890" y="66163"/>
                    </a:cubicBezTo>
                    <a:cubicBezTo>
                      <a:pt x="41792" y="54708"/>
                      <a:pt x="37917" y="49001"/>
                      <a:pt x="28677" y="46701"/>
                    </a:cubicBezTo>
                    <a:cubicBezTo>
                      <a:pt x="24172" y="45580"/>
                      <a:pt x="20912" y="42349"/>
                      <a:pt x="19131" y="37238"/>
                    </a:cubicBezTo>
                    <a:cubicBezTo>
                      <a:pt x="17643" y="32970"/>
                      <a:pt x="14841" y="29478"/>
                      <a:pt x="12905" y="29478"/>
                    </a:cubicBezTo>
                    <a:cubicBezTo>
                      <a:pt x="8305" y="29478"/>
                      <a:pt x="-2593" y="14715"/>
                      <a:pt x="565" y="12763"/>
                    </a:cubicBezTo>
                    <a:cubicBezTo>
                      <a:pt x="3818" y="10752"/>
                      <a:pt x="12858" y="12542"/>
                      <a:pt x="24931" y="17586"/>
                    </a:cubicBezTo>
                    <a:cubicBezTo>
                      <a:pt x="37286" y="22748"/>
                      <a:pt x="47225" y="22872"/>
                      <a:pt x="53740" y="17944"/>
                    </a:cubicBezTo>
                    <a:cubicBezTo>
                      <a:pt x="60581" y="12770"/>
                      <a:pt x="62623" y="13067"/>
                      <a:pt x="62623" y="19236"/>
                    </a:cubicBezTo>
                    <a:cubicBezTo>
                      <a:pt x="62623" y="22305"/>
                      <a:pt x="65034" y="25393"/>
                      <a:pt x="68432" y="26677"/>
                    </a:cubicBezTo>
                    <a:cubicBezTo>
                      <a:pt x="74871" y="29111"/>
                      <a:pt x="79002" y="27843"/>
                      <a:pt x="76711" y="24137"/>
                    </a:cubicBezTo>
                    <a:cubicBezTo>
                      <a:pt x="75894" y="22815"/>
                      <a:pt x="77037" y="21734"/>
                      <a:pt x="79251" y="21734"/>
                    </a:cubicBezTo>
                    <a:cubicBezTo>
                      <a:pt x="81464" y="21734"/>
                      <a:pt x="83275" y="20550"/>
                      <a:pt x="83275" y="19103"/>
                    </a:cubicBezTo>
                    <a:cubicBezTo>
                      <a:pt x="83275" y="17583"/>
                      <a:pt x="80538" y="17160"/>
                      <a:pt x="76792" y="18100"/>
                    </a:cubicBezTo>
                    <a:cubicBezTo>
                      <a:pt x="71329" y="19471"/>
                      <a:pt x="70588" y="19002"/>
                      <a:pt x="72078" y="15119"/>
                    </a:cubicBezTo>
                    <a:cubicBezTo>
                      <a:pt x="73452" y="11539"/>
                      <a:pt x="72877" y="10883"/>
                      <a:pt x="69501" y="12179"/>
                    </a:cubicBezTo>
                    <a:cubicBezTo>
                      <a:pt x="66052" y="13503"/>
                      <a:pt x="66358" y="12212"/>
                      <a:pt x="70989" y="5916"/>
                    </a:cubicBezTo>
                    <a:cubicBezTo>
                      <a:pt x="76351" y="-1376"/>
                      <a:pt x="76888" y="-1579"/>
                      <a:pt x="77646" y="3402"/>
                    </a:cubicBezTo>
                    <a:cubicBezTo>
                      <a:pt x="78672" y="10145"/>
                      <a:pt x="78784" y="10167"/>
                      <a:pt x="139275" y="15638"/>
                    </a:cubicBezTo>
                    <a:cubicBezTo>
                      <a:pt x="166526" y="18103"/>
                      <a:pt x="188286" y="20987"/>
                      <a:pt x="187630" y="22047"/>
                    </a:cubicBezTo>
                    <a:cubicBezTo>
                      <a:pt x="185081" y="26172"/>
                      <a:pt x="200296" y="53021"/>
                      <a:pt x="207209" y="56596"/>
                    </a:cubicBezTo>
                    <a:cubicBezTo>
                      <a:pt x="214767" y="60504"/>
                      <a:pt x="224810" y="78946"/>
                      <a:pt x="227114" y="93147"/>
                    </a:cubicBezTo>
                    <a:cubicBezTo>
                      <a:pt x="228108" y="99272"/>
                      <a:pt x="230904" y="103059"/>
                      <a:pt x="237157" y="106748"/>
                    </a:cubicBezTo>
                    <a:cubicBezTo>
                      <a:pt x="244668" y="111180"/>
                      <a:pt x="245621" y="112866"/>
                      <a:pt x="244314" y="119404"/>
                    </a:cubicBezTo>
                    <a:cubicBezTo>
                      <a:pt x="243448" y="123731"/>
                      <a:pt x="244017" y="127696"/>
                      <a:pt x="245646" y="128703"/>
                    </a:cubicBezTo>
                    <a:cubicBezTo>
                      <a:pt x="247209" y="129669"/>
                      <a:pt x="248514" y="135909"/>
                      <a:pt x="248545" y="142569"/>
                    </a:cubicBezTo>
                    <a:cubicBezTo>
                      <a:pt x="248610" y="156222"/>
                      <a:pt x="256380" y="169733"/>
                      <a:pt x="261330" y="164801"/>
                    </a:cubicBezTo>
                    <a:cubicBezTo>
                      <a:pt x="263334" y="162805"/>
                      <a:pt x="262643" y="160133"/>
                      <a:pt x="258888" y="155359"/>
                    </a:cubicBezTo>
                    <a:cubicBezTo>
                      <a:pt x="253728" y="148800"/>
                      <a:pt x="251444" y="130155"/>
                      <a:pt x="255800" y="130155"/>
                    </a:cubicBezTo>
                    <a:cubicBezTo>
                      <a:pt x="259829" y="130155"/>
                      <a:pt x="274389" y="150593"/>
                      <a:pt x="275961" y="158456"/>
                    </a:cubicBezTo>
                    <a:cubicBezTo>
                      <a:pt x="276824" y="162768"/>
                      <a:pt x="279126" y="166295"/>
                      <a:pt x="281077" y="166295"/>
                    </a:cubicBezTo>
                    <a:cubicBezTo>
                      <a:pt x="283382" y="166295"/>
                      <a:pt x="284587" y="169236"/>
                      <a:pt x="284516" y="174685"/>
                    </a:cubicBezTo>
                    <a:cubicBezTo>
                      <a:pt x="284361" y="186530"/>
                      <a:pt x="287367" y="203159"/>
                      <a:pt x="290330" y="206853"/>
                    </a:cubicBezTo>
                    <a:cubicBezTo>
                      <a:pt x="291973" y="208901"/>
                      <a:pt x="291767" y="213229"/>
                      <a:pt x="289732" y="219395"/>
                    </a:cubicBezTo>
                    <a:cubicBezTo>
                      <a:pt x="286869" y="228068"/>
                      <a:pt x="287307" y="230214"/>
                      <a:pt x="295284" y="246624"/>
                    </a:cubicBezTo>
                    <a:cubicBezTo>
                      <a:pt x="300047" y="256421"/>
                      <a:pt x="305697" y="264994"/>
                      <a:pt x="307839" y="265674"/>
                    </a:cubicBezTo>
                    <a:cubicBezTo>
                      <a:pt x="309981" y="266354"/>
                      <a:pt x="311853" y="269538"/>
                      <a:pt x="311998" y="272749"/>
                    </a:cubicBezTo>
                    <a:cubicBezTo>
                      <a:pt x="312747" y="289262"/>
                      <a:pt x="316417" y="302569"/>
                      <a:pt x="323310" y="313772"/>
                    </a:cubicBezTo>
                    <a:cubicBezTo>
                      <a:pt x="332864" y="329298"/>
                      <a:pt x="335210" y="338166"/>
                      <a:pt x="331080" y="343142"/>
                    </a:cubicBezTo>
                    <a:cubicBezTo>
                      <a:pt x="328823" y="345861"/>
                      <a:pt x="328447" y="351993"/>
                      <a:pt x="329774" y="364390"/>
                    </a:cubicBezTo>
                    <a:cubicBezTo>
                      <a:pt x="332100" y="386110"/>
                      <a:pt x="338349" y="395959"/>
                      <a:pt x="349986" y="396248"/>
                    </a:cubicBezTo>
                    <a:cubicBezTo>
                      <a:pt x="354503" y="396360"/>
                      <a:pt x="356748" y="397038"/>
                      <a:pt x="354973" y="397754"/>
                    </a:cubicBezTo>
                    <a:cubicBezTo>
                      <a:pt x="349867" y="399814"/>
                      <a:pt x="351219" y="403789"/>
                      <a:pt x="357026" y="403789"/>
                    </a:cubicBezTo>
                    <a:cubicBezTo>
                      <a:pt x="361562" y="403789"/>
                      <a:pt x="362100" y="402606"/>
                      <a:pt x="360843" y="395399"/>
                    </a:cubicBezTo>
                    <a:cubicBezTo>
                      <a:pt x="360039" y="390785"/>
                      <a:pt x="360485" y="385331"/>
                      <a:pt x="361835" y="383279"/>
                    </a:cubicBezTo>
                    <a:cubicBezTo>
                      <a:pt x="363800" y="380292"/>
                      <a:pt x="366898" y="382284"/>
                      <a:pt x="377379" y="393272"/>
                    </a:cubicBezTo>
                    <a:cubicBezTo>
                      <a:pt x="384578" y="400820"/>
                      <a:pt x="390468" y="408598"/>
                      <a:pt x="390468" y="410555"/>
                    </a:cubicBezTo>
                    <a:cubicBezTo>
                      <a:pt x="390468" y="412631"/>
                      <a:pt x="393158" y="414114"/>
                      <a:pt x="396921" y="414114"/>
                    </a:cubicBezTo>
                    <a:cubicBezTo>
                      <a:pt x="401868" y="414114"/>
                      <a:pt x="403375" y="415453"/>
                      <a:pt x="403375" y="419847"/>
                    </a:cubicBezTo>
                    <a:cubicBezTo>
                      <a:pt x="403375" y="423000"/>
                      <a:pt x="404827" y="431917"/>
                      <a:pt x="406602" y="439662"/>
                    </a:cubicBezTo>
                    <a:cubicBezTo>
                      <a:pt x="409222" y="451096"/>
                      <a:pt x="411381" y="454663"/>
                      <a:pt x="418087" y="458630"/>
                    </a:cubicBezTo>
                    <a:cubicBezTo>
                      <a:pt x="432031" y="466881"/>
                      <a:pt x="432496" y="489608"/>
                      <a:pt x="419011" y="503820"/>
                    </a:cubicBezTo>
                    <a:cubicBezTo>
                      <a:pt x="415980" y="507014"/>
                      <a:pt x="411844" y="509628"/>
                      <a:pt x="409820" y="509628"/>
                    </a:cubicBezTo>
                    <a:cubicBezTo>
                      <a:pt x="407796" y="509628"/>
                      <a:pt x="400938" y="512532"/>
                      <a:pt x="394580" y="516082"/>
                    </a:cubicBezTo>
                    <a:cubicBezTo>
                      <a:pt x="388222" y="519631"/>
                      <a:pt x="382575" y="522535"/>
                      <a:pt x="382031" y="522535"/>
                    </a:cubicBezTo>
                    <a:cubicBezTo>
                      <a:pt x="381487" y="522535"/>
                      <a:pt x="378323" y="519641"/>
                      <a:pt x="375000" y="516104"/>
                    </a:cubicBezTo>
                    <a:close/>
                  </a:path>
                </a:pathLst>
              </a:custGeom>
              <a:solidFill>
                <a:srgbClr val="B9B9B9"/>
              </a:solidFill>
              <a:ln w="5163" cap="flat">
                <a:noFill/>
                <a:prstDash val="solid"/>
                <a:miter/>
              </a:ln>
            </p:spPr>
            <p:txBody>
              <a:bodyPr/>
              <a:lstStyle/>
              <a:p>
                <a:endParaRPr lang="es-419" noProof="0" dirty="0"/>
              </a:p>
            </p:txBody>
          </p:sp>
          <p:sp>
            <p:nvSpPr>
              <p:cNvPr id="93" name="Forma libre: forma 92">
                <a:extLst>
                  <a:ext uri="{FF2B5EF4-FFF2-40B4-BE49-F238E27FC236}">
                    <a16:creationId xmlns:a16="http://schemas.microsoft.com/office/drawing/2014/main" id="{42863FDD-11E9-EFF9-ADC9-AE2E209072A9}"/>
                  </a:ext>
                </a:extLst>
              </p:cNvPr>
              <p:cNvSpPr/>
              <p:nvPr/>
            </p:nvSpPr>
            <p:spPr>
              <a:xfrm>
                <a:off x="675648" y="1860606"/>
                <a:ext cx="11408" cy="19945"/>
              </a:xfrm>
              <a:custGeom>
                <a:avLst/>
                <a:gdLst>
                  <a:gd name="csX0" fmla="*/ 2146 w 11408"/>
                  <a:gd name="csY0" fmla="*/ 10289 h 19945"/>
                  <a:gd name="csX1" fmla="*/ 6337 w 11408"/>
                  <a:gd name="csY1" fmla="*/ 7392 h 19945"/>
                  <a:gd name="csX2" fmla="*/ 8408 w 11408"/>
                  <a:gd name="csY2" fmla="*/ 19945 h 19945"/>
                  <a:gd name="csX3" fmla="*/ 2146 w 11408"/>
                  <a:gd name="csY3" fmla="*/ 10289 h 19945"/>
                </a:gdLst>
                <a:ahLst/>
                <a:cxnLst>
                  <a:cxn ang="0">
                    <a:pos x="csX0" y="csY0"/>
                  </a:cxn>
                  <a:cxn ang="0">
                    <a:pos x="csX1" y="csY1"/>
                  </a:cxn>
                  <a:cxn ang="0">
                    <a:pos x="csX2" y="csY2"/>
                  </a:cxn>
                  <a:cxn ang="0">
                    <a:pos x="csX3" y="csY3"/>
                  </a:cxn>
                </a:cxnLst>
                <a:rect l="l" t="t" r="r" b="b"/>
                <a:pathLst>
                  <a:path w="11408" h="19945">
                    <a:moveTo>
                      <a:pt x="2146" y="10289"/>
                    </a:moveTo>
                    <a:cubicBezTo>
                      <a:pt x="-1802" y="-2324"/>
                      <a:pt x="-243" y="-3401"/>
                      <a:pt x="6337" y="7392"/>
                    </a:cubicBezTo>
                    <a:cubicBezTo>
                      <a:pt x="12476" y="17462"/>
                      <a:pt x="12886" y="19945"/>
                      <a:pt x="8408" y="19945"/>
                    </a:cubicBezTo>
                    <a:cubicBezTo>
                      <a:pt x="6626" y="19945"/>
                      <a:pt x="3808" y="15600"/>
                      <a:pt x="2146" y="10289"/>
                    </a:cubicBezTo>
                    <a:close/>
                  </a:path>
                </a:pathLst>
              </a:custGeom>
              <a:solidFill>
                <a:srgbClr val="B9B9B9"/>
              </a:solidFill>
              <a:ln w="5163" cap="flat">
                <a:noFill/>
                <a:prstDash val="solid"/>
                <a:miter/>
              </a:ln>
            </p:spPr>
            <p:txBody>
              <a:bodyPr/>
              <a:lstStyle/>
              <a:p>
                <a:endParaRPr lang="es-419" noProof="0" dirty="0"/>
              </a:p>
            </p:txBody>
          </p:sp>
          <p:sp>
            <p:nvSpPr>
              <p:cNvPr id="94" name="Forma libre: forma 93">
                <a:extLst>
                  <a:ext uri="{FF2B5EF4-FFF2-40B4-BE49-F238E27FC236}">
                    <a16:creationId xmlns:a16="http://schemas.microsoft.com/office/drawing/2014/main" id="{5BDB6A71-9186-EC4F-D947-CB98EADB5CE7}"/>
                  </a:ext>
                </a:extLst>
              </p:cNvPr>
              <p:cNvSpPr/>
              <p:nvPr/>
            </p:nvSpPr>
            <p:spPr>
              <a:xfrm>
                <a:off x="517039" y="1839249"/>
                <a:ext cx="11082" cy="12784"/>
              </a:xfrm>
              <a:custGeom>
                <a:avLst/>
                <a:gdLst>
                  <a:gd name="csX0" fmla="*/ 4154 w 11082"/>
                  <a:gd name="csY0" fmla="*/ 8186 h 12784"/>
                  <a:gd name="csX1" fmla="*/ 2167 w 11082"/>
                  <a:gd name="csY1" fmla="*/ 0 h 12784"/>
                  <a:gd name="csX2" fmla="*/ 8680 w 11082"/>
                  <a:gd name="csY2" fmla="*/ 6454 h 12784"/>
                  <a:gd name="csX3" fmla="*/ 4154 w 11082"/>
                  <a:gd name="csY3" fmla="*/ 8186 h 12784"/>
                </a:gdLst>
                <a:ahLst/>
                <a:cxnLst>
                  <a:cxn ang="0">
                    <a:pos x="csX0" y="csY0"/>
                  </a:cxn>
                  <a:cxn ang="0">
                    <a:pos x="csX1" y="csY1"/>
                  </a:cxn>
                  <a:cxn ang="0">
                    <a:pos x="csX2" y="csY2"/>
                  </a:cxn>
                  <a:cxn ang="0">
                    <a:pos x="csX3" y="csY3"/>
                  </a:cxn>
                </a:cxnLst>
                <a:rect l="l" t="t" r="r" b="b"/>
                <a:pathLst>
                  <a:path w="11082" h="12784">
                    <a:moveTo>
                      <a:pt x="4154" y="8186"/>
                    </a:moveTo>
                    <a:cubicBezTo>
                      <a:pt x="-584" y="2950"/>
                      <a:pt x="-1300" y="0"/>
                      <a:pt x="2167" y="0"/>
                    </a:cubicBezTo>
                    <a:cubicBezTo>
                      <a:pt x="3423" y="0"/>
                      <a:pt x="6354" y="2904"/>
                      <a:pt x="8680" y="6454"/>
                    </a:cubicBezTo>
                    <a:cubicBezTo>
                      <a:pt x="13580" y="13931"/>
                      <a:pt x="10441" y="15133"/>
                      <a:pt x="4154" y="8186"/>
                    </a:cubicBezTo>
                    <a:close/>
                  </a:path>
                </a:pathLst>
              </a:custGeom>
              <a:solidFill>
                <a:srgbClr val="B9B9B9"/>
              </a:solidFill>
              <a:ln w="5163" cap="flat">
                <a:noFill/>
                <a:prstDash val="solid"/>
                <a:miter/>
              </a:ln>
            </p:spPr>
            <p:txBody>
              <a:bodyPr/>
              <a:lstStyle/>
              <a:p>
                <a:endParaRPr lang="es-419" noProof="0" dirty="0"/>
              </a:p>
            </p:txBody>
          </p:sp>
          <p:sp>
            <p:nvSpPr>
              <p:cNvPr id="95" name="Forma libre: forma 94">
                <a:extLst>
                  <a:ext uri="{FF2B5EF4-FFF2-40B4-BE49-F238E27FC236}">
                    <a16:creationId xmlns:a16="http://schemas.microsoft.com/office/drawing/2014/main" id="{B41216FA-6E6C-E9D4-8991-9F468F50F209}"/>
                  </a:ext>
                </a:extLst>
              </p:cNvPr>
              <p:cNvSpPr/>
              <p:nvPr/>
            </p:nvSpPr>
            <p:spPr>
              <a:xfrm>
                <a:off x="633440" y="1833111"/>
                <a:ext cx="12552" cy="18971"/>
              </a:xfrm>
              <a:custGeom>
                <a:avLst/>
                <a:gdLst>
                  <a:gd name="csX0" fmla="*/ 3996 w 12552"/>
                  <a:gd name="csY0" fmla="*/ 9922 h 18971"/>
                  <a:gd name="csX1" fmla="*/ 6099 w 12552"/>
                  <a:gd name="csY1" fmla="*/ 5082 h 18971"/>
                  <a:gd name="csX2" fmla="*/ 12553 w 12552"/>
                  <a:gd name="csY2" fmla="*/ 15290 h 18971"/>
                  <a:gd name="csX3" fmla="*/ 3996 w 12552"/>
                  <a:gd name="csY3" fmla="*/ 9922 h 18971"/>
                </a:gdLst>
                <a:ahLst/>
                <a:cxnLst>
                  <a:cxn ang="0">
                    <a:pos x="csX0" y="csY0"/>
                  </a:cxn>
                  <a:cxn ang="0">
                    <a:pos x="csX1" y="csY1"/>
                  </a:cxn>
                  <a:cxn ang="0">
                    <a:pos x="csX2" y="csY2"/>
                  </a:cxn>
                  <a:cxn ang="0">
                    <a:pos x="csX3" y="csY3"/>
                  </a:cxn>
                </a:cxnLst>
                <a:rect l="l" t="t" r="r" b="b"/>
                <a:pathLst>
                  <a:path w="12552" h="18971">
                    <a:moveTo>
                      <a:pt x="3996" y="9922"/>
                    </a:moveTo>
                    <a:cubicBezTo>
                      <a:pt x="-1733" y="-2091"/>
                      <a:pt x="-1533" y="-2550"/>
                      <a:pt x="6099" y="5082"/>
                    </a:cubicBezTo>
                    <a:cubicBezTo>
                      <a:pt x="9649" y="8631"/>
                      <a:pt x="12553" y="13225"/>
                      <a:pt x="12553" y="15290"/>
                    </a:cubicBezTo>
                    <a:cubicBezTo>
                      <a:pt x="12553" y="21885"/>
                      <a:pt x="8483" y="19332"/>
                      <a:pt x="3996" y="9922"/>
                    </a:cubicBezTo>
                    <a:close/>
                  </a:path>
                </a:pathLst>
              </a:custGeom>
              <a:solidFill>
                <a:srgbClr val="B9B9B9"/>
              </a:solidFill>
              <a:ln w="5163" cap="flat">
                <a:noFill/>
                <a:prstDash val="solid"/>
                <a:miter/>
              </a:ln>
            </p:spPr>
            <p:txBody>
              <a:bodyPr/>
              <a:lstStyle/>
              <a:p>
                <a:endParaRPr lang="es-419" noProof="0" dirty="0"/>
              </a:p>
            </p:txBody>
          </p:sp>
          <p:sp>
            <p:nvSpPr>
              <p:cNvPr id="96" name="Forma libre: forma 95">
                <a:extLst>
                  <a:ext uri="{FF2B5EF4-FFF2-40B4-BE49-F238E27FC236}">
                    <a16:creationId xmlns:a16="http://schemas.microsoft.com/office/drawing/2014/main" id="{FA404950-E6EF-6172-C82A-4B11032BACDB}"/>
                  </a:ext>
                </a:extLst>
              </p:cNvPr>
              <p:cNvSpPr/>
              <p:nvPr/>
            </p:nvSpPr>
            <p:spPr>
              <a:xfrm>
                <a:off x="499513" y="1824179"/>
                <a:ext cx="16487" cy="10786"/>
              </a:xfrm>
              <a:custGeom>
                <a:avLst/>
                <a:gdLst>
                  <a:gd name="csX0" fmla="*/ 5790 w 16487"/>
                  <a:gd name="csY0" fmla="*/ 5576 h 10786"/>
                  <a:gd name="csX1" fmla="*/ 4501 w 16487"/>
                  <a:gd name="csY1" fmla="*/ 936 h 10786"/>
                  <a:gd name="csX2" fmla="*/ 15719 w 16487"/>
                  <a:gd name="csY2" fmla="*/ 10646 h 10786"/>
                  <a:gd name="csX3" fmla="*/ 5790 w 16487"/>
                  <a:gd name="csY3" fmla="*/ 5576 h 10786"/>
                </a:gdLst>
                <a:ahLst/>
                <a:cxnLst>
                  <a:cxn ang="0">
                    <a:pos x="csX0" y="csY0"/>
                  </a:cxn>
                  <a:cxn ang="0">
                    <a:pos x="csX1" y="csY1"/>
                  </a:cxn>
                  <a:cxn ang="0">
                    <a:pos x="csX2" y="csY2"/>
                  </a:cxn>
                  <a:cxn ang="0">
                    <a:pos x="csX3" y="csY3"/>
                  </a:cxn>
                </a:cxnLst>
                <a:rect l="l" t="t" r="r" b="b"/>
                <a:pathLst>
                  <a:path w="16487" h="10786">
                    <a:moveTo>
                      <a:pt x="5790" y="5576"/>
                    </a:moveTo>
                    <a:cubicBezTo>
                      <a:pt x="-1676" y="-615"/>
                      <a:pt x="-1722" y="-781"/>
                      <a:pt x="4501" y="936"/>
                    </a:cubicBezTo>
                    <a:cubicBezTo>
                      <a:pt x="12209" y="3063"/>
                      <a:pt x="18782" y="8753"/>
                      <a:pt x="15719" y="10646"/>
                    </a:cubicBezTo>
                    <a:cubicBezTo>
                      <a:pt x="14517" y="11389"/>
                      <a:pt x="10049" y="9107"/>
                      <a:pt x="5790" y="5576"/>
                    </a:cubicBezTo>
                    <a:close/>
                  </a:path>
                </a:pathLst>
              </a:custGeom>
              <a:solidFill>
                <a:srgbClr val="B9B9B9"/>
              </a:solidFill>
              <a:ln w="5163" cap="flat">
                <a:noFill/>
                <a:prstDash val="solid"/>
                <a:miter/>
              </a:ln>
            </p:spPr>
            <p:txBody>
              <a:bodyPr/>
              <a:lstStyle/>
              <a:p>
                <a:endParaRPr lang="es-419" noProof="0" dirty="0"/>
              </a:p>
            </p:txBody>
          </p:sp>
          <p:sp>
            <p:nvSpPr>
              <p:cNvPr id="97" name="Forma libre: forma 96">
                <a:extLst>
                  <a:ext uri="{FF2B5EF4-FFF2-40B4-BE49-F238E27FC236}">
                    <a16:creationId xmlns:a16="http://schemas.microsoft.com/office/drawing/2014/main" id="{F6BE9606-EF6D-15C9-9AE7-EB3B025C1170}"/>
                  </a:ext>
                </a:extLst>
              </p:cNvPr>
              <p:cNvSpPr/>
              <p:nvPr/>
            </p:nvSpPr>
            <p:spPr>
              <a:xfrm>
                <a:off x="478303" y="1760241"/>
                <a:ext cx="17819" cy="62484"/>
              </a:xfrm>
              <a:custGeom>
                <a:avLst/>
                <a:gdLst>
                  <a:gd name="csX0" fmla="*/ 12817 w 17819"/>
                  <a:gd name="csY0" fmla="*/ 59663 h 62484"/>
                  <a:gd name="csX1" fmla="*/ 8906 w 17819"/>
                  <a:gd name="csY1" fmla="*/ 49920 h 62484"/>
                  <a:gd name="csX2" fmla="*/ 3768 w 17819"/>
                  <a:gd name="csY2" fmla="*/ 41934 h 62484"/>
                  <a:gd name="csX3" fmla="*/ 2261 w 17819"/>
                  <a:gd name="csY3" fmla="*/ 33152 h 62484"/>
                  <a:gd name="csX4" fmla="*/ 8278 w 17819"/>
                  <a:gd name="csY4" fmla="*/ 19635 h 62484"/>
                  <a:gd name="csX5" fmla="*/ 14954 w 17819"/>
                  <a:gd name="csY5" fmla="*/ 4146 h 62484"/>
                  <a:gd name="csX6" fmla="*/ 16371 w 17819"/>
                  <a:gd name="csY6" fmla="*/ 6727 h 62484"/>
                  <a:gd name="csX7" fmla="*/ 10951 w 17819"/>
                  <a:gd name="csY7" fmla="*/ 23219 h 62484"/>
                  <a:gd name="csX8" fmla="*/ 9971 w 17819"/>
                  <a:gd name="csY8" fmla="*/ 36893 h 62484"/>
                  <a:gd name="csX9" fmla="*/ 12803 w 17819"/>
                  <a:gd name="csY9" fmla="*/ 48926 h 62484"/>
                  <a:gd name="csX10" fmla="*/ 15858 w 17819"/>
                  <a:gd name="csY10" fmla="*/ 57797 h 62484"/>
                  <a:gd name="csX11" fmla="*/ 17517 w 17819"/>
                  <a:gd name="csY11" fmla="*/ 62248 h 62484"/>
                  <a:gd name="csX12" fmla="*/ 12817 w 17819"/>
                  <a:gd name="csY12" fmla="*/ 59663 h 624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7819" h="62484">
                    <a:moveTo>
                      <a:pt x="12817" y="59663"/>
                    </a:moveTo>
                    <a:cubicBezTo>
                      <a:pt x="10999" y="57473"/>
                      <a:pt x="9240" y="53089"/>
                      <a:pt x="8906" y="49920"/>
                    </a:cubicBezTo>
                    <a:cubicBezTo>
                      <a:pt x="7921" y="40559"/>
                      <a:pt x="7808" y="40384"/>
                      <a:pt x="3768" y="41934"/>
                    </a:cubicBezTo>
                    <a:cubicBezTo>
                      <a:pt x="-606" y="43612"/>
                      <a:pt x="-1257" y="39820"/>
                      <a:pt x="2261" y="33152"/>
                    </a:cubicBezTo>
                    <a:cubicBezTo>
                      <a:pt x="3561" y="30687"/>
                      <a:pt x="6269" y="24604"/>
                      <a:pt x="8278" y="19635"/>
                    </a:cubicBezTo>
                    <a:cubicBezTo>
                      <a:pt x="10287" y="14665"/>
                      <a:pt x="13291" y="7695"/>
                      <a:pt x="14954" y="4146"/>
                    </a:cubicBezTo>
                    <a:cubicBezTo>
                      <a:pt x="17758" y="-1839"/>
                      <a:pt x="17861" y="-1651"/>
                      <a:pt x="16371" y="6727"/>
                    </a:cubicBezTo>
                    <a:cubicBezTo>
                      <a:pt x="15486" y="11697"/>
                      <a:pt x="13047" y="19118"/>
                      <a:pt x="10951" y="23219"/>
                    </a:cubicBezTo>
                    <a:cubicBezTo>
                      <a:pt x="8012" y="28966"/>
                      <a:pt x="7787" y="32101"/>
                      <a:pt x="9971" y="36893"/>
                    </a:cubicBezTo>
                    <a:cubicBezTo>
                      <a:pt x="11529" y="40313"/>
                      <a:pt x="12803" y="45728"/>
                      <a:pt x="12803" y="48926"/>
                    </a:cubicBezTo>
                    <a:cubicBezTo>
                      <a:pt x="12803" y="52125"/>
                      <a:pt x="14178" y="56117"/>
                      <a:pt x="15858" y="57797"/>
                    </a:cubicBezTo>
                    <a:cubicBezTo>
                      <a:pt x="17538" y="59477"/>
                      <a:pt x="18285" y="61480"/>
                      <a:pt x="17517" y="62248"/>
                    </a:cubicBezTo>
                    <a:cubicBezTo>
                      <a:pt x="16749" y="63016"/>
                      <a:pt x="14634" y="61852"/>
                      <a:pt x="12817" y="59663"/>
                    </a:cubicBezTo>
                    <a:close/>
                  </a:path>
                </a:pathLst>
              </a:custGeom>
              <a:solidFill>
                <a:srgbClr val="B9B9B9"/>
              </a:solidFill>
              <a:ln w="5163" cap="flat">
                <a:noFill/>
                <a:prstDash val="solid"/>
                <a:miter/>
              </a:ln>
            </p:spPr>
            <p:txBody>
              <a:bodyPr/>
              <a:lstStyle/>
              <a:p>
                <a:endParaRPr lang="es-419" noProof="0" dirty="0"/>
              </a:p>
            </p:txBody>
          </p:sp>
          <p:sp>
            <p:nvSpPr>
              <p:cNvPr id="98" name="Forma libre: forma 97">
                <a:extLst>
                  <a:ext uri="{FF2B5EF4-FFF2-40B4-BE49-F238E27FC236}">
                    <a16:creationId xmlns:a16="http://schemas.microsoft.com/office/drawing/2014/main" id="{713F1FCF-63FB-752F-A9E6-3D4220D1D179}"/>
                  </a:ext>
                </a:extLst>
              </p:cNvPr>
              <p:cNvSpPr/>
              <p:nvPr/>
            </p:nvSpPr>
            <p:spPr>
              <a:xfrm>
                <a:off x="610272" y="1785879"/>
                <a:ext cx="19431" cy="24201"/>
              </a:xfrm>
              <a:custGeom>
                <a:avLst/>
                <a:gdLst>
                  <a:gd name="csX0" fmla="*/ 12977 w 19431"/>
                  <a:gd name="csY0" fmla="*/ 20895 h 24201"/>
                  <a:gd name="csX1" fmla="*/ 7325 w 19431"/>
                  <a:gd name="csY1" fmla="*/ 14059 h 24201"/>
                  <a:gd name="csX2" fmla="*/ 3038 w 19431"/>
                  <a:gd name="csY2" fmla="*/ 6445 h 24201"/>
                  <a:gd name="csX3" fmla="*/ 7745 w 19431"/>
                  <a:gd name="csY3" fmla="*/ 1409 h 24201"/>
                  <a:gd name="csX4" fmla="*/ 17054 w 19431"/>
                  <a:gd name="csY4" fmla="*/ 13612 h 24201"/>
                  <a:gd name="csX5" fmla="*/ 19347 w 19431"/>
                  <a:gd name="csY5" fmla="*/ 24137 h 24201"/>
                  <a:gd name="csX6" fmla="*/ 12977 w 19431"/>
                  <a:gd name="csY6" fmla="*/ 20895 h 24201"/>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9431" h="24201">
                    <a:moveTo>
                      <a:pt x="12977" y="20895"/>
                    </a:moveTo>
                    <a:cubicBezTo>
                      <a:pt x="9869" y="18718"/>
                      <a:pt x="7325" y="15642"/>
                      <a:pt x="7325" y="14059"/>
                    </a:cubicBezTo>
                    <a:cubicBezTo>
                      <a:pt x="7325" y="12477"/>
                      <a:pt x="5396" y="9050"/>
                      <a:pt x="3038" y="6445"/>
                    </a:cubicBezTo>
                    <a:cubicBezTo>
                      <a:pt x="-2384" y="453"/>
                      <a:pt x="-388" y="-1683"/>
                      <a:pt x="7745" y="1409"/>
                    </a:cubicBezTo>
                    <a:cubicBezTo>
                      <a:pt x="11871" y="2978"/>
                      <a:pt x="15083" y="7189"/>
                      <a:pt x="17054" y="13612"/>
                    </a:cubicBezTo>
                    <a:cubicBezTo>
                      <a:pt x="18710" y="19007"/>
                      <a:pt x="19742" y="23743"/>
                      <a:pt x="19347" y="24137"/>
                    </a:cubicBezTo>
                    <a:cubicBezTo>
                      <a:pt x="18953" y="24532"/>
                      <a:pt x="16086" y="23073"/>
                      <a:pt x="12977" y="20895"/>
                    </a:cubicBezTo>
                    <a:close/>
                  </a:path>
                </a:pathLst>
              </a:custGeom>
              <a:solidFill>
                <a:srgbClr val="B9B9B9"/>
              </a:solidFill>
              <a:ln w="5163" cap="flat">
                <a:noFill/>
                <a:prstDash val="solid"/>
                <a:miter/>
              </a:ln>
            </p:spPr>
            <p:txBody>
              <a:bodyPr/>
              <a:lstStyle/>
              <a:p>
                <a:endParaRPr lang="es-419" noProof="0" dirty="0"/>
              </a:p>
            </p:txBody>
          </p:sp>
          <p:sp>
            <p:nvSpPr>
              <p:cNvPr id="99" name="Forma libre: forma 98">
                <a:extLst>
                  <a:ext uri="{FF2B5EF4-FFF2-40B4-BE49-F238E27FC236}">
                    <a16:creationId xmlns:a16="http://schemas.microsoft.com/office/drawing/2014/main" id="{E3E62B3D-D6F9-5CA2-EAB4-B296D3B5AA99}"/>
                  </a:ext>
                </a:extLst>
              </p:cNvPr>
              <p:cNvSpPr/>
              <p:nvPr/>
            </p:nvSpPr>
            <p:spPr>
              <a:xfrm>
                <a:off x="615016" y="1765374"/>
                <a:ext cx="5162" cy="6756"/>
              </a:xfrm>
              <a:custGeom>
                <a:avLst/>
                <a:gdLst>
                  <a:gd name="csX0" fmla="*/ 0 w 5162"/>
                  <a:gd name="csY0" fmla="*/ 4328 h 6756"/>
                  <a:gd name="csX1" fmla="*/ 2581 w 5162"/>
                  <a:gd name="csY1" fmla="*/ 303 h 6756"/>
                  <a:gd name="csX2" fmla="*/ 5163 w 5162"/>
                  <a:gd name="csY2" fmla="*/ 2732 h 6756"/>
                  <a:gd name="csX3" fmla="*/ 2581 w 5162"/>
                  <a:gd name="csY3" fmla="*/ 6757 h 6756"/>
                  <a:gd name="csX4" fmla="*/ 0 w 5162"/>
                  <a:gd name="csY4" fmla="*/ 4328 h 6756"/>
                </a:gdLst>
                <a:ahLst/>
                <a:cxnLst>
                  <a:cxn ang="0">
                    <a:pos x="csX0" y="csY0"/>
                  </a:cxn>
                  <a:cxn ang="0">
                    <a:pos x="csX1" y="csY1"/>
                  </a:cxn>
                  <a:cxn ang="0">
                    <a:pos x="csX2" y="csY2"/>
                  </a:cxn>
                  <a:cxn ang="0">
                    <a:pos x="csX3" y="csY3"/>
                  </a:cxn>
                  <a:cxn ang="0">
                    <a:pos x="csX4" y="csY4"/>
                  </a:cxn>
                </a:cxnLst>
                <a:rect l="l" t="t" r="r" b="b"/>
                <a:pathLst>
                  <a:path w="5162" h="6756">
                    <a:moveTo>
                      <a:pt x="0" y="4328"/>
                    </a:moveTo>
                    <a:cubicBezTo>
                      <a:pt x="0" y="2992"/>
                      <a:pt x="1162" y="1181"/>
                      <a:pt x="2581" y="303"/>
                    </a:cubicBezTo>
                    <a:cubicBezTo>
                      <a:pt x="4001" y="-574"/>
                      <a:pt x="5163" y="519"/>
                      <a:pt x="5163" y="2732"/>
                    </a:cubicBezTo>
                    <a:cubicBezTo>
                      <a:pt x="5163" y="4946"/>
                      <a:pt x="4001" y="6757"/>
                      <a:pt x="2581" y="6757"/>
                    </a:cubicBezTo>
                    <a:cubicBezTo>
                      <a:pt x="1162" y="6757"/>
                      <a:pt x="0" y="5664"/>
                      <a:pt x="0" y="4328"/>
                    </a:cubicBezTo>
                    <a:close/>
                  </a:path>
                </a:pathLst>
              </a:custGeom>
              <a:solidFill>
                <a:srgbClr val="B9B9B9"/>
              </a:solidFill>
              <a:ln w="5163" cap="flat">
                <a:noFill/>
                <a:prstDash val="solid"/>
                <a:miter/>
              </a:ln>
            </p:spPr>
            <p:txBody>
              <a:bodyPr/>
              <a:lstStyle/>
              <a:p>
                <a:endParaRPr lang="es-419" noProof="0" dirty="0"/>
              </a:p>
            </p:txBody>
          </p:sp>
          <p:sp>
            <p:nvSpPr>
              <p:cNvPr id="100" name="Forma libre: forma 99">
                <a:extLst>
                  <a:ext uri="{FF2B5EF4-FFF2-40B4-BE49-F238E27FC236}">
                    <a16:creationId xmlns:a16="http://schemas.microsoft.com/office/drawing/2014/main" id="{DD9EAA80-0699-98A5-A37C-A0722DA0CF7B}"/>
                  </a:ext>
                </a:extLst>
              </p:cNvPr>
              <p:cNvSpPr/>
              <p:nvPr/>
            </p:nvSpPr>
            <p:spPr>
              <a:xfrm>
                <a:off x="496444" y="1737058"/>
                <a:ext cx="4812" cy="15975"/>
              </a:xfrm>
              <a:custGeom>
                <a:avLst/>
                <a:gdLst>
                  <a:gd name="csX0" fmla="*/ 6 w 4812"/>
                  <a:gd name="csY0" fmla="*/ 12637 h 15975"/>
                  <a:gd name="csX1" fmla="*/ 2406 w 4812"/>
                  <a:gd name="csY1" fmla="*/ 2804 h 15975"/>
                  <a:gd name="csX2" fmla="*/ 4806 w 4812"/>
                  <a:gd name="csY2" fmla="*/ 5879 h 15975"/>
                  <a:gd name="csX3" fmla="*/ 2406 w 4812"/>
                  <a:gd name="csY3" fmla="*/ 15712 h 15975"/>
                  <a:gd name="csX4" fmla="*/ 6 w 4812"/>
                  <a:gd name="csY4" fmla="*/ 12637 h 15975"/>
                </a:gdLst>
                <a:ahLst/>
                <a:cxnLst>
                  <a:cxn ang="0">
                    <a:pos x="csX0" y="csY0"/>
                  </a:cxn>
                  <a:cxn ang="0">
                    <a:pos x="csX1" y="csY1"/>
                  </a:cxn>
                  <a:cxn ang="0">
                    <a:pos x="csX2" y="csY2"/>
                  </a:cxn>
                  <a:cxn ang="0">
                    <a:pos x="csX3" y="csY3"/>
                  </a:cxn>
                  <a:cxn ang="0">
                    <a:pos x="csX4" y="csY4"/>
                  </a:cxn>
                </a:cxnLst>
                <a:rect l="l" t="t" r="r" b="b"/>
                <a:pathLst>
                  <a:path w="4812" h="15975">
                    <a:moveTo>
                      <a:pt x="6" y="12637"/>
                    </a:moveTo>
                    <a:cubicBezTo>
                      <a:pt x="106" y="10069"/>
                      <a:pt x="1186" y="5644"/>
                      <a:pt x="2406" y="2804"/>
                    </a:cubicBezTo>
                    <a:cubicBezTo>
                      <a:pt x="4277" y="-1548"/>
                      <a:pt x="4653" y="-1065"/>
                      <a:pt x="4806" y="5879"/>
                    </a:cubicBezTo>
                    <a:cubicBezTo>
                      <a:pt x="4906" y="10409"/>
                      <a:pt x="3826" y="14834"/>
                      <a:pt x="2406" y="15712"/>
                    </a:cubicBezTo>
                    <a:cubicBezTo>
                      <a:pt x="987" y="16589"/>
                      <a:pt x="-93" y="15206"/>
                      <a:pt x="6" y="12637"/>
                    </a:cubicBezTo>
                    <a:close/>
                  </a:path>
                </a:pathLst>
              </a:custGeom>
              <a:solidFill>
                <a:srgbClr val="B9B9B9"/>
              </a:solidFill>
              <a:ln w="5163" cap="flat">
                <a:noFill/>
                <a:prstDash val="solid"/>
                <a:miter/>
              </a:ln>
            </p:spPr>
            <p:txBody>
              <a:bodyPr/>
              <a:lstStyle/>
              <a:p>
                <a:endParaRPr lang="es-419" noProof="0" dirty="0"/>
              </a:p>
            </p:txBody>
          </p:sp>
          <p:sp>
            <p:nvSpPr>
              <p:cNvPr id="101" name="Forma libre: forma 100">
                <a:extLst>
                  <a:ext uri="{FF2B5EF4-FFF2-40B4-BE49-F238E27FC236}">
                    <a16:creationId xmlns:a16="http://schemas.microsoft.com/office/drawing/2014/main" id="{D2A88FE9-6C1B-6080-6B1E-A6399A1DC171}"/>
                  </a:ext>
                </a:extLst>
              </p:cNvPr>
              <p:cNvSpPr/>
              <p:nvPr/>
            </p:nvSpPr>
            <p:spPr>
              <a:xfrm>
                <a:off x="610293" y="1727161"/>
                <a:ext cx="5615" cy="11379"/>
              </a:xfrm>
              <a:custGeom>
                <a:avLst/>
                <a:gdLst>
                  <a:gd name="csX0" fmla="*/ 427 w 5615"/>
                  <a:gd name="csY0" fmla="*/ 7365 h 11379"/>
                  <a:gd name="csX1" fmla="*/ 1464 w 5615"/>
                  <a:gd name="csY1" fmla="*/ 731 h 11379"/>
                  <a:gd name="csX2" fmla="*/ 5321 w 5615"/>
                  <a:gd name="csY2" fmla="*/ 4777 h 11379"/>
                  <a:gd name="csX3" fmla="*/ 427 w 5615"/>
                  <a:gd name="csY3" fmla="*/ 7365 h 11379"/>
                </a:gdLst>
                <a:ahLst/>
                <a:cxnLst>
                  <a:cxn ang="0">
                    <a:pos x="csX0" y="csY0"/>
                  </a:cxn>
                  <a:cxn ang="0">
                    <a:pos x="csX1" y="csY1"/>
                  </a:cxn>
                  <a:cxn ang="0">
                    <a:pos x="csX2" y="csY2"/>
                  </a:cxn>
                  <a:cxn ang="0">
                    <a:pos x="csX3" y="csY3"/>
                  </a:cxn>
                </a:cxnLst>
                <a:rect l="l" t="t" r="r" b="b"/>
                <a:pathLst>
                  <a:path w="5615" h="11379">
                    <a:moveTo>
                      <a:pt x="427" y="7365"/>
                    </a:moveTo>
                    <a:cubicBezTo>
                      <a:pt x="-426" y="5140"/>
                      <a:pt x="40" y="2155"/>
                      <a:pt x="1464" y="731"/>
                    </a:cubicBezTo>
                    <a:cubicBezTo>
                      <a:pt x="3194" y="-1000"/>
                      <a:pt x="4473" y="341"/>
                      <a:pt x="5321" y="4777"/>
                    </a:cubicBezTo>
                    <a:cubicBezTo>
                      <a:pt x="6696" y="11973"/>
                      <a:pt x="2955" y="13952"/>
                      <a:pt x="427" y="7365"/>
                    </a:cubicBezTo>
                    <a:close/>
                  </a:path>
                </a:pathLst>
              </a:custGeom>
              <a:solidFill>
                <a:srgbClr val="B9B9B9"/>
              </a:solidFill>
              <a:ln w="5163" cap="flat">
                <a:noFill/>
                <a:prstDash val="solid"/>
                <a:miter/>
              </a:ln>
            </p:spPr>
            <p:txBody>
              <a:bodyPr/>
              <a:lstStyle/>
              <a:p>
                <a:endParaRPr lang="es-419" noProof="0" dirty="0"/>
              </a:p>
            </p:txBody>
          </p:sp>
          <p:sp>
            <p:nvSpPr>
              <p:cNvPr id="102" name="Forma libre: forma 101">
                <a:extLst>
                  <a:ext uri="{FF2B5EF4-FFF2-40B4-BE49-F238E27FC236}">
                    <a16:creationId xmlns:a16="http://schemas.microsoft.com/office/drawing/2014/main" id="{40753BC0-19FE-F3EA-78FF-E886D42BDA77}"/>
                  </a:ext>
                </a:extLst>
              </p:cNvPr>
              <p:cNvSpPr/>
              <p:nvPr/>
            </p:nvSpPr>
            <p:spPr>
              <a:xfrm>
                <a:off x="589201" y="1723083"/>
                <a:ext cx="5162" cy="7744"/>
              </a:xfrm>
              <a:custGeom>
                <a:avLst/>
                <a:gdLst>
                  <a:gd name="csX0" fmla="*/ 0 w 5162"/>
                  <a:gd name="csY0" fmla="*/ 3872 h 7744"/>
                  <a:gd name="csX1" fmla="*/ 2581 w 5162"/>
                  <a:gd name="csY1" fmla="*/ 0 h 7744"/>
                  <a:gd name="csX2" fmla="*/ 5163 w 5162"/>
                  <a:gd name="csY2" fmla="*/ 3872 h 7744"/>
                  <a:gd name="csX3" fmla="*/ 2581 w 5162"/>
                  <a:gd name="csY3" fmla="*/ 7744 h 7744"/>
                  <a:gd name="csX4" fmla="*/ 0 w 5162"/>
                  <a:gd name="csY4" fmla="*/ 3872 h 7744"/>
                </a:gdLst>
                <a:ahLst/>
                <a:cxnLst>
                  <a:cxn ang="0">
                    <a:pos x="csX0" y="csY0"/>
                  </a:cxn>
                  <a:cxn ang="0">
                    <a:pos x="csX1" y="csY1"/>
                  </a:cxn>
                  <a:cxn ang="0">
                    <a:pos x="csX2" y="csY2"/>
                  </a:cxn>
                  <a:cxn ang="0">
                    <a:pos x="csX3" y="csY3"/>
                  </a:cxn>
                  <a:cxn ang="0">
                    <a:pos x="csX4" y="csY4"/>
                  </a:cxn>
                </a:cxnLst>
                <a:rect l="l" t="t" r="r" b="b"/>
                <a:pathLst>
                  <a:path w="5162" h="7744">
                    <a:moveTo>
                      <a:pt x="0" y="3872"/>
                    </a:moveTo>
                    <a:cubicBezTo>
                      <a:pt x="0" y="1742"/>
                      <a:pt x="1162" y="0"/>
                      <a:pt x="2581" y="0"/>
                    </a:cubicBezTo>
                    <a:cubicBezTo>
                      <a:pt x="4001" y="0"/>
                      <a:pt x="5163" y="1742"/>
                      <a:pt x="5163" y="3872"/>
                    </a:cubicBezTo>
                    <a:cubicBezTo>
                      <a:pt x="5163" y="6002"/>
                      <a:pt x="4001" y="7744"/>
                      <a:pt x="2581" y="7744"/>
                    </a:cubicBezTo>
                    <a:cubicBezTo>
                      <a:pt x="1162" y="7744"/>
                      <a:pt x="0" y="6002"/>
                      <a:pt x="0" y="3872"/>
                    </a:cubicBezTo>
                    <a:close/>
                  </a:path>
                </a:pathLst>
              </a:custGeom>
              <a:solidFill>
                <a:srgbClr val="B9B9B9"/>
              </a:solidFill>
              <a:ln w="5163" cap="flat">
                <a:noFill/>
                <a:prstDash val="solid"/>
                <a:miter/>
              </a:ln>
            </p:spPr>
            <p:txBody>
              <a:bodyPr/>
              <a:lstStyle/>
              <a:p>
                <a:endParaRPr lang="es-419" noProof="0" dirty="0"/>
              </a:p>
            </p:txBody>
          </p:sp>
          <p:sp>
            <p:nvSpPr>
              <p:cNvPr id="103" name="Forma libre: forma 102">
                <a:extLst>
                  <a:ext uri="{FF2B5EF4-FFF2-40B4-BE49-F238E27FC236}">
                    <a16:creationId xmlns:a16="http://schemas.microsoft.com/office/drawing/2014/main" id="{E299086B-8142-9E8D-4ED9-63D4ECDC54FC}"/>
                  </a:ext>
                </a:extLst>
              </p:cNvPr>
              <p:cNvSpPr/>
              <p:nvPr/>
            </p:nvSpPr>
            <p:spPr>
              <a:xfrm>
                <a:off x="576294" y="1689525"/>
                <a:ext cx="15348" cy="20423"/>
              </a:xfrm>
              <a:custGeom>
                <a:avLst/>
                <a:gdLst>
                  <a:gd name="csX0" fmla="*/ 0 w 15348"/>
                  <a:gd name="csY0" fmla="*/ 17942 h 20423"/>
                  <a:gd name="csX1" fmla="*/ 11683 w 15348"/>
                  <a:gd name="csY1" fmla="*/ 0 h 20423"/>
                  <a:gd name="csX2" fmla="*/ 8918 w 15348"/>
                  <a:gd name="csY2" fmla="*/ 14081 h 20423"/>
                  <a:gd name="csX3" fmla="*/ 0 w 15348"/>
                  <a:gd name="csY3" fmla="*/ 17942 h 20423"/>
                </a:gdLst>
                <a:ahLst/>
                <a:cxnLst>
                  <a:cxn ang="0">
                    <a:pos x="csX0" y="csY0"/>
                  </a:cxn>
                  <a:cxn ang="0">
                    <a:pos x="csX1" y="csY1"/>
                  </a:cxn>
                  <a:cxn ang="0">
                    <a:pos x="csX2" y="csY2"/>
                  </a:cxn>
                  <a:cxn ang="0">
                    <a:pos x="csX3" y="csY3"/>
                  </a:cxn>
                </a:cxnLst>
                <a:rect l="l" t="t" r="r" b="b"/>
                <a:pathLst>
                  <a:path w="15348" h="20423">
                    <a:moveTo>
                      <a:pt x="0" y="17942"/>
                    </a:moveTo>
                    <a:cubicBezTo>
                      <a:pt x="0" y="12328"/>
                      <a:pt x="8027" y="0"/>
                      <a:pt x="11683" y="0"/>
                    </a:cubicBezTo>
                    <a:cubicBezTo>
                      <a:pt x="17539" y="0"/>
                      <a:pt x="16205" y="6793"/>
                      <a:pt x="8918" y="14081"/>
                    </a:cubicBezTo>
                    <a:cubicBezTo>
                      <a:pt x="1711" y="21287"/>
                      <a:pt x="0" y="22028"/>
                      <a:pt x="0" y="17942"/>
                    </a:cubicBezTo>
                    <a:close/>
                  </a:path>
                </a:pathLst>
              </a:custGeom>
              <a:solidFill>
                <a:srgbClr val="B9B9B9"/>
              </a:solidFill>
              <a:ln w="5163" cap="flat">
                <a:noFill/>
                <a:prstDash val="solid"/>
                <a:miter/>
              </a:ln>
            </p:spPr>
            <p:txBody>
              <a:bodyPr/>
              <a:lstStyle/>
              <a:p>
                <a:endParaRPr lang="es-419" noProof="0" dirty="0"/>
              </a:p>
            </p:txBody>
          </p:sp>
        </p:grpSp>
        <p:sp>
          <p:nvSpPr>
            <p:cNvPr id="104" name="Forma libre: forma 103">
              <a:extLst>
                <a:ext uri="{FF2B5EF4-FFF2-40B4-BE49-F238E27FC236}">
                  <a16:creationId xmlns:a16="http://schemas.microsoft.com/office/drawing/2014/main" id="{BEA982C5-8876-8BD3-6254-F54CD805F115}"/>
                </a:ext>
              </a:extLst>
            </p:cNvPr>
            <p:cNvSpPr/>
            <p:nvPr/>
          </p:nvSpPr>
          <p:spPr>
            <a:xfrm>
              <a:off x="516921" y="1569184"/>
              <a:ext cx="5162" cy="6756"/>
            </a:xfrm>
            <a:custGeom>
              <a:avLst/>
              <a:gdLst>
                <a:gd name="csX0" fmla="*/ 0 w 5162"/>
                <a:gd name="csY0" fmla="*/ 2732 h 6756"/>
                <a:gd name="csX1" fmla="*/ 2581 w 5162"/>
                <a:gd name="csY1" fmla="*/ 303 h 6756"/>
                <a:gd name="csX2" fmla="*/ 5163 w 5162"/>
                <a:gd name="csY2" fmla="*/ 4328 h 6756"/>
                <a:gd name="csX3" fmla="*/ 2581 w 5162"/>
                <a:gd name="csY3" fmla="*/ 6757 h 6756"/>
                <a:gd name="csX4" fmla="*/ 0 w 5162"/>
                <a:gd name="csY4" fmla="*/ 2732 h 6756"/>
              </a:gdLst>
              <a:ahLst/>
              <a:cxnLst>
                <a:cxn ang="0">
                  <a:pos x="csX0" y="csY0"/>
                </a:cxn>
                <a:cxn ang="0">
                  <a:pos x="csX1" y="csY1"/>
                </a:cxn>
                <a:cxn ang="0">
                  <a:pos x="csX2" y="csY2"/>
                </a:cxn>
                <a:cxn ang="0">
                  <a:pos x="csX3" y="csY3"/>
                </a:cxn>
                <a:cxn ang="0">
                  <a:pos x="csX4" y="csY4"/>
                </a:cxn>
              </a:cxnLst>
              <a:rect l="l" t="t" r="r" b="b"/>
              <a:pathLst>
                <a:path w="5162" h="6756">
                  <a:moveTo>
                    <a:pt x="0" y="2732"/>
                  </a:moveTo>
                  <a:cubicBezTo>
                    <a:pt x="0" y="519"/>
                    <a:pt x="1162" y="-574"/>
                    <a:pt x="2581" y="303"/>
                  </a:cubicBezTo>
                  <a:cubicBezTo>
                    <a:pt x="4001" y="1181"/>
                    <a:pt x="5163" y="2992"/>
                    <a:pt x="5163" y="4328"/>
                  </a:cubicBezTo>
                  <a:cubicBezTo>
                    <a:pt x="5163" y="5664"/>
                    <a:pt x="4001" y="6757"/>
                    <a:pt x="2581" y="6757"/>
                  </a:cubicBezTo>
                  <a:cubicBezTo>
                    <a:pt x="1162" y="6757"/>
                    <a:pt x="0" y="4946"/>
                    <a:pt x="0" y="2732"/>
                  </a:cubicBezTo>
                  <a:close/>
                </a:path>
              </a:pathLst>
            </a:custGeom>
            <a:solidFill>
              <a:srgbClr val="B9B9B9"/>
            </a:solidFill>
            <a:ln w="5163" cap="flat">
              <a:noFill/>
              <a:prstDash val="solid"/>
              <a:miter/>
            </a:ln>
          </p:spPr>
          <p:txBody>
            <a:bodyPr/>
            <a:lstStyle/>
            <a:p>
              <a:endParaRPr lang="es-419" noProof="0" dirty="0"/>
            </a:p>
          </p:txBody>
        </p:sp>
      </p:grpSp>
      <p:sp>
        <p:nvSpPr>
          <p:cNvPr id="105" name="Forma libre: forma 104">
            <a:extLst>
              <a:ext uri="{FF2B5EF4-FFF2-40B4-BE49-F238E27FC236}">
                <a16:creationId xmlns:a16="http://schemas.microsoft.com/office/drawing/2014/main" id="{56C5060C-8187-302A-5C8C-58BAD3C94838}"/>
              </a:ext>
            </a:extLst>
          </p:cNvPr>
          <p:cNvSpPr/>
          <p:nvPr/>
        </p:nvSpPr>
        <p:spPr>
          <a:xfrm>
            <a:off x="466238" y="1431499"/>
            <a:ext cx="11558" cy="7543"/>
          </a:xfrm>
          <a:custGeom>
            <a:avLst/>
            <a:gdLst>
              <a:gd name="csX0" fmla="*/ 1635 w 11558"/>
              <a:gd name="csY0" fmla="*/ 3752 h 7543"/>
              <a:gd name="csX1" fmla="*/ 8241 w 11558"/>
              <a:gd name="csY1" fmla="*/ 3670 h 7543"/>
              <a:gd name="csX2" fmla="*/ 9050 w 11558"/>
              <a:gd name="csY2" fmla="*/ 7542 h 7543"/>
              <a:gd name="csX3" fmla="*/ 1635 w 11558"/>
              <a:gd name="csY3" fmla="*/ 3752 h 7543"/>
            </a:gdLst>
            <a:ahLst/>
            <a:cxnLst>
              <a:cxn ang="0">
                <a:pos x="csX0" y="csY0"/>
              </a:cxn>
              <a:cxn ang="0">
                <a:pos x="csX1" y="csY1"/>
              </a:cxn>
              <a:cxn ang="0">
                <a:pos x="csX2" y="csY2"/>
              </a:cxn>
              <a:cxn ang="0">
                <a:pos x="csX3" y="csY3"/>
              </a:cxn>
            </a:cxnLst>
            <a:rect l="l" t="t" r="r" b="b"/>
            <a:pathLst>
              <a:path w="11558" h="7543">
                <a:moveTo>
                  <a:pt x="1635" y="3752"/>
                </a:moveTo>
                <a:cubicBezTo>
                  <a:pt x="-2484" y="-1211"/>
                  <a:pt x="1718" y="-1263"/>
                  <a:pt x="8241" y="3670"/>
                </a:cubicBezTo>
                <a:cubicBezTo>
                  <a:pt x="12450" y="6854"/>
                  <a:pt x="12580" y="7473"/>
                  <a:pt x="9050" y="7542"/>
                </a:cubicBezTo>
                <a:cubicBezTo>
                  <a:pt x="6739" y="7587"/>
                  <a:pt x="3403" y="5882"/>
                  <a:pt x="1635" y="3752"/>
                </a:cubicBezTo>
                <a:close/>
              </a:path>
            </a:pathLst>
          </a:custGeom>
          <a:solidFill>
            <a:srgbClr val="B9B9B9"/>
          </a:solidFill>
          <a:ln w="5163" cap="flat">
            <a:noFill/>
            <a:prstDash val="solid"/>
            <a:miter/>
          </a:ln>
        </p:spPr>
        <p:txBody>
          <a:bodyPr/>
          <a:lstStyle/>
          <a:p>
            <a:endParaRPr lang="es-419" noProof="0" dirty="0"/>
          </a:p>
        </p:txBody>
      </p:sp>
      <p:grpSp>
        <p:nvGrpSpPr>
          <p:cNvPr id="106" name="Gráfico 39">
            <a:extLst>
              <a:ext uri="{FF2B5EF4-FFF2-40B4-BE49-F238E27FC236}">
                <a16:creationId xmlns:a16="http://schemas.microsoft.com/office/drawing/2014/main" id="{ADEC2850-2DE8-4515-CEC4-1CD9038611F0}"/>
              </a:ext>
            </a:extLst>
          </p:cNvPr>
          <p:cNvGrpSpPr/>
          <p:nvPr/>
        </p:nvGrpSpPr>
        <p:grpSpPr>
          <a:xfrm>
            <a:off x="73152" y="1028824"/>
            <a:ext cx="399884" cy="461679"/>
            <a:chOff x="73152" y="1028824"/>
            <a:chExt cx="399884" cy="461679"/>
          </a:xfrm>
          <a:solidFill>
            <a:srgbClr val="B9B9B9"/>
          </a:solidFill>
        </p:grpSpPr>
        <p:sp>
          <p:nvSpPr>
            <p:cNvPr id="107" name="Forma libre: forma 106">
              <a:extLst>
                <a:ext uri="{FF2B5EF4-FFF2-40B4-BE49-F238E27FC236}">
                  <a16:creationId xmlns:a16="http://schemas.microsoft.com/office/drawing/2014/main" id="{980262E6-42A6-D04C-D527-8A61CA1B8952}"/>
                </a:ext>
              </a:extLst>
            </p:cNvPr>
            <p:cNvSpPr/>
            <p:nvPr/>
          </p:nvSpPr>
          <p:spPr>
            <a:xfrm>
              <a:off x="176169" y="1028824"/>
              <a:ext cx="296866" cy="461679"/>
            </a:xfrm>
            <a:custGeom>
              <a:avLst/>
              <a:gdLst>
                <a:gd name="csX0" fmla="*/ 234204 w 296866"/>
                <a:gd name="csY0" fmla="*/ 456793 h 461679"/>
                <a:gd name="csX1" fmla="*/ 189641 w 296866"/>
                <a:gd name="csY1" fmla="*/ 451076 h 461679"/>
                <a:gd name="csX2" fmla="*/ 192285 w 296866"/>
                <a:gd name="csY2" fmla="*/ 440463 h 461679"/>
                <a:gd name="csX3" fmla="*/ 192319 w 296866"/>
                <a:gd name="csY3" fmla="*/ 432599 h 461679"/>
                <a:gd name="csX4" fmla="*/ 190826 w 296866"/>
                <a:gd name="csY4" fmla="*/ 424368 h 461679"/>
                <a:gd name="csX5" fmla="*/ 194908 w 296866"/>
                <a:gd name="csY5" fmla="*/ 412652 h 461679"/>
                <a:gd name="csX6" fmla="*/ 188729 w 296866"/>
                <a:gd name="csY6" fmla="*/ 395950 h 461679"/>
                <a:gd name="csX7" fmla="*/ 175616 w 296866"/>
                <a:gd name="csY7" fmla="*/ 376348 h 461679"/>
                <a:gd name="csX8" fmla="*/ 165432 w 296866"/>
                <a:gd name="csY8" fmla="*/ 362612 h 461679"/>
                <a:gd name="csX9" fmla="*/ 157619 w 296866"/>
                <a:gd name="csY9" fmla="*/ 354047 h 461679"/>
                <a:gd name="csX10" fmla="*/ 123850 w 296866"/>
                <a:gd name="csY10" fmla="*/ 312204 h 461679"/>
                <a:gd name="csX11" fmla="*/ 110408 w 296866"/>
                <a:gd name="csY11" fmla="*/ 302524 h 461679"/>
                <a:gd name="csX12" fmla="*/ 90624 w 296866"/>
                <a:gd name="csY12" fmla="*/ 283830 h 461679"/>
                <a:gd name="csX13" fmla="*/ 80025 w 296866"/>
                <a:gd name="csY13" fmla="*/ 265391 h 461679"/>
                <a:gd name="csX14" fmla="*/ 76089 w 296866"/>
                <a:gd name="csY14" fmla="*/ 254455 h 461679"/>
                <a:gd name="csX15" fmla="*/ 73345 w 296866"/>
                <a:gd name="csY15" fmla="*/ 247079 h 461679"/>
                <a:gd name="csX16" fmla="*/ 72109 w 296866"/>
                <a:gd name="csY16" fmla="*/ 214519 h 461679"/>
                <a:gd name="csX17" fmla="*/ 68319 w 296866"/>
                <a:gd name="csY17" fmla="*/ 206510 h 461679"/>
                <a:gd name="csX18" fmla="*/ 67160 w 296866"/>
                <a:gd name="csY18" fmla="*/ 202519 h 461679"/>
                <a:gd name="csX19" fmla="*/ 64536 w 296866"/>
                <a:gd name="csY19" fmla="*/ 206365 h 461679"/>
                <a:gd name="csX20" fmla="*/ 61955 w 296866"/>
                <a:gd name="csY20" fmla="*/ 210237 h 461679"/>
                <a:gd name="csX21" fmla="*/ 59373 w 296866"/>
                <a:gd name="csY21" fmla="*/ 190811 h 461679"/>
                <a:gd name="csX22" fmla="*/ 48569 w 296866"/>
                <a:gd name="csY22" fmla="*/ 154736 h 461679"/>
                <a:gd name="csX23" fmla="*/ 46466 w 296866"/>
                <a:gd name="csY23" fmla="*/ 141789 h 461679"/>
                <a:gd name="csX24" fmla="*/ 38475 w 296866"/>
                <a:gd name="csY24" fmla="*/ 114684 h 461679"/>
                <a:gd name="csX25" fmla="*/ 28150 w 296866"/>
                <a:gd name="csY25" fmla="*/ 99082 h 461679"/>
                <a:gd name="csX26" fmla="*/ 25815 w 296866"/>
                <a:gd name="csY26" fmla="*/ 89273 h 461679"/>
                <a:gd name="csX27" fmla="*/ 22760 w 296866"/>
                <a:gd name="csY27" fmla="*/ 77852 h 461679"/>
                <a:gd name="csX28" fmla="*/ 21512 w 296866"/>
                <a:gd name="csY28" fmla="*/ 72990 h 461679"/>
                <a:gd name="csX29" fmla="*/ 26374 w 296866"/>
                <a:gd name="csY29" fmla="*/ 74238 h 461679"/>
                <a:gd name="csX30" fmla="*/ 33559 w 296866"/>
                <a:gd name="csY30" fmla="*/ 72129 h 461679"/>
                <a:gd name="csX31" fmla="*/ 29687 w 296866"/>
                <a:gd name="csY31" fmla="*/ 66967 h 461679"/>
                <a:gd name="csX32" fmla="*/ 25815 w 296866"/>
                <a:gd name="csY32" fmla="*/ 64277 h 461679"/>
                <a:gd name="csX33" fmla="*/ 20828 w 296866"/>
                <a:gd name="csY33" fmla="*/ 56236 h 461679"/>
                <a:gd name="csX34" fmla="*/ 14159 w 296866"/>
                <a:gd name="csY34" fmla="*/ 40210 h 461679"/>
                <a:gd name="csX35" fmla="*/ 6238 w 296866"/>
                <a:gd name="csY35" fmla="*/ 17321 h 461679"/>
                <a:gd name="csX36" fmla="*/ 0 w 296866"/>
                <a:gd name="csY36" fmla="*/ 2478 h 461679"/>
                <a:gd name="csX37" fmla="*/ 99386 w 296866"/>
                <a:gd name="csY37" fmla="*/ 3758 h 461679"/>
                <a:gd name="csX38" fmla="*/ 191027 w 296866"/>
                <a:gd name="csY38" fmla="*/ 12449 h 461679"/>
                <a:gd name="csX39" fmla="*/ 178059 w 296866"/>
                <a:gd name="csY39" fmla="*/ 27807 h 461679"/>
                <a:gd name="csX40" fmla="*/ 167369 w 296866"/>
                <a:gd name="csY40" fmla="*/ 45725 h 461679"/>
                <a:gd name="csX41" fmla="*/ 163079 w 296866"/>
                <a:gd name="csY41" fmla="*/ 80524 h 461679"/>
                <a:gd name="csX42" fmla="*/ 162631 w 296866"/>
                <a:gd name="csY42" fmla="*/ 83796 h 461679"/>
                <a:gd name="csX43" fmla="*/ 171021 w 296866"/>
                <a:gd name="csY43" fmla="*/ 93315 h 461679"/>
                <a:gd name="csX44" fmla="*/ 173406 w 296866"/>
                <a:gd name="csY44" fmla="*/ 109690 h 461679"/>
                <a:gd name="csX45" fmla="*/ 164850 w 296866"/>
                <a:gd name="csY45" fmla="*/ 145701 h 461679"/>
                <a:gd name="csX46" fmla="*/ 169084 w 296866"/>
                <a:gd name="csY46" fmla="*/ 169291 h 461679"/>
                <a:gd name="csX47" fmla="*/ 171477 w 296866"/>
                <a:gd name="csY47" fmla="*/ 213103 h 461679"/>
                <a:gd name="csX48" fmla="*/ 174210 w 296866"/>
                <a:gd name="csY48" fmla="*/ 257046 h 461679"/>
                <a:gd name="csX49" fmla="*/ 178120 w 296866"/>
                <a:gd name="csY49" fmla="*/ 261958 h 461679"/>
                <a:gd name="csX50" fmla="*/ 182243 w 296866"/>
                <a:gd name="csY50" fmla="*/ 269492 h 461679"/>
                <a:gd name="csX51" fmla="*/ 184937 w 296866"/>
                <a:gd name="csY51" fmla="*/ 277338 h 461679"/>
                <a:gd name="csX52" fmla="*/ 193415 w 296866"/>
                <a:gd name="csY52" fmla="*/ 285510 h 461679"/>
                <a:gd name="csX53" fmla="*/ 199664 w 296866"/>
                <a:gd name="csY53" fmla="*/ 290658 h 461679"/>
                <a:gd name="csX54" fmla="*/ 207927 w 296866"/>
                <a:gd name="csY54" fmla="*/ 300943 h 461679"/>
                <a:gd name="csX55" fmla="*/ 219722 w 296866"/>
                <a:gd name="csY55" fmla="*/ 315205 h 461679"/>
                <a:gd name="csX56" fmla="*/ 234342 w 296866"/>
                <a:gd name="csY56" fmla="*/ 331253 h 461679"/>
                <a:gd name="csX57" fmla="*/ 242348 w 296866"/>
                <a:gd name="csY57" fmla="*/ 342893 h 461679"/>
                <a:gd name="csX58" fmla="*/ 243886 w 296866"/>
                <a:gd name="csY58" fmla="*/ 354430 h 461679"/>
                <a:gd name="csX59" fmla="*/ 242906 w 296866"/>
                <a:gd name="csY59" fmla="*/ 363679 h 461679"/>
                <a:gd name="csX60" fmla="*/ 242638 w 296866"/>
                <a:gd name="csY60" fmla="*/ 372819 h 461679"/>
                <a:gd name="csX61" fmla="*/ 248980 w 296866"/>
                <a:gd name="csY61" fmla="*/ 375191 h 461679"/>
                <a:gd name="csX62" fmla="*/ 256854 w 296866"/>
                <a:gd name="csY62" fmla="*/ 380201 h 461679"/>
                <a:gd name="csX63" fmla="*/ 262017 w 296866"/>
                <a:gd name="csY63" fmla="*/ 385776 h 461679"/>
                <a:gd name="csX64" fmla="*/ 267554 w 296866"/>
                <a:gd name="csY64" fmla="*/ 396801 h 461679"/>
                <a:gd name="csX65" fmla="*/ 281559 w 296866"/>
                <a:gd name="csY65" fmla="*/ 416793 h 461679"/>
                <a:gd name="csX66" fmla="*/ 290755 w 296866"/>
                <a:gd name="csY66" fmla="*/ 428632 h 461679"/>
                <a:gd name="csX67" fmla="*/ 294624 w 296866"/>
                <a:gd name="csY67" fmla="*/ 440196 h 461679"/>
                <a:gd name="csX68" fmla="*/ 296867 w 296866"/>
                <a:gd name="csY68" fmla="*/ 451755 h 461679"/>
                <a:gd name="csX69" fmla="*/ 287186 w 296866"/>
                <a:gd name="csY69" fmla="*/ 461588 h 461679"/>
                <a:gd name="csX70" fmla="*/ 234204 w 296866"/>
                <a:gd name="csY70" fmla="*/ 456793 h 4616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Lst>
              <a:rect l="l" t="t" r="r" b="b"/>
              <a:pathLst>
                <a:path w="296866" h="461679">
                  <a:moveTo>
                    <a:pt x="234204" y="456793"/>
                  </a:moveTo>
                  <a:cubicBezTo>
                    <a:pt x="210389" y="454343"/>
                    <a:pt x="190335" y="451771"/>
                    <a:pt x="189641" y="451076"/>
                  </a:cubicBezTo>
                  <a:cubicBezTo>
                    <a:pt x="188946" y="450382"/>
                    <a:pt x="190136" y="445606"/>
                    <a:pt x="192285" y="440463"/>
                  </a:cubicBezTo>
                  <a:cubicBezTo>
                    <a:pt x="195748" y="432175"/>
                    <a:pt x="195752" y="431281"/>
                    <a:pt x="192319" y="432599"/>
                  </a:cubicBezTo>
                  <a:cubicBezTo>
                    <a:pt x="188021" y="434248"/>
                    <a:pt x="186953" y="428358"/>
                    <a:pt x="190826" y="424368"/>
                  </a:cubicBezTo>
                  <a:cubicBezTo>
                    <a:pt x="192136" y="423019"/>
                    <a:pt x="193972" y="417747"/>
                    <a:pt x="194908" y="412652"/>
                  </a:cubicBezTo>
                  <a:cubicBezTo>
                    <a:pt x="196394" y="404559"/>
                    <a:pt x="195613" y="402447"/>
                    <a:pt x="188729" y="395950"/>
                  </a:cubicBezTo>
                  <a:cubicBezTo>
                    <a:pt x="184395" y="391860"/>
                    <a:pt x="178494" y="383039"/>
                    <a:pt x="175616" y="376348"/>
                  </a:cubicBezTo>
                  <a:cubicBezTo>
                    <a:pt x="172738" y="369658"/>
                    <a:pt x="168155" y="363476"/>
                    <a:pt x="165432" y="362612"/>
                  </a:cubicBezTo>
                  <a:cubicBezTo>
                    <a:pt x="162709" y="361748"/>
                    <a:pt x="159193" y="357894"/>
                    <a:pt x="157619" y="354047"/>
                  </a:cubicBezTo>
                  <a:cubicBezTo>
                    <a:pt x="149821" y="334997"/>
                    <a:pt x="131426" y="312204"/>
                    <a:pt x="123850" y="312204"/>
                  </a:cubicBezTo>
                  <a:cubicBezTo>
                    <a:pt x="121509" y="312204"/>
                    <a:pt x="115460" y="307848"/>
                    <a:pt x="110408" y="302524"/>
                  </a:cubicBezTo>
                  <a:cubicBezTo>
                    <a:pt x="105356" y="297200"/>
                    <a:pt x="96453" y="288788"/>
                    <a:pt x="90624" y="283830"/>
                  </a:cubicBezTo>
                  <a:cubicBezTo>
                    <a:pt x="81794" y="276321"/>
                    <a:pt x="80025" y="273244"/>
                    <a:pt x="80025" y="265391"/>
                  </a:cubicBezTo>
                  <a:cubicBezTo>
                    <a:pt x="80025" y="259326"/>
                    <a:pt x="78622" y="255426"/>
                    <a:pt x="76089" y="254455"/>
                  </a:cubicBezTo>
                  <a:cubicBezTo>
                    <a:pt x="73596" y="253498"/>
                    <a:pt x="72591" y="250794"/>
                    <a:pt x="73345" y="247079"/>
                  </a:cubicBezTo>
                  <a:cubicBezTo>
                    <a:pt x="77548" y="226392"/>
                    <a:pt x="77309" y="220102"/>
                    <a:pt x="72109" y="214519"/>
                  </a:cubicBezTo>
                  <a:cubicBezTo>
                    <a:pt x="69219" y="211417"/>
                    <a:pt x="67513" y="207813"/>
                    <a:pt x="68319" y="206510"/>
                  </a:cubicBezTo>
                  <a:cubicBezTo>
                    <a:pt x="69124" y="205206"/>
                    <a:pt x="68603" y="203410"/>
                    <a:pt x="67160" y="202519"/>
                  </a:cubicBezTo>
                  <a:cubicBezTo>
                    <a:pt x="65698" y="201615"/>
                    <a:pt x="64536" y="203319"/>
                    <a:pt x="64536" y="206365"/>
                  </a:cubicBezTo>
                  <a:cubicBezTo>
                    <a:pt x="64536" y="209372"/>
                    <a:pt x="63375" y="211114"/>
                    <a:pt x="61955" y="210237"/>
                  </a:cubicBezTo>
                  <a:cubicBezTo>
                    <a:pt x="60535" y="209360"/>
                    <a:pt x="59373" y="200618"/>
                    <a:pt x="59373" y="190811"/>
                  </a:cubicBezTo>
                  <a:cubicBezTo>
                    <a:pt x="59373" y="173740"/>
                    <a:pt x="53682" y="154736"/>
                    <a:pt x="48569" y="154736"/>
                  </a:cubicBezTo>
                  <a:cubicBezTo>
                    <a:pt x="47413" y="154736"/>
                    <a:pt x="46466" y="148910"/>
                    <a:pt x="46466" y="141789"/>
                  </a:cubicBezTo>
                  <a:cubicBezTo>
                    <a:pt x="46466" y="132086"/>
                    <a:pt x="44464" y="125296"/>
                    <a:pt x="38475" y="114684"/>
                  </a:cubicBezTo>
                  <a:cubicBezTo>
                    <a:pt x="34080" y="106897"/>
                    <a:pt x="29434" y="99876"/>
                    <a:pt x="28150" y="99082"/>
                  </a:cubicBezTo>
                  <a:cubicBezTo>
                    <a:pt x="26865" y="98289"/>
                    <a:pt x="25815" y="93874"/>
                    <a:pt x="25815" y="89273"/>
                  </a:cubicBezTo>
                  <a:cubicBezTo>
                    <a:pt x="25815" y="84671"/>
                    <a:pt x="24440" y="79532"/>
                    <a:pt x="22760" y="77852"/>
                  </a:cubicBezTo>
                  <a:cubicBezTo>
                    <a:pt x="21080" y="76172"/>
                    <a:pt x="20518" y="73984"/>
                    <a:pt x="21512" y="72990"/>
                  </a:cubicBezTo>
                  <a:cubicBezTo>
                    <a:pt x="22506" y="71996"/>
                    <a:pt x="24694" y="72558"/>
                    <a:pt x="26374" y="74238"/>
                  </a:cubicBezTo>
                  <a:cubicBezTo>
                    <a:pt x="30884" y="78748"/>
                    <a:pt x="33559" y="77963"/>
                    <a:pt x="33559" y="72129"/>
                  </a:cubicBezTo>
                  <a:cubicBezTo>
                    <a:pt x="33559" y="69261"/>
                    <a:pt x="31838" y="66967"/>
                    <a:pt x="29687" y="66967"/>
                  </a:cubicBezTo>
                  <a:cubicBezTo>
                    <a:pt x="27557" y="66967"/>
                    <a:pt x="25815" y="65756"/>
                    <a:pt x="25815" y="64277"/>
                  </a:cubicBezTo>
                  <a:cubicBezTo>
                    <a:pt x="25815" y="62798"/>
                    <a:pt x="23571" y="59179"/>
                    <a:pt x="20828" y="56236"/>
                  </a:cubicBezTo>
                  <a:cubicBezTo>
                    <a:pt x="18086" y="53292"/>
                    <a:pt x="15085" y="46080"/>
                    <a:pt x="14159" y="40210"/>
                  </a:cubicBezTo>
                  <a:cubicBezTo>
                    <a:pt x="13233" y="34339"/>
                    <a:pt x="9669" y="24039"/>
                    <a:pt x="6238" y="17321"/>
                  </a:cubicBezTo>
                  <a:cubicBezTo>
                    <a:pt x="2807" y="10603"/>
                    <a:pt x="0" y="3924"/>
                    <a:pt x="0" y="2478"/>
                  </a:cubicBezTo>
                  <a:cubicBezTo>
                    <a:pt x="0" y="-1152"/>
                    <a:pt x="23478" y="-850"/>
                    <a:pt x="99386" y="3758"/>
                  </a:cubicBezTo>
                  <a:cubicBezTo>
                    <a:pt x="175010" y="8348"/>
                    <a:pt x="191027" y="9867"/>
                    <a:pt x="191027" y="12449"/>
                  </a:cubicBezTo>
                  <a:cubicBezTo>
                    <a:pt x="191027" y="13496"/>
                    <a:pt x="185192" y="20407"/>
                    <a:pt x="178059" y="27807"/>
                  </a:cubicBezTo>
                  <a:cubicBezTo>
                    <a:pt x="167978" y="38266"/>
                    <a:pt x="165598" y="42256"/>
                    <a:pt x="167369" y="45725"/>
                  </a:cubicBezTo>
                  <a:cubicBezTo>
                    <a:pt x="174634" y="59948"/>
                    <a:pt x="171699" y="83751"/>
                    <a:pt x="163079" y="80524"/>
                  </a:cubicBezTo>
                  <a:cubicBezTo>
                    <a:pt x="159180" y="79065"/>
                    <a:pt x="159137" y="79384"/>
                    <a:pt x="162631" y="83796"/>
                  </a:cubicBezTo>
                  <a:cubicBezTo>
                    <a:pt x="164761" y="86485"/>
                    <a:pt x="168536" y="90769"/>
                    <a:pt x="171021" y="93315"/>
                  </a:cubicBezTo>
                  <a:cubicBezTo>
                    <a:pt x="175834" y="98246"/>
                    <a:pt x="176913" y="105657"/>
                    <a:pt x="173406" y="109690"/>
                  </a:cubicBezTo>
                  <a:cubicBezTo>
                    <a:pt x="169336" y="114370"/>
                    <a:pt x="164942" y="132862"/>
                    <a:pt x="164850" y="145701"/>
                  </a:cubicBezTo>
                  <a:cubicBezTo>
                    <a:pt x="164711" y="165107"/>
                    <a:pt x="165194" y="167798"/>
                    <a:pt x="169084" y="169291"/>
                  </a:cubicBezTo>
                  <a:cubicBezTo>
                    <a:pt x="171992" y="170406"/>
                    <a:pt x="172437" y="178546"/>
                    <a:pt x="171477" y="213103"/>
                  </a:cubicBezTo>
                  <a:cubicBezTo>
                    <a:pt x="170471" y="249367"/>
                    <a:pt x="170869" y="255764"/>
                    <a:pt x="174210" y="257046"/>
                  </a:cubicBezTo>
                  <a:cubicBezTo>
                    <a:pt x="176360" y="257871"/>
                    <a:pt x="178120" y="260081"/>
                    <a:pt x="178120" y="261958"/>
                  </a:cubicBezTo>
                  <a:cubicBezTo>
                    <a:pt x="178120" y="263834"/>
                    <a:pt x="179975" y="267225"/>
                    <a:pt x="182243" y="269492"/>
                  </a:cubicBezTo>
                  <a:cubicBezTo>
                    <a:pt x="184511" y="271760"/>
                    <a:pt x="185723" y="275291"/>
                    <a:pt x="184937" y="277338"/>
                  </a:cubicBezTo>
                  <a:cubicBezTo>
                    <a:pt x="183466" y="281172"/>
                    <a:pt x="186953" y="284533"/>
                    <a:pt x="193415" y="285510"/>
                  </a:cubicBezTo>
                  <a:cubicBezTo>
                    <a:pt x="195439" y="285815"/>
                    <a:pt x="198251" y="288132"/>
                    <a:pt x="199664" y="290658"/>
                  </a:cubicBezTo>
                  <a:cubicBezTo>
                    <a:pt x="201078" y="293183"/>
                    <a:pt x="204796" y="297811"/>
                    <a:pt x="207927" y="300943"/>
                  </a:cubicBezTo>
                  <a:cubicBezTo>
                    <a:pt x="211058" y="304074"/>
                    <a:pt x="216366" y="310492"/>
                    <a:pt x="219722" y="315205"/>
                  </a:cubicBezTo>
                  <a:cubicBezTo>
                    <a:pt x="223078" y="319918"/>
                    <a:pt x="229657" y="327140"/>
                    <a:pt x="234342" y="331253"/>
                  </a:cubicBezTo>
                  <a:cubicBezTo>
                    <a:pt x="239027" y="335367"/>
                    <a:pt x="242630" y="340605"/>
                    <a:pt x="242348" y="342893"/>
                  </a:cubicBezTo>
                  <a:cubicBezTo>
                    <a:pt x="242066" y="345182"/>
                    <a:pt x="242758" y="350373"/>
                    <a:pt x="243886" y="354430"/>
                  </a:cubicBezTo>
                  <a:cubicBezTo>
                    <a:pt x="245242" y="359308"/>
                    <a:pt x="244910" y="362440"/>
                    <a:pt x="242906" y="363679"/>
                  </a:cubicBezTo>
                  <a:cubicBezTo>
                    <a:pt x="240669" y="365062"/>
                    <a:pt x="240599" y="367456"/>
                    <a:pt x="242638" y="372819"/>
                  </a:cubicBezTo>
                  <a:cubicBezTo>
                    <a:pt x="245274" y="379752"/>
                    <a:pt x="245565" y="379861"/>
                    <a:pt x="248980" y="375191"/>
                  </a:cubicBezTo>
                  <a:cubicBezTo>
                    <a:pt x="253071" y="369596"/>
                    <a:pt x="256854" y="372003"/>
                    <a:pt x="256854" y="380201"/>
                  </a:cubicBezTo>
                  <a:cubicBezTo>
                    <a:pt x="256854" y="384054"/>
                    <a:pt x="258448" y="385776"/>
                    <a:pt x="262017" y="385776"/>
                  </a:cubicBezTo>
                  <a:cubicBezTo>
                    <a:pt x="266316" y="385777"/>
                    <a:pt x="267243" y="387623"/>
                    <a:pt x="267554" y="396801"/>
                  </a:cubicBezTo>
                  <a:cubicBezTo>
                    <a:pt x="267995" y="409833"/>
                    <a:pt x="271290" y="414537"/>
                    <a:pt x="281559" y="416793"/>
                  </a:cubicBezTo>
                  <a:cubicBezTo>
                    <a:pt x="287964" y="418199"/>
                    <a:pt x="289378" y="420020"/>
                    <a:pt x="290755" y="428632"/>
                  </a:cubicBezTo>
                  <a:cubicBezTo>
                    <a:pt x="291650" y="434230"/>
                    <a:pt x="293391" y="439433"/>
                    <a:pt x="294624" y="440196"/>
                  </a:cubicBezTo>
                  <a:cubicBezTo>
                    <a:pt x="295858" y="440958"/>
                    <a:pt x="296867" y="446160"/>
                    <a:pt x="296867" y="451755"/>
                  </a:cubicBezTo>
                  <a:cubicBezTo>
                    <a:pt x="296867" y="461851"/>
                    <a:pt x="296793" y="461926"/>
                    <a:pt x="287186" y="461588"/>
                  </a:cubicBezTo>
                  <a:cubicBezTo>
                    <a:pt x="281862" y="461400"/>
                    <a:pt x="258020" y="459243"/>
                    <a:pt x="234204" y="456793"/>
                  </a:cubicBezTo>
                  <a:close/>
                </a:path>
              </a:pathLst>
            </a:custGeom>
            <a:solidFill>
              <a:srgbClr val="B9B9B9"/>
            </a:solidFill>
            <a:ln w="5163" cap="flat">
              <a:noFill/>
              <a:prstDash val="solid"/>
              <a:miter/>
            </a:ln>
          </p:spPr>
          <p:txBody>
            <a:bodyPr/>
            <a:lstStyle/>
            <a:p>
              <a:endParaRPr lang="es-419" noProof="0" dirty="0"/>
            </a:p>
          </p:txBody>
        </p:sp>
        <p:sp>
          <p:nvSpPr>
            <p:cNvPr id="108" name="Forma libre: forma 107">
              <a:extLst>
                <a:ext uri="{FF2B5EF4-FFF2-40B4-BE49-F238E27FC236}">
                  <a16:creationId xmlns:a16="http://schemas.microsoft.com/office/drawing/2014/main" id="{64E60D1F-3A9D-5A4A-42DA-368FF284AF3F}"/>
                </a:ext>
              </a:extLst>
            </p:cNvPr>
            <p:cNvSpPr/>
            <p:nvPr/>
          </p:nvSpPr>
          <p:spPr>
            <a:xfrm>
              <a:off x="259777" y="1434618"/>
              <a:ext cx="20905" cy="34765"/>
            </a:xfrm>
            <a:custGeom>
              <a:avLst/>
              <a:gdLst>
                <a:gd name="csX0" fmla="*/ 7343 w 20905"/>
                <a:gd name="csY0" fmla="*/ 31742 h 34765"/>
                <a:gd name="csX1" fmla="*/ 5095 w 20905"/>
                <a:gd name="csY1" fmla="*/ 22712 h 34765"/>
                <a:gd name="csX2" fmla="*/ 11946 w 20905"/>
                <a:gd name="csY2" fmla="*/ 12959 h 34765"/>
                <a:gd name="csX3" fmla="*/ 17992 w 20905"/>
                <a:gd name="csY3" fmla="*/ 1997 h 34765"/>
                <a:gd name="csX4" fmla="*/ 19063 w 20905"/>
                <a:gd name="csY4" fmla="*/ 27093 h 34765"/>
                <a:gd name="csX5" fmla="*/ 7343 w 20905"/>
                <a:gd name="csY5" fmla="*/ 31742 h 34765"/>
              </a:gdLst>
              <a:ahLst/>
              <a:cxnLst>
                <a:cxn ang="0">
                  <a:pos x="csX0" y="csY0"/>
                </a:cxn>
                <a:cxn ang="0">
                  <a:pos x="csX1" y="csY1"/>
                </a:cxn>
                <a:cxn ang="0">
                  <a:pos x="csX2" y="csY2"/>
                </a:cxn>
                <a:cxn ang="0">
                  <a:pos x="csX3" y="csY3"/>
                </a:cxn>
                <a:cxn ang="0">
                  <a:pos x="csX4" y="csY4"/>
                </a:cxn>
                <a:cxn ang="0">
                  <a:pos x="csX5" y="csY5"/>
                </a:cxn>
              </a:cxnLst>
              <a:rect l="l" t="t" r="r" b="b"/>
              <a:pathLst>
                <a:path w="20905" h="34765">
                  <a:moveTo>
                    <a:pt x="7343" y="31742"/>
                  </a:moveTo>
                  <a:cubicBezTo>
                    <a:pt x="-1878" y="26647"/>
                    <a:pt x="-2170" y="25474"/>
                    <a:pt x="5095" y="22712"/>
                  </a:cubicBezTo>
                  <a:cubicBezTo>
                    <a:pt x="10179" y="20779"/>
                    <a:pt x="11916" y="18306"/>
                    <a:pt x="11946" y="12959"/>
                  </a:cubicBezTo>
                  <a:cubicBezTo>
                    <a:pt x="11996" y="3833"/>
                    <a:pt x="16177" y="-3749"/>
                    <a:pt x="17992" y="1997"/>
                  </a:cubicBezTo>
                  <a:cubicBezTo>
                    <a:pt x="21527" y="13191"/>
                    <a:pt x="21797" y="19522"/>
                    <a:pt x="19063" y="27093"/>
                  </a:cubicBezTo>
                  <a:cubicBezTo>
                    <a:pt x="15722" y="36343"/>
                    <a:pt x="15691" y="36355"/>
                    <a:pt x="7343" y="31742"/>
                  </a:cubicBezTo>
                  <a:close/>
                </a:path>
              </a:pathLst>
            </a:custGeom>
            <a:solidFill>
              <a:srgbClr val="B9B9B9"/>
            </a:solidFill>
            <a:ln w="5163" cap="flat">
              <a:noFill/>
              <a:prstDash val="solid"/>
              <a:miter/>
            </a:ln>
          </p:spPr>
          <p:txBody>
            <a:bodyPr/>
            <a:lstStyle/>
            <a:p>
              <a:endParaRPr lang="es-419" noProof="0" dirty="0"/>
            </a:p>
          </p:txBody>
        </p:sp>
        <p:sp>
          <p:nvSpPr>
            <p:cNvPr id="109" name="Forma libre: forma 108">
              <a:extLst>
                <a:ext uri="{FF2B5EF4-FFF2-40B4-BE49-F238E27FC236}">
                  <a16:creationId xmlns:a16="http://schemas.microsoft.com/office/drawing/2014/main" id="{0A3D90F5-E142-4748-273E-FA5A66239BB0}"/>
                </a:ext>
              </a:extLst>
            </p:cNvPr>
            <p:cNvSpPr/>
            <p:nvPr/>
          </p:nvSpPr>
          <p:spPr>
            <a:xfrm>
              <a:off x="73152" y="1375664"/>
              <a:ext cx="14357" cy="42577"/>
            </a:xfrm>
            <a:custGeom>
              <a:avLst/>
              <a:gdLst>
                <a:gd name="csX0" fmla="*/ 7495 w 14357"/>
                <a:gd name="csY0" fmla="*/ 37645 h 42577"/>
                <a:gd name="csX1" fmla="*/ 3632 w 14357"/>
                <a:gd name="csY1" fmla="*/ 24738 h 42577"/>
                <a:gd name="csX2" fmla="*/ 3632 w 14357"/>
                <a:gd name="csY2" fmla="*/ 1505 h 42577"/>
                <a:gd name="csX3" fmla="*/ 7504 w 14357"/>
                <a:gd name="csY3" fmla="*/ 6137 h 42577"/>
                <a:gd name="csX4" fmla="*/ 10146 w 14357"/>
                <a:gd name="csY4" fmla="*/ 14863 h 42577"/>
                <a:gd name="csX5" fmla="*/ 11643 w 14357"/>
                <a:gd name="csY5" fmla="*/ 38936 h 42577"/>
                <a:gd name="csX6" fmla="*/ 7495 w 14357"/>
                <a:gd name="csY6" fmla="*/ 37645 h 42577"/>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4357" h="42577">
                  <a:moveTo>
                    <a:pt x="7495" y="37645"/>
                  </a:moveTo>
                  <a:cubicBezTo>
                    <a:pt x="7399" y="34096"/>
                    <a:pt x="5661" y="28288"/>
                    <a:pt x="3632" y="24738"/>
                  </a:cubicBezTo>
                  <a:cubicBezTo>
                    <a:pt x="-1211" y="16267"/>
                    <a:pt x="-1211" y="5524"/>
                    <a:pt x="3632" y="1505"/>
                  </a:cubicBezTo>
                  <a:cubicBezTo>
                    <a:pt x="6929" y="-1232"/>
                    <a:pt x="7504" y="-544"/>
                    <a:pt x="7504" y="6137"/>
                  </a:cubicBezTo>
                  <a:cubicBezTo>
                    <a:pt x="7504" y="10452"/>
                    <a:pt x="8693" y="14378"/>
                    <a:pt x="10146" y="14863"/>
                  </a:cubicBezTo>
                  <a:cubicBezTo>
                    <a:pt x="14898" y="16447"/>
                    <a:pt x="15948" y="33343"/>
                    <a:pt x="11643" y="38936"/>
                  </a:cubicBezTo>
                  <a:cubicBezTo>
                    <a:pt x="7745" y="44000"/>
                    <a:pt x="7665" y="43975"/>
                    <a:pt x="7495" y="37645"/>
                  </a:cubicBezTo>
                  <a:close/>
                </a:path>
              </a:pathLst>
            </a:custGeom>
            <a:solidFill>
              <a:srgbClr val="B9B9B9"/>
            </a:solidFill>
            <a:ln w="5163" cap="flat">
              <a:noFill/>
              <a:prstDash val="solid"/>
              <a:miter/>
            </a:ln>
          </p:spPr>
          <p:txBody>
            <a:bodyPr/>
            <a:lstStyle/>
            <a:p>
              <a:endParaRPr lang="es-419" noProof="0" dirty="0"/>
            </a:p>
          </p:txBody>
        </p:sp>
        <p:sp>
          <p:nvSpPr>
            <p:cNvPr id="110" name="Forma libre: forma 109">
              <a:extLst>
                <a:ext uri="{FF2B5EF4-FFF2-40B4-BE49-F238E27FC236}">
                  <a16:creationId xmlns:a16="http://schemas.microsoft.com/office/drawing/2014/main" id="{8EA9F819-BB40-311E-4E39-8AB9B43DDDDA}"/>
                </a:ext>
              </a:extLst>
            </p:cNvPr>
            <p:cNvSpPr/>
            <p:nvPr/>
          </p:nvSpPr>
          <p:spPr>
            <a:xfrm>
              <a:off x="420547" y="1341567"/>
              <a:ext cx="36589" cy="57857"/>
            </a:xfrm>
            <a:custGeom>
              <a:avLst/>
              <a:gdLst>
                <a:gd name="csX0" fmla="*/ 24033 w 36589"/>
                <a:gd name="csY0" fmla="*/ 48231 h 57857"/>
                <a:gd name="csX1" fmla="*/ 8875 w 36589"/>
                <a:gd name="csY1" fmla="*/ 31730 h 57857"/>
                <a:gd name="csX2" fmla="*/ 2815 w 36589"/>
                <a:gd name="csY2" fmla="*/ 140 h 57857"/>
                <a:gd name="csX3" fmla="*/ 18571 w 36589"/>
                <a:gd name="csY3" fmla="*/ 17532 h 57857"/>
                <a:gd name="csX4" fmla="*/ 26156 w 36589"/>
                <a:gd name="csY4" fmla="*/ 27858 h 57857"/>
                <a:gd name="csX5" fmla="*/ 32361 w 36589"/>
                <a:gd name="csY5" fmla="*/ 36599 h 57857"/>
                <a:gd name="csX6" fmla="*/ 34380 w 36589"/>
                <a:gd name="csY6" fmla="*/ 51018 h 57857"/>
                <a:gd name="csX7" fmla="*/ 24033 w 36589"/>
                <a:gd name="csY7" fmla="*/ 48231 h 578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6589" h="57857">
                  <a:moveTo>
                    <a:pt x="24033" y="48231"/>
                  </a:moveTo>
                  <a:cubicBezTo>
                    <a:pt x="18251" y="41995"/>
                    <a:pt x="11430" y="34569"/>
                    <a:pt x="8875" y="31730"/>
                  </a:cubicBezTo>
                  <a:cubicBezTo>
                    <a:pt x="870" y="22831"/>
                    <a:pt x="-3051" y="2391"/>
                    <a:pt x="2815" y="140"/>
                  </a:cubicBezTo>
                  <a:cubicBezTo>
                    <a:pt x="7073" y="-1494"/>
                    <a:pt x="18931" y="11596"/>
                    <a:pt x="18571" y="17532"/>
                  </a:cubicBezTo>
                  <a:cubicBezTo>
                    <a:pt x="18043" y="26212"/>
                    <a:pt x="19252" y="27858"/>
                    <a:pt x="26156" y="27858"/>
                  </a:cubicBezTo>
                  <a:cubicBezTo>
                    <a:pt x="32848" y="27858"/>
                    <a:pt x="33306" y="28504"/>
                    <a:pt x="32361" y="36599"/>
                  </a:cubicBezTo>
                  <a:cubicBezTo>
                    <a:pt x="31800" y="41406"/>
                    <a:pt x="32708" y="47895"/>
                    <a:pt x="34380" y="51018"/>
                  </a:cubicBezTo>
                  <a:cubicBezTo>
                    <a:pt x="39819" y="61181"/>
                    <a:pt x="34782" y="59825"/>
                    <a:pt x="24033" y="48231"/>
                  </a:cubicBezTo>
                  <a:close/>
                </a:path>
              </a:pathLst>
            </a:custGeom>
            <a:solidFill>
              <a:srgbClr val="B9B9B9"/>
            </a:solidFill>
            <a:ln w="5163" cap="flat">
              <a:noFill/>
              <a:prstDash val="solid"/>
              <a:miter/>
            </a:ln>
          </p:spPr>
          <p:txBody>
            <a:bodyPr/>
            <a:lstStyle/>
            <a:p>
              <a:endParaRPr lang="es-419" noProof="0" dirty="0"/>
            </a:p>
          </p:txBody>
        </p:sp>
      </p:grpSp>
      <p:grpSp>
        <p:nvGrpSpPr>
          <p:cNvPr id="111" name="Gráfico 39">
            <a:extLst>
              <a:ext uri="{FF2B5EF4-FFF2-40B4-BE49-F238E27FC236}">
                <a16:creationId xmlns:a16="http://schemas.microsoft.com/office/drawing/2014/main" id="{9AC7AB55-E508-675C-3E69-BB390D1CA909}"/>
              </a:ext>
            </a:extLst>
          </p:cNvPr>
          <p:cNvGrpSpPr/>
          <p:nvPr/>
        </p:nvGrpSpPr>
        <p:grpSpPr>
          <a:xfrm>
            <a:off x="347681" y="1057339"/>
            <a:ext cx="481325" cy="621418"/>
            <a:chOff x="347681" y="1057339"/>
            <a:chExt cx="481325" cy="621418"/>
          </a:xfrm>
          <a:solidFill>
            <a:srgbClr val="B9B9B9"/>
          </a:solidFill>
        </p:grpSpPr>
        <p:grpSp>
          <p:nvGrpSpPr>
            <p:cNvPr id="112" name="Gráfico 39">
              <a:extLst>
                <a:ext uri="{FF2B5EF4-FFF2-40B4-BE49-F238E27FC236}">
                  <a16:creationId xmlns:a16="http://schemas.microsoft.com/office/drawing/2014/main" id="{7CD5A4B2-32E4-2375-66A4-0D1DAE686F3B}"/>
                </a:ext>
              </a:extLst>
            </p:cNvPr>
            <p:cNvGrpSpPr/>
            <p:nvPr/>
          </p:nvGrpSpPr>
          <p:grpSpPr>
            <a:xfrm>
              <a:off x="492211" y="1384222"/>
              <a:ext cx="33498" cy="51895"/>
              <a:chOff x="492211" y="1384222"/>
              <a:chExt cx="33498" cy="51895"/>
            </a:xfrm>
            <a:solidFill>
              <a:srgbClr val="B9B9B9"/>
            </a:solidFill>
          </p:grpSpPr>
          <p:sp>
            <p:nvSpPr>
              <p:cNvPr id="113" name="Forma libre: forma 112">
                <a:extLst>
                  <a:ext uri="{FF2B5EF4-FFF2-40B4-BE49-F238E27FC236}">
                    <a16:creationId xmlns:a16="http://schemas.microsoft.com/office/drawing/2014/main" id="{4148ECBF-A990-4E1B-84FE-548C3922BF26}"/>
                  </a:ext>
                </a:extLst>
              </p:cNvPr>
              <p:cNvSpPr/>
              <p:nvPr/>
            </p:nvSpPr>
            <p:spPr>
              <a:xfrm>
                <a:off x="492211" y="1428798"/>
                <a:ext cx="6246" cy="7319"/>
              </a:xfrm>
              <a:custGeom>
                <a:avLst/>
                <a:gdLst>
                  <a:gd name="csX0" fmla="*/ 460 w 6246"/>
                  <a:gd name="csY0" fmla="*/ 4088 h 7319"/>
                  <a:gd name="csX1" fmla="*/ 4549 w 6246"/>
                  <a:gd name="csY1" fmla="*/ 0 h 7319"/>
                  <a:gd name="csX2" fmla="*/ 1959 w 6246"/>
                  <a:gd name="csY2" fmla="*/ 7153 h 7319"/>
                  <a:gd name="csX3" fmla="*/ 460 w 6246"/>
                  <a:gd name="csY3" fmla="*/ 4088 h 7319"/>
                </a:gdLst>
                <a:ahLst/>
                <a:cxnLst>
                  <a:cxn ang="0">
                    <a:pos x="csX0" y="csY0"/>
                  </a:cxn>
                  <a:cxn ang="0">
                    <a:pos x="csX1" y="csY1"/>
                  </a:cxn>
                  <a:cxn ang="0">
                    <a:pos x="csX2" y="csY2"/>
                  </a:cxn>
                  <a:cxn ang="0">
                    <a:pos x="csX3" y="csY3"/>
                  </a:cxn>
                </a:cxnLst>
                <a:rect l="l" t="t" r="r" b="b"/>
                <a:pathLst>
                  <a:path w="6246" h="7319">
                    <a:moveTo>
                      <a:pt x="460" y="4088"/>
                    </a:moveTo>
                    <a:cubicBezTo>
                      <a:pt x="1323" y="1840"/>
                      <a:pt x="3163" y="0"/>
                      <a:pt x="4549" y="0"/>
                    </a:cubicBezTo>
                    <a:cubicBezTo>
                      <a:pt x="7942" y="0"/>
                      <a:pt x="5818" y="5867"/>
                      <a:pt x="1959" y="7153"/>
                    </a:cubicBezTo>
                    <a:cubicBezTo>
                      <a:pt x="72" y="7782"/>
                      <a:pt x="-505" y="6602"/>
                      <a:pt x="460" y="4088"/>
                    </a:cubicBezTo>
                    <a:close/>
                  </a:path>
                </a:pathLst>
              </a:custGeom>
              <a:solidFill>
                <a:srgbClr val="B9B9B9"/>
              </a:solidFill>
              <a:ln w="5163" cap="flat">
                <a:noFill/>
                <a:prstDash val="solid"/>
                <a:miter/>
              </a:ln>
            </p:spPr>
            <p:txBody>
              <a:bodyPr/>
              <a:lstStyle/>
              <a:p>
                <a:endParaRPr lang="es-419" noProof="0" dirty="0"/>
              </a:p>
            </p:txBody>
          </p:sp>
          <p:sp>
            <p:nvSpPr>
              <p:cNvPr id="114" name="Forma libre: forma 113">
                <a:extLst>
                  <a:ext uri="{FF2B5EF4-FFF2-40B4-BE49-F238E27FC236}">
                    <a16:creationId xmlns:a16="http://schemas.microsoft.com/office/drawing/2014/main" id="{C9F81938-8A7D-4EB8-E01D-8B1E713F12A9}"/>
                  </a:ext>
                </a:extLst>
              </p:cNvPr>
              <p:cNvSpPr/>
              <p:nvPr/>
            </p:nvSpPr>
            <p:spPr>
              <a:xfrm>
                <a:off x="495379" y="1384222"/>
                <a:ext cx="30331" cy="44105"/>
              </a:xfrm>
              <a:custGeom>
                <a:avLst/>
                <a:gdLst>
                  <a:gd name="csX0" fmla="*/ 10578 w 30331"/>
                  <a:gd name="csY0" fmla="*/ 40845 h 44105"/>
                  <a:gd name="csX1" fmla="*/ 3426 w 30331"/>
                  <a:gd name="csY1" fmla="*/ 27268 h 44105"/>
                  <a:gd name="csX2" fmla="*/ 8634 w 30331"/>
                  <a:gd name="csY2" fmla="*/ 13316 h 44105"/>
                  <a:gd name="csX3" fmla="*/ 25629 w 30331"/>
                  <a:gd name="csY3" fmla="*/ 1695 h 44105"/>
                  <a:gd name="csX4" fmla="*/ 27283 w 30331"/>
                  <a:gd name="csY4" fmla="*/ 34769 h 44105"/>
                  <a:gd name="csX5" fmla="*/ 10578 w 30331"/>
                  <a:gd name="csY5" fmla="*/ 40845 h 44105"/>
                </a:gdLst>
                <a:ahLst/>
                <a:cxnLst>
                  <a:cxn ang="0">
                    <a:pos x="csX0" y="csY0"/>
                  </a:cxn>
                  <a:cxn ang="0">
                    <a:pos x="csX1" y="csY1"/>
                  </a:cxn>
                  <a:cxn ang="0">
                    <a:pos x="csX2" y="csY2"/>
                  </a:cxn>
                  <a:cxn ang="0">
                    <a:pos x="csX3" y="csY3"/>
                  </a:cxn>
                  <a:cxn ang="0">
                    <a:pos x="csX4" y="csY4"/>
                  </a:cxn>
                  <a:cxn ang="0">
                    <a:pos x="csX5" y="csY5"/>
                  </a:cxn>
                </a:cxnLst>
                <a:rect l="l" t="t" r="r" b="b"/>
                <a:pathLst>
                  <a:path w="30331" h="44105">
                    <a:moveTo>
                      <a:pt x="10578" y="40845"/>
                    </a:moveTo>
                    <a:cubicBezTo>
                      <a:pt x="-1917" y="34327"/>
                      <a:pt x="-2001" y="34167"/>
                      <a:pt x="3426" y="27268"/>
                    </a:cubicBezTo>
                    <a:cubicBezTo>
                      <a:pt x="6291" y="23626"/>
                      <a:pt x="8634" y="17348"/>
                      <a:pt x="8634" y="13316"/>
                    </a:cubicBezTo>
                    <a:cubicBezTo>
                      <a:pt x="8634" y="4586"/>
                      <a:pt x="20679" y="-3650"/>
                      <a:pt x="25629" y="1695"/>
                    </a:cubicBezTo>
                    <a:cubicBezTo>
                      <a:pt x="31123" y="7627"/>
                      <a:pt x="31970" y="24580"/>
                      <a:pt x="27283" y="34769"/>
                    </a:cubicBezTo>
                    <a:cubicBezTo>
                      <a:pt x="22315" y="45567"/>
                      <a:pt x="20734" y="46142"/>
                      <a:pt x="10578" y="40845"/>
                    </a:cubicBezTo>
                    <a:close/>
                  </a:path>
                </a:pathLst>
              </a:custGeom>
              <a:solidFill>
                <a:srgbClr val="B9B9B9"/>
              </a:solidFill>
              <a:ln w="5163" cap="flat">
                <a:noFill/>
                <a:prstDash val="solid"/>
                <a:miter/>
              </a:ln>
            </p:spPr>
            <p:txBody>
              <a:bodyPr/>
              <a:lstStyle/>
              <a:p>
                <a:endParaRPr lang="es-419" noProof="0" dirty="0"/>
              </a:p>
            </p:txBody>
          </p:sp>
        </p:grpSp>
        <p:grpSp>
          <p:nvGrpSpPr>
            <p:cNvPr id="115" name="Gráfico 39">
              <a:extLst>
                <a:ext uri="{FF2B5EF4-FFF2-40B4-BE49-F238E27FC236}">
                  <a16:creationId xmlns:a16="http://schemas.microsoft.com/office/drawing/2014/main" id="{EC0DF135-6F1A-DFF0-3E03-DE9D4433A058}"/>
                </a:ext>
              </a:extLst>
            </p:cNvPr>
            <p:cNvGrpSpPr/>
            <p:nvPr/>
          </p:nvGrpSpPr>
          <p:grpSpPr>
            <a:xfrm>
              <a:off x="347681" y="1057339"/>
              <a:ext cx="481325" cy="621418"/>
              <a:chOff x="347681" y="1057339"/>
              <a:chExt cx="481325" cy="621418"/>
            </a:xfrm>
            <a:solidFill>
              <a:srgbClr val="B9B9B9"/>
            </a:solidFill>
          </p:grpSpPr>
          <p:sp>
            <p:nvSpPr>
              <p:cNvPr id="116" name="Forma libre: forma 115">
                <a:extLst>
                  <a:ext uri="{FF2B5EF4-FFF2-40B4-BE49-F238E27FC236}">
                    <a16:creationId xmlns:a16="http://schemas.microsoft.com/office/drawing/2014/main" id="{52C2541A-EA4F-45BF-434C-D0AA66878751}"/>
                  </a:ext>
                </a:extLst>
              </p:cNvPr>
              <p:cNvSpPr/>
              <p:nvPr/>
            </p:nvSpPr>
            <p:spPr>
              <a:xfrm>
                <a:off x="347681" y="1057339"/>
                <a:ext cx="481325" cy="621418"/>
              </a:xfrm>
              <a:custGeom>
                <a:avLst/>
                <a:gdLst>
                  <a:gd name="csX0" fmla="*/ 392709 w 481325"/>
                  <a:gd name="csY0" fmla="*/ 609477 h 621418"/>
                  <a:gd name="csX1" fmla="*/ 388957 w 481325"/>
                  <a:gd name="csY1" fmla="*/ 594848 h 621418"/>
                  <a:gd name="csX2" fmla="*/ 382520 w 481325"/>
                  <a:gd name="csY2" fmla="*/ 582680 h 621418"/>
                  <a:gd name="csX3" fmla="*/ 381003 w 481325"/>
                  <a:gd name="csY3" fmla="*/ 575394 h 621418"/>
                  <a:gd name="csX4" fmla="*/ 376772 w 481325"/>
                  <a:gd name="csY4" fmla="*/ 573517 h 621418"/>
                  <a:gd name="csX5" fmla="*/ 372471 w 481325"/>
                  <a:gd name="csY5" fmla="*/ 575078 h 621418"/>
                  <a:gd name="csX6" fmla="*/ 371638 w 481325"/>
                  <a:gd name="csY6" fmla="*/ 577600 h 621418"/>
                  <a:gd name="csX7" fmla="*/ 373727 w 481325"/>
                  <a:gd name="csY7" fmla="*/ 583138 h 621418"/>
                  <a:gd name="csX8" fmla="*/ 369193 w 481325"/>
                  <a:gd name="csY8" fmla="*/ 580381 h 621418"/>
                  <a:gd name="csX9" fmla="*/ 364289 w 481325"/>
                  <a:gd name="csY9" fmla="*/ 578851 h 621418"/>
                  <a:gd name="csX10" fmla="*/ 358202 w 481325"/>
                  <a:gd name="csY10" fmla="*/ 578294 h 621418"/>
                  <a:gd name="csX11" fmla="*/ 344811 w 481325"/>
                  <a:gd name="csY11" fmla="*/ 546998 h 621418"/>
                  <a:gd name="csX12" fmla="*/ 347360 w 481325"/>
                  <a:gd name="csY12" fmla="*/ 544424 h 621418"/>
                  <a:gd name="csX13" fmla="*/ 329284 w 481325"/>
                  <a:gd name="csY13" fmla="*/ 536840 h 621418"/>
                  <a:gd name="csX14" fmla="*/ 312504 w 481325"/>
                  <a:gd name="csY14" fmla="*/ 531378 h 621418"/>
                  <a:gd name="csX15" fmla="*/ 299274 w 481325"/>
                  <a:gd name="csY15" fmla="*/ 523870 h 621418"/>
                  <a:gd name="csX16" fmla="*/ 298267 w 481325"/>
                  <a:gd name="csY16" fmla="*/ 519838 h 621418"/>
                  <a:gd name="csX17" fmla="*/ 294146 w 481325"/>
                  <a:gd name="csY17" fmla="*/ 506308 h 621418"/>
                  <a:gd name="csX18" fmla="*/ 290635 w 481325"/>
                  <a:gd name="csY18" fmla="*/ 495822 h 621418"/>
                  <a:gd name="csX19" fmla="*/ 290295 w 481325"/>
                  <a:gd name="csY19" fmla="*/ 485043 h 621418"/>
                  <a:gd name="csX20" fmla="*/ 292460 w 481325"/>
                  <a:gd name="csY20" fmla="*/ 479235 h 621418"/>
                  <a:gd name="csX21" fmla="*/ 293954 w 481325"/>
                  <a:gd name="csY21" fmla="*/ 469554 h 621418"/>
                  <a:gd name="csX22" fmla="*/ 288754 w 481325"/>
                  <a:gd name="csY22" fmla="*/ 460702 h 621418"/>
                  <a:gd name="csX23" fmla="*/ 283583 w 481325"/>
                  <a:gd name="csY23" fmla="*/ 460065 h 621418"/>
                  <a:gd name="csX24" fmla="*/ 278874 w 481325"/>
                  <a:gd name="csY24" fmla="*/ 460231 h 621418"/>
                  <a:gd name="csX25" fmla="*/ 272498 w 481325"/>
                  <a:gd name="csY25" fmla="*/ 449744 h 621418"/>
                  <a:gd name="csX26" fmla="*/ 269740 w 481325"/>
                  <a:gd name="csY26" fmla="*/ 445139 h 621418"/>
                  <a:gd name="csX27" fmla="*/ 268211 w 481325"/>
                  <a:gd name="csY27" fmla="*/ 450043 h 621418"/>
                  <a:gd name="csX28" fmla="*/ 267044 w 481325"/>
                  <a:gd name="csY28" fmla="*/ 456881 h 621418"/>
                  <a:gd name="csX29" fmla="*/ 259538 w 481325"/>
                  <a:gd name="csY29" fmla="*/ 454425 h 621418"/>
                  <a:gd name="csX30" fmla="*/ 254428 w 481325"/>
                  <a:gd name="csY30" fmla="*/ 444654 h 621418"/>
                  <a:gd name="csX31" fmla="*/ 249421 w 481325"/>
                  <a:gd name="csY31" fmla="*/ 443656 h 621418"/>
                  <a:gd name="csX32" fmla="*/ 238700 w 481325"/>
                  <a:gd name="csY32" fmla="*/ 428558 h 621418"/>
                  <a:gd name="csX33" fmla="*/ 224166 w 481325"/>
                  <a:gd name="csY33" fmla="*/ 409935 h 621418"/>
                  <a:gd name="csX34" fmla="*/ 213124 w 481325"/>
                  <a:gd name="csY34" fmla="*/ 401065 h 621418"/>
                  <a:gd name="csX35" fmla="*/ 206671 w 481325"/>
                  <a:gd name="csY35" fmla="*/ 388468 h 621418"/>
                  <a:gd name="csX36" fmla="*/ 204242 w 481325"/>
                  <a:gd name="csY36" fmla="*/ 374041 h 621418"/>
                  <a:gd name="csX37" fmla="*/ 206562 w 481325"/>
                  <a:gd name="csY37" fmla="*/ 371283 h 621418"/>
                  <a:gd name="csX38" fmla="*/ 201394 w 481325"/>
                  <a:gd name="csY38" fmla="*/ 369855 h 621418"/>
                  <a:gd name="csX39" fmla="*/ 181743 w 481325"/>
                  <a:gd name="csY39" fmla="*/ 350072 h 621418"/>
                  <a:gd name="csX40" fmla="*/ 180840 w 481325"/>
                  <a:gd name="csY40" fmla="*/ 340015 h 621418"/>
                  <a:gd name="csX41" fmla="*/ 168342 w 481325"/>
                  <a:gd name="csY41" fmla="*/ 316750 h 621418"/>
                  <a:gd name="csX42" fmla="*/ 162786 w 481325"/>
                  <a:gd name="csY42" fmla="*/ 304341 h 621418"/>
                  <a:gd name="csX43" fmla="*/ 153959 w 481325"/>
                  <a:gd name="csY43" fmla="*/ 280463 h 621418"/>
                  <a:gd name="csX44" fmla="*/ 143231 w 481325"/>
                  <a:gd name="csY44" fmla="*/ 268201 h 621418"/>
                  <a:gd name="csX45" fmla="*/ 141096 w 481325"/>
                  <a:gd name="csY45" fmla="*/ 246493 h 621418"/>
                  <a:gd name="csX46" fmla="*/ 133510 w 481325"/>
                  <a:gd name="csY46" fmla="*/ 215932 h 621418"/>
                  <a:gd name="csX47" fmla="*/ 125786 w 481325"/>
                  <a:gd name="csY47" fmla="*/ 201792 h 621418"/>
                  <a:gd name="csX48" fmla="*/ 113580 w 481325"/>
                  <a:gd name="csY48" fmla="*/ 175023 h 621418"/>
                  <a:gd name="csX49" fmla="*/ 104703 w 481325"/>
                  <a:gd name="csY49" fmla="*/ 151035 h 621418"/>
                  <a:gd name="csX50" fmla="*/ 100240 w 481325"/>
                  <a:gd name="csY50" fmla="*/ 135893 h 621418"/>
                  <a:gd name="csX51" fmla="*/ 100240 w 481325"/>
                  <a:gd name="csY51" fmla="*/ 128463 h 621418"/>
                  <a:gd name="csX52" fmla="*/ 99247 w 481325"/>
                  <a:gd name="csY52" fmla="*/ 115142 h 621418"/>
                  <a:gd name="csX53" fmla="*/ 93791 w 481325"/>
                  <a:gd name="csY53" fmla="*/ 109442 h 621418"/>
                  <a:gd name="csX54" fmla="*/ 95549 w 481325"/>
                  <a:gd name="csY54" fmla="*/ 115250 h 621418"/>
                  <a:gd name="csX55" fmla="*/ 90800 w 481325"/>
                  <a:gd name="csY55" fmla="*/ 117023 h 621418"/>
                  <a:gd name="csX56" fmla="*/ 87172 w 481325"/>
                  <a:gd name="csY56" fmla="*/ 114272 h 621418"/>
                  <a:gd name="csX57" fmla="*/ 67148 w 481325"/>
                  <a:gd name="csY57" fmla="*/ 111209 h 621418"/>
                  <a:gd name="csX58" fmla="*/ 49971 w 481325"/>
                  <a:gd name="csY58" fmla="*/ 100232 h 621418"/>
                  <a:gd name="csX59" fmla="*/ 44090 w 481325"/>
                  <a:gd name="csY59" fmla="*/ 90574 h 621418"/>
                  <a:gd name="csX60" fmla="*/ 35863 w 481325"/>
                  <a:gd name="csY60" fmla="*/ 83433 h 621418"/>
                  <a:gd name="csX61" fmla="*/ 32588 w 481325"/>
                  <a:gd name="csY61" fmla="*/ 82069 h 621418"/>
                  <a:gd name="csX62" fmla="*/ 11771 w 481325"/>
                  <a:gd name="csY62" fmla="*/ 68233 h 621418"/>
                  <a:gd name="csX63" fmla="*/ 5348 w 481325"/>
                  <a:gd name="csY63" fmla="*/ 59589 h 621418"/>
                  <a:gd name="csX64" fmla="*/ 1583 w 481325"/>
                  <a:gd name="csY64" fmla="*/ 46912 h 621418"/>
                  <a:gd name="csX65" fmla="*/ 325 w 481325"/>
                  <a:gd name="csY65" fmla="*/ 17525 h 621418"/>
                  <a:gd name="csX66" fmla="*/ 4538 w 481325"/>
                  <a:gd name="csY66" fmla="*/ 6689 h 621418"/>
                  <a:gd name="csX67" fmla="*/ 10480 w 481325"/>
                  <a:gd name="csY67" fmla="*/ 0 h 621418"/>
                  <a:gd name="csX68" fmla="*/ 53074 w 481325"/>
                  <a:gd name="csY68" fmla="*/ 22147 h 621418"/>
                  <a:gd name="csX69" fmla="*/ 133099 w 481325"/>
                  <a:gd name="csY69" fmla="*/ 64285 h 621418"/>
                  <a:gd name="csX70" fmla="*/ 308638 w 481325"/>
                  <a:gd name="csY70" fmla="*/ 150152 h 621418"/>
                  <a:gd name="csX71" fmla="*/ 460324 w 481325"/>
                  <a:gd name="csY71" fmla="*/ 163865 h 621418"/>
                  <a:gd name="csX72" fmla="*/ 466125 w 481325"/>
                  <a:gd name="csY72" fmla="*/ 170071 h 621418"/>
                  <a:gd name="csX73" fmla="*/ 465714 w 481325"/>
                  <a:gd name="csY73" fmla="*/ 176317 h 621418"/>
                  <a:gd name="csX74" fmla="*/ 471176 w 481325"/>
                  <a:gd name="csY74" fmla="*/ 205515 h 621418"/>
                  <a:gd name="csX75" fmla="*/ 478356 w 481325"/>
                  <a:gd name="csY75" fmla="*/ 244968 h 621418"/>
                  <a:gd name="csX76" fmla="*/ 480666 w 481325"/>
                  <a:gd name="csY76" fmla="*/ 291434 h 621418"/>
                  <a:gd name="csX77" fmla="*/ 471606 w 481325"/>
                  <a:gd name="csY77" fmla="*/ 339879 h 621418"/>
                  <a:gd name="csX78" fmla="*/ 467718 w 481325"/>
                  <a:gd name="csY78" fmla="*/ 346935 h 621418"/>
                  <a:gd name="csX79" fmla="*/ 468256 w 481325"/>
                  <a:gd name="csY79" fmla="*/ 419216 h 621418"/>
                  <a:gd name="csX80" fmla="*/ 469120 w 481325"/>
                  <a:gd name="csY80" fmla="*/ 434705 h 621418"/>
                  <a:gd name="csX81" fmla="*/ 451760 w 481325"/>
                  <a:gd name="csY81" fmla="*/ 439004 h 621418"/>
                  <a:gd name="csX82" fmla="*/ 430017 w 481325"/>
                  <a:gd name="csY82" fmla="*/ 458164 h 621418"/>
                  <a:gd name="csX83" fmla="*/ 441207 w 481325"/>
                  <a:gd name="csY83" fmla="*/ 484914 h 621418"/>
                  <a:gd name="csX84" fmla="*/ 455538 w 481325"/>
                  <a:gd name="csY84" fmla="*/ 533438 h 621418"/>
                  <a:gd name="csX85" fmla="*/ 463393 w 481325"/>
                  <a:gd name="csY85" fmla="*/ 557324 h 621418"/>
                  <a:gd name="csX86" fmla="*/ 466107 w 481325"/>
                  <a:gd name="csY86" fmla="*/ 564704 h 621418"/>
                  <a:gd name="csX87" fmla="*/ 427332 w 481325"/>
                  <a:gd name="csY87" fmla="*/ 607875 h 621418"/>
                  <a:gd name="csX88" fmla="*/ 408378 w 481325"/>
                  <a:gd name="csY88" fmla="*/ 619278 h 621418"/>
                  <a:gd name="csX89" fmla="*/ 406733 w 481325"/>
                  <a:gd name="csY89" fmla="*/ 612610 h 621418"/>
                  <a:gd name="csX90" fmla="*/ 398989 w 481325"/>
                  <a:gd name="csY90" fmla="*/ 614115 h 621418"/>
                  <a:gd name="csX91" fmla="*/ 394277 w 481325"/>
                  <a:gd name="csY91" fmla="*/ 621279 h 621418"/>
                  <a:gd name="csX92" fmla="*/ 392709 w 481325"/>
                  <a:gd name="csY92" fmla="*/ 609477 h 62141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Lst>
                <a:rect l="l" t="t" r="r" b="b"/>
                <a:pathLst>
                  <a:path w="481325" h="621418">
                    <a:moveTo>
                      <a:pt x="392709" y="609477"/>
                    </a:moveTo>
                    <a:cubicBezTo>
                      <a:pt x="394253" y="597840"/>
                      <a:pt x="393887" y="596413"/>
                      <a:pt x="388957" y="594848"/>
                    </a:cubicBezTo>
                    <a:cubicBezTo>
                      <a:pt x="381454" y="592467"/>
                      <a:pt x="376874" y="583809"/>
                      <a:pt x="382520" y="582680"/>
                    </a:cubicBezTo>
                    <a:cubicBezTo>
                      <a:pt x="386074" y="581969"/>
                      <a:pt x="385853" y="580904"/>
                      <a:pt x="381003" y="575394"/>
                    </a:cubicBezTo>
                    <a:cubicBezTo>
                      <a:pt x="377016" y="570863"/>
                      <a:pt x="375755" y="570304"/>
                      <a:pt x="376772" y="573517"/>
                    </a:cubicBezTo>
                    <a:cubicBezTo>
                      <a:pt x="378038" y="577517"/>
                      <a:pt x="377495" y="577714"/>
                      <a:pt x="372471" y="575078"/>
                    </a:cubicBezTo>
                    <a:cubicBezTo>
                      <a:pt x="366755" y="572079"/>
                      <a:pt x="366750" y="572094"/>
                      <a:pt x="371638" y="577600"/>
                    </a:cubicBezTo>
                    <a:cubicBezTo>
                      <a:pt x="374343" y="580646"/>
                      <a:pt x="375283" y="583138"/>
                      <a:pt x="373727" y="583138"/>
                    </a:cubicBezTo>
                    <a:cubicBezTo>
                      <a:pt x="372171" y="583138"/>
                      <a:pt x="370131" y="581897"/>
                      <a:pt x="369193" y="580381"/>
                    </a:cubicBezTo>
                    <a:cubicBezTo>
                      <a:pt x="368256" y="578864"/>
                      <a:pt x="366049" y="578176"/>
                      <a:pt x="364289" y="578851"/>
                    </a:cubicBezTo>
                    <a:cubicBezTo>
                      <a:pt x="362530" y="579526"/>
                      <a:pt x="359790" y="579276"/>
                      <a:pt x="358202" y="578294"/>
                    </a:cubicBezTo>
                    <a:cubicBezTo>
                      <a:pt x="354056" y="575732"/>
                      <a:pt x="341762" y="546998"/>
                      <a:pt x="344811" y="546998"/>
                    </a:cubicBezTo>
                    <a:cubicBezTo>
                      <a:pt x="346213" y="546998"/>
                      <a:pt x="347360" y="545839"/>
                      <a:pt x="347360" y="544424"/>
                    </a:cubicBezTo>
                    <a:cubicBezTo>
                      <a:pt x="347360" y="541126"/>
                      <a:pt x="331006" y="534265"/>
                      <a:pt x="329284" y="536840"/>
                    </a:cubicBezTo>
                    <a:cubicBezTo>
                      <a:pt x="328570" y="537907"/>
                      <a:pt x="321020" y="535449"/>
                      <a:pt x="312504" y="531378"/>
                    </a:cubicBezTo>
                    <a:cubicBezTo>
                      <a:pt x="303989" y="527306"/>
                      <a:pt x="298035" y="523928"/>
                      <a:pt x="299274" y="523870"/>
                    </a:cubicBezTo>
                    <a:cubicBezTo>
                      <a:pt x="300512" y="523812"/>
                      <a:pt x="300059" y="521998"/>
                      <a:pt x="298267" y="519838"/>
                    </a:cubicBezTo>
                    <a:cubicBezTo>
                      <a:pt x="296474" y="517678"/>
                      <a:pt x="294620" y="511589"/>
                      <a:pt x="294146" y="506308"/>
                    </a:cubicBezTo>
                    <a:cubicBezTo>
                      <a:pt x="293672" y="501026"/>
                      <a:pt x="292092" y="496307"/>
                      <a:pt x="290635" y="495822"/>
                    </a:cubicBezTo>
                    <a:cubicBezTo>
                      <a:pt x="287387" y="494739"/>
                      <a:pt x="287081" y="485043"/>
                      <a:pt x="290295" y="485043"/>
                    </a:cubicBezTo>
                    <a:cubicBezTo>
                      <a:pt x="291564" y="485043"/>
                      <a:pt x="292539" y="482429"/>
                      <a:pt x="292460" y="479235"/>
                    </a:cubicBezTo>
                    <a:cubicBezTo>
                      <a:pt x="292381" y="476040"/>
                      <a:pt x="293054" y="471684"/>
                      <a:pt x="293954" y="469554"/>
                    </a:cubicBezTo>
                    <a:cubicBezTo>
                      <a:pt x="294994" y="467095"/>
                      <a:pt x="293096" y="463864"/>
                      <a:pt x="288754" y="460702"/>
                    </a:cubicBezTo>
                    <a:cubicBezTo>
                      <a:pt x="282831" y="456387"/>
                      <a:pt x="282139" y="456302"/>
                      <a:pt x="283583" y="460065"/>
                    </a:cubicBezTo>
                    <a:cubicBezTo>
                      <a:pt x="285131" y="464099"/>
                      <a:pt x="284795" y="464110"/>
                      <a:pt x="278874" y="460231"/>
                    </a:cubicBezTo>
                    <a:cubicBezTo>
                      <a:pt x="274972" y="457675"/>
                      <a:pt x="272498" y="453605"/>
                      <a:pt x="272498" y="449744"/>
                    </a:cubicBezTo>
                    <a:cubicBezTo>
                      <a:pt x="272498" y="445927"/>
                      <a:pt x="271409" y="444108"/>
                      <a:pt x="269740" y="445139"/>
                    </a:cubicBezTo>
                    <a:cubicBezTo>
                      <a:pt x="268224" y="446077"/>
                      <a:pt x="267535" y="448283"/>
                      <a:pt x="268211" y="450043"/>
                    </a:cubicBezTo>
                    <a:cubicBezTo>
                      <a:pt x="268886" y="451803"/>
                      <a:pt x="268361" y="454880"/>
                      <a:pt x="267044" y="456881"/>
                    </a:cubicBezTo>
                    <a:cubicBezTo>
                      <a:pt x="265087" y="459853"/>
                      <a:pt x="263712" y="459403"/>
                      <a:pt x="259538" y="454425"/>
                    </a:cubicBezTo>
                    <a:cubicBezTo>
                      <a:pt x="256727" y="451073"/>
                      <a:pt x="254428" y="446676"/>
                      <a:pt x="254428" y="444654"/>
                    </a:cubicBezTo>
                    <a:cubicBezTo>
                      <a:pt x="254428" y="441815"/>
                      <a:pt x="253286" y="441587"/>
                      <a:pt x="249421" y="443656"/>
                    </a:cubicBezTo>
                    <a:cubicBezTo>
                      <a:pt x="243479" y="446836"/>
                      <a:pt x="243193" y="446433"/>
                      <a:pt x="238700" y="428558"/>
                    </a:cubicBezTo>
                    <a:cubicBezTo>
                      <a:pt x="235500" y="415829"/>
                      <a:pt x="234285" y="414272"/>
                      <a:pt x="224166" y="409935"/>
                    </a:cubicBezTo>
                    <a:cubicBezTo>
                      <a:pt x="217728" y="407175"/>
                      <a:pt x="213124" y="403477"/>
                      <a:pt x="213124" y="401065"/>
                    </a:cubicBezTo>
                    <a:cubicBezTo>
                      <a:pt x="213124" y="398790"/>
                      <a:pt x="210220" y="393122"/>
                      <a:pt x="206671" y="388468"/>
                    </a:cubicBezTo>
                    <a:cubicBezTo>
                      <a:pt x="199265" y="378758"/>
                      <a:pt x="198471" y="374041"/>
                      <a:pt x="204242" y="374041"/>
                    </a:cubicBezTo>
                    <a:cubicBezTo>
                      <a:pt x="206455" y="374041"/>
                      <a:pt x="207499" y="372800"/>
                      <a:pt x="206562" y="371283"/>
                    </a:cubicBezTo>
                    <a:cubicBezTo>
                      <a:pt x="205625" y="369767"/>
                      <a:pt x="203299" y="369124"/>
                      <a:pt x="201394" y="369855"/>
                    </a:cubicBezTo>
                    <a:cubicBezTo>
                      <a:pt x="197850" y="371215"/>
                      <a:pt x="182472" y="355734"/>
                      <a:pt x="181743" y="350072"/>
                    </a:cubicBezTo>
                    <a:cubicBezTo>
                      <a:pt x="181521" y="348347"/>
                      <a:pt x="181114" y="343821"/>
                      <a:pt x="180840" y="340015"/>
                    </a:cubicBezTo>
                    <a:cubicBezTo>
                      <a:pt x="179988" y="328208"/>
                      <a:pt x="174287" y="317597"/>
                      <a:pt x="168342" y="316750"/>
                    </a:cubicBezTo>
                    <a:cubicBezTo>
                      <a:pt x="163596" y="316073"/>
                      <a:pt x="162786" y="314266"/>
                      <a:pt x="162786" y="304341"/>
                    </a:cubicBezTo>
                    <a:cubicBezTo>
                      <a:pt x="162786" y="295229"/>
                      <a:pt x="160883" y="290082"/>
                      <a:pt x="153959" y="280463"/>
                    </a:cubicBezTo>
                    <a:cubicBezTo>
                      <a:pt x="149104" y="273719"/>
                      <a:pt x="144276" y="268201"/>
                      <a:pt x="143231" y="268201"/>
                    </a:cubicBezTo>
                    <a:cubicBezTo>
                      <a:pt x="142186" y="268201"/>
                      <a:pt x="141225" y="258432"/>
                      <a:pt x="141096" y="246493"/>
                    </a:cubicBezTo>
                    <a:cubicBezTo>
                      <a:pt x="140831" y="221943"/>
                      <a:pt x="139743" y="217562"/>
                      <a:pt x="133510" y="215932"/>
                    </a:cubicBezTo>
                    <a:cubicBezTo>
                      <a:pt x="130755" y="215211"/>
                      <a:pt x="127873" y="209936"/>
                      <a:pt x="125786" y="201792"/>
                    </a:cubicBezTo>
                    <a:cubicBezTo>
                      <a:pt x="123955" y="194647"/>
                      <a:pt x="118462" y="182601"/>
                      <a:pt x="113580" y="175023"/>
                    </a:cubicBezTo>
                    <a:cubicBezTo>
                      <a:pt x="107284" y="165251"/>
                      <a:pt x="104703" y="158277"/>
                      <a:pt x="104703" y="151035"/>
                    </a:cubicBezTo>
                    <a:cubicBezTo>
                      <a:pt x="104703" y="144982"/>
                      <a:pt x="102887" y="138818"/>
                      <a:pt x="100240" y="135893"/>
                    </a:cubicBezTo>
                    <a:cubicBezTo>
                      <a:pt x="96009" y="131218"/>
                      <a:pt x="96009" y="130831"/>
                      <a:pt x="100240" y="128463"/>
                    </a:cubicBezTo>
                    <a:cubicBezTo>
                      <a:pt x="106103" y="125181"/>
                      <a:pt x="105871" y="122062"/>
                      <a:pt x="99247" y="115142"/>
                    </a:cubicBezTo>
                    <a:lnTo>
                      <a:pt x="93791" y="109442"/>
                    </a:lnTo>
                    <a:lnTo>
                      <a:pt x="95549" y="115250"/>
                    </a:lnTo>
                    <a:cubicBezTo>
                      <a:pt x="97517" y="121752"/>
                      <a:pt x="93229" y="123352"/>
                      <a:pt x="90800" y="117023"/>
                    </a:cubicBezTo>
                    <a:cubicBezTo>
                      <a:pt x="89948" y="114803"/>
                      <a:pt x="88316" y="113565"/>
                      <a:pt x="87172" y="114272"/>
                    </a:cubicBezTo>
                    <a:cubicBezTo>
                      <a:pt x="86029" y="114978"/>
                      <a:pt x="77018" y="113600"/>
                      <a:pt x="67148" y="111209"/>
                    </a:cubicBezTo>
                    <a:cubicBezTo>
                      <a:pt x="50330" y="107134"/>
                      <a:pt x="49251" y="106444"/>
                      <a:pt x="49971" y="100232"/>
                    </a:cubicBezTo>
                    <a:cubicBezTo>
                      <a:pt x="50552" y="95214"/>
                      <a:pt x="49124" y="92867"/>
                      <a:pt x="44090" y="90574"/>
                    </a:cubicBezTo>
                    <a:cubicBezTo>
                      <a:pt x="40433" y="88908"/>
                      <a:pt x="36731" y="85694"/>
                      <a:pt x="35863" y="83433"/>
                    </a:cubicBezTo>
                    <a:cubicBezTo>
                      <a:pt x="34873" y="80853"/>
                      <a:pt x="33654" y="80345"/>
                      <a:pt x="32588" y="82069"/>
                    </a:cubicBezTo>
                    <a:cubicBezTo>
                      <a:pt x="30403" y="85606"/>
                      <a:pt x="11771" y="73222"/>
                      <a:pt x="11771" y="68233"/>
                    </a:cubicBezTo>
                    <a:cubicBezTo>
                      <a:pt x="11771" y="66258"/>
                      <a:pt x="8881" y="62368"/>
                      <a:pt x="5348" y="59589"/>
                    </a:cubicBezTo>
                    <a:cubicBezTo>
                      <a:pt x="-304" y="55143"/>
                      <a:pt x="-756" y="53621"/>
                      <a:pt x="1583" y="46912"/>
                    </a:cubicBezTo>
                    <a:cubicBezTo>
                      <a:pt x="4225" y="39332"/>
                      <a:pt x="3631" y="25451"/>
                      <a:pt x="325" y="17525"/>
                    </a:cubicBezTo>
                    <a:cubicBezTo>
                      <a:pt x="-744" y="14961"/>
                      <a:pt x="864" y="10824"/>
                      <a:pt x="4538" y="6689"/>
                    </a:cubicBezTo>
                    <a:lnTo>
                      <a:pt x="10480" y="0"/>
                    </a:lnTo>
                    <a:lnTo>
                      <a:pt x="53074" y="22147"/>
                    </a:lnTo>
                    <a:cubicBezTo>
                      <a:pt x="76501" y="34328"/>
                      <a:pt x="112512" y="53290"/>
                      <a:pt x="133099" y="64285"/>
                    </a:cubicBezTo>
                    <a:cubicBezTo>
                      <a:pt x="293633" y="150024"/>
                      <a:pt x="290844" y="148660"/>
                      <a:pt x="308638" y="150152"/>
                    </a:cubicBezTo>
                    <a:cubicBezTo>
                      <a:pt x="379829" y="156121"/>
                      <a:pt x="453326" y="162765"/>
                      <a:pt x="460324" y="163865"/>
                    </a:cubicBezTo>
                    <a:cubicBezTo>
                      <a:pt x="467642" y="165014"/>
                      <a:pt x="468398" y="165824"/>
                      <a:pt x="466125" y="170071"/>
                    </a:cubicBezTo>
                    <a:cubicBezTo>
                      <a:pt x="464688" y="172758"/>
                      <a:pt x="464502" y="175568"/>
                      <a:pt x="465714" y="176317"/>
                    </a:cubicBezTo>
                    <a:cubicBezTo>
                      <a:pt x="466925" y="177066"/>
                      <a:pt x="469383" y="190205"/>
                      <a:pt x="471176" y="205515"/>
                    </a:cubicBezTo>
                    <a:cubicBezTo>
                      <a:pt x="472969" y="220825"/>
                      <a:pt x="476200" y="238579"/>
                      <a:pt x="478356" y="244968"/>
                    </a:cubicBezTo>
                    <a:cubicBezTo>
                      <a:pt x="481464" y="254178"/>
                      <a:pt x="481943" y="263804"/>
                      <a:pt x="480666" y="291434"/>
                    </a:cubicBezTo>
                    <a:cubicBezTo>
                      <a:pt x="478736" y="333232"/>
                      <a:pt x="477318" y="340812"/>
                      <a:pt x="471606" y="339879"/>
                    </a:cubicBezTo>
                    <a:cubicBezTo>
                      <a:pt x="468443" y="339362"/>
                      <a:pt x="467477" y="341115"/>
                      <a:pt x="467718" y="346935"/>
                    </a:cubicBezTo>
                    <a:cubicBezTo>
                      <a:pt x="467998" y="353675"/>
                      <a:pt x="468241" y="386395"/>
                      <a:pt x="468256" y="419216"/>
                    </a:cubicBezTo>
                    <a:cubicBezTo>
                      <a:pt x="468259" y="424895"/>
                      <a:pt x="468647" y="431865"/>
                      <a:pt x="469120" y="434705"/>
                    </a:cubicBezTo>
                    <a:cubicBezTo>
                      <a:pt x="469922" y="439526"/>
                      <a:pt x="468775" y="439811"/>
                      <a:pt x="451760" y="439004"/>
                    </a:cubicBezTo>
                    <a:cubicBezTo>
                      <a:pt x="428789" y="437915"/>
                      <a:pt x="426025" y="440351"/>
                      <a:pt x="430017" y="458164"/>
                    </a:cubicBezTo>
                    <a:cubicBezTo>
                      <a:pt x="431548" y="464996"/>
                      <a:pt x="436584" y="477034"/>
                      <a:pt x="441207" y="484914"/>
                    </a:cubicBezTo>
                    <a:cubicBezTo>
                      <a:pt x="456169" y="510414"/>
                      <a:pt x="459720" y="522439"/>
                      <a:pt x="455538" y="533438"/>
                    </a:cubicBezTo>
                    <a:cubicBezTo>
                      <a:pt x="452990" y="540141"/>
                      <a:pt x="458641" y="557324"/>
                      <a:pt x="463393" y="557324"/>
                    </a:cubicBezTo>
                    <a:cubicBezTo>
                      <a:pt x="464886" y="557324"/>
                      <a:pt x="466107" y="560645"/>
                      <a:pt x="466107" y="564704"/>
                    </a:cubicBezTo>
                    <a:cubicBezTo>
                      <a:pt x="466107" y="574709"/>
                      <a:pt x="449340" y="593376"/>
                      <a:pt x="427332" y="607875"/>
                    </a:cubicBezTo>
                    <a:cubicBezTo>
                      <a:pt x="417812" y="614147"/>
                      <a:pt x="409283" y="619278"/>
                      <a:pt x="408378" y="619278"/>
                    </a:cubicBezTo>
                    <a:cubicBezTo>
                      <a:pt x="407473" y="619278"/>
                      <a:pt x="406733" y="616277"/>
                      <a:pt x="406733" y="612610"/>
                    </a:cubicBezTo>
                    <a:cubicBezTo>
                      <a:pt x="406733" y="604379"/>
                      <a:pt x="401025" y="605489"/>
                      <a:pt x="398989" y="614115"/>
                    </a:cubicBezTo>
                    <a:cubicBezTo>
                      <a:pt x="398201" y="617454"/>
                      <a:pt x="396080" y="620678"/>
                      <a:pt x="394277" y="621279"/>
                    </a:cubicBezTo>
                    <a:cubicBezTo>
                      <a:pt x="391773" y="622114"/>
                      <a:pt x="391403" y="619327"/>
                      <a:pt x="392709" y="609477"/>
                    </a:cubicBezTo>
                    <a:close/>
                  </a:path>
                </a:pathLst>
              </a:custGeom>
              <a:solidFill>
                <a:srgbClr val="B9B9B9"/>
              </a:solidFill>
              <a:ln w="5163" cap="flat">
                <a:noFill/>
                <a:prstDash val="solid"/>
                <a:miter/>
              </a:ln>
            </p:spPr>
            <p:txBody>
              <a:bodyPr/>
              <a:lstStyle/>
              <a:p>
                <a:endParaRPr lang="es-419" noProof="0" dirty="0"/>
              </a:p>
            </p:txBody>
          </p:sp>
          <p:sp>
            <p:nvSpPr>
              <p:cNvPr id="117" name="Forma libre: forma 116">
                <a:extLst>
                  <a:ext uri="{FF2B5EF4-FFF2-40B4-BE49-F238E27FC236}">
                    <a16:creationId xmlns:a16="http://schemas.microsoft.com/office/drawing/2014/main" id="{532F1AF6-8126-62C8-D9D3-5EED690F61C8}"/>
                  </a:ext>
                </a:extLst>
              </p:cNvPr>
              <p:cNvSpPr/>
              <p:nvPr/>
            </p:nvSpPr>
            <p:spPr>
              <a:xfrm>
                <a:off x="356836" y="1137381"/>
                <a:ext cx="20516" cy="20135"/>
              </a:xfrm>
              <a:custGeom>
                <a:avLst/>
                <a:gdLst>
                  <a:gd name="csX0" fmla="*/ 3031 w 20516"/>
                  <a:gd name="csY0" fmla="*/ 13790 h 20135"/>
                  <a:gd name="csX1" fmla="*/ 11787 w 20516"/>
                  <a:gd name="csY1" fmla="*/ 6812 h 20135"/>
                  <a:gd name="csX2" fmla="*/ 16388 w 20516"/>
                  <a:gd name="csY2" fmla="*/ 8970 h 20135"/>
                  <a:gd name="csX3" fmla="*/ 17667 w 20516"/>
                  <a:gd name="csY3" fmla="*/ 5896 h 20135"/>
                  <a:gd name="csX4" fmla="*/ 16630 w 20516"/>
                  <a:gd name="csY4" fmla="*/ 16309 h 20135"/>
                  <a:gd name="csX5" fmla="*/ 3031 w 20516"/>
                  <a:gd name="csY5" fmla="*/ 13790 h 20135"/>
                </a:gdLst>
                <a:ahLst/>
                <a:cxnLst>
                  <a:cxn ang="0">
                    <a:pos x="csX0" y="csY0"/>
                  </a:cxn>
                  <a:cxn ang="0">
                    <a:pos x="csX1" y="csY1"/>
                  </a:cxn>
                  <a:cxn ang="0">
                    <a:pos x="csX2" y="csY2"/>
                  </a:cxn>
                  <a:cxn ang="0">
                    <a:pos x="csX3" y="csY3"/>
                  </a:cxn>
                  <a:cxn ang="0">
                    <a:pos x="csX4" y="csY4"/>
                  </a:cxn>
                  <a:cxn ang="0">
                    <a:pos x="csX5" y="csY5"/>
                  </a:cxn>
                </a:cxnLst>
                <a:rect l="l" t="t" r="r" b="b"/>
                <a:pathLst>
                  <a:path w="20516" h="20135">
                    <a:moveTo>
                      <a:pt x="3031" y="13790"/>
                    </a:moveTo>
                    <a:cubicBezTo>
                      <a:pt x="-3651" y="-875"/>
                      <a:pt x="1356" y="-4865"/>
                      <a:pt x="11787" y="6812"/>
                    </a:cubicBezTo>
                    <a:cubicBezTo>
                      <a:pt x="16355" y="11926"/>
                      <a:pt x="17642" y="12530"/>
                      <a:pt x="16388" y="8970"/>
                    </a:cubicBezTo>
                    <a:cubicBezTo>
                      <a:pt x="15184" y="5554"/>
                      <a:pt x="15578" y="4605"/>
                      <a:pt x="17667" y="5896"/>
                    </a:cubicBezTo>
                    <a:cubicBezTo>
                      <a:pt x="21766" y="8429"/>
                      <a:pt x="21462" y="11477"/>
                      <a:pt x="16630" y="16309"/>
                    </a:cubicBezTo>
                    <a:cubicBezTo>
                      <a:pt x="10809" y="22130"/>
                      <a:pt x="6464" y="21325"/>
                      <a:pt x="3031" y="13790"/>
                    </a:cubicBezTo>
                    <a:close/>
                  </a:path>
                </a:pathLst>
              </a:custGeom>
              <a:solidFill>
                <a:srgbClr val="B9B9B9"/>
              </a:solidFill>
              <a:ln w="5163" cap="flat">
                <a:noFill/>
                <a:prstDash val="solid"/>
                <a:miter/>
              </a:ln>
            </p:spPr>
            <p:txBody>
              <a:bodyPr/>
              <a:lstStyle/>
              <a:p>
                <a:endParaRPr lang="es-419" noProof="0" dirty="0"/>
              </a:p>
            </p:txBody>
          </p:sp>
        </p:grpSp>
      </p:grpSp>
      <p:grpSp>
        <p:nvGrpSpPr>
          <p:cNvPr id="36" name="Group 45">
            <a:extLst>
              <a:ext uri="{FF2B5EF4-FFF2-40B4-BE49-F238E27FC236}">
                <a16:creationId xmlns:a16="http://schemas.microsoft.com/office/drawing/2014/main" id="{475CA8F4-6ABF-D099-B899-D77F327ED4E0}"/>
              </a:ext>
            </a:extLst>
          </p:cNvPr>
          <p:cNvGrpSpPr>
            <a:grpSpLocks noChangeAspect="1"/>
          </p:cNvGrpSpPr>
          <p:nvPr/>
        </p:nvGrpSpPr>
        <p:grpSpPr>
          <a:xfrm>
            <a:off x="1194136" y="1769741"/>
            <a:ext cx="213038" cy="337620"/>
            <a:chOff x="0" y="26670"/>
            <a:chExt cx="3924300" cy="6219190"/>
          </a:xfrm>
        </p:grpSpPr>
        <p:sp>
          <p:nvSpPr>
            <p:cNvPr id="37" name="Freeform 46">
              <a:extLst>
                <a:ext uri="{FF2B5EF4-FFF2-40B4-BE49-F238E27FC236}">
                  <a16:creationId xmlns:a16="http://schemas.microsoft.com/office/drawing/2014/main" id="{EDB827D5-981E-A680-7369-5D9B7FCA26F8}"/>
                </a:ext>
              </a:extLst>
            </p:cNvPr>
            <p:cNvSpPr/>
            <p:nvPr/>
          </p:nvSpPr>
          <p:spPr>
            <a:xfrm>
              <a:off x="0" y="26670"/>
              <a:ext cx="3924300" cy="6219190"/>
            </a:xfrm>
            <a:custGeom>
              <a:avLst/>
              <a:gdLst/>
              <a:ahLst/>
              <a:cxnLst/>
              <a:rect l="l" t="t" r="r" b="b"/>
              <a:pathLst>
                <a:path w="3924300" h="6219190">
                  <a:moveTo>
                    <a:pt x="3924300" y="1962150"/>
                  </a:moveTo>
                  <a:cubicBezTo>
                    <a:pt x="3924300" y="878840"/>
                    <a:pt x="3045460" y="0"/>
                    <a:pt x="1962150" y="0"/>
                  </a:cubicBezTo>
                  <a:cubicBezTo>
                    <a:pt x="878840" y="0"/>
                    <a:pt x="0" y="878840"/>
                    <a:pt x="0" y="1962150"/>
                  </a:cubicBezTo>
                  <a:cubicBezTo>
                    <a:pt x="0" y="2974340"/>
                    <a:pt x="765810" y="3807460"/>
                    <a:pt x="1750060" y="3912870"/>
                  </a:cubicBezTo>
                  <a:lnTo>
                    <a:pt x="1962150" y="6219190"/>
                  </a:lnTo>
                  <a:lnTo>
                    <a:pt x="2174240" y="3912870"/>
                  </a:lnTo>
                  <a:cubicBezTo>
                    <a:pt x="3158490" y="3807460"/>
                    <a:pt x="3924300" y="2974340"/>
                    <a:pt x="3924300" y="1962150"/>
                  </a:cubicBezTo>
                  <a:close/>
                </a:path>
              </a:pathLst>
            </a:custGeom>
            <a:solidFill>
              <a:srgbClr val="EB6C01"/>
            </a:solidFill>
          </p:spPr>
          <p:txBody>
            <a:bodyPr/>
            <a:lstStyle/>
            <a:p>
              <a:endParaRPr lang="es-419" noProof="0" dirty="0"/>
            </a:p>
          </p:txBody>
        </p:sp>
        <p:sp>
          <p:nvSpPr>
            <p:cNvPr id="38" name="Freeform 47">
              <a:extLst>
                <a:ext uri="{FF2B5EF4-FFF2-40B4-BE49-F238E27FC236}">
                  <a16:creationId xmlns:a16="http://schemas.microsoft.com/office/drawing/2014/main" id="{53D3E8B1-79D6-E4B1-0EC5-F351F925630C}"/>
                </a:ext>
              </a:extLst>
            </p:cNvPr>
            <p:cNvSpPr/>
            <p:nvPr/>
          </p:nvSpPr>
          <p:spPr>
            <a:xfrm>
              <a:off x="340744" y="374636"/>
              <a:ext cx="3242813" cy="3228370"/>
            </a:xfrm>
            <a:custGeom>
              <a:avLst/>
              <a:gdLst/>
              <a:ahLst/>
              <a:cxnLst/>
              <a:rect l="l" t="t" r="r" b="b"/>
              <a:pathLst>
                <a:path w="3242810" h="3228373">
                  <a:moveTo>
                    <a:pt x="1621405" y="16"/>
                  </a:moveTo>
                  <a:cubicBezTo>
                    <a:pt x="1042998" y="-2571"/>
                    <a:pt x="507417" y="304521"/>
                    <a:pt x="217465" y="805010"/>
                  </a:cubicBezTo>
                  <a:cubicBezTo>
                    <a:pt x="-72488" y="1305499"/>
                    <a:pt x="-72488" y="1922874"/>
                    <a:pt x="217465" y="2423362"/>
                  </a:cubicBezTo>
                  <a:cubicBezTo>
                    <a:pt x="507417" y="2923851"/>
                    <a:pt x="1042998" y="3230943"/>
                    <a:pt x="1621405" y="3228356"/>
                  </a:cubicBezTo>
                  <a:cubicBezTo>
                    <a:pt x="2199812" y="3230943"/>
                    <a:pt x="2735392" y="2923851"/>
                    <a:pt x="3025345" y="2423362"/>
                  </a:cubicBezTo>
                  <a:cubicBezTo>
                    <a:pt x="3315298" y="1922874"/>
                    <a:pt x="3315298" y="1305499"/>
                    <a:pt x="3025345" y="805010"/>
                  </a:cubicBezTo>
                  <a:cubicBezTo>
                    <a:pt x="2735392" y="304522"/>
                    <a:pt x="2199812" y="-2571"/>
                    <a:pt x="1621405" y="16"/>
                  </a:cubicBezTo>
                  <a:close/>
                </a:path>
              </a:pathLst>
            </a:custGeom>
            <a:blipFill>
              <a:blip r:embed="rId5"/>
              <a:stretch>
                <a:fillRect l="-28801" r="-28801" b="-58308"/>
              </a:stretch>
            </a:blipFill>
          </p:spPr>
          <p:txBody>
            <a:bodyPr/>
            <a:lstStyle/>
            <a:p>
              <a:endParaRPr lang="es-419" noProof="0" dirty="0"/>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nodeType="with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wipe(down)">
                                      <p:cBhvr>
                                        <p:cTn id="7" dur="580">
                                          <p:stCondLst>
                                            <p:cond delay="0"/>
                                          </p:stCondLst>
                                        </p:cTn>
                                        <p:tgtEl>
                                          <p:spTgt spid="36"/>
                                        </p:tgtEl>
                                      </p:cBhvr>
                                    </p:animEffect>
                                    <p:anim calcmode="lin" valueType="num">
                                      <p:cBhvr>
                                        <p:cTn id="8" dur="1822" tmFilter="0,0; 0.14,0.36; 0.43,0.73; 0.71,0.91; 1.0,1.0">
                                          <p:stCondLst>
                                            <p:cond delay="0"/>
                                          </p:stCondLst>
                                        </p:cTn>
                                        <p:tgtEl>
                                          <p:spTgt spid="36"/>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36"/>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36"/>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36"/>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36"/>
                                        </p:tgtEl>
                                        <p:attrNameLst>
                                          <p:attrName>ppt_y</p:attrName>
                                        </p:attrNameLst>
                                      </p:cBhvr>
                                      <p:tavLst>
                                        <p:tav tm="0" fmla="#ppt_y-sin(pi*$)/81">
                                          <p:val>
                                            <p:fltVal val="0"/>
                                          </p:val>
                                        </p:tav>
                                        <p:tav tm="100000">
                                          <p:val>
                                            <p:fltVal val="1"/>
                                          </p:val>
                                        </p:tav>
                                      </p:tavLst>
                                    </p:anim>
                                    <p:animScale>
                                      <p:cBhvr>
                                        <p:cTn id="13" dur="26">
                                          <p:stCondLst>
                                            <p:cond delay="650"/>
                                          </p:stCondLst>
                                        </p:cTn>
                                        <p:tgtEl>
                                          <p:spTgt spid="36"/>
                                        </p:tgtEl>
                                      </p:cBhvr>
                                      <p:to x="100000" y="60000"/>
                                    </p:animScale>
                                    <p:animScale>
                                      <p:cBhvr>
                                        <p:cTn id="14" dur="166" decel="50000">
                                          <p:stCondLst>
                                            <p:cond delay="676"/>
                                          </p:stCondLst>
                                        </p:cTn>
                                        <p:tgtEl>
                                          <p:spTgt spid="36"/>
                                        </p:tgtEl>
                                      </p:cBhvr>
                                      <p:to x="100000" y="100000"/>
                                    </p:animScale>
                                    <p:animScale>
                                      <p:cBhvr>
                                        <p:cTn id="15" dur="26">
                                          <p:stCondLst>
                                            <p:cond delay="1312"/>
                                          </p:stCondLst>
                                        </p:cTn>
                                        <p:tgtEl>
                                          <p:spTgt spid="36"/>
                                        </p:tgtEl>
                                      </p:cBhvr>
                                      <p:to x="100000" y="80000"/>
                                    </p:animScale>
                                    <p:animScale>
                                      <p:cBhvr>
                                        <p:cTn id="16" dur="166" decel="50000">
                                          <p:stCondLst>
                                            <p:cond delay="1338"/>
                                          </p:stCondLst>
                                        </p:cTn>
                                        <p:tgtEl>
                                          <p:spTgt spid="36"/>
                                        </p:tgtEl>
                                      </p:cBhvr>
                                      <p:to x="100000" y="100000"/>
                                    </p:animScale>
                                    <p:animScale>
                                      <p:cBhvr>
                                        <p:cTn id="17" dur="26">
                                          <p:stCondLst>
                                            <p:cond delay="1642"/>
                                          </p:stCondLst>
                                        </p:cTn>
                                        <p:tgtEl>
                                          <p:spTgt spid="36"/>
                                        </p:tgtEl>
                                      </p:cBhvr>
                                      <p:to x="100000" y="90000"/>
                                    </p:animScale>
                                    <p:animScale>
                                      <p:cBhvr>
                                        <p:cTn id="18" dur="166" decel="50000">
                                          <p:stCondLst>
                                            <p:cond delay="1668"/>
                                          </p:stCondLst>
                                        </p:cTn>
                                        <p:tgtEl>
                                          <p:spTgt spid="36"/>
                                        </p:tgtEl>
                                      </p:cBhvr>
                                      <p:to x="100000" y="100000"/>
                                    </p:animScale>
                                    <p:animScale>
                                      <p:cBhvr>
                                        <p:cTn id="19" dur="26">
                                          <p:stCondLst>
                                            <p:cond delay="1808"/>
                                          </p:stCondLst>
                                        </p:cTn>
                                        <p:tgtEl>
                                          <p:spTgt spid="36"/>
                                        </p:tgtEl>
                                      </p:cBhvr>
                                      <p:to x="100000" y="95000"/>
                                    </p:animScale>
                                    <p:animScale>
                                      <p:cBhvr>
                                        <p:cTn id="20" dur="166" decel="50000">
                                          <p:stCondLst>
                                            <p:cond delay="1834"/>
                                          </p:stCondLst>
                                        </p:cTn>
                                        <p:tgtEl>
                                          <p:spTgt spid="36"/>
                                        </p:tgtEl>
                                      </p:cBhvr>
                                      <p:to x="100000" y="100000"/>
                                    </p:animScale>
                                  </p:childTnLst>
                                </p:cTn>
                              </p:par>
                            </p:childTnLst>
                          </p:cTn>
                        </p:par>
                        <p:par>
                          <p:cTn id="21" fill="hold">
                            <p:stCondLst>
                              <p:cond delay="2000"/>
                            </p:stCondLst>
                            <p:childTnLst>
                              <p:par>
                                <p:cTn id="22" presetID="35" presetClass="emph" presetSubtype="0" repeatCount="indefinite" fill="hold" grpId="0" nodeType="afterEffect">
                                  <p:stCondLst>
                                    <p:cond delay="0"/>
                                  </p:stCondLst>
                                  <p:childTnLst>
                                    <p:anim calcmode="discrete" valueType="str">
                                      <p:cBhvr>
                                        <p:cTn id="23" dur="1000" fill="hold"/>
                                        <p:tgtEl>
                                          <p:spTgt spid="5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animBg="1"/>
    </p:bldLst>
  </p:timing>
</p:sld>
</file>

<file path=ppt/slides/slide4.xml><?xml version="1.0" encoding="utf-8"?>
<p:sld xmlns:a="http://schemas.openxmlformats.org/drawingml/2006/main" xmlns:r="http://schemas.openxmlformats.org/officeDocument/2006/relationships" xmlns:p="http://schemas.openxmlformats.org/presentationml/2006/main">
  <p:cSld>
    <p:bg>
      <p:bgPr>
        <a:solidFill>
          <a:srgbClr val="F0F6FC"/>
        </a:solidFill>
        <a:effectLst/>
      </p:bgPr>
    </p:bg>
    <p:spTree>
      <p:nvGrpSpPr>
        <p:cNvPr id="1" name="">
          <a:extLst>
            <a:ext uri="{FF2B5EF4-FFF2-40B4-BE49-F238E27FC236}">
              <a16:creationId xmlns:a16="http://schemas.microsoft.com/office/drawing/2014/main" id="{B861607D-2F9B-C46C-870C-1B41E176F655}"/>
            </a:ext>
          </a:extLst>
        </p:cNvPr>
        <p:cNvGrpSpPr/>
        <p:nvPr/>
      </p:nvGrpSpPr>
      <p:grpSpPr>
        <a:xfrm>
          <a:off x="0" y="0"/>
          <a:ext cx="0" cy="0"/>
          <a:chOff x="0" y="0"/>
          <a:chExt cx="0" cy="0"/>
        </a:xfrm>
      </p:grpSpPr>
      <p:sp>
        <p:nvSpPr>
          <p:cNvPr id="2" name="Shape 0">
            <a:extLst>
              <a:ext uri="{FF2B5EF4-FFF2-40B4-BE49-F238E27FC236}">
                <a16:creationId xmlns:a16="http://schemas.microsoft.com/office/drawing/2014/main" id="{23AC607C-682D-8A4C-015D-B7A28B446D75}"/>
              </a:ext>
            </a:extLst>
          </p:cNvPr>
          <p:cNvSpPr/>
          <p:nvPr/>
        </p:nvSpPr>
        <p:spPr>
          <a:xfrm>
            <a:off x="0" y="0"/>
            <a:ext cx="9144000" cy="38405"/>
          </a:xfrm>
          <a:prstGeom prst="rect">
            <a:avLst/>
          </a:prstGeom>
          <a:solidFill>
            <a:srgbClr val="EB6C01"/>
          </a:solidFill>
          <a:ln w="12700">
            <a:solidFill>
              <a:srgbClr val="EB6C01"/>
            </a:solidFill>
            <a:prstDash val="solid"/>
          </a:ln>
        </p:spPr>
        <p:txBody>
          <a:bodyPr/>
          <a:lstStyle/>
          <a:p>
            <a:endParaRPr lang="es-419" noProof="0" dirty="0"/>
          </a:p>
        </p:txBody>
      </p:sp>
      <p:sp>
        <p:nvSpPr>
          <p:cNvPr id="3" name="Shape 1">
            <a:extLst>
              <a:ext uri="{FF2B5EF4-FFF2-40B4-BE49-F238E27FC236}">
                <a16:creationId xmlns:a16="http://schemas.microsoft.com/office/drawing/2014/main" id="{EEB96367-11EB-0454-75AE-631AE32665BA}"/>
              </a:ext>
            </a:extLst>
          </p:cNvPr>
          <p:cNvSpPr/>
          <p:nvPr/>
        </p:nvSpPr>
        <p:spPr>
          <a:xfrm>
            <a:off x="0" y="38405"/>
            <a:ext cx="9144000" cy="667512"/>
          </a:xfrm>
          <a:prstGeom prst="rect">
            <a:avLst/>
          </a:prstGeom>
          <a:solidFill>
            <a:srgbClr val="1A3464"/>
          </a:solidFill>
          <a:ln w="12700">
            <a:solidFill>
              <a:srgbClr val="1A3464"/>
            </a:solidFill>
            <a:prstDash val="solid"/>
          </a:ln>
        </p:spPr>
        <p:txBody>
          <a:bodyPr/>
          <a:lstStyle/>
          <a:p>
            <a:endParaRPr lang="es-419" noProof="0" dirty="0"/>
          </a:p>
        </p:txBody>
      </p:sp>
      <p:sp>
        <p:nvSpPr>
          <p:cNvPr id="4" name="Shape 2">
            <a:extLst>
              <a:ext uri="{FF2B5EF4-FFF2-40B4-BE49-F238E27FC236}">
                <a16:creationId xmlns:a16="http://schemas.microsoft.com/office/drawing/2014/main" id="{2D2AF0D2-30A8-8148-F44F-EB54ADB1BA59}"/>
              </a:ext>
            </a:extLst>
          </p:cNvPr>
          <p:cNvSpPr/>
          <p:nvPr/>
        </p:nvSpPr>
        <p:spPr>
          <a:xfrm>
            <a:off x="384048" y="117043"/>
            <a:ext cx="685800" cy="237744"/>
          </a:xfrm>
          <a:prstGeom prst="rect">
            <a:avLst/>
          </a:prstGeom>
          <a:solidFill>
            <a:srgbClr val="EB6C01"/>
          </a:solidFill>
          <a:ln w="12700">
            <a:solidFill>
              <a:srgbClr val="EB6C01"/>
            </a:solidFill>
            <a:prstDash val="solid"/>
          </a:ln>
        </p:spPr>
        <p:txBody>
          <a:bodyPr/>
          <a:lstStyle/>
          <a:p>
            <a:endParaRPr lang="es-419" noProof="0" dirty="0"/>
          </a:p>
        </p:txBody>
      </p:sp>
      <p:sp>
        <p:nvSpPr>
          <p:cNvPr id="5" name="Text 3">
            <a:extLst>
              <a:ext uri="{FF2B5EF4-FFF2-40B4-BE49-F238E27FC236}">
                <a16:creationId xmlns:a16="http://schemas.microsoft.com/office/drawing/2014/main" id="{4852D0CD-43DE-7B7C-5DBB-815C68A4956A}"/>
              </a:ext>
            </a:extLst>
          </p:cNvPr>
          <p:cNvSpPr/>
          <p:nvPr/>
        </p:nvSpPr>
        <p:spPr>
          <a:xfrm>
            <a:off x="384048" y="117043"/>
            <a:ext cx="685800" cy="237744"/>
          </a:xfrm>
          <a:prstGeom prst="rect">
            <a:avLst/>
          </a:prstGeom>
          <a:noFill/>
          <a:ln/>
        </p:spPr>
        <p:txBody>
          <a:bodyPr wrap="square" lIns="0" tIns="0" rIns="0" bIns="0" rtlCol="0" anchor="ctr"/>
          <a:lstStyle/>
          <a:p>
            <a:pPr marL="0" indent="0" algn="ctr">
              <a:buNone/>
            </a:pPr>
            <a:r>
              <a:rPr lang="es-419" sz="650" b="1" kern="0" spc="150" noProof="0" dirty="0">
                <a:solidFill>
                  <a:srgbClr val="FFFFFF"/>
                </a:solidFill>
                <a:latin typeface="Montserrat" pitchFamily="34" charset="0"/>
                <a:ea typeface="Montserrat" pitchFamily="34" charset="-122"/>
                <a:cs typeface="Montserrat" pitchFamily="34" charset="-120"/>
              </a:rPr>
              <a:t>T. NORTE</a:t>
            </a:r>
            <a:endParaRPr lang="es-419" sz="650" noProof="0" dirty="0"/>
          </a:p>
        </p:txBody>
      </p:sp>
      <p:sp>
        <p:nvSpPr>
          <p:cNvPr id="6" name="Text 4">
            <a:extLst>
              <a:ext uri="{FF2B5EF4-FFF2-40B4-BE49-F238E27FC236}">
                <a16:creationId xmlns:a16="http://schemas.microsoft.com/office/drawing/2014/main" id="{E4A8627A-B5C6-8DFC-E6BC-03A16BC241F8}"/>
              </a:ext>
            </a:extLst>
          </p:cNvPr>
          <p:cNvSpPr/>
          <p:nvPr/>
        </p:nvSpPr>
        <p:spPr>
          <a:xfrm>
            <a:off x="1170432" y="91440"/>
            <a:ext cx="5029200" cy="402336"/>
          </a:xfrm>
          <a:prstGeom prst="rect">
            <a:avLst/>
          </a:prstGeom>
          <a:noFill/>
          <a:ln/>
        </p:spPr>
        <p:txBody>
          <a:bodyPr wrap="square" lIns="0" tIns="0" rIns="0" bIns="0" rtlCol="0" anchor="ctr"/>
          <a:lstStyle/>
          <a:p>
            <a:pPr marL="0" indent="0">
              <a:buNone/>
            </a:pPr>
            <a:r>
              <a:rPr lang="es-419" sz="2000" b="1" noProof="0" dirty="0">
                <a:solidFill>
                  <a:srgbClr val="FFFFFF"/>
                </a:solidFill>
                <a:latin typeface="Montserrat" pitchFamily="34" charset="0"/>
                <a:ea typeface="Montserrat" pitchFamily="34" charset="-122"/>
                <a:cs typeface="Montserrat" pitchFamily="34" charset="-120"/>
              </a:rPr>
              <a:t>MA GUADALAJARA</a:t>
            </a:r>
            <a:endParaRPr lang="es-419" sz="2000" noProof="0" dirty="0"/>
          </a:p>
        </p:txBody>
      </p:sp>
      <p:sp>
        <p:nvSpPr>
          <p:cNvPr id="7" name="Text 5">
            <a:extLst>
              <a:ext uri="{FF2B5EF4-FFF2-40B4-BE49-F238E27FC236}">
                <a16:creationId xmlns:a16="http://schemas.microsoft.com/office/drawing/2014/main" id="{B15021FB-9C16-4C6D-7589-B0489338F75E}"/>
              </a:ext>
            </a:extLst>
          </p:cNvPr>
          <p:cNvSpPr/>
          <p:nvPr/>
        </p:nvSpPr>
        <p:spPr>
          <a:xfrm>
            <a:off x="1170432" y="475488"/>
            <a:ext cx="3200400" cy="182880"/>
          </a:xfrm>
          <a:prstGeom prst="rect">
            <a:avLst/>
          </a:prstGeom>
          <a:noFill/>
          <a:ln/>
        </p:spPr>
        <p:txBody>
          <a:bodyPr wrap="square" lIns="0" tIns="0" rIns="0" bIns="0" rtlCol="0" anchor="ctr"/>
          <a:lstStyle/>
          <a:p>
            <a:pPr marL="0" indent="0">
              <a:buNone/>
            </a:pPr>
            <a:r>
              <a:rPr lang="es-419" sz="950" noProof="0" dirty="0">
                <a:solidFill>
                  <a:srgbClr val="8FAECB"/>
                </a:solidFill>
                <a:latin typeface="Montserrat" pitchFamily="34" charset="0"/>
              </a:rPr>
              <a:t>Jalisco </a:t>
            </a:r>
            <a:endParaRPr lang="es-419" sz="950" noProof="0" dirty="0"/>
          </a:p>
        </p:txBody>
      </p:sp>
      <p:sp>
        <p:nvSpPr>
          <p:cNvPr id="8" name="Text 6">
            <a:extLst>
              <a:ext uri="{FF2B5EF4-FFF2-40B4-BE49-F238E27FC236}">
                <a16:creationId xmlns:a16="http://schemas.microsoft.com/office/drawing/2014/main" id="{00460E63-024C-CF04-E8A3-47EEF962299D}"/>
              </a:ext>
            </a:extLst>
          </p:cNvPr>
          <p:cNvSpPr/>
          <p:nvPr/>
        </p:nvSpPr>
        <p:spPr>
          <a:xfrm>
            <a:off x="7132320" y="246888"/>
            <a:ext cx="1828800" cy="182880"/>
          </a:xfrm>
          <a:prstGeom prst="rect">
            <a:avLst/>
          </a:prstGeom>
          <a:noFill/>
          <a:ln/>
        </p:spPr>
        <p:txBody>
          <a:bodyPr wrap="square" lIns="0" tIns="0" rIns="0" bIns="0" rtlCol="0" anchor="ctr"/>
          <a:lstStyle/>
          <a:p>
            <a:pPr marL="0" indent="0" algn="r">
              <a:buNone/>
            </a:pPr>
            <a:r>
              <a:rPr lang="es-419" sz="700" b="1" kern="0" spc="150" noProof="0" dirty="0">
                <a:solidFill>
                  <a:srgbClr val="EB6C01"/>
                </a:solidFill>
                <a:latin typeface="Montserrat" pitchFamily="34" charset="0"/>
                <a:ea typeface="Montserrat" pitchFamily="34" charset="-122"/>
                <a:cs typeface="Montserrat" pitchFamily="34" charset="-120"/>
              </a:rPr>
              <a:t>SEMANA 18  ·  2025</a:t>
            </a:r>
            <a:endParaRPr lang="es-419" sz="700" noProof="0" dirty="0"/>
          </a:p>
        </p:txBody>
      </p:sp>
      <p:sp>
        <p:nvSpPr>
          <p:cNvPr id="9" name="Shape 7">
            <a:extLst>
              <a:ext uri="{FF2B5EF4-FFF2-40B4-BE49-F238E27FC236}">
                <a16:creationId xmlns:a16="http://schemas.microsoft.com/office/drawing/2014/main" id="{449CC3E0-39E3-1FAC-8399-DD0C9CA782C8}"/>
              </a:ext>
            </a:extLst>
          </p:cNvPr>
          <p:cNvSpPr/>
          <p:nvPr/>
        </p:nvSpPr>
        <p:spPr>
          <a:xfrm>
            <a:off x="0" y="705917"/>
            <a:ext cx="2779776" cy="4163263"/>
          </a:xfrm>
          <a:prstGeom prst="rect">
            <a:avLst/>
          </a:prstGeom>
          <a:solidFill>
            <a:srgbClr val="FFFFFF"/>
          </a:solidFill>
          <a:ln w="12700">
            <a:solidFill>
              <a:srgbClr val="D4E4F2"/>
            </a:solidFill>
            <a:prstDash val="solid"/>
          </a:ln>
        </p:spPr>
        <p:txBody>
          <a:bodyPr/>
          <a:lstStyle/>
          <a:p>
            <a:endParaRPr lang="es-419" noProof="0" dirty="0"/>
          </a:p>
        </p:txBody>
      </p:sp>
      <p:sp>
        <p:nvSpPr>
          <p:cNvPr id="10" name="Text 8">
            <a:extLst>
              <a:ext uri="{FF2B5EF4-FFF2-40B4-BE49-F238E27FC236}">
                <a16:creationId xmlns:a16="http://schemas.microsoft.com/office/drawing/2014/main" id="{8DE02127-0967-EB84-812A-7A8C7B2D8CD2}"/>
              </a:ext>
            </a:extLst>
          </p:cNvPr>
          <p:cNvSpPr/>
          <p:nvPr/>
        </p:nvSpPr>
        <p:spPr>
          <a:xfrm>
            <a:off x="118872" y="768096"/>
            <a:ext cx="2468880" cy="146304"/>
          </a:xfrm>
          <a:prstGeom prst="rect">
            <a:avLst/>
          </a:prstGeom>
          <a:noFill/>
          <a:ln/>
        </p:spPr>
        <p:txBody>
          <a:bodyPr wrap="square" lIns="0" tIns="0" rIns="0" bIns="0" rtlCol="0" anchor="ctr"/>
          <a:lstStyle/>
          <a:p>
            <a:pPr marL="0" indent="0">
              <a:buNone/>
            </a:pPr>
            <a:r>
              <a:rPr lang="es-419" sz="650" b="1" kern="0" spc="250" noProof="0" dirty="0">
                <a:solidFill>
                  <a:srgbClr val="8FAECB"/>
                </a:solidFill>
                <a:latin typeface="Montserrat" pitchFamily="34" charset="0"/>
                <a:ea typeface="Montserrat" pitchFamily="34" charset="-122"/>
                <a:cs typeface="Montserrat" pitchFamily="34" charset="-120"/>
              </a:rPr>
              <a:t>UBICACIÓN EN MÉXICO</a:t>
            </a:r>
            <a:endParaRPr lang="es-419" sz="650" noProof="0" dirty="0"/>
          </a:p>
        </p:txBody>
      </p:sp>
      <p:sp>
        <p:nvSpPr>
          <p:cNvPr id="12" name="Text 9">
            <a:extLst>
              <a:ext uri="{FF2B5EF4-FFF2-40B4-BE49-F238E27FC236}">
                <a16:creationId xmlns:a16="http://schemas.microsoft.com/office/drawing/2014/main" id="{9EE61263-94FB-2C60-E521-3509400C89A2}"/>
              </a:ext>
            </a:extLst>
          </p:cNvPr>
          <p:cNvSpPr/>
          <p:nvPr/>
        </p:nvSpPr>
        <p:spPr>
          <a:xfrm>
            <a:off x="73152" y="2944368"/>
            <a:ext cx="2633472" cy="182880"/>
          </a:xfrm>
          <a:prstGeom prst="rect">
            <a:avLst/>
          </a:prstGeom>
          <a:noFill/>
          <a:ln/>
        </p:spPr>
        <p:txBody>
          <a:bodyPr wrap="square" lIns="0" tIns="0" rIns="0" bIns="0" rtlCol="0" anchor="ctr"/>
          <a:lstStyle/>
          <a:p>
            <a:pPr marL="0" indent="0" algn="ctr">
              <a:buNone/>
            </a:pPr>
            <a:r>
              <a:rPr lang="es-419" sz="750" b="1" kern="0" spc="200" noProof="0" dirty="0">
                <a:solidFill>
                  <a:srgbClr val="EB6C01"/>
                </a:solidFill>
                <a:latin typeface="Montserrat" pitchFamily="34" charset="0"/>
              </a:rPr>
              <a:t>GUADALAJARA</a:t>
            </a:r>
            <a:endParaRPr lang="es-419" sz="750" noProof="0" dirty="0"/>
          </a:p>
        </p:txBody>
      </p:sp>
      <p:sp>
        <p:nvSpPr>
          <p:cNvPr id="13" name="Text 10">
            <a:extLst>
              <a:ext uri="{FF2B5EF4-FFF2-40B4-BE49-F238E27FC236}">
                <a16:creationId xmlns:a16="http://schemas.microsoft.com/office/drawing/2014/main" id="{E4E16DE2-FFF8-0C34-17B1-4F9917FE1667}"/>
              </a:ext>
            </a:extLst>
          </p:cNvPr>
          <p:cNvSpPr/>
          <p:nvPr/>
        </p:nvSpPr>
        <p:spPr>
          <a:xfrm>
            <a:off x="2944368" y="859536"/>
            <a:ext cx="1353312" cy="164592"/>
          </a:xfrm>
          <a:prstGeom prst="rect">
            <a:avLst/>
          </a:prstGeom>
          <a:noFill/>
          <a:ln/>
        </p:spPr>
        <p:txBody>
          <a:bodyPr wrap="square" lIns="0" tIns="0" rIns="0" bIns="0" rtlCol="0" anchor="ctr"/>
          <a:lstStyle/>
          <a:p>
            <a:pPr marL="0" indent="0">
              <a:buNone/>
            </a:pPr>
            <a:r>
              <a:rPr lang="es-419" sz="650" b="1" kern="0" spc="250" noProof="0" dirty="0">
                <a:solidFill>
                  <a:srgbClr val="EB6C01"/>
                </a:solidFill>
                <a:latin typeface="Montserrat" pitchFamily="34" charset="0"/>
                <a:ea typeface="Montserrat" pitchFamily="34" charset="-122"/>
                <a:cs typeface="Montserrat" pitchFamily="34" charset="-120"/>
              </a:rPr>
              <a:t>PROYECTO ACTIVO</a:t>
            </a:r>
            <a:endParaRPr lang="es-419" sz="650" noProof="0" dirty="0"/>
          </a:p>
        </p:txBody>
      </p:sp>
      <p:sp>
        <p:nvSpPr>
          <p:cNvPr id="14" name="Shape 11">
            <a:extLst>
              <a:ext uri="{FF2B5EF4-FFF2-40B4-BE49-F238E27FC236}">
                <a16:creationId xmlns:a16="http://schemas.microsoft.com/office/drawing/2014/main" id="{2B7E179B-DADA-C4F6-F70E-90A1C176A0D6}"/>
              </a:ext>
            </a:extLst>
          </p:cNvPr>
          <p:cNvSpPr/>
          <p:nvPr/>
        </p:nvSpPr>
        <p:spPr>
          <a:xfrm>
            <a:off x="2944368" y="1024128"/>
            <a:ext cx="987552" cy="16459"/>
          </a:xfrm>
          <a:prstGeom prst="rect">
            <a:avLst/>
          </a:prstGeom>
          <a:solidFill>
            <a:srgbClr val="EB6C01"/>
          </a:solidFill>
          <a:ln w="12700">
            <a:solidFill>
              <a:srgbClr val="EB6C01"/>
            </a:solidFill>
            <a:prstDash val="solid"/>
          </a:ln>
        </p:spPr>
        <p:txBody>
          <a:bodyPr/>
          <a:lstStyle/>
          <a:p>
            <a:endParaRPr lang="es-419" noProof="0" dirty="0"/>
          </a:p>
        </p:txBody>
      </p:sp>
      <p:sp>
        <p:nvSpPr>
          <p:cNvPr id="15" name="Shape 12">
            <a:extLst>
              <a:ext uri="{FF2B5EF4-FFF2-40B4-BE49-F238E27FC236}">
                <a16:creationId xmlns:a16="http://schemas.microsoft.com/office/drawing/2014/main" id="{883C2766-45D4-D837-37E5-BA3D249771DC}"/>
              </a:ext>
            </a:extLst>
          </p:cNvPr>
          <p:cNvSpPr/>
          <p:nvPr/>
        </p:nvSpPr>
        <p:spPr>
          <a:xfrm>
            <a:off x="2944368" y="1115568"/>
            <a:ext cx="6035040" cy="603504"/>
          </a:xfrm>
          <a:prstGeom prst="rect">
            <a:avLst/>
          </a:prstGeom>
          <a:solidFill>
            <a:srgbClr val="E5EFF8"/>
          </a:solidFill>
          <a:ln w="12700">
            <a:solidFill>
              <a:srgbClr val="A8C0D8"/>
            </a:solidFill>
            <a:prstDash val="solid"/>
          </a:ln>
        </p:spPr>
        <p:txBody>
          <a:bodyPr/>
          <a:lstStyle/>
          <a:p>
            <a:endParaRPr lang="es-419" noProof="0" dirty="0"/>
          </a:p>
        </p:txBody>
      </p:sp>
      <p:sp>
        <p:nvSpPr>
          <p:cNvPr id="16" name="Text 13">
            <a:extLst>
              <a:ext uri="{FF2B5EF4-FFF2-40B4-BE49-F238E27FC236}">
                <a16:creationId xmlns:a16="http://schemas.microsoft.com/office/drawing/2014/main" id="{A86C95EE-43DF-DAB7-0CAF-9C2B5EEA73C7}"/>
              </a:ext>
            </a:extLst>
          </p:cNvPr>
          <p:cNvSpPr/>
          <p:nvPr/>
        </p:nvSpPr>
        <p:spPr>
          <a:xfrm>
            <a:off x="3054096" y="1170432"/>
            <a:ext cx="5815584" cy="493776"/>
          </a:xfrm>
          <a:prstGeom prst="rect">
            <a:avLst/>
          </a:prstGeom>
          <a:noFill/>
          <a:ln/>
        </p:spPr>
        <p:txBody>
          <a:bodyPr wrap="square" lIns="0" tIns="0" rIns="0" bIns="0" rtlCol="0" anchor="ctr"/>
          <a:lstStyle/>
          <a:p>
            <a:pPr marL="0" indent="0">
              <a:buNone/>
            </a:pPr>
            <a:r>
              <a:rPr lang="es-419" sz="1500" b="1" noProof="0" dirty="0">
                <a:solidFill>
                  <a:srgbClr val="9BB5CC"/>
                </a:solidFill>
                <a:latin typeface="Montserrat" pitchFamily="34" charset="0"/>
                <a:ea typeface="Montserrat" pitchFamily="34" charset="-122"/>
                <a:cs typeface="Montserrat" pitchFamily="34" charset="-120"/>
              </a:rPr>
              <a:t>[Nombre del Proyecto / Actividad]</a:t>
            </a:r>
            <a:endParaRPr lang="es-419" sz="1500" noProof="0" dirty="0"/>
          </a:p>
        </p:txBody>
      </p:sp>
      <p:sp>
        <p:nvSpPr>
          <p:cNvPr id="17" name="Shape 14">
            <a:extLst>
              <a:ext uri="{FF2B5EF4-FFF2-40B4-BE49-F238E27FC236}">
                <a16:creationId xmlns:a16="http://schemas.microsoft.com/office/drawing/2014/main" id="{97B7C069-CBE6-1BD9-BFA5-CAECAB399817}"/>
              </a:ext>
            </a:extLst>
          </p:cNvPr>
          <p:cNvSpPr/>
          <p:nvPr/>
        </p:nvSpPr>
        <p:spPr>
          <a:xfrm>
            <a:off x="2944368" y="1837944"/>
            <a:ext cx="91440" cy="91440"/>
          </a:xfrm>
          <a:prstGeom prst="ellipse">
            <a:avLst/>
          </a:prstGeom>
          <a:solidFill>
            <a:srgbClr val="A8C0D8"/>
          </a:solidFill>
          <a:ln w="12700">
            <a:solidFill>
              <a:srgbClr val="A8C0D8"/>
            </a:solidFill>
            <a:prstDash val="solid"/>
          </a:ln>
        </p:spPr>
        <p:txBody>
          <a:bodyPr/>
          <a:lstStyle/>
          <a:p>
            <a:endParaRPr lang="es-419" noProof="0" dirty="0"/>
          </a:p>
        </p:txBody>
      </p:sp>
      <p:sp>
        <p:nvSpPr>
          <p:cNvPr id="18" name="Text 15">
            <a:extLst>
              <a:ext uri="{FF2B5EF4-FFF2-40B4-BE49-F238E27FC236}">
                <a16:creationId xmlns:a16="http://schemas.microsoft.com/office/drawing/2014/main" id="{ADD56AD0-5947-14A0-73EA-3BB7F4DA589E}"/>
              </a:ext>
            </a:extLst>
          </p:cNvPr>
          <p:cNvSpPr/>
          <p:nvPr/>
        </p:nvSpPr>
        <p:spPr>
          <a:xfrm>
            <a:off x="3099816" y="1819656"/>
            <a:ext cx="2743200" cy="137160"/>
          </a:xfrm>
          <a:prstGeom prst="rect">
            <a:avLst/>
          </a:prstGeom>
          <a:noFill/>
          <a:ln/>
        </p:spPr>
        <p:txBody>
          <a:bodyPr wrap="square" lIns="0" tIns="0" rIns="0" bIns="0" rtlCol="0" anchor="ctr"/>
          <a:lstStyle/>
          <a:p>
            <a:pPr marL="0" indent="0">
              <a:buNone/>
            </a:pPr>
            <a:r>
              <a:rPr lang="es-419" sz="850" b="1" kern="0" spc="100" noProof="0" dirty="0">
                <a:solidFill>
                  <a:srgbClr val="A8C0D8"/>
                </a:solidFill>
                <a:latin typeface="Montserrat" pitchFamily="34" charset="0"/>
                <a:ea typeface="Montserrat" pitchFamily="34" charset="-122"/>
                <a:cs typeface="Montserrat" pitchFamily="34" charset="-120"/>
              </a:rPr>
              <a:t>[ESTADO DEL PROYECTO]</a:t>
            </a:r>
            <a:endParaRPr lang="es-419" sz="850" noProof="0" dirty="0"/>
          </a:p>
        </p:txBody>
      </p:sp>
      <p:sp>
        <p:nvSpPr>
          <p:cNvPr id="19" name="Shape 16">
            <a:extLst>
              <a:ext uri="{FF2B5EF4-FFF2-40B4-BE49-F238E27FC236}">
                <a16:creationId xmlns:a16="http://schemas.microsoft.com/office/drawing/2014/main" id="{47EA0F7A-1751-15F4-EC0E-8163BAAB0299}"/>
              </a:ext>
            </a:extLst>
          </p:cNvPr>
          <p:cNvSpPr/>
          <p:nvPr/>
        </p:nvSpPr>
        <p:spPr>
          <a:xfrm>
            <a:off x="2944368" y="2057400"/>
            <a:ext cx="25603" cy="658368"/>
          </a:xfrm>
          <a:prstGeom prst="rect">
            <a:avLst/>
          </a:prstGeom>
          <a:solidFill>
            <a:srgbClr val="A8C0D8"/>
          </a:solidFill>
          <a:ln w="12700">
            <a:solidFill>
              <a:srgbClr val="A8C0D8"/>
            </a:solidFill>
            <a:prstDash val="solid"/>
          </a:ln>
        </p:spPr>
        <p:txBody>
          <a:bodyPr/>
          <a:lstStyle/>
          <a:p>
            <a:endParaRPr lang="es-419" noProof="0" dirty="0"/>
          </a:p>
        </p:txBody>
      </p:sp>
      <p:sp>
        <p:nvSpPr>
          <p:cNvPr id="20" name="Text 17">
            <a:extLst>
              <a:ext uri="{FF2B5EF4-FFF2-40B4-BE49-F238E27FC236}">
                <a16:creationId xmlns:a16="http://schemas.microsoft.com/office/drawing/2014/main" id="{FF671E32-2C3A-E5E6-A7FD-81573AC6E954}"/>
              </a:ext>
            </a:extLst>
          </p:cNvPr>
          <p:cNvSpPr/>
          <p:nvPr/>
        </p:nvSpPr>
        <p:spPr>
          <a:xfrm>
            <a:off x="3035808" y="2057400"/>
            <a:ext cx="5925312" cy="658368"/>
          </a:xfrm>
          <a:prstGeom prst="rect">
            <a:avLst/>
          </a:prstGeom>
          <a:noFill/>
          <a:ln/>
        </p:spPr>
        <p:txBody>
          <a:bodyPr wrap="square" rtlCol="0" anchor="ctr"/>
          <a:lstStyle/>
          <a:p>
            <a:pPr marL="0" indent="0">
              <a:buNone/>
            </a:pPr>
            <a:r>
              <a:rPr lang="es-419" sz="950" i="1" noProof="0" dirty="0">
                <a:solidFill>
                  <a:srgbClr val="A8BDD0"/>
                </a:solidFill>
                <a:latin typeface="Montserrat" pitchFamily="34" charset="0"/>
                <a:ea typeface="Montserrat" pitchFamily="34" charset="-122"/>
                <a:cs typeface="Montserrat" pitchFamily="34" charset="-120"/>
              </a:rPr>
              <a:t>Describa aquí el avance semanal, actividades realizadas,</a:t>
            </a:r>
            <a:endParaRPr lang="es-419" sz="950" noProof="0" dirty="0"/>
          </a:p>
          <a:p>
            <a:pPr marL="0" indent="0">
              <a:buNone/>
            </a:pPr>
            <a:r>
              <a:rPr lang="es-419" sz="950" i="1" noProof="0" dirty="0">
                <a:solidFill>
                  <a:srgbClr val="A8BDD0"/>
                </a:solidFill>
                <a:latin typeface="Montserrat" pitchFamily="34" charset="0"/>
                <a:ea typeface="Montserrat" pitchFamily="34" charset="-122"/>
                <a:cs typeface="Montserrat" pitchFamily="34" charset="-120"/>
              </a:rPr>
              <a:t>pagos, documentación o incidencias del proyecto.</a:t>
            </a:r>
            <a:endParaRPr lang="es-419" sz="950" noProof="0" dirty="0"/>
          </a:p>
        </p:txBody>
      </p:sp>
      <p:sp>
        <p:nvSpPr>
          <p:cNvPr id="21" name="Text 18">
            <a:extLst>
              <a:ext uri="{FF2B5EF4-FFF2-40B4-BE49-F238E27FC236}">
                <a16:creationId xmlns:a16="http://schemas.microsoft.com/office/drawing/2014/main" id="{1A536078-4DB2-AFC5-C1A9-096F4252DB81}"/>
              </a:ext>
            </a:extLst>
          </p:cNvPr>
          <p:cNvSpPr/>
          <p:nvPr/>
        </p:nvSpPr>
        <p:spPr>
          <a:xfrm>
            <a:off x="2944368" y="2834640"/>
            <a:ext cx="1828800" cy="164592"/>
          </a:xfrm>
          <a:prstGeom prst="rect">
            <a:avLst/>
          </a:prstGeom>
          <a:noFill/>
          <a:ln/>
        </p:spPr>
        <p:txBody>
          <a:bodyPr wrap="square" lIns="0" tIns="0" rIns="0" bIns="0" rtlCol="0" anchor="ctr"/>
          <a:lstStyle/>
          <a:p>
            <a:pPr marL="0" indent="0">
              <a:buNone/>
            </a:pPr>
            <a:r>
              <a:rPr lang="es-419" sz="650" b="1" kern="0" spc="250" noProof="0" dirty="0">
                <a:solidFill>
                  <a:srgbClr val="EB6C01"/>
                </a:solidFill>
                <a:latin typeface="Montserrat" pitchFamily="34" charset="0"/>
                <a:ea typeface="Montserrat" pitchFamily="34" charset="-122"/>
                <a:cs typeface="Montserrat" pitchFamily="34" charset="-120"/>
              </a:rPr>
              <a:t>FOTOGRAFÍAS DE AVANCE</a:t>
            </a:r>
            <a:endParaRPr lang="es-419" sz="650" noProof="0" dirty="0"/>
          </a:p>
        </p:txBody>
      </p:sp>
      <p:sp>
        <p:nvSpPr>
          <p:cNvPr id="22" name="Shape 19">
            <a:extLst>
              <a:ext uri="{FF2B5EF4-FFF2-40B4-BE49-F238E27FC236}">
                <a16:creationId xmlns:a16="http://schemas.microsoft.com/office/drawing/2014/main" id="{BAB56C0A-85EE-0B6F-F449-352D09A9CAE3}"/>
              </a:ext>
            </a:extLst>
          </p:cNvPr>
          <p:cNvSpPr/>
          <p:nvPr/>
        </p:nvSpPr>
        <p:spPr>
          <a:xfrm>
            <a:off x="2944368" y="3008376"/>
            <a:ext cx="1481328" cy="16459"/>
          </a:xfrm>
          <a:prstGeom prst="rect">
            <a:avLst/>
          </a:prstGeom>
          <a:solidFill>
            <a:srgbClr val="EB6C01"/>
          </a:solidFill>
          <a:ln w="12700">
            <a:solidFill>
              <a:srgbClr val="EB6C01"/>
            </a:solidFill>
            <a:prstDash val="solid"/>
          </a:ln>
        </p:spPr>
        <p:txBody>
          <a:bodyPr/>
          <a:lstStyle/>
          <a:p>
            <a:endParaRPr lang="es-419" noProof="0" dirty="0"/>
          </a:p>
        </p:txBody>
      </p:sp>
      <p:sp>
        <p:nvSpPr>
          <p:cNvPr id="23" name="Shape 20">
            <a:extLst>
              <a:ext uri="{FF2B5EF4-FFF2-40B4-BE49-F238E27FC236}">
                <a16:creationId xmlns:a16="http://schemas.microsoft.com/office/drawing/2014/main" id="{5AF01479-0BB5-D057-9B49-0B879F26A2EC}"/>
              </a:ext>
            </a:extLst>
          </p:cNvPr>
          <p:cNvSpPr/>
          <p:nvPr/>
        </p:nvSpPr>
        <p:spPr>
          <a:xfrm>
            <a:off x="2944368"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24" name="Image 1" descr="preencoded.png">
            <a:extLst>
              <a:ext uri="{FF2B5EF4-FFF2-40B4-BE49-F238E27FC236}">
                <a16:creationId xmlns:a16="http://schemas.microsoft.com/office/drawing/2014/main" id="{B4673EA5-191F-FE45-3114-211ADD2E7C25}"/>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797808" y="3593592"/>
            <a:ext cx="256032" cy="256032"/>
          </a:xfrm>
          <a:prstGeom prst="rect">
            <a:avLst/>
          </a:prstGeom>
        </p:spPr>
      </p:pic>
      <p:sp>
        <p:nvSpPr>
          <p:cNvPr id="25" name="Text 21">
            <a:extLst>
              <a:ext uri="{FF2B5EF4-FFF2-40B4-BE49-F238E27FC236}">
                <a16:creationId xmlns:a16="http://schemas.microsoft.com/office/drawing/2014/main" id="{A06A4AA6-5039-614D-9F56-81C6B20BC25F}"/>
              </a:ext>
            </a:extLst>
          </p:cNvPr>
          <p:cNvSpPr/>
          <p:nvPr/>
        </p:nvSpPr>
        <p:spPr>
          <a:xfrm>
            <a:off x="2944368"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26" name="Shape 22">
            <a:extLst>
              <a:ext uri="{FF2B5EF4-FFF2-40B4-BE49-F238E27FC236}">
                <a16:creationId xmlns:a16="http://schemas.microsoft.com/office/drawing/2014/main" id="{F6A233E2-8B9D-B979-2337-62CA2F953271}"/>
              </a:ext>
            </a:extLst>
          </p:cNvPr>
          <p:cNvSpPr/>
          <p:nvPr/>
        </p:nvSpPr>
        <p:spPr>
          <a:xfrm>
            <a:off x="4980432"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27" name="Image 2" descr="preencoded.png">
            <a:extLst>
              <a:ext uri="{FF2B5EF4-FFF2-40B4-BE49-F238E27FC236}">
                <a16:creationId xmlns:a16="http://schemas.microsoft.com/office/drawing/2014/main" id="{AF3B5139-C2A3-9ADA-936F-87488737CF19}"/>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833872" y="3593592"/>
            <a:ext cx="256032" cy="256032"/>
          </a:xfrm>
          <a:prstGeom prst="rect">
            <a:avLst/>
          </a:prstGeom>
        </p:spPr>
      </p:pic>
      <p:sp>
        <p:nvSpPr>
          <p:cNvPr id="28" name="Text 23">
            <a:extLst>
              <a:ext uri="{FF2B5EF4-FFF2-40B4-BE49-F238E27FC236}">
                <a16:creationId xmlns:a16="http://schemas.microsoft.com/office/drawing/2014/main" id="{1FB433A9-A6A5-2AB4-586B-69E6F8A6D499}"/>
              </a:ext>
            </a:extLst>
          </p:cNvPr>
          <p:cNvSpPr/>
          <p:nvPr/>
        </p:nvSpPr>
        <p:spPr>
          <a:xfrm>
            <a:off x="4980432"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29" name="Shape 24">
            <a:extLst>
              <a:ext uri="{FF2B5EF4-FFF2-40B4-BE49-F238E27FC236}">
                <a16:creationId xmlns:a16="http://schemas.microsoft.com/office/drawing/2014/main" id="{BFD349C1-D038-2934-C1B7-D3FE9692D26E}"/>
              </a:ext>
            </a:extLst>
          </p:cNvPr>
          <p:cNvSpPr/>
          <p:nvPr/>
        </p:nvSpPr>
        <p:spPr>
          <a:xfrm>
            <a:off x="7016496"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30" name="Image 3" descr="preencoded.png">
            <a:extLst>
              <a:ext uri="{FF2B5EF4-FFF2-40B4-BE49-F238E27FC236}">
                <a16:creationId xmlns:a16="http://schemas.microsoft.com/office/drawing/2014/main" id="{228B3359-9846-ACAB-B428-2D9AEEE76946}"/>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7869936" y="3593592"/>
            <a:ext cx="256032" cy="256032"/>
          </a:xfrm>
          <a:prstGeom prst="rect">
            <a:avLst/>
          </a:prstGeom>
        </p:spPr>
      </p:pic>
      <p:sp>
        <p:nvSpPr>
          <p:cNvPr id="31" name="Text 25">
            <a:extLst>
              <a:ext uri="{FF2B5EF4-FFF2-40B4-BE49-F238E27FC236}">
                <a16:creationId xmlns:a16="http://schemas.microsoft.com/office/drawing/2014/main" id="{1B2A7D33-F28E-0F83-F706-6ED29A39C04E}"/>
              </a:ext>
            </a:extLst>
          </p:cNvPr>
          <p:cNvSpPr/>
          <p:nvPr/>
        </p:nvSpPr>
        <p:spPr>
          <a:xfrm>
            <a:off x="7016496"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32" name="Shape 26">
            <a:extLst>
              <a:ext uri="{FF2B5EF4-FFF2-40B4-BE49-F238E27FC236}">
                <a16:creationId xmlns:a16="http://schemas.microsoft.com/office/drawing/2014/main" id="{6EE29BC0-7C6C-1D89-9C0A-167C74114446}"/>
              </a:ext>
            </a:extLst>
          </p:cNvPr>
          <p:cNvSpPr/>
          <p:nvPr/>
        </p:nvSpPr>
        <p:spPr>
          <a:xfrm>
            <a:off x="0" y="4873752"/>
            <a:ext cx="9144000" cy="269748"/>
          </a:xfrm>
          <a:prstGeom prst="rect">
            <a:avLst/>
          </a:prstGeom>
          <a:solidFill>
            <a:srgbClr val="1A3464"/>
          </a:solidFill>
          <a:ln w="12700">
            <a:solidFill>
              <a:srgbClr val="1A3464"/>
            </a:solidFill>
            <a:prstDash val="solid"/>
          </a:ln>
        </p:spPr>
        <p:txBody>
          <a:bodyPr/>
          <a:lstStyle/>
          <a:p>
            <a:endParaRPr lang="es-419" noProof="0" dirty="0"/>
          </a:p>
        </p:txBody>
      </p:sp>
      <p:sp>
        <p:nvSpPr>
          <p:cNvPr id="33" name="Text 27">
            <a:extLst>
              <a:ext uri="{FF2B5EF4-FFF2-40B4-BE49-F238E27FC236}">
                <a16:creationId xmlns:a16="http://schemas.microsoft.com/office/drawing/2014/main" id="{969369BA-4088-FD27-52B6-FED729F89DA6}"/>
              </a:ext>
            </a:extLst>
          </p:cNvPr>
          <p:cNvSpPr/>
          <p:nvPr/>
        </p:nvSpPr>
        <p:spPr>
          <a:xfrm>
            <a:off x="384048" y="4901184"/>
            <a:ext cx="5029200" cy="182880"/>
          </a:xfrm>
          <a:prstGeom prst="rect">
            <a:avLst/>
          </a:prstGeom>
          <a:noFill/>
          <a:ln/>
        </p:spPr>
        <p:txBody>
          <a:bodyPr wrap="square" lIns="0" tIns="0" rIns="0" bIns="0" rtlCol="0" anchor="ctr"/>
          <a:lstStyle/>
          <a:p>
            <a:pPr marL="0" indent="0">
              <a:buNone/>
            </a:pPr>
            <a:r>
              <a:rPr lang="es-419" sz="700" kern="0" spc="150" noProof="0" dirty="0">
                <a:solidFill>
                  <a:srgbClr val="8FAECB"/>
                </a:solidFill>
                <a:latin typeface="Montserrat" pitchFamily="34" charset="0"/>
                <a:ea typeface="Montserrat" pitchFamily="34" charset="-122"/>
                <a:cs typeface="Montserrat" pitchFamily="34" charset="-120"/>
              </a:rPr>
              <a:t>COORDINACIÓN DE OBRAS Y MANTENIMIENTO RCMA</a:t>
            </a:r>
            <a:endParaRPr lang="es-419" sz="700" noProof="0" dirty="0"/>
          </a:p>
        </p:txBody>
      </p:sp>
      <p:sp>
        <p:nvSpPr>
          <p:cNvPr id="34" name="Shape 28">
            <a:extLst>
              <a:ext uri="{FF2B5EF4-FFF2-40B4-BE49-F238E27FC236}">
                <a16:creationId xmlns:a16="http://schemas.microsoft.com/office/drawing/2014/main" id="{90A0A200-7A4D-0F90-76D5-B38F90427FBF}"/>
              </a:ext>
            </a:extLst>
          </p:cNvPr>
          <p:cNvSpPr/>
          <p:nvPr/>
        </p:nvSpPr>
        <p:spPr>
          <a:xfrm>
            <a:off x="5559552" y="4974336"/>
            <a:ext cx="5486" cy="100584"/>
          </a:xfrm>
          <a:prstGeom prst="rect">
            <a:avLst/>
          </a:prstGeom>
          <a:solidFill>
            <a:srgbClr val="8FAECB"/>
          </a:solidFill>
          <a:ln w="12700">
            <a:solidFill>
              <a:srgbClr val="8FAECB"/>
            </a:solidFill>
            <a:prstDash val="solid"/>
          </a:ln>
        </p:spPr>
        <p:txBody>
          <a:bodyPr/>
          <a:lstStyle/>
          <a:p>
            <a:endParaRPr lang="es-419" noProof="0" dirty="0"/>
          </a:p>
        </p:txBody>
      </p:sp>
      <p:sp>
        <p:nvSpPr>
          <p:cNvPr id="35" name="Text 29">
            <a:extLst>
              <a:ext uri="{FF2B5EF4-FFF2-40B4-BE49-F238E27FC236}">
                <a16:creationId xmlns:a16="http://schemas.microsoft.com/office/drawing/2014/main" id="{A06D8384-B7A7-4A9A-4A5C-5ADC832A76E7}"/>
              </a:ext>
            </a:extLst>
          </p:cNvPr>
          <p:cNvSpPr/>
          <p:nvPr/>
        </p:nvSpPr>
        <p:spPr>
          <a:xfrm>
            <a:off x="5650992" y="4901184"/>
            <a:ext cx="2286000" cy="182880"/>
          </a:xfrm>
          <a:prstGeom prst="rect">
            <a:avLst/>
          </a:prstGeom>
          <a:noFill/>
          <a:ln/>
        </p:spPr>
        <p:txBody>
          <a:bodyPr wrap="square" lIns="0" tIns="0" rIns="0" bIns="0" rtlCol="0" anchor="ctr"/>
          <a:lstStyle/>
          <a:p>
            <a:pPr marL="0" indent="0">
              <a:buNone/>
            </a:pPr>
            <a:r>
              <a:rPr lang="es-419" sz="700" kern="0" spc="150" noProof="0" dirty="0">
                <a:solidFill>
                  <a:srgbClr val="8FAECB"/>
                </a:solidFill>
                <a:latin typeface="Montserrat" pitchFamily="34" charset="0"/>
                <a:ea typeface="Montserrat" pitchFamily="34" charset="-122"/>
                <a:cs typeface="Montserrat" pitchFamily="34" charset="-120"/>
              </a:rPr>
              <a:t>Mano Amiga</a:t>
            </a:r>
            <a:endParaRPr lang="es-419" sz="700" noProof="0" dirty="0"/>
          </a:p>
        </p:txBody>
      </p:sp>
      <p:sp>
        <p:nvSpPr>
          <p:cNvPr id="43" name="Forma libre: forma 42">
            <a:extLst>
              <a:ext uri="{FF2B5EF4-FFF2-40B4-BE49-F238E27FC236}">
                <a16:creationId xmlns:a16="http://schemas.microsoft.com/office/drawing/2014/main" id="{64BC1A5D-F67A-AD80-BB02-7F558F6C40ED}"/>
              </a:ext>
            </a:extLst>
          </p:cNvPr>
          <p:cNvSpPr/>
          <p:nvPr/>
        </p:nvSpPr>
        <p:spPr>
          <a:xfrm>
            <a:off x="1596105" y="2222074"/>
            <a:ext cx="193086" cy="261624"/>
          </a:xfrm>
          <a:custGeom>
            <a:avLst/>
            <a:gdLst>
              <a:gd name="csX0" fmla="*/ 47363 w 193086"/>
              <a:gd name="csY0" fmla="*/ 258865 h 261624"/>
              <a:gd name="csX1" fmla="*/ 34066 w 193086"/>
              <a:gd name="csY1" fmla="*/ 253627 h 261624"/>
              <a:gd name="csX2" fmla="*/ 25677 w 193086"/>
              <a:gd name="csY2" fmla="*/ 249703 h 261624"/>
              <a:gd name="csX3" fmla="*/ 12838 w 193086"/>
              <a:gd name="csY3" fmla="*/ 237813 h 261624"/>
              <a:gd name="csX4" fmla="*/ 0 w 193086"/>
              <a:gd name="csY4" fmla="*/ 228023 h 261624"/>
              <a:gd name="csX5" fmla="*/ 10590 w 193086"/>
              <a:gd name="csY5" fmla="*/ 222007 h 261624"/>
              <a:gd name="csX6" fmla="*/ 24311 w 193086"/>
              <a:gd name="csY6" fmla="*/ 218591 h 261624"/>
              <a:gd name="csX7" fmla="*/ 30840 w 193086"/>
              <a:gd name="csY7" fmla="*/ 210994 h 261624"/>
              <a:gd name="csX8" fmla="*/ 34002 w 193086"/>
              <a:gd name="csY8" fmla="*/ 201034 h 261624"/>
              <a:gd name="csX9" fmla="*/ 34055 w 193086"/>
              <a:gd name="csY9" fmla="*/ 192894 h 261624"/>
              <a:gd name="csX10" fmla="*/ 33474 w 193086"/>
              <a:gd name="csY10" fmla="*/ 186352 h 261624"/>
              <a:gd name="csX11" fmla="*/ 36002 w 193086"/>
              <a:gd name="csY11" fmla="*/ 155255 h 261624"/>
              <a:gd name="csX12" fmla="*/ 40814 w 193086"/>
              <a:gd name="csY12" fmla="*/ 125721 h 261624"/>
              <a:gd name="csX13" fmla="*/ 52906 w 193086"/>
              <a:gd name="csY13" fmla="*/ 136226 h 261624"/>
              <a:gd name="csX14" fmla="*/ 67584 w 193086"/>
              <a:gd name="csY14" fmla="*/ 150557 h 261624"/>
              <a:gd name="csX15" fmla="*/ 85050 w 193086"/>
              <a:gd name="csY15" fmla="*/ 148575 h 261624"/>
              <a:gd name="csX16" fmla="*/ 92615 w 193086"/>
              <a:gd name="csY16" fmla="*/ 147623 h 261624"/>
              <a:gd name="csX17" fmla="*/ 103162 w 193086"/>
              <a:gd name="csY17" fmla="*/ 143713 h 261624"/>
              <a:gd name="csX18" fmla="*/ 110991 w 193086"/>
              <a:gd name="csY18" fmla="*/ 139409 h 261624"/>
              <a:gd name="csX19" fmla="*/ 118857 w 193086"/>
              <a:gd name="csY19" fmla="*/ 137039 h 261624"/>
              <a:gd name="csX20" fmla="*/ 114946 w 193086"/>
              <a:gd name="csY20" fmla="*/ 126979 h 261624"/>
              <a:gd name="csX21" fmla="*/ 104278 w 193086"/>
              <a:gd name="csY21" fmla="*/ 120558 h 261624"/>
              <a:gd name="csX22" fmla="*/ 100539 w 193086"/>
              <a:gd name="csY22" fmla="*/ 116814 h 261624"/>
              <a:gd name="csX23" fmla="*/ 87769 w 193086"/>
              <a:gd name="csY23" fmla="*/ 107211 h 261624"/>
              <a:gd name="csX24" fmla="*/ 75649 w 193086"/>
              <a:gd name="csY24" fmla="*/ 82459 h 261624"/>
              <a:gd name="csX25" fmla="*/ 81162 w 193086"/>
              <a:gd name="csY25" fmla="*/ 66581 h 261624"/>
              <a:gd name="csX26" fmla="*/ 76956 w 193086"/>
              <a:gd name="csY26" fmla="*/ 53086 h 261624"/>
              <a:gd name="csX27" fmla="*/ 74281 w 193086"/>
              <a:gd name="csY27" fmla="*/ 48335 h 261624"/>
              <a:gd name="csX28" fmla="*/ 98388 w 193086"/>
              <a:gd name="csY28" fmla="*/ 21931 h 261624"/>
              <a:gd name="csX29" fmla="*/ 99033 w 193086"/>
              <a:gd name="csY29" fmla="*/ 12782 h 261624"/>
              <a:gd name="csX30" fmla="*/ 112340 w 193086"/>
              <a:gd name="csY30" fmla="*/ 234 h 261624"/>
              <a:gd name="csX31" fmla="*/ 115367 w 193086"/>
              <a:gd name="csY31" fmla="*/ 7384 h 261624"/>
              <a:gd name="csX32" fmla="*/ 123019 w 193086"/>
              <a:gd name="csY32" fmla="*/ 18442 h 261624"/>
              <a:gd name="csX33" fmla="*/ 122268 w 193086"/>
              <a:gd name="csY33" fmla="*/ 30221 h 261624"/>
              <a:gd name="csX34" fmla="*/ 113949 w 193086"/>
              <a:gd name="csY34" fmla="*/ 45287 h 261624"/>
              <a:gd name="csX35" fmla="*/ 120402 w 193086"/>
              <a:gd name="csY35" fmla="*/ 65276 h 261624"/>
              <a:gd name="csX36" fmla="*/ 138506 w 193086"/>
              <a:gd name="csY36" fmla="*/ 64867 h 261624"/>
              <a:gd name="csX37" fmla="*/ 143345 w 193086"/>
              <a:gd name="csY37" fmla="*/ 58224 h 261624"/>
              <a:gd name="csX38" fmla="*/ 152274 w 193086"/>
              <a:gd name="csY38" fmla="*/ 62931 h 261624"/>
              <a:gd name="csX39" fmla="*/ 162130 w 193086"/>
              <a:gd name="csY39" fmla="*/ 68135 h 261624"/>
              <a:gd name="csX40" fmla="*/ 158059 w 193086"/>
              <a:gd name="csY40" fmla="*/ 75879 h 261624"/>
              <a:gd name="csX41" fmla="*/ 142387 w 193086"/>
              <a:gd name="csY41" fmla="*/ 123139 h 261624"/>
              <a:gd name="csX42" fmla="*/ 161574 w 193086"/>
              <a:gd name="csY42" fmla="*/ 140138 h 261624"/>
              <a:gd name="csX43" fmla="*/ 162505 w 193086"/>
              <a:gd name="csY43" fmla="*/ 150542 h 261624"/>
              <a:gd name="csX44" fmla="*/ 151065 w 193086"/>
              <a:gd name="csY44" fmla="*/ 162165 h 261624"/>
              <a:gd name="csX45" fmla="*/ 147000 w 193086"/>
              <a:gd name="csY45" fmla="*/ 176069 h 261624"/>
              <a:gd name="csX46" fmla="*/ 151074 w 193086"/>
              <a:gd name="csY46" fmla="*/ 198795 h 261624"/>
              <a:gd name="csX47" fmla="*/ 161382 w 193086"/>
              <a:gd name="csY47" fmla="*/ 209212 h 261624"/>
              <a:gd name="csX48" fmla="*/ 180801 w 193086"/>
              <a:gd name="csY48" fmla="*/ 215310 h 261624"/>
              <a:gd name="csX49" fmla="*/ 191062 w 193086"/>
              <a:gd name="csY49" fmla="*/ 220266 h 261624"/>
              <a:gd name="csX50" fmla="*/ 186266 w 193086"/>
              <a:gd name="csY50" fmla="*/ 234411 h 261624"/>
              <a:gd name="csX51" fmla="*/ 146648 w 193086"/>
              <a:gd name="csY51" fmla="*/ 241973 h 261624"/>
              <a:gd name="csX52" fmla="*/ 130308 w 193086"/>
              <a:gd name="csY52" fmla="*/ 244333 h 261624"/>
              <a:gd name="csX53" fmla="*/ 120069 w 193086"/>
              <a:gd name="csY53" fmla="*/ 230760 h 261624"/>
              <a:gd name="csX54" fmla="*/ 99204 w 193086"/>
              <a:gd name="csY54" fmla="*/ 236809 h 261624"/>
              <a:gd name="csX55" fmla="*/ 99051 w 193086"/>
              <a:gd name="csY55" fmla="*/ 250983 h 261624"/>
              <a:gd name="csX56" fmla="*/ 92202 w 193086"/>
              <a:gd name="csY56" fmla="*/ 257021 h 261624"/>
              <a:gd name="csX57" fmla="*/ 61602 w 193086"/>
              <a:gd name="csY57" fmla="*/ 257374 h 261624"/>
              <a:gd name="csX58" fmla="*/ 47363 w 193086"/>
              <a:gd name="csY58" fmla="*/ 258865 h 2616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Lst>
            <a:rect l="l" t="t" r="r" b="b"/>
            <a:pathLst>
              <a:path w="193086" h="261624">
                <a:moveTo>
                  <a:pt x="47363" y="258865"/>
                </a:moveTo>
                <a:cubicBezTo>
                  <a:pt x="44664" y="256988"/>
                  <a:pt x="38681" y="254631"/>
                  <a:pt x="34066" y="253627"/>
                </a:cubicBezTo>
                <a:cubicBezTo>
                  <a:pt x="29452" y="252623"/>
                  <a:pt x="25677" y="250857"/>
                  <a:pt x="25677" y="249703"/>
                </a:cubicBezTo>
                <a:cubicBezTo>
                  <a:pt x="25677" y="248548"/>
                  <a:pt x="19899" y="243198"/>
                  <a:pt x="12838" y="237813"/>
                </a:cubicBezTo>
                <a:lnTo>
                  <a:pt x="0" y="228023"/>
                </a:lnTo>
                <a:lnTo>
                  <a:pt x="10590" y="222007"/>
                </a:lnTo>
                <a:cubicBezTo>
                  <a:pt x="17972" y="217814"/>
                  <a:pt x="22129" y="216779"/>
                  <a:pt x="24311" y="218591"/>
                </a:cubicBezTo>
                <a:cubicBezTo>
                  <a:pt x="28477" y="222048"/>
                  <a:pt x="30840" y="219299"/>
                  <a:pt x="30840" y="210994"/>
                </a:cubicBezTo>
                <a:cubicBezTo>
                  <a:pt x="30840" y="207256"/>
                  <a:pt x="32263" y="202774"/>
                  <a:pt x="34002" y="201034"/>
                </a:cubicBezTo>
                <a:cubicBezTo>
                  <a:pt x="36474" y="198562"/>
                  <a:pt x="36486" y="196787"/>
                  <a:pt x="34055" y="192894"/>
                </a:cubicBezTo>
                <a:cubicBezTo>
                  <a:pt x="32093" y="189753"/>
                  <a:pt x="31879" y="187338"/>
                  <a:pt x="33474" y="186352"/>
                </a:cubicBezTo>
                <a:cubicBezTo>
                  <a:pt x="34886" y="185479"/>
                  <a:pt x="36002" y="171748"/>
                  <a:pt x="36002" y="155255"/>
                </a:cubicBezTo>
                <a:cubicBezTo>
                  <a:pt x="36002" y="128160"/>
                  <a:pt x="36400" y="125721"/>
                  <a:pt x="40814" y="125721"/>
                </a:cubicBezTo>
                <a:cubicBezTo>
                  <a:pt x="43528" y="125721"/>
                  <a:pt x="48800" y="130301"/>
                  <a:pt x="52906" y="136226"/>
                </a:cubicBezTo>
                <a:cubicBezTo>
                  <a:pt x="56911" y="142004"/>
                  <a:pt x="63516" y="148453"/>
                  <a:pt x="67584" y="150557"/>
                </a:cubicBezTo>
                <a:cubicBezTo>
                  <a:pt x="75108" y="154448"/>
                  <a:pt x="85050" y="153319"/>
                  <a:pt x="85050" y="148575"/>
                </a:cubicBezTo>
                <a:cubicBezTo>
                  <a:pt x="85050" y="147029"/>
                  <a:pt x="88138" y="146640"/>
                  <a:pt x="92615" y="147623"/>
                </a:cubicBezTo>
                <a:cubicBezTo>
                  <a:pt x="98706" y="148961"/>
                  <a:pt x="100761" y="148199"/>
                  <a:pt x="103162" y="143713"/>
                </a:cubicBezTo>
                <a:cubicBezTo>
                  <a:pt x="105115" y="140063"/>
                  <a:pt x="107816" y="138578"/>
                  <a:pt x="110991" y="139409"/>
                </a:cubicBezTo>
                <a:cubicBezTo>
                  <a:pt x="113656" y="140106"/>
                  <a:pt x="117196" y="139039"/>
                  <a:pt x="118857" y="137039"/>
                </a:cubicBezTo>
                <a:cubicBezTo>
                  <a:pt x="121254" y="134150"/>
                  <a:pt x="120449" y="132080"/>
                  <a:pt x="114946" y="126979"/>
                </a:cubicBezTo>
                <a:cubicBezTo>
                  <a:pt x="111135" y="123448"/>
                  <a:pt x="106335" y="120558"/>
                  <a:pt x="104278" y="120558"/>
                </a:cubicBezTo>
                <a:cubicBezTo>
                  <a:pt x="102221" y="120558"/>
                  <a:pt x="100539" y="118873"/>
                  <a:pt x="100539" y="116814"/>
                </a:cubicBezTo>
                <a:cubicBezTo>
                  <a:pt x="100539" y="114754"/>
                  <a:pt x="94792" y="110433"/>
                  <a:pt x="87769" y="107211"/>
                </a:cubicBezTo>
                <a:cubicBezTo>
                  <a:pt x="73337" y="100591"/>
                  <a:pt x="69935" y="93642"/>
                  <a:pt x="75649" y="82459"/>
                </a:cubicBezTo>
                <a:cubicBezTo>
                  <a:pt x="77638" y="78567"/>
                  <a:pt x="80119" y="71422"/>
                  <a:pt x="81162" y="66581"/>
                </a:cubicBezTo>
                <a:cubicBezTo>
                  <a:pt x="82769" y="59128"/>
                  <a:pt x="82125" y="57061"/>
                  <a:pt x="76956" y="53086"/>
                </a:cubicBezTo>
                <a:cubicBezTo>
                  <a:pt x="73561" y="50475"/>
                  <a:pt x="72374" y="48366"/>
                  <a:pt x="74281" y="48335"/>
                </a:cubicBezTo>
                <a:cubicBezTo>
                  <a:pt x="79014" y="48255"/>
                  <a:pt x="97860" y="27614"/>
                  <a:pt x="98388" y="21931"/>
                </a:cubicBezTo>
                <a:cubicBezTo>
                  <a:pt x="98624" y="19384"/>
                  <a:pt x="98915" y="15267"/>
                  <a:pt x="99033" y="12782"/>
                </a:cubicBezTo>
                <a:cubicBezTo>
                  <a:pt x="99328" y="6580"/>
                  <a:pt x="107875" y="-1480"/>
                  <a:pt x="112340" y="234"/>
                </a:cubicBezTo>
                <a:cubicBezTo>
                  <a:pt x="114351" y="1006"/>
                  <a:pt x="115714" y="4223"/>
                  <a:pt x="115367" y="7384"/>
                </a:cubicBezTo>
                <a:cubicBezTo>
                  <a:pt x="114925" y="11414"/>
                  <a:pt x="117211" y="14717"/>
                  <a:pt x="123019" y="18442"/>
                </a:cubicBezTo>
                <a:cubicBezTo>
                  <a:pt x="132830" y="24734"/>
                  <a:pt x="132594" y="28432"/>
                  <a:pt x="122268" y="30221"/>
                </a:cubicBezTo>
                <a:cubicBezTo>
                  <a:pt x="115180" y="31449"/>
                  <a:pt x="114690" y="32336"/>
                  <a:pt x="113949" y="45287"/>
                </a:cubicBezTo>
                <a:cubicBezTo>
                  <a:pt x="113241" y="57646"/>
                  <a:pt x="113899" y="59682"/>
                  <a:pt x="120402" y="65276"/>
                </a:cubicBezTo>
                <a:cubicBezTo>
                  <a:pt x="129577" y="73166"/>
                  <a:pt x="132509" y="73100"/>
                  <a:pt x="138506" y="64867"/>
                </a:cubicBezTo>
                <a:lnTo>
                  <a:pt x="143345" y="58224"/>
                </a:lnTo>
                <a:lnTo>
                  <a:pt x="152274" y="62931"/>
                </a:lnTo>
                <a:cubicBezTo>
                  <a:pt x="157185" y="65520"/>
                  <a:pt x="161620" y="67861"/>
                  <a:pt x="162130" y="68135"/>
                </a:cubicBezTo>
                <a:cubicBezTo>
                  <a:pt x="162640" y="68408"/>
                  <a:pt x="160808" y="71893"/>
                  <a:pt x="158059" y="75879"/>
                </a:cubicBezTo>
                <a:cubicBezTo>
                  <a:pt x="151713" y="85081"/>
                  <a:pt x="141902" y="114664"/>
                  <a:pt x="142387" y="123139"/>
                </a:cubicBezTo>
                <a:cubicBezTo>
                  <a:pt x="142935" y="132744"/>
                  <a:pt x="146254" y="135684"/>
                  <a:pt x="161574" y="140138"/>
                </a:cubicBezTo>
                <a:cubicBezTo>
                  <a:pt x="177125" y="144659"/>
                  <a:pt x="177438" y="148154"/>
                  <a:pt x="162505" y="150542"/>
                </a:cubicBezTo>
                <a:cubicBezTo>
                  <a:pt x="152866" y="152083"/>
                  <a:pt x="147932" y="157096"/>
                  <a:pt x="151065" y="162165"/>
                </a:cubicBezTo>
                <a:cubicBezTo>
                  <a:pt x="151887" y="163495"/>
                  <a:pt x="150058" y="169752"/>
                  <a:pt x="147000" y="176069"/>
                </a:cubicBezTo>
                <a:cubicBezTo>
                  <a:pt x="140040" y="190447"/>
                  <a:pt x="141019" y="195911"/>
                  <a:pt x="151074" y="198795"/>
                </a:cubicBezTo>
                <a:cubicBezTo>
                  <a:pt x="156834" y="200447"/>
                  <a:pt x="159631" y="203274"/>
                  <a:pt x="161382" y="209212"/>
                </a:cubicBezTo>
                <a:cubicBezTo>
                  <a:pt x="163891" y="217725"/>
                  <a:pt x="167253" y="218781"/>
                  <a:pt x="180801" y="215310"/>
                </a:cubicBezTo>
                <a:cubicBezTo>
                  <a:pt x="186270" y="213909"/>
                  <a:pt x="188145" y="214815"/>
                  <a:pt x="191062" y="220266"/>
                </a:cubicBezTo>
                <a:cubicBezTo>
                  <a:pt x="194411" y="226524"/>
                  <a:pt x="194115" y="227399"/>
                  <a:pt x="186266" y="234411"/>
                </a:cubicBezTo>
                <a:cubicBezTo>
                  <a:pt x="177581" y="242171"/>
                  <a:pt x="173505" y="242950"/>
                  <a:pt x="146648" y="241973"/>
                </a:cubicBezTo>
                <a:cubicBezTo>
                  <a:pt x="138138" y="241664"/>
                  <a:pt x="131353" y="242644"/>
                  <a:pt x="130308" y="244333"/>
                </a:cubicBezTo>
                <a:cubicBezTo>
                  <a:pt x="127797" y="248397"/>
                  <a:pt x="118188" y="235660"/>
                  <a:pt x="120069" y="230760"/>
                </a:cubicBezTo>
                <a:cubicBezTo>
                  <a:pt x="124398" y="219478"/>
                  <a:pt x="105303" y="225013"/>
                  <a:pt x="99204" y="236809"/>
                </a:cubicBezTo>
                <a:cubicBezTo>
                  <a:pt x="95428" y="244110"/>
                  <a:pt x="95414" y="245432"/>
                  <a:pt x="99051" y="250983"/>
                </a:cubicBezTo>
                <a:cubicBezTo>
                  <a:pt x="103916" y="258408"/>
                  <a:pt x="100434" y="261478"/>
                  <a:pt x="92202" y="257021"/>
                </a:cubicBezTo>
                <a:cubicBezTo>
                  <a:pt x="83927" y="252540"/>
                  <a:pt x="66492" y="252742"/>
                  <a:pt x="61602" y="257374"/>
                </a:cubicBezTo>
                <a:cubicBezTo>
                  <a:pt x="56090" y="262596"/>
                  <a:pt x="53167" y="262902"/>
                  <a:pt x="47363" y="258865"/>
                </a:cubicBezTo>
                <a:close/>
              </a:path>
            </a:pathLst>
          </a:custGeom>
          <a:solidFill>
            <a:srgbClr val="B9B9B9"/>
          </a:solidFill>
          <a:ln w="5163" cap="flat">
            <a:noFill/>
            <a:prstDash val="solid"/>
            <a:miter/>
          </a:ln>
        </p:spPr>
        <p:txBody>
          <a:bodyPr/>
          <a:lstStyle/>
          <a:p>
            <a:endParaRPr lang="es-419" noProof="0" dirty="0"/>
          </a:p>
        </p:txBody>
      </p:sp>
      <p:sp>
        <p:nvSpPr>
          <p:cNvPr id="44" name="Forma libre: forma 43">
            <a:extLst>
              <a:ext uri="{FF2B5EF4-FFF2-40B4-BE49-F238E27FC236}">
                <a16:creationId xmlns:a16="http://schemas.microsoft.com/office/drawing/2014/main" id="{A030DF3E-8059-24CA-8930-FE3076BAAA62}"/>
              </a:ext>
            </a:extLst>
          </p:cNvPr>
          <p:cNvSpPr/>
          <p:nvPr/>
        </p:nvSpPr>
        <p:spPr>
          <a:xfrm>
            <a:off x="1103504" y="2345749"/>
            <a:ext cx="95653" cy="64838"/>
          </a:xfrm>
          <a:custGeom>
            <a:avLst/>
            <a:gdLst>
              <a:gd name="csX0" fmla="*/ 71219 w 95653"/>
              <a:gd name="csY0" fmla="*/ 62506 h 64838"/>
              <a:gd name="csX1" fmla="*/ 62655 w 95653"/>
              <a:gd name="csY1" fmla="*/ 53685 h 64838"/>
              <a:gd name="csX2" fmla="*/ 57443 w 95653"/>
              <a:gd name="csY2" fmla="*/ 48511 h 64838"/>
              <a:gd name="csX3" fmla="*/ 51242 w 95653"/>
              <a:gd name="csY3" fmla="*/ 43994 h 64838"/>
              <a:gd name="csX4" fmla="*/ 48532 w 95653"/>
              <a:gd name="csY4" fmla="*/ 43994 h 64838"/>
              <a:gd name="csX5" fmla="*/ 36926 w 95653"/>
              <a:gd name="csY5" fmla="*/ 44510 h 64838"/>
              <a:gd name="csX6" fmla="*/ 28785 w 95653"/>
              <a:gd name="csY6" fmla="*/ 36765 h 64838"/>
              <a:gd name="csX7" fmla="*/ 27076 w 95653"/>
              <a:gd name="csY7" fmla="*/ 32629 h 64838"/>
              <a:gd name="csX8" fmla="*/ 11500 w 95653"/>
              <a:gd name="csY8" fmla="*/ 28262 h 64838"/>
              <a:gd name="csX9" fmla="*/ 1174 w 95653"/>
              <a:gd name="csY9" fmla="*/ 25068 h 64838"/>
              <a:gd name="csX10" fmla="*/ 31004 w 95653"/>
              <a:gd name="csY10" fmla="*/ 14820 h 64838"/>
              <a:gd name="csX11" fmla="*/ 49970 w 95653"/>
              <a:gd name="csY11" fmla="*/ 6499 h 64838"/>
              <a:gd name="csX12" fmla="*/ 60293 w 95653"/>
              <a:gd name="csY12" fmla="*/ 3207 h 64838"/>
              <a:gd name="csX13" fmla="*/ 79487 w 95653"/>
              <a:gd name="csY13" fmla="*/ 1724 h 64838"/>
              <a:gd name="csX14" fmla="*/ 95469 w 95653"/>
              <a:gd name="csY14" fmla="*/ 24677 h 64838"/>
              <a:gd name="csX15" fmla="*/ 92590 w 95653"/>
              <a:gd name="csY15" fmla="*/ 45837 h 64838"/>
              <a:gd name="csX16" fmla="*/ 88748 w 95653"/>
              <a:gd name="csY16" fmla="*/ 52688 h 64838"/>
              <a:gd name="csX17" fmla="*/ 82592 w 95653"/>
              <a:gd name="csY17" fmla="*/ 62155 h 64838"/>
              <a:gd name="csX18" fmla="*/ 71219 w 95653"/>
              <a:gd name="csY18" fmla="*/ 62506 h 648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95653" h="64838">
                <a:moveTo>
                  <a:pt x="71219" y="62506"/>
                </a:moveTo>
                <a:cubicBezTo>
                  <a:pt x="67412" y="60499"/>
                  <a:pt x="63558" y="56530"/>
                  <a:pt x="62655" y="53685"/>
                </a:cubicBezTo>
                <a:cubicBezTo>
                  <a:pt x="61752" y="50839"/>
                  <a:pt x="59407" y="48511"/>
                  <a:pt x="57443" y="48511"/>
                </a:cubicBezTo>
                <a:cubicBezTo>
                  <a:pt x="55480" y="48511"/>
                  <a:pt x="52689" y="46478"/>
                  <a:pt x="51242" y="43994"/>
                </a:cubicBezTo>
                <a:cubicBezTo>
                  <a:pt x="48736" y="39691"/>
                  <a:pt x="48607" y="39691"/>
                  <a:pt x="48532" y="43994"/>
                </a:cubicBezTo>
                <a:cubicBezTo>
                  <a:pt x="48437" y="49469"/>
                  <a:pt x="48761" y="49455"/>
                  <a:pt x="36926" y="44510"/>
                </a:cubicBezTo>
                <a:cubicBezTo>
                  <a:pt x="30451" y="41804"/>
                  <a:pt x="27814" y="39296"/>
                  <a:pt x="28785" y="36765"/>
                </a:cubicBezTo>
                <a:cubicBezTo>
                  <a:pt x="29575" y="34707"/>
                  <a:pt x="28806" y="32846"/>
                  <a:pt x="27076" y="32629"/>
                </a:cubicBezTo>
                <a:cubicBezTo>
                  <a:pt x="21029" y="31874"/>
                  <a:pt x="18714" y="31225"/>
                  <a:pt x="11500" y="28262"/>
                </a:cubicBezTo>
                <a:cubicBezTo>
                  <a:pt x="7503" y="26621"/>
                  <a:pt x="2857" y="25183"/>
                  <a:pt x="1174" y="25068"/>
                </a:cubicBezTo>
                <a:cubicBezTo>
                  <a:pt x="-4949" y="24646"/>
                  <a:pt x="14045" y="18121"/>
                  <a:pt x="31004" y="14820"/>
                </a:cubicBezTo>
                <a:cubicBezTo>
                  <a:pt x="44060" y="12279"/>
                  <a:pt x="48794" y="10202"/>
                  <a:pt x="49970" y="6499"/>
                </a:cubicBezTo>
                <a:cubicBezTo>
                  <a:pt x="51256" y="2445"/>
                  <a:pt x="53098" y="1858"/>
                  <a:pt x="60293" y="3207"/>
                </a:cubicBezTo>
                <a:cubicBezTo>
                  <a:pt x="65110" y="4111"/>
                  <a:pt x="73747" y="3443"/>
                  <a:pt x="79487" y="1724"/>
                </a:cubicBezTo>
                <a:cubicBezTo>
                  <a:pt x="94315" y="-2719"/>
                  <a:pt x="96385" y="255"/>
                  <a:pt x="95469" y="24677"/>
                </a:cubicBezTo>
                <a:cubicBezTo>
                  <a:pt x="95060" y="35554"/>
                  <a:pt x="93765" y="45076"/>
                  <a:pt x="92590" y="45837"/>
                </a:cubicBezTo>
                <a:cubicBezTo>
                  <a:pt x="91414" y="46598"/>
                  <a:pt x="89686" y="49681"/>
                  <a:pt x="88748" y="52688"/>
                </a:cubicBezTo>
                <a:cubicBezTo>
                  <a:pt x="87811" y="55696"/>
                  <a:pt x="85041" y="59955"/>
                  <a:pt x="82592" y="62155"/>
                </a:cubicBezTo>
                <a:cubicBezTo>
                  <a:pt x="78702" y="65649"/>
                  <a:pt x="77268" y="65693"/>
                  <a:pt x="71219" y="62506"/>
                </a:cubicBezTo>
                <a:close/>
              </a:path>
            </a:pathLst>
          </a:custGeom>
          <a:solidFill>
            <a:srgbClr val="B9B9B9"/>
          </a:solidFill>
          <a:ln w="5163" cap="flat">
            <a:noFill/>
            <a:prstDash val="solid"/>
            <a:miter/>
          </a:ln>
        </p:spPr>
        <p:txBody>
          <a:bodyPr/>
          <a:lstStyle/>
          <a:p>
            <a:endParaRPr lang="es-419" noProof="0" dirty="0"/>
          </a:p>
        </p:txBody>
      </p:sp>
      <p:sp>
        <p:nvSpPr>
          <p:cNvPr id="45" name="Forma libre: forma 44">
            <a:extLst>
              <a:ext uri="{FF2B5EF4-FFF2-40B4-BE49-F238E27FC236}">
                <a16:creationId xmlns:a16="http://schemas.microsoft.com/office/drawing/2014/main" id="{2E146E6E-E535-4D7D-9F32-DF7087CDB354}"/>
              </a:ext>
            </a:extLst>
          </p:cNvPr>
          <p:cNvSpPr/>
          <p:nvPr/>
        </p:nvSpPr>
        <p:spPr>
          <a:xfrm>
            <a:off x="1015863" y="2030672"/>
            <a:ext cx="364335" cy="362024"/>
          </a:xfrm>
          <a:custGeom>
            <a:avLst/>
            <a:gdLst>
              <a:gd name="csX0" fmla="*/ 185142 w 364335"/>
              <a:gd name="csY0" fmla="*/ 358570 h 362024"/>
              <a:gd name="csX1" fmla="*/ 187621 w 364335"/>
              <a:gd name="csY1" fmla="*/ 340898 h 362024"/>
              <a:gd name="csX2" fmla="*/ 186283 w 364335"/>
              <a:gd name="csY2" fmla="*/ 320178 h 362024"/>
              <a:gd name="csX3" fmla="*/ 182466 w 364335"/>
              <a:gd name="csY3" fmla="*/ 312528 h 362024"/>
              <a:gd name="csX4" fmla="*/ 160064 w 364335"/>
              <a:gd name="csY4" fmla="*/ 313164 h 362024"/>
              <a:gd name="csX5" fmla="*/ 135394 w 364335"/>
              <a:gd name="csY5" fmla="*/ 318882 h 362024"/>
              <a:gd name="csX6" fmla="*/ 107653 w 364335"/>
              <a:gd name="csY6" fmla="*/ 328620 h 362024"/>
              <a:gd name="csX7" fmla="*/ 77975 w 364335"/>
              <a:gd name="csY7" fmla="*/ 329071 h 362024"/>
              <a:gd name="csX8" fmla="*/ 69734 w 364335"/>
              <a:gd name="csY8" fmla="*/ 324866 h 362024"/>
              <a:gd name="csX9" fmla="*/ 48325 w 364335"/>
              <a:gd name="csY9" fmla="*/ 303007 h 362024"/>
              <a:gd name="csX10" fmla="*/ 38186 w 364335"/>
              <a:gd name="csY10" fmla="*/ 292203 h 362024"/>
              <a:gd name="csX11" fmla="*/ 25184 w 364335"/>
              <a:gd name="csY11" fmla="*/ 273778 h 362024"/>
              <a:gd name="csX12" fmla="*/ 11540 w 364335"/>
              <a:gd name="csY12" fmla="*/ 253016 h 362024"/>
              <a:gd name="csX13" fmla="*/ 9603 w 364335"/>
              <a:gd name="csY13" fmla="*/ 246065 h 362024"/>
              <a:gd name="csX14" fmla="*/ 4075 w 364335"/>
              <a:gd name="csY14" fmla="*/ 230604 h 362024"/>
              <a:gd name="csX15" fmla="*/ 2870 w 364335"/>
              <a:gd name="csY15" fmla="*/ 216903 h 362024"/>
              <a:gd name="csX16" fmla="*/ 19099 w 364335"/>
              <a:gd name="csY16" fmla="*/ 209992 h 362024"/>
              <a:gd name="csX17" fmla="*/ 33857 w 364335"/>
              <a:gd name="csY17" fmla="*/ 202727 h 362024"/>
              <a:gd name="csX18" fmla="*/ 62323 w 364335"/>
              <a:gd name="csY18" fmla="*/ 175142 h 362024"/>
              <a:gd name="csX19" fmla="*/ 75732 w 364335"/>
              <a:gd name="csY19" fmla="*/ 169793 h 362024"/>
              <a:gd name="csX20" fmla="*/ 107485 w 364335"/>
              <a:gd name="csY20" fmla="*/ 178512 h 362024"/>
              <a:gd name="csX21" fmla="*/ 118888 w 364335"/>
              <a:gd name="csY21" fmla="*/ 188952 h 362024"/>
              <a:gd name="csX22" fmla="*/ 122369 w 364335"/>
              <a:gd name="csY22" fmla="*/ 177011 h 362024"/>
              <a:gd name="csX23" fmla="*/ 128391 w 364335"/>
              <a:gd name="csY23" fmla="*/ 163500 h 362024"/>
              <a:gd name="csX24" fmla="*/ 127169 w 364335"/>
              <a:gd name="csY24" fmla="*/ 147778 h 362024"/>
              <a:gd name="csX25" fmla="*/ 130389 w 364335"/>
              <a:gd name="csY25" fmla="*/ 138750 h 362024"/>
              <a:gd name="csX26" fmla="*/ 147714 w 364335"/>
              <a:gd name="csY26" fmla="*/ 129037 h 362024"/>
              <a:gd name="csX27" fmla="*/ 142395 w 364335"/>
              <a:gd name="csY27" fmla="*/ 116273 h 362024"/>
              <a:gd name="csX28" fmla="*/ 138322 w 364335"/>
              <a:gd name="csY28" fmla="*/ 100445 h 362024"/>
              <a:gd name="csX29" fmla="*/ 132219 w 364335"/>
              <a:gd name="csY29" fmla="*/ 77384 h 362024"/>
              <a:gd name="csX30" fmla="*/ 123182 w 364335"/>
              <a:gd name="csY30" fmla="*/ 67380 h 362024"/>
              <a:gd name="csX31" fmla="*/ 127316 w 364335"/>
              <a:gd name="csY31" fmla="*/ 49072 h 362024"/>
              <a:gd name="csX32" fmla="*/ 149002 w 364335"/>
              <a:gd name="csY32" fmla="*/ 26791 h 362024"/>
              <a:gd name="csX33" fmla="*/ 156308 w 364335"/>
              <a:gd name="csY33" fmla="*/ 19245 h 362024"/>
              <a:gd name="csX34" fmla="*/ 153995 w 364335"/>
              <a:gd name="csY34" fmla="*/ 9825 h 362024"/>
              <a:gd name="csX35" fmla="*/ 161050 w 364335"/>
              <a:gd name="csY35" fmla="*/ 76 h 362024"/>
              <a:gd name="csX36" fmla="*/ 166583 w 364335"/>
              <a:gd name="csY36" fmla="*/ 7348 h 362024"/>
              <a:gd name="csX37" fmla="*/ 154998 w 364335"/>
              <a:gd name="csY37" fmla="*/ 39300 h 362024"/>
              <a:gd name="csX38" fmla="*/ 157050 w 364335"/>
              <a:gd name="csY38" fmla="*/ 45546 h 362024"/>
              <a:gd name="csX39" fmla="*/ 169737 w 364335"/>
              <a:gd name="csY39" fmla="*/ 24492 h 362024"/>
              <a:gd name="csX40" fmla="*/ 176182 w 364335"/>
              <a:gd name="csY40" fmla="*/ 20317 h 362024"/>
              <a:gd name="csX41" fmla="*/ 177678 w 364335"/>
              <a:gd name="csY41" fmla="*/ 26406 h 362024"/>
              <a:gd name="csX42" fmla="*/ 173510 w 364335"/>
              <a:gd name="csY42" fmla="*/ 43871 h 362024"/>
              <a:gd name="csX43" fmla="*/ 171706 w 364335"/>
              <a:gd name="csY43" fmla="*/ 58451 h 362024"/>
              <a:gd name="csX44" fmla="*/ 179820 w 364335"/>
              <a:gd name="csY44" fmla="*/ 60233 h 362024"/>
              <a:gd name="csX45" fmla="*/ 195468 w 364335"/>
              <a:gd name="csY45" fmla="*/ 47665 h 362024"/>
              <a:gd name="csX46" fmla="*/ 212893 w 364335"/>
              <a:gd name="csY46" fmla="*/ 36256 h 362024"/>
              <a:gd name="csX47" fmla="*/ 215787 w 364335"/>
              <a:gd name="csY47" fmla="*/ 59322 h 362024"/>
              <a:gd name="csX48" fmla="*/ 202515 w 364335"/>
              <a:gd name="csY48" fmla="*/ 73785 h 362024"/>
              <a:gd name="csX49" fmla="*/ 193598 w 364335"/>
              <a:gd name="csY49" fmla="*/ 76402 h 362024"/>
              <a:gd name="csX50" fmla="*/ 196544 w 364335"/>
              <a:gd name="csY50" fmla="*/ 79629 h 362024"/>
              <a:gd name="csX51" fmla="*/ 200631 w 364335"/>
              <a:gd name="csY51" fmla="*/ 82161 h 362024"/>
              <a:gd name="csX52" fmla="*/ 183851 w 364335"/>
              <a:gd name="csY52" fmla="*/ 86694 h 362024"/>
              <a:gd name="csX53" fmla="*/ 179447 w 364335"/>
              <a:gd name="csY53" fmla="*/ 90600 h 362024"/>
              <a:gd name="csX54" fmla="*/ 177337 w 364335"/>
              <a:gd name="csY54" fmla="*/ 95117 h 362024"/>
              <a:gd name="csX55" fmla="*/ 175970 w 364335"/>
              <a:gd name="csY55" fmla="*/ 99847 h 362024"/>
              <a:gd name="csX56" fmla="*/ 172279 w 364335"/>
              <a:gd name="csY56" fmla="*/ 109275 h 362024"/>
              <a:gd name="csX57" fmla="*/ 162736 w 364335"/>
              <a:gd name="csY57" fmla="*/ 127778 h 362024"/>
              <a:gd name="csX58" fmla="*/ 154984 w 364335"/>
              <a:gd name="csY58" fmla="*/ 141584 h 362024"/>
              <a:gd name="csX59" fmla="*/ 157382 w 364335"/>
              <a:gd name="csY59" fmla="*/ 150820 h 362024"/>
              <a:gd name="csX60" fmla="*/ 166003 w 364335"/>
              <a:gd name="csY60" fmla="*/ 156522 h 362024"/>
              <a:gd name="csX61" fmla="*/ 178921 w 364335"/>
              <a:gd name="csY61" fmla="*/ 158229 h 362024"/>
              <a:gd name="csX62" fmla="*/ 200631 w 364335"/>
              <a:gd name="csY62" fmla="*/ 155851 h 362024"/>
              <a:gd name="csX63" fmla="*/ 253127 w 364335"/>
              <a:gd name="csY63" fmla="*/ 145110 h 362024"/>
              <a:gd name="csX64" fmla="*/ 260004 w 364335"/>
              <a:gd name="csY64" fmla="*/ 117060 h 362024"/>
              <a:gd name="csX65" fmla="*/ 261186 w 364335"/>
              <a:gd name="csY65" fmla="*/ 105023 h 362024"/>
              <a:gd name="csX66" fmla="*/ 280779 w 364335"/>
              <a:gd name="csY66" fmla="*/ 107831 h 362024"/>
              <a:gd name="csX67" fmla="*/ 316123 w 364335"/>
              <a:gd name="csY67" fmla="*/ 101238 h 362024"/>
              <a:gd name="csX68" fmla="*/ 332436 w 364335"/>
              <a:gd name="csY68" fmla="*/ 86525 h 362024"/>
              <a:gd name="csX69" fmla="*/ 340656 w 364335"/>
              <a:gd name="csY69" fmla="*/ 79224 h 362024"/>
              <a:gd name="csX70" fmla="*/ 348855 w 364335"/>
              <a:gd name="csY70" fmla="*/ 87171 h 362024"/>
              <a:gd name="csX71" fmla="*/ 361269 w 364335"/>
              <a:gd name="csY71" fmla="*/ 95117 h 362024"/>
              <a:gd name="csX72" fmla="*/ 363171 w 364335"/>
              <a:gd name="csY72" fmla="*/ 103178 h 362024"/>
              <a:gd name="csX73" fmla="*/ 356290 w 364335"/>
              <a:gd name="csY73" fmla="*/ 118022 h 362024"/>
              <a:gd name="csX74" fmla="*/ 352528 w 364335"/>
              <a:gd name="csY74" fmla="*/ 135380 h 362024"/>
              <a:gd name="csX75" fmla="*/ 345616 w 364335"/>
              <a:gd name="csY75" fmla="*/ 149152 h 362024"/>
              <a:gd name="csX76" fmla="*/ 336399 w 364335"/>
              <a:gd name="csY76" fmla="*/ 158318 h 362024"/>
              <a:gd name="csX77" fmla="*/ 325505 w 364335"/>
              <a:gd name="csY77" fmla="*/ 175523 h 362024"/>
              <a:gd name="csX78" fmla="*/ 315430 w 364335"/>
              <a:gd name="csY78" fmla="*/ 204352 h 362024"/>
              <a:gd name="csX79" fmla="*/ 313994 w 364335"/>
              <a:gd name="csY79" fmla="*/ 218773 h 362024"/>
              <a:gd name="csX80" fmla="*/ 296375 w 364335"/>
              <a:gd name="csY80" fmla="*/ 228175 h 362024"/>
              <a:gd name="csX81" fmla="*/ 265231 w 364335"/>
              <a:gd name="csY81" fmla="*/ 238311 h 362024"/>
              <a:gd name="csX82" fmla="*/ 244951 w 364335"/>
              <a:gd name="csY82" fmla="*/ 244768 h 362024"/>
              <a:gd name="csX83" fmla="*/ 219261 w 364335"/>
              <a:gd name="csY83" fmla="*/ 258588 h 362024"/>
              <a:gd name="csX84" fmla="*/ 224662 w 364335"/>
              <a:gd name="csY84" fmla="*/ 270643 h 362024"/>
              <a:gd name="csX85" fmla="*/ 242353 w 364335"/>
              <a:gd name="csY85" fmla="*/ 274944 h 362024"/>
              <a:gd name="csX86" fmla="*/ 251900 w 364335"/>
              <a:gd name="csY86" fmla="*/ 285801 h 362024"/>
              <a:gd name="csX87" fmla="*/ 252381 w 364335"/>
              <a:gd name="csY87" fmla="*/ 304719 h 362024"/>
              <a:gd name="csX88" fmla="*/ 261267 w 364335"/>
              <a:gd name="csY88" fmla="*/ 315608 h 362024"/>
              <a:gd name="csX89" fmla="*/ 268876 w 364335"/>
              <a:gd name="csY89" fmla="*/ 316858 h 362024"/>
              <a:gd name="csX90" fmla="*/ 252027 w 364335"/>
              <a:gd name="csY90" fmla="*/ 336142 h 362024"/>
              <a:gd name="csX91" fmla="*/ 230251 w 364335"/>
              <a:gd name="csY91" fmla="*/ 349333 h 362024"/>
              <a:gd name="csX92" fmla="*/ 209844 w 364335"/>
              <a:gd name="csY92" fmla="*/ 359530 h 362024"/>
              <a:gd name="csX93" fmla="*/ 194478 w 364335"/>
              <a:gd name="csY93" fmla="*/ 360594 h 362024"/>
              <a:gd name="csX94" fmla="*/ 185142 w 364335"/>
              <a:gd name="csY94" fmla="*/ 358570 h 362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364335" h="362024">
                <a:moveTo>
                  <a:pt x="185142" y="358570"/>
                </a:moveTo>
                <a:cubicBezTo>
                  <a:pt x="185142" y="356038"/>
                  <a:pt x="186257" y="348086"/>
                  <a:pt x="187621" y="340898"/>
                </a:cubicBezTo>
                <a:cubicBezTo>
                  <a:pt x="189559" y="330679"/>
                  <a:pt x="189267" y="326160"/>
                  <a:pt x="186283" y="320178"/>
                </a:cubicBezTo>
                <a:lnTo>
                  <a:pt x="182466" y="312528"/>
                </a:lnTo>
                <a:lnTo>
                  <a:pt x="160064" y="313164"/>
                </a:lnTo>
                <a:cubicBezTo>
                  <a:pt x="140617" y="313716"/>
                  <a:pt x="137363" y="314470"/>
                  <a:pt x="135394" y="318882"/>
                </a:cubicBezTo>
                <a:cubicBezTo>
                  <a:pt x="133601" y="322902"/>
                  <a:pt x="127800" y="324938"/>
                  <a:pt x="107653" y="328620"/>
                </a:cubicBezTo>
                <a:cubicBezTo>
                  <a:pt x="84116" y="332921"/>
                  <a:pt x="81860" y="332955"/>
                  <a:pt x="77975" y="329071"/>
                </a:cubicBezTo>
                <a:cubicBezTo>
                  <a:pt x="75663" y="326758"/>
                  <a:pt x="71954" y="324866"/>
                  <a:pt x="69734" y="324866"/>
                </a:cubicBezTo>
                <a:cubicBezTo>
                  <a:pt x="64790" y="324866"/>
                  <a:pt x="53564" y="313404"/>
                  <a:pt x="48325" y="303007"/>
                </a:cubicBezTo>
                <a:cubicBezTo>
                  <a:pt x="46195" y="298781"/>
                  <a:pt x="41633" y="293919"/>
                  <a:pt x="38186" y="292203"/>
                </a:cubicBezTo>
                <a:cubicBezTo>
                  <a:pt x="31831" y="289039"/>
                  <a:pt x="25350" y="279856"/>
                  <a:pt x="25184" y="273778"/>
                </a:cubicBezTo>
                <a:cubicBezTo>
                  <a:pt x="25085" y="270192"/>
                  <a:pt x="14730" y="254434"/>
                  <a:pt x="11540" y="253016"/>
                </a:cubicBezTo>
                <a:cubicBezTo>
                  <a:pt x="10475" y="252543"/>
                  <a:pt x="9603" y="249415"/>
                  <a:pt x="9603" y="246065"/>
                </a:cubicBezTo>
                <a:cubicBezTo>
                  <a:pt x="9603" y="242715"/>
                  <a:pt x="7116" y="235757"/>
                  <a:pt x="4075" y="230604"/>
                </a:cubicBezTo>
                <a:cubicBezTo>
                  <a:pt x="-1096" y="221839"/>
                  <a:pt x="-1174" y="220953"/>
                  <a:pt x="2870" y="216903"/>
                </a:cubicBezTo>
                <a:cubicBezTo>
                  <a:pt x="5247" y="214522"/>
                  <a:pt x="12551" y="211412"/>
                  <a:pt x="19099" y="209992"/>
                </a:cubicBezTo>
                <a:cubicBezTo>
                  <a:pt x="25650" y="208572"/>
                  <a:pt x="32288" y="205304"/>
                  <a:pt x="33857" y="202727"/>
                </a:cubicBezTo>
                <a:cubicBezTo>
                  <a:pt x="40254" y="192222"/>
                  <a:pt x="57879" y="175142"/>
                  <a:pt x="62323" y="175142"/>
                </a:cubicBezTo>
                <a:cubicBezTo>
                  <a:pt x="64938" y="175142"/>
                  <a:pt x="70972" y="172735"/>
                  <a:pt x="75732" y="169793"/>
                </a:cubicBezTo>
                <a:cubicBezTo>
                  <a:pt x="86563" y="163099"/>
                  <a:pt x="92402" y="164703"/>
                  <a:pt x="107485" y="178512"/>
                </a:cubicBezTo>
                <a:lnTo>
                  <a:pt x="118888" y="188952"/>
                </a:lnTo>
                <a:lnTo>
                  <a:pt x="122369" y="177011"/>
                </a:lnTo>
                <a:cubicBezTo>
                  <a:pt x="124284" y="170444"/>
                  <a:pt x="126994" y="164364"/>
                  <a:pt x="128391" y="163500"/>
                </a:cubicBezTo>
                <a:cubicBezTo>
                  <a:pt x="132170" y="161165"/>
                  <a:pt x="131464" y="152072"/>
                  <a:pt x="127169" y="147778"/>
                </a:cubicBezTo>
                <a:cubicBezTo>
                  <a:pt x="122214" y="142823"/>
                  <a:pt x="124785" y="135614"/>
                  <a:pt x="130389" y="138750"/>
                </a:cubicBezTo>
                <a:cubicBezTo>
                  <a:pt x="136409" y="142119"/>
                  <a:pt x="145744" y="136885"/>
                  <a:pt x="147714" y="129037"/>
                </a:cubicBezTo>
                <a:cubicBezTo>
                  <a:pt x="149051" y="123709"/>
                  <a:pt x="147940" y="121043"/>
                  <a:pt x="142395" y="116273"/>
                </a:cubicBezTo>
                <a:cubicBezTo>
                  <a:pt x="135828" y="110625"/>
                  <a:pt x="135571" y="109625"/>
                  <a:pt x="138322" y="100445"/>
                </a:cubicBezTo>
                <a:cubicBezTo>
                  <a:pt x="142194" y="87522"/>
                  <a:pt x="142531" y="88798"/>
                  <a:pt x="132219" y="77384"/>
                </a:cubicBezTo>
                <a:lnTo>
                  <a:pt x="123182" y="67380"/>
                </a:lnTo>
                <a:lnTo>
                  <a:pt x="127316" y="49072"/>
                </a:lnTo>
                <a:cubicBezTo>
                  <a:pt x="131667" y="29805"/>
                  <a:pt x="134422" y="26975"/>
                  <a:pt x="149002" y="26791"/>
                </a:cubicBezTo>
                <a:cubicBezTo>
                  <a:pt x="154177" y="26725"/>
                  <a:pt x="155624" y="25231"/>
                  <a:pt x="156308" y="19245"/>
                </a:cubicBezTo>
                <a:cubicBezTo>
                  <a:pt x="156776" y="15139"/>
                  <a:pt x="155736" y="10900"/>
                  <a:pt x="153995" y="9825"/>
                </a:cubicBezTo>
                <a:cubicBezTo>
                  <a:pt x="148346" y="6334"/>
                  <a:pt x="153520" y="-815"/>
                  <a:pt x="161050" y="76"/>
                </a:cubicBezTo>
                <a:cubicBezTo>
                  <a:pt x="168082" y="908"/>
                  <a:pt x="172982" y="7348"/>
                  <a:pt x="166583" y="7348"/>
                </a:cubicBezTo>
                <a:cubicBezTo>
                  <a:pt x="163388" y="7348"/>
                  <a:pt x="159114" y="19135"/>
                  <a:pt x="154998" y="39300"/>
                </a:cubicBezTo>
                <a:cubicBezTo>
                  <a:pt x="153853" y="44911"/>
                  <a:pt x="154355" y="46439"/>
                  <a:pt x="157050" y="45546"/>
                </a:cubicBezTo>
                <a:cubicBezTo>
                  <a:pt x="160851" y="44288"/>
                  <a:pt x="165520" y="36539"/>
                  <a:pt x="169737" y="24492"/>
                </a:cubicBezTo>
                <a:cubicBezTo>
                  <a:pt x="171898" y="18321"/>
                  <a:pt x="172952" y="17637"/>
                  <a:pt x="176182" y="20317"/>
                </a:cubicBezTo>
                <a:cubicBezTo>
                  <a:pt x="178636" y="22355"/>
                  <a:pt x="179182" y="24572"/>
                  <a:pt x="177678" y="26406"/>
                </a:cubicBezTo>
                <a:cubicBezTo>
                  <a:pt x="176378" y="27992"/>
                  <a:pt x="174502" y="35852"/>
                  <a:pt x="173510" y="43871"/>
                </a:cubicBezTo>
                <a:lnTo>
                  <a:pt x="171706" y="58451"/>
                </a:lnTo>
                <a:lnTo>
                  <a:pt x="179820" y="60233"/>
                </a:lnTo>
                <a:cubicBezTo>
                  <a:pt x="190172" y="62507"/>
                  <a:pt x="195468" y="58253"/>
                  <a:pt x="195468" y="47665"/>
                </a:cubicBezTo>
                <a:cubicBezTo>
                  <a:pt x="195468" y="37295"/>
                  <a:pt x="201609" y="33273"/>
                  <a:pt x="212893" y="36256"/>
                </a:cubicBezTo>
                <a:cubicBezTo>
                  <a:pt x="222809" y="38877"/>
                  <a:pt x="222920" y="39758"/>
                  <a:pt x="215787" y="59322"/>
                </a:cubicBezTo>
                <a:cubicBezTo>
                  <a:pt x="210635" y="73452"/>
                  <a:pt x="209804" y="74357"/>
                  <a:pt x="202515" y="73785"/>
                </a:cubicBezTo>
                <a:cubicBezTo>
                  <a:pt x="198132" y="73441"/>
                  <a:pt x="194241" y="74583"/>
                  <a:pt x="193598" y="76402"/>
                </a:cubicBezTo>
                <a:cubicBezTo>
                  <a:pt x="192970" y="78177"/>
                  <a:pt x="194295" y="79629"/>
                  <a:pt x="196544" y="79629"/>
                </a:cubicBezTo>
                <a:cubicBezTo>
                  <a:pt x="198791" y="79629"/>
                  <a:pt x="200631" y="80768"/>
                  <a:pt x="200631" y="82161"/>
                </a:cubicBezTo>
                <a:cubicBezTo>
                  <a:pt x="200631" y="85088"/>
                  <a:pt x="191380" y="87587"/>
                  <a:pt x="183851" y="86694"/>
                </a:cubicBezTo>
                <a:cubicBezTo>
                  <a:pt x="180197" y="86261"/>
                  <a:pt x="178910" y="87403"/>
                  <a:pt x="179447" y="90600"/>
                </a:cubicBezTo>
                <a:cubicBezTo>
                  <a:pt x="179864" y="93084"/>
                  <a:pt x="178915" y="95117"/>
                  <a:pt x="177337" y="95117"/>
                </a:cubicBezTo>
                <a:cubicBezTo>
                  <a:pt x="175731" y="95117"/>
                  <a:pt x="175129" y="97199"/>
                  <a:pt x="175970" y="99847"/>
                </a:cubicBezTo>
                <a:cubicBezTo>
                  <a:pt x="176899" y="102775"/>
                  <a:pt x="175493" y="106367"/>
                  <a:pt x="172279" y="109275"/>
                </a:cubicBezTo>
                <a:cubicBezTo>
                  <a:pt x="169424" y="111859"/>
                  <a:pt x="165130" y="120185"/>
                  <a:pt x="162736" y="127778"/>
                </a:cubicBezTo>
                <a:cubicBezTo>
                  <a:pt x="160343" y="135371"/>
                  <a:pt x="156854" y="141584"/>
                  <a:pt x="154984" y="141584"/>
                </a:cubicBezTo>
                <a:cubicBezTo>
                  <a:pt x="149300" y="141584"/>
                  <a:pt x="151188" y="148854"/>
                  <a:pt x="157382" y="150820"/>
                </a:cubicBezTo>
                <a:cubicBezTo>
                  <a:pt x="160571" y="151832"/>
                  <a:pt x="164451" y="154398"/>
                  <a:pt x="166003" y="156522"/>
                </a:cubicBezTo>
                <a:cubicBezTo>
                  <a:pt x="168191" y="159513"/>
                  <a:pt x="171101" y="159898"/>
                  <a:pt x="178921" y="158229"/>
                </a:cubicBezTo>
                <a:cubicBezTo>
                  <a:pt x="184472" y="157045"/>
                  <a:pt x="194242" y="155975"/>
                  <a:pt x="200631" y="155851"/>
                </a:cubicBezTo>
                <a:cubicBezTo>
                  <a:pt x="239506" y="155102"/>
                  <a:pt x="240586" y="154881"/>
                  <a:pt x="253127" y="145110"/>
                </a:cubicBezTo>
                <a:cubicBezTo>
                  <a:pt x="266671" y="134558"/>
                  <a:pt x="268972" y="125175"/>
                  <a:pt x="260004" y="117060"/>
                </a:cubicBezTo>
                <a:cubicBezTo>
                  <a:pt x="253254" y="110951"/>
                  <a:pt x="253492" y="108529"/>
                  <a:pt x="261186" y="105023"/>
                </a:cubicBezTo>
                <a:cubicBezTo>
                  <a:pt x="266361" y="102665"/>
                  <a:pt x="269974" y="103183"/>
                  <a:pt x="280779" y="107831"/>
                </a:cubicBezTo>
                <a:cubicBezTo>
                  <a:pt x="296129" y="114435"/>
                  <a:pt x="303140" y="113127"/>
                  <a:pt x="316123" y="101238"/>
                </a:cubicBezTo>
                <a:cubicBezTo>
                  <a:pt x="320574" y="97162"/>
                  <a:pt x="327915" y="90541"/>
                  <a:pt x="332436" y="86525"/>
                </a:cubicBezTo>
                <a:lnTo>
                  <a:pt x="340656" y="79224"/>
                </a:lnTo>
                <a:lnTo>
                  <a:pt x="348855" y="87171"/>
                </a:lnTo>
                <a:cubicBezTo>
                  <a:pt x="353365" y="91541"/>
                  <a:pt x="358951" y="95117"/>
                  <a:pt x="361269" y="95117"/>
                </a:cubicBezTo>
                <a:cubicBezTo>
                  <a:pt x="364761" y="95117"/>
                  <a:pt x="365087" y="96499"/>
                  <a:pt x="363171" y="103178"/>
                </a:cubicBezTo>
                <a:cubicBezTo>
                  <a:pt x="361900" y="107612"/>
                  <a:pt x="358803" y="114292"/>
                  <a:pt x="356290" y="118022"/>
                </a:cubicBezTo>
                <a:cubicBezTo>
                  <a:pt x="353286" y="122482"/>
                  <a:pt x="351997" y="128425"/>
                  <a:pt x="352528" y="135380"/>
                </a:cubicBezTo>
                <a:cubicBezTo>
                  <a:pt x="353262" y="145010"/>
                  <a:pt x="352644" y="146241"/>
                  <a:pt x="345616" y="149152"/>
                </a:cubicBezTo>
                <a:cubicBezTo>
                  <a:pt x="341239" y="150965"/>
                  <a:pt x="337248" y="154934"/>
                  <a:pt x="336399" y="158318"/>
                </a:cubicBezTo>
                <a:cubicBezTo>
                  <a:pt x="335575" y="161601"/>
                  <a:pt x="330673" y="169343"/>
                  <a:pt x="325505" y="175523"/>
                </a:cubicBezTo>
                <a:cubicBezTo>
                  <a:pt x="311850" y="191852"/>
                  <a:pt x="310247" y="196441"/>
                  <a:pt x="315430" y="204352"/>
                </a:cubicBezTo>
                <a:cubicBezTo>
                  <a:pt x="319567" y="210666"/>
                  <a:pt x="319502" y="211324"/>
                  <a:pt x="313994" y="218773"/>
                </a:cubicBezTo>
                <a:cubicBezTo>
                  <a:pt x="309522" y="224822"/>
                  <a:pt x="305556" y="226939"/>
                  <a:pt x="296375" y="228175"/>
                </a:cubicBezTo>
                <a:cubicBezTo>
                  <a:pt x="280209" y="230353"/>
                  <a:pt x="268738" y="234086"/>
                  <a:pt x="265231" y="238311"/>
                </a:cubicBezTo>
                <a:cubicBezTo>
                  <a:pt x="263619" y="240253"/>
                  <a:pt x="254493" y="243158"/>
                  <a:pt x="244951" y="244768"/>
                </a:cubicBezTo>
                <a:cubicBezTo>
                  <a:pt x="224827" y="248162"/>
                  <a:pt x="223542" y="248854"/>
                  <a:pt x="219261" y="258588"/>
                </a:cubicBezTo>
                <a:cubicBezTo>
                  <a:pt x="215450" y="267254"/>
                  <a:pt x="216976" y="270661"/>
                  <a:pt x="224662" y="270643"/>
                </a:cubicBezTo>
                <a:cubicBezTo>
                  <a:pt x="227772" y="270636"/>
                  <a:pt x="235733" y="272571"/>
                  <a:pt x="242353" y="274944"/>
                </a:cubicBezTo>
                <a:cubicBezTo>
                  <a:pt x="253677" y="279002"/>
                  <a:pt x="254241" y="279644"/>
                  <a:pt x="251900" y="285801"/>
                </a:cubicBezTo>
                <a:cubicBezTo>
                  <a:pt x="250237" y="290175"/>
                  <a:pt x="250396" y="296447"/>
                  <a:pt x="252381" y="304719"/>
                </a:cubicBezTo>
                <a:cubicBezTo>
                  <a:pt x="255038" y="315794"/>
                  <a:pt x="255971" y="316937"/>
                  <a:pt x="261267" y="315608"/>
                </a:cubicBezTo>
                <a:cubicBezTo>
                  <a:pt x="264522" y="314791"/>
                  <a:pt x="267946" y="315353"/>
                  <a:pt x="268876" y="316858"/>
                </a:cubicBezTo>
                <a:cubicBezTo>
                  <a:pt x="271618" y="321295"/>
                  <a:pt x="260047" y="334538"/>
                  <a:pt x="252027" y="336142"/>
                </a:cubicBezTo>
                <a:cubicBezTo>
                  <a:pt x="247958" y="336956"/>
                  <a:pt x="238159" y="342892"/>
                  <a:pt x="230251" y="349333"/>
                </a:cubicBezTo>
                <a:cubicBezTo>
                  <a:pt x="219279" y="358270"/>
                  <a:pt x="214445" y="360685"/>
                  <a:pt x="209844" y="359530"/>
                </a:cubicBezTo>
                <a:cubicBezTo>
                  <a:pt x="206527" y="358698"/>
                  <a:pt x="199613" y="359176"/>
                  <a:pt x="194478" y="360594"/>
                </a:cubicBezTo>
                <a:cubicBezTo>
                  <a:pt x="186278" y="362858"/>
                  <a:pt x="185142" y="362612"/>
                  <a:pt x="185142" y="358570"/>
                </a:cubicBezTo>
                <a:close/>
              </a:path>
            </a:pathLst>
          </a:custGeom>
          <a:solidFill>
            <a:srgbClr val="B9B9B9"/>
          </a:solidFill>
          <a:ln w="5163" cap="flat">
            <a:noFill/>
            <a:prstDash val="solid"/>
            <a:miter/>
          </a:ln>
        </p:spPr>
        <p:txBody>
          <a:bodyPr/>
          <a:lstStyle/>
          <a:p>
            <a:endParaRPr lang="es-419" noProof="0" dirty="0"/>
          </a:p>
        </p:txBody>
      </p:sp>
      <p:sp>
        <p:nvSpPr>
          <p:cNvPr id="46" name="Forma libre: forma 45">
            <a:extLst>
              <a:ext uri="{FF2B5EF4-FFF2-40B4-BE49-F238E27FC236}">
                <a16:creationId xmlns:a16="http://schemas.microsoft.com/office/drawing/2014/main" id="{4BA0D9AB-ECDE-AAA4-4B4E-E8202C50F004}"/>
              </a:ext>
            </a:extLst>
          </p:cNvPr>
          <p:cNvSpPr/>
          <p:nvPr/>
        </p:nvSpPr>
        <p:spPr>
          <a:xfrm>
            <a:off x="1331227" y="2128697"/>
            <a:ext cx="198884" cy="167193"/>
          </a:xfrm>
          <a:custGeom>
            <a:avLst/>
            <a:gdLst>
              <a:gd name="csX0" fmla="*/ 102761 w 198884"/>
              <a:gd name="csY0" fmla="*/ 161938 h 167193"/>
              <a:gd name="csX1" fmla="*/ 88269 w 198884"/>
              <a:gd name="csY1" fmla="*/ 157454 h 167193"/>
              <a:gd name="csX2" fmla="*/ 69481 w 198884"/>
              <a:gd name="csY2" fmla="*/ 161146 h 167193"/>
              <a:gd name="csX3" fmla="*/ 60039 w 198884"/>
              <a:gd name="csY3" fmla="*/ 160242 h 167193"/>
              <a:gd name="csX4" fmla="*/ 55236 w 198884"/>
              <a:gd name="csY4" fmla="*/ 148107 h 167193"/>
              <a:gd name="csX5" fmla="*/ 50480 w 198884"/>
              <a:gd name="csY5" fmla="*/ 138608 h 167193"/>
              <a:gd name="csX6" fmla="*/ 28907 w 198884"/>
              <a:gd name="csY6" fmla="*/ 140363 h 167193"/>
              <a:gd name="csX7" fmla="*/ 11289 w 198884"/>
              <a:gd name="csY7" fmla="*/ 137781 h 167193"/>
              <a:gd name="csX8" fmla="*/ 6827 w 198884"/>
              <a:gd name="csY8" fmla="*/ 131288 h 167193"/>
              <a:gd name="csX9" fmla="*/ 1775 w 198884"/>
              <a:gd name="csY9" fmla="*/ 129012 h 167193"/>
              <a:gd name="csX10" fmla="*/ 4158 w 198884"/>
              <a:gd name="csY10" fmla="*/ 118778 h 167193"/>
              <a:gd name="csX11" fmla="*/ 5752 w 198884"/>
              <a:gd name="csY11" fmla="*/ 106007 h 167193"/>
              <a:gd name="csX12" fmla="*/ 11789 w 198884"/>
              <a:gd name="csY12" fmla="*/ 81269 h 167193"/>
              <a:gd name="csX13" fmla="*/ 23630 w 198884"/>
              <a:gd name="csY13" fmla="*/ 62821 h 167193"/>
              <a:gd name="csX14" fmla="*/ 32410 w 198884"/>
              <a:gd name="csY14" fmla="*/ 53884 h 167193"/>
              <a:gd name="csX15" fmla="*/ 41084 w 198884"/>
              <a:gd name="csY15" fmla="*/ 33929 h 167193"/>
              <a:gd name="csX16" fmla="*/ 44790 w 198884"/>
              <a:gd name="csY16" fmla="*/ 21065 h 167193"/>
              <a:gd name="csX17" fmla="*/ 50866 w 198884"/>
              <a:gd name="csY17" fmla="*/ 7384 h 167193"/>
              <a:gd name="csX18" fmla="*/ 69085 w 198884"/>
              <a:gd name="csY18" fmla="*/ 3371 h 167193"/>
              <a:gd name="csX19" fmla="*/ 83968 w 198884"/>
              <a:gd name="csY19" fmla="*/ 7430 h 167193"/>
              <a:gd name="csX20" fmla="*/ 103250 w 198884"/>
              <a:gd name="csY20" fmla="*/ 16788 h 167193"/>
              <a:gd name="csX21" fmla="*/ 120904 w 198884"/>
              <a:gd name="csY21" fmla="*/ 28277 h 167193"/>
              <a:gd name="csX22" fmla="*/ 134887 w 198884"/>
              <a:gd name="csY22" fmla="*/ 23438 h 167193"/>
              <a:gd name="csX23" fmla="*/ 159058 w 198884"/>
              <a:gd name="csY23" fmla="*/ 20032 h 167193"/>
              <a:gd name="csX24" fmla="*/ 176483 w 198884"/>
              <a:gd name="csY24" fmla="*/ 28515 h 167193"/>
              <a:gd name="csX25" fmla="*/ 192460 w 198884"/>
              <a:gd name="csY25" fmla="*/ 37014 h 167193"/>
              <a:gd name="csX26" fmla="*/ 196332 w 198884"/>
              <a:gd name="csY26" fmla="*/ 44480 h 167193"/>
              <a:gd name="csX27" fmla="*/ 196153 w 198884"/>
              <a:gd name="csY27" fmla="*/ 52404 h 167193"/>
              <a:gd name="csX28" fmla="*/ 187288 w 198884"/>
              <a:gd name="csY28" fmla="*/ 53879 h 167193"/>
              <a:gd name="csX29" fmla="*/ 174390 w 198884"/>
              <a:gd name="csY29" fmla="*/ 56149 h 167193"/>
              <a:gd name="csX30" fmla="*/ 170518 w 198884"/>
              <a:gd name="csY30" fmla="*/ 64210 h 167193"/>
              <a:gd name="csX31" fmla="*/ 166645 w 198884"/>
              <a:gd name="csY31" fmla="*/ 72206 h 167193"/>
              <a:gd name="csX32" fmla="*/ 158901 w 198884"/>
              <a:gd name="csY32" fmla="*/ 75439 h 167193"/>
              <a:gd name="csX33" fmla="*/ 151157 w 198884"/>
              <a:gd name="csY33" fmla="*/ 76992 h 167193"/>
              <a:gd name="csX34" fmla="*/ 142182 w 198884"/>
              <a:gd name="csY34" fmla="*/ 79321 h 167193"/>
              <a:gd name="csX35" fmla="*/ 127056 w 198884"/>
              <a:gd name="csY35" fmla="*/ 97769 h 167193"/>
              <a:gd name="csX36" fmla="*/ 130544 w 198884"/>
              <a:gd name="csY36" fmla="*/ 109385 h 167193"/>
              <a:gd name="csX37" fmla="*/ 134269 w 198884"/>
              <a:gd name="csY37" fmla="*/ 120288 h 167193"/>
              <a:gd name="csX38" fmla="*/ 148765 w 198884"/>
              <a:gd name="csY38" fmla="*/ 140043 h 167193"/>
              <a:gd name="csX39" fmla="*/ 155377 w 198884"/>
              <a:gd name="csY39" fmla="*/ 157142 h 167193"/>
              <a:gd name="csX40" fmla="*/ 143045 w 198884"/>
              <a:gd name="csY40" fmla="*/ 162040 h 167193"/>
              <a:gd name="csX41" fmla="*/ 102761 w 198884"/>
              <a:gd name="csY41" fmla="*/ 161938 h 167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Lst>
            <a:rect l="l" t="t" r="r" b="b"/>
            <a:pathLst>
              <a:path w="198884" h="167193">
                <a:moveTo>
                  <a:pt x="102761" y="161938"/>
                </a:moveTo>
                <a:cubicBezTo>
                  <a:pt x="101767" y="158136"/>
                  <a:pt x="99022" y="157287"/>
                  <a:pt x="88269" y="157454"/>
                </a:cubicBezTo>
                <a:cubicBezTo>
                  <a:pt x="80973" y="157567"/>
                  <a:pt x="72518" y="159228"/>
                  <a:pt x="69481" y="161146"/>
                </a:cubicBezTo>
                <a:cubicBezTo>
                  <a:pt x="64710" y="164157"/>
                  <a:pt x="63423" y="164033"/>
                  <a:pt x="60039" y="160242"/>
                </a:cubicBezTo>
                <a:cubicBezTo>
                  <a:pt x="57884" y="157827"/>
                  <a:pt x="55723" y="152366"/>
                  <a:pt x="55236" y="148107"/>
                </a:cubicBezTo>
                <a:cubicBezTo>
                  <a:pt x="54750" y="143848"/>
                  <a:pt x="52610" y="139573"/>
                  <a:pt x="50480" y="138608"/>
                </a:cubicBezTo>
                <a:cubicBezTo>
                  <a:pt x="43634" y="135506"/>
                  <a:pt x="32890" y="136379"/>
                  <a:pt x="28907" y="140363"/>
                </a:cubicBezTo>
                <a:cubicBezTo>
                  <a:pt x="22942" y="146328"/>
                  <a:pt x="14628" y="145109"/>
                  <a:pt x="11289" y="137781"/>
                </a:cubicBezTo>
                <a:cubicBezTo>
                  <a:pt x="9671" y="134232"/>
                  <a:pt x="7664" y="131310"/>
                  <a:pt x="6827" y="131288"/>
                </a:cubicBezTo>
                <a:cubicBezTo>
                  <a:pt x="5990" y="131266"/>
                  <a:pt x="3716" y="130242"/>
                  <a:pt x="1775" y="129012"/>
                </a:cubicBezTo>
                <a:cubicBezTo>
                  <a:pt x="-1083" y="127202"/>
                  <a:pt x="-629" y="125253"/>
                  <a:pt x="4158" y="118778"/>
                </a:cubicBezTo>
                <a:cubicBezTo>
                  <a:pt x="9713" y="111264"/>
                  <a:pt x="9810" y="110491"/>
                  <a:pt x="5752" y="106007"/>
                </a:cubicBezTo>
                <a:cubicBezTo>
                  <a:pt x="-610" y="98977"/>
                  <a:pt x="325" y="95142"/>
                  <a:pt x="11789" y="81269"/>
                </a:cubicBezTo>
                <a:cubicBezTo>
                  <a:pt x="17485" y="74376"/>
                  <a:pt x="22814" y="66074"/>
                  <a:pt x="23630" y="62821"/>
                </a:cubicBezTo>
                <a:cubicBezTo>
                  <a:pt x="24447" y="59568"/>
                  <a:pt x="28398" y="55546"/>
                  <a:pt x="32410" y="53884"/>
                </a:cubicBezTo>
                <a:cubicBezTo>
                  <a:pt x="40181" y="50665"/>
                  <a:pt x="43478" y="43081"/>
                  <a:pt x="41084" y="33929"/>
                </a:cubicBezTo>
                <a:cubicBezTo>
                  <a:pt x="40186" y="30493"/>
                  <a:pt x="41619" y="25519"/>
                  <a:pt x="44790" y="21065"/>
                </a:cubicBezTo>
                <a:cubicBezTo>
                  <a:pt x="47634" y="17072"/>
                  <a:pt x="50368" y="10915"/>
                  <a:pt x="50866" y="7384"/>
                </a:cubicBezTo>
                <a:cubicBezTo>
                  <a:pt x="51978" y="-503"/>
                  <a:pt x="60785" y="-2442"/>
                  <a:pt x="69085" y="3371"/>
                </a:cubicBezTo>
                <a:cubicBezTo>
                  <a:pt x="72262" y="5597"/>
                  <a:pt x="78960" y="7424"/>
                  <a:pt x="83968" y="7430"/>
                </a:cubicBezTo>
                <a:cubicBezTo>
                  <a:pt x="90827" y="7440"/>
                  <a:pt x="95585" y="9748"/>
                  <a:pt x="103250" y="16788"/>
                </a:cubicBezTo>
                <a:cubicBezTo>
                  <a:pt x="108847" y="21927"/>
                  <a:pt x="116791" y="27098"/>
                  <a:pt x="120904" y="28277"/>
                </a:cubicBezTo>
                <a:cubicBezTo>
                  <a:pt x="127215" y="30087"/>
                  <a:pt x="129398" y="29332"/>
                  <a:pt x="134887" y="23438"/>
                </a:cubicBezTo>
                <a:cubicBezTo>
                  <a:pt x="142030" y="15767"/>
                  <a:pt x="156507" y="13727"/>
                  <a:pt x="159058" y="20032"/>
                </a:cubicBezTo>
                <a:cubicBezTo>
                  <a:pt x="159855" y="22000"/>
                  <a:pt x="167696" y="25818"/>
                  <a:pt x="176483" y="28515"/>
                </a:cubicBezTo>
                <a:cubicBezTo>
                  <a:pt x="186066" y="31457"/>
                  <a:pt x="192460" y="34858"/>
                  <a:pt x="192460" y="37014"/>
                </a:cubicBezTo>
                <a:cubicBezTo>
                  <a:pt x="192460" y="38991"/>
                  <a:pt x="194203" y="42351"/>
                  <a:pt x="196332" y="44480"/>
                </a:cubicBezTo>
                <a:cubicBezTo>
                  <a:pt x="199774" y="47922"/>
                  <a:pt x="199754" y="48803"/>
                  <a:pt x="196153" y="52404"/>
                </a:cubicBezTo>
                <a:cubicBezTo>
                  <a:pt x="193159" y="55398"/>
                  <a:pt x="190845" y="55783"/>
                  <a:pt x="187288" y="53879"/>
                </a:cubicBezTo>
                <a:cubicBezTo>
                  <a:pt x="179800" y="49872"/>
                  <a:pt x="174390" y="50824"/>
                  <a:pt x="174390" y="56149"/>
                </a:cubicBezTo>
                <a:cubicBezTo>
                  <a:pt x="174390" y="58815"/>
                  <a:pt x="172647" y="62442"/>
                  <a:pt x="170518" y="64210"/>
                </a:cubicBezTo>
                <a:cubicBezTo>
                  <a:pt x="168388" y="65977"/>
                  <a:pt x="166645" y="69575"/>
                  <a:pt x="166645" y="72206"/>
                </a:cubicBezTo>
                <a:cubicBezTo>
                  <a:pt x="166645" y="76143"/>
                  <a:pt x="165276" y="76714"/>
                  <a:pt x="158901" y="75439"/>
                </a:cubicBezTo>
                <a:cubicBezTo>
                  <a:pt x="153734" y="74406"/>
                  <a:pt x="151157" y="74922"/>
                  <a:pt x="151157" y="76992"/>
                </a:cubicBezTo>
                <a:cubicBezTo>
                  <a:pt x="151157" y="78961"/>
                  <a:pt x="147877" y="79812"/>
                  <a:pt x="142182" y="79321"/>
                </a:cubicBezTo>
                <a:cubicBezTo>
                  <a:pt x="130428" y="78308"/>
                  <a:pt x="124889" y="85064"/>
                  <a:pt x="127056" y="97769"/>
                </a:cubicBezTo>
                <a:cubicBezTo>
                  <a:pt x="127904" y="102738"/>
                  <a:pt x="129473" y="107965"/>
                  <a:pt x="130544" y="109385"/>
                </a:cubicBezTo>
                <a:cubicBezTo>
                  <a:pt x="131614" y="110805"/>
                  <a:pt x="133291" y="115711"/>
                  <a:pt x="134269" y="120288"/>
                </a:cubicBezTo>
                <a:cubicBezTo>
                  <a:pt x="135415" y="125645"/>
                  <a:pt x="140578" y="132682"/>
                  <a:pt x="148765" y="140043"/>
                </a:cubicBezTo>
                <a:cubicBezTo>
                  <a:pt x="162833" y="152691"/>
                  <a:pt x="164554" y="157142"/>
                  <a:pt x="155377" y="157142"/>
                </a:cubicBezTo>
                <a:cubicBezTo>
                  <a:pt x="152019" y="157142"/>
                  <a:pt x="146470" y="159346"/>
                  <a:pt x="143045" y="162040"/>
                </a:cubicBezTo>
                <a:cubicBezTo>
                  <a:pt x="134241" y="168966"/>
                  <a:pt x="104579" y="168891"/>
                  <a:pt x="102761" y="161938"/>
                </a:cubicBezTo>
                <a:close/>
              </a:path>
            </a:pathLst>
          </a:custGeom>
          <a:solidFill>
            <a:srgbClr val="B9B9B9"/>
          </a:solidFill>
          <a:ln w="5163" cap="flat">
            <a:noFill/>
            <a:prstDash val="solid"/>
            <a:miter/>
          </a:ln>
        </p:spPr>
        <p:txBody>
          <a:bodyPr/>
          <a:lstStyle/>
          <a:p>
            <a:endParaRPr lang="es-419" noProof="0" dirty="0"/>
          </a:p>
        </p:txBody>
      </p:sp>
      <p:sp>
        <p:nvSpPr>
          <p:cNvPr id="47" name="Forma libre: forma 46">
            <a:extLst>
              <a:ext uri="{FF2B5EF4-FFF2-40B4-BE49-F238E27FC236}">
                <a16:creationId xmlns:a16="http://schemas.microsoft.com/office/drawing/2014/main" id="{DAFD9040-A377-D2FC-6ABB-AED3BAF36D88}"/>
              </a:ext>
            </a:extLst>
          </p:cNvPr>
          <p:cNvSpPr/>
          <p:nvPr/>
        </p:nvSpPr>
        <p:spPr>
          <a:xfrm>
            <a:off x="1461542" y="2144566"/>
            <a:ext cx="129500" cy="144710"/>
          </a:xfrm>
          <a:custGeom>
            <a:avLst/>
            <a:gdLst>
              <a:gd name="csX0" fmla="*/ 39451 w 129500"/>
              <a:gd name="csY0" fmla="*/ 143362 h 144710"/>
              <a:gd name="csX1" fmla="*/ 36297 w 129500"/>
              <a:gd name="csY1" fmla="*/ 137530 h 144710"/>
              <a:gd name="csX2" fmla="*/ 22310 w 129500"/>
              <a:gd name="csY2" fmla="*/ 122582 h 144710"/>
              <a:gd name="csX3" fmla="*/ 6555 w 129500"/>
              <a:gd name="csY3" fmla="*/ 101930 h 144710"/>
              <a:gd name="csX4" fmla="*/ 2723 w 129500"/>
              <a:gd name="csY4" fmla="*/ 90935 h 144710"/>
              <a:gd name="csX5" fmla="*/ 1214 w 129500"/>
              <a:gd name="csY5" fmla="*/ 71343 h 144710"/>
              <a:gd name="csX6" fmla="*/ 12550 w 129500"/>
              <a:gd name="csY6" fmla="*/ 66880 h 144710"/>
              <a:gd name="csX7" fmla="*/ 22940 w 129500"/>
              <a:gd name="csY7" fmla="*/ 63986 h 144710"/>
              <a:gd name="csX8" fmla="*/ 31348 w 129500"/>
              <a:gd name="csY8" fmla="*/ 62963 h 144710"/>
              <a:gd name="csX9" fmla="*/ 38911 w 129500"/>
              <a:gd name="csY9" fmla="*/ 59306 h 144710"/>
              <a:gd name="csX10" fmla="*/ 42783 w 129500"/>
              <a:gd name="csY10" fmla="*/ 50923 h 144710"/>
              <a:gd name="csX11" fmla="*/ 46656 w 129500"/>
              <a:gd name="csY11" fmla="*/ 42586 h 144710"/>
              <a:gd name="csX12" fmla="*/ 51173 w 129500"/>
              <a:gd name="csY12" fmla="*/ 39323 h 144710"/>
              <a:gd name="csX13" fmla="*/ 69566 w 129500"/>
              <a:gd name="csY13" fmla="*/ 37767 h 144710"/>
              <a:gd name="csX14" fmla="*/ 69872 w 129500"/>
              <a:gd name="csY14" fmla="*/ 27120 h 144710"/>
              <a:gd name="csX15" fmla="*/ 67231 w 129500"/>
              <a:gd name="csY15" fmla="*/ 13692 h 144710"/>
              <a:gd name="csX16" fmla="*/ 69736 w 129500"/>
              <a:gd name="csY16" fmla="*/ 7102 h 144710"/>
              <a:gd name="csX17" fmla="*/ 81814 w 129500"/>
              <a:gd name="csY17" fmla="*/ 13524 h 144710"/>
              <a:gd name="csX18" fmla="*/ 100866 w 129500"/>
              <a:gd name="csY18" fmla="*/ 15068 h 144710"/>
              <a:gd name="csX19" fmla="*/ 113355 w 129500"/>
              <a:gd name="csY19" fmla="*/ 326 h 144710"/>
              <a:gd name="csX20" fmla="*/ 116355 w 129500"/>
              <a:gd name="csY20" fmla="*/ 6085 h 144710"/>
              <a:gd name="csX21" fmla="*/ 122928 w 129500"/>
              <a:gd name="csY21" fmla="*/ 21207 h 144710"/>
              <a:gd name="csX22" fmla="*/ 129501 w 129500"/>
              <a:gd name="csY22" fmla="*/ 32422 h 144710"/>
              <a:gd name="csX23" fmla="*/ 122289 w 129500"/>
              <a:gd name="csY23" fmla="*/ 39110 h 144710"/>
              <a:gd name="csX24" fmla="*/ 114210 w 129500"/>
              <a:gd name="csY24" fmla="*/ 43197 h 144710"/>
              <a:gd name="csX25" fmla="*/ 100996 w 129500"/>
              <a:gd name="csY25" fmla="*/ 50277 h 144710"/>
              <a:gd name="csX26" fmla="*/ 91480 w 129500"/>
              <a:gd name="csY26" fmla="*/ 69527 h 144710"/>
              <a:gd name="csX27" fmla="*/ 86825 w 129500"/>
              <a:gd name="csY27" fmla="*/ 82667 h 144710"/>
              <a:gd name="csX28" fmla="*/ 75170 w 129500"/>
              <a:gd name="csY28" fmla="*/ 92424 h 144710"/>
              <a:gd name="csX29" fmla="*/ 62144 w 129500"/>
              <a:gd name="csY29" fmla="*/ 108405 h 144710"/>
              <a:gd name="csX30" fmla="*/ 58272 w 129500"/>
              <a:gd name="csY30" fmla="*/ 119688 h 144710"/>
              <a:gd name="csX31" fmla="*/ 54400 w 129500"/>
              <a:gd name="csY31" fmla="*/ 127352 h 144710"/>
              <a:gd name="csX32" fmla="*/ 52416 w 129500"/>
              <a:gd name="csY32" fmla="*/ 133529 h 144710"/>
              <a:gd name="csX33" fmla="*/ 46503 w 129500"/>
              <a:gd name="csY33" fmla="*/ 140006 h 144710"/>
              <a:gd name="csX34" fmla="*/ 39451 w 129500"/>
              <a:gd name="csY34" fmla="*/ 143362 h 1447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129500" h="144710">
                <a:moveTo>
                  <a:pt x="39451" y="143362"/>
                </a:moveTo>
                <a:cubicBezTo>
                  <a:pt x="37734" y="141645"/>
                  <a:pt x="36315" y="139021"/>
                  <a:pt x="36297" y="137530"/>
                </a:cubicBezTo>
                <a:cubicBezTo>
                  <a:pt x="36279" y="136040"/>
                  <a:pt x="29985" y="129313"/>
                  <a:pt x="22310" y="122582"/>
                </a:cubicBezTo>
                <a:cubicBezTo>
                  <a:pt x="12868" y="114302"/>
                  <a:pt x="7773" y="107623"/>
                  <a:pt x="6555" y="101930"/>
                </a:cubicBezTo>
                <a:cubicBezTo>
                  <a:pt x="5566" y="97303"/>
                  <a:pt x="3842" y="92355"/>
                  <a:pt x="2723" y="90935"/>
                </a:cubicBezTo>
                <a:cubicBezTo>
                  <a:pt x="-91" y="87360"/>
                  <a:pt x="-945" y="76286"/>
                  <a:pt x="1214" y="71343"/>
                </a:cubicBezTo>
                <a:cubicBezTo>
                  <a:pt x="2338" y="68767"/>
                  <a:pt x="6560" y="67105"/>
                  <a:pt x="12550" y="66880"/>
                </a:cubicBezTo>
                <a:cubicBezTo>
                  <a:pt x="17800" y="66683"/>
                  <a:pt x="22476" y="65380"/>
                  <a:pt x="22940" y="63986"/>
                </a:cubicBezTo>
                <a:cubicBezTo>
                  <a:pt x="23405" y="62591"/>
                  <a:pt x="27189" y="62131"/>
                  <a:pt x="31348" y="62963"/>
                </a:cubicBezTo>
                <a:cubicBezTo>
                  <a:pt x="37697" y="64232"/>
                  <a:pt x="38911" y="63645"/>
                  <a:pt x="38911" y="59306"/>
                </a:cubicBezTo>
                <a:cubicBezTo>
                  <a:pt x="38911" y="56463"/>
                  <a:pt x="40654" y="52690"/>
                  <a:pt x="42783" y="50923"/>
                </a:cubicBezTo>
                <a:cubicBezTo>
                  <a:pt x="44913" y="49155"/>
                  <a:pt x="46656" y="45404"/>
                  <a:pt x="46656" y="42586"/>
                </a:cubicBezTo>
                <a:cubicBezTo>
                  <a:pt x="46656" y="38720"/>
                  <a:pt x="47764" y="37919"/>
                  <a:pt x="51173" y="39323"/>
                </a:cubicBezTo>
                <a:cubicBezTo>
                  <a:pt x="61512" y="43579"/>
                  <a:pt x="64377" y="43337"/>
                  <a:pt x="69566" y="37767"/>
                </a:cubicBezTo>
                <a:cubicBezTo>
                  <a:pt x="75009" y="31925"/>
                  <a:pt x="75010" y="31906"/>
                  <a:pt x="69872" y="27120"/>
                </a:cubicBezTo>
                <a:cubicBezTo>
                  <a:pt x="63882" y="21540"/>
                  <a:pt x="64007" y="22172"/>
                  <a:pt x="67231" y="13692"/>
                </a:cubicBezTo>
                <a:lnTo>
                  <a:pt x="69736" y="7102"/>
                </a:lnTo>
                <a:lnTo>
                  <a:pt x="81814" y="13524"/>
                </a:lnTo>
                <a:cubicBezTo>
                  <a:pt x="96277" y="21214"/>
                  <a:pt x="100866" y="21586"/>
                  <a:pt x="100866" y="15068"/>
                </a:cubicBezTo>
                <a:cubicBezTo>
                  <a:pt x="100866" y="8386"/>
                  <a:pt x="109640" y="-1970"/>
                  <a:pt x="113355" y="326"/>
                </a:cubicBezTo>
                <a:cubicBezTo>
                  <a:pt x="115005" y="1346"/>
                  <a:pt x="116355" y="3937"/>
                  <a:pt x="116355" y="6085"/>
                </a:cubicBezTo>
                <a:cubicBezTo>
                  <a:pt x="116355" y="8233"/>
                  <a:pt x="119313" y="15038"/>
                  <a:pt x="122928" y="21207"/>
                </a:cubicBezTo>
                <a:lnTo>
                  <a:pt x="129501" y="32422"/>
                </a:lnTo>
                <a:lnTo>
                  <a:pt x="122289" y="39110"/>
                </a:lnTo>
                <a:cubicBezTo>
                  <a:pt x="118322" y="42788"/>
                  <a:pt x="114687" y="44627"/>
                  <a:pt x="114210" y="43197"/>
                </a:cubicBezTo>
                <a:cubicBezTo>
                  <a:pt x="112111" y="36901"/>
                  <a:pt x="104310" y="41081"/>
                  <a:pt x="100996" y="50277"/>
                </a:cubicBezTo>
                <a:cubicBezTo>
                  <a:pt x="99077" y="55602"/>
                  <a:pt x="94795" y="64264"/>
                  <a:pt x="91480" y="69527"/>
                </a:cubicBezTo>
                <a:cubicBezTo>
                  <a:pt x="88166" y="74789"/>
                  <a:pt x="86071" y="80703"/>
                  <a:pt x="86825" y="82667"/>
                </a:cubicBezTo>
                <a:cubicBezTo>
                  <a:pt x="87734" y="85037"/>
                  <a:pt x="83812" y="88321"/>
                  <a:pt x="75170" y="92424"/>
                </a:cubicBezTo>
                <a:cubicBezTo>
                  <a:pt x="62898" y="98250"/>
                  <a:pt x="62144" y="99174"/>
                  <a:pt x="62144" y="108405"/>
                </a:cubicBezTo>
                <a:cubicBezTo>
                  <a:pt x="62144" y="114732"/>
                  <a:pt x="60773" y="118729"/>
                  <a:pt x="58272" y="119688"/>
                </a:cubicBezTo>
                <a:cubicBezTo>
                  <a:pt x="56143" y="120506"/>
                  <a:pt x="54400" y="123954"/>
                  <a:pt x="54400" y="127352"/>
                </a:cubicBezTo>
                <a:cubicBezTo>
                  <a:pt x="54400" y="130749"/>
                  <a:pt x="53507" y="133529"/>
                  <a:pt x="52416" y="133529"/>
                </a:cubicBezTo>
                <a:cubicBezTo>
                  <a:pt x="51325" y="133529"/>
                  <a:pt x="48664" y="136444"/>
                  <a:pt x="46503" y="140006"/>
                </a:cubicBezTo>
                <a:cubicBezTo>
                  <a:pt x="43429" y="145071"/>
                  <a:pt x="41892" y="145803"/>
                  <a:pt x="39451" y="143362"/>
                </a:cubicBezTo>
                <a:close/>
              </a:path>
            </a:pathLst>
          </a:custGeom>
          <a:solidFill>
            <a:srgbClr val="B9B9B9"/>
          </a:solidFill>
          <a:ln w="5163" cap="flat">
            <a:noFill/>
            <a:prstDash val="solid"/>
            <a:miter/>
          </a:ln>
        </p:spPr>
        <p:txBody>
          <a:bodyPr/>
          <a:lstStyle/>
          <a:p>
            <a:endParaRPr lang="es-419" noProof="0" dirty="0"/>
          </a:p>
        </p:txBody>
      </p:sp>
      <p:sp>
        <p:nvSpPr>
          <p:cNvPr id="48" name="Forma libre: forma 47">
            <a:extLst>
              <a:ext uri="{FF2B5EF4-FFF2-40B4-BE49-F238E27FC236}">
                <a16:creationId xmlns:a16="http://schemas.microsoft.com/office/drawing/2014/main" id="{0E79706C-ED67-47F5-F518-D70F6094479A}"/>
              </a:ext>
            </a:extLst>
          </p:cNvPr>
          <p:cNvSpPr/>
          <p:nvPr/>
        </p:nvSpPr>
        <p:spPr>
          <a:xfrm>
            <a:off x="2333829" y="2099494"/>
            <a:ext cx="245950" cy="186219"/>
          </a:xfrm>
          <a:custGeom>
            <a:avLst/>
            <a:gdLst>
              <a:gd name="csX0" fmla="*/ 63193 w 245950"/>
              <a:gd name="csY0" fmla="*/ 151536 h 186219"/>
              <a:gd name="csX1" fmla="*/ 28715 w 245950"/>
              <a:gd name="csY1" fmla="*/ 120621 h 186219"/>
              <a:gd name="csX2" fmla="*/ 15073 w 245950"/>
              <a:gd name="csY2" fmla="*/ 124390 h 186219"/>
              <a:gd name="csX3" fmla="*/ 5596 w 245950"/>
              <a:gd name="csY3" fmla="*/ 124390 h 186219"/>
              <a:gd name="csX4" fmla="*/ 5596 w 245950"/>
              <a:gd name="csY4" fmla="*/ 107763 h 186219"/>
              <a:gd name="csX5" fmla="*/ 3015 w 245950"/>
              <a:gd name="csY5" fmla="*/ 89541 h 186219"/>
              <a:gd name="csX6" fmla="*/ 11404 w 245950"/>
              <a:gd name="csY6" fmla="*/ 63244 h 186219"/>
              <a:gd name="csX7" fmla="*/ 106611 w 245950"/>
              <a:gd name="csY7" fmla="*/ 25070 h 186219"/>
              <a:gd name="csX8" fmla="*/ 133716 w 245950"/>
              <a:gd name="csY8" fmla="*/ 14252 h 186219"/>
              <a:gd name="csX9" fmla="*/ 160483 w 245950"/>
              <a:gd name="csY9" fmla="*/ 1908 h 186219"/>
              <a:gd name="csX10" fmla="*/ 238554 w 245950"/>
              <a:gd name="csY10" fmla="*/ 11931 h 186219"/>
              <a:gd name="csX11" fmla="*/ 245107 w 245950"/>
              <a:gd name="csY11" fmla="*/ 29136 h 186219"/>
              <a:gd name="csX12" fmla="*/ 240861 w 245950"/>
              <a:gd name="csY12" fmla="*/ 62435 h 186219"/>
              <a:gd name="csX13" fmla="*/ 234529 w 245950"/>
              <a:gd name="csY13" fmla="*/ 81796 h 186219"/>
              <a:gd name="csX14" fmla="*/ 183096 w 245950"/>
              <a:gd name="csY14" fmla="*/ 120518 h 186219"/>
              <a:gd name="csX15" fmla="*/ 112584 w 245950"/>
              <a:gd name="csY15" fmla="*/ 172730 h 186219"/>
              <a:gd name="csX16" fmla="*/ 93505 w 245950"/>
              <a:gd name="csY16" fmla="*/ 186220 h 186219"/>
              <a:gd name="csX17" fmla="*/ 63193 w 245950"/>
              <a:gd name="csY17" fmla="*/ 151536 h 1862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245950" h="186219">
                <a:moveTo>
                  <a:pt x="63193" y="151536"/>
                </a:moveTo>
                <a:cubicBezTo>
                  <a:pt x="35962" y="120379"/>
                  <a:pt x="32456" y="117236"/>
                  <a:pt x="28715" y="120621"/>
                </a:cubicBezTo>
                <a:cubicBezTo>
                  <a:pt x="26425" y="122694"/>
                  <a:pt x="20286" y="124390"/>
                  <a:pt x="15073" y="124390"/>
                </a:cubicBezTo>
                <a:lnTo>
                  <a:pt x="5596" y="124390"/>
                </a:lnTo>
                <a:lnTo>
                  <a:pt x="5596" y="107763"/>
                </a:lnTo>
                <a:cubicBezTo>
                  <a:pt x="5596" y="98618"/>
                  <a:pt x="4435" y="90418"/>
                  <a:pt x="3015" y="89541"/>
                </a:cubicBezTo>
                <a:cubicBezTo>
                  <a:pt x="-3245" y="85672"/>
                  <a:pt x="575" y="73700"/>
                  <a:pt x="11404" y="63244"/>
                </a:cubicBezTo>
                <a:cubicBezTo>
                  <a:pt x="30218" y="45081"/>
                  <a:pt x="67101" y="30293"/>
                  <a:pt x="106611" y="25070"/>
                </a:cubicBezTo>
                <a:cubicBezTo>
                  <a:pt x="113529" y="24155"/>
                  <a:pt x="124948" y="19598"/>
                  <a:pt x="133716" y="14252"/>
                </a:cubicBezTo>
                <a:cubicBezTo>
                  <a:pt x="142049" y="9172"/>
                  <a:pt x="154094" y="3617"/>
                  <a:pt x="160483" y="1908"/>
                </a:cubicBezTo>
                <a:cubicBezTo>
                  <a:pt x="179743" y="-3243"/>
                  <a:pt x="225908" y="2684"/>
                  <a:pt x="238554" y="11931"/>
                </a:cubicBezTo>
                <a:cubicBezTo>
                  <a:pt x="241216" y="13878"/>
                  <a:pt x="243864" y="20830"/>
                  <a:pt x="245107" y="29136"/>
                </a:cubicBezTo>
                <a:cubicBezTo>
                  <a:pt x="246841" y="40720"/>
                  <a:pt x="246124" y="46345"/>
                  <a:pt x="240861" y="62435"/>
                </a:cubicBezTo>
                <a:lnTo>
                  <a:pt x="234529" y="81796"/>
                </a:lnTo>
                <a:lnTo>
                  <a:pt x="183096" y="120518"/>
                </a:lnTo>
                <a:cubicBezTo>
                  <a:pt x="154808" y="141815"/>
                  <a:pt x="123078" y="165310"/>
                  <a:pt x="112584" y="172730"/>
                </a:cubicBezTo>
                <a:lnTo>
                  <a:pt x="93505" y="186220"/>
                </a:lnTo>
                <a:lnTo>
                  <a:pt x="63193" y="151536"/>
                </a:lnTo>
                <a:close/>
              </a:path>
            </a:pathLst>
          </a:custGeom>
          <a:solidFill>
            <a:srgbClr val="B9B9B9"/>
          </a:solidFill>
          <a:ln w="5163" cap="flat">
            <a:noFill/>
            <a:prstDash val="solid"/>
            <a:miter/>
          </a:ln>
        </p:spPr>
        <p:txBody>
          <a:bodyPr/>
          <a:lstStyle/>
          <a:p>
            <a:endParaRPr lang="es-419" noProof="0" dirty="0"/>
          </a:p>
        </p:txBody>
      </p:sp>
      <p:sp>
        <p:nvSpPr>
          <p:cNvPr id="49" name="Forma libre: forma 48">
            <a:extLst>
              <a:ext uri="{FF2B5EF4-FFF2-40B4-BE49-F238E27FC236}">
                <a16:creationId xmlns:a16="http://schemas.microsoft.com/office/drawing/2014/main" id="{6F012CDC-E89A-A788-F15B-4CCBA9A1A5E3}"/>
              </a:ext>
            </a:extLst>
          </p:cNvPr>
          <p:cNvSpPr/>
          <p:nvPr/>
        </p:nvSpPr>
        <p:spPr>
          <a:xfrm>
            <a:off x="2334670" y="2196667"/>
            <a:ext cx="1839" cy="7968"/>
          </a:xfrm>
          <a:custGeom>
            <a:avLst/>
            <a:gdLst>
              <a:gd name="csX0" fmla="*/ 0 w 1839"/>
              <a:gd name="csY0" fmla="*/ 3984 h 7968"/>
              <a:gd name="csX1" fmla="*/ 1302 w 1839"/>
              <a:gd name="csY1" fmla="*/ 757 h 7968"/>
              <a:gd name="csX2" fmla="*/ 1302 w 1839"/>
              <a:gd name="csY2" fmla="*/ 7211 h 7968"/>
              <a:gd name="csX3" fmla="*/ 0 w 1839"/>
              <a:gd name="csY3" fmla="*/ 3984 h 7968"/>
            </a:gdLst>
            <a:ahLst/>
            <a:cxnLst>
              <a:cxn ang="0">
                <a:pos x="csX0" y="csY0"/>
              </a:cxn>
              <a:cxn ang="0">
                <a:pos x="csX1" y="csY1"/>
              </a:cxn>
              <a:cxn ang="0">
                <a:pos x="csX2" y="csY2"/>
              </a:cxn>
              <a:cxn ang="0">
                <a:pos x="csX3" y="csY3"/>
              </a:cxn>
            </a:cxnLst>
            <a:rect l="l" t="t" r="r" b="b"/>
            <a:pathLst>
              <a:path w="1839" h="7968">
                <a:moveTo>
                  <a:pt x="0" y="3984"/>
                </a:moveTo>
                <a:cubicBezTo>
                  <a:pt x="0" y="435"/>
                  <a:pt x="586" y="-1017"/>
                  <a:pt x="1302" y="757"/>
                </a:cubicBezTo>
                <a:cubicBezTo>
                  <a:pt x="2018" y="2532"/>
                  <a:pt x="2018" y="5436"/>
                  <a:pt x="1302" y="7211"/>
                </a:cubicBezTo>
                <a:cubicBezTo>
                  <a:pt x="586" y="8986"/>
                  <a:pt x="0" y="7534"/>
                  <a:pt x="0" y="3984"/>
                </a:cubicBezTo>
                <a:close/>
              </a:path>
            </a:pathLst>
          </a:custGeom>
          <a:solidFill>
            <a:srgbClr val="B9B9B9"/>
          </a:solidFill>
          <a:ln w="5163" cap="flat">
            <a:noFill/>
            <a:prstDash val="solid"/>
            <a:miter/>
          </a:ln>
        </p:spPr>
        <p:txBody>
          <a:bodyPr/>
          <a:lstStyle/>
          <a:p>
            <a:endParaRPr lang="es-419" noProof="0" dirty="0"/>
          </a:p>
        </p:txBody>
      </p:sp>
      <p:sp>
        <p:nvSpPr>
          <p:cNvPr id="50" name="Forma libre: forma 49">
            <a:extLst>
              <a:ext uri="{FF2B5EF4-FFF2-40B4-BE49-F238E27FC236}">
                <a16:creationId xmlns:a16="http://schemas.microsoft.com/office/drawing/2014/main" id="{AC5E57AD-9492-A92B-766D-688F263AFD4E}"/>
              </a:ext>
            </a:extLst>
          </p:cNvPr>
          <p:cNvSpPr/>
          <p:nvPr/>
        </p:nvSpPr>
        <p:spPr>
          <a:xfrm>
            <a:off x="1309468" y="1877186"/>
            <a:ext cx="342958" cy="300162"/>
          </a:xfrm>
          <a:custGeom>
            <a:avLst/>
            <a:gdLst>
              <a:gd name="csX0" fmla="*/ 295686 w 342958"/>
              <a:gd name="csY0" fmla="*/ 296278 h 300162"/>
              <a:gd name="csX1" fmla="*/ 285863 w 342958"/>
              <a:gd name="csY1" fmla="*/ 292488 h 300162"/>
              <a:gd name="csX2" fmla="*/ 274573 w 342958"/>
              <a:gd name="csY2" fmla="*/ 278339 h 300162"/>
              <a:gd name="csX3" fmla="*/ 265490 w 342958"/>
              <a:gd name="csY3" fmla="*/ 262580 h 300162"/>
              <a:gd name="csX4" fmla="*/ 250359 w 342958"/>
              <a:gd name="csY4" fmla="*/ 277449 h 300162"/>
              <a:gd name="csX5" fmla="*/ 232353 w 342958"/>
              <a:gd name="csY5" fmla="*/ 275755 h 300162"/>
              <a:gd name="csX6" fmla="*/ 216800 w 342958"/>
              <a:gd name="csY6" fmla="*/ 278780 h 300162"/>
              <a:gd name="csX7" fmla="*/ 197688 w 342958"/>
              <a:gd name="csY7" fmla="*/ 275445 h 300162"/>
              <a:gd name="csX8" fmla="*/ 186717 w 342958"/>
              <a:gd name="csY8" fmla="*/ 271836 h 300162"/>
              <a:gd name="csX9" fmla="*/ 183241 w 342958"/>
              <a:gd name="csY9" fmla="*/ 267964 h 300162"/>
              <a:gd name="csX10" fmla="*/ 171812 w 342958"/>
              <a:gd name="csY10" fmla="*/ 264092 h 300162"/>
              <a:gd name="csX11" fmla="*/ 155307 w 342958"/>
              <a:gd name="csY11" fmla="*/ 270545 h 300162"/>
              <a:gd name="csX12" fmla="*/ 128918 w 342958"/>
              <a:gd name="csY12" fmla="*/ 266264 h 300162"/>
              <a:gd name="csX13" fmla="*/ 106345 w 342958"/>
              <a:gd name="csY13" fmla="*/ 255141 h 300162"/>
              <a:gd name="csX14" fmla="*/ 91555 w 342958"/>
              <a:gd name="csY14" fmla="*/ 250269 h 300162"/>
              <a:gd name="csX15" fmla="*/ 81548 w 342958"/>
              <a:gd name="csY15" fmla="*/ 247474 h 300162"/>
              <a:gd name="csX16" fmla="*/ 78435 w 342958"/>
              <a:gd name="csY16" fmla="*/ 239429 h 300162"/>
              <a:gd name="csX17" fmla="*/ 82408 w 342958"/>
              <a:gd name="csY17" fmla="*/ 200657 h 300162"/>
              <a:gd name="csX18" fmla="*/ 83563 w 342958"/>
              <a:gd name="csY18" fmla="*/ 189030 h 300162"/>
              <a:gd name="csX19" fmla="*/ 79311 w 342958"/>
              <a:gd name="csY19" fmla="*/ 164140 h 300162"/>
              <a:gd name="csX20" fmla="*/ 69658 w 342958"/>
              <a:gd name="csY20" fmla="*/ 165664 h 300162"/>
              <a:gd name="csX21" fmla="*/ 52863 w 342958"/>
              <a:gd name="csY21" fmla="*/ 178880 h 300162"/>
              <a:gd name="csX22" fmla="*/ 46310 w 342958"/>
              <a:gd name="csY22" fmla="*/ 180840 h 300162"/>
              <a:gd name="csX23" fmla="*/ 41273 w 342958"/>
              <a:gd name="csY23" fmla="*/ 176042 h 300162"/>
              <a:gd name="csX24" fmla="*/ 28735 w 342958"/>
              <a:gd name="csY24" fmla="*/ 163573 h 300162"/>
              <a:gd name="csX25" fmla="*/ 8346 w 342958"/>
              <a:gd name="csY25" fmla="*/ 134458 h 300162"/>
              <a:gd name="csX26" fmla="*/ 3097 w 342958"/>
              <a:gd name="csY26" fmla="*/ 117621 h 300162"/>
              <a:gd name="csX27" fmla="*/ 147 w 342958"/>
              <a:gd name="csY27" fmla="*/ 113613 h 300162"/>
              <a:gd name="csX28" fmla="*/ 21165 w 342958"/>
              <a:gd name="csY28" fmla="*/ 104003 h 300162"/>
              <a:gd name="csX29" fmla="*/ 72335 w 342958"/>
              <a:gd name="csY29" fmla="*/ 73250 h 300162"/>
              <a:gd name="csX30" fmla="*/ 93508 w 342958"/>
              <a:gd name="csY30" fmla="*/ 38847 h 300162"/>
              <a:gd name="csX31" fmla="*/ 97565 w 342958"/>
              <a:gd name="csY31" fmla="*/ 29800 h 300162"/>
              <a:gd name="csX32" fmla="*/ 109742 w 342958"/>
              <a:gd name="csY32" fmla="*/ 18194 h 300162"/>
              <a:gd name="csX33" fmla="*/ 113822 w 342958"/>
              <a:gd name="csY33" fmla="*/ 11110 h 300162"/>
              <a:gd name="csX34" fmla="*/ 121678 w 342958"/>
              <a:gd name="csY34" fmla="*/ 5555 h 300162"/>
              <a:gd name="csX35" fmla="*/ 127233 w 342958"/>
              <a:gd name="csY35" fmla="*/ 0 h 300162"/>
              <a:gd name="csX36" fmla="*/ 134516 w 342958"/>
              <a:gd name="csY36" fmla="*/ 8782 h 300162"/>
              <a:gd name="csX37" fmla="*/ 141869 w 342958"/>
              <a:gd name="csY37" fmla="*/ 33944 h 300162"/>
              <a:gd name="csX38" fmla="*/ 147505 w 342958"/>
              <a:gd name="csY38" fmla="*/ 58144 h 300162"/>
              <a:gd name="csX39" fmla="*/ 152804 w 342958"/>
              <a:gd name="csY39" fmla="*/ 90810 h 300162"/>
              <a:gd name="csX40" fmla="*/ 162764 w 342958"/>
              <a:gd name="csY40" fmla="*/ 124694 h 300162"/>
              <a:gd name="csX41" fmla="*/ 170334 w 342958"/>
              <a:gd name="csY41" fmla="*/ 121832 h 300162"/>
              <a:gd name="csX42" fmla="*/ 185393 w 342958"/>
              <a:gd name="csY42" fmla="*/ 124884 h 300162"/>
              <a:gd name="csX43" fmla="*/ 190271 w 342958"/>
              <a:gd name="csY43" fmla="*/ 127275 h 300162"/>
              <a:gd name="csX44" fmla="*/ 201229 w 342958"/>
              <a:gd name="csY44" fmla="*/ 139721 h 300162"/>
              <a:gd name="csX45" fmla="*/ 197439 w 342958"/>
              <a:gd name="csY45" fmla="*/ 147005 h 300162"/>
              <a:gd name="csX46" fmla="*/ 196794 w 342958"/>
              <a:gd name="csY46" fmla="*/ 162615 h 300162"/>
              <a:gd name="csX47" fmla="*/ 220205 w 342958"/>
              <a:gd name="csY47" fmla="*/ 171185 h 300162"/>
              <a:gd name="csX48" fmla="*/ 242581 w 342958"/>
              <a:gd name="csY48" fmla="*/ 173796 h 300162"/>
              <a:gd name="csX49" fmla="*/ 259092 w 342958"/>
              <a:gd name="csY49" fmla="*/ 186698 h 300162"/>
              <a:gd name="csX50" fmla="*/ 273592 w 342958"/>
              <a:gd name="csY50" fmla="*/ 197707 h 300162"/>
              <a:gd name="csX51" fmla="*/ 304244 w 342958"/>
              <a:gd name="csY51" fmla="*/ 198591 h 300162"/>
              <a:gd name="csX52" fmla="*/ 333285 w 342958"/>
              <a:gd name="csY52" fmla="*/ 203946 h 300162"/>
              <a:gd name="csX53" fmla="*/ 339205 w 342958"/>
              <a:gd name="csY53" fmla="*/ 216060 h 300162"/>
              <a:gd name="csX54" fmla="*/ 336274 w 342958"/>
              <a:gd name="csY54" fmla="*/ 220854 h 300162"/>
              <a:gd name="csX55" fmla="*/ 328850 w 342958"/>
              <a:gd name="csY55" fmla="*/ 233114 h 300162"/>
              <a:gd name="csX56" fmla="*/ 326965 w 342958"/>
              <a:gd name="csY56" fmla="*/ 236341 h 300162"/>
              <a:gd name="csX57" fmla="*/ 329181 w 342958"/>
              <a:gd name="csY57" fmla="*/ 240859 h 300162"/>
              <a:gd name="csX58" fmla="*/ 331403 w 342958"/>
              <a:gd name="csY58" fmla="*/ 248187 h 300162"/>
              <a:gd name="csX59" fmla="*/ 328049 w 342958"/>
              <a:gd name="csY59" fmla="*/ 258014 h 300162"/>
              <a:gd name="csX60" fmla="*/ 326532 w 342958"/>
              <a:gd name="csY60" fmla="*/ 276244 h 300162"/>
              <a:gd name="csX61" fmla="*/ 325085 w 342958"/>
              <a:gd name="csY61" fmla="*/ 283496 h 300162"/>
              <a:gd name="csX62" fmla="*/ 321398 w 342958"/>
              <a:gd name="csY62" fmla="*/ 292711 h 300162"/>
              <a:gd name="csX63" fmla="*/ 311874 w 342958"/>
              <a:gd name="csY63" fmla="*/ 300150 h 300162"/>
              <a:gd name="csX64" fmla="*/ 295686 w 342958"/>
              <a:gd name="csY64" fmla="*/ 296278 h 3001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Lst>
            <a:rect l="l" t="t" r="r" b="b"/>
            <a:pathLst>
              <a:path w="342958" h="300162">
                <a:moveTo>
                  <a:pt x="295686" y="296278"/>
                </a:moveTo>
                <a:cubicBezTo>
                  <a:pt x="292930" y="294193"/>
                  <a:pt x="288510" y="292488"/>
                  <a:pt x="285863" y="292488"/>
                </a:cubicBezTo>
                <a:cubicBezTo>
                  <a:pt x="282541" y="292488"/>
                  <a:pt x="279045" y="288107"/>
                  <a:pt x="274573" y="278339"/>
                </a:cubicBezTo>
                <a:cubicBezTo>
                  <a:pt x="271011" y="270557"/>
                  <a:pt x="266923" y="263466"/>
                  <a:pt x="265490" y="262580"/>
                </a:cubicBezTo>
                <a:cubicBezTo>
                  <a:pt x="261887" y="260353"/>
                  <a:pt x="250359" y="271682"/>
                  <a:pt x="250359" y="277449"/>
                </a:cubicBezTo>
                <a:cubicBezTo>
                  <a:pt x="250359" y="284106"/>
                  <a:pt x="242694" y="283385"/>
                  <a:pt x="232353" y="275755"/>
                </a:cubicBezTo>
                <a:cubicBezTo>
                  <a:pt x="223375" y="269132"/>
                  <a:pt x="216800" y="270410"/>
                  <a:pt x="216800" y="278780"/>
                </a:cubicBezTo>
                <a:cubicBezTo>
                  <a:pt x="216800" y="282868"/>
                  <a:pt x="211006" y="281857"/>
                  <a:pt x="197688" y="275445"/>
                </a:cubicBezTo>
                <a:cubicBezTo>
                  <a:pt x="193566" y="273460"/>
                  <a:pt x="188628" y="271836"/>
                  <a:pt x="186717" y="271836"/>
                </a:cubicBezTo>
                <a:cubicBezTo>
                  <a:pt x="184805" y="271836"/>
                  <a:pt x="183241" y="270094"/>
                  <a:pt x="183241" y="267964"/>
                </a:cubicBezTo>
                <a:cubicBezTo>
                  <a:pt x="183241" y="265105"/>
                  <a:pt x="180251" y="264092"/>
                  <a:pt x="171812" y="264092"/>
                </a:cubicBezTo>
                <a:cubicBezTo>
                  <a:pt x="162696" y="264092"/>
                  <a:pt x="159356" y="265398"/>
                  <a:pt x="155307" y="270545"/>
                </a:cubicBezTo>
                <a:cubicBezTo>
                  <a:pt x="148138" y="279659"/>
                  <a:pt x="141633" y="278604"/>
                  <a:pt x="128918" y="266264"/>
                </a:cubicBezTo>
                <a:cubicBezTo>
                  <a:pt x="119547" y="257171"/>
                  <a:pt x="116097" y="255470"/>
                  <a:pt x="106345" y="255141"/>
                </a:cubicBezTo>
                <a:cubicBezTo>
                  <a:pt x="98734" y="254884"/>
                  <a:pt x="93722" y="253233"/>
                  <a:pt x="91555" y="250269"/>
                </a:cubicBezTo>
                <a:cubicBezTo>
                  <a:pt x="89207" y="247058"/>
                  <a:pt x="86367" y="246265"/>
                  <a:pt x="81548" y="247474"/>
                </a:cubicBezTo>
                <a:cubicBezTo>
                  <a:pt x="74001" y="249368"/>
                  <a:pt x="73102" y="247043"/>
                  <a:pt x="78435" y="239429"/>
                </a:cubicBezTo>
                <a:cubicBezTo>
                  <a:pt x="83856" y="231688"/>
                  <a:pt x="86528" y="205621"/>
                  <a:pt x="82408" y="200657"/>
                </a:cubicBezTo>
                <a:cubicBezTo>
                  <a:pt x="79647" y="197331"/>
                  <a:pt x="79847" y="195321"/>
                  <a:pt x="83563" y="189030"/>
                </a:cubicBezTo>
                <a:cubicBezTo>
                  <a:pt x="88650" y="180419"/>
                  <a:pt x="87374" y="172952"/>
                  <a:pt x="79311" y="164140"/>
                </a:cubicBezTo>
                <a:cubicBezTo>
                  <a:pt x="73608" y="157907"/>
                  <a:pt x="69658" y="158530"/>
                  <a:pt x="69658" y="165664"/>
                </a:cubicBezTo>
                <a:cubicBezTo>
                  <a:pt x="69658" y="171138"/>
                  <a:pt x="55140" y="182563"/>
                  <a:pt x="52863" y="178880"/>
                </a:cubicBezTo>
                <a:cubicBezTo>
                  <a:pt x="50323" y="174770"/>
                  <a:pt x="46434" y="175933"/>
                  <a:pt x="46310" y="180840"/>
                </a:cubicBezTo>
                <a:cubicBezTo>
                  <a:pt x="46241" y="183582"/>
                  <a:pt x="44262" y="181697"/>
                  <a:pt x="41273" y="176042"/>
                </a:cubicBezTo>
                <a:cubicBezTo>
                  <a:pt x="38533" y="170858"/>
                  <a:pt x="32973" y="165329"/>
                  <a:pt x="28735" y="163573"/>
                </a:cubicBezTo>
                <a:cubicBezTo>
                  <a:pt x="15748" y="158193"/>
                  <a:pt x="9667" y="149510"/>
                  <a:pt x="8346" y="134458"/>
                </a:cubicBezTo>
                <a:cubicBezTo>
                  <a:pt x="7635" y="126353"/>
                  <a:pt x="5506" y="119523"/>
                  <a:pt x="3097" y="117621"/>
                </a:cubicBezTo>
                <a:cubicBezTo>
                  <a:pt x="868" y="115861"/>
                  <a:pt x="-459" y="114058"/>
                  <a:pt x="147" y="113613"/>
                </a:cubicBezTo>
                <a:cubicBezTo>
                  <a:pt x="7952" y="107892"/>
                  <a:pt x="16388" y="104034"/>
                  <a:pt x="21165" y="104003"/>
                </a:cubicBezTo>
                <a:cubicBezTo>
                  <a:pt x="38718" y="103886"/>
                  <a:pt x="49596" y="97348"/>
                  <a:pt x="72335" y="73250"/>
                </a:cubicBezTo>
                <a:cubicBezTo>
                  <a:pt x="94445" y="49819"/>
                  <a:pt x="94883" y="49106"/>
                  <a:pt x="93508" y="38847"/>
                </a:cubicBezTo>
                <a:cubicBezTo>
                  <a:pt x="92208" y="29159"/>
                  <a:pt x="92513" y="28479"/>
                  <a:pt x="97565" y="29800"/>
                </a:cubicBezTo>
                <a:cubicBezTo>
                  <a:pt x="103852" y="31444"/>
                  <a:pt x="107223" y="28231"/>
                  <a:pt x="109742" y="18194"/>
                </a:cubicBezTo>
                <a:cubicBezTo>
                  <a:pt x="110720" y="14298"/>
                  <a:pt x="112556" y="11110"/>
                  <a:pt x="113822" y="11110"/>
                </a:cubicBezTo>
                <a:cubicBezTo>
                  <a:pt x="115088" y="11110"/>
                  <a:pt x="118623" y="8610"/>
                  <a:pt x="121678" y="5555"/>
                </a:cubicBezTo>
                <a:lnTo>
                  <a:pt x="127233" y="0"/>
                </a:lnTo>
                <a:lnTo>
                  <a:pt x="134516" y="8782"/>
                </a:lnTo>
                <a:cubicBezTo>
                  <a:pt x="140793" y="16350"/>
                  <a:pt x="141809" y="19826"/>
                  <a:pt x="141869" y="33944"/>
                </a:cubicBezTo>
                <a:cubicBezTo>
                  <a:pt x="141922" y="46507"/>
                  <a:pt x="143236" y="52147"/>
                  <a:pt x="147505" y="58144"/>
                </a:cubicBezTo>
                <a:cubicBezTo>
                  <a:pt x="152339" y="64931"/>
                  <a:pt x="153038" y="69240"/>
                  <a:pt x="152804" y="90810"/>
                </a:cubicBezTo>
                <a:cubicBezTo>
                  <a:pt x="152465" y="122159"/>
                  <a:pt x="153210" y="124694"/>
                  <a:pt x="162764" y="124694"/>
                </a:cubicBezTo>
                <a:cubicBezTo>
                  <a:pt x="166927" y="124694"/>
                  <a:pt x="170334" y="123406"/>
                  <a:pt x="170334" y="121832"/>
                </a:cubicBezTo>
                <a:cubicBezTo>
                  <a:pt x="170334" y="118431"/>
                  <a:pt x="184072" y="121216"/>
                  <a:pt x="185393" y="124884"/>
                </a:cubicBezTo>
                <a:cubicBezTo>
                  <a:pt x="185866" y="126199"/>
                  <a:pt x="188061" y="127275"/>
                  <a:pt x="190271" y="127275"/>
                </a:cubicBezTo>
                <a:cubicBezTo>
                  <a:pt x="194758" y="127275"/>
                  <a:pt x="201103" y="134482"/>
                  <a:pt x="201229" y="139721"/>
                </a:cubicBezTo>
                <a:cubicBezTo>
                  <a:pt x="201275" y="141597"/>
                  <a:pt x="199569" y="144875"/>
                  <a:pt x="197439" y="147005"/>
                </a:cubicBezTo>
                <a:cubicBezTo>
                  <a:pt x="192728" y="151716"/>
                  <a:pt x="192413" y="159339"/>
                  <a:pt x="196794" y="162615"/>
                </a:cubicBezTo>
                <a:cubicBezTo>
                  <a:pt x="198569" y="163942"/>
                  <a:pt x="209104" y="167799"/>
                  <a:pt x="220205" y="171185"/>
                </a:cubicBezTo>
                <a:cubicBezTo>
                  <a:pt x="236917" y="176284"/>
                  <a:pt x="240766" y="176733"/>
                  <a:pt x="242581" y="173796"/>
                </a:cubicBezTo>
                <a:cubicBezTo>
                  <a:pt x="245948" y="168348"/>
                  <a:pt x="255565" y="175863"/>
                  <a:pt x="259092" y="186698"/>
                </a:cubicBezTo>
                <a:cubicBezTo>
                  <a:pt x="261627" y="194485"/>
                  <a:pt x="263378" y="195815"/>
                  <a:pt x="273592" y="197707"/>
                </a:cubicBezTo>
                <a:cubicBezTo>
                  <a:pt x="279981" y="198890"/>
                  <a:pt x="293775" y="199289"/>
                  <a:pt x="304244" y="198591"/>
                </a:cubicBezTo>
                <a:cubicBezTo>
                  <a:pt x="321502" y="197442"/>
                  <a:pt x="324213" y="197942"/>
                  <a:pt x="333285" y="203946"/>
                </a:cubicBezTo>
                <a:cubicBezTo>
                  <a:pt x="344213" y="211177"/>
                  <a:pt x="345431" y="213671"/>
                  <a:pt x="339205" y="216060"/>
                </a:cubicBezTo>
                <a:cubicBezTo>
                  <a:pt x="336957" y="216923"/>
                  <a:pt x="335638" y="219080"/>
                  <a:pt x="336274" y="220854"/>
                </a:cubicBezTo>
                <a:cubicBezTo>
                  <a:pt x="337968" y="225576"/>
                  <a:pt x="333403" y="233114"/>
                  <a:pt x="328850" y="233114"/>
                </a:cubicBezTo>
                <a:cubicBezTo>
                  <a:pt x="326331" y="233114"/>
                  <a:pt x="325653" y="234275"/>
                  <a:pt x="326965" y="236341"/>
                </a:cubicBezTo>
                <a:cubicBezTo>
                  <a:pt x="328092" y="238116"/>
                  <a:pt x="329089" y="240149"/>
                  <a:pt x="329181" y="240859"/>
                </a:cubicBezTo>
                <a:cubicBezTo>
                  <a:pt x="329272" y="241569"/>
                  <a:pt x="330272" y="244866"/>
                  <a:pt x="331403" y="248187"/>
                </a:cubicBezTo>
                <a:cubicBezTo>
                  <a:pt x="332991" y="252852"/>
                  <a:pt x="332229" y="255087"/>
                  <a:pt x="328049" y="258014"/>
                </a:cubicBezTo>
                <a:cubicBezTo>
                  <a:pt x="321663" y="262487"/>
                  <a:pt x="321157" y="268570"/>
                  <a:pt x="326532" y="276244"/>
                </a:cubicBezTo>
                <a:cubicBezTo>
                  <a:pt x="330115" y="281360"/>
                  <a:pt x="330000" y="281936"/>
                  <a:pt x="325085" y="283496"/>
                </a:cubicBezTo>
                <a:cubicBezTo>
                  <a:pt x="320727" y="284879"/>
                  <a:pt x="320050" y="286571"/>
                  <a:pt x="321398" y="292711"/>
                </a:cubicBezTo>
                <a:cubicBezTo>
                  <a:pt x="323026" y="300123"/>
                  <a:pt x="322888" y="300231"/>
                  <a:pt x="311874" y="300150"/>
                </a:cubicBezTo>
                <a:cubicBezTo>
                  <a:pt x="305727" y="300105"/>
                  <a:pt x="298443" y="298362"/>
                  <a:pt x="295686" y="296278"/>
                </a:cubicBezTo>
                <a:close/>
              </a:path>
            </a:pathLst>
          </a:custGeom>
          <a:solidFill>
            <a:srgbClr val="B9B9B9"/>
          </a:solidFill>
          <a:ln w="5163" cap="flat">
            <a:noFill/>
            <a:prstDash val="solid"/>
            <a:miter/>
          </a:ln>
        </p:spPr>
        <p:txBody>
          <a:bodyPr/>
          <a:lstStyle/>
          <a:p>
            <a:endParaRPr lang="es-419" noProof="0" dirty="0"/>
          </a:p>
        </p:txBody>
      </p:sp>
      <p:sp>
        <p:nvSpPr>
          <p:cNvPr id="51" name="Forma libre: forma 50">
            <a:extLst>
              <a:ext uri="{FF2B5EF4-FFF2-40B4-BE49-F238E27FC236}">
                <a16:creationId xmlns:a16="http://schemas.microsoft.com/office/drawing/2014/main" id="{25EB0BBE-5C22-B2E5-EADF-52949CD44341}"/>
              </a:ext>
            </a:extLst>
          </p:cNvPr>
          <p:cNvSpPr/>
          <p:nvPr/>
        </p:nvSpPr>
        <p:spPr>
          <a:xfrm>
            <a:off x="1257795" y="2071057"/>
            <a:ext cx="87522" cy="67430"/>
          </a:xfrm>
          <a:custGeom>
            <a:avLst/>
            <a:gdLst>
              <a:gd name="csX0" fmla="*/ 3976 w 87522"/>
              <a:gd name="csY0" fmla="*/ 62589 h 67430"/>
              <a:gd name="csX1" fmla="*/ 1611 w 87522"/>
              <a:gd name="csY1" fmla="*/ 35473 h 67430"/>
              <a:gd name="csX2" fmla="*/ 13354 w 87522"/>
              <a:gd name="csY2" fmla="*/ 26110 h 67430"/>
              <a:gd name="csX3" fmla="*/ 24928 w 87522"/>
              <a:gd name="csY3" fmla="*/ 17185 h 67430"/>
              <a:gd name="csX4" fmla="*/ 28816 w 87522"/>
              <a:gd name="csY4" fmla="*/ 13430 h 67430"/>
              <a:gd name="csX5" fmla="*/ 55396 w 87522"/>
              <a:gd name="csY5" fmla="*/ 696 h 67430"/>
              <a:gd name="csX6" fmla="*/ 76595 w 87522"/>
              <a:gd name="csY6" fmla="*/ 27413 h 67430"/>
              <a:gd name="csX7" fmla="*/ 81474 w 87522"/>
              <a:gd name="csY7" fmla="*/ 35237 h 67430"/>
              <a:gd name="csX8" fmla="*/ 81963 w 87522"/>
              <a:gd name="csY8" fmla="*/ 49346 h 67430"/>
              <a:gd name="csX9" fmla="*/ 69036 w 87522"/>
              <a:gd name="csY9" fmla="*/ 59608 h 67430"/>
              <a:gd name="csX10" fmla="*/ 36947 w 87522"/>
              <a:gd name="csY10" fmla="*/ 62618 h 67430"/>
              <a:gd name="csX11" fmla="*/ 17042 w 87522"/>
              <a:gd name="csY11" fmla="*/ 62345 h 67430"/>
              <a:gd name="csX12" fmla="*/ 3976 w 87522"/>
              <a:gd name="csY12" fmla="*/ 62589 h 67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7522" h="67430">
                <a:moveTo>
                  <a:pt x="3976" y="62589"/>
                </a:moveTo>
                <a:cubicBezTo>
                  <a:pt x="-42" y="58150"/>
                  <a:pt x="-1347" y="43182"/>
                  <a:pt x="1611" y="35473"/>
                </a:cubicBezTo>
                <a:cubicBezTo>
                  <a:pt x="2496" y="33167"/>
                  <a:pt x="7780" y="28954"/>
                  <a:pt x="13354" y="26110"/>
                </a:cubicBezTo>
                <a:cubicBezTo>
                  <a:pt x="18927" y="23267"/>
                  <a:pt x="24135" y="19251"/>
                  <a:pt x="24928" y="17185"/>
                </a:cubicBezTo>
                <a:cubicBezTo>
                  <a:pt x="25721" y="15120"/>
                  <a:pt x="27470" y="13430"/>
                  <a:pt x="28816" y="13430"/>
                </a:cubicBezTo>
                <a:cubicBezTo>
                  <a:pt x="32726" y="13430"/>
                  <a:pt x="53752" y="3357"/>
                  <a:pt x="55396" y="696"/>
                </a:cubicBezTo>
                <a:cubicBezTo>
                  <a:pt x="58624" y="-4526"/>
                  <a:pt x="78997" y="21152"/>
                  <a:pt x="76595" y="27413"/>
                </a:cubicBezTo>
                <a:cubicBezTo>
                  <a:pt x="75767" y="29569"/>
                  <a:pt x="77801" y="32831"/>
                  <a:pt x="81474" y="35237"/>
                </a:cubicBezTo>
                <a:cubicBezTo>
                  <a:pt x="89349" y="40396"/>
                  <a:pt x="89558" y="46431"/>
                  <a:pt x="81963" y="49346"/>
                </a:cubicBezTo>
                <a:cubicBezTo>
                  <a:pt x="78769" y="50572"/>
                  <a:pt x="72952" y="55190"/>
                  <a:pt x="69036" y="59608"/>
                </a:cubicBezTo>
                <a:cubicBezTo>
                  <a:pt x="60658" y="69060"/>
                  <a:pt x="52768" y="69801"/>
                  <a:pt x="36947" y="62618"/>
                </a:cubicBezTo>
                <a:cubicBezTo>
                  <a:pt x="26493" y="57872"/>
                  <a:pt x="25833" y="57863"/>
                  <a:pt x="17042" y="62345"/>
                </a:cubicBezTo>
                <a:cubicBezTo>
                  <a:pt x="8489" y="66705"/>
                  <a:pt x="7714" y="66720"/>
                  <a:pt x="3976" y="62589"/>
                </a:cubicBezTo>
                <a:close/>
              </a:path>
            </a:pathLst>
          </a:custGeom>
          <a:solidFill>
            <a:srgbClr val="B9B9B9"/>
          </a:solidFill>
          <a:ln w="5163" cap="flat">
            <a:noFill/>
            <a:prstDash val="solid"/>
            <a:miter/>
          </a:ln>
        </p:spPr>
        <p:txBody>
          <a:bodyPr/>
          <a:lstStyle/>
          <a:p>
            <a:endParaRPr lang="es-419" noProof="0" dirty="0"/>
          </a:p>
        </p:txBody>
      </p:sp>
      <p:sp>
        <p:nvSpPr>
          <p:cNvPr id="52" name="Forma libre: forma 51">
            <a:extLst>
              <a:ext uri="{FF2B5EF4-FFF2-40B4-BE49-F238E27FC236}">
                <a16:creationId xmlns:a16="http://schemas.microsoft.com/office/drawing/2014/main" id="{52AB9559-6C6F-6B30-7A63-8E174D6686A8}"/>
              </a:ext>
            </a:extLst>
          </p:cNvPr>
          <p:cNvSpPr/>
          <p:nvPr/>
        </p:nvSpPr>
        <p:spPr>
          <a:xfrm>
            <a:off x="1498388" y="1582666"/>
            <a:ext cx="245235" cy="503912"/>
          </a:xfrm>
          <a:custGeom>
            <a:avLst/>
            <a:gdLst>
              <a:gd name="csX0" fmla="*/ 181623 w 245235"/>
              <a:gd name="csY0" fmla="*/ 494203 h 503912"/>
              <a:gd name="csX1" fmla="*/ 158452 w 245235"/>
              <a:gd name="csY1" fmla="*/ 485687 h 503912"/>
              <a:gd name="csX2" fmla="*/ 148342 w 245235"/>
              <a:gd name="csY2" fmla="*/ 487770 h 503912"/>
              <a:gd name="csX3" fmla="*/ 119521 w 245235"/>
              <a:gd name="csY3" fmla="*/ 489801 h 503912"/>
              <a:gd name="csX4" fmla="*/ 87472 w 245235"/>
              <a:gd name="csY4" fmla="*/ 489620 h 503912"/>
              <a:gd name="csX5" fmla="*/ 73190 w 245235"/>
              <a:gd name="csY5" fmla="*/ 478988 h 503912"/>
              <a:gd name="csX6" fmla="*/ 52773 w 245235"/>
              <a:gd name="csY6" fmla="*/ 460575 h 503912"/>
              <a:gd name="csX7" fmla="*/ 49575 w 245235"/>
              <a:gd name="csY7" fmla="*/ 464677 h 503912"/>
              <a:gd name="csX8" fmla="*/ 47915 w 245235"/>
              <a:gd name="csY8" fmla="*/ 467591 h 503912"/>
              <a:gd name="csX9" fmla="*/ 13036 w 245235"/>
              <a:gd name="csY9" fmla="*/ 456319 h 503912"/>
              <a:gd name="csX10" fmla="*/ 12217 w 245235"/>
              <a:gd name="csY10" fmla="*/ 442447 h 503912"/>
              <a:gd name="csX11" fmla="*/ 16234 w 245235"/>
              <a:gd name="csY11" fmla="*/ 437376 h 503912"/>
              <a:gd name="csX12" fmla="*/ 3077 w 245235"/>
              <a:gd name="csY12" fmla="*/ 417673 h 503912"/>
              <a:gd name="csX13" fmla="*/ 0 w 245235"/>
              <a:gd name="csY13" fmla="*/ 409784 h 503912"/>
              <a:gd name="csX14" fmla="*/ 6196 w 245235"/>
              <a:gd name="csY14" fmla="*/ 402269 h 503912"/>
              <a:gd name="csX15" fmla="*/ 12532 w 245235"/>
              <a:gd name="csY15" fmla="*/ 401839 h 503912"/>
              <a:gd name="csX16" fmla="*/ 13332 w 245235"/>
              <a:gd name="csY16" fmla="*/ 389178 h 503912"/>
              <a:gd name="csX17" fmla="*/ 18583 w 245235"/>
              <a:gd name="csY17" fmla="*/ 371495 h 503912"/>
              <a:gd name="csX18" fmla="*/ 33934 w 245235"/>
              <a:gd name="csY18" fmla="*/ 366100 h 503912"/>
              <a:gd name="csX19" fmla="*/ 49768 w 245235"/>
              <a:gd name="csY19" fmla="*/ 361841 h 503912"/>
              <a:gd name="csX20" fmla="*/ 46692 w 245235"/>
              <a:gd name="csY20" fmla="*/ 337409 h 503912"/>
              <a:gd name="csX21" fmla="*/ 42031 w 245235"/>
              <a:gd name="csY21" fmla="*/ 321770 h 503912"/>
              <a:gd name="csX22" fmla="*/ 39524 w 245235"/>
              <a:gd name="csY22" fmla="*/ 295336 h 503912"/>
              <a:gd name="csX23" fmla="*/ 41858 w 245235"/>
              <a:gd name="csY23" fmla="*/ 287644 h 503912"/>
              <a:gd name="csX24" fmla="*/ 57042 w 245235"/>
              <a:gd name="csY24" fmla="*/ 277265 h 503912"/>
              <a:gd name="csX25" fmla="*/ 69737 w 245235"/>
              <a:gd name="csY25" fmla="*/ 269502 h 503912"/>
              <a:gd name="csX26" fmla="*/ 79509 w 245235"/>
              <a:gd name="csY26" fmla="*/ 253317 h 503912"/>
              <a:gd name="csX27" fmla="*/ 95370 w 245235"/>
              <a:gd name="csY27" fmla="*/ 241529 h 503912"/>
              <a:gd name="csX28" fmla="*/ 141543 w 245235"/>
              <a:gd name="csY28" fmla="*/ 207386 h 503912"/>
              <a:gd name="csX29" fmla="*/ 135987 w 245235"/>
              <a:gd name="csY29" fmla="*/ 199791 h 503912"/>
              <a:gd name="csX30" fmla="*/ 127900 w 245235"/>
              <a:gd name="csY30" fmla="*/ 166538 h 503912"/>
              <a:gd name="csX31" fmla="*/ 127266 w 245235"/>
              <a:gd name="csY31" fmla="*/ 150064 h 503912"/>
              <a:gd name="csX32" fmla="*/ 118230 w 245235"/>
              <a:gd name="csY32" fmla="*/ 149351 h 503912"/>
              <a:gd name="csX33" fmla="*/ 106311 w 245235"/>
              <a:gd name="csY33" fmla="*/ 151014 h 503912"/>
              <a:gd name="csX34" fmla="*/ 100187 w 245235"/>
              <a:gd name="csY34" fmla="*/ 149485 h 503912"/>
              <a:gd name="csX35" fmla="*/ 89795 w 245235"/>
              <a:gd name="csY35" fmla="*/ 145581 h 503912"/>
              <a:gd name="csX36" fmla="*/ 79509 w 245235"/>
              <a:gd name="csY36" fmla="*/ 132462 h 503912"/>
              <a:gd name="csX37" fmla="*/ 74746 w 245235"/>
              <a:gd name="csY37" fmla="*/ 127510 h 503912"/>
              <a:gd name="csX38" fmla="*/ 61439 w 245235"/>
              <a:gd name="csY38" fmla="*/ 106041 h 503912"/>
              <a:gd name="csX39" fmla="*/ 51376 w 245235"/>
              <a:gd name="csY39" fmla="*/ 92403 h 503912"/>
              <a:gd name="csX40" fmla="*/ 43631 w 245235"/>
              <a:gd name="csY40" fmla="*/ 82710 h 503912"/>
              <a:gd name="csX41" fmla="*/ 40756 w 245235"/>
              <a:gd name="csY41" fmla="*/ 70719 h 503912"/>
              <a:gd name="csX42" fmla="*/ 37174 w 245235"/>
              <a:gd name="csY42" fmla="*/ 60642 h 503912"/>
              <a:gd name="csX43" fmla="*/ 23391 w 245235"/>
              <a:gd name="csY43" fmla="*/ 17685 h 503912"/>
              <a:gd name="csX44" fmla="*/ 16983 w 245235"/>
              <a:gd name="csY44" fmla="*/ 12409 h 503912"/>
              <a:gd name="csX45" fmla="*/ 27512 w 245235"/>
              <a:gd name="csY45" fmla="*/ 5441 h 503912"/>
              <a:gd name="csX46" fmla="*/ 44577 w 245235"/>
              <a:gd name="csY46" fmla="*/ 1452 h 503912"/>
              <a:gd name="csX47" fmla="*/ 51418 w 245235"/>
              <a:gd name="csY47" fmla="*/ 21016 h 503912"/>
              <a:gd name="csX48" fmla="*/ 53995 w 245235"/>
              <a:gd name="csY48" fmla="*/ 32559 h 503912"/>
              <a:gd name="csX49" fmla="*/ 56749 w 245235"/>
              <a:gd name="csY49" fmla="*/ 46824 h 503912"/>
              <a:gd name="csX50" fmla="*/ 61515 w 245235"/>
              <a:gd name="csY50" fmla="*/ 64401 h 503912"/>
              <a:gd name="csX51" fmla="*/ 66783 w 245235"/>
              <a:gd name="csY51" fmla="*/ 80478 h 503912"/>
              <a:gd name="csX52" fmla="*/ 69183 w 245235"/>
              <a:gd name="csY52" fmla="*/ 82335 h 503912"/>
              <a:gd name="csX53" fmla="*/ 72797 w 245235"/>
              <a:gd name="csY53" fmla="*/ 89434 h 503912"/>
              <a:gd name="csX54" fmla="*/ 77368 w 245235"/>
              <a:gd name="csY54" fmla="*/ 95891 h 503912"/>
              <a:gd name="csX55" fmla="*/ 83382 w 245235"/>
              <a:gd name="csY55" fmla="*/ 106862 h 503912"/>
              <a:gd name="csX56" fmla="*/ 91209 w 245235"/>
              <a:gd name="csY56" fmla="*/ 114603 h 503912"/>
              <a:gd name="csX57" fmla="*/ 115649 w 245235"/>
              <a:gd name="csY57" fmla="*/ 125394 h 503912"/>
              <a:gd name="csX58" fmla="*/ 132428 w 245235"/>
              <a:gd name="csY58" fmla="*/ 131624 h 503912"/>
              <a:gd name="csX59" fmla="*/ 150553 w 245235"/>
              <a:gd name="csY59" fmla="*/ 139348 h 503912"/>
              <a:gd name="csX60" fmla="*/ 176368 w 245235"/>
              <a:gd name="csY60" fmla="*/ 146927 h 503912"/>
              <a:gd name="csX61" fmla="*/ 211382 w 245235"/>
              <a:gd name="csY61" fmla="*/ 156343 h 503912"/>
              <a:gd name="csX62" fmla="*/ 230401 w 245235"/>
              <a:gd name="csY62" fmla="*/ 161456 h 503912"/>
              <a:gd name="csX63" fmla="*/ 244475 w 245235"/>
              <a:gd name="csY63" fmla="*/ 154799 h 503912"/>
              <a:gd name="csX64" fmla="*/ 229656 w 245235"/>
              <a:gd name="csY64" fmla="*/ 212698 h 503912"/>
              <a:gd name="csX65" fmla="*/ 216833 w 245235"/>
              <a:gd name="csY65" fmla="*/ 242385 h 503912"/>
              <a:gd name="csX66" fmla="*/ 205960 w 245235"/>
              <a:gd name="csY66" fmla="*/ 288674 h 503912"/>
              <a:gd name="csX67" fmla="*/ 203418 w 245235"/>
              <a:gd name="csY67" fmla="*/ 300468 h 503912"/>
              <a:gd name="csX68" fmla="*/ 200956 w 245235"/>
              <a:gd name="csY68" fmla="*/ 300468 h 503912"/>
              <a:gd name="csX69" fmla="*/ 214917 w 245235"/>
              <a:gd name="csY69" fmla="*/ 237240 h 503912"/>
              <a:gd name="csX70" fmla="*/ 224070 w 245235"/>
              <a:gd name="csY70" fmla="*/ 211401 h 503912"/>
              <a:gd name="csX71" fmla="*/ 218637 w 245235"/>
              <a:gd name="csY71" fmla="*/ 205384 h 503912"/>
              <a:gd name="csX72" fmla="*/ 214956 w 245235"/>
              <a:gd name="csY72" fmla="*/ 204826 h 503912"/>
              <a:gd name="csX73" fmla="*/ 214905 w 245235"/>
              <a:gd name="csY73" fmla="*/ 215873 h 503912"/>
              <a:gd name="csX74" fmla="*/ 213101 w 245235"/>
              <a:gd name="csY74" fmla="*/ 224084 h 503912"/>
              <a:gd name="csX75" fmla="*/ 208491 w 245235"/>
              <a:gd name="csY75" fmla="*/ 218391 h 503912"/>
              <a:gd name="csX76" fmla="*/ 197466 w 245235"/>
              <a:gd name="csY76" fmla="*/ 218019 h 503912"/>
              <a:gd name="csX77" fmla="*/ 199747 w 245235"/>
              <a:gd name="csY77" fmla="*/ 224749 h 503912"/>
              <a:gd name="csX78" fmla="*/ 203418 w 245235"/>
              <a:gd name="csY78" fmla="*/ 228616 h 503912"/>
              <a:gd name="csX79" fmla="*/ 201015 w 245235"/>
              <a:gd name="csY79" fmla="*/ 229588 h 503912"/>
              <a:gd name="csX80" fmla="*/ 196991 w 245235"/>
              <a:gd name="csY80" fmla="*/ 230726 h 503912"/>
              <a:gd name="csX81" fmla="*/ 198308 w 245235"/>
              <a:gd name="csY81" fmla="*/ 233350 h 503912"/>
              <a:gd name="csX82" fmla="*/ 199523 w 245235"/>
              <a:gd name="csY82" fmla="*/ 241200 h 503912"/>
              <a:gd name="csX83" fmla="*/ 200899 w 245235"/>
              <a:gd name="csY83" fmla="*/ 252786 h 503912"/>
              <a:gd name="csX84" fmla="*/ 200228 w 245235"/>
              <a:gd name="csY84" fmla="*/ 257969 h 503912"/>
              <a:gd name="csX85" fmla="*/ 197509 w 245235"/>
              <a:gd name="csY85" fmla="*/ 272843 h 503912"/>
              <a:gd name="csX86" fmla="*/ 194340 w 245235"/>
              <a:gd name="csY86" fmla="*/ 281107 h 503912"/>
              <a:gd name="csX87" fmla="*/ 191370 w 245235"/>
              <a:gd name="csY87" fmla="*/ 292273 h 503912"/>
              <a:gd name="csX88" fmla="*/ 195674 w 245235"/>
              <a:gd name="csY88" fmla="*/ 307167 h 503912"/>
              <a:gd name="csX89" fmla="*/ 199681 w 245235"/>
              <a:gd name="csY89" fmla="*/ 306687 h 503912"/>
              <a:gd name="csX90" fmla="*/ 200986 w 245235"/>
              <a:gd name="csY90" fmla="*/ 320424 h 503912"/>
              <a:gd name="csX91" fmla="*/ 197882 w 245235"/>
              <a:gd name="csY91" fmla="*/ 340480 h 503912"/>
              <a:gd name="csX92" fmla="*/ 197480 w 245235"/>
              <a:gd name="csY92" fmla="*/ 350806 h 503912"/>
              <a:gd name="csX93" fmla="*/ 195674 w 245235"/>
              <a:gd name="csY93" fmla="*/ 339189 h 503912"/>
              <a:gd name="csX94" fmla="*/ 193480 w 245235"/>
              <a:gd name="csY94" fmla="*/ 360201 h 503912"/>
              <a:gd name="csX95" fmla="*/ 197184 w 245235"/>
              <a:gd name="csY95" fmla="*/ 414396 h 503912"/>
              <a:gd name="csX96" fmla="*/ 198086 w 245235"/>
              <a:gd name="csY96" fmla="*/ 450991 h 503912"/>
              <a:gd name="csX97" fmla="*/ 192986 w 245235"/>
              <a:gd name="csY97" fmla="*/ 462927 h 503912"/>
              <a:gd name="csX98" fmla="*/ 186260 w 245235"/>
              <a:gd name="csY98" fmla="*/ 476652 h 503912"/>
              <a:gd name="csX99" fmla="*/ 187756 w 245235"/>
              <a:gd name="csY99" fmla="*/ 481169 h 503912"/>
              <a:gd name="csX100" fmla="*/ 190891 w 245235"/>
              <a:gd name="csY100" fmla="*/ 476652 h 503912"/>
              <a:gd name="csX101" fmla="*/ 193026 w 245235"/>
              <a:gd name="csY101" fmla="*/ 487623 h 503912"/>
              <a:gd name="csX102" fmla="*/ 194241 w 245235"/>
              <a:gd name="csY102" fmla="*/ 503884 h 503912"/>
              <a:gd name="csX103" fmla="*/ 181623 w 245235"/>
              <a:gd name="csY103" fmla="*/ 494203 h 5039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Lst>
            <a:rect l="l" t="t" r="r" b="b"/>
            <a:pathLst>
              <a:path w="245235" h="503912">
                <a:moveTo>
                  <a:pt x="181623" y="494203"/>
                </a:moveTo>
                <a:cubicBezTo>
                  <a:pt x="170080" y="484213"/>
                  <a:pt x="162664" y="481487"/>
                  <a:pt x="158452" y="485687"/>
                </a:cubicBezTo>
                <a:cubicBezTo>
                  <a:pt x="157384" y="486752"/>
                  <a:pt x="152834" y="487689"/>
                  <a:pt x="148342" y="487770"/>
                </a:cubicBezTo>
                <a:cubicBezTo>
                  <a:pt x="143849" y="487851"/>
                  <a:pt x="130880" y="488765"/>
                  <a:pt x="119521" y="489801"/>
                </a:cubicBezTo>
                <a:cubicBezTo>
                  <a:pt x="108163" y="490837"/>
                  <a:pt x="93741" y="490755"/>
                  <a:pt x="87472" y="489620"/>
                </a:cubicBezTo>
                <a:cubicBezTo>
                  <a:pt x="77605" y="487832"/>
                  <a:pt x="75687" y="486404"/>
                  <a:pt x="73190" y="478988"/>
                </a:cubicBezTo>
                <a:cubicBezTo>
                  <a:pt x="70001" y="469517"/>
                  <a:pt x="60184" y="460664"/>
                  <a:pt x="52773" y="460575"/>
                </a:cubicBezTo>
                <a:cubicBezTo>
                  <a:pt x="49415" y="460535"/>
                  <a:pt x="48457" y="461764"/>
                  <a:pt x="49575" y="464677"/>
                </a:cubicBezTo>
                <a:cubicBezTo>
                  <a:pt x="50616" y="467390"/>
                  <a:pt x="50039" y="468403"/>
                  <a:pt x="47915" y="467591"/>
                </a:cubicBezTo>
                <a:cubicBezTo>
                  <a:pt x="43178" y="465778"/>
                  <a:pt x="16822" y="457260"/>
                  <a:pt x="13036" y="456319"/>
                </a:cubicBezTo>
                <a:cubicBezTo>
                  <a:pt x="9334" y="455399"/>
                  <a:pt x="8569" y="442447"/>
                  <a:pt x="12217" y="442447"/>
                </a:cubicBezTo>
                <a:cubicBezTo>
                  <a:pt x="13541" y="442447"/>
                  <a:pt x="15349" y="440165"/>
                  <a:pt x="16234" y="437376"/>
                </a:cubicBezTo>
                <a:cubicBezTo>
                  <a:pt x="18137" y="431382"/>
                  <a:pt x="7778" y="415870"/>
                  <a:pt x="3077" y="417673"/>
                </a:cubicBezTo>
                <a:cubicBezTo>
                  <a:pt x="1055" y="418449"/>
                  <a:pt x="0" y="415744"/>
                  <a:pt x="0" y="409784"/>
                </a:cubicBezTo>
                <a:cubicBezTo>
                  <a:pt x="0" y="401499"/>
                  <a:pt x="536" y="400849"/>
                  <a:pt x="6196" y="402269"/>
                </a:cubicBezTo>
                <a:cubicBezTo>
                  <a:pt x="9603" y="403124"/>
                  <a:pt x="12454" y="402931"/>
                  <a:pt x="12532" y="401839"/>
                </a:cubicBezTo>
                <a:cubicBezTo>
                  <a:pt x="12609" y="400747"/>
                  <a:pt x="12969" y="395050"/>
                  <a:pt x="13332" y="389178"/>
                </a:cubicBezTo>
                <a:cubicBezTo>
                  <a:pt x="13694" y="383307"/>
                  <a:pt x="16057" y="375349"/>
                  <a:pt x="18583" y="371495"/>
                </a:cubicBezTo>
                <a:cubicBezTo>
                  <a:pt x="22726" y="365172"/>
                  <a:pt x="24227" y="364644"/>
                  <a:pt x="33934" y="366100"/>
                </a:cubicBezTo>
                <a:cubicBezTo>
                  <a:pt x="43066" y="367469"/>
                  <a:pt x="45460" y="366825"/>
                  <a:pt x="49768" y="361841"/>
                </a:cubicBezTo>
                <a:cubicBezTo>
                  <a:pt x="55970" y="354665"/>
                  <a:pt x="55203" y="348567"/>
                  <a:pt x="46692" y="337409"/>
                </a:cubicBezTo>
                <a:cubicBezTo>
                  <a:pt x="41680" y="330837"/>
                  <a:pt x="40608" y="327241"/>
                  <a:pt x="42031" y="321770"/>
                </a:cubicBezTo>
                <a:cubicBezTo>
                  <a:pt x="45168" y="309711"/>
                  <a:pt x="44306" y="300620"/>
                  <a:pt x="39524" y="295336"/>
                </a:cubicBezTo>
                <a:cubicBezTo>
                  <a:pt x="35095" y="290442"/>
                  <a:pt x="35173" y="290185"/>
                  <a:pt x="41858" y="287644"/>
                </a:cubicBezTo>
                <a:cubicBezTo>
                  <a:pt x="45661" y="286198"/>
                  <a:pt x="52494" y="281527"/>
                  <a:pt x="57042" y="277265"/>
                </a:cubicBezTo>
                <a:cubicBezTo>
                  <a:pt x="61590" y="273002"/>
                  <a:pt x="67303" y="269509"/>
                  <a:pt x="69737" y="269502"/>
                </a:cubicBezTo>
                <a:cubicBezTo>
                  <a:pt x="74976" y="269488"/>
                  <a:pt x="79509" y="261980"/>
                  <a:pt x="79509" y="253317"/>
                </a:cubicBezTo>
                <a:cubicBezTo>
                  <a:pt x="79509" y="246749"/>
                  <a:pt x="88587" y="240002"/>
                  <a:pt x="95370" y="241529"/>
                </a:cubicBezTo>
                <a:cubicBezTo>
                  <a:pt x="99614" y="242485"/>
                  <a:pt x="137917" y="214161"/>
                  <a:pt x="141543" y="207386"/>
                </a:cubicBezTo>
                <a:cubicBezTo>
                  <a:pt x="144262" y="202307"/>
                  <a:pt x="142422" y="199791"/>
                  <a:pt x="135987" y="199791"/>
                </a:cubicBezTo>
                <a:cubicBezTo>
                  <a:pt x="130714" y="199791"/>
                  <a:pt x="128893" y="192306"/>
                  <a:pt x="127900" y="166538"/>
                </a:cubicBezTo>
                <a:lnTo>
                  <a:pt x="127266" y="150064"/>
                </a:lnTo>
                <a:lnTo>
                  <a:pt x="118230" y="149351"/>
                </a:lnTo>
                <a:cubicBezTo>
                  <a:pt x="113261" y="148959"/>
                  <a:pt x="107898" y="149707"/>
                  <a:pt x="106311" y="151014"/>
                </a:cubicBezTo>
                <a:cubicBezTo>
                  <a:pt x="104470" y="152530"/>
                  <a:pt x="102255" y="151977"/>
                  <a:pt x="100187" y="149485"/>
                </a:cubicBezTo>
                <a:cubicBezTo>
                  <a:pt x="98405" y="147337"/>
                  <a:pt x="93728" y="145581"/>
                  <a:pt x="89795" y="145581"/>
                </a:cubicBezTo>
                <a:cubicBezTo>
                  <a:pt x="82532" y="145581"/>
                  <a:pt x="79509" y="141725"/>
                  <a:pt x="79509" y="132462"/>
                </a:cubicBezTo>
                <a:cubicBezTo>
                  <a:pt x="79509" y="129370"/>
                  <a:pt x="77720" y="127510"/>
                  <a:pt x="74746" y="127510"/>
                </a:cubicBezTo>
                <a:cubicBezTo>
                  <a:pt x="66661" y="127510"/>
                  <a:pt x="61439" y="119085"/>
                  <a:pt x="61439" y="106041"/>
                </a:cubicBezTo>
                <a:cubicBezTo>
                  <a:pt x="61439" y="94056"/>
                  <a:pt x="61402" y="94007"/>
                  <a:pt x="51376" y="92403"/>
                </a:cubicBezTo>
                <a:cubicBezTo>
                  <a:pt x="41507" y="90825"/>
                  <a:pt x="41357" y="90638"/>
                  <a:pt x="43631" y="82710"/>
                </a:cubicBezTo>
                <a:cubicBezTo>
                  <a:pt x="46841" y="71517"/>
                  <a:pt x="46650" y="70719"/>
                  <a:pt x="40756" y="70719"/>
                </a:cubicBezTo>
                <a:cubicBezTo>
                  <a:pt x="36165" y="70719"/>
                  <a:pt x="35750" y="69551"/>
                  <a:pt x="37174" y="60642"/>
                </a:cubicBezTo>
                <a:cubicBezTo>
                  <a:pt x="39267" y="47555"/>
                  <a:pt x="31942" y="24727"/>
                  <a:pt x="23391" y="17685"/>
                </a:cubicBezTo>
                <a:lnTo>
                  <a:pt x="16983" y="12409"/>
                </a:lnTo>
                <a:lnTo>
                  <a:pt x="27512" y="5441"/>
                </a:lnTo>
                <a:cubicBezTo>
                  <a:pt x="36589" y="-566"/>
                  <a:pt x="38942" y="-1116"/>
                  <a:pt x="44577" y="1452"/>
                </a:cubicBezTo>
                <a:cubicBezTo>
                  <a:pt x="50920" y="4342"/>
                  <a:pt x="52469" y="8771"/>
                  <a:pt x="51418" y="21016"/>
                </a:cubicBezTo>
                <a:cubicBezTo>
                  <a:pt x="51144" y="24205"/>
                  <a:pt x="52304" y="29399"/>
                  <a:pt x="53995" y="32559"/>
                </a:cubicBezTo>
                <a:cubicBezTo>
                  <a:pt x="55686" y="35718"/>
                  <a:pt x="56925" y="42138"/>
                  <a:pt x="56749" y="46824"/>
                </a:cubicBezTo>
                <a:cubicBezTo>
                  <a:pt x="56573" y="51511"/>
                  <a:pt x="58717" y="59420"/>
                  <a:pt x="61515" y="64401"/>
                </a:cubicBezTo>
                <a:cubicBezTo>
                  <a:pt x="64313" y="69382"/>
                  <a:pt x="66683" y="76616"/>
                  <a:pt x="66783" y="80478"/>
                </a:cubicBezTo>
                <a:cubicBezTo>
                  <a:pt x="66944" y="86723"/>
                  <a:pt x="67209" y="86928"/>
                  <a:pt x="69183" y="82335"/>
                </a:cubicBezTo>
                <a:cubicBezTo>
                  <a:pt x="71476" y="76999"/>
                  <a:pt x="71863" y="77758"/>
                  <a:pt x="72797" y="89434"/>
                </a:cubicBezTo>
                <a:cubicBezTo>
                  <a:pt x="72939" y="91209"/>
                  <a:pt x="74996" y="94114"/>
                  <a:pt x="77368" y="95891"/>
                </a:cubicBezTo>
                <a:cubicBezTo>
                  <a:pt x="79740" y="97667"/>
                  <a:pt x="82447" y="102604"/>
                  <a:pt x="83382" y="106862"/>
                </a:cubicBezTo>
                <a:cubicBezTo>
                  <a:pt x="84688" y="112811"/>
                  <a:pt x="86501" y="114603"/>
                  <a:pt x="91209" y="114603"/>
                </a:cubicBezTo>
                <a:cubicBezTo>
                  <a:pt x="99379" y="114603"/>
                  <a:pt x="110872" y="119677"/>
                  <a:pt x="115649" y="125394"/>
                </a:cubicBezTo>
                <a:cubicBezTo>
                  <a:pt x="117952" y="128149"/>
                  <a:pt x="124752" y="130674"/>
                  <a:pt x="132428" y="131624"/>
                </a:cubicBezTo>
                <a:cubicBezTo>
                  <a:pt x="141521" y="132750"/>
                  <a:pt x="146878" y="135032"/>
                  <a:pt x="150553" y="139348"/>
                </a:cubicBezTo>
                <a:cubicBezTo>
                  <a:pt x="154982" y="144548"/>
                  <a:pt x="158885" y="145694"/>
                  <a:pt x="176368" y="146927"/>
                </a:cubicBezTo>
                <a:cubicBezTo>
                  <a:pt x="205380" y="148973"/>
                  <a:pt x="204499" y="148736"/>
                  <a:pt x="211382" y="156343"/>
                </a:cubicBezTo>
                <a:cubicBezTo>
                  <a:pt x="219859" y="165712"/>
                  <a:pt x="228327" y="167989"/>
                  <a:pt x="230401" y="161456"/>
                </a:cubicBezTo>
                <a:cubicBezTo>
                  <a:pt x="231901" y="156729"/>
                  <a:pt x="241748" y="152072"/>
                  <a:pt x="244475" y="154799"/>
                </a:cubicBezTo>
                <a:cubicBezTo>
                  <a:pt x="248005" y="158329"/>
                  <a:pt x="238595" y="195092"/>
                  <a:pt x="229656" y="212698"/>
                </a:cubicBezTo>
                <a:cubicBezTo>
                  <a:pt x="224250" y="223347"/>
                  <a:pt x="218479" y="236706"/>
                  <a:pt x="216833" y="242385"/>
                </a:cubicBezTo>
                <a:cubicBezTo>
                  <a:pt x="208092" y="272545"/>
                  <a:pt x="205996" y="281464"/>
                  <a:pt x="205960" y="288674"/>
                </a:cubicBezTo>
                <a:cubicBezTo>
                  <a:pt x="205939" y="293031"/>
                  <a:pt x="204795" y="298338"/>
                  <a:pt x="203418" y="300468"/>
                </a:cubicBezTo>
                <a:cubicBezTo>
                  <a:pt x="201194" y="303910"/>
                  <a:pt x="200920" y="303910"/>
                  <a:pt x="200956" y="300468"/>
                </a:cubicBezTo>
                <a:cubicBezTo>
                  <a:pt x="201123" y="284393"/>
                  <a:pt x="207229" y="256741"/>
                  <a:pt x="214917" y="237240"/>
                </a:cubicBezTo>
                <a:cubicBezTo>
                  <a:pt x="219951" y="224471"/>
                  <a:pt x="224070" y="212844"/>
                  <a:pt x="224070" y="211401"/>
                </a:cubicBezTo>
                <a:cubicBezTo>
                  <a:pt x="224070" y="209958"/>
                  <a:pt x="221625" y="207250"/>
                  <a:pt x="218637" y="205384"/>
                </a:cubicBezTo>
                <a:cubicBezTo>
                  <a:pt x="215583" y="203477"/>
                  <a:pt x="213971" y="203233"/>
                  <a:pt x="214956" y="204826"/>
                </a:cubicBezTo>
                <a:cubicBezTo>
                  <a:pt x="215920" y="206386"/>
                  <a:pt x="215897" y="211356"/>
                  <a:pt x="214905" y="215873"/>
                </a:cubicBezTo>
                <a:lnTo>
                  <a:pt x="213101" y="224084"/>
                </a:lnTo>
                <a:lnTo>
                  <a:pt x="208491" y="218391"/>
                </a:lnTo>
                <a:cubicBezTo>
                  <a:pt x="202731" y="211277"/>
                  <a:pt x="199260" y="211160"/>
                  <a:pt x="197466" y="218019"/>
                </a:cubicBezTo>
                <a:cubicBezTo>
                  <a:pt x="196615" y="221276"/>
                  <a:pt x="197499" y="223887"/>
                  <a:pt x="199747" y="224749"/>
                </a:cubicBezTo>
                <a:cubicBezTo>
                  <a:pt x="201766" y="225524"/>
                  <a:pt x="203418" y="227264"/>
                  <a:pt x="203418" y="228616"/>
                </a:cubicBezTo>
                <a:cubicBezTo>
                  <a:pt x="203418" y="229967"/>
                  <a:pt x="202337" y="230405"/>
                  <a:pt x="201015" y="229588"/>
                </a:cubicBezTo>
                <a:cubicBezTo>
                  <a:pt x="199694" y="228771"/>
                  <a:pt x="197882" y="229283"/>
                  <a:pt x="196991" y="230726"/>
                </a:cubicBezTo>
                <a:cubicBezTo>
                  <a:pt x="196099" y="232169"/>
                  <a:pt x="196692" y="233350"/>
                  <a:pt x="198308" y="233350"/>
                </a:cubicBezTo>
                <a:cubicBezTo>
                  <a:pt x="200240" y="233350"/>
                  <a:pt x="200656" y="236041"/>
                  <a:pt x="199523" y="241200"/>
                </a:cubicBezTo>
                <a:cubicBezTo>
                  <a:pt x="198474" y="245978"/>
                  <a:pt x="199012" y="250512"/>
                  <a:pt x="200899" y="252786"/>
                </a:cubicBezTo>
                <a:cubicBezTo>
                  <a:pt x="203352" y="255741"/>
                  <a:pt x="203212" y="256824"/>
                  <a:pt x="200228" y="257969"/>
                </a:cubicBezTo>
                <a:cubicBezTo>
                  <a:pt x="197388" y="259059"/>
                  <a:pt x="196716" y="262734"/>
                  <a:pt x="197509" y="272843"/>
                </a:cubicBezTo>
                <a:cubicBezTo>
                  <a:pt x="198508" y="285590"/>
                  <a:pt x="198348" y="286008"/>
                  <a:pt x="194340" y="281107"/>
                </a:cubicBezTo>
                <a:cubicBezTo>
                  <a:pt x="190355" y="276233"/>
                  <a:pt x="190188" y="276860"/>
                  <a:pt x="191370" y="292273"/>
                </a:cubicBezTo>
                <a:cubicBezTo>
                  <a:pt x="192505" y="307076"/>
                  <a:pt x="195674" y="318043"/>
                  <a:pt x="195674" y="307167"/>
                </a:cubicBezTo>
                <a:cubicBezTo>
                  <a:pt x="195674" y="303112"/>
                  <a:pt x="196059" y="303066"/>
                  <a:pt x="199681" y="306687"/>
                </a:cubicBezTo>
                <a:cubicBezTo>
                  <a:pt x="202942" y="309948"/>
                  <a:pt x="203185" y="312507"/>
                  <a:pt x="200986" y="320424"/>
                </a:cubicBezTo>
                <a:cubicBezTo>
                  <a:pt x="199500" y="325776"/>
                  <a:pt x="198103" y="334801"/>
                  <a:pt x="197882" y="340480"/>
                </a:cubicBezTo>
                <a:lnTo>
                  <a:pt x="197480" y="350806"/>
                </a:lnTo>
                <a:lnTo>
                  <a:pt x="195674" y="339189"/>
                </a:lnTo>
                <a:cubicBezTo>
                  <a:pt x="194403" y="331014"/>
                  <a:pt x="193753" y="337239"/>
                  <a:pt x="193480" y="360201"/>
                </a:cubicBezTo>
                <a:cubicBezTo>
                  <a:pt x="193236" y="380786"/>
                  <a:pt x="194603" y="400790"/>
                  <a:pt x="197184" y="414396"/>
                </a:cubicBezTo>
                <a:cubicBezTo>
                  <a:pt x="200612" y="432468"/>
                  <a:pt x="200758" y="438399"/>
                  <a:pt x="198086" y="450991"/>
                </a:cubicBezTo>
                <a:cubicBezTo>
                  <a:pt x="196258" y="459605"/>
                  <a:pt x="194082" y="464699"/>
                  <a:pt x="192986" y="462927"/>
                </a:cubicBezTo>
                <a:cubicBezTo>
                  <a:pt x="191158" y="459970"/>
                  <a:pt x="190587" y="461135"/>
                  <a:pt x="186260" y="476652"/>
                </a:cubicBezTo>
                <a:cubicBezTo>
                  <a:pt x="185567" y="479136"/>
                  <a:pt x="186240" y="481169"/>
                  <a:pt x="187756" y="481169"/>
                </a:cubicBezTo>
                <a:cubicBezTo>
                  <a:pt x="189271" y="481169"/>
                  <a:pt x="190682" y="479136"/>
                  <a:pt x="190891" y="476652"/>
                </a:cubicBezTo>
                <a:cubicBezTo>
                  <a:pt x="191099" y="474167"/>
                  <a:pt x="192060" y="479104"/>
                  <a:pt x="193026" y="487623"/>
                </a:cubicBezTo>
                <a:cubicBezTo>
                  <a:pt x="193992" y="496142"/>
                  <a:pt x="194538" y="503459"/>
                  <a:pt x="194241" y="503884"/>
                </a:cubicBezTo>
                <a:cubicBezTo>
                  <a:pt x="193943" y="504308"/>
                  <a:pt x="188265" y="499952"/>
                  <a:pt x="181623" y="494203"/>
                </a:cubicBezTo>
                <a:close/>
              </a:path>
            </a:pathLst>
          </a:custGeom>
          <a:solidFill>
            <a:srgbClr val="B9B9B9"/>
          </a:solidFill>
          <a:ln w="5163" cap="flat">
            <a:noFill/>
            <a:prstDash val="solid"/>
            <a:miter/>
          </a:ln>
        </p:spPr>
        <p:txBody>
          <a:bodyPr/>
          <a:lstStyle/>
          <a:p>
            <a:endParaRPr lang="es-419" noProof="0" dirty="0"/>
          </a:p>
        </p:txBody>
      </p:sp>
      <p:sp>
        <p:nvSpPr>
          <p:cNvPr id="53" name="Forma libre: forma 52">
            <a:extLst>
              <a:ext uri="{FF2B5EF4-FFF2-40B4-BE49-F238E27FC236}">
                <a16:creationId xmlns:a16="http://schemas.microsoft.com/office/drawing/2014/main" id="{6E08F70B-7138-1DC1-D5C9-7ACE37ECA47F}"/>
              </a:ext>
            </a:extLst>
          </p:cNvPr>
          <p:cNvSpPr/>
          <p:nvPr/>
        </p:nvSpPr>
        <p:spPr>
          <a:xfrm>
            <a:off x="920115" y="1646957"/>
            <a:ext cx="379561" cy="415583"/>
          </a:xfrm>
          <a:custGeom>
            <a:avLst/>
            <a:gdLst>
              <a:gd name="csX0" fmla="*/ 203090 w 379561"/>
              <a:gd name="csY0" fmla="*/ 414284 h 415583"/>
              <a:gd name="csX1" fmla="*/ 197077 w 379561"/>
              <a:gd name="csY1" fmla="*/ 404675 h 415583"/>
              <a:gd name="csX2" fmla="*/ 192271 w 379561"/>
              <a:gd name="csY2" fmla="*/ 395646 h 415583"/>
              <a:gd name="csX3" fmla="*/ 171007 w 379561"/>
              <a:gd name="csY3" fmla="*/ 397866 h 415583"/>
              <a:gd name="csX4" fmla="*/ 166946 w 379561"/>
              <a:gd name="csY4" fmla="*/ 392738 h 415583"/>
              <a:gd name="csX5" fmla="*/ 171214 w 379561"/>
              <a:gd name="csY5" fmla="*/ 375323 h 415583"/>
              <a:gd name="csX6" fmla="*/ 168526 w 379561"/>
              <a:gd name="csY6" fmla="*/ 359903 h 415583"/>
              <a:gd name="csX7" fmla="*/ 135682 w 379561"/>
              <a:gd name="csY7" fmla="*/ 348579 h 415583"/>
              <a:gd name="csX8" fmla="*/ 130456 w 379561"/>
              <a:gd name="csY8" fmla="*/ 344743 h 415583"/>
              <a:gd name="csX9" fmla="*/ 123707 w 379561"/>
              <a:gd name="csY9" fmla="*/ 339434 h 415583"/>
              <a:gd name="csX10" fmla="*/ 111898 w 379561"/>
              <a:gd name="csY10" fmla="*/ 326710 h 415583"/>
              <a:gd name="csX11" fmla="*/ 102819 w 379561"/>
              <a:gd name="csY11" fmla="*/ 312359 h 415583"/>
              <a:gd name="csX12" fmla="*/ 100189 w 379561"/>
              <a:gd name="csY12" fmla="*/ 303716 h 415583"/>
              <a:gd name="csX13" fmla="*/ 96495 w 379561"/>
              <a:gd name="csY13" fmla="*/ 291424 h 415583"/>
              <a:gd name="csX14" fmla="*/ 91114 w 379561"/>
              <a:gd name="csY14" fmla="*/ 269668 h 415583"/>
              <a:gd name="csX15" fmla="*/ 73368 w 379561"/>
              <a:gd name="csY15" fmla="*/ 228658 h 415583"/>
              <a:gd name="csX16" fmla="*/ 56149 w 379561"/>
              <a:gd name="csY16" fmla="*/ 225592 h 415583"/>
              <a:gd name="csX17" fmla="*/ 38234 w 379561"/>
              <a:gd name="csY17" fmla="*/ 218995 h 415583"/>
              <a:gd name="csX18" fmla="*/ 14702 w 379561"/>
              <a:gd name="csY18" fmla="*/ 179229 h 415583"/>
              <a:gd name="csX19" fmla="*/ 4675 w 379561"/>
              <a:gd name="csY19" fmla="*/ 165798 h 415583"/>
              <a:gd name="csX20" fmla="*/ 1771 w 379561"/>
              <a:gd name="csY20" fmla="*/ 155184 h 415583"/>
              <a:gd name="csX21" fmla="*/ 712 w 379561"/>
              <a:gd name="csY21" fmla="*/ 126667 h 415583"/>
              <a:gd name="csX22" fmla="*/ 2557 w 379561"/>
              <a:gd name="csY22" fmla="*/ 104522 h 415583"/>
              <a:gd name="csX23" fmla="*/ 16402 w 379561"/>
              <a:gd name="csY23" fmla="*/ 104522 h 415583"/>
              <a:gd name="csX24" fmla="*/ 46584 w 379561"/>
              <a:gd name="csY24" fmla="*/ 95540 h 415583"/>
              <a:gd name="csX25" fmla="*/ 48520 w 379561"/>
              <a:gd name="csY25" fmla="*/ 81044 h 415583"/>
              <a:gd name="csX26" fmla="*/ 53693 w 379561"/>
              <a:gd name="csY26" fmla="*/ 64536 h 415583"/>
              <a:gd name="csX27" fmla="*/ 57236 w 379561"/>
              <a:gd name="csY27" fmla="*/ 49938 h 415583"/>
              <a:gd name="csX28" fmla="*/ 61307 w 379561"/>
              <a:gd name="csY28" fmla="*/ 39986 h 415583"/>
              <a:gd name="csX29" fmla="*/ 72238 w 379561"/>
              <a:gd name="csY29" fmla="*/ 37166 h 415583"/>
              <a:gd name="csX30" fmla="*/ 75921 w 379561"/>
              <a:gd name="csY30" fmla="*/ 26420 h 415583"/>
              <a:gd name="csX31" fmla="*/ 86217 w 379561"/>
              <a:gd name="csY31" fmla="*/ 9008 h 415583"/>
              <a:gd name="csX32" fmla="*/ 91229 w 379561"/>
              <a:gd name="csY32" fmla="*/ 3610 h 415583"/>
              <a:gd name="csX33" fmla="*/ 100572 w 379561"/>
              <a:gd name="csY33" fmla="*/ 6016 h 415583"/>
              <a:gd name="csX34" fmla="*/ 115842 w 379561"/>
              <a:gd name="csY34" fmla="*/ 15498 h 415583"/>
              <a:gd name="csX35" fmla="*/ 130061 w 379561"/>
              <a:gd name="csY35" fmla="*/ 25801 h 415583"/>
              <a:gd name="csX36" fmla="*/ 153502 w 379561"/>
              <a:gd name="csY36" fmla="*/ 36020 h 415583"/>
              <a:gd name="csX37" fmla="*/ 166647 w 379561"/>
              <a:gd name="csY37" fmla="*/ 35196 h 415583"/>
              <a:gd name="csX38" fmla="*/ 177014 w 379561"/>
              <a:gd name="csY38" fmla="*/ 35079 h 415583"/>
              <a:gd name="csX39" fmla="*/ 199575 w 379561"/>
              <a:gd name="csY39" fmla="*/ 42570 h 415583"/>
              <a:gd name="csX40" fmla="*/ 223114 w 379561"/>
              <a:gd name="csY40" fmla="*/ 30983 h 415583"/>
              <a:gd name="csX41" fmla="*/ 243392 w 379561"/>
              <a:gd name="csY41" fmla="*/ 13562 h 415583"/>
              <a:gd name="csX42" fmla="*/ 257664 w 379561"/>
              <a:gd name="csY42" fmla="*/ 14175 h 415583"/>
              <a:gd name="csX43" fmla="*/ 270020 w 379561"/>
              <a:gd name="csY43" fmla="*/ 16753 h 415583"/>
              <a:gd name="csX44" fmla="*/ 290519 w 379561"/>
              <a:gd name="csY44" fmla="*/ 30455 h 415583"/>
              <a:gd name="csX45" fmla="*/ 307913 w 379561"/>
              <a:gd name="csY45" fmla="*/ 52734 h 415583"/>
              <a:gd name="csX46" fmla="*/ 307918 w 379561"/>
              <a:gd name="csY46" fmla="*/ 71135 h 415583"/>
              <a:gd name="csX47" fmla="*/ 305239 w 379561"/>
              <a:gd name="csY47" fmla="*/ 92635 h 415583"/>
              <a:gd name="csX48" fmla="*/ 300393 w 379561"/>
              <a:gd name="csY48" fmla="*/ 116124 h 415583"/>
              <a:gd name="csX49" fmla="*/ 296534 w 379561"/>
              <a:gd name="csY49" fmla="*/ 139467 h 415583"/>
              <a:gd name="csX50" fmla="*/ 294862 w 379561"/>
              <a:gd name="csY50" fmla="*/ 144381 h 415583"/>
              <a:gd name="csX51" fmla="*/ 302443 w 379561"/>
              <a:gd name="csY51" fmla="*/ 174221 h 415583"/>
              <a:gd name="csX52" fmla="*/ 331579 w 379561"/>
              <a:gd name="csY52" fmla="*/ 200036 h 415583"/>
              <a:gd name="csX53" fmla="*/ 345885 w 379561"/>
              <a:gd name="csY53" fmla="*/ 204322 h 415583"/>
              <a:gd name="csX54" fmla="*/ 358173 w 379561"/>
              <a:gd name="csY54" fmla="*/ 192088 h 415583"/>
              <a:gd name="csX55" fmla="*/ 365209 w 379561"/>
              <a:gd name="csY55" fmla="*/ 177533 h 415583"/>
              <a:gd name="csX56" fmla="*/ 378528 w 379561"/>
              <a:gd name="csY56" fmla="*/ 217259 h 415583"/>
              <a:gd name="csX57" fmla="*/ 379561 w 379561"/>
              <a:gd name="csY57" fmla="*/ 233192 h 415583"/>
              <a:gd name="csX58" fmla="*/ 368302 w 379561"/>
              <a:gd name="csY58" fmla="*/ 234810 h 415583"/>
              <a:gd name="csX59" fmla="*/ 342845 w 379561"/>
              <a:gd name="csY59" fmla="*/ 234877 h 415583"/>
              <a:gd name="csX60" fmla="*/ 294625 w 379561"/>
              <a:gd name="csY60" fmla="*/ 235311 h 415583"/>
              <a:gd name="csX61" fmla="*/ 265550 w 379561"/>
              <a:gd name="csY61" fmla="*/ 264572 h 415583"/>
              <a:gd name="csX62" fmla="*/ 257155 w 379561"/>
              <a:gd name="csY62" fmla="*/ 290178 h 415583"/>
              <a:gd name="csX63" fmla="*/ 253059 w 379561"/>
              <a:gd name="csY63" fmla="*/ 303293 h 415583"/>
              <a:gd name="csX64" fmla="*/ 248021 w 379561"/>
              <a:gd name="csY64" fmla="*/ 307811 h 415583"/>
              <a:gd name="csX65" fmla="*/ 241573 w 379561"/>
              <a:gd name="csY65" fmla="*/ 316201 h 415583"/>
              <a:gd name="csX66" fmla="*/ 230054 w 379561"/>
              <a:gd name="csY66" fmla="*/ 378609 h 415583"/>
              <a:gd name="csX67" fmla="*/ 225886 w 379561"/>
              <a:gd name="csY67" fmla="*/ 411224 h 415583"/>
              <a:gd name="csX68" fmla="*/ 203090 w 379561"/>
              <a:gd name="csY68" fmla="*/ 414284 h 4155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Lst>
            <a:rect l="l" t="t" r="r" b="b"/>
            <a:pathLst>
              <a:path w="379561" h="415583">
                <a:moveTo>
                  <a:pt x="203090" y="414284"/>
                </a:moveTo>
                <a:cubicBezTo>
                  <a:pt x="200763" y="412907"/>
                  <a:pt x="198058" y="408583"/>
                  <a:pt x="197077" y="404675"/>
                </a:cubicBezTo>
                <a:cubicBezTo>
                  <a:pt x="196096" y="400766"/>
                  <a:pt x="193933" y="396703"/>
                  <a:pt x="192271" y="395646"/>
                </a:cubicBezTo>
                <a:cubicBezTo>
                  <a:pt x="187214" y="392429"/>
                  <a:pt x="177806" y="393412"/>
                  <a:pt x="171007" y="397866"/>
                </a:cubicBezTo>
                <a:cubicBezTo>
                  <a:pt x="162395" y="403509"/>
                  <a:pt x="159848" y="400293"/>
                  <a:pt x="166946" y="392738"/>
                </a:cubicBezTo>
                <a:cubicBezTo>
                  <a:pt x="171625" y="387757"/>
                  <a:pt x="172379" y="384679"/>
                  <a:pt x="171214" y="375323"/>
                </a:cubicBezTo>
                <a:cubicBezTo>
                  <a:pt x="170436" y="369072"/>
                  <a:pt x="169226" y="362133"/>
                  <a:pt x="168526" y="359903"/>
                </a:cubicBezTo>
                <a:cubicBezTo>
                  <a:pt x="167058" y="355229"/>
                  <a:pt x="141404" y="346384"/>
                  <a:pt x="135682" y="348579"/>
                </a:cubicBezTo>
                <a:cubicBezTo>
                  <a:pt x="133235" y="349518"/>
                  <a:pt x="131342" y="348128"/>
                  <a:pt x="130456" y="344743"/>
                </a:cubicBezTo>
                <a:cubicBezTo>
                  <a:pt x="129618" y="341535"/>
                  <a:pt x="126946" y="339434"/>
                  <a:pt x="123707" y="339434"/>
                </a:cubicBezTo>
                <a:cubicBezTo>
                  <a:pt x="119877" y="339434"/>
                  <a:pt x="116504" y="335800"/>
                  <a:pt x="111898" y="326710"/>
                </a:cubicBezTo>
                <a:cubicBezTo>
                  <a:pt x="108351" y="319711"/>
                  <a:pt x="104266" y="313253"/>
                  <a:pt x="102819" y="312359"/>
                </a:cubicBezTo>
                <a:cubicBezTo>
                  <a:pt x="101373" y="311465"/>
                  <a:pt x="100189" y="307575"/>
                  <a:pt x="100189" y="303716"/>
                </a:cubicBezTo>
                <a:cubicBezTo>
                  <a:pt x="100189" y="299856"/>
                  <a:pt x="98526" y="294325"/>
                  <a:pt x="96495" y="291424"/>
                </a:cubicBezTo>
                <a:cubicBezTo>
                  <a:pt x="94463" y="288523"/>
                  <a:pt x="92041" y="278733"/>
                  <a:pt x="91114" y="269668"/>
                </a:cubicBezTo>
                <a:cubicBezTo>
                  <a:pt x="89247" y="251425"/>
                  <a:pt x="83480" y="238096"/>
                  <a:pt x="73368" y="228658"/>
                </a:cubicBezTo>
                <a:cubicBezTo>
                  <a:pt x="67157" y="222862"/>
                  <a:pt x="65968" y="222650"/>
                  <a:pt x="56149" y="225592"/>
                </a:cubicBezTo>
                <a:cubicBezTo>
                  <a:pt x="44901" y="228962"/>
                  <a:pt x="38234" y="226507"/>
                  <a:pt x="38234" y="218995"/>
                </a:cubicBezTo>
                <a:cubicBezTo>
                  <a:pt x="38234" y="211509"/>
                  <a:pt x="24381" y="188100"/>
                  <a:pt x="14702" y="179229"/>
                </a:cubicBezTo>
                <a:cubicBezTo>
                  <a:pt x="9187" y="174175"/>
                  <a:pt x="4675" y="168131"/>
                  <a:pt x="4675" y="165798"/>
                </a:cubicBezTo>
                <a:cubicBezTo>
                  <a:pt x="4675" y="163466"/>
                  <a:pt x="3368" y="158689"/>
                  <a:pt x="1771" y="155184"/>
                </a:cubicBezTo>
                <a:cubicBezTo>
                  <a:pt x="-157" y="150952"/>
                  <a:pt x="-513" y="141373"/>
                  <a:pt x="712" y="126667"/>
                </a:cubicBezTo>
                <a:lnTo>
                  <a:pt x="2557" y="104522"/>
                </a:lnTo>
                <a:lnTo>
                  <a:pt x="16402" y="104522"/>
                </a:lnTo>
                <a:cubicBezTo>
                  <a:pt x="30035" y="104522"/>
                  <a:pt x="42866" y="100703"/>
                  <a:pt x="46584" y="95540"/>
                </a:cubicBezTo>
                <a:cubicBezTo>
                  <a:pt x="47627" y="94091"/>
                  <a:pt x="48499" y="87568"/>
                  <a:pt x="48520" y="81044"/>
                </a:cubicBezTo>
                <a:cubicBezTo>
                  <a:pt x="48549" y="72518"/>
                  <a:pt x="50004" y="67875"/>
                  <a:pt x="53693" y="64536"/>
                </a:cubicBezTo>
                <a:cubicBezTo>
                  <a:pt x="57798" y="60822"/>
                  <a:pt x="58508" y="57895"/>
                  <a:pt x="57236" y="49938"/>
                </a:cubicBezTo>
                <a:cubicBezTo>
                  <a:pt x="55795" y="40930"/>
                  <a:pt x="56182" y="39986"/>
                  <a:pt x="61307" y="39986"/>
                </a:cubicBezTo>
                <a:cubicBezTo>
                  <a:pt x="64421" y="39986"/>
                  <a:pt x="69340" y="38717"/>
                  <a:pt x="72238" y="37166"/>
                </a:cubicBezTo>
                <a:cubicBezTo>
                  <a:pt x="76432" y="34922"/>
                  <a:pt x="77183" y="32731"/>
                  <a:pt x="75921" y="26420"/>
                </a:cubicBezTo>
                <a:cubicBezTo>
                  <a:pt x="74260" y="18119"/>
                  <a:pt x="79648" y="9008"/>
                  <a:pt x="86217" y="9008"/>
                </a:cubicBezTo>
                <a:cubicBezTo>
                  <a:pt x="88031" y="9008"/>
                  <a:pt x="90286" y="6579"/>
                  <a:pt x="91229" y="3610"/>
                </a:cubicBezTo>
                <a:cubicBezTo>
                  <a:pt x="92878" y="-1587"/>
                  <a:pt x="93226" y="-1498"/>
                  <a:pt x="100572" y="6016"/>
                </a:cubicBezTo>
                <a:cubicBezTo>
                  <a:pt x="104769" y="10308"/>
                  <a:pt x="111640" y="14575"/>
                  <a:pt x="115842" y="15498"/>
                </a:cubicBezTo>
                <a:cubicBezTo>
                  <a:pt x="120151" y="16445"/>
                  <a:pt x="126350" y="20937"/>
                  <a:pt x="130061" y="25801"/>
                </a:cubicBezTo>
                <a:cubicBezTo>
                  <a:pt x="137904" y="36084"/>
                  <a:pt x="151245" y="41900"/>
                  <a:pt x="153502" y="36020"/>
                </a:cubicBezTo>
                <a:cubicBezTo>
                  <a:pt x="155231" y="31515"/>
                  <a:pt x="162509" y="31058"/>
                  <a:pt x="166647" y="35196"/>
                </a:cubicBezTo>
                <a:cubicBezTo>
                  <a:pt x="168865" y="37413"/>
                  <a:pt x="171448" y="37384"/>
                  <a:pt x="177014" y="35079"/>
                </a:cubicBezTo>
                <a:cubicBezTo>
                  <a:pt x="186293" y="31236"/>
                  <a:pt x="197119" y="34830"/>
                  <a:pt x="199575" y="42570"/>
                </a:cubicBezTo>
                <a:cubicBezTo>
                  <a:pt x="202586" y="52057"/>
                  <a:pt x="211392" y="47722"/>
                  <a:pt x="223114" y="30983"/>
                </a:cubicBezTo>
                <a:cubicBezTo>
                  <a:pt x="231922" y="18404"/>
                  <a:pt x="235698" y="15160"/>
                  <a:pt x="243392" y="13562"/>
                </a:cubicBezTo>
                <a:cubicBezTo>
                  <a:pt x="248841" y="12430"/>
                  <a:pt x="254889" y="12690"/>
                  <a:pt x="257664" y="14175"/>
                </a:cubicBezTo>
                <a:cubicBezTo>
                  <a:pt x="260313" y="15593"/>
                  <a:pt x="265874" y="16753"/>
                  <a:pt x="270020" y="16753"/>
                </a:cubicBezTo>
                <a:cubicBezTo>
                  <a:pt x="275778" y="16753"/>
                  <a:pt x="280624" y="19992"/>
                  <a:pt x="290519" y="30455"/>
                </a:cubicBezTo>
                <a:cubicBezTo>
                  <a:pt x="297647" y="37991"/>
                  <a:pt x="305474" y="48017"/>
                  <a:pt x="307913" y="52734"/>
                </a:cubicBezTo>
                <a:cubicBezTo>
                  <a:pt x="312104" y="60839"/>
                  <a:pt x="312105" y="61851"/>
                  <a:pt x="307918" y="71135"/>
                </a:cubicBezTo>
                <a:cubicBezTo>
                  <a:pt x="304686" y="78303"/>
                  <a:pt x="303961" y="84117"/>
                  <a:pt x="305239" y="92635"/>
                </a:cubicBezTo>
                <a:cubicBezTo>
                  <a:pt x="306699" y="102374"/>
                  <a:pt x="305896" y="106269"/>
                  <a:pt x="300393" y="116124"/>
                </a:cubicBezTo>
                <a:cubicBezTo>
                  <a:pt x="293385" y="128678"/>
                  <a:pt x="292058" y="136701"/>
                  <a:pt x="296534" y="139467"/>
                </a:cubicBezTo>
                <a:cubicBezTo>
                  <a:pt x="298276" y="140544"/>
                  <a:pt x="297669" y="142329"/>
                  <a:pt x="294862" y="144381"/>
                </a:cubicBezTo>
                <a:cubicBezTo>
                  <a:pt x="289162" y="148549"/>
                  <a:pt x="291010" y="155821"/>
                  <a:pt x="302443" y="174221"/>
                </a:cubicBezTo>
                <a:cubicBezTo>
                  <a:pt x="315893" y="195868"/>
                  <a:pt x="320598" y="200036"/>
                  <a:pt x="331579" y="200036"/>
                </a:cubicBezTo>
                <a:cubicBezTo>
                  <a:pt x="336873" y="200036"/>
                  <a:pt x="343264" y="201951"/>
                  <a:pt x="345885" y="204322"/>
                </a:cubicBezTo>
                <a:cubicBezTo>
                  <a:pt x="351730" y="209612"/>
                  <a:pt x="352148" y="209195"/>
                  <a:pt x="358173" y="192088"/>
                </a:cubicBezTo>
                <a:cubicBezTo>
                  <a:pt x="360854" y="184473"/>
                  <a:pt x="364021" y="177924"/>
                  <a:pt x="365209" y="177533"/>
                </a:cubicBezTo>
                <a:cubicBezTo>
                  <a:pt x="369150" y="176239"/>
                  <a:pt x="377478" y="201079"/>
                  <a:pt x="378528" y="217259"/>
                </a:cubicBezTo>
                <a:lnTo>
                  <a:pt x="379561" y="233192"/>
                </a:lnTo>
                <a:lnTo>
                  <a:pt x="368302" y="234810"/>
                </a:lnTo>
                <a:cubicBezTo>
                  <a:pt x="362110" y="235699"/>
                  <a:pt x="350654" y="235730"/>
                  <a:pt x="342845" y="234877"/>
                </a:cubicBezTo>
                <a:cubicBezTo>
                  <a:pt x="300900" y="230295"/>
                  <a:pt x="296475" y="230334"/>
                  <a:pt x="294625" y="235311"/>
                </a:cubicBezTo>
                <a:cubicBezTo>
                  <a:pt x="292370" y="241375"/>
                  <a:pt x="269321" y="264572"/>
                  <a:pt x="265550" y="264572"/>
                </a:cubicBezTo>
                <a:cubicBezTo>
                  <a:pt x="261474" y="264572"/>
                  <a:pt x="258070" y="274955"/>
                  <a:pt x="257155" y="290178"/>
                </a:cubicBezTo>
                <a:cubicBezTo>
                  <a:pt x="256642" y="298710"/>
                  <a:pt x="255211" y="303293"/>
                  <a:pt x="253059" y="303293"/>
                </a:cubicBezTo>
                <a:cubicBezTo>
                  <a:pt x="251239" y="303294"/>
                  <a:pt x="248973" y="305327"/>
                  <a:pt x="248021" y="307811"/>
                </a:cubicBezTo>
                <a:cubicBezTo>
                  <a:pt x="247070" y="310296"/>
                  <a:pt x="244168" y="314071"/>
                  <a:pt x="241573" y="316201"/>
                </a:cubicBezTo>
                <a:cubicBezTo>
                  <a:pt x="235220" y="321415"/>
                  <a:pt x="231367" y="342287"/>
                  <a:pt x="230054" y="378609"/>
                </a:cubicBezTo>
                <a:cubicBezTo>
                  <a:pt x="229366" y="397612"/>
                  <a:pt x="227827" y="409663"/>
                  <a:pt x="225886" y="411224"/>
                </a:cubicBezTo>
                <a:cubicBezTo>
                  <a:pt x="220922" y="415217"/>
                  <a:pt x="207671" y="416995"/>
                  <a:pt x="203090" y="414284"/>
                </a:cubicBezTo>
                <a:close/>
              </a:path>
            </a:pathLst>
          </a:custGeom>
          <a:solidFill>
            <a:srgbClr val="B9B9B9"/>
          </a:solidFill>
          <a:ln w="5163" cap="flat">
            <a:noFill/>
            <a:prstDash val="solid"/>
            <a:miter/>
          </a:ln>
        </p:spPr>
        <p:txBody>
          <a:bodyPr/>
          <a:lstStyle/>
          <a:p>
            <a:endParaRPr lang="es-419" noProof="0" dirty="0"/>
          </a:p>
        </p:txBody>
      </p:sp>
      <p:sp>
        <p:nvSpPr>
          <p:cNvPr id="54" name="Forma libre: forma 53">
            <a:extLst>
              <a:ext uri="{FF2B5EF4-FFF2-40B4-BE49-F238E27FC236}">
                <a16:creationId xmlns:a16="http://schemas.microsoft.com/office/drawing/2014/main" id="{79414440-A69C-A082-01D9-78A24682E2AD}"/>
              </a:ext>
            </a:extLst>
          </p:cNvPr>
          <p:cNvSpPr/>
          <p:nvPr/>
        </p:nvSpPr>
        <p:spPr>
          <a:xfrm>
            <a:off x="845627" y="1846993"/>
            <a:ext cx="4301" cy="5162"/>
          </a:xfrm>
          <a:custGeom>
            <a:avLst/>
            <a:gdLst>
              <a:gd name="csX0" fmla="*/ 4301 w 4301"/>
              <a:gd name="csY0" fmla="*/ 2581 h 5162"/>
              <a:gd name="csX1" fmla="*/ 1567 w 4301"/>
              <a:gd name="csY1" fmla="*/ 0 h 5162"/>
              <a:gd name="csX2" fmla="*/ 429 w 4301"/>
              <a:gd name="csY2" fmla="*/ 2581 h 5162"/>
              <a:gd name="csX3" fmla="*/ 3163 w 4301"/>
              <a:gd name="csY3" fmla="*/ 5163 h 5162"/>
              <a:gd name="csX4" fmla="*/ 4301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4301" y="2581"/>
                </a:moveTo>
                <a:cubicBezTo>
                  <a:pt x="4301" y="1162"/>
                  <a:pt x="3071" y="0"/>
                  <a:pt x="1567" y="0"/>
                </a:cubicBezTo>
                <a:cubicBezTo>
                  <a:pt x="64" y="0"/>
                  <a:pt x="-449" y="1162"/>
                  <a:pt x="429" y="2581"/>
                </a:cubicBezTo>
                <a:cubicBezTo>
                  <a:pt x="1306" y="4001"/>
                  <a:pt x="2537" y="5163"/>
                  <a:pt x="3163" y="5163"/>
                </a:cubicBezTo>
                <a:cubicBezTo>
                  <a:pt x="3789" y="5163"/>
                  <a:pt x="4301" y="4001"/>
                  <a:pt x="4301" y="2581"/>
                </a:cubicBezTo>
                <a:close/>
              </a:path>
            </a:pathLst>
          </a:custGeom>
          <a:solidFill>
            <a:srgbClr val="00C100"/>
          </a:solidFill>
          <a:ln w="5163" cap="flat">
            <a:noFill/>
            <a:prstDash val="solid"/>
            <a:miter/>
          </a:ln>
        </p:spPr>
        <p:txBody>
          <a:bodyPr/>
          <a:lstStyle/>
          <a:p>
            <a:endParaRPr lang="es-419" noProof="0" dirty="0"/>
          </a:p>
        </p:txBody>
      </p:sp>
      <p:sp>
        <p:nvSpPr>
          <p:cNvPr id="55" name="Forma libre: forma 54">
            <a:extLst>
              <a:ext uri="{FF2B5EF4-FFF2-40B4-BE49-F238E27FC236}">
                <a16:creationId xmlns:a16="http://schemas.microsoft.com/office/drawing/2014/main" id="{7A37C1E9-3AEB-8427-7630-D34E2F13AF22}"/>
              </a:ext>
            </a:extLst>
          </p:cNvPr>
          <p:cNvSpPr/>
          <p:nvPr/>
        </p:nvSpPr>
        <p:spPr>
          <a:xfrm>
            <a:off x="1407174" y="1572075"/>
            <a:ext cx="229470" cy="427142"/>
          </a:xfrm>
          <a:custGeom>
            <a:avLst/>
            <a:gdLst>
              <a:gd name="csX0" fmla="*/ 59479 w 229470"/>
              <a:gd name="csY0" fmla="*/ 423996 h 427142"/>
              <a:gd name="csX1" fmla="*/ 59694 w 229470"/>
              <a:gd name="csY1" fmla="*/ 396698 h 427142"/>
              <a:gd name="csX2" fmla="*/ 53195 w 229470"/>
              <a:gd name="csY2" fmla="*/ 362114 h 427142"/>
              <a:gd name="csX3" fmla="*/ 47446 w 229470"/>
              <a:gd name="csY3" fmla="*/ 337138 h 427142"/>
              <a:gd name="csX4" fmla="*/ 40306 w 229470"/>
              <a:gd name="csY4" fmla="*/ 312349 h 427142"/>
              <a:gd name="csX5" fmla="*/ 32609 w 229470"/>
              <a:gd name="csY5" fmla="*/ 289116 h 427142"/>
              <a:gd name="csX6" fmla="*/ 35070 w 229470"/>
              <a:gd name="csY6" fmla="*/ 271899 h 427142"/>
              <a:gd name="csX7" fmla="*/ 32418 w 229470"/>
              <a:gd name="csY7" fmla="*/ 260780 h 427142"/>
              <a:gd name="csX8" fmla="*/ 33172 w 229470"/>
              <a:gd name="csY8" fmla="*/ 247019 h 427142"/>
              <a:gd name="csX9" fmla="*/ 57856 w 229470"/>
              <a:gd name="csY9" fmla="*/ 240981 h 427142"/>
              <a:gd name="csX10" fmla="*/ 80243 w 229470"/>
              <a:gd name="csY10" fmla="*/ 236439 h 427142"/>
              <a:gd name="csX11" fmla="*/ 76436 w 229470"/>
              <a:gd name="csY11" fmla="*/ 228427 h 427142"/>
              <a:gd name="csX12" fmla="*/ 66283 w 229470"/>
              <a:gd name="csY12" fmla="*/ 225870 h 427142"/>
              <a:gd name="csX13" fmla="*/ 61369 w 229470"/>
              <a:gd name="csY13" fmla="*/ 221998 h 427142"/>
              <a:gd name="csX14" fmla="*/ 54487 w 229470"/>
              <a:gd name="csY14" fmla="*/ 218126 h 427142"/>
              <a:gd name="csX15" fmla="*/ 50882 w 229470"/>
              <a:gd name="csY15" fmla="*/ 215226 h 427142"/>
              <a:gd name="csX16" fmla="*/ 39078 w 229470"/>
              <a:gd name="csY16" fmla="*/ 199827 h 427142"/>
              <a:gd name="csX17" fmla="*/ 27028 w 229470"/>
              <a:gd name="csY17" fmla="*/ 179593 h 427142"/>
              <a:gd name="csX18" fmla="*/ 26078 w 229470"/>
              <a:gd name="csY18" fmla="*/ 170317 h 427142"/>
              <a:gd name="csX19" fmla="*/ 23581 w 229470"/>
              <a:gd name="csY19" fmla="*/ 162984 h 427142"/>
              <a:gd name="csX20" fmla="*/ 11790 w 229470"/>
              <a:gd name="csY20" fmla="*/ 145065 h 427142"/>
              <a:gd name="csX21" fmla="*/ 0 w 229470"/>
              <a:gd name="csY21" fmla="*/ 132934 h 427142"/>
              <a:gd name="csX22" fmla="*/ 16266 w 229470"/>
              <a:gd name="csY22" fmla="*/ 118970 h 427142"/>
              <a:gd name="csX23" fmla="*/ 37313 w 229470"/>
              <a:gd name="csY23" fmla="*/ 107565 h 427142"/>
              <a:gd name="csX24" fmla="*/ 42526 w 229470"/>
              <a:gd name="csY24" fmla="*/ 109268 h 427142"/>
              <a:gd name="csX25" fmla="*/ 48759 w 229470"/>
              <a:gd name="csY25" fmla="*/ 100129 h 427142"/>
              <a:gd name="csX26" fmla="*/ 49251 w 229470"/>
              <a:gd name="csY26" fmla="*/ 64399 h 427142"/>
              <a:gd name="csX27" fmla="*/ 38960 w 229470"/>
              <a:gd name="csY27" fmla="*/ 62708 h 427142"/>
              <a:gd name="csX28" fmla="*/ 28744 w 229470"/>
              <a:gd name="csY28" fmla="*/ 61040 h 427142"/>
              <a:gd name="csX29" fmla="*/ 53379 w 229470"/>
              <a:gd name="csY29" fmla="*/ 39197 h 427142"/>
              <a:gd name="csX30" fmla="*/ 71905 w 229470"/>
              <a:gd name="csY30" fmla="*/ 19485 h 427142"/>
              <a:gd name="csX31" fmla="*/ 90959 w 229470"/>
              <a:gd name="csY31" fmla="*/ 8717 h 427142"/>
              <a:gd name="csX32" fmla="*/ 109824 w 229470"/>
              <a:gd name="csY32" fmla="*/ 6256 h 427142"/>
              <a:gd name="csX33" fmla="*/ 121001 w 229470"/>
              <a:gd name="csY33" fmla="*/ 2822 h 427142"/>
              <a:gd name="csX34" fmla="*/ 122428 w 229470"/>
              <a:gd name="csY34" fmla="*/ 8347 h 427142"/>
              <a:gd name="csX35" fmla="*/ 111269 w 229470"/>
              <a:gd name="csY35" fmla="*/ 31492 h 427142"/>
              <a:gd name="csX36" fmla="*/ 125654 w 229470"/>
              <a:gd name="csY36" fmla="*/ 68353 h 427142"/>
              <a:gd name="csX37" fmla="*/ 129394 w 229470"/>
              <a:gd name="csY37" fmla="*/ 83822 h 427142"/>
              <a:gd name="csX38" fmla="*/ 132621 w 229470"/>
              <a:gd name="csY38" fmla="*/ 87380 h 427142"/>
              <a:gd name="csX39" fmla="*/ 129420 w 229470"/>
              <a:gd name="csY39" fmla="*/ 96950 h 427142"/>
              <a:gd name="csX40" fmla="*/ 135228 w 229470"/>
              <a:gd name="csY40" fmla="*/ 104581 h 427142"/>
              <a:gd name="csX41" fmla="*/ 149666 w 229470"/>
              <a:gd name="csY41" fmla="*/ 122913 h 427142"/>
              <a:gd name="csX42" fmla="*/ 159752 w 229470"/>
              <a:gd name="csY42" fmla="*/ 139280 h 427142"/>
              <a:gd name="csX43" fmla="*/ 168181 w 229470"/>
              <a:gd name="csY43" fmla="*/ 148315 h 427142"/>
              <a:gd name="csX44" fmla="*/ 179067 w 229470"/>
              <a:gd name="csY44" fmla="*/ 159986 h 427142"/>
              <a:gd name="csX45" fmla="*/ 189769 w 229470"/>
              <a:gd name="csY45" fmla="*/ 164249 h 427142"/>
              <a:gd name="csX46" fmla="*/ 197030 w 229470"/>
              <a:gd name="csY46" fmla="*/ 167037 h 427142"/>
              <a:gd name="csX47" fmla="*/ 208574 w 229470"/>
              <a:gd name="csY47" fmla="*/ 163915 h 427142"/>
              <a:gd name="csX48" fmla="*/ 216996 w 229470"/>
              <a:gd name="csY48" fmla="*/ 163915 h 427142"/>
              <a:gd name="csX49" fmla="*/ 217738 w 229470"/>
              <a:gd name="csY49" fmla="*/ 187794 h 427142"/>
              <a:gd name="csX50" fmla="*/ 224437 w 229470"/>
              <a:gd name="csY50" fmla="*/ 212516 h 427142"/>
              <a:gd name="csX51" fmla="*/ 229386 w 229470"/>
              <a:gd name="csY51" fmla="*/ 216389 h 427142"/>
              <a:gd name="csX52" fmla="*/ 185958 w 229470"/>
              <a:gd name="csY52" fmla="*/ 248433 h 427142"/>
              <a:gd name="csX53" fmla="*/ 168142 w 229470"/>
              <a:gd name="csY53" fmla="*/ 261325 h 427142"/>
              <a:gd name="csX54" fmla="*/ 158371 w 229470"/>
              <a:gd name="csY54" fmla="*/ 277501 h 427142"/>
              <a:gd name="csX55" fmla="*/ 143795 w 229470"/>
              <a:gd name="csY55" fmla="*/ 286536 h 427142"/>
              <a:gd name="csX56" fmla="*/ 128870 w 229470"/>
              <a:gd name="csY56" fmla="*/ 295569 h 427142"/>
              <a:gd name="csX57" fmla="*/ 127129 w 229470"/>
              <a:gd name="csY57" fmla="*/ 308193 h 427142"/>
              <a:gd name="csX58" fmla="*/ 130400 w 229470"/>
              <a:gd name="csY58" fmla="*/ 326436 h 427142"/>
              <a:gd name="csX59" fmla="*/ 134994 w 229470"/>
              <a:gd name="csY59" fmla="*/ 349937 h 427142"/>
              <a:gd name="csX60" fmla="*/ 142327 w 229470"/>
              <a:gd name="csY60" fmla="*/ 362849 h 427142"/>
              <a:gd name="csX61" fmla="*/ 123210 w 229470"/>
              <a:gd name="csY61" fmla="*/ 373013 h 427142"/>
              <a:gd name="csX62" fmla="*/ 101651 w 229470"/>
              <a:gd name="csY62" fmla="*/ 397639 h 427142"/>
              <a:gd name="csX63" fmla="*/ 95883 w 229470"/>
              <a:gd name="csY63" fmla="*/ 407869 h 427142"/>
              <a:gd name="csX64" fmla="*/ 86571 w 229470"/>
              <a:gd name="csY64" fmla="*/ 418453 h 427142"/>
              <a:gd name="csX65" fmla="*/ 80167 w 229470"/>
              <a:gd name="csY65" fmla="*/ 421479 h 427142"/>
              <a:gd name="csX66" fmla="*/ 70822 w 229470"/>
              <a:gd name="csY66" fmla="*/ 423763 h 427142"/>
              <a:gd name="csX67" fmla="*/ 59479 w 229470"/>
              <a:gd name="csY67" fmla="*/ 423996 h 42714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Lst>
            <a:rect l="l" t="t" r="r" b="b"/>
            <a:pathLst>
              <a:path w="229470" h="427142">
                <a:moveTo>
                  <a:pt x="59479" y="423996"/>
                </a:moveTo>
                <a:cubicBezTo>
                  <a:pt x="59345" y="422222"/>
                  <a:pt x="59442" y="409937"/>
                  <a:pt x="59694" y="396698"/>
                </a:cubicBezTo>
                <a:cubicBezTo>
                  <a:pt x="60117" y="374482"/>
                  <a:pt x="59616" y="371817"/>
                  <a:pt x="53195" y="362114"/>
                </a:cubicBezTo>
                <a:cubicBezTo>
                  <a:pt x="47165" y="353002"/>
                  <a:pt x="46399" y="349674"/>
                  <a:pt x="47446" y="337138"/>
                </a:cubicBezTo>
                <a:cubicBezTo>
                  <a:pt x="48558" y="323819"/>
                  <a:pt x="47993" y="321857"/>
                  <a:pt x="40306" y="312349"/>
                </a:cubicBezTo>
                <a:cubicBezTo>
                  <a:pt x="33058" y="303383"/>
                  <a:pt x="32044" y="300323"/>
                  <a:pt x="32609" y="289116"/>
                </a:cubicBezTo>
                <a:cubicBezTo>
                  <a:pt x="32967" y="282017"/>
                  <a:pt x="34074" y="274269"/>
                  <a:pt x="35070" y="271899"/>
                </a:cubicBezTo>
                <a:cubicBezTo>
                  <a:pt x="36124" y="269390"/>
                  <a:pt x="35017" y="264746"/>
                  <a:pt x="32418" y="260780"/>
                </a:cubicBezTo>
                <a:cubicBezTo>
                  <a:pt x="28144" y="254257"/>
                  <a:pt x="28176" y="253678"/>
                  <a:pt x="33172" y="247019"/>
                </a:cubicBezTo>
                <a:cubicBezTo>
                  <a:pt x="38159" y="240374"/>
                  <a:pt x="39247" y="240108"/>
                  <a:pt x="57856" y="240981"/>
                </a:cubicBezTo>
                <a:cubicBezTo>
                  <a:pt x="75524" y="241809"/>
                  <a:pt x="77593" y="241390"/>
                  <a:pt x="80243" y="236439"/>
                </a:cubicBezTo>
                <a:cubicBezTo>
                  <a:pt x="82790" y="231679"/>
                  <a:pt x="82305" y="230659"/>
                  <a:pt x="76436" y="228427"/>
                </a:cubicBezTo>
                <a:cubicBezTo>
                  <a:pt x="72737" y="227021"/>
                  <a:pt x="68168" y="225870"/>
                  <a:pt x="66283" y="225870"/>
                </a:cubicBezTo>
                <a:cubicBezTo>
                  <a:pt x="64397" y="225870"/>
                  <a:pt x="62186" y="224127"/>
                  <a:pt x="61369" y="221998"/>
                </a:cubicBezTo>
                <a:cubicBezTo>
                  <a:pt x="60552" y="219868"/>
                  <a:pt x="57455" y="218126"/>
                  <a:pt x="54487" y="218126"/>
                </a:cubicBezTo>
                <a:cubicBezTo>
                  <a:pt x="51152" y="218126"/>
                  <a:pt x="49775" y="217018"/>
                  <a:pt x="50882" y="215226"/>
                </a:cubicBezTo>
                <a:cubicBezTo>
                  <a:pt x="51914" y="213556"/>
                  <a:pt x="46909" y="207027"/>
                  <a:pt x="39078" y="199827"/>
                </a:cubicBezTo>
                <a:cubicBezTo>
                  <a:pt x="27017" y="188739"/>
                  <a:pt x="25656" y="186453"/>
                  <a:pt x="27028" y="179593"/>
                </a:cubicBezTo>
                <a:cubicBezTo>
                  <a:pt x="27878" y="175340"/>
                  <a:pt x="27451" y="171165"/>
                  <a:pt x="26078" y="170317"/>
                </a:cubicBezTo>
                <a:cubicBezTo>
                  <a:pt x="24704" y="169468"/>
                  <a:pt x="23581" y="166168"/>
                  <a:pt x="23581" y="162984"/>
                </a:cubicBezTo>
                <a:cubicBezTo>
                  <a:pt x="23581" y="159602"/>
                  <a:pt x="18679" y="152152"/>
                  <a:pt x="11790" y="145065"/>
                </a:cubicBezTo>
                <a:lnTo>
                  <a:pt x="0" y="132934"/>
                </a:lnTo>
                <a:lnTo>
                  <a:pt x="16266" y="118970"/>
                </a:lnTo>
                <a:cubicBezTo>
                  <a:pt x="29571" y="107549"/>
                  <a:pt x="33403" y="105472"/>
                  <a:pt x="37313" y="107565"/>
                </a:cubicBezTo>
                <a:cubicBezTo>
                  <a:pt x="39942" y="108972"/>
                  <a:pt x="42288" y="109738"/>
                  <a:pt x="42526" y="109268"/>
                </a:cubicBezTo>
                <a:cubicBezTo>
                  <a:pt x="42764" y="108799"/>
                  <a:pt x="45569" y="104686"/>
                  <a:pt x="48759" y="100129"/>
                </a:cubicBezTo>
                <a:cubicBezTo>
                  <a:pt x="56473" y="89108"/>
                  <a:pt x="56720" y="71159"/>
                  <a:pt x="49251" y="64399"/>
                </a:cubicBezTo>
                <a:cubicBezTo>
                  <a:pt x="44880" y="60443"/>
                  <a:pt x="43064" y="60145"/>
                  <a:pt x="38960" y="62708"/>
                </a:cubicBezTo>
                <a:cubicBezTo>
                  <a:pt x="31928" y="67099"/>
                  <a:pt x="28744" y="66579"/>
                  <a:pt x="28744" y="61040"/>
                </a:cubicBezTo>
                <a:cubicBezTo>
                  <a:pt x="28744" y="53145"/>
                  <a:pt x="42480" y="40966"/>
                  <a:pt x="53379" y="39197"/>
                </a:cubicBezTo>
                <a:cubicBezTo>
                  <a:pt x="66115" y="37130"/>
                  <a:pt x="70109" y="32880"/>
                  <a:pt x="71905" y="19485"/>
                </a:cubicBezTo>
                <a:cubicBezTo>
                  <a:pt x="73827" y="5162"/>
                  <a:pt x="82115" y="478"/>
                  <a:pt x="90959" y="8717"/>
                </a:cubicBezTo>
                <a:cubicBezTo>
                  <a:pt x="98823" y="16043"/>
                  <a:pt x="101930" y="15638"/>
                  <a:pt x="109824" y="6256"/>
                </a:cubicBezTo>
                <a:cubicBezTo>
                  <a:pt x="116173" y="-1290"/>
                  <a:pt x="116721" y="-1458"/>
                  <a:pt x="121001" y="2822"/>
                </a:cubicBezTo>
                <a:cubicBezTo>
                  <a:pt x="124083" y="5904"/>
                  <a:pt x="124533" y="7646"/>
                  <a:pt x="122428" y="8347"/>
                </a:cubicBezTo>
                <a:cubicBezTo>
                  <a:pt x="108913" y="12852"/>
                  <a:pt x="101196" y="28858"/>
                  <a:pt x="111269" y="31492"/>
                </a:cubicBezTo>
                <a:cubicBezTo>
                  <a:pt x="117751" y="33187"/>
                  <a:pt x="127868" y="59114"/>
                  <a:pt x="125654" y="68353"/>
                </a:cubicBezTo>
                <a:cubicBezTo>
                  <a:pt x="122658" y="80848"/>
                  <a:pt x="122997" y="82249"/>
                  <a:pt x="129394" y="83822"/>
                </a:cubicBezTo>
                <a:cubicBezTo>
                  <a:pt x="133741" y="84890"/>
                  <a:pt x="134786" y="86042"/>
                  <a:pt x="132621" y="87380"/>
                </a:cubicBezTo>
                <a:cubicBezTo>
                  <a:pt x="130861" y="88468"/>
                  <a:pt x="129420" y="92774"/>
                  <a:pt x="129420" y="96950"/>
                </a:cubicBezTo>
                <a:cubicBezTo>
                  <a:pt x="129420" y="103090"/>
                  <a:pt x="130531" y="104549"/>
                  <a:pt x="135228" y="104581"/>
                </a:cubicBezTo>
                <a:cubicBezTo>
                  <a:pt x="144939" y="104647"/>
                  <a:pt x="147895" y="108401"/>
                  <a:pt x="149666" y="122913"/>
                </a:cubicBezTo>
                <a:cubicBezTo>
                  <a:pt x="151241" y="135814"/>
                  <a:pt x="151964" y="136987"/>
                  <a:pt x="159752" y="139280"/>
                </a:cubicBezTo>
                <a:cubicBezTo>
                  <a:pt x="166352" y="141223"/>
                  <a:pt x="168150" y="143150"/>
                  <a:pt x="168181" y="148315"/>
                </a:cubicBezTo>
                <a:cubicBezTo>
                  <a:pt x="168242" y="158306"/>
                  <a:pt x="171565" y="161869"/>
                  <a:pt x="179067" y="159986"/>
                </a:cubicBezTo>
                <a:cubicBezTo>
                  <a:pt x="184111" y="158720"/>
                  <a:pt x="186588" y="159706"/>
                  <a:pt x="189769" y="164249"/>
                </a:cubicBezTo>
                <a:cubicBezTo>
                  <a:pt x="193006" y="168870"/>
                  <a:pt x="194589" y="169478"/>
                  <a:pt x="197030" y="167037"/>
                </a:cubicBezTo>
                <a:cubicBezTo>
                  <a:pt x="198747" y="165320"/>
                  <a:pt x="203942" y="163915"/>
                  <a:pt x="208574" y="163915"/>
                </a:cubicBezTo>
                <a:lnTo>
                  <a:pt x="216996" y="163915"/>
                </a:lnTo>
                <a:lnTo>
                  <a:pt x="217738" y="187794"/>
                </a:lnTo>
                <a:cubicBezTo>
                  <a:pt x="218444" y="210514"/>
                  <a:pt x="218769" y="211713"/>
                  <a:pt x="224437" y="212516"/>
                </a:cubicBezTo>
                <a:cubicBezTo>
                  <a:pt x="227714" y="212981"/>
                  <a:pt x="229940" y="214723"/>
                  <a:pt x="229386" y="216389"/>
                </a:cubicBezTo>
                <a:cubicBezTo>
                  <a:pt x="227670" y="221537"/>
                  <a:pt x="190328" y="249091"/>
                  <a:pt x="185958" y="248433"/>
                </a:cubicBezTo>
                <a:cubicBezTo>
                  <a:pt x="178411" y="247297"/>
                  <a:pt x="168142" y="254728"/>
                  <a:pt x="168142" y="261325"/>
                </a:cubicBezTo>
                <a:cubicBezTo>
                  <a:pt x="168142" y="269993"/>
                  <a:pt x="163608" y="277499"/>
                  <a:pt x="158371" y="277501"/>
                </a:cubicBezTo>
                <a:cubicBezTo>
                  <a:pt x="155936" y="277502"/>
                  <a:pt x="149377" y="281568"/>
                  <a:pt x="143795" y="286536"/>
                </a:cubicBezTo>
                <a:cubicBezTo>
                  <a:pt x="138212" y="291504"/>
                  <a:pt x="131496" y="295569"/>
                  <a:pt x="128870" y="295569"/>
                </a:cubicBezTo>
                <a:cubicBezTo>
                  <a:pt x="121381" y="295569"/>
                  <a:pt x="120392" y="302737"/>
                  <a:pt x="127129" y="308193"/>
                </a:cubicBezTo>
                <a:cubicBezTo>
                  <a:pt x="132769" y="312760"/>
                  <a:pt x="132971" y="313884"/>
                  <a:pt x="130400" y="326436"/>
                </a:cubicBezTo>
                <a:cubicBezTo>
                  <a:pt x="127799" y="339132"/>
                  <a:pt x="128033" y="340327"/>
                  <a:pt x="134994" y="349937"/>
                </a:cubicBezTo>
                <a:cubicBezTo>
                  <a:pt x="139027" y="355505"/>
                  <a:pt x="142327" y="361315"/>
                  <a:pt x="142327" y="362849"/>
                </a:cubicBezTo>
                <a:cubicBezTo>
                  <a:pt x="142327" y="368872"/>
                  <a:pt x="134539" y="373013"/>
                  <a:pt x="123210" y="373013"/>
                </a:cubicBezTo>
                <a:cubicBezTo>
                  <a:pt x="109180" y="373013"/>
                  <a:pt x="103724" y="379244"/>
                  <a:pt x="101651" y="397639"/>
                </a:cubicBezTo>
                <a:cubicBezTo>
                  <a:pt x="100573" y="407198"/>
                  <a:pt x="99540" y="409030"/>
                  <a:pt x="95883" y="407869"/>
                </a:cubicBezTo>
                <a:cubicBezTo>
                  <a:pt x="90324" y="406105"/>
                  <a:pt x="84411" y="412825"/>
                  <a:pt x="86571" y="418453"/>
                </a:cubicBezTo>
                <a:cubicBezTo>
                  <a:pt x="87898" y="421912"/>
                  <a:pt x="86764" y="422448"/>
                  <a:pt x="80167" y="421479"/>
                </a:cubicBezTo>
                <a:cubicBezTo>
                  <a:pt x="74953" y="420714"/>
                  <a:pt x="71686" y="421512"/>
                  <a:pt x="70822" y="423763"/>
                </a:cubicBezTo>
                <a:cubicBezTo>
                  <a:pt x="69146" y="428132"/>
                  <a:pt x="59804" y="428324"/>
                  <a:pt x="59479" y="423996"/>
                </a:cubicBezTo>
                <a:close/>
              </a:path>
            </a:pathLst>
          </a:custGeom>
          <a:solidFill>
            <a:srgbClr val="B9B9B9"/>
          </a:solidFill>
          <a:ln w="5163" cap="flat">
            <a:noFill/>
            <a:prstDash val="solid"/>
            <a:miter/>
          </a:ln>
        </p:spPr>
        <p:txBody>
          <a:bodyPr/>
          <a:lstStyle/>
          <a:p>
            <a:endParaRPr lang="es-419" noProof="0" dirty="0"/>
          </a:p>
        </p:txBody>
      </p:sp>
      <p:sp>
        <p:nvSpPr>
          <p:cNvPr id="56" name="Forma libre: forma 55">
            <a:extLst>
              <a:ext uri="{FF2B5EF4-FFF2-40B4-BE49-F238E27FC236}">
                <a16:creationId xmlns:a16="http://schemas.microsoft.com/office/drawing/2014/main" id="{1A5D64E9-56DC-BDFC-5BC8-ECB0BB9A5BF7}"/>
              </a:ext>
            </a:extLst>
          </p:cNvPr>
          <p:cNvSpPr/>
          <p:nvPr/>
        </p:nvSpPr>
        <p:spPr>
          <a:xfrm>
            <a:off x="1184880" y="1375117"/>
            <a:ext cx="334306" cy="498738"/>
          </a:xfrm>
          <a:custGeom>
            <a:avLst/>
            <a:gdLst>
              <a:gd name="csX0" fmla="*/ 247743 w 334306"/>
              <a:gd name="csY0" fmla="*/ 496867 h 498738"/>
              <a:gd name="csX1" fmla="*/ 240505 w 334306"/>
              <a:gd name="csY1" fmla="*/ 493884 h 498738"/>
              <a:gd name="csX2" fmla="*/ 219827 w 334306"/>
              <a:gd name="csY2" fmla="*/ 476477 h 498738"/>
              <a:gd name="csX3" fmla="*/ 204292 w 334306"/>
              <a:gd name="csY3" fmla="*/ 470138 h 498738"/>
              <a:gd name="csX4" fmla="*/ 191180 w 334306"/>
              <a:gd name="csY4" fmla="*/ 465927 h 498738"/>
              <a:gd name="csX5" fmla="*/ 185245 w 334306"/>
              <a:gd name="csY5" fmla="*/ 460255 h 498738"/>
              <a:gd name="csX6" fmla="*/ 179372 w 334306"/>
              <a:gd name="csY6" fmla="*/ 456383 h 498738"/>
              <a:gd name="csX7" fmla="*/ 119384 w 334306"/>
              <a:gd name="csY7" fmla="*/ 437991 h 498738"/>
              <a:gd name="csX8" fmla="*/ 89617 w 334306"/>
              <a:gd name="csY8" fmla="*/ 463480 h 498738"/>
              <a:gd name="csX9" fmla="*/ 81270 w 334306"/>
              <a:gd name="csY9" fmla="*/ 471310 h 498738"/>
              <a:gd name="csX10" fmla="*/ 65769 w 334306"/>
              <a:gd name="csY10" fmla="*/ 466800 h 498738"/>
              <a:gd name="csX11" fmla="*/ 41569 w 334306"/>
              <a:gd name="csY11" fmla="*/ 444771 h 498738"/>
              <a:gd name="csX12" fmla="*/ 29063 w 334306"/>
              <a:gd name="csY12" fmla="*/ 422183 h 498738"/>
              <a:gd name="csX13" fmla="*/ 35486 w 334306"/>
              <a:gd name="csY13" fmla="*/ 420247 h 498738"/>
              <a:gd name="csX14" fmla="*/ 36311 w 334306"/>
              <a:gd name="csY14" fmla="*/ 410716 h 498738"/>
              <a:gd name="csX15" fmla="*/ 30682 w 334306"/>
              <a:gd name="csY15" fmla="*/ 404725 h 498738"/>
              <a:gd name="csX16" fmla="*/ 36945 w 334306"/>
              <a:gd name="csY16" fmla="*/ 393771 h 498738"/>
              <a:gd name="csX17" fmla="*/ 44969 w 334306"/>
              <a:gd name="csY17" fmla="*/ 363455 h 498738"/>
              <a:gd name="csX18" fmla="*/ 48481 w 334306"/>
              <a:gd name="csY18" fmla="*/ 335841 h 498738"/>
              <a:gd name="csX19" fmla="*/ 28755 w 334306"/>
              <a:gd name="csY19" fmla="*/ 300210 h 498738"/>
              <a:gd name="csX20" fmla="*/ 9477 w 334306"/>
              <a:gd name="csY20" fmla="*/ 236920 h 498738"/>
              <a:gd name="csX21" fmla="*/ 0 w 334306"/>
              <a:gd name="csY21" fmla="*/ 183956 h 498738"/>
              <a:gd name="csX22" fmla="*/ 8603 w 334306"/>
              <a:gd name="csY22" fmla="*/ 171093 h 498738"/>
              <a:gd name="csX23" fmla="*/ 19247 w 334306"/>
              <a:gd name="csY23" fmla="*/ 157370 h 498738"/>
              <a:gd name="csX24" fmla="*/ 21288 w 334306"/>
              <a:gd name="csY24" fmla="*/ 154226 h 498738"/>
              <a:gd name="csX25" fmla="*/ 42935 w 334306"/>
              <a:gd name="csY25" fmla="*/ 118946 h 498738"/>
              <a:gd name="csX26" fmla="*/ 66467 w 334306"/>
              <a:gd name="csY26" fmla="*/ 79496 h 498738"/>
              <a:gd name="csX27" fmla="*/ 76541 w 334306"/>
              <a:gd name="csY27" fmla="*/ 65175 h 498738"/>
              <a:gd name="csX28" fmla="*/ 97572 w 334306"/>
              <a:gd name="csY28" fmla="*/ 34163 h 498738"/>
              <a:gd name="csX29" fmla="*/ 112627 w 334306"/>
              <a:gd name="csY29" fmla="*/ 9814 h 498738"/>
              <a:gd name="csX30" fmla="*/ 119648 w 334306"/>
              <a:gd name="csY30" fmla="*/ 4329 h 498738"/>
              <a:gd name="csX31" fmla="*/ 132858 w 334306"/>
              <a:gd name="csY31" fmla="*/ 713 h 498738"/>
              <a:gd name="csX32" fmla="*/ 193546 w 334306"/>
              <a:gd name="csY32" fmla="*/ 5578 h 498738"/>
              <a:gd name="csX33" fmla="*/ 220060 w 334306"/>
              <a:gd name="csY33" fmla="*/ 20523 h 498738"/>
              <a:gd name="csX34" fmla="*/ 224578 w 334306"/>
              <a:gd name="csY34" fmla="*/ 25298 h 498738"/>
              <a:gd name="csX35" fmla="*/ 221567 w 334306"/>
              <a:gd name="csY35" fmla="*/ 31335 h 498738"/>
              <a:gd name="csX36" fmla="*/ 217338 w 334306"/>
              <a:gd name="csY36" fmla="*/ 39397 h 498738"/>
              <a:gd name="csX37" fmla="*/ 222891 w 334306"/>
              <a:gd name="csY37" fmla="*/ 37878 h 498738"/>
              <a:gd name="csX38" fmla="*/ 225189 w 334306"/>
              <a:gd name="csY38" fmla="*/ 36902 h 498738"/>
              <a:gd name="csX39" fmla="*/ 234581 w 334306"/>
              <a:gd name="csY39" fmla="*/ 40152 h 498738"/>
              <a:gd name="csX40" fmla="*/ 261177 w 334306"/>
              <a:gd name="csY40" fmla="*/ 57181 h 498738"/>
              <a:gd name="csX41" fmla="*/ 267817 w 334306"/>
              <a:gd name="csY41" fmla="*/ 67059 h 498738"/>
              <a:gd name="csX42" fmla="*/ 274280 w 334306"/>
              <a:gd name="csY42" fmla="*/ 79049 h 498738"/>
              <a:gd name="csX43" fmla="*/ 279443 w 334306"/>
              <a:gd name="csY43" fmla="*/ 91820 h 498738"/>
              <a:gd name="csX44" fmla="*/ 284596 w 334306"/>
              <a:gd name="csY44" fmla="*/ 105775 h 498738"/>
              <a:gd name="csX45" fmla="*/ 291417 w 334306"/>
              <a:gd name="csY45" fmla="*/ 120219 h 498738"/>
              <a:gd name="csX46" fmla="*/ 298659 w 334306"/>
              <a:gd name="csY46" fmla="*/ 133370 h 498738"/>
              <a:gd name="csX47" fmla="*/ 314425 w 334306"/>
              <a:gd name="csY47" fmla="*/ 156674 h 498738"/>
              <a:gd name="csX48" fmla="*/ 323321 w 334306"/>
              <a:gd name="csY48" fmla="*/ 164371 h 498738"/>
              <a:gd name="csX49" fmla="*/ 329277 w 334306"/>
              <a:gd name="csY49" fmla="*/ 172896 h 498738"/>
              <a:gd name="csX50" fmla="*/ 327346 w 334306"/>
              <a:gd name="csY50" fmla="*/ 203260 h 498738"/>
              <a:gd name="csX51" fmla="*/ 321564 w 334306"/>
              <a:gd name="csY51" fmla="*/ 208691 h 498738"/>
              <a:gd name="csX52" fmla="*/ 314839 w 334306"/>
              <a:gd name="csY52" fmla="*/ 201967 h 498738"/>
              <a:gd name="csX53" fmla="*/ 300945 w 334306"/>
              <a:gd name="csY53" fmla="*/ 198679 h 498738"/>
              <a:gd name="csX54" fmla="*/ 291854 w 334306"/>
              <a:gd name="csY54" fmla="*/ 213362 h 498738"/>
              <a:gd name="csX55" fmla="*/ 273477 w 334306"/>
              <a:gd name="csY55" fmla="*/ 233193 h 498738"/>
              <a:gd name="csX56" fmla="*/ 248561 w 334306"/>
              <a:gd name="csY56" fmla="*/ 258261 h 498738"/>
              <a:gd name="csX57" fmla="*/ 254757 w 334306"/>
              <a:gd name="csY57" fmla="*/ 265360 h 498738"/>
              <a:gd name="csX58" fmla="*/ 262758 w 334306"/>
              <a:gd name="csY58" fmla="*/ 262611 h 498738"/>
              <a:gd name="csX59" fmla="*/ 269300 w 334306"/>
              <a:gd name="csY59" fmla="*/ 264243 h 498738"/>
              <a:gd name="csX60" fmla="*/ 257492 w 334306"/>
              <a:gd name="csY60" fmla="*/ 300210 h 498738"/>
              <a:gd name="csX61" fmla="*/ 220205 w 334306"/>
              <a:gd name="csY61" fmla="*/ 329428 h 498738"/>
              <a:gd name="csX62" fmla="*/ 231476 w 334306"/>
              <a:gd name="csY62" fmla="*/ 344578 h 498738"/>
              <a:gd name="csX63" fmla="*/ 244540 w 334306"/>
              <a:gd name="csY63" fmla="*/ 369570 h 498738"/>
              <a:gd name="csX64" fmla="*/ 259568 w 334306"/>
              <a:gd name="csY64" fmla="*/ 400936 h 498738"/>
              <a:gd name="csX65" fmla="*/ 267812 w 334306"/>
              <a:gd name="csY65" fmla="*/ 410972 h 498738"/>
              <a:gd name="csX66" fmla="*/ 272980 w 334306"/>
              <a:gd name="csY66" fmla="*/ 418667 h 498738"/>
              <a:gd name="csX67" fmla="*/ 279745 w 334306"/>
              <a:gd name="csY67" fmla="*/ 423732 h 498738"/>
              <a:gd name="csX68" fmla="*/ 289553 w 334306"/>
              <a:gd name="csY68" fmla="*/ 427604 h 498738"/>
              <a:gd name="csX69" fmla="*/ 298277 w 334306"/>
              <a:gd name="csY69" fmla="*/ 431864 h 498738"/>
              <a:gd name="csX70" fmla="*/ 272913 w 334306"/>
              <a:gd name="csY70" fmla="*/ 433099 h 498738"/>
              <a:gd name="csX71" fmla="*/ 253686 w 334306"/>
              <a:gd name="csY71" fmla="*/ 440109 h 498738"/>
              <a:gd name="csX72" fmla="*/ 252360 w 334306"/>
              <a:gd name="csY72" fmla="*/ 461577 h 498738"/>
              <a:gd name="csX73" fmla="*/ 253346 w 334306"/>
              <a:gd name="csY73" fmla="*/ 468333 h 498738"/>
              <a:gd name="csX74" fmla="*/ 251680 w 334306"/>
              <a:gd name="csY74" fmla="*/ 476637 h 498738"/>
              <a:gd name="csX75" fmla="*/ 251259 w 334306"/>
              <a:gd name="csY75" fmla="*/ 491494 h 498738"/>
              <a:gd name="csX76" fmla="*/ 247743 w 334306"/>
              <a:gd name="csY76" fmla="*/ 496867 h 4987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Lst>
            <a:rect l="l" t="t" r="r" b="b"/>
            <a:pathLst>
              <a:path w="334306" h="498738">
                <a:moveTo>
                  <a:pt x="247743" y="496867"/>
                </a:moveTo>
                <a:cubicBezTo>
                  <a:pt x="246424" y="493506"/>
                  <a:pt x="244367" y="492659"/>
                  <a:pt x="240505" y="493884"/>
                </a:cubicBezTo>
                <a:cubicBezTo>
                  <a:pt x="234008" y="495946"/>
                  <a:pt x="224617" y="488040"/>
                  <a:pt x="219827" y="476477"/>
                </a:cubicBezTo>
                <a:cubicBezTo>
                  <a:pt x="216729" y="468997"/>
                  <a:pt x="216097" y="468739"/>
                  <a:pt x="204292" y="470138"/>
                </a:cubicBezTo>
                <a:cubicBezTo>
                  <a:pt x="193057" y="471468"/>
                  <a:pt x="191916" y="471102"/>
                  <a:pt x="191180" y="465927"/>
                </a:cubicBezTo>
                <a:cubicBezTo>
                  <a:pt x="190659" y="462266"/>
                  <a:pt x="188558" y="460258"/>
                  <a:pt x="185245" y="460255"/>
                </a:cubicBezTo>
                <a:cubicBezTo>
                  <a:pt x="182424" y="460253"/>
                  <a:pt x="179781" y="458510"/>
                  <a:pt x="179372" y="456383"/>
                </a:cubicBezTo>
                <a:cubicBezTo>
                  <a:pt x="178300" y="450818"/>
                  <a:pt x="133997" y="437235"/>
                  <a:pt x="119384" y="437991"/>
                </a:cubicBezTo>
                <a:cubicBezTo>
                  <a:pt x="99217" y="439035"/>
                  <a:pt x="100133" y="438251"/>
                  <a:pt x="89617" y="463480"/>
                </a:cubicBezTo>
                <a:cubicBezTo>
                  <a:pt x="85806" y="472621"/>
                  <a:pt x="84419" y="473923"/>
                  <a:pt x="81270" y="471310"/>
                </a:cubicBezTo>
                <a:cubicBezTo>
                  <a:pt x="79194" y="469587"/>
                  <a:pt x="72218" y="467557"/>
                  <a:pt x="65769" y="466800"/>
                </a:cubicBezTo>
                <a:cubicBezTo>
                  <a:pt x="54283" y="465451"/>
                  <a:pt x="53791" y="465003"/>
                  <a:pt x="41569" y="444771"/>
                </a:cubicBezTo>
                <a:cubicBezTo>
                  <a:pt x="34707" y="433413"/>
                  <a:pt x="29080" y="423248"/>
                  <a:pt x="29063" y="422183"/>
                </a:cubicBezTo>
                <a:cubicBezTo>
                  <a:pt x="29046" y="421119"/>
                  <a:pt x="31937" y="420247"/>
                  <a:pt x="35486" y="420247"/>
                </a:cubicBezTo>
                <a:cubicBezTo>
                  <a:pt x="43403" y="420247"/>
                  <a:pt x="43560" y="418433"/>
                  <a:pt x="36311" y="410716"/>
                </a:cubicBezTo>
                <a:lnTo>
                  <a:pt x="30682" y="404725"/>
                </a:lnTo>
                <a:lnTo>
                  <a:pt x="36945" y="393771"/>
                </a:lnTo>
                <a:cubicBezTo>
                  <a:pt x="41241" y="386255"/>
                  <a:pt x="43760" y="376739"/>
                  <a:pt x="44969" y="363455"/>
                </a:cubicBezTo>
                <a:cubicBezTo>
                  <a:pt x="45939" y="352807"/>
                  <a:pt x="47519" y="340381"/>
                  <a:pt x="48481" y="335841"/>
                </a:cubicBezTo>
                <a:cubicBezTo>
                  <a:pt x="50445" y="326577"/>
                  <a:pt x="45773" y="318139"/>
                  <a:pt x="28755" y="300210"/>
                </a:cubicBezTo>
                <a:cubicBezTo>
                  <a:pt x="18993" y="289925"/>
                  <a:pt x="18916" y="289673"/>
                  <a:pt x="9477" y="236920"/>
                </a:cubicBezTo>
                <a:lnTo>
                  <a:pt x="0" y="183956"/>
                </a:lnTo>
                <a:lnTo>
                  <a:pt x="8603" y="171093"/>
                </a:lnTo>
                <a:cubicBezTo>
                  <a:pt x="13334" y="164019"/>
                  <a:pt x="18124" y="157843"/>
                  <a:pt x="19247" y="157370"/>
                </a:cubicBezTo>
                <a:cubicBezTo>
                  <a:pt x="20370" y="156896"/>
                  <a:pt x="21288" y="155482"/>
                  <a:pt x="21288" y="154226"/>
                </a:cubicBezTo>
                <a:cubicBezTo>
                  <a:pt x="21288" y="152970"/>
                  <a:pt x="31029" y="137094"/>
                  <a:pt x="42935" y="118946"/>
                </a:cubicBezTo>
                <a:cubicBezTo>
                  <a:pt x="54840" y="100798"/>
                  <a:pt x="65430" y="83045"/>
                  <a:pt x="66467" y="79496"/>
                </a:cubicBezTo>
                <a:cubicBezTo>
                  <a:pt x="67505" y="75946"/>
                  <a:pt x="72038" y="69502"/>
                  <a:pt x="76541" y="65175"/>
                </a:cubicBezTo>
                <a:cubicBezTo>
                  <a:pt x="87950" y="54213"/>
                  <a:pt x="95497" y="43084"/>
                  <a:pt x="97572" y="34163"/>
                </a:cubicBezTo>
                <a:cubicBezTo>
                  <a:pt x="99599" y="25448"/>
                  <a:pt x="109249" y="9841"/>
                  <a:pt x="112627" y="9814"/>
                </a:cubicBezTo>
                <a:cubicBezTo>
                  <a:pt x="113880" y="9805"/>
                  <a:pt x="117040" y="7336"/>
                  <a:pt x="119648" y="4329"/>
                </a:cubicBezTo>
                <a:cubicBezTo>
                  <a:pt x="123477" y="-86"/>
                  <a:pt x="126019" y="-782"/>
                  <a:pt x="132858" y="713"/>
                </a:cubicBezTo>
                <a:cubicBezTo>
                  <a:pt x="141063" y="2507"/>
                  <a:pt x="160286" y="4048"/>
                  <a:pt x="193546" y="5578"/>
                </a:cubicBezTo>
                <a:cubicBezTo>
                  <a:pt x="210737" y="6368"/>
                  <a:pt x="220060" y="11623"/>
                  <a:pt x="220060" y="20523"/>
                </a:cubicBezTo>
                <a:cubicBezTo>
                  <a:pt x="220060" y="23333"/>
                  <a:pt x="221912" y="25291"/>
                  <a:pt x="224578" y="25298"/>
                </a:cubicBezTo>
                <a:cubicBezTo>
                  <a:pt x="228025" y="25308"/>
                  <a:pt x="227313" y="26737"/>
                  <a:pt x="221567" y="31335"/>
                </a:cubicBezTo>
                <a:cubicBezTo>
                  <a:pt x="216052" y="35748"/>
                  <a:pt x="214921" y="37903"/>
                  <a:pt x="217338" y="39397"/>
                </a:cubicBezTo>
                <a:cubicBezTo>
                  <a:pt x="219279" y="40596"/>
                  <a:pt x="221565" y="39971"/>
                  <a:pt x="222891" y="37878"/>
                </a:cubicBezTo>
                <a:cubicBezTo>
                  <a:pt x="224130" y="35921"/>
                  <a:pt x="225164" y="35482"/>
                  <a:pt x="225189" y="36902"/>
                </a:cubicBezTo>
                <a:cubicBezTo>
                  <a:pt x="225213" y="38322"/>
                  <a:pt x="229440" y="39784"/>
                  <a:pt x="234581" y="40152"/>
                </a:cubicBezTo>
                <a:cubicBezTo>
                  <a:pt x="243367" y="40781"/>
                  <a:pt x="260731" y="51899"/>
                  <a:pt x="261177" y="57181"/>
                </a:cubicBezTo>
                <a:cubicBezTo>
                  <a:pt x="261279" y="58396"/>
                  <a:pt x="264267" y="62841"/>
                  <a:pt x="267817" y="67059"/>
                </a:cubicBezTo>
                <a:cubicBezTo>
                  <a:pt x="271366" y="71278"/>
                  <a:pt x="274275" y="76673"/>
                  <a:pt x="274280" y="79049"/>
                </a:cubicBezTo>
                <a:cubicBezTo>
                  <a:pt x="274285" y="81424"/>
                  <a:pt x="276609" y="87172"/>
                  <a:pt x="279443" y="91820"/>
                </a:cubicBezTo>
                <a:cubicBezTo>
                  <a:pt x="282277" y="96469"/>
                  <a:pt x="284596" y="102748"/>
                  <a:pt x="284596" y="105775"/>
                </a:cubicBezTo>
                <a:cubicBezTo>
                  <a:pt x="284596" y="108801"/>
                  <a:pt x="287666" y="115301"/>
                  <a:pt x="291417" y="120219"/>
                </a:cubicBezTo>
                <a:cubicBezTo>
                  <a:pt x="295169" y="125138"/>
                  <a:pt x="298428" y="131056"/>
                  <a:pt x="298659" y="133370"/>
                </a:cubicBezTo>
                <a:cubicBezTo>
                  <a:pt x="299477" y="141547"/>
                  <a:pt x="305637" y="150653"/>
                  <a:pt x="314425" y="156674"/>
                </a:cubicBezTo>
                <a:cubicBezTo>
                  <a:pt x="319316" y="160026"/>
                  <a:pt x="323320" y="163489"/>
                  <a:pt x="323321" y="164371"/>
                </a:cubicBezTo>
                <a:cubicBezTo>
                  <a:pt x="323323" y="165253"/>
                  <a:pt x="326003" y="169089"/>
                  <a:pt x="329277" y="172896"/>
                </a:cubicBezTo>
                <a:cubicBezTo>
                  <a:pt x="336682" y="181505"/>
                  <a:pt x="335803" y="195314"/>
                  <a:pt x="327346" y="203260"/>
                </a:cubicBezTo>
                <a:lnTo>
                  <a:pt x="321564" y="208691"/>
                </a:lnTo>
                <a:lnTo>
                  <a:pt x="314839" y="201967"/>
                </a:lnTo>
                <a:cubicBezTo>
                  <a:pt x="308661" y="195789"/>
                  <a:pt x="307532" y="195522"/>
                  <a:pt x="300945" y="198679"/>
                </a:cubicBezTo>
                <a:cubicBezTo>
                  <a:pt x="295346" y="201363"/>
                  <a:pt x="293353" y="204582"/>
                  <a:pt x="291854" y="213362"/>
                </a:cubicBezTo>
                <a:cubicBezTo>
                  <a:pt x="289357" y="227993"/>
                  <a:pt x="286547" y="231025"/>
                  <a:pt x="273477" y="233193"/>
                </a:cubicBezTo>
                <a:cubicBezTo>
                  <a:pt x="260663" y="235319"/>
                  <a:pt x="248722" y="247333"/>
                  <a:pt x="248561" y="258261"/>
                </a:cubicBezTo>
                <a:cubicBezTo>
                  <a:pt x="248475" y="264096"/>
                  <a:pt x="249579" y="265360"/>
                  <a:pt x="254757" y="265360"/>
                </a:cubicBezTo>
                <a:cubicBezTo>
                  <a:pt x="258223" y="265360"/>
                  <a:pt x="261823" y="264123"/>
                  <a:pt x="262758" y="262611"/>
                </a:cubicBezTo>
                <a:cubicBezTo>
                  <a:pt x="263872" y="260808"/>
                  <a:pt x="266124" y="261370"/>
                  <a:pt x="269300" y="264243"/>
                </a:cubicBezTo>
                <a:cubicBezTo>
                  <a:pt x="279445" y="273424"/>
                  <a:pt x="270651" y="300210"/>
                  <a:pt x="257492" y="300210"/>
                </a:cubicBezTo>
                <a:cubicBezTo>
                  <a:pt x="250513" y="300210"/>
                  <a:pt x="220446" y="323770"/>
                  <a:pt x="220205" y="329428"/>
                </a:cubicBezTo>
                <a:cubicBezTo>
                  <a:pt x="220125" y="331300"/>
                  <a:pt x="225197" y="338118"/>
                  <a:pt x="231476" y="344578"/>
                </a:cubicBezTo>
                <a:cubicBezTo>
                  <a:pt x="241029" y="354406"/>
                  <a:pt x="243162" y="358486"/>
                  <a:pt x="244540" y="369570"/>
                </a:cubicBezTo>
                <a:cubicBezTo>
                  <a:pt x="246852" y="388171"/>
                  <a:pt x="250097" y="394944"/>
                  <a:pt x="259568" y="400936"/>
                </a:cubicBezTo>
                <a:cubicBezTo>
                  <a:pt x="264099" y="403804"/>
                  <a:pt x="267809" y="408320"/>
                  <a:pt x="267812" y="410972"/>
                </a:cubicBezTo>
                <a:cubicBezTo>
                  <a:pt x="267815" y="413625"/>
                  <a:pt x="270140" y="417087"/>
                  <a:pt x="272980" y="418667"/>
                </a:cubicBezTo>
                <a:cubicBezTo>
                  <a:pt x="275819" y="420246"/>
                  <a:pt x="278864" y="422525"/>
                  <a:pt x="279745" y="423732"/>
                </a:cubicBezTo>
                <a:cubicBezTo>
                  <a:pt x="280626" y="424939"/>
                  <a:pt x="285040" y="426681"/>
                  <a:pt x="289553" y="427604"/>
                </a:cubicBezTo>
                <a:cubicBezTo>
                  <a:pt x="294067" y="428527"/>
                  <a:pt x="297992" y="430444"/>
                  <a:pt x="298277" y="431864"/>
                </a:cubicBezTo>
                <a:cubicBezTo>
                  <a:pt x="299018" y="435562"/>
                  <a:pt x="277163" y="436626"/>
                  <a:pt x="272913" y="433099"/>
                </a:cubicBezTo>
                <a:cubicBezTo>
                  <a:pt x="268101" y="429105"/>
                  <a:pt x="260026" y="432049"/>
                  <a:pt x="253686" y="440109"/>
                </a:cubicBezTo>
                <a:cubicBezTo>
                  <a:pt x="247489" y="447987"/>
                  <a:pt x="246928" y="457069"/>
                  <a:pt x="252360" y="461577"/>
                </a:cubicBezTo>
                <a:cubicBezTo>
                  <a:pt x="255321" y="464035"/>
                  <a:pt x="255560" y="465666"/>
                  <a:pt x="253346" y="468333"/>
                </a:cubicBezTo>
                <a:cubicBezTo>
                  <a:pt x="251741" y="470267"/>
                  <a:pt x="250992" y="474004"/>
                  <a:pt x="251680" y="476637"/>
                </a:cubicBezTo>
                <a:cubicBezTo>
                  <a:pt x="252369" y="479271"/>
                  <a:pt x="252179" y="485956"/>
                  <a:pt x="251259" y="491494"/>
                </a:cubicBezTo>
                <a:cubicBezTo>
                  <a:pt x="249997" y="499087"/>
                  <a:pt x="249133" y="500409"/>
                  <a:pt x="247743" y="496867"/>
                </a:cubicBezTo>
                <a:close/>
              </a:path>
            </a:pathLst>
          </a:custGeom>
          <a:solidFill>
            <a:srgbClr val="B9B9B9"/>
          </a:solidFill>
          <a:ln w="5163" cap="flat">
            <a:noFill/>
            <a:prstDash val="solid"/>
            <a:miter/>
          </a:ln>
        </p:spPr>
        <p:txBody>
          <a:bodyPr/>
          <a:lstStyle/>
          <a:p>
            <a:endParaRPr lang="es-419" noProof="0" dirty="0"/>
          </a:p>
        </p:txBody>
      </p:sp>
      <p:grpSp>
        <p:nvGrpSpPr>
          <p:cNvPr id="57" name="Gráfico 39">
            <a:extLst>
              <a:ext uri="{FF2B5EF4-FFF2-40B4-BE49-F238E27FC236}">
                <a16:creationId xmlns:a16="http://schemas.microsoft.com/office/drawing/2014/main" id="{56522690-44D4-F8D1-EB52-BD7D7F7DF551}"/>
              </a:ext>
            </a:extLst>
          </p:cNvPr>
          <p:cNvGrpSpPr/>
          <p:nvPr/>
        </p:nvGrpSpPr>
        <p:grpSpPr>
          <a:xfrm>
            <a:off x="726816" y="1624037"/>
            <a:ext cx="321478" cy="429471"/>
            <a:chOff x="726816" y="1624037"/>
            <a:chExt cx="321478" cy="429471"/>
          </a:xfrm>
          <a:solidFill>
            <a:srgbClr val="B9B9B9"/>
          </a:solidFill>
        </p:grpSpPr>
        <p:sp>
          <p:nvSpPr>
            <p:cNvPr id="58" name="Forma libre: forma 57">
              <a:extLst>
                <a:ext uri="{FF2B5EF4-FFF2-40B4-BE49-F238E27FC236}">
                  <a16:creationId xmlns:a16="http://schemas.microsoft.com/office/drawing/2014/main" id="{DB4A87FE-A6D5-EC49-FE8A-66972E78A64A}"/>
                </a:ext>
              </a:extLst>
            </p:cNvPr>
            <p:cNvSpPr/>
            <p:nvPr/>
          </p:nvSpPr>
          <p:spPr>
            <a:xfrm>
              <a:off x="726816" y="1624037"/>
              <a:ext cx="321478" cy="429471"/>
            </a:xfrm>
            <a:custGeom>
              <a:avLst/>
              <a:gdLst>
                <a:gd name="csX0" fmla="*/ 298651 w 321478"/>
                <a:gd name="csY0" fmla="*/ 424657 h 429471"/>
                <a:gd name="csX1" fmla="*/ 285240 w 321478"/>
                <a:gd name="csY1" fmla="*/ 406239 h 429471"/>
                <a:gd name="csX2" fmla="*/ 285795 w 321478"/>
                <a:gd name="csY2" fmla="*/ 410173 h 429471"/>
                <a:gd name="csX3" fmla="*/ 287678 w 321478"/>
                <a:gd name="csY3" fmla="*/ 415491 h 429471"/>
                <a:gd name="csX4" fmla="*/ 268647 w 321478"/>
                <a:gd name="csY4" fmla="*/ 394065 h 429471"/>
                <a:gd name="csX5" fmla="*/ 249603 w 321478"/>
                <a:gd name="csY5" fmla="*/ 371546 h 429471"/>
                <a:gd name="csX6" fmla="*/ 255246 w 321478"/>
                <a:gd name="csY6" fmla="*/ 382701 h 429471"/>
                <a:gd name="csX7" fmla="*/ 260888 w 321478"/>
                <a:gd name="csY7" fmla="*/ 392041 h 429471"/>
                <a:gd name="csX8" fmla="*/ 254982 w 321478"/>
                <a:gd name="csY8" fmla="*/ 386884 h 429471"/>
                <a:gd name="csX9" fmla="*/ 245088 w 321478"/>
                <a:gd name="csY9" fmla="*/ 373977 h 429471"/>
                <a:gd name="csX10" fmla="*/ 227283 w 321478"/>
                <a:gd name="csY10" fmla="*/ 350451 h 429471"/>
                <a:gd name="csX11" fmla="*/ 213463 w 321478"/>
                <a:gd name="csY11" fmla="*/ 331266 h 429471"/>
                <a:gd name="csX12" fmla="*/ 191325 w 321478"/>
                <a:gd name="csY12" fmla="*/ 295282 h 429471"/>
                <a:gd name="csX13" fmla="*/ 182351 w 321478"/>
                <a:gd name="csY13" fmla="*/ 288640 h 429471"/>
                <a:gd name="csX14" fmla="*/ 181003 w 321478"/>
                <a:gd name="csY14" fmla="*/ 283904 h 429471"/>
                <a:gd name="csX15" fmla="*/ 179966 w 321478"/>
                <a:gd name="csY15" fmla="*/ 277802 h 429471"/>
                <a:gd name="csX16" fmla="*/ 170951 w 321478"/>
                <a:gd name="csY16" fmla="*/ 271038 h 429471"/>
                <a:gd name="csX17" fmla="*/ 164513 w 321478"/>
                <a:gd name="csY17" fmla="*/ 268249 h 429471"/>
                <a:gd name="csX18" fmla="*/ 156542 w 321478"/>
                <a:gd name="csY18" fmla="*/ 264259 h 429471"/>
                <a:gd name="csX19" fmla="*/ 146588 w 321478"/>
                <a:gd name="csY19" fmla="*/ 257160 h 429471"/>
                <a:gd name="csX20" fmla="*/ 135566 w 321478"/>
                <a:gd name="csY20" fmla="*/ 244331 h 429471"/>
                <a:gd name="csX21" fmla="*/ 140198 w 321478"/>
                <a:gd name="csY21" fmla="*/ 240806 h 429471"/>
                <a:gd name="csX22" fmla="*/ 149956 w 321478"/>
                <a:gd name="csY22" fmla="*/ 243611 h 429471"/>
                <a:gd name="csX23" fmla="*/ 139967 w 321478"/>
                <a:gd name="csY23" fmla="*/ 232769 h 429471"/>
                <a:gd name="csX24" fmla="*/ 129672 w 321478"/>
                <a:gd name="csY24" fmla="*/ 230788 h 429471"/>
                <a:gd name="csX25" fmla="*/ 122631 w 321478"/>
                <a:gd name="csY25" fmla="*/ 229456 h 429471"/>
                <a:gd name="csX26" fmla="*/ 114075 w 321478"/>
                <a:gd name="csY26" fmla="*/ 225535 h 429471"/>
                <a:gd name="csX27" fmla="*/ 112561 w 321478"/>
                <a:gd name="csY27" fmla="*/ 210989 h 429471"/>
                <a:gd name="csX28" fmla="*/ 113046 w 321478"/>
                <a:gd name="csY28" fmla="*/ 198950 h 429471"/>
                <a:gd name="csX29" fmla="*/ 110205 w 321478"/>
                <a:gd name="csY29" fmla="*/ 203079 h 429471"/>
                <a:gd name="csX30" fmla="*/ 107624 w 321478"/>
                <a:gd name="csY30" fmla="*/ 210049 h 429471"/>
                <a:gd name="csX31" fmla="*/ 105042 w 321478"/>
                <a:gd name="csY31" fmla="*/ 205992 h 429471"/>
                <a:gd name="csX32" fmla="*/ 101146 w 321478"/>
                <a:gd name="csY32" fmla="*/ 198040 h 429471"/>
                <a:gd name="csX33" fmla="*/ 106495 w 321478"/>
                <a:gd name="csY33" fmla="*/ 192040 h 429471"/>
                <a:gd name="csX34" fmla="*/ 110185 w 321478"/>
                <a:gd name="csY34" fmla="*/ 189360 h 429471"/>
                <a:gd name="csX35" fmla="*/ 105416 w 321478"/>
                <a:gd name="csY35" fmla="*/ 184234 h 429471"/>
                <a:gd name="csX36" fmla="*/ 94806 w 321478"/>
                <a:gd name="csY36" fmla="*/ 176570 h 429471"/>
                <a:gd name="csX37" fmla="*/ 84222 w 321478"/>
                <a:gd name="csY37" fmla="*/ 170141 h 429471"/>
                <a:gd name="csX38" fmla="*/ 77400 w 321478"/>
                <a:gd name="csY38" fmla="*/ 165246 h 429471"/>
                <a:gd name="csX39" fmla="*/ 66830 w 321478"/>
                <a:gd name="csY39" fmla="*/ 157291 h 429471"/>
                <a:gd name="csX40" fmla="*/ 62321 w 321478"/>
                <a:gd name="csY40" fmla="*/ 153462 h 429471"/>
                <a:gd name="csX41" fmla="*/ 58487 w 321478"/>
                <a:gd name="csY41" fmla="*/ 146011 h 429471"/>
                <a:gd name="csX42" fmla="*/ 53413 w 321478"/>
                <a:gd name="csY42" fmla="*/ 136585 h 429471"/>
                <a:gd name="csX43" fmla="*/ 46519 w 321478"/>
                <a:gd name="csY43" fmla="*/ 136694 h 429471"/>
                <a:gd name="csX44" fmla="*/ 42767 w 321478"/>
                <a:gd name="csY44" fmla="*/ 137339 h 429471"/>
                <a:gd name="csX45" fmla="*/ 40545 w 321478"/>
                <a:gd name="csY45" fmla="*/ 138358 h 429471"/>
                <a:gd name="csX46" fmla="*/ 34194 w 321478"/>
                <a:gd name="csY46" fmla="*/ 139945 h 429471"/>
                <a:gd name="csX47" fmla="*/ 30312 w 321478"/>
                <a:gd name="csY47" fmla="*/ 128691 h 429471"/>
                <a:gd name="csX48" fmla="*/ 32982 w 321478"/>
                <a:gd name="csY48" fmla="*/ 121125 h 429471"/>
                <a:gd name="csX49" fmla="*/ 29550 w 321478"/>
                <a:gd name="csY49" fmla="*/ 122878 h 429471"/>
                <a:gd name="csX50" fmla="*/ 21151 w 321478"/>
                <a:gd name="csY50" fmla="*/ 122752 h 429471"/>
                <a:gd name="csX51" fmla="*/ 17154 w 321478"/>
                <a:gd name="csY51" fmla="*/ 123427 h 429471"/>
                <a:gd name="csX52" fmla="*/ 6342 w 321478"/>
                <a:gd name="csY52" fmla="*/ 119543 h 429471"/>
                <a:gd name="csX53" fmla="*/ 4365 w 321478"/>
                <a:gd name="csY53" fmla="*/ 113226 h 429471"/>
                <a:gd name="csX54" fmla="*/ 10819 w 321478"/>
                <a:gd name="csY54" fmla="*/ 114808 h 429471"/>
                <a:gd name="csX55" fmla="*/ 4707 w 321478"/>
                <a:gd name="csY55" fmla="*/ 109494 h 429471"/>
                <a:gd name="csX56" fmla="*/ 1796 w 321478"/>
                <a:gd name="csY56" fmla="*/ 100322 h 429471"/>
                <a:gd name="csX57" fmla="*/ 1838 w 321478"/>
                <a:gd name="csY57" fmla="*/ 92658 h 429471"/>
                <a:gd name="csX58" fmla="*/ 4233 w 321478"/>
                <a:gd name="csY58" fmla="*/ 77378 h 429471"/>
                <a:gd name="csX59" fmla="*/ 13902 w 321478"/>
                <a:gd name="csY59" fmla="*/ 62490 h 429471"/>
                <a:gd name="csX60" fmla="*/ 16192 w 321478"/>
                <a:gd name="csY60" fmla="*/ 65508 h 429471"/>
                <a:gd name="csX61" fmla="*/ 14368 w 321478"/>
                <a:gd name="csY61" fmla="*/ 71941 h 429471"/>
                <a:gd name="csX62" fmla="*/ 19324 w 321478"/>
                <a:gd name="csY62" fmla="*/ 65780 h 429471"/>
                <a:gd name="csX63" fmla="*/ 24280 w 321478"/>
                <a:gd name="csY63" fmla="*/ 59619 h 429471"/>
                <a:gd name="csX64" fmla="*/ 25989 w 321478"/>
                <a:gd name="csY64" fmla="*/ 66426 h 429471"/>
                <a:gd name="csX65" fmla="*/ 30049 w 321478"/>
                <a:gd name="csY65" fmla="*/ 73232 h 429471"/>
                <a:gd name="csX66" fmla="*/ 30241 w 321478"/>
                <a:gd name="csY66" fmla="*/ 65700 h 429471"/>
                <a:gd name="csX67" fmla="*/ 47033 w 321478"/>
                <a:gd name="csY67" fmla="*/ 46164 h 429471"/>
                <a:gd name="csX68" fmla="*/ 89508 w 321478"/>
                <a:gd name="csY68" fmla="*/ 4943 h 429471"/>
                <a:gd name="csX69" fmla="*/ 99998 w 321478"/>
                <a:gd name="csY69" fmla="*/ 2688 h 429471"/>
                <a:gd name="csX70" fmla="*/ 114706 w 321478"/>
                <a:gd name="csY70" fmla="*/ 3716 h 429471"/>
                <a:gd name="csX71" fmla="*/ 123108 w 321478"/>
                <a:gd name="csY71" fmla="*/ 2764 h 429471"/>
                <a:gd name="csX72" fmla="*/ 137332 w 321478"/>
                <a:gd name="csY72" fmla="*/ 60759 h 429471"/>
                <a:gd name="csX73" fmla="*/ 159468 w 321478"/>
                <a:gd name="csY73" fmla="*/ 80313 h 429471"/>
                <a:gd name="csX74" fmla="*/ 174324 w 321478"/>
                <a:gd name="csY74" fmla="*/ 89973 h 429471"/>
                <a:gd name="csX75" fmla="*/ 184004 w 321478"/>
                <a:gd name="csY75" fmla="*/ 107383 h 429471"/>
                <a:gd name="csX76" fmla="*/ 190190 w 321478"/>
                <a:gd name="csY76" fmla="*/ 148735 h 429471"/>
                <a:gd name="csX77" fmla="*/ 191494 w 321478"/>
                <a:gd name="csY77" fmla="*/ 177131 h 429471"/>
                <a:gd name="csX78" fmla="*/ 195355 w 321478"/>
                <a:gd name="csY78" fmla="*/ 191824 h 429471"/>
                <a:gd name="csX79" fmla="*/ 205385 w 321478"/>
                <a:gd name="csY79" fmla="*/ 204731 h 429471"/>
                <a:gd name="csX80" fmla="*/ 224780 w 321478"/>
                <a:gd name="csY80" fmla="*/ 233927 h 429471"/>
                <a:gd name="csX81" fmla="*/ 251313 w 321478"/>
                <a:gd name="csY81" fmla="*/ 251602 h 429471"/>
                <a:gd name="csX82" fmla="*/ 265826 w 321478"/>
                <a:gd name="csY82" fmla="*/ 256119 h 429471"/>
                <a:gd name="csX83" fmla="*/ 280190 w 321478"/>
                <a:gd name="csY83" fmla="*/ 283901 h 429471"/>
                <a:gd name="csX84" fmla="*/ 287275 w 321478"/>
                <a:gd name="csY84" fmla="*/ 317016 h 429471"/>
                <a:gd name="csX85" fmla="*/ 290907 w 321478"/>
                <a:gd name="csY85" fmla="*/ 329217 h 429471"/>
                <a:gd name="csX86" fmla="*/ 293537 w 321478"/>
                <a:gd name="csY86" fmla="*/ 337861 h 429471"/>
                <a:gd name="csX87" fmla="*/ 302616 w 321478"/>
                <a:gd name="csY87" fmla="*/ 352211 h 429471"/>
                <a:gd name="csX88" fmla="*/ 314264 w 321478"/>
                <a:gd name="csY88" fmla="*/ 364936 h 429471"/>
                <a:gd name="csX89" fmla="*/ 319645 w 321478"/>
                <a:gd name="csY89" fmla="*/ 375951 h 429471"/>
                <a:gd name="csX90" fmla="*/ 316721 w 321478"/>
                <a:gd name="csY90" fmla="*/ 384238 h 429471"/>
                <a:gd name="csX91" fmla="*/ 312540 w 321478"/>
                <a:gd name="csY91" fmla="*/ 395571 h 429471"/>
                <a:gd name="csX92" fmla="*/ 312871 w 321478"/>
                <a:gd name="csY92" fmla="*/ 424954 h 429471"/>
                <a:gd name="csX93" fmla="*/ 306671 w 321478"/>
                <a:gd name="csY93" fmla="*/ 429472 h 429471"/>
                <a:gd name="csX94" fmla="*/ 298651 w 321478"/>
                <a:gd name="csY94" fmla="*/ 424657 h 4294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321478" h="429471">
                  <a:moveTo>
                    <a:pt x="298651" y="424657"/>
                  </a:moveTo>
                  <a:cubicBezTo>
                    <a:pt x="298651" y="419121"/>
                    <a:pt x="289271" y="406239"/>
                    <a:pt x="285240" y="406239"/>
                  </a:cubicBezTo>
                  <a:cubicBezTo>
                    <a:pt x="283590" y="406239"/>
                    <a:pt x="283808" y="407778"/>
                    <a:pt x="285795" y="410173"/>
                  </a:cubicBezTo>
                  <a:cubicBezTo>
                    <a:pt x="287591" y="412337"/>
                    <a:pt x="288438" y="414730"/>
                    <a:pt x="287678" y="415491"/>
                  </a:cubicBezTo>
                  <a:cubicBezTo>
                    <a:pt x="285539" y="417629"/>
                    <a:pt x="270321" y="400495"/>
                    <a:pt x="268647" y="394065"/>
                  </a:cubicBezTo>
                  <a:cubicBezTo>
                    <a:pt x="267226" y="388605"/>
                    <a:pt x="249603" y="367767"/>
                    <a:pt x="249603" y="371546"/>
                  </a:cubicBezTo>
                  <a:cubicBezTo>
                    <a:pt x="249603" y="372545"/>
                    <a:pt x="252142" y="377564"/>
                    <a:pt x="255246" y="382701"/>
                  </a:cubicBezTo>
                  <a:lnTo>
                    <a:pt x="260888" y="392041"/>
                  </a:lnTo>
                  <a:lnTo>
                    <a:pt x="254982" y="386884"/>
                  </a:lnTo>
                  <a:cubicBezTo>
                    <a:pt x="251733" y="384048"/>
                    <a:pt x="247281" y="378240"/>
                    <a:pt x="245088" y="373977"/>
                  </a:cubicBezTo>
                  <a:cubicBezTo>
                    <a:pt x="242896" y="369714"/>
                    <a:pt x="234883" y="359128"/>
                    <a:pt x="227283" y="350451"/>
                  </a:cubicBezTo>
                  <a:cubicBezTo>
                    <a:pt x="219682" y="341775"/>
                    <a:pt x="213463" y="333142"/>
                    <a:pt x="213463" y="331266"/>
                  </a:cubicBezTo>
                  <a:cubicBezTo>
                    <a:pt x="213463" y="326133"/>
                    <a:pt x="194515" y="295333"/>
                    <a:pt x="191325" y="295282"/>
                  </a:cubicBezTo>
                  <a:cubicBezTo>
                    <a:pt x="189798" y="295257"/>
                    <a:pt x="185760" y="292268"/>
                    <a:pt x="182351" y="288640"/>
                  </a:cubicBezTo>
                  <a:cubicBezTo>
                    <a:pt x="177259" y="283219"/>
                    <a:pt x="177019" y="282375"/>
                    <a:pt x="181003" y="283904"/>
                  </a:cubicBezTo>
                  <a:cubicBezTo>
                    <a:pt x="185315" y="285558"/>
                    <a:pt x="185200" y="284882"/>
                    <a:pt x="179966" y="277802"/>
                  </a:cubicBezTo>
                  <a:cubicBezTo>
                    <a:pt x="176728" y="273422"/>
                    <a:pt x="172671" y="270378"/>
                    <a:pt x="170951" y="271038"/>
                  </a:cubicBezTo>
                  <a:cubicBezTo>
                    <a:pt x="169231" y="271698"/>
                    <a:pt x="166334" y="270443"/>
                    <a:pt x="164513" y="268249"/>
                  </a:cubicBezTo>
                  <a:cubicBezTo>
                    <a:pt x="162692" y="266054"/>
                    <a:pt x="159105" y="264259"/>
                    <a:pt x="156542" y="264259"/>
                  </a:cubicBezTo>
                  <a:cubicBezTo>
                    <a:pt x="153980" y="264259"/>
                    <a:pt x="149500" y="261065"/>
                    <a:pt x="146588" y="257160"/>
                  </a:cubicBezTo>
                  <a:cubicBezTo>
                    <a:pt x="143676" y="253256"/>
                    <a:pt x="138716" y="247482"/>
                    <a:pt x="135566" y="244331"/>
                  </a:cubicBezTo>
                  <a:cubicBezTo>
                    <a:pt x="127839" y="236597"/>
                    <a:pt x="131401" y="233886"/>
                    <a:pt x="140198" y="240806"/>
                  </a:cubicBezTo>
                  <a:cubicBezTo>
                    <a:pt x="145135" y="244689"/>
                    <a:pt x="148042" y="245525"/>
                    <a:pt x="149956" y="243611"/>
                  </a:cubicBezTo>
                  <a:cubicBezTo>
                    <a:pt x="154558" y="239009"/>
                    <a:pt x="147985" y="231874"/>
                    <a:pt x="139967" y="232769"/>
                  </a:cubicBezTo>
                  <a:cubicBezTo>
                    <a:pt x="136133" y="233196"/>
                    <a:pt x="131500" y="232305"/>
                    <a:pt x="129672" y="230788"/>
                  </a:cubicBezTo>
                  <a:cubicBezTo>
                    <a:pt x="127844" y="229271"/>
                    <a:pt x="124675" y="228672"/>
                    <a:pt x="122631" y="229456"/>
                  </a:cubicBezTo>
                  <a:cubicBezTo>
                    <a:pt x="120587" y="230241"/>
                    <a:pt x="116736" y="228476"/>
                    <a:pt x="114075" y="225535"/>
                  </a:cubicBezTo>
                  <a:cubicBezTo>
                    <a:pt x="109769" y="220777"/>
                    <a:pt x="109602" y="219173"/>
                    <a:pt x="112561" y="210989"/>
                  </a:cubicBezTo>
                  <a:cubicBezTo>
                    <a:pt x="114982" y="204297"/>
                    <a:pt x="115114" y="201018"/>
                    <a:pt x="113046" y="198950"/>
                  </a:cubicBezTo>
                  <a:cubicBezTo>
                    <a:pt x="110979" y="196883"/>
                    <a:pt x="110205" y="198007"/>
                    <a:pt x="110205" y="203079"/>
                  </a:cubicBezTo>
                  <a:cubicBezTo>
                    <a:pt x="110205" y="206912"/>
                    <a:pt x="109043" y="210049"/>
                    <a:pt x="107624" y="210049"/>
                  </a:cubicBezTo>
                  <a:cubicBezTo>
                    <a:pt x="106204" y="210049"/>
                    <a:pt x="105042" y="208223"/>
                    <a:pt x="105042" y="205992"/>
                  </a:cubicBezTo>
                  <a:cubicBezTo>
                    <a:pt x="105042" y="203761"/>
                    <a:pt x="103289" y="200182"/>
                    <a:pt x="101146" y="198040"/>
                  </a:cubicBezTo>
                  <a:cubicBezTo>
                    <a:pt x="95668" y="192562"/>
                    <a:pt x="98756" y="189098"/>
                    <a:pt x="106495" y="192040"/>
                  </a:cubicBezTo>
                  <a:cubicBezTo>
                    <a:pt x="112388" y="194281"/>
                    <a:pt x="112698" y="194056"/>
                    <a:pt x="110185" y="189360"/>
                  </a:cubicBezTo>
                  <a:cubicBezTo>
                    <a:pt x="108676" y="186541"/>
                    <a:pt x="106530" y="184234"/>
                    <a:pt x="105416" y="184234"/>
                  </a:cubicBezTo>
                  <a:cubicBezTo>
                    <a:pt x="104302" y="184234"/>
                    <a:pt x="99527" y="180785"/>
                    <a:pt x="94806" y="176570"/>
                  </a:cubicBezTo>
                  <a:cubicBezTo>
                    <a:pt x="90084" y="172354"/>
                    <a:pt x="85321" y="169461"/>
                    <a:pt x="84222" y="170141"/>
                  </a:cubicBezTo>
                  <a:cubicBezTo>
                    <a:pt x="83122" y="170820"/>
                    <a:pt x="80052" y="168617"/>
                    <a:pt x="77400" y="165246"/>
                  </a:cubicBezTo>
                  <a:cubicBezTo>
                    <a:pt x="74748" y="161874"/>
                    <a:pt x="69991" y="158294"/>
                    <a:pt x="66830" y="157291"/>
                  </a:cubicBezTo>
                  <a:cubicBezTo>
                    <a:pt x="63669" y="156287"/>
                    <a:pt x="61640" y="154564"/>
                    <a:pt x="62321" y="153462"/>
                  </a:cubicBezTo>
                  <a:cubicBezTo>
                    <a:pt x="63003" y="152359"/>
                    <a:pt x="61277" y="149007"/>
                    <a:pt x="58487" y="146011"/>
                  </a:cubicBezTo>
                  <a:cubicBezTo>
                    <a:pt x="55696" y="143016"/>
                    <a:pt x="53413" y="138774"/>
                    <a:pt x="53413" y="136585"/>
                  </a:cubicBezTo>
                  <a:cubicBezTo>
                    <a:pt x="53413" y="131375"/>
                    <a:pt x="48531" y="131452"/>
                    <a:pt x="46519" y="136694"/>
                  </a:cubicBezTo>
                  <a:cubicBezTo>
                    <a:pt x="45256" y="139986"/>
                    <a:pt x="44525" y="140111"/>
                    <a:pt x="42767" y="137339"/>
                  </a:cubicBezTo>
                  <a:cubicBezTo>
                    <a:pt x="41090" y="134693"/>
                    <a:pt x="40576" y="134929"/>
                    <a:pt x="40545" y="138358"/>
                  </a:cubicBezTo>
                  <a:cubicBezTo>
                    <a:pt x="40512" y="142152"/>
                    <a:pt x="39561" y="142390"/>
                    <a:pt x="34194" y="139945"/>
                  </a:cubicBezTo>
                  <a:cubicBezTo>
                    <a:pt x="25899" y="136165"/>
                    <a:pt x="24011" y="130691"/>
                    <a:pt x="30312" y="128691"/>
                  </a:cubicBezTo>
                  <a:cubicBezTo>
                    <a:pt x="35660" y="126994"/>
                    <a:pt x="36881" y="123535"/>
                    <a:pt x="32982" y="121125"/>
                  </a:cubicBezTo>
                  <a:cubicBezTo>
                    <a:pt x="31683" y="120322"/>
                    <a:pt x="30139" y="121111"/>
                    <a:pt x="29550" y="122878"/>
                  </a:cubicBezTo>
                  <a:cubicBezTo>
                    <a:pt x="28702" y="125423"/>
                    <a:pt x="26957" y="125397"/>
                    <a:pt x="21151" y="122752"/>
                  </a:cubicBezTo>
                  <a:cubicBezTo>
                    <a:pt x="14600" y="119767"/>
                    <a:pt x="14176" y="119839"/>
                    <a:pt x="17154" y="123427"/>
                  </a:cubicBezTo>
                  <a:cubicBezTo>
                    <a:pt x="23195" y="130706"/>
                    <a:pt x="15185" y="127829"/>
                    <a:pt x="6342" y="119543"/>
                  </a:cubicBezTo>
                  <a:cubicBezTo>
                    <a:pt x="-1702" y="112007"/>
                    <a:pt x="-1792" y="111717"/>
                    <a:pt x="4365" y="113226"/>
                  </a:cubicBezTo>
                  <a:lnTo>
                    <a:pt x="10819" y="114808"/>
                  </a:lnTo>
                  <a:lnTo>
                    <a:pt x="4707" y="109494"/>
                  </a:lnTo>
                  <a:cubicBezTo>
                    <a:pt x="-312" y="105131"/>
                    <a:pt x="-833" y="103490"/>
                    <a:pt x="1796" y="100322"/>
                  </a:cubicBezTo>
                  <a:cubicBezTo>
                    <a:pt x="4323" y="97278"/>
                    <a:pt x="4332" y="95662"/>
                    <a:pt x="1838" y="92658"/>
                  </a:cubicBezTo>
                  <a:cubicBezTo>
                    <a:pt x="-700" y="89600"/>
                    <a:pt x="-229" y="86595"/>
                    <a:pt x="4233" y="77378"/>
                  </a:cubicBezTo>
                  <a:cubicBezTo>
                    <a:pt x="7287" y="71068"/>
                    <a:pt x="11639" y="64368"/>
                    <a:pt x="13902" y="62490"/>
                  </a:cubicBezTo>
                  <a:cubicBezTo>
                    <a:pt x="17532" y="59477"/>
                    <a:pt x="17802" y="59833"/>
                    <a:pt x="16192" y="65508"/>
                  </a:cubicBezTo>
                  <a:lnTo>
                    <a:pt x="14368" y="71941"/>
                  </a:lnTo>
                  <a:lnTo>
                    <a:pt x="19324" y="65780"/>
                  </a:lnTo>
                  <a:lnTo>
                    <a:pt x="24280" y="59619"/>
                  </a:lnTo>
                  <a:lnTo>
                    <a:pt x="25989" y="66426"/>
                  </a:lnTo>
                  <a:cubicBezTo>
                    <a:pt x="26928" y="70169"/>
                    <a:pt x="28755" y="73232"/>
                    <a:pt x="30049" y="73232"/>
                  </a:cubicBezTo>
                  <a:cubicBezTo>
                    <a:pt x="31420" y="73232"/>
                    <a:pt x="31500" y="70091"/>
                    <a:pt x="30241" y="65700"/>
                  </a:cubicBezTo>
                  <a:cubicBezTo>
                    <a:pt x="28162" y="58450"/>
                    <a:pt x="28788" y="57720"/>
                    <a:pt x="47033" y="46164"/>
                  </a:cubicBezTo>
                  <a:cubicBezTo>
                    <a:pt x="66934" y="33559"/>
                    <a:pt x="85466" y="15573"/>
                    <a:pt x="89508" y="4943"/>
                  </a:cubicBezTo>
                  <a:cubicBezTo>
                    <a:pt x="91833" y="-1172"/>
                    <a:pt x="92131" y="-1236"/>
                    <a:pt x="99998" y="2688"/>
                  </a:cubicBezTo>
                  <a:cubicBezTo>
                    <a:pt x="106503" y="5933"/>
                    <a:pt x="109396" y="6135"/>
                    <a:pt x="114706" y="3716"/>
                  </a:cubicBezTo>
                  <a:cubicBezTo>
                    <a:pt x="118341" y="2059"/>
                    <a:pt x="122122" y="1631"/>
                    <a:pt x="123108" y="2764"/>
                  </a:cubicBezTo>
                  <a:cubicBezTo>
                    <a:pt x="125561" y="5583"/>
                    <a:pt x="135461" y="45948"/>
                    <a:pt x="137332" y="60759"/>
                  </a:cubicBezTo>
                  <a:cubicBezTo>
                    <a:pt x="139199" y="75538"/>
                    <a:pt x="141734" y="77777"/>
                    <a:pt x="159468" y="80313"/>
                  </a:cubicBezTo>
                  <a:cubicBezTo>
                    <a:pt x="172513" y="82178"/>
                    <a:pt x="173509" y="82826"/>
                    <a:pt x="174324" y="89973"/>
                  </a:cubicBezTo>
                  <a:cubicBezTo>
                    <a:pt x="174804" y="94187"/>
                    <a:pt x="179160" y="102021"/>
                    <a:pt x="184004" y="107383"/>
                  </a:cubicBezTo>
                  <a:cubicBezTo>
                    <a:pt x="193664" y="118075"/>
                    <a:pt x="194152" y="121338"/>
                    <a:pt x="190190" y="148735"/>
                  </a:cubicBezTo>
                  <a:cubicBezTo>
                    <a:pt x="188197" y="162515"/>
                    <a:pt x="188470" y="168448"/>
                    <a:pt x="191494" y="177131"/>
                  </a:cubicBezTo>
                  <a:cubicBezTo>
                    <a:pt x="193597" y="183167"/>
                    <a:pt x="195335" y="189779"/>
                    <a:pt x="195355" y="191824"/>
                  </a:cubicBezTo>
                  <a:cubicBezTo>
                    <a:pt x="195376" y="193868"/>
                    <a:pt x="199889" y="199676"/>
                    <a:pt x="205385" y="204731"/>
                  </a:cubicBezTo>
                  <a:cubicBezTo>
                    <a:pt x="211344" y="210212"/>
                    <a:pt x="219172" y="221995"/>
                    <a:pt x="224780" y="233927"/>
                  </a:cubicBezTo>
                  <a:cubicBezTo>
                    <a:pt x="234706" y="255043"/>
                    <a:pt x="236093" y="255967"/>
                    <a:pt x="251313" y="251602"/>
                  </a:cubicBezTo>
                  <a:cubicBezTo>
                    <a:pt x="258379" y="249575"/>
                    <a:pt x="260277" y="250166"/>
                    <a:pt x="265826" y="256119"/>
                  </a:cubicBezTo>
                  <a:cubicBezTo>
                    <a:pt x="272628" y="263417"/>
                    <a:pt x="281243" y="280080"/>
                    <a:pt x="280190" y="283901"/>
                  </a:cubicBezTo>
                  <a:cubicBezTo>
                    <a:pt x="278841" y="288796"/>
                    <a:pt x="283826" y="312090"/>
                    <a:pt x="287275" y="317016"/>
                  </a:cubicBezTo>
                  <a:cubicBezTo>
                    <a:pt x="289273" y="319867"/>
                    <a:pt x="290907" y="325358"/>
                    <a:pt x="290907" y="329217"/>
                  </a:cubicBezTo>
                  <a:cubicBezTo>
                    <a:pt x="290907" y="333077"/>
                    <a:pt x="292090" y="336967"/>
                    <a:pt x="293537" y="337861"/>
                  </a:cubicBezTo>
                  <a:cubicBezTo>
                    <a:pt x="294984" y="338755"/>
                    <a:pt x="299069" y="345213"/>
                    <a:pt x="302616" y="352211"/>
                  </a:cubicBezTo>
                  <a:cubicBezTo>
                    <a:pt x="307126" y="361111"/>
                    <a:pt x="310627" y="364936"/>
                    <a:pt x="314264" y="364936"/>
                  </a:cubicBezTo>
                  <a:cubicBezTo>
                    <a:pt x="320436" y="364936"/>
                    <a:pt x="323792" y="371805"/>
                    <a:pt x="319645" y="375951"/>
                  </a:cubicBezTo>
                  <a:cubicBezTo>
                    <a:pt x="318037" y="377560"/>
                    <a:pt x="316721" y="381289"/>
                    <a:pt x="316721" y="384238"/>
                  </a:cubicBezTo>
                  <a:cubicBezTo>
                    <a:pt x="316721" y="387188"/>
                    <a:pt x="314840" y="392287"/>
                    <a:pt x="312540" y="395571"/>
                  </a:cubicBezTo>
                  <a:cubicBezTo>
                    <a:pt x="308425" y="401445"/>
                    <a:pt x="308570" y="414286"/>
                    <a:pt x="312871" y="424954"/>
                  </a:cubicBezTo>
                  <a:cubicBezTo>
                    <a:pt x="314372" y="428678"/>
                    <a:pt x="313283" y="429472"/>
                    <a:pt x="306671" y="429472"/>
                  </a:cubicBezTo>
                  <a:cubicBezTo>
                    <a:pt x="300565" y="429472"/>
                    <a:pt x="298651" y="428323"/>
                    <a:pt x="298651" y="424657"/>
                  </a:cubicBezTo>
                  <a:close/>
                </a:path>
              </a:pathLst>
            </a:custGeom>
            <a:solidFill>
              <a:srgbClr val="B9B9B9"/>
            </a:solidFill>
            <a:ln w="5163" cap="flat">
              <a:noFill/>
              <a:prstDash val="solid"/>
              <a:miter/>
            </a:ln>
          </p:spPr>
          <p:txBody>
            <a:bodyPr/>
            <a:lstStyle/>
            <a:p>
              <a:endParaRPr lang="es-419" noProof="0" dirty="0"/>
            </a:p>
          </p:txBody>
        </p:sp>
        <p:sp>
          <p:nvSpPr>
            <p:cNvPr id="59" name="Forma libre: forma 58">
              <a:extLst>
                <a:ext uri="{FF2B5EF4-FFF2-40B4-BE49-F238E27FC236}">
                  <a16:creationId xmlns:a16="http://schemas.microsoft.com/office/drawing/2014/main" id="{A08E7D74-7CA4-4204-43BE-26C0CA7FFA9C}"/>
                </a:ext>
              </a:extLst>
            </p:cNvPr>
            <p:cNvSpPr/>
            <p:nvPr/>
          </p:nvSpPr>
          <p:spPr>
            <a:xfrm>
              <a:off x="812163" y="1806340"/>
              <a:ext cx="15955" cy="30179"/>
            </a:xfrm>
            <a:custGeom>
              <a:avLst/>
              <a:gdLst>
                <a:gd name="csX0" fmla="*/ 12859 w 15955"/>
                <a:gd name="csY0" fmla="*/ 27128 h 30179"/>
                <a:gd name="csX1" fmla="*/ 45 w 15955"/>
                <a:gd name="csY1" fmla="*/ 70 h 30179"/>
                <a:gd name="csX2" fmla="*/ 15145 w 15955"/>
                <a:gd name="csY2" fmla="*/ 24519 h 30179"/>
                <a:gd name="csX3" fmla="*/ 12859 w 15955"/>
                <a:gd name="csY3" fmla="*/ 27128 h 30179"/>
              </a:gdLst>
              <a:ahLst/>
              <a:cxnLst>
                <a:cxn ang="0">
                  <a:pos x="csX0" y="csY0"/>
                </a:cxn>
                <a:cxn ang="0">
                  <a:pos x="csX1" y="csY1"/>
                </a:cxn>
                <a:cxn ang="0">
                  <a:pos x="csX2" y="csY2"/>
                </a:cxn>
                <a:cxn ang="0">
                  <a:pos x="csX3" y="csY3"/>
                </a:cxn>
              </a:cxnLst>
              <a:rect l="l" t="t" r="r" b="b"/>
              <a:pathLst>
                <a:path w="15955" h="30179">
                  <a:moveTo>
                    <a:pt x="12859" y="27128"/>
                  </a:moveTo>
                  <a:cubicBezTo>
                    <a:pt x="8119" y="19457"/>
                    <a:pt x="-707" y="822"/>
                    <a:pt x="45" y="70"/>
                  </a:cubicBezTo>
                  <a:cubicBezTo>
                    <a:pt x="1430" y="-1315"/>
                    <a:pt x="13563" y="18330"/>
                    <a:pt x="15145" y="24519"/>
                  </a:cubicBezTo>
                  <a:cubicBezTo>
                    <a:pt x="16793" y="30962"/>
                    <a:pt x="15876" y="32008"/>
                    <a:pt x="12859" y="27128"/>
                  </a:cubicBezTo>
                  <a:close/>
                </a:path>
              </a:pathLst>
            </a:custGeom>
            <a:solidFill>
              <a:srgbClr val="B9B9B9"/>
            </a:solidFill>
            <a:ln w="5163" cap="flat">
              <a:noFill/>
              <a:prstDash val="solid"/>
              <a:miter/>
            </a:ln>
          </p:spPr>
          <p:txBody>
            <a:bodyPr/>
            <a:lstStyle/>
            <a:p>
              <a:endParaRPr lang="es-419" noProof="0" dirty="0"/>
            </a:p>
          </p:txBody>
        </p:sp>
      </p:grpSp>
      <p:sp>
        <p:nvSpPr>
          <p:cNvPr id="60" name="Forma libre: forma 59">
            <a:extLst>
              <a:ext uri="{FF2B5EF4-FFF2-40B4-BE49-F238E27FC236}">
                <a16:creationId xmlns:a16="http://schemas.microsoft.com/office/drawing/2014/main" id="{D1390BFC-31C5-544B-E874-E3DBC77F198B}"/>
              </a:ext>
            </a:extLst>
          </p:cNvPr>
          <p:cNvSpPr/>
          <p:nvPr/>
        </p:nvSpPr>
        <p:spPr>
          <a:xfrm>
            <a:off x="781520" y="1178397"/>
            <a:ext cx="460893" cy="570101"/>
          </a:xfrm>
          <a:custGeom>
            <a:avLst/>
            <a:gdLst>
              <a:gd name="csX0" fmla="*/ 151660 w 460893"/>
              <a:gd name="csY0" fmla="*/ 568610 h 570101"/>
              <a:gd name="csX1" fmla="*/ 140689 w 460893"/>
              <a:gd name="csY1" fmla="*/ 563178 h 570101"/>
              <a:gd name="csX2" fmla="*/ 131877 w 460893"/>
              <a:gd name="csY2" fmla="*/ 549661 h 570101"/>
              <a:gd name="csX3" fmla="*/ 122196 w 460893"/>
              <a:gd name="csY3" fmla="*/ 532968 h 570101"/>
              <a:gd name="csX4" fmla="*/ 107130 w 460893"/>
              <a:gd name="csY4" fmla="*/ 523131 h 570101"/>
              <a:gd name="csX5" fmla="*/ 89869 w 460893"/>
              <a:gd name="csY5" fmla="*/ 518421 h 570101"/>
              <a:gd name="csX6" fmla="*/ 85076 w 460893"/>
              <a:gd name="csY6" fmla="*/ 501266 h 570101"/>
              <a:gd name="csX7" fmla="*/ 77677 w 460893"/>
              <a:gd name="csY7" fmla="*/ 465952 h 570101"/>
              <a:gd name="csX8" fmla="*/ 72006 w 460893"/>
              <a:gd name="csY8" fmla="*/ 445300 h 570101"/>
              <a:gd name="csX9" fmla="*/ 58957 w 460893"/>
              <a:gd name="csY9" fmla="*/ 446095 h 570101"/>
              <a:gd name="csX10" fmla="*/ 35144 w 460893"/>
              <a:gd name="csY10" fmla="*/ 436548 h 570101"/>
              <a:gd name="csX11" fmla="*/ 24381 w 460893"/>
              <a:gd name="csY11" fmla="*/ 426207 h 570101"/>
              <a:gd name="csX12" fmla="*/ 26114 w 460893"/>
              <a:gd name="csY12" fmla="*/ 405421 h 570101"/>
              <a:gd name="csX13" fmla="*/ 25165 w 460893"/>
              <a:gd name="csY13" fmla="*/ 384636 h 570101"/>
              <a:gd name="csX14" fmla="*/ 17520 w 460893"/>
              <a:gd name="csY14" fmla="*/ 374956 h 570101"/>
              <a:gd name="csX15" fmla="*/ 6475 w 460893"/>
              <a:gd name="csY15" fmla="*/ 353942 h 570101"/>
              <a:gd name="csX16" fmla="*/ 196 w 460893"/>
              <a:gd name="csY16" fmla="*/ 332000 h 570101"/>
              <a:gd name="csX17" fmla="*/ 0 w 460893"/>
              <a:gd name="csY17" fmla="*/ 321391 h 570101"/>
              <a:gd name="csX18" fmla="*/ 20006 w 460893"/>
              <a:gd name="csY18" fmla="*/ 322209 h 570101"/>
              <a:gd name="csX19" fmla="*/ 37306 w 460893"/>
              <a:gd name="csY19" fmla="*/ 304003 h 570101"/>
              <a:gd name="csX20" fmla="*/ 36933 w 460893"/>
              <a:gd name="csY20" fmla="*/ 289805 h 570101"/>
              <a:gd name="csX21" fmla="*/ 37690 w 460893"/>
              <a:gd name="csY21" fmla="*/ 253719 h 570101"/>
              <a:gd name="csX22" fmla="*/ 41303 w 460893"/>
              <a:gd name="csY22" fmla="*/ 221451 h 570101"/>
              <a:gd name="csX23" fmla="*/ 48412 w 460893"/>
              <a:gd name="csY23" fmla="*/ 202644 h 570101"/>
              <a:gd name="csX24" fmla="*/ 48257 w 460893"/>
              <a:gd name="csY24" fmla="*/ 124622 h 570101"/>
              <a:gd name="csX25" fmla="*/ 40464 w 460893"/>
              <a:gd name="csY25" fmla="*/ 83859 h 570101"/>
              <a:gd name="csX26" fmla="*/ 52830 w 460893"/>
              <a:gd name="csY26" fmla="*/ 45160 h 570101"/>
              <a:gd name="csX27" fmla="*/ 63246 w 460893"/>
              <a:gd name="csY27" fmla="*/ 46920 h 570101"/>
              <a:gd name="csX28" fmla="*/ 63246 w 460893"/>
              <a:gd name="csY28" fmla="*/ 23460 h 570101"/>
              <a:gd name="csX29" fmla="*/ 66672 w 460893"/>
              <a:gd name="csY29" fmla="*/ 0 h 570101"/>
              <a:gd name="csX30" fmla="*/ 126691 w 460893"/>
              <a:gd name="csY30" fmla="*/ 3798 h 570101"/>
              <a:gd name="csX31" fmla="*/ 203405 w 460893"/>
              <a:gd name="csY31" fmla="*/ 8311 h 570101"/>
              <a:gd name="csX32" fmla="*/ 223527 w 460893"/>
              <a:gd name="csY32" fmla="*/ 9026 h 570101"/>
              <a:gd name="csX33" fmla="*/ 229665 w 460893"/>
              <a:gd name="csY33" fmla="*/ 21938 h 570101"/>
              <a:gd name="csX34" fmla="*/ 254984 w 460893"/>
              <a:gd name="csY34" fmla="*/ 54210 h 570101"/>
              <a:gd name="csX35" fmla="*/ 267180 w 460893"/>
              <a:gd name="csY35" fmla="*/ 65624 h 570101"/>
              <a:gd name="csX36" fmla="*/ 283960 w 460893"/>
              <a:gd name="csY36" fmla="*/ 83994 h 570101"/>
              <a:gd name="csX37" fmla="*/ 300739 w 460893"/>
              <a:gd name="csY37" fmla="*/ 103278 h 570101"/>
              <a:gd name="csX38" fmla="*/ 307688 w 460893"/>
              <a:gd name="csY38" fmla="*/ 107024 h 570101"/>
              <a:gd name="csX39" fmla="*/ 338320 w 460893"/>
              <a:gd name="csY39" fmla="*/ 140082 h 570101"/>
              <a:gd name="csX40" fmla="*/ 345307 w 460893"/>
              <a:gd name="csY40" fmla="*/ 156757 h 570101"/>
              <a:gd name="csX41" fmla="*/ 350264 w 460893"/>
              <a:gd name="csY41" fmla="*/ 174757 h 570101"/>
              <a:gd name="csX42" fmla="*/ 353728 w 460893"/>
              <a:gd name="csY42" fmla="*/ 192882 h 570101"/>
              <a:gd name="csX43" fmla="*/ 357557 w 460893"/>
              <a:gd name="csY43" fmla="*/ 206186 h 570101"/>
              <a:gd name="csX44" fmla="*/ 373046 w 460893"/>
              <a:gd name="csY44" fmla="*/ 221653 h 570101"/>
              <a:gd name="csX45" fmla="*/ 388508 w 460893"/>
              <a:gd name="csY45" fmla="*/ 235073 h 570101"/>
              <a:gd name="csX46" fmla="*/ 408536 w 460893"/>
              <a:gd name="csY46" fmla="*/ 251563 h 570101"/>
              <a:gd name="csX47" fmla="*/ 419486 w 460893"/>
              <a:gd name="csY47" fmla="*/ 258145 h 570101"/>
              <a:gd name="csX48" fmla="*/ 429612 w 460893"/>
              <a:gd name="csY48" fmla="*/ 264555 h 570101"/>
              <a:gd name="csX49" fmla="*/ 440498 w 460893"/>
              <a:gd name="csY49" fmla="*/ 270196 h 570101"/>
              <a:gd name="csX50" fmla="*/ 458638 w 460893"/>
              <a:gd name="csY50" fmla="*/ 279871 h 570101"/>
              <a:gd name="csX51" fmla="*/ 433706 w 460893"/>
              <a:gd name="csY51" fmla="*/ 328123 h 570101"/>
              <a:gd name="csX52" fmla="*/ 401785 w 460893"/>
              <a:gd name="csY52" fmla="*/ 376892 h 570101"/>
              <a:gd name="csX53" fmla="*/ 408173 w 460893"/>
              <a:gd name="csY53" fmla="*/ 427230 h 570101"/>
              <a:gd name="csX54" fmla="*/ 407224 w 460893"/>
              <a:gd name="csY54" fmla="*/ 481463 h 570101"/>
              <a:gd name="csX55" fmla="*/ 357001 w 460893"/>
              <a:gd name="csY55" fmla="*/ 500599 h 570101"/>
              <a:gd name="csX56" fmla="*/ 339993 w 460893"/>
              <a:gd name="csY56" fmla="*/ 507393 h 570101"/>
              <a:gd name="csX57" fmla="*/ 315871 w 460893"/>
              <a:gd name="csY57" fmla="*/ 500146 h 570101"/>
              <a:gd name="csX58" fmla="*/ 305685 w 460893"/>
              <a:gd name="csY58" fmla="*/ 499249 h 570101"/>
              <a:gd name="csX59" fmla="*/ 291896 w 460893"/>
              <a:gd name="csY59" fmla="*/ 499687 h 570101"/>
              <a:gd name="csX60" fmla="*/ 270870 w 460893"/>
              <a:gd name="csY60" fmla="*/ 491757 h 570101"/>
              <a:gd name="csX61" fmla="*/ 256706 w 460893"/>
              <a:gd name="csY61" fmla="*/ 481408 h 570101"/>
              <a:gd name="csX62" fmla="*/ 242051 w 460893"/>
              <a:gd name="csY62" fmla="*/ 472207 h 570101"/>
              <a:gd name="csX63" fmla="*/ 227525 w 460893"/>
              <a:gd name="csY63" fmla="*/ 468533 h 570101"/>
              <a:gd name="csX64" fmla="*/ 222731 w 460893"/>
              <a:gd name="csY64" fmla="*/ 472486 h 570101"/>
              <a:gd name="csX65" fmla="*/ 210984 w 460893"/>
              <a:gd name="csY65" fmla="*/ 493362 h 570101"/>
              <a:gd name="csX66" fmla="*/ 200162 w 460893"/>
              <a:gd name="csY66" fmla="*/ 504374 h 570101"/>
              <a:gd name="csX67" fmla="*/ 192160 w 460893"/>
              <a:gd name="csY67" fmla="*/ 516880 h 570101"/>
              <a:gd name="csX68" fmla="*/ 189436 w 460893"/>
              <a:gd name="csY68" fmla="*/ 530760 h 570101"/>
              <a:gd name="csX69" fmla="*/ 184534 w 460893"/>
              <a:gd name="csY69" fmla="*/ 547022 h 570101"/>
              <a:gd name="csX70" fmla="*/ 182598 w 460893"/>
              <a:gd name="csY70" fmla="*/ 561518 h 570101"/>
              <a:gd name="csX71" fmla="*/ 164446 w 460893"/>
              <a:gd name="csY71" fmla="*/ 570049 h 570101"/>
              <a:gd name="csX72" fmla="*/ 151660 w 460893"/>
              <a:gd name="csY72" fmla="*/ 568610 h 5701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Lst>
            <a:rect l="l" t="t" r="r" b="b"/>
            <a:pathLst>
              <a:path w="460893" h="570101">
                <a:moveTo>
                  <a:pt x="151660" y="568610"/>
                </a:moveTo>
                <a:cubicBezTo>
                  <a:pt x="143384" y="567865"/>
                  <a:pt x="140689" y="566530"/>
                  <a:pt x="140689" y="563178"/>
                </a:cubicBezTo>
                <a:cubicBezTo>
                  <a:pt x="140689" y="560733"/>
                  <a:pt x="136724" y="554651"/>
                  <a:pt x="131877" y="549661"/>
                </a:cubicBezTo>
                <a:cubicBezTo>
                  <a:pt x="126875" y="544511"/>
                  <a:pt x="122689" y="537293"/>
                  <a:pt x="122196" y="532968"/>
                </a:cubicBezTo>
                <a:cubicBezTo>
                  <a:pt x="121389" y="525881"/>
                  <a:pt x="120335" y="525192"/>
                  <a:pt x="107130" y="523131"/>
                </a:cubicBezTo>
                <a:cubicBezTo>
                  <a:pt x="99321" y="521912"/>
                  <a:pt x="91554" y="519792"/>
                  <a:pt x="89869" y="518421"/>
                </a:cubicBezTo>
                <a:cubicBezTo>
                  <a:pt x="88184" y="517050"/>
                  <a:pt x="86027" y="509330"/>
                  <a:pt x="85076" y="501266"/>
                </a:cubicBezTo>
                <a:cubicBezTo>
                  <a:pt x="84126" y="493202"/>
                  <a:pt x="80796" y="477310"/>
                  <a:pt x="77677" y="465952"/>
                </a:cubicBezTo>
                <a:lnTo>
                  <a:pt x="72006" y="445300"/>
                </a:lnTo>
                <a:lnTo>
                  <a:pt x="58957" y="446095"/>
                </a:lnTo>
                <a:cubicBezTo>
                  <a:pt x="46778" y="446836"/>
                  <a:pt x="45189" y="446199"/>
                  <a:pt x="35144" y="436548"/>
                </a:cubicBezTo>
                <a:lnTo>
                  <a:pt x="24381" y="426207"/>
                </a:lnTo>
                <a:lnTo>
                  <a:pt x="26114" y="405421"/>
                </a:lnTo>
                <a:cubicBezTo>
                  <a:pt x="27263" y="391650"/>
                  <a:pt x="26942" y="384636"/>
                  <a:pt x="25165" y="384636"/>
                </a:cubicBezTo>
                <a:cubicBezTo>
                  <a:pt x="23689" y="384636"/>
                  <a:pt x="20249" y="380280"/>
                  <a:pt x="17520" y="374956"/>
                </a:cubicBezTo>
                <a:cubicBezTo>
                  <a:pt x="14791" y="369631"/>
                  <a:pt x="9821" y="360175"/>
                  <a:pt x="6475" y="353942"/>
                </a:cubicBezTo>
                <a:cubicBezTo>
                  <a:pt x="3106" y="347664"/>
                  <a:pt x="305" y="337877"/>
                  <a:pt x="196" y="332000"/>
                </a:cubicBezTo>
                <a:lnTo>
                  <a:pt x="0" y="321391"/>
                </a:lnTo>
                <a:lnTo>
                  <a:pt x="20006" y="322209"/>
                </a:lnTo>
                <a:cubicBezTo>
                  <a:pt x="42391" y="323125"/>
                  <a:pt x="42565" y="322942"/>
                  <a:pt x="37306" y="304003"/>
                </a:cubicBezTo>
                <a:cubicBezTo>
                  <a:pt x="35685" y="298169"/>
                  <a:pt x="35538" y="292562"/>
                  <a:pt x="36933" y="289805"/>
                </a:cubicBezTo>
                <a:cubicBezTo>
                  <a:pt x="38201" y="287300"/>
                  <a:pt x="38542" y="271061"/>
                  <a:pt x="37690" y="253719"/>
                </a:cubicBezTo>
                <a:cubicBezTo>
                  <a:pt x="36207" y="223555"/>
                  <a:pt x="36364" y="222156"/>
                  <a:pt x="41303" y="221451"/>
                </a:cubicBezTo>
                <a:cubicBezTo>
                  <a:pt x="45680" y="220826"/>
                  <a:pt x="46762" y="217964"/>
                  <a:pt x="48412" y="202644"/>
                </a:cubicBezTo>
                <a:cubicBezTo>
                  <a:pt x="51806" y="171127"/>
                  <a:pt x="51726" y="130863"/>
                  <a:pt x="48257" y="124622"/>
                </a:cubicBezTo>
                <a:cubicBezTo>
                  <a:pt x="46501" y="121464"/>
                  <a:pt x="42994" y="103121"/>
                  <a:pt x="40464" y="83859"/>
                </a:cubicBezTo>
                <a:cubicBezTo>
                  <a:pt x="35209" y="43860"/>
                  <a:pt x="35717" y="42269"/>
                  <a:pt x="52830" y="45160"/>
                </a:cubicBezTo>
                <a:lnTo>
                  <a:pt x="63246" y="46920"/>
                </a:lnTo>
                <a:lnTo>
                  <a:pt x="63246" y="23460"/>
                </a:lnTo>
                <a:cubicBezTo>
                  <a:pt x="63246" y="5683"/>
                  <a:pt x="64076" y="0"/>
                  <a:pt x="66672" y="0"/>
                </a:cubicBezTo>
                <a:cubicBezTo>
                  <a:pt x="68557" y="0"/>
                  <a:pt x="95565" y="1709"/>
                  <a:pt x="126691" y="3798"/>
                </a:cubicBezTo>
                <a:cubicBezTo>
                  <a:pt x="157817" y="5887"/>
                  <a:pt x="192338" y="7917"/>
                  <a:pt x="203405" y="8311"/>
                </a:cubicBezTo>
                <a:lnTo>
                  <a:pt x="223527" y="9026"/>
                </a:lnTo>
                <a:lnTo>
                  <a:pt x="229665" y="21938"/>
                </a:lnTo>
                <a:cubicBezTo>
                  <a:pt x="235583" y="34389"/>
                  <a:pt x="251134" y="54210"/>
                  <a:pt x="254984" y="54210"/>
                </a:cubicBezTo>
                <a:cubicBezTo>
                  <a:pt x="256963" y="54210"/>
                  <a:pt x="267180" y="63772"/>
                  <a:pt x="267180" y="65624"/>
                </a:cubicBezTo>
                <a:cubicBezTo>
                  <a:pt x="267180" y="66222"/>
                  <a:pt x="274731" y="74489"/>
                  <a:pt x="283960" y="83994"/>
                </a:cubicBezTo>
                <a:cubicBezTo>
                  <a:pt x="293188" y="93499"/>
                  <a:pt x="300739" y="102177"/>
                  <a:pt x="300739" y="103278"/>
                </a:cubicBezTo>
                <a:cubicBezTo>
                  <a:pt x="300739" y="104379"/>
                  <a:pt x="303866" y="106065"/>
                  <a:pt x="307688" y="107024"/>
                </a:cubicBezTo>
                <a:cubicBezTo>
                  <a:pt x="316754" y="109299"/>
                  <a:pt x="336159" y="130241"/>
                  <a:pt x="338320" y="140082"/>
                </a:cubicBezTo>
                <a:cubicBezTo>
                  <a:pt x="339250" y="144316"/>
                  <a:pt x="342394" y="151820"/>
                  <a:pt x="345307" y="156757"/>
                </a:cubicBezTo>
                <a:cubicBezTo>
                  <a:pt x="348253" y="161749"/>
                  <a:pt x="350453" y="169738"/>
                  <a:pt x="350264" y="174757"/>
                </a:cubicBezTo>
                <a:cubicBezTo>
                  <a:pt x="350078" y="179720"/>
                  <a:pt x="351636" y="187876"/>
                  <a:pt x="353728" y="192882"/>
                </a:cubicBezTo>
                <a:cubicBezTo>
                  <a:pt x="355820" y="197888"/>
                  <a:pt x="357543" y="203875"/>
                  <a:pt x="357557" y="206186"/>
                </a:cubicBezTo>
                <a:cubicBezTo>
                  <a:pt x="357572" y="208497"/>
                  <a:pt x="364542" y="215457"/>
                  <a:pt x="373046" y="221653"/>
                </a:cubicBezTo>
                <a:cubicBezTo>
                  <a:pt x="381550" y="227849"/>
                  <a:pt x="388508" y="233888"/>
                  <a:pt x="388508" y="235073"/>
                </a:cubicBezTo>
                <a:cubicBezTo>
                  <a:pt x="388508" y="239850"/>
                  <a:pt x="400638" y="249837"/>
                  <a:pt x="408536" y="251563"/>
                </a:cubicBezTo>
                <a:cubicBezTo>
                  <a:pt x="413162" y="252574"/>
                  <a:pt x="418090" y="255536"/>
                  <a:pt x="419486" y="258145"/>
                </a:cubicBezTo>
                <a:cubicBezTo>
                  <a:pt x="420882" y="260754"/>
                  <a:pt x="425439" y="263638"/>
                  <a:pt x="429612" y="264555"/>
                </a:cubicBezTo>
                <a:cubicBezTo>
                  <a:pt x="433785" y="265471"/>
                  <a:pt x="438684" y="268010"/>
                  <a:pt x="440498" y="270196"/>
                </a:cubicBezTo>
                <a:cubicBezTo>
                  <a:pt x="443409" y="273704"/>
                  <a:pt x="453843" y="279268"/>
                  <a:pt x="458638" y="279871"/>
                </a:cubicBezTo>
                <a:cubicBezTo>
                  <a:pt x="464237" y="280575"/>
                  <a:pt x="460647" y="287523"/>
                  <a:pt x="433706" y="328123"/>
                </a:cubicBezTo>
                <a:cubicBezTo>
                  <a:pt x="417320" y="352816"/>
                  <a:pt x="402956" y="374762"/>
                  <a:pt x="401785" y="376892"/>
                </a:cubicBezTo>
                <a:cubicBezTo>
                  <a:pt x="400523" y="379188"/>
                  <a:pt x="403122" y="399673"/>
                  <a:pt x="408173" y="427230"/>
                </a:cubicBezTo>
                <a:cubicBezTo>
                  <a:pt x="419157" y="487163"/>
                  <a:pt x="419215" y="483871"/>
                  <a:pt x="407224" y="481463"/>
                </a:cubicBezTo>
                <a:cubicBezTo>
                  <a:pt x="377101" y="475416"/>
                  <a:pt x="375238" y="476126"/>
                  <a:pt x="357001" y="500599"/>
                </a:cubicBezTo>
                <a:cubicBezTo>
                  <a:pt x="346599" y="514558"/>
                  <a:pt x="343773" y="515687"/>
                  <a:pt x="339993" y="507393"/>
                </a:cubicBezTo>
                <a:cubicBezTo>
                  <a:pt x="336462" y="499643"/>
                  <a:pt x="325739" y="496421"/>
                  <a:pt x="315871" y="500146"/>
                </a:cubicBezTo>
                <a:cubicBezTo>
                  <a:pt x="310307" y="502246"/>
                  <a:pt x="308004" y="502043"/>
                  <a:pt x="305685" y="499249"/>
                </a:cubicBezTo>
                <a:cubicBezTo>
                  <a:pt x="301762" y="494522"/>
                  <a:pt x="296907" y="494676"/>
                  <a:pt x="291896" y="499687"/>
                </a:cubicBezTo>
                <a:cubicBezTo>
                  <a:pt x="286395" y="505188"/>
                  <a:pt x="278982" y="502392"/>
                  <a:pt x="270870" y="491757"/>
                </a:cubicBezTo>
                <a:cubicBezTo>
                  <a:pt x="267159" y="486892"/>
                  <a:pt x="260921" y="482334"/>
                  <a:pt x="256706" y="481408"/>
                </a:cubicBezTo>
                <a:cubicBezTo>
                  <a:pt x="252563" y="480498"/>
                  <a:pt x="245969" y="476358"/>
                  <a:pt x="242051" y="472207"/>
                </a:cubicBezTo>
                <a:cubicBezTo>
                  <a:pt x="234140" y="463825"/>
                  <a:pt x="229757" y="462717"/>
                  <a:pt x="227525" y="468533"/>
                </a:cubicBezTo>
                <a:cubicBezTo>
                  <a:pt x="226708" y="470663"/>
                  <a:pt x="224550" y="472442"/>
                  <a:pt x="222731" y="472486"/>
                </a:cubicBezTo>
                <a:cubicBezTo>
                  <a:pt x="216831" y="472631"/>
                  <a:pt x="209780" y="485162"/>
                  <a:pt x="210984" y="493362"/>
                </a:cubicBezTo>
                <a:cubicBezTo>
                  <a:pt x="212266" y="502098"/>
                  <a:pt x="211304" y="503076"/>
                  <a:pt x="200162" y="504374"/>
                </a:cubicBezTo>
                <a:cubicBezTo>
                  <a:pt x="189734" y="505588"/>
                  <a:pt x="189645" y="505728"/>
                  <a:pt x="192160" y="516880"/>
                </a:cubicBezTo>
                <a:cubicBezTo>
                  <a:pt x="193910" y="524639"/>
                  <a:pt x="193416" y="527159"/>
                  <a:pt x="189436" y="530760"/>
                </a:cubicBezTo>
                <a:cubicBezTo>
                  <a:pt x="186033" y="533840"/>
                  <a:pt x="184562" y="538720"/>
                  <a:pt x="184534" y="547022"/>
                </a:cubicBezTo>
                <a:cubicBezTo>
                  <a:pt x="184512" y="553546"/>
                  <a:pt x="183641" y="560069"/>
                  <a:pt x="182598" y="561518"/>
                </a:cubicBezTo>
                <a:cubicBezTo>
                  <a:pt x="180445" y="564508"/>
                  <a:pt x="167199" y="570734"/>
                  <a:pt x="164446" y="570049"/>
                </a:cubicBezTo>
                <a:cubicBezTo>
                  <a:pt x="163448" y="569801"/>
                  <a:pt x="157694" y="569154"/>
                  <a:pt x="151660" y="568610"/>
                </a:cubicBezTo>
                <a:close/>
              </a:path>
            </a:pathLst>
          </a:custGeom>
          <a:solidFill>
            <a:srgbClr val="B9B9B9"/>
          </a:solidFill>
          <a:ln w="5163" cap="flat">
            <a:noFill/>
            <a:prstDash val="solid"/>
            <a:miter/>
          </a:ln>
        </p:spPr>
        <p:txBody>
          <a:bodyPr/>
          <a:lstStyle/>
          <a:p>
            <a:endParaRPr lang="es-419" noProof="0" dirty="0"/>
          </a:p>
        </p:txBody>
      </p:sp>
      <p:sp>
        <p:nvSpPr>
          <p:cNvPr id="61" name="Forma libre: forma 60">
            <a:extLst>
              <a:ext uri="{FF2B5EF4-FFF2-40B4-BE49-F238E27FC236}">
                <a16:creationId xmlns:a16="http://schemas.microsoft.com/office/drawing/2014/main" id="{99A05E63-0D01-E6B7-A8E3-C645A0FDED37}"/>
              </a:ext>
            </a:extLst>
          </p:cNvPr>
          <p:cNvSpPr/>
          <p:nvPr/>
        </p:nvSpPr>
        <p:spPr>
          <a:xfrm>
            <a:off x="2038384" y="2469122"/>
            <a:ext cx="332998" cy="314936"/>
          </a:xfrm>
          <a:custGeom>
            <a:avLst/>
            <a:gdLst>
              <a:gd name="csX0" fmla="*/ 150508 w 332998"/>
              <a:gd name="csY0" fmla="*/ 295153 h 314936"/>
              <a:gd name="csX1" fmla="*/ 122921 w 332998"/>
              <a:gd name="csY1" fmla="*/ 269012 h 314936"/>
              <a:gd name="csX2" fmla="*/ 122279 w 332998"/>
              <a:gd name="csY2" fmla="*/ 264031 h 314936"/>
              <a:gd name="csX3" fmla="*/ 126546 w 332998"/>
              <a:gd name="csY3" fmla="*/ 262908 h 314936"/>
              <a:gd name="csX4" fmla="*/ 106954 w 332998"/>
              <a:gd name="csY4" fmla="*/ 254224 h 314936"/>
              <a:gd name="csX5" fmla="*/ 78561 w 332998"/>
              <a:gd name="csY5" fmla="*/ 232541 h 314936"/>
              <a:gd name="csX6" fmla="*/ 60903 w 332998"/>
              <a:gd name="csY6" fmla="*/ 216842 h 314936"/>
              <a:gd name="csX7" fmla="*/ 60455 w 332998"/>
              <a:gd name="csY7" fmla="*/ 213585 h 314936"/>
              <a:gd name="csX8" fmla="*/ 56711 w 332998"/>
              <a:gd name="csY8" fmla="*/ 207285 h 314936"/>
              <a:gd name="csX9" fmla="*/ 53349 w 332998"/>
              <a:gd name="csY9" fmla="*/ 207961 h 314936"/>
              <a:gd name="csX10" fmla="*/ 34703 w 332998"/>
              <a:gd name="csY10" fmla="*/ 200142 h 314936"/>
              <a:gd name="csX11" fmla="*/ 16028 w 332998"/>
              <a:gd name="csY11" fmla="*/ 187234 h 314936"/>
              <a:gd name="csX12" fmla="*/ 16436 w 332998"/>
              <a:gd name="csY12" fmla="*/ 184359 h 314936"/>
              <a:gd name="csX13" fmla="*/ 14549 w 332998"/>
              <a:gd name="csY13" fmla="*/ 178120 h 314936"/>
              <a:gd name="csX14" fmla="*/ 7908 w 332998"/>
              <a:gd name="csY14" fmla="*/ 171021 h 314936"/>
              <a:gd name="csX15" fmla="*/ 2407 w 332998"/>
              <a:gd name="csY15" fmla="*/ 154470 h 314936"/>
              <a:gd name="csX16" fmla="*/ 6812 w 332998"/>
              <a:gd name="csY16" fmla="*/ 119621 h 314936"/>
              <a:gd name="csX17" fmla="*/ 17071 w 332998"/>
              <a:gd name="csY17" fmla="*/ 91641 h 314936"/>
              <a:gd name="csX18" fmla="*/ 20635 w 332998"/>
              <a:gd name="csY18" fmla="*/ 82008 h 314936"/>
              <a:gd name="csX19" fmla="*/ 29523 w 332998"/>
              <a:gd name="csY19" fmla="*/ 71230 h 314936"/>
              <a:gd name="csX20" fmla="*/ 42896 w 332998"/>
              <a:gd name="csY20" fmla="*/ 48085 h 314936"/>
              <a:gd name="csX21" fmla="*/ 49532 w 332998"/>
              <a:gd name="csY21" fmla="*/ 35969 h 314936"/>
              <a:gd name="csX22" fmla="*/ 54906 w 332998"/>
              <a:gd name="csY22" fmla="*/ 23257 h 314936"/>
              <a:gd name="csX23" fmla="*/ 66531 w 332998"/>
              <a:gd name="csY23" fmla="*/ 0 h 314936"/>
              <a:gd name="csX24" fmla="*/ 82468 w 332998"/>
              <a:gd name="csY24" fmla="*/ 19425 h 314936"/>
              <a:gd name="csX25" fmla="*/ 95351 w 332998"/>
              <a:gd name="csY25" fmla="*/ 43885 h 314936"/>
              <a:gd name="csX26" fmla="*/ 106141 w 332998"/>
              <a:gd name="csY26" fmla="*/ 49048 h 314936"/>
              <a:gd name="csX27" fmla="*/ 113640 w 332998"/>
              <a:gd name="csY27" fmla="*/ 54166 h 314936"/>
              <a:gd name="csX28" fmla="*/ 132249 w 332998"/>
              <a:gd name="csY28" fmla="*/ 34653 h 314936"/>
              <a:gd name="csX29" fmla="*/ 156404 w 332998"/>
              <a:gd name="csY29" fmla="*/ 10326 h 314936"/>
              <a:gd name="csX30" fmla="*/ 168334 w 332998"/>
              <a:gd name="csY30" fmla="*/ 6060 h 314936"/>
              <a:gd name="csX31" fmla="*/ 186389 w 332998"/>
              <a:gd name="csY31" fmla="*/ 9933 h 314936"/>
              <a:gd name="csX32" fmla="*/ 200349 w 332998"/>
              <a:gd name="csY32" fmla="*/ 18070 h 314936"/>
              <a:gd name="csX33" fmla="*/ 204999 w 332998"/>
              <a:gd name="csY33" fmla="*/ 30473 h 314936"/>
              <a:gd name="csX34" fmla="*/ 218185 w 332998"/>
              <a:gd name="csY34" fmla="*/ 43802 h 314936"/>
              <a:gd name="csX35" fmla="*/ 227241 w 332998"/>
              <a:gd name="csY35" fmla="*/ 50036 h 314936"/>
              <a:gd name="csX36" fmla="*/ 238424 w 332998"/>
              <a:gd name="csY36" fmla="*/ 60571 h 314936"/>
              <a:gd name="csX37" fmla="*/ 261581 w 332998"/>
              <a:gd name="csY37" fmla="*/ 79599 h 314936"/>
              <a:gd name="csX38" fmla="*/ 276424 w 332998"/>
              <a:gd name="csY38" fmla="*/ 89453 h 314936"/>
              <a:gd name="csX39" fmla="*/ 280389 w 332998"/>
              <a:gd name="csY39" fmla="*/ 90232 h 314936"/>
              <a:gd name="csX40" fmla="*/ 288978 w 332998"/>
              <a:gd name="csY40" fmla="*/ 95366 h 314936"/>
              <a:gd name="csX41" fmla="*/ 309784 w 332998"/>
              <a:gd name="csY41" fmla="*/ 117828 h 314936"/>
              <a:gd name="csX42" fmla="*/ 323208 w 332998"/>
              <a:gd name="csY42" fmla="*/ 127731 h 314936"/>
              <a:gd name="csX43" fmla="*/ 330610 w 332998"/>
              <a:gd name="csY43" fmla="*/ 136947 h 314936"/>
              <a:gd name="csX44" fmla="*/ 327230 w 332998"/>
              <a:gd name="csY44" fmla="*/ 153094 h 314936"/>
              <a:gd name="csX45" fmla="*/ 328146 w 332998"/>
              <a:gd name="csY45" fmla="*/ 164492 h 314936"/>
              <a:gd name="csX46" fmla="*/ 285552 w 332998"/>
              <a:gd name="csY46" fmla="*/ 166189 h 314936"/>
              <a:gd name="csX47" fmla="*/ 228050 w 332998"/>
              <a:gd name="csY47" fmla="*/ 169472 h 314936"/>
              <a:gd name="csX48" fmla="*/ 213142 w 332998"/>
              <a:gd name="csY48" fmla="*/ 171057 h 314936"/>
              <a:gd name="csX49" fmla="*/ 197915 w 332998"/>
              <a:gd name="csY49" fmla="*/ 199758 h 314936"/>
              <a:gd name="csX50" fmla="*/ 180329 w 332998"/>
              <a:gd name="csY50" fmla="*/ 231127 h 314936"/>
              <a:gd name="csX51" fmla="*/ 181055 w 332998"/>
              <a:gd name="csY51" fmla="*/ 253031 h 314936"/>
              <a:gd name="csX52" fmla="*/ 185000 w 332998"/>
              <a:gd name="csY52" fmla="*/ 272477 h 314936"/>
              <a:gd name="csX53" fmla="*/ 182260 w 332998"/>
              <a:gd name="csY53" fmla="*/ 301769 h 314936"/>
              <a:gd name="csX54" fmla="*/ 174070 w 332998"/>
              <a:gd name="csY54" fmla="*/ 314937 h 314936"/>
              <a:gd name="csX55" fmla="*/ 150508 w 332998"/>
              <a:gd name="csY55" fmla="*/ 295153 h 3149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Lst>
            <a:rect l="l" t="t" r="r" b="b"/>
            <a:pathLst>
              <a:path w="332998" h="314936">
                <a:moveTo>
                  <a:pt x="150508" y="295153"/>
                </a:moveTo>
                <a:cubicBezTo>
                  <a:pt x="138884" y="284272"/>
                  <a:pt x="126470" y="272508"/>
                  <a:pt x="122921" y="269012"/>
                </a:cubicBezTo>
                <a:cubicBezTo>
                  <a:pt x="116541" y="262727"/>
                  <a:pt x="116534" y="262670"/>
                  <a:pt x="122279" y="264031"/>
                </a:cubicBezTo>
                <a:cubicBezTo>
                  <a:pt x="125681" y="264837"/>
                  <a:pt x="127450" y="264371"/>
                  <a:pt x="126546" y="262908"/>
                </a:cubicBezTo>
                <a:cubicBezTo>
                  <a:pt x="124960" y="260342"/>
                  <a:pt x="114693" y="255791"/>
                  <a:pt x="106954" y="254224"/>
                </a:cubicBezTo>
                <a:cubicBezTo>
                  <a:pt x="98738" y="252560"/>
                  <a:pt x="93040" y="248209"/>
                  <a:pt x="78561" y="232541"/>
                </a:cubicBezTo>
                <a:cubicBezTo>
                  <a:pt x="70581" y="223906"/>
                  <a:pt x="62635" y="216842"/>
                  <a:pt x="60903" y="216842"/>
                </a:cubicBezTo>
                <a:cubicBezTo>
                  <a:pt x="58660" y="216842"/>
                  <a:pt x="58531" y="215904"/>
                  <a:pt x="60455" y="213585"/>
                </a:cubicBezTo>
                <a:cubicBezTo>
                  <a:pt x="62461" y="211169"/>
                  <a:pt x="61494" y="209543"/>
                  <a:pt x="56711" y="207285"/>
                </a:cubicBezTo>
                <a:cubicBezTo>
                  <a:pt x="51186" y="204678"/>
                  <a:pt x="50705" y="204775"/>
                  <a:pt x="53349" y="207961"/>
                </a:cubicBezTo>
                <a:cubicBezTo>
                  <a:pt x="59572" y="215458"/>
                  <a:pt x="50558" y="211678"/>
                  <a:pt x="34703" y="200142"/>
                </a:cubicBezTo>
                <a:cubicBezTo>
                  <a:pt x="25983" y="193796"/>
                  <a:pt x="17579" y="187988"/>
                  <a:pt x="16028" y="187234"/>
                </a:cubicBezTo>
                <a:cubicBezTo>
                  <a:pt x="14108" y="186301"/>
                  <a:pt x="14238" y="185384"/>
                  <a:pt x="16436" y="184359"/>
                </a:cubicBezTo>
                <a:cubicBezTo>
                  <a:pt x="21429" y="182028"/>
                  <a:pt x="20247" y="178120"/>
                  <a:pt x="14549" y="178120"/>
                </a:cubicBezTo>
                <a:cubicBezTo>
                  <a:pt x="11062" y="178120"/>
                  <a:pt x="8950" y="175862"/>
                  <a:pt x="7908" y="171021"/>
                </a:cubicBezTo>
                <a:cubicBezTo>
                  <a:pt x="7068" y="167117"/>
                  <a:pt x="4593" y="159669"/>
                  <a:pt x="2407" y="154470"/>
                </a:cubicBezTo>
                <a:cubicBezTo>
                  <a:pt x="-1401" y="145413"/>
                  <a:pt x="-1217" y="143959"/>
                  <a:pt x="6812" y="119621"/>
                </a:cubicBezTo>
                <a:cubicBezTo>
                  <a:pt x="11420" y="105652"/>
                  <a:pt x="16036" y="93061"/>
                  <a:pt x="17071" y="91641"/>
                </a:cubicBezTo>
                <a:cubicBezTo>
                  <a:pt x="18105" y="90222"/>
                  <a:pt x="19709" y="85887"/>
                  <a:pt x="20635" y="82008"/>
                </a:cubicBezTo>
                <a:cubicBezTo>
                  <a:pt x="21600" y="77965"/>
                  <a:pt x="25393" y="73366"/>
                  <a:pt x="29523" y="71230"/>
                </a:cubicBezTo>
                <a:cubicBezTo>
                  <a:pt x="37293" y="67213"/>
                  <a:pt x="42896" y="57515"/>
                  <a:pt x="42896" y="48085"/>
                </a:cubicBezTo>
                <a:cubicBezTo>
                  <a:pt x="42896" y="44850"/>
                  <a:pt x="45882" y="39398"/>
                  <a:pt x="49532" y="35969"/>
                </a:cubicBezTo>
                <a:cubicBezTo>
                  <a:pt x="54317" y="31473"/>
                  <a:pt x="55816" y="27929"/>
                  <a:pt x="54906" y="23257"/>
                </a:cubicBezTo>
                <a:cubicBezTo>
                  <a:pt x="53161" y="14292"/>
                  <a:pt x="60305" y="0"/>
                  <a:pt x="66531" y="0"/>
                </a:cubicBezTo>
                <a:cubicBezTo>
                  <a:pt x="74307" y="0"/>
                  <a:pt x="80918" y="8058"/>
                  <a:pt x="82468" y="19425"/>
                </a:cubicBezTo>
                <a:cubicBezTo>
                  <a:pt x="84849" y="36891"/>
                  <a:pt x="88533" y="43885"/>
                  <a:pt x="95351" y="43885"/>
                </a:cubicBezTo>
                <a:cubicBezTo>
                  <a:pt x="98716" y="43885"/>
                  <a:pt x="103572" y="46208"/>
                  <a:pt x="106141" y="49048"/>
                </a:cubicBezTo>
                <a:cubicBezTo>
                  <a:pt x="108711" y="51887"/>
                  <a:pt x="112086" y="54190"/>
                  <a:pt x="113640" y="54166"/>
                </a:cubicBezTo>
                <a:cubicBezTo>
                  <a:pt x="117209" y="54110"/>
                  <a:pt x="125915" y="44980"/>
                  <a:pt x="132249" y="34653"/>
                </a:cubicBezTo>
                <a:cubicBezTo>
                  <a:pt x="141121" y="20185"/>
                  <a:pt x="150911" y="10326"/>
                  <a:pt x="156404" y="10326"/>
                </a:cubicBezTo>
                <a:cubicBezTo>
                  <a:pt x="159385" y="10326"/>
                  <a:pt x="164754" y="8406"/>
                  <a:pt x="168334" y="6060"/>
                </a:cubicBezTo>
                <a:cubicBezTo>
                  <a:pt x="174611" y="1948"/>
                  <a:pt x="175258" y="2087"/>
                  <a:pt x="186389" y="9933"/>
                </a:cubicBezTo>
                <a:cubicBezTo>
                  <a:pt x="192739" y="14408"/>
                  <a:pt x="199021" y="18070"/>
                  <a:pt x="200349" y="18070"/>
                </a:cubicBezTo>
                <a:cubicBezTo>
                  <a:pt x="204669" y="18070"/>
                  <a:pt x="208141" y="27331"/>
                  <a:pt x="204999" y="30473"/>
                </a:cubicBezTo>
                <a:cubicBezTo>
                  <a:pt x="200842" y="34630"/>
                  <a:pt x="205908" y="39750"/>
                  <a:pt x="218185" y="43802"/>
                </a:cubicBezTo>
                <a:cubicBezTo>
                  <a:pt x="223767" y="45645"/>
                  <a:pt x="227842" y="48450"/>
                  <a:pt x="227241" y="50036"/>
                </a:cubicBezTo>
                <a:cubicBezTo>
                  <a:pt x="226639" y="51622"/>
                  <a:pt x="231671" y="56363"/>
                  <a:pt x="238424" y="60571"/>
                </a:cubicBezTo>
                <a:cubicBezTo>
                  <a:pt x="245177" y="64780"/>
                  <a:pt x="255598" y="73342"/>
                  <a:pt x="261581" y="79599"/>
                </a:cubicBezTo>
                <a:cubicBezTo>
                  <a:pt x="268586" y="86925"/>
                  <a:pt x="273870" y="90433"/>
                  <a:pt x="276424" y="89453"/>
                </a:cubicBezTo>
                <a:cubicBezTo>
                  <a:pt x="278605" y="88616"/>
                  <a:pt x="280389" y="88966"/>
                  <a:pt x="280389" y="90232"/>
                </a:cubicBezTo>
                <a:cubicBezTo>
                  <a:pt x="280389" y="91497"/>
                  <a:pt x="284254" y="93807"/>
                  <a:pt x="288978" y="95366"/>
                </a:cubicBezTo>
                <a:cubicBezTo>
                  <a:pt x="297678" y="98238"/>
                  <a:pt x="306636" y="107909"/>
                  <a:pt x="309784" y="117828"/>
                </a:cubicBezTo>
                <a:cubicBezTo>
                  <a:pt x="310845" y="121169"/>
                  <a:pt x="316015" y="124983"/>
                  <a:pt x="323208" y="127731"/>
                </a:cubicBezTo>
                <a:cubicBezTo>
                  <a:pt x="334331" y="131978"/>
                  <a:pt x="334696" y="132432"/>
                  <a:pt x="330610" y="136947"/>
                </a:cubicBezTo>
                <a:cubicBezTo>
                  <a:pt x="327588" y="140286"/>
                  <a:pt x="326585" y="145078"/>
                  <a:pt x="327230" y="153094"/>
                </a:cubicBezTo>
                <a:lnTo>
                  <a:pt x="328146" y="164492"/>
                </a:lnTo>
                <a:lnTo>
                  <a:pt x="285552" y="166189"/>
                </a:lnTo>
                <a:cubicBezTo>
                  <a:pt x="262126" y="167123"/>
                  <a:pt x="236250" y="168600"/>
                  <a:pt x="228050" y="169472"/>
                </a:cubicBezTo>
                <a:lnTo>
                  <a:pt x="213142" y="171057"/>
                </a:lnTo>
                <a:lnTo>
                  <a:pt x="197915" y="199758"/>
                </a:lnTo>
                <a:cubicBezTo>
                  <a:pt x="189539" y="215543"/>
                  <a:pt x="181626" y="229659"/>
                  <a:pt x="180329" y="231127"/>
                </a:cubicBezTo>
                <a:cubicBezTo>
                  <a:pt x="174323" y="237923"/>
                  <a:pt x="174624" y="246989"/>
                  <a:pt x="181055" y="253031"/>
                </a:cubicBezTo>
                <a:cubicBezTo>
                  <a:pt x="187596" y="259176"/>
                  <a:pt x="189401" y="268075"/>
                  <a:pt x="185000" y="272477"/>
                </a:cubicBezTo>
                <a:cubicBezTo>
                  <a:pt x="182808" y="274669"/>
                  <a:pt x="182167" y="281522"/>
                  <a:pt x="182260" y="301769"/>
                </a:cubicBezTo>
                <a:cubicBezTo>
                  <a:pt x="182290" y="308297"/>
                  <a:pt x="178160" y="314937"/>
                  <a:pt x="174070" y="314937"/>
                </a:cubicBezTo>
                <a:cubicBezTo>
                  <a:pt x="172734" y="314937"/>
                  <a:pt x="162131" y="306034"/>
                  <a:pt x="150508" y="295153"/>
                </a:cubicBezTo>
                <a:close/>
              </a:path>
            </a:pathLst>
          </a:custGeom>
          <a:solidFill>
            <a:srgbClr val="B9B9B9"/>
          </a:solidFill>
          <a:ln w="5163" cap="flat">
            <a:noFill/>
            <a:prstDash val="solid"/>
            <a:miter/>
          </a:ln>
        </p:spPr>
        <p:txBody>
          <a:bodyPr/>
          <a:lstStyle/>
          <a:p>
            <a:endParaRPr lang="es-419" noProof="0" dirty="0"/>
          </a:p>
        </p:txBody>
      </p:sp>
      <p:sp>
        <p:nvSpPr>
          <p:cNvPr id="62" name="Forma libre: forma 61">
            <a:extLst>
              <a:ext uri="{FF2B5EF4-FFF2-40B4-BE49-F238E27FC236}">
                <a16:creationId xmlns:a16="http://schemas.microsoft.com/office/drawing/2014/main" id="{B6D6A589-498B-0B0B-B1B8-CF9F178BC4DA}"/>
              </a:ext>
            </a:extLst>
          </p:cNvPr>
          <p:cNvSpPr/>
          <p:nvPr/>
        </p:nvSpPr>
        <p:spPr>
          <a:xfrm>
            <a:off x="1645015" y="2415517"/>
            <a:ext cx="409424" cy="276749"/>
          </a:xfrm>
          <a:custGeom>
            <a:avLst/>
            <a:gdLst>
              <a:gd name="csX0" fmla="*/ 169694 w 409424"/>
              <a:gd name="csY0" fmla="*/ 275279 h 276749"/>
              <a:gd name="csX1" fmla="*/ 152536 w 409424"/>
              <a:gd name="csY1" fmla="*/ 270490 h 276749"/>
              <a:gd name="csX2" fmla="*/ 128939 w 409424"/>
              <a:gd name="csY2" fmla="*/ 261017 h 276749"/>
              <a:gd name="csX3" fmla="*/ 97253 w 409424"/>
              <a:gd name="csY3" fmla="*/ 251980 h 276749"/>
              <a:gd name="csX4" fmla="*/ 66316 w 409424"/>
              <a:gd name="csY4" fmla="*/ 248914 h 276749"/>
              <a:gd name="csX5" fmla="*/ 49536 w 409424"/>
              <a:gd name="csY5" fmla="*/ 241356 h 276749"/>
              <a:gd name="csX6" fmla="*/ 12262 w 409424"/>
              <a:gd name="csY6" fmla="*/ 223990 h 276749"/>
              <a:gd name="csX7" fmla="*/ 0 w 409424"/>
              <a:gd name="csY7" fmla="*/ 222341 h 276749"/>
              <a:gd name="csX8" fmla="*/ 5808 w 409424"/>
              <a:gd name="csY8" fmla="*/ 214784 h 276749"/>
              <a:gd name="csX9" fmla="*/ 14198 w 409424"/>
              <a:gd name="csY9" fmla="*/ 206134 h 276749"/>
              <a:gd name="csX10" fmla="*/ 30441 w 409424"/>
              <a:gd name="csY10" fmla="*/ 191104 h 276749"/>
              <a:gd name="csX11" fmla="*/ 44102 w 409424"/>
              <a:gd name="csY11" fmla="*/ 178805 h 276749"/>
              <a:gd name="csX12" fmla="*/ 41686 w 409424"/>
              <a:gd name="csY12" fmla="*/ 166228 h 276749"/>
              <a:gd name="csX13" fmla="*/ 27640 w 409424"/>
              <a:gd name="csY13" fmla="*/ 142994 h 276749"/>
              <a:gd name="csX14" fmla="*/ 10050 w 409424"/>
              <a:gd name="csY14" fmla="*/ 94836 h 276749"/>
              <a:gd name="csX15" fmla="*/ 25607 w 409424"/>
              <a:gd name="csY15" fmla="*/ 63931 h 276749"/>
              <a:gd name="csX16" fmla="*/ 43054 w 409424"/>
              <a:gd name="csY16" fmla="*/ 67030 h 276749"/>
              <a:gd name="csX17" fmla="*/ 54130 w 409424"/>
              <a:gd name="csY17" fmla="*/ 57326 h 276749"/>
              <a:gd name="csX18" fmla="*/ 54400 w 409424"/>
              <a:gd name="csY18" fmla="*/ 43740 h 276749"/>
              <a:gd name="csX19" fmla="*/ 67118 w 409424"/>
              <a:gd name="csY19" fmla="*/ 40356 h 276749"/>
              <a:gd name="csX20" fmla="*/ 69858 w 409424"/>
              <a:gd name="csY20" fmla="*/ 47250 h 276749"/>
              <a:gd name="csX21" fmla="*/ 74957 w 409424"/>
              <a:gd name="csY21" fmla="*/ 55146 h 276749"/>
              <a:gd name="csX22" fmla="*/ 85078 w 409424"/>
              <a:gd name="csY22" fmla="*/ 56392 h 276749"/>
              <a:gd name="csX23" fmla="*/ 108275 w 409424"/>
              <a:gd name="csY23" fmla="*/ 51828 h 276749"/>
              <a:gd name="csX24" fmla="*/ 135859 w 409424"/>
              <a:gd name="csY24" fmla="*/ 46965 h 276749"/>
              <a:gd name="csX25" fmla="*/ 159928 w 409424"/>
              <a:gd name="csY25" fmla="*/ 4926 h 276749"/>
              <a:gd name="csX26" fmla="*/ 164133 w 409424"/>
              <a:gd name="csY26" fmla="*/ 409 h 276749"/>
              <a:gd name="csX27" fmla="*/ 170486 w 409424"/>
              <a:gd name="csY27" fmla="*/ 1976 h 276749"/>
              <a:gd name="csX28" fmla="*/ 183283 w 409424"/>
              <a:gd name="csY28" fmla="*/ 17951 h 276749"/>
              <a:gd name="csX29" fmla="*/ 185999 w 409424"/>
              <a:gd name="csY29" fmla="*/ 22627 h 276749"/>
              <a:gd name="csX30" fmla="*/ 191478 w 409424"/>
              <a:gd name="csY30" fmla="*/ 30556 h 276749"/>
              <a:gd name="csX31" fmla="*/ 217371 w 409424"/>
              <a:gd name="csY31" fmla="*/ 43279 h 276749"/>
              <a:gd name="csX32" fmla="*/ 231319 w 409424"/>
              <a:gd name="csY32" fmla="*/ 47797 h 276749"/>
              <a:gd name="csX33" fmla="*/ 231065 w 409424"/>
              <a:gd name="csY33" fmla="*/ 71654 h 276749"/>
              <a:gd name="csX34" fmla="*/ 232914 w 409424"/>
              <a:gd name="csY34" fmla="*/ 94162 h 276749"/>
              <a:gd name="csX35" fmla="*/ 264097 w 409424"/>
              <a:gd name="csY35" fmla="*/ 98422 h 276749"/>
              <a:gd name="csX36" fmla="*/ 290859 w 409424"/>
              <a:gd name="csY36" fmla="*/ 85458 h 276749"/>
              <a:gd name="csX37" fmla="*/ 289553 w 409424"/>
              <a:gd name="csY37" fmla="*/ 87164 h 276749"/>
              <a:gd name="csX38" fmla="*/ 313001 w 409424"/>
              <a:gd name="csY38" fmla="*/ 117924 h 276749"/>
              <a:gd name="csX39" fmla="*/ 320100 w 409424"/>
              <a:gd name="csY39" fmla="*/ 125822 h 276749"/>
              <a:gd name="csX40" fmla="*/ 323327 w 409424"/>
              <a:gd name="csY40" fmla="*/ 131062 h 276749"/>
              <a:gd name="csX41" fmla="*/ 409403 w 409424"/>
              <a:gd name="csY41" fmla="*/ 134303 h 276749"/>
              <a:gd name="csX42" fmla="*/ 398626 w 409424"/>
              <a:gd name="csY42" fmla="*/ 166622 h 276749"/>
              <a:gd name="csX43" fmla="*/ 387152 w 409424"/>
              <a:gd name="csY43" fmla="*/ 198243 h 276749"/>
              <a:gd name="csX44" fmla="*/ 392348 w 409424"/>
              <a:gd name="csY44" fmla="*/ 208428 h 276749"/>
              <a:gd name="csX45" fmla="*/ 395238 w 409424"/>
              <a:gd name="csY45" fmla="*/ 226562 h 276749"/>
              <a:gd name="csX46" fmla="*/ 391384 w 409424"/>
              <a:gd name="csY46" fmla="*/ 222526 h 276749"/>
              <a:gd name="csX47" fmla="*/ 386991 w 409424"/>
              <a:gd name="csY47" fmla="*/ 220249 h 276749"/>
              <a:gd name="csX48" fmla="*/ 376751 w 409424"/>
              <a:gd name="csY48" fmla="*/ 216540 h 276749"/>
              <a:gd name="csX49" fmla="*/ 366566 w 409424"/>
              <a:gd name="csY49" fmla="*/ 215027 h 276749"/>
              <a:gd name="csX50" fmla="*/ 371084 w 409424"/>
              <a:gd name="csY50" fmla="*/ 220497 h 276749"/>
              <a:gd name="csX51" fmla="*/ 400125 w 409424"/>
              <a:gd name="csY51" fmla="*/ 234526 h 276749"/>
              <a:gd name="csX52" fmla="*/ 382700 w 409424"/>
              <a:gd name="csY52" fmla="*/ 228973 h 276749"/>
              <a:gd name="csX53" fmla="*/ 356240 w 409424"/>
              <a:gd name="csY53" fmla="*/ 221430 h 276749"/>
              <a:gd name="csX54" fmla="*/ 344640 w 409424"/>
              <a:gd name="csY54" fmla="*/ 215296 h 276749"/>
              <a:gd name="csX55" fmla="*/ 351310 w 409424"/>
              <a:gd name="csY55" fmla="*/ 215089 h 276749"/>
              <a:gd name="csX56" fmla="*/ 353659 w 409424"/>
              <a:gd name="csY56" fmla="*/ 213898 h 276749"/>
              <a:gd name="csX57" fmla="*/ 348281 w 409424"/>
              <a:gd name="csY57" fmla="*/ 208377 h 276749"/>
              <a:gd name="csX58" fmla="*/ 338397 w 409424"/>
              <a:gd name="csY58" fmla="*/ 209577 h 276749"/>
              <a:gd name="csX59" fmla="*/ 330426 w 409424"/>
              <a:gd name="csY59" fmla="*/ 208411 h 276749"/>
              <a:gd name="csX60" fmla="*/ 317751 w 409424"/>
              <a:gd name="csY60" fmla="*/ 206264 h 276749"/>
              <a:gd name="csX61" fmla="*/ 320963 w 409424"/>
              <a:gd name="csY61" fmla="*/ 214760 h 276749"/>
              <a:gd name="csX62" fmla="*/ 323972 w 409424"/>
              <a:gd name="csY62" fmla="*/ 215747 h 276749"/>
              <a:gd name="csX63" fmla="*/ 314937 w 409424"/>
              <a:gd name="csY63" fmla="*/ 219599 h 276749"/>
              <a:gd name="csX64" fmla="*/ 321391 w 409424"/>
              <a:gd name="csY64" fmla="*/ 219864 h 276749"/>
              <a:gd name="csX65" fmla="*/ 330426 w 409424"/>
              <a:gd name="csY65" fmla="*/ 221426 h 276749"/>
              <a:gd name="csX66" fmla="*/ 310754 w 409424"/>
              <a:gd name="csY66" fmla="*/ 223941 h 276749"/>
              <a:gd name="csX67" fmla="*/ 284939 w 409424"/>
              <a:gd name="csY67" fmla="*/ 234304 h 276749"/>
              <a:gd name="csX68" fmla="*/ 270316 w 409424"/>
              <a:gd name="csY68" fmla="*/ 244630 h 276749"/>
              <a:gd name="csX69" fmla="*/ 259397 w 409424"/>
              <a:gd name="csY69" fmla="*/ 248767 h 276749"/>
              <a:gd name="csX70" fmla="*/ 242736 w 409424"/>
              <a:gd name="csY70" fmla="*/ 255227 h 276749"/>
              <a:gd name="csX71" fmla="*/ 220097 w 409424"/>
              <a:gd name="csY71" fmla="*/ 265079 h 276749"/>
              <a:gd name="csX72" fmla="*/ 198772 w 409424"/>
              <a:gd name="csY72" fmla="*/ 274061 h 276749"/>
              <a:gd name="csX73" fmla="*/ 169694 w 409424"/>
              <a:gd name="csY73" fmla="*/ 275279 h 2767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Lst>
            <a:rect l="l" t="t" r="r" b="b"/>
            <a:pathLst>
              <a:path w="409424" h="276749">
                <a:moveTo>
                  <a:pt x="169694" y="275279"/>
                </a:moveTo>
                <a:cubicBezTo>
                  <a:pt x="167412" y="274002"/>
                  <a:pt x="159691" y="271847"/>
                  <a:pt x="152536" y="270490"/>
                </a:cubicBezTo>
                <a:cubicBezTo>
                  <a:pt x="145381" y="269133"/>
                  <a:pt x="134762" y="264870"/>
                  <a:pt x="128939" y="261017"/>
                </a:cubicBezTo>
                <a:cubicBezTo>
                  <a:pt x="120697" y="255563"/>
                  <a:pt x="113680" y="253561"/>
                  <a:pt x="97253" y="251980"/>
                </a:cubicBezTo>
                <a:cubicBezTo>
                  <a:pt x="85648" y="250863"/>
                  <a:pt x="71726" y="249483"/>
                  <a:pt x="66316" y="248914"/>
                </a:cubicBezTo>
                <a:cubicBezTo>
                  <a:pt x="60430" y="248295"/>
                  <a:pt x="53691" y="245260"/>
                  <a:pt x="49536" y="241356"/>
                </a:cubicBezTo>
                <a:cubicBezTo>
                  <a:pt x="36860" y="229445"/>
                  <a:pt x="25174" y="224000"/>
                  <a:pt x="12262" y="223990"/>
                </a:cubicBezTo>
                <a:cubicBezTo>
                  <a:pt x="5518" y="223985"/>
                  <a:pt x="0" y="223243"/>
                  <a:pt x="0" y="222341"/>
                </a:cubicBezTo>
                <a:cubicBezTo>
                  <a:pt x="0" y="221438"/>
                  <a:pt x="2614" y="218038"/>
                  <a:pt x="5808" y="214784"/>
                </a:cubicBezTo>
                <a:cubicBezTo>
                  <a:pt x="9003" y="211529"/>
                  <a:pt x="12778" y="207637"/>
                  <a:pt x="14198" y="206134"/>
                </a:cubicBezTo>
                <a:cubicBezTo>
                  <a:pt x="15618" y="204632"/>
                  <a:pt x="22927" y="197868"/>
                  <a:pt x="30441" y="191104"/>
                </a:cubicBezTo>
                <a:lnTo>
                  <a:pt x="44102" y="178805"/>
                </a:lnTo>
                <a:lnTo>
                  <a:pt x="41686" y="166228"/>
                </a:lnTo>
                <a:cubicBezTo>
                  <a:pt x="39751" y="156152"/>
                  <a:pt x="36957" y="151530"/>
                  <a:pt x="27640" y="142994"/>
                </a:cubicBezTo>
                <a:cubicBezTo>
                  <a:pt x="14024" y="130519"/>
                  <a:pt x="10714" y="121458"/>
                  <a:pt x="10050" y="94836"/>
                </a:cubicBezTo>
                <a:cubicBezTo>
                  <a:pt x="9450" y="70766"/>
                  <a:pt x="12891" y="63931"/>
                  <a:pt x="25607" y="63931"/>
                </a:cubicBezTo>
                <a:cubicBezTo>
                  <a:pt x="30489" y="63931"/>
                  <a:pt x="38340" y="65326"/>
                  <a:pt x="43054" y="67030"/>
                </a:cubicBezTo>
                <a:cubicBezTo>
                  <a:pt x="54638" y="71219"/>
                  <a:pt x="59354" y="67087"/>
                  <a:pt x="54130" y="57326"/>
                </a:cubicBezTo>
                <a:cubicBezTo>
                  <a:pt x="51035" y="51543"/>
                  <a:pt x="51072" y="49668"/>
                  <a:pt x="54400" y="43740"/>
                </a:cubicBezTo>
                <a:cubicBezTo>
                  <a:pt x="59239" y="35118"/>
                  <a:pt x="67118" y="33022"/>
                  <a:pt x="67118" y="40356"/>
                </a:cubicBezTo>
                <a:cubicBezTo>
                  <a:pt x="67118" y="43216"/>
                  <a:pt x="68351" y="46318"/>
                  <a:pt x="69858" y="47250"/>
                </a:cubicBezTo>
                <a:cubicBezTo>
                  <a:pt x="71366" y="48181"/>
                  <a:pt x="73660" y="51735"/>
                  <a:pt x="74957" y="55146"/>
                </a:cubicBezTo>
                <a:cubicBezTo>
                  <a:pt x="77803" y="62631"/>
                  <a:pt x="81496" y="63085"/>
                  <a:pt x="85078" y="56392"/>
                </a:cubicBezTo>
                <a:cubicBezTo>
                  <a:pt x="87383" y="52084"/>
                  <a:pt x="90423" y="51486"/>
                  <a:pt x="108275" y="51828"/>
                </a:cubicBezTo>
                <a:cubicBezTo>
                  <a:pt x="125309" y="52154"/>
                  <a:pt x="130021" y="51323"/>
                  <a:pt x="135859" y="46965"/>
                </a:cubicBezTo>
                <a:cubicBezTo>
                  <a:pt x="144210" y="40730"/>
                  <a:pt x="159754" y="13580"/>
                  <a:pt x="159928" y="4926"/>
                </a:cubicBezTo>
                <a:cubicBezTo>
                  <a:pt x="160018" y="462"/>
                  <a:pt x="161137" y="-741"/>
                  <a:pt x="164133" y="409"/>
                </a:cubicBezTo>
                <a:cubicBezTo>
                  <a:pt x="166379" y="1271"/>
                  <a:pt x="169238" y="1976"/>
                  <a:pt x="170486" y="1976"/>
                </a:cubicBezTo>
                <a:cubicBezTo>
                  <a:pt x="174404" y="1976"/>
                  <a:pt x="183283" y="13060"/>
                  <a:pt x="183283" y="17951"/>
                </a:cubicBezTo>
                <a:cubicBezTo>
                  <a:pt x="183283" y="20523"/>
                  <a:pt x="184505" y="22627"/>
                  <a:pt x="185999" y="22627"/>
                </a:cubicBezTo>
                <a:cubicBezTo>
                  <a:pt x="187493" y="22627"/>
                  <a:pt x="189958" y="26195"/>
                  <a:pt x="191478" y="30556"/>
                </a:cubicBezTo>
                <a:cubicBezTo>
                  <a:pt x="194632" y="39603"/>
                  <a:pt x="202114" y="43279"/>
                  <a:pt x="217371" y="43279"/>
                </a:cubicBezTo>
                <a:cubicBezTo>
                  <a:pt x="224361" y="43279"/>
                  <a:pt x="229040" y="44794"/>
                  <a:pt x="231319" y="47797"/>
                </a:cubicBezTo>
                <a:cubicBezTo>
                  <a:pt x="235951" y="53900"/>
                  <a:pt x="235804" y="67721"/>
                  <a:pt x="231065" y="71654"/>
                </a:cubicBezTo>
                <a:cubicBezTo>
                  <a:pt x="227042" y="74993"/>
                  <a:pt x="227738" y="83470"/>
                  <a:pt x="232914" y="94162"/>
                </a:cubicBezTo>
                <a:cubicBezTo>
                  <a:pt x="236944" y="102487"/>
                  <a:pt x="256280" y="105129"/>
                  <a:pt x="264097" y="98422"/>
                </a:cubicBezTo>
                <a:cubicBezTo>
                  <a:pt x="272137" y="91525"/>
                  <a:pt x="288836" y="83435"/>
                  <a:pt x="290859" y="85458"/>
                </a:cubicBezTo>
                <a:cubicBezTo>
                  <a:pt x="291797" y="86396"/>
                  <a:pt x="291209" y="87164"/>
                  <a:pt x="289553" y="87164"/>
                </a:cubicBezTo>
                <a:cubicBezTo>
                  <a:pt x="278849" y="87164"/>
                  <a:pt x="297992" y="112276"/>
                  <a:pt x="313001" y="117924"/>
                </a:cubicBezTo>
                <a:cubicBezTo>
                  <a:pt x="317528" y="119627"/>
                  <a:pt x="320100" y="122488"/>
                  <a:pt x="320100" y="125822"/>
                </a:cubicBezTo>
                <a:cubicBezTo>
                  <a:pt x="320100" y="128696"/>
                  <a:pt x="321552" y="131055"/>
                  <a:pt x="323327" y="131062"/>
                </a:cubicBezTo>
                <a:cubicBezTo>
                  <a:pt x="338940" y="131129"/>
                  <a:pt x="408862" y="133762"/>
                  <a:pt x="409403" y="134303"/>
                </a:cubicBezTo>
                <a:cubicBezTo>
                  <a:pt x="409786" y="134687"/>
                  <a:pt x="404937" y="149230"/>
                  <a:pt x="398626" y="166622"/>
                </a:cubicBezTo>
                <a:lnTo>
                  <a:pt x="387152" y="198243"/>
                </a:lnTo>
                <a:lnTo>
                  <a:pt x="392348" y="208428"/>
                </a:lnTo>
                <a:cubicBezTo>
                  <a:pt x="397867" y="219247"/>
                  <a:pt x="399033" y="226562"/>
                  <a:pt x="395238" y="226562"/>
                </a:cubicBezTo>
                <a:cubicBezTo>
                  <a:pt x="393970" y="226562"/>
                  <a:pt x="392236" y="224746"/>
                  <a:pt x="391384" y="222526"/>
                </a:cubicBezTo>
                <a:cubicBezTo>
                  <a:pt x="390533" y="220307"/>
                  <a:pt x="388555" y="219282"/>
                  <a:pt x="386991" y="220249"/>
                </a:cubicBezTo>
                <a:cubicBezTo>
                  <a:pt x="385426" y="221216"/>
                  <a:pt x="380818" y="219547"/>
                  <a:pt x="376751" y="216540"/>
                </a:cubicBezTo>
                <a:cubicBezTo>
                  <a:pt x="367939" y="210026"/>
                  <a:pt x="366566" y="209821"/>
                  <a:pt x="366566" y="215027"/>
                </a:cubicBezTo>
                <a:cubicBezTo>
                  <a:pt x="366566" y="217201"/>
                  <a:pt x="368599" y="219663"/>
                  <a:pt x="371084" y="220497"/>
                </a:cubicBezTo>
                <a:cubicBezTo>
                  <a:pt x="382593" y="224364"/>
                  <a:pt x="400125" y="232833"/>
                  <a:pt x="400125" y="234526"/>
                </a:cubicBezTo>
                <a:cubicBezTo>
                  <a:pt x="400125" y="235560"/>
                  <a:pt x="392284" y="233061"/>
                  <a:pt x="382700" y="228973"/>
                </a:cubicBezTo>
                <a:cubicBezTo>
                  <a:pt x="373117" y="224884"/>
                  <a:pt x="361210" y="221490"/>
                  <a:pt x="356240" y="221430"/>
                </a:cubicBezTo>
                <a:cubicBezTo>
                  <a:pt x="344962" y="221293"/>
                  <a:pt x="338255" y="217747"/>
                  <a:pt x="344640" y="215296"/>
                </a:cubicBezTo>
                <a:cubicBezTo>
                  <a:pt x="347017" y="214384"/>
                  <a:pt x="350019" y="214291"/>
                  <a:pt x="351310" y="215089"/>
                </a:cubicBezTo>
                <a:cubicBezTo>
                  <a:pt x="352602" y="215888"/>
                  <a:pt x="353659" y="215352"/>
                  <a:pt x="353659" y="213898"/>
                </a:cubicBezTo>
                <a:cubicBezTo>
                  <a:pt x="353659" y="212444"/>
                  <a:pt x="351239" y="209960"/>
                  <a:pt x="348281" y="208377"/>
                </a:cubicBezTo>
                <a:cubicBezTo>
                  <a:pt x="344050" y="206113"/>
                  <a:pt x="341943" y="206369"/>
                  <a:pt x="338397" y="209577"/>
                </a:cubicBezTo>
                <a:cubicBezTo>
                  <a:pt x="332399" y="215006"/>
                  <a:pt x="330426" y="214717"/>
                  <a:pt x="330426" y="208411"/>
                </a:cubicBezTo>
                <a:cubicBezTo>
                  <a:pt x="330426" y="200483"/>
                  <a:pt x="323396" y="199293"/>
                  <a:pt x="317751" y="206264"/>
                </a:cubicBezTo>
                <a:cubicBezTo>
                  <a:pt x="311888" y="213504"/>
                  <a:pt x="313243" y="217088"/>
                  <a:pt x="320963" y="214760"/>
                </a:cubicBezTo>
                <a:cubicBezTo>
                  <a:pt x="324787" y="213607"/>
                  <a:pt x="325738" y="213919"/>
                  <a:pt x="323972" y="215747"/>
                </a:cubicBezTo>
                <a:cubicBezTo>
                  <a:pt x="322552" y="217218"/>
                  <a:pt x="318487" y="218951"/>
                  <a:pt x="314937" y="219599"/>
                </a:cubicBezTo>
                <a:cubicBezTo>
                  <a:pt x="311388" y="220248"/>
                  <a:pt x="314292" y="220366"/>
                  <a:pt x="321391" y="219864"/>
                </a:cubicBezTo>
                <a:cubicBezTo>
                  <a:pt x="330318" y="219231"/>
                  <a:pt x="333104" y="219713"/>
                  <a:pt x="330426" y="221426"/>
                </a:cubicBezTo>
                <a:cubicBezTo>
                  <a:pt x="328296" y="222787"/>
                  <a:pt x="319444" y="223919"/>
                  <a:pt x="310754" y="223941"/>
                </a:cubicBezTo>
                <a:cubicBezTo>
                  <a:pt x="295733" y="223979"/>
                  <a:pt x="294460" y="224490"/>
                  <a:pt x="284939" y="234304"/>
                </a:cubicBezTo>
                <a:cubicBezTo>
                  <a:pt x="279431" y="239982"/>
                  <a:pt x="272851" y="244629"/>
                  <a:pt x="270316" y="244630"/>
                </a:cubicBezTo>
                <a:cubicBezTo>
                  <a:pt x="267782" y="244631"/>
                  <a:pt x="262868" y="246493"/>
                  <a:pt x="259397" y="248767"/>
                </a:cubicBezTo>
                <a:cubicBezTo>
                  <a:pt x="255927" y="251041"/>
                  <a:pt x="248429" y="253948"/>
                  <a:pt x="242736" y="255227"/>
                </a:cubicBezTo>
                <a:cubicBezTo>
                  <a:pt x="237044" y="256506"/>
                  <a:pt x="226856" y="260940"/>
                  <a:pt x="220097" y="265079"/>
                </a:cubicBezTo>
                <a:cubicBezTo>
                  <a:pt x="213337" y="269219"/>
                  <a:pt x="203741" y="273261"/>
                  <a:pt x="198772" y="274061"/>
                </a:cubicBezTo>
                <a:cubicBezTo>
                  <a:pt x="178742" y="277289"/>
                  <a:pt x="173664" y="277501"/>
                  <a:pt x="169694" y="275279"/>
                </a:cubicBezTo>
                <a:close/>
              </a:path>
            </a:pathLst>
          </a:custGeom>
          <a:solidFill>
            <a:srgbClr val="B9B9B9"/>
          </a:solidFill>
          <a:ln w="5163" cap="flat">
            <a:noFill/>
            <a:prstDash val="solid"/>
            <a:miter/>
          </a:ln>
        </p:spPr>
        <p:txBody>
          <a:bodyPr/>
          <a:lstStyle/>
          <a:p>
            <a:endParaRPr lang="es-419" noProof="0" dirty="0"/>
          </a:p>
        </p:txBody>
      </p:sp>
      <p:sp>
        <p:nvSpPr>
          <p:cNvPr id="63" name="Forma libre: forma 62">
            <a:extLst>
              <a:ext uri="{FF2B5EF4-FFF2-40B4-BE49-F238E27FC236}">
                <a16:creationId xmlns:a16="http://schemas.microsoft.com/office/drawing/2014/main" id="{F95E241B-701F-46C6-EC0F-F49602815E8A}"/>
              </a:ext>
            </a:extLst>
          </p:cNvPr>
          <p:cNvSpPr/>
          <p:nvPr/>
        </p:nvSpPr>
        <p:spPr>
          <a:xfrm>
            <a:off x="1324915" y="2412330"/>
            <a:ext cx="357764" cy="223095"/>
          </a:xfrm>
          <a:custGeom>
            <a:avLst/>
            <a:gdLst>
              <a:gd name="csX0" fmla="*/ 310749 w 357764"/>
              <a:gd name="csY0" fmla="*/ 220821 h 223095"/>
              <a:gd name="csX1" fmla="*/ 306750 w 357764"/>
              <a:gd name="csY1" fmla="*/ 216842 h 223095"/>
              <a:gd name="csX2" fmla="*/ 298107 w 357764"/>
              <a:gd name="csY2" fmla="*/ 209508 h 223095"/>
              <a:gd name="csX3" fmla="*/ 280348 w 357764"/>
              <a:gd name="csY3" fmla="*/ 201999 h 223095"/>
              <a:gd name="csX4" fmla="*/ 262845 w 357764"/>
              <a:gd name="csY4" fmla="*/ 196313 h 223095"/>
              <a:gd name="csX5" fmla="*/ 256032 w 357764"/>
              <a:gd name="csY5" fmla="*/ 193496 h 223095"/>
              <a:gd name="csX6" fmla="*/ 242886 w 357764"/>
              <a:gd name="csY6" fmla="*/ 190679 h 223095"/>
              <a:gd name="csX7" fmla="*/ 229978 w 357764"/>
              <a:gd name="csY7" fmla="*/ 186722 h 223095"/>
              <a:gd name="csX8" fmla="*/ 220854 w 357764"/>
              <a:gd name="csY8" fmla="*/ 186091 h 223095"/>
              <a:gd name="csX9" fmla="*/ 209097 w 357764"/>
              <a:gd name="csY9" fmla="*/ 183130 h 223095"/>
              <a:gd name="csX10" fmla="*/ 214906 w 357764"/>
              <a:gd name="csY10" fmla="*/ 187877 h 223095"/>
              <a:gd name="csX11" fmla="*/ 215222 w 357764"/>
              <a:gd name="csY11" fmla="*/ 190853 h 223095"/>
              <a:gd name="csX12" fmla="*/ 206349 w 357764"/>
              <a:gd name="csY12" fmla="*/ 186954 h 223095"/>
              <a:gd name="csX13" fmla="*/ 189899 w 357764"/>
              <a:gd name="csY13" fmla="*/ 176334 h 223095"/>
              <a:gd name="csX14" fmla="*/ 172154 w 357764"/>
              <a:gd name="csY14" fmla="*/ 165667 h 223095"/>
              <a:gd name="csX15" fmla="*/ 165494 w 357764"/>
              <a:gd name="csY15" fmla="*/ 164758 h 223095"/>
              <a:gd name="csX16" fmla="*/ 154887 w 357764"/>
              <a:gd name="csY16" fmla="*/ 162867 h 223095"/>
              <a:gd name="csX17" fmla="*/ 146116 w 357764"/>
              <a:gd name="csY17" fmla="*/ 160825 h 223095"/>
              <a:gd name="csX18" fmla="*/ 117490 w 357764"/>
              <a:gd name="csY18" fmla="*/ 151278 h 223095"/>
              <a:gd name="csX19" fmla="*/ 95284 w 357764"/>
              <a:gd name="csY19" fmla="*/ 141980 h 223095"/>
              <a:gd name="csX20" fmla="*/ 92932 w 357764"/>
              <a:gd name="csY20" fmla="*/ 138216 h 223095"/>
              <a:gd name="csX21" fmla="*/ 81316 w 357764"/>
              <a:gd name="csY21" fmla="*/ 127645 h 223095"/>
              <a:gd name="csX22" fmla="*/ 69699 w 357764"/>
              <a:gd name="csY22" fmla="*/ 117508 h 223095"/>
              <a:gd name="csX23" fmla="*/ 49682 w 357764"/>
              <a:gd name="csY23" fmla="*/ 104238 h 223095"/>
              <a:gd name="csX24" fmla="*/ 33940 w 357764"/>
              <a:gd name="csY24" fmla="*/ 91155 h 223095"/>
              <a:gd name="csX25" fmla="*/ 3571 w 357764"/>
              <a:gd name="csY25" fmla="*/ 73330 h 223095"/>
              <a:gd name="csX26" fmla="*/ 0 w 357764"/>
              <a:gd name="csY26" fmla="*/ 65812 h 223095"/>
              <a:gd name="csX27" fmla="*/ 7287 w 357764"/>
              <a:gd name="csY27" fmla="*/ 53156 h 223095"/>
              <a:gd name="csX28" fmla="*/ 18044 w 357764"/>
              <a:gd name="csY28" fmla="*/ 33495 h 223095"/>
              <a:gd name="csX29" fmla="*/ 19421 w 357764"/>
              <a:gd name="csY29" fmla="*/ 20586 h 223095"/>
              <a:gd name="csX30" fmla="*/ 43911 w 357764"/>
              <a:gd name="csY30" fmla="*/ 20678 h 223095"/>
              <a:gd name="csX31" fmla="*/ 60045 w 357764"/>
              <a:gd name="csY31" fmla="*/ 24079 h 223095"/>
              <a:gd name="csX32" fmla="*/ 132045 w 357764"/>
              <a:gd name="csY32" fmla="*/ 29780 h 223095"/>
              <a:gd name="csX33" fmla="*/ 140624 w 357764"/>
              <a:gd name="csY33" fmla="*/ 26018 h 223095"/>
              <a:gd name="csX34" fmla="*/ 141619 w 357764"/>
              <a:gd name="csY34" fmla="*/ 13502 h 223095"/>
              <a:gd name="csX35" fmla="*/ 147260 w 357764"/>
              <a:gd name="csY35" fmla="*/ 0 h 223095"/>
              <a:gd name="csX36" fmla="*/ 157468 w 357764"/>
              <a:gd name="csY36" fmla="*/ 24790 h 223095"/>
              <a:gd name="csX37" fmla="*/ 164323 w 357764"/>
              <a:gd name="csY37" fmla="*/ 32600 h 223095"/>
              <a:gd name="csX38" fmla="*/ 177876 w 357764"/>
              <a:gd name="csY38" fmla="*/ 26172 h 223095"/>
              <a:gd name="csX39" fmla="*/ 195232 w 357764"/>
              <a:gd name="csY39" fmla="*/ 18047 h 223095"/>
              <a:gd name="csX40" fmla="*/ 208905 w 357764"/>
              <a:gd name="csY40" fmla="*/ 10791 h 223095"/>
              <a:gd name="csX41" fmla="*/ 219887 w 357764"/>
              <a:gd name="csY41" fmla="*/ 4680 h 223095"/>
              <a:gd name="csX42" fmla="*/ 238661 w 357764"/>
              <a:gd name="csY42" fmla="*/ 20265 h 223095"/>
              <a:gd name="csX43" fmla="*/ 254397 w 357764"/>
              <a:gd name="csY43" fmla="*/ 25712 h 223095"/>
              <a:gd name="csX44" fmla="*/ 258145 w 357764"/>
              <a:gd name="csY44" fmla="*/ 24934 h 223095"/>
              <a:gd name="csX45" fmla="*/ 286337 w 357764"/>
              <a:gd name="csY45" fmla="*/ 54210 h 223095"/>
              <a:gd name="csX46" fmla="*/ 292234 w 357764"/>
              <a:gd name="csY46" fmla="*/ 58728 h 223095"/>
              <a:gd name="csX47" fmla="*/ 311147 w 357764"/>
              <a:gd name="csY47" fmla="*/ 69699 h 223095"/>
              <a:gd name="csX48" fmla="*/ 321808 w 357764"/>
              <a:gd name="csY48" fmla="*/ 76335 h 223095"/>
              <a:gd name="csX49" fmla="*/ 326980 w 357764"/>
              <a:gd name="csY49" fmla="*/ 102795 h 223095"/>
              <a:gd name="csX50" fmla="*/ 329261 w 357764"/>
              <a:gd name="csY50" fmla="*/ 127630 h 223095"/>
              <a:gd name="csX51" fmla="*/ 333007 w 357764"/>
              <a:gd name="csY51" fmla="*/ 137310 h 223095"/>
              <a:gd name="csX52" fmla="*/ 335120 w 357764"/>
              <a:gd name="csY52" fmla="*/ 141980 h 223095"/>
              <a:gd name="csX53" fmla="*/ 346410 w 357764"/>
              <a:gd name="csY53" fmla="*/ 150369 h 223095"/>
              <a:gd name="csX54" fmla="*/ 357125 w 357764"/>
              <a:gd name="csY54" fmla="*/ 170794 h 223095"/>
              <a:gd name="csX55" fmla="*/ 348644 w 357764"/>
              <a:gd name="csY55" fmla="*/ 191877 h 223095"/>
              <a:gd name="csX56" fmla="*/ 333236 w 357764"/>
              <a:gd name="csY56" fmla="*/ 203812 h 223095"/>
              <a:gd name="csX57" fmla="*/ 327844 w 357764"/>
              <a:gd name="csY57" fmla="*/ 209994 h 223095"/>
              <a:gd name="csX58" fmla="*/ 320060 w 357764"/>
              <a:gd name="csY58" fmla="*/ 219045 h 223095"/>
              <a:gd name="csX59" fmla="*/ 310749 w 357764"/>
              <a:gd name="csY59" fmla="*/ 220821 h 2230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Lst>
            <a:rect l="l" t="t" r="r" b="b"/>
            <a:pathLst>
              <a:path w="357764" h="223095">
                <a:moveTo>
                  <a:pt x="310749" y="220821"/>
                </a:moveTo>
                <a:cubicBezTo>
                  <a:pt x="309909" y="218632"/>
                  <a:pt x="308109" y="216842"/>
                  <a:pt x="306750" y="216842"/>
                </a:cubicBezTo>
                <a:cubicBezTo>
                  <a:pt x="305390" y="216842"/>
                  <a:pt x="301501" y="213542"/>
                  <a:pt x="298107" y="209508"/>
                </a:cubicBezTo>
                <a:cubicBezTo>
                  <a:pt x="293077" y="203531"/>
                  <a:pt x="289793" y="202142"/>
                  <a:pt x="280348" y="201999"/>
                </a:cubicBezTo>
                <a:cubicBezTo>
                  <a:pt x="272259" y="201877"/>
                  <a:pt x="266975" y="200160"/>
                  <a:pt x="262845" y="196313"/>
                </a:cubicBezTo>
                <a:cubicBezTo>
                  <a:pt x="259591" y="193282"/>
                  <a:pt x="256525" y="192014"/>
                  <a:pt x="256032" y="193496"/>
                </a:cubicBezTo>
                <a:cubicBezTo>
                  <a:pt x="254564" y="197900"/>
                  <a:pt x="248378" y="196574"/>
                  <a:pt x="242886" y="190679"/>
                </a:cubicBezTo>
                <a:cubicBezTo>
                  <a:pt x="238972" y="186478"/>
                  <a:pt x="235903" y="185537"/>
                  <a:pt x="229978" y="186722"/>
                </a:cubicBezTo>
                <a:cubicBezTo>
                  <a:pt x="225703" y="187577"/>
                  <a:pt x="221597" y="187293"/>
                  <a:pt x="220854" y="186091"/>
                </a:cubicBezTo>
                <a:cubicBezTo>
                  <a:pt x="219048" y="183170"/>
                  <a:pt x="209097" y="180663"/>
                  <a:pt x="209097" y="183130"/>
                </a:cubicBezTo>
                <a:cubicBezTo>
                  <a:pt x="209097" y="184200"/>
                  <a:pt x="211711" y="186336"/>
                  <a:pt x="214906" y="187877"/>
                </a:cubicBezTo>
                <a:cubicBezTo>
                  <a:pt x="220644" y="190644"/>
                  <a:pt x="220647" y="190680"/>
                  <a:pt x="215222" y="190853"/>
                </a:cubicBezTo>
                <a:cubicBezTo>
                  <a:pt x="212201" y="190949"/>
                  <a:pt x="208208" y="189194"/>
                  <a:pt x="206349" y="186954"/>
                </a:cubicBezTo>
                <a:cubicBezTo>
                  <a:pt x="204489" y="184713"/>
                  <a:pt x="197087" y="179934"/>
                  <a:pt x="189899" y="176334"/>
                </a:cubicBezTo>
                <a:cubicBezTo>
                  <a:pt x="182711" y="172733"/>
                  <a:pt x="174726" y="167933"/>
                  <a:pt x="172154" y="165667"/>
                </a:cubicBezTo>
                <a:cubicBezTo>
                  <a:pt x="168546" y="162487"/>
                  <a:pt x="167026" y="162279"/>
                  <a:pt x="165494" y="164758"/>
                </a:cubicBezTo>
                <a:cubicBezTo>
                  <a:pt x="163542" y="167916"/>
                  <a:pt x="154887" y="166373"/>
                  <a:pt x="154887" y="162867"/>
                </a:cubicBezTo>
                <a:cubicBezTo>
                  <a:pt x="154887" y="161880"/>
                  <a:pt x="150940" y="160961"/>
                  <a:pt x="146116" y="160825"/>
                </a:cubicBezTo>
                <a:cubicBezTo>
                  <a:pt x="141292" y="160688"/>
                  <a:pt x="128410" y="156392"/>
                  <a:pt x="117490" y="151278"/>
                </a:cubicBezTo>
                <a:cubicBezTo>
                  <a:pt x="106570" y="146164"/>
                  <a:pt x="96577" y="141980"/>
                  <a:pt x="95284" y="141980"/>
                </a:cubicBezTo>
                <a:cubicBezTo>
                  <a:pt x="93990" y="141980"/>
                  <a:pt x="92932" y="140286"/>
                  <a:pt x="92932" y="138216"/>
                </a:cubicBezTo>
                <a:cubicBezTo>
                  <a:pt x="92932" y="136147"/>
                  <a:pt x="87705" y="131390"/>
                  <a:pt x="81316" y="127645"/>
                </a:cubicBezTo>
                <a:cubicBezTo>
                  <a:pt x="74927" y="123901"/>
                  <a:pt x="69699" y="119339"/>
                  <a:pt x="69699" y="117508"/>
                </a:cubicBezTo>
                <a:cubicBezTo>
                  <a:pt x="69699" y="113290"/>
                  <a:pt x="58936" y="106155"/>
                  <a:pt x="49682" y="104238"/>
                </a:cubicBezTo>
                <a:cubicBezTo>
                  <a:pt x="45282" y="103326"/>
                  <a:pt x="39312" y="98365"/>
                  <a:pt x="33940" y="91155"/>
                </a:cubicBezTo>
                <a:cubicBezTo>
                  <a:pt x="25287" y="79543"/>
                  <a:pt x="10302" y="70747"/>
                  <a:pt x="3571" y="73330"/>
                </a:cubicBezTo>
                <a:cubicBezTo>
                  <a:pt x="957" y="74333"/>
                  <a:pt x="0" y="72319"/>
                  <a:pt x="0" y="65812"/>
                </a:cubicBezTo>
                <a:cubicBezTo>
                  <a:pt x="0" y="58672"/>
                  <a:pt x="1433" y="56184"/>
                  <a:pt x="7287" y="53156"/>
                </a:cubicBezTo>
                <a:cubicBezTo>
                  <a:pt x="19411" y="46887"/>
                  <a:pt x="21790" y="42538"/>
                  <a:pt x="18044" y="33495"/>
                </a:cubicBezTo>
                <a:cubicBezTo>
                  <a:pt x="15244" y="26735"/>
                  <a:pt x="15429" y="24996"/>
                  <a:pt x="19421" y="20586"/>
                </a:cubicBezTo>
                <a:cubicBezTo>
                  <a:pt x="25368" y="14014"/>
                  <a:pt x="37292" y="14059"/>
                  <a:pt x="43911" y="20678"/>
                </a:cubicBezTo>
                <a:cubicBezTo>
                  <a:pt x="48190" y="24957"/>
                  <a:pt x="51021" y="25553"/>
                  <a:pt x="60045" y="24079"/>
                </a:cubicBezTo>
                <a:cubicBezTo>
                  <a:pt x="79921" y="20832"/>
                  <a:pt x="103607" y="22707"/>
                  <a:pt x="132045" y="29780"/>
                </a:cubicBezTo>
                <a:cubicBezTo>
                  <a:pt x="137569" y="31154"/>
                  <a:pt x="139225" y="30428"/>
                  <a:pt x="140624" y="26018"/>
                </a:cubicBezTo>
                <a:cubicBezTo>
                  <a:pt x="141578" y="23013"/>
                  <a:pt x="142026" y="17381"/>
                  <a:pt x="141619" y="13502"/>
                </a:cubicBezTo>
                <a:cubicBezTo>
                  <a:pt x="140830" y="5985"/>
                  <a:pt x="143331" y="0"/>
                  <a:pt x="147260" y="0"/>
                </a:cubicBezTo>
                <a:cubicBezTo>
                  <a:pt x="150433" y="0"/>
                  <a:pt x="157468" y="17085"/>
                  <a:pt x="157468" y="24790"/>
                </a:cubicBezTo>
                <a:cubicBezTo>
                  <a:pt x="157468" y="29227"/>
                  <a:pt x="159328" y="31346"/>
                  <a:pt x="164323" y="32600"/>
                </a:cubicBezTo>
                <a:cubicBezTo>
                  <a:pt x="169965" y="34015"/>
                  <a:pt x="172364" y="32878"/>
                  <a:pt x="177876" y="26172"/>
                </a:cubicBezTo>
                <a:cubicBezTo>
                  <a:pt x="183430" y="19415"/>
                  <a:pt x="186393" y="18028"/>
                  <a:pt x="195232" y="18047"/>
                </a:cubicBezTo>
                <a:cubicBezTo>
                  <a:pt x="204499" y="18067"/>
                  <a:pt x="206283" y="17120"/>
                  <a:pt x="208905" y="10791"/>
                </a:cubicBezTo>
                <a:cubicBezTo>
                  <a:pt x="211484" y="4565"/>
                  <a:pt x="213074" y="3680"/>
                  <a:pt x="219887" y="4680"/>
                </a:cubicBezTo>
                <a:cubicBezTo>
                  <a:pt x="228665" y="5969"/>
                  <a:pt x="236077" y="12121"/>
                  <a:pt x="238661" y="20265"/>
                </a:cubicBezTo>
                <a:cubicBezTo>
                  <a:pt x="240752" y="26852"/>
                  <a:pt x="249411" y="29849"/>
                  <a:pt x="254397" y="25712"/>
                </a:cubicBezTo>
                <a:cubicBezTo>
                  <a:pt x="256458" y="24001"/>
                  <a:pt x="258145" y="23651"/>
                  <a:pt x="258145" y="24934"/>
                </a:cubicBezTo>
                <a:cubicBezTo>
                  <a:pt x="258145" y="28142"/>
                  <a:pt x="283247" y="54210"/>
                  <a:pt x="286337" y="54210"/>
                </a:cubicBezTo>
                <a:cubicBezTo>
                  <a:pt x="287708" y="54210"/>
                  <a:pt x="290362" y="56243"/>
                  <a:pt x="292234" y="58728"/>
                </a:cubicBezTo>
                <a:cubicBezTo>
                  <a:pt x="296425" y="64288"/>
                  <a:pt x="305753" y="69699"/>
                  <a:pt x="311147" y="69699"/>
                </a:cubicBezTo>
                <a:cubicBezTo>
                  <a:pt x="313361" y="69699"/>
                  <a:pt x="318158" y="72685"/>
                  <a:pt x="321808" y="76335"/>
                </a:cubicBezTo>
                <a:cubicBezTo>
                  <a:pt x="328098" y="82626"/>
                  <a:pt x="328367" y="84002"/>
                  <a:pt x="326980" y="102795"/>
                </a:cubicBezTo>
                <a:cubicBezTo>
                  <a:pt x="325865" y="117888"/>
                  <a:pt x="326410" y="123815"/>
                  <a:pt x="329261" y="127630"/>
                </a:cubicBezTo>
                <a:cubicBezTo>
                  <a:pt x="331322" y="130386"/>
                  <a:pt x="333007" y="134742"/>
                  <a:pt x="333007" y="137310"/>
                </a:cubicBezTo>
                <a:cubicBezTo>
                  <a:pt x="333007" y="139879"/>
                  <a:pt x="333958" y="141980"/>
                  <a:pt x="335120" y="141980"/>
                </a:cubicBezTo>
                <a:cubicBezTo>
                  <a:pt x="336282" y="141980"/>
                  <a:pt x="341362" y="145755"/>
                  <a:pt x="346410" y="150369"/>
                </a:cubicBezTo>
                <a:cubicBezTo>
                  <a:pt x="353607" y="156948"/>
                  <a:pt x="355920" y="161358"/>
                  <a:pt x="357125" y="170794"/>
                </a:cubicBezTo>
                <a:cubicBezTo>
                  <a:pt x="358591" y="182285"/>
                  <a:pt x="358209" y="183236"/>
                  <a:pt x="348644" y="191877"/>
                </a:cubicBezTo>
                <a:cubicBezTo>
                  <a:pt x="343134" y="196855"/>
                  <a:pt x="336201" y="202226"/>
                  <a:pt x="333236" y="203812"/>
                </a:cubicBezTo>
                <a:cubicBezTo>
                  <a:pt x="330270" y="205399"/>
                  <a:pt x="327844" y="208181"/>
                  <a:pt x="327844" y="209994"/>
                </a:cubicBezTo>
                <a:cubicBezTo>
                  <a:pt x="327844" y="211806"/>
                  <a:pt x="324341" y="215879"/>
                  <a:pt x="320060" y="219045"/>
                </a:cubicBezTo>
                <a:cubicBezTo>
                  <a:pt x="313416" y="223957"/>
                  <a:pt x="312052" y="224217"/>
                  <a:pt x="310749" y="220821"/>
                </a:cubicBezTo>
                <a:close/>
              </a:path>
            </a:pathLst>
          </a:custGeom>
          <a:solidFill>
            <a:srgbClr val="B9B9B9"/>
          </a:solidFill>
          <a:ln w="5163" cap="flat">
            <a:noFill/>
            <a:prstDash val="solid"/>
            <a:miter/>
          </a:ln>
        </p:spPr>
        <p:txBody>
          <a:bodyPr/>
          <a:lstStyle/>
          <a:p>
            <a:endParaRPr lang="es-419" noProof="0" dirty="0"/>
          </a:p>
        </p:txBody>
      </p:sp>
      <p:sp>
        <p:nvSpPr>
          <p:cNvPr id="64" name="Forma libre: forma 63">
            <a:extLst>
              <a:ext uri="{FF2B5EF4-FFF2-40B4-BE49-F238E27FC236}">
                <a16:creationId xmlns:a16="http://schemas.microsoft.com/office/drawing/2014/main" id="{6431A9BF-5688-6714-7188-F90006E72B9C}"/>
              </a:ext>
            </a:extLst>
          </p:cNvPr>
          <p:cNvSpPr/>
          <p:nvPr/>
        </p:nvSpPr>
        <p:spPr>
          <a:xfrm>
            <a:off x="2030531" y="2394260"/>
            <a:ext cx="276109" cy="131653"/>
          </a:xfrm>
          <a:custGeom>
            <a:avLst/>
            <a:gdLst>
              <a:gd name="csX0" fmla="*/ 240916 w 276109"/>
              <a:gd name="csY0" fmla="*/ 129933 h 131653"/>
              <a:gd name="csX1" fmla="*/ 239195 w 276109"/>
              <a:gd name="csY1" fmla="*/ 124013 h 131653"/>
              <a:gd name="csX2" fmla="*/ 228223 w 276109"/>
              <a:gd name="csY2" fmla="*/ 115744 h 131653"/>
              <a:gd name="csX3" fmla="*/ 217897 w 276109"/>
              <a:gd name="csY3" fmla="*/ 106005 h 131653"/>
              <a:gd name="csX4" fmla="*/ 210063 w 276109"/>
              <a:gd name="csY4" fmla="*/ 90246 h 131653"/>
              <a:gd name="csX5" fmla="*/ 197989 w 276109"/>
              <a:gd name="csY5" fmla="*/ 82502 h 131653"/>
              <a:gd name="csX6" fmla="*/ 171181 w 276109"/>
              <a:gd name="csY6" fmla="*/ 78639 h 131653"/>
              <a:gd name="csX7" fmla="*/ 162540 w 276109"/>
              <a:gd name="csY7" fmla="*/ 80766 h 131653"/>
              <a:gd name="csX8" fmla="*/ 140024 w 276109"/>
              <a:gd name="csY8" fmla="*/ 103258 h 131653"/>
              <a:gd name="csX9" fmla="*/ 121107 w 276109"/>
              <a:gd name="csY9" fmla="*/ 123910 h 131653"/>
              <a:gd name="csX10" fmla="*/ 115285 w 276109"/>
              <a:gd name="csY10" fmla="*/ 120037 h 131653"/>
              <a:gd name="csX11" fmla="*/ 106086 w 276109"/>
              <a:gd name="csY11" fmla="*/ 116165 h 131653"/>
              <a:gd name="csX12" fmla="*/ 95488 w 276109"/>
              <a:gd name="csY12" fmla="*/ 97511 h 131653"/>
              <a:gd name="csX13" fmla="*/ 74161 w 276109"/>
              <a:gd name="csY13" fmla="*/ 72281 h 131653"/>
              <a:gd name="csX14" fmla="*/ 62180 w 276109"/>
              <a:gd name="csY14" fmla="*/ 80383 h 131653"/>
              <a:gd name="csX15" fmla="*/ 59403 w 276109"/>
              <a:gd name="csY15" fmla="*/ 95543 h 131653"/>
              <a:gd name="csX16" fmla="*/ 54777 w 276109"/>
              <a:gd name="csY16" fmla="*/ 108274 h 131653"/>
              <a:gd name="csX17" fmla="*/ 46950 w 276109"/>
              <a:gd name="csY17" fmla="*/ 122154 h 131653"/>
              <a:gd name="csX18" fmla="*/ 45160 w 276109"/>
              <a:gd name="csY18" fmla="*/ 130363 h 131653"/>
              <a:gd name="csX19" fmla="*/ 42524 w 276109"/>
              <a:gd name="csY19" fmla="*/ 123910 h 131653"/>
              <a:gd name="csX20" fmla="*/ 27585 w 276109"/>
              <a:gd name="csY20" fmla="*/ 101648 h 131653"/>
              <a:gd name="csX21" fmla="*/ 3541 w 276109"/>
              <a:gd name="csY21" fmla="*/ 71617 h 131653"/>
              <a:gd name="csX22" fmla="*/ 489 w 276109"/>
              <a:gd name="csY22" fmla="*/ 57859 h 131653"/>
              <a:gd name="csX23" fmla="*/ 5896 w 276109"/>
              <a:gd name="csY23" fmla="*/ 47783 h 131653"/>
              <a:gd name="csX24" fmla="*/ 14046 w 276109"/>
              <a:gd name="csY24" fmla="*/ 46070 h 131653"/>
              <a:gd name="csX25" fmla="*/ 24934 w 276109"/>
              <a:gd name="csY25" fmla="*/ 43885 h 131653"/>
              <a:gd name="csX26" fmla="*/ 35503 w 276109"/>
              <a:gd name="csY26" fmla="*/ 38722 h 131653"/>
              <a:gd name="csX27" fmla="*/ 41946 w 276109"/>
              <a:gd name="csY27" fmla="*/ 35764 h 131653"/>
              <a:gd name="csX28" fmla="*/ 25819 w 276109"/>
              <a:gd name="csY28" fmla="*/ 37615 h 131653"/>
              <a:gd name="csX29" fmla="*/ 26045 w 276109"/>
              <a:gd name="csY29" fmla="*/ 35947 h 131653"/>
              <a:gd name="csX30" fmla="*/ 73982 w 276109"/>
              <a:gd name="csY30" fmla="*/ 25857 h 131653"/>
              <a:gd name="csX31" fmla="*/ 76916 w 276109"/>
              <a:gd name="csY31" fmla="*/ 28123 h 131653"/>
              <a:gd name="csX32" fmla="*/ 76893 w 276109"/>
              <a:gd name="csY32" fmla="*/ 31518 h 131653"/>
              <a:gd name="csX33" fmla="*/ 83755 w 276109"/>
              <a:gd name="csY33" fmla="*/ 29317 h 131653"/>
              <a:gd name="csX34" fmla="*/ 96686 w 276109"/>
              <a:gd name="csY34" fmla="*/ 23336 h 131653"/>
              <a:gd name="csX35" fmla="*/ 114106 w 276109"/>
              <a:gd name="csY35" fmla="*/ 13587 h 131653"/>
              <a:gd name="csX36" fmla="*/ 134447 w 276109"/>
              <a:gd name="csY36" fmla="*/ 0 h 131653"/>
              <a:gd name="csX37" fmla="*/ 136418 w 276109"/>
              <a:gd name="csY37" fmla="*/ 8390 h 131653"/>
              <a:gd name="csX38" fmla="*/ 147553 w 276109"/>
              <a:gd name="csY38" fmla="*/ 17557 h 131653"/>
              <a:gd name="csX39" fmla="*/ 164372 w 276109"/>
              <a:gd name="csY39" fmla="*/ 37279 h 131653"/>
              <a:gd name="csX40" fmla="*/ 179001 w 276109"/>
              <a:gd name="csY40" fmla="*/ 58990 h 131653"/>
              <a:gd name="csX41" fmla="*/ 191415 w 276109"/>
              <a:gd name="csY41" fmla="*/ 67081 h 131653"/>
              <a:gd name="csX42" fmla="*/ 215539 w 276109"/>
              <a:gd name="csY42" fmla="*/ 67434 h 131653"/>
              <a:gd name="csX43" fmla="*/ 218120 w 276109"/>
              <a:gd name="csY43" fmla="*/ 59084 h 131653"/>
              <a:gd name="csX44" fmla="*/ 224155 w 276109"/>
              <a:gd name="csY44" fmla="*/ 52122 h 131653"/>
              <a:gd name="csX45" fmla="*/ 241477 w 276109"/>
              <a:gd name="csY45" fmla="*/ 56639 h 131653"/>
              <a:gd name="csX46" fmla="*/ 260758 w 276109"/>
              <a:gd name="csY46" fmla="*/ 61955 h 131653"/>
              <a:gd name="csX47" fmla="*/ 271115 w 276109"/>
              <a:gd name="csY47" fmla="*/ 65853 h 131653"/>
              <a:gd name="csX48" fmla="*/ 274360 w 276109"/>
              <a:gd name="csY48" fmla="*/ 100702 h 131653"/>
              <a:gd name="csX49" fmla="*/ 276110 w 276109"/>
              <a:gd name="csY49" fmla="*/ 131654 h 131653"/>
              <a:gd name="csX50" fmla="*/ 259373 w 276109"/>
              <a:gd name="csY50" fmla="*/ 131654 h 131653"/>
              <a:gd name="csX51" fmla="*/ 240916 w 276109"/>
              <a:gd name="csY51" fmla="*/ 129933 h 1316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Lst>
            <a:rect l="l" t="t" r="r" b="b"/>
            <a:pathLst>
              <a:path w="276109" h="131653">
                <a:moveTo>
                  <a:pt x="240916" y="129933"/>
                </a:moveTo>
                <a:cubicBezTo>
                  <a:pt x="239969" y="128986"/>
                  <a:pt x="239195" y="126322"/>
                  <a:pt x="239195" y="124013"/>
                </a:cubicBezTo>
                <a:cubicBezTo>
                  <a:pt x="239195" y="121432"/>
                  <a:pt x="234966" y="118245"/>
                  <a:pt x="228223" y="115744"/>
                </a:cubicBezTo>
                <a:cubicBezTo>
                  <a:pt x="219440" y="112485"/>
                  <a:pt x="217381" y="110543"/>
                  <a:pt x="217897" y="106005"/>
                </a:cubicBezTo>
                <a:cubicBezTo>
                  <a:pt x="218682" y="99107"/>
                  <a:pt x="214348" y="90389"/>
                  <a:pt x="210063" y="90246"/>
                </a:cubicBezTo>
                <a:cubicBezTo>
                  <a:pt x="208338" y="90188"/>
                  <a:pt x="202905" y="86703"/>
                  <a:pt x="197989" y="82502"/>
                </a:cubicBezTo>
                <a:cubicBezTo>
                  <a:pt x="188345" y="74258"/>
                  <a:pt x="178782" y="72880"/>
                  <a:pt x="171181" y="78639"/>
                </a:cubicBezTo>
                <a:cubicBezTo>
                  <a:pt x="168558" y="80626"/>
                  <a:pt x="164670" y="81583"/>
                  <a:pt x="162540" y="80766"/>
                </a:cubicBezTo>
                <a:cubicBezTo>
                  <a:pt x="158541" y="79232"/>
                  <a:pt x="151258" y="86508"/>
                  <a:pt x="140024" y="103258"/>
                </a:cubicBezTo>
                <a:cubicBezTo>
                  <a:pt x="131601" y="115819"/>
                  <a:pt x="124189" y="123910"/>
                  <a:pt x="121107" y="123910"/>
                </a:cubicBezTo>
                <a:cubicBezTo>
                  <a:pt x="119672" y="123910"/>
                  <a:pt x="117052" y="122167"/>
                  <a:pt x="115285" y="120037"/>
                </a:cubicBezTo>
                <a:cubicBezTo>
                  <a:pt x="113517" y="117908"/>
                  <a:pt x="109378" y="116165"/>
                  <a:pt x="106086" y="116165"/>
                </a:cubicBezTo>
                <a:cubicBezTo>
                  <a:pt x="98470" y="116165"/>
                  <a:pt x="97317" y="114137"/>
                  <a:pt x="95488" y="97511"/>
                </a:cubicBezTo>
                <a:cubicBezTo>
                  <a:pt x="93708" y="81325"/>
                  <a:pt x="86063" y="72281"/>
                  <a:pt x="74161" y="72281"/>
                </a:cubicBezTo>
                <a:cubicBezTo>
                  <a:pt x="68039" y="72281"/>
                  <a:pt x="65473" y="74016"/>
                  <a:pt x="62180" y="80383"/>
                </a:cubicBezTo>
                <a:cubicBezTo>
                  <a:pt x="59748" y="85087"/>
                  <a:pt x="58583" y="91445"/>
                  <a:pt x="59403" y="95543"/>
                </a:cubicBezTo>
                <a:cubicBezTo>
                  <a:pt x="60452" y="100790"/>
                  <a:pt x="59265" y="104058"/>
                  <a:pt x="54777" y="108274"/>
                </a:cubicBezTo>
                <a:cubicBezTo>
                  <a:pt x="51457" y="111393"/>
                  <a:pt x="47935" y="117640"/>
                  <a:pt x="46950" y="122154"/>
                </a:cubicBezTo>
                <a:lnTo>
                  <a:pt x="45160" y="130363"/>
                </a:lnTo>
                <a:lnTo>
                  <a:pt x="42524" y="123910"/>
                </a:lnTo>
                <a:cubicBezTo>
                  <a:pt x="37073" y="110563"/>
                  <a:pt x="32979" y="104462"/>
                  <a:pt x="27585" y="101648"/>
                </a:cubicBezTo>
                <a:cubicBezTo>
                  <a:pt x="17943" y="96616"/>
                  <a:pt x="4895" y="80319"/>
                  <a:pt x="3541" y="71617"/>
                </a:cubicBezTo>
                <a:cubicBezTo>
                  <a:pt x="2825" y="67013"/>
                  <a:pt x="1452" y="60822"/>
                  <a:pt x="489" y="57859"/>
                </a:cubicBezTo>
                <a:cubicBezTo>
                  <a:pt x="-848" y="53746"/>
                  <a:pt x="431" y="51364"/>
                  <a:pt x="5896" y="47783"/>
                </a:cubicBezTo>
                <a:cubicBezTo>
                  <a:pt x="10761" y="44595"/>
                  <a:pt x="13372" y="44047"/>
                  <a:pt x="14046" y="46070"/>
                </a:cubicBezTo>
                <a:cubicBezTo>
                  <a:pt x="15462" y="50316"/>
                  <a:pt x="18138" y="49779"/>
                  <a:pt x="24934" y="43885"/>
                </a:cubicBezTo>
                <a:cubicBezTo>
                  <a:pt x="28208" y="41045"/>
                  <a:pt x="32964" y="38722"/>
                  <a:pt x="35503" y="38722"/>
                </a:cubicBezTo>
                <a:cubicBezTo>
                  <a:pt x="38041" y="38722"/>
                  <a:pt x="40941" y="37391"/>
                  <a:pt x="41946" y="35764"/>
                </a:cubicBezTo>
                <a:cubicBezTo>
                  <a:pt x="43722" y="32890"/>
                  <a:pt x="39180" y="33412"/>
                  <a:pt x="25819" y="37615"/>
                </a:cubicBezTo>
                <a:cubicBezTo>
                  <a:pt x="21516" y="38969"/>
                  <a:pt x="21538" y="38810"/>
                  <a:pt x="26045" y="35947"/>
                </a:cubicBezTo>
                <a:cubicBezTo>
                  <a:pt x="31416" y="32535"/>
                  <a:pt x="63427" y="25797"/>
                  <a:pt x="73982" y="25857"/>
                </a:cubicBezTo>
                <a:cubicBezTo>
                  <a:pt x="78607" y="25883"/>
                  <a:pt x="79439" y="26525"/>
                  <a:pt x="76916" y="28123"/>
                </a:cubicBezTo>
                <a:cubicBezTo>
                  <a:pt x="73965" y="29993"/>
                  <a:pt x="73961" y="30540"/>
                  <a:pt x="76893" y="31518"/>
                </a:cubicBezTo>
                <a:cubicBezTo>
                  <a:pt x="78816" y="32159"/>
                  <a:pt x="81904" y="31168"/>
                  <a:pt x="83755" y="29317"/>
                </a:cubicBezTo>
                <a:cubicBezTo>
                  <a:pt x="85607" y="27466"/>
                  <a:pt x="91425" y="24774"/>
                  <a:pt x="96686" y="23336"/>
                </a:cubicBezTo>
                <a:cubicBezTo>
                  <a:pt x="101946" y="21898"/>
                  <a:pt x="109785" y="17511"/>
                  <a:pt x="114106" y="13587"/>
                </a:cubicBezTo>
                <a:cubicBezTo>
                  <a:pt x="121455" y="6915"/>
                  <a:pt x="131807" y="0"/>
                  <a:pt x="134447" y="0"/>
                </a:cubicBezTo>
                <a:cubicBezTo>
                  <a:pt x="135087" y="0"/>
                  <a:pt x="135973" y="3775"/>
                  <a:pt x="136418" y="8390"/>
                </a:cubicBezTo>
                <a:cubicBezTo>
                  <a:pt x="137168" y="16168"/>
                  <a:pt x="137980" y="16836"/>
                  <a:pt x="147553" y="17557"/>
                </a:cubicBezTo>
                <a:cubicBezTo>
                  <a:pt x="160105" y="18501"/>
                  <a:pt x="164320" y="23444"/>
                  <a:pt x="164372" y="37279"/>
                </a:cubicBezTo>
                <a:cubicBezTo>
                  <a:pt x="164422" y="50382"/>
                  <a:pt x="165667" y="52231"/>
                  <a:pt x="179001" y="58990"/>
                </a:cubicBezTo>
                <a:cubicBezTo>
                  <a:pt x="184939" y="62000"/>
                  <a:pt x="190525" y="65641"/>
                  <a:pt x="191415" y="67081"/>
                </a:cubicBezTo>
                <a:cubicBezTo>
                  <a:pt x="193368" y="70242"/>
                  <a:pt x="210709" y="70495"/>
                  <a:pt x="215539" y="67434"/>
                </a:cubicBezTo>
                <a:cubicBezTo>
                  <a:pt x="217436" y="66231"/>
                  <a:pt x="218597" y="62474"/>
                  <a:pt x="218120" y="59084"/>
                </a:cubicBezTo>
                <a:cubicBezTo>
                  <a:pt x="217412" y="54054"/>
                  <a:pt x="218522" y="52773"/>
                  <a:pt x="224155" y="52122"/>
                </a:cubicBezTo>
                <a:cubicBezTo>
                  <a:pt x="227952" y="51683"/>
                  <a:pt x="235747" y="53716"/>
                  <a:pt x="241477" y="56639"/>
                </a:cubicBezTo>
                <a:cubicBezTo>
                  <a:pt x="247208" y="59563"/>
                  <a:pt x="255884" y="61955"/>
                  <a:pt x="260758" y="61955"/>
                </a:cubicBezTo>
                <a:cubicBezTo>
                  <a:pt x="266280" y="61955"/>
                  <a:pt x="270184" y="63424"/>
                  <a:pt x="271115" y="65853"/>
                </a:cubicBezTo>
                <a:cubicBezTo>
                  <a:pt x="271938" y="67996"/>
                  <a:pt x="273398" y="83679"/>
                  <a:pt x="274360" y="100702"/>
                </a:cubicBezTo>
                <a:lnTo>
                  <a:pt x="276110" y="131654"/>
                </a:lnTo>
                <a:lnTo>
                  <a:pt x="259373" y="131654"/>
                </a:lnTo>
                <a:cubicBezTo>
                  <a:pt x="250168" y="131654"/>
                  <a:pt x="241862" y="130880"/>
                  <a:pt x="240916" y="129933"/>
                </a:cubicBezTo>
                <a:close/>
              </a:path>
            </a:pathLst>
          </a:custGeom>
          <a:solidFill>
            <a:srgbClr val="B9B9B9"/>
          </a:solidFill>
          <a:ln w="5163" cap="flat">
            <a:noFill/>
            <a:prstDash val="solid"/>
            <a:miter/>
          </a:ln>
        </p:spPr>
        <p:txBody>
          <a:bodyPr/>
          <a:lstStyle/>
          <a:p>
            <a:endParaRPr lang="es-419" noProof="0" dirty="0"/>
          </a:p>
        </p:txBody>
      </p:sp>
      <p:sp>
        <p:nvSpPr>
          <p:cNvPr id="65" name="Forma libre: forma 64">
            <a:extLst>
              <a:ext uri="{FF2B5EF4-FFF2-40B4-BE49-F238E27FC236}">
                <a16:creationId xmlns:a16="http://schemas.microsoft.com/office/drawing/2014/main" id="{9D744FF2-B1DF-14AD-D46E-70EAAAD125BF}"/>
              </a:ext>
            </a:extLst>
          </p:cNvPr>
          <p:cNvSpPr/>
          <p:nvPr/>
        </p:nvSpPr>
        <p:spPr>
          <a:xfrm>
            <a:off x="1184484" y="2261861"/>
            <a:ext cx="318490" cy="227740"/>
          </a:xfrm>
          <a:custGeom>
            <a:avLst/>
            <a:gdLst>
              <a:gd name="csX0" fmla="*/ 114616 w 318490"/>
              <a:gd name="csY0" fmla="*/ 224041 h 227740"/>
              <a:gd name="csX1" fmla="*/ 98063 w 318490"/>
              <a:gd name="csY1" fmla="*/ 220365 h 227740"/>
              <a:gd name="csX2" fmla="*/ 78702 w 318490"/>
              <a:gd name="csY2" fmla="*/ 212689 h 227740"/>
              <a:gd name="csX3" fmla="*/ 52720 w 318490"/>
              <a:gd name="csY3" fmla="*/ 202264 h 227740"/>
              <a:gd name="csX4" fmla="*/ 16521 w 318490"/>
              <a:gd name="csY4" fmla="*/ 184010 h 227740"/>
              <a:gd name="csX5" fmla="*/ 9212 w 318490"/>
              <a:gd name="csY5" fmla="*/ 173147 h 227740"/>
              <a:gd name="csX6" fmla="*/ 4642 w 318490"/>
              <a:gd name="csY6" fmla="*/ 147730 h 227740"/>
              <a:gd name="csX7" fmla="*/ 11809 w 318490"/>
              <a:gd name="csY7" fmla="*/ 137502 h 227740"/>
              <a:gd name="csX8" fmla="*/ 21183 w 318490"/>
              <a:gd name="csY8" fmla="*/ 134430 h 227740"/>
              <a:gd name="csX9" fmla="*/ 31013 w 318490"/>
              <a:gd name="csY9" fmla="*/ 131925 h 227740"/>
              <a:gd name="csX10" fmla="*/ 40878 w 318490"/>
              <a:gd name="csY10" fmla="*/ 131248 h 227740"/>
              <a:gd name="csX11" fmla="*/ 63873 w 318490"/>
              <a:gd name="csY11" fmla="*/ 121001 h 227740"/>
              <a:gd name="csX12" fmla="*/ 83748 w 318490"/>
              <a:gd name="csY12" fmla="*/ 109166 h 227740"/>
              <a:gd name="csX13" fmla="*/ 103738 w 318490"/>
              <a:gd name="csY13" fmla="*/ 85934 h 227740"/>
              <a:gd name="csX14" fmla="*/ 95901 w 318490"/>
              <a:gd name="csY14" fmla="*/ 79966 h 227740"/>
              <a:gd name="csX15" fmla="*/ 88802 w 318490"/>
              <a:gd name="csY15" fmla="*/ 74674 h 227740"/>
              <a:gd name="csX16" fmla="*/ 86125 w 318490"/>
              <a:gd name="csY16" fmla="*/ 66219 h 227740"/>
              <a:gd name="csX17" fmla="*/ 86125 w 318490"/>
              <a:gd name="csY17" fmla="*/ 56499 h 227740"/>
              <a:gd name="csX18" fmla="*/ 88802 w 318490"/>
              <a:gd name="csY18" fmla="*/ 47540 h 227740"/>
              <a:gd name="csX19" fmla="*/ 60913 w 318490"/>
              <a:gd name="csY19" fmla="*/ 35309 h 227740"/>
              <a:gd name="csX20" fmla="*/ 56419 w 318490"/>
              <a:gd name="csY20" fmla="*/ 24926 h 227740"/>
              <a:gd name="csX21" fmla="*/ 74769 w 318490"/>
              <a:gd name="csY21" fmla="*/ 18056 h 227740"/>
              <a:gd name="csX22" fmla="*/ 99155 w 318490"/>
              <a:gd name="csY22" fmla="*/ 10069 h 227740"/>
              <a:gd name="csX23" fmla="*/ 128747 w 318490"/>
              <a:gd name="csY23" fmla="*/ 1794 h 227740"/>
              <a:gd name="csX24" fmla="*/ 148545 w 318490"/>
              <a:gd name="csY24" fmla="*/ 0 h 227740"/>
              <a:gd name="csX25" fmla="*/ 155959 w 318490"/>
              <a:gd name="csY25" fmla="*/ 8117 h 227740"/>
              <a:gd name="csX26" fmla="*/ 176571 w 318490"/>
              <a:gd name="csY26" fmla="*/ 11071 h 227740"/>
              <a:gd name="csX27" fmla="*/ 199804 w 318490"/>
              <a:gd name="csY27" fmla="*/ 21145 h 227740"/>
              <a:gd name="csX28" fmla="*/ 218086 w 318490"/>
              <a:gd name="csY28" fmla="*/ 31610 h 227740"/>
              <a:gd name="csX29" fmla="*/ 246412 w 318490"/>
              <a:gd name="csY29" fmla="*/ 32163 h 227740"/>
              <a:gd name="csX30" fmla="*/ 266539 w 318490"/>
              <a:gd name="csY30" fmla="*/ 37891 h 227740"/>
              <a:gd name="csX31" fmla="*/ 290777 w 318490"/>
              <a:gd name="csY31" fmla="*/ 32555 h 227740"/>
              <a:gd name="csX32" fmla="*/ 315453 w 318490"/>
              <a:gd name="csY32" fmla="*/ 29658 h 227740"/>
              <a:gd name="csX33" fmla="*/ 315970 w 318490"/>
              <a:gd name="csY33" fmla="*/ 49793 h 227740"/>
              <a:gd name="csX34" fmla="*/ 313388 w 318490"/>
              <a:gd name="csY34" fmla="*/ 54741 h 227740"/>
              <a:gd name="csX35" fmla="*/ 311088 w 318490"/>
              <a:gd name="csY35" fmla="*/ 60549 h 227740"/>
              <a:gd name="csX36" fmla="*/ 306292 w 318490"/>
              <a:gd name="csY36" fmla="*/ 87865 h 227740"/>
              <a:gd name="csX37" fmla="*/ 284623 w 318490"/>
              <a:gd name="csY37" fmla="*/ 147819 h 227740"/>
              <a:gd name="csX38" fmla="*/ 277248 w 318490"/>
              <a:gd name="csY38" fmla="*/ 167736 h 227740"/>
              <a:gd name="csX39" fmla="*/ 272730 w 318490"/>
              <a:gd name="csY39" fmla="*/ 177484 h 227740"/>
              <a:gd name="csX40" fmla="*/ 214235 w 318490"/>
              <a:gd name="csY40" fmla="*/ 170076 h 227740"/>
              <a:gd name="csX41" fmla="*/ 184978 w 318490"/>
              <a:gd name="csY41" fmla="*/ 166604 h 227740"/>
              <a:gd name="csX42" fmla="*/ 157292 w 318490"/>
              <a:gd name="csY42" fmla="*/ 168449 h 227740"/>
              <a:gd name="csX43" fmla="*/ 156212 w 318490"/>
              <a:gd name="csY43" fmla="*/ 189010 h 227740"/>
              <a:gd name="csX44" fmla="*/ 147530 w 318490"/>
              <a:gd name="csY44" fmla="*/ 199123 h 227740"/>
              <a:gd name="csX45" fmla="*/ 137850 w 318490"/>
              <a:gd name="csY45" fmla="*/ 216729 h 227740"/>
              <a:gd name="csX46" fmla="*/ 130751 w 318490"/>
              <a:gd name="csY46" fmla="*/ 227717 h 227740"/>
              <a:gd name="csX47" fmla="*/ 114616 w 318490"/>
              <a:gd name="csY47" fmla="*/ 224041 h 2277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Lst>
            <a:rect l="l" t="t" r="r" b="b"/>
            <a:pathLst>
              <a:path w="318490" h="227740">
                <a:moveTo>
                  <a:pt x="114616" y="224041"/>
                </a:moveTo>
                <a:cubicBezTo>
                  <a:pt x="109647" y="222127"/>
                  <a:pt x="102198" y="220473"/>
                  <a:pt x="98063" y="220365"/>
                </a:cubicBezTo>
                <a:cubicBezTo>
                  <a:pt x="93928" y="220257"/>
                  <a:pt x="85216" y="216803"/>
                  <a:pt x="78702" y="212689"/>
                </a:cubicBezTo>
                <a:cubicBezTo>
                  <a:pt x="72189" y="208575"/>
                  <a:pt x="60497" y="203884"/>
                  <a:pt x="52720" y="202264"/>
                </a:cubicBezTo>
                <a:cubicBezTo>
                  <a:pt x="38260" y="199253"/>
                  <a:pt x="16521" y="188291"/>
                  <a:pt x="16521" y="184010"/>
                </a:cubicBezTo>
                <a:cubicBezTo>
                  <a:pt x="16521" y="182699"/>
                  <a:pt x="13232" y="177811"/>
                  <a:pt x="9212" y="173147"/>
                </a:cubicBezTo>
                <a:cubicBezTo>
                  <a:pt x="-1729" y="160453"/>
                  <a:pt x="-2493" y="156209"/>
                  <a:pt x="4642" y="147730"/>
                </a:cubicBezTo>
                <a:cubicBezTo>
                  <a:pt x="8064" y="143663"/>
                  <a:pt x="11290" y="139060"/>
                  <a:pt x="11809" y="137502"/>
                </a:cubicBezTo>
                <a:cubicBezTo>
                  <a:pt x="12328" y="135944"/>
                  <a:pt x="16546" y="134562"/>
                  <a:pt x="21183" y="134430"/>
                </a:cubicBezTo>
                <a:cubicBezTo>
                  <a:pt x="25819" y="134298"/>
                  <a:pt x="30243" y="133171"/>
                  <a:pt x="31013" y="131925"/>
                </a:cubicBezTo>
                <a:cubicBezTo>
                  <a:pt x="31783" y="130679"/>
                  <a:pt x="36222" y="130374"/>
                  <a:pt x="40878" y="131248"/>
                </a:cubicBezTo>
                <a:cubicBezTo>
                  <a:pt x="48236" y="132628"/>
                  <a:pt x="51244" y="131288"/>
                  <a:pt x="63873" y="121001"/>
                </a:cubicBezTo>
                <a:cubicBezTo>
                  <a:pt x="71865" y="114492"/>
                  <a:pt x="80808" y="109166"/>
                  <a:pt x="83748" y="109166"/>
                </a:cubicBezTo>
                <a:cubicBezTo>
                  <a:pt x="91503" y="109166"/>
                  <a:pt x="104649" y="93888"/>
                  <a:pt x="103738" y="85934"/>
                </a:cubicBezTo>
                <a:cubicBezTo>
                  <a:pt x="103134" y="80649"/>
                  <a:pt x="101713" y="79568"/>
                  <a:pt x="95901" y="79966"/>
                </a:cubicBezTo>
                <a:cubicBezTo>
                  <a:pt x="90126" y="80361"/>
                  <a:pt x="88802" y="79374"/>
                  <a:pt x="88802" y="74674"/>
                </a:cubicBezTo>
                <a:cubicBezTo>
                  <a:pt x="88802" y="71496"/>
                  <a:pt x="87597" y="67691"/>
                  <a:pt x="86125" y="66219"/>
                </a:cubicBezTo>
                <a:cubicBezTo>
                  <a:pt x="84276" y="64370"/>
                  <a:pt x="84276" y="61362"/>
                  <a:pt x="86125" y="56499"/>
                </a:cubicBezTo>
                <a:cubicBezTo>
                  <a:pt x="87597" y="52626"/>
                  <a:pt x="88802" y="48595"/>
                  <a:pt x="88802" y="47540"/>
                </a:cubicBezTo>
                <a:cubicBezTo>
                  <a:pt x="88802" y="45033"/>
                  <a:pt x="71424" y="37411"/>
                  <a:pt x="60913" y="35309"/>
                </a:cubicBezTo>
                <a:cubicBezTo>
                  <a:pt x="51581" y="33443"/>
                  <a:pt x="51150" y="32448"/>
                  <a:pt x="56419" y="24926"/>
                </a:cubicBezTo>
                <a:cubicBezTo>
                  <a:pt x="59183" y="20980"/>
                  <a:pt x="64034" y="19164"/>
                  <a:pt x="74769" y="18056"/>
                </a:cubicBezTo>
                <a:cubicBezTo>
                  <a:pt x="84042" y="17099"/>
                  <a:pt x="92933" y="14187"/>
                  <a:pt x="99155" y="10069"/>
                </a:cubicBezTo>
                <a:cubicBezTo>
                  <a:pt x="106450" y="5242"/>
                  <a:pt x="114000" y="3130"/>
                  <a:pt x="128747" y="1794"/>
                </a:cubicBezTo>
                <a:lnTo>
                  <a:pt x="148545" y="0"/>
                </a:lnTo>
                <a:lnTo>
                  <a:pt x="155959" y="8117"/>
                </a:lnTo>
                <a:cubicBezTo>
                  <a:pt x="164608" y="17586"/>
                  <a:pt x="168428" y="18134"/>
                  <a:pt x="176571" y="11071"/>
                </a:cubicBezTo>
                <a:cubicBezTo>
                  <a:pt x="187391" y="1687"/>
                  <a:pt x="199804" y="7069"/>
                  <a:pt x="199804" y="21145"/>
                </a:cubicBezTo>
                <a:cubicBezTo>
                  <a:pt x="199804" y="30772"/>
                  <a:pt x="209395" y="36261"/>
                  <a:pt x="218086" y="31610"/>
                </a:cubicBezTo>
                <a:cubicBezTo>
                  <a:pt x="228270" y="26160"/>
                  <a:pt x="241869" y="26426"/>
                  <a:pt x="246412" y="32163"/>
                </a:cubicBezTo>
                <a:cubicBezTo>
                  <a:pt x="249505" y="36068"/>
                  <a:pt x="254126" y="37384"/>
                  <a:pt x="266539" y="37891"/>
                </a:cubicBezTo>
                <a:cubicBezTo>
                  <a:pt x="279978" y="38440"/>
                  <a:pt x="284000" y="37555"/>
                  <a:pt x="290777" y="32555"/>
                </a:cubicBezTo>
                <a:cubicBezTo>
                  <a:pt x="299613" y="26036"/>
                  <a:pt x="310548" y="24752"/>
                  <a:pt x="315453" y="29658"/>
                </a:cubicBezTo>
                <a:cubicBezTo>
                  <a:pt x="319191" y="33396"/>
                  <a:pt x="319612" y="49793"/>
                  <a:pt x="315970" y="49793"/>
                </a:cubicBezTo>
                <a:cubicBezTo>
                  <a:pt x="314550" y="49793"/>
                  <a:pt x="313388" y="52020"/>
                  <a:pt x="313388" y="54741"/>
                </a:cubicBezTo>
                <a:cubicBezTo>
                  <a:pt x="313388" y="57462"/>
                  <a:pt x="312353" y="60076"/>
                  <a:pt x="311088" y="60549"/>
                </a:cubicBezTo>
                <a:cubicBezTo>
                  <a:pt x="309822" y="61023"/>
                  <a:pt x="307664" y="73315"/>
                  <a:pt x="306292" y="87865"/>
                </a:cubicBezTo>
                <a:cubicBezTo>
                  <a:pt x="303509" y="117372"/>
                  <a:pt x="292552" y="147689"/>
                  <a:pt x="284623" y="147819"/>
                </a:cubicBezTo>
                <a:cubicBezTo>
                  <a:pt x="279191" y="147908"/>
                  <a:pt x="277248" y="153157"/>
                  <a:pt x="277248" y="167736"/>
                </a:cubicBezTo>
                <a:cubicBezTo>
                  <a:pt x="277248" y="177878"/>
                  <a:pt x="276652" y="179163"/>
                  <a:pt x="272730" y="177484"/>
                </a:cubicBezTo>
                <a:cubicBezTo>
                  <a:pt x="262382" y="173052"/>
                  <a:pt x="240695" y="170306"/>
                  <a:pt x="214235" y="170076"/>
                </a:cubicBezTo>
                <a:cubicBezTo>
                  <a:pt x="194190" y="169901"/>
                  <a:pt x="185756" y="168900"/>
                  <a:pt x="184978" y="166604"/>
                </a:cubicBezTo>
                <a:cubicBezTo>
                  <a:pt x="183149" y="161204"/>
                  <a:pt x="162610" y="162574"/>
                  <a:pt x="157292" y="168449"/>
                </a:cubicBezTo>
                <a:cubicBezTo>
                  <a:pt x="153074" y="173111"/>
                  <a:pt x="152885" y="176707"/>
                  <a:pt x="156212" y="189010"/>
                </a:cubicBezTo>
                <a:cubicBezTo>
                  <a:pt x="156777" y="191099"/>
                  <a:pt x="153007" y="195490"/>
                  <a:pt x="147530" y="199123"/>
                </a:cubicBezTo>
                <a:cubicBezTo>
                  <a:pt x="138821" y="204900"/>
                  <a:pt x="137850" y="206668"/>
                  <a:pt x="137850" y="216729"/>
                </a:cubicBezTo>
                <a:cubicBezTo>
                  <a:pt x="137850" y="227257"/>
                  <a:pt x="137433" y="227902"/>
                  <a:pt x="130751" y="227717"/>
                </a:cubicBezTo>
                <a:cubicBezTo>
                  <a:pt x="126846" y="227609"/>
                  <a:pt x="119586" y="225955"/>
                  <a:pt x="114616" y="224041"/>
                </a:cubicBezTo>
                <a:close/>
              </a:path>
            </a:pathLst>
          </a:custGeom>
          <a:solidFill>
            <a:srgbClr val="B9B9B9"/>
          </a:solidFill>
          <a:ln w="5163" cap="flat">
            <a:noFill/>
            <a:prstDash val="solid"/>
            <a:miter/>
          </a:ln>
        </p:spPr>
        <p:txBody>
          <a:bodyPr/>
          <a:lstStyle/>
          <a:p>
            <a:endParaRPr lang="es-419" noProof="0" dirty="0"/>
          </a:p>
        </p:txBody>
      </p:sp>
      <p:sp>
        <p:nvSpPr>
          <p:cNvPr id="66" name="Forma libre: forma 65">
            <a:extLst>
              <a:ext uri="{FF2B5EF4-FFF2-40B4-BE49-F238E27FC236}">
                <a16:creationId xmlns:a16="http://schemas.microsoft.com/office/drawing/2014/main" id="{DB8F1646-1BB4-C341-E01A-3C2BE2BEE8F5}"/>
              </a:ext>
            </a:extLst>
          </p:cNvPr>
          <p:cNvSpPr/>
          <p:nvPr/>
        </p:nvSpPr>
        <p:spPr>
          <a:xfrm>
            <a:off x="1557246" y="2384328"/>
            <a:ext cx="70794" cy="61560"/>
          </a:xfrm>
          <a:custGeom>
            <a:avLst/>
            <a:gdLst>
              <a:gd name="csX0" fmla="*/ 30977 w 70794"/>
              <a:gd name="csY0" fmla="*/ 53817 h 61560"/>
              <a:gd name="csX1" fmla="*/ 18070 w 70794"/>
              <a:gd name="csY1" fmla="*/ 49863 h 61560"/>
              <a:gd name="csX2" fmla="*/ 14198 w 70794"/>
              <a:gd name="csY2" fmla="*/ 52169 h 61560"/>
              <a:gd name="csX3" fmla="*/ 10326 w 70794"/>
              <a:gd name="csY3" fmla="*/ 47062 h 61560"/>
              <a:gd name="csX4" fmla="*/ 5163 w 70794"/>
              <a:gd name="csY4" fmla="*/ 39020 h 61560"/>
              <a:gd name="csX5" fmla="*/ 0 w 70794"/>
              <a:gd name="csY5" fmla="*/ 32748 h 61560"/>
              <a:gd name="csX6" fmla="*/ 10326 w 70794"/>
              <a:gd name="csY6" fmla="*/ 18967 h 61560"/>
              <a:gd name="csX7" fmla="*/ 20652 w 70794"/>
              <a:gd name="csY7" fmla="*/ 3034 h 61560"/>
              <a:gd name="csX8" fmla="*/ 30332 w 70794"/>
              <a:gd name="csY8" fmla="*/ 698 h 61560"/>
              <a:gd name="csX9" fmla="*/ 54210 w 70794"/>
              <a:gd name="csY9" fmla="*/ 10137 h 61560"/>
              <a:gd name="csX10" fmla="*/ 63267 w 70794"/>
              <a:gd name="csY10" fmla="*/ 15095 h 61560"/>
              <a:gd name="csX11" fmla="*/ 69100 w 70794"/>
              <a:gd name="csY11" fmla="*/ 20258 h 61560"/>
              <a:gd name="csX12" fmla="*/ 69100 w 70794"/>
              <a:gd name="csY12" fmla="*/ 30584 h 61560"/>
              <a:gd name="csX13" fmla="*/ 69721 w 70794"/>
              <a:gd name="csY13" fmla="*/ 35746 h 61560"/>
              <a:gd name="csX14" fmla="*/ 67118 w 70794"/>
              <a:gd name="csY14" fmla="*/ 44803 h 61560"/>
              <a:gd name="csX15" fmla="*/ 61618 w 70794"/>
              <a:gd name="csY15" fmla="*/ 50612 h 61560"/>
              <a:gd name="csX16" fmla="*/ 54931 w 70794"/>
              <a:gd name="csY16" fmla="*/ 50644 h 61560"/>
              <a:gd name="csX17" fmla="*/ 37735 w 70794"/>
              <a:gd name="csY17" fmla="*/ 61561 h 61560"/>
              <a:gd name="csX18" fmla="*/ 30977 w 70794"/>
              <a:gd name="csY18" fmla="*/ 53817 h 615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70794" h="61560">
                <a:moveTo>
                  <a:pt x="30977" y="53817"/>
                </a:moveTo>
                <a:cubicBezTo>
                  <a:pt x="25158" y="45644"/>
                  <a:pt x="18070" y="43473"/>
                  <a:pt x="18070" y="49863"/>
                </a:cubicBezTo>
                <a:cubicBezTo>
                  <a:pt x="18070" y="52173"/>
                  <a:pt x="16557" y="53074"/>
                  <a:pt x="14198" y="52169"/>
                </a:cubicBezTo>
                <a:cubicBezTo>
                  <a:pt x="12068" y="51351"/>
                  <a:pt x="10326" y="49053"/>
                  <a:pt x="10326" y="47062"/>
                </a:cubicBezTo>
                <a:cubicBezTo>
                  <a:pt x="10326" y="45070"/>
                  <a:pt x="8003" y="41451"/>
                  <a:pt x="5163" y="39020"/>
                </a:cubicBezTo>
                <a:cubicBezTo>
                  <a:pt x="2323" y="36588"/>
                  <a:pt x="0" y="33766"/>
                  <a:pt x="0" y="32748"/>
                </a:cubicBezTo>
                <a:cubicBezTo>
                  <a:pt x="0" y="31730"/>
                  <a:pt x="4647" y="25529"/>
                  <a:pt x="10326" y="18967"/>
                </a:cubicBezTo>
                <a:cubicBezTo>
                  <a:pt x="16005" y="12405"/>
                  <a:pt x="20652" y="5235"/>
                  <a:pt x="20652" y="3034"/>
                </a:cubicBezTo>
                <a:cubicBezTo>
                  <a:pt x="20652" y="-166"/>
                  <a:pt x="22592" y="-634"/>
                  <a:pt x="30332" y="698"/>
                </a:cubicBezTo>
                <a:cubicBezTo>
                  <a:pt x="52748" y="4557"/>
                  <a:pt x="54210" y="5134"/>
                  <a:pt x="54210" y="10137"/>
                </a:cubicBezTo>
                <a:cubicBezTo>
                  <a:pt x="54210" y="14084"/>
                  <a:pt x="56056" y="15095"/>
                  <a:pt x="63267" y="15095"/>
                </a:cubicBezTo>
                <a:cubicBezTo>
                  <a:pt x="71678" y="15095"/>
                  <a:pt x="72094" y="15463"/>
                  <a:pt x="69100" y="20258"/>
                </a:cubicBezTo>
                <a:cubicBezTo>
                  <a:pt x="66522" y="24386"/>
                  <a:pt x="66522" y="26456"/>
                  <a:pt x="69100" y="30584"/>
                </a:cubicBezTo>
                <a:cubicBezTo>
                  <a:pt x="71011" y="33644"/>
                  <a:pt x="71264" y="35746"/>
                  <a:pt x="69721" y="35746"/>
                </a:cubicBezTo>
                <a:cubicBezTo>
                  <a:pt x="68289" y="35746"/>
                  <a:pt x="67118" y="39822"/>
                  <a:pt x="67118" y="44803"/>
                </a:cubicBezTo>
                <a:cubicBezTo>
                  <a:pt x="67118" y="53341"/>
                  <a:pt x="66802" y="53674"/>
                  <a:pt x="61618" y="50612"/>
                </a:cubicBezTo>
                <a:cubicBezTo>
                  <a:pt x="57188" y="47995"/>
                  <a:pt x="55886" y="48002"/>
                  <a:pt x="54931" y="50644"/>
                </a:cubicBezTo>
                <a:cubicBezTo>
                  <a:pt x="53898" y="53500"/>
                  <a:pt x="41201" y="61561"/>
                  <a:pt x="37735" y="61561"/>
                </a:cubicBezTo>
                <a:cubicBezTo>
                  <a:pt x="37051" y="61561"/>
                  <a:pt x="34010" y="58076"/>
                  <a:pt x="30977" y="53817"/>
                </a:cubicBezTo>
                <a:close/>
              </a:path>
            </a:pathLst>
          </a:custGeom>
          <a:solidFill>
            <a:srgbClr val="B9B9B9"/>
          </a:solidFill>
          <a:ln w="5163" cap="flat">
            <a:noFill/>
            <a:prstDash val="solid"/>
            <a:miter/>
          </a:ln>
        </p:spPr>
        <p:txBody>
          <a:bodyPr/>
          <a:lstStyle/>
          <a:p>
            <a:endParaRPr lang="es-419" noProof="0" dirty="0"/>
          </a:p>
        </p:txBody>
      </p:sp>
      <p:sp>
        <p:nvSpPr>
          <p:cNvPr id="67" name="Forma libre: forma 66">
            <a:extLst>
              <a:ext uri="{FF2B5EF4-FFF2-40B4-BE49-F238E27FC236}">
                <a16:creationId xmlns:a16="http://schemas.microsoft.com/office/drawing/2014/main" id="{33E554E8-B555-D2C3-B13D-FC9CED765B78}"/>
              </a:ext>
            </a:extLst>
          </p:cNvPr>
          <p:cNvSpPr/>
          <p:nvPr/>
        </p:nvSpPr>
        <p:spPr>
          <a:xfrm>
            <a:off x="1478193" y="2273156"/>
            <a:ext cx="153622" cy="170128"/>
          </a:xfrm>
          <a:custGeom>
            <a:avLst/>
            <a:gdLst>
              <a:gd name="csX0" fmla="*/ 8493 w 153622"/>
              <a:gd name="csY0" fmla="*/ 168431 h 170128"/>
              <a:gd name="csX1" fmla="*/ 6772 w 153622"/>
              <a:gd name="csY1" fmla="*/ 161418 h 170128"/>
              <a:gd name="csX2" fmla="*/ 2681 w 153622"/>
              <a:gd name="csY2" fmla="*/ 145415 h 170128"/>
              <a:gd name="csX3" fmla="*/ 5459 w 153622"/>
              <a:gd name="csY3" fmla="*/ 121148 h 170128"/>
              <a:gd name="csX4" fmla="*/ 14777 w 153622"/>
              <a:gd name="csY4" fmla="*/ 82726 h 170128"/>
              <a:gd name="csX5" fmla="*/ 25155 w 153622"/>
              <a:gd name="csY5" fmla="*/ 43661 h 170128"/>
              <a:gd name="csX6" fmla="*/ 27423 w 153622"/>
              <a:gd name="csY6" fmla="*/ 32229 h 170128"/>
              <a:gd name="csX7" fmla="*/ 31172 w 153622"/>
              <a:gd name="csY7" fmla="*/ 17047 h 170128"/>
              <a:gd name="csX8" fmla="*/ 33221 w 153622"/>
              <a:gd name="csY8" fmla="*/ 11598 h 170128"/>
              <a:gd name="csX9" fmla="*/ 37362 w 153622"/>
              <a:gd name="csY9" fmla="*/ 8370 h 170128"/>
              <a:gd name="csX10" fmla="*/ 41848 w 153622"/>
              <a:gd name="csY10" fmla="*/ 3309 h 170128"/>
              <a:gd name="csX11" fmla="*/ 51947 w 153622"/>
              <a:gd name="csY11" fmla="*/ 4939 h 170128"/>
              <a:gd name="csX12" fmla="*/ 67990 w 153622"/>
              <a:gd name="csY12" fmla="*/ 10085 h 170128"/>
              <a:gd name="csX13" fmla="*/ 82983 w 153622"/>
              <a:gd name="csY13" fmla="*/ 28865 h 170128"/>
              <a:gd name="csX14" fmla="*/ 93236 w 153622"/>
              <a:gd name="csY14" fmla="*/ 38498 h 170128"/>
              <a:gd name="csX15" fmla="*/ 103025 w 153622"/>
              <a:gd name="csY15" fmla="*/ 33366 h 170128"/>
              <a:gd name="csX16" fmla="*/ 120832 w 153622"/>
              <a:gd name="csY16" fmla="*/ 24595 h 170128"/>
              <a:gd name="csX17" fmla="*/ 122064 w 153622"/>
              <a:gd name="csY17" fmla="*/ 33182 h 170128"/>
              <a:gd name="csX18" fmla="*/ 135261 w 153622"/>
              <a:gd name="csY18" fmla="*/ 39968 h 170128"/>
              <a:gd name="csX19" fmla="*/ 152396 w 153622"/>
              <a:gd name="csY19" fmla="*/ 46930 h 170128"/>
              <a:gd name="csX20" fmla="*/ 149002 w 153622"/>
              <a:gd name="csY20" fmla="*/ 58232 h 170128"/>
              <a:gd name="csX21" fmla="*/ 146552 w 153622"/>
              <a:gd name="csY21" fmla="*/ 64545 h 170128"/>
              <a:gd name="csX22" fmla="*/ 148358 w 153622"/>
              <a:gd name="csY22" fmla="*/ 121402 h 170128"/>
              <a:gd name="csX23" fmla="*/ 135844 w 153622"/>
              <a:gd name="csY23" fmla="*/ 118523 h 170128"/>
              <a:gd name="csX24" fmla="*/ 131972 w 153622"/>
              <a:gd name="csY24" fmla="*/ 113360 h 170128"/>
              <a:gd name="csX25" fmla="*/ 128062 w 153622"/>
              <a:gd name="csY25" fmla="*/ 103679 h 170128"/>
              <a:gd name="csX26" fmla="*/ 124378 w 153622"/>
              <a:gd name="csY26" fmla="*/ 87545 h 170128"/>
              <a:gd name="csX27" fmla="*/ 116378 w 153622"/>
              <a:gd name="csY27" fmla="*/ 72702 h 170128"/>
              <a:gd name="csX28" fmla="*/ 107448 w 153622"/>
              <a:gd name="csY28" fmla="*/ 67912 h 170128"/>
              <a:gd name="csX29" fmla="*/ 99376 w 153622"/>
              <a:gd name="csY29" fmla="*/ 80152 h 170128"/>
              <a:gd name="csX30" fmla="*/ 94468 w 153622"/>
              <a:gd name="csY30" fmla="*/ 101141 h 170128"/>
              <a:gd name="csX31" fmla="*/ 81766 w 153622"/>
              <a:gd name="csY31" fmla="*/ 133635 h 170128"/>
              <a:gd name="csX32" fmla="*/ 65090 w 153622"/>
              <a:gd name="csY32" fmla="*/ 140680 h 170128"/>
              <a:gd name="csX33" fmla="*/ 53260 w 153622"/>
              <a:gd name="csY33" fmla="*/ 146865 h 170128"/>
              <a:gd name="csX34" fmla="*/ 38902 w 153622"/>
              <a:gd name="csY34" fmla="*/ 154663 h 170128"/>
              <a:gd name="csX35" fmla="*/ 22260 w 153622"/>
              <a:gd name="csY35" fmla="*/ 162407 h 170128"/>
              <a:gd name="csX36" fmla="*/ 8493 w 153622"/>
              <a:gd name="csY36" fmla="*/ 168431 h 17012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Lst>
            <a:rect l="l" t="t" r="r" b="b"/>
            <a:pathLst>
              <a:path w="153622" h="170128">
                <a:moveTo>
                  <a:pt x="8493" y="168431"/>
                </a:moveTo>
                <a:cubicBezTo>
                  <a:pt x="7546" y="167484"/>
                  <a:pt x="6772" y="164329"/>
                  <a:pt x="6772" y="161418"/>
                </a:cubicBezTo>
                <a:cubicBezTo>
                  <a:pt x="6772" y="158508"/>
                  <a:pt x="4931" y="151306"/>
                  <a:pt x="2681" y="145415"/>
                </a:cubicBezTo>
                <a:cubicBezTo>
                  <a:pt x="-1298" y="134996"/>
                  <a:pt x="-1222" y="134332"/>
                  <a:pt x="5459" y="121148"/>
                </a:cubicBezTo>
                <a:cubicBezTo>
                  <a:pt x="10516" y="111168"/>
                  <a:pt x="12973" y="101035"/>
                  <a:pt x="14777" y="82726"/>
                </a:cubicBezTo>
                <a:cubicBezTo>
                  <a:pt x="17244" y="57676"/>
                  <a:pt x="20967" y="43661"/>
                  <a:pt x="25155" y="43661"/>
                </a:cubicBezTo>
                <a:cubicBezTo>
                  <a:pt x="26403" y="43661"/>
                  <a:pt x="27423" y="38516"/>
                  <a:pt x="27423" y="32229"/>
                </a:cubicBezTo>
                <a:cubicBezTo>
                  <a:pt x="27423" y="25675"/>
                  <a:pt x="29023" y="19196"/>
                  <a:pt x="31172" y="17047"/>
                </a:cubicBezTo>
                <a:cubicBezTo>
                  <a:pt x="33235" y="14985"/>
                  <a:pt x="34156" y="12533"/>
                  <a:pt x="33221" y="11598"/>
                </a:cubicBezTo>
                <a:cubicBezTo>
                  <a:pt x="32286" y="10662"/>
                  <a:pt x="34150" y="9210"/>
                  <a:pt x="37362" y="8370"/>
                </a:cubicBezTo>
                <a:cubicBezTo>
                  <a:pt x="40925" y="7438"/>
                  <a:pt x="42675" y="5464"/>
                  <a:pt x="41848" y="3309"/>
                </a:cubicBezTo>
                <a:cubicBezTo>
                  <a:pt x="39982" y="-1555"/>
                  <a:pt x="42837" y="-1094"/>
                  <a:pt x="51947" y="4939"/>
                </a:cubicBezTo>
                <a:cubicBezTo>
                  <a:pt x="56206" y="7760"/>
                  <a:pt x="63426" y="10076"/>
                  <a:pt x="67990" y="10085"/>
                </a:cubicBezTo>
                <a:cubicBezTo>
                  <a:pt x="77231" y="10104"/>
                  <a:pt x="80149" y="13759"/>
                  <a:pt x="82983" y="28865"/>
                </a:cubicBezTo>
                <a:cubicBezTo>
                  <a:pt x="84632" y="37657"/>
                  <a:pt x="85527" y="38498"/>
                  <a:pt x="93236" y="38498"/>
                </a:cubicBezTo>
                <a:cubicBezTo>
                  <a:pt x="99495" y="38498"/>
                  <a:pt x="102031" y="37168"/>
                  <a:pt x="103025" y="33366"/>
                </a:cubicBezTo>
                <a:cubicBezTo>
                  <a:pt x="104466" y="27855"/>
                  <a:pt x="116509" y="21923"/>
                  <a:pt x="120832" y="24595"/>
                </a:cubicBezTo>
                <a:cubicBezTo>
                  <a:pt x="122276" y="25487"/>
                  <a:pt x="122830" y="29351"/>
                  <a:pt x="122064" y="33182"/>
                </a:cubicBezTo>
                <a:cubicBezTo>
                  <a:pt x="120679" y="40107"/>
                  <a:pt x="120757" y="40147"/>
                  <a:pt x="135261" y="39968"/>
                </a:cubicBezTo>
                <a:cubicBezTo>
                  <a:pt x="148934" y="39800"/>
                  <a:pt x="150012" y="40238"/>
                  <a:pt x="152396" y="46930"/>
                </a:cubicBezTo>
                <a:cubicBezTo>
                  <a:pt x="154575" y="53045"/>
                  <a:pt x="154087" y="54670"/>
                  <a:pt x="149002" y="58232"/>
                </a:cubicBezTo>
                <a:cubicBezTo>
                  <a:pt x="144363" y="61481"/>
                  <a:pt x="143827" y="62863"/>
                  <a:pt x="146552" y="64545"/>
                </a:cubicBezTo>
                <a:cubicBezTo>
                  <a:pt x="151618" y="67671"/>
                  <a:pt x="153227" y="118317"/>
                  <a:pt x="148358" y="121402"/>
                </a:cubicBezTo>
                <a:cubicBezTo>
                  <a:pt x="142062" y="125392"/>
                  <a:pt x="135844" y="123962"/>
                  <a:pt x="135844" y="118523"/>
                </a:cubicBezTo>
                <a:cubicBezTo>
                  <a:pt x="135844" y="115655"/>
                  <a:pt x="134123" y="113360"/>
                  <a:pt x="131972" y="113360"/>
                </a:cubicBezTo>
                <a:cubicBezTo>
                  <a:pt x="129225" y="113360"/>
                  <a:pt x="128089" y="110546"/>
                  <a:pt x="128062" y="103679"/>
                </a:cubicBezTo>
                <a:cubicBezTo>
                  <a:pt x="128041" y="98355"/>
                  <a:pt x="126383" y="91095"/>
                  <a:pt x="124378" y="87545"/>
                </a:cubicBezTo>
                <a:cubicBezTo>
                  <a:pt x="122373" y="83996"/>
                  <a:pt x="118773" y="77316"/>
                  <a:pt x="116378" y="72702"/>
                </a:cubicBezTo>
                <a:cubicBezTo>
                  <a:pt x="111867" y="64011"/>
                  <a:pt x="107448" y="61641"/>
                  <a:pt x="107448" y="67912"/>
                </a:cubicBezTo>
                <a:cubicBezTo>
                  <a:pt x="107448" y="69891"/>
                  <a:pt x="103816" y="75399"/>
                  <a:pt x="99376" y="80152"/>
                </a:cubicBezTo>
                <a:cubicBezTo>
                  <a:pt x="91445" y="88642"/>
                  <a:pt x="91359" y="89010"/>
                  <a:pt x="94468" y="101141"/>
                </a:cubicBezTo>
                <a:cubicBezTo>
                  <a:pt x="97988" y="114877"/>
                  <a:pt x="97068" y="117230"/>
                  <a:pt x="81766" y="133635"/>
                </a:cubicBezTo>
                <a:cubicBezTo>
                  <a:pt x="74766" y="141139"/>
                  <a:pt x="72544" y="142078"/>
                  <a:pt x="65090" y="140680"/>
                </a:cubicBezTo>
                <a:cubicBezTo>
                  <a:pt x="57313" y="139221"/>
                  <a:pt x="56181" y="139812"/>
                  <a:pt x="53260" y="146865"/>
                </a:cubicBezTo>
                <a:cubicBezTo>
                  <a:pt x="50372" y="153836"/>
                  <a:pt x="48850" y="154663"/>
                  <a:pt x="38902" y="154663"/>
                </a:cubicBezTo>
                <a:cubicBezTo>
                  <a:pt x="29485" y="154663"/>
                  <a:pt x="26927" y="155853"/>
                  <a:pt x="22260" y="162407"/>
                </a:cubicBezTo>
                <a:cubicBezTo>
                  <a:pt x="16933" y="169889"/>
                  <a:pt x="12076" y="172014"/>
                  <a:pt x="8493" y="168431"/>
                </a:cubicBezTo>
                <a:close/>
              </a:path>
            </a:pathLst>
          </a:custGeom>
          <a:solidFill>
            <a:srgbClr val="B9B9B9"/>
          </a:solidFill>
          <a:ln w="5163" cap="flat">
            <a:noFill/>
            <a:prstDash val="solid"/>
            <a:miter/>
          </a:ln>
        </p:spPr>
        <p:txBody>
          <a:bodyPr/>
          <a:lstStyle/>
          <a:p>
            <a:endParaRPr lang="es-419" noProof="0" dirty="0"/>
          </a:p>
        </p:txBody>
      </p:sp>
      <p:grpSp>
        <p:nvGrpSpPr>
          <p:cNvPr id="68" name="Gráfico 39">
            <a:extLst>
              <a:ext uri="{FF2B5EF4-FFF2-40B4-BE49-F238E27FC236}">
                <a16:creationId xmlns:a16="http://schemas.microsoft.com/office/drawing/2014/main" id="{49AD61F6-0B51-3C01-ADB4-C3C3070A1235}"/>
              </a:ext>
            </a:extLst>
          </p:cNvPr>
          <p:cNvGrpSpPr/>
          <p:nvPr/>
        </p:nvGrpSpPr>
        <p:grpSpPr>
          <a:xfrm>
            <a:off x="2169009" y="2212045"/>
            <a:ext cx="273705" cy="260208"/>
            <a:chOff x="2169009" y="2212045"/>
            <a:chExt cx="273705" cy="260208"/>
          </a:xfrm>
          <a:solidFill>
            <a:srgbClr val="B9B9B9"/>
          </a:solidFill>
        </p:grpSpPr>
        <p:sp>
          <p:nvSpPr>
            <p:cNvPr id="69" name="Forma libre: forma 68">
              <a:extLst>
                <a:ext uri="{FF2B5EF4-FFF2-40B4-BE49-F238E27FC236}">
                  <a16:creationId xmlns:a16="http://schemas.microsoft.com/office/drawing/2014/main" id="{2A37218F-AAC6-6C7D-E329-171D16BD36E4}"/>
                </a:ext>
              </a:extLst>
            </p:cNvPr>
            <p:cNvSpPr/>
            <p:nvPr/>
          </p:nvSpPr>
          <p:spPr>
            <a:xfrm>
              <a:off x="2169009" y="2212045"/>
              <a:ext cx="273705" cy="260208"/>
            </a:xfrm>
            <a:custGeom>
              <a:avLst/>
              <a:gdLst>
                <a:gd name="csX0" fmla="*/ 136396 w 273705"/>
                <a:gd name="csY0" fmla="*/ 251544 h 260208"/>
                <a:gd name="csX1" fmla="*/ 123951 w 273705"/>
                <a:gd name="csY1" fmla="*/ 241399 h 260208"/>
                <a:gd name="csX2" fmla="*/ 100178 w 273705"/>
                <a:gd name="csY2" fmla="*/ 233837 h 260208"/>
                <a:gd name="csX3" fmla="*/ 81199 w 273705"/>
                <a:gd name="csY3" fmla="*/ 230865 h 260208"/>
                <a:gd name="csX4" fmla="*/ 75979 w 273705"/>
                <a:gd name="csY4" fmla="*/ 240363 h 260208"/>
                <a:gd name="csX5" fmla="*/ 67894 w 273705"/>
                <a:gd name="csY5" fmla="*/ 246752 h 260208"/>
                <a:gd name="csX6" fmla="*/ 29911 w 273705"/>
                <a:gd name="csY6" fmla="*/ 227450 h 260208"/>
                <a:gd name="csX7" fmla="*/ 28472 w 273705"/>
                <a:gd name="csY7" fmla="*/ 213064 h 260208"/>
                <a:gd name="csX8" fmla="*/ 12481 w 273705"/>
                <a:gd name="csY8" fmla="*/ 197704 h 260208"/>
                <a:gd name="csX9" fmla="*/ 1103 w 273705"/>
                <a:gd name="csY9" fmla="*/ 191257 h 260208"/>
                <a:gd name="csX10" fmla="*/ 24560 w 273705"/>
                <a:gd name="csY10" fmla="*/ 177413 h 260208"/>
                <a:gd name="csX11" fmla="*/ 49357 w 273705"/>
                <a:gd name="csY11" fmla="*/ 181249 h 260208"/>
                <a:gd name="csX12" fmla="*/ 33383 w 273705"/>
                <a:gd name="csY12" fmla="*/ 188440 h 260208"/>
                <a:gd name="csX13" fmla="*/ 18111 w 273705"/>
                <a:gd name="csY13" fmla="*/ 189801 h 260208"/>
                <a:gd name="csX14" fmla="*/ 23379 w 273705"/>
                <a:gd name="csY14" fmla="*/ 191217 h 260208"/>
                <a:gd name="csX15" fmla="*/ 42338 w 273705"/>
                <a:gd name="csY15" fmla="*/ 193852 h 260208"/>
                <a:gd name="csX16" fmla="*/ 54801 w 273705"/>
                <a:gd name="csY16" fmla="*/ 205031 h 260208"/>
                <a:gd name="csX17" fmla="*/ 53572 w 273705"/>
                <a:gd name="csY17" fmla="*/ 211902 h 260208"/>
                <a:gd name="csX18" fmla="*/ 58745 w 273705"/>
                <a:gd name="csY18" fmla="*/ 206739 h 260208"/>
                <a:gd name="csX19" fmla="*/ 62804 w 273705"/>
                <a:gd name="csY19" fmla="*/ 199640 h 260208"/>
                <a:gd name="csX20" fmla="*/ 78923 w 273705"/>
                <a:gd name="csY20" fmla="*/ 200342 h 260208"/>
                <a:gd name="csX21" fmla="*/ 84524 w 273705"/>
                <a:gd name="csY21" fmla="*/ 197871 h 260208"/>
                <a:gd name="csX22" fmla="*/ 91725 w 273705"/>
                <a:gd name="csY22" fmla="*/ 189946 h 260208"/>
                <a:gd name="csX23" fmla="*/ 100403 w 273705"/>
                <a:gd name="csY23" fmla="*/ 165765 h 260208"/>
                <a:gd name="csX24" fmla="*/ 96700 w 273705"/>
                <a:gd name="csY24" fmla="*/ 159218 h 260208"/>
                <a:gd name="csX25" fmla="*/ 94398 w 273705"/>
                <a:gd name="csY25" fmla="*/ 157998 h 260208"/>
                <a:gd name="csX26" fmla="*/ 90392 w 273705"/>
                <a:gd name="csY26" fmla="*/ 161840 h 260208"/>
                <a:gd name="csX27" fmla="*/ 87810 w 273705"/>
                <a:gd name="csY27" fmla="*/ 164145 h 260208"/>
                <a:gd name="csX28" fmla="*/ 100799 w 273705"/>
                <a:gd name="csY28" fmla="*/ 149016 h 260208"/>
                <a:gd name="csX29" fmla="*/ 118746 w 273705"/>
                <a:gd name="csY29" fmla="*/ 138331 h 260208"/>
                <a:gd name="csX30" fmla="*/ 133646 w 273705"/>
                <a:gd name="csY30" fmla="*/ 125809 h 260208"/>
                <a:gd name="csX31" fmla="*/ 149004 w 273705"/>
                <a:gd name="csY31" fmla="*/ 91807 h 260208"/>
                <a:gd name="csX32" fmla="*/ 157715 w 273705"/>
                <a:gd name="csY32" fmla="*/ 65895 h 260208"/>
                <a:gd name="csX33" fmla="*/ 163243 w 273705"/>
                <a:gd name="csY33" fmla="*/ 33397 h 260208"/>
                <a:gd name="csX34" fmla="*/ 165326 w 273705"/>
                <a:gd name="csY34" fmla="*/ 1486 h 260208"/>
                <a:gd name="csX35" fmla="*/ 167796 w 273705"/>
                <a:gd name="csY35" fmla="*/ 6032 h 260208"/>
                <a:gd name="csX36" fmla="*/ 180226 w 273705"/>
                <a:gd name="csY36" fmla="*/ 14421 h 260208"/>
                <a:gd name="csX37" fmla="*/ 195070 w 273705"/>
                <a:gd name="csY37" fmla="*/ 12027 h 260208"/>
                <a:gd name="csX38" fmla="*/ 227557 w 273705"/>
                <a:gd name="csY38" fmla="*/ 43889 h 260208"/>
                <a:gd name="csX39" fmla="*/ 257592 w 273705"/>
                <a:gd name="csY39" fmla="*/ 78146 h 260208"/>
                <a:gd name="csX40" fmla="*/ 261681 w 273705"/>
                <a:gd name="csY40" fmla="*/ 107593 h 260208"/>
                <a:gd name="csX41" fmla="*/ 273489 w 273705"/>
                <a:gd name="csY41" fmla="*/ 250266 h 260208"/>
                <a:gd name="csX42" fmla="*/ 218174 w 273705"/>
                <a:gd name="csY42" fmla="*/ 254247 h 260208"/>
                <a:gd name="csX43" fmla="*/ 150594 w 273705"/>
                <a:gd name="csY43" fmla="*/ 258722 h 260208"/>
                <a:gd name="csX44" fmla="*/ 137226 w 273705"/>
                <a:gd name="csY44" fmla="*/ 260208 h 260208"/>
                <a:gd name="csX45" fmla="*/ 136396 w 273705"/>
                <a:gd name="csY45" fmla="*/ 251544 h 2602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Lst>
              <a:rect l="l" t="t" r="r" b="b"/>
              <a:pathLst>
                <a:path w="273705" h="260208">
                  <a:moveTo>
                    <a:pt x="136396" y="251544"/>
                  </a:moveTo>
                  <a:cubicBezTo>
                    <a:pt x="135615" y="243380"/>
                    <a:pt x="134897" y="242794"/>
                    <a:pt x="123951" y="241399"/>
                  </a:cubicBezTo>
                  <a:cubicBezTo>
                    <a:pt x="117562" y="240584"/>
                    <a:pt x="106864" y="237181"/>
                    <a:pt x="100178" y="233837"/>
                  </a:cubicBezTo>
                  <a:cubicBezTo>
                    <a:pt x="89763" y="228627"/>
                    <a:pt x="87046" y="228201"/>
                    <a:pt x="81199" y="230865"/>
                  </a:cubicBezTo>
                  <a:cubicBezTo>
                    <a:pt x="75659" y="233390"/>
                    <a:pt x="74677" y="235176"/>
                    <a:pt x="75979" y="240363"/>
                  </a:cubicBezTo>
                  <a:cubicBezTo>
                    <a:pt x="77472" y="246311"/>
                    <a:pt x="76914" y="246752"/>
                    <a:pt x="67894" y="246752"/>
                  </a:cubicBezTo>
                  <a:cubicBezTo>
                    <a:pt x="55809" y="246752"/>
                    <a:pt x="31822" y="234563"/>
                    <a:pt x="29911" y="227450"/>
                  </a:cubicBezTo>
                  <a:cubicBezTo>
                    <a:pt x="29139" y="224578"/>
                    <a:pt x="28492" y="218104"/>
                    <a:pt x="28472" y="213064"/>
                  </a:cubicBezTo>
                  <a:cubicBezTo>
                    <a:pt x="28427" y="201349"/>
                    <a:pt x="24633" y="197704"/>
                    <a:pt x="12481" y="197704"/>
                  </a:cubicBezTo>
                  <a:cubicBezTo>
                    <a:pt x="4225" y="197704"/>
                    <a:pt x="2471" y="196710"/>
                    <a:pt x="1103" y="191257"/>
                  </a:cubicBezTo>
                  <a:cubicBezTo>
                    <a:pt x="-2114" y="178441"/>
                    <a:pt x="578" y="176853"/>
                    <a:pt x="24560" y="177413"/>
                  </a:cubicBezTo>
                  <a:cubicBezTo>
                    <a:pt x="38820" y="177746"/>
                    <a:pt x="47574" y="179100"/>
                    <a:pt x="49357" y="181249"/>
                  </a:cubicBezTo>
                  <a:cubicBezTo>
                    <a:pt x="54736" y="187730"/>
                    <a:pt x="49187" y="190228"/>
                    <a:pt x="33383" y="188440"/>
                  </a:cubicBezTo>
                  <a:cubicBezTo>
                    <a:pt x="22288" y="187184"/>
                    <a:pt x="18111" y="187556"/>
                    <a:pt x="18111" y="189801"/>
                  </a:cubicBezTo>
                  <a:cubicBezTo>
                    <a:pt x="18111" y="191735"/>
                    <a:pt x="20080" y="192265"/>
                    <a:pt x="23379" y="191217"/>
                  </a:cubicBezTo>
                  <a:cubicBezTo>
                    <a:pt x="26276" y="190298"/>
                    <a:pt x="34808" y="191483"/>
                    <a:pt x="42338" y="193852"/>
                  </a:cubicBezTo>
                  <a:cubicBezTo>
                    <a:pt x="54989" y="197831"/>
                    <a:pt x="55937" y="198681"/>
                    <a:pt x="54801" y="205031"/>
                  </a:cubicBezTo>
                  <a:lnTo>
                    <a:pt x="53572" y="211902"/>
                  </a:lnTo>
                  <a:lnTo>
                    <a:pt x="58745" y="206739"/>
                  </a:lnTo>
                  <a:cubicBezTo>
                    <a:pt x="61590" y="203900"/>
                    <a:pt x="63416" y="200705"/>
                    <a:pt x="62804" y="199640"/>
                  </a:cubicBezTo>
                  <a:cubicBezTo>
                    <a:pt x="61196" y="196843"/>
                    <a:pt x="70823" y="197262"/>
                    <a:pt x="78923" y="200342"/>
                  </a:cubicBezTo>
                  <a:cubicBezTo>
                    <a:pt x="85153" y="202711"/>
                    <a:pt x="85724" y="202459"/>
                    <a:pt x="84524" y="197871"/>
                  </a:cubicBezTo>
                  <a:cubicBezTo>
                    <a:pt x="83478" y="193868"/>
                    <a:pt x="85034" y="192154"/>
                    <a:pt x="91725" y="189946"/>
                  </a:cubicBezTo>
                  <a:cubicBezTo>
                    <a:pt x="104380" y="185769"/>
                    <a:pt x="109318" y="172009"/>
                    <a:pt x="100403" y="165765"/>
                  </a:cubicBezTo>
                  <a:cubicBezTo>
                    <a:pt x="97428" y="163681"/>
                    <a:pt x="95762" y="160736"/>
                    <a:pt x="96700" y="159218"/>
                  </a:cubicBezTo>
                  <a:cubicBezTo>
                    <a:pt x="97747" y="157525"/>
                    <a:pt x="96859" y="157053"/>
                    <a:pt x="94398" y="157998"/>
                  </a:cubicBezTo>
                  <a:cubicBezTo>
                    <a:pt x="92194" y="158843"/>
                    <a:pt x="90392" y="160572"/>
                    <a:pt x="90392" y="161840"/>
                  </a:cubicBezTo>
                  <a:cubicBezTo>
                    <a:pt x="90392" y="163108"/>
                    <a:pt x="89230" y="164145"/>
                    <a:pt x="87810" y="164145"/>
                  </a:cubicBezTo>
                  <a:cubicBezTo>
                    <a:pt x="81811" y="164145"/>
                    <a:pt x="86198" y="159036"/>
                    <a:pt x="100799" y="149016"/>
                  </a:cubicBezTo>
                  <a:cubicBezTo>
                    <a:pt x="109362" y="143139"/>
                    <a:pt x="117438" y="138331"/>
                    <a:pt x="118746" y="138331"/>
                  </a:cubicBezTo>
                  <a:cubicBezTo>
                    <a:pt x="120053" y="138331"/>
                    <a:pt x="126758" y="132696"/>
                    <a:pt x="133646" y="125809"/>
                  </a:cubicBezTo>
                  <a:cubicBezTo>
                    <a:pt x="145786" y="113669"/>
                    <a:pt x="146254" y="112631"/>
                    <a:pt x="149004" y="91807"/>
                  </a:cubicBezTo>
                  <a:cubicBezTo>
                    <a:pt x="151298" y="74430"/>
                    <a:pt x="152962" y="69481"/>
                    <a:pt x="157715" y="65895"/>
                  </a:cubicBezTo>
                  <a:cubicBezTo>
                    <a:pt x="163239" y="61729"/>
                    <a:pt x="163570" y="59784"/>
                    <a:pt x="163243" y="33397"/>
                  </a:cubicBezTo>
                  <a:cubicBezTo>
                    <a:pt x="163052" y="17960"/>
                    <a:pt x="163989" y="3600"/>
                    <a:pt x="165326" y="1486"/>
                  </a:cubicBezTo>
                  <a:cubicBezTo>
                    <a:pt x="167138" y="-1380"/>
                    <a:pt x="167766" y="-224"/>
                    <a:pt x="167796" y="6032"/>
                  </a:cubicBezTo>
                  <a:cubicBezTo>
                    <a:pt x="167835" y="14326"/>
                    <a:pt x="167976" y="14421"/>
                    <a:pt x="180226" y="14421"/>
                  </a:cubicBezTo>
                  <a:cubicBezTo>
                    <a:pt x="187041" y="14421"/>
                    <a:pt x="193721" y="13344"/>
                    <a:pt x="195070" y="12027"/>
                  </a:cubicBezTo>
                  <a:cubicBezTo>
                    <a:pt x="196598" y="10534"/>
                    <a:pt x="208840" y="22541"/>
                    <a:pt x="227557" y="43889"/>
                  </a:cubicBezTo>
                  <a:lnTo>
                    <a:pt x="257592" y="78146"/>
                  </a:lnTo>
                  <a:lnTo>
                    <a:pt x="261681" y="107593"/>
                  </a:lnTo>
                  <a:cubicBezTo>
                    <a:pt x="266251" y="140497"/>
                    <a:pt x="275208" y="248724"/>
                    <a:pt x="273489" y="250266"/>
                  </a:cubicBezTo>
                  <a:cubicBezTo>
                    <a:pt x="272881" y="250811"/>
                    <a:pt x="247989" y="252602"/>
                    <a:pt x="218174" y="254247"/>
                  </a:cubicBezTo>
                  <a:cubicBezTo>
                    <a:pt x="188358" y="255891"/>
                    <a:pt x="157947" y="257905"/>
                    <a:pt x="150594" y="258722"/>
                  </a:cubicBezTo>
                  <a:lnTo>
                    <a:pt x="137226" y="260208"/>
                  </a:lnTo>
                  <a:lnTo>
                    <a:pt x="136396" y="251544"/>
                  </a:lnTo>
                  <a:close/>
                </a:path>
              </a:pathLst>
            </a:custGeom>
            <a:solidFill>
              <a:srgbClr val="B9B9B9"/>
            </a:solidFill>
            <a:ln w="5163" cap="flat">
              <a:noFill/>
              <a:prstDash val="solid"/>
              <a:miter/>
            </a:ln>
          </p:spPr>
          <p:txBody>
            <a:bodyPr/>
            <a:lstStyle/>
            <a:p>
              <a:endParaRPr lang="es-419" noProof="0" dirty="0"/>
            </a:p>
          </p:txBody>
        </p:sp>
        <p:sp>
          <p:nvSpPr>
            <p:cNvPr id="70" name="Forma libre: forma 69">
              <a:extLst>
                <a:ext uri="{FF2B5EF4-FFF2-40B4-BE49-F238E27FC236}">
                  <a16:creationId xmlns:a16="http://schemas.microsoft.com/office/drawing/2014/main" id="{57EF2EFA-D792-B5F4-22D2-3A97E746523B}"/>
                </a:ext>
              </a:extLst>
            </p:cNvPr>
            <p:cNvSpPr/>
            <p:nvPr/>
          </p:nvSpPr>
          <p:spPr>
            <a:xfrm>
              <a:off x="2221969" y="2379232"/>
              <a:ext cx="29491" cy="17638"/>
            </a:xfrm>
            <a:custGeom>
              <a:avLst/>
              <a:gdLst>
                <a:gd name="csX0" fmla="*/ 10326 w 29491"/>
                <a:gd name="csY0" fmla="*/ 11251 h 17638"/>
                <a:gd name="csX1" fmla="*/ 23663 w 29491"/>
                <a:gd name="csY1" fmla="*/ 4783 h 17638"/>
                <a:gd name="csX2" fmla="*/ 27977 w 29491"/>
                <a:gd name="csY2" fmla="*/ 1475 h 17638"/>
                <a:gd name="csX3" fmla="*/ 29483 w 29491"/>
                <a:gd name="csY3" fmla="*/ 1025 h 17638"/>
                <a:gd name="csX4" fmla="*/ 8425 w 29491"/>
                <a:gd name="csY4" fmla="*/ 16751 h 17638"/>
                <a:gd name="csX5" fmla="*/ 0 w 29491"/>
                <a:gd name="csY5" fmla="*/ 17639 h 17638"/>
                <a:gd name="csX6" fmla="*/ 10326 w 29491"/>
                <a:gd name="csY6" fmla="*/ 11251 h 17638"/>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9491" h="17638">
                  <a:moveTo>
                    <a:pt x="10326" y="11251"/>
                  </a:moveTo>
                  <a:cubicBezTo>
                    <a:pt x="16005" y="7738"/>
                    <a:pt x="22007" y="4827"/>
                    <a:pt x="23663" y="4783"/>
                  </a:cubicBezTo>
                  <a:cubicBezTo>
                    <a:pt x="25320" y="4738"/>
                    <a:pt x="27261" y="3250"/>
                    <a:pt x="27977" y="1475"/>
                  </a:cubicBezTo>
                  <a:cubicBezTo>
                    <a:pt x="28693" y="-299"/>
                    <a:pt x="29371" y="-502"/>
                    <a:pt x="29483" y="1025"/>
                  </a:cubicBezTo>
                  <a:cubicBezTo>
                    <a:pt x="29861" y="6183"/>
                    <a:pt x="16907" y="15857"/>
                    <a:pt x="8425" y="16751"/>
                  </a:cubicBezTo>
                  <a:lnTo>
                    <a:pt x="0" y="17639"/>
                  </a:lnTo>
                  <a:lnTo>
                    <a:pt x="10326" y="11251"/>
                  </a:lnTo>
                  <a:close/>
                </a:path>
              </a:pathLst>
            </a:custGeom>
            <a:solidFill>
              <a:srgbClr val="B9B9B9"/>
            </a:solidFill>
            <a:ln w="5163" cap="flat">
              <a:noFill/>
              <a:prstDash val="solid"/>
              <a:miter/>
            </a:ln>
          </p:spPr>
          <p:txBody>
            <a:bodyPr/>
            <a:lstStyle/>
            <a:p>
              <a:endParaRPr lang="es-419" noProof="0" dirty="0"/>
            </a:p>
          </p:txBody>
        </p:sp>
      </p:grpSp>
      <p:sp>
        <p:nvSpPr>
          <p:cNvPr id="71" name="Forma libre: forma 70">
            <a:extLst>
              <a:ext uri="{FF2B5EF4-FFF2-40B4-BE49-F238E27FC236}">
                <a16:creationId xmlns:a16="http://schemas.microsoft.com/office/drawing/2014/main" id="{6D18B983-A8FF-0F78-0F5E-E9A9A62AC637}"/>
              </a:ext>
            </a:extLst>
          </p:cNvPr>
          <p:cNvSpPr/>
          <p:nvPr/>
        </p:nvSpPr>
        <p:spPr>
          <a:xfrm>
            <a:off x="1574029" y="2346575"/>
            <a:ext cx="28491" cy="35790"/>
          </a:xfrm>
          <a:custGeom>
            <a:avLst/>
            <a:gdLst>
              <a:gd name="csX0" fmla="*/ 11768 w 28491"/>
              <a:gd name="csY0" fmla="*/ 34872 h 35790"/>
              <a:gd name="csX1" fmla="*/ 805 w 28491"/>
              <a:gd name="csY1" fmla="*/ 25413 h 35790"/>
              <a:gd name="csX2" fmla="*/ 7669 w 28491"/>
              <a:gd name="csY2" fmla="*/ 7571 h 35790"/>
              <a:gd name="csX3" fmla="*/ 18379 w 28491"/>
              <a:gd name="csY3" fmla="*/ 2738 h 35790"/>
              <a:gd name="csX4" fmla="*/ 23574 w 28491"/>
              <a:gd name="csY4" fmla="*/ 11696 h 35790"/>
              <a:gd name="csX5" fmla="*/ 28193 w 28491"/>
              <a:gd name="csY5" fmla="*/ 24987 h 35790"/>
              <a:gd name="csX6" fmla="*/ 11768 w 28491"/>
              <a:gd name="csY6" fmla="*/ 34872 h 35790"/>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8491" h="35790">
                <a:moveTo>
                  <a:pt x="11768" y="34872"/>
                </a:moveTo>
                <a:cubicBezTo>
                  <a:pt x="4464" y="33733"/>
                  <a:pt x="2519" y="32055"/>
                  <a:pt x="805" y="25413"/>
                </a:cubicBezTo>
                <a:cubicBezTo>
                  <a:pt x="-1017" y="18356"/>
                  <a:pt x="-153" y="16110"/>
                  <a:pt x="7669" y="7571"/>
                </a:cubicBezTo>
                <a:cubicBezTo>
                  <a:pt x="15700" y="-1197"/>
                  <a:pt x="16797" y="-1692"/>
                  <a:pt x="18379" y="2738"/>
                </a:cubicBezTo>
                <a:cubicBezTo>
                  <a:pt x="19348" y="5452"/>
                  <a:pt x="21686" y="9483"/>
                  <a:pt x="23574" y="11696"/>
                </a:cubicBezTo>
                <a:cubicBezTo>
                  <a:pt x="25461" y="13908"/>
                  <a:pt x="27540" y="19890"/>
                  <a:pt x="28193" y="24987"/>
                </a:cubicBezTo>
                <a:cubicBezTo>
                  <a:pt x="29539" y="35505"/>
                  <a:pt x="26717" y="37203"/>
                  <a:pt x="11768" y="34872"/>
                </a:cubicBezTo>
                <a:close/>
              </a:path>
            </a:pathLst>
          </a:custGeom>
          <a:solidFill>
            <a:srgbClr val="CCCCCC"/>
          </a:solidFill>
          <a:ln w="5163" cap="flat">
            <a:noFill/>
            <a:prstDash val="solid"/>
            <a:miter/>
          </a:ln>
        </p:spPr>
        <p:txBody>
          <a:bodyPr/>
          <a:lstStyle/>
          <a:p>
            <a:endParaRPr lang="es-419" noProof="0" dirty="0"/>
          </a:p>
        </p:txBody>
      </p:sp>
      <p:sp>
        <p:nvSpPr>
          <p:cNvPr id="72" name="Forma libre: forma 71">
            <a:extLst>
              <a:ext uri="{FF2B5EF4-FFF2-40B4-BE49-F238E27FC236}">
                <a16:creationId xmlns:a16="http://schemas.microsoft.com/office/drawing/2014/main" id="{F3F48B71-A069-0465-EEFB-ED29B71954E4}"/>
              </a:ext>
            </a:extLst>
          </p:cNvPr>
          <p:cNvSpPr/>
          <p:nvPr/>
        </p:nvSpPr>
        <p:spPr>
          <a:xfrm>
            <a:off x="1629800" y="2326596"/>
            <a:ext cx="82332" cy="45198"/>
          </a:xfrm>
          <a:custGeom>
            <a:avLst/>
            <a:gdLst>
              <a:gd name="csX0" fmla="*/ 35828 w 82332"/>
              <a:gd name="csY0" fmla="*/ 43172 h 45198"/>
              <a:gd name="csX1" fmla="*/ 20861 w 82332"/>
              <a:gd name="csY1" fmla="*/ 27939 h 45198"/>
              <a:gd name="csX2" fmla="*/ 6710 w 82332"/>
              <a:gd name="csY2" fmla="*/ 16733 h 45198"/>
              <a:gd name="csX3" fmla="*/ 200 w 82332"/>
              <a:gd name="csY3" fmla="*/ 11518 h 45198"/>
              <a:gd name="csX4" fmla="*/ 11960 w 82332"/>
              <a:gd name="csY4" fmla="*/ 5709 h 45198"/>
              <a:gd name="csX5" fmla="*/ 29437 w 82332"/>
              <a:gd name="csY5" fmla="*/ 2139 h 45198"/>
              <a:gd name="csX6" fmla="*/ 38320 w 82332"/>
              <a:gd name="csY6" fmla="*/ 692 h 45198"/>
              <a:gd name="csX7" fmla="*/ 49592 w 82332"/>
              <a:gd name="csY7" fmla="*/ 4355 h 45198"/>
              <a:gd name="csX8" fmla="*/ 61209 w 82332"/>
              <a:gd name="csY8" fmla="*/ 13550 h 45198"/>
              <a:gd name="csX9" fmla="*/ 68838 w 82332"/>
              <a:gd name="csY9" fmla="*/ 19970 h 45198"/>
              <a:gd name="csX10" fmla="*/ 82332 w 82332"/>
              <a:gd name="csY10" fmla="*/ 30233 h 45198"/>
              <a:gd name="csX11" fmla="*/ 75901 w 82332"/>
              <a:gd name="csY11" fmla="*/ 31524 h 45198"/>
              <a:gd name="csX12" fmla="*/ 66358 w 82332"/>
              <a:gd name="csY12" fmla="*/ 36506 h 45198"/>
              <a:gd name="csX13" fmla="*/ 58348 w 82332"/>
              <a:gd name="csY13" fmla="*/ 38866 h 45198"/>
              <a:gd name="csX14" fmla="*/ 47885 w 82332"/>
              <a:gd name="csY14" fmla="*/ 41425 h 45198"/>
              <a:gd name="csX15" fmla="*/ 35828 w 82332"/>
              <a:gd name="csY15" fmla="*/ 43172 h 4519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82332" h="45198">
                <a:moveTo>
                  <a:pt x="35828" y="43172"/>
                </a:moveTo>
                <a:cubicBezTo>
                  <a:pt x="32257" y="41284"/>
                  <a:pt x="25522" y="34429"/>
                  <a:pt x="20861" y="27939"/>
                </a:cubicBezTo>
                <a:cubicBezTo>
                  <a:pt x="14698" y="19357"/>
                  <a:pt x="10840" y="16301"/>
                  <a:pt x="6710" y="16733"/>
                </a:cubicBezTo>
                <a:cubicBezTo>
                  <a:pt x="2564" y="17166"/>
                  <a:pt x="809" y="15760"/>
                  <a:pt x="200" y="11518"/>
                </a:cubicBezTo>
                <a:cubicBezTo>
                  <a:pt x="-566" y="6174"/>
                  <a:pt x="375" y="5709"/>
                  <a:pt x="11960" y="5709"/>
                </a:cubicBezTo>
                <a:cubicBezTo>
                  <a:pt x="18887" y="5709"/>
                  <a:pt x="26751" y="4102"/>
                  <a:pt x="29437" y="2139"/>
                </a:cubicBezTo>
                <a:cubicBezTo>
                  <a:pt x="32427" y="-48"/>
                  <a:pt x="35871" y="-609"/>
                  <a:pt x="38320" y="692"/>
                </a:cubicBezTo>
                <a:cubicBezTo>
                  <a:pt x="40520" y="1860"/>
                  <a:pt x="45592" y="3509"/>
                  <a:pt x="49592" y="4355"/>
                </a:cubicBezTo>
                <a:cubicBezTo>
                  <a:pt x="53972" y="5282"/>
                  <a:pt x="58593" y="8940"/>
                  <a:pt x="61209" y="13550"/>
                </a:cubicBezTo>
                <a:cubicBezTo>
                  <a:pt x="63598" y="17761"/>
                  <a:pt x="67032" y="20650"/>
                  <a:pt x="68838" y="19970"/>
                </a:cubicBezTo>
                <a:cubicBezTo>
                  <a:pt x="71755" y="18872"/>
                  <a:pt x="82332" y="26917"/>
                  <a:pt x="82332" y="30233"/>
                </a:cubicBezTo>
                <a:cubicBezTo>
                  <a:pt x="82332" y="30943"/>
                  <a:pt x="79438" y="31524"/>
                  <a:pt x="75901" y="31524"/>
                </a:cubicBezTo>
                <a:cubicBezTo>
                  <a:pt x="72343" y="31524"/>
                  <a:pt x="68079" y="33750"/>
                  <a:pt x="66358" y="36506"/>
                </a:cubicBezTo>
                <a:cubicBezTo>
                  <a:pt x="63915" y="40418"/>
                  <a:pt x="62194" y="40925"/>
                  <a:pt x="58348" y="38866"/>
                </a:cubicBezTo>
                <a:cubicBezTo>
                  <a:pt x="54563" y="36841"/>
                  <a:pt x="52184" y="37422"/>
                  <a:pt x="47885" y="41425"/>
                </a:cubicBezTo>
                <a:cubicBezTo>
                  <a:pt x="42972" y="45999"/>
                  <a:pt x="41560" y="46204"/>
                  <a:pt x="35828" y="43172"/>
                </a:cubicBezTo>
                <a:close/>
              </a:path>
            </a:pathLst>
          </a:custGeom>
          <a:solidFill>
            <a:srgbClr val="B9B9B9"/>
          </a:solidFill>
          <a:ln w="5163" cap="flat">
            <a:noFill/>
            <a:prstDash val="solid"/>
            <a:miter/>
          </a:ln>
        </p:spPr>
        <p:txBody>
          <a:bodyPr/>
          <a:lstStyle/>
          <a:p>
            <a:endParaRPr lang="es-419" noProof="0" dirty="0"/>
          </a:p>
        </p:txBody>
      </p:sp>
      <p:sp>
        <p:nvSpPr>
          <p:cNvPr id="73" name="Forma libre: forma 72">
            <a:extLst>
              <a:ext uri="{FF2B5EF4-FFF2-40B4-BE49-F238E27FC236}">
                <a16:creationId xmlns:a16="http://schemas.microsoft.com/office/drawing/2014/main" id="{EC8E7307-8170-F0EC-8192-9201C40DD947}"/>
              </a:ext>
            </a:extLst>
          </p:cNvPr>
          <p:cNvSpPr/>
          <p:nvPr/>
        </p:nvSpPr>
        <p:spPr>
          <a:xfrm>
            <a:off x="1522864" y="2163021"/>
            <a:ext cx="166771" cy="166600"/>
          </a:xfrm>
          <a:custGeom>
            <a:avLst/>
            <a:gdLst>
              <a:gd name="csX0" fmla="*/ 112825 w 166771"/>
              <a:gd name="csY0" fmla="*/ 162186 h 166600"/>
              <a:gd name="csX1" fmla="*/ 93810 w 166771"/>
              <a:gd name="csY1" fmla="*/ 146052 h 166600"/>
              <a:gd name="csX2" fmla="*/ 80847 w 166771"/>
              <a:gd name="csY2" fmla="*/ 139517 h 166600"/>
              <a:gd name="csX3" fmla="*/ 77061 w 166771"/>
              <a:gd name="csY3" fmla="*/ 131529 h 166600"/>
              <a:gd name="csX4" fmla="*/ 56324 w 166771"/>
              <a:gd name="csY4" fmla="*/ 140503 h 166600"/>
              <a:gd name="csX5" fmla="*/ 40835 w 166771"/>
              <a:gd name="csY5" fmla="*/ 134435 h 166600"/>
              <a:gd name="csX6" fmla="*/ 25839 w 166771"/>
              <a:gd name="csY6" fmla="*/ 117575 h 166600"/>
              <a:gd name="csX7" fmla="*/ 603 w 166771"/>
              <a:gd name="csY7" fmla="*/ 103594 h 166600"/>
              <a:gd name="csX8" fmla="*/ 3427 w 166771"/>
              <a:gd name="csY8" fmla="*/ 92334 h 166600"/>
              <a:gd name="csX9" fmla="*/ 16980 w 166771"/>
              <a:gd name="csY9" fmla="*/ 76064 h 166600"/>
              <a:gd name="csX10" fmla="*/ 29744 w 166771"/>
              <a:gd name="csY10" fmla="*/ 65065 h 166600"/>
              <a:gd name="csX11" fmla="*/ 36843 w 166771"/>
              <a:gd name="csY11" fmla="*/ 46479 h 166600"/>
              <a:gd name="csX12" fmla="*/ 44707 w 166771"/>
              <a:gd name="csY12" fmla="*/ 28415 h 166600"/>
              <a:gd name="csX13" fmla="*/ 49507 w 166771"/>
              <a:gd name="csY13" fmla="*/ 27678 h 166600"/>
              <a:gd name="csX14" fmla="*/ 60947 w 166771"/>
              <a:gd name="csY14" fmla="*/ 25763 h 166600"/>
              <a:gd name="csX15" fmla="*/ 70323 w 166771"/>
              <a:gd name="csY15" fmla="*/ 14969 h 166600"/>
              <a:gd name="csX16" fmla="*/ 78890 w 166771"/>
              <a:gd name="csY16" fmla="*/ 12726 h 166600"/>
              <a:gd name="csX17" fmla="*/ 98544 w 166771"/>
              <a:gd name="csY17" fmla="*/ 17873 h 166600"/>
              <a:gd name="csX18" fmla="*/ 112369 w 166771"/>
              <a:gd name="csY18" fmla="*/ 19382 h 166600"/>
              <a:gd name="csX19" fmla="*/ 111333 w 166771"/>
              <a:gd name="csY19" fmla="*/ 10510 h 166600"/>
              <a:gd name="csX20" fmla="*/ 113560 w 166771"/>
              <a:gd name="csY20" fmla="*/ 387 h 166600"/>
              <a:gd name="csX21" fmla="*/ 117960 w 166771"/>
              <a:gd name="csY21" fmla="*/ 7843 h 166600"/>
              <a:gd name="csX22" fmla="*/ 132949 w 166771"/>
              <a:gd name="csY22" fmla="*/ 23283 h 166600"/>
              <a:gd name="csX23" fmla="*/ 137639 w 166771"/>
              <a:gd name="csY23" fmla="*/ 24249 h 166600"/>
              <a:gd name="csX24" fmla="*/ 142971 w 166771"/>
              <a:gd name="csY24" fmla="*/ 28097 h 166600"/>
              <a:gd name="csX25" fmla="*/ 144280 w 166771"/>
              <a:gd name="csY25" fmla="*/ 37270 h 166600"/>
              <a:gd name="csX26" fmla="*/ 141806 w 166771"/>
              <a:gd name="csY26" fmla="*/ 49084 h 166600"/>
              <a:gd name="csX27" fmla="*/ 134976 w 166771"/>
              <a:gd name="csY27" fmla="*/ 50495 h 166600"/>
              <a:gd name="csX28" fmla="*/ 125814 w 166771"/>
              <a:gd name="csY28" fmla="*/ 54367 h 166600"/>
              <a:gd name="csX29" fmla="*/ 117982 w 166771"/>
              <a:gd name="csY29" fmla="*/ 60864 h 166600"/>
              <a:gd name="csX30" fmla="*/ 114406 w 166771"/>
              <a:gd name="csY30" fmla="*/ 64736 h 166600"/>
              <a:gd name="csX31" fmla="*/ 118081 w 166771"/>
              <a:gd name="csY31" fmla="*/ 68608 h 166600"/>
              <a:gd name="csX32" fmla="*/ 117880 w 166771"/>
              <a:gd name="csY32" fmla="*/ 76375 h 166600"/>
              <a:gd name="csX33" fmla="*/ 120902 w 166771"/>
              <a:gd name="csY33" fmla="*/ 101250 h 166600"/>
              <a:gd name="csX34" fmla="*/ 146578 w 166771"/>
              <a:gd name="csY34" fmla="*/ 85070 h 166600"/>
              <a:gd name="csX35" fmla="*/ 165866 w 166771"/>
              <a:gd name="csY35" fmla="*/ 78619 h 166600"/>
              <a:gd name="csX36" fmla="*/ 158858 w 166771"/>
              <a:gd name="csY36" fmla="*/ 93393 h 166600"/>
              <a:gd name="csX37" fmla="*/ 145606 w 166771"/>
              <a:gd name="csY37" fmla="*/ 103389 h 166600"/>
              <a:gd name="csX38" fmla="*/ 146405 w 166771"/>
              <a:gd name="csY38" fmla="*/ 113844 h 166600"/>
              <a:gd name="csX39" fmla="*/ 151373 w 166771"/>
              <a:gd name="csY39" fmla="*/ 126271 h 166600"/>
              <a:gd name="csX40" fmla="*/ 146320 w 166771"/>
              <a:gd name="csY40" fmla="*/ 138511 h 166600"/>
              <a:gd name="csX41" fmla="*/ 142802 w 166771"/>
              <a:gd name="csY41" fmla="*/ 150216 h 166600"/>
              <a:gd name="csX42" fmla="*/ 135305 w 166771"/>
              <a:gd name="csY42" fmla="*/ 162275 h 166600"/>
              <a:gd name="csX43" fmla="*/ 112825 w 166771"/>
              <a:gd name="csY43" fmla="*/ 162186 h 1666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66771" h="166600">
                <a:moveTo>
                  <a:pt x="112825" y="162186"/>
                </a:moveTo>
                <a:cubicBezTo>
                  <a:pt x="107924" y="146593"/>
                  <a:pt x="107287" y="146052"/>
                  <a:pt x="93810" y="146052"/>
                </a:cubicBezTo>
                <a:cubicBezTo>
                  <a:pt x="81661" y="146052"/>
                  <a:pt x="80847" y="145641"/>
                  <a:pt x="80847" y="139517"/>
                </a:cubicBezTo>
                <a:cubicBezTo>
                  <a:pt x="80847" y="135923"/>
                  <a:pt x="79143" y="132329"/>
                  <a:pt x="77061" y="131529"/>
                </a:cubicBezTo>
                <a:cubicBezTo>
                  <a:pt x="70944" y="129182"/>
                  <a:pt x="59116" y="134300"/>
                  <a:pt x="56324" y="140503"/>
                </a:cubicBezTo>
                <a:cubicBezTo>
                  <a:pt x="52116" y="149848"/>
                  <a:pt x="43882" y="146622"/>
                  <a:pt x="40835" y="134435"/>
                </a:cubicBezTo>
                <a:cubicBezTo>
                  <a:pt x="37208" y="119926"/>
                  <a:pt x="35198" y="117667"/>
                  <a:pt x="25839" y="117575"/>
                </a:cubicBezTo>
                <a:cubicBezTo>
                  <a:pt x="16487" y="117484"/>
                  <a:pt x="-3740" y="106278"/>
                  <a:pt x="603" y="103594"/>
                </a:cubicBezTo>
                <a:cubicBezTo>
                  <a:pt x="2143" y="102641"/>
                  <a:pt x="3414" y="97575"/>
                  <a:pt x="3427" y="92334"/>
                </a:cubicBezTo>
                <a:cubicBezTo>
                  <a:pt x="3448" y="83428"/>
                  <a:pt x="4333" y="82366"/>
                  <a:pt x="16980" y="76064"/>
                </a:cubicBezTo>
                <a:cubicBezTo>
                  <a:pt x="26201" y="71468"/>
                  <a:pt x="30266" y="67966"/>
                  <a:pt x="29744" y="65065"/>
                </a:cubicBezTo>
                <a:cubicBezTo>
                  <a:pt x="29324" y="62724"/>
                  <a:pt x="32518" y="54360"/>
                  <a:pt x="36843" y="46479"/>
                </a:cubicBezTo>
                <a:cubicBezTo>
                  <a:pt x="41168" y="38598"/>
                  <a:pt x="44707" y="30469"/>
                  <a:pt x="44707" y="28415"/>
                </a:cubicBezTo>
                <a:cubicBezTo>
                  <a:pt x="44707" y="25420"/>
                  <a:pt x="45659" y="25274"/>
                  <a:pt x="49507" y="27678"/>
                </a:cubicBezTo>
                <a:cubicBezTo>
                  <a:pt x="53370" y="30090"/>
                  <a:pt x="55603" y="29716"/>
                  <a:pt x="60947" y="25763"/>
                </a:cubicBezTo>
                <a:cubicBezTo>
                  <a:pt x="64599" y="23062"/>
                  <a:pt x="68819" y="18205"/>
                  <a:pt x="70323" y="14969"/>
                </a:cubicBezTo>
                <a:cubicBezTo>
                  <a:pt x="72821" y="9600"/>
                  <a:pt x="73567" y="9404"/>
                  <a:pt x="78890" y="12726"/>
                </a:cubicBezTo>
                <a:cubicBezTo>
                  <a:pt x="82096" y="14727"/>
                  <a:pt x="90941" y="17044"/>
                  <a:pt x="98544" y="17873"/>
                </a:cubicBezTo>
                <a:lnTo>
                  <a:pt x="112369" y="19382"/>
                </a:lnTo>
                <a:lnTo>
                  <a:pt x="111333" y="10510"/>
                </a:lnTo>
                <a:cubicBezTo>
                  <a:pt x="110680" y="4917"/>
                  <a:pt x="111503" y="1176"/>
                  <a:pt x="113560" y="387"/>
                </a:cubicBezTo>
                <a:cubicBezTo>
                  <a:pt x="117812" y="-1245"/>
                  <a:pt x="120015" y="2488"/>
                  <a:pt x="117960" y="7843"/>
                </a:cubicBezTo>
                <a:cubicBezTo>
                  <a:pt x="115692" y="13753"/>
                  <a:pt x="126829" y="25225"/>
                  <a:pt x="132949" y="23283"/>
                </a:cubicBezTo>
                <a:cubicBezTo>
                  <a:pt x="135529" y="22464"/>
                  <a:pt x="137639" y="22899"/>
                  <a:pt x="137639" y="24249"/>
                </a:cubicBezTo>
                <a:cubicBezTo>
                  <a:pt x="137639" y="25599"/>
                  <a:pt x="140039" y="27330"/>
                  <a:pt x="142971" y="28097"/>
                </a:cubicBezTo>
                <a:cubicBezTo>
                  <a:pt x="148037" y="29422"/>
                  <a:pt x="148102" y="29879"/>
                  <a:pt x="144280" y="37270"/>
                </a:cubicBezTo>
                <a:cubicBezTo>
                  <a:pt x="142067" y="41548"/>
                  <a:pt x="140954" y="46864"/>
                  <a:pt x="141806" y="49084"/>
                </a:cubicBezTo>
                <a:cubicBezTo>
                  <a:pt x="143608" y="53779"/>
                  <a:pt x="141808" y="54151"/>
                  <a:pt x="134976" y="50495"/>
                </a:cubicBezTo>
                <a:cubicBezTo>
                  <a:pt x="130992" y="48362"/>
                  <a:pt x="129272" y="49089"/>
                  <a:pt x="125814" y="54367"/>
                </a:cubicBezTo>
                <a:cubicBezTo>
                  <a:pt x="123473" y="57940"/>
                  <a:pt x="119948" y="60864"/>
                  <a:pt x="117982" y="60864"/>
                </a:cubicBezTo>
                <a:cubicBezTo>
                  <a:pt x="116015" y="60864"/>
                  <a:pt x="114406" y="62606"/>
                  <a:pt x="114406" y="64736"/>
                </a:cubicBezTo>
                <a:cubicBezTo>
                  <a:pt x="114406" y="66866"/>
                  <a:pt x="116060" y="68608"/>
                  <a:pt x="118081" y="68608"/>
                </a:cubicBezTo>
                <a:cubicBezTo>
                  <a:pt x="121214" y="68608"/>
                  <a:pt x="121185" y="69751"/>
                  <a:pt x="117880" y="76375"/>
                </a:cubicBezTo>
                <a:cubicBezTo>
                  <a:pt x="113557" y="85043"/>
                  <a:pt x="115262" y="99086"/>
                  <a:pt x="120902" y="101250"/>
                </a:cubicBezTo>
                <a:cubicBezTo>
                  <a:pt x="125974" y="103196"/>
                  <a:pt x="134577" y="97775"/>
                  <a:pt x="146578" y="85070"/>
                </a:cubicBezTo>
                <a:cubicBezTo>
                  <a:pt x="158352" y="72606"/>
                  <a:pt x="161996" y="71387"/>
                  <a:pt x="165866" y="78619"/>
                </a:cubicBezTo>
                <a:cubicBezTo>
                  <a:pt x="167980" y="82568"/>
                  <a:pt x="166683" y="85304"/>
                  <a:pt x="158858" y="93393"/>
                </a:cubicBezTo>
                <a:cubicBezTo>
                  <a:pt x="153577" y="98853"/>
                  <a:pt x="147613" y="103351"/>
                  <a:pt x="145606" y="103389"/>
                </a:cubicBezTo>
                <a:cubicBezTo>
                  <a:pt x="139218" y="103509"/>
                  <a:pt x="139670" y="109432"/>
                  <a:pt x="146405" y="113844"/>
                </a:cubicBezTo>
                <a:cubicBezTo>
                  <a:pt x="151813" y="117388"/>
                  <a:pt x="152650" y="119482"/>
                  <a:pt x="151373" y="126271"/>
                </a:cubicBezTo>
                <a:cubicBezTo>
                  <a:pt x="150529" y="130761"/>
                  <a:pt x="148255" y="136269"/>
                  <a:pt x="146320" y="138511"/>
                </a:cubicBezTo>
                <a:cubicBezTo>
                  <a:pt x="144385" y="140752"/>
                  <a:pt x="142802" y="146020"/>
                  <a:pt x="142802" y="150216"/>
                </a:cubicBezTo>
                <a:cubicBezTo>
                  <a:pt x="142802" y="155900"/>
                  <a:pt x="140890" y="158975"/>
                  <a:pt x="135305" y="162275"/>
                </a:cubicBezTo>
                <a:cubicBezTo>
                  <a:pt x="125481" y="168078"/>
                  <a:pt x="114663" y="168035"/>
                  <a:pt x="112825" y="162186"/>
                </a:cubicBezTo>
                <a:close/>
              </a:path>
            </a:pathLst>
          </a:custGeom>
          <a:solidFill>
            <a:srgbClr val="B9B9B9"/>
          </a:solidFill>
          <a:ln w="5163" cap="flat">
            <a:noFill/>
            <a:prstDash val="solid"/>
            <a:miter/>
          </a:ln>
        </p:spPr>
        <p:txBody>
          <a:bodyPr/>
          <a:lstStyle/>
          <a:p>
            <a:endParaRPr lang="es-419" noProof="0" dirty="0"/>
          </a:p>
        </p:txBody>
      </p:sp>
      <p:sp>
        <p:nvSpPr>
          <p:cNvPr id="74" name="Forma libre: forma 73">
            <a:extLst>
              <a:ext uri="{FF2B5EF4-FFF2-40B4-BE49-F238E27FC236}">
                <a16:creationId xmlns:a16="http://schemas.microsoft.com/office/drawing/2014/main" id="{CAB9486A-F6AB-BD49-51F7-E5E82E580D8D}"/>
              </a:ext>
            </a:extLst>
          </p:cNvPr>
          <p:cNvSpPr/>
          <p:nvPr/>
        </p:nvSpPr>
        <p:spPr>
          <a:xfrm>
            <a:off x="1152549" y="1816032"/>
            <a:ext cx="278306" cy="369963"/>
          </a:xfrm>
          <a:custGeom>
            <a:avLst/>
            <a:gdLst>
              <a:gd name="csX0" fmla="*/ 34904 w 278306"/>
              <a:gd name="csY0" fmla="*/ 369743 h 369963"/>
              <a:gd name="csX1" fmla="*/ 30386 w 278306"/>
              <a:gd name="csY1" fmla="*/ 366534 h 369963"/>
              <a:gd name="csX2" fmla="*/ 24882 w 278306"/>
              <a:gd name="csY2" fmla="*/ 362569 h 369963"/>
              <a:gd name="csX3" fmla="*/ 21927 w 278306"/>
              <a:gd name="csY3" fmla="*/ 359169 h 369963"/>
              <a:gd name="csX4" fmla="*/ 27578 w 278306"/>
              <a:gd name="csY4" fmla="*/ 347996 h 369963"/>
              <a:gd name="csX5" fmla="*/ 35410 w 278306"/>
              <a:gd name="csY5" fmla="*/ 332463 h 369963"/>
              <a:gd name="csX6" fmla="*/ 46301 w 278306"/>
              <a:gd name="csY6" fmla="*/ 305733 h 369963"/>
              <a:gd name="csX7" fmla="*/ 51274 w 278306"/>
              <a:gd name="csY7" fmla="*/ 305469 h 369963"/>
              <a:gd name="csX8" fmla="*/ 85602 w 278306"/>
              <a:gd name="csY8" fmla="*/ 259605 h 369963"/>
              <a:gd name="csX9" fmla="*/ 77041 w 278306"/>
              <a:gd name="csY9" fmla="*/ 247151 h 369963"/>
              <a:gd name="csX10" fmla="*/ 56201 w 278306"/>
              <a:gd name="csY10" fmla="*/ 259540 h 369963"/>
              <a:gd name="csX11" fmla="*/ 43804 w 278306"/>
              <a:gd name="csY11" fmla="*/ 271918 h 369963"/>
              <a:gd name="csX12" fmla="*/ 42369 w 278306"/>
              <a:gd name="csY12" fmla="*/ 249815 h 369963"/>
              <a:gd name="csX13" fmla="*/ 41724 w 278306"/>
              <a:gd name="csY13" fmla="*/ 231013 h 369963"/>
              <a:gd name="csX14" fmla="*/ 29106 w 278306"/>
              <a:gd name="csY14" fmla="*/ 240028 h 369963"/>
              <a:gd name="csX15" fmla="*/ 22444 w 278306"/>
              <a:gd name="csY15" fmla="*/ 254379 h 369963"/>
              <a:gd name="csX16" fmla="*/ 24802 w 278306"/>
              <a:gd name="csY16" fmla="*/ 241025 h 369963"/>
              <a:gd name="csX17" fmla="*/ 33753 w 278306"/>
              <a:gd name="csY17" fmla="*/ 223416 h 369963"/>
              <a:gd name="csX18" fmla="*/ 20060 w 278306"/>
              <a:gd name="csY18" fmla="*/ 211002 h 369963"/>
              <a:gd name="csX19" fmla="*/ 12798 w 278306"/>
              <a:gd name="csY19" fmla="*/ 218762 h 369963"/>
              <a:gd name="csX20" fmla="*/ 14913 w 278306"/>
              <a:gd name="csY20" fmla="*/ 227151 h 369963"/>
              <a:gd name="csX21" fmla="*/ 17013 w 278306"/>
              <a:gd name="csY21" fmla="*/ 232960 h 369963"/>
              <a:gd name="csX22" fmla="*/ 9735 w 278306"/>
              <a:gd name="csY22" fmla="*/ 237857 h 369963"/>
              <a:gd name="csX23" fmla="*/ 1293 w 278306"/>
              <a:gd name="csY23" fmla="*/ 233984 h 369963"/>
              <a:gd name="csX24" fmla="*/ 5050 w 278306"/>
              <a:gd name="csY24" fmla="*/ 166825 h 369963"/>
              <a:gd name="csX25" fmla="*/ 13098 w 278306"/>
              <a:gd name="csY25" fmla="*/ 148470 h 369963"/>
              <a:gd name="csX26" fmla="*/ 17479 w 278306"/>
              <a:gd name="csY26" fmla="*/ 142324 h 369963"/>
              <a:gd name="csX27" fmla="*/ 23957 w 278306"/>
              <a:gd name="csY27" fmla="*/ 139382 h 369963"/>
              <a:gd name="csX28" fmla="*/ 29365 w 278306"/>
              <a:gd name="csY28" fmla="*/ 127120 h 369963"/>
              <a:gd name="csX29" fmla="*/ 37749 w 278306"/>
              <a:gd name="csY29" fmla="*/ 97729 h 369963"/>
              <a:gd name="csX30" fmla="*/ 49507 w 278306"/>
              <a:gd name="csY30" fmla="*/ 88122 h 369963"/>
              <a:gd name="csX31" fmla="*/ 58774 w 278306"/>
              <a:gd name="csY31" fmla="*/ 77796 h 369963"/>
              <a:gd name="csX32" fmla="*/ 64863 w 278306"/>
              <a:gd name="csY32" fmla="*/ 68721 h 369963"/>
              <a:gd name="csX33" fmla="*/ 80119 w 278306"/>
              <a:gd name="csY33" fmla="*/ 65404 h 369963"/>
              <a:gd name="csX34" fmla="*/ 105248 w 278306"/>
              <a:gd name="csY34" fmla="*/ 69057 h 369963"/>
              <a:gd name="csX35" fmla="*/ 132354 w 278306"/>
              <a:gd name="csY35" fmla="*/ 69793 h 369963"/>
              <a:gd name="csX36" fmla="*/ 147842 w 278306"/>
              <a:gd name="csY36" fmla="*/ 68392 h 369963"/>
              <a:gd name="csX37" fmla="*/ 148600 w 278306"/>
              <a:gd name="csY37" fmla="*/ 51194 h 369963"/>
              <a:gd name="csX38" fmla="*/ 143045 w 278306"/>
              <a:gd name="csY38" fmla="*/ 18458 h 369963"/>
              <a:gd name="csX39" fmla="*/ 138200 w 278306"/>
              <a:gd name="csY39" fmla="*/ 1452 h 369963"/>
              <a:gd name="csX40" fmla="*/ 176238 w 278306"/>
              <a:gd name="csY40" fmla="*/ 4099 h 369963"/>
              <a:gd name="csX41" fmla="*/ 200117 w 278306"/>
              <a:gd name="csY41" fmla="*/ 11594 h 369963"/>
              <a:gd name="csX42" fmla="*/ 208506 w 278306"/>
              <a:gd name="csY42" fmla="*/ 17328 h 369963"/>
              <a:gd name="csX43" fmla="*/ 213126 w 278306"/>
              <a:gd name="csY43" fmla="*/ 22327 h 369963"/>
              <a:gd name="csX44" fmla="*/ 220224 w 278306"/>
              <a:gd name="csY44" fmla="*/ 29184 h 369963"/>
              <a:gd name="csX45" fmla="*/ 234966 w 278306"/>
              <a:gd name="csY45" fmla="*/ 33975 h 369963"/>
              <a:gd name="csX46" fmla="*/ 247228 w 278306"/>
              <a:gd name="csY46" fmla="*/ 35904 h 369963"/>
              <a:gd name="csX47" fmla="*/ 256714 w 278306"/>
              <a:gd name="csY47" fmla="*/ 49191 h 369963"/>
              <a:gd name="csX48" fmla="*/ 272203 w 278306"/>
              <a:gd name="csY48" fmla="*/ 58184 h 369963"/>
              <a:gd name="csX49" fmla="*/ 271714 w 278306"/>
              <a:gd name="csY49" fmla="*/ 67589 h 369963"/>
              <a:gd name="csX50" fmla="*/ 263105 w 278306"/>
              <a:gd name="csY50" fmla="*/ 78504 h 369963"/>
              <a:gd name="csX51" fmla="*/ 254303 w 278306"/>
              <a:gd name="csY51" fmla="*/ 85750 h 369963"/>
              <a:gd name="csX52" fmla="*/ 246105 w 278306"/>
              <a:gd name="csY52" fmla="*/ 101699 h 369963"/>
              <a:gd name="csX53" fmla="*/ 227494 w 278306"/>
              <a:gd name="csY53" fmla="*/ 130702 h 369963"/>
              <a:gd name="csX54" fmla="*/ 183924 w 278306"/>
              <a:gd name="csY54" fmla="*/ 160034 h 369963"/>
              <a:gd name="csX55" fmla="*/ 153537 w 278306"/>
              <a:gd name="csY55" fmla="*/ 173778 h 369963"/>
              <a:gd name="csX56" fmla="*/ 157053 w 278306"/>
              <a:gd name="csY56" fmla="*/ 181528 h 369963"/>
              <a:gd name="csX57" fmla="*/ 160436 w 278306"/>
              <a:gd name="csY57" fmla="*/ 193225 h 369963"/>
              <a:gd name="csX58" fmla="*/ 180263 w 278306"/>
              <a:gd name="csY58" fmla="*/ 225950 h 369963"/>
              <a:gd name="csX59" fmla="*/ 194663 w 278306"/>
              <a:gd name="csY59" fmla="*/ 239264 h 369963"/>
              <a:gd name="csX60" fmla="*/ 204770 w 278306"/>
              <a:gd name="csY60" fmla="*/ 247088 h 369963"/>
              <a:gd name="csX61" fmla="*/ 210897 w 278306"/>
              <a:gd name="csY61" fmla="*/ 244424 h 369963"/>
              <a:gd name="csX62" fmla="*/ 229158 w 278306"/>
              <a:gd name="csY62" fmla="*/ 228391 h 369963"/>
              <a:gd name="csX63" fmla="*/ 234321 w 278306"/>
              <a:gd name="csY63" fmla="*/ 228442 h 369963"/>
              <a:gd name="csX64" fmla="*/ 234966 w 278306"/>
              <a:gd name="csY64" fmla="*/ 250091 h 369963"/>
              <a:gd name="csX65" fmla="*/ 235014 w 278306"/>
              <a:gd name="csY65" fmla="*/ 261191 h 369963"/>
              <a:gd name="csX66" fmla="*/ 230353 w 278306"/>
              <a:gd name="csY66" fmla="*/ 300578 h 369963"/>
              <a:gd name="csX67" fmla="*/ 224337 w 278306"/>
              <a:gd name="csY67" fmla="*/ 308123 h 369963"/>
              <a:gd name="csX68" fmla="*/ 215823 w 278306"/>
              <a:gd name="csY68" fmla="*/ 299799 h 369963"/>
              <a:gd name="csX69" fmla="*/ 202099 w 278306"/>
              <a:gd name="csY69" fmla="*/ 292094 h 369963"/>
              <a:gd name="csX70" fmla="*/ 185246 w 278306"/>
              <a:gd name="csY70" fmla="*/ 278805 h 369963"/>
              <a:gd name="csX71" fmla="*/ 173928 w 278306"/>
              <a:gd name="csY71" fmla="*/ 260086 h 369963"/>
              <a:gd name="csX72" fmla="*/ 159486 w 278306"/>
              <a:gd name="csY72" fmla="*/ 251642 h 369963"/>
              <a:gd name="csX73" fmla="*/ 135920 w 278306"/>
              <a:gd name="csY73" fmla="*/ 263292 h 369963"/>
              <a:gd name="csX74" fmla="*/ 128496 w 278306"/>
              <a:gd name="csY74" fmla="*/ 268428 h 369963"/>
              <a:gd name="csX75" fmla="*/ 118324 w 278306"/>
              <a:gd name="csY75" fmla="*/ 277403 h 369963"/>
              <a:gd name="csX76" fmla="*/ 102749 w 278306"/>
              <a:gd name="csY76" fmla="*/ 302843 h 369963"/>
              <a:gd name="csX77" fmla="*/ 111986 w 278306"/>
              <a:gd name="csY77" fmla="*/ 325389 h 369963"/>
              <a:gd name="csX78" fmla="*/ 124791 w 278306"/>
              <a:gd name="csY78" fmla="*/ 345325 h 369963"/>
              <a:gd name="csX79" fmla="*/ 112525 w 278306"/>
              <a:gd name="csY79" fmla="*/ 358252 h 369963"/>
              <a:gd name="csX80" fmla="*/ 61364 w 278306"/>
              <a:gd name="csY80" fmla="*/ 367059 h 369963"/>
              <a:gd name="csX81" fmla="*/ 45875 w 278306"/>
              <a:gd name="csY81" fmla="*/ 368630 h 369963"/>
              <a:gd name="csX82" fmla="*/ 34904 w 278306"/>
              <a:gd name="csY82" fmla="*/ 369743 h 3699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Lst>
            <a:rect l="l" t="t" r="r" b="b"/>
            <a:pathLst>
              <a:path w="278306" h="369963">
                <a:moveTo>
                  <a:pt x="34904" y="369743"/>
                </a:moveTo>
                <a:cubicBezTo>
                  <a:pt x="32419" y="369198"/>
                  <a:pt x="30386" y="367754"/>
                  <a:pt x="30386" y="366534"/>
                </a:cubicBezTo>
                <a:cubicBezTo>
                  <a:pt x="30386" y="365314"/>
                  <a:pt x="27909" y="363530"/>
                  <a:pt x="24882" y="362569"/>
                </a:cubicBezTo>
                <a:cubicBezTo>
                  <a:pt x="21855" y="361609"/>
                  <a:pt x="20525" y="360078"/>
                  <a:pt x="21927" y="359169"/>
                </a:cubicBezTo>
                <a:cubicBezTo>
                  <a:pt x="23328" y="358259"/>
                  <a:pt x="25871" y="353231"/>
                  <a:pt x="27578" y="347996"/>
                </a:cubicBezTo>
                <a:cubicBezTo>
                  <a:pt x="29284" y="342760"/>
                  <a:pt x="32809" y="335771"/>
                  <a:pt x="35410" y="332463"/>
                </a:cubicBezTo>
                <a:cubicBezTo>
                  <a:pt x="41776" y="324371"/>
                  <a:pt x="48428" y="308044"/>
                  <a:pt x="46301" y="305733"/>
                </a:cubicBezTo>
                <a:cubicBezTo>
                  <a:pt x="45357" y="304708"/>
                  <a:pt x="47595" y="304589"/>
                  <a:pt x="51274" y="305469"/>
                </a:cubicBezTo>
                <a:cubicBezTo>
                  <a:pt x="65489" y="308870"/>
                  <a:pt x="84946" y="282874"/>
                  <a:pt x="85602" y="259605"/>
                </a:cubicBezTo>
                <a:cubicBezTo>
                  <a:pt x="85868" y="250143"/>
                  <a:pt x="85296" y="249310"/>
                  <a:pt x="77041" y="247151"/>
                </a:cubicBezTo>
                <a:cubicBezTo>
                  <a:pt x="64390" y="243842"/>
                  <a:pt x="56201" y="248710"/>
                  <a:pt x="56201" y="259540"/>
                </a:cubicBezTo>
                <a:cubicBezTo>
                  <a:pt x="56201" y="269382"/>
                  <a:pt x="51616" y="273960"/>
                  <a:pt x="43804" y="271918"/>
                </a:cubicBezTo>
                <a:cubicBezTo>
                  <a:pt x="37009" y="270141"/>
                  <a:pt x="36944" y="269149"/>
                  <a:pt x="42369" y="249815"/>
                </a:cubicBezTo>
                <a:cubicBezTo>
                  <a:pt x="46434" y="235327"/>
                  <a:pt x="46408" y="234559"/>
                  <a:pt x="41724" y="231013"/>
                </a:cubicBezTo>
                <a:cubicBezTo>
                  <a:pt x="34464" y="225517"/>
                  <a:pt x="33758" y="226021"/>
                  <a:pt x="29106" y="240028"/>
                </a:cubicBezTo>
                <a:cubicBezTo>
                  <a:pt x="26753" y="247111"/>
                  <a:pt x="23756" y="253568"/>
                  <a:pt x="22444" y="254379"/>
                </a:cubicBezTo>
                <a:cubicBezTo>
                  <a:pt x="19454" y="256227"/>
                  <a:pt x="19357" y="256781"/>
                  <a:pt x="24802" y="241025"/>
                </a:cubicBezTo>
                <a:cubicBezTo>
                  <a:pt x="27318" y="233748"/>
                  <a:pt x="31345" y="225823"/>
                  <a:pt x="33753" y="223416"/>
                </a:cubicBezTo>
                <a:cubicBezTo>
                  <a:pt x="41536" y="215633"/>
                  <a:pt x="38403" y="212792"/>
                  <a:pt x="20060" y="211002"/>
                </a:cubicBezTo>
                <a:cubicBezTo>
                  <a:pt x="14508" y="210460"/>
                  <a:pt x="13494" y="211544"/>
                  <a:pt x="12798" y="218762"/>
                </a:cubicBezTo>
                <a:cubicBezTo>
                  <a:pt x="12315" y="223766"/>
                  <a:pt x="13169" y="227151"/>
                  <a:pt x="14913" y="227151"/>
                </a:cubicBezTo>
                <a:cubicBezTo>
                  <a:pt x="16522" y="227151"/>
                  <a:pt x="17467" y="229765"/>
                  <a:pt x="17013" y="232960"/>
                </a:cubicBezTo>
                <a:cubicBezTo>
                  <a:pt x="16365" y="237521"/>
                  <a:pt x="14803" y="238572"/>
                  <a:pt x="9735" y="237857"/>
                </a:cubicBezTo>
                <a:cubicBezTo>
                  <a:pt x="6185" y="237355"/>
                  <a:pt x="2386" y="235613"/>
                  <a:pt x="1293" y="233984"/>
                </a:cubicBezTo>
                <a:cubicBezTo>
                  <a:pt x="-1682" y="229553"/>
                  <a:pt x="858" y="184145"/>
                  <a:pt x="5050" y="166825"/>
                </a:cubicBezTo>
                <a:cubicBezTo>
                  <a:pt x="7067" y="158491"/>
                  <a:pt x="10689" y="150232"/>
                  <a:pt x="13098" y="148470"/>
                </a:cubicBezTo>
                <a:cubicBezTo>
                  <a:pt x="15508" y="146708"/>
                  <a:pt x="17479" y="143943"/>
                  <a:pt x="17479" y="142324"/>
                </a:cubicBezTo>
                <a:cubicBezTo>
                  <a:pt x="17479" y="140706"/>
                  <a:pt x="20394" y="139382"/>
                  <a:pt x="23957" y="139382"/>
                </a:cubicBezTo>
                <a:cubicBezTo>
                  <a:pt x="30115" y="139382"/>
                  <a:pt x="30383" y="138776"/>
                  <a:pt x="29365" y="127120"/>
                </a:cubicBezTo>
                <a:cubicBezTo>
                  <a:pt x="27807" y="109281"/>
                  <a:pt x="29957" y="101744"/>
                  <a:pt x="37749" y="97729"/>
                </a:cubicBezTo>
                <a:cubicBezTo>
                  <a:pt x="41508" y="95792"/>
                  <a:pt x="46799" y="91468"/>
                  <a:pt x="49507" y="88122"/>
                </a:cubicBezTo>
                <a:cubicBezTo>
                  <a:pt x="52214" y="84775"/>
                  <a:pt x="56385" y="80128"/>
                  <a:pt x="58774" y="77796"/>
                </a:cubicBezTo>
                <a:cubicBezTo>
                  <a:pt x="61163" y="75463"/>
                  <a:pt x="63903" y="71380"/>
                  <a:pt x="64863" y="68721"/>
                </a:cubicBezTo>
                <a:cubicBezTo>
                  <a:pt x="66368" y="64550"/>
                  <a:pt x="68459" y="64095"/>
                  <a:pt x="80119" y="65404"/>
                </a:cubicBezTo>
                <a:cubicBezTo>
                  <a:pt x="87551" y="66238"/>
                  <a:pt x="98859" y="67882"/>
                  <a:pt x="105248" y="69057"/>
                </a:cubicBezTo>
                <a:cubicBezTo>
                  <a:pt x="111637" y="70233"/>
                  <a:pt x="123835" y="70564"/>
                  <a:pt x="132354" y="69793"/>
                </a:cubicBezTo>
                <a:lnTo>
                  <a:pt x="147842" y="68392"/>
                </a:lnTo>
                <a:lnTo>
                  <a:pt x="148600" y="51194"/>
                </a:lnTo>
                <a:cubicBezTo>
                  <a:pt x="149196" y="37679"/>
                  <a:pt x="148006" y="30668"/>
                  <a:pt x="143045" y="18458"/>
                </a:cubicBezTo>
                <a:cubicBezTo>
                  <a:pt x="139573" y="9912"/>
                  <a:pt x="137392" y="2259"/>
                  <a:pt x="138200" y="1452"/>
                </a:cubicBezTo>
                <a:cubicBezTo>
                  <a:pt x="141102" y="-1451"/>
                  <a:pt x="166125" y="290"/>
                  <a:pt x="176238" y="4099"/>
                </a:cubicBezTo>
                <a:cubicBezTo>
                  <a:pt x="189419" y="9062"/>
                  <a:pt x="190086" y="9272"/>
                  <a:pt x="200117" y="11594"/>
                </a:cubicBezTo>
                <a:cubicBezTo>
                  <a:pt x="204892" y="12700"/>
                  <a:pt x="208506" y="15170"/>
                  <a:pt x="208506" y="17328"/>
                </a:cubicBezTo>
                <a:cubicBezTo>
                  <a:pt x="208506" y="19413"/>
                  <a:pt x="210585" y="21662"/>
                  <a:pt x="213126" y="22327"/>
                </a:cubicBezTo>
                <a:cubicBezTo>
                  <a:pt x="215666" y="22991"/>
                  <a:pt x="218861" y="26077"/>
                  <a:pt x="220224" y="29184"/>
                </a:cubicBezTo>
                <a:cubicBezTo>
                  <a:pt x="222363" y="34057"/>
                  <a:pt x="224390" y="34715"/>
                  <a:pt x="234966" y="33975"/>
                </a:cubicBezTo>
                <a:cubicBezTo>
                  <a:pt x="242553" y="33444"/>
                  <a:pt x="247228" y="34179"/>
                  <a:pt x="247228" y="35904"/>
                </a:cubicBezTo>
                <a:cubicBezTo>
                  <a:pt x="247228" y="37437"/>
                  <a:pt x="251497" y="43416"/>
                  <a:pt x="256714" y="49191"/>
                </a:cubicBezTo>
                <a:cubicBezTo>
                  <a:pt x="264193" y="57469"/>
                  <a:pt x="267470" y="59372"/>
                  <a:pt x="272203" y="58184"/>
                </a:cubicBezTo>
                <a:cubicBezTo>
                  <a:pt x="280616" y="56072"/>
                  <a:pt x="280219" y="63714"/>
                  <a:pt x="271714" y="67589"/>
                </a:cubicBezTo>
                <a:cubicBezTo>
                  <a:pt x="267863" y="69343"/>
                  <a:pt x="264361" y="73784"/>
                  <a:pt x="263105" y="78504"/>
                </a:cubicBezTo>
                <a:cubicBezTo>
                  <a:pt x="261351" y="85098"/>
                  <a:pt x="259842" y="86340"/>
                  <a:pt x="254303" y="85750"/>
                </a:cubicBezTo>
                <a:cubicBezTo>
                  <a:pt x="246592" y="84928"/>
                  <a:pt x="243436" y="91067"/>
                  <a:pt x="246105" y="101699"/>
                </a:cubicBezTo>
                <a:cubicBezTo>
                  <a:pt x="247533" y="107389"/>
                  <a:pt x="244867" y="111544"/>
                  <a:pt x="227494" y="130702"/>
                </a:cubicBezTo>
                <a:cubicBezTo>
                  <a:pt x="207371" y="152893"/>
                  <a:pt x="196764" y="160034"/>
                  <a:pt x="183924" y="160034"/>
                </a:cubicBezTo>
                <a:cubicBezTo>
                  <a:pt x="175394" y="160034"/>
                  <a:pt x="155328" y="169109"/>
                  <a:pt x="153537" y="173778"/>
                </a:cubicBezTo>
                <a:cubicBezTo>
                  <a:pt x="152784" y="175740"/>
                  <a:pt x="154366" y="179227"/>
                  <a:pt x="157053" y="181528"/>
                </a:cubicBezTo>
                <a:cubicBezTo>
                  <a:pt x="160618" y="184580"/>
                  <a:pt x="161532" y="187741"/>
                  <a:pt x="160436" y="193225"/>
                </a:cubicBezTo>
                <a:cubicBezTo>
                  <a:pt x="158065" y="205081"/>
                  <a:pt x="165477" y="217314"/>
                  <a:pt x="180263" y="225950"/>
                </a:cubicBezTo>
                <a:cubicBezTo>
                  <a:pt x="187814" y="230360"/>
                  <a:pt x="193823" y="235916"/>
                  <a:pt x="194663" y="239264"/>
                </a:cubicBezTo>
                <a:cubicBezTo>
                  <a:pt x="196711" y="247420"/>
                  <a:pt x="202826" y="252154"/>
                  <a:pt x="204770" y="247088"/>
                </a:cubicBezTo>
                <a:cubicBezTo>
                  <a:pt x="205617" y="244882"/>
                  <a:pt x="208258" y="243734"/>
                  <a:pt x="210897" y="244424"/>
                </a:cubicBezTo>
                <a:cubicBezTo>
                  <a:pt x="216566" y="245906"/>
                  <a:pt x="229158" y="234851"/>
                  <a:pt x="229158" y="228391"/>
                </a:cubicBezTo>
                <a:cubicBezTo>
                  <a:pt x="229158" y="223967"/>
                  <a:pt x="229378" y="223969"/>
                  <a:pt x="234321" y="228442"/>
                </a:cubicBezTo>
                <a:cubicBezTo>
                  <a:pt x="240730" y="234242"/>
                  <a:pt x="241099" y="246636"/>
                  <a:pt x="234966" y="250091"/>
                </a:cubicBezTo>
                <a:cubicBezTo>
                  <a:pt x="230667" y="252513"/>
                  <a:pt x="230669" y="253050"/>
                  <a:pt x="235014" y="261191"/>
                </a:cubicBezTo>
                <a:cubicBezTo>
                  <a:pt x="240871" y="272165"/>
                  <a:pt x="238755" y="290041"/>
                  <a:pt x="230353" y="300578"/>
                </a:cubicBezTo>
                <a:lnTo>
                  <a:pt x="224337" y="308123"/>
                </a:lnTo>
                <a:lnTo>
                  <a:pt x="215823" y="299799"/>
                </a:lnTo>
                <a:cubicBezTo>
                  <a:pt x="210927" y="295013"/>
                  <a:pt x="205095" y="291738"/>
                  <a:pt x="202099" y="292094"/>
                </a:cubicBezTo>
                <a:cubicBezTo>
                  <a:pt x="194035" y="293052"/>
                  <a:pt x="185277" y="286146"/>
                  <a:pt x="185246" y="278805"/>
                </a:cubicBezTo>
                <a:cubicBezTo>
                  <a:pt x="185229" y="274767"/>
                  <a:pt x="180965" y="267715"/>
                  <a:pt x="173928" y="260086"/>
                </a:cubicBezTo>
                <a:cubicBezTo>
                  <a:pt x="164333" y="249682"/>
                  <a:pt x="162165" y="248415"/>
                  <a:pt x="159486" y="251642"/>
                </a:cubicBezTo>
                <a:cubicBezTo>
                  <a:pt x="155362" y="256612"/>
                  <a:pt x="141849" y="263292"/>
                  <a:pt x="135920" y="263292"/>
                </a:cubicBezTo>
                <a:cubicBezTo>
                  <a:pt x="133348" y="263292"/>
                  <a:pt x="130007" y="265603"/>
                  <a:pt x="128496" y="268428"/>
                </a:cubicBezTo>
                <a:cubicBezTo>
                  <a:pt x="126984" y="271253"/>
                  <a:pt x="122406" y="275292"/>
                  <a:pt x="118324" y="277403"/>
                </a:cubicBezTo>
                <a:cubicBezTo>
                  <a:pt x="105333" y="284120"/>
                  <a:pt x="102661" y="288486"/>
                  <a:pt x="102749" y="302843"/>
                </a:cubicBezTo>
                <a:cubicBezTo>
                  <a:pt x="102826" y="315405"/>
                  <a:pt x="106784" y="325066"/>
                  <a:pt x="111986" y="325389"/>
                </a:cubicBezTo>
                <a:cubicBezTo>
                  <a:pt x="116589" y="325676"/>
                  <a:pt x="126252" y="340721"/>
                  <a:pt x="124791" y="345325"/>
                </a:cubicBezTo>
                <a:cubicBezTo>
                  <a:pt x="123983" y="347870"/>
                  <a:pt x="118463" y="353688"/>
                  <a:pt x="112525" y="358252"/>
                </a:cubicBezTo>
                <a:cubicBezTo>
                  <a:pt x="101535" y="366699"/>
                  <a:pt x="89725" y="368732"/>
                  <a:pt x="61364" y="367059"/>
                </a:cubicBezTo>
                <a:cubicBezTo>
                  <a:pt x="56394" y="366766"/>
                  <a:pt x="49424" y="367473"/>
                  <a:pt x="45875" y="368630"/>
                </a:cubicBezTo>
                <a:cubicBezTo>
                  <a:pt x="42325" y="369787"/>
                  <a:pt x="37388" y="370288"/>
                  <a:pt x="34904" y="369743"/>
                </a:cubicBezTo>
                <a:close/>
              </a:path>
            </a:pathLst>
          </a:custGeom>
          <a:solidFill>
            <a:srgbClr val="B9B9B9"/>
          </a:solidFill>
          <a:ln w="5163" cap="flat">
            <a:noFill/>
            <a:prstDash val="solid"/>
            <a:miter/>
          </a:ln>
        </p:spPr>
        <p:txBody>
          <a:bodyPr/>
          <a:lstStyle/>
          <a:p>
            <a:endParaRPr lang="es-419" noProof="0" dirty="0"/>
          </a:p>
        </p:txBody>
      </p:sp>
      <p:grpSp>
        <p:nvGrpSpPr>
          <p:cNvPr id="75" name="Gráfico 39">
            <a:extLst>
              <a:ext uri="{FF2B5EF4-FFF2-40B4-BE49-F238E27FC236}">
                <a16:creationId xmlns:a16="http://schemas.microsoft.com/office/drawing/2014/main" id="{96475CC6-2A7C-BE93-DD42-EE13DDF1CCE0}"/>
              </a:ext>
            </a:extLst>
          </p:cNvPr>
          <p:cNvGrpSpPr/>
          <p:nvPr/>
        </p:nvGrpSpPr>
        <p:grpSpPr>
          <a:xfrm>
            <a:off x="1634957" y="2069316"/>
            <a:ext cx="438046" cy="474569"/>
            <a:chOff x="1634957" y="2069316"/>
            <a:chExt cx="438046" cy="474569"/>
          </a:xfrm>
        </p:grpSpPr>
        <p:sp>
          <p:nvSpPr>
            <p:cNvPr id="76" name="Forma libre: forma 75">
              <a:extLst>
                <a:ext uri="{FF2B5EF4-FFF2-40B4-BE49-F238E27FC236}">
                  <a16:creationId xmlns:a16="http://schemas.microsoft.com/office/drawing/2014/main" id="{01F2FE15-B982-F026-BB4C-59BA4B04C130}"/>
                </a:ext>
              </a:extLst>
            </p:cNvPr>
            <p:cNvSpPr/>
            <p:nvPr/>
          </p:nvSpPr>
          <p:spPr>
            <a:xfrm>
              <a:off x="1634957" y="2069316"/>
              <a:ext cx="438046" cy="474569"/>
            </a:xfrm>
            <a:custGeom>
              <a:avLst/>
              <a:gdLst>
                <a:gd name="csX0" fmla="*/ 332739 w 438046"/>
                <a:gd name="csY0" fmla="*/ 469202 h 474569"/>
                <a:gd name="csX1" fmla="*/ 324349 w 438046"/>
                <a:gd name="csY1" fmla="*/ 460541 h 474569"/>
                <a:gd name="csX2" fmla="*/ 306954 w 438046"/>
                <a:gd name="csY2" fmla="*/ 447652 h 474569"/>
                <a:gd name="csX3" fmla="*/ 301522 w 438046"/>
                <a:gd name="csY3" fmla="*/ 436095 h 474569"/>
                <a:gd name="csX4" fmla="*/ 298287 w 438046"/>
                <a:gd name="csY4" fmla="*/ 425621 h 474569"/>
                <a:gd name="csX5" fmla="*/ 291436 w 438046"/>
                <a:gd name="csY5" fmla="*/ 429493 h 474569"/>
                <a:gd name="csX6" fmla="*/ 284162 w 438046"/>
                <a:gd name="csY6" fmla="*/ 433365 h 474569"/>
                <a:gd name="csX7" fmla="*/ 273181 w 438046"/>
                <a:gd name="csY7" fmla="*/ 439996 h 474569"/>
                <a:gd name="csX8" fmla="*/ 246542 w 438046"/>
                <a:gd name="csY8" fmla="*/ 415677 h 474569"/>
                <a:gd name="csX9" fmla="*/ 247543 w 438046"/>
                <a:gd name="csY9" fmla="*/ 398488 h 474569"/>
                <a:gd name="csX10" fmla="*/ 227242 w 438046"/>
                <a:gd name="csY10" fmla="*/ 385770 h 474569"/>
                <a:gd name="csX11" fmla="*/ 216574 w 438046"/>
                <a:gd name="csY11" fmla="*/ 384267 h 474569"/>
                <a:gd name="csX12" fmla="*/ 211411 w 438046"/>
                <a:gd name="csY12" fmla="*/ 381736 h 474569"/>
                <a:gd name="csX13" fmla="*/ 206248 w 438046"/>
                <a:gd name="csY13" fmla="*/ 377864 h 474569"/>
                <a:gd name="csX14" fmla="*/ 201085 w 438046"/>
                <a:gd name="csY14" fmla="*/ 368829 h 474569"/>
                <a:gd name="csX15" fmla="*/ 195840 w 438046"/>
                <a:gd name="csY15" fmla="*/ 360439 h 474569"/>
                <a:gd name="csX16" fmla="*/ 179383 w 438046"/>
                <a:gd name="csY16" fmla="*/ 344572 h 474569"/>
                <a:gd name="csX17" fmla="*/ 166056 w 438046"/>
                <a:gd name="csY17" fmla="*/ 347532 h 474569"/>
                <a:gd name="csX18" fmla="*/ 162127 w 438046"/>
                <a:gd name="csY18" fmla="*/ 363514 h 474569"/>
                <a:gd name="csX19" fmla="*/ 156676 w 438046"/>
                <a:gd name="csY19" fmla="*/ 372397 h 474569"/>
                <a:gd name="csX20" fmla="*/ 152333 w 438046"/>
                <a:gd name="csY20" fmla="*/ 366640 h 474569"/>
                <a:gd name="csX21" fmla="*/ 138487 w 438046"/>
                <a:gd name="csY21" fmla="*/ 364853 h 474569"/>
                <a:gd name="csX22" fmla="*/ 126312 w 438046"/>
                <a:gd name="csY22" fmla="*/ 363833 h 474569"/>
                <a:gd name="csX23" fmla="*/ 123641 w 438046"/>
                <a:gd name="csY23" fmla="*/ 355006 h 474569"/>
                <a:gd name="csX24" fmla="*/ 115723 w 438046"/>
                <a:gd name="csY24" fmla="*/ 349430 h 474569"/>
                <a:gd name="csX25" fmla="*/ 110493 w 438046"/>
                <a:gd name="csY25" fmla="*/ 333027 h 474569"/>
                <a:gd name="csX26" fmla="*/ 115897 w 438046"/>
                <a:gd name="csY26" fmla="*/ 317692 h 474569"/>
                <a:gd name="csX27" fmla="*/ 126868 w 438046"/>
                <a:gd name="csY27" fmla="*/ 306474 h 474569"/>
                <a:gd name="csX28" fmla="*/ 128005 w 438046"/>
                <a:gd name="csY28" fmla="*/ 290864 h 474569"/>
                <a:gd name="csX29" fmla="*/ 107467 w 438046"/>
                <a:gd name="csY29" fmla="*/ 276906 h 474569"/>
                <a:gd name="csX30" fmla="*/ 125531 w 438046"/>
                <a:gd name="csY30" fmla="*/ 228226 h 474569"/>
                <a:gd name="csX31" fmla="*/ 128516 w 438046"/>
                <a:gd name="csY31" fmla="*/ 218872 h 474569"/>
                <a:gd name="csX32" fmla="*/ 122054 w 438046"/>
                <a:gd name="csY32" fmla="*/ 216563 h 474569"/>
                <a:gd name="csX33" fmla="*/ 112602 w 438046"/>
                <a:gd name="csY33" fmla="*/ 211354 h 474569"/>
                <a:gd name="csX34" fmla="*/ 97827 w 438046"/>
                <a:gd name="csY34" fmla="*/ 212411 h 474569"/>
                <a:gd name="csX35" fmla="*/ 87566 w 438046"/>
                <a:gd name="csY35" fmla="*/ 216588 h 474569"/>
                <a:gd name="csX36" fmla="*/ 80430 w 438046"/>
                <a:gd name="csY36" fmla="*/ 211038 h 474569"/>
                <a:gd name="csX37" fmla="*/ 79784 w 438046"/>
                <a:gd name="csY37" fmla="*/ 198453 h 474569"/>
                <a:gd name="csX38" fmla="*/ 82015 w 438046"/>
                <a:gd name="csY38" fmla="*/ 188949 h 474569"/>
                <a:gd name="csX39" fmla="*/ 89966 w 438046"/>
                <a:gd name="csY39" fmla="*/ 185629 h 474569"/>
                <a:gd name="csX40" fmla="*/ 87641 w 438046"/>
                <a:gd name="csY40" fmla="*/ 169636 h 474569"/>
                <a:gd name="csX41" fmla="*/ 79292 w 438046"/>
                <a:gd name="csY41" fmla="*/ 156728 h 474569"/>
                <a:gd name="csX42" fmla="*/ 72462 w 438046"/>
                <a:gd name="csY42" fmla="*/ 148956 h 474569"/>
                <a:gd name="csX43" fmla="*/ 56524 w 438046"/>
                <a:gd name="csY43" fmla="*/ 163920 h 474569"/>
                <a:gd name="csX44" fmla="*/ 52658 w 438046"/>
                <a:gd name="csY44" fmla="*/ 164900 h 474569"/>
                <a:gd name="csX45" fmla="*/ 39697 w 438046"/>
                <a:gd name="csY45" fmla="*/ 168628 h 474569"/>
                <a:gd name="csX46" fmla="*/ 26748 w 438046"/>
                <a:gd name="csY46" fmla="*/ 181448 h 474569"/>
                <a:gd name="csX47" fmla="*/ 16403 w 438046"/>
                <a:gd name="csY47" fmla="*/ 190289 h 474569"/>
                <a:gd name="csX48" fmla="*/ 7343 w 438046"/>
                <a:gd name="csY48" fmla="*/ 186486 h 474569"/>
                <a:gd name="csX49" fmla="*/ 9965 w 438046"/>
                <a:gd name="csY49" fmla="*/ 170925 h 474569"/>
                <a:gd name="csX50" fmla="*/ 15158 w 438046"/>
                <a:gd name="csY50" fmla="*/ 162124 h 474569"/>
                <a:gd name="csX51" fmla="*/ 9381 w 438046"/>
                <a:gd name="csY51" fmla="*/ 159801 h 474569"/>
                <a:gd name="csX52" fmla="*/ 7807 w 438046"/>
                <a:gd name="csY52" fmla="*/ 157314 h 474569"/>
                <a:gd name="csX53" fmla="*/ 15681 w 438046"/>
                <a:gd name="csY53" fmla="*/ 151621 h 474569"/>
                <a:gd name="csX54" fmla="*/ 24691 w 438046"/>
                <a:gd name="csY54" fmla="*/ 148948 h 474569"/>
                <a:gd name="csX55" fmla="*/ 33291 w 438046"/>
                <a:gd name="csY55" fmla="*/ 142643 h 474569"/>
                <a:gd name="csX56" fmla="*/ 36252 w 438046"/>
                <a:gd name="csY56" fmla="*/ 130243 h 474569"/>
                <a:gd name="csX57" fmla="*/ 35959 w 438046"/>
                <a:gd name="csY57" fmla="*/ 119824 h 474569"/>
                <a:gd name="csX58" fmla="*/ 30417 w 438046"/>
                <a:gd name="csY58" fmla="*/ 117319 h 474569"/>
                <a:gd name="csX59" fmla="*/ 28128 w 438046"/>
                <a:gd name="csY59" fmla="*/ 114535 h 474569"/>
                <a:gd name="csX60" fmla="*/ 22780 w 438046"/>
                <a:gd name="csY60" fmla="*/ 112034 h 474569"/>
                <a:gd name="csX61" fmla="*/ 9335 w 438046"/>
                <a:gd name="csY61" fmla="*/ 100263 h 474569"/>
                <a:gd name="csX62" fmla="*/ 5316 w 438046"/>
                <a:gd name="csY62" fmla="*/ 85099 h 474569"/>
                <a:gd name="csX63" fmla="*/ 0 w 438046"/>
                <a:gd name="csY63" fmla="*/ 74899 h 474569"/>
                <a:gd name="csX64" fmla="*/ 5230 w 438046"/>
                <a:gd name="csY64" fmla="*/ 68250 h 474569"/>
                <a:gd name="csX65" fmla="*/ 8777 w 438046"/>
                <a:gd name="csY65" fmla="*/ 53938 h 474569"/>
                <a:gd name="csX66" fmla="*/ 11157 w 438046"/>
                <a:gd name="csY66" fmla="*/ 40474 h 474569"/>
                <a:gd name="csX67" fmla="*/ 15221 w 438046"/>
                <a:gd name="csY67" fmla="*/ 30361 h 474569"/>
                <a:gd name="csX68" fmla="*/ 19093 w 438046"/>
                <a:gd name="csY68" fmla="*/ 24563 h 474569"/>
                <a:gd name="csX69" fmla="*/ 13331 w 438046"/>
                <a:gd name="csY69" fmla="*/ 11391 h 474569"/>
                <a:gd name="csX70" fmla="*/ 15610 w 438046"/>
                <a:gd name="csY70" fmla="*/ 4739 h 474569"/>
                <a:gd name="csX71" fmla="*/ 24152 w 438046"/>
                <a:gd name="csY71" fmla="*/ 2431 h 474569"/>
                <a:gd name="csX72" fmla="*/ 42643 w 438046"/>
                <a:gd name="csY72" fmla="*/ 10008 h 474569"/>
                <a:gd name="csX73" fmla="*/ 58021 w 438046"/>
                <a:gd name="csY73" fmla="*/ 20333 h 474569"/>
                <a:gd name="csX74" fmla="*/ 76259 w 438046"/>
                <a:gd name="csY74" fmla="*/ 58909 h 474569"/>
                <a:gd name="csX75" fmla="*/ 87417 w 438046"/>
                <a:gd name="csY75" fmla="*/ 80908 h 474569"/>
                <a:gd name="csX76" fmla="*/ 99122 w 438046"/>
                <a:gd name="csY76" fmla="*/ 102996 h 474569"/>
                <a:gd name="csX77" fmla="*/ 103913 w 438046"/>
                <a:gd name="csY77" fmla="*/ 110684 h 474569"/>
                <a:gd name="csX78" fmla="*/ 102362 w 438046"/>
                <a:gd name="csY78" fmla="*/ 90033 h 474569"/>
                <a:gd name="csX79" fmla="*/ 92203 w 438046"/>
                <a:gd name="csY79" fmla="*/ 66799 h 474569"/>
                <a:gd name="csX80" fmla="*/ 83568 w 438046"/>
                <a:gd name="csY80" fmla="*/ 60346 h 474569"/>
                <a:gd name="csX81" fmla="*/ 86838 w 438046"/>
                <a:gd name="csY81" fmla="*/ 69381 h 474569"/>
                <a:gd name="csX82" fmla="*/ 85111 w 438046"/>
                <a:gd name="csY82" fmla="*/ 70354 h 474569"/>
                <a:gd name="csX83" fmla="*/ 81250 w 438046"/>
                <a:gd name="csY83" fmla="*/ 58738 h 474569"/>
                <a:gd name="csX84" fmla="*/ 73693 w 438046"/>
                <a:gd name="csY84" fmla="*/ 39979 h 474569"/>
                <a:gd name="csX85" fmla="*/ 66850 w 438046"/>
                <a:gd name="csY85" fmla="*/ 27201 h 474569"/>
                <a:gd name="csX86" fmla="*/ 80920 w 438046"/>
                <a:gd name="csY86" fmla="*/ 44489 h 474569"/>
                <a:gd name="csX87" fmla="*/ 99162 w 438046"/>
                <a:gd name="csY87" fmla="*/ 64586 h 474569"/>
                <a:gd name="csX88" fmla="*/ 107565 w 438046"/>
                <a:gd name="csY88" fmla="*/ 86419 h 474569"/>
                <a:gd name="csX89" fmla="*/ 116108 w 438046"/>
                <a:gd name="csY89" fmla="*/ 138203 h 474569"/>
                <a:gd name="csX90" fmla="*/ 121060 w 438046"/>
                <a:gd name="csY90" fmla="*/ 151411 h 474569"/>
                <a:gd name="csX91" fmla="*/ 135828 w 438046"/>
                <a:gd name="csY91" fmla="*/ 169580 h 474569"/>
                <a:gd name="csX92" fmla="*/ 173747 w 438046"/>
                <a:gd name="csY92" fmla="*/ 217637 h 474569"/>
                <a:gd name="csX93" fmla="*/ 186052 w 438046"/>
                <a:gd name="csY93" fmla="*/ 237240 h 474569"/>
                <a:gd name="csX94" fmla="*/ 192809 w 438046"/>
                <a:gd name="csY94" fmla="*/ 259193 h 474569"/>
                <a:gd name="csX95" fmla="*/ 202887 w 438046"/>
                <a:gd name="csY95" fmla="*/ 280570 h 474569"/>
                <a:gd name="csX96" fmla="*/ 215434 w 438046"/>
                <a:gd name="csY96" fmla="*/ 294429 h 474569"/>
                <a:gd name="csX97" fmla="*/ 223898 w 438046"/>
                <a:gd name="csY97" fmla="*/ 302869 h 474569"/>
                <a:gd name="csX98" fmla="*/ 231639 w 438046"/>
                <a:gd name="csY98" fmla="*/ 310848 h 474569"/>
                <a:gd name="csX99" fmla="*/ 241066 w 438046"/>
                <a:gd name="csY99" fmla="*/ 319770 h 474569"/>
                <a:gd name="csX100" fmla="*/ 242388 w 438046"/>
                <a:gd name="csY100" fmla="*/ 323654 h 474569"/>
                <a:gd name="csX101" fmla="*/ 237225 w 438046"/>
                <a:gd name="csY101" fmla="*/ 324770 h 474569"/>
                <a:gd name="csX102" fmla="*/ 239807 w 438046"/>
                <a:gd name="csY102" fmla="*/ 327526 h 474569"/>
                <a:gd name="csX103" fmla="*/ 241743 w 438046"/>
                <a:gd name="csY103" fmla="*/ 330724 h 474569"/>
                <a:gd name="csX104" fmla="*/ 248333 w 438046"/>
                <a:gd name="csY104" fmla="*/ 333103 h 474569"/>
                <a:gd name="csX105" fmla="*/ 259724 w 438046"/>
                <a:gd name="csY105" fmla="*/ 335713 h 474569"/>
                <a:gd name="csX106" fmla="*/ 262612 w 438046"/>
                <a:gd name="csY106" fmla="*/ 335270 h 474569"/>
                <a:gd name="csX107" fmla="*/ 255739 w 438046"/>
                <a:gd name="csY107" fmla="*/ 330573 h 474569"/>
                <a:gd name="csX108" fmla="*/ 250133 w 438046"/>
                <a:gd name="csY108" fmla="*/ 327461 h 474569"/>
                <a:gd name="csX109" fmla="*/ 260301 w 438046"/>
                <a:gd name="csY109" fmla="*/ 328761 h 474569"/>
                <a:gd name="csX110" fmla="*/ 284960 w 438046"/>
                <a:gd name="csY110" fmla="*/ 330853 h 474569"/>
                <a:gd name="csX111" fmla="*/ 308115 w 438046"/>
                <a:gd name="csY111" fmla="*/ 337754 h 474569"/>
                <a:gd name="csX112" fmla="*/ 325378 w 438046"/>
                <a:gd name="csY112" fmla="*/ 347910 h 474569"/>
                <a:gd name="csX113" fmla="*/ 336932 w 438046"/>
                <a:gd name="csY113" fmla="*/ 355594 h 474569"/>
                <a:gd name="csX114" fmla="*/ 342564 w 438046"/>
                <a:gd name="csY114" fmla="*/ 364198 h 474569"/>
                <a:gd name="csX115" fmla="*/ 343743 w 438046"/>
                <a:gd name="csY115" fmla="*/ 371080 h 474569"/>
                <a:gd name="csX116" fmla="*/ 344358 w 438046"/>
                <a:gd name="csY116" fmla="*/ 373363 h 474569"/>
                <a:gd name="csX117" fmla="*/ 350269 w 438046"/>
                <a:gd name="csY117" fmla="*/ 376862 h 474569"/>
                <a:gd name="csX118" fmla="*/ 372627 w 438046"/>
                <a:gd name="csY118" fmla="*/ 380540 h 474569"/>
                <a:gd name="csX119" fmla="*/ 391189 w 438046"/>
                <a:gd name="csY119" fmla="*/ 378801 h 474569"/>
                <a:gd name="csX120" fmla="*/ 394232 w 438046"/>
                <a:gd name="csY120" fmla="*/ 388958 h 474569"/>
                <a:gd name="csX121" fmla="*/ 397318 w 438046"/>
                <a:gd name="csY121" fmla="*/ 403978 h 474569"/>
                <a:gd name="csX122" fmla="*/ 409224 w 438046"/>
                <a:gd name="csY122" fmla="*/ 419167 h 474569"/>
                <a:gd name="csX123" fmla="*/ 434929 w 438046"/>
                <a:gd name="csY123" fmla="*/ 450207 h 474569"/>
                <a:gd name="csX124" fmla="*/ 429332 w 438046"/>
                <a:gd name="csY124" fmla="*/ 469288 h 474569"/>
                <a:gd name="csX125" fmla="*/ 376412 w 438046"/>
                <a:gd name="csY125" fmla="*/ 474534 h 474569"/>
                <a:gd name="csX126" fmla="*/ 332739 w 438046"/>
                <a:gd name="csY126" fmla="*/ 469202 h 47456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438046" h="474569">
                  <a:moveTo>
                    <a:pt x="332739" y="469202"/>
                  </a:moveTo>
                  <a:cubicBezTo>
                    <a:pt x="332739" y="465869"/>
                    <a:pt x="329807" y="462843"/>
                    <a:pt x="324349" y="460541"/>
                  </a:cubicBezTo>
                  <a:cubicBezTo>
                    <a:pt x="319735" y="458594"/>
                    <a:pt x="311907" y="452795"/>
                    <a:pt x="306954" y="447652"/>
                  </a:cubicBezTo>
                  <a:cubicBezTo>
                    <a:pt x="299888" y="440316"/>
                    <a:pt x="298719" y="437828"/>
                    <a:pt x="301522" y="436095"/>
                  </a:cubicBezTo>
                  <a:cubicBezTo>
                    <a:pt x="305823" y="433437"/>
                    <a:pt x="303408" y="425621"/>
                    <a:pt x="298287" y="425621"/>
                  </a:cubicBezTo>
                  <a:cubicBezTo>
                    <a:pt x="296286" y="425621"/>
                    <a:pt x="293203" y="427364"/>
                    <a:pt x="291436" y="429493"/>
                  </a:cubicBezTo>
                  <a:cubicBezTo>
                    <a:pt x="289668" y="431623"/>
                    <a:pt x="286395" y="433365"/>
                    <a:pt x="284162" y="433365"/>
                  </a:cubicBezTo>
                  <a:cubicBezTo>
                    <a:pt x="281929" y="433365"/>
                    <a:pt x="276987" y="436349"/>
                    <a:pt x="273181" y="439996"/>
                  </a:cubicBezTo>
                  <a:cubicBezTo>
                    <a:pt x="256469" y="456007"/>
                    <a:pt x="233183" y="434749"/>
                    <a:pt x="246542" y="415677"/>
                  </a:cubicBezTo>
                  <a:cubicBezTo>
                    <a:pt x="250094" y="410606"/>
                    <a:pt x="250239" y="408115"/>
                    <a:pt x="247543" y="398488"/>
                  </a:cubicBezTo>
                  <a:cubicBezTo>
                    <a:pt x="243936" y="385603"/>
                    <a:pt x="241942" y="384354"/>
                    <a:pt x="227242" y="385770"/>
                  </a:cubicBezTo>
                  <a:cubicBezTo>
                    <a:pt x="221295" y="386343"/>
                    <a:pt x="216574" y="385678"/>
                    <a:pt x="216574" y="384267"/>
                  </a:cubicBezTo>
                  <a:cubicBezTo>
                    <a:pt x="216574" y="382875"/>
                    <a:pt x="214251" y="381736"/>
                    <a:pt x="211411" y="381736"/>
                  </a:cubicBezTo>
                  <a:cubicBezTo>
                    <a:pt x="208543" y="381736"/>
                    <a:pt x="206248" y="380015"/>
                    <a:pt x="206248" y="377864"/>
                  </a:cubicBezTo>
                  <a:cubicBezTo>
                    <a:pt x="206248" y="375735"/>
                    <a:pt x="203925" y="371669"/>
                    <a:pt x="201085" y="368829"/>
                  </a:cubicBezTo>
                  <a:cubicBezTo>
                    <a:pt x="198245" y="365990"/>
                    <a:pt x="195885" y="362214"/>
                    <a:pt x="195840" y="360439"/>
                  </a:cubicBezTo>
                  <a:cubicBezTo>
                    <a:pt x="195695" y="354744"/>
                    <a:pt x="189552" y="348821"/>
                    <a:pt x="179383" y="344572"/>
                  </a:cubicBezTo>
                  <a:cubicBezTo>
                    <a:pt x="165908" y="338942"/>
                    <a:pt x="164292" y="339301"/>
                    <a:pt x="166056" y="347532"/>
                  </a:cubicBezTo>
                  <a:cubicBezTo>
                    <a:pt x="167087" y="352339"/>
                    <a:pt x="165818" y="357500"/>
                    <a:pt x="162127" y="363514"/>
                  </a:cubicBezTo>
                  <a:lnTo>
                    <a:pt x="156676" y="372397"/>
                  </a:lnTo>
                  <a:lnTo>
                    <a:pt x="152333" y="366640"/>
                  </a:lnTo>
                  <a:cubicBezTo>
                    <a:pt x="148166" y="361115"/>
                    <a:pt x="147605" y="361043"/>
                    <a:pt x="138487" y="364853"/>
                  </a:cubicBezTo>
                  <a:cubicBezTo>
                    <a:pt x="129534" y="368594"/>
                    <a:pt x="128828" y="368535"/>
                    <a:pt x="126312" y="363833"/>
                  </a:cubicBezTo>
                  <a:cubicBezTo>
                    <a:pt x="124843" y="361088"/>
                    <a:pt x="123641" y="357116"/>
                    <a:pt x="123641" y="355006"/>
                  </a:cubicBezTo>
                  <a:cubicBezTo>
                    <a:pt x="123641" y="352823"/>
                    <a:pt x="120228" y="350420"/>
                    <a:pt x="115723" y="349430"/>
                  </a:cubicBezTo>
                  <a:cubicBezTo>
                    <a:pt x="105375" y="347157"/>
                    <a:pt x="103846" y="342362"/>
                    <a:pt x="110493" y="333027"/>
                  </a:cubicBezTo>
                  <a:cubicBezTo>
                    <a:pt x="113465" y="328853"/>
                    <a:pt x="115897" y="321952"/>
                    <a:pt x="115897" y="317692"/>
                  </a:cubicBezTo>
                  <a:cubicBezTo>
                    <a:pt x="115897" y="310844"/>
                    <a:pt x="117170" y="309543"/>
                    <a:pt x="126868" y="306474"/>
                  </a:cubicBezTo>
                  <a:cubicBezTo>
                    <a:pt x="141640" y="301799"/>
                    <a:pt x="142221" y="293818"/>
                    <a:pt x="128005" y="290864"/>
                  </a:cubicBezTo>
                  <a:cubicBezTo>
                    <a:pt x="113703" y="287893"/>
                    <a:pt x="108950" y="284662"/>
                    <a:pt x="107467" y="276906"/>
                  </a:cubicBezTo>
                  <a:cubicBezTo>
                    <a:pt x="105739" y="267867"/>
                    <a:pt x="117059" y="237363"/>
                    <a:pt x="125531" y="228226"/>
                  </a:cubicBezTo>
                  <a:cubicBezTo>
                    <a:pt x="130828" y="222513"/>
                    <a:pt x="131406" y="220702"/>
                    <a:pt x="128516" y="218872"/>
                  </a:cubicBezTo>
                  <a:cubicBezTo>
                    <a:pt x="126545" y="217624"/>
                    <a:pt x="123637" y="216585"/>
                    <a:pt x="122054" y="216563"/>
                  </a:cubicBezTo>
                  <a:cubicBezTo>
                    <a:pt x="120470" y="216541"/>
                    <a:pt x="116217" y="214197"/>
                    <a:pt x="112602" y="211354"/>
                  </a:cubicBezTo>
                  <a:cubicBezTo>
                    <a:pt x="105961" y="206129"/>
                    <a:pt x="97827" y="206711"/>
                    <a:pt x="97827" y="212411"/>
                  </a:cubicBezTo>
                  <a:cubicBezTo>
                    <a:pt x="97827" y="219059"/>
                    <a:pt x="92291" y="221313"/>
                    <a:pt x="87566" y="216588"/>
                  </a:cubicBezTo>
                  <a:cubicBezTo>
                    <a:pt x="85046" y="214068"/>
                    <a:pt x="81835" y="211570"/>
                    <a:pt x="80430" y="211038"/>
                  </a:cubicBezTo>
                  <a:cubicBezTo>
                    <a:pt x="78870" y="210447"/>
                    <a:pt x="78619" y="205549"/>
                    <a:pt x="79784" y="198453"/>
                  </a:cubicBezTo>
                  <a:cubicBezTo>
                    <a:pt x="80834" y="192064"/>
                    <a:pt x="81838" y="187787"/>
                    <a:pt x="82015" y="188949"/>
                  </a:cubicBezTo>
                  <a:cubicBezTo>
                    <a:pt x="82193" y="190110"/>
                    <a:pt x="85771" y="188616"/>
                    <a:pt x="89966" y="185629"/>
                  </a:cubicBezTo>
                  <a:cubicBezTo>
                    <a:pt x="98750" y="179374"/>
                    <a:pt x="98211" y="175668"/>
                    <a:pt x="87641" y="169636"/>
                  </a:cubicBezTo>
                  <a:cubicBezTo>
                    <a:pt x="82102" y="166474"/>
                    <a:pt x="79900" y="163069"/>
                    <a:pt x="79292" y="156728"/>
                  </a:cubicBezTo>
                  <a:cubicBezTo>
                    <a:pt x="78587" y="149374"/>
                    <a:pt x="77588" y="148238"/>
                    <a:pt x="72462" y="148956"/>
                  </a:cubicBezTo>
                  <a:cubicBezTo>
                    <a:pt x="65224" y="149970"/>
                    <a:pt x="56524" y="158137"/>
                    <a:pt x="56524" y="163920"/>
                  </a:cubicBezTo>
                  <a:cubicBezTo>
                    <a:pt x="56524" y="167347"/>
                    <a:pt x="55821" y="167525"/>
                    <a:pt x="52658" y="164900"/>
                  </a:cubicBezTo>
                  <a:cubicBezTo>
                    <a:pt x="49486" y="162267"/>
                    <a:pt x="47159" y="162936"/>
                    <a:pt x="39697" y="168628"/>
                  </a:cubicBezTo>
                  <a:cubicBezTo>
                    <a:pt x="34695" y="172443"/>
                    <a:pt x="28868" y="178212"/>
                    <a:pt x="26748" y="181448"/>
                  </a:cubicBezTo>
                  <a:cubicBezTo>
                    <a:pt x="24627" y="184684"/>
                    <a:pt x="19972" y="188663"/>
                    <a:pt x="16403" y="190289"/>
                  </a:cubicBezTo>
                  <a:cubicBezTo>
                    <a:pt x="10541" y="192960"/>
                    <a:pt x="9664" y="192592"/>
                    <a:pt x="7343" y="186486"/>
                  </a:cubicBezTo>
                  <a:cubicBezTo>
                    <a:pt x="5309" y="181137"/>
                    <a:pt x="5857" y="177888"/>
                    <a:pt x="9965" y="170925"/>
                  </a:cubicBezTo>
                  <a:lnTo>
                    <a:pt x="15158" y="162124"/>
                  </a:lnTo>
                  <a:lnTo>
                    <a:pt x="9381" y="159801"/>
                  </a:lnTo>
                  <a:cubicBezTo>
                    <a:pt x="5449" y="158219"/>
                    <a:pt x="4946" y="157425"/>
                    <a:pt x="7807" y="157314"/>
                  </a:cubicBezTo>
                  <a:cubicBezTo>
                    <a:pt x="10118" y="157224"/>
                    <a:pt x="13662" y="154662"/>
                    <a:pt x="15681" y="151621"/>
                  </a:cubicBezTo>
                  <a:cubicBezTo>
                    <a:pt x="18731" y="147026"/>
                    <a:pt x="20256" y="146574"/>
                    <a:pt x="24691" y="148948"/>
                  </a:cubicBezTo>
                  <a:cubicBezTo>
                    <a:pt x="31018" y="152334"/>
                    <a:pt x="33291" y="150668"/>
                    <a:pt x="33291" y="142643"/>
                  </a:cubicBezTo>
                  <a:cubicBezTo>
                    <a:pt x="33291" y="139397"/>
                    <a:pt x="34623" y="133817"/>
                    <a:pt x="36252" y="130243"/>
                  </a:cubicBezTo>
                  <a:cubicBezTo>
                    <a:pt x="38533" y="125236"/>
                    <a:pt x="38466" y="122844"/>
                    <a:pt x="35959" y="119824"/>
                  </a:cubicBezTo>
                  <a:cubicBezTo>
                    <a:pt x="34170" y="117668"/>
                    <a:pt x="31676" y="116540"/>
                    <a:pt x="30417" y="117319"/>
                  </a:cubicBezTo>
                  <a:cubicBezTo>
                    <a:pt x="29158" y="118097"/>
                    <a:pt x="28128" y="116844"/>
                    <a:pt x="28128" y="114535"/>
                  </a:cubicBezTo>
                  <a:cubicBezTo>
                    <a:pt x="28128" y="111463"/>
                    <a:pt x="26693" y="110792"/>
                    <a:pt x="22780" y="112034"/>
                  </a:cubicBezTo>
                  <a:cubicBezTo>
                    <a:pt x="15848" y="114234"/>
                    <a:pt x="7575" y="106991"/>
                    <a:pt x="9335" y="100263"/>
                  </a:cubicBezTo>
                  <a:cubicBezTo>
                    <a:pt x="10049" y="97533"/>
                    <a:pt x="8241" y="90709"/>
                    <a:pt x="5316" y="85099"/>
                  </a:cubicBezTo>
                  <a:lnTo>
                    <a:pt x="0" y="74899"/>
                  </a:lnTo>
                  <a:lnTo>
                    <a:pt x="5230" y="68250"/>
                  </a:lnTo>
                  <a:cubicBezTo>
                    <a:pt x="9068" y="63371"/>
                    <a:pt x="10012" y="59562"/>
                    <a:pt x="8777" y="53938"/>
                  </a:cubicBezTo>
                  <a:cubicBezTo>
                    <a:pt x="7655" y="48830"/>
                    <a:pt x="8449" y="44342"/>
                    <a:pt x="11157" y="40474"/>
                  </a:cubicBezTo>
                  <a:cubicBezTo>
                    <a:pt x="13392" y="37284"/>
                    <a:pt x="15221" y="32733"/>
                    <a:pt x="15221" y="30361"/>
                  </a:cubicBezTo>
                  <a:cubicBezTo>
                    <a:pt x="15221" y="27989"/>
                    <a:pt x="16963" y="25380"/>
                    <a:pt x="19093" y="24563"/>
                  </a:cubicBezTo>
                  <a:cubicBezTo>
                    <a:pt x="25297" y="22182"/>
                    <a:pt x="23642" y="18398"/>
                    <a:pt x="13331" y="11391"/>
                  </a:cubicBezTo>
                  <a:cubicBezTo>
                    <a:pt x="3467" y="4689"/>
                    <a:pt x="3713" y="3972"/>
                    <a:pt x="15610" y="4739"/>
                  </a:cubicBezTo>
                  <a:cubicBezTo>
                    <a:pt x="19374" y="4981"/>
                    <a:pt x="23217" y="3943"/>
                    <a:pt x="24152" y="2431"/>
                  </a:cubicBezTo>
                  <a:cubicBezTo>
                    <a:pt x="26872" y="-1970"/>
                    <a:pt x="29405" y="-932"/>
                    <a:pt x="42643" y="10008"/>
                  </a:cubicBezTo>
                  <a:cubicBezTo>
                    <a:pt x="49515" y="15687"/>
                    <a:pt x="56436" y="20333"/>
                    <a:pt x="58021" y="20333"/>
                  </a:cubicBezTo>
                  <a:cubicBezTo>
                    <a:pt x="61009" y="20333"/>
                    <a:pt x="65792" y="30450"/>
                    <a:pt x="76259" y="58909"/>
                  </a:cubicBezTo>
                  <a:cubicBezTo>
                    <a:pt x="79624" y="68058"/>
                    <a:pt x="84645" y="77957"/>
                    <a:pt x="87417" y="80908"/>
                  </a:cubicBezTo>
                  <a:cubicBezTo>
                    <a:pt x="90189" y="83859"/>
                    <a:pt x="95457" y="93799"/>
                    <a:pt x="99122" y="102996"/>
                  </a:cubicBezTo>
                  <a:cubicBezTo>
                    <a:pt x="103054" y="112863"/>
                    <a:pt x="105019" y="116015"/>
                    <a:pt x="103913" y="110684"/>
                  </a:cubicBezTo>
                  <a:cubicBezTo>
                    <a:pt x="102883" y="105715"/>
                    <a:pt x="102185" y="96422"/>
                    <a:pt x="102362" y="90033"/>
                  </a:cubicBezTo>
                  <a:cubicBezTo>
                    <a:pt x="102644" y="79863"/>
                    <a:pt x="101378" y="76968"/>
                    <a:pt x="92203" y="66799"/>
                  </a:cubicBezTo>
                  <a:cubicBezTo>
                    <a:pt x="86438" y="60410"/>
                    <a:pt x="82553" y="57506"/>
                    <a:pt x="83568" y="60346"/>
                  </a:cubicBezTo>
                  <a:cubicBezTo>
                    <a:pt x="84584" y="63185"/>
                    <a:pt x="86055" y="67251"/>
                    <a:pt x="86838" y="69381"/>
                  </a:cubicBezTo>
                  <a:cubicBezTo>
                    <a:pt x="87916" y="72315"/>
                    <a:pt x="87498" y="72550"/>
                    <a:pt x="85111" y="70354"/>
                  </a:cubicBezTo>
                  <a:cubicBezTo>
                    <a:pt x="83379" y="68760"/>
                    <a:pt x="81641" y="63533"/>
                    <a:pt x="81250" y="58738"/>
                  </a:cubicBezTo>
                  <a:cubicBezTo>
                    <a:pt x="80858" y="53943"/>
                    <a:pt x="77457" y="45502"/>
                    <a:pt x="73693" y="39979"/>
                  </a:cubicBezTo>
                  <a:cubicBezTo>
                    <a:pt x="69929" y="34457"/>
                    <a:pt x="66850" y="28707"/>
                    <a:pt x="66850" y="27201"/>
                  </a:cubicBezTo>
                  <a:cubicBezTo>
                    <a:pt x="66850" y="23517"/>
                    <a:pt x="69162" y="26358"/>
                    <a:pt x="80920" y="44489"/>
                  </a:cubicBezTo>
                  <a:cubicBezTo>
                    <a:pt x="86314" y="52805"/>
                    <a:pt x="94522" y="61849"/>
                    <a:pt x="99162" y="64586"/>
                  </a:cubicBezTo>
                  <a:cubicBezTo>
                    <a:pt x="108835" y="70294"/>
                    <a:pt x="111618" y="77524"/>
                    <a:pt x="107565" y="86419"/>
                  </a:cubicBezTo>
                  <a:cubicBezTo>
                    <a:pt x="104001" y="94242"/>
                    <a:pt x="108931" y="124125"/>
                    <a:pt x="116108" y="138203"/>
                  </a:cubicBezTo>
                  <a:cubicBezTo>
                    <a:pt x="118832" y="143545"/>
                    <a:pt x="121060" y="149489"/>
                    <a:pt x="121060" y="151411"/>
                  </a:cubicBezTo>
                  <a:cubicBezTo>
                    <a:pt x="121060" y="153333"/>
                    <a:pt x="127706" y="161509"/>
                    <a:pt x="135828" y="169580"/>
                  </a:cubicBezTo>
                  <a:cubicBezTo>
                    <a:pt x="153391" y="187033"/>
                    <a:pt x="164572" y="201203"/>
                    <a:pt x="173747" y="217637"/>
                  </a:cubicBezTo>
                  <a:cubicBezTo>
                    <a:pt x="177457" y="224283"/>
                    <a:pt x="182994" y="233104"/>
                    <a:pt x="186052" y="237240"/>
                  </a:cubicBezTo>
                  <a:cubicBezTo>
                    <a:pt x="189610" y="242051"/>
                    <a:pt x="192043" y="249958"/>
                    <a:pt x="192809" y="259193"/>
                  </a:cubicBezTo>
                  <a:cubicBezTo>
                    <a:pt x="193864" y="271919"/>
                    <a:pt x="195056" y="274447"/>
                    <a:pt x="202887" y="280570"/>
                  </a:cubicBezTo>
                  <a:cubicBezTo>
                    <a:pt x="207772" y="284389"/>
                    <a:pt x="213418" y="290626"/>
                    <a:pt x="215434" y="294429"/>
                  </a:cubicBezTo>
                  <a:cubicBezTo>
                    <a:pt x="217449" y="298233"/>
                    <a:pt x="221258" y="302031"/>
                    <a:pt x="223898" y="302869"/>
                  </a:cubicBezTo>
                  <a:cubicBezTo>
                    <a:pt x="226538" y="303707"/>
                    <a:pt x="230021" y="307297"/>
                    <a:pt x="231639" y="310848"/>
                  </a:cubicBezTo>
                  <a:cubicBezTo>
                    <a:pt x="233257" y="314399"/>
                    <a:pt x="237499" y="318413"/>
                    <a:pt x="241066" y="319770"/>
                  </a:cubicBezTo>
                  <a:cubicBezTo>
                    <a:pt x="248737" y="322686"/>
                    <a:pt x="249875" y="326030"/>
                    <a:pt x="242388" y="323654"/>
                  </a:cubicBezTo>
                  <a:cubicBezTo>
                    <a:pt x="239427" y="322714"/>
                    <a:pt x="237225" y="323190"/>
                    <a:pt x="237225" y="324770"/>
                  </a:cubicBezTo>
                  <a:cubicBezTo>
                    <a:pt x="237225" y="326286"/>
                    <a:pt x="238387" y="327526"/>
                    <a:pt x="239807" y="327526"/>
                  </a:cubicBezTo>
                  <a:cubicBezTo>
                    <a:pt x="241227" y="327526"/>
                    <a:pt x="242098" y="328965"/>
                    <a:pt x="241743" y="330724"/>
                  </a:cubicBezTo>
                  <a:cubicBezTo>
                    <a:pt x="241323" y="332806"/>
                    <a:pt x="243624" y="333637"/>
                    <a:pt x="248333" y="333103"/>
                  </a:cubicBezTo>
                  <a:cubicBezTo>
                    <a:pt x="252313" y="332652"/>
                    <a:pt x="257439" y="333827"/>
                    <a:pt x="259724" y="335713"/>
                  </a:cubicBezTo>
                  <a:cubicBezTo>
                    <a:pt x="263236" y="338612"/>
                    <a:pt x="263683" y="338543"/>
                    <a:pt x="262612" y="335270"/>
                  </a:cubicBezTo>
                  <a:cubicBezTo>
                    <a:pt x="261915" y="333141"/>
                    <a:pt x="258822" y="331027"/>
                    <a:pt x="255739" y="330573"/>
                  </a:cubicBezTo>
                  <a:cubicBezTo>
                    <a:pt x="252655" y="330119"/>
                    <a:pt x="250133" y="328719"/>
                    <a:pt x="250133" y="327461"/>
                  </a:cubicBezTo>
                  <a:cubicBezTo>
                    <a:pt x="250133" y="326203"/>
                    <a:pt x="254708" y="326788"/>
                    <a:pt x="260301" y="328761"/>
                  </a:cubicBezTo>
                  <a:cubicBezTo>
                    <a:pt x="266891" y="331086"/>
                    <a:pt x="275567" y="331822"/>
                    <a:pt x="284960" y="330853"/>
                  </a:cubicBezTo>
                  <a:cubicBezTo>
                    <a:pt x="298714" y="329433"/>
                    <a:pt x="299892" y="329784"/>
                    <a:pt x="308115" y="337754"/>
                  </a:cubicBezTo>
                  <a:cubicBezTo>
                    <a:pt x="312880" y="342373"/>
                    <a:pt x="320648" y="346943"/>
                    <a:pt x="325378" y="347910"/>
                  </a:cubicBezTo>
                  <a:cubicBezTo>
                    <a:pt x="330622" y="348983"/>
                    <a:pt x="335130" y="351981"/>
                    <a:pt x="336932" y="355594"/>
                  </a:cubicBezTo>
                  <a:cubicBezTo>
                    <a:pt x="338556" y="358853"/>
                    <a:pt x="341091" y="362725"/>
                    <a:pt x="342564" y="364198"/>
                  </a:cubicBezTo>
                  <a:cubicBezTo>
                    <a:pt x="344037" y="365671"/>
                    <a:pt x="344568" y="368768"/>
                    <a:pt x="343743" y="371080"/>
                  </a:cubicBezTo>
                  <a:cubicBezTo>
                    <a:pt x="342917" y="373391"/>
                    <a:pt x="343194" y="374419"/>
                    <a:pt x="344358" y="373363"/>
                  </a:cubicBezTo>
                  <a:cubicBezTo>
                    <a:pt x="345522" y="372307"/>
                    <a:pt x="348182" y="373882"/>
                    <a:pt x="350269" y="376862"/>
                  </a:cubicBezTo>
                  <a:cubicBezTo>
                    <a:pt x="353742" y="381821"/>
                    <a:pt x="355637" y="382132"/>
                    <a:pt x="372627" y="380540"/>
                  </a:cubicBezTo>
                  <a:lnTo>
                    <a:pt x="391189" y="378801"/>
                  </a:lnTo>
                  <a:lnTo>
                    <a:pt x="394232" y="388958"/>
                  </a:lnTo>
                  <a:cubicBezTo>
                    <a:pt x="395906" y="394544"/>
                    <a:pt x="397295" y="401303"/>
                    <a:pt x="397318" y="403978"/>
                  </a:cubicBezTo>
                  <a:cubicBezTo>
                    <a:pt x="397342" y="406653"/>
                    <a:pt x="402699" y="413488"/>
                    <a:pt x="409224" y="419167"/>
                  </a:cubicBezTo>
                  <a:cubicBezTo>
                    <a:pt x="427997" y="435508"/>
                    <a:pt x="431130" y="439291"/>
                    <a:pt x="434929" y="450207"/>
                  </a:cubicBezTo>
                  <a:cubicBezTo>
                    <a:pt x="439665" y="463816"/>
                    <a:pt x="439887" y="463061"/>
                    <a:pt x="429332" y="469288"/>
                  </a:cubicBezTo>
                  <a:cubicBezTo>
                    <a:pt x="420856" y="474289"/>
                    <a:pt x="416443" y="474727"/>
                    <a:pt x="376412" y="474534"/>
                  </a:cubicBezTo>
                  <a:cubicBezTo>
                    <a:pt x="334645" y="474334"/>
                    <a:pt x="332739" y="474101"/>
                    <a:pt x="332739" y="469202"/>
                  </a:cubicBezTo>
                  <a:close/>
                </a:path>
              </a:pathLst>
            </a:custGeom>
            <a:solidFill>
              <a:srgbClr val="B9B9B9"/>
            </a:solidFill>
            <a:ln w="5163" cap="flat">
              <a:noFill/>
              <a:prstDash val="solid"/>
              <a:miter/>
            </a:ln>
          </p:spPr>
          <p:txBody>
            <a:bodyPr/>
            <a:lstStyle/>
            <a:p>
              <a:endParaRPr lang="es-419" noProof="0" dirty="0"/>
            </a:p>
          </p:txBody>
        </p:sp>
        <p:sp>
          <p:nvSpPr>
            <p:cNvPr id="77" name="Forma libre: forma 76">
              <a:extLst>
                <a:ext uri="{FF2B5EF4-FFF2-40B4-BE49-F238E27FC236}">
                  <a16:creationId xmlns:a16="http://schemas.microsoft.com/office/drawing/2014/main" id="{4ECA7A0C-3556-F9D3-46F9-00CAA8BE14CD}"/>
                </a:ext>
              </a:extLst>
            </p:cNvPr>
            <p:cNvSpPr/>
            <p:nvPr/>
          </p:nvSpPr>
          <p:spPr>
            <a:xfrm>
              <a:off x="1730874" y="2149721"/>
              <a:ext cx="4491" cy="9472"/>
            </a:xfrm>
            <a:custGeom>
              <a:avLst/>
              <a:gdLst>
                <a:gd name="csX0" fmla="*/ 480 w 4491"/>
                <a:gd name="csY0" fmla="*/ 6821 h 9472"/>
                <a:gd name="csX1" fmla="*/ 1619 w 4491"/>
                <a:gd name="csY1" fmla="*/ 1142 h 9472"/>
                <a:gd name="csX2" fmla="*/ 4491 w 4491"/>
                <a:gd name="csY2" fmla="*/ 3948 h 9472"/>
                <a:gd name="csX3" fmla="*/ 480 w 4491"/>
                <a:gd name="csY3" fmla="*/ 6821 h 9472"/>
              </a:gdLst>
              <a:ahLst/>
              <a:cxnLst>
                <a:cxn ang="0">
                  <a:pos x="csX0" y="csY0"/>
                </a:cxn>
                <a:cxn ang="0">
                  <a:pos x="csX1" y="csY1"/>
                </a:cxn>
                <a:cxn ang="0">
                  <a:pos x="csX2" y="csY2"/>
                </a:cxn>
                <a:cxn ang="0">
                  <a:pos x="csX3" y="csY3"/>
                </a:cxn>
              </a:cxnLst>
              <a:rect l="l" t="t" r="r" b="b"/>
              <a:pathLst>
                <a:path w="4491" h="9472">
                  <a:moveTo>
                    <a:pt x="480" y="6821"/>
                  </a:moveTo>
                  <a:cubicBezTo>
                    <a:pt x="-474" y="5277"/>
                    <a:pt x="39" y="2722"/>
                    <a:pt x="1619" y="1142"/>
                  </a:cubicBezTo>
                  <a:cubicBezTo>
                    <a:pt x="3728" y="-968"/>
                    <a:pt x="4491" y="-222"/>
                    <a:pt x="4491" y="3948"/>
                  </a:cubicBezTo>
                  <a:cubicBezTo>
                    <a:pt x="4491" y="10181"/>
                    <a:pt x="3150" y="11141"/>
                    <a:pt x="480" y="6821"/>
                  </a:cubicBezTo>
                  <a:close/>
                </a:path>
              </a:pathLst>
            </a:custGeom>
            <a:solidFill>
              <a:srgbClr val="00C100"/>
            </a:solidFill>
            <a:ln w="5163" cap="flat">
              <a:noFill/>
              <a:prstDash val="solid"/>
              <a:miter/>
            </a:ln>
          </p:spPr>
          <p:txBody>
            <a:bodyPr/>
            <a:lstStyle/>
            <a:p>
              <a:endParaRPr lang="es-419" noProof="0" dirty="0"/>
            </a:p>
          </p:txBody>
        </p:sp>
      </p:grpSp>
      <p:grpSp>
        <p:nvGrpSpPr>
          <p:cNvPr id="78" name="Gráfico 39">
            <a:extLst>
              <a:ext uri="{FF2B5EF4-FFF2-40B4-BE49-F238E27FC236}">
                <a16:creationId xmlns:a16="http://schemas.microsoft.com/office/drawing/2014/main" id="{D1F1A91E-095C-7C28-8F80-6DAA96F79C36}"/>
              </a:ext>
            </a:extLst>
          </p:cNvPr>
          <p:cNvGrpSpPr/>
          <p:nvPr/>
        </p:nvGrpSpPr>
        <p:grpSpPr>
          <a:xfrm>
            <a:off x="2429776" y="2092540"/>
            <a:ext cx="224135" cy="371419"/>
            <a:chOff x="2429776" y="2092540"/>
            <a:chExt cx="224135" cy="371419"/>
          </a:xfrm>
          <a:solidFill>
            <a:srgbClr val="B9B9B9"/>
          </a:solidFill>
        </p:grpSpPr>
        <p:sp>
          <p:nvSpPr>
            <p:cNvPr id="79" name="Forma libre: forma 78">
              <a:extLst>
                <a:ext uri="{FF2B5EF4-FFF2-40B4-BE49-F238E27FC236}">
                  <a16:creationId xmlns:a16="http://schemas.microsoft.com/office/drawing/2014/main" id="{7F9EDD1A-58AA-7732-FA57-036C79129F5D}"/>
                </a:ext>
              </a:extLst>
            </p:cNvPr>
            <p:cNvSpPr/>
            <p:nvPr/>
          </p:nvSpPr>
          <p:spPr>
            <a:xfrm>
              <a:off x="2429776" y="2092540"/>
              <a:ext cx="213820" cy="371419"/>
            </a:xfrm>
            <a:custGeom>
              <a:avLst/>
              <a:gdLst>
                <a:gd name="csX0" fmla="*/ 16950 w 213820"/>
                <a:gd name="csY0" fmla="*/ 360449 h 371419"/>
                <a:gd name="csX1" fmla="*/ 11453 w 213820"/>
                <a:gd name="csY1" fmla="*/ 297848 h 371419"/>
                <a:gd name="csX2" fmla="*/ 3696 w 213820"/>
                <a:gd name="csY2" fmla="*/ 222369 h 371419"/>
                <a:gd name="csX3" fmla="*/ 0 w 213820"/>
                <a:gd name="csY3" fmla="*/ 197274 h 371419"/>
                <a:gd name="csX4" fmla="*/ 19120 w 213820"/>
                <a:gd name="csY4" fmla="*/ 182403 h 371419"/>
                <a:gd name="csX5" fmla="*/ 138310 w 213820"/>
                <a:gd name="csY5" fmla="*/ 92657 h 371419"/>
                <a:gd name="csX6" fmla="*/ 152643 w 213820"/>
                <a:gd name="csY6" fmla="*/ 35441 h 371419"/>
                <a:gd name="csX7" fmla="*/ 150658 w 213820"/>
                <a:gd name="csY7" fmla="*/ 20853 h 371419"/>
                <a:gd name="csX8" fmla="*/ 160369 w 213820"/>
                <a:gd name="csY8" fmla="*/ 19300 h 371419"/>
                <a:gd name="csX9" fmla="*/ 171671 w 213820"/>
                <a:gd name="csY9" fmla="*/ 15173 h 371419"/>
                <a:gd name="csX10" fmla="*/ 158173 w 213820"/>
                <a:gd name="csY10" fmla="*/ 10308 h 371419"/>
                <a:gd name="csX11" fmla="*/ 132945 w 213820"/>
                <a:gd name="csY11" fmla="*/ 8975 h 371419"/>
                <a:gd name="csX12" fmla="*/ 120037 w 213820"/>
                <a:gd name="csY12" fmla="*/ 5453 h 371419"/>
                <a:gd name="csX13" fmla="*/ 136817 w 213820"/>
                <a:gd name="csY13" fmla="*/ 5689 h 371419"/>
                <a:gd name="csX14" fmla="*/ 168222 w 213820"/>
                <a:gd name="csY14" fmla="*/ 2321 h 371419"/>
                <a:gd name="csX15" fmla="*/ 193336 w 213820"/>
                <a:gd name="csY15" fmla="*/ 5657 h 371419"/>
                <a:gd name="csX16" fmla="*/ 207546 w 213820"/>
                <a:gd name="csY16" fmla="*/ 12598 h 371419"/>
                <a:gd name="csX17" fmla="*/ 213132 w 213820"/>
                <a:gd name="csY17" fmla="*/ 30004 h 371419"/>
                <a:gd name="csX18" fmla="*/ 187630 w 213820"/>
                <a:gd name="csY18" fmla="*/ 96831 h 371419"/>
                <a:gd name="csX19" fmla="*/ 176562 w 213820"/>
                <a:gd name="csY19" fmla="*/ 115211 h 371419"/>
                <a:gd name="csX20" fmla="*/ 172870 w 213820"/>
                <a:gd name="csY20" fmla="*/ 123601 h 371419"/>
                <a:gd name="csX21" fmla="*/ 166261 w 213820"/>
                <a:gd name="csY21" fmla="*/ 157642 h 371419"/>
                <a:gd name="csX22" fmla="*/ 166219 w 213820"/>
                <a:gd name="csY22" fmla="*/ 169421 h 371419"/>
                <a:gd name="csX23" fmla="*/ 156436 w 213820"/>
                <a:gd name="csY23" fmla="*/ 177166 h 371419"/>
                <a:gd name="csX24" fmla="*/ 152486 w 213820"/>
                <a:gd name="csY24" fmla="*/ 184910 h 371419"/>
                <a:gd name="csX25" fmla="*/ 149724 w 213820"/>
                <a:gd name="csY25" fmla="*/ 180392 h 371419"/>
                <a:gd name="csX26" fmla="*/ 150673 w 213820"/>
                <a:gd name="csY26" fmla="*/ 190434 h 371419"/>
                <a:gd name="csX27" fmla="*/ 157540 w 213820"/>
                <a:gd name="csY27" fmla="*/ 189342 h 371419"/>
                <a:gd name="csX28" fmla="*/ 164336 w 213820"/>
                <a:gd name="csY28" fmla="*/ 186648 h 371419"/>
                <a:gd name="csX29" fmla="*/ 167794 w 213820"/>
                <a:gd name="csY29" fmla="*/ 183969 h 371419"/>
                <a:gd name="csX30" fmla="*/ 171021 w 213820"/>
                <a:gd name="csY30" fmla="*/ 181048 h 371419"/>
                <a:gd name="csX31" fmla="*/ 159467 w 213820"/>
                <a:gd name="csY31" fmla="*/ 208029 h 371419"/>
                <a:gd name="csX32" fmla="*/ 153370 w 213820"/>
                <a:gd name="csY32" fmla="*/ 220699 h 371419"/>
                <a:gd name="csX33" fmla="*/ 158583 w 213820"/>
                <a:gd name="csY33" fmla="*/ 221050 h 371419"/>
                <a:gd name="csX34" fmla="*/ 167434 w 213820"/>
                <a:gd name="csY34" fmla="*/ 216533 h 371419"/>
                <a:gd name="csX35" fmla="*/ 167794 w 213820"/>
                <a:gd name="csY35" fmla="*/ 224277 h 371419"/>
                <a:gd name="csX36" fmla="*/ 162477 w 213820"/>
                <a:gd name="csY36" fmla="*/ 240411 h 371419"/>
                <a:gd name="csX37" fmla="*/ 159980 w 213820"/>
                <a:gd name="csY37" fmla="*/ 264290 h 371419"/>
                <a:gd name="csX38" fmla="*/ 154702 w 213820"/>
                <a:gd name="csY38" fmla="*/ 297848 h 371419"/>
                <a:gd name="csX39" fmla="*/ 147143 w 213820"/>
                <a:gd name="csY39" fmla="*/ 319016 h 371419"/>
                <a:gd name="csX40" fmla="*/ 144561 w 213820"/>
                <a:gd name="csY40" fmla="*/ 314628 h 371419"/>
                <a:gd name="csX41" fmla="*/ 142397 w 213820"/>
                <a:gd name="csY41" fmla="*/ 312692 h 371419"/>
                <a:gd name="csX42" fmla="*/ 133654 w 213820"/>
                <a:gd name="csY42" fmla="*/ 296518 h 371419"/>
                <a:gd name="csX43" fmla="*/ 127870 w 213820"/>
                <a:gd name="csY43" fmla="*/ 279915 h 371419"/>
                <a:gd name="csX44" fmla="*/ 129246 w 213820"/>
                <a:gd name="csY44" fmla="*/ 255255 h 371419"/>
                <a:gd name="csX45" fmla="*/ 125242 w 213820"/>
                <a:gd name="csY45" fmla="*/ 260285 h 371419"/>
                <a:gd name="csX46" fmla="*/ 118479 w 213820"/>
                <a:gd name="csY46" fmla="*/ 266956 h 371419"/>
                <a:gd name="csX47" fmla="*/ 115990 w 213820"/>
                <a:gd name="csY47" fmla="*/ 271823 h 371419"/>
                <a:gd name="csX48" fmla="*/ 103625 w 213820"/>
                <a:gd name="csY48" fmla="*/ 299151 h 371419"/>
                <a:gd name="csX49" fmla="*/ 93086 w 213820"/>
                <a:gd name="csY49" fmla="*/ 304140 h 371419"/>
                <a:gd name="csX50" fmla="*/ 86910 w 213820"/>
                <a:gd name="csY50" fmla="*/ 313522 h 371419"/>
                <a:gd name="csX51" fmla="*/ 79326 w 213820"/>
                <a:gd name="csY51" fmla="*/ 328399 h 371419"/>
                <a:gd name="csX52" fmla="*/ 69895 w 213820"/>
                <a:gd name="csY52" fmla="*/ 347747 h 371419"/>
                <a:gd name="csX53" fmla="*/ 51629 w 213820"/>
                <a:gd name="csY53" fmla="*/ 357222 h 371419"/>
                <a:gd name="csX54" fmla="*/ 36622 w 213820"/>
                <a:gd name="csY54" fmla="*/ 363051 h 371419"/>
                <a:gd name="csX55" fmla="*/ 27100 w 213820"/>
                <a:gd name="csY55" fmla="*/ 371420 h 371419"/>
                <a:gd name="csX56" fmla="*/ 16950 w 213820"/>
                <a:gd name="csY56" fmla="*/ 360449 h 3714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Lst>
              <a:rect l="l" t="t" r="r" b="b"/>
              <a:pathLst>
                <a:path w="213820" h="371419">
                  <a:moveTo>
                    <a:pt x="16950" y="360449"/>
                  </a:moveTo>
                  <a:cubicBezTo>
                    <a:pt x="16160" y="354414"/>
                    <a:pt x="13687" y="326244"/>
                    <a:pt x="11453" y="297848"/>
                  </a:cubicBezTo>
                  <a:cubicBezTo>
                    <a:pt x="9219" y="269452"/>
                    <a:pt x="5728" y="235487"/>
                    <a:pt x="3696" y="222369"/>
                  </a:cubicBezTo>
                  <a:cubicBezTo>
                    <a:pt x="1663" y="209251"/>
                    <a:pt x="0" y="197958"/>
                    <a:pt x="0" y="197274"/>
                  </a:cubicBezTo>
                  <a:cubicBezTo>
                    <a:pt x="0" y="196590"/>
                    <a:pt x="8604" y="189898"/>
                    <a:pt x="19120" y="182403"/>
                  </a:cubicBezTo>
                  <a:cubicBezTo>
                    <a:pt x="45138" y="163860"/>
                    <a:pt x="131668" y="98706"/>
                    <a:pt x="138310" y="92657"/>
                  </a:cubicBezTo>
                  <a:cubicBezTo>
                    <a:pt x="147047" y="84700"/>
                    <a:pt x="155017" y="52884"/>
                    <a:pt x="152643" y="35441"/>
                  </a:cubicBezTo>
                  <a:lnTo>
                    <a:pt x="150658" y="20853"/>
                  </a:lnTo>
                  <a:lnTo>
                    <a:pt x="160369" y="19300"/>
                  </a:lnTo>
                  <a:cubicBezTo>
                    <a:pt x="165710" y="18446"/>
                    <a:pt x="170796" y="16589"/>
                    <a:pt x="171671" y="15173"/>
                  </a:cubicBezTo>
                  <a:cubicBezTo>
                    <a:pt x="174939" y="9885"/>
                    <a:pt x="170188" y="8173"/>
                    <a:pt x="158173" y="10308"/>
                  </a:cubicBezTo>
                  <a:cubicBezTo>
                    <a:pt x="149606" y="11830"/>
                    <a:pt x="141919" y="11424"/>
                    <a:pt x="132945" y="8975"/>
                  </a:cubicBezTo>
                  <a:lnTo>
                    <a:pt x="120037" y="5453"/>
                  </a:lnTo>
                  <a:lnTo>
                    <a:pt x="136817" y="5689"/>
                  </a:lnTo>
                  <a:cubicBezTo>
                    <a:pt x="146045" y="5819"/>
                    <a:pt x="160178" y="4304"/>
                    <a:pt x="168222" y="2321"/>
                  </a:cubicBezTo>
                  <a:cubicBezTo>
                    <a:pt x="182583" y="-1218"/>
                    <a:pt x="183037" y="-1158"/>
                    <a:pt x="193336" y="5657"/>
                  </a:cubicBezTo>
                  <a:cubicBezTo>
                    <a:pt x="199104" y="9475"/>
                    <a:pt x="205499" y="12598"/>
                    <a:pt x="207546" y="12598"/>
                  </a:cubicBezTo>
                  <a:cubicBezTo>
                    <a:pt x="210236" y="12598"/>
                    <a:pt x="211785" y="17427"/>
                    <a:pt x="213132" y="30004"/>
                  </a:cubicBezTo>
                  <a:cubicBezTo>
                    <a:pt x="216062" y="57367"/>
                    <a:pt x="210014" y="73217"/>
                    <a:pt x="187630" y="96831"/>
                  </a:cubicBezTo>
                  <a:cubicBezTo>
                    <a:pt x="182422" y="102326"/>
                    <a:pt x="177441" y="110596"/>
                    <a:pt x="176562" y="115211"/>
                  </a:cubicBezTo>
                  <a:cubicBezTo>
                    <a:pt x="175683" y="119825"/>
                    <a:pt x="174022" y="123601"/>
                    <a:pt x="172870" y="123601"/>
                  </a:cubicBezTo>
                  <a:cubicBezTo>
                    <a:pt x="168512" y="123601"/>
                    <a:pt x="164964" y="141879"/>
                    <a:pt x="166261" y="157642"/>
                  </a:cubicBezTo>
                  <a:cubicBezTo>
                    <a:pt x="166999" y="166605"/>
                    <a:pt x="166980" y="171906"/>
                    <a:pt x="166219" y="169421"/>
                  </a:cubicBezTo>
                  <a:cubicBezTo>
                    <a:pt x="163842" y="161666"/>
                    <a:pt x="160352" y="164428"/>
                    <a:pt x="156436" y="177166"/>
                  </a:cubicBezTo>
                  <a:cubicBezTo>
                    <a:pt x="154362" y="183910"/>
                    <a:pt x="152584" y="187395"/>
                    <a:pt x="152486" y="184910"/>
                  </a:cubicBezTo>
                  <a:cubicBezTo>
                    <a:pt x="152387" y="182425"/>
                    <a:pt x="151144" y="180392"/>
                    <a:pt x="149724" y="180392"/>
                  </a:cubicBezTo>
                  <a:cubicBezTo>
                    <a:pt x="145947" y="180392"/>
                    <a:pt x="146574" y="187032"/>
                    <a:pt x="150673" y="190434"/>
                  </a:cubicBezTo>
                  <a:cubicBezTo>
                    <a:pt x="153362" y="192666"/>
                    <a:pt x="154997" y="192406"/>
                    <a:pt x="157540" y="189342"/>
                  </a:cubicBezTo>
                  <a:cubicBezTo>
                    <a:pt x="159375" y="187130"/>
                    <a:pt x="162434" y="185918"/>
                    <a:pt x="164336" y="186648"/>
                  </a:cubicBezTo>
                  <a:cubicBezTo>
                    <a:pt x="166311" y="187405"/>
                    <a:pt x="167794" y="186256"/>
                    <a:pt x="167794" y="183969"/>
                  </a:cubicBezTo>
                  <a:cubicBezTo>
                    <a:pt x="167794" y="181765"/>
                    <a:pt x="169246" y="180451"/>
                    <a:pt x="171021" y="181048"/>
                  </a:cubicBezTo>
                  <a:cubicBezTo>
                    <a:pt x="178588" y="183594"/>
                    <a:pt x="167396" y="209728"/>
                    <a:pt x="159467" y="208029"/>
                  </a:cubicBezTo>
                  <a:cubicBezTo>
                    <a:pt x="155365" y="207150"/>
                    <a:pt x="151352" y="215489"/>
                    <a:pt x="153370" y="220699"/>
                  </a:cubicBezTo>
                  <a:cubicBezTo>
                    <a:pt x="155154" y="225305"/>
                    <a:pt x="155436" y="225324"/>
                    <a:pt x="158583" y="221050"/>
                  </a:cubicBezTo>
                  <a:cubicBezTo>
                    <a:pt x="160413" y="218566"/>
                    <a:pt x="164395" y="216533"/>
                    <a:pt x="167434" y="216533"/>
                  </a:cubicBezTo>
                  <a:cubicBezTo>
                    <a:pt x="174275" y="216533"/>
                    <a:pt x="174331" y="217740"/>
                    <a:pt x="167794" y="224277"/>
                  </a:cubicBezTo>
                  <a:cubicBezTo>
                    <a:pt x="164323" y="227748"/>
                    <a:pt x="162581" y="233035"/>
                    <a:pt x="162477" y="240411"/>
                  </a:cubicBezTo>
                  <a:cubicBezTo>
                    <a:pt x="162393" y="246445"/>
                    <a:pt x="161269" y="257191"/>
                    <a:pt x="159980" y="264290"/>
                  </a:cubicBezTo>
                  <a:cubicBezTo>
                    <a:pt x="158691" y="271389"/>
                    <a:pt x="156316" y="286490"/>
                    <a:pt x="154702" y="297848"/>
                  </a:cubicBezTo>
                  <a:cubicBezTo>
                    <a:pt x="152051" y="316511"/>
                    <a:pt x="147143" y="330254"/>
                    <a:pt x="147143" y="319016"/>
                  </a:cubicBezTo>
                  <a:cubicBezTo>
                    <a:pt x="147143" y="316603"/>
                    <a:pt x="145981" y="314628"/>
                    <a:pt x="144561" y="314628"/>
                  </a:cubicBezTo>
                  <a:cubicBezTo>
                    <a:pt x="143141" y="314628"/>
                    <a:pt x="142167" y="313757"/>
                    <a:pt x="142397" y="312692"/>
                  </a:cubicBezTo>
                  <a:cubicBezTo>
                    <a:pt x="143282" y="308582"/>
                    <a:pt x="136781" y="296556"/>
                    <a:pt x="133654" y="296518"/>
                  </a:cubicBezTo>
                  <a:cubicBezTo>
                    <a:pt x="125264" y="296417"/>
                    <a:pt x="123998" y="292782"/>
                    <a:pt x="127870" y="279915"/>
                  </a:cubicBezTo>
                  <a:cubicBezTo>
                    <a:pt x="132191" y="265558"/>
                    <a:pt x="132766" y="255255"/>
                    <a:pt x="129246" y="255255"/>
                  </a:cubicBezTo>
                  <a:cubicBezTo>
                    <a:pt x="127923" y="255255"/>
                    <a:pt x="126121" y="257518"/>
                    <a:pt x="125242" y="260285"/>
                  </a:cubicBezTo>
                  <a:cubicBezTo>
                    <a:pt x="124364" y="263052"/>
                    <a:pt x="121321" y="266054"/>
                    <a:pt x="118479" y="266956"/>
                  </a:cubicBezTo>
                  <a:cubicBezTo>
                    <a:pt x="114695" y="268157"/>
                    <a:pt x="114029" y="269460"/>
                    <a:pt x="115990" y="271823"/>
                  </a:cubicBezTo>
                  <a:cubicBezTo>
                    <a:pt x="120178" y="276868"/>
                    <a:pt x="111817" y="295346"/>
                    <a:pt x="103625" y="299151"/>
                  </a:cubicBezTo>
                  <a:cubicBezTo>
                    <a:pt x="99874" y="300894"/>
                    <a:pt x="95131" y="303139"/>
                    <a:pt x="93086" y="304140"/>
                  </a:cubicBezTo>
                  <a:cubicBezTo>
                    <a:pt x="91041" y="305142"/>
                    <a:pt x="88261" y="309364"/>
                    <a:pt x="86910" y="313522"/>
                  </a:cubicBezTo>
                  <a:cubicBezTo>
                    <a:pt x="85558" y="317680"/>
                    <a:pt x="82145" y="324374"/>
                    <a:pt x="79326" y="328399"/>
                  </a:cubicBezTo>
                  <a:cubicBezTo>
                    <a:pt x="76507" y="332423"/>
                    <a:pt x="72263" y="341130"/>
                    <a:pt x="69895" y="347747"/>
                  </a:cubicBezTo>
                  <a:cubicBezTo>
                    <a:pt x="65145" y="361024"/>
                    <a:pt x="59224" y="364095"/>
                    <a:pt x="51629" y="357222"/>
                  </a:cubicBezTo>
                  <a:cubicBezTo>
                    <a:pt x="44314" y="350602"/>
                    <a:pt x="37572" y="353221"/>
                    <a:pt x="36622" y="363051"/>
                  </a:cubicBezTo>
                  <a:cubicBezTo>
                    <a:pt x="35885" y="370676"/>
                    <a:pt x="35039" y="371420"/>
                    <a:pt x="27100" y="371420"/>
                  </a:cubicBezTo>
                  <a:cubicBezTo>
                    <a:pt x="18795" y="371420"/>
                    <a:pt x="18319" y="370905"/>
                    <a:pt x="16950" y="360449"/>
                  </a:cubicBezTo>
                  <a:close/>
                </a:path>
              </a:pathLst>
            </a:custGeom>
            <a:solidFill>
              <a:srgbClr val="B9B9B9"/>
            </a:solidFill>
            <a:ln w="5163" cap="flat">
              <a:noFill/>
              <a:prstDash val="solid"/>
              <a:miter/>
            </a:ln>
          </p:spPr>
          <p:txBody>
            <a:bodyPr/>
            <a:lstStyle/>
            <a:p>
              <a:endParaRPr lang="es-419" noProof="0" dirty="0"/>
            </a:p>
          </p:txBody>
        </p:sp>
        <p:sp>
          <p:nvSpPr>
            <p:cNvPr id="80" name="Forma libre: forma 79">
              <a:extLst>
                <a:ext uri="{FF2B5EF4-FFF2-40B4-BE49-F238E27FC236}">
                  <a16:creationId xmlns:a16="http://schemas.microsoft.com/office/drawing/2014/main" id="{91D7E524-0A9F-C02B-97B2-2FAF91A40930}"/>
                </a:ext>
              </a:extLst>
            </p:cNvPr>
            <p:cNvSpPr/>
            <p:nvPr/>
          </p:nvSpPr>
          <p:spPr>
            <a:xfrm>
              <a:off x="2598432" y="2301328"/>
              <a:ext cx="4301" cy="5162"/>
            </a:xfrm>
            <a:custGeom>
              <a:avLst/>
              <a:gdLst>
                <a:gd name="csX0" fmla="*/ 429 w 4301"/>
                <a:gd name="csY0" fmla="*/ 2581 h 5162"/>
                <a:gd name="csX1" fmla="*/ 1567 w 4301"/>
                <a:gd name="csY1" fmla="*/ 0 h 5162"/>
                <a:gd name="csX2" fmla="*/ 4301 w 4301"/>
                <a:gd name="csY2" fmla="*/ 2581 h 5162"/>
                <a:gd name="csX3" fmla="*/ 3163 w 4301"/>
                <a:gd name="csY3" fmla="*/ 5163 h 5162"/>
                <a:gd name="csX4" fmla="*/ 429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429" y="2581"/>
                  </a:moveTo>
                  <a:cubicBezTo>
                    <a:pt x="-448" y="1162"/>
                    <a:pt x="64" y="0"/>
                    <a:pt x="1567" y="0"/>
                  </a:cubicBezTo>
                  <a:cubicBezTo>
                    <a:pt x="3071" y="0"/>
                    <a:pt x="4301" y="1162"/>
                    <a:pt x="4301" y="2581"/>
                  </a:cubicBezTo>
                  <a:cubicBezTo>
                    <a:pt x="4301" y="4001"/>
                    <a:pt x="3789" y="5163"/>
                    <a:pt x="3163" y="5163"/>
                  </a:cubicBezTo>
                  <a:cubicBezTo>
                    <a:pt x="2537" y="5163"/>
                    <a:pt x="1307" y="4001"/>
                    <a:pt x="429" y="2581"/>
                  </a:cubicBezTo>
                  <a:close/>
                </a:path>
              </a:pathLst>
            </a:custGeom>
            <a:solidFill>
              <a:srgbClr val="B9B9B9"/>
            </a:solidFill>
            <a:ln w="5163" cap="flat">
              <a:noFill/>
              <a:prstDash val="solid"/>
              <a:miter/>
            </a:ln>
          </p:spPr>
          <p:txBody>
            <a:bodyPr/>
            <a:lstStyle/>
            <a:p>
              <a:endParaRPr lang="es-419" noProof="0" dirty="0"/>
            </a:p>
          </p:txBody>
        </p:sp>
        <p:sp>
          <p:nvSpPr>
            <p:cNvPr id="81" name="Forma libre: forma 80">
              <a:extLst>
                <a:ext uri="{FF2B5EF4-FFF2-40B4-BE49-F238E27FC236}">
                  <a16:creationId xmlns:a16="http://schemas.microsoft.com/office/drawing/2014/main" id="{860F078A-B2E9-6AD4-5FFE-B0BD5E7ADE41}"/>
                </a:ext>
              </a:extLst>
            </p:cNvPr>
            <p:cNvSpPr/>
            <p:nvPr/>
          </p:nvSpPr>
          <p:spPr>
            <a:xfrm>
              <a:off x="2631714" y="2178527"/>
              <a:ext cx="22197" cy="31992"/>
            </a:xfrm>
            <a:custGeom>
              <a:avLst/>
              <a:gdLst>
                <a:gd name="csX0" fmla="*/ 471 w 22197"/>
                <a:gd name="csY0" fmla="*/ 28899 h 31992"/>
                <a:gd name="csX1" fmla="*/ 9355 w 22197"/>
                <a:gd name="csY1" fmla="*/ 4976 h 31992"/>
                <a:gd name="csX2" fmla="*/ 18130 w 22197"/>
                <a:gd name="csY2" fmla="*/ 1262 h 31992"/>
                <a:gd name="csX3" fmla="*/ 15361 w 22197"/>
                <a:gd name="csY3" fmla="*/ 16772 h 31992"/>
                <a:gd name="csX4" fmla="*/ 471 w 22197"/>
                <a:gd name="csY4" fmla="*/ 28899 h 31992"/>
              </a:gdLst>
              <a:ahLst/>
              <a:cxnLst>
                <a:cxn ang="0">
                  <a:pos x="csX0" y="csY0"/>
                </a:cxn>
                <a:cxn ang="0">
                  <a:pos x="csX1" y="csY1"/>
                </a:cxn>
                <a:cxn ang="0">
                  <a:pos x="csX2" y="csY2"/>
                </a:cxn>
                <a:cxn ang="0">
                  <a:pos x="csX3" y="csY3"/>
                </a:cxn>
                <a:cxn ang="0">
                  <a:pos x="csX4" y="csY4"/>
                </a:cxn>
              </a:cxnLst>
              <a:rect l="l" t="t" r="r" b="b"/>
              <a:pathLst>
                <a:path w="22197" h="31992">
                  <a:moveTo>
                    <a:pt x="471" y="28899"/>
                  </a:moveTo>
                  <a:cubicBezTo>
                    <a:pt x="-1762" y="23078"/>
                    <a:pt x="4399" y="6487"/>
                    <a:pt x="9355" y="4976"/>
                  </a:cubicBezTo>
                  <a:cubicBezTo>
                    <a:pt x="11697" y="4262"/>
                    <a:pt x="15646" y="2591"/>
                    <a:pt x="18130" y="1262"/>
                  </a:cubicBezTo>
                  <a:cubicBezTo>
                    <a:pt x="24115" y="-1937"/>
                    <a:pt x="23741" y="160"/>
                    <a:pt x="15361" y="16772"/>
                  </a:cubicBezTo>
                  <a:cubicBezTo>
                    <a:pt x="7920" y="31524"/>
                    <a:pt x="3013" y="35521"/>
                    <a:pt x="471" y="28899"/>
                  </a:cubicBezTo>
                  <a:close/>
                </a:path>
              </a:pathLst>
            </a:custGeom>
            <a:solidFill>
              <a:srgbClr val="B9B9B9"/>
            </a:solidFill>
            <a:ln w="5163" cap="flat">
              <a:noFill/>
              <a:prstDash val="solid"/>
              <a:miter/>
            </a:ln>
          </p:spPr>
          <p:txBody>
            <a:bodyPr/>
            <a:lstStyle/>
            <a:p>
              <a:endParaRPr lang="es-419" noProof="0" dirty="0"/>
            </a:p>
          </p:txBody>
        </p:sp>
        <p:sp>
          <p:nvSpPr>
            <p:cNvPr id="82" name="Forma libre: forma 81">
              <a:extLst>
                <a:ext uri="{FF2B5EF4-FFF2-40B4-BE49-F238E27FC236}">
                  <a16:creationId xmlns:a16="http://schemas.microsoft.com/office/drawing/2014/main" id="{7B812400-6CE7-0107-CF81-487FD0A0F157}"/>
                </a:ext>
              </a:extLst>
            </p:cNvPr>
            <p:cNvSpPr/>
            <p:nvPr/>
          </p:nvSpPr>
          <p:spPr>
            <a:xfrm>
              <a:off x="2646618" y="2128371"/>
              <a:ext cx="5162" cy="6756"/>
            </a:xfrm>
            <a:custGeom>
              <a:avLst/>
              <a:gdLst>
                <a:gd name="csX0" fmla="*/ 0 w 5162"/>
                <a:gd name="csY0" fmla="*/ 4025 h 6756"/>
                <a:gd name="csX1" fmla="*/ 2581 w 5162"/>
                <a:gd name="csY1" fmla="*/ 0 h 6756"/>
                <a:gd name="csX2" fmla="*/ 5163 w 5162"/>
                <a:gd name="csY2" fmla="*/ 2429 h 6756"/>
                <a:gd name="csX3" fmla="*/ 2581 w 5162"/>
                <a:gd name="csY3" fmla="*/ 6454 h 6756"/>
                <a:gd name="csX4" fmla="*/ 0 w 5162"/>
                <a:gd name="csY4" fmla="*/ 4025 h 6756"/>
              </a:gdLst>
              <a:ahLst/>
              <a:cxnLst>
                <a:cxn ang="0">
                  <a:pos x="csX0" y="csY0"/>
                </a:cxn>
                <a:cxn ang="0">
                  <a:pos x="csX1" y="csY1"/>
                </a:cxn>
                <a:cxn ang="0">
                  <a:pos x="csX2" y="csY2"/>
                </a:cxn>
                <a:cxn ang="0">
                  <a:pos x="csX3" y="csY3"/>
                </a:cxn>
                <a:cxn ang="0">
                  <a:pos x="csX4" y="csY4"/>
                </a:cxn>
              </a:cxnLst>
              <a:rect l="l" t="t" r="r" b="b"/>
              <a:pathLst>
                <a:path w="5162" h="6756">
                  <a:moveTo>
                    <a:pt x="0" y="4025"/>
                  </a:moveTo>
                  <a:cubicBezTo>
                    <a:pt x="0" y="1811"/>
                    <a:pt x="1162" y="0"/>
                    <a:pt x="2581" y="0"/>
                  </a:cubicBezTo>
                  <a:cubicBezTo>
                    <a:pt x="4001" y="0"/>
                    <a:pt x="5163" y="1093"/>
                    <a:pt x="5163" y="2429"/>
                  </a:cubicBezTo>
                  <a:cubicBezTo>
                    <a:pt x="5163" y="3765"/>
                    <a:pt x="4001" y="5576"/>
                    <a:pt x="2581" y="6454"/>
                  </a:cubicBezTo>
                  <a:cubicBezTo>
                    <a:pt x="1162" y="7331"/>
                    <a:pt x="0" y="6238"/>
                    <a:pt x="0" y="4025"/>
                  </a:cubicBezTo>
                  <a:close/>
                </a:path>
              </a:pathLst>
            </a:custGeom>
            <a:solidFill>
              <a:srgbClr val="B9B9B9"/>
            </a:solidFill>
            <a:ln w="5163" cap="flat">
              <a:noFill/>
              <a:prstDash val="solid"/>
              <a:miter/>
            </a:ln>
          </p:spPr>
          <p:txBody>
            <a:bodyPr/>
            <a:lstStyle/>
            <a:p>
              <a:endParaRPr lang="es-419" noProof="0" dirty="0"/>
            </a:p>
          </p:txBody>
        </p:sp>
        <p:sp>
          <p:nvSpPr>
            <p:cNvPr id="83" name="Forma libre: forma 82">
              <a:extLst>
                <a:ext uri="{FF2B5EF4-FFF2-40B4-BE49-F238E27FC236}">
                  <a16:creationId xmlns:a16="http://schemas.microsoft.com/office/drawing/2014/main" id="{18FC7139-1F21-21C3-627F-44C0BE4BF80B}"/>
                </a:ext>
              </a:extLst>
            </p:cNvPr>
            <p:cNvSpPr/>
            <p:nvPr/>
          </p:nvSpPr>
          <p:spPr>
            <a:xfrm>
              <a:off x="2646618" y="2110301"/>
              <a:ext cx="4301" cy="5162"/>
            </a:xfrm>
            <a:custGeom>
              <a:avLst/>
              <a:gdLst>
                <a:gd name="csX0" fmla="*/ 0 w 4301"/>
                <a:gd name="csY0" fmla="*/ 2581 h 5162"/>
                <a:gd name="csX1" fmla="*/ 1138 w 4301"/>
                <a:gd name="csY1" fmla="*/ 0 h 5162"/>
                <a:gd name="csX2" fmla="*/ 3872 w 4301"/>
                <a:gd name="csY2" fmla="*/ 2581 h 5162"/>
                <a:gd name="csX3" fmla="*/ 2734 w 4301"/>
                <a:gd name="csY3" fmla="*/ 5163 h 5162"/>
                <a:gd name="csX4" fmla="*/ 0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0" y="2581"/>
                  </a:moveTo>
                  <a:cubicBezTo>
                    <a:pt x="0" y="1162"/>
                    <a:pt x="512" y="0"/>
                    <a:pt x="1138" y="0"/>
                  </a:cubicBezTo>
                  <a:cubicBezTo>
                    <a:pt x="1765" y="0"/>
                    <a:pt x="2995" y="1162"/>
                    <a:pt x="3872" y="2581"/>
                  </a:cubicBezTo>
                  <a:cubicBezTo>
                    <a:pt x="4750" y="4001"/>
                    <a:pt x="4237" y="5163"/>
                    <a:pt x="2734" y="5163"/>
                  </a:cubicBezTo>
                  <a:cubicBezTo>
                    <a:pt x="1230" y="5163"/>
                    <a:pt x="0" y="4001"/>
                    <a:pt x="0" y="2581"/>
                  </a:cubicBezTo>
                  <a:close/>
                </a:path>
              </a:pathLst>
            </a:custGeom>
            <a:solidFill>
              <a:srgbClr val="B9B9B9"/>
            </a:solidFill>
            <a:ln w="5163" cap="flat">
              <a:noFill/>
              <a:prstDash val="solid"/>
              <a:miter/>
            </a:ln>
          </p:spPr>
          <p:txBody>
            <a:bodyPr/>
            <a:lstStyle/>
            <a:p>
              <a:endParaRPr lang="es-419" noProof="0" dirty="0"/>
            </a:p>
          </p:txBody>
        </p:sp>
      </p:grpSp>
      <p:grpSp>
        <p:nvGrpSpPr>
          <p:cNvPr id="84" name="Gráfico 39">
            <a:extLst>
              <a:ext uri="{FF2B5EF4-FFF2-40B4-BE49-F238E27FC236}">
                <a16:creationId xmlns:a16="http://schemas.microsoft.com/office/drawing/2014/main" id="{29471F38-8874-8301-93DA-EDF08DA7E34B}"/>
              </a:ext>
            </a:extLst>
          </p:cNvPr>
          <p:cNvGrpSpPr/>
          <p:nvPr/>
        </p:nvGrpSpPr>
        <p:grpSpPr>
          <a:xfrm>
            <a:off x="924790" y="1999612"/>
            <a:ext cx="235561" cy="223008"/>
            <a:chOff x="924790" y="1999612"/>
            <a:chExt cx="235561" cy="223008"/>
          </a:xfrm>
          <a:solidFill>
            <a:srgbClr val="B9B9B9"/>
          </a:solidFill>
        </p:grpSpPr>
        <p:sp>
          <p:nvSpPr>
            <p:cNvPr id="85" name="Forma libre: forma 84">
              <a:extLst>
                <a:ext uri="{FF2B5EF4-FFF2-40B4-BE49-F238E27FC236}">
                  <a16:creationId xmlns:a16="http://schemas.microsoft.com/office/drawing/2014/main" id="{C960B39E-6F93-131B-DFAE-6C5FDAC757CF}"/>
                </a:ext>
              </a:extLst>
            </p:cNvPr>
            <p:cNvSpPr/>
            <p:nvPr/>
          </p:nvSpPr>
          <p:spPr>
            <a:xfrm>
              <a:off x="1018216" y="1999612"/>
              <a:ext cx="142135" cy="223008"/>
            </a:xfrm>
            <a:custGeom>
              <a:avLst/>
              <a:gdLst>
                <a:gd name="csX0" fmla="*/ 33142 w 142135"/>
                <a:gd name="csY0" fmla="*/ 222624 h 223008"/>
                <a:gd name="csX1" fmla="*/ 24030 w 142135"/>
                <a:gd name="csY1" fmla="*/ 217989 h 223008"/>
                <a:gd name="csX2" fmla="*/ 15077 w 142135"/>
                <a:gd name="csY2" fmla="*/ 214475 h 223008"/>
                <a:gd name="csX3" fmla="*/ 28065 w 142135"/>
                <a:gd name="csY3" fmla="*/ 199749 h 223008"/>
                <a:gd name="csX4" fmla="*/ 39623 w 142135"/>
                <a:gd name="csY4" fmla="*/ 181324 h 223008"/>
                <a:gd name="csX5" fmla="*/ 40552 w 142135"/>
                <a:gd name="csY5" fmla="*/ 163618 h 223008"/>
                <a:gd name="csX6" fmla="*/ 38270 w 142135"/>
                <a:gd name="csY6" fmla="*/ 146871 h 223008"/>
                <a:gd name="csX7" fmla="*/ 31342 w 142135"/>
                <a:gd name="csY7" fmla="*/ 141344 h 223008"/>
                <a:gd name="csX8" fmla="*/ 23064 w 142135"/>
                <a:gd name="csY8" fmla="*/ 130695 h 223008"/>
                <a:gd name="csX9" fmla="*/ 21238 w 142135"/>
                <a:gd name="csY9" fmla="*/ 121015 h 223008"/>
                <a:gd name="csX10" fmla="*/ 21448 w 142135"/>
                <a:gd name="csY10" fmla="*/ 110689 h 223008"/>
                <a:gd name="csX11" fmla="*/ 17417 w 142135"/>
                <a:gd name="csY11" fmla="*/ 113600 h 223008"/>
                <a:gd name="csX12" fmla="*/ 6090 w 142135"/>
                <a:gd name="csY12" fmla="*/ 75839 h 223008"/>
                <a:gd name="csX13" fmla="*/ 446 w 142135"/>
                <a:gd name="csY13" fmla="*/ 49379 h 223008"/>
                <a:gd name="csX14" fmla="*/ 1787 w 142135"/>
                <a:gd name="csY14" fmla="*/ 43571 h 223008"/>
                <a:gd name="csX15" fmla="*/ 4669 w 142135"/>
                <a:gd name="csY15" fmla="*/ 50173 h 223008"/>
                <a:gd name="csX16" fmla="*/ 15640 w 142135"/>
                <a:gd name="csY16" fmla="*/ 55981 h 223008"/>
                <a:gd name="csX17" fmla="*/ 25590 w 142135"/>
                <a:gd name="csY17" fmla="*/ 51315 h 223008"/>
                <a:gd name="csX18" fmla="*/ 21927 w 142135"/>
                <a:gd name="csY18" fmla="*/ 38128 h 223008"/>
                <a:gd name="csX19" fmla="*/ 25126 w 142135"/>
                <a:gd name="csY19" fmla="*/ 20612 h 223008"/>
                <a:gd name="csX20" fmla="*/ 29635 w 142135"/>
                <a:gd name="csY20" fmla="*/ 8944 h 223008"/>
                <a:gd name="csX21" fmla="*/ 56601 w 142135"/>
                <a:gd name="csY21" fmla="*/ 2664 h 223008"/>
                <a:gd name="csX22" fmla="*/ 68014 w 142135"/>
                <a:gd name="csY22" fmla="*/ 14926 h 223008"/>
                <a:gd name="csX23" fmla="*/ 70397 w 142135"/>
                <a:gd name="csY23" fmla="*/ 28730 h 223008"/>
                <a:gd name="csX24" fmla="*/ 64799 w 142135"/>
                <a:gd name="csY24" fmla="*/ 38367 h 223008"/>
                <a:gd name="csX25" fmla="*/ 76515 w 142135"/>
                <a:gd name="csY25" fmla="*/ 47199 h 223008"/>
                <a:gd name="csX26" fmla="*/ 95020 w 142135"/>
                <a:gd name="csY26" fmla="*/ 52596 h 223008"/>
                <a:gd name="csX27" fmla="*/ 116723 w 142135"/>
                <a:gd name="csY27" fmla="*/ 66052 h 223008"/>
                <a:gd name="csX28" fmla="*/ 125419 w 142135"/>
                <a:gd name="csY28" fmla="*/ 64641 h 223008"/>
                <a:gd name="csX29" fmla="*/ 121867 w 142135"/>
                <a:gd name="csY29" fmla="*/ 77984 h 223008"/>
                <a:gd name="csX30" fmla="*/ 126198 w 142135"/>
                <a:gd name="csY30" fmla="*/ 109560 h 223008"/>
                <a:gd name="csX31" fmla="*/ 132452 w 142135"/>
                <a:gd name="csY31" fmla="*/ 130811 h 223008"/>
                <a:gd name="csX32" fmla="*/ 137172 w 142135"/>
                <a:gd name="csY32" fmla="*/ 149525 h 223008"/>
                <a:gd name="csX33" fmla="*/ 126264 w 142135"/>
                <a:gd name="csY33" fmla="*/ 165042 h 223008"/>
                <a:gd name="csX34" fmla="*/ 119713 w 142135"/>
                <a:gd name="csY34" fmla="*/ 162318 h 223008"/>
                <a:gd name="csX35" fmla="*/ 122125 w 142135"/>
                <a:gd name="csY35" fmla="*/ 181310 h 223008"/>
                <a:gd name="csX36" fmla="*/ 122395 w 142135"/>
                <a:gd name="csY36" fmla="*/ 193071 h 223008"/>
                <a:gd name="csX37" fmla="*/ 117050 w 142135"/>
                <a:gd name="csY37" fmla="*/ 205350 h 223008"/>
                <a:gd name="csX38" fmla="*/ 115307 w 142135"/>
                <a:gd name="csY38" fmla="*/ 214639 h 223008"/>
                <a:gd name="csX39" fmla="*/ 105608 w 142135"/>
                <a:gd name="csY39" fmla="*/ 205168 h 223008"/>
                <a:gd name="csX40" fmla="*/ 70306 w 142135"/>
                <a:gd name="csY40" fmla="*/ 198146 h 223008"/>
                <a:gd name="csX41" fmla="*/ 57886 w 142135"/>
                <a:gd name="csY41" fmla="*/ 203581 h 223008"/>
                <a:gd name="csX42" fmla="*/ 42822 w 142135"/>
                <a:gd name="csY42" fmla="*/ 214552 h 223008"/>
                <a:gd name="csX43" fmla="*/ 33142 w 142135"/>
                <a:gd name="csY43" fmla="*/ 222624 h 2230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42135" h="223008">
                  <a:moveTo>
                    <a:pt x="33142" y="222624"/>
                  </a:moveTo>
                  <a:cubicBezTo>
                    <a:pt x="33100" y="221007"/>
                    <a:pt x="28999" y="218922"/>
                    <a:pt x="24030" y="217989"/>
                  </a:cubicBezTo>
                  <a:cubicBezTo>
                    <a:pt x="19061" y="217057"/>
                    <a:pt x="15032" y="215476"/>
                    <a:pt x="15077" y="214475"/>
                  </a:cubicBezTo>
                  <a:cubicBezTo>
                    <a:pt x="15123" y="213475"/>
                    <a:pt x="20967" y="206848"/>
                    <a:pt x="28065" y="199749"/>
                  </a:cubicBezTo>
                  <a:cubicBezTo>
                    <a:pt x="37756" y="190056"/>
                    <a:pt x="40635" y="185467"/>
                    <a:pt x="39623" y="181324"/>
                  </a:cubicBezTo>
                  <a:cubicBezTo>
                    <a:pt x="38882" y="178289"/>
                    <a:pt x="39300" y="170321"/>
                    <a:pt x="40552" y="163618"/>
                  </a:cubicBezTo>
                  <a:cubicBezTo>
                    <a:pt x="42457" y="153420"/>
                    <a:pt x="42085" y="150686"/>
                    <a:pt x="38270" y="146871"/>
                  </a:cubicBezTo>
                  <a:cubicBezTo>
                    <a:pt x="35762" y="144363"/>
                    <a:pt x="32644" y="141876"/>
                    <a:pt x="31342" y="141344"/>
                  </a:cubicBezTo>
                  <a:cubicBezTo>
                    <a:pt x="30039" y="140811"/>
                    <a:pt x="26314" y="136019"/>
                    <a:pt x="23064" y="130695"/>
                  </a:cubicBezTo>
                  <a:cubicBezTo>
                    <a:pt x="18146" y="122638"/>
                    <a:pt x="17840" y="121015"/>
                    <a:pt x="21238" y="121015"/>
                  </a:cubicBezTo>
                  <a:cubicBezTo>
                    <a:pt x="26407" y="121015"/>
                    <a:pt x="26532" y="114908"/>
                    <a:pt x="21448" y="110689"/>
                  </a:cubicBezTo>
                  <a:cubicBezTo>
                    <a:pt x="18195" y="107989"/>
                    <a:pt x="17551" y="108454"/>
                    <a:pt x="17417" y="113600"/>
                  </a:cubicBezTo>
                  <a:cubicBezTo>
                    <a:pt x="17202" y="121855"/>
                    <a:pt x="11362" y="102386"/>
                    <a:pt x="6090" y="75839"/>
                  </a:cubicBezTo>
                  <a:cubicBezTo>
                    <a:pt x="3834" y="64481"/>
                    <a:pt x="1295" y="52574"/>
                    <a:pt x="446" y="49379"/>
                  </a:cubicBezTo>
                  <a:cubicBezTo>
                    <a:pt x="-477" y="45903"/>
                    <a:pt x="61" y="43571"/>
                    <a:pt x="1787" y="43571"/>
                  </a:cubicBezTo>
                  <a:cubicBezTo>
                    <a:pt x="3372" y="43571"/>
                    <a:pt x="4669" y="46542"/>
                    <a:pt x="4669" y="50173"/>
                  </a:cubicBezTo>
                  <a:cubicBezTo>
                    <a:pt x="4669" y="56344"/>
                    <a:pt x="5386" y="56723"/>
                    <a:pt x="15640" y="55981"/>
                  </a:cubicBezTo>
                  <a:cubicBezTo>
                    <a:pt x="23894" y="55384"/>
                    <a:pt x="26358" y="54229"/>
                    <a:pt x="25590" y="51315"/>
                  </a:cubicBezTo>
                  <a:cubicBezTo>
                    <a:pt x="25028" y="49186"/>
                    <a:pt x="23380" y="43251"/>
                    <a:pt x="21927" y="38128"/>
                  </a:cubicBezTo>
                  <a:cubicBezTo>
                    <a:pt x="19644" y="30074"/>
                    <a:pt x="20076" y="27703"/>
                    <a:pt x="25126" y="20612"/>
                  </a:cubicBezTo>
                  <a:cubicBezTo>
                    <a:pt x="28338" y="16101"/>
                    <a:pt x="30367" y="10851"/>
                    <a:pt x="29635" y="8944"/>
                  </a:cubicBezTo>
                  <a:cubicBezTo>
                    <a:pt x="26306" y="269"/>
                    <a:pt x="38854" y="-2653"/>
                    <a:pt x="56601" y="2664"/>
                  </a:cubicBezTo>
                  <a:cubicBezTo>
                    <a:pt x="65243" y="5253"/>
                    <a:pt x="66731" y="6851"/>
                    <a:pt x="68014" y="14926"/>
                  </a:cubicBezTo>
                  <a:cubicBezTo>
                    <a:pt x="68826" y="20032"/>
                    <a:pt x="69898" y="26244"/>
                    <a:pt x="70397" y="28730"/>
                  </a:cubicBezTo>
                  <a:cubicBezTo>
                    <a:pt x="70908" y="31276"/>
                    <a:pt x="68463" y="35485"/>
                    <a:pt x="64799" y="38367"/>
                  </a:cubicBezTo>
                  <a:cubicBezTo>
                    <a:pt x="52677" y="47902"/>
                    <a:pt x="63675" y="56192"/>
                    <a:pt x="76515" y="47199"/>
                  </a:cubicBezTo>
                  <a:cubicBezTo>
                    <a:pt x="84862" y="41352"/>
                    <a:pt x="95020" y="44315"/>
                    <a:pt x="95020" y="52596"/>
                  </a:cubicBezTo>
                  <a:cubicBezTo>
                    <a:pt x="95020" y="61383"/>
                    <a:pt x="105491" y="67875"/>
                    <a:pt x="116723" y="66052"/>
                  </a:cubicBezTo>
                  <a:lnTo>
                    <a:pt x="125419" y="64641"/>
                  </a:lnTo>
                  <a:lnTo>
                    <a:pt x="121867" y="77984"/>
                  </a:lnTo>
                  <a:cubicBezTo>
                    <a:pt x="116766" y="97143"/>
                    <a:pt x="117305" y="101074"/>
                    <a:pt x="126198" y="109560"/>
                  </a:cubicBezTo>
                  <a:cubicBezTo>
                    <a:pt x="133696" y="116715"/>
                    <a:pt x="134049" y="117914"/>
                    <a:pt x="132452" y="130811"/>
                  </a:cubicBezTo>
                  <a:cubicBezTo>
                    <a:pt x="130905" y="143306"/>
                    <a:pt x="131310" y="144914"/>
                    <a:pt x="137172" y="149525"/>
                  </a:cubicBezTo>
                  <a:cubicBezTo>
                    <a:pt x="148350" y="158317"/>
                    <a:pt x="138877" y="171792"/>
                    <a:pt x="126264" y="165042"/>
                  </a:cubicBezTo>
                  <a:cubicBezTo>
                    <a:pt x="123464" y="163544"/>
                    <a:pt x="120516" y="162318"/>
                    <a:pt x="119713" y="162318"/>
                  </a:cubicBezTo>
                  <a:cubicBezTo>
                    <a:pt x="116537" y="162318"/>
                    <a:pt x="118487" y="177672"/>
                    <a:pt x="122125" y="181310"/>
                  </a:cubicBezTo>
                  <a:cubicBezTo>
                    <a:pt x="126947" y="186132"/>
                    <a:pt x="127019" y="189234"/>
                    <a:pt x="122395" y="193071"/>
                  </a:cubicBezTo>
                  <a:cubicBezTo>
                    <a:pt x="120414" y="194715"/>
                    <a:pt x="118009" y="200241"/>
                    <a:pt x="117050" y="205350"/>
                  </a:cubicBezTo>
                  <a:lnTo>
                    <a:pt x="115307" y="214639"/>
                  </a:lnTo>
                  <a:lnTo>
                    <a:pt x="105608" y="205168"/>
                  </a:lnTo>
                  <a:cubicBezTo>
                    <a:pt x="93087" y="192941"/>
                    <a:pt x="80185" y="190375"/>
                    <a:pt x="70306" y="198146"/>
                  </a:cubicBezTo>
                  <a:cubicBezTo>
                    <a:pt x="66478" y="201157"/>
                    <a:pt x="60889" y="203603"/>
                    <a:pt x="57886" y="203581"/>
                  </a:cubicBezTo>
                  <a:cubicBezTo>
                    <a:pt x="54649" y="203557"/>
                    <a:pt x="48516" y="208024"/>
                    <a:pt x="42822" y="214552"/>
                  </a:cubicBezTo>
                  <a:cubicBezTo>
                    <a:pt x="37540" y="220608"/>
                    <a:pt x="33184" y="224241"/>
                    <a:pt x="33142" y="222624"/>
                  </a:cubicBezTo>
                  <a:close/>
                </a:path>
              </a:pathLst>
            </a:custGeom>
            <a:solidFill>
              <a:srgbClr val="B9B9B9"/>
            </a:solidFill>
            <a:ln w="5163" cap="flat">
              <a:noFill/>
              <a:prstDash val="solid"/>
              <a:miter/>
            </a:ln>
          </p:spPr>
          <p:txBody>
            <a:bodyPr/>
            <a:lstStyle/>
            <a:p>
              <a:endParaRPr lang="es-419" noProof="0" dirty="0"/>
            </a:p>
          </p:txBody>
        </p:sp>
        <p:sp>
          <p:nvSpPr>
            <p:cNvPr id="86" name="Forma libre: forma 85">
              <a:extLst>
                <a:ext uri="{FF2B5EF4-FFF2-40B4-BE49-F238E27FC236}">
                  <a16:creationId xmlns:a16="http://schemas.microsoft.com/office/drawing/2014/main" id="{6BAC955E-E6CF-FFBD-15ED-0FCC33A5C85D}"/>
                </a:ext>
              </a:extLst>
            </p:cNvPr>
            <p:cNvSpPr/>
            <p:nvPr/>
          </p:nvSpPr>
          <p:spPr>
            <a:xfrm>
              <a:off x="976738" y="2149266"/>
              <a:ext cx="9026" cy="7395"/>
            </a:xfrm>
            <a:custGeom>
              <a:avLst/>
              <a:gdLst>
                <a:gd name="csX0" fmla="*/ 866 w 9026"/>
                <a:gd name="csY0" fmla="*/ 4748 h 7395"/>
                <a:gd name="csX1" fmla="*/ 6187 w 9026"/>
                <a:gd name="csY1" fmla="*/ 710 h 7395"/>
                <a:gd name="csX2" fmla="*/ 8728 w 9026"/>
                <a:gd name="csY2" fmla="*/ 4901 h 7395"/>
                <a:gd name="csX3" fmla="*/ 866 w 9026"/>
                <a:gd name="csY3" fmla="*/ 4748 h 7395"/>
              </a:gdLst>
              <a:ahLst/>
              <a:cxnLst>
                <a:cxn ang="0">
                  <a:pos x="csX0" y="csY0"/>
                </a:cxn>
                <a:cxn ang="0">
                  <a:pos x="csX1" y="csY1"/>
                </a:cxn>
                <a:cxn ang="0">
                  <a:pos x="csX2" y="csY2"/>
                </a:cxn>
                <a:cxn ang="0">
                  <a:pos x="csX3" y="csY3"/>
                </a:cxn>
              </a:cxnLst>
              <a:rect l="l" t="t" r="r" b="b"/>
              <a:pathLst>
                <a:path w="9026" h="7395">
                  <a:moveTo>
                    <a:pt x="866" y="4748"/>
                  </a:moveTo>
                  <a:cubicBezTo>
                    <a:pt x="-1510" y="904"/>
                    <a:pt x="1245" y="-1186"/>
                    <a:pt x="6187" y="710"/>
                  </a:cubicBezTo>
                  <a:cubicBezTo>
                    <a:pt x="8468" y="1586"/>
                    <a:pt x="9611" y="3472"/>
                    <a:pt x="8728" y="4901"/>
                  </a:cubicBezTo>
                  <a:cubicBezTo>
                    <a:pt x="6635" y="8287"/>
                    <a:pt x="3009" y="8216"/>
                    <a:pt x="866" y="4748"/>
                  </a:cubicBezTo>
                  <a:close/>
                </a:path>
              </a:pathLst>
            </a:custGeom>
            <a:solidFill>
              <a:srgbClr val="B9B9B9"/>
            </a:solidFill>
            <a:ln w="5163" cap="flat">
              <a:noFill/>
              <a:prstDash val="solid"/>
              <a:miter/>
            </a:ln>
          </p:spPr>
          <p:txBody>
            <a:bodyPr/>
            <a:lstStyle/>
            <a:p>
              <a:endParaRPr lang="es-419" noProof="0" dirty="0"/>
            </a:p>
          </p:txBody>
        </p:sp>
        <p:sp>
          <p:nvSpPr>
            <p:cNvPr id="87" name="Forma libre: forma 86">
              <a:extLst>
                <a:ext uri="{FF2B5EF4-FFF2-40B4-BE49-F238E27FC236}">
                  <a16:creationId xmlns:a16="http://schemas.microsoft.com/office/drawing/2014/main" id="{CD775C0D-7F5B-53F8-5DF2-B6A26325A0B7}"/>
                </a:ext>
              </a:extLst>
            </p:cNvPr>
            <p:cNvSpPr/>
            <p:nvPr/>
          </p:nvSpPr>
          <p:spPr>
            <a:xfrm>
              <a:off x="958388" y="2135665"/>
              <a:ext cx="19364" cy="11047"/>
            </a:xfrm>
            <a:custGeom>
              <a:avLst/>
              <a:gdLst>
                <a:gd name="csX0" fmla="*/ 0 w 19364"/>
                <a:gd name="csY0" fmla="*/ 8841 h 11047"/>
                <a:gd name="csX1" fmla="*/ 17408 w 19364"/>
                <a:gd name="csY1" fmla="*/ 154 h 11047"/>
                <a:gd name="csX2" fmla="*/ 17432 w 19364"/>
                <a:gd name="csY2" fmla="*/ 5614 h 11047"/>
                <a:gd name="csX3" fmla="*/ 0 w 19364"/>
                <a:gd name="csY3" fmla="*/ 8841 h 11047"/>
              </a:gdLst>
              <a:ahLst/>
              <a:cxnLst>
                <a:cxn ang="0">
                  <a:pos x="csX0" y="csY0"/>
                </a:cxn>
                <a:cxn ang="0">
                  <a:pos x="csX1" y="csY1"/>
                </a:cxn>
                <a:cxn ang="0">
                  <a:pos x="csX2" y="csY2"/>
                </a:cxn>
                <a:cxn ang="0">
                  <a:pos x="csX3" y="csY3"/>
                </a:cxn>
              </a:cxnLst>
              <a:rect l="l" t="t" r="r" b="b"/>
              <a:pathLst>
                <a:path w="19364" h="11047">
                  <a:moveTo>
                    <a:pt x="0" y="8841"/>
                  </a:moveTo>
                  <a:cubicBezTo>
                    <a:pt x="126" y="2682"/>
                    <a:pt x="7086" y="-791"/>
                    <a:pt x="17408" y="154"/>
                  </a:cubicBezTo>
                  <a:cubicBezTo>
                    <a:pt x="20010" y="392"/>
                    <a:pt x="20015" y="1478"/>
                    <a:pt x="17432" y="5614"/>
                  </a:cubicBezTo>
                  <a:cubicBezTo>
                    <a:pt x="14357" y="10538"/>
                    <a:pt x="-89" y="13212"/>
                    <a:pt x="0" y="8841"/>
                  </a:cubicBezTo>
                  <a:close/>
                </a:path>
              </a:pathLst>
            </a:custGeom>
            <a:solidFill>
              <a:srgbClr val="B9B9B9"/>
            </a:solidFill>
            <a:ln w="5163" cap="flat">
              <a:noFill/>
              <a:prstDash val="solid"/>
              <a:miter/>
            </a:ln>
          </p:spPr>
          <p:txBody>
            <a:bodyPr/>
            <a:lstStyle/>
            <a:p>
              <a:endParaRPr lang="es-419" noProof="0" dirty="0"/>
            </a:p>
          </p:txBody>
        </p:sp>
        <p:sp>
          <p:nvSpPr>
            <p:cNvPr id="88" name="Forma libre: forma 87">
              <a:extLst>
                <a:ext uri="{FF2B5EF4-FFF2-40B4-BE49-F238E27FC236}">
                  <a16:creationId xmlns:a16="http://schemas.microsoft.com/office/drawing/2014/main" id="{8C53EA86-9D1B-A60E-F41F-FE4155EED049}"/>
                </a:ext>
              </a:extLst>
            </p:cNvPr>
            <p:cNvSpPr/>
            <p:nvPr/>
          </p:nvSpPr>
          <p:spPr>
            <a:xfrm>
              <a:off x="938010" y="2110987"/>
              <a:ext cx="18997" cy="19965"/>
            </a:xfrm>
            <a:custGeom>
              <a:avLst/>
              <a:gdLst>
                <a:gd name="csX0" fmla="*/ 2787 w 18997"/>
                <a:gd name="csY0" fmla="*/ 11392 h 19965"/>
                <a:gd name="csX1" fmla="*/ 4678 w 18997"/>
                <a:gd name="csY1" fmla="*/ 36 h 19965"/>
                <a:gd name="csX2" fmla="*/ 17544 w 18997"/>
                <a:gd name="csY2" fmla="*/ 12951 h 19965"/>
                <a:gd name="csX3" fmla="*/ 13049 w 18997"/>
                <a:gd name="csY3" fmla="*/ 19965 h 19965"/>
                <a:gd name="csX4" fmla="*/ 2787 w 18997"/>
                <a:gd name="csY4" fmla="*/ 11392 h 19965"/>
              </a:gdLst>
              <a:ahLst/>
              <a:cxnLst>
                <a:cxn ang="0">
                  <a:pos x="csX0" y="csY0"/>
                </a:cxn>
                <a:cxn ang="0">
                  <a:pos x="csX1" y="csY1"/>
                </a:cxn>
                <a:cxn ang="0">
                  <a:pos x="csX2" y="csY2"/>
                </a:cxn>
                <a:cxn ang="0">
                  <a:pos x="csX3" y="csY3"/>
                </a:cxn>
                <a:cxn ang="0">
                  <a:pos x="csX4" y="csY4"/>
                </a:cxn>
              </a:cxnLst>
              <a:rect l="l" t="t" r="r" b="b"/>
              <a:pathLst>
                <a:path w="18997" h="19965">
                  <a:moveTo>
                    <a:pt x="2787" y="11392"/>
                  </a:moveTo>
                  <a:cubicBezTo>
                    <a:pt x="-1192" y="389"/>
                    <a:pt x="-1207" y="479"/>
                    <a:pt x="4678" y="36"/>
                  </a:cubicBezTo>
                  <a:cubicBezTo>
                    <a:pt x="10396" y="-395"/>
                    <a:pt x="13750" y="2973"/>
                    <a:pt x="17544" y="12951"/>
                  </a:cubicBezTo>
                  <a:cubicBezTo>
                    <a:pt x="20048" y="19537"/>
                    <a:pt x="19774" y="19965"/>
                    <a:pt x="13049" y="19965"/>
                  </a:cubicBezTo>
                  <a:cubicBezTo>
                    <a:pt x="7281" y="19965"/>
                    <a:pt x="5284" y="18297"/>
                    <a:pt x="2787" y="11392"/>
                  </a:cubicBezTo>
                  <a:close/>
                </a:path>
              </a:pathLst>
            </a:custGeom>
            <a:solidFill>
              <a:srgbClr val="B9B9B9"/>
            </a:solidFill>
            <a:ln w="5163" cap="flat">
              <a:noFill/>
              <a:prstDash val="solid"/>
              <a:miter/>
            </a:ln>
          </p:spPr>
          <p:txBody>
            <a:bodyPr/>
            <a:lstStyle/>
            <a:p>
              <a:endParaRPr lang="es-419" noProof="0" dirty="0"/>
            </a:p>
          </p:txBody>
        </p:sp>
        <p:sp>
          <p:nvSpPr>
            <p:cNvPr id="89" name="Forma libre: forma 88">
              <a:extLst>
                <a:ext uri="{FF2B5EF4-FFF2-40B4-BE49-F238E27FC236}">
                  <a16:creationId xmlns:a16="http://schemas.microsoft.com/office/drawing/2014/main" id="{70481790-293E-2EE8-5607-ECAD7BCAAE5E}"/>
                </a:ext>
              </a:extLst>
            </p:cNvPr>
            <p:cNvSpPr/>
            <p:nvPr/>
          </p:nvSpPr>
          <p:spPr>
            <a:xfrm>
              <a:off x="924790" y="2098451"/>
              <a:ext cx="5162" cy="9268"/>
            </a:xfrm>
            <a:custGeom>
              <a:avLst/>
              <a:gdLst>
                <a:gd name="csX0" fmla="*/ 0 w 5162"/>
                <a:gd name="csY0" fmla="*/ 3953 h 9268"/>
                <a:gd name="csX1" fmla="*/ 2581 w 5162"/>
                <a:gd name="csY1" fmla="*/ 233 h 9268"/>
                <a:gd name="csX2" fmla="*/ 5163 w 5162"/>
                <a:gd name="csY2" fmla="*/ 5549 h 9268"/>
                <a:gd name="csX3" fmla="*/ 2581 w 5162"/>
                <a:gd name="csY3" fmla="*/ 9269 h 9268"/>
                <a:gd name="csX4" fmla="*/ 0 w 5162"/>
                <a:gd name="csY4" fmla="*/ 3953 h 9268"/>
              </a:gdLst>
              <a:ahLst/>
              <a:cxnLst>
                <a:cxn ang="0">
                  <a:pos x="csX0" y="csY0"/>
                </a:cxn>
                <a:cxn ang="0">
                  <a:pos x="csX1" y="csY1"/>
                </a:cxn>
                <a:cxn ang="0">
                  <a:pos x="csX2" y="csY2"/>
                </a:cxn>
                <a:cxn ang="0">
                  <a:pos x="csX3" y="csY3"/>
                </a:cxn>
                <a:cxn ang="0">
                  <a:pos x="csX4" y="csY4"/>
                </a:cxn>
              </a:cxnLst>
              <a:rect l="l" t="t" r="r" b="b"/>
              <a:pathLst>
                <a:path w="5162" h="9268">
                  <a:moveTo>
                    <a:pt x="0" y="3953"/>
                  </a:moveTo>
                  <a:cubicBezTo>
                    <a:pt x="0" y="1030"/>
                    <a:pt x="1162" y="-644"/>
                    <a:pt x="2581" y="233"/>
                  </a:cubicBezTo>
                  <a:cubicBezTo>
                    <a:pt x="4001" y="1111"/>
                    <a:pt x="5163" y="3503"/>
                    <a:pt x="5163" y="5549"/>
                  </a:cubicBezTo>
                  <a:cubicBezTo>
                    <a:pt x="5163" y="7595"/>
                    <a:pt x="4001" y="9269"/>
                    <a:pt x="2581" y="9269"/>
                  </a:cubicBezTo>
                  <a:cubicBezTo>
                    <a:pt x="1162" y="9269"/>
                    <a:pt x="0" y="6877"/>
                    <a:pt x="0" y="3953"/>
                  </a:cubicBezTo>
                  <a:close/>
                </a:path>
              </a:pathLst>
            </a:custGeom>
            <a:solidFill>
              <a:srgbClr val="B9B9B9"/>
            </a:solidFill>
            <a:ln w="5163" cap="flat">
              <a:noFill/>
              <a:prstDash val="solid"/>
              <a:miter/>
            </a:ln>
          </p:spPr>
          <p:txBody>
            <a:bodyPr/>
            <a:lstStyle/>
            <a:p>
              <a:endParaRPr lang="es-419" noProof="0" dirty="0"/>
            </a:p>
          </p:txBody>
        </p:sp>
      </p:grpSp>
      <p:grpSp>
        <p:nvGrpSpPr>
          <p:cNvPr id="90" name="Gráfico 39">
            <a:extLst>
              <a:ext uri="{FF2B5EF4-FFF2-40B4-BE49-F238E27FC236}">
                <a16:creationId xmlns:a16="http://schemas.microsoft.com/office/drawing/2014/main" id="{8BE2F601-EA69-FBCD-2B47-FBCE1FDD2A67}"/>
              </a:ext>
            </a:extLst>
          </p:cNvPr>
          <p:cNvGrpSpPr/>
          <p:nvPr/>
        </p:nvGrpSpPr>
        <p:grpSpPr>
          <a:xfrm>
            <a:off x="281340" y="1474182"/>
            <a:ext cx="428841" cy="522535"/>
            <a:chOff x="281340" y="1474182"/>
            <a:chExt cx="428841" cy="522535"/>
          </a:xfrm>
          <a:solidFill>
            <a:srgbClr val="B9B9B9"/>
          </a:solidFill>
        </p:grpSpPr>
        <p:grpSp>
          <p:nvGrpSpPr>
            <p:cNvPr id="91" name="Gráfico 39">
              <a:extLst>
                <a:ext uri="{FF2B5EF4-FFF2-40B4-BE49-F238E27FC236}">
                  <a16:creationId xmlns:a16="http://schemas.microsoft.com/office/drawing/2014/main" id="{F65E10D7-B769-AF48-BB54-AE2752F67F49}"/>
                </a:ext>
              </a:extLst>
            </p:cNvPr>
            <p:cNvGrpSpPr/>
            <p:nvPr/>
          </p:nvGrpSpPr>
          <p:grpSpPr>
            <a:xfrm>
              <a:off x="281340" y="1474182"/>
              <a:ext cx="428841" cy="522535"/>
              <a:chOff x="281340" y="1474182"/>
              <a:chExt cx="428841" cy="522535"/>
            </a:xfrm>
            <a:solidFill>
              <a:srgbClr val="B9B9B9"/>
            </a:solidFill>
          </p:grpSpPr>
          <p:sp>
            <p:nvSpPr>
              <p:cNvPr id="92" name="Forma libre: forma 91">
                <a:extLst>
                  <a:ext uri="{FF2B5EF4-FFF2-40B4-BE49-F238E27FC236}">
                    <a16:creationId xmlns:a16="http://schemas.microsoft.com/office/drawing/2014/main" id="{7AC03AD4-8690-B7B0-6516-B79BE4D7D8D3}"/>
                  </a:ext>
                </a:extLst>
              </p:cNvPr>
              <p:cNvSpPr/>
              <p:nvPr/>
            </p:nvSpPr>
            <p:spPr>
              <a:xfrm>
                <a:off x="281340" y="1474182"/>
                <a:ext cx="428841" cy="522535"/>
              </a:xfrm>
              <a:custGeom>
                <a:avLst/>
                <a:gdLst>
                  <a:gd name="csX0" fmla="*/ 375000 w 428841"/>
                  <a:gd name="csY0" fmla="*/ 516104 h 522535"/>
                  <a:gd name="csX1" fmla="*/ 367101 w 428841"/>
                  <a:gd name="csY1" fmla="*/ 496098 h 522535"/>
                  <a:gd name="csX2" fmla="*/ 357849 w 428841"/>
                  <a:gd name="csY2" fmla="*/ 467300 h 522535"/>
                  <a:gd name="csX3" fmla="*/ 337807 w 428841"/>
                  <a:gd name="csY3" fmla="*/ 445109 h 522535"/>
                  <a:gd name="csX4" fmla="*/ 320489 w 428841"/>
                  <a:gd name="csY4" fmla="*/ 429036 h 522535"/>
                  <a:gd name="csX5" fmla="*/ 269809 w 428841"/>
                  <a:gd name="csY5" fmla="*/ 379110 h 522535"/>
                  <a:gd name="csX6" fmla="*/ 248488 w 428841"/>
                  <a:gd name="csY6" fmla="*/ 370097 h 522535"/>
                  <a:gd name="csX7" fmla="*/ 256878 w 428841"/>
                  <a:gd name="csY7" fmla="*/ 370327 h 522535"/>
                  <a:gd name="csX8" fmla="*/ 265267 w 428841"/>
                  <a:gd name="csY8" fmla="*/ 372646 h 522535"/>
                  <a:gd name="csX9" fmla="*/ 258168 w 428841"/>
                  <a:gd name="csY9" fmla="*/ 366399 h 522535"/>
                  <a:gd name="csX10" fmla="*/ 251069 w 428841"/>
                  <a:gd name="csY10" fmla="*/ 355305 h 522535"/>
                  <a:gd name="csX11" fmla="*/ 237556 w 428841"/>
                  <a:gd name="csY11" fmla="*/ 353450 h 522535"/>
                  <a:gd name="csX12" fmla="*/ 235538 w 428841"/>
                  <a:gd name="csY12" fmla="*/ 349578 h 522535"/>
                  <a:gd name="csX13" fmla="*/ 231626 w 428841"/>
                  <a:gd name="csY13" fmla="*/ 338114 h 522535"/>
                  <a:gd name="csX14" fmla="*/ 227531 w 428841"/>
                  <a:gd name="csY14" fmla="*/ 327788 h 522535"/>
                  <a:gd name="csX15" fmla="*/ 225255 w 428841"/>
                  <a:gd name="csY15" fmla="*/ 330217 h 522535"/>
                  <a:gd name="csX16" fmla="*/ 222797 w 428841"/>
                  <a:gd name="csY16" fmla="*/ 331508 h 522535"/>
                  <a:gd name="csX17" fmla="*/ 220276 w 428841"/>
                  <a:gd name="csY17" fmla="*/ 330217 h 522535"/>
                  <a:gd name="csX18" fmla="*/ 216375 w 428841"/>
                  <a:gd name="csY18" fmla="*/ 326968 h 522535"/>
                  <a:gd name="csX19" fmla="*/ 212138 w 428841"/>
                  <a:gd name="csY19" fmla="*/ 320021 h 522535"/>
                  <a:gd name="csX20" fmla="*/ 209766 w 428841"/>
                  <a:gd name="csY20" fmla="*/ 317462 h 522535"/>
                  <a:gd name="csX21" fmla="*/ 212670 w 428841"/>
                  <a:gd name="csY21" fmla="*/ 314083 h 522535"/>
                  <a:gd name="csX22" fmla="*/ 216877 w 428841"/>
                  <a:gd name="csY22" fmla="*/ 311142 h 522535"/>
                  <a:gd name="csX23" fmla="*/ 215264 w 428841"/>
                  <a:gd name="csY23" fmla="*/ 309359 h 522535"/>
                  <a:gd name="csX24" fmla="*/ 217511 w 428841"/>
                  <a:gd name="csY24" fmla="*/ 291496 h 522535"/>
                  <a:gd name="csX25" fmla="*/ 222673 w 428841"/>
                  <a:gd name="csY25" fmla="*/ 271731 h 522535"/>
                  <a:gd name="csX26" fmla="*/ 225571 w 428841"/>
                  <a:gd name="csY26" fmla="*/ 266972 h 522535"/>
                  <a:gd name="csX27" fmla="*/ 225255 w 428841"/>
                  <a:gd name="csY27" fmla="*/ 263100 h 522535"/>
                  <a:gd name="csX28" fmla="*/ 224939 w 428841"/>
                  <a:gd name="csY28" fmla="*/ 259227 h 522535"/>
                  <a:gd name="csX29" fmla="*/ 227470 w 428841"/>
                  <a:gd name="csY29" fmla="*/ 246966 h 522535"/>
                  <a:gd name="csX30" fmla="*/ 227104 w 428841"/>
                  <a:gd name="csY30" fmla="*/ 234704 h 522535"/>
                  <a:gd name="csX31" fmla="*/ 225255 w 428841"/>
                  <a:gd name="csY31" fmla="*/ 245029 h 522535"/>
                  <a:gd name="csX32" fmla="*/ 222926 w 428841"/>
                  <a:gd name="csY32" fmla="*/ 241157 h 522535"/>
                  <a:gd name="csX33" fmla="*/ 213514 w 428841"/>
                  <a:gd name="csY33" fmla="*/ 204198 h 522535"/>
                  <a:gd name="csX34" fmla="*/ 207511 w 428841"/>
                  <a:gd name="csY34" fmla="*/ 195911 h 522535"/>
                  <a:gd name="csX35" fmla="*/ 199366 w 428841"/>
                  <a:gd name="csY35" fmla="*/ 188261 h 522535"/>
                  <a:gd name="csX36" fmla="*/ 189814 w 428841"/>
                  <a:gd name="csY36" fmla="*/ 185143 h 522535"/>
                  <a:gd name="csX37" fmla="*/ 177824 w 428841"/>
                  <a:gd name="csY37" fmla="*/ 176701 h 522535"/>
                  <a:gd name="csX38" fmla="*/ 173385 w 428841"/>
                  <a:gd name="csY38" fmla="*/ 171969 h 522535"/>
                  <a:gd name="csX39" fmla="*/ 172244 w 428841"/>
                  <a:gd name="csY39" fmla="*/ 166295 h 522535"/>
                  <a:gd name="csX40" fmla="*/ 157189 w 428841"/>
                  <a:gd name="csY40" fmla="*/ 154717 h 522535"/>
                  <a:gd name="csX41" fmla="*/ 154290 w 428841"/>
                  <a:gd name="csY41" fmla="*/ 143110 h 522535"/>
                  <a:gd name="csX42" fmla="*/ 153437 w 428841"/>
                  <a:gd name="csY42" fmla="*/ 130888 h 522535"/>
                  <a:gd name="csX43" fmla="*/ 150373 w 428841"/>
                  <a:gd name="csY43" fmla="*/ 128835 h 522535"/>
                  <a:gd name="csX44" fmla="*/ 148457 w 428841"/>
                  <a:gd name="csY44" fmla="*/ 125777 h 522535"/>
                  <a:gd name="csX45" fmla="*/ 150890 w 428841"/>
                  <a:gd name="csY45" fmla="*/ 109503 h 522535"/>
                  <a:gd name="csX46" fmla="*/ 144325 w 428841"/>
                  <a:gd name="csY46" fmla="*/ 119656 h 522535"/>
                  <a:gd name="csX47" fmla="*/ 132054 w 428841"/>
                  <a:gd name="csY47" fmla="*/ 127093 h 522535"/>
                  <a:gd name="csX48" fmla="*/ 125630 w 428841"/>
                  <a:gd name="csY48" fmla="*/ 120812 h 522535"/>
                  <a:gd name="csX49" fmla="*/ 123207 w 428841"/>
                  <a:gd name="csY49" fmla="*/ 117248 h 522535"/>
                  <a:gd name="csX50" fmla="*/ 119415 w 428841"/>
                  <a:gd name="csY50" fmla="*/ 121894 h 522535"/>
                  <a:gd name="csX51" fmla="*/ 116519 w 428841"/>
                  <a:gd name="csY51" fmla="*/ 129437 h 522535"/>
                  <a:gd name="csX52" fmla="*/ 107977 w 428841"/>
                  <a:gd name="csY52" fmla="*/ 127285 h 522535"/>
                  <a:gd name="csX53" fmla="*/ 105433 w 428841"/>
                  <a:gd name="csY53" fmla="*/ 123427 h 522535"/>
                  <a:gd name="csX54" fmla="*/ 96024 w 428841"/>
                  <a:gd name="csY54" fmla="*/ 113119 h 522535"/>
                  <a:gd name="csX55" fmla="*/ 84566 w 428841"/>
                  <a:gd name="csY55" fmla="*/ 104340 h 522535"/>
                  <a:gd name="csX56" fmla="*/ 73108 w 428841"/>
                  <a:gd name="csY56" fmla="*/ 95562 h 522535"/>
                  <a:gd name="csX57" fmla="*/ 56725 w 428841"/>
                  <a:gd name="csY57" fmla="*/ 85124 h 522535"/>
                  <a:gd name="csX58" fmla="*/ 41890 w 428841"/>
                  <a:gd name="csY58" fmla="*/ 66163 h 522535"/>
                  <a:gd name="csX59" fmla="*/ 28677 w 428841"/>
                  <a:gd name="csY59" fmla="*/ 46701 h 522535"/>
                  <a:gd name="csX60" fmla="*/ 19131 w 428841"/>
                  <a:gd name="csY60" fmla="*/ 37238 h 522535"/>
                  <a:gd name="csX61" fmla="*/ 12905 w 428841"/>
                  <a:gd name="csY61" fmla="*/ 29478 h 522535"/>
                  <a:gd name="csX62" fmla="*/ 565 w 428841"/>
                  <a:gd name="csY62" fmla="*/ 12763 h 522535"/>
                  <a:gd name="csX63" fmla="*/ 24931 w 428841"/>
                  <a:gd name="csY63" fmla="*/ 17586 h 522535"/>
                  <a:gd name="csX64" fmla="*/ 53740 w 428841"/>
                  <a:gd name="csY64" fmla="*/ 17944 h 522535"/>
                  <a:gd name="csX65" fmla="*/ 62623 w 428841"/>
                  <a:gd name="csY65" fmla="*/ 19236 h 522535"/>
                  <a:gd name="csX66" fmla="*/ 68432 w 428841"/>
                  <a:gd name="csY66" fmla="*/ 26677 h 522535"/>
                  <a:gd name="csX67" fmla="*/ 76711 w 428841"/>
                  <a:gd name="csY67" fmla="*/ 24137 h 522535"/>
                  <a:gd name="csX68" fmla="*/ 79251 w 428841"/>
                  <a:gd name="csY68" fmla="*/ 21734 h 522535"/>
                  <a:gd name="csX69" fmla="*/ 83275 w 428841"/>
                  <a:gd name="csY69" fmla="*/ 19103 h 522535"/>
                  <a:gd name="csX70" fmla="*/ 76792 w 428841"/>
                  <a:gd name="csY70" fmla="*/ 18100 h 522535"/>
                  <a:gd name="csX71" fmla="*/ 72078 w 428841"/>
                  <a:gd name="csY71" fmla="*/ 15119 h 522535"/>
                  <a:gd name="csX72" fmla="*/ 69501 w 428841"/>
                  <a:gd name="csY72" fmla="*/ 12179 h 522535"/>
                  <a:gd name="csX73" fmla="*/ 70989 w 428841"/>
                  <a:gd name="csY73" fmla="*/ 5916 h 522535"/>
                  <a:gd name="csX74" fmla="*/ 77646 w 428841"/>
                  <a:gd name="csY74" fmla="*/ 3402 h 522535"/>
                  <a:gd name="csX75" fmla="*/ 139275 w 428841"/>
                  <a:gd name="csY75" fmla="*/ 15638 h 522535"/>
                  <a:gd name="csX76" fmla="*/ 187630 w 428841"/>
                  <a:gd name="csY76" fmla="*/ 22047 h 522535"/>
                  <a:gd name="csX77" fmla="*/ 207209 w 428841"/>
                  <a:gd name="csY77" fmla="*/ 56596 h 522535"/>
                  <a:gd name="csX78" fmla="*/ 227114 w 428841"/>
                  <a:gd name="csY78" fmla="*/ 93147 h 522535"/>
                  <a:gd name="csX79" fmla="*/ 237157 w 428841"/>
                  <a:gd name="csY79" fmla="*/ 106748 h 522535"/>
                  <a:gd name="csX80" fmla="*/ 244314 w 428841"/>
                  <a:gd name="csY80" fmla="*/ 119404 h 522535"/>
                  <a:gd name="csX81" fmla="*/ 245646 w 428841"/>
                  <a:gd name="csY81" fmla="*/ 128703 h 522535"/>
                  <a:gd name="csX82" fmla="*/ 248545 w 428841"/>
                  <a:gd name="csY82" fmla="*/ 142569 h 522535"/>
                  <a:gd name="csX83" fmla="*/ 261330 w 428841"/>
                  <a:gd name="csY83" fmla="*/ 164801 h 522535"/>
                  <a:gd name="csX84" fmla="*/ 258888 w 428841"/>
                  <a:gd name="csY84" fmla="*/ 155359 h 522535"/>
                  <a:gd name="csX85" fmla="*/ 255800 w 428841"/>
                  <a:gd name="csY85" fmla="*/ 130155 h 522535"/>
                  <a:gd name="csX86" fmla="*/ 275961 w 428841"/>
                  <a:gd name="csY86" fmla="*/ 158456 h 522535"/>
                  <a:gd name="csX87" fmla="*/ 281077 w 428841"/>
                  <a:gd name="csY87" fmla="*/ 166295 h 522535"/>
                  <a:gd name="csX88" fmla="*/ 284516 w 428841"/>
                  <a:gd name="csY88" fmla="*/ 174685 h 522535"/>
                  <a:gd name="csX89" fmla="*/ 290330 w 428841"/>
                  <a:gd name="csY89" fmla="*/ 206853 h 522535"/>
                  <a:gd name="csX90" fmla="*/ 289732 w 428841"/>
                  <a:gd name="csY90" fmla="*/ 219395 h 522535"/>
                  <a:gd name="csX91" fmla="*/ 295284 w 428841"/>
                  <a:gd name="csY91" fmla="*/ 246624 h 522535"/>
                  <a:gd name="csX92" fmla="*/ 307839 w 428841"/>
                  <a:gd name="csY92" fmla="*/ 265674 h 522535"/>
                  <a:gd name="csX93" fmla="*/ 311998 w 428841"/>
                  <a:gd name="csY93" fmla="*/ 272749 h 522535"/>
                  <a:gd name="csX94" fmla="*/ 323310 w 428841"/>
                  <a:gd name="csY94" fmla="*/ 313772 h 522535"/>
                  <a:gd name="csX95" fmla="*/ 331080 w 428841"/>
                  <a:gd name="csY95" fmla="*/ 343142 h 522535"/>
                  <a:gd name="csX96" fmla="*/ 329774 w 428841"/>
                  <a:gd name="csY96" fmla="*/ 364390 h 522535"/>
                  <a:gd name="csX97" fmla="*/ 349986 w 428841"/>
                  <a:gd name="csY97" fmla="*/ 396248 h 522535"/>
                  <a:gd name="csX98" fmla="*/ 354973 w 428841"/>
                  <a:gd name="csY98" fmla="*/ 397754 h 522535"/>
                  <a:gd name="csX99" fmla="*/ 357026 w 428841"/>
                  <a:gd name="csY99" fmla="*/ 403789 h 522535"/>
                  <a:gd name="csX100" fmla="*/ 360843 w 428841"/>
                  <a:gd name="csY100" fmla="*/ 395399 h 522535"/>
                  <a:gd name="csX101" fmla="*/ 361835 w 428841"/>
                  <a:gd name="csY101" fmla="*/ 383279 h 522535"/>
                  <a:gd name="csX102" fmla="*/ 377379 w 428841"/>
                  <a:gd name="csY102" fmla="*/ 393272 h 522535"/>
                  <a:gd name="csX103" fmla="*/ 390468 w 428841"/>
                  <a:gd name="csY103" fmla="*/ 410555 h 522535"/>
                  <a:gd name="csX104" fmla="*/ 396921 w 428841"/>
                  <a:gd name="csY104" fmla="*/ 414114 h 522535"/>
                  <a:gd name="csX105" fmla="*/ 403375 w 428841"/>
                  <a:gd name="csY105" fmla="*/ 419847 h 522535"/>
                  <a:gd name="csX106" fmla="*/ 406602 w 428841"/>
                  <a:gd name="csY106" fmla="*/ 439662 h 522535"/>
                  <a:gd name="csX107" fmla="*/ 418087 w 428841"/>
                  <a:gd name="csY107" fmla="*/ 458630 h 522535"/>
                  <a:gd name="csX108" fmla="*/ 419011 w 428841"/>
                  <a:gd name="csY108" fmla="*/ 503820 h 522535"/>
                  <a:gd name="csX109" fmla="*/ 409820 w 428841"/>
                  <a:gd name="csY109" fmla="*/ 509628 h 522535"/>
                  <a:gd name="csX110" fmla="*/ 394580 w 428841"/>
                  <a:gd name="csY110" fmla="*/ 516082 h 522535"/>
                  <a:gd name="csX111" fmla="*/ 382031 w 428841"/>
                  <a:gd name="csY111" fmla="*/ 522535 h 522535"/>
                  <a:gd name="csX112" fmla="*/ 375000 w 428841"/>
                  <a:gd name="csY112" fmla="*/ 516104 h 5225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Lst>
                <a:rect l="l" t="t" r="r" b="b"/>
                <a:pathLst>
                  <a:path w="428841" h="522535">
                    <a:moveTo>
                      <a:pt x="375000" y="516104"/>
                    </a:moveTo>
                    <a:cubicBezTo>
                      <a:pt x="371085" y="511937"/>
                      <a:pt x="368304" y="504894"/>
                      <a:pt x="367101" y="496098"/>
                    </a:cubicBezTo>
                    <a:cubicBezTo>
                      <a:pt x="366079" y="488632"/>
                      <a:pt x="361916" y="475673"/>
                      <a:pt x="357849" y="467300"/>
                    </a:cubicBezTo>
                    <a:cubicBezTo>
                      <a:pt x="351802" y="454850"/>
                      <a:pt x="348152" y="450809"/>
                      <a:pt x="337807" y="445109"/>
                    </a:cubicBezTo>
                    <a:cubicBezTo>
                      <a:pt x="329743" y="440665"/>
                      <a:pt x="323467" y="434840"/>
                      <a:pt x="320489" y="429036"/>
                    </a:cubicBezTo>
                    <a:cubicBezTo>
                      <a:pt x="313727" y="415856"/>
                      <a:pt x="278311" y="380967"/>
                      <a:pt x="269809" y="379110"/>
                    </a:cubicBezTo>
                    <a:cubicBezTo>
                      <a:pt x="258622" y="376667"/>
                      <a:pt x="248488" y="372383"/>
                      <a:pt x="248488" y="370097"/>
                    </a:cubicBezTo>
                    <a:cubicBezTo>
                      <a:pt x="248488" y="368948"/>
                      <a:pt x="252263" y="369052"/>
                      <a:pt x="256878" y="370327"/>
                    </a:cubicBezTo>
                    <a:lnTo>
                      <a:pt x="265267" y="372646"/>
                    </a:lnTo>
                    <a:lnTo>
                      <a:pt x="258168" y="366399"/>
                    </a:lnTo>
                    <a:cubicBezTo>
                      <a:pt x="254264" y="362963"/>
                      <a:pt x="251069" y="357971"/>
                      <a:pt x="251069" y="355305"/>
                    </a:cubicBezTo>
                    <a:cubicBezTo>
                      <a:pt x="251069" y="350053"/>
                      <a:pt x="241061" y="348679"/>
                      <a:pt x="237556" y="353450"/>
                    </a:cubicBezTo>
                    <a:cubicBezTo>
                      <a:pt x="236513" y="354870"/>
                      <a:pt x="235605" y="353128"/>
                      <a:pt x="235538" y="349578"/>
                    </a:cubicBezTo>
                    <a:cubicBezTo>
                      <a:pt x="235471" y="346029"/>
                      <a:pt x="233711" y="340870"/>
                      <a:pt x="231626" y="338114"/>
                    </a:cubicBezTo>
                    <a:cubicBezTo>
                      <a:pt x="229542" y="335358"/>
                      <a:pt x="227699" y="330711"/>
                      <a:pt x="227531" y="327788"/>
                    </a:cubicBezTo>
                    <a:cubicBezTo>
                      <a:pt x="227316" y="324054"/>
                      <a:pt x="226639" y="324776"/>
                      <a:pt x="225255" y="330217"/>
                    </a:cubicBezTo>
                    <a:cubicBezTo>
                      <a:pt x="223398" y="337513"/>
                      <a:pt x="223256" y="337588"/>
                      <a:pt x="222797" y="331508"/>
                    </a:cubicBezTo>
                    <a:cubicBezTo>
                      <a:pt x="222352" y="325610"/>
                      <a:pt x="222136" y="325499"/>
                      <a:pt x="220276" y="330217"/>
                    </a:cubicBezTo>
                    <a:cubicBezTo>
                      <a:pt x="218499" y="334726"/>
                      <a:pt x="218005" y="334315"/>
                      <a:pt x="216375" y="326968"/>
                    </a:cubicBezTo>
                    <a:cubicBezTo>
                      <a:pt x="215349" y="322341"/>
                      <a:pt x="213442" y="319215"/>
                      <a:pt x="212138" y="320021"/>
                    </a:cubicBezTo>
                    <a:cubicBezTo>
                      <a:pt x="210833" y="320827"/>
                      <a:pt x="209766" y="319676"/>
                      <a:pt x="209766" y="317462"/>
                    </a:cubicBezTo>
                    <a:cubicBezTo>
                      <a:pt x="209766" y="315249"/>
                      <a:pt x="211073" y="313728"/>
                      <a:pt x="212670" y="314083"/>
                    </a:cubicBezTo>
                    <a:cubicBezTo>
                      <a:pt x="214268" y="314438"/>
                      <a:pt x="216161" y="313115"/>
                      <a:pt x="216877" y="311142"/>
                    </a:cubicBezTo>
                    <a:cubicBezTo>
                      <a:pt x="217675" y="308946"/>
                      <a:pt x="217050" y="308255"/>
                      <a:pt x="215264" y="309359"/>
                    </a:cubicBezTo>
                    <a:cubicBezTo>
                      <a:pt x="211189" y="311878"/>
                      <a:pt x="211586" y="308715"/>
                      <a:pt x="217511" y="291496"/>
                    </a:cubicBezTo>
                    <a:cubicBezTo>
                      <a:pt x="220350" y="283242"/>
                      <a:pt x="222673" y="274348"/>
                      <a:pt x="222673" y="271731"/>
                    </a:cubicBezTo>
                    <a:cubicBezTo>
                      <a:pt x="222673" y="269113"/>
                      <a:pt x="223977" y="266972"/>
                      <a:pt x="225571" y="266972"/>
                    </a:cubicBezTo>
                    <a:cubicBezTo>
                      <a:pt x="227573" y="266972"/>
                      <a:pt x="227475" y="265775"/>
                      <a:pt x="225255" y="263100"/>
                    </a:cubicBezTo>
                    <a:cubicBezTo>
                      <a:pt x="223035" y="260424"/>
                      <a:pt x="222937" y="259227"/>
                      <a:pt x="224939" y="259227"/>
                    </a:cubicBezTo>
                    <a:cubicBezTo>
                      <a:pt x="226726" y="259227"/>
                      <a:pt x="227696" y="254529"/>
                      <a:pt x="227470" y="246966"/>
                    </a:cubicBezTo>
                    <a:lnTo>
                      <a:pt x="227104" y="234704"/>
                    </a:lnTo>
                    <a:lnTo>
                      <a:pt x="225255" y="245029"/>
                    </a:lnTo>
                    <a:cubicBezTo>
                      <a:pt x="223422" y="255266"/>
                      <a:pt x="223402" y="255233"/>
                      <a:pt x="222926" y="241157"/>
                    </a:cubicBezTo>
                    <a:cubicBezTo>
                      <a:pt x="222330" y="223537"/>
                      <a:pt x="217100" y="203003"/>
                      <a:pt x="213514" y="204198"/>
                    </a:cubicBezTo>
                    <a:cubicBezTo>
                      <a:pt x="212038" y="204690"/>
                      <a:pt x="209337" y="200961"/>
                      <a:pt x="207511" y="195911"/>
                    </a:cubicBezTo>
                    <a:cubicBezTo>
                      <a:pt x="204912" y="188724"/>
                      <a:pt x="203143" y="187062"/>
                      <a:pt x="199366" y="188261"/>
                    </a:cubicBezTo>
                    <a:cubicBezTo>
                      <a:pt x="196479" y="189177"/>
                      <a:pt x="192643" y="187925"/>
                      <a:pt x="189814" y="185143"/>
                    </a:cubicBezTo>
                    <a:cubicBezTo>
                      <a:pt x="187213" y="182586"/>
                      <a:pt x="181818" y="178787"/>
                      <a:pt x="177824" y="176701"/>
                    </a:cubicBezTo>
                    <a:cubicBezTo>
                      <a:pt x="173830" y="174616"/>
                      <a:pt x="171833" y="172486"/>
                      <a:pt x="173385" y="171969"/>
                    </a:cubicBezTo>
                    <a:cubicBezTo>
                      <a:pt x="177632" y="170553"/>
                      <a:pt x="176775" y="166295"/>
                      <a:pt x="172244" y="166295"/>
                    </a:cubicBezTo>
                    <a:cubicBezTo>
                      <a:pt x="165904" y="166295"/>
                      <a:pt x="155744" y="158482"/>
                      <a:pt x="157189" y="154717"/>
                    </a:cubicBezTo>
                    <a:cubicBezTo>
                      <a:pt x="157916" y="152822"/>
                      <a:pt x="156611" y="147599"/>
                      <a:pt x="154290" y="143110"/>
                    </a:cubicBezTo>
                    <a:cubicBezTo>
                      <a:pt x="150789" y="136341"/>
                      <a:pt x="150644" y="134254"/>
                      <a:pt x="153437" y="130888"/>
                    </a:cubicBezTo>
                    <a:cubicBezTo>
                      <a:pt x="156396" y="127323"/>
                      <a:pt x="156023" y="127073"/>
                      <a:pt x="150373" y="128835"/>
                    </a:cubicBezTo>
                    <a:cubicBezTo>
                      <a:pt x="144136" y="130780"/>
                      <a:pt x="144078" y="130686"/>
                      <a:pt x="148457" y="125777"/>
                    </a:cubicBezTo>
                    <a:cubicBezTo>
                      <a:pt x="153040" y="120640"/>
                      <a:pt x="154705" y="109503"/>
                      <a:pt x="150890" y="109503"/>
                    </a:cubicBezTo>
                    <a:cubicBezTo>
                      <a:pt x="149743" y="109503"/>
                      <a:pt x="146789" y="114072"/>
                      <a:pt x="144325" y="119656"/>
                    </a:cubicBezTo>
                    <a:cubicBezTo>
                      <a:pt x="140017" y="129421"/>
                      <a:pt x="139548" y="129705"/>
                      <a:pt x="132054" y="127093"/>
                    </a:cubicBezTo>
                    <a:cubicBezTo>
                      <a:pt x="127075" y="125357"/>
                      <a:pt x="124756" y="123090"/>
                      <a:pt x="125630" y="120812"/>
                    </a:cubicBezTo>
                    <a:cubicBezTo>
                      <a:pt x="126411" y="118778"/>
                      <a:pt x="125370" y="117248"/>
                      <a:pt x="123207" y="117248"/>
                    </a:cubicBezTo>
                    <a:cubicBezTo>
                      <a:pt x="121121" y="117248"/>
                      <a:pt x="119415" y="119339"/>
                      <a:pt x="119415" y="121894"/>
                    </a:cubicBezTo>
                    <a:cubicBezTo>
                      <a:pt x="119415" y="124450"/>
                      <a:pt x="118112" y="127844"/>
                      <a:pt x="116519" y="129437"/>
                    </a:cubicBezTo>
                    <a:cubicBezTo>
                      <a:pt x="113230" y="132727"/>
                      <a:pt x="105775" y="130849"/>
                      <a:pt x="107977" y="127285"/>
                    </a:cubicBezTo>
                    <a:cubicBezTo>
                      <a:pt x="108769" y="126004"/>
                      <a:pt x="107624" y="124268"/>
                      <a:pt x="105433" y="123427"/>
                    </a:cubicBezTo>
                    <a:cubicBezTo>
                      <a:pt x="103242" y="122586"/>
                      <a:pt x="99008" y="117948"/>
                      <a:pt x="96024" y="113119"/>
                    </a:cubicBezTo>
                    <a:cubicBezTo>
                      <a:pt x="92358" y="107187"/>
                      <a:pt x="88642" y="104340"/>
                      <a:pt x="84566" y="104340"/>
                    </a:cubicBezTo>
                    <a:cubicBezTo>
                      <a:pt x="80490" y="104340"/>
                      <a:pt x="76774" y="101493"/>
                      <a:pt x="73108" y="95562"/>
                    </a:cubicBezTo>
                    <a:cubicBezTo>
                      <a:pt x="67387" y="86305"/>
                      <a:pt x="62222" y="83015"/>
                      <a:pt x="56725" y="85124"/>
                    </a:cubicBezTo>
                    <a:cubicBezTo>
                      <a:pt x="50606" y="87472"/>
                      <a:pt x="41978" y="76444"/>
                      <a:pt x="41890" y="66163"/>
                    </a:cubicBezTo>
                    <a:cubicBezTo>
                      <a:pt x="41792" y="54708"/>
                      <a:pt x="37917" y="49001"/>
                      <a:pt x="28677" y="46701"/>
                    </a:cubicBezTo>
                    <a:cubicBezTo>
                      <a:pt x="24172" y="45580"/>
                      <a:pt x="20912" y="42349"/>
                      <a:pt x="19131" y="37238"/>
                    </a:cubicBezTo>
                    <a:cubicBezTo>
                      <a:pt x="17643" y="32970"/>
                      <a:pt x="14841" y="29478"/>
                      <a:pt x="12905" y="29478"/>
                    </a:cubicBezTo>
                    <a:cubicBezTo>
                      <a:pt x="8305" y="29478"/>
                      <a:pt x="-2593" y="14715"/>
                      <a:pt x="565" y="12763"/>
                    </a:cubicBezTo>
                    <a:cubicBezTo>
                      <a:pt x="3818" y="10752"/>
                      <a:pt x="12858" y="12542"/>
                      <a:pt x="24931" y="17586"/>
                    </a:cubicBezTo>
                    <a:cubicBezTo>
                      <a:pt x="37286" y="22748"/>
                      <a:pt x="47225" y="22872"/>
                      <a:pt x="53740" y="17944"/>
                    </a:cubicBezTo>
                    <a:cubicBezTo>
                      <a:pt x="60581" y="12770"/>
                      <a:pt x="62623" y="13067"/>
                      <a:pt x="62623" y="19236"/>
                    </a:cubicBezTo>
                    <a:cubicBezTo>
                      <a:pt x="62623" y="22305"/>
                      <a:pt x="65034" y="25393"/>
                      <a:pt x="68432" y="26677"/>
                    </a:cubicBezTo>
                    <a:cubicBezTo>
                      <a:pt x="74871" y="29111"/>
                      <a:pt x="79002" y="27843"/>
                      <a:pt x="76711" y="24137"/>
                    </a:cubicBezTo>
                    <a:cubicBezTo>
                      <a:pt x="75894" y="22815"/>
                      <a:pt x="77037" y="21734"/>
                      <a:pt x="79251" y="21734"/>
                    </a:cubicBezTo>
                    <a:cubicBezTo>
                      <a:pt x="81464" y="21734"/>
                      <a:pt x="83275" y="20550"/>
                      <a:pt x="83275" y="19103"/>
                    </a:cubicBezTo>
                    <a:cubicBezTo>
                      <a:pt x="83275" y="17583"/>
                      <a:pt x="80538" y="17160"/>
                      <a:pt x="76792" y="18100"/>
                    </a:cubicBezTo>
                    <a:cubicBezTo>
                      <a:pt x="71329" y="19471"/>
                      <a:pt x="70588" y="19002"/>
                      <a:pt x="72078" y="15119"/>
                    </a:cubicBezTo>
                    <a:cubicBezTo>
                      <a:pt x="73452" y="11539"/>
                      <a:pt x="72877" y="10883"/>
                      <a:pt x="69501" y="12179"/>
                    </a:cubicBezTo>
                    <a:cubicBezTo>
                      <a:pt x="66052" y="13503"/>
                      <a:pt x="66358" y="12212"/>
                      <a:pt x="70989" y="5916"/>
                    </a:cubicBezTo>
                    <a:cubicBezTo>
                      <a:pt x="76351" y="-1376"/>
                      <a:pt x="76888" y="-1579"/>
                      <a:pt x="77646" y="3402"/>
                    </a:cubicBezTo>
                    <a:cubicBezTo>
                      <a:pt x="78672" y="10145"/>
                      <a:pt x="78784" y="10167"/>
                      <a:pt x="139275" y="15638"/>
                    </a:cubicBezTo>
                    <a:cubicBezTo>
                      <a:pt x="166526" y="18103"/>
                      <a:pt x="188286" y="20987"/>
                      <a:pt x="187630" y="22047"/>
                    </a:cubicBezTo>
                    <a:cubicBezTo>
                      <a:pt x="185081" y="26172"/>
                      <a:pt x="200296" y="53021"/>
                      <a:pt x="207209" y="56596"/>
                    </a:cubicBezTo>
                    <a:cubicBezTo>
                      <a:pt x="214767" y="60504"/>
                      <a:pt x="224810" y="78946"/>
                      <a:pt x="227114" y="93147"/>
                    </a:cubicBezTo>
                    <a:cubicBezTo>
                      <a:pt x="228108" y="99272"/>
                      <a:pt x="230904" y="103059"/>
                      <a:pt x="237157" y="106748"/>
                    </a:cubicBezTo>
                    <a:cubicBezTo>
                      <a:pt x="244668" y="111180"/>
                      <a:pt x="245621" y="112866"/>
                      <a:pt x="244314" y="119404"/>
                    </a:cubicBezTo>
                    <a:cubicBezTo>
                      <a:pt x="243448" y="123731"/>
                      <a:pt x="244017" y="127696"/>
                      <a:pt x="245646" y="128703"/>
                    </a:cubicBezTo>
                    <a:cubicBezTo>
                      <a:pt x="247209" y="129669"/>
                      <a:pt x="248514" y="135909"/>
                      <a:pt x="248545" y="142569"/>
                    </a:cubicBezTo>
                    <a:cubicBezTo>
                      <a:pt x="248610" y="156222"/>
                      <a:pt x="256380" y="169733"/>
                      <a:pt x="261330" y="164801"/>
                    </a:cubicBezTo>
                    <a:cubicBezTo>
                      <a:pt x="263334" y="162805"/>
                      <a:pt x="262643" y="160133"/>
                      <a:pt x="258888" y="155359"/>
                    </a:cubicBezTo>
                    <a:cubicBezTo>
                      <a:pt x="253728" y="148800"/>
                      <a:pt x="251444" y="130155"/>
                      <a:pt x="255800" y="130155"/>
                    </a:cubicBezTo>
                    <a:cubicBezTo>
                      <a:pt x="259829" y="130155"/>
                      <a:pt x="274389" y="150593"/>
                      <a:pt x="275961" y="158456"/>
                    </a:cubicBezTo>
                    <a:cubicBezTo>
                      <a:pt x="276824" y="162768"/>
                      <a:pt x="279126" y="166295"/>
                      <a:pt x="281077" y="166295"/>
                    </a:cubicBezTo>
                    <a:cubicBezTo>
                      <a:pt x="283382" y="166295"/>
                      <a:pt x="284587" y="169236"/>
                      <a:pt x="284516" y="174685"/>
                    </a:cubicBezTo>
                    <a:cubicBezTo>
                      <a:pt x="284361" y="186530"/>
                      <a:pt x="287367" y="203159"/>
                      <a:pt x="290330" y="206853"/>
                    </a:cubicBezTo>
                    <a:cubicBezTo>
                      <a:pt x="291973" y="208901"/>
                      <a:pt x="291767" y="213229"/>
                      <a:pt x="289732" y="219395"/>
                    </a:cubicBezTo>
                    <a:cubicBezTo>
                      <a:pt x="286869" y="228068"/>
                      <a:pt x="287307" y="230214"/>
                      <a:pt x="295284" y="246624"/>
                    </a:cubicBezTo>
                    <a:cubicBezTo>
                      <a:pt x="300047" y="256421"/>
                      <a:pt x="305697" y="264994"/>
                      <a:pt x="307839" y="265674"/>
                    </a:cubicBezTo>
                    <a:cubicBezTo>
                      <a:pt x="309981" y="266354"/>
                      <a:pt x="311853" y="269538"/>
                      <a:pt x="311998" y="272749"/>
                    </a:cubicBezTo>
                    <a:cubicBezTo>
                      <a:pt x="312747" y="289262"/>
                      <a:pt x="316417" y="302569"/>
                      <a:pt x="323310" y="313772"/>
                    </a:cubicBezTo>
                    <a:cubicBezTo>
                      <a:pt x="332864" y="329298"/>
                      <a:pt x="335210" y="338166"/>
                      <a:pt x="331080" y="343142"/>
                    </a:cubicBezTo>
                    <a:cubicBezTo>
                      <a:pt x="328823" y="345861"/>
                      <a:pt x="328447" y="351993"/>
                      <a:pt x="329774" y="364390"/>
                    </a:cubicBezTo>
                    <a:cubicBezTo>
                      <a:pt x="332100" y="386110"/>
                      <a:pt x="338349" y="395959"/>
                      <a:pt x="349986" y="396248"/>
                    </a:cubicBezTo>
                    <a:cubicBezTo>
                      <a:pt x="354503" y="396360"/>
                      <a:pt x="356748" y="397038"/>
                      <a:pt x="354973" y="397754"/>
                    </a:cubicBezTo>
                    <a:cubicBezTo>
                      <a:pt x="349867" y="399814"/>
                      <a:pt x="351219" y="403789"/>
                      <a:pt x="357026" y="403789"/>
                    </a:cubicBezTo>
                    <a:cubicBezTo>
                      <a:pt x="361562" y="403789"/>
                      <a:pt x="362100" y="402606"/>
                      <a:pt x="360843" y="395399"/>
                    </a:cubicBezTo>
                    <a:cubicBezTo>
                      <a:pt x="360039" y="390785"/>
                      <a:pt x="360485" y="385331"/>
                      <a:pt x="361835" y="383279"/>
                    </a:cubicBezTo>
                    <a:cubicBezTo>
                      <a:pt x="363800" y="380292"/>
                      <a:pt x="366898" y="382284"/>
                      <a:pt x="377379" y="393272"/>
                    </a:cubicBezTo>
                    <a:cubicBezTo>
                      <a:pt x="384578" y="400820"/>
                      <a:pt x="390468" y="408598"/>
                      <a:pt x="390468" y="410555"/>
                    </a:cubicBezTo>
                    <a:cubicBezTo>
                      <a:pt x="390468" y="412631"/>
                      <a:pt x="393158" y="414114"/>
                      <a:pt x="396921" y="414114"/>
                    </a:cubicBezTo>
                    <a:cubicBezTo>
                      <a:pt x="401868" y="414114"/>
                      <a:pt x="403375" y="415453"/>
                      <a:pt x="403375" y="419847"/>
                    </a:cubicBezTo>
                    <a:cubicBezTo>
                      <a:pt x="403375" y="423000"/>
                      <a:pt x="404827" y="431917"/>
                      <a:pt x="406602" y="439662"/>
                    </a:cubicBezTo>
                    <a:cubicBezTo>
                      <a:pt x="409222" y="451096"/>
                      <a:pt x="411381" y="454663"/>
                      <a:pt x="418087" y="458630"/>
                    </a:cubicBezTo>
                    <a:cubicBezTo>
                      <a:pt x="432031" y="466881"/>
                      <a:pt x="432496" y="489608"/>
                      <a:pt x="419011" y="503820"/>
                    </a:cubicBezTo>
                    <a:cubicBezTo>
                      <a:pt x="415980" y="507014"/>
                      <a:pt x="411844" y="509628"/>
                      <a:pt x="409820" y="509628"/>
                    </a:cubicBezTo>
                    <a:cubicBezTo>
                      <a:pt x="407796" y="509628"/>
                      <a:pt x="400938" y="512532"/>
                      <a:pt x="394580" y="516082"/>
                    </a:cubicBezTo>
                    <a:cubicBezTo>
                      <a:pt x="388222" y="519631"/>
                      <a:pt x="382575" y="522535"/>
                      <a:pt x="382031" y="522535"/>
                    </a:cubicBezTo>
                    <a:cubicBezTo>
                      <a:pt x="381487" y="522535"/>
                      <a:pt x="378323" y="519641"/>
                      <a:pt x="375000" y="516104"/>
                    </a:cubicBezTo>
                    <a:close/>
                  </a:path>
                </a:pathLst>
              </a:custGeom>
              <a:solidFill>
                <a:srgbClr val="B9B9B9"/>
              </a:solidFill>
              <a:ln w="5163" cap="flat">
                <a:noFill/>
                <a:prstDash val="solid"/>
                <a:miter/>
              </a:ln>
            </p:spPr>
            <p:txBody>
              <a:bodyPr/>
              <a:lstStyle/>
              <a:p>
                <a:endParaRPr lang="es-419" noProof="0" dirty="0"/>
              </a:p>
            </p:txBody>
          </p:sp>
          <p:sp>
            <p:nvSpPr>
              <p:cNvPr id="93" name="Forma libre: forma 92">
                <a:extLst>
                  <a:ext uri="{FF2B5EF4-FFF2-40B4-BE49-F238E27FC236}">
                    <a16:creationId xmlns:a16="http://schemas.microsoft.com/office/drawing/2014/main" id="{921A47BA-CEC8-06D9-3CB3-6246AC4770E7}"/>
                  </a:ext>
                </a:extLst>
              </p:cNvPr>
              <p:cNvSpPr/>
              <p:nvPr/>
            </p:nvSpPr>
            <p:spPr>
              <a:xfrm>
                <a:off x="675648" y="1860606"/>
                <a:ext cx="11408" cy="19945"/>
              </a:xfrm>
              <a:custGeom>
                <a:avLst/>
                <a:gdLst>
                  <a:gd name="csX0" fmla="*/ 2146 w 11408"/>
                  <a:gd name="csY0" fmla="*/ 10289 h 19945"/>
                  <a:gd name="csX1" fmla="*/ 6337 w 11408"/>
                  <a:gd name="csY1" fmla="*/ 7392 h 19945"/>
                  <a:gd name="csX2" fmla="*/ 8408 w 11408"/>
                  <a:gd name="csY2" fmla="*/ 19945 h 19945"/>
                  <a:gd name="csX3" fmla="*/ 2146 w 11408"/>
                  <a:gd name="csY3" fmla="*/ 10289 h 19945"/>
                </a:gdLst>
                <a:ahLst/>
                <a:cxnLst>
                  <a:cxn ang="0">
                    <a:pos x="csX0" y="csY0"/>
                  </a:cxn>
                  <a:cxn ang="0">
                    <a:pos x="csX1" y="csY1"/>
                  </a:cxn>
                  <a:cxn ang="0">
                    <a:pos x="csX2" y="csY2"/>
                  </a:cxn>
                  <a:cxn ang="0">
                    <a:pos x="csX3" y="csY3"/>
                  </a:cxn>
                </a:cxnLst>
                <a:rect l="l" t="t" r="r" b="b"/>
                <a:pathLst>
                  <a:path w="11408" h="19945">
                    <a:moveTo>
                      <a:pt x="2146" y="10289"/>
                    </a:moveTo>
                    <a:cubicBezTo>
                      <a:pt x="-1802" y="-2324"/>
                      <a:pt x="-243" y="-3401"/>
                      <a:pt x="6337" y="7392"/>
                    </a:cubicBezTo>
                    <a:cubicBezTo>
                      <a:pt x="12476" y="17462"/>
                      <a:pt x="12886" y="19945"/>
                      <a:pt x="8408" y="19945"/>
                    </a:cubicBezTo>
                    <a:cubicBezTo>
                      <a:pt x="6626" y="19945"/>
                      <a:pt x="3808" y="15600"/>
                      <a:pt x="2146" y="10289"/>
                    </a:cubicBezTo>
                    <a:close/>
                  </a:path>
                </a:pathLst>
              </a:custGeom>
              <a:solidFill>
                <a:srgbClr val="B9B9B9"/>
              </a:solidFill>
              <a:ln w="5163" cap="flat">
                <a:noFill/>
                <a:prstDash val="solid"/>
                <a:miter/>
              </a:ln>
            </p:spPr>
            <p:txBody>
              <a:bodyPr/>
              <a:lstStyle/>
              <a:p>
                <a:endParaRPr lang="es-419" noProof="0" dirty="0"/>
              </a:p>
            </p:txBody>
          </p:sp>
          <p:sp>
            <p:nvSpPr>
              <p:cNvPr id="94" name="Forma libre: forma 93">
                <a:extLst>
                  <a:ext uri="{FF2B5EF4-FFF2-40B4-BE49-F238E27FC236}">
                    <a16:creationId xmlns:a16="http://schemas.microsoft.com/office/drawing/2014/main" id="{FF686B6A-D184-58DC-86AE-A0C2B50BD7E8}"/>
                  </a:ext>
                </a:extLst>
              </p:cNvPr>
              <p:cNvSpPr/>
              <p:nvPr/>
            </p:nvSpPr>
            <p:spPr>
              <a:xfrm>
                <a:off x="517039" y="1839249"/>
                <a:ext cx="11082" cy="12784"/>
              </a:xfrm>
              <a:custGeom>
                <a:avLst/>
                <a:gdLst>
                  <a:gd name="csX0" fmla="*/ 4154 w 11082"/>
                  <a:gd name="csY0" fmla="*/ 8186 h 12784"/>
                  <a:gd name="csX1" fmla="*/ 2167 w 11082"/>
                  <a:gd name="csY1" fmla="*/ 0 h 12784"/>
                  <a:gd name="csX2" fmla="*/ 8680 w 11082"/>
                  <a:gd name="csY2" fmla="*/ 6454 h 12784"/>
                  <a:gd name="csX3" fmla="*/ 4154 w 11082"/>
                  <a:gd name="csY3" fmla="*/ 8186 h 12784"/>
                </a:gdLst>
                <a:ahLst/>
                <a:cxnLst>
                  <a:cxn ang="0">
                    <a:pos x="csX0" y="csY0"/>
                  </a:cxn>
                  <a:cxn ang="0">
                    <a:pos x="csX1" y="csY1"/>
                  </a:cxn>
                  <a:cxn ang="0">
                    <a:pos x="csX2" y="csY2"/>
                  </a:cxn>
                  <a:cxn ang="0">
                    <a:pos x="csX3" y="csY3"/>
                  </a:cxn>
                </a:cxnLst>
                <a:rect l="l" t="t" r="r" b="b"/>
                <a:pathLst>
                  <a:path w="11082" h="12784">
                    <a:moveTo>
                      <a:pt x="4154" y="8186"/>
                    </a:moveTo>
                    <a:cubicBezTo>
                      <a:pt x="-584" y="2950"/>
                      <a:pt x="-1300" y="0"/>
                      <a:pt x="2167" y="0"/>
                    </a:cubicBezTo>
                    <a:cubicBezTo>
                      <a:pt x="3423" y="0"/>
                      <a:pt x="6354" y="2904"/>
                      <a:pt x="8680" y="6454"/>
                    </a:cubicBezTo>
                    <a:cubicBezTo>
                      <a:pt x="13580" y="13931"/>
                      <a:pt x="10441" y="15133"/>
                      <a:pt x="4154" y="8186"/>
                    </a:cubicBezTo>
                    <a:close/>
                  </a:path>
                </a:pathLst>
              </a:custGeom>
              <a:solidFill>
                <a:srgbClr val="B9B9B9"/>
              </a:solidFill>
              <a:ln w="5163" cap="flat">
                <a:noFill/>
                <a:prstDash val="solid"/>
                <a:miter/>
              </a:ln>
            </p:spPr>
            <p:txBody>
              <a:bodyPr/>
              <a:lstStyle/>
              <a:p>
                <a:endParaRPr lang="es-419" noProof="0" dirty="0"/>
              </a:p>
            </p:txBody>
          </p:sp>
          <p:sp>
            <p:nvSpPr>
              <p:cNvPr id="95" name="Forma libre: forma 94">
                <a:extLst>
                  <a:ext uri="{FF2B5EF4-FFF2-40B4-BE49-F238E27FC236}">
                    <a16:creationId xmlns:a16="http://schemas.microsoft.com/office/drawing/2014/main" id="{4F5DA404-BCF6-72E9-E2A0-44B2288F043C}"/>
                  </a:ext>
                </a:extLst>
              </p:cNvPr>
              <p:cNvSpPr/>
              <p:nvPr/>
            </p:nvSpPr>
            <p:spPr>
              <a:xfrm>
                <a:off x="633440" y="1833111"/>
                <a:ext cx="12552" cy="18971"/>
              </a:xfrm>
              <a:custGeom>
                <a:avLst/>
                <a:gdLst>
                  <a:gd name="csX0" fmla="*/ 3996 w 12552"/>
                  <a:gd name="csY0" fmla="*/ 9922 h 18971"/>
                  <a:gd name="csX1" fmla="*/ 6099 w 12552"/>
                  <a:gd name="csY1" fmla="*/ 5082 h 18971"/>
                  <a:gd name="csX2" fmla="*/ 12553 w 12552"/>
                  <a:gd name="csY2" fmla="*/ 15290 h 18971"/>
                  <a:gd name="csX3" fmla="*/ 3996 w 12552"/>
                  <a:gd name="csY3" fmla="*/ 9922 h 18971"/>
                </a:gdLst>
                <a:ahLst/>
                <a:cxnLst>
                  <a:cxn ang="0">
                    <a:pos x="csX0" y="csY0"/>
                  </a:cxn>
                  <a:cxn ang="0">
                    <a:pos x="csX1" y="csY1"/>
                  </a:cxn>
                  <a:cxn ang="0">
                    <a:pos x="csX2" y="csY2"/>
                  </a:cxn>
                  <a:cxn ang="0">
                    <a:pos x="csX3" y="csY3"/>
                  </a:cxn>
                </a:cxnLst>
                <a:rect l="l" t="t" r="r" b="b"/>
                <a:pathLst>
                  <a:path w="12552" h="18971">
                    <a:moveTo>
                      <a:pt x="3996" y="9922"/>
                    </a:moveTo>
                    <a:cubicBezTo>
                      <a:pt x="-1733" y="-2091"/>
                      <a:pt x="-1533" y="-2550"/>
                      <a:pt x="6099" y="5082"/>
                    </a:cubicBezTo>
                    <a:cubicBezTo>
                      <a:pt x="9649" y="8631"/>
                      <a:pt x="12553" y="13225"/>
                      <a:pt x="12553" y="15290"/>
                    </a:cubicBezTo>
                    <a:cubicBezTo>
                      <a:pt x="12553" y="21885"/>
                      <a:pt x="8483" y="19332"/>
                      <a:pt x="3996" y="9922"/>
                    </a:cubicBezTo>
                    <a:close/>
                  </a:path>
                </a:pathLst>
              </a:custGeom>
              <a:solidFill>
                <a:srgbClr val="B9B9B9"/>
              </a:solidFill>
              <a:ln w="5163" cap="flat">
                <a:noFill/>
                <a:prstDash val="solid"/>
                <a:miter/>
              </a:ln>
            </p:spPr>
            <p:txBody>
              <a:bodyPr/>
              <a:lstStyle/>
              <a:p>
                <a:endParaRPr lang="es-419" noProof="0" dirty="0"/>
              </a:p>
            </p:txBody>
          </p:sp>
          <p:sp>
            <p:nvSpPr>
              <p:cNvPr id="96" name="Forma libre: forma 95">
                <a:extLst>
                  <a:ext uri="{FF2B5EF4-FFF2-40B4-BE49-F238E27FC236}">
                    <a16:creationId xmlns:a16="http://schemas.microsoft.com/office/drawing/2014/main" id="{0C290321-14B5-A835-D1F8-C1076FA2A2DE}"/>
                  </a:ext>
                </a:extLst>
              </p:cNvPr>
              <p:cNvSpPr/>
              <p:nvPr/>
            </p:nvSpPr>
            <p:spPr>
              <a:xfrm>
                <a:off x="499513" y="1824179"/>
                <a:ext cx="16487" cy="10786"/>
              </a:xfrm>
              <a:custGeom>
                <a:avLst/>
                <a:gdLst>
                  <a:gd name="csX0" fmla="*/ 5790 w 16487"/>
                  <a:gd name="csY0" fmla="*/ 5576 h 10786"/>
                  <a:gd name="csX1" fmla="*/ 4501 w 16487"/>
                  <a:gd name="csY1" fmla="*/ 936 h 10786"/>
                  <a:gd name="csX2" fmla="*/ 15719 w 16487"/>
                  <a:gd name="csY2" fmla="*/ 10646 h 10786"/>
                  <a:gd name="csX3" fmla="*/ 5790 w 16487"/>
                  <a:gd name="csY3" fmla="*/ 5576 h 10786"/>
                </a:gdLst>
                <a:ahLst/>
                <a:cxnLst>
                  <a:cxn ang="0">
                    <a:pos x="csX0" y="csY0"/>
                  </a:cxn>
                  <a:cxn ang="0">
                    <a:pos x="csX1" y="csY1"/>
                  </a:cxn>
                  <a:cxn ang="0">
                    <a:pos x="csX2" y="csY2"/>
                  </a:cxn>
                  <a:cxn ang="0">
                    <a:pos x="csX3" y="csY3"/>
                  </a:cxn>
                </a:cxnLst>
                <a:rect l="l" t="t" r="r" b="b"/>
                <a:pathLst>
                  <a:path w="16487" h="10786">
                    <a:moveTo>
                      <a:pt x="5790" y="5576"/>
                    </a:moveTo>
                    <a:cubicBezTo>
                      <a:pt x="-1676" y="-615"/>
                      <a:pt x="-1722" y="-781"/>
                      <a:pt x="4501" y="936"/>
                    </a:cubicBezTo>
                    <a:cubicBezTo>
                      <a:pt x="12209" y="3063"/>
                      <a:pt x="18782" y="8753"/>
                      <a:pt x="15719" y="10646"/>
                    </a:cubicBezTo>
                    <a:cubicBezTo>
                      <a:pt x="14517" y="11389"/>
                      <a:pt x="10049" y="9107"/>
                      <a:pt x="5790" y="5576"/>
                    </a:cubicBezTo>
                    <a:close/>
                  </a:path>
                </a:pathLst>
              </a:custGeom>
              <a:solidFill>
                <a:srgbClr val="B9B9B9"/>
              </a:solidFill>
              <a:ln w="5163" cap="flat">
                <a:noFill/>
                <a:prstDash val="solid"/>
                <a:miter/>
              </a:ln>
            </p:spPr>
            <p:txBody>
              <a:bodyPr/>
              <a:lstStyle/>
              <a:p>
                <a:endParaRPr lang="es-419" noProof="0" dirty="0"/>
              </a:p>
            </p:txBody>
          </p:sp>
          <p:sp>
            <p:nvSpPr>
              <p:cNvPr id="97" name="Forma libre: forma 96">
                <a:extLst>
                  <a:ext uri="{FF2B5EF4-FFF2-40B4-BE49-F238E27FC236}">
                    <a16:creationId xmlns:a16="http://schemas.microsoft.com/office/drawing/2014/main" id="{E76F1AB2-FA85-798F-5746-916DB57502CA}"/>
                  </a:ext>
                </a:extLst>
              </p:cNvPr>
              <p:cNvSpPr/>
              <p:nvPr/>
            </p:nvSpPr>
            <p:spPr>
              <a:xfrm>
                <a:off x="478303" y="1760241"/>
                <a:ext cx="17819" cy="62484"/>
              </a:xfrm>
              <a:custGeom>
                <a:avLst/>
                <a:gdLst>
                  <a:gd name="csX0" fmla="*/ 12817 w 17819"/>
                  <a:gd name="csY0" fmla="*/ 59663 h 62484"/>
                  <a:gd name="csX1" fmla="*/ 8906 w 17819"/>
                  <a:gd name="csY1" fmla="*/ 49920 h 62484"/>
                  <a:gd name="csX2" fmla="*/ 3768 w 17819"/>
                  <a:gd name="csY2" fmla="*/ 41934 h 62484"/>
                  <a:gd name="csX3" fmla="*/ 2261 w 17819"/>
                  <a:gd name="csY3" fmla="*/ 33152 h 62484"/>
                  <a:gd name="csX4" fmla="*/ 8278 w 17819"/>
                  <a:gd name="csY4" fmla="*/ 19635 h 62484"/>
                  <a:gd name="csX5" fmla="*/ 14954 w 17819"/>
                  <a:gd name="csY5" fmla="*/ 4146 h 62484"/>
                  <a:gd name="csX6" fmla="*/ 16371 w 17819"/>
                  <a:gd name="csY6" fmla="*/ 6727 h 62484"/>
                  <a:gd name="csX7" fmla="*/ 10951 w 17819"/>
                  <a:gd name="csY7" fmla="*/ 23219 h 62484"/>
                  <a:gd name="csX8" fmla="*/ 9971 w 17819"/>
                  <a:gd name="csY8" fmla="*/ 36893 h 62484"/>
                  <a:gd name="csX9" fmla="*/ 12803 w 17819"/>
                  <a:gd name="csY9" fmla="*/ 48926 h 62484"/>
                  <a:gd name="csX10" fmla="*/ 15858 w 17819"/>
                  <a:gd name="csY10" fmla="*/ 57797 h 62484"/>
                  <a:gd name="csX11" fmla="*/ 17517 w 17819"/>
                  <a:gd name="csY11" fmla="*/ 62248 h 62484"/>
                  <a:gd name="csX12" fmla="*/ 12817 w 17819"/>
                  <a:gd name="csY12" fmla="*/ 59663 h 624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7819" h="62484">
                    <a:moveTo>
                      <a:pt x="12817" y="59663"/>
                    </a:moveTo>
                    <a:cubicBezTo>
                      <a:pt x="10999" y="57473"/>
                      <a:pt x="9240" y="53089"/>
                      <a:pt x="8906" y="49920"/>
                    </a:cubicBezTo>
                    <a:cubicBezTo>
                      <a:pt x="7921" y="40559"/>
                      <a:pt x="7808" y="40384"/>
                      <a:pt x="3768" y="41934"/>
                    </a:cubicBezTo>
                    <a:cubicBezTo>
                      <a:pt x="-606" y="43612"/>
                      <a:pt x="-1257" y="39820"/>
                      <a:pt x="2261" y="33152"/>
                    </a:cubicBezTo>
                    <a:cubicBezTo>
                      <a:pt x="3561" y="30687"/>
                      <a:pt x="6269" y="24604"/>
                      <a:pt x="8278" y="19635"/>
                    </a:cubicBezTo>
                    <a:cubicBezTo>
                      <a:pt x="10287" y="14665"/>
                      <a:pt x="13291" y="7695"/>
                      <a:pt x="14954" y="4146"/>
                    </a:cubicBezTo>
                    <a:cubicBezTo>
                      <a:pt x="17758" y="-1839"/>
                      <a:pt x="17861" y="-1651"/>
                      <a:pt x="16371" y="6727"/>
                    </a:cubicBezTo>
                    <a:cubicBezTo>
                      <a:pt x="15486" y="11697"/>
                      <a:pt x="13047" y="19118"/>
                      <a:pt x="10951" y="23219"/>
                    </a:cubicBezTo>
                    <a:cubicBezTo>
                      <a:pt x="8012" y="28966"/>
                      <a:pt x="7787" y="32101"/>
                      <a:pt x="9971" y="36893"/>
                    </a:cubicBezTo>
                    <a:cubicBezTo>
                      <a:pt x="11529" y="40313"/>
                      <a:pt x="12803" y="45728"/>
                      <a:pt x="12803" y="48926"/>
                    </a:cubicBezTo>
                    <a:cubicBezTo>
                      <a:pt x="12803" y="52125"/>
                      <a:pt x="14178" y="56117"/>
                      <a:pt x="15858" y="57797"/>
                    </a:cubicBezTo>
                    <a:cubicBezTo>
                      <a:pt x="17538" y="59477"/>
                      <a:pt x="18285" y="61480"/>
                      <a:pt x="17517" y="62248"/>
                    </a:cubicBezTo>
                    <a:cubicBezTo>
                      <a:pt x="16749" y="63016"/>
                      <a:pt x="14634" y="61852"/>
                      <a:pt x="12817" y="59663"/>
                    </a:cubicBezTo>
                    <a:close/>
                  </a:path>
                </a:pathLst>
              </a:custGeom>
              <a:solidFill>
                <a:srgbClr val="B9B9B9"/>
              </a:solidFill>
              <a:ln w="5163" cap="flat">
                <a:noFill/>
                <a:prstDash val="solid"/>
                <a:miter/>
              </a:ln>
            </p:spPr>
            <p:txBody>
              <a:bodyPr/>
              <a:lstStyle/>
              <a:p>
                <a:endParaRPr lang="es-419" noProof="0" dirty="0"/>
              </a:p>
            </p:txBody>
          </p:sp>
          <p:sp>
            <p:nvSpPr>
              <p:cNvPr id="98" name="Forma libre: forma 97">
                <a:extLst>
                  <a:ext uri="{FF2B5EF4-FFF2-40B4-BE49-F238E27FC236}">
                    <a16:creationId xmlns:a16="http://schemas.microsoft.com/office/drawing/2014/main" id="{ED8A96E7-B07B-597B-EA0F-4943AEC271E5}"/>
                  </a:ext>
                </a:extLst>
              </p:cNvPr>
              <p:cNvSpPr/>
              <p:nvPr/>
            </p:nvSpPr>
            <p:spPr>
              <a:xfrm>
                <a:off x="610272" y="1785879"/>
                <a:ext cx="19431" cy="24201"/>
              </a:xfrm>
              <a:custGeom>
                <a:avLst/>
                <a:gdLst>
                  <a:gd name="csX0" fmla="*/ 12977 w 19431"/>
                  <a:gd name="csY0" fmla="*/ 20895 h 24201"/>
                  <a:gd name="csX1" fmla="*/ 7325 w 19431"/>
                  <a:gd name="csY1" fmla="*/ 14059 h 24201"/>
                  <a:gd name="csX2" fmla="*/ 3038 w 19431"/>
                  <a:gd name="csY2" fmla="*/ 6445 h 24201"/>
                  <a:gd name="csX3" fmla="*/ 7745 w 19431"/>
                  <a:gd name="csY3" fmla="*/ 1409 h 24201"/>
                  <a:gd name="csX4" fmla="*/ 17054 w 19431"/>
                  <a:gd name="csY4" fmla="*/ 13612 h 24201"/>
                  <a:gd name="csX5" fmla="*/ 19347 w 19431"/>
                  <a:gd name="csY5" fmla="*/ 24137 h 24201"/>
                  <a:gd name="csX6" fmla="*/ 12977 w 19431"/>
                  <a:gd name="csY6" fmla="*/ 20895 h 24201"/>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9431" h="24201">
                    <a:moveTo>
                      <a:pt x="12977" y="20895"/>
                    </a:moveTo>
                    <a:cubicBezTo>
                      <a:pt x="9869" y="18718"/>
                      <a:pt x="7325" y="15642"/>
                      <a:pt x="7325" y="14059"/>
                    </a:cubicBezTo>
                    <a:cubicBezTo>
                      <a:pt x="7325" y="12477"/>
                      <a:pt x="5396" y="9050"/>
                      <a:pt x="3038" y="6445"/>
                    </a:cubicBezTo>
                    <a:cubicBezTo>
                      <a:pt x="-2384" y="453"/>
                      <a:pt x="-388" y="-1683"/>
                      <a:pt x="7745" y="1409"/>
                    </a:cubicBezTo>
                    <a:cubicBezTo>
                      <a:pt x="11871" y="2978"/>
                      <a:pt x="15083" y="7189"/>
                      <a:pt x="17054" y="13612"/>
                    </a:cubicBezTo>
                    <a:cubicBezTo>
                      <a:pt x="18710" y="19007"/>
                      <a:pt x="19742" y="23743"/>
                      <a:pt x="19347" y="24137"/>
                    </a:cubicBezTo>
                    <a:cubicBezTo>
                      <a:pt x="18953" y="24532"/>
                      <a:pt x="16086" y="23073"/>
                      <a:pt x="12977" y="20895"/>
                    </a:cubicBezTo>
                    <a:close/>
                  </a:path>
                </a:pathLst>
              </a:custGeom>
              <a:solidFill>
                <a:srgbClr val="B9B9B9"/>
              </a:solidFill>
              <a:ln w="5163" cap="flat">
                <a:noFill/>
                <a:prstDash val="solid"/>
                <a:miter/>
              </a:ln>
            </p:spPr>
            <p:txBody>
              <a:bodyPr/>
              <a:lstStyle/>
              <a:p>
                <a:endParaRPr lang="es-419" noProof="0" dirty="0"/>
              </a:p>
            </p:txBody>
          </p:sp>
          <p:sp>
            <p:nvSpPr>
              <p:cNvPr id="99" name="Forma libre: forma 98">
                <a:extLst>
                  <a:ext uri="{FF2B5EF4-FFF2-40B4-BE49-F238E27FC236}">
                    <a16:creationId xmlns:a16="http://schemas.microsoft.com/office/drawing/2014/main" id="{8A9453E0-FAF0-2426-9C6E-099736B04CBE}"/>
                  </a:ext>
                </a:extLst>
              </p:cNvPr>
              <p:cNvSpPr/>
              <p:nvPr/>
            </p:nvSpPr>
            <p:spPr>
              <a:xfrm>
                <a:off x="615016" y="1765374"/>
                <a:ext cx="5162" cy="6756"/>
              </a:xfrm>
              <a:custGeom>
                <a:avLst/>
                <a:gdLst>
                  <a:gd name="csX0" fmla="*/ 0 w 5162"/>
                  <a:gd name="csY0" fmla="*/ 4328 h 6756"/>
                  <a:gd name="csX1" fmla="*/ 2581 w 5162"/>
                  <a:gd name="csY1" fmla="*/ 303 h 6756"/>
                  <a:gd name="csX2" fmla="*/ 5163 w 5162"/>
                  <a:gd name="csY2" fmla="*/ 2732 h 6756"/>
                  <a:gd name="csX3" fmla="*/ 2581 w 5162"/>
                  <a:gd name="csY3" fmla="*/ 6757 h 6756"/>
                  <a:gd name="csX4" fmla="*/ 0 w 5162"/>
                  <a:gd name="csY4" fmla="*/ 4328 h 6756"/>
                </a:gdLst>
                <a:ahLst/>
                <a:cxnLst>
                  <a:cxn ang="0">
                    <a:pos x="csX0" y="csY0"/>
                  </a:cxn>
                  <a:cxn ang="0">
                    <a:pos x="csX1" y="csY1"/>
                  </a:cxn>
                  <a:cxn ang="0">
                    <a:pos x="csX2" y="csY2"/>
                  </a:cxn>
                  <a:cxn ang="0">
                    <a:pos x="csX3" y="csY3"/>
                  </a:cxn>
                  <a:cxn ang="0">
                    <a:pos x="csX4" y="csY4"/>
                  </a:cxn>
                </a:cxnLst>
                <a:rect l="l" t="t" r="r" b="b"/>
                <a:pathLst>
                  <a:path w="5162" h="6756">
                    <a:moveTo>
                      <a:pt x="0" y="4328"/>
                    </a:moveTo>
                    <a:cubicBezTo>
                      <a:pt x="0" y="2992"/>
                      <a:pt x="1162" y="1181"/>
                      <a:pt x="2581" y="303"/>
                    </a:cubicBezTo>
                    <a:cubicBezTo>
                      <a:pt x="4001" y="-574"/>
                      <a:pt x="5163" y="519"/>
                      <a:pt x="5163" y="2732"/>
                    </a:cubicBezTo>
                    <a:cubicBezTo>
                      <a:pt x="5163" y="4946"/>
                      <a:pt x="4001" y="6757"/>
                      <a:pt x="2581" y="6757"/>
                    </a:cubicBezTo>
                    <a:cubicBezTo>
                      <a:pt x="1162" y="6757"/>
                      <a:pt x="0" y="5664"/>
                      <a:pt x="0" y="4328"/>
                    </a:cubicBezTo>
                    <a:close/>
                  </a:path>
                </a:pathLst>
              </a:custGeom>
              <a:solidFill>
                <a:srgbClr val="B9B9B9"/>
              </a:solidFill>
              <a:ln w="5163" cap="flat">
                <a:noFill/>
                <a:prstDash val="solid"/>
                <a:miter/>
              </a:ln>
            </p:spPr>
            <p:txBody>
              <a:bodyPr/>
              <a:lstStyle/>
              <a:p>
                <a:endParaRPr lang="es-419" noProof="0" dirty="0"/>
              </a:p>
            </p:txBody>
          </p:sp>
          <p:sp>
            <p:nvSpPr>
              <p:cNvPr id="100" name="Forma libre: forma 99">
                <a:extLst>
                  <a:ext uri="{FF2B5EF4-FFF2-40B4-BE49-F238E27FC236}">
                    <a16:creationId xmlns:a16="http://schemas.microsoft.com/office/drawing/2014/main" id="{21A9BF01-7BD4-277C-A8D0-F41463F480E5}"/>
                  </a:ext>
                </a:extLst>
              </p:cNvPr>
              <p:cNvSpPr/>
              <p:nvPr/>
            </p:nvSpPr>
            <p:spPr>
              <a:xfrm>
                <a:off x="496444" y="1737058"/>
                <a:ext cx="4812" cy="15975"/>
              </a:xfrm>
              <a:custGeom>
                <a:avLst/>
                <a:gdLst>
                  <a:gd name="csX0" fmla="*/ 6 w 4812"/>
                  <a:gd name="csY0" fmla="*/ 12637 h 15975"/>
                  <a:gd name="csX1" fmla="*/ 2406 w 4812"/>
                  <a:gd name="csY1" fmla="*/ 2804 h 15975"/>
                  <a:gd name="csX2" fmla="*/ 4806 w 4812"/>
                  <a:gd name="csY2" fmla="*/ 5879 h 15975"/>
                  <a:gd name="csX3" fmla="*/ 2406 w 4812"/>
                  <a:gd name="csY3" fmla="*/ 15712 h 15975"/>
                  <a:gd name="csX4" fmla="*/ 6 w 4812"/>
                  <a:gd name="csY4" fmla="*/ 12637 h 15975"/>
                </a:gdLst>
                <a:ahLst/>
                <a:cxnLst>
                  <a:cxn ang="0">
                    <a:pos x="csX0" y="csY0"/>
                  </a:cxn>
                  <a:cxn ang="0">
                    <a:pos x="csX1" y="csY1"/>
                  </a:cxn>
                  <a:cxn ang="0">
                    <a:pos x="csX2" y="csY2"/>
                  </a:cxn>
                  <a:cxn ang="0">
                    <a:pos x="csX3" y="csY3"/>
                  </a:cxn>
                  <a:cxn ang="0">
                    <a:pos x="csX4" y="csY4"/>
                  </a:cxn>
                </a:cxnLst>
                <a:rect l="l" t="t" r="r" b="b"/>
                <a:pathLst>
                  <a:path w="4812" h="15975">
                    <a:moveTo>
                      <a:pt x="6" y="12637"/>
                    </a:moveTo>
                    <a:cubicBezTo>
                      <a:pt x="106" y="10069"/>
                      <a:pt x="1186" y="5644"/>
                      <a:pt x="2406" y="2804"/>
                    </a:cubicBezTo>
                    <a:cubicBezTo>
                      <a:pt x="4277" y="-1548"/>
                      <a:pt x="4653" y="-1065"/>
                      <a:pt x="4806" y="5879"/>
                    </a:cubicBezTo>
                    <a:cubicBezTo>
                      <a:pt x="4906" y="10409"/>
                      <a:pt x="3826" y="14834"/>
                      <a:pt x="2406" y="15712"/>
                    </a:cubicBezTo>
                    <a:cubicBezTo>
                      <a:pt x="987" y="16589"/>
                      <a:pt x="-93" y="15206"/>
                      <a:pt x="6" y="12637"/>
                    </a:cubicBezTo>
                    <a:close/>
                  </a:path>
                </a:pathLst>
              </a:custGeom>
              <a:solidFill>
                <a:srgbClr val="B9B9B9"/>
              </a:solidFill>
              <a:ln w="5163" cap="flat">
                <a:noFill/>
                <a:prstDash val="solid"/>
                <a:miter/>
              </a:ln>
            </p:spPr>
            <p:txBody>
              <a:bodyPr/>
              <a:lstStyle/>
              <a:p>
                <a:endParaRPr lang="es-419" noProof="0" dirty="0"/>
              </a:p>
            </p:txBody>
          </p:sp>
          <p:sp>
            <p:nvSpPr>
              <p:cNvPr id="101" name="Forma libre: forma 100">
                <a:extLst>
                  <a:ext uri="{FF2B5EF4-FFF2-40B4-BE49-F238E27FC236}">
                    <a16:creationId xmlns:a16="http://schemas.microsoft.com/office/drawing/2014/main" id="{81071600-3B02-6553-8983-92BB38FC114D}"/>
                  </a:ext>
                </a:extLst>
              </p:cNvPr>
              <p:cNvSpPr/>
              <p:nvPr/>
            </p:nvSpPr>
            <p:spPr>
              <a:xfrm>
                <a:off x="610293" y="1727161"/>
                <a:ext cx="5615" cy="11379"/>
              </a:xfrm>
              <a:custGeom>
                <a:avLst/>
                <a:gdLst>
                  <a:gd name="csX0" fmla="*/ 427 w 5615"/>
                  <a:gd name="csY0" fmla="*/ 7365 h 11379"/>
                  <a:gd name="csX1" fmla="*/ 1464 w 5615"/>
                  <a:gd name="csY1" fmla="*/ 731 h 11379"/>
                  <a:gd name="csX2" fmla="*/ 5321 w 5615"/>
                  <a:gd name="csY2" fmla="*/ 4777 h 11379"/>
                  <a:gd name="csX3" fmla="*/ 427 w 5615"/>
                  <a:gd name="csY3" fmla="*/ 7365 h 11379"/>
                </a:gdLst>
                <a:ahLst/>
                <a:cxnLst>
                  <a:cxn ang="0">
                    <a:pos x="csX0" y="csY0"/>
                  </a:cxn>
                  <a:cxn ang="0">
                    <a:pos x="csX1" y="csY1"/>
                  </a:cxn>
                  <a:cxn ang="0">
                    <a:pos x="csX2" y="csY2"/>
                  </a:cxn>
                  <a:cxn ang="0">
                    <a:pos x="csX3" y="csY3"/>
                  </a:cxn>
                </a:cxnLst>
                <a:rect l="l" t="t" r="r" b="b"/>
                <a:pathLst>
                  <a:path w="5615" h="11379">
                    <a:moveTo>
                      <a:pt x="427" y="7365"/>
                    </a:moveTo>
                    <a:cubicBezTo>
                      <a:pt x="-426" y="5140"/>
                      <a:pt x="40" y="2155"/>
                      <a:pt x="1464" y="731"/>
                    </a:cubicBezTo>
                    <a:cubicBezTo>
                      <a:pt x="3194" y="-1000"/>
                      <a:pt x="4473" y="341"/>
                      <a:pt x="5321" y="4777"/>
                    </a:cubicBezTo>
                    <a:cubicBezTo>
                      <a:pt x="6696" y="11973"/>
                      <a:pt x="2955" y="13952"/>
                      <a:pt x="427" y="7365"/>
                    </a:cubicBezTo>
                    <a:close/>
                  </a:path>
                </a:pathLst>
              </a:custGeom>
              <a:solidFill>
                <a:srgbClr val="B9B9B9"/>
              </a:solidFill>
              <a:ln w="5163" cap="flat">
                <a:noFill/>
                <a:prstDash val="solid"/>
                <a:miter/>
              </a:ln>
            </p:spPr>
            <p:txBody>
              <a:bodyPr/>
              <a:lstStyle/>
              <a:p>
                <a:endParaRPr lang="es-419" noProof="0" dirty="0"/>
              </a:p>
            </p:txBody>
          </p:sp>
          <p:sp>
            <p:nvSpPr>
              <p:cNvPr id="102" name="Forma libre: forma 101">
                <a:extLst>
                  <a:ext uri="{FF2B5EF4-FFF2-40B4-BE49-F238E27FC236}">
                    <a16:creationId xmlns:a16="http://schemas.microsoft.com/office/drawing/2014/main" id="{60D584C7-617D-B2F2-E77C-A8B91FFCEFED}"/>
                  </a:ext>
                </a:extLst>
              </p:cNvPr>
              <p:cNvSpPr/>
              <p:nvPr/>
            </p:nvSpPr>
            <p:spPr>
              <a:xfrm>
                <a:off x="589201" y="1723083"/>
                <a:ext cx="5162" cy="7744"/>
              </a:xfrm>
              <a:custGeom>
                <a:avLst/>
                <a:gdLst>
                  <a:gd name="csX0" fmla="*/ 0 w 5162"/>
                  <a:gd name="csY0" fmla="*/ 3872 h 7744"/>
                  <a:gd name="csX1" fmla="*/ 2581 w 5162"/>
                  <a:gd name="csY1" fmla="*/ 0 h 7744"/>
                  <a:gd name="csX2" fmla="*/ 5163 w 5162"/>
                  <a:gd name="csY2" fmla="*/ 3872 h 7744"/>
                  <a:gd name="csX3" fmla="*/ 2581 w 5162"/>
                  <a:gd name="csY3" fmla="*/ 7744 h 7744"/>
                  <a:gd name="csX4" fmla="*/ 0 w 5162"/>
                  <a:gd name="csY4" fmla="*/ 3872 h 7744"/>
                </a:gdLst>
                <a:ahLst/>
                <a:cxnLst>
                  <a:cxn ang="0">
                    <a:pos x="csX0" y="csY0"/>
                  </a:cxn>
                  <a:cxn ang="0">
                    <a:pos x="csX1" y="csY1"/>
                  </a:cxn>
                  <a:cxn ang="0">
                    <a:pos x="csX2" y="csY2"/>
                  </a:cxn>
                  <a:cxn ang="0">
                    <a:pos x="csX3" y="csY3"/>
                  </a:cxn>
                  <a:cxn ang="0">
                    <a:pos x="csX4" y="csY4"/>
                  </a:cxn>
                </a:cxnLst>
                <a:rect l="l" t="t" r="r" b="b"/>
                <a:pathLst>
                  <a:path w="5162" h="7744">
                    <a:moveTo>
                      <a:pt x="0" y="3872"/>
                    </a:moveTo>
                    <a:cubicBezTo>
                      <a:pt x="0" y="1742"/>
                      <a:pt x="1162" y="0"/>
                      <a:pt x="2581" y="0"/>
                    </a:cubicBezTo>
                    <a:cubicBezTo>
                      <a:pt x="4001" y="0"/>
                      <a:pt x="5163" y="1742"/>
                      <a:pt x="5163" y="3872"/>
                    </a:cubicBezTo>
                    <a:cubicBezTo>
                      <a:pt x="5163" y="6002"/>
                      <a:pt x="4001" y="7744"/>
                      <a:pt x="2581" y="7744"/>
                    </a:cubicBezTo>
                    <a:cubicBezTo>
                      <a:pt x="1162" y="7744"/>
                      <a:pt x="0" y="6002"/>
                      <a:pt x="0" y="3872"/>
                    </a:cubicBezTo>
                    <a:close/>
                  </a:path>
                </a:pathLst>
              </a:custGeom>
              <a:solidFill>
                <a:srgbClr val="B9B9B9"/>
              </a:solidFill>
              <a:ln w="5163" cap="flat">
                <a:noFill/>
                <a:prstDash val="solid"/>
                <a:miter/>
              </a:ln>
            </p:spPr>
            <p:txBody>
              <a:bodyPr/>
              <a:lstStyle/>
              <a:p>
                <a:endParaRPr lang="es-419" noProof="0" dirty="0"/>
              </a:p>
            </p:txBody>
          </p:sp>
          <p:sp>
            <p:nvSpPr>
              <p:cNvPr id="103" name="Forma libre: forma 102">
                <a:extLst>
                  <a:ext uri="{FF2B5EF4-FFF2-40B4-BE49-F238E27FC236}">
                    <a16:creationId xmlns:a16="http://schemas.microsoft.com/office/drawing/2014/main" id="{788B9038-3790-0E69-E16D-2F410D36EF59}"/>
                  </a:ext>
                </a:extLst>
              </p:cNvPr>
              <p:cNvSpPr/>
              <p:nvPr/>
            </p:nvSpPr>
            <p:spPr>
              <a:xfrm>
                <a:off x="576294" y="1689525"/>
                <a:ext cx="15348" cy="20423"/>
              </a:xfrm>
              <a:custGeom>
                <a:avLst/>
                <a:gdLst>
                  <a:gd name="csX0" fmla="*/ 0 w 15348"/>
                  <a:gd name="csY0" fmla="*/ 17942 h 20423"/>
                  <a:gd name="csX1" fmla="*/ 11683 w 15348"/>
                  <a:gd name="csY1" fmla="*/ 0 h 20423"/>
                  <a:gd name="csX2" fmla="*/ 8918 w 15348"/>
                  <a:gd name="csY2" fmla="*/ 14081 h 20423"/>
                  <a:gd name="csX3" fmla="*/ 0 w 15348"/>
                  <a:gd name="csY3" fmla="*/ 17942 h 20423"/>
                </a:gdLst>
                <a:ahLst/>
                <a:cxnLst>
                  <a:cxn ang="0">
                    <a:pos x="csX0" y="csY0"/>
                  </a:cxn>
                  <a:cxn ang="0">
                    <a:pos x="csX1" y="csY1"/>
                  </a:cxn>
                  <a:cxn ang="0">
                    <a:pos x="csX2" y="csY2"/>
                  </a:cxn>
                  <a:cxn ang="0">
                    <a:pos x="csX3" y="csY3"/>
                  </a:cxn>
                </a:cxnLst>
                <a:rect l="l" t="t" r="r" b="b"/>
                <a:pathLst>
                  <a:path w="15348" h="20423">
                    <a:moveTo>
                      <a:pt x="0" y="17942"/>
                    </a:moveTo>
                    <a:cubicBezTo>
                      <a:pt x="0" y="12328"/>
                      <a:pt x="8027" y="0"/>
                      <a:pt x="11683" y="0"/>
                    </a:cubicBezTo>
                    <a:cubicBezTo>
                      <a:pt x="17539" y="0"/>
                      <a:pt x="16205" y="6793"/>
                      <a:pt x="8918" y="14081"/>
                    </a:cubicBezTo>
                    <a:cubicBezTo>
                      <a:pt x="1711" y="21287"/>
                      <a:pt x="0" y="22028"/>
                      <a:pt x="0" y="17942"/>
                    </a:cubicBezTo>
                    <a:close/>
                  </a:path>
                </a:pathLst>
              </a:custGeom>
              <a:solidFill>
                <a:srgbClr val="B9B9B9"/>
              </a:solidFill>
              <a:ln w="5163" cap="flat">
                <a:noFill/>
                <a:prstDash val="solid"/>
                <a:miter/>
              </a:ln>
            </p:spPr>
            <p:txBody>
              <a:bodyPr/>
              <a:lstStyle/>
              <a:p>
                <a:endParaRPr lang="es-419" noProof="0" dirty="0"/>
              </a:p>
            </p:txBody>
          </p:sp>
        </p:grpSp>
        <p:sp>
          <p:nvSpPr>
            <p:cNvPr id="104" name="Forma libre: forma 103">
              <a:extLst>
                <a:ext uri="{FF2B5EF4-FFF2-40B4-BE49-F238E27FC236}">
                  <a16:creationId xmlns:a16="http://schemas.microsoft.com/office/drawing/2014/main" id="{4F2ACBA1-267B-ECDF-4586-01D4781EDA1F}"/>
                </a:ext>
              </a:extLst>
            </p:cNvPr>
            <p:cNvSpPr/>
            <p:nvPr/>
          </p:nvSpPr>
          <p:spPr>
            <a:xfrm>
              <a:off x="516921" y="1569184"/>
              <a:ext cx="5162" cy="6756"/>
            </a:xfrm>
            <a:custGeom>
              <a:avLst/>
              <a:gdLst>
                <a:gd name="csX0" fmla="*/ 0 w 5162"/>
                <a:gd name="csY0" fmla="*/ 2732 h 6756"/>
                <a:gd name="csX1" fmla="*/ 2581 w 5162"/>
                <a:gd name="csY1" fmla="*/ 303 h 6756"/>
                <a:gd name="csX2" fmla="*/ 5163 w 5162"/>
                <a:gd name="csY2" fmla="*/ 4328 h 6756"/>
                <a:gd name="csX3" fmla="*/ 2581 w 5162"/>
                <a:gd name="csY3" fmla="*/ 6757 h 6756"/>
                <a:gd name="csX4" fmla="*/ 0 w 5162"/>
                <a:gd name="csY4" fmla="*/ 2732 h 6756"/>
              </a:gdLst>
              <a:ahLst/>
              <a:cxnLst>
                <a:cxn ang="0">
                  <a:pos x="csX0" y="csY0"/>
                </a:cxn>
                <a:cxn ang="0">
                  <a:pos x="csX1" y="csY1"/>
                </a:cxn>
                <a:cxn ang="0">
                  <a:pos x="csX2" y="csY2"/>
                </a:cxn>
                <a:cxn ang="0">
                  <a:pos x="csX3" y="csY3"/>
                </a:cxn>
                <a:cxn ang="0">
                  <a:pos x="csX4" y="csY4"/>
                </a:cxn>
              </a:cxnLst>
              <a:rect l="l" t="t" r="r" b="b"/>
              <a:pathLst>
                <a:path w="5162" h="6756">
                  <a:moveTo>
                    <a:pt x="0" y="2732"/>
                  </a:moveTo>
                  <a:cubicBezTo>
                    <a:pt x="0" y="519"/>
                    <a:pt x="1162" y="-574"/>
                    <a:pt x="2581" y="303"/>
                  </a:cubicBezTo>
                  <a:cubicBezTo>
                    <a:pt x="4001" y="1181"/>
                    <a:pt x="5163" y="2992"/>
                    <a:pt x="5163" y="4328"/>
                  </a:cubicBezTo>
                  <a:cubicBezTo>
                    <a:pt x="5163" y="5664"/>
                    <a:pt x="4001" y="6757"/>
                    <a:pt x="2581" y="6757"/>
                  </a:cubicBezTo>
                  <a:cubicBezTo>
                    <a:pt x="1162" y="6757"/>
                    <a:pt x="0" y="4946"/>
                    <a:pt x="0" y="2732"/>
                  </a:cubicBezTo>
                  <a:close/>
                </a:path>
              </a:pathLst>
            </a:custGeom>
            <a:solidFill>
              <a:srgbClr val="B9B9B9"/>
            </a:solidFill>
            <a:ln w="5163" cap="flat">
              <a:noFill/>
              <a:prstDash val="solid"/>
              <a:miter/>
            </a:ln>
          </p:spPr>
          <p:txBody>
            <a:bodyPr/>
            <a:lstStyle/>
            <a:p>
              <a:endParaRPr lang="es-419" noProof="0" dirty="0"/>
            </a:p>
          </p:txBody>
        </p:sp>
      </p:grpSp>
      <p:sp>
        <p:nvSpPr>
          <p:cNvPr id="105" name="Forma libre: forma 104">
            <a:extLst>
              <a:ext uri="{FF2B5EF4-FFF2-40B4-BE49-F238E27FC236}">
                <a16:creationId xmlns:a16="http://schemas.microsoft.com/office/drawing/2014/main" id="{40EBFE31-CD30-27FE-3033-77C74BDE0892}"/>
              </a:ext>
            </a:extLst>
          </p:cNvPr>
          <p:cNvSpPr/>
          <p:nvPr/>
        </p:nvSpPr>
        <p:spPr>
          <a:xfrm>
            <a:off x="466238" y="1431499"/>
            <a:ext cx="11558" cy="7543"/>
          </a:xfrm>
          <a:custGeom>
            <a:avLst/>
            <a:gdLst>
              <a:gd name="csX0" fmla="*/ 1635 w 11558"/>
              <a:gd name="csY0" fmla="*/ 3752 h 7543"/>
              <a:gd name="csX1" fmla="*/ 8241 w 11558"/>
              <a:gd name="csY1" fmla="*/ 3670 h 7543"/>
              <a:gd name="csX2" fmla="*/ 9050 w 11558"/>
              <a:gd name="csY2" fmla="*/ 7542 h 7543"/>
              <a:gd name="csX3" fmla="*/ 1635 w 11558"/>
              <a:gd name="csY3" fmla="*/ 3752 h 7543"/>
            </a:gdLst>
            <a:ahLst/>
            <a:cxnLst>
              <a:cxn ang="0">
                <a:pos x="csX0" y="csY0"/>
              </a:cxn>
              <a:cxn ang="0">
                <a:pos x="csX1" y="csY1"/>
              </a:cxn>
              <a:cxn ang="0">
                <a:pos x="csX2" y="csY2"/>
              </a:cxn>
              <a:cxn ang="0">
                <a:pos x="csX3" y="csY3"/>
              </a:cxn>
            </a:cxnLst>
            <a:rect l="l" t="t" r="r" b="b"/>
            <a:pathLst>
              <a:path w="11558" h="7543">
                <a:moveTo>
                  <a:pt x="1635" y="3752"/>
                </a:moveTo>
                <a:cubicBezTo>
                  <a:pt x="-2484" y="-1211"/>
                  <a:pt x="1718" y="-1263"/>
                  <a:pt x="8241" y="3670"/>
                </a:cubicBezTo>
                <a:cubicBezTo>
                  <a:pt x="12450" y="6854"/>
                  <a:pt x="12580" y="7473"/>
                  <a:pt x="9050" y="7542"/>
                </a:cubicBezTo>
                <a:cubicBezTo>
                  <a:pt x="6739" y="7587"/>
                  <a:pt x="3403" y="5882"/>
                  <a:pt x="1635" y="3752"/>
                </a:cubicBezTo>
                <a:close/>
              </a:path>
            </a:pathLst>
          </a:custGeom>
          <a:solidFill>
            <a:srgbClr val="B9B9B9"/>
          </a:solidFill>
          <a:ln w="5163" cap="flat">
            <a:noFill/>
            <a:prstDash val="solid"/>
            <a:miter/>
          </a:ln>
        </p:spPr>
        <p:txBody>
          <a:bodyPr/>
          <a:lstStyle/>
          <a:p>
            <a:endParaRPr lang="es-419" noProof="0" dirty="0"/>
          </a:p>
        </p:txBody>
      </p:sp>
      <p:grpSp>
        <p:nvGrpSpPr>
          <p:cNvPr id="106" name="Gráfico 39">
            <a:extLst>
              <a:ext uri="{FF2B5EF4-FFF2-40B4-BE49-F238E27FC236}">
                <a16:creationId xmlns:a16="http://schemas.microsoft.com/office/drawing/2014/main" id="{7176A43D-387C-6708-EE5F-B8B0D9E55223}"/>
              </a:ext>
            </a:extLst>
          </p:cNvPr>
          <p:cNvGrpSpPr/>
          <p:nvPr/>
        </p:nvGrpSpPr>
        <p:grpSpPr>
          <a:xfrm>
            <a:off x="73152" y="1028824"/>
            <a:ext cx="399884" cy="461679"/>
            <a:chOff x="73152" y="1028824"/>
            <a:chExt cx="399884" cy="461679"/>
          </a:xfrm>
          <a:solidFill>
            <a:srgbClr val="B9B9B9"/>
          </a:solidFill>
        </p:grpSpPr>
        <p:sp>
          <p:nvSpPr>
            <p:cNvPr id="107" name="Forma libre: forma 106">
              <a:extLst>
                <a:ext uri="{FF2B5EF4-FFF2-40B4-BE49-F238E27FC236}">
                  <a16:creationId xmlns:a16="http://schemas.microsoft.com/office/drawing/2014/main" id="{61035E4E-A2CD-272C-6953-13C0230D496B}"/>
                </a:ext>
              </a:extLst>
            </p:cNvPr>
            <p:cNvSpPr/>
            <p:nvPr/>
          </p:nvSpPr>
          <p:spPr>
            <a:xfrm>
              <a:off x="176169" y="1028824"/>
              <a:ext cx="296866" cy="461679"/>
            </a:xfrm>
            <a:custGeom>
              <a:avLst/>
              <a:gdLst>
                <a:gd name="csX0" fmla="*/ 234204 w 296866"/>
                <a:gd name="csY0" fmla="*/ 456793 h 461679"/>
                <a:gd name="csX1" fmla="*/ 189641 w 296866"/>
                <a:gd name="csY1" fmla="*/ 451076 h 461679"/>
                <a:gd name="csX2" fmla="*/ 192285 w 296866"/>
                <a:gd name="csY2" fmla="*/ 440463 h 461679"/>
                <a:gd name="csX3" fmla="*/ 192319 w 296866"/>
                <a:gd name="csY3" fmla="*/ 432599 h 461679"/>
                <a:gd name="csX4" fmla="*/ 190826 w 296866"/>
                <a:gd name="csY4" fmla="*/ 424368 h 461679"/>
                <a:gd name="csX5" fmla="*/ 194908 w 296866"/>
                <a:gd name="csY5" fmla="*/ 412652 h 461679"/>
                <a:gd name="csX6" fmla="*/ 188729 w 296866"/>
                <a:gd name="csY6" fmla="*/ 395950 h 461679"/>
                <a:gd name="csX7" fmla="*/ 175616 w 296866"/>
                <a:gd name="csY7" fmla="*/ 376348 h 461679"/>
                <a:gd name="csX8" fmla="*/ 165432 w 296866"/>
                <a:gd name="csY8" fmla="*/ 362612 h 461679"/>
                <a:gd name="csX9" fmla="*/ 157619 w 296866"/>
                <a:gd name="csY9" fmla="*/ 354047 h 461679"/>
                <a:gd name="csX10" fmla="*/ 123850 w 296866"/>
                <a:gd name="csY10" fmla="*/ 312204 h 461679"/>
                <a:gd name="csX11" fmla="*/ 110408 w 296866"/>
                <a:gd name="csY11" fmla="*/ 302524 h 461679"/>
                <a:gd name="csX12" fmla="*/ 90624 w 296866"/>
                <a:gd name="csY12" fmla="*/ 283830 h 461679"/>
                <a:gd name="csX13" fmla="*/ 80025 w 296866"/>
                <a:gd name="csY13" fmla="*/ 265391 h 461679"/>
                <a:gd name="csX14" fmla="*/ 76089 w 296866"/>
                <a:gd name="csY14" fmla="*/ 254455 h 461679"/>
                <a:gd name="csX15" fmla="*/ 73345 w 296866"/>
                <a:gd name="csY15" fmla="*/ 247079 h 461679"/>
                <a:gd name="csX16" fmla="*/ 72109 w 296866"/>
                <a:gd name="csY16" fmla="*/ 214519 h 461679"/>
                <a:gd name="csX17" fmla="*/ 68319 w 296866"/>
                <a:gd name="csY17" fmla="*/ 206510 h 461679"/>
                <a:gd name="csX18" fmla="*/ 67160 w 296866"/>
                <a:gd name="csY18" fmla="*/ 202519 h 461679"/>
                <a:gd name="csX19" fmla="*/ 64536 w 296866"/>
                <a:gd name="csY19" fmla="*/ 206365 h 461679"/>
                <a:gd name="csX20" fmla="*/ 61955 w 296866"/>
                <a:gd name="csY20" fmla="*/ 210237 h 461679"/>
                <a:gd name="csX21" fmla="*/ 59373 w 296866"/>
                <a:gd name="csY21" fmla="*/ 190811 h 461679"/>
                <a:gd name="csX22" fmla="*/ 48569 w 296866"/>
                <a:gd name="csY22" fmla="*/ 154736 h 461679"/>
                <a:gd name="csX23" fmla="*/ 46466 w 296866"/>
                <a:gd name="csY23" fmla="*/ 141789 h 461679"/>
                <a:gd name="csX24" fmla="*/ 38475 w 296866"/>
                <a:gd name="csY24" fmla="*/ 114684 h 461679"/>
                <a:gd name="csX25" fmla="*/ 28150 w 296866"/>
                <a:gd name="csY25" fmla="*/ 99082 h 461679"/>
                <a:gd name="csX26" fmla="*/ 25815 w 296866"/>
                <a:gd name="csY26" fmla="*/ 89273 h 461679"/>
                <a:gd name="csX27" fmla="*/ 22760 w 296866"/>
                <a:gd name="csY27" fmla="*/ 77852 h 461679"/>
                <a:gd name="csX28" fmla="*/ 21512 w 296866"/>
                <a:gd name="csY28" fmla="*/ 72990 h 461679"/>
                <a:gd name="csX29" fmla="*/ 26374 w 296866"/>
                <a:gd name="csY29" fmla="*/ 74238 h 461679"/>
                <a:gd name="csX30" fmla="*/ 33559 w 296866"/>
                <a:gd name="csY30" fmla="*/ 72129 h 461679"/>
                <a:gd name="csX31" fmla="*/ 29687 w 296866"/>
                <a:gd name="csY31" fmla="*/ 66967 h 461679"/>
                <a:gd name="csX32" fmla="*/ 25815 w 296866"/>
                <a:gd name="csY32" fmla="*/ 64277 h 461679"/>
                <a:gd name="csX33" fmla="*/ 20828 w 296866"/>
                <a:gd name="csY33" fmla="*/ 56236 h 461679"/>
                <a:gd name="csX34" fmla="*/ 14159 w 296866"/>
                <a:gd name="csY34" fmla="*/ 40210 h 461679"/>
                <a:gd name="csX35" fmla="*/ 6238 w 296866"/>
                <a:gd name="csY35" fmla="*/ 17321 h 461679"/>
                <a:gd name="csX36" fmla="*/ 0 w 296866"/>
                <a:gd name="csY36" fmla="*/ 2478 h 461679"/>
                <a:gd name="csX37" fmla="*/ 99386 w 296866"/>
                <a:gd name="csY37" fmla="*/ 3758 h 461679"/>
                <a:gd name="csX38" fmla="*/ 191027 w 296866"/>
                <a:gd name="csY38" fmla="*/ 12449 h 461679"/>
                <a:gd name="csX39" fmla="*/ 178059 w 296866"/>
                <a:gd name="csY39" fmla="*/ 27807 h 461679"/>
                <a:gd name="csX40" fmla="*/ 167369 w 296866"/>
                <a:gd name="csY40" fmla="*/ 45725 h 461679"/>
                <a:gd name="csX41" fmla="*/ 163079 w 296866"/>
                <a:gd name="csY41" fmla="*/ 80524 h 461679"/>
                <a:gd name="csX42" fmla="*/ 162631 w 296866"/>
                <a:gd name="csY42" fmla="*/ 83796 h 461679"/>
                <a:gd name="csX43" fmla="*/ 171021 w 296866"/>
                <a:gd name="csY43" fmla="*/ 93315 h 461679"/>
                <a:gd name="csX44" fmla="*/ 173406 w 296866"/>
                <a:gd name="csY44" fmla="*/ 109690 h 461679"/>
                <a:gd name="csX45" fmla="*/ 164850 w 296866"/>
                <a:gd name="csY45" fmla="*/ 145701 h 461679"/>
                <a:gd name="csX46" fmla="*/ 169084 w 296866"/>
                <a:gd name="csY46" fmla="*/ 169291 h 461679"/>
                <a:gd name="csX47" fmla="*/ 171477 w 296866"/>
                <a:gd name="csY47" fmla="*/ 213103 h 461679"/>
                <a:gd name="csX48" fmla="*/ 174210 w 296866"/>
                <a:gd name="csY48" fmla="*/ 257046 h 461679"/>
                <a:gd name="csX49" fmla="*/ 178120 w 296866"/>
                <a:gd name="csY49" fmla="*/ 261958 h 461679"/>
                <a:gd name="csX50" fmla="*/ 182243 w 296866"/>
                <a:gd name="csY50" fmla="*/ 269492 h 461679"/>
                <a:gd name="csX51" fmla="*/ 184937 w 296866"/>
                <a:gd name="csY51" fmla="*/ 277338 h 461679"/>
                <a:gd name="csX52" fmla="*/ 193415 w 296866"/>
                <a:gd name="csY52" fmla="*/ 285510 h 461679"/>
                <a:gd name="csX53" fmla="*/ 199664 w 296866"/>
                <a:gd name="csY53" fmla="*/ 290658 h 461679"/>
                <a:gd name="csX54" fmla="*/ 207927 w 296866"/>
                <a:gd name="csY54" fmla="*/ 300943 h 461679"/>
                <a:gd name="csX55" fmla="*/ 219722 w 296866"/>
                <a:gd name="csY55" fmla="*/ 315205 h 461679"/>
                <a:gd name="csX56" fmla="*/ 234342 w 296866"/>
                <a:gd name="csY56" fmla="*/ 331253 h 461679"/>
                <a:gd name="csX57" fmla="*/ 242348 w 296866"/>
                <a:gd name="csY57" fmla="*/ 342893 h 461679"/>
                <a:gd name="csX58" fmla="*/ 243886 w 296866"/>
                <a:gd name="csY58" fmla="*/ 354430 h 461679"/>
                <a:gd name="csX59" fmla="*/ 242906 w 296866"/>
                <a:gd name="csY59" fmla="*/ 363679 h 461679"/>
                <a:gd name="csX60" fmla="*/ 242638 w 296866"/>
                <a:gd name="csY60" fmla="*/ 372819 h 461679"/>
                <a:gd name="csX61" fmla="*/ 248980 w 296866"/>
                <a:gd name="csY61" fmla="*/ 375191 h 461679"/>
                <a:gd name="csX62" fmla="*/ 256854 w 296866"/>
                <a:gd name="csY62" fmla="*/ 380201 h 461679"/>
                <a:gd name="csX63" fmla="*/ 262017 w 296866"/>
                <a:gd name="csY63" fmla="*/ 385776 h 461679"/>
                <a:gd name="csX64" fmla="*/ 267554 w 296866"/>
                <a:gd name="csY64" fmla="*/ 396801 h 461679"/>
                <a:gd name="csX65" fmla="*/ 281559 w 296866"/>
                <a:gd name="csY65" fmla="*/ 416793 h 461679"/>
                <a:gd name="csX66" fmla="*/ 290755 w 296866"/>
                <a:gd name="csY66" fmla="*/ 428632 h 461679"/>
                <a:gd name="csX67" fmla="*/ 294624 w 296866"/>
                <a:gd name="csY67" fmla="*/ 440196 h 461679"/>
                <a:gd name="csX68" fmla="*/ 296867 w 296866"/>
                <a:gd name="csY68" fmla="*/ 451755 h 461679"/>
                <a:gd name="csX69" fmla="*/ 287186 w 296866"/>
                <a:gd name="csY69" fmla="*/ 461588 h 461679"/>
                <a:gd name="csX70" fmla="*/ 234204 w 296866"/>
                <a:gd name="csY70" fmla="*/ 456793 h 4616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Lst>
              <a:rect l="l" t="t" r="r" b="b"/>
              <a:pathLst>
                <a:path w="296866" h="461679">
                  <a:moveTo>
                    <a:pt x="234204" y="456793"/>
                  </a:moveTo>
                  <a:cubicBezTo>
                    <a:pt x="210389" y="454343"/>
                    <a:pt x="190335" y="451771"/>
                    <a:pt x="189641" y="451076"/>
                  </a:cubicBezTo>
                  <a:cubicBezTo>
                    <a:pt x="188946" y="450382"/>
                    <a:pt x="190136" y="445606"/>
                    <a:pt x="192285" y="440463"/>
                  </a:cubicBezTo>
                  <a:cubicBezTo>
                    <a:pt x="195748" y="432175"/>
                    <a:pt x="195752" y="431281"/>
                    <a:pt x="192319" y="432599"/>
                  </a:cubicBezTo>
                  <a:cubicBezTo>
                    <a:pt x="188021" y="434248"/>
                    <a:pt x="186953" y="428358"/>
                    <a:pt x="190826" y="424368"/>
                  </a:cubicBezTo>
                  <a:cubicBezTo>
                    <a:pt x="192136" y="423019"/>
                    <a:pt x="193972" y="417747"/>
                    <a:pt x="194908" y="412652"/>
                  </a:cubicBezTo>
                  <a:cubicBezTo>
                    <a:pt x="196394" y="404559"/>
                    <a:pt x="195613" y="402447"/>
                    <a:pt x="188729" y="395950"/>
                  </a:cubicBezTo>
                  <a:cubicBezTo>
                    <a:pt x="184395" y="391860"/>
                    <a:pt x="178494" y="383039"/>
                    <a:pt x="175616" y="376348"/>
                  </a:cubicBezTo>
                  <a:cubicBezTo>
                    <a:pt x="172738" y="369658"/>
                    <a:pt x="168155" y="363476"/>
                    <a:pt x="165432" y="362612"/>
                  </a:cubicBezTo>
                  <a:cubicBezTo>
                    <a:pt x="162709" y="361748"/>
                    <a:pt x="159193" y="357894"/>
                    <a:pt x="157619" y="354047"/>
                  </a:cubicBezTo>
                  <a:cubicBezTo>
                    <a:pt x="149821" y="334997"/>
                    <a:pt x="131426" y="312204"/>
                    <a:pt x="123850" y="312204"/>
                  </a:cubicBezTo>
                  <a:cubicBezTo>
                    <a:pt x="121509" y="312204"/>
                    <a:pt x="115460" y="307848"/>
                    <a:pt x="110408" y="302524"/>
                  </a:cubicBezTo>
                  <a:cubicBezTo>
                    <a:pt x="105356" y="297200"/>
                    <a:pt x="96453" y="288788"/>
                    <a:pt x="90624" y="283830"/>
                  </a:cubicBezTo>
                  <a:cubicBezTo>
                    <a:pt x="81794" y="276321"/>
                    <a:pt x="80025" y="273244"/>
                    <a:pt x="80025" y="265391"/>
                  </a:cubicBezTo>
                  <a:cubicBezTo>
                    <a:pt x="80025" y="259326"/>
                    <a:pt x="78622" y="255426"/>
                    <a:pt x="76089" y="254455"/>
                  </a:cubicBezTo>
                  <a:cubicBezTo>
                    <a:pt x="73596" y="253498"/>
                    <a:pt x="72591" y="250794"/>
                    <a:pt x="73345" y="247079"/>
                  </a:cubicBezTo>
                  <a:cubicBezTo>
                    <a:pt x="77548" y="226392"/>
                    <a:pt x="77309" y="220102"/>
                    <a:pt x="72109" y="214519"/>
                  </a:cubicBezTo>
                  <a:cubicBezTo>
                    <a:pt x="69219" y="211417"/>
                    <a:pt x="67513" y="207813"/>
                    <a:pt x="68319" y="206510"/>
                  </a:cubicBezTo>
                  <a:cubicBezTo>
                    <a:pt x="69124" y="205206"/>
                    <a:pt x="68603" y="203410"/>
                    <a:pt x="67160" y="202519"/>
                  </a:cubicBezTo>
                  <a:cubicBezTo>
                    <a:pt x="65698" y="201615"/>
                    <a:pt x="64536" y="203319"/>
                    <a:pt x="64536" y="206365"/>
                  </a:cubicBezTo>
                  <a:cubicBezTo>
                    <a:pt x="64536" y="209372"/>
                    <a:pt x="63375" y="211114"/>
                    <a:pt x="61955" y="210237"/>
                  </a:cubicBezTo>
                  <a:cubicBezTo>
                    <a:pt x="60535" y="209360"/>
                    <a:pt x="59373" y="200618"/>
                    <a:pt x="59373" y="190811"/>
                  </a:cubicBezTo>
                  <a:cubicBezTo>
                    <a:pt x="59373" y="173740"/>
                    <a:pt x="53682" y="154736"/>
                    <a:pt x="48569" y="154736"/>
                  </a:cubicBezTo>
                  <a:cubicBezTo>
                    <a:pt x="47413" y="154736"/>
                    <a:pt x="46466" y="148910"/>
                    <a:pt x="46466" y="141789"/>
                  </a:cubicBezTo>
                  <a:cubicBezTo>
                    <a:pt x="46466" y="132086"/>
                    <a:pt x="44464" y="125296"/>
                    <a:pt x="38475" y="114684"/>
                  </a:cubicBezTo>
                  <a:cubicBezTo>
                    <a:pt x="34080" y="106897"/>
                    <a:pt x="29434" y="99876"/>
                    <a:pt x="28150" y="99082"/>
                  </a:cubicBezTo>
                  <a:cubicBezTo>
                    <a:pt x="26865" y="98289"/>
                    <a:pt x="25815" y="93874"/>
                    <a:pt x="25815" y="89273"/>
                  </a:cubicBezTo>
                  <a:cubicBezTo>
                    <a:pt x="25815" y="84671"/>
                    <a:pt x="24440" y="79532"/>
                    <a:pt x="22760" y="77852"/>
                  </a:cubicBezTo>
                  <a:cubicBezTo>
                    <a:pt x="21080" y="76172"/>
                    <a:pt x="20518" y="73984"/>
                    <a:pt x="21512" y="72990"/>
                  </a:cubicBezTo>
                  <a:cubicBezTo>
                    <a:pt x="22506" y="71996"/>
                    <a:pt x="24694" y="72558"/>
                    <a:pt x="26374" y="74238"/>
                  </a:cubicBezTo>
                  <a:cubicBezTo>
                    <a:pt x="30884" y="78748"/>
                    <a:pt x="33559" y="77963"/>
                    <a:pt x="33559" y="72129"/>
                  </a:cubicBezTo>
                  <a:cubicBezTo>
                    <a:pt x="33559" y="69261"/>
                    <a:pt x="31838" y="66967"/>
                    <a:pt x="29687" y="66967"/>
                  </a:cubicBezTo>
                  <a:cubicBezTo>
                    <a:pt x="27557" y="66967"/>
                    <a:pt x="25815" y="65756"/>
                    <a:pt x="25815" y="64277"/>
                  </a:cubicBezTo>
                  <a:cubicBezTo>
                    <a:pt x="25815" y="62798"/>
                    <a:pt x="23571" y="59179"/>
                    <a:pt x="20828" y="56236"/>
                  </a:cubicBezTo>
                  <a:cubicBezTo>
                    <a:pt x="18086" y="53292"/>
                    <a:pt x="15085" y="46080"/>
                    <a:pt x="14159" y="40210"/>
                  </a:cubicBezTo>
                  <a:cubicBezTo>
                    <a:pt x="13233" y="34339"/>
                    <a:pt x="9669" y="24039"/>
                    <a:pt x="6238" y="17321"/>
                  </a:cubicBezTo>
                  <a:cubicBezTo>
                    <a:pt x="2807" y="10603"/>
                    <a:pt x="0" y="3924"/>
                    <a:pt x="0" y="2478"/>
                  </a:cubicBezTo>
                  <a:cubicBezTo>
                    <a:pt x="0" y="-1152"/>
                    <a:pt x="23478" y="-850"/>
                    <a:pt x="99386" y="3758"/>
                  </a:cubicBezTo>
                  <a:cubicBezTo>
                    <a:pt x="175010" y="8348"/>
                    <a:pt x="191027" y="9867"/>
                    <a:pt x="191027" y="12449"/>
                  </a:cubicBezTo>
                  <a:cubicBezTo>
                    <a:pt x="191027" y="13496"/>
                    <a:pt x="185192" y="20407"/>
                    <a:pt x="178059" y="27807"/>
                  </a:cubicBezTo>
                  <a:cubicBezTo>
                    <a:pt x="167978" y="38266"/>
                    <a:pt x="165598" y="42256"/>
                    <a:pt x="167369" y="45725"/>
                  </a:cubicBezTo>
                  <a:cubicBezTo>
                    <a:pt x="174634" y="59948"/>
                    <a:pt x="171699" y="83751"/>
                    <a:pt x="163079" y="80524"/>
                  </a:cubicBezTo>
                  <a:cubicBezTo>
                    <a:pt x="159180" y="79065"/>
                    <a:pt x="159137" y="79384"/>
                    <a:pt x="162631" y="83796"/>
                  </a:cubicBezTo>
                  <a:cubicBezTo>
                    <a:pt x="164761" y="86485"/>
                    <a:pt x="168536" y="90769"/>
                    <a:pt x="171021" y="93315"/>
                  </a:cubicBezTo>
                  <a:cubicBezTo>
                    <a:pt x="175834" y="98246"/>
                    <a:pt x="176913" y="105657"/>
                    <a:pt x="173406" y="109690"/>
                  </a:cubicBezTo>
                  <a:cubicBezTo>
                    <a:pt x="169336" y="114370"/>
                    <a:pt x="164942" y="132862"/>
                    <a:pt x="164850" y="145701"/>
                  </a:cubicBezTo>
                  <a:cubicBezTo>
                    <a:pt x="164711" y="165107"/>
                    <a:pt x="165194" y="167798"/>
                    <a:pt x="169084" y="169291"/>
                  </a:cubicBezTo>
                  <a:cubicBezTo>
                    <a:pt x="171992" y="170406"/>
                    <a:pt x="172437" y="178546"/>
                    <a:pt x="171477" y="213103"/>
                  </a:cubicBezTo>
                  <a:cubicBezTo>
                    <a:pt x="170471" y="249367"/>
                    <a:pt x="170869" y="255764"/>
                    <a:pt x="174210" y="257046"/>
                  </a:cubicBezTo>
                  <a:cubicBezTo>
                    <a:pt x="176360" y="257871"/>
                    <a:pt x="178120" y="260081"/>
                    <a:pt x="178120" y="261958"/>
                  </a:cubicBezTo>
                  <a:cubicBezTo>
                    <a:pt x="178120" y="263834"/>
                    <a:pt x="179975" y="267225"/>
                    <a:pt x="182243" y="269492"/>
                  </a:cubicBezTo>
                  <a:cubicBezTo>
                    <a:pt x="184511" y="271760"/>
                    <a:pt x="185723" y="275291"/>
                    <a:pt x="184937" y="277338"/>
                  </a:cubicBezTo>
                  <a:cubicBezTo>
                    <a:pt x="183466" y="281172"/>
                    <a:pt x="186953" y="284533"/>
                    <a:pt x="193415" y="285510"/>
                  </a:cubicBezTo>
                  <a:cubicBezTo>
                    <a:pt x="195439" y="285815"/>
                    <a:pt x="198251" y="288132"/>
                    <a:pt x="199664" y="290658"/>
                  </a:cubicBezTo>
                  <a:cubicBezTo>
                    <a:pt x="201078" y="293183"/>
                    <a:pt x="204796" y="297811"/>
                    <a:pt x="207927" y="300943"/>
                  </a:cubicBezTo>
                  <a:cubicBezTo>
                    <a:pt x="211058" y="304074"/>
                    <a:pt x="216366" y="310492"/>
                    <a:pt x="219722" y="315205"/>
                  </a:cubicBezTo>
                  <a:cubicBezTo>
                    <a:pt x="223078" y="319918"/>
                    <a:pt x="229657" y="327140"/>
                    <a:pt x="234342" y="331253"/>
                  </a:cubicBezTo>
                  <a:cubicBezTo>
                    <a:pt x="239027" y="335367"/>
                    <a:pt x="242630" y="340605"/>
                    <a:pt x="242348" y="342893"/>
                  </a:cubicBezTo>
                  <a:cubicBezTo>
                    <a:pt x="242066" y="345182"/>
                    <a:pt x="242758" y="350373"/>
                    <a:pt x="243886" y="354430"/>
                  </a:cubicBezTo>
                  <a:cubicBezTo>
                    <a:pt x="245242" y="359308"/>
                    <a:pt x="244910" y="362440"/>
                    <a:pt x="242906" y="363679"/>
                  </a:cubicBezTo>
                  <a:cubicBezTo>
                    <a:pt x="240669" y="365062"/>
                    <a:pt x="240599" y="367456"/>
                    <a:pt x="242638" y="372819"/>
                  </a:cubicBezTo>
                  <a:cubicBezTo>
                    <a:pt x="245274" y="379752"/>
                    <a:pt x="245565" y="379861"/>
                    <a:pt x="248980" y="375191"/>
                  </a:cubicBezTo>
                  <a:cubicBezTo>
                    <a:pt x="253071" y="369596"/>
                    <a:pt x="256854" y="372003"/>
                    <a:pt x="256854" y="380201"/>
                  </a:cubicBezTo>
                  <a:cubicBezTo>
                    <a:pt x="256854" y="384054"/>
                    <a:pt x="258448" y="385776"/>
                    <a:pt x="262017" y="385776"/>
                  </a:cubicBezTo>
                  <a:cubicBezTo>
                    <a:pt x="266316" y="385777"/>
                    <a:pt x="267243" y="387623"/>
                    <a:pt x="267554" y="396801"/>
                  </a:cubicBezTo>
                  <a:cubicBezTo>
                    <a:pt x="267995" y="409833"/>
                    <a:pt x="271290" y="414537"/>
                    <a:pt x="281559" y="416793"/>
                  </a:cubicBezTo>
                  <a:cubicBezTo>
                    <a:pt x="287964" y="418199"/>
                    <a:pt x="289378" y="420020"/>
                    <a:pt x="290755" y="428632"/>
                  </a:cubicBezTo>
                  <a:cubicBezTo>
                    <a:pt x="291650" y="434230"/>
                    <a:pt x="293391" y="439433"/>
                    <a:pt x="294624" y="440196"/>
                  </a:cubicBezTo>
                  <a:cubicBezTo>
                    <a:pt x="295858" y="440958"/>
                    <a:pt x="296867" y="446160"/>
                    <a:pt x="296867" y="451755"/>
                  </a:cubicBezTo>
                  <a:cubicBezTo>
                    <a:pt x="296867" y="461851"/>
                    <a:pt x="296793" y="461926"/>
                    <a:pt x="287186" y="461588"/>
                  </a:cubicBezTo>
                  <a:cubicBezTo>
                    <a:pt x="281862" y="461400"/>
                    <a:pt x="258020" y="459243"/>
                    <a:pt x="234204" y="456793"/>
                  </a:cubicBezTo>
                  <a:close/>
                </a:path>
              </a:pathLst>
            </a:custGeom>
            <a:solidFill>
              <a:srgbClr val="B9B9B9"/>
            </a:solidFill>
            <a:ln w="5163" cap="flat">
              <a:noFill/>
              <a:prstDash val="solid"/>
              <a:miter/>
            </a:ln>
          </p:spPr>
          <p:txBody>
            <a:bodyPr/>
            <a:lstStyle/>
            <a:p>
              <a:endParaRPr lang="es-419" noProof="0" dirty="0"/>
            </a:p>
          </p:txBody>
        </p:sp>
        <p:sp>
          <p:nvSpPr>
            <p:cNvPr id="108" name="Forma libre: forma 107">
              <a:extLst>
                <a:ext uri="{FF2B5EF4-FFF2-40B4-BE49-F238E27FC236}">
                  <a16:creationId xmlns:a16="http://schemas.microsoft.com/office/drawing/2014/main" id="{FE68BA15-7D81-7D95-E12C-628FFCEADB4A}"/>
                </a:ext>
              </a:extLst>
            </p:cNvPr>
            <p:cNvSpPr/>
            <p:nvPr/>
          </p:nvSpPr>
          <p:spPr>
            <a:xfrm>
              <a:off x="259777" y="1434618"/>
              <a:ext cx="20905" cy="34765"/>
            </a:xfrm>
            <a:custGeom>
              <a:avLst/>
              <a:gdLst>
                <a:gd name="csX0" fmla="*/ 7343 w 20905"/>
                <a:gd name="csY0" fmla="*/ 31742 h 34765"/>
                <a:gd name="csX1" fmla="*/ 5095 w 20905"/>
                <a:gd name="csY1" fmla="*/ 22712 h 34765"/>
                <a:gd name="csX2" fmla="*/ 11946 w 20905"/>
                <a:gd name="csY2" fmla="*/ 12959 h 34765"/>
                <a:gd name="csX3" fmla="*/ 17992 w 20905"/>
                <a:gd name="csY3" fmla="*/ 1997 h 34765"/>
                <a:gd name="csX4" fmla="*/ 19063 w 20905"/>
                <a:gd name="csY4" fmla="*/ 27093 h 34765"/>
                <a:gd name="csX5" fmla="*/ 7343 w 20905"/>
                <a:gd name="csY5" fmla="*/ 31742 h 34765"/>
              </a:gdLst>
              <a:ahLst/>
              <a:cxnLst>
                <a:cxn ang="0">
                  <a:pos x="csX0" y="csY0"/>
                </a:cxn>
                <a:cxn ang="0">
                  <a:pos x="csX1" y="csY1"/>
                </a:cxn>
                <a:cxn ang="0">
                  <a:pos x="csX2" y="csY2"/>
                </a:cxn>
                <a:cxn ang="0">
                  <a:pos x="csX3" y="csY3"/>
                </a:cxn>
                <a:cxn ang="0">
                  <a:pos x="csX4" y="csY4"/>
                </a:cxn>
                <a:cxn ang="0">
                  <a:pos x="csX5" y="csY5"/>
                </a:cxn>
              </a:cxnLst>
              <a:rect l="l" t="t" r="r" b="b"/>
              <a:pathLst>
                <a:path w="20905" h="34765">
                  <a:moveTo>
                    <a:pt x="7343" y="31742"/>
                  </a:moveTo>
                  <a:cubicBezTo>
                    <a:pt x="-1878" y="26647"/>
                    <a:pt x="-2170" y="25474"/>
                    <a:pt x="5095" y="22712"/>
                  </a:cubicBezTo>
                  <a:cubicBezTo>
                    <a:pt x="10179" y="20779"/>
                    <a:pt x="11916" y="18306"/>
                    <a:pt x="11946" y="12959"/>
                  </a:cubicBezTo>
                  <a:cubicBezTo>
                    <a:pt x="11996" y="3833"/>
                    <a:pt x="16177" y="-3749"/>
                    <a:pt x="17992" y="1997"/>
                  </a:cubicBezTo>
                  <a:cubicBezTo>
                    <a:pt x="21527" y="13191"/>
                    <a:pt x="21797" y="19522"/>
                    <a:pt x="19063" y="27093"/>
                  </a:cubicBezTo>
                  <a:cubicBezTo>
                    <a:pt x="15722" y="36343"/>
                    <a:pt x="15691" y="36355"/>
                    <a:pt x="7343" y="31742"/>
                  </a:cubicBezTo>
                  <a:close/>
                </a:path>
              </a:pathLst>
            </a:custGeom>
            <a:solidFill>
              <a:srgbClr val="B9B9B9"/>
            </a:solidFill>
            <a:ln w="5163" cap="flat">
              <a:noFill/>
              <a:prstDash val="solid"/>
              <a:miter/>
            </a:ln>
          </p:spPr>
          <p:txBody>
            <a:bodyPr/>
            <a:lstStyle/>
            <a:p>
              <a:endParaRPr lang="es-419" noProof="0" dirty="0"/>
            </a:p>
          </p:txBody>
        </p:sp>
        <p:sp>
          <p:nvSpPr>
            <p:cNvPr id="109" name="Forma libre: forma 108">
              <a:extLst>
                <a:ext uri="{FF2B5EF4-FFF2-40B4-BE49-F238E27FC236}">
                  <a16:creationId xmlns:a16="http://schemas.microsoft.com/office/drawing/2014/main" id="{9916EB24-D0D6-47D8-9A64-8AFA35FA417E}"/>
                </a:ext>
              </a:extLst>
            </p:cNvPr>
            <p:cNvSpPr/>
            <p:nvPr/>
          </p:nvSpPr>
          <p:spPr>
            <a:xfrm>
              <a:off x="73152" y="1375664"/>
              <a:ext cx="14357" cy="42577"/>
            </a:xfrm>
            <a:custGeom>
              <a:avLst/>
              <a:gdLst>
                <a:gd name="csX0" fmla="*/ 7495 w 14357"/>
                <a:gd name="csY0" fmla="*/ 37645 h 42577"/>
                <a:gd name="csX1" fmla="*/ 3632 w 14357"/>
                <a:gd name="csY1" fmla="*/ 24738 h 42577"/>
                <a:gd name="csX2" fmla="*/ 3632 w 14357"/>
                <a:gd name="csY2" fmla="*/ 1505 h 42577"/>
                <a:gd name="csX3" fmla="*/ 7504 w 14357"/>
                <a:gd name="csY3" fmla="*/ 6137 h 42577"/>
                <a:gd name="csX4" fmla="*/ 10146 w 14357"/>
                <a:gd name="csY4" fmla="*/ 14863 h 42577"/>
                <a:gd name="csX5" fmla="*/ 11643 w 14357"/>
                <a:gd name="csY5" fmla="*/ 38936 h 42577"/>
                <a:gd name="csX6" fmla="*/ 7495 w 14357"/>
                <a:gd name="csY6" fmla="*/ 37645 h 42577"/>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4357" h="42577">
                  <a:moveTo>
                    <a:pt x="7495" y="37645"/>
                  </a:moveTo>
                  <a:cubicBezTo>
                    <a:pt x="7399" y="34096"/>
                    <a:pt x="5661" y="28288"/>
                    <a:pt x="3632" y="24738"/>
                  </a:cubicBezTo>
                  <a:cubicBezTo>
                    <a:pt x="-1211" y="16267"/>
                    <a:pt x="-1211" y="5524"/>
                    <a:pt x="3632" y="1505"/>
                  </a:cubicBezTo>
                  <a:cubicBezTo>
                    <a:pt x="6929" y="-1232"/>
                    <a:pt x="7504" y="-544"/>
                    <a:pt x="7504" y="6137"/>
                  </a:cubicBezTo>
                  <a:cubicBezTo>
                    <a:pt x="7504" y="10452"/>
                    <a:pt x="8693" y="14378"/>
                    <a:pt x="10146" y="14863"/>
                  </a:cubicBezTo>
                  <a:cubicBezTo>
                    <a:pt x="14898" y="16447"/>
                    <a:pt x="15948" y="33343"/>
                    <a:pt x="11643" y="38936"/>
                  </a:cubicBezTo>
                  <a:cubicBezTo>
                    <a:pt x="7745" y="44000"/>
                    <a:pt x="7665" y="43975"/>
                    <a:pt x="7495" y="37645"/>
                  </a:cubicBezTo>
                  <a:close/>
                </a:path>
              </a:pathLst>
            </a:custGeom>
            <a:solidFill>
              <a:srgbClr val="B9B9B9"/>
            </a:solidFill>
            <a:ln w="5163" cap="flat">
              <a:noFill/>
              <a:prstDash val="solid"/>
              <a:miter/>
            </a:ln>
          </p:spPr>
          <p:txBody>
            <a:bodyPr/>
            <a:lstStyle/>
            <a:p>
              <a:endParaRPr lang="es-419" noProof="0" dirty="0"/>
            </a:p>
          </p:txBody>
        </p:sp>
        <p:sp>
          <p:nvSpPr>
            <p:cNvPr id="110" name="Forma libre: forma 109">
              <a:extLst>
                <a:ext uri="{FF2B5EF4-FFF2-40B4-BE49-F238E27FC236}">
                  <a16:creationId xmlns:a16="http://schemas.microsoft.com/office/drawing/2014/main" id="{F7A8C2AD-2305-56E6-C298-4C1D7339670C}"/>
                </a:ext>
              </a:extLst>
            </p:cNvPr>
            <p:cNvSpPr/>
            <p:nvPr/>
          </p:nvSpPr>
          <p:spPr>
            <a:xfrm>
              <a:off x="420547" y="1341567"/>
              <a:ext cx="36589" cy="57857"/>
            </a:xfrm>
            <a:custGeom>
              <a:avLst/>
              <a:gdLst>
                <a:gd name="csX0" fmla="*/ 24033 w 36589"/>
                <a:gd name="csY0" fmla="*/ 48231 h 57857"/>
                <a:gd name="csX1" fmla="*/ 8875 w 36589"/>
                <a:gd name="csY1" fmla="*/ 31730 h 57857"/>
                <a:gd name="csX2" fmla="*/ 2815 w 36589"/>
                <a:gd name="csY2" fmla="*/ 140 h 57857"/>
                <a:gd name="csX3" fmla="*/ 18571 w 36589"/>
                <a:gd name="csY3" fmla="*/ 17532 h 57857"/>
                <a:gd name="csX4" fmla="*/ 26156 w 36589"/>
                <a:gd name="csY4" fmla="*/ 27858 h 57857"/>
                <a:gd name="csX5" fmla="*/ 32361 w 36589"/>
                <a:gd name="csY5" fmla="*/ 36599 h 57857"/>
                <a:gd name="csX6" fmla="*/ 34380 w 36589"/>
                <a:gd name="csY6" fmla="*/ 51018 h 57857"/>
                <a:gd name="csX7" fmla="*/ 24033 w 36589"/>
                <a:gd name="csY7" fmla="*/ 48231 h 578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6589" h="57857">
                  <a:moveTo>
                    <a:pt x="24033" y="48231"/>
                  </a:moveTo>
                  <a:cubicBezTo>
                    <a:pt x="18251" y="41995"/>
                    <a:pt x="11430" y="34569"/>
                    <a:pt x="8875" y="31730"/>
                  </a:cubicBezTo>
                  <a:cubicBezTo>
                    <a:pt x="870" y="22831"/>
                    <a:pt x="-3051" y="2391"/>
                    <a:pt x="2815" y="140"/>
                  </a:cubicBezTo>
                  <a:cubicBezTo>
                    <a:pt x="7073" y="-1494"/>
                    <a:pt x="18931" y="11596"/>
                    <a:pt x="18571" y="17532"/>
                  </a:cubicBezTo>
                  <a:cubicBezTo>
                    <a:pt x="18043" y="26212"/>
                    <a:pt x="19252" y="27858"/>
                    <a:pt x="26156" y="27858"/>
                  </a:cubicBezTo>
                  <a:cubicBezTo>
                    <a:pt x="32848" y="27858"/>
                    <a:pt x="33306" y="28504"/>
                    <a:pt x="32361" y="36599"/>
                  </a:cubicBezTo>
                  <a:cubicBezTo>
                    <a:pt x="31800" y="41406"/>
                    <a:pt x="32708" y="47895"/>
                    <a:pt x="34380" y="51018"/>
                  </a:cubicBezTo>
                  <a:cubicBezTo>
                    <a:pt x="39819" y="61181"/>
                    <a:pt x="34782" y="59825"/>
                    <a:pt x="24033" y="48231"/>
                  </a:cubicBezTo>
                  <a:close/>
                </a:path>
              </a:pathLst>
            </a:custGeom>
            <a:solidFill>
              <a:srgbClr val="B9B9B9"/>
            </a:solidFill>
            <a:ln w="5163" cap="flat">
              <a:noFill/>
              <a:prstDash val="solid"/>
              <a:miter/>
            </a:ln>
          </p:spPr>
          <p:txBody>
            <a:bodyPr/>
            <a:lstStyle/>
            <a:p>
              <a:endParaRPr lang="es-419" noProof="0" dirty="0"/>
            </a:p>
          </p:txBody>
        </p:sp>
      </p:grpSp>
      <p:grpSp>
        <p:nvGrpSpPr>
          <p:cNvPr id="111" name="Gráfico 39">
            <a:extLst>
              <a:ext uri="{FF2B5EF4-FFF2-40B4-BE49-F238E27FC236}">
                <a16:creationId xmlns:a16="http://schemas.microsoft.com/office/drawing/2014/main" id="{2A68D26A-E940-FF0E-1C33-C68F2C132EB6}"/>
              </a:ext>
            </a:extLst>
          </p:cNvPr>
          <p:cNvGrpSpPr/>
          <p:nvPr/>
        </p:nvGrpSpPr>
        <p:grpSpPr>
          <a:xfrm>
            <a:off x="347681" y="1057339"/>
            <a:ext cx="481325" cy="621418"/>
            <a:chOff x="347681" y="1057339"/>
            <a:chExt cx="481325" cy="621418"/>
          </a:xfrm>
          <a:solidFill>
            <a:srgbClr val="B9B9B9"/>
          </a:solidFill>
        </p:grpSpPr>
        <p:grpSp>
          <p:nvGrpSpPr>
            <p:cNvPr id="112" name="Gráfico 39">
              <a:extLst>
                <a:ext uri="{FF2B5EF4-FFF2-40B4-BE49-F238E27FC236}">
                  <a16:creationId xmlns:a16="http://schemas.microsoft.com/office/drawing/2014/main" id="{D69D6CE7-AB60-CCE3-EDF7-D8AB30F7B79A}"/>
                </a:ext>
              </a:extLst>
            </p:cNvPr>
            <p:cNvGrpSpPr/>
            <p:nvPr/>
          </p:nvGrpSpPr>
          <p:grpSpPr>
            <a:xfrm>
              <a:off x="492211" y="1384222"/>
              <a:ext cx="33498" cy="51895"/>
              <a:chOff x="492211" y="1384222"/>
              <a:chExt cx="33498" cy="51895"/>
            </a:xfrm>
            <a:solidFill>
              <a:srgbClr val="B9B9B9"/>
            </a:solidFill>
          </p:grpSpPr>
          <p:sp>
            <p:nvSpPr>
              <p:cNvPr id="113" name="Forma libre: forma 112">
                <a:extLst>
                  <a:ext uri="{FF2B5EF4-FFF2-40B4-BE49-F238E27FC236}">
                    <a16:creationId xmlns:a16="http://schemas.microsoft.com/office/drawing/2014/main" id="{9D64EF78-BAE1-E86C-7CCF-6F1F97C3B71E}"/>
                  </a:ext>
                </a:extLst>
              </p:cNvPr>
              <p:cNvSpPr/>
              <p:nvPr/>
            </p:nvSpPr>
            <p:spPr>
              <a:xfrm>
                <a:off x="492211" y="1428798"/>
                <a:ext cx="6246" cy="7319"/>
              </a:xfrm>
              <a:custGeom>
                <a:avLst/>
                <a:gdLst>
                  <a:gd name="csX0" fmla="*/ 460 w 6246"/>
                  <a:gd name="csY0" fmla="*/ 4088 h 7319"/>
                  <a:gd name="csX1" fmla="*/ 4549 w 6246"/>
                  <a:gd name="csY1" fmla="*/ 0 h 7319"/>
                  <a:gd name="csX2" fmla="*/ 1959 w 6246"/>
                  <a:gd name="csY2" fmla="*/ 7153 h 7319"/>
                  <a:gd name="csX3" fmla="*/ 460 w 6246"/>
                  <a:gd name="csY3" fmla="*/ 4088 h 7319"/>
                </a:gdLst>
                <a:ahLst/>
                <a:cxnLst>
                  <a:cxn ang="0">
                    <a:pos x="csX0" y="csY0"/>
                  </a:cxn>
                  <a:cxn ang="0">
                    <a:pos x="csX1" y="csY1"/>
                  </a:cxn>
                  <a:cxn ang="0">
                    <a:pos x="csX2" y="csY2"/>
                  </a:cxn>
                  <a:cxn ang="0">
                    <a:pos x="csX3" y="csY3"/>
                  </a:cxn>
                </a:cxnLst>
                <a:rect l="l" t="t" r="r" b="b"/>
                <a:pathLst>
                  <a:path w="6246" h="7319">
                    <a:moveTo>
                      <a:pt x="460" y="4088"/>
                    </a:moveTo>
                    <a:cubicBezTo>
                      <a:pt x="1323" y="1840"/>
                      <a:pt x="3163" y="0"/>
                      <a:pt x="4549" y="0"/>
                    </a:cubicBezTo>
                    <a:cubicBezTo>
                      <a:pt x="7942" y="0"/>
                      <a:pt x="5818" y="5867"/>
                      <a:pt x="1959" y="7153"/>
                    </a:cubicBezTo>
                    <a:cubicBezTo>
                      <a:pt x="72" y="7782"/>
                      <a:pt x="-505" y="6602"/>
                      <a:pt x="460" y="4088"/>
                    </a:cubicBezTo>
                    <a:close/>
                  </a:path>
                </a:pathLst>
              </a:custGeom>
              <a:solidFill>
                <a:srgbClr val="B9B9B9"/>
              </a:solidFill>
              <a:ln w="5163" cap="flat">
                <a:noFill/>
                <a:prstDash val="solid"/>
                <a:miter/>
              </a:ln>
            </p:spPr>
            <p:txBody>
              <a:bodyPr/>
              <a:lstStyle/>
              <a:p>
                <a:endParaRPr lang="es-419" noProof="0" dirty="0"/>
              </a:p>
            </p:txBody>
          </p:sp>
          <p:sp>
            <p:nvSpPr>
              <p:cNvPr id="114" name="Forma libre: forma 113">
                <a:extLst>
                  <a:ext uri="{FF2B5EF4-FFF2-40B4-BE49-F238E27FC236}">
                    <a16:creationId xmlns:a16="http://schemas.microsoft.com/office/drawing/2014/main" id="{F68C81CB-2010-A524-E7C2-4B721EBE7374}"/>
                  </a:ext>
                </a:extLst>
              </p:cNvPr>
              <p:cNvSpPr/>
              <p:nvPr/>
            </p:nvSpPr>
            <p:spPr>
              <a:xfrm>
                <a:off x="495379" y="1384222"/>
                <a:ext cx="30331" cy="44105"/>
              </a:xfrm>
              <a:custGeom>
                <a:avLst/>
                <a:gdLst>
                  <a:gd name="csX0" fmla="*/ 10578 w 30331"/>
                  <a:gd name="csY0" fmla="*/ 40845 h 44105"/>
                  <a:gd name="csX1" fmla="*/ 3426 w 30331"/>
                  <a:gd name="csY1" fmla="*/ 27268 h 44105"/>
                  <a:gd name="csX2" fmla="*/ 8634 w 30331"/>
                  <a:gd name="csY2" fmla="*/ 13316 h 44105"/>
                  <a:gd name="csX3" fmla="*/ 25629 w 30331"/>
                  <a:gd name="csY3" fmla="*/ 1695 h 44105"/>
                  <a:gd name="csX4" fmla="*/ 27283 w 30331"/>
                  <a:gd name="csY4" fmla="*/ 34769 h 44105"/>
                  <a:gd name="csX5" fmla="*/ 10578 w 30331"/>
                  <a:gd name="csY5" fmla="*/ 40845 h 44105"/>
                </a:gdLst>
                <a:ahLst/>
                <a:cxnLst>
                  <a:cxn ang="0">
                    <a:pos x="csX0" y="csY0"/>
                  </a:cxn>
                  <a:cxn ang="0">
                    <a:pos x="csX1" y="csY1"/>
                  </a:cxn>
                  <a:cxn ang="0">
                    <a:pos x="csX2" y="csY2"/>
                  </a:cxn>
                  <a:cxn ang="0">
                    <a:pos x="csX3" y="csY3"/>
                  </a:cxn>
                  <a:cxn ang="0">
                    <a:pos x="csX4" y="csY4"/>
                  </a:cxn>
                  <a:cxn ang="0">
                    <a:pos x="csX5" y="csY5"/>
                  </a:cxn>
                </a:cxnLst>
                <a:rect l="l" t="t" r="r" b="b"/>
                <a:pathLst>
                  <a:path w="30331" h="44105">
                    <a:moveTo>
                      <a:pt x="10578" y="40845"/>
                    </a:moveTo>
                    <a:cubicBezTo>
                      <a:pt x="-1917" y="34327"/>
                      <a:pt x="-2001" y="34167"/>
                      <a:pt x="3426" y="27268"/>
                    </a:cubicBezTo>
                    <a:cubicBezTo>
                      <a:pt x="6291" y="23626"/>
                      <a:pt x="8634" y="17348"/>
                      <a:pt x="8634" y="13316"/>
                    </a:cubicBezTo>
                    <a:cubicBezTo>
                      <a:pt x="8634" y="4586"/>
                      <a:pt x="20679" y="-3650"/>
                      <a:pt x="25629" y="1695"/>
                    </a:cubicBezTo>
                    <a:cubicBezTo>
                      <a:pt x="31123" y="7627"/>
                      <a:pt x="31970" y="24580"/>
                      <a:pt x="27283" y="34769"/>
                    </a:cubicBezTo>
                    <a:cubicBezTo>
                      <a:pt x="22315" y="45567"/>
                      <a:pt x="20734" y="46142"/>
                      <a:pt x="10578" y="40845"/>
                    </a:cubicBezTo>
                    <a:close/>
                  </a:path>
                </a:pathLst>
              </a:custGeom>
              <a:solidFill>
                <a:srgbClr val="B9B9B9"/>
              </a:solidFill>
              <a:ln w="5163" cap="flat">
                <a:noFill/>
                <a:prstDash val="solid"/>
                <a:miter/>
              </a:ln>
            </p:spPr>
            <p:txBody>
              <a:bodyPr/>
              <a:lstStyle/>
              <a:p>
                <a:endParaRPr lang="es-419" noProof="0" dirty="0"/>
              </a:p>
            </p:txBody>
          </p:sp>
        </p:grpSp>
        <p:grpSp>
          <p:nvGrpSpPr>
            <p:cNvPr id="115" name="Gráfico 39">
              <a:extLst>
                <a:ext uri="{FF2B5EF4-FFF2-40B4-BE49-F238E27FC236}">
                  <a16:creationId xmlns:a16="http://schemas.microsoft.com/office/drawing/2014/main" id="{5E0C8EBD-F7A1-11E6-6FF3-D9396931D6BC}"/>
                </a:ext>
              </a:extLst>
            </p:cNvPr>
            <p:cNvGrpSpPr/>
            <p:nvPr/>
          </p:nvGrpSpPr>
          <p:grpSpPr>
            <a:xfrm>
              <a:off x="347681" y="1057339"/>
              <a:ext cx="481325" cy="621418"/>
              <a:chOff x="347681" y="1057339"/>
              <a:chExt cx="481325" cy="621418"/>
            </a:xfrm>
            <a:solidFill>
              <a:srgbClr val="B9B9B9"/>
            </a:solidFill>
          </p:grpSpPr>
          <p:sp>
            <p:nvSpPr>
              <p:cNvPr id="116" name="Forma libre: forma 115">
                <a:extLst>
                  <a:ext uri="{FF2B5EF4-FFF2-40B4-BE49-F238E27FC236}">
                    <a16:creationId xmlns:a16="http://schemas.microsoft.com/office/drawing/2014/main" id="{9293F93B-C764-F839-B25F-318E9B29F776}"/>
                  </a:ext>
                </a:extLst>
              </p:cNvPr>
              <p:cNvSpPr/>
              <p:nvPr/>
            </p:nvSpPr>
            <p:spPr>
              <a:xfrm>
                <a:off x="347681" y="1057339"/>
                <a:ext cx="481325" cy="621418"/>
              </a:xfrm>
              <a:custGeom>
                <a:avLst/>
                <a:gdLst>
                  <a:gd name="csX0" fmla="*/ 392709 w 481325"/>
                  <a:gd name="csY0" fmla="*/ 609477 h 621418"/>
                  <a:gd name="csX1" fmla="*/ 388957 w 481325"/>
                  <a:gd name="csY1" fmla="*/ 594848 h 621418"/>
                  <a:gd name="csX2" fmla="*/ 382520 w 481325"/>
                  <a:gd name="csY2" fmla="*/ 582680 h 621418"/>
                  <a:gd name="csX3" fmla="*/ 381003 w 481325"/>
                  <a:gd name="csY3" fmla="*/ 575394 h 621418"/>
                  <a:gd name="csX4" fmla="*/ 376772 w 481325"/>
                  <a:gd name="csY4" fmla="*/ 573517 h 621418"/>
                  <a:gd name="csX5" fmla="*/ 372471 w 481325"/>
                  <a:gd name="csY5" fmla="*/ 575078 h 621418"/>
                  <a:gd name="csX6" fmla="*/ 371638 w 481325"/>
                  <a:gd name="csY6" fmla="*/ 577600 h 621418"/>
                  <a:gd name="csX7" fmla="*/ 373727 w 481325"/>
                  <a:gd name="csY7" fmla="*/ 583138 h 621418"/>
                  <a:gd name="csX8" fmla="*/ 369193 w 481325"/>
                  <a:gd name="csY8" fmla="*/ 580381 h 621418"/>
                  <a:gd name="csX9" fmla="*/ 364289 w 481325"/>
                  <a:gd name="csY9" fmla="*/ 578851 h 621418"/>
                  <a:gd name="csX10" fmla="*/ 358202 w 481325"/>
                  <a:gd name="csY10" fmla="*/ 578294 h 621418"/>
                  <a:gd name="csX11" fmla="*/ 344811 w 481325"/>
                  <a:gd name="csY11" fmla="*/ 546998 h 621418"/>
                  <a:gd name="csX12" fmla="*/ 347360 w 481325"/>
                  <a:gd name="csY12" fmla="*/ 544424 h 621418"/>
                  <a:gd name="csX13" fmla="*/ 329284 w 481325"/>
                  <a:gd name="csY13" fmla="*/ 536840 h 621418"/>
                  <a:gd name="csX14" fmla="*/ 312504 w 481325"/>
                  <a:gd name="csY14" fmla="*/ 531378 h 621418"/>
                  <a:gd name="csX15" fmla="*/ 299274 w 481325"/>
                  <a:gd name="csY15" fmla="*/ 523870 h 621418"/>
                  <a:gd name="csX16" fmla="*/ 298267 w 481325"/>
                  <a:gd name="csY16" fmla="*/ 519838 h 621418"/>
                  <a:gd name="csX17" fmla="*/ 294146 w 481325"/>
                  <a:gd name="csY17" fmla="*/ 506308 h 621418"/>
                  <a:gd name="csX18" fmla="*/ 290635 w 481325"/>
                  <a:gd name="csY18" fmla="*/ 495822 h 621418"/>
                  <a:gd name="csX19" fmla="*/ 290295 w 481325"/>
                  <a:gd name="csY19" fmla="*/ 485043 h 621418"/>
                  <a:gd name="csX20" fmla="*/ 292460 w 481325"/>
                  <a:gd name="csY20" fmla="*/ 479235 h 621418"/>
                  <a:gd name="csX21" fmla="*/ 293954 w 481325"/>
                  <a:gd name="csY21" fmla="*/ 469554 h 621418"/>
                  <a:gd name="csX22" fmla="*/ 288754 w 481325"/>
                  <a:gd name="csY22" fmla="*/ 460702 h 621418"/>
                  <a:gd name="csX23" fmla="*/ 283583 w 481325"/>
                  <a:gd name="csY23" fmla="*/ 460065 h 621418"/>
                  <a:gd name="csX24" fmla="*/ 278874 w 481325"/>
                  <a:gd name="csY24" fmla="*/ 460231 h 621418"/>
                  <a:gd name="csX25" fmla="*/ 272498 w 481325"/>
                  <a:gd name="csY25" fmla="*/ 449744 h 621418"/>
                  <a:gd name="csX26" fmla="*/ 269740 w 481325"/>
                  <a:gd name="csY26" fmla="*/ 445139 h 621418"/>
                  <a:gd name="csX27" fmla="*/ 268211 w 481325"/>
                  <a:gd name="csY27" fmla="*/ 450043 h 621418"/>
                  <a:gd name="csX28" fmla="*/ 267044 w 481325"/>
                  <a:gd name="csY28" fmla="*/ 456881 h 621418"/>
                  <a:gd name="csX29" fmla="*/ 259538 w 481325"/>
                  <a:gd name="csY29" fmla="*/ 454425 h 621418"/>
                  <a:gd name="csX30" fmla="*/ 254428 w 481325"/>
                  <a:gd name="csY30" fmla="*/ 444654 h 621418"/>
                  <a:gd name="csX31" fmla="*/ 249421 w 481325"/>
                  <a:gd name="csY31" fmla="*/ 443656 h 621418"/>
                  <a:gd name="csX32" fmla="*/ 238700 w 481325"/>
                  <a:gd name="csY32" fmla="*/ 428558 h 621418"/>
                  <a:gd name="csX33" fmla="*/ 224166 w 481325"/>
                  <a:gd name="csY33" fmla="*/ 409935 h 621418"/>
                  <a:gd name="csX34" fmla="*/ 213124 w 481325"/>
                  <a:gd name="csY34" fmla="*/ 401065 h 621418"/>
                  <a:gd name="csX35" fmla="*/ 206671 w 481325"/>
                  <a:gd name="csY35" fmla="*/ 388468 h 621418"/>
                  <a:gd name="csX36" fmla="*/ 204242 w 481325"/>
                  <a:gd name="csY36" fmla="*/ 374041 h 621418"/>
                  <a:gd name="csX37" fmla="*/ 206562 w 481325"/>
                  <a:gd name="csY37" fmla="*/ 371283 h 621418"/>
                  <a:gd name="csX38" fmla="*/ 201394 w 481325"/>
                  <a:gd name="csY38" fmla="*/ 369855 h 621418"/>
                  <a:gd name="csX39" fmla="*/ 181743 w 481325"/>
                  <a:gd name="csY39" fmla="*/ 350072 h 621418"/>
                  <a:gd name="csX40" fmla="*/ 180840 w 481325"/>
                  <a:gd name="csY40" fmla="*/ 340015 h 621418"/>
                  <a:gd name="csX41" fmla="*/ 168342 w 481325"/>
                  <a:gd name="csY41" fmla="*/ 316750 h 621418"/>
                  <a:gd name="csX42" fmla="*/ 162786 w 481325"/>
                  <a:gd name="csY42" fmla="*/ 304341 h 621418"/>
                  <a:gd name="csX43" fmla="*/ 153959 w 481325"/>
                  <a:gd name="csY43" fmla="*/ 280463 h 621418"/>
                  <a:gd name="csX44" fmla="*/ 143231 w 481325"/>
                  <a:gd name="csY44" fmla="*/ 268201 h 621418"/>
                  <a:gd name="csX45" fmla="*/ 141096 w 481325"/>
                  <a:gd name="csY45" fmla="*/ 246493 h 621418"/>
                  <a:gd name="csX46" fmla="*/ 133510 w 481325"/>
                  <a:gd name="csY46" fmla="*/ 215932 h 621418"/>
                  <a:gd name="csX47" fmla="*/ 125786 w 481325"/>
                  <a:gd name="csY47" fmla="*/ 201792 h 621418"/>
                  <a:gd name="csX48" fmla="*/ 113580 w 481325"/>
                  <a:gd name="csY48" fmla="*/ 175023 h 621418"/>
                  <a:gd name="csX49" fmla="*/ 104703 w 481325"/>
                  <a:gd name="csY49" fmla="*/ 151035 h 621418"/>
                  <a:gd name="csX50" fmla="*/ 100240 w 481325"/>
                  <a:gd name="csY50" fmla="*/ 135893 h 621418"/>
                  <a:gd name="csX51" fmla="*/ 100240 w 481325"/>
                  <a:gd name="csY51" fmla="*/ 128463 h 621418"/>
                  <a:gd name="csX52" fmla="*/ 99247 w 481325"/>
                  <a:gd name="csY52" fmla="*/ 115142 h 621418"/>
                  <a:gd name="csX53" fmla="*/ 93791 w 481325"/>
                  <a:gd name="csY53" fmla="*/ 109442 h 621418"/>
                  <a:gd name="csX54" fmla="*/ 95549 w 481325"/>
                  <a:gd name="csY54" fmla="*/ 115250 h 621418"/>
                  <a:gd name="csX55" fmla="*/ 90800 w 481325"/>
                  <a:gd name="csY55" fmla="*/ 117023 h 621418"/>
                  <a:gd name="csX56" fmla="*/ 87172 w 481325"/>
                  <a:gd name="csY56" fmla="*/ 114272 h 621418"/>
                  <a:gd name="csX57" fmla="*/ 67148 w 481325"/>
                  <a:gd name="csY57" fmla="*/ 111209 h 621418"/>
                  <a:gd name="csX58" fmla="*/ 49971 w 481325"/>
                  <a:gd name="csY58" fmla="*/ 100232 h 621418"/>
                  <a:gd name="csX59" fmla="*/ 44090 w 481325"/>
                  <a:gd name="csY59" fmla="*/ 90574 h 621418"/>
                  <a:gd name="csX60" fmla="*/ 35863 w 481325"/>
                  <a:gd name="csY60" fmla="*/ 83433 h 621418"/>
                  <a:gd name="csX61" fmla="*/ 32588 w 481325"/>
                  <a:gd name="csY61" fmla="*/ 82069 h 621418"/>
                  <a:gd name="csX62" fmla="*/ 11771 w 481325"/>
                  <a:gd name="csY62" fmla="*/ 68233 h 621418"/>
                  <a:gd name="csX63" fmla="*/ 5348 w 481325"/>
                  <a:gd name="csY63" fmla="*/ 59589 h 621418"/>
                  <a:gd name="csX64" fmla="*/ 1583 w 481325"/>
                  <a:gd name="csY64" fmla="*/ 46912 h 621418"/>
                  <a:gd name="csX65" fmla="*/ 325 w 481325"/>
                  <a:gd name="csY65" fmla="*/ 17525 h 621418"/>
                  <a:gd name="csX66" fmla="*/ 4538 w 481325"/>
                  <a:gd name="csY66" fmla="*/ 6689 h 621418"/>
                  <a:gd name="csX67" fmla="*/ 10480 w 481325"/>
                  <a:gd name="csY67" fmla="*/ 0 h 621418"/>
                  <a:gd name="csX68" fmla="*/ 53074 w 481325"/>
                  <a:gd name="csY68" fmla="*/ 22147 h 621418"/>
                  <a:gd name="csX69" fmla="*/ 133099 w 481325"/>
                  <a:gd name="csY69" fmla="*/ 64285 h 621418"/>
                  <a:gd name="csX70" fmla="*/ 308638 w 481325"/>
                  <a:gd name="csY70" fmla="*/ 150152 h 621418"/>
                  <a:gd name="csX71" fmla="*/ 460324 w 481325"/>
                  <a:gd name="csY71" fmla="*/ 163865 h 621418"/>
                  <a:gd name="csX72" fmla="*/ 466125 w 481325"/>
                  <a:gd name="csY72" fmla="*/ 170071 h 621418"/>
                  <a:gd name="csX73" fmla="*/ 465714 w 481325"/>
                  <a:gd name="csY73" fmla="*/ 176317 h 621418"/>
                  <a:gd name="csX74" fmla="*/ 471176 w 481325"/>
                  <a:gd name="csY74" fmla="*/ 205515 h 621418"/>
                  <a:gd name="csX75" fmla="*/ 478356 w 481325"/>
                  <a:gd name="csY75" fmla="*/ 244968 h 621418"/>
                  <a:gd name="csX76" fmla="*/ 480666 w 481325"/>
                  <a:gd name="csY76" fmla="*/ 291434 h 621418"/>
                  <a:gd name="csX77" fmla="*/ 471606 w 481325"/>
                  <a:gd name="csY77" fmla="*/ 339879 h 621418"/>
                  <a:gd name="csX78" fmla="*/ 467718 w 481325"/>
                  <a:gd name="csY78" fmla="*/ 346935 h 621418"/>
                  <a:gd name="csX79" fmla="*/ 468256 w 481325"/>
                  <a:gd name="csY79" fmla="*/ 419216 h 621418"/>
                  <a:gd name="csX80" fmla="*/ 469120 w 481325"/>
                  <a:gd name="csY80" fmla="*/ 434705 h 621418"/>
                  <a:gd name="csX81" fmla="*/ 451760 w 481325"/>
                  <a:gd name="csY81" fmla="*/ 439004 h 621418"/>
                  <a:gd name="csX82" fmla="*/ 430017 w 481325"/>
                  <a:gd name="csY82" fmla="*/ 458164 h 621418"/>
                  <a:gd name="csX83" fmla="*/ 441207 w 481325"/>
                  <a:gd name="csY83" fmla="*/ 484914 h 621418"/>
                  <a:gd name="csX84" fmla="*/ 455538 w 481325"/>
                  <a:gd name="csY84" fmla="*/ 533438 h 621418"/>
                  <a:gd name="csX85" fmla="*/ 463393 w 481325"/>
                  <a:gd name="csY85" fmla="*/ 557324 h 621418"/>
                  <a:gd name="csX86" fmla="*/ 466107 w 481325"/>
                  <a:gd name="csY86" fmla="*/ 564704 h 621418"/>
                  <a:gd name="csX87" fmla="*/ 427332 w 481325"/>
                  <a:gd name="csY87" fmla="*/ 607875 h 621418"/>
                  <a:gd name="csX88" fmla="*/ 408378 w 481325"/>
                  <a:gd name="csY88" fmla="*/ 619278 h 621418"/>
                  <a:gd name="csX89" fmla="*/ 406733 w 481325"/>
                  <a:gd name="csY89" fmla="*/ 612610 h 621418"/>
                  <a:gd name="csX90" fmla="*/ 398989 w 481325"/>
                  <a:gd name="csY90" fmla="*/ 614115 h 621418"/>
                  <a:gd name="csX91" fmla="*/ 394277 w 481325"/>
                  <a:gd name="csY91" fmla="*/ 621279 h 621418"/>
                  <a:gd name="csX92" fmla="*/ 392709 w 481325"/>
                  <a:gd name="csY92" fmla="*/ 609477 h 62141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Lst>
                <a:rect l="l" t="t" r="r" b="b"/>
                <a:pathLst>
                  <a:path w="481325" h="621418">
                    <a:moveTo>
                      <a:pt x="392709" y="609477"/>
                    </a:moveTo>
                    <a:cubicBezTo>
                      <a:pt x="394253" y="597840"/>
                      <a:pt x="393887" y="596413"/>
                      <a:pt x="388957" y="594848"/>
                    </a:cubicBezTo>
                    <a:cubicBezTo>
                      <a:pt x="381454" y="592467"/>
                      <a:pt x="376874" y="583809"/>
                      <a:pt x="382520" y="582680"/>
                    </a:cubicBezTo>
                    <a:cubicBezTo>
                      <a:pt x="386074" y="581969"/>
                      <a:pt x="385853" y="580904"/>
                      <a:pt x="381003" y="575394"/>
                    </a:cubicBezTo>
                    <a:cubicBezTo>
                      <a:pt x="377016" y="570863"/>
                      <a:pt x="375755" y="570304"/>
                      <a:pt x="376772" y="573517"/>
                    </a:cubicBezTo>
                    <a:cubicBezTo>
                      <a:pt x="378038" y="577517"/>
                      <a:pt x="377495" y="577714"/>
                      <a:pt x="372471" y="575078"/>
                    </a:cubicBezTo>
                    <a:cubicBezTo>
                      <a:pt x="366755" y="572079"/>
                      <a:pt x="366750" y="572094"/>
                      <a:pt x="371638" y="577600"/>
                    </a:cubicBezTo>
                    <a:cubicBezTo>
                      <a:pt x="374343" y="580646"/>
                      <a:pt x="375283" y="583138"/>
                      <a:pt x="373727" y="583138"/>
                    </a:cubicBezTo>
                    <a:cubicBezTo>
                      <a:pt x="372171" y="583138"/>
                      <a:pt x="370131" y="581897"/>
                      <a:pt x="369193" y="580381"/>
                    </a:cubicBezTo>
                    <a:cubicBezTo>
                      <a:pt x="368256" y="578864"/>
                      <a:pt x="366049" y="578176"/>
                      <a:pt x="364289" y="578851"/>
                    </a:cubicBezTo>
                    <a:cubicBezTo>
                      <a:pt x="362530" y="579526"/>
                      <a:pt x="359790" y="579276"/>
                      <a:pt x="358202" y="578294"/>
                    </a:cubicBezTo>
                    <a:cubicBezTo>
                      <a:pt x="354056" y="575732"/>
                      <a:pt x="341762" y="546998"/>
                      <a:pt x="344811" y="546998"/>
                    </a:cubicBezTo>
                    <a:cubicBezTo>
                      <a:pt x="346213" y="546998"/>
                      <a:pt x="347360" y="545839"/>
                      <a:pt x="347360" y="544424"/>
                    </a:cubicBezTo>
                    <a:cubicBezTo>
                      <a:pt x="347360" y="541126"/>
                      <a:pt x="331006" y="534265"/>
                      <a:pt x="329284" y="536840"/>
                    </a:cubicBezTo>
                    <a:cubicBezTo>
                      <a:pt x="328570" y="537907"/>
                      <a:pt x="321020" y="535449"/>
                      <a:pt x="312504" y="531378"/>
                    </a:cubicBezTo>
                    <a:cubicBezTo>
                      <a:pt x="303989" y="527306"/>
                      <a:pt x="298035" y="523928"/>
                      <a:pt x="299274" y="523870"/>
                    </a:cubicBezTo>
                    <a:cubicBezTo>
                      <a:pt x="300512" y="523812"/>
                      <a:pt x="300059" y="521998"/>
                      <a:pt x="298267" y="519838"/>
                    </a:cubicBezTo>
                    <a:cubicBezTo>
                      <a:pt x="296474" y="517678"/>
                      <a:pt x="294620" y="511589"/>
                      <a:pt x="294146" y="506308"/>
                    </a:cubicBezTo>
                    <a:cubicBezTo>
                      <a:pt x="293672" y="501026"/>
                      <a:pt x="292092" y="496307"/>
                      <a:pt x="290635" y="495822"/>
                    </a:cubicBezTo>
                    <a:cubicBezTo>
                      <a:pt x="287387" y="494739"/>
                      <a:pt x="287081" y="485043"/>
                      <a:pt x="290295" y="485043"/>
                    </a:cubicBezTo>
                    <a:cubicBezTo>
                      <a:pt x="291564" y="485043"/>
                      <a:pt x="292539" y="482429"/>
                      <a:pt x="292460" y="479235"/>
                    </a:cubicBezTo>
                    <a:cubicBezTo>
                      <a:pt x="292381" y="476040"/>
                      <a:pt x="293054" y="471684"/>
                      <a:pt x="293954" y="469554"/>
                    </a:cubicBezTo>
                    <a:cubicBezTo>
                      <a:pt x="294994" y="467095"/>
                      <a:pt x="293096" y="463864"/>
                      <a:pt x="288754" y="460702"/>
                    </a:cubicBezTo>
                    <a:cubicBezTo>
                      <a:pt x="282831" y="456387"/>
                      <a:pt x="282139" y="456302"/>
                      <a:pt x="283583" y="460065"/>
                    </a:cubicBezTo>
                    <a:cubicBezTo>
                      <a:pt x="285131" y="464099"/>
                      <a:pt x="284795" y="464110"/>
                      <a:pt x="278874" y="460231"/>
                    </a:cubicBezTo>
                    <a:cubicBezTo>
                      <a:pt x="274972" y="457675"/>
                      <a:pt x="272498" y="453605"/>
                      <a:pt x="272498" y="449744"/>
                    </a:cubicBezTo>
                    <a:cubicBezTo>
                      <a:pt x="272498" y="445927"/>
                      <a:pt x="271409" y="444108"/>
                      <a:pt x="269740" y="445139"/>
                    </a:cubicBezTo>
                    <a:cubicBezTo>
                      <a:pt x="268224" y="446077"/>
                      <a:pt x="267535" y="448283"/>
                      <a:pt x="268211" y="450043"/>
                    </a:cubicBezTo>
                    <a:cubicBezTo>
                      <a:pt x="268886" y="451803"/>
                      <a:pt x="268361" y="454880"/>
                      <a:pt x="267044" y="456881"/>
                    </a:cubicBezTo>
                    <a:cubicBezTo>
                      <a:pt x="265087" y="459853"/>
                      <a:pt x="263712" y="459403"/>
                      <a:pt x="259538" y="454425"/>
                    </a:cubicBezTo>
                    <a:cubicBezTo>
                      <a:pt x="256727" y="451073"/>
                      <a:pt x="254428" y="446676"/>
                      <a:pt x="254428" y="444654"/>
                    </a:cubicBezTo>
                    <a:cubicBezTo>
                      <a:pt x="254428" y="441815"/>
                      <a:pt x="253286" y="441587"/>
                      <a:pt x="249421" y="443656"/>
                    </a:cubicBezTo>
                    <a:cubicBezTo>
                      <a:pt x="243479" y="446836"/>
                      <a:pt x="243193" y="446433"/>
                      <a:pt x="238700" y="428558"/>
                    </a:cubicBezTo>
                    <a:cubicBezTo>
                      <a:pt x="235500" y="415829"/>
                      <a:pt x="234285" y="414272"/>
                      <a:pt x="224166" y="409935"/>
                    </a:cubicBezTo>
                    <a:cubicBezTo>
                      <a:pt x="217728" y="407175"/>
                      <a:pt x="213124" y="403477"/>
                      <a:pt x="213124" y="401065"/>
                    </a:cubicBezTo>
                    <a:cubicBezTo>
                      <a:pt x="213124" y="398790"/>
                      <a:pt x="210220" y="393122"/>
                      <a:pt x="206671" y="388468"/>
                    </a:cubicBezTo>
                    <a:cubicBezTo>
                      <a:pt x="199265" y="378758"/>
                      <a:pt x="198471" y="374041"/>
                      <a:pt x="204242" y="374041"/>
                    </a:cubicBezTo>
                    <a:cubicBezTo>
                      <a:pt x="206455" y="374041"/>
                      <a:pt x="207499" y="372800"/>
                      <a:pt x="206562" y="371283"/>
                    </a:cubicBezTo>
                    <a:cubicBezTo>
                      <a:pt x="205625" y="369767"/>
                      <a:pt x="203299" y="369124"/>
                      <a:pt x="201394" y="369855"/>
                    </a:cubicBezTo>
                    <a:cubicBezTo>
                      <a:pt x="197850" y="371215"/>
                      <a:pt x="182472" y="355734"/>
                      <a:pt x="181743" y="350072"/>
                    </a:cubicBezTo>
                    <a:cubicBezTo>
                      <a:pt x="181521" y="348347"/>
                      <a:pt x="181114" y="343821"/>
                      <a:pt x="180840" y="340015"/>
                    </a:cubicBezTo>
                    <a:cubicBezTo>
                      <a:pt x="179988" y="328208"/>
                      <a:pt x="174287" y="317597"/>
                      <a:pt x="168342" y="316750"/>
                    </a:cubicBezTo>
                    <a:cubicBezTo>
                      <a:pt x="163596" y="316073"/>
                      <a:pt x="162786" y="314266"/>
                      <a:pt x="162786" y="304341"/>
                    </a:cubicBezTo>
                    <a:cubicBezTo>
                      <a:pt x="162786" y="295229"/>
                      <a:pt x="160883" y="290082"/>
                      <a:pt x="153959" y="280463"/>
                    </a:cubicBezTo>
                    <a:cubicBezTo>
                      <a:pt x="149104" y="273719"/>
                      <a:pt x="144276" y="268201"/>
                      <a:pt x="143231" y="268201"/>
                    </a:cubicBezTo>
                    <a:cubicBezTo>
                      <a:pt x="142186" y="268201"/>
                      <a:pt x="141225" y="258432"/>
                      <a:pt x="141096" y="246493"/>
                    </a:cubicBezTo>
                    <a:cubicBezTo>
                      <a:pt x="140831" y="221943"/>
                      <a:pt x="139743" y="217562"/>
                      <a:pt x="133510" y="215932"/>
                    </a:cubicBezTo>
                    <a:cubicBezTo>
                      <a:pt x="130755" y="215211"/>
                      <a:pt x="127873" y="209936"/>
                      <a:pt x="125786" y="201792"/>
                    </a:cubicBezTo>
                    <a:cubicBezTo>
                      <a:pt x="123955" y="194647"/>
                      <a:pt x="118462" y="182601"/>
                      <a:pt x="113580" y="175023"/>
                    </a:cubicBezTo>
                    <a:cubicBezTo>
                      <a:pt x="107284" y="165251"/>
                      <a:pt x="104703" y="158277"/>
                      <a:pt x="104703" y="151035"/>
                    </a:cubicBezTo>
                    <a:cubicBezTo>
                      <a:pt x="104703" y="144982"/>
                      <a:pt x="102887" y="138818"/>
                      <a:pt x="100240" y="135893"/>
                    </a:cubicBezTo>
                    <a:cubicBezTo>
                      <a:pt x="96009" y="131218"/>
                      <a:pt x="96009" y="130831"/>
                      <a:pt x="100240" y="128463"/>
                    </a:cubicBezTo>
                    <a:cubicBezTo>
                      <a:pt x="106103" y="125181"/>
                      <a:pt x="105871" y="122062"/>
                      <a:pt x="99247" y="115142"/>
                    </a:cubicBezTo>
                    <a:lnTo>
                      <a:pt x="93791" y="109442"/>
                    </a:lnTo>
                    <a:lnTo>
                      <a:pt x="95549" y="115250"/>
                    </a:lnTo>
                    <a:cubicBezTo>
                      <a:pt x="97517" y="121752"/>
                      <a:pt x="93229" y="123352"/>
                      <a:pt x="90800" y="117023"/>
                    </a:cubicBezTo>
                    <a:cubicBezTo>
                      <a:pt x="89948" y="114803"/>
                      <a:pt x="88316" y="113565"/>
                      <a:pt x="87172" y="114272"/>
                    </a:cubicBezTo>
                    <a:cubicBezTo>
                      <a:pt x="86029" y="114978"/>
                      <a:pt x="77018" y="113600"/>
                      <a:pt x="67148" y="111209"/>
                    </a:cubicBezTo>
                    <a:cubicBezTo>
                      <a:pt x="50330" y="107134"/>
                      <a:pt x="49251" y="106444"/>
                      <a:pt x="49971" y="100232"/>
                    </a:cubicBezTo>
                    <a:cubicBezTo>
                      <a:pt x="50552" y="95214"/>
                      <a:pt x="49124" y="92867"/>
                      <a:pt x="44090" y="90574"/>
                    </a:cubicBezTo>
                    <a:cubicBezTo>
                      <a:pt x="40433" y="88908"/>
                      <a:pt x="36731" y="85694"/>
                      <a:pt x="35863" y="83433"/>
                    </a:cubicBezTo>
                    <a:cubicBezTo>
                      <a:pt x="34873" y="80853"/>
                      <a:pt x="33654" y="80345"/>
                      <a:pt x="32588" y="82069"/>
                    </a:cubicBezTo>
                    <a:cubicBezTo>
                      <a:pt x="30403" y="85606"/>
                      <a:pt x="11771" y="73222"/>
                      <a:pt x="11771" y="68233"/>
                    </a:cubicBezTo>
                    <a:cubicBezTo>
                      <a:pt x="11771" y="66258"/>
                      <a:pt x="8881" y="62368"/>
                      <a:pt x="5348" y="59589"/>
                    </a:cubicBezTo>
                    <a:cubicBezTo>
                      <a:pt x="-304" y="55143"/>
                      <a:pt x="-756" y="53621"/>
                      <a:pt x="1583" y="46912"/>
                    </a:cubicBezTo>
                    <a:cubicBezTo>
                      <a:pt x="4225" y="39332"/>
                      <a:pt x="3631" y="25451"/>
                      <a:pt x="325" y="17525"/>
                    </a:cubicBezTo>
                    <a:cubicBezTo>
                      <a:pt x="-744" y="14961"/>
                      <a:pt x="864" y="10824"/>
                      <a:pt x="4538" y="6689"/>
                    </a:cubicBezTo>
                    <a:lnTo>
                      <a:pt x="10480" y="0"/>
                    </a:lnTo>
                    <a:lnTo>
                      <a:pt x="53074" y="22147"/>
                    </a:lnTo>
                    <a:cubicBezTo>
                      <a:pt x="76501" y="34328"/>
                      <a:pt x="112512" y="53290"/>
                      <a:pt x="133099" y="64285"/>
                    </a:cubicBezTo>
                    <a:cubicBezTo>
                      <a:pt x="293633" y="150024"/>
                      <a:pt x="290844" y="148660"/>
                      <a:pt x="308638" y="150152"/>
                    </a:cubicBezTo>
                    <a:cubicBezTo>
                      <a:pt x="379829" y="156121"/>
                      <a:pt x="453326" y="162765"/>
                      <a:pt x="460324" y="163865"/>
                    </a:cubicBezTo>
                    <a:cubicBezTo>
                      <a:pt x="467642" y="165014"/>
                      <a:pt x="468398" y="165824"/>
                      <a:pt x="466125" y="170071"/>
                    </a:cubicBezTo>
                    <a:cubicBezTo>
                      <a:pt x="464688" y="172758"/>
                      <a:pt x="464502" y="175568"/>
                      <a:pt x="465714" y="176317"/>
                    </a:cubicBezTo>
                    <a:cubicBezTo>
                      <a:pt x="466925" y="177066"/>
                      <a:pt x="469383" y="190205"/>
                      <a:pt x="471176" y="205515"/>
                    </a:cubicBezTo>
                    <a:cubicBezTo>
                      <a:pt x="472969" y="220825"/>
                      <a:pt x="476200" y="238579"/>
                      <a:pt x="478356" y="244968"/>
                    </a:cubicBezTo>
                    <a:cubicBezTo>
                      <a:pt x="481464" y="254178"/>
                      <a:pt x="481943" y="263804"/>
                      <a:pt x="480666" y="291434"/>
                    </a:cubicBezTo>
                    <a:cubicBezTo>
                      <a:pt x="478736" y="333232"/>
                      <a:pt x="477318" y="340812"/>
                      <a:pt x="471606" y="339879"/>
                    </a:cubicBezTo>
                    <a:cubicBezTo>
                      <a:pt x="468443" y="339362"/>
                      <a:pt x="467477" y="341115"/>
                      <a:pt x="467718" y="346935"/>
                    </a:cubicBezTo>
                    <a:cubicBezTo>
                      <a:pt x="467998" y="353675"/>
                      <a:pt x="468241" y="386395"/>
                      <a:pt x="468256" y="419216"/>
                    </a:cubicBezTo>
                    <a:cubicBezTo>
                      <a:pt x="468259" y="424895"/>
                      <a:pt x="468647" y="431865"/>
                      <a:pt x="469120" y="434705"/>
                    </a:cubicBezTo>
                    <a:cubicBezTo>
                      <a:pt x="469922" y="439526"/>
                      <a:pt x="468775" y="439811"/>
                      <a:pt x="451760" y="439004"/>
                    </a:cubicBezTo>
                    <a:cubicBezTo>
                      <a:pt x="428789" y="437915"/>
                      <a:pt x="426025" y="440351"/>
                      <a:pt x="430017" y="458164"/>
                    </a:cubicBezTo>
                    <a:cubicBezTo>
                      <a:pt x="431548" y="464996"/>
                      <a:pt x="436584" y="477034"/>
                      <a:pt x="441207" y="484914"/>
                    </a:cubicBezTo>
                    <a:cubicBezTo>
                      <a:pt x="456169" y="510414"/>
                      <a:pt x="459720" y="522439"/>
                      <a:pt x="455538" y="533438"/>
                    </a:cubicBezTo>
                    <a:cubicBezTo>
                      <a:pt x="452990" y="540141"/>
                      <a:pt x="458641" y="557324"/>
                      <a:pt x="463393" y="557324"/>
                    </a:cubicBezTo>
                    <a:cubicBezTo>
                      <a:pt x="464886" y="557324"/>
                      <a:pt x="466107" y="560645"/>
                      <a:pt x="466107" y="564704"/>
                    </a:cubicBezTo>
                    <a:cubicBezTo>
                      <a:pt x="466107" y="574709"/>
                      <a:pt x="449340" y="593376"/>
                      <a:pt x="427332" y="607875"/>
                    </a:cubicBezTo>
                    <a:cubicBezTo>
                      <a:pt x="417812" y="614147"/>
                      <a:pt x="409283" y="619278"/>
                      <a:pt x="408378" y="619278"/>
                    </a:cubicBezTo>
                    <a:cubicBezTo>
                      <a:pt x="407473" y="619278"/>
                      <a:pt x="406733" y="616277"/>
                      <a:pt x="406733" y="612610"/>
                    </a:cubicBezTo>
                    <a:cubicBezTo>
                      <a:pt x="406733" y="604379"/>
                      <a:pt x="401025" y="605489"/>
                      <a:pt x="398989" y="614115"/>
                    </a:cubicBezTo>
                    <a:cubicBezTo>
                      <a:pt x="398201" y="617454"/>
                      <a:pt x="396080" y="620678"/>
                      <a:pt x="394277" y="621279"/>
                    </a:cubicBezTo>
                    <a:cubicBezTo>
                      <a:pt x="391773" y="622114"/>
                      <a:pt x="391403" y="619327"/>
                      <a:pt x="392709" y="609477"/>
                    </a:cubicBezTo>
                    <a:close/>
                  </a:path>
                </a:pathLst>
              </a:custGeom>
              <a:solidFill>
                <a:srgbClr val="B9B9B9"/>
              </a:solidFill>
              <a:ln w="5163" cap="flat">
                <a:noFill/>
                <a:prstDash val="solid"/>
                <a:miter/>
              </a:ln>
            </p:spPr>
            <p:txBody>
              <a:bodyPr/>
              <a:lstStyle/>
              <a:p>
                <a:endParaRPr lang="es-419" noProof="0" dirty="0"/>
              </a:p>
            </p:txBody>
          </p:sp>
          <p:sp>
            <p:nvSpPr>
              <p:cNvPr id="117" name="Forma libre: forma 116">
                <a:extLst>
                  <a:ext uri="{FF2B5EF4-FFF2-40B4-BE49-F238E27FC236}">
                    <a16:creationId xmlns:a16="http://schemas.microsoft.com/office/drawing/2014/main" id="{B8362E0E-5AAF-C3BD-A706-11DED105248D}"/>
                  </a:ext>
                </a:extLst>
              </p:cNvPr>
              <p:cNvSpPr/>
              <p:nvPr/>
            </p:nvSpPr>
            <p:spPr>
              <a:xfrm>
                <a:off x="356836" y="1137381"/>
                <a:ext cx="20516" cy="20135"/>
              </a:xfrm>
              <a:custGeom>
                <a:avLst/>
                <a:gdLst>
                  <a:gd name="csX0" fmla="*/ 3031 w 20516"/>
                  <a:gd name="csY0" fmla="*/ 13790 h 20135"/>
                  <a:gd name="csX1" fmla="*/ 11787 w 20516"/>
                  <a:gd name="csY1" fmla="*/ 6812 h 20135"/>
                  <a:gd name="csX2" fmla="*/ 16388 w 20516"/>
                  <a:gd name="csY2" fmla="*/ 8970 h 20135"/>
                  <a:gd name="csX3" fmla="*/ 17667 w 20516"/>
                  <a:gd name="csY3" fmla="*/ 5896 h 20135"/>
                  <a:gd name="csX4" fmla="*/ 16630 w 20516"/>
                  <a:gd name="csY4" fmla="*/ 16309 h 20135"/>
                  <a:gd name="csX5" fmla="*/ 3031 w 20516"/>
                  <a:gd name="csY5" fmla="*/ 13790 h 20135"/>
                </a:gdLst>
                <a:ahLst/>
                <a:cxnLst>
                  <a:cxn ang="0">
                    <a:pos x="csX0" y="csY0"/>
                  </a:cxn>
                  <a:cxn ang="0">
                    <a:pos x="csX1" y="csY1"/>
                  </a:cxn>
                  <a:cxn ang="0">
                    <a:pos x="csX2" y="csY2"/>
                  </a:cxn>
                  <a:cxn ang="0">
                    <a:pos x="csX3" y="csY3"/>
                  </a:cxn>
                  <a:cxn ang="0">
                    <a:pos x="csX4" y="csY4"/>
                  </a:cxn>
                  <a:cxn ang="0">
                    <a:pos x="csX5" y="csY5"/>
                  </a:cxn>
                </a:cxnLst>
                <a:rect l="l" t="t" r="r" b="b"/>
                <a:pathLst>
                  <a:path w="20516" h="20135">
                    <a:moveTo>
                      <a:pt x="3031" y="13790"/>
                    </a:moveTo>
                    <a:cubicBezTo>
                      <a:pt x="-3651" y="-875"/>
                      <a:pt x="1356" y="-4865"/>
                      <a:pt x="11787" y="6812"/>
                    </a:cubicBezTo>
                    <a:cubicBezTo>
                      <a:pt x="16355" y="11926"/>
                      <a:pt x="17642" y="12530"/>
                      <a:pt x="16388" y="8970"/>
                    </a:cubicBezTo>
                    <a:cubicBezTo>
                      <a:pt x="15184" y="5554"/>
                      <a:pt x="15578" y="4605"/>
                      <a:pt x="17667" y="5896"/>
                    </a:cubicBezTo>
                    <a:cubicBezTo>
                      <a:pt x="21766" y="8429"/>
                      <a:pt x="21462" y="11477"/>
                      <a:pt x="16630" y="16309"/>
                    </a:cubicBezTo>
                    <a:cubicBezTo>
                      <a:pt x="10809" y="22130"/>
                      <a:pt x="6464" y="21325"/>
                      <a:pt x="3031" y="13790"/>
                    </a:cubicBezTo>
                    <a:close/>
                  </a:path>
                </a:pathLst>
              </a:custGeom>
              <a:solidFill>
                <a:srgbClr val="B9B9B9"/>
              </a:solidFill>
              <a:ln w="5163" cap="flat">
                <a:noFill/>
                <a:prstDash val="solid"/>
                <a:miter/>
              </a:ln>
            </p:spPr>
            <p:txBody>
              <a:bodyPr/>
              <a:lstStyle/>
              <a:p>
                <a:endParaRPr lang="es-419" noProof="0" dirty="0"/>
              </a:p>
            </p:txBody>
          </p:sp>
        </p:grpSp>
      </p:grpSp>
      <p:grpSp>
        <p:nvGrpSpPr>
          <p:cNvPr id="36" name="Group 45">
            <a:extLst>
              <a:ext uri="{FF2B5EF4-FFF2-40B4-BE49-F238E27FC236}">
                <a16:creationId xmlns:a16="http://schemas.microsoft.com/office/drawing/2014/main" id="{F4072B90-F71B-6993-D76B-BBB653D5A96A}"/>
              </a:ext>
            </a:extLst>
          </p:cNvPr>
          <p:cNvGrpSpPr>
            <a:grpSpLocks noChangeAspect="1"/>
          </p:cNvGrpSpPr>
          <p:nvPr/>
        </p:nvGrpSpPr>
        <p:grpSpPr>
          <a:xfrm>
            <a:off x="1116149" y="1888590"/>
            <a:ext cx="213038" cy="337620"/>
            <a:chOff x="0" y="26670"/>
            <a:chExt cx="3924300" cy="6219190"/>
          </a:xfrm>
        </p:grpSpPr>
        <p:sp>
          <p:nvSpPr>
            <p:cNvPr id="37" name="Freeform 46">
              <a:extLst>
                <a:ext uri="{FF2B5EF4-FFF2-40B4-BE49-F238E27FC236}">
                  <a16:creationId xmlns:a16="http://schemas.microsoft.com/office/drawing/2014/main" id="{B8757EEC-4101-204D-8E3E-95751CB1F78B}"/>
                </a:ext>
              </a:extLst>
            </p:cNvPr>
            <p:cNvSpPr/>
            <p:nvPr/>
          </p:nvSpPr>
          <p:spPr>
            <a:xfrm>
              <a:off x="0" y="26670"/>
              <a:ext cx="3924300" cy="6219190"/>
            </a:xfrm>
            <a:custGeom>
              <a:avLst/>
              <a:gdLst/>
              <a:ahLst/>
              <a:cxnLst/>
              <a:rect l="l" t="t" r="r" b="b"/>
              <a:pathLst>
                <a:path w="3924300" h="6219190">
                  <a:moveTo>
                    <a:pt x="3924300" y="1962150"/>
                  </a:moveTo>
                  <a:cubicBezTo>
                    <a:pt x="3924300" y="878840"/>
                    <a:pt x="3045460" y="0"/>
                    <a:pt x="1962150" y="0"/>
                  </a:cubicBezTo>
                  <a:cubicBezTo>
                    <a:pt x="878840" y="0"/>
                    <a:pt x="0" y="878840"/>
                    <a:pt x="0" y="1962150"/>
                  </a:cubicBezTo>
                  <a:cubicBezTo>
                    <a:pt x="0" y="2974340"/>
                    <a:pt x="765810" y="3807460"/>
                    <a:pt x="1750060" y="3912870"/>
                  </a:cubicBezTo>
                  <a:lnTo>
                    <a:pt x="1962150" y="6219190"/>
                  </a:lnTo>
                  <a:lnTo>
                    <a:pt x="2174240" y="3912870"/>
                  </a:lnTo>
                  <a:cubicBezTo>
                    <a:pt x="3158490" y="3807460"/>
                    <a:pt x="3924300" y="2974340"/>
                    <a:pt x="3924300" y="1962150"/>
                  </a:cubicBezTo>
                  <a:close/>
                </a:path>
              </a:pathLst>
            </a:custGeom>
            <a:solidFill>
              <a:srgbClr val="EB6C01"/>
            </a:solidFill>
          </p:spPr>
          <p:txBody>
            <a:bodyPr/>
            <a:lstStyle/>
            <a:p>
              <a:endParaRPr lang="es-419" noProof="0" dirty="0"/>
            </a:p>
          </p:txBody>
        </p:sp>
        <p:sp>
          <p:nvSpPr>
            <p:cNvPr id="38" name="Freeform 47">
              <a:extLst>
                <a:ext uri="{FF2B5EF4-FFF2-40B4-BE49-F238E27FC236}">
                  <a16:creationId xmlns:a16="http://schemas.microsoft.com/office/drawing/2014/main" id="{7421056A-BA77-DA84-10C7-849A8593B05B}"/>
                </a:ext>
              </a:extLst>
            </p:cNvPr>
            <p:cNvSpPr/>
            <p:nvPr/>
          </p:nvSpPr>
          <p:spPr>
            <a:xfrm>
              <a:off x="340744" y="374636"/>
              <a:ext cx="3242813" cy="3228370"/>
            </a:xfrm>
            <a:custGeom>
              <a:avLst/>
              <a:gdLst/>
              <a:ahLst/>
              <a:cxnLst/>
              <a:rect l="l" t="t" r="r" b="b"/>
              <a:pathLst>
                <a:path w="3242810" h="3228373">
                  <a:moveTo>
                    <a:pt x="1621405" y="16"/>
                  </a:moveTo>
                  <a:cubicBezTo>
                    <a:pt x="1042998" y="-2571"/>
                    <a:pt x="507417" y="304521"/>
                    <a:pt x="217465" y="805010"/>
                  </a:cubicBezTo>
                  <a:cubicBezTo>
                    <a:pt x="-72488" y="1305499"/>
                    <a:pt x="-72488" y="1922874"/>
                    <a:pt x="217465" y="2423362"/>
                  </a:cubicBezTo>
                  <a:cubicBezTo>
                    <a:pt x="507417" y="2923851"/>
                    <a:pt x="1042998" y="3230943"/>
                    <a:pt x="1621405" y="3228356"/>
                  </a:cubicBezTo>
                  <a:cubicBezTo>
                    <a:pt x="2199812" y="3230943"/>
                    <a:pt x="2735392" y="2923851"/>
                    <a:pt x="3025345" y="2423362"/>
                  </a:cubicBezTo>
                  <a:cubicBezTo>
                    <a:pt x="3315298" y="1922874"/>
                    <a:pt x="3315298" y="1305499"/>
                    <a:pt x="3025345" y="805010"/>
                  </a:cubicBezTo>
                  <a:cubicBezTo>
                    <a:pt x="2735392" y="304522"/>
                    <a:pt x="2199812" y="-2571"/>
                    <a:pt x="1621405" y="16"/>
                  </a:cubicBezTo>
                  <a:close/>
                </a:path>
              </a:pathLst>
            </a:custGeom>
            <a:blipFill>
              <a:blip r:embed="rId5"/>
              <a:stretch>
                <a:fillRect l="-28801" r="-28801" b="-58308"/>
              </a:stretch>
            </a:blipFill>
          </p:spPr>
          <p:txBody>
            <a:bodyPr/>
            <a:lstStyle/>
            <a:p>
              <a:endParaRPr lang="es-419" noProof="0" dirty="0"/>
            </a:p>
          </p:txBody>
        </p:sp>
      </p:grpSp>
    </p:spTree>
    <p:extLst>
      <p:ext uri="{BB962C8B-B14F-4D97-AF65-F5344CB8AC3E}">
        <p14:creationId xmlns:p14="http://schemas.microsoft.com/office/powerpoint/2010/main" val="36125220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nodeType="with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wipe(down)">
                                      <p:cBhvr>
                                        <p:cTn id="7" dur="580">
                                          <p:stCondLst>
                                            <p:cond delay="0"/>
                                          </p:stCondLst>
                                        </p:cTn>
                                        <p:tgtEl>
                                          <p:spTgt spid="36"/>
                                        </p:tgtEl>
                                      </p:cBhvr>
                                    </p:animEffect>
                                    <p:anim calcmode="lin" valueType="num">
                                      <p:cBhvr>
                                        <p:cTn id="8" dur="1822" tmFilter="0,0; 0.14,0.36; 0.43,0.73; 0.71,0.91; 1.0,1.0">
                                          <p:stCondLst>
                                            <p:cond delay="0"/>
                                          </p:stCondLst>
                                        </p:cTn>
                                        <p:tgtEl>
                                          <p:spTgt spid="36"/>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36"/>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36"/>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36"/>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36"/>
                                        </p:tgtEl>
                                        <p:attrNameLst>
                                          <p:attrName>ppt_y</p:attrName>
                                        </p:attrNameLst>
                                      </p:cBhvr>
                                      <p:tavLst>
                                        <p:tav tm="0" fmla="#ppt_y-sin(pi*$)/81">
                                          <p:val>
                                            <p:fltVal val="0"/>
                                          </p:val>
                                        </p:tav>
                                        <p:tav tm="100000">
                                          <p:val>
                                            <p:fltVal val="1"/>
                                          </p:val>
                                        </p:tav>
                                      </p:tavLst>
                                    </p:anim>
                                    <p:animScale>
                                      <p:cBhvr>
                                        <p:cTn id="13" dur="26">
                                          <p:stCondLst>
                                            <p:cond delay="650"/>
                                          </p:stCondLst>
                                        </p:cTn>
                                        <p:tgtEl>
                                          <p:spTgt spid="36"/>
                                        </p:tgtEl>
                                      </p:cBhvr>
                                      <p:to x="100000" y="60000"/>
                                    </p:animScale>
                                    <p:animScale>
                                      <p:cBhvr>
                                        <p:cTn id="14" dur="166" decel="50000">
                                          <p:stCondLst>
                                            <p:cond delay="676"/>
                                          </p:stCondLst>
                                        </p:cTn>
                                        <p:tgtEl>
                                          <p:spTgt spid="36"/>
                                        </p:tgtEl>
                                      </p:cBhvr>
                                      <p:to x="100000" y="100000"/>
                                    </p:animScale>
                                    <p:animScale>
                                      <p:cBhvr>
                                        <p:cTn id="15" dur="26">
                                          <p:stCondLst>
                                            <p:cond delay="1312"/>
                                          </p:stCondLst>
                                        </p:cTn>
                                        <p:tgtEl>
                                          <p:spTgt spid="36"/>
                                        </p:tgtEl>
                                      </p:cBhvr>
                                      <p:to x="100000" y="80000"/>
                                    </p:animScale>
                                    <p:animScale>
                                      <p:cBhvr>
                                        <p:cTn id="16" dur="166" decel="50000">
                                          <p:stCondLst>
                                            <p:cond delay="1338"/>
                                          </p:stCondLst>
                                        </p:cTn>
                                        <p:tgtEl>
                                          <p:spTgt spid="36"/>
                                        </p:tgtEl>
                                      </p:cBhvr>
                                      <p:to x="100000" y="100000"/>
                                    </p:animScale>
                                    <p:animScale>
                                      <p:cBhvr>
                                        <p:cTn id="17" dur="26">
                                          <p:stCondLst>
                                            <p:cond delay="1642"/>
                                          </p:stCondLst>
                                        </p:cTn>
                                        <p:tgtEl>
                                          <p:spTgt spid="36"/>
                                        </p:tgtEl>
                                      </p:cBhvr>
                                      <p:to x="100000" y="90000"/>
                                    </p:animScale>
                                    <p:animScale>
                                      <p:cBhvr>
                                        <p:cTn id="18" dur="166" decel="50000">
                                          <p:stCondLst>
                                            <p:cond delay="1668"/>
                                          </p:stCondLst>
                                        </p:cTn>
                                        <p:tgtEl>
                                          <p:spTgt spid="36"/>
                                        </p:tgtEl>
                                      </p:cBhvr>
                                      <p:to x="100000" y="100000"/>
                                    </p:animScale>
                                    <p:animScale>
                                      <p:cBhvr>
                                        <p:cTn id="19" dur="26">
                                          <p:stCondLst>
                                            <p:cond delay="1808"/>
                                          </p:stCondLst>
                                        </p:cTn>
                                        <p:tgtEl>
                                          <p:spTgt spid="36"/>
                                        </p:tgtEl>
                                      </p:cBhvr>
                                      <p:to x="100000" y="95000"/>
                                    </p:animScale>
                                    <p:animScale>
                                      <p:cBhvr>
                                        <p:cTn id="20" dur="166" decel="50000">
                                          <p:stCondLst>
                                            <p:cond delay="1834"/>
                                          </p:stCondLst>
                                        </p:cTn>
                                        <p:tgtEl>
                                          <p:spTgt spid="36"/>
                                        </p:tgtEl>
                                      </p:cBhvr>
                                      <p:to x="100000" y="100000"/>
                                    </p:animScale>
                                  </p:childTnLst>
                                </p:cTn>
                              </p:par>
                            </p:childTnLst>
                          </p:cTn>
                        </p:par>
                        <p:par>
                          <p:cTn id="21" fill="hold">
                            <p:stCondLst>
                              <p:cond delay="2000"/>
                            </p:stCondLst>
                            <p:childTnLst>
                              <p:par>
                                <p:cTn id="22" presetID="35" presetClass="emph" presetSubtype="0" repeatCount="indefinite" fill="hold" grpId="0" nodeType="afterEffect">
                                  <p:stCondLst>
                                    <p:cond delay="0"/>
                                  </p:stCondLst>
                                  <p:childTnLst>
                                    <p:anim calcmode="discrete" valueType="str">
                                      <p:cBhvr>
                                        <p:cTn id="23" dur="1000" fill="hold"/>
                                        <p:tgtEl>
                                          <p:spTgt spid="45"/>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bg>
      <p:bgPr>
        <a:solidFill>
          <a:srgbClr val="F0F6FC"/>
        </a:solidFill>
        <a:effectLst/>
      </p:bgPr>
    </p:bg>
    <p:spTree>
      <p:nvGrpSpPr>
        <p:cNvPr id="1" name="">
          <a:extLst>
            <a:ext uri="{FF2B5EF4-FFF2-40B4-BE49-F238E27FC236}">
              <a16:creationId xmlns:a16="http://schemas.microsoft.com/office/drawing/2014/main" id="{8F08DAA8-48B0-6B84-CF84-20E17B797D5F}"/>
            </a:ext>
          </a:extLst>
        </p:cNvPr>
        <p:cNvGrpSpPr/>
        <p:nvPr/>
      </p:nvGrpSpPr>
      <p:grpSpPr>
        <a:xfrm>
          <a:off x="0" y="0"/>
          <a:ext cx="0" cy="0"/>
          <a:chOff x="0" y="0"/>
          <a:chExt cx="0" cy="0"/>
        </a:xfrm>
      </p:grpSpPr>
      <p:sp>
        <p:nvSpPr>
          <p:cNvPr id="2" name="Shape 0">
            <a:extLst>
              <a:ext uri="{FF2B5EF4-FFF2-40B4-BE49-F238E27FC236}">
                <a16:creationId xmlns:a16="http://schemas.microsoft.com/office/drawing/2014/main" id="{015BAD2A-635F-606F-E0DC-6C45E1EDCA81}"/>
              </a:ext>
            </a:extLst>
          </p:cNvPr>
          <p:cNvSpPr/>
          <p:nvPr/>
        </p:nvSpPr>
        <p:spPr>
          <a:xfrm>
            <a:off x="0" y="0"/>
            <a:ext cx="9144000" cy="38405"/>
          </a:xfrm>
          <a:prstGeom prst="rect">
            <a:avLst/>
          </a:prstGeom>
          <a:solidFill>
            <a:srgbClr val="EB6C01"/>
          </a:solidFill>
          <a:ln w="12700">
            <a:solidFill>
              <a:srgbClr val="EB6C01"/>
            </a:solidFill>
            <a:prstDash val="solid"/>
          </a:ln>
        </p:spPr>
        <p:txBody>
          <a:bodyPr/>
          <a:lstStyle/>
          <a:p>
            <a:endParaRPr lang="es-419" noProof="0" dirty="0"/>
          </a:p>
        </p:txBody>
      </p:sp>
      <p:sp>
        <p:nvSpPr>
          <p:cNvPr id="3" name="Shape 1">
            <a:extLst>
              <a:ext uri="{FF2B5EF4-FFF2-40B4-BE49-F238E27FC236}">
                <a16:creationId xmlns:a16="http://schemas.microsoft.com/office/drawing/2014/main" id="{E8F57778-9BA2-454F-D5D5-7E5D218E3BB6}"/>
              </a:ext>
            </a:extLst>
          </p:cNvPr>
          <p:cNvSpPr/>
          <p:nvPr/>
        </p:nvSpPr>
        <p:spPr>
          <a:xfrm>
            <a:off x="0" y="38405"/>
            <a:ext cx="9144000" cy="667512"/>
          </a:xfrm>
          <a:prstGeom prst="rect">
            <a:avLst/>
          </a:prstGeom>
          <a:solidFill>
            <a:srgbClr val="1A3464"/>
          </a:solidFill>
          <a:ln w="12700">
            <a:solidFill>
              <a:srgbClr val="1A3464"/>
            </a:solidFill>
            <a:prstDash val="solid"/>
          </a:ln>
        </p:spPr>
        <p:txBody>
          <a:bodyPr/>
          <a:lstStyle/>
          <a:p>
            <a:endParaRPr lang="es-419" noProof="0" dirty="0"/>
          </a:p>
        </p:txBody>
      </p:sp>
      <p:sp>
        <p:nvSpPr>
          <p:cNvPr id="4" name="Shape 2">
            <a:extLst>
              <a:ext uri="{FF2B5EF4-FFF2-40B4-BE49-F238E27FC236}">
                <a16:creationId xmlns:a16="http://schemas.microsoft.com/office/drawing/2014/main" id="{C99CA563-60A0-393E-A5B5-1494BB3199EF}"/>
              </a:ext>
            </a:extLst>
          </p:cNvPr>
          <p:cNvSpPr/>
          <p:nvPr/>
        </p:nvSpPr>
        <p:spPr>
          <a:xfrm>
            <a:off x="384048" y="117043"/>
            <a:ext cx="685800" cy="237744"/>
          </a:xfrm>
          <a:prstGeom prst="rect">
            <a:avLst/>
          </a:prstGeom>
          <a:solidFill>
            <a:srgbClr val="EB6C01"/>
          </a:solidFill>
          <a:ln w="12700">
            <a:solidFill>
              <a:srgbClr val="EB6C01"/>
            </a:solidFill>
            <a:prstDash val="solid"/>
          </a:ln>
        </p:spPr>
        <p:txBody>
          <a:bodyPr/>
          <a:lstStyle/>
          <a:p>
            <a:endParaRPr lang="es-419" noProof="0" dirty="0"/>
          </a:p>
        </p:txBody>
      </p:sp>
      <p:sp>
        <p:nvSpPr>
          <p:cNvPr id="5" name="Text 3">
            <a:extLst>
              <a:ext uri="{FF2B5EF4-FFF2-40B4-BE49-F238E27FC236}">
                <a16:creationId xmlns:a16="http://schemas.microsoft.com/office/drawing/2014/main" id="{7221D0F2-E55E-EF5C-8199-1345A7B97E18}"/>
              </a:ext>
            </a:extLst>
          </p:cNvPr>
          <p:cNvSpPr/>
          <p:nvPr/>
        </p:nvSpPr>
        <p:spPr>
          <a:xfrm>
            <a:off x="384048" y="117043"/>
            <a:ext cx="685800" cy="237744"/>
          </a:xfrm>
          <a:prstGeom prst="rect">
            <a:avLst/>
          </a:prstGeom>
          <a:noFill/>
          <a:ln/>
        </p:spPr>
        <p:txBody>
          <a:bodyPr wrap="square" lIns="0" tIns="0" rIns="0" bIns="0" rtlCol="0" anchor="ctr"/>
          <a:lstStyle/>
          <a:p>
            <a:pPr marL="0" indent="0" algn="ctr">
              <a:buNone/>
            </a:pPr>
            <a:r>
              <a:rPr lang="es-419" sz="650" b="1" kern="0" spc="150" noProof="0" dirty="0">
                <a:solidFill>
                  <a:srgbClr val="FFFFFF"/>
                </a:solidFill>
                <a:latin typeface="Montserrat" pitchFamily="34" charset="0"/>
                <a:ea typeface="Montserrat" pitchFamily="34" charset="-122"/>
                <a:cs typeface="Montserrat" pitchFamily="34" charset="-120"/>
              </a:rPr>
              <a:t>T. NORTE</a:t>
            </a:r>
            <a:endParaRPr lang="es-419" sz="650" noProof="0" dirty="0"/>
          </a:p>
        </p:txBody>
      </p:sp>
      <p:sp>
        <p:nvSpPr>
          <p:cNvPr id="6" name="Text 4">
            <a:extLst>
              <a:ext uri="{FF2B5EF4-FFF2-40B4-BE49-F238E27FC236}">
                <a16:creationId xmlns:a16="http://schemas.microsoft.com/office/drawing/2014/main" id="{E8F4BD71-6097-7302-CC0F-5955555AC3A0}"/>
              </a:ext>
            </a:extLst>
          </p:cNvPr>
          <p:cNvSpPr/>
          <p:nvPr/>
        </p:nvSpPr>
        <p:spPr>
          <a:xfrm>
            <a:off x="1170432" y="91440"/>
            <a:ext cx="5029200" cy="402336"/>
          </a:xfrm>
          <a:prstGeom prst="rect">
            <a:avLst/>
          </a:prstGeom>
          <a:noFill/>
          <a:ln/>
        </p:spPr>
        <p:txBody>
          <a:bodyPr wrap="square" lIns="0" tIns="0" rIns="0" bIns="0" rtlCol="0" anchor="ctr"/>
          <a:lstStyle/>
          <a:p>
            <a:pPr marL="0" indent="0">
              <a:buNone/>
            </a:pPr>
            <a:r>
              <a:rPr lang="es-419" sz="2000" b="1" noProof="0" dirty="0">
                <a:solidFill>
                  <a:srgbClr val="FFFFFF"/>
                </a:solidFill>
                <a:latin typeface="Montserrat" pitchFamily="34" charset="0"/>
                <a:ea typeface="Montserrat" pitchFamily="34" charset="-122"/>
                <a:cs typeface="Montserrat" pitchFamily="34" charset="-120"/>
              </a:rPr>
              <a:t>MA LEÓN </a:t>
            </a:r>
            <a:endParaRPr lang="es-419" sz="2000" noProof="0" dirty="0"/>
          </a:p>
        </p:txBody>
      </p:sp>
      <p:sp>
        <p:nvSpPr>
          <p:cNvPr id="7" name="Text 5">
            <a:extLst>
              <a:ext uri="{FF2B5EF4-FFF2-40B4-BE49-F238E27FC236}">
                <a16:creationId xmlns:a16="http://schemas.microsoft.com/office/drawing/2014/main" id="{CD820480-47F0-09AE-C84F-DF7443C4E8FF}"/>
              </a:ext>
            </a:extLst>
          </p:cNvPr>
          <p:cNvSpPr/>
          <p:nvPr/>
        </p:nvSpPr>
        <p:spPr>
          <a:xfrm>
            <a:off x="1170432" y="475488"/>
            <a:ext cx="3200400" cy="182880"/>
          </a:xfrm>
          <a:prstGeom prst="rect">
            <a:avLst/>
          </a:prstGeom>
          <a:noFill/>
          <a:ln/>
        </p:spPr>
        <p:txBody>
          <a:bodyPr wrap="square" lIns="0" tIns="0" rIns="0" bIns="0" rtlCol="0" anchor="ctr"/>
          <a:lstStyle/>
          <a:p>
            <a:pPr marL="0" indent="0">
              <a:buNone/>
            </a:pPr>
            <a:r>
              <a:rPr lang="es-419" sz="950" noProof="0" dirty="0">
                <a:solidFill>
                  <a:srgbClr val="8FAECB"/>
                </a:solidFill>
                <a:latin typeface="Montserrat" pitchFamily="34" charset="0"/>
              </a:rPr>
              <a:t>Guanajuato </a:t>
            </a:r>
            <a:endParaRPr lang="es-419" sz="950" noProof="0" dirty="0"/>
          </a:p>
        </p:txBody>
      </p:sp>
      <p:sp>
        <p:nvSpPr>
          <p:cNvPr id="8" name="Text 6">
            <a:extLst>
              <a:ext uri="{FF2B5EF4-FFF2-40B4-BE49-F238E27FC236}">
                <a16:creationId xmlns:a16="http://schemas.microsoft.com/office/drawing/2014/main" id="{5A8A592A-D67C-A35A-B089-6BC590F7D554}"/>
              </a:ext>
            </a:extLst>
          </p:cNvPr>
          <p:cNvSpPr/>
          <p:nvPr/>
        </p:nvSpPr>
        <p:spPr>
          <a:xfrm>
            <a:off x="7132320" y="246888"/>
            <a:ext cx="1828800" cy="182880"/>
          </a:xfrm>
          <a:prstGeom prst="rect">
            <a:avLst/>
          </a:prstGeom>
          <a:noFill/>
          <a:ln/>
        </p:spPr>
        <p:txBody>
          <a:bodyPr wrap="square" lIns="0" tIns="0" rIns="0" bIns="0" rtlCol="0" anchor="ctr"/>
          <a:lstStyle/>
          <a:p>
            <a:pPr marL="0" indent="0" algn="r">
              <a:buNone/>
            </a:pPr>
            <a:r>
              <a:rPr lang="es-419" sz="700" b="1" kern="0" spc="150" noProof="0" dirty="0">
                <a:solidFill>
                  <a:srgbClr val="EB6C01"/>
                </a:solidFill>
                <a:latin typeface="Montserrat" pitchFamily="34" charset="0"/>
                <a:ea typeface="Montserrat" pitchFamily="34" charset="-122"/>
                <a:cs typeface="Montserrat" pitchFamily="34" charset="-120"/>
              </a:rPr>
              <a:t>SEMANA 18  ·  2025</a:t>
            </a:r>
            <a:endParaRPr lang="es-419" sz="700" noProof="0" dirty="0"/>
          </a:p>
        </p:txBody>
      </p:sp>
      <p:sp>
        <p:nvSpPr>
          <p:cNvPr id="9" name="Shape 7">
            <a:extLst>
              <a:ext uri="{FF2B5EF4-FFF2-40B4-BE49-F238E27FC236}">
                <a16:creationId xmlns:a16="http://schemas.microsoft.com/office/drawing/2014/main" id="{2AD32418-1BDB-1761-50D8-90FEF0555BE3}"/>
              </a:ext>
            </a:extLst>
          </p:cNvPr>
          <p:cNvSpPr/>
          <p:nvPr/>
        </p:nvSpPr>
        <p:spPr>
          <a:xfrm>
            <a:off x="0" y="705917"/>
            <a:ext cx="2779776" cy="4163263"/>
          </a:xfrm>
          <a:prstGeom prst="rect">
            <a:avLst/>
          </a:prstGeom>
          <a:solidFill>
            <a:srgbClr val="FFFFFF"/>
          </a:solidFill>
          <a:ln w="12700">
            <a:solidFill>
              <a:srgbClr val="D4E4F2"/>
            </a:solidFill>
            <a:prstDash val="solid"/>
          </a:ln>
        </p:spPr>
        <p:txBody>
          <a:bodyPr/>
          <a:lstStyle/>
          <a:p>
            <a:endParaRPr lang="es-419" noProof="0" dirty="0"/>
          </a:p>
        </p:txBody>
      </p:sp>
      <p:sp>
        <p:nvSpPr>
          <p:cNvPr id="10" name="Text 8">
            <a:extLst>
              <a:ext uri="{FF2B5EF4-FFF2-40B4-BE49-F238E27FC236}">
                <a16:creationId xmlns:a16="http://schemas.microsoft.com/office/drawing/2014/main" id="{5CE40532-7B1E-7DE6-7A0B-3CE7433B9035}"/>
              </a:ext>
            </a:extLst>
          </p:cNvPr>
          <p:cNvSpPr/>
          <p:nvPr/>
        </p:nvSpPr>
        <p:spPr>
          <a:xfrm>
            <a:off x="118872" y="768096"/>
            <a:ext cx="2468880" cy="146304"/>
          </a:xfrm>
          <a:prstGeom prst="rect">
            <a:avLst/>
          </a:prstGeom>
          <a:noFill/>
          <a:ln/>
        </p:spPr>
        <p:txBody>
          <a:bodyPr wrap="square" lIns="0" tIns="0" rIns="0" bIns="0" rtlCol="0" anchor="ctr"/>
          <a:lstStyle/>
          <a:p>
            <a:pPr marL="0" indent="0">
              <a:buNone/>
            </a:pPr>
            <a:r>
              <a:rPr lang="es-419" sz="650" b="1" kern="0" spc="250" noProof="0" dirty="0">
                <a:solidFill>
                  <a:srgbClr val="8FAECB"/>
                </a:solidFill>
                <a:latin typeface="Montserrat" pitchFamily="34" charset="0"/>
                <a:ea typeface="Montserrat" pitchFamily="34" charset="-122"/>
                <a:cs typeface="Montserrat" pitchFamily="34" charset="-120"/>
              </a:rPr>
              <a:t>UBICACIÓN EN MÉXICO</a:t>
            </a:r>
            <a:endParaRPr lang="es-419" sz="650" noProof="0" dirty="0"/>
          </a:p>
        </p:txBody>
      </p:sp>
      <p:sp>
        <p:nvSpPr>
          <p:cNvPr id="12" name="Text 9">
            <a:extLst>
              <a:ext uri="{FF2B5EF4-FFF2-40B4-BE49-F238E27FC236}">
                <a16:creationId xmlns:a16="http://schemas.microsoft.com/office/drawing/2014/main" id="{3765EB91-9921-D18A-82EF-F8D6EB66F0FC}"/>
              </a:ext>
            </a:extLst>
          </p:cNvPr>
          <p:cNvSpPr/>
          <p:nvPr/>
        </p:nvSpPr>
        <p:spPr>
          <a:xfrm>
            <a:off x="73152" y="2944368"/>
            <a:ext cx="2633472" cy="182880"/>
          </a:xfrm>
          <a:prstGeom prst="rect">
            <a:avLst/>
          </a:prstGeom>
          <a:noFill/>
          <a:ln/>
        </p:spPr>
        <p:txBody>
          <a:bodyPr wrap="square" lIns="0" tIns="0" rIns="0" bIns="0" rtlCol="0" anchor="ctr"/>
          <a:lstStyle/>
          <a:p>
            <a:pPr marL="0" indent="0" algn="ctr">
              <a:buNone/>
            </a:pPr>
            <a:r>
              <a:rPr lang="es-419" sz="750" b="1" kern="0" spc="200" noProof="0" dirty="0">
                <a:solidFill>
                  <a:srgbClr val="EB6C01"/>
                </a:solidFill>
                <a:latin typeface="Montserrat" pitchFamily="34" charset="0"/>
              </a:rPr>
              <a:t>LEÓN, LA CANDELARIA</a:t>
            </a:r>
            <a:endParaRPr lang="es-419" sz="750" noProof="0" dirty="0"/>
          </a:p>
        </p:txBody>
      </p:sp>
      <p:sp>
        <p:nvSpPr>
          <p:cNvPr id="13" name="Text 10">
            <a:extLst>
              <a:ext uri="{FF2B5EF4-FFF2-40B4-BE49-F238E27FC236}">
                <a16:creationId xmlns:a16="http://schemas.microsoft.com/office/drawing/2014/main" id="{197D1FF1-979D-ABDB-3007-53B2F5C0DAB8}"/>
              </a:ext>
            </a:extLst>
          </p:cNvPr>
          <p:cNvSpPr/>
          <p:nvPr/>
        </p:nvSpPr>
        <p:spPr>
          <a:xfrm>
            <a:off x="2944368" y="859536"/>
            <a:ext cx="1353312" cy="164592"/>
          </a:xfrm>
          <a:prstGeom prst="rect">
            <a:avLst/>
          </a:prstGeom>
          <a:noFill/>
          <a:ln/>
        </p:spPr>
        <p:txBody>
          <a:bodyPr wrap="square" lIns="0" tIns="0" rIns="0" bIns="0" rtlCol="0" anchor="ctr"/>
          <a:lstStyle/>
          <a:p>
            <a:pPr marL="0" indent="0">
              <a:buNone/>
            </a:pPr>
            <a:r>
              <a:rPr lang="es-419" sz="650" b="1" kern="0" spc="250" noProof="0" dirty="0">
                <a:solidFill>
                  <a:srgbClr val="EB6C01"/>
                </a:solidFill>
                <a:latin typeface="Montserrat" pitchFamily="34" charset="0"/>
                <a:ea typeface="Montserrat" pitchFamily="34" charset="-122"/>
                <a:cs typeface="Montserrat" pitchFamily="34" charset="-120"/>
              </a:rPr>
              <a:t>PROYECTO ACTIVO</a:t>
            </a:r>
            <a:endParaRPr lang="es-419" sz="650" noProof="0" dirty="0"/>
          </a:p>
        </p:txBody>
      </p:sp>
      <p:sp>
        <p:nvSpPr>
          <p:cNvPr id="14" name="Shape 11">
            <a:extLst>
              <a:ext uri="{FF2B5EF4-FFF2-40B4-BE49-F238E27FC236}">
                <a16:creationId xmlns:a16="http://schemas.microsoft.com/office/drawing/2014/main" id="{3EB41DF7-AC65-B34D-B525-306AE10BFF6C}"/>
              </a:ext>
            </a:extLst>
          </p:cNvPr>
          <p:cNvSpPr/>
          <p:nvPr/>
        </p:nvSpPr>
        <p:spPr>
          <a:xfrm>
            <a:off x="2944368" y="1024128"/>
            <a:ext cx="987552" cy="16459"/>
          </a:xfrm>
          <a:prstGeom prst="rect">
            <a:avLst/>
          </a:prstGeom>
          <a:solidFill>
            <a:srgbClr val="EB6C01"/>
          </a:solidFill>
          <a:ln w="12700">
            <a:solidFill>
              <a:srgbClr val="EB6C01"/>
            </a:solidFill>
            <a:prstDash val="solid"/>
          </a:ln>
        </p:spPr>
        <p:txBody>
          <a:bodyPr/>
          <a:lstStyle/>
          <a:p>
            <a:endParaRPr lang="es-419" noProof="0" dirty="0"/>
          </a:p>
        </p:txBody>
      </p:sp>
      <p:sp>
        <p:nvSpPr>
          <p:cNvPr id="15" name="Shape 12">
            <a:extLst>
              <a:ext uri="{FF2B5EF4-FFF2-40B4-BE49-F238E27FC236}">
                <a16:creationId xmlns:a16="http://schemas.microsoft.com/office/drawing/2014/main" id="{5E11A1A4-E4C5-BF25-293C-CBD81DC54A9F}"/>
              </a:ext>
            </a:extLst>
          </p:cNvPr>
          <p:cNvSpPr/>
          <p:nvPr/>
        </p:nvSpPr>
        <p:spPr>
          <a:xfrm>
            <a:off x="2944368" y="1115568"/>
            <a:ext cx="6035040" cy="603504"/>
          </a:xfrm>
          <a:prstGeom prst="rect">
            <a:avLst/>
          </a:prstGeom>
          <a:solidFill>
            <a:srgbClr val="E5EFF8"/>
          </a:solidFill>
          <a:ln w="12700">
            <a:solidFill>
              <a:srgbClr val="A8C0D8"/>
            </a:solidFill>
            <a:prstDash val="solid"/>
          </a:ln>
        </p:spPr>
        <p:txBody>
          <a:bodyPr/>
          <a:lstStyle/>
          <a:p>
            <a:endParaRPr lang="es-419" noProof="0" dirty="0"/>
          </a:p>
        </p:txBody>
      </p:sp>
      <p:sp>
        <p:nvSpPr>
          <p:cNvPr id="16" name="Text 13">
            <a:extLst>
              <a:ext uri="{FF2B5EF4-FFF2-40B4-BE49-F238E27FC236}">
                <a16:creationId xmlns:a16="http://schemas.microsoft.com/office/drawing/2014/main" id="{8A9A934E-2988-076D-90F5-6A29309440DF}"/>
              </a:ext>
            </a:extLst>
          </p:cNvPr>
          <p:cNvSpPr/>
          <p:nvPr/>
        </p:nvSpPr>
        <p:spPr>
          <a:xfrm>
            <a:off x="3054096" y="1170432"/>
            <a:ext cx="5815584" cy="493776"/>
          </a:xfrm>
          <a:prstGeom prst="rect">
            <a:avLst/>
          </a:prstGeom>
          <a:noFill/>
          <a:ln/>
        </p:spPr>
        <p:txBody>
          <a:bodyPr wrap="square" lIns="0" tIns="0" rIns="0" bIns="0" rtlCol="0" anchor="ctr"/>
          <a:lstStyle/>
          <a:p>
            <a:pPr marL="0" indent="0">
              <a:buNone/>
            </a:pPr>
            <a:r>
              <a:rPr lang="es-419" sz="1500" b="1" noProof="0" dirty="0">
                <a:solidFill>
                  <a:srgbClr val="9BB5CC"/>
                </a:solidFill>
                <a:latin typeface="Montserrat" pitchFamily="34" charset="0"/>
                <a:ea typeface="Montserrat" pitchFamily="34" charset="-122"/>
                <a:cs typeface="Montserrat" pitchFamily="34" charset="-120"/>
              </a:rPr>
              <a:t>[Nombre del Proyecto / Actividad]</a:t>
            </a:r>
            <a:endParaRPr lang="es-419" sz="1500" noProof="0" dirty="0"/>
          </a:p>
        </p:txBody>
      </p:sp>
      <p:sp>
        <p:nvSpPr>
          <p:cNvPr id="17" name="Shape 14">
            <a:extLst>
              <a:ext uri="{FF2B5EF4-FFF2-40B4-BE49-F238E27FC236}">
                <a16:creationId xmlns:a16="http://schemas.microsoft.com/office/drawing/2014/main" id="{6323E5D9-62F2-EE08-2AB2-826CB2D71F4B}"/>
              </a:ext>
            </a:extLst>
          </p:cNvPr>
          <p:cNvSpPr/>
          <p:nvPr/>
        </p:nvSpPr>
        <p:spPr>
          <a:xfrm>
            <a:off x="2944368" y="1837944"/>
            <a:ext cx="91440" cy="91440"/>
          </a:xfrm>
          <a:prstGeom prst="ellipse">
            <a:avLst/>
          </a:prstGeom>
          <a:solidFill>
            <a:srgbClr val="A8C0D8"/>
          </a:solidFill>
          <a:ln w="12700">
            <a:solidFill>
              <a:srgbClr val="A8C0D8"/>
            </a:solidFill>
            <a:prstDash val="solid"/>
          </a:ln>
        </p:spPr>
        <p:txBody>
          <a:bodyPr/>
          <a:lstStyle/>
          <a:p>
            <a:endParaRPr lang="es-419" noProof="0" dirty="0"/>
          </a:p>
        </p:txBody>
      </p:sp>
      <p:sp>
        <p:nvSpPr>
          <p:cNvPr id="18" name="Text 15">
            <a:extLst>
              <a:ext uri="{FF2B5EF4-FFF2-40B4-BE49-F238E27FC236}">
                <a16:creationId xmlns:a16="http://schemas.microsoft.com/office/drawing/2014/main" id="{62C3669B-F4BB-E0EC-44FC-98F913C1525A}"/>
              </a:ext>
            </a:extLst>
          </p:cNvPr>
          <p:cNvSpPr/>
          <p:nvPr/>
        </p:nvSpPr>
        <p:spPr>
          <a:xfrm>
            <a:off x="3099816" y="1819656"/>
            <a:ext cx="2743200" cy="137160"/>
          </a:xfrm>
          <a:prstGeom prst="rect">
            <a:avLst/>
          </a:prstGeom>
          <a:noFill/>
          <a:ln/>
        </p:spPr>
        <p:txBody>
          <a:bodyPr wrap="square" lIns="0" tIns="0" rIns="0" bIns="0" rtlCol="0" anchor="ctr"/>
          <a:lstStyle/>
          <a:p>
            <a:pPr marL="0" indent="0">
              <a:buNone/>
            </a:pPr>
            <a:r>
              <a:rPr lang="es-419" sz="850" b="1" kern="0" spc="100" noProof="0" dirty="0">
                <a:solidFill>
                  <a:srgbClr val="A8C0D8"/>
                </a:solidFill>
                <a:latin typeface="Montserrat" pitchFamily="34" charset="0"/>
                <a:ea typeface="Montserrat" pitchFamily="34" charset="-122"/>
                <a:cs typeface="Montserrat" pitchFamily="34" charset="-120"/>
              </a:rPr>
              <a:t>[ESTADO DEL PROYECTO]</a:t>
            </a:r>
            <a:endParaRPr lang="es-419" sz="850" noProof="0" dirty="0"/>
          </a:p>
        </p:txBody>
      </p:sp>
      <p:sp>
        <p:nvSpPr>
          <p:cNvPr id="19" name="Shape 16">
            <a:extLst>
              <a:ext uri="{FF2B5EF4-FFF2-40B4-BE49-F238E27FC236}">
                <a16:creationId xmlns:a16="http://schemas.microsoft.com/office/drawing/2014/main" id="{7420F1B2-7615-BE9C-2F5A-97220F952AF8}"/>
              </a:ext>
            </a:extLst>
          </p:cNvPr>
          <p:cNvSpPr/>
          <p:nvPr/>
        </p:nvSpPr>
        <p:spPr>
          <a:xfrm>
            <a:off x="2944368" y="2057400"/>
            <a:ext cx="25603" cy="658368"/>
          </a:xfrm>
          <a:prstGeom prst="rect">
            <a:avLst/>
          </a:prstGeom>
          <a:solidFill>
            <a:srgbClr val="A8C0D8"/>
          </a:solidFill>
          <a:ln w="12700">
            <a:solidFill>
              <a:srgbClr val="A8C0D8"/>
            </a:solidFill>
            <a:prstDash val="solid"/>
          </a:ln>
        </p:spPr>
        <p:txBody>
          <a:bodyPr/>
          <a:lstStyle/>
          <a:p>
            <a:endParaRPr lang="es-419" noProof="0" dirty="0"/>
          </a:p>
        </p:txBody>
      </p:sp>
      <p:sp>
        <p:nvSpPr>
          <p:cNvPr id="20" name="Text 17">
            <a:extLst>
              <a:ext uri="{FF2B5EF4-FFF2-40B4-BE49-F238E27FC236}">
                <a16:creationId xmlns:a16="http://schemas.microsoft.com/office/drawing/2014/main" id="{FA59DFC4-004B-4E07-D856-0A4B9007CE34}"/>
              </a:ext>
            </a:extLst>
          </p:cNvPr>
          <p:cNvSpPr/>
          <p:nvPr/>
        </p:nvSpPr>
        <p:spPr>
          <a:xfrm>
            <a:off x="3035808" y="2057400"/>
            <a:ext cx="5925312" cy="658368"/>
          </a:xfrm>
          <a:prstGeom prst="rect">
            <a:avLst/>
          </a:prstGeom>
          <a:noFill/>
          <a:ln/>
        </p:spPr>
        <p:txBody>
          <a:bodyPr wrap="square" rtlCol="0" anchor="ctr"/>
          <a:lstStyle/>
          <a:p>
            <a:pPr marL="0" indent="0">
              <a:buNone/>
            </a:pPr>
            <a:r>
              <a:rPr lang="es-419" sz="950" i="1" noProof="0" dirty="0">
                <a:solidFill>
                  <a:srgbClr val="A8BDD0"/>
                </a:solidFill>
                <a:latin typeface="Montserrat" pitchFamily="34" charset="0"/>
                <a:ea typeface="Montserrat" pitchFamily="34" charset="-122"/>
                <a:cs typeface="Montserrat" pitchFamily="34" charset="-120"/>
              </a:rPr>
              <a:t>Describa aquí el avance semanal, actividades realizadas,</a:t>
            </a:r>
            <a:endParaRPr lang="es-419" sz="950" noProof="0" dirty="0"/>
          </a:p>
          <a:p>
            <a:pPr marL="0" indent="0">
              <a:buNone/>
            </a:pPr>
            <a:r>
              <a:rPr lang="es-419" sz="950" i="1" noProof="0" dirty="0">
                <a:solidFill>
                  <a:srgbClr val="A8BDD0"/>
                </a:solidFill>
                <a:latin typeface="Montserrat" pitchFamily="34" charset="0"/>
                <a:ea typeface="Montserrat" pitchFamily="34" charset="-122"/>
                <a:cs typeface="Montserrat" pitchFamily="34" charset="-120"/>
              </a:rPr>
              <a:t>pagos, documentación o incidencias del proyecto.</a:t>
            </a:r>
            <a:endParaRPr lang="es-419" sz="950" noProof="0" dirty="0"/>
          </a:p>
        </p:txBody>
      </p:sp>
      <p:sp>
        <p:nvSpPr>
          <p:cNvPr id="21" name="Text 18">
            <a:extLst>
              <a:ext uri="{FF2B5EF4-FFF2-40B4-BE49-F238E27FC236}">
                <a16:creationId xmlns:a16="http://schemas.microsoft.com/office/drawing/2014/main" id="{1F663428-D98D-2E03-833F-512915279AFC}"/>
              </a:ext>
            </a:extLst>
          </p:cNvPr>
          <p:cNvSpPr/>
          <p:nvPr/>
        </p:nvSpPr>
        <p:spPr>
          <a:xfrm>
            <a:off x="2944368" y="2834640"/>
            <a:ext cx="1828800" cy="164592"/>
          </a:xfrm>
          <a:prstGeom prst="rect">
            <a:avLst/>
          </a:prstGeom>
          <a:noFill/>
          <a:ln/>
        </p:spPr>
        <p:txBody>
          <a:bodyPr wrap="square" lIns="0" tIns="0" rIns="0" bIns="0" rtlCol="0" anchor="ctr"/>
          <a:lstStyle/>
          <a:p>
            <a:pPr marL="0" indent="0">
              <a:buNone/>
            </a:pPr>
            <a:r>
              <a:rPr lang="es-419" sz="650" b="1" kern="0" spc="250" noProof="0" dirty="0">
                <a:solidFill>
                  <a:srgbClr val="EB6C01"/>
                </a:solidFill>
                <a:latin typeface="Montserrat" pitchFamily="34" charset="0"/>
                <a:ea typeface="Montserrat" pitchFamily="34" charset="-122"/>
                <a:cs typeface="Montserrat" pitchFamily="34" charset="-120"/>
              </a:rPr>
              <a:t>FOTOGRAFÍAS DE AVANCE</a:t>
            </a:r>
            <a:endParaRPr lang="es-419" sz="650" noProof="0" dirty="0"/>
          </a:p>
        </p:txBody>
      </p:sp>
      <p:sp>
        <p:nvSpPr>
          <p:cNvPr id="22" name="Shape 19">
            <a:extLst>
              <a:ext uri="{FF2B5EF4-FFF2-40B4-BE49-F238E27FC236}">
                <a16:creationId xmlns:a16="http://schemas.microsoft.com/office/drawing/2014/main" id="{447DCD5D-3918-F047-5F90-81F06211EE7B}"/>
              </a:ext>
            </a:extLst>
          </p:cNvPr>
          <p:cNvSpPr/>
          <p:nvPr/>
        </p:nvSpPr>
        <p:spPr>
          <a:xfrm>
            <a:off x="2944368" y="3008376"/>
            <a:ext cx="1481328" cy="16459"/>
          </a:xfrm>
          <a:prstGeom prst="rect">
            <a:avLst/>
          </a:prstGeom>
          <a:solidFill>
            <a:srgbClr val="EB6C01"/>
          </a:solidFill>
          <a:ln w="12700">
            <a:solidFill>
              <a:srgbClr val="EB6C01"/>
            </a:solidFill>
            <a:prstDash val="solid"/>
          </a:ln>
        </p:spPr>
        <p:txBody>
          <a:bodyPr/>
          <a:lstStyle/>
          <a:p>
            <a:endParaRPr lang="es-419" noProof="0" dirty="0"/>
          </a:p>
        </p:txBody>
      </p:sp>
      <p:sp>
        <p:nvSpPr>
          <p:cNvPr id="23" name="Shape 20">
            <a:extLst>
              <a:ext uri="{FF2B5EF4-FFF2-40B4-BE49-F238E27FC236}">
                <a16:creationId xmlns:a16="http://schemas.microsoft.com/office/drawing/2014/main" id="{D0FE6F4D-EF91-A436-8380-8EDC7260DF8B}"/>
              </a:ext>
            </a:extLst>
          </p:cNvPr>
          <p:cNvSpPr/>
          <p:nvPr/>
        </p:nvSpPr>
        <p:spPr>
          <a:xfrm>
            <a:off x="2944368"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24" name="Image 1" descr="preencoded.png">
            <a:extLst>
              <a:ext uri="{FF2B5EF4-FFF2-40B4-BE49-F238E27FC236}">
                <a16:creationId xmlns:a16="http://schemas.microsoft.com/office/drawing/2014/main" id="{EBA14FBE-30AE-B7C0-7C34-5A573125324E}"/>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797808" y="3593592"/>
            <a:ext cx="256032" cy="256032"/>
          </a:xfrm>
          <a:prstGeom prst="rect">
            <a:avLst/>
          </a:prstGeom>
        </p:spPr>
      </p:pic>
      <p:sp>
        <p:nvSpPr>
          <p:cNvPr id="25" name="Text 21">
            <a:extLst>
              <a:ext uri="{FF2B5EF4-FFF2-40B4-BE49-F238E27FC236}">
                <a16:creationId xmlns:a16="http://schemas.microsoft.com/office/drawing/2014/main" id="{CEDA5B8C-9520-EDCE-0463-73EF2AFBC529}"/>
              </a:ext>
            </a:extLst>
          </p:cNvPr>
          <p:cNvSpPr/>
          <p:nvPr/>
        </p:nvSpPr>
        <p:spPr>
          <a:xfrm>
            <a:off x="2944368"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26" name="Shape 22">
            <a:extLst>
              <a:ext uri="{FF2B5EF4-FFF2-40B4-BE49-F238E27FC236}">
                <a16:creationId xmlns:a16="http://schemas.microsoft.com/office/drawing/2014/main" id="{168DF0F5-218D-41F4-7313-BA5C1C464C5F}"/>
              </a:ext>
            </a:extLst>
          </p:cNvPr>
          <p:cNvSpPr/>
          <p:nvPr/>
        </p:nvSpPr>
        <p:spPr>
          <a:xfrm>
            <a:off x="4980432"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27" name="Image 2" descr="preencoded.png">
            <a:extLst>
              <a:ext uri="{FF2B5EF4-FFF2-40B4-BE49-F238E27FC236}">
                <a16:creationId xmlns:a16="http://schemas.microsoft.com/office/drawing/2014/main" id="{9AC70F52-E5A4-BF8E-C5B9-B75565D1A886}"/>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833872" y="3593592"/>
            <a:ext cx="256032" cy="256032"/>
          </a:xfrm>
          <a:prstGeom prst="rect">
            <a:avLst/>
          </a:prstGeom>
        </p:spPr>
      </p:pic>
      <p:sp>
        <p:nvSpPr>
          <p:cNvPr id="28" name="Text 23">
            <a:extLst>
              <a:ext uri="{FF2B5EF4-FFF2-40B4-BE49-F238E27FC236}">
                <a16:creationId xmlns:a16="http://schemas.microsoft.com/office/drawing/2014/main" id="{20BF823B-1972-CFB6-BF00-7C6D929D06C2}"/>
              </a:ext>
            </a:extLst>
          </p:cNvPr>
          <p:cNvSpPr/>
          <p:nvPr/>
        </p:nvSpPr>
        <p:spPr>
          <a:xfrm>
            <a:off x="4980432"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29" name="Shape 24">
            <a:extLst>
              <a:ext uri="{FF2B5EF4-FFF2-40B4-BE49-F238E27FC236}">
                <a16:creationId xmlns:a16="http://schemas.microsoft.com/office/drawing/2014/main" id="{3014F229-05F2-8114-D637-B646C2729875}"/>
              </a:ext>
            </a:extLst>
          </p:cNvPr>
          <p:cNvSpPr/>
          <p:nvPr/>
        </p:nvSpPr>
        <p:spPr>
          <a:xfrm>
            <a:off x="7016496"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30" name="Image 3" descr="preencoded.png">
            <a:extLst>
              <a:ext uri="{FF2B5EF4-FFF2-40B4-BE49-F238E27FC236}">
                <a16:creationId xmlns:a16="http://schemas.microsoft.com/office/drawing/2014/main" id="{7F99577A-20B2-2436-60D3-0E476AB4B5CB}"/>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7869936" y="3593592"/>
            <a:ext cx="256032" cy="256032"/>
          </a:xfrm>
          <a:prstGeom prst="rect">
            <a:avLst/>
          </a:prstGeom>
        </p:spPr>
      </p:pic>
      <p:sp>
        <p:nvSpPr>
          <p:cNvPr id="31" name="Text 25">
            <a:extLst>
              <a:ext uri="{FF2B5EF4-FFF2-40B4-BE49-F238E27FC236}">
                <a16:creationId xmlns:a16="http://schemas.microsoft.com/office/drawing/2014/main" id="{56B1335F-D254-E8B0-AEE3-277AFBB60483}"/>
              </a:ext>
            </a:extLst>
          </p:cNvPr>
          <p:cNvSpPr/>
          <p:nvPr/>
        </p:nvSpPr>
        <p:spPr>
          <a:xfrm>
            <a:off x="7016496"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32" name="Shape 26">
            <a:extLst>
              <a:ext uri="{FF2B5EF4-FFF2-40B4-BE49-F238E27FC236}">
                <a16:creationId xmlns:a16="http://schemas.microsoft.com/office/drawing/2014/main" id="{B1B1997F-5821-5DE9-8419-00467D4E4383}"/>
              </a:ext>
            </a:extLst>
          </p:cNvPr>
          <p:cNvSpPr/>
          <p:nvPr/>
        </p:nvSpPr>
        <p:spPr>
          <a:xfrm>
            <a:off x="0" y="4873752"/>
            <a:ext cx="9144000" cy="269748"/>
          </a:xfrm>
          <a:prstGeom prst="rect">
            <a:avLst/>
          </a:prstGeom>
          <a:solidFill>
            <a:srgbClr val="1A3464"/>
          </a:solidFill>
          <a:ln w="12700">
            <a:solidFill>
              <a:srgbClr val="1A3464"/>
            </a:solidFill>
            <a:prstDash val="solid"/>
          </a:ln>
        </p:spPr>
        <p:txBody>
          <a:bodyPr/>
          <a:lstStyle/>
          <a:p>
            <a:endParaRPr lang="es-419" noProof="0" dirty="0"/>
          </a:p>
        </p:txBody>
      </p:sp>
      <p:sp>
        <p:nvSpPr>
          <p:cNvPr id="33" name="Text 27">
            <a:extLst>
              <a:ext uri="{FF2B5EF4-FFF2-40B4-BE49-F238E27FC236}">
                <a16:creationId xmlns:a16="http://schemas.microsoft.com/office/drawing/2014/main" id="{E7FC5013-F7AF-17A4-62DC-D2FB7232E0AE}"/>
              </a:ext>
            </a:extLst>
          </p:cNvPr>
          <p:cNvSpPr/>
          <p:nvPr/>
        </p:nvSpPr>
        <p:spPr>
          <a:xfrm>
            <a:off x="384048" y="4901184"/>
            <a:ext cx="5029200" cy="182880"/>
          </a:xfrm>
          <a:prstGeom prst="rect">
            <a:avLst/>
          </a:prstGeom>
          <a:noFill/>
          <a:ln/>
        </p:spPr>
        <p:txBody>
          <a:bodyPr wrap="square" lIns="0" tIns="0" rIns="0" bIns="0" rtlCol="0" anchor="ctr"/>
          <a:lstStyle/>
          <a:p>
            <a:pPr marL="0" indent="0">
              <a:buNone/>
            </a:pPr>
            <a:r>
              <a:rPr lang="es-419" sz="700" kern="0" spc="150" noProof="0" dirty="0">
                <a:solidFill>
                  <a:srgbClr val="8FAECB"/>
                </a:solidFill>
                <a:latin typeface="Montserrat" pitchFamily="34" charset="0"/>
                <a:ea typeface="Montserrat" pitchFamily="34" charset="-122"/>
                <a:cs typeface="Montserrat" pitchFamily="34" charset="-120"/>
              </a:rPr>
              <a:t>COORDINACIÓN DE OBRAS Y MANTENIMIENTO RCMA</a:t>
            </a:r>
            <a:endParaRPr lang="es-419" sz="700" noProof="0" dirty="0"/>
          </a:p>
        </p:txBody>
      </p:sp>
      <p:sp>
        <p:nvSpPr>
          <p:cNvPr id="34" name="Shape 28">
            <a:extLst>
              <a:ext uri="{FF2B5EF4-FFF2-40B4-BE49-F238E27FC236}">
                <a16:creationId xmlns:a16="http://schemas.microsoft.com/office/drawing/2014/main" id="{3A412B4A-CA04-38A4-4061-1805F1553330}"/>
              </a:ext>
            </a:extLst>
          </p:cNvPr>
          <p:cNvSpPr/>
          <p:nvPr/>
        </p:nvSpPr>
        <p:spPr>
          <a:xfrm>
            <a:off x="5559552" y="4974336"/>
            <a:ext cx="5486" cy="100584"/>
          </a:xfrm>
          <a:prstGeom prst="rect">
            <a:avLst/>
          </a:prstGeom>
          <a:solidFill>
            <a:srgbClr val="8FAECB"/>
          </a:solidFill>
          <a:ln w="12700">
            <a:solidFill>
              <a:srgbClr val="8FAECB"/>
            </a:solidFill>
            <a:prstDash val="solid"/>
          </a:ln>
        </p:spPr>
        <p:txBody>
          <a:bodyPr/>
          <a:lstStyle/>
          <a:p>
            <a:endParaRPr lang="es-419" noProof="0" dirty="0"/>
          </a:p>
        </p:txBody>
      </p:sp>
      <p:sp>
        <p:nvSpPr>
          <p:cNvPr id="35" name="Text 29">
            <a:extLst>
              <a:ext uri="{FF2B5EF4-FFF2-40B4-BE49-F238E27FC236}">
                <a16:creationId xmlns:a16="http://schemas.microsoft.com/office/drawing/2014/main" id="{DEB2DFB7-0447-E1CC-4E37-713F43E68B0C}"/>
              </a:ext>
            </a:extLst>
          </p:cNvPr>
          <p:cNvSpPr/>
          <p:nvPr/>
        </p:nvSpPr>
        <p:spPr>
          <a:xfrm>
            <a:off x="5650992" y="4901184"/>
            <a:ext cx="2286000" cy="182880"/>
          </a:xfrm>
          <a:prstGeom prst="rect">
            <a:avLst/>
          </a:prstGeom>
          <a:noFill/>
          <a:ln/>
        </p:spPr>
        <p:txBody>
          <a:bodyPr wrap="square" lIns="0" tIns="0" rIns="0" bIns="0" rtlCol="0" anchor="ctr"/>
          <a:lstStyle/>
          <a:p>
            <a:pPr marL="0" indent="0">
              <a:buNone/>
            </a:pPr>
            <a:r>
              <a:rPr lang="es-419" sz="700" kern="0" spc="150" noProof="0" dirty="0">
                <a:solidFill>
                  <a:srgbClr val="8FAECB"/>
                </a:solidFill>
                <a:latin typeface="Montserrat" pitchFamily="34" charset="0"/>
                <a:ea typeface="Montserrat" pitchFamily="34" charset="-122"/>
                <a:cs typeface="Montserrat" pitchFamily="34" charset="-120"/>
              </a:rPr>
              <a:t>Mano Amiga</a:t>
            </a:r>
            <a:endParaRPr lang="es-419" sz="700" noProof="0" dirty="0"/>
          </a:p>
        </p:txBody>
      </p:sp>
      <p:sp>
        <p:nvSpPr>
          <p:cNvPr id="43" name="Forma libre: forma 42">
            <a:extLst>
              <a:ext uri="{FF2B5EF4-FFF2-40B4-BE49-F238E27FC236}">
                <a16:creationId xmlns:a16="http://schemas.microsoft.com/office/drawing/2014/main" id="{2E347D6C-88FE-901A-87D4-EF89A9A67DD2}"/>
              </a:ext>
            </a:extLst>
          </p:cNvPr>
          <p:cNvSpPr/>
          <p:nvPr/>
        </p:nvSpPr>
        <p:spPr>
          <a:xfrm>
            <a:off x="1596105" y="2222074"/>
            <a:ext cx="193086" cy="261624"/>
          </a:xfrm>
          <a:custGeom>
            <a:avLst/>
            <a:gdLst>
              <a:gd name="csX0" fmla="*/ 47363 w 193086"/>
              <a:gd name="csY0" fmla="*/ 258865 h 261624"/>
              <a:gd name="csX1" fmla="*/ 34066 w 193086"/>
              <a:gd name="csY1" fmla="*/ 253627 h 261624"/>
              <a:gd name="csX2" fmla="*/ 25677 w 193086"/>
              <a:gd name="csY2" fmla="*/ 249703 h 261624"/>
              <a:gd name="csX3" fmla="*/ 12838 w 193086"/>
              <a:gd name="csY3" fmla="*/ 237813 h 261624"/>
              <a:gd name="csX4" fmla="*/ 0 w 193086"/>
              <a:gd name="csY4" fmla="*/ 228023 h 261624"/>
              <a:gd name="csX5" fmla="*/ 10590 w 193086"/>
              <a:gd name="csY5" fmla="*/ 222007 h 261624"/>
              <a:gd name="csX6" fmla="*/ 24311 w 193086"/>
              <a:gd name="csY6" fmla="*/ 218591 h 261624"/>
              <a:gd name="csX7" fmla="*/ 30840 w 193086"/>
              <a:gd name="csY7" fmla="*/ 210994 h 261624"/>
              <a:gd name="csX8" fmla="*/ 34002 w 193086"/>
              <a:gd name="csY8" fmla="*/ 201034 h 261624"/>
              <a:gd name="csX9" fmla="*/ 34055 w 193086"/>
              <a:gd name="csY9" fmla="*/ 192894 h 261624"/>
              <a:gd name="csX10" fmla="*/ 33474 w 193086"/>
              <a:gd name="csY10" fmla="*/ 186352 h 261624"/>
              <a:gd name="csX11" fmla="*/ 36002 w 193086"/>
              <a:gd name="csY11" fmla="*/ 155255 h 261624"/>
              <a:gd name="csX12" fmla="*/ 40814 w 193086"/>
              <a:gd name="csY12" fmla="*/ 125721 h 261624"/>
              <a:gd name="csX13" fmla="*/ 52906 w 193086"/>
              <a:gd name="csY13" fmla="*/ 136226 h 261624"/>
              <a:gd name="csX14" fmla="*/ 67584 w 193086"/>
              <a:gd name="csY14" fmla="*/ 150557 h 261624"/>
              <a:gd name="csX15" fmla="*/ 85050 w 193086"/>
              <a:gd name="csY15" fmla="*/ 148575 h 261624"/>
              <a:gd name="csX16" fmla="*/ 92615 w 193086"/>
              <a:gd name="csY16" fmla="*/ 147623 h 261624"/>
              <a:gd name="csX17" fmla="*/ 103162 w 193086"/>
              <a:gd name="csY17" fmla="*/ 143713 h 261624"/>
              <a:gd name="csX18" fmla="*/ 110991 w 193086"/>
              <a:gd name="csY18" fmla="*/ 139409 h 261624"/>
              <a:gd name="csX19" fmla="*/ 118857 w 193086"/>
              <a:gd name="csY19" fmla="*/ 137039 h 261624"/>
              <a:gd name="csX20" fmla="*/ 114946 w 193086"/>
              <a:gd name="csY20" fmla="*/ 126979 h 261624"/>
              <a:gd name="csX21" fmla="*/ 104278 w 193086"/>
              <a:gd name="csY21" fmla="*/ 120558 h 261624"/>
              <a:gd name="csX22" fmla="*/ 100539 w 193086"/>
              <a:gd name="csY22" fmla="*/ 116814 h 261624"/>
              <a:gd name="csX23" fmla="*/ 87769 w 193086"/>
              <a:gd name="csY23" fmla="*/ 107211 h 261624"/>
              <a:gd name="csX24" fmla="*/ 75649 w 193086"/>
              <a:gd name="csY24" fmla="*/ 82459 h 261624"/>
              <a:gd name="csX25" fmla="*/ 81162 w 193086"/>
              <a:gd name="csY25" fmla="*/ 66581 h 261624"/>
              <a:gd name="csX26" fmla="*/ 76956 w 193086"/>
              <a:gd name="csY26" fmla="*/ 53086 h 261624"/>
              <a:gd name="csX27" fmla="*/ 74281 w 193086"/>
              <a:gd name="csY27" fmla="*/ 48335 h 261624"/>
              <a:gd name="csX28" fmla="*/ 98388 w 193086"/>
              <a:gd name="csY28" fmla="*/ 21931 h 261624"/>
              <a:gd name="csX29" fmla="*/ 99033 w 193086"/>
              <a:gd name="csY29" fmla="*/ 12782 h 261624"/>
              <a:gd name="csX30" fmla="*/ 112340 w 193086"/>
              <a:gd name="csY30" fmla="*/ 234 h 261624"/>
              <a:gd name="csX31" fmla="*/ 115367 w 193086"/>
              <a:gd name="csY31" fmla="*/ 7384 h 261624"/>
              <a:gd name="csX32" fmla="*/ 123019 w 193086"/>
              <a:gd name="csY32" fmla="*/ 18442 h 261624"/>
              <a:gd name="csX33" fmla="*/ 122268 w 193086"/>
              <a:gd name="csY33" fmla="*/ 30221 h 261624"/>
              <a:gd name="csX34" fmla="*/ 113949 w 193086"/>
              <a:gd name="csY34" fmla="*/ 45287 h 261624"/>
              <a:gd name="csX35" fmla="*/ 120402 w 193086"/>
              <a:gd name="csY35" fmla="*/ 65276 h 261624"/>
              <a:gd name="csX36" fmla="*/ 138506 w 193086"/>
              <a:gd name="csY36" fmla="*/ 64867 h 261624"/>
              <a:gd name="csX37" fmla="*/ 143345 w 193086"/>
              <a:gd name="csY37" fmla="*/ 58224 h 261624"/>
              <a:gd name="csX38" fmla="*/ 152274 w 193086"/>
              <a:gd name="csY38" fmla="*/ 62931 h 261624"/>
              <a:gd name="csX39" fmla="*/ 162130 w 193086"/>
              <a:gd name="csY39" fmla="*/ 68135 h 261624"/>
              <a:gd name="csX40" fmla="*/ 158059 w 193086"/>
              <a:gd name="csY40" fmla="*/ 75879 h 261624"/>
              <a:gd name="csX41" fmla="*/ 142387 w 193086"/>
              <a:gd name="csY41" fmla="*/ 123139 h 261624"/>
              <a:gd name="csX42" fmla="*/ 161574 w 193086"/>
              <a:gd name="csY42" fmla="*/ 140138 h 261624"/>
              <a:gd name="csX43" fmla="*/ 162505 w 193086"/>
              <a:gd name="csY43" fmla="*/ 150542 h 261624"/>
              <a:gd name="csX44" fmla="*/ 151065 w 193086"/>
              <a:gd name="csY44" fmla="*/ 162165 h 261624"/>
              <a:gd name="csX45" fmla="*/ 147000 w 193086"/>
              <a:gd name="csY45" fmla="*/ 176069 h 261624"/>
              <a:gd name="csX46" fmla="*/ 151074 w 193086"/>
              <a:gd name="csY46" fmla="*/ 198795 h 261624"/>
              <a:gd name="csX47" fmla="*/ 161382 w 193086"/>
              <a:gd name="csY47" fmla="*/ 209212 h 261624"/>
              <a:gd name="csX48" fmla="*/ 180801 w 193086"/>
              <a:gd name="csY48" fmla="*/ 215310 h 261624"/>
              <a:gd name="csX49" fmla="*/ 191062 w 193086"/>
              <a:gd name="csY49" fmla="*/ 220266 h 261624"/>
              <a:gd name="csX50" fmla="*/ 186266 w 193086"/>
              <a:gd name="csY50" fmla="*/ 234411 h 261624"/>
              <a:gd name="csX51" fmla="*/ 146648 w 193086"/>
              <a:gd name="csY51" fmla="*/ 241973 h 261624"/>
              <a:gd name="csX52" fmla="*/ 130308 w 193086"/>
              <a:gd name="csY52" fmla="*/ 244333 h 261624"/>
              <a:gd name="csX53" fmla="*/ 120069 w 193086"/>
              <a:gd name="csY53" fmla="*/ 230760 h 261624"/>
              <a:gd name="csX54" fmla="*/ 99204 w 193086"/>
              <a:gd name="csY54" fmla="*/ 236809 h 261624"/>
              <a:gd name="csX55" fmla="*/ 99051 w 193086"/>
              <a:gd name="csY55" fmla="*/ 250983 h 261624"/>
              <a:gd name="csX56" fmla="*/ 92202 w 193086"/>
              <a:gd name="csY56" fmla="*/ 257021 h 261624"/>
              <a:gd name="csX57" fmla="*/ 61602 w 193086"/>
              <a:gd name="csY57" fmla="*/ 257374 h 261624"/>
              <a:gd name="csX58" fmla="*/ 47363 w 193086"/>
              <a:gd name="csY58" fmla="*/ 258865 h 2616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Lst>
            <a:rect l="l" t="t" r="r" b="b"/>
            <a:pathLst>
              <a:path w="193086" h="261624">
                <a:moveTo>
                  <a:pt x="47363" y="258865"/>
                </a:moveTo>
                <a:cubicBezTo>
                  <a:pt x="44664" y="256988"/>
                  <a:pt x="38681" y="254631"/>
                  <a:pt x="34066" y="253627"/>
                </a:cubicBezTo>
                <a:cubicBezTo>
                  <a:pt x="29452" y="252623"/>
                  <a:pt x="25677" y="250857"/>
                  <a:pt x="25677" y="249703"/>
                </a:cubicBezTo>
                <a:cubicBezTo>
                  <a:pt x="25677" y="248548"/>
                  <a:pt x="19899" y="243198"/>
                  <a:pt x="12838" y="237813"/>
                </a:cubicBezTo>
                <a:lnTo>
                  <a:pt x="0" y="228023"/>
                </a:lnTo>
                <a:lnTo>
                  <a:pt x="10590" y="222007"/>
                </a:lnTo>
                <a:cubicBezTo>
                  <a:pt x="17972" y="217814"/>
                  <a:pt x="22129" y="216779"/>
                  <a:pt x="24311" y="218591"/>
                </a:cubicBezTo>
                <a:cubicBezTo>
                  <a:pt x="28477" y="222048"/>
                  <a:pt x="30840" y="219299"/>
                  <a:pt x="30840" y="210994"/>
                </a:cubicBezTo>
                <a:cubicBezTo>
                  <a:pt x="30840" y="207256"/>
                  <a:pt x="32263" y="202774"/>
                  <a:pt x="34002" y="201034"/>
                </a:cubicBezTo>
                <a:cubicBezTo>
                  <a:pt x="36474" y="198562"/>
                  <a:pt x="36486" y="196787"/>
                  <a:pt x="34055" y="192894"/>
                </a:cubicBezTo>
                <a:cubicBezTo>
                  <a:pt x="32093" y="189753"/>
                  <a:pt x="31879" y="187338"/>
                  <a:pt x="33474" y="186352"/>
                </a:cubicBezTo>
                <a:cubicBezTo>
                  <a:pt x="34886" y="185479"/>
                  <a:pt x="36002" y="171748"/>
                  <a:pt x="36002" y="155255"/>
                </a:cubicBezTo>
                <a:cubicBezTo>
                  <a:pt x="36002" y="128160"/>
                  <a:pt x="36400" y="125721"/>
                  <a:pt x="40814" y="125721"/>
                </a:cubicBezTo>
                <a:cubicBezTo>
                  <a:pt x="43528" y="125721"/>
                  <a:pt x="48800" y="130301"/>
                  <a:pt x="52906" y="136226"/>
                </a:cubicBezTo>
                <a:cubicBezTo>
                  <a:pt x="56911" y="142004"/>
                  <a:pt x="63516" y="148453"/>
                  <a:pt x="67584" y="150557"/>
                </a:cubicBezTo>
                <a:cubicBezTo>
                  <a:pt x="75108" y="154448"/>
                  <a:pt x="85050" y="153319"/>
                  <a:pt x="85050" y="148575"/>
                </a:cubicBezTo>
                <a:cubicBezTo>
                  <a:pt x="85050" y="147029"/>
                  <a:pt x="88138" y="146640"/>
                  <a:pt x="92615" y="147623"/>
                </a:cubicBezTo>
                <a:cubicBezTo>
                  <a:pt x="98706" y="148961"/>
                  <a:pt x="100761" y="148199"/>
                  <a:pt x="103162" y="143713"/>
                </a:cubicBezTo>
                <a:cubicBezTo>
                  <a:pt x="105115" y="140063"/>
                  <a:pt x="107816" y="138578"/>
                  <a:pt x="110991" y="139409"/>
                </a:cubicBezTo>
                <a:cubicBezTo>
                  <a:pt x="113656" y="140106"/>
                  <a:pt x="117196" y="139039"/>
                  <a:pt x="118857" y="137039"/>
                </a:cubicBezTo>
                <a:cubicBezTo>
                  <a:pt x="121254" y="134150"/>
                  <a:pt x="120449" y="132080"/>
                  <a:pt x="114946" y="126979"/>
                </a:cubicBezTo>
                <a:cubicBezTo>
                  <a:pt x="111135" y="123448"/>
                  <a:pt x="106335" y="120558"/>
                  <a:pt x="104278" y="120558"/>
                </a:cubicBezTo>
                <a:cubicBezTo>
                  <a:pt x="102221" y="120558"/>
                  <a:pt x="100539" y="118873"/>
                  <a:pt x="100539" y="116814"/>
                </a:cubicBezTo>
                <a:cubicBezTo>
                  <a:pt x="100539" y="114754"/>
                  <a:pt x="94792" y="110433"/>
                  <a:pt x="87769" y="107211"/>
                </a:cubicBezTo>
                <a:cubicBezTo>
                  <a:pt x="73337" y="100591"/>
                  <a:pt x="69935" y="93642"/>
                  <a:pt x="75649" y="82459"/>
                </a:cubicBezTo>
                <a:cubicBezTo>
                  <a:pt x="77638" y="78567"/>
                  <a:pt x="80119" y="71422"/>
                  <a:pt x="81162" y="66581"/>
                </a:cubicBezTo>
                <a:cubicBezTo>
                  <a:pt x="82769" y="59128"/>
                  <a:pt x="82125" y="57061"/>
                  <a:pt x="76956" y="53086"/>
                </a:cubicBezTo>
                <a:cubicBezTo>
                  <a:pt x="73561" y="50475"/>
                  <a:pt x="72374" y="48366"/>
                  <a:pt x="74281" y="48335"/>
                </a:cubicBezTo>
                <a:cubicBezTo>
                  <a:pt x="79014" y="48255"/>
                  <a:pt x="97860" y="27614"/>
                  <a:pt x="98388" y="21931"/>
                </a:cubicBezTo>
                <a:cubicBezTo>
                  <a:pt x="98624" y="19384"/>
                  <a:pt x="98915" y="15267"/>
                  <a:pt x="99033" y="12782"/>
                </a:cubicBezTo>
                <a:cubicBezTo>
                  <a:pt x="99328" y="6580"/>
                  <a:pt x="107875" y="-1480"/>
                  <a:pt x="112340" y="234"/>
                </a:cubicBezTo>
                <a:cubicBezTo>
                  <a:pt x="114351" y="1006"/>
                  <a:pt x="115714" y="4223"/>
                  <a:pt x="115367" y="7384"/>
                </a:cubicBezTo>
                <a:cubicBezTo>
                  <a:pt x="114925" y="11414"/>
                  <a:pt x="117211" y="14717"/>
                  <a:pt x="123019" y="18442"/>
                </a:cubicBezTo>
                <a:cubicBezTo>
                  <a:pt x="132830" y="24734"/>
                  <a:pt x="132594" y="28432"/>
                  <a:pt x="122268" y="30221"/>
                </a:cubicBezTo>
                <a:cubicBezTo>
                  <a:pt x="115180" y="31449"/>
                  <a:pt x="114690" y="32336"/>
                  <a:pt x="113949" y="45287"/>
                </a:cubicBezTo>
                <a:cubicBezTo>
                  <a:pt x="113241" y="57646"/>
                  <a:pt x="113899" y="59682"/>
                  <a:pt x="120402" y="65276"/>
                </a:cubicBezTo>
                <a:cubicBezTo>
                  <a:pt x="129577" y="73166"/>
                  <a:pt x="132509" y="73100"/>
                  <a:pt x="138506" y="64867"/>
                </a:cubicBezTo>
                <a:lnTo>
                  <a:pt x="143345" y="58224"/>
                </a:lnTo>
                <a:lnTo>
                  <a:pt x="152274" y="62931"/>
                </a:lnTo>
                <a:cubicBezTo>
                  <a:pt x="157185" y="65520"/>
                  <a:pt x="161620" y="67861"/>
                  <a:pt x="162130" y="68135"/>
                </a:cubicBezTo>
                <a:cubicBezTo>
                  <a:pt x="162640" y="68408"/>
                  <a:pt x="160808" y="71893"/>
                  <a:pt x="158059" y="75879"/>
                </a:cubicBezTo>
                <a:cubicBezTo>
                  <a:pt x="151713" y="85081"/>
                  <a:pt x="141902" y="114664"/>
                  <a:pt x="142387" y="123139"/>
                </a:cubicBezTo>
                <a:cubicBezTo>
                  <a:pt x="142935" y="132744"/>
                  <a:pt x="146254" y="135684"/>
                  <a:pt x="161574" y="140138"/>
                </a:cubicBezTo>
                <a:cubicBezTo>
                  <a:pt x="177125" y="144659"/>
                  <a:pt x="177438" y="148154"/>
                  <a:pt x="162505" y="150542"/>
                </a:cubicBezTo>
                <a:cubicBezTo>
                  <a:pt x="152866" y="152083"/>
                  <a:pt x="147932" y="157096"/>
                  <a:pt x="151065" y="162165"/>
                </a:cubicBezTo>
                <a:cubicBezTo>
                  <a:pt x="151887" y="163495"/>
                  <a:pt x="150058" y="169752"/>
                  <a:pt x="147000" y="176069"/>
                </a:cubicBezTo>
                <a:cubicBezTo>
                  <a:pt x="140040" y="190447"/>
                  <a:pt x="141019" y="195911"/>
                  <a:pt x="151074" y="198795"/>
                </a:cubicBezTo>
                <a:cubicBezTo>
                  <a:pt x="156834" y="200447"/>
                  <a:pt x="159631" y="203274"/>
                  <a:pt x="161382" y="209212"/>
                </a:cubicBezTo>
                <a:cubicBezTo>
                  <a:pt x="163891" y="217725"/>
                  <a:pt x="167253" y="218781"/>
                  <a:pt x="180801" y="215310"/>
                </a:cubicBezTo>
                <a:cubicBezTo>
                  <a:pt x="186270" y="213909"/>
                  <a:pt x="188145" y="214815"/>
                  <a:pt x="191062" y="220266"/>
                </a:cubicBezTo>
                <a:cubicBezTo>
                  <a:pt x="194411" y="226524"/>
                  <a:pt x="194115" y="227399"/>
                  <a:pt x="186266" y="234411"/>
                </a:cubicBezTo>
                <a:cubicBezTo>
                  <a:pt x="177581" y="242171"/>
                  <a:pt x="173505" y="242950"/>
                  <a:pt x="146648" y="241973"/>
                </a:cubicBezTo>
                <a:cubicBezTo>
                  <a:pt x="138138" y="241664"/>
                  <a:pt x="131353" y="242644"/>
                  <a:pt x="130308" y="244333"/>
                </a:cubicBezTo>
                <a:cubicBezTo>
                  <a:pt x="127797" y="248397"/>
                  <a:pt x="118188" y="235660"/>
                  <a:pt x="120069" y="230760"/>
                </a:cubicBezTo>
                <a:cubicBezTo>
                  <a:pt x="124398" y="219478"/>
                  <a:pt x="105303" y="225013"/>
                  <a:pt x="99204" y="236809"/>
                </a:cubicBezTo>
                <a:cubicBezTo>
                  <a:pt x="95428" y="244110"/>
                  <a:pt x="95414" y="245432"/>
                  <a:pt x="99051" y="250983"/>
                </a:cubicBezTo>
                <a:cubicBezTo>
                  <a:pt x="103916" y="258408"/>
                  <a:pt x="100434" y="261478"/>
                  <a:pt x="92202" y="257021"/>
                </a:cubicBezTo>
                <a:cubicBezTo>
                  <a:pt x="83927" y="252540"/>
                  <a:pt x="66492" y="252742"/>
                  <a:pt x="61602" y="257374"/>
                </a:cubicBezTo>
                <a:cubicBezTo>
                  <a:pt x="56090" y="262596"/>
                  <a:pt x="53167" y="262902"/>
                  <a:pt x="47363" y="258865"/>
                </a:cubicBezTo>
                <a:close/>
              </a:path>
            </a:pathLst>
          </a:custGeom>
          <a:solidFill>
            <a:srgbClr val="B9B9B9"/>
          </a:solidFill>
          <a:ln w="5163" cap="flat">
            <a:noFill/>
            <a:prstDash val="solid"/>
            <a:miter/>
          </a:ln>
        </p:spPr>
        <p:txBody>
          <a:bodyPr/>
          <a:lstStyle/>
          <a:p>
            <a:endParaRPr lang="es-419" noProof="0" dirty="0"/>
          </a:p>
        </p:txBody>
      </p:sp>
      <p:sp>
        <p:nvSpPr>
          <p:cNvPr id="44" name="Forma libre: forma 43">
            <a:extLst>
              <a:ext uri="{FF2B5EF4-FFF2-40B4-BE49-F238E27FC236}">
                <a16:creationId xmlns:a16="http://schemas.microsoft.com/office/drawing/2014/main" id="{97BCE1B4-EB7D-B8A7-BB62-A93DA7E94CA8}"/>
              </a:ext>
            </a:extLst>
          </p:cNvPr>
          <p:cNvSpPr/>
          <p:nvPr/>
        </p:nvSpPr>
        <p:spPr>
          <a:xfrm>
            <a:off x="1103504" y="2345749"/>
            <a:ext cx="95653" cy="64838"/>
          </a:xfrm>
          <a:custGeom>
            <a:avLst/>
            <a:gdLst>
              <a:gd name="csX0" fmla="*/ 71219 w 95653"/>
              <a:gd name="csY0" fmla="*/ 62506 h 64838"/>
              <a:gd name="csX1" fmla="*/ 62655 w 95653"/>
              <a:gd name="csY1" fmla="*/ 53685 h 64838"/>
              <a:gd name="csX2" fmla="*/ 57443 w 95653"/>
              <a:gd name="csY2" fmla="*/ 48511 h 64838"/>
              <a:gd name="csX3" fmla="*/ 51242 w 95653"/>
              <a:gd name="csY3" fmla="*/ 43994 h 64838"/>
              <a:gd name="csX4" fmla="*/ 48532 w 95653"/>
              <a:gd name="csY4" fmla="*/ 43994 h 64838"/>
              <a:gd name="csX5" fmla="*/ 36926 w 95653"/>
              <a:gd name="csY5" fmla="*/ 44510 h 64838"/>
              <a:gd name="csX6" fmla="*/ 28785 w 95653"/>
              <a:gd name="csY6" fmla="*/ 36765 h 64838"/>
              <a:gd name="csX7" fmla="*/ 27076 w 95653"/>
              <a:gd name="csY7" fmla="*/ 32629 h 64838"/>
              <a:gd name="csX8" fmla="*/ 11500 w 95653"/>
              <a:gd name="csY8" fmla="*/ 28262 h 64838"/>
              <a:gd name="csX9" fmla="*/ 1174 w 95653"/>
              <a:gd name="csY9" fmla="*/ 25068 h 64838"/>
              <a:gd name="csX10" fmla="*/ 31004 w 95653"/>
              <a:gd name="csY10" fmla="*/ 14820 h 64838"/>
              <a:gd name="csX11" fmla="*/ 49970 w 95653"/>
              <a:gd name="csY11" fmla="*/ 6499 h 64838"/>
              <a:gd name="csX12" fmla="*/ 60293 w 95653"/>
              <a:gd name="csY12" fmla="*/ 3207 h 64838"/>
              <a:gd name="csX13" fmla="*/ 79487 w 95653"/>
              <a:gd name="csY13" fmla="*/ 1724 h 64838"/>
              <a:gd name="csX14" fmla="*/ 95469 w 95653"/>
              <a:gd name="csY14" fmla="*/ 24677 h 64838"/>
              <a:gd name="csX15" fmla="*/ 92590 w 95653"/>
              <a:gd name="csY15" fmla="*/ 45837 h 64838"/>
              <a:gd name="csX16" fmla="*/ 88748 w 95653"/>
              <a:gd name="csY16" fmla="*/ 52688 h 64838"/>
              <a:gd name="csX17" fmla="*/ 82592 w 95653"/>
              <a:gd name="csY17" fmla="*/ 62155 h 64838"/>
              <a:gd name="csX18" fmla="*/ 71219 w 95653"/>
              <a:gd name="csY18" fmla="*/ 62506 h 648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95653" h="64838">
                <a:moveTo>
                  <a:pt x="71219" y="62506"/>
                </a:moveTo>
                <a:cubicBezTo>
                  <a:pt x="67412" y="60499"/>
                  <a:pt x="63558" y="56530"/>
                  <a:pt x="62655" y="53685"/>
                </a:cubicBezTo>
                <a:cubicBezTo>
                  <a:pt x="61752" y="50839"/>
                  <a:pt x="59407" y="48511"/>
                  <a:pt x="57443" y="48511"/>
                </a:cubicBezTo>
                <a:cubicBezTo>
                  <a:pt x="55480" y="48511"/>
                  <a:pt x="52689" y="46478"/>
                  <a:pt x="51242" y="43994"/>
                </a:cubicBezTo>
                <a:cubicBezTo>
                  <a:pt x="48736" y="39691"/>
                  <a:pt x="48607" y="39691"/>
                  <a:pt x="48532" y="43994"/>
                </a:cubicBezTo>
                <a:cubicBezTo>
                  <a:pt x="48437" y="49469"/>
                  <a:pt x="48761" y="49455"/>
                  <a:pt x="36926" y="44510"/>
                </a:cubicBezTo>
                <a:cubicBezTo>
                  <a:pt x="30451" y="41804"/>
                  <a:pt x="27814" y="39296"/>
                  <a:pt x="28785" y="36765"/>
                </a:cubicBezTo>
                <a:cubicBezTo>
                  <a:pt x="29575" y="34707"/>
                  <a:pt x="28806" y="32846"/>
                  <a:pt x="27076" y="32629"/>
                </a:cubicBezTo>
                <a:cubicBezTo>
                  <a:pt x="21029" y="31874"/>
                  <a:pt x="18714" y="31225"/>
                  <a:pt x="11500" y="28262"/>
                </a:cubicBezTo>
                <a:cubicBezTo>
                  <a:pt x="7503" y="26621"/>
                  <a:pt x="2857" y="25183"/>
                  <a:pt x="1174" y="25068"/>
                </a:cubicBezTo>
                <a:cubicBezTo>
                  <a:pt x="-4949" y="24646"/>
                  <a:pt x="14045" y="18121"/>
                  <a:pt x="31004" y="14820"/>
                </a:cubicBezTo>
                <a:cubicBezTo>
                  <a:pt x="44060" y="12279"/>
                  <a:pt x="48794" y="10202"/>
                  <a:pt x="49970" y="6499"/>
                </a:cubicBezTo>
                <a:cubicBezTo>
                  <a:pt x="51256" y="2445"/>
                  <a:pt x="53098" y="1858"/>
                  <a:pt x="60293" y="3207"/>
                </a:cubicBezTo>
                <a:cubicBezTo>
                  <a:pt x="65110" y="4111"/>
                  <a:pt x="73747" y="3443"/>
                  <a:pt x="79487" y="1724"/>
                </a:cubicBezTo>
                <a:cubicBezTo>
                  <a:pt x="94315" y="-2719"/>
                  <a:pt x="96385" y="255"/>
                  <a:pt x="95469" y="24677"/>
                </a:cubicBezTo>
                <a:cubicBezTo>
                  <a:pt x="95060" y="35554"/>
                  <a:pt x="93765" y="45076"/>
                  <a:pt x="92590" y="45837"/>
                </a:cubicBezTo>
                <a:cubicBezTo>
                  <a:pt x="91414" y="46598"/>
                  <a:pt x="89686" y="49681"/>
                  <a:pt x="88748" y="52688"/>
                </a:cubicBezTo>
                <a:cubicBezTo>
                  <a:pt x="87811" y="55696"/>
                  <a:pt x="85041" y="59955"/>
                  <a:pt x="82592" y="62155"/>
                </a:cubicBezTo>
                <a:cubicBezTo>
                  <a:pt x="78702" y="65649"/>
                  <a:pt x="77268" y="65693"/>
                  <a:pt x="71219" y="62506"/>
                </a:cubicBezTo>
                <a:close/>
              </a:path>
            </a:pathLst>
          </a:custGeom>
          <a:solidFill>
            <a:srgbClr val="B9B9B9"/>
          </a:solidFill>
          <a:ln w="5163" cap="flat">
            <a:noFill/>
            <a:prstDash val="solid"/>
            <a:miter/>
          </a:ln>
        </p:spPr>
        <p:txBody>
          <a:bodyPr/>
          <a:lstStyle/>
          <a:p>
            <a:endParaRPr lang="es-419" noProof="0" dirty="0"/>
          </a:p>
        </p:txBody>
      </p:sp>
      <p:sp>
        <p:nvSpPr>
          <p:cNvPr id="45" name="Forma libre: forma 44">
            <a:extLst>
              <a:ext uri="{FF2B5EF4-FFF2-40B4-BE49-F238E27FC236}">
                <a16:creationId xmlns:a16="http://schemas.microsoft.com/office/drawing/2014/main" id="{341B9052-7DEB-51B3-27A7-7B33F2579681}"/>
              </a:ext>
            </a:extLst>
          </p:cNvPr>
          <p:cNvSpPr/>
          <p:nvPr/>
        </p:nvSpPr>
        <p:spPr>
          <a:xfrm>
            <a:off x="1015863" y="2030672"/>
            <a:ext cx="364335" cy="362024"/>
          </a:xfrm>
          <a:custGeom>
            <a:avLst/>
            <a:gdLst>
              <a:gd name="csX0" fmla="*/ 185142 w 364335"/>
              <a:gd name="csY0" fmla="*/ 358570 h 362024"/>
              <a:gd name="csX1" fmla="*/ 187621 w 364335"/>
              <a:gd name="csY1" fmla="*/ 340898 h 362024"/>
              <a:gd name="csX2" fmla="*/ 186283 w 364335"/>
              <a:gd name="csY2" fmla="*/ 320178 h 362024"/>
              <a:gd name="csX3" fmla="*/ 182466 w 364335"/>
              <a:gd name="csY3" fmla="*/ 312528 h 362024"/>
              <a:gd name="csX4" fmla="*/ 160064 w 364335"/>
              <a:gd name="csY4" fmla="*/ 313164 h 362024"/>
              <a:gd name="csX5" fmla="*/ 135394 w 364335"/>
              <a:gd name="csY5" fmla="*/ 318882 h 362024"/>
              <a:gd name="csX6" fmla="*/ 107653 w 364335"/>
              <a:gd name="csY6" fmla="*/ 328620 h 362024"/>
              <a:gd name="csX7" fmla="*/ 77975 w 364335"/>
              <a:gd name="csY7" fmla="*/ 329071 h 362024"/>
              <a:gd name="csX8" fmla="*/ 69734 w 364335"/>
              <a:gd name="csY8" fmla="*/ 324866 h 362024"/>
              <a:gd name="csX9" fmla="*/ 48325 w 364335"/>
              <a:gd name="csY9" fmla="*/ 303007 h 362024"/>
              <a:gd name="csX10" fmla="*/ 38186 w 364335"/>
              <a:gd name="csY10" fmla="*/ 292203 h 362024"/>
              <a:gd name="csX11" fmla="*/ 25184 w 364335"/>
              <a:gd name="csY11" fmla="*/ 273778 h 362024"/>
              <a:gd name="csX12" fmla="*/ 11540 w 364335"/>
              <a:gd name="csY12" fmla="*/ 253016 h 362024"/>
              <a:gd name="csX13" fmla="*/ 9603 w 364335"/>
              <a:gd name="csY13" fmla="*/ 246065 h 362024"/>
              <a:gd name="csX14" fmla="*/ 4075 w 364335"/>
              <a:gd name="csY14" fmla="*/ 230604 h 362024"/>
              <a:gd name="csX15" fmla="*/ 2870 w 364335"/>
              <a:gd name="csY15" fmla="*/ 216903 h 362024"/>
              <a:gd name="csX16" fmla="*/ 19099 w 364335"/>
              <a:gd name="csY16" fmla="*/ 209992 h 362024"/>
              <a:gd name="csX17" fmla="*/ 33857 w 364335"/>
              <a:gd name="csY17" fmla="*/ 202727 h 362024"/>
              <a:gd name="csX18" fmla="*/ 62323 w 364335"/>
              <a:gd name="csY18" fmla="*/ 175142 h 362024"/>
              <a:gd name="csX19" fmla="*/ 75732 w 364335"/>
              <a:gd name="csY19" fmla="*/ 169793 h 362024"/>
              <a:gd name="csX20" fmla="*/ 107485 w 364335"/>
              <a:gd name="csY20" fmla="*/ 178512 h 362024"/>
              <a:gd name="csX21" fmla="*/ 118888 w 364335"/>
              <a:gd name="csY21" fmla="*/ 188952 h 362024"/>
              <a:gd name="csX22" fmla="*/ 122369 w 364335"/>
              <a:gd name="csY22" fmla="*/ 177011 h 362024"/>
              <a:gd name="csX23" fmla="*/ 128391 w 364335"/>
              <a:gd name="csY23" fmla="*/ 163500 h 362024"/>
              <a:gd name="csX24" fmla="*/ 127169 w 364335"/>
              <a:gd name="csY24" fmla="*/ 147778 h 362024"/>
              <a:gd name="csX25" fmla="*/ 130389 w 364335"/>
              <a:gd name="csY25" fmla="*/ 138750 h 362024"/>
              <a:gd name="csX26" fmla="*/ 147714 w 364335"/>
              <a:gd name="csY26" fmla="*/ 129037 h 362024"/>
              <a:gd name="csX27" fmla="*/ 142395 w 364335"/>
              <a:gd name="csY27" fmla="*/ 116273 h 362024"/>
              <a:gd name="csX28" fmla="*/ 138322 w 364335"/>
              <a:gd name="csY28" fmla="*/ 100445 h 362024"/>
              <a:gd name="csX29" fmla="*/ 132219 w 364335"/>
              <a:gd name="csY29" fmla="*/ 77384 h 362024"/>
              <a:gd name="csX30" fmla="*/ 123182 w 364335"/>
              <a:gd name="csY30" fmla="*/ 67380 h 362024"/>
              <a:gd name="csX31" fmla="*/ 127316 w 364335"/>
              <a:gd name="csY31" fmla="*/ 49072 h 362024"/>
              <a:gd name="csX32" fmla="*/ 149002 w 364335"/>
              <a:gd name="csY32" fmla="*/ 26791 h 362024"/>
              <a:gd name="csX33" fmla="*/ 156308 w 364335"/>
              <a:gd name="csY33" fmla="*/ 19245 h 362024"/>
              <a:gd name="csX34" fmla="*/ 153995 w 364335"/>
              <a:gd name="csY34" fmla="*/ 9825 h 362024"/>
              <a:gd name="csX35" fmla="*/ 161050 w 364335"/>
              <a:gd name="csY35" fmla="*/ 76 h 362024"/>
              <a:gd name="csX36" fmla="*/ 166583 w 364335"/>
              <a:gd name="csY36" fmla="*/ 7348 h 362024"/>
              <a:gd name="csX37" fmla="*/ 154998 w 364335"/>
              <a:gd name="csY37" fmla="*/ 39300 h 362024"/>
              <a:gd name="csX38" fmla="*/ 157050 w 364335"/>
              <a:gd name="csY38" fmla="*/ 45546 h 362024"/>
              <a:gd name="csX39" fmla="*/ 169737 w 364335"/>
              <a:gd name="csY39" fmla="*/ 24492 h 362024"/>
              <a:gd name="csX40" fmla="*/ 176182 w 364335"/>
              <a:gd name="csY40" fmla="*/ 20317 h 362024"/>
              <a:gd name="csX41" fmla="*/ 177678 w 364335"/>
              <a:gd name="csY41" fmla="*/ 26406 h 362024"/>
              <a:gd name="csX42" fmla="*/ 173510 w 364335"/>
              <a:gd name="csY42" fmla="*/ 43871 h 362024"/>
              <a:gd name="csX43" fmla="*/ 171706 w 364335"/>
              <a:gd name="csY43" fmla="*/ 58451 h 362024"/>
              <a:gd name="csX44" fmla="*/ 179820 w 364335"/>
              <a:gd name="csY44" fmla="*/ 60233 h 362024"/>
              <a:gd name="csX45" fmla="*/ 195468 w 364335"/>
              <a:gd name="csY45" fmla="*/ 47665 h 362024"/>
              <a:gd name="csX46" fmla="*/ 212893 w 364335"/>
              <a:gd name="csY46" fmla="*/ 36256 h 362024"/>
              <a:gd name="csX47" fmla="*/ 215787 w 364335"/>
              <a:gd name="csY47" fmla="*/ 59322 h 362024"/>
              <a:gd name="csX48" fmla="*/ 202515 w 364335"/>
              <a:gd name="csY48" fmla="*/ 73785 h 362024"/>
              <a:gd name="csX49" fmla="*/ 193598 w 364335"/>
              <a:gd name="csY49" fmla="*/ 76402 h 362024"/>
              <a:gd name="csX50" fmla="*/ 196544 w 364335"/>
              <a:gd name="csY50" fmla="*/ 79629 h 362024"/>
              <a:gd name="csX51" fmla="*/ 200631 w 364335"/>
              <a:gd name="csY51" fmla="*/ 82161 h 362024"/>
              <a:gd name="csX52" fmla="*/ 183851 w 364335"/>
              <a:gd name="csY52" fmla="*/ 86694 h 362024"/>
              <a:gd name="csX53" fmla="*/ 179447 w 364335"/>
              <a:gd name="csY53" fmla="*/ 90600 h 362024"/>
              <a:gd name="csX54" fmla="*/ 177337 w 364335"/>
              <a:gd name="csY54" fmla="*/ 95117 h 362024"/>
              <a:gd name="csX55" fmla="*/ 175970 w 364335"/>
              <a:gd name="csY55" fmla="*/ 99847 h 362024"/>
              <a:gd name="csX56" fmla="*/ 172279 w 364335"/>
              <a:gd name="csY56" fmla="*/ 109275 h 362024"/>
              <a:gd name="csX57" fmla="*/ 162736 w 364335"/>
              <a:gd name="csY57" fmla="*/ 127778 h 362024"/>
              <a:gd name="csX58" fmla="*/ 154984 w 364335"/>
              <a:gd name="csY58" fmla="*/ 141584 h 362024"/>
              <a:gd name="csX59" fmla="*/ 157382 w 364335"/>
              <a:gd name="csY59" fmla="*/ 150820 h 362024"/>
              <a:gd name="csX60" fmla="*/ 166003 w 364335"/>
              <a:gd name="csY60" fmla="*/ 156522 h 362024"/>
              <a:gd name="csX61" fmla="*/ 178921 w 364335"/>
              <a:gd name="csY61" fmla="*/ 158229 h 362024"/>
              <a:gd name="csX62" fmla="*/ 200631 w 364335"/>
              <a:gd name="csY62" fmla="*/ 155851 h 362024"/>
              <a:gd name="csX63" fmla="*/ 253127 w 364335"/>
              <a:gd name="csY63" fmla="*/ 145110 h 362024"/>
              <a:gd name="csX64" fmla="*/ 260004 w 364335"/>
              <a:gd name="csY64" fmla="*/ 117060 h 362024"/>
              <a:gd name="csX65" fmla="*/ 261186 w 364335"/>
              <a:gd name="csY65" fmla="*/ 105023 h 362024"/>
              <a:gd name="csX66" fmla="*/ 280779 w 364335"/>
              <a:gd name="csY66" fmla="*/ 107831 h 362024"/>
              <a:gd name="csX67" fmla="*/ 316123 w 364335"/>
              <a:gd name="csY67" fmla="*/ 101238 h 362024"/>
              <a:gd name="csX68" fmla="*/ 332436 w 364335"/>
              <a:gd name="csY68" fmla="*/ 86525 h 362024"/>
              <a:gd name="csX69" fmla="*/ 340656 w 364335"/>
              <a:gd name="csY69" fmla="*/ 79224 h 362024"/>
              <a:gd name="csX70" fmla="*/ 348855 w 364335"/>
              <a:gd name="csY70" fmla="*/ 87171 h 362024"/>
              <a:gd name="csX71" fmla="*/ 361269 w 364335"/>
              <a:gd name="csY71" fmla="*/ 95117 h 362024"/>
              <a:gd name="csX72" fmla="*/ 363171 w 364335"/>
              <a:gd name="csY72" fmla="*/ 103178 h 362024"/>
              <a:gd name="csX73" fmla="*/ 356290 w 364335"/>
              <a:gd name="csY73" fmla="*/ 118022 h 362024"/>
              <a:gd name="csX74" fmla="*/ 352528 w 364335"/>
              <a:gd name="csY74" fmla="*/ 135380 h 362024"/>
              <a:gd name="csX75" fmla="*/ 345616 w 364335"/>
              <a:gd name="csY75" fmla="*/ 149152 h 362024"/>
              <a:gd name="csX76" fmla="*/ 336399 w 364335"/>
              <a:gd name="csY76" fmla="*/ 158318 h 362024"/>
              <a:gd name="csX77" fmla="*/ 325505 w 364335"/>
              <a:gd name="csY77" fmla="*/ 175523 h 362024"/>
              <a:gd name="csX78" fmla="*/ 315430 w 364335"/>
              <a:gd name="csY78" fmla="*/ 204352 h 362024"/>
              <a:gd name="csX79" fmla="*/ 313994 w 364335"/>
              <a:gd name="csY79" fmla="*/ 218773 h 362024"/>
              <a:gd name="csX80" fmla="*/ 296375 w 364335"/>
              <a:gd name="csY80" fmla="*/ 228175 h 362024"/>
              <a:gd name="csX81" fmla="*/ 265231 w 364335"/>
              <a:gd name="csY81" fmla="*/ 238311 h 362024"/>
              <a:gd name="csX82" fmla="*/ 244951 w 364335"/>
              <a:gd name="csY82" fmla="*/ 244768 h 362024"/>
              <a:gd name="csX83" fmla="*/ 219261 w 364335"/>
              <a:gd name="csY83" fmla="*/ 258588 h 362024"/>
              <a:gd name="csX84" fmla="*/ 224662 w 364335"/>
              <a:gd name="csY84" fmla="*/ 270643 h 362024"/>
              <a:gd name="csX85" fmla="*/ 242353 w 364335"/>
              <a:gd name="csY85" fmla="*/ 274944 h 362024"/>
              <a:gd name="csX86" fmla="*/ 251900 w 364335"/>
              <a:gd name="csY86" fmla="*/ 285801 h 362024"/>
              <a:gd name="csX87" fmla="*/ 252381 w 364335"/>
              <a:gd name="csY87" fmla="*/ 304719 h 362024"/>
              <a:gd name="csX88" fmla="*/ 261267 w 364335"/>
              <a:gd name="csY88" fmla="*/ 315608 h 362024"/>
              <a:gd name="csX89" fmla="*/ 268876 w 364335"/>
              <a:gd name="csY89" fmla="*/ 316858 h 362024"/>
              <a:gd name="csX90" fmla="*/ 252027 w 364335"/>
              <a:gd name="csY90" fmla="*/ 336142 h 362024"/>
              <a:gd name="csX91" fmla="*/ 230251 w 364335"/>
              <a:gd name="csY91" fmla="*/ 349333 h 362024"/>
              <a:gd name="csX92" fmla="*/ 209844 w 364335"/>
              <a:gd name="csY92" fmla="*/ 359530 h 362024"/>
              <a:gd name="csX93" fmla="*/ 194478 w 364335"/>
              <a:gd name="csY93" fmla="*/ 360594 h 362024"/>
              <a:gd name="csX94" fmla="*/ 185142 w 364335"/>
              <a:gd name="csY94" fmla="*/ 358570 h 362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364335" h="362024">
                <a:moveTo>
                  <a:pt x="185142" y="358570"/>
                </a:moveTo>
                <a:cubicBezTo>
                  <a:pt x="185142" y="356038"/>
                  <a:pt x="186257" y="348086"/>
                  <a:pt x="187621" y="340898"/>
                </a:cubicBezTo>
                <a:cubicBezTo>
                  <a:pt x="189559" y="330679"/>
                  <a:pt x="189267" y="326160"/>
                  <a:pt x="186283" y="320178"/>
                </a:cubicBezTo>
                <a:lnTo>
                  <a:pt x="182466" y="312528"/>
                </a:lnTo>
                <a:lnTo>
                  <a:pt x="160064" y="313164"/>
                </a:lnTo>
                <a:cubicBezTo>
                  <a:pt x="140617" y="313716"/>
                  <a:pt x="137363" y="314470"/>
                  <a:pt x="135394" y="318882"/>
                </a:cubicBezTo>
                <a:cubicBezTo>
                  <a:pt x="133601" y="322902"/>
                  <a:pt x="127800" y="324938"/>
                  <a:pt x="107653" y="328620"/>
                </a:cubicBezTo>
                <a:cubicBezTo>
                  <a:pt x="84116" y="332921"/>
                  <a:pt x="81860" y="332955"/>
                  <a:pt x="77975" y="329071"/>
                </a:cubicBezTo>
                <a:cubicBezTo>
                  <a:pt x="75663" y="326758"/>
                  <a:pt x="71954" y="324866"/>
                  <a:pt x="69734" y="324866"/>
                </a:cubicBezTo>
                <a:cubicBezTo>
                  <a:pt x="64790" y="324866"/>
                  <a:pt x="53564" y="313404"/>
                  <a:pt x="48325" y="303007"/>
                </a:cubicBezTo>
                <a:cubicBezTo>
                  <a:pt x="46195" y="298781"/>
                  <a:pt x="41633" y="293919"/>
                  <a:pt x="38186" y="292203"/>
                </a:cubicBezTo>
                <a:cubicBezTo>
                  <a:pt x="31831" y="289039"/>
                  <a:pt x="25350" y="279856"/>
                  <a:pt x="25184" y="273778"/>
                </a:cubicBezTo>
                <a:cubicBezTo>
                  <a:pt x="25085" y="270192"/>
                  <a:pt x="14730" y="254434"/>
                  <a:pt x="11540" y="253016"/>
                </a:cubicBezTo>
                <a:cubicBezTo>
                  <a:pt x="10475" y="252543"/>
                  <a:pt x="9603" y="249415"/>
                  <a:pt x="9603" y="246065"/>
                </a:cubicBezTo>
                <a:cubicBezTo>
                  <a:pt x="9603" y="242715"/>
                  <a:pt x="7116" y="235757"/>
                  <a:pt x="4075" y="230604"/>
                </a:cubicBezTo>
                <a:cubicBezTo>
                  <a:pt x="-1096" y="221839"/>
                  <a:pt x="-1174" y="220953"/>
                  <a:pt x="2870" y="216903"/>
                </a:cubicBezTo>
                <a:cubicBezTo>
                  <a:pt x="5247" y="214522"/>
                  <a:pt x="12551" y="211412"/>
                  <a:pt x="19099" y="209992"/>
                </a:cubicBezTo>
                <a:cubicBezTo>
                  <a:pt x="25650" y="208572"/>
                  <a:pt x="32288" y="205304"/>
                  <a:pt x="33857" y="202727"/>
                </a:cubicBezTo>
                <a:cubicBezTo>
                  <a:pt x="40254" y="192222"/>
                  <a:pt x="57879" y="175142"/>
                  <a:pt x="62323" y="175142"/>
                </a:cubicBezTo>
                <a:cubicBezTo>
                  <a:pt x="64938" y="175142"/>
                  <a:pt x="70972" y="172735"/>
                  <a:pt x="75732" y="169793"/>
                </a:cubicBezTo>
                <a:cubicBezTo>
                  <a:pt x="86563" y="163099"/>
                  <a:pt x="92402" y="164703"/>
                  <a:pt x="107485" y="178512"/>
                </a:cubicBezTo>
                <a:lnTo>
                  <a:pt x="118888" y="188952"/>
                </a:lnTo>
                <a:lnTo>
                  <a:pt x="122369" y="177011"/>
                </a:lnTo>
                <a:cubicBezTo>
                  <a:pt x="124284" y="170444"/>
                  <a:pt x="126994" y="164364"/>
                  <a:pt x="128391" y="163500"/>
                </a:cubicBezTo>
                <a:cubicBezTo>
                  <a:pt x="132170" y="161165"/>
                  <a:pt x="131464" y="152072"/>
                  <a:pt x="127169" y="147778"/>
                </a:cubicBezTo>
                <a:cubicBezTo>
                  <a:pt x="122214" y="142823"/>
                  <a:pt x="124785" y="135614"/>
                  <a:pt x="130389" y="138750"/>
                </a:cubicBezTo>
                <a:cubicBezTo>
                  <a:pt x="136409" y="142119"/>
                  <a:pt x="145744" y="136885"/>
                  <a:pt x="147714" y="129037"/>
                </a:cubicBezTo>
                <a:cubicBezTo>
                  <a:pt x="149051" y="123709"/>
                  <a:pt x="147940" y="121043"/>
                  <a:pt x="142395" y="116273"/>
                </a:cubicBezTo>
                <a:cubicBezTo>
                  <a:pt x="135828" y="110625"/>
                  <a:pt x="135571" y="109625"/>
                  <a:pt x="138322" y="100445"/>
                </a:cubicBezTo>
                <a:cubicBezTo>
                  <a:pt x="142194" y="87522"/>
                  <a:pt x="142531" y="88798"/>
                  <a:pt x="132219" y="77384"/>
                </a:cubicBezTo>
                <a:lnTo>
                  <a:pt x="123182" y="67380"/>
                </a:lnTo>
                <a:lnTo>
                  <a:pt x="127316" y="49072"/>
                </a:lnTo>
                <a:cubicBezTo>
                  <a:pt x="131667" y="29805"/>
                  <a:pt x="134422" y="26975"/>
                  <a:pt x="149002" y="26791"/>
                </a:cubicBezTo>
                <a:cubicBezTo>
                  <a:pt x="154177" y="26725"/>
                  <a:pt x="155624" y="25231"/>
                  <a:pt x="156308" y="19245"/>
                </a:cubicBezTo>
                <a:cubicBezTo>
                  <a:pt x="156776" y="15139"/>
                  <a:pt x="155736" y="10900"/>
                  <a:pt x="153995" y="9825"/>
                </a:cubicBezTo>
                <a:cubicBezTo>
                  <a:pt x="148346" y="6334"/>
                  <a:pt x="153520" y="-815"/>
                  <a:pt x="161050" y="76"/>
                </a:cubicBezTo>
                <a:cubicBezTo>
                  <a:pt x="168082" y="908"/>
                  <a:pt x="172982" y="7348"/>
                  <a:pt x="166583" y="7348"/>
                </a:cubicBezTo>
                <a:cubicBezTo>
                  <a:pt x="163388" y="7348"/>
                  <a:pt x="159114" y="19135"/>
                  <a:pt x="154998" y="39300"/>
                </a:cubicBezTo>
                <a:cubicBezTo>
                  <a:pt x="153853" y="44911"/>
                  <a:pt x="154355" y="46439"/>
                  <a:pt x="157050" y="45546"/>
                </a:cubicBezTo>
                <a:cubicBezTo>
                  <a:pt x="160851" y="44288"/>
                  <a:pt x="165520" y="36539"/>
                  <a:pt x="169737" y="24492"/>
                </a:cubicBezTo>
                <a:cubicBezTo>
                  <a:pt x="171898" y="18321"/>
                  <a:pt x="172952" y="17637"/>
                  <a:pt x="176182" y="20317"/>
                </a:cubicBezTo>
                <a:cubicBezTo>
                  <a:pt x="178636" y="22355"/>
                  <a:pt x="179182" y="24572"/>
                  <a:pt x="177678" y="26406"/>
                </a:cubicBezTo>
                <a:cubicBezTo>
                  <a:pt x="176378" y="27992"/>
                  <a:pt x="174502" y="35852"/>
                  <a:pt x="173510" y="43871"/>
                </a:cubicBezTo>
                <a:lnTo>
                  <a:pt x="171706" y="58451"/>
                </a:lnTo>
                <a:lnTo>
                  <a:pt x="179820" y="60233"/>
                </a:lnTo>
                <a:cubicBezTo>
                  <a:pt x="190172" y="62507"/>
                  <a:pt x="195468" y="58253"/>
                  <a:pt x="195468" y="47665"/>
                </a:cubicBezTo>
                <a:cubicBezTo>
                  <a:pt x="195468" y="37295"/>
                  <a:pt x="201609" y="33273"/>
                  <a:pt x="212893" y="36256"/>
                </a:cubicBezTo>
                <a:cubicBezTo>
                  <a:pt x="222809" y="38877"/>
                  <a:pt x="222920" y="39758"/>
                  <a:pt x="215787" y="59322"/>
                </a:cubicBezTo>
                <a:cubicBezTo>
                  <a:pt x="210635" y="73452"/>
                  <a:pt x="209804" y="74357"/>
                  <a:pt x="202515" y="73785"/>
                </a:cubicBezTo>
                <a:cubicBezTo>
                  <a:pt x="198132" y="73441"/>
                  <a:pt x="194241" y="74583"/>
                  <a:pt x="193598" y="76402"/>
                </a:cubicBezTo>
                <a:cubicBezTo>
                  <a:pt x="192970" y="78177"/>
                  <a:pt x="194295" y="79629"/>
                  <a:pt x="196544" y="79629"/>
                </a:cubicBezTo>
                <a:cubicBezTo>
                  <a:pt x="198791" y="79629"/>
                  <a:pt x="200631" y="80768"/>
                  <a:pt x="200631" y="82161"/>
                </a:cubicBezTo>
                <a:cubicBezTo>
                  <a:pt x="200631" y="85088"/>
                  <a:pt x="191380" y="87587"/>
                  <a:pt x="183851" y="86694"/>
                </a:cubicBezTo>
                <a:cubicBezTo>
                  <a:pt x="180197" y="86261"/>
                  <a:pt x="178910" y="87403"/>
                  <a:pt x="179447" y="90600"/>
                </a:cubicBezTo>
                <a:cubicBezTo>
                  <a:pt x="179864" y="93084"/>
                  <a:pt x="178915" y="95117"/>
                  <a:pt x="177337" y="95117"/>
                </a:cubicBezTo>
                <a:cubicBezTo>
                  <a:pt x="175731" y="95117"/>
                  <a:pt x="175129" y="97199"/>
                  <a:pt x="175970" y="99847"/>
                </a:cubicBezTo>
                <a:cubicBezTo>
                  <a:pt x="176899" y="102775"/>
                  <a:pt x="175493" y="106367"/>
                  <a:pt x="172279" y="109275"/>
                </a:cubicBezTo>
                <a:cubicBezTo>
                  <a:pt x="169424" y="111859"/>
                  <a:pt x="165130" y="120185"/>
                  <a:pt x="162736" y="127778"/>
                </a:cubicBezTo>
                <a:cubicBezTo>
                  <a:pt x="160343" y="135371"/>
                  <a:pt x="156854" y="141584"/>
                  <a:pt x="154984" y="141584"/>
                </a:cubicBezTo>
                <a:cubicBezTo>
                  <a:pt x="149300" y="141584"/>
                  <a:pt x="151188" y="148854"/>
                  <a:pt x="157382" y="150820"/>
                </a:cubicBezTo>
                <a:cubicBezTo>
                  <a:pt x="160571" y="151832"/>
                  <a:pt x="164451" y="154398"/>
                  <a:pt x="166003" y="156522"/>
                </a:cubicBezTo>
                <a:cubicBezTo>
                  <a:pt x="168191" y="159513"/>
                  <a:pt x="171101" y="159898"/>
                  <a:pt x="178921" y="158229"/>
                </a:cubicBezTo>
                <a:cubicBezTo>
                  <a:pt x="184472" y="157045"/>
                  <a:pt x="194242" y="155975"/>
                  <a:pt x="200631" y="155851"/>
                </a:cubicBezTo>
                <a:cubicBezTo>
                  <a:pt x="239506" y="155102"/>
                  <a:pt x="240586" y="154881"/>
                  <a:pt x="253127" y="145110"/>
                </a:cubicBezTo>
                <a:cubicBezTo>
                  <a:pt x="266671" y="134558"/>
                  <a:pt x="268972" y="125175"/>
                  <a:pt x="260004" y="117060"/>
                </a:cubicBezTo>
                <a:cubicBezTo>
                  <a:pt x="253254" y="110951"/>
                  <a:pt x="253492" y="108529"/>
                  <a:pt x="261186" y="105023"/>
                </a:cubicBezTo>
                <a:cubicBezTo>
                  <a:pt x="266361" y="102665"/>
                  <a:pt x="269974" y="103183"/>
                  <a:pt x="280779" y="107831"/>
                </a:cubicBezTo>
                <a:cubicBezTo>
                  <a:pt x="296129" y="114435"/>
                  <a:pt x="303140" y="113127"/>
                  <a:pt x="316123" y="101238"/>
                </a:cubicBezTo>
                <a:cubicBezTo>
                  <a:pt x="320574" y="97162"/>
                  <a:pt x="327915" y="90541"/>
                  <a:pt x="332436" y="86525"/>
                </a:cubicBezTo>
                <a:lnTo>
                  <a:pt x="340656" y="79224"/>
                </a:lnTo>
                <a:lnTo>
                  <a:pt x="348855" y="87171"/>
                </a:lnTo>
                <a:cubicBezTo>
                  <a:pt x="353365" y="91541"/>
                  <a:pt x="358951" y="95117"/>
                  <a:pt x="361269" y="95117"/>
                </a:cubicBezTo>
                <a:cubicBezTo>
                  <a:pt x="364761" y="95117"/>
                  <a:pt x="365087" y="96499"/>
                  <a:pt x="363171" y="103178"/>
                </a:cubicBezTo>
                <a:cubicBezTo>
                  <a:pt x="361900" y="107612"/>
                  <a:pt x="358803" y="114292"/>
                  <a:pt x="356290" y="118022"/>
                </a:cubicBezTo>
                <a:cubicBezTo>
                  <a:pt x="353286" y="122482"/>
                  <a:pt x="351997" y="128425"/>
                  <a:pt x="352528" y="135380"/>
                </a:cubicBezTo>
                <a:cubicBezTo>
                  <a:pt x="353262" y="145010"/>
                  <a:pt x="352644" y="146241"/>
                  <a:pt x="345616" y="149152"/>
                </a:cubicBezTo>
                <a:cubicBezTo>
                  <a:pt x="341239" y="150965"/>
                  <a:pt x="337248" y="154934"/>
                  <a:pt x="336399" y="158318"/>
                </a:cubicBezTo>
                <a:cubicBezTo>
                  <a:pt x="335575" y="161601"/>
                  <a:pt x="330673" y="169343"/>
                  <a:pt x="325505" y="175523"/>
                </a:cubicBezTo>
                <a:cubicBezTo>
                  <a:pt x="311850" y="191852"/>
                  <a:pt x="310247" y="196441"/>
                  <a:pt x="315430" y="204352"/>
                </a:cubicBezTo>
                <a:cubicBezTo>
                  <a:pt x="319567" y="210666"/>
                  <a:pt x="319502" y="211324"/>
                  <a:pt x="313994" y="218773"/>
                </a:cubicBezTo>
                <a:cubicBezTo>
                  <a:pt x="309522" y="224822"/>
                  <a:pt x="305556" y="226939"/>
                  <a:pt x="296375" y="228175"/>
                </a:cubicBezTo>
                <a:cubicBezTo>
                  <a:pt x="280209" y="230353"/>
                  <a:pt x="268738" y="234086"/>
                  <a:pt x="265231" y="238311"/>
                </a:cubicBezTo>
                <a:cubicBezTo>
                  <a:pt x="263619" y="240253"/>
                  <a:pt x="254493" y="243158"/>
                  <a:pt x="244951" y="244768"/>
                </a:cubicBezTo>
                <a:cubicBezTo>
                  <a:pt x="224827" y="248162"/>
                  <a:pt x="223542" y="248854"/>
                  <a:pt x="219261" y="258588"/>
                </a:cubicBezTo>
                <a:cubicBezTo>
                  <a:pt x="215450" y="267254"/>
                  <a:pt x="216976" y="270661"/>
                  <a:pt x="224662" y="270643"/>
                </a:cubicBezTo>
                <a:cubicBezTo>
                  <a:pt x="227772" y="270636"/>
                  <a:pt x="235733" y="272571"/>
                  <a:pt x="242353" y="274944"/>
                </a:cubicBezTo>
                <a:cubicBezTo>
                  <a:pt x="253677" y="279002"/>
                  <a:pt x="254241" y="279644"/>
                  <a:pt x="251900" y="285801"/>
                </a:cubicBezTo>
                <a:cubicBezTo>
                  <a:pt x="250237" y="290175"/>
                  <a:pt x="250396" y="296447"/>
                  <a:pt x="252381" y="304719"/>
                </a:cubicBezTo>
                <a:cubicBezTo>
                  <a:pt x="255038" y="315794"/>
                  <a:pt x="255971" y="316937"/>
                  <a:pt x="261267" y="315608"/>
                </a:cubicBezTo>
                <a:cubicBezTo>
                  <a:pt x="264522" y="314791"/>
                  <a:pt x="267946" y="315353"/>
                  <a:pt x="268876" y="316858"/>
                </a:cubicBezTo>
                <a:cubicBezTo>
                  <a:pt x="271618" y="321295"/>
                  <a:pt x="260047" y="334538"/>
                  <a:pt x="252027" y="336142"/>
                </a:cubicBezTo>
                <a:cubicBezTo>
                  <a:pt x="247958" y="336956"/>
                  <a:pt x="238159" y="342892"/>
                  <a:pt x="230251" y="349333"/>
                </a:cubicBezTo>
                <a:cubicBezTo>
                  <a:pt x="219279" y="358270"/>
                  <a:pt x="214445" y="360685"/>
                  <a:pt x="209844" y="359530"/>
                </a:cubicBezTo>
                <a:cubicBezTo>
                  <a:pt x="206527" y="358698"/>
                  <a:pt x="199613" y="359176"/>
                  <a:pt x="194478" y="360594"/>
                </a:cubicBezTo>
                <a:cubicBezTo>
                  <a:pt x="186278" y="362858"/>
                  <a:pt x="185142" y="362612"/>
                  <a:pt x="185142" y="358570"/>
                </a:cubicBezTo>
                <a:close/>
              </a:path>
            </a:pathLst>
          </a:custGeom>
          <a:solidFill>
            <a:srgbClr val="B9B9B9"/>
          </a:solidFill>
          <a:ln w="5163" cap="flat">
            <a:noFill/>
            <a:prstDash val="solid"/>
            <a:miter/>
          </a:ln>
        </p:spPr>
        <p:txBody>
          <a:bodyPr/>
          <a:lstStyle/>
          <a:p>
            <a:endParaRPr lang="es-419" noProof="0" dirty="0"/>
          </a:p>
        </p:txBody>
      </p:sp>
      <p:sp>
        <p:nvSpPr>
          <p:cNvPr id="46" name="Forma libre: forma 45">
            <a:extLst>
              <a:ext uri="{FF2B5EF4-FFF2-40B4-BE49-F238E27FC236}">
                <a16:creationId xmlns:a16="http://schemas.microsoft.com/office/drawing/2014/main" id="{FC1747A6-8686-3618-614A-625277AD8689}"/>
              </a:ext>
            </a:extLst>
          </p:cNvPr>
          <p:cNvSpPr/>
          <p:nvPr/>
        </p:nvSpPr>
        <p:spPr>
          <a:xfrm>
            <a:off x="1331227" y="2128697"/>
            <a:ext cx="198884" cy="167193"/>
          </a:xfrm>
          <a:custGeom>
            <a:avLst/>
            <a:gdLst>
              <a:gd name="csX0" fmla="*/ 102761 w 198884"/>
              <a:gd name="csY0" fmla="*/ 161938 h 167193"/>
              <a:gd name="csX1" fmla="*/ 88269 w 198884"/>
              <a:gd name="csY1" fmla="*/ 157454 h 167193"/>
              <a:gd name="csX2" fmla="*/ 69481 w 198884"/>
              <a:gd name="csY2" fmla="*/ 161146 h 167193"/>
              <a:gd name="csX3" fmla="*/ 60039 w 198884"/>
              <a:gd name="csY3" fmla="*/ 160242 h 167193"/>
              <a:gd name="csX4" fmla="*/ 55236 w 198884"/>
              <a:gd name="csY4" fmla="*/ 148107 h 167193"/>
              <a:gd name="csX5" fmla="*/ 50480 w 198884"/>
              <a:gd name="csY5" fmla="*/ 138608 h 167193"/>
              <a:gd name="csX6" fmla="*/ 28907 w 198884"/>
              <a:gd name="csY6" fmla="*/ 140363 h 167193"/>
              <a:gd name="csX7" fmla="*/ 11289 w 198884"/>
              <a:gd name="csY7" fmla="*/ 137781 h 167193"/>
              <a:gd name="csX8" fmla="*/ 6827 w 198884"/>
              <a:gd name="csY8" fmla="*/ 131288 h 167193"/>
              <a:gd name="csX9" fmla="*/ 1775 w 198884"/>
              <a:gd name="csY9" fmla="*/ 129012 h 167193"/>
              <a:gd name="csX10" fmla="*/ 4158 w 198884"/>
              <a:gd name="csY10" fmla="*/ 118778 h 167193"/>
              <a:gd name="csX11" fmla="*/ 5752 w 198884"/>
              <a:gd name="csY11" fmla="*/ 106007 h 167193"/>
              <a:gd name="csX12" fmla="*/ 11789 w 198884"/>
              <a:gd name="csY12" fmla="*/ 81269 h 167193"/>
              <a:gd name="csX13" fmla="*/ 23630 w 198884"/>
              <a:gd name="csY13" fmla="*/ 62821 h 167193"/>
              <a:gd name="csX14" fmla="*/ 32410 w 198884"/>
              <a:gd name="csY14" fmla="*/ 53884 h 167193"/>
              <a:gd name="csX15" fmla="*/ 41084 w 198884"/>
              <a:gd name="csY15" fmla="*/ 33929 h 167193"/>
              <a:gd name="csX16" fmla="*/ 44790 w 198884"/>
              <a:gd name="csY16" fmla="*/ 21065 h 167193"/>
              <a:gd name="csX17" fmla="*/ 50866 w 198884"/>
              <a:gd name="csY17" fmla="*/ 7384 h 167193"/>
              <a:gd name="csX18" fmla="*/ 69085 w 198884"/>
              <a:gd name="csY18" fmla="*/ 3371 h 167193"/>
              <a:gd name="csX19" fmla="*/ 83968 w 198884"/>
              <a:gd name="csY19" fmla="*/ 7430 h 167193"/>
              <a:gd name="csX20" fmla="*/ 103250 w 198884"/>
              <a:gd name="csY20" fmla="*/ 16788 h 167193"/>
              <a:gd name="csX21" fmla="*/ 120904 w 198884"/>
              <a:gd name="csY21" fmla="*/ 28277 h 167193"/>
              <a:gd name="csX22" fmla="*/ 134887 w 198884"/>
              <a:gd name="csY22" fmla="*/ 23438 h 167193"/>
              <a:gd name="csX23" fmla="*/ 159058 w 198884"/>
              <a:gd name="csY23" fmla="*/ 20032 h 167193"/>
              <a:gd name="csX24" fmla="*/ 176483 w 198884"/>
              <a:gd name="csY24" fmla="*/ 28515 h 167193"/>
              <a:gd name="csX25" fmla="*/ 192460 w 198884"/>
              <a:gd name="csY25" fmla="*/ 37014 h 167193"/>
              <a:gd name="csX26" fmla="*/ 196332 w 198884"/>
              <a:gd name="csY26" fmla="*/ 44480 h 167193"/>
              <a:gd name="csX27" fmla="*/ 196153 w 198884"/>
              <a:gd name="csY27" fmla="*/ 52404 h 167193"/>
              <a:gd name="csX28" fmla="*/ 187288 w 198884"/>
              <a:gd name="csY28" fmla="*/ 53879 h 167193"/>
              <a:gd name="csX29" fmla="*/ 174390 w 198884"/>
              <a:gd name="csY29" fmla="*/ 56149 h 167193"/>
              <a:gd name="csX30" fmla="*/ 170518 w 198884"/>
              <a:gd name="csY30" fmla="*/ 64210 h 167193"/>
              <a:gd name="csX31" fmla="*/ 166645 w 198884"/>
              <a:gd name="csY31" fmla="*/ 72206 h 167193"/>
              <a:gd name="csX32" fmla="*/ 158901 w 198884"/>
              <a:gd name="csY32" fmla="*/ 75439 h 167193"/>
              <a:gd name="csX33" fmla="*/ 151157 w 198884"/>
              <a:gd name="csY33" fmla="*/ 76992 h 167193"/>
              <a:gd name="csX34" fmla="*/ 142182 w 198884"/>
              <a:gd name="csY34" fmla="*/ 79321 h 167193"/>
              <a:gd name="csX35" fmla="*/ 127056 w 198884"/>
              <a:gd name="csY35" fmla="*/ 97769 h 167193"/>
              <a:gd name="csX36" fmla="*/ 130544 w 198884"/>
              <a:gd name="csY36" fmla="*/ 109385 h 167193"/>
              <a:gd name="csX37" fmla="*/ 134269 w 198884"/>
              <a:gd name="csY37" fmla="*/ 120288 h 167193"/>
              <a:gd name="csX38" fmla="*/ 148765 w 198884"/>
              <a:gd name="csY38" fmla="*/ 140043 h 167193"/>
              <a:gd name="csX39" fmla="*/ 155377 w 198884"/>
              <a:gd name="csY39" fmla="*/ 157142 h 167193"/>
              <a:gd name="csX40" fmla="*/ 143045 w 198884"/>
              <a:gd name="csY40" fmla="*/ 162040 h 167193"/>
              <a:gd name="csX41" fmla="*/ 102761 w 198884"/>
              <a:gd name="csY41" fmla="*/ 161938 h 167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Lst>
            <a:rect l="l" t="t" r="r" b="b"/>
            <a:pathLst>
              <a:path w="198884" h="167193">
                <a:moveTo>
                  <a:pt x="102761" y="161938"/>
                </a:moveTo>
                <a:cubicBezTo>
                  <a:pt x="101767" y="158136"/>
                  <a:pt x="99022" y="157287"/>
                  <a:pt x="88269" y="157454"/>
                </a:cubicBezTo>
                <a:cubicBezTo>
                  <a:pt x="80973" y="157567"/>
                  <a:pt x="72518" y="159228"/>
                  <a:pt x="69481" y="161146"/>
                </a:cubicBezTo>
                <a:cubicBezTo>
                  <a:pt x="64710" y="164157"/>
                  <a:pt x="63423" y="164033"/>
                  <a:pt x="60039" y="160242"/>
                </a:cubicBezTo>
                <a:cubicBezTo>
                  <a:pt x="57884" y="157827"/>
                  <a:pt x="55723" y="152366"/>
                  <a:pt x="55236" y="148107"/>
                </a:cubicBezTo>
                <a:cubicBezTo>
                  <a:pt x="54750" y="143848"/>
                  <a:pt x="52610" y="139573"/>
                  <a:pt x="50480" y="138608"/>
                </a:cubicBezTo>
                <a:cubicBezTo>
                  <a:pt x="43634" y="135506"/>
                  <a:pt x="32890" y="136379"/>
                  <a:pt x="28907" y="140363"/>
                </a:cubicBezTo>
                <a:cubicBezTo>
                  <a:pt x="22942" y="146328"/>
                  <a:pt x="14628" y="145109"/>
                  <a:pt x="11289" y="137781"/>
                </a:cubicBezTo>
                <a:cubicBezTo>
                  <a:pt x="9671" y="134232"/>
                  <a:pt x="7664" y="131310"/>
                  <a:pt x="6827" y="131288"/>
                </a:cubicBezTo>
                <a:cubicBezTo>
                  <a:pt x="5990" y="131266"/>
                  <a:pt x="3716" y="130242"/>
                  <a:pt x="1775" y="129012"/>
                </a:cubicBezTo>
                <a:cubicBezTo>
                  <a:pt x="-1083" y="127202"/>
                  <a:pt x="-629" y="125253"/>
                  <a:pt x="4158" y="118778"/>
                </a:cubicBezTo>
                <a:cubicBezTo>
                  <a:pt x="9713" y="111264"/>
                  <a:pt x="9810" y="110491"/>
                  <a:pt x="5752" y="106007"/>
                </a:cubicBezTo>
                <a:cubicBezTo>
                  <a:pt x="-610" y="98977"/>
                  <a:pt x="325" y="95142"/>
                  <a:pt x="11789" y="81269"/>
                </a:cubicBezTo>
                <a:cubicBezTo>
                  <a:pt x="17485" y="74376"/>
                  <a:pt x="22814" y="66074"/>
                  <a:pt x="23630" y="62821"/>
                </a:cubicBezTo>
                <a:cubicBezTo>
                  <a:pt x="24447" y="59568"/>
                  <a:pt x="28398" y="55546"/>
                  <a:pt x="32410" y="53884"/>
                </a:cubicBezTo>
                <a:cubicBezTo>
                  <a:pt x="40181" y="50665"/>
                  <a:pt x="43478" y="43081"/>
                  <a:pt x="41084" y="33929"/>
                </a:cubicBezTo>
                <a:cubicBezTo>
                  <a:pt x="40186" y="30493"/>
                  <a:pt x="41619" y="25519"/>
                  <a:pt x="44790" y="21065"/>
                </a:cubicBezTo>
                <a:cubicBezTo>
                  <a:pt x="47634" y="17072"/>
                  <a:pt x="50368" y="10915"/>
                  <a:pt x="50866" y="7384"/>
                </a:cubicBezTo>
                <a:cubicBezTo>
                  <a:pt x="51978" y="-503"/>
                  <a:pt x="60785" y="-2442"/>
                  <a:pt x="69085" y="3371"/>
                </a:cubicBezTo>
                <a:cubicBezTo>
                  <a:pt x="72262" y="5597"/>
                  <a:pt x="78960" y="7424"/>
                  <a:pt x="83968" y="7430"/>
                </a:cubicBezTo>
                <a:cubicBezTo>
                  <a:pt x="90827" y="7440"/>
                  <a:pt x="95585" y="9748"/>
                  <a:pt x="103250" y="16788"/>
                </a:cubicBezTo>
                <a:cubicBezTo>
                  <a:pt x="108847" y="21927"/>
                  <a:pt x="116791" y="27098"/>
                  <a:pt x="120904" y="28277"/>
                </a:cubicBezTo>
                <a:cubicBezTo>
                  <a:pt x="127215" y="30087"/>
                  <a:pt x="129398" y="29332"/>
                  <a:pt x="134887" y="23438"/>
                </a:cubicBezTo>
                <a:cubicBezTo>
                  <a:pt x="142030" y="15767"/>
                  <a:pt x="156507" y="13727"/>
                  <a:pt x="159058" y="20032"/>
                </a:cubicBezTo>
                <a:cubicBezTo>
                  <a:pt x="159855" y="22000"/>
                  <a:pt x="167696" y="25818"/>
                  <a:pt x="176483" y="28515"/>
                </a:cubicBezTo>
                <a:cubicBezTo>
                  <a:pt x="186066" y="31457"/>
                  <a:pt x="192460" y="34858"/>
                  <a:pt x="192460" y="37014"/>
                </a:cubicBezTo>
                <a:cubicBezTo>
                  <a:pt x="192460" y="38991"/>
                  <a:pt x="194203" y="42351"/>
                  <a:pt x="196332" y="44480"/>
                </a:cubicBezTo>
                <a:cubicBezTo>
                  <a:pt x="199774" y="47922"/>
                  <a:pt x="199754" y="48803"/>
                  <a:pt x="196153" y="52404"/>
                </a:cubicBezTo>
                <a:cubicBezTo>
                  <a:pt x="193159" y="55398"/>
                  <a:pt x="190845" y="55783"/>
                  <a:pt x="187288" y="53879"/>
                </a:cubicBezTo>
                <a:cubicBezTo>
                  <a:pt x="179800" y="49872"/>
                  <a:pt x="174390" y="50824"/>
                  <a:pt x="174390" y="56149"/>
                </a:cubicBezTo>
                <a:cubicBezTo>
                  <a:pt x="174390" y="58815"/>
                  <a:pt x="172647" y="62442"/>
                  <a:pt x="170518" y="64210"/>
                </a:cubicBezTo>
                <a:cubicBezTo>
                  <a:pt x="168388" y="65977"/>
                  <a:pt x="166645" y="69575"/>
                  <a:pt x="166645" y="72206"/>
                </a:cubicBezTo>
                <a:cubicBezTo>
                  <a:pt x="166645" y="76143"/>
                  <a:pt x="165276" y="76714"/>
                  <a:pt x="158901" y="75439"/>
                </a:cubicBezTo>
                <a:cubicBezTo>
                  <a:pt x="153734" y="74406"/>
                  <a:pt x="151157" y="74922"/>
                  <a:pt x="151157" y="76992"/>
                </a:cubicBezTo>
                <a:cubicBezTo>
                  <a:pt x="151157" y="78961"/>
                  <a:pt x="147877" y="79812"/>
                  <a:pt x="142182" y="79321"/>
                </a:cubicBezTo>
                <a:cubicBezTo>
                  <a:pt x="130428" y="78308"/>
                  <a:pt x="124889" y="85064"/>
                  <a:pt x="127056" y="97769"/>
                </a:cubicBezTo>
                <a:cubicBezTo>
                  <a:pt x="127904" y="102738"/>
                  <a:pt x="129473" y="107965"/>
                  <a:pt x="130544" y="109385"/>
                </a:cubicBezTo>
                <a:cubicBezTo>
                  <a:pt x="131614" y="110805"/>
                  <a:pt x="133291" y="115711"/>
                  <a:pt x="134269" y="120288"/>
                </a:cubicBezTo>
                <a:cubicBezTo>
                  <a:pt x="135415" y="125645"/>
                  <a:pt x="140578" y="132682"/>
                  <a:pt x="148765" y="140043"/>
                </a:cubicBezTo>
                <a:cubicBezTo>
                  <a:pt x="162833" y="152691"/>
                  <a:pt x="164554" y="157142"/>
                  <a:pt x="155377" y="157142"/>
                </a:cubicBezTo>
                <a:cubicBezTo>
                  <a:pt x="152019" y="157142"/>
                  <a:pt x="146470" y="159346"/>
                  <a:pt x="143045" y="162040"/>
                </a:cubicBezTo>
                <a:cubicBezTo>
                  <a:pt x="134241" y="168966"/>
                  <a:pt x="104579" y="168891"/>
                  <a:pt x="102761" y="161938"/>
                </a:cubicBezTo>
                <a:close/>
              </a:path>
            </a:pathLst>
          </a:custGeom>
          <a:solidFill>
            <a:srgbClr val="B9B9B9"/>
          </a:solidFill>
          <a:ln w="5163" cap="flat">
            <a:noFill/>
            <a:prstDash val="solid"/>
            <a:miter/>
          </a:ln>
        </p:spPr>
        <p:txBody>
          <a:bodyPr/>
          <a:lstStyle/>
          <a:p>
            <a:endParaRPr lang="es-419" noProof="0" dirty="0"/>
          </a:p>
        </p:txBody>
      </p:sp>
      <p:sp>
        <p:nvSpPr>
          <p:cNvPr id="47" name="Forma libre: forma 46">
            <a:extLst>
              <a:ext uri="{FF2B5EF4-FFF2-40B4-BE49-F238E27FC236}">
                <a16:creationId xmlns:a16="http://schemas.microsoft.com/office/drawing/2014/main" id="{10EB3CB1-10EF-06F2-1C3E-A848C906385A}"/>
              </a:ext>
            </a:extLst>
          </p:cNvPr>
          <p:cNvSpPr/>
          <p:nvPr/>
        </p:nvSpPr>
        <p:spPr>
          <a:xfrm>
            <a:off x="1461542" y="2144566"/>
            <a:ext cx="129500" cy="144710"/>
          </a:xfrm>
          <a:custGeom>
            <a:avLst/>
            <a:gdLst>
              <a:gd name="csX0" fmla="*/ 39451 w 129500"/>
              <a:gd name="csY0" fmla="*/ 143362 h 144710"/>
              <a:gd name="csX1" fmla="*/ 36297 w 129500"/>
              <a:gd name="csY1" fmla="*/ 137530 h 144710"/>
              <a:gd name="csX2" fmla="*/ 22310 w 129500"/>
              <a:gd name="csY2" fmla="*/ 122582 h 144710"/>
              <a:gd name="csX3" fmla="*/ 6555 w 129500"/>
              <a:gd name="csY3" fmla="*/ 101930 h 144710"/>
              <a:gd name="csX4" fmla="*/ 2723 w 129500"/>
              <a:gd name="csY4" fmla="*/ 90935 h 144710"/>
              <a:gd name="csX5" fmla="*/ 1214 w 129500"/>
              <a:gd name="csY5" fmla="*/ 71343 h 144710"/>
              <a:gd name="csX6" fmla="*/ 12550 w 129500"/>
              <a:gd name="csY6" fmla="*/ 66880 h 144710"/>
              <a:gd name="csX7" fmla="*/ 22940 w 129500"/>
              <a:gd name="csY7" fmla="*/ 63986 h 144710"/>
              <a:gd name="csX8" fmla="*/ 31348 w 129500"/>
              <a:gd name="csY8" fmla="*/ 62963 h 144710"/>
              <a:gd name="csX9" fmla="*/ 38911 w 129500"/>
              <a:gd name="csY9" fmla="*/ 59306 h 144710"/>
              <a:gd name="csX10" fmla="*/ 42783 w 129500"/>
              <a:gd name="csY10" fmla="*/ 50923 h 144710"/>
              <a:gd name="csX11" fmla="*/ 46656 w 129500"/>
              <a:gd name="csY11" fmla="*/ 42586 h 144710"/>
              <a:gd name="csX12" fmla="*/ 51173 w 129500"/>
              <a:gd name="csY12" fmla="*/ 39323 h 144710"/>
              <a:gd name="csX13" fmla="*/ 69566 w 129500"/>
              <a:gd name="csY13" fmla="*/ 37767 h 144710"/>
              <a:gd name="csX14" fmla="*/ 69872 w 129500"/>
              <a:gd name="csY14" fmla="*/ 27120 h 144710"/>
              <a:gd name="csX15" fmla="*/ 67231 w 129500"/>
              <a:gd name="csY15" fmla="*/ 13692 h 144710"/>
              <a:gd name="csX16" fmla="*/ 69736 w 129500"/>
              <a:gd name="csY16" fmla="*/ 7102 h 144710"/>
              <a:gd name="csX17" fmla="*/ 81814 w 129500"/>
              <a:gd name="csY17" fmla="*/ 13524 h 144710"/>
              <a:gd name="csX18" fmla="*/ 100866 w 129500"/>
              <a:gd name="csY18" fmla="*/ 15068 h 144710"/>
              <a:gd name="csX19" fmla="*/ 113355 w 129500"/>
              <a:gd name="csY19" fmla="*/ 326 h 144710"/>
              <a:gd name="csX20" fmla="*/ 116355 w 129500"/>
              <a:gd name="csY20" fmla="*/ 6085 h 144710"/>
              <a:gd name="csX21" fmla="*/ 122928 w 129500"/>
              <a:gd name="csY21" fmla="*/ 21207 h 144710"/>
              <a:gd name="csX22" fmla="*/ 129501 w 129500"/>
              <a:gd name="csY22" fmla="*/ 32422 h 144710"/>
              <a:gd name="csX23" fmla="*/ 122289 w 129500"/>
              <a:gd name="csY23" fmla="*/ 39110 h 144710"/>
              <a:gd name="csX24" fmla="*/ 114210 w 129500"/>
              <a:gd name="csY24" fmla="*/ 43197 h 144710"/>
              <a:gd name="csX25" fmla="*/ 100996 w 129500"/>
              <a:gd name="csY25" fmla="*/ 50277 h 144710"/>
              <a:gd name="csX26" fmla="*/ 91480 w 129500"/>
              <a:gd name="csY26" fmla="*/ 69527 h 144710"/>
              <a:gd name="csX27" fmla="*/ 86825 w 129500"/>
              <a:gd name="csY27" fmla="*/ 82667 h 144710"/>
              <a:gd name="csX28" fmla="*/ 75170 w 129500"/>
              <a:gd name="csY28" fmla="*/ 92424 h 144710"/>
              <a:gd name="csX29" fmla="*/ 62144 w 129500"/>
              <a:gd name="csY29" fmla="*/ 108405 h 144710"/>
              <a:gd name="csX30" fmla="*/ 58272 w 129500"/>
              <a:gd name="csY30" fmla="*/ 119688 h 144710"/>
              <a:gd name="csX31" fmla="*/ 54400 w 129500"/>
              <a:gd name="csY31" fmla="*/ 127352 h 144710"/>
              <a:gd name="csX32" fmla="*/ 52416 w 129500"/>
              <a:gd name="csY32" fmla="*/ 133529 h 144710"/>
              <a:gd name="csX33" fmla="*/ 46503 w 129500"/>
              <a:gd name="csY33" fmla="*/ 140006 h 144710"/>
              <a:gd name="csX34" fmla="*/ 39451 w 129500"/>
              <a:gd name="csY34" fmla="*/ 143362 h 1447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129500" h="144710">
                <a:moveTo>
                  <a:pt x="39451" y="143362"/>
                </a:moveTo>
                <a:cubicBezTo>
                  <a:pt x="37734" y="141645"/>
                  <a:pt x="36315" y="139021"/>
                  <a:pt x="36297" y="137530"/>
                </a:cubicBezTo>
                <a:cubicBezTo>
                  <a:pt x="36279" y="136040"/>
                  <a:pt x="29985" y="129313"/>
                  <a:pt x="22310" y="122582"/>
                </a:cubicBezTo>
                <a:cubicBezTo>
                  <a:pt x="12868" y="114302"/>
                  <a:pt x="7773" y="107623"/>
                  <a:pt x="6555" y="101930"/>
                </a:cubicBezTo>
                <a:cubicBezTo>
                  <a:pt x="5566" y="97303"/>
                  <a:pt x="3842" y="92355"/>
                  <a:pt x="2723" y="90935"/>
                </a:cubicBezTo>
                <a:cubicBezTo>
                  <a:pt x="-91" y="87360"/>
                  <a:pt x="-945" y="76286"/>
                  <a:pt x="1214" y="71343"/>
                </a:cubicBezTo>
                <a:cubicBezTo>
                  <a:pt x="2338" y="68767"/>
                  <a:pt x="6560" y="67105"/>
                  <a:pt x="12550" y="66880"/>
                </a:cubicBezTo>
                <a:cubicBezTo>
                  <a:pt x="17800" y="66683"/>
                  <a:pt x="22476" y="65380"/>
                  <a:pt x="22940" y="63986"/>
                </a:cubicBezTo>
                <a:cubicBezTo>
                  <a:pt x="23405" y="62591"/>
                  <a:pt x="27189" y="62131"/>
                  <a:pt x="31348" y="62963"/>
                </a:cubicBezTo>
                <a:cubicBezTo>
                  <a:pt x="37697" y="64232"/>
                  <a:pt x="38911" y="63645"/>
                  <a:pt x="38911" y="59306"/>
                </a:cubicBezTo>
                <a:cubicBezTo>
                  <a:pt x="38911" y="56463"/>
                  <a:pt x="40654" y="52690"/>
                  <a:pt x="42783" y="50923"/>
                </a:cubicBezTo>
                <a:cubicBezTo>
                  <a:pt x="44913" y="49155"/>
                  <a:pt x="46656" y="45404"/>
                  <a:pt x="46656" y="42586"/>
                </a:cubicBezTo>
                <a:cubicBezTo>
                  <a:pt x="46656" y="38720"/>
                  <a:pt x="47764" y="37919"/>
                  <a:pt x="51173" y="39323"/>
                </a:cubicBezTo>
                <a:cubicBezTo>
                  <a:pt x="61512" y="43579"/>
                  <a:pt x="64377" y="43337"/>
                  <a:pt x="69566" y="37767"/>
                </a:cubicBezTo>
                <a:cubicBezTo>
                  <a:pt x="75009" y="31925"/>
                  <a:pt x="75010" y="31906"/>
                  <a:pt x="69872" y="27120"/>
                </a:cubicBezTo>
                <a:cubicBezTo>
                  <a:pt x="63882" y="21540"/>
                  <a:pt x="64007" y="22172"/>
                  <a:pt x="67231" y="13692"/>
                </a:cubicBezTo>
                <a:lnTo>
                  <a:pt x="69736" y="7102"/>
                </a:lnTo>
                <a:lnTo>
                  <a:pt x="81814" y="13524"/>
                </a:lnTo>
                <a:cubicBezTo>
                  <a:pt x="96277" y="21214"/>
                  <a:pt x="100866" y="21586"/>
                  <a:pt x="100866" y="15068"/>
                </a:cubicBezTo>
                <a:cubicBezTo>
                  <a:pt x="100866" y="8386"/>
                  <a:pt x="109640" y="-1970"/>
                  <a:pt x="113355" y="326"/>
                </a:cubicBezTo>
                <a:cubicBezTo>
                  <a:pt x="115005" y="1346"/>
                  <a:pt x="116355" y="3937"/>
                  <a:pt x="116355" y="6085"/>
                </a:cubicBezTo>
                <a:cubicBezTo>
                  <a:pt x="116355" y="8233"/>
                  <a:pt x="119313" y="15038"/>
                  <a:pt x="122928" y="21207"/>
                </a:cubicBezTo>
                <a:lnTo>
                  <a:pt x="129501" y="32422"/>
                </a:lnTo>
                <a:lnTo>
                  <a:pt x="122289" y="39110"/>
                </a:lnTo>
                <a:cubicBezTo>
                  <a:pt x="118322" y="42788"/>
                  <a:pt x="114687" y="44627"/>
                  <a:pt x="114210" y="43197"/>
                </a:cubicBezTo>
                <a:cubicBezTo>
                  <a:pt x="112111" y="36901"/>
                  <a:pt x="104310" y="41081"/>
                  <a:pt x="100996" y="50277"/>
                </a:cubicBezTo>
                <a:cubicBezTo>
                  <a:pt x="99077" y="55602"/>
                  <a:pt x="94795" y="64264"/>
                  <a:pt x="91480" y="69527"/>
                </a:cubicBezTo>
                <a:cubicBezTo>
                  <a:pt x="88166" y="74789"/>
                  <a:pt x="86071" y="80703"/>
                  <a:pt x="86825" y="82667"/>
                </a:cubicBezTo>
                <a:cubicBezTo>
                  <a:pt x="87734" y="85037"/>
                  <a:pt x="83812" y="88321"/>
                  <a:pt x="75170" y="92424"/>
                </a:cubicBezTo>
                <a:cubicBezTo>
                  <a:pt x="62898" y="98250"/>
                  <a:pt x="62144" y="99174"/>
                  <a:pt x="62144" y="108405"/>
                </a:cubicBezTo>
                <a:cubicBezTo>
                  <a:pt x="62144" y="114732"/>
                  <a:pt x="60773" y="118729"/>
                  <a:pt x="58272" y="119688"/>
                </a:cubicBezTo>
                <a:cubicBezTo>
                  <a:pt x="56143" y="120506"/>
                  <a:pt x="54400" y="123954"/>
                  <a:pt x="54400" y="127352"/>
                </a:cubicBezTo>
                <a:cubicBezTo>
                  <a:pt x="54400" y="130749"/>
                  <a:pt x="53507" y="133529"/>
                  <a:pt x="52416" y="133529"/>
                </a:cubicBezTo>
                <a:cubicBezTo>
                  <a:pt x="51325" y="133529"/>
                  <a:pt x="48664" y="136444"/>
                  <a:pt x="46503" y="140006"/>
                </a:cubicBezTo>
                <a:cubicBezTo>
                  <a:pt x="43429" y="145071"/>
                  <a:pt x="41892" y="145803"/>
                  <a:pt x="39451" y="143362"/>
                </a:cubicBezTo>
                <a:close/>
              </a:path>
            </a:pathLst>
          </a:custGeom>
          <a:solidFill>
            <a:srgbClr val="B9B9B9"/>
          </a:solidFill>
          <a:ln w="5163" cap="flat">
            <a:noFill/>
            <a:prstDash val="solid"/>
            <a:miter/>
          </a:ln>
        </p:spPr>
        <p:txBody>
          <a:bodyPr/>
          <a:lstStyle/>
          <a:p>
            <a:endParaRPr lang="es-419" noProof="0" dirty="0"/>
          </a:p>
        </p:txBody>
      </p:sp>
      <p:sp>
        <p:nvSpPr>
          <p:cNvPr id="48" name="Forma libre: forma 47">
            <a:extLst>
              <a:ext uri="{FF2B5EF4-FFF2-40B4-BE49-F238E27FC236}">
                <a16:creationId xmlns:a16="http://schemas.microsoft.com/office/drawing/2014/main" id="{70655881-6801-F079-B11B-2B503744104B}"/>
              </a:ext>
            </a:extLst>
          </p:cNvPr>
          <p:cNvSpPr/>
          <p:nvPr/>
        </p:nvSpPr>
        <p:spPr>
          <a:xfrm>
            <a:off x="2333829" y="2099494"/>
            <a:ext cx="245950" cy="186219"/>
          </a:xfrm>
          <a:custGeom>
            <a:avLst/>
            <a:gdLst>
              <a:gd name="csX0" fmla="*/ 63193 w 245950"/>
              <a:gd name="csY0" fmla="*/ 151536 h 186219"/>
              <a:gd name="csX1" fmla="*/ 28715 w 245950"/>
              <a:gd name="csY1" fmla="*/ 120621 h 186219"/>
              <a:gd name="csX2" fmla="*/ 15073 w 245950"/>
              <a:gd name="csY2" fmla="*/ 124390 h 186219"/>
              <a:gd name="csX3" fmla="*/ 5596 w 245950"/>
              <a:gd name="csY3" fmla="*/ 124390 h 186219"/>
              <a:gd name="csX4" fmla="*/ 5596 w 245950"/>
              <a:gd name="csY4" fmla="*/ 107763 h 186219"/>
              <a:gd name="csX5" fmla="*/ 3015 w 245950"/>
              <a:gd name="csY5" fmla="*/ 89541 h 186219"/>
              <a:gd name="csX6" fmla="*/ 11404 w 245950"/>
              <a:gd name="csY6" fmla="*/ 63244 h 186219"/>
              <a:gd name="csX7" fmla="*/ 106611 w 245950"/>
              <a:gd name="csY7" fmla="*/ 25070 h 186219"/>
              <a:gd name="csX8" fmla="*/ 133716 w 245950"/>
              <a:gd name="csY8" fmla="*/ 14252 h 186219"/>
              <a:gd name="csX9" fmla="*/ 160483 w 245950"/>
              <a:gd name="csY9" fmla="*/ 1908 h 186219"/>
              <a:gd name="csX10" fmla="*/ 238554 w 245950"/>
              <a:gd name="csY10" fmla="*/ 11931 h 186219"/>
              <a:gd name="csX11" fmla="*/ 245107 w 245950"/>
              <a:gd name="csY11" fmla="*/ 29136 h 186219"/>
              <a:gd name="csX12" fmla="*/ 240861 w 245950"/>
              <a:gd name="csY12" fmla="*/ 62435 h 186219"/>
              <a:gd name="csX13" fmla="*/ 234529 w 245950"/>
              <a:gd name="csY13" fmla="*/ 81796 h 186219"/>
              <a:gd name="csX14" fmla="*/ 183096 w 245950"/>
              <a:gd name="csY14" fmla="*/ 120518 h 186219"/>
              <a:gd name="csX15" fmla="*/ 112584 w 245950"/>
              <a:gd name="csY15" fmla="*/ 172730 h 186219"/>
              <a:gd name="csX16" fmla="*/ 93505 w 245950"/>
              <a:gd name="csY16" fmla="*/ 186220 h 186219"/>
              <a:gd name="csX17" fmla="*/ 63193 w 245950"/>
              <a:gd name="csY17" fmla="*/ 151536 h 1862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245950" h="186219">
                <a:moveTo>
                  <a:pt x="63193" y="151536"/>
                </a:moveTo>
                <a:cubicBezTo>
                  <a:pt x="35962" y="120379"/>
                  <a:pt x="32456" y="117236"/>
                  <a:pt x="28715" y="120621"/>
                </a:cubicBezTo>
                <a:cubicBezTo>
                  <a:pt x="26425" y="122694"/>
                  <a:pt x="20286" y="124390"/>
                  <a:pt x="15073" y="124390"/>
                </a:cubicBezTo>
                <a:lnTo>
                  <a:pt x="5596" y="124390"/>
                </a:lnTo>
                <a:lnTo>
                  <a:pt x="5596" y="107763"/>
                </a:lnTo>
                <a:cubicBezTo>
                  <a:pt x="5596" y="98618"/>
                  <a:pt x="4435" y="90418"/>
                  <a:pt x="3015" y="89541"/>
                </a:cubicBezTo>
                <a:cubicBezTo>
                  <a:pt x="-3245" y="85672"/>
                  <a:pt x="575" y="73700"/>
                  <a:pt x="11404" y="63244"/>
                </a:cubicBezTo>
                <a:cubicBezTo>
                  <a:pt x="30218" y="45081"/>
                  <a:pt x="67101" y="30293"/>
                  <a:pt x="106611" y="25070"/>
                </a:cubicBezTo>
                <a:cubicBezTo>
                  <a:pt x="113529" y="24155"/>
                  <a:pt x="124948" y="19598"/>
                  <a:pt x="133716" y="14252"/>
                </a:cubicBezTo>
                <a:cubicBezTo>
                  <a:pt x="142049" y="9172"/>
                  <a:pt x="154094" y="3617"/>
                  <a:pt x="160483" y="1908"/>
                </a:cubicBezTo>
                <a:cubicBezTo>
                  <a:pt x="179743" y="-3243"/>
                  <a:pt x="225908" y="2684"/>
                  <a:pt x="238554" y="11931"/>
                </a:cubicBezTo>
                <a:cubicBezTo>
                  <a:pt x="241216" y="13878"/>
                  <a:pt x="243864" y="20830"/>
                  <a:pt x="245107" y="29136"/>
                </a:cubicBezTo>
                <a:cubicBezTo>
                  <a:pt x="246841" y="40720"/>
                  <a:pt x="246124" y="46345"/>
                  <a:pt x="240861" y="62435"/>
                </a:cubicBezTo>
                <a:lnTo>
                  <a:pt x="234529" y="81796"/>
                </a:lnTo>
                <a:lnTo>
                  <a:pt x="183096" y="120518"/>
                </a:lnTo>
                <a:cubicBezTo>
                  <a:pt x="154808" y="141815"/>
                  <a:pt x="123078" y="165310"/>
                  <a:pt x="112584" y="172730"/>
                </a:cubicBezTo>
                <a:lnTo>
                  <a:pt x="93505" y="186220"/>
                </a:lnTo>
                <a:lnTo>
                  <a:pt x="63193" y="151536"/>
                </a:lnTo>
                <a:close/>
              </a:path>
            </a:pathLst>
          </a:custGeom>
          <a:solidFill>
            <a:srgbClr val="B9B9B9"/>
          </a:solidFill>
          <a:ln w="5163" cap="flat">
            <a:noFill/>
            <a:prstDash val="solid"/>
            <a:miter/>
          </a:ln>
        </p:spPr>
        <p:txBody>
          <a:bodyPr/>
          <a:lstStyle/>
          <a:p>
            <a:endParaRPr lang="es-419" noProof="0" dirty="0"/>
          </a:p>
        </p:txBody>
      </p:sp>
      <p:sp>
        <p:nvSpPr>
          <p:cNvPr id="49" name="Forma libre: forma 48">
            <a:extLst>
              <a:ext uri="{FF2B5EF4-FFF2-40B4-BE49-F238E27FC236}">
                <a16:creationId xmlns:a16="http://schemas.microsoft.com/office/drawing/2014/main" id="{8FD82CCA-FEDE-3B69-9B8C-B45FEB19D52F}"/>
              </a:ext>
            </a:extLst>
          </p:cNvPr>
          <p:cNvSpPr/>
          <p:nvPr/>
        </p:nvSpPr>
        <p:spPr>
          <a:xfrm>
            <a:off x="2334670" y="2196667"/>
            <a:ext cx="1839" cy="7968"/>
          </a:xfrm>
          <a:custGeom>
            <a:avLst/>
            <a:gdLst>
              <a:gd name="csX0" fmla="*/ 0 w 1839"/>
              <a:gd name="csY0" fmla="*/ 3984 h 7968"/>
              <a:gd name="csX1" fmla="*/ 1302 w 1839"/>
              <a:gd name="csY1" fmla="*/ 757 h 7968"/>
              <a:gd name="csX2" fmla="*/ 1302 w 1839"/>
              <a:gd name="csY2" fmla="*/ 7211 h 7968"/>
              <a:gd name="csX3" fmla="*/ 0 w 1839"/>
              <a:gd name="csY3" fmla="*/ 3984 h 7968"/>
            </a:gdLst>
            <a:ahLst/>
            <a:cxnLst>
              <a:cxn ang="0">
                <a:pos x="csX0" y="csY0"/>
              </a:cxn>
              <a:cxn ang="0">
                <a:pos x="csX1" y="csY1"/>
              </a:cxn>
              <a:cxn ang="0">
                <a:pos x="csX2" y="csY2"/>
              </a:cxn>
              <a:cxn ang="0">
                <a:pos x="csX3" y="csY3"/>
              </a:cxn>
            </a:cxnLst>
            <a:rect l="l" t="t" r="r" b="b"/>
            <a:pathLst>
              <a:path w="1839" h="7968">
                <a:moveTo>
                  <a:pt x="0" y="3984"/>
                </a:moveTo>
                <a:cubicBezTo>
                  <a:pt x="0" y="435"/>
                  <a:pt x="586" y="-1017"/>
                  <a:pt x="1302" y="757"/>
                </a:cubicBezTo>
                <a:cubicBezTo>
                  <a:pt x="2018" y="2532"/>
                  <a:pt x="2018" y="5436"/>
                  <a:pt x="1302" y="7211"/>
                </a:cubicBezTo>
                <a:cubicBezTo>
                  <a:pt x="586" y="8986"/>
                  <a:pt x="0" y="7534"/>
                  <a:pt x="0" y="3984"/>
                </a:cubicBezTo>
                <a:close/>
              </a:path>
            </a:pathLst>
          </a:custGeom>
          <a:solidFill>
            <a:srgbClr val="B9B9B9"/>
          </a:solidFill>
          <a:ln w="5163" cap="flat">
            <a:noFill/>
            <a:prstDash val="solid"/>
            <a:miter/>
          </a:ln>
        </p:spPr>
        <p:txBody>
          <a:bodyPr/>
          <a:lstStyle/>
          <a:p>
            <a:endParaRPr lang="es-419" noProof="0" dirty="0"/>
          </a:p>
        </p:txBody>
      </p:sp>
      <p:sp>
        <p:nvSpPr>
          <p:cNvPr id="50" name="Forma libre: forma 49">
            <a:extLst>
              <a:ext uri="{FF2B5EF4-FFF2-40B4-BE49-F238E27FC236}">
                <a16:creationId xmlns:a16="http://schemas.microsoft.com/office/drawing/2014/main" id="{64E7CC57-80E7-8F81-16EC-057418780DB7}"/>
              </a:ext>
            </a:extLst>
          </p:cNvPr>
          <p:cNvSpPr/>
          <p:nvPr/>
        </p:nvSpPr>
        <p:spPr>
          <a:xfrm>
            <a:off x="1309468" y="1877186"/>
            <a:ext cx="342958" cy="300162"/>
          </a:xfrm>
          <a:custGeom>
            <a:avLst/>
            <a:gdLst>
              <a:gd name="csX0" fmla="*/ 295686 w 342958"/>
              <a:gd name="csY0" fmla="*/ 296278 h 300162"/>
              <a:gd name="csX1" fmla="*/ 285863 w 342958"/>
              <a:gd name="csY1" fmla="*/ 292488 h 300162"/>
              <a:gd name="csX2" fmla="*/ 274573 w 342958"/>
              <a:gd name="csY2" fmla="*/ 278339 h 300162"/>
              <a:gd name="csX3" fmla="*/ 265490 w 342958"/>
              <a:gd name="csY3" fmla="*/ 262580 h 300162"/>
              <a:gd name="csX4" fmla="*/ 250359 w 342958"/>
              <a:gd name="csY4" fmla="*/ 277449 h 300162"/>
              <a:gd name="csX5" fmla="*/ 232353 w 342958"/>
              <a:gd name="csY5" fmla="*/ 275755 h 300162"/>
              <a:gd name="csX6" fmla="*/ 216800 w 342958"/>
              <a:gd name="csY6" fmla="*/ 278780 h 300162"/>
              <a:gd name="csX7" fmla="*/ 197688 w 342958"/>
              <a:gd name="csY7" fmla="*/ 275445 h 300162"/>
              <a:gd name="csX8" fmla="*/ 186717 w 342958"/>
              <a:gd name="csY8" fmla="*/ 271836 h 300162"/>
              <a:gd name="csX9" fmla="*/ 183241 w 342958"/>
              <a:gd name="csY9" fmla="*/ 267964 h 300162"/>
              <a:gd name="csX10" fmla="*/ 171812 w 342958"/>
              <a:gd name="csY10" fmla="*/ 264092 h 300162"/>
              <a:gd name="csX11" fmla="*/ 155307 w 342958"/>
              <a:gd name="csY11" fmla="*/ 270545 h 300162"/>
              <a:gd name="csX12" fmla="*/ 128918 w 342958"/>
              <a:gd name="csY12" fmla="*/ 266264 h 300162"/>
              <a:gd name="csX13" fmla="*/ 106345 w 342958"/>
              <a:gd name="csY13" fmla="*/ 255141 h 300162"/>
              <a:gd name="csX14" fmla="*/ 91555 w 342958"/>
              <a:gd name="csY14" fmla="*/ 250269 h 300162"/>
              <a:gd name="csX15" fmla="*/ 81548 w 342958"/>
              <a:gd name="csY15" fmla="*/ 247474 h 300162"/>
              <a:gd name="csX16" fmla="*/ 78435 w 342958"/>
              <a:gd name="csY16" fmla="*/ 239429 h 300162"/>
              <a:gd name="csX17" fmla="*/ 82408 w 342958"/>
              <a:gd name="csY17" fmla="*/ 200657 h 300162"/>
              <a:gd name="csX18" fmla="*/ 83563 w 342958"/>
              <a:gd name="csY18" fmla="*/ 189030 h 300162"/>
              <a:gd name="csX19" fmla="*/ 79311 w 342958"/>
              <a:gd name="csY19" fmla="*/ 164140 h 300162"/>
              <a:gd name="csX20" fmla="*/ 69658 w 342958"/>
              <a:gd name="csY20" fmla="*/ 165664 h 300162"/>
              <a:gd name="csX21" fmla="*/ 52863 w 342958"/>
              <a:gd name="csY21" fmla="*/ 178880 h 300162"/>
              <a:gd name="csX22" fmla="*/ 46310 w 342958"/>
              <a:gd name="csY22" fmla="*/ 180840 h 300162"/>
              <a:gd name="csX23" fmla="*/ 41273 w 342958"/>
              <a:gd name="csY23" fmla="*/ 176042 h 300162"/>
              <a:gd name="csX24" fmla="*/ 28735 w 342958"/>
              <a:gd name="csY24" fmla="*/ 163573 h 300162"/>
              <a:gd name="csX25" fmla="*/ 8346 w 342958"/>
              <a:gd name="csY25" fmla="*/ 134458 h 300162"/>
              <a:gd name="csX26" fmla="*/ 3097 w 342958"/>
              <a:gd name="csY26" fmla="*/ 117621 h 300162"/>
              <a:gd name="csX27" fmla="*/ 147 w 342958"/>
              <a:gd name="csY27" fmla="*/ 113613 h 300162"/>
              <a:gd name="csX28" fmla="*/ 21165 w 342958"/>
              <a:gd name="csY28" fmla="*/ 104003 h 300162"/>
              <a:gd name="csX29" fmla="*/ 72335 w 342958"/>
              <a:gd name="csY29" fmla="*/ 73250 h 300162"/>
              <a:gd name="csX30" fmla="*/ 93508 w 342958"/>
              <a:gd name="csY30" fmla="*/ 38847 h 300162"/>
              <a:gd name="csX31" fmla="*/ 97565 w 342958"/>
              <a:gd name="csY31" fmla="*/ 29800 h 300162"/>
              <a:gd name="csX32" fmla="*/ 109742 w 342958"/>
              <a:gd name="csY32" fmla="*/ 18194 h 300162"/>
              <a:gd name="csX33" fmla="*/ 113822 w 342958"/>
              <a:gd name="csY33" fmla="*/ 11110 h 300162"/>
              <a:gd name="csX34" fmla="*/ 121678 w 342958"/>
              <a:gd name="csY34" fmla="*/ 5555 h 300162"/>
              <a:gd name="csX35" fmla="*/ 127233 w 342958"/>
              <a:gd name="csY35" fmla="*/ 0 h 300162"/>
              <a:gd name="csX36" fmla="*/ 134516 w 342958"/>
              <a:gd name="csY36" fmla="*/ 8782 h 300162"/>
              <a:gd name="csX37" fmla="*/ 141869 w 342958"/>
              <a:gd name="csY37" fmla="*/ 33944 h 300162"/>
              <a:gd name="csX38" fmla="*/ 147505 w 342958"/>
              <a:gd name="csY38" fmla="*/ 58144 h 300162"/>
              <a:gd name="csX39" fmla="*/ 152804 w 342958"/>
              <a:gd name="csY39" fmla="*/ 90810 h 300162"/>
              <a:gd name="csX40" fmla="*/ 162764 w 342958"/>
              <a:gd name="csY40" fmla="*/ 124694 h 300162"/>
              <a:gd name="csX41" fmla="*/ 170334 w 342958"/>
              <a:gd name="csY41" fmla="*/ 121832 h 300162"/>
              <a:gd name="csX42" fmla="*/ 185393 w 342958"/>
              <a:gd name="csY42" fmla="*/ 124884 h 300162"/>
              <a:gd name="csX43" fmla="*/ 190271 w 342958"/>
              <a:gd name="csY43" fmla="*/ 127275 h 300162"/>
              <a:gd name="csX44" fmla="*/ 201229 w 342958"/>
              <a:gd name="csY44" fmla="*/ 139721 h 300162"/>
              <a:gd name="csX45" fmla="*/ 197439 w 342958"/>
              <a:gd name="csY45" fmla="*/ 147005 h 300162"/>
              <a:gd name="csX46" fmla="*/ 196794 w 342958"/>
              <a:gd name="csY46" fmla="*/ 162615 h 300162"/>
              <a:gd name="csX47" fmla="*/ 220205 w 342958"/>
              <a:gd name="csY47" fmla="*/ 171185 h 300162"/>
              <a:gd name="csX48" fmla="*/ 242581 w 342958"/>
              <a:gd name="csY48" fmla="*/ 173796 h 300162"/>
              <a:gd name="csX49" fmla="*/ 259092 w 342958"/>
              <a:gd name="csY49" fmla="*/ 186698 h 300162"/>
              <a:gd name="csX50" fmla="*/ 273592 w 342958"/>
              <a:gd name="csY50" fmla="*/ 197707 h 300162"/>
              <a:gd name="csX51" fmla="*/ 304244 w 342958"/>
              <a:gd name="csY51" fmla="*/ 198591 h 300162"/>
              <a:gd name="csX52" fmla="*/ 333285 w 342958"/>
              <a:gd name="csY52" fmla="*/ 203946 h 300162"/>
              <a:gd name="csX53" fmla="*/ 339205 w 342958"/>
              <a:gd name="csY53" fmla="*/ 216060 h 300162"/>
              <a:gd name="csX54" fmla="*/ 336274 w 342958"/>
              <a:gd name="csY54" fmla="*/ 220854 h 300162"/>
              <a:gd name="csX55" fmla="*/ 328850 w 342958"/>
              <a:gd name="csY55" fmla="*/ 233114 h 300162"/>
              <a:gd name="csX56" fmla="*/ 326965 w 342958"/>
              <a:gd name="csY56" fmla="*/ 236341 h 300162"/>
              <a:gd name="csX57" fmla="*/ 329181 w 342958"/>
              <a:gd name="csY57" fmla="*/ 240859 h 300162"/>
              <a:gd name="csX58" fmla="*/ 331403 w 342958"/>
              <a:gd name="csY58" fmla="*/ 248187 h 300162"/>
              <a:gd name="csX59" fmla="*/ 328049 w 342958"/>
              <a:gd name="csY59" fmla="*/ 258014 h 300162"/>
              <a:gd name="csX60" fmla="*/ 326532 w 342958"/>
              <a:gd name="csY60" fmla="*/ 276244 h 300162"/>
              <a:gd name="csX61" fmla="*/ 325085 w 342958"/>
              <a:gd name="csY61" fmla="*/ 283496 h 300162"/>
              <a:gd name="csX62" fmla="*/ 321398 w 342958"/>
              <a:gd name="csY62" fmla="*/ 292711 h 300162"/>
              <a:gd name="csX63" fmla="*/ 311874 w 342958"/>
              <a:gd name="csY63" fmla="*/ 300150 h 300162"/>
              <a:gd name="csX64" fmla="*/ 295686 w 342958"/>
              <a:gd name="csY64" fmla="*/ 296278 h 3001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Lst>
            <a:rect l="l" t="t" r="r" b="b"/>
            <a:pathLst>
              <a:path w="342958" h="300162">
                <a:moveTo>
                  <a:pt x="295686" y="296278"/>
                </a:moveTo>
                <a:cubicBezTo>
                  <a:pt x="292930" y="294193"/>
                  <a:pt x="288510" y="292488"/>
                  <a:pt x="285863" y="292488"/>
                </a:cubicBezTo>
                <a:cubicBezTo>
                  <a:pt x="282541" y="292488"/>
                  <a:pt x="279045" y="288107"/>
                  <a:pt x="274573" y="278339"/>
                </a:cubicBezTo>
                <a:cubicBezTo>
                  <a:pt x="271011" y="270557"/>
                  <a:pt x="266923" y="263466"/>
                  <a:pt x="265490" y="262580"/>
                </a:cubicBezTo>
                <a:cubicBezTo>
                  <a:pt x="261887" y="260353"/>
                  <a:pt x="250359" y="271682"/>
                  <a:pt x="250359" y="277449"/>
                </a:cubicBezTo>
                <a:cubicBezTo>
                  <a:pt x="250359" y="284106"/>
                  <a:pt x="242694" y="283385"/>
                  <a:pt x="232353" y="275755"/>
                </a:cubicBezTo>
                <a:cubicBezTo>
                  <a:pt x="223375" y="269132"/>
                  <a:pt x="216800" y="270410"/>
                  <a:pt x="216800" y="278780"/>
                </a:cubicBezTo>
                <a:cubicBezTo>
                  <a:pt x="216800" y="282868"/>
                  <a:pt x="211006" y="281857"/>
                  <a:pt x="197688" y="275445"/>
                </a:cubicBezTo>
                <a:cubicBezTo>
                  <a:pt x="193566" y="273460"/>
                  <a:pt x="188628" y="271836"/>
                  <a:pt x="186717" y="271836"/>
                </a:cubicBezTo>
                <a:cubicBezTo>
                  <a:pt x="184805" y="271836"/>
                  <a:pt x="183241" y="270094"/>
                  <a:pt x="183241" y="267964"/>
                </a:cubicBezTo>
                <a:cubicBezTo>
                  <a:pt x="183241" y="265105"/>
                  <a:pt x="180251" y="264092"/>
                  <a:pt x="171812" y="264092"/>
                </a:cubicBezTo>
                <a:cubicBezTo>
                  <a:pt x="162696" y="264092"/>
                  <a:pt x="159356" y="265398"/>
                  <a:pt x="155307" y="270545"/>
                </a:cubicBezTo>
                <a:cubicBezTo>
                  <a:pt x="148138" y="279659"/>
                  <a:pt x="141633" y="278604"/>
                  <a:pt x="128918" y="266264"/>
                </a:cubicBezTo>
                <a:cubicBezTo>
                  <a:pt x="119547" y="257171"/>
                  <a:pt x="116097" y="255470"/>
                  <a:pt x="106345" y="255141"/>
                </a:cubicBezTo>
                <a:cubicBezTo>
                  <a:pt x="98734" y="254884"/>
                  <a:pt x="93722" y="253233"/>
                  <a:pt x="91555" y="250269"/>
                </a:cubicBezTo>
                <a:cubicBezTo>
                  <a:pt x="89207" y="247058"/>
                  <a:pt x="86367" y="246265"/>
                  <a:pt x="81548" y="247474"/>
                </a:cubicBezTo>
                <a:cubicBezTo>
                  <a:pt x="74001" y="249368"/>
                  <a:pt x="73102" y="247043"/>
                  <a:pt x="78435" y="239429"/>
                </a:cubicBezTo>
                <a:cubicBezTo>
                  <a:pt x="83856" y="231688"/>
                  <a:pt x="86528" y="205621"/>
                  <a:pt x="82408" y="200657"/>
                </a:cubicBezTo>
                <a:cubicBezTo>
                  <a:pt x="79647" y="197331"/>
                  <a:pt x="79847" y="195321"/>
                  <a:pt x="83563" y="189030"/>
                </a:cubicBezTo>
                <a:cubicBezTo>
                  <a:pt x="88650" y="180419"/>
                  <a:pt x="87374" y="172952"/>
                  <a:pt x="79311" y="164140"/>
                </a:cubicBezTo>
                <a:cubicBezTo>
                  <a:pt x="73608" y="157907"/>
                  <a:pt x="69658" y="158530"/>
                  <a:pt x="69658" y="165664"/>
                </a:cubicBezTo>
                <a:cubicBezTo>
                  <a:pt x="69658" y="171138"/>
                  <a:pt x="55140" y="182563"/>
                  <a:pt x="52863" y="178880"/>
                </a:cubicBezTo>
                <a:cubicBezTo>
                  <a:pt x="50323" y="174770"/>
                  <a:pt x="46434" y="175933"/>
                  <a:pt x="46310" y="180840"/>
                </a:cubicBezTo>
                <a:cubicBezTo>
                  <a:pt x="46241" y="183582"/>
                  <a:pt x="44262" y="181697"/>
                  <a:pt x="41273" y="176042"/>
                </a:cubicBezTo>
                <a:cubicBezTo>
                  <a:pt x="38533" y="170858"/>
                  <a:pt x="32973" y="165329"/>
                  <a:pt x="28735" y="163573"/>
                </a:cubicBezTo>
                <a:cubicBezTo>
                  <a:pt x="15748" y="158193"/>
                  <a:pt x="9667" y="149510"/>
                  <a:pt x="8346" y="134458"/>
                </a:cubicBezTo>
                <a:cubicBezTo>
                  <a:pt x="7635" y="126353"/>
                  <a:pt x="5506" y="119523"/>
                  <a:pt x="3097" y="117621"/>
                </a:cubicBezTo>
                <a:cubicBezTo>
                  <a:pt x="868" y="115861"/>
                  <a:pt x="-459" y="114058"/>
                  <a:pt x="147" y="113613"/>
                </a:cubicBezTo>
                <a:cubicBezTo>
                  <a:pt x="7952" y="107892"/>
                  <a:pt x="16388" y="104034"/>
                  <a:pt x="21165" y="104003"/>
                </a:cubicBezTo>
                <a:cubicBezTo>
                  <a:pt x="38718" y="103886"/>
                  <a:pt x="49596" y="97348"/>
                  <a:pt x="72335" y="73250"/>
                </a:cubicBezTo>
                <a:cubicBezTo>
                  <a:pt x="94445" y="49819"/>
                  <a:pt x="94883" y="49106"/>
                  <a:pt x="93508" y="38847"/>
                </a:cubicBezTo>
                <a:cubicBezTo>
                  <a:pt x="92208" y="29159"/>
                  <a:pt x="92513" y="28479"/>
                  <a:pt x="97565" y="29800"/>
                </a:cubicBezTo>
                <a:cubicBezTo>
                  <a:pt x="103852" y="31444"/>
                  <a:pt x="107223" y="28231"/>
                  <a:pt x="109742" y="18194"/>
                </a:cubicBezTo>
                <a:cubicBezTo>
                  <a:pt x="110720" y="14298"/>
                  <a:pt x="112556" y="11110"/>
                  <a:pt x="113822" y="11110"/>
                </a:cubicBezTo>
                <a:cubicBezTo>
                  <a:pt x="115088" y="11110"/>
                  <a:pt x="118623" y="8610"/>
                  <a:pt x="121678" y="5555"/>
                </a:cubicBezTo>
                <a:lnTo>
                  <a:pt x="127233" y="0"/>
                </a:lnTo>
                <a:lnTo>
                  <a:pt x="134516" y="8782"/>
                </a:lnTo>
                <a:cubicBezTo>
                  <a:pt x="140793" y="16350"/>
                  <a:pt x="141809" y="19826"/>
                  <a:pt x="141869" y="33944"/>
                </a:cubicBezTo>
                <a:cubicBezTo>
                  <a:pt x="141922" y="46507"/>
                  <a:pt x="143236" y="52147"/>
                  <a:pt x="147505" y="58144"/>
                </a:cubicBezTo>
                <a:cubicBezTo>
                  <a:pt x="152339" y="64931"/>
                  <a:pt x="153038" y="69240"/>
                  <a:pt x="152804" y="90810"/>
                </a:cubicBezTo>
                <a:cubicBezTo>
                  <a:pt x="152465" y="122159"/>
                  <a:pt x="153210" y="124694"/>
                  <a:pt x="162764" y="124694"/>
                </a:cubicBezTo>
                <a:cubicBezTo>
                  <a:pt x="166927" y="124694"/>
                  <a:pt x="170334" y="123406"/>
                  <a:pt x="170334" y="121832"/>
                </a:cubicBezTo>
                <a:cubicBezTo>
                  <a:pt x="170334" y="118431"/>
                  <a:pt x="184072" y="121216"/>
                  <a:pt x="185393" y="124884"/>
                </a:cubicBezTo>
                <a:cubicBezTo>
                  <a:pt x="185866" y="126199"/>
                  <a:pt x="188061" y="127275"/>
                  <a:pt x="190271" y="127275"/>
                </a:cubicBezTo>
                <a:cubicBezTo>
                  <a:pt x="194758" y="127275"/>
                  <a:pt x="201103" y="134482"/>
                  <a:pt x="201229" y="139721"/>
                </a:cubicBezTo>
                <a:cubicBezTo>
                  <a:pt x="201275" y="141597"/>
                  <a:pt x="199569" y="144875"/>
                  <a:pt x="197439" y="147005"/>
                </a:cubicBezTo>
                <a:cubicBezTo>
                  <a:pt x="192728" y="151716"/>
                  <a:pt x="192413" y="159339"/>
                  <a:pt x="196794" y="162615"/>
                </a:cubicBezTo>
                <a:cubicBezTo>
                  <a:pt x="198569" y="163942"/>
                  <a:pt x="209104" y="167799"/>
                  <a:pt x="220205" y="171185"/>
                </a:cubicBezTo>
                <a:cubicBezTo>
                  <a:pt x="236917" y="176284"/>
                  <a:pt x="240766" y="176733"/>
                  <a:pt x="242581" y="173796"/>
                </a:cubicBezTo>
                <a:cubicBezTo>
                  <a:pt x="245948" y="168348"/>
                  <a:pt x="255565" y="175863"/>
                  <a:pt x="259092" y="186698"/>
                </a:cubicBezTo>
                <a:cubicBezTo>
                  <a:pt x="261627" y="194485"/>
                  <a:pt x="263378" y="195815"/>
                  <a:pt x="273592" y="197707"/>
                </a:cubicBezTo>
                <a:cubicBezTo>
                  <a:pt x="279981" y="198890"/>
                  <a:pt x="293775" y="199289"/>
                  <a:pt x="304244" y="198591"/>
                </a:cubicBezTo>
                <a:cubicBezTo>
                  <a:pt x="321502" y="197442"/>
                  <a:pt x="324213" y="197942"/>
                  <a:pt x="333285" y="203946"/>
                </a:cubicBezTo>
                <a:cubicBezTo>
                  <a:pt x="344213" y="211177"/>
                  <a:pt x="345431" y="213671"/>
                  <a:pt x="339205" y="216060"/>
                </a:cubicBezTo>
                <a:cubicBezTo>
                  <a:pt x="336957" y="216923"/>
                  <a:pt x="335638" y="219080"/>
                  <a:pt x="336274" y="220854"/>
                </a:cubicBezTo>
                <a:cubicBezTo>
                  <a:pt x="337968" y="225576"/>
                  <a:pt x="333403" y="233114"/>
                  <a:pt x="328850" y="233114"/>
                </a:cubicBezTo>
                <a:cubicBezTo>
                  <a:pt x="326331" y="233114"/>
                  <a:pt x="325653" y="234275"/>
                  <a:pt x="326965" y="236341"/>
                </a:cubicBezTo>
                <a:cubicBezTo>
                  <a:pt x="328092" y="238116"/>
                  <a:pt x="329089" y="240149"/>
                  <a:pt x="329181" y="240859"/>
                </a:cubicBezTo>
                <a:cubicBezTo>
                  <a:pt x="329272" y="241569"/>
                  <a:pt x="330272" y="244866"/>
                  <a:pt x="331403" y="248187"/>
                </a:cubicBezTo>
                <a:cubicBezTo>
                  <a:pt x="332991" y="252852"/>
                  <a:pt x="332229" y="255087"/>
                  <a:pt x="328049" y="258014"/>
                </a:cubicBezTo>
                <a:cubicBezTo>
                  <a:pt x="321663" y="262487"/>
                  <a:pt x="321157" y="268570"/>
                  <a:pt x="326532" y="276244"/>
                </a:cubicBezTo>
                <a:cubicBezTo>
                  <a:pt x="330115" y="281360"/>
                  <a:pt x="330000" y="281936"/>
                  <a:pt x="325085" y="283496"/>
                </a:cubicBezTo>
                <a:cubicBezTo>
                  <a:pt x="320727" y="284879"/>
                  <a:pt x="320050" y="286571"/>
                  <a:pt x="321398" y="292711"/>
                </a:cubicBezTo>
                <a:cubicBezTo>
                  <a:pt x="323026" y="300123"/>
                  <a:pt x="322888" y="300231"/>
                  <a:pt x="311874" y="300150"/>
                </a:cubicBezTo>
                <a:cubicBezTo>
                  <a:pt x="305727" y="300105"/>
                  <a:pt x="298443" y="298362"/>
                  <a:pt x="295686" y="296278"/>
                </a:cubicBezTo>
                <a:close/>
              </a:path>
            </a:pathLst>
          </a:custGeom>
          <a:solidFill>
            <a:srgbClr val="B9B9B9"/>
          </a:solidFill>
          <a:ln w="5163" cap="flat">
            <a:noFill/>
            <a:prstDash val="solid"/>
            <a:miter/>
          </a:ln>
        </p:spPr>
        <p:txBody>
          <a:bodyPr/>
          <a:lstStyle/>
          <a:p>
            <a:endParaRPr lang="es-419" noProof="0" dirty="0"/>
          </a:p>
        </p:txBody>
      </p:sp>
      <p:sp>
        <p:nvSpPr>
          <p:cNvPr id="51" name="Forma libre: forma 50">
            <a:extLst>
              <a:ext uri="{FF2B5EF4-FFF2-40B4-BE49-F238E27FC236}">
                <a16:creationId xmlns:a16="http://schemas.microsoft.com/office/drawing/2014/main" id="{FB1B3835-6A2F-F445-FC6E-46AC84EEF7FF}"/>
              </a:ext>
            </a:extLst>
          </p:cNvPr>
          <p:cNvSpPr/>
          <p:nvPr/>
        </p:nvSpPr>
        <p:spPr>
          <a:xfrm>
            <a:off x="1257795" y="2071057"/>
            <a:ext cx="87522" cy="67430"/>
          </a:xfrm>
          <a:custGeom>
            <a:avLst/>
            <a:gdLst>
              <a:gd name="csX0" fmla="*/ 3976 w 87522"/>
              <a:gd name="csY0" fmla="*/ 62589 h 67430"/>
              <a:gd name="csX1" fmla="*/ 1611 w 87522"/>
              <a:gd name="csY1" fmla="*/ 35473 h 67430"/>
              <a:gd name="csX2" fmla="*/ 13354 w 87522"/>
              <a:gd name="csY2" fmla="*/ 26110 h 67430"/>
              <a:gd name="csX3" fmla="*/ 24928 w 87522"/>
              <a:gd name="csY3" fmla="*/ 17185 h 67430"/>
              <a:gd name="csX4" fmla="*/ 28816 w 87522"/>
              <a:gd name="csY4" fmla="*/ 13430 h 67430"/>
              <a:gd name="csX5" fmla="*/ 55396 w 87522"/>
              <a:gd name="csY5" fmla="*/ 696 h 67430"/>
              <a:gd name="csX6" fmla="*/ 76595 w 87522"/>
              <a:gd name="csY6" fmla="*/ 27413 h 67430"/>
              <a:gd name="csX7" fmla="*/ 81474 w 87522"/>
              <a:gd name="csY7" fmla="*/ 35237 h 67430"/>
              <a:gd name="csX8" fmla="*/ 81963 w 87522"/>
              <a:gd name="csY8" fmla="*/ 49346 h 67430"/>
              <a:gd name="csX9" fmla="*/ 69036 w 87522"/>
              <a:gd name="csY9" fmla="*/ 59608 h 67430"/>
              <a:gd name="csX10" fmla="*/ 36947 w 87522"/>
              <a:gd name="csY10" fmla="*/ 62618 h 67430"/>
              <a:gd name="csX11" fmla="*/ 17042 w 87522"/>
              <a:gd name="csY11" fmla="*/ 62345 h 67430"/>
              <a:gd name="csX12" fmla="*/ 3976 w 87522"/>
              <a:gd name="csY12" fmla="*/ 62589 h 67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7522" h="67430">
                <a:moveTo>
                  <a:pt x="3976" y="62589"/>
                </a:moveTo>
                <a:cubicBezTo>
                  <a:pt x="-42" y="58150"/>
                  <a:pt x="-1347" y="43182"/>
                  <a:pt x="1611" y="35473"/>
                </a:cubicBezTo>
                <a:cubicBezTo>
                  <a:pt x="2496" y="33167"/>
                  <a:pt x="7780" y="28954"/>
                  <a:pt x="13354" y="26110"/>
                </a:cubicBezTo>
                <a:cubicBezTo>
                  <a:pt x="18927" y="23267"/>
                  <a:pt x="24135" y="19251"/>
                  <a:pt x="24928" y="17185"/>
                </a:cubicBezTo>
                <a:cubicBezTo>
                  <a:pt x="25721" y="15120"/>
                  <a:pt x="27470" y="13430"/>
                  <a:pt x="28816" y="13430"/>
                </a:cubicBezTo>
                <a:cubicBezTo>
                  <a:pt x="32726" y="13430"/>
                  <a:pt x="53752" y="3357"/>
                  <a:pt x="55396" y="696"/>
                </a:cubicBezTo>
                <a:cubicBezTo>
                  <a:pt x="58624" y="-4526"/>
                  <a:pt x="78997" y="21152"/>
                  <a:pt x="76595" y="27413"/>
                </a:cubicBezTo>
                <a:cubicBezTo>
                  <a:pt x="75767" y="29569"/>
                  <a:pt x="77801" y="32831"/>
                  <a:pt x="81474" y="35237"/>
                </a:cubicBezTo>
                <a:cubicBezTo>
                  <a:pt x="89349" y="40396"/>
                  <a:pt x="89558" y="46431"/>
                  <a:pt x="81963" y="49346"/>
                </a:cubicBezTo>
                <a:cubicBezTo>
                  <a:pt x="78769" y="50572"/>
                  <a:pt x="72952" y="55190"/>
                  <a:pt x="69036" y="59608"/>
                </a:cubicBezTo>
                <a:cubicBezTo>
                  <a:pt x="60658" y="69060"/>
                  <a:pt x="52768" y="69801"/>
                  <a:pt x="36947" y="62618"/>
                </a:cubicBezTo>
                <a:cubicBezTo>
                  <a:pt x="26493" y="57872"/>
                  <a:pt x="25833" y="57863"/>
                  <a:pt x="17042" y="62345"/>
                </a:cubicBezTo>
                <a:cubicBezTo>
                  <a:pt x="8489" y="66705"/>
                  <a:pt x="7714" y="66720"/>
                  <a:pt x="3976" y="62589"/>
                </a:cubicBezTo>
                <a:close/>
              </a:path>
            </a:pathLst>
          </a:custGeom>
          <a:solidFill>
            <a:srgbClr val="B9B9B9"/>
          </a:solidFill>
          <a:ln w="5163" cap="flat">
            <a:noFill/>
            <a:prstDash val="solid"/>
            <a:miter/>
          </a:ln>
        </p:spPr>
        <p:txBody>
          <a:bodyPr/>
          <a:lstStyle/>
          <a:p>
            <a:endParaRPr lang="es-419" noProof="0" dirty="0"/>
          </a:p>
        </p:txBody>
      </p:sp>
      <p:sp>
        <p:nvSpPr>
          <p:cNvPr id="52" name="Forma libre: forma 51">
            <a:extLst>
              <a:ext uri="{FF2B5EF4-FFF2-40B4-BE49-F238E27FC236}">
                <a16:creationId xmlns:a16="http://schemas.microsoft.com/office/drawing/2014/main" id="{956FFE07-49D7-879D-5E8D-525200C9DBEF}"/>
              </a:ext>
            </a:extLst>
          </p:cNvPr>
          <p:cNvSpPr/>
          <p:nvPr/>
        </p:nvSpPr>
        <p:spPr>
          <a:xfrm>
            <a:off x="1498388" y="1582666"/>
            <a:ext cx="245235" cy="503912"/>
          </a:xfrm>
          <a:custGeom>
            <a:avLst/>
            <a:gdLst>
              <a:gd name="csX0" fmla="*/ 181623 w 245235"/>
              <a:gd name="csY0" fmla="*/ 494203 h 503912"/>
              <a:gd name="csX1" fmla="*/ 158452 w 245235"/>
              <a:gd name="csY1" fmla="*/ 485687 h 503912"/>
              <a:gd name="csX2" fmla="*/ 148342 w 245235"/>
              <a:gd name="csY2" fmla="*/ 487770 h 503912"/>
              <a:gd name="csX3" fmla="*/ 119521 w 245235"/>
              <a:gd name="csY3" fmla="*/ 489801 h 503912"/>
              <a:gd name="csX4" fmla="*/ 87472 w 245235"/>
              <a:gd name="csY4" fmla="*/ 489620 h 503912"/>
              <a:gd name="csX5" fmla="*/ 73190 w 245235"/>
              <a:gd name="csY5" fmla="*/ 478988 h 503912"/>
              <a:gd name="csX6" fmla="*/ 52773 w 245235"/>
              <a:gd name="csY6" fmla="*/ 460575 h 503912"/>
              <a:gd name="csX7" fmla="*/ 49575 w 245235"/>
              <a:gd name="csY7" fmla="*/ 464677 h 503912"/>
              <a:gd name="csX8" fmla="*/ 47915 w 245235"/>
              <a:gd name="csY8" fmla="*/ 467591 h 503912"/>
              <a:gd name="csX9" fmla="*/ 13036 w 245235"/>
              <a:gd name="csY9" fmla="*/ 456319 h 503912"/>
              <a:gd name="csX10" fmla="*/ 12217 w 245235"/>
              <a:gd name="csY10" fmla="*/ 442447 h 503912"/>
              <a:gd name="csX11" fmla="*/ 16234 w 245235"/>
              <a:gd name="csY11" fmla="*/ 437376 h 503912"/>
              <a:gd name="csX12" fmla="*/ 3077 w 245235"/>
              <a:gd name="csY12" fmla="*/ 417673 h 503912"/>
              <a:gd name="csX13" fmla="*/ 0 w 245235"/>
              <a:gd name="csY13" fmla="*/ 409784 h 503912"/>
              <a:gd name="csX14" fmla="*/ 6196 w 245235"/>
              <a:gd name="csY14" fmla="*/ 402269 h 503912"/>
              <a:gd name="csX15" fmla="*/ 12532 w 245235"/>
              <a:gd name="csY15" fmla="*/ 401839 h 503912"/>
              <a:gd name="csX16" fmla="*/ 13332 w 245235"/>
              <a:gd name="csY16" fmla="*/ 389178 h 503912"/>
              <a:gd name="csX17" fmla="*/ 18583 w 245235"/>
              <a:gd name="csY17" fmla="*/ 371495 h 503912"/>
              <a:gd name="csX18" fmla="*/ 33934 w 245235"/>
              <a:gd name="csY18" fmla="*/ 366100 h 503912"/>
              <a:gd name="csX19" fmla="*/ 49768 w 245235"/>
              <a:gd name="csY19" fmla="*/ 361841 h 503912"/>
              <a:gd name="csX20" fmla="*/ 46692 w 245235"/>
              <a:gd name="csY20" fmla="*/ 337409 h 503912"/>
              <a:gd name="csX21" fmla="*/ 42031 w 245235"/>
              <a:gd name="csY21" fmla="*/ 321770 h 503912"/>
              <a:gd name="csX22" fmla="*/ 39524 w 245235"/>
              <a:gd name="csY22" fmla="*/ 295336 h 503912"/>
              <a:gd name="csX23" fmla="*/ 41858 w 245235"/>
              <a:gd name="csY23" fmla="*/ 287644 h 503912"/>
              <a:gd name="csX24" fmla="*/ 57042 w 245235"/>
              <a:gd name="csY24" fmla="*/ 277265 h 503912"/>
              <a:gd name="csX25" fmla="*/ 69737 w 245235"/>
              <a:gd name="csY25" fmla="*/ 269502 h 503912"/>
              <a:gd name="csX26" fmla="*/ 79509 w 245235"/>
              <a:gd name="csY26" fmla="*/ 253317 h 503912"/>
              <a:gd name="csX27" fmla="*/ 95370 w 245235"/>
              <a:gd name="csY27" fmla="*/ 241529 h 503912"/>
              <a:gd name="csX28" fmla="*/ 141543 w 245235"/>
              <a:gd name="csY28" fmla="*/ 207386 h 503912"/>
              <a:gd name="csX29" fmla="*/ 135987 w 245235"/>
              <a:gd name="csY29" fmla="*/ 199791 h 503912"/>
              <a:gd name="csX30" fmla="*/ 127900 w 245235"/>
              <a:gd name="csY30" fmla="*/ 166538 h 503912"/>
              <a:gd name="csX31" fmla="*/ 127266 w 245235"/>
              <a:gd name="csY31" fmla="*/ 150064 h 503912"/>
              <a:gd name="csX32" fmla="*/ 118230 w 245235"/>
              <a:gd name="csY32" fmla="*/ 149351 h 503912"/>
              <a:gd name="csX33" fmla="*/ 106311 w 245235"/>
              <a:gd name="csY33" fmla="*/ 151014 h 503912"/>
              <a:gd name="csX34" fmla="*/ 100187 w 245235"/>
              <a:gd name="csY34" fmla="*/ 149485 h 503912"/>
              <a:gd name="csX35" fmla="*/ 89795 w 245235"/>
              <a:gd name="csY35" fmla="*/ 145581 h 503912"/>
              <a:gd name="csX36" fmla="*/ 79509 w 245235"/>
              <a:gd name="csY36" fmla="*/ 132462 h 503912"/>
              <a:gd name="csX37" fmla="*/ 74746 w 245235"/>
              <a:gd name="csY37" fmla="*/ 127510 h 503912"/>
              <a:gd name="csX38" fmla="*/ 61439 w 245235"/>
              <a:gd name="csY38" fmla="*/ 106041 h 503912"/>
              <a:gd name="csX39" fmla="*/ 51376 w 245235"/>
              <a:gd name="csY39" fmla="*/ 92403 h 503912"/>
              <a:gd name="csX40" fmla="*/ 43631 w 245235"/>
              <a:gd name="csY40" fmla="*/ 82710 h 503912"/>
              <a:gd name="csX41" fmla="*/ 40756 w 245235"/>
              <a:gd name="csY41" fmla="*/ 70719 h 503912"/>
              <a:gd name="csX42" fmla="*/ 37174 w 245235"/>
              <a:gd name="csY42" fmla="*/ 60642 h 503912"/>
              <a:gd name="csX43" fmla="*/ 23391 w 245235"/>
              <a:gd name="csY43" fmla="*/ 17685 h 503912"/>
              <a:gd name="csX44" fmla="*/ 16983 w 245235"/>
              <a:gd name="csY44" fmla="*/ 12409 h 503912"/>
              <a:gd name="csX45" fmla="*/ 27512 w 245235"/>
              <a:gd name="csY45" fmla="*/ 5441 h 503912"/>
              <a:gd name="csX46" fmla="*/ 44577 w 245235"/>
              <a:gd name="csY46" fmla="*/ 1452 h 503912"/>
              <a:gd name="csX47" fmla="*/ 51418 w 245235"/>
              <a:gd name="csY47" fmla="*/ 21016 h 503912"/>
              <a:gd name="csX48" fmla="*/ 53995 w 245235"/>
              <a:gd name="csY48" fmla="*/ 32559 h 503912"/>
              <a:gd name="csX49" fmla="*/ 56749 w 245235"/>
              <a:gd name="csY49" fmla="*/ 46824 h 503912"/>
              <a:gd name="csX50" fmla="*/ 61515 w 245235"/>
              <a:gd name="csY50" fmla="*/ 64401 h 503912"/>
              <a:gd name="csX51" fmla="*/ 66783 w 245235"/>
              <a:gd name="csY51" fmla="*/ 80478 h 503912"/>
              <a:gd name="csX52" fmla="*/ 69183 w 245235"/>
              <a:gd name="csY52" fmla="*/ 82335 h 503912"/>
              <a:gd name="csX53" fmla="*/ 72797 w 245235"/>
              <a:gd name="csY53" fmla="*/ 89434 h 503912"/>
              <a:gd name="csX54" fmla="*/ 77368 w 245235"/>
              <a:gd name="csY54" fmla="*/ 95891 h 503912"/>
              <a:gd name="csX55" fmla="*/ 83382 w 245235"/>
              <a:gd name="csY55" fmla="*/ 106862 h 503912"/>
              <a:gd name="csX56" fmla="*/ 91209 w 245235"/>
              <a:gd name="csY56" fmla="*/ 114603 h 503912"/>
              <a:gd name="csX57" fmla="*/ 115649 w 245235"/>
              <a:gd name="csY57" fmla="*/ 125394 h 503912"/>
              <a:gd name="csX58" fmla="*/ 132428 w 245235"/>
              <a:gd name="csY58" fmla="*/ 131624 h 503912"/>
              <a:gd name="csX59" fmla="*/ 150553 w 245235"/>
              <a:gd name="csY59" fmla="*/ 139348 h 503912"/>
              <a:gd name="csX60" fmla="*/ 176368 w 245235"/>
              <a:gd name="csY60" fmla="*/ 146927 h 503912"/>
              <a:gd name="csX61" fmla="*/ 211382 w 245235"/>
              <a:gd name="csY61" fmla="*/ 156343 h 503912"/>
              <a:gd name="csX62" fmla="*/ 230401 w 245235"/>
              <a:gd name="csY62" fmla="*/ 161456 h 503912"/>
              <a:gd name="csX63" fmla="*/ 244475 w 245235"/>
              <a:gd name="csY63" fmla="*/ 154799 h 503912"/>
              <a:gd name="csX64" fmla="*/ 229656 w 245235"/>
              <a:gd name="csY64" fmla="*/ 212698 h 503912"/>
              <a:gd name="csX65" fmla="*/ 216833 w 245235"/>
              <a:gd name="csY65" fmla="*/ 242385 h 503912"/>
              <a:gd name="csX66" fmla="*/ 205960 w 245235"/>
              <a:gd name="csY66" fmla="*/ 288674 h 503912"/>
              <a:gd name="csX67" fmla="*/ 203418 w 245235"/>
              <a:gd name="csY67" fmla="*/ 300468 h 503912"/>
              <a:gd name="csX68" fmla="*/ 200956 w 245235"/>
              <a:gd name="csY68" fmla="*/ 300468 h 503912"/>
              <a:gd name="csX69" fmla="*/ 214917 w 245235"/>
              <a:gd name="csY69" fmla="*/ 237240 h 503912"/>
              <a:gd name="csX70" fmla="*/ 224070 w 245235"/>
              <a:gd name="csY70" fmla="*/ 211401 h 503912"/>
              <a:gd name="csX71" fmla="*/ 218637 w 245235"/>
              <a:gd name="csY71" fmla="*/ 205384 h 503912"/>
              <a:gd name="csX72" fmla="*/ 214956 w 245235"/>
              <a:gd name="csY72" fmla="*/ 204826 h 503912"/>
              <a:gd name="csX73" fmla="*/ 214905 w 245235"/>
              <a:gd name="csY73" fmla="*/ 215873 h 503912"/>
              <a:gd name="csX74" fmla="*/ 213101 w 245235"/>
              <a:gd name="csY74" fmla="*/ 224084 h 503912"/>
              <a:gd name="csX75" fmla="*/ 208491 w 245235"/>
              <a:gd name="csY75" fmla="*/ 218391 h 503912"/>
              <a:gd name="csX76" fmla="*/ 197466 w 245235"/>
              <a:gd name="csY76" fmla="*/ 218019 h 503912"/>
              <a:gd name="csX77" fmla="*/ 199747 w 245235"/>
              <a:gd name="csY77" fmla="*/ 224749 h 503912"/>
              <a:gd name="csX78" fmla="*/ 203418 w 245235"/>
              <a:gd name="csY78" fmla="*/ 228616 h 503912"/>
              <a:gd name="csX79" fmla="*/ 201015 w 245235"/>
              <a:gd name="csY79" fmla="*/ 229588 h 503912"/>
              <a:gd name="csX80" fmla="*/ 196991 w 245235"/>
              <a:gd name="csY80" fmla="*/ 230726 h 503912"/>
              <a:gd name="csX81" fmla="*/ 198308 w 245235"/>
              <a:gd name="csY81" fmla="*/ 233350 h 503912"/>
              <a:gd name="csX82" fmla="*/ 199523 w 245235"/>
              <a:gd name="csY82" fmla="*/ 241200 h 503912"/>
              <a:gd name="csX83" fmla="*/ 200899 w 245235"/>
              <a:gd name="csY83" fmla="*/ 252786 h 503912"/>
              <a:gd name="csX84" fmla="*/ 200228 w 245235"/>
              <a:gd name="csY84" fmla="*/ 257969 h 503912"/>
              <a:gd name="csX85" fmla="*/ 197509 w 245235"/>
              <a:gd name="csY85" fmla="*/ 272843 h 503912"/>
              <a:gd name="csX86" fmla="*/ 194340 w 245235"/>
              <a:gd name="csY86" fmla="*/ 281107 h 503912"/>
              <a:gd name="csX87" fmla="*/ 191370 w 245235"/>
              <a:gd name="csY87" fmla="*/ 292273 h 503912"/>
              <a:gd name="csX88" fmla="*/ 195674 w 245235"/>
              <a:gd name="csY88" fmla="*/ 307167 h 503912"/>
              <a:gd name="csX89" fmla="*/ 199681 w 245235"/>
              <a:gd name="csY89" fmla="*/ 306687 h 503912"/>
              <a:gd name="csX90" fmla="*/ 200986 w 245235"/>
              <a:gd name="csY90" fmla="*/ 320424 h 503912"/>
              <a:gd name="csX91" fmla="*/ 197882 w 245235"/>
              <a:gd name="csY91" fmla="*/ 340480 h 503912"/>
              <a:gd name="csX92" fmla="*/ 197480 w 245235"/>
              <a:gd name="csY92" fmla="*/ 350806 h 503912"/>
              <a:gd name="csX93" fmla="*/ 195674 w 245235"/>
              <a:gd name="csY93" fmla="*/ 339189 h 503912"/>
              <a:gd name="csX94" fmla="*/ 193480 w 245235"/>
              <a:gd name="csY94" fmla="*/ 360201 h 503912"/>
              <a:gd name="csX95" fmla="*/ 197184 w 245235"/>
              <a:gd name="csY95" fmla="*/ 414396 h 503912"/>
              <a:gd name="csX96" fmla="*/ 198086 w 245235"/>
              <a:gd name="csY96" fmla="*/ 450991 h 503912"/>
              <a:gd name="csX97" fmla="*/ 192986 w 245235"/>
              <a:gd name="csY97" fmla="*/ 462927 h 503912"/>
              <a:gd name="csX98" fmla="*/ 186260 w 245235"/>
              <a:gd name="csY98" fmla="*/ 476652 h 503912"/>
              <a:gd name="csX99" fmla="*/ 187756 w 245235"/>
              <a:gd name="csY99" fmla="*/ 481169 h 503912"/>
              <a:gd name="csX100" fmla="*/ 190891 w 245235"/>
              <a:gd name="csY100" fmla="*/ 476652 h 503912"/>
              <a:gd name="csX101" fmla="*/ 193026 w 245235"/>
              <a:gd name="csY101" fmla="*/ 487623 h 503912"/>
              <a:gd name="csX102" fmla="*/ 194241 w 245235"/>
              <a:gd name="csY102" fmla="*/ 503884 h 503912"/>
              <a:gd name="csX103" fmla="*/ 181623 w 245235"/>
              <a:gd name="csY103" fmla="*/ 494203 h 5039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Lst>
            <a:rect l="l" t="t" r="r" b="b"/>
            <a:pathLst>
              <a:path w="245235" h="503912">
                <a:moveTo>
                  <a:pt x="181623" y="494203"/>
                </a:moveTo>
                <a:cubicBezTo>
                  <a:pt x="170080" y="484213"/>
                  <a:pt x="162664" y="481487"/>
                  <a:pt x="158452" y="485687"/>
                </a:cubicBezTo>
                <a:cubicBezTo>
                  <a:pt x="157384" y="486752"/>
                  <a:pt x="152834" y="487689"/>
                  <a:pt x="148342" y="487770"/>
                </a:cubicBezTo>
                <a:cubicBezTo>
                  <a:pt x="143849" y="487851"/>
                  <a:pt x="130880" y="488765"/>
                  <a:pt x="119521" y="489801"/>
                </a:cubicBezTo>
                <a:cubicBezTo>
                  <a:pt x="108163" y="490837"/>
                  <a:pt x="93741" y="490755"/>
                  <a:pt x="87472" y="489620"/>
                </a:cubicBezTo>
                <a:cubicBezTo>
                  <a:pt x="77605" y="487832"/>
                  <a:pt x="75687" y="486404"/>
                  <a:pt x="73190" y="478988"/>
                </a:cubicBezTo>
                <a:cubicBezTo>
                  <a:pt x="70001" y="469517"/>
                  <a:pt x="60184" y="460664"/>
                  <a:pt x="52773" y="460575"/>
                </a:cubicBezTo>
                <a:cubicBezTo>
                  <a:pt x="49415" y="460535"/>
                  <a:pt x="48457" y="461764"/>
                  <a:pt x="49575" y="464677"/>
                </a:cubicBezTo>
                <a:cubicBezTo>
                  <a:pt x="50616" y="467390"/>
                  <a:pt x="50039" y="468403"/>
                  <a:pt x="47915" y="467591"/>
                </a:cubicBezTo>
                <a:cubicBezTo>
                  <a:pt x="43178" y="465778"/>
                  <a:pt x="16822" y="457260"/>
                  <a:pt x="13036" y="456319"/>
                </a:cubicBezTo>
                <a:cubicBezTo>
                  <a:pt x="9334" y="455399"/>
                  <a:pt x="8569" y="442447"/>
                  <a:pt x="12217" y="442447"/>
                </a:cubicBezTo>
                <a:cubicBezTo>
                  <a:pt x="13541" y="442447"/>
                  <a:pt x="15349" y="440165"/>
                  <a:pt x="16234" y="437376"/>
                </a:cubicBezTo>
                <a:cubicBezTo>
                  <a:pt x="18137" y="431382"/>
                  <a:pt x="7778" y="415870"/>
                  <a:pt x="3077" y="417673"/>
                </a:cubicBezTo>
                <a:cubicBezTo>
                  <a:pt x="1055" y="418449"/>
                  <a:pt x="0" y="415744"/>
                  <a:pt x="0" y="409784"/>
                </a:cubicBezTo>
                <a:cubicBezTo>
                  <a:pt x="0" y="401499"/>
                  <a:pt x="536" y="400849"/>
                  <a:pt x="6196" y="402269"/>
                </a:cubicBezTo>
                <a:cubicBezTo>
                  <a:pt x="9603" y="403124"/>
                  <a:pt x="12454" y="402931"/>
                  <a:pt x="12532" y="401839"/>
                </a:cubicBezTo>
                <a:cubicBezTo>
                  <a:pt x="12609" y="400747"/>
                  <a:pt x="12969" y="395050"/>
                  <a:pt x="13332" y="389178"/>
                </a:cubicBezTo>
                <a:cubicBezTo>
                  <a:pt x="13694" y="383307"/>
                  <a:pt x="16057" y="375349"/>
                  <a:pt x="18583" y="371495"/>
                </a:cubicBezTo>
                <a:cubicBezTo>
                  <a:pt x="22726" y="365172"/>
                  <a:pt x="24227" y="364644"/>
                  <a:pt x="33934" y="366100"/>
                </a:cubicBezTo>
                <a:cubicBezTo>
                  <a:pt x="43066" y="367469"/>
                  <a:pt x="45460" y="366825"/>
                  <a:pt x="49768" y="361841"/>
                </a:cubicBezTo>
                <a:cubicBezTo>
                  <a:pt x="55970" y="354665"/>
                  <a:pt x="55203" y="348567"/>
                  <a:pt x="46692" y="337409"/>
                </a:cubicBezTo>
                <a:cubicBezTo>
                  <a:pt x="41680" y="330837"/>
                  <a:pt x="40608" y="327241"/>
                  <a:pt x="42031" y="321770"/>
                </a:cubicBezTo>
                <a:cubicBezTo>
                  <a:pt x="45168" y="309711"/>
                  <a:pt x="44306" y="300620"/>
                  <a:pt x="39524" y="295336"/>
                </a:cubicBezTo>
                <a:cubicBezTo>
                  <a:pt x="35095" y="290442"/>
                  <a:pt x="35173" y="290185"/>
                  <a:pt x="41858" y="287644"/>
                </a:cubicBezTo>
                <a:cubicBezTo>
                  <a:pt x="45661" y="286198"/>
                  <a:pt x="52494" y="281527"/>
                  <a:pt x="57042" y="277265"/>
                </a:cubicBezTo>
                <a:cubicBezTo>
                  <a:pt x="61590" y="273002"/>
                  <a:pt x="67303" y="269509"/>
                  <a:pt x="69737" y="269502"/>
                </a:cubicBezTo>
                <a:cubicBezTo>
                  <a:pt x="74976" y="269488"/>
                  <a:pt x="79509" y="261980"/>
                  <a:pt x="79509" y="253317"/>
                </a:cubicBezTo>
                <a:cubicBezTo>
                  <a:pt x="79509" y="246749"/>
                  <a:pt x="88587" y="240002"/>
                  <a:pt x="95370" y="241529"/>
                </a:cubicBezTo>
                <a:cubicBezTo>
                  <a:pt x="99614" y="242485"/>
                  <a:pt x="137917" y="214161"/>
                  <a:pt x="141543" y="207386"/>
                </a:cubicBezTo>
                <a:cubicBezTo>
                  <a:pt x="144262" y="202307"/>
                  <a:pt x="142422" y="199791"/>
                  <a:pt x="135987" y="199791"/>
                </a:cubicBezTo>
                <a:cubicBezTo>
                  <a:pt x="130714" y="199791"/>
                  <a:pt x="128893" y="192306"/>
                  <a:pt x="127900" y="166538"/>
                </a:cubicBezTo>
                <a:lnTo>
                  <a:pt x="127266" y="150064"/>
                </a:lnTo>
                <a:lnTo>
                  <a:pt x="118230" y="149351"/>
                </a:lnTo>
                <a:cubicBezTo>
                  <a:pt x="113261" y="148959"/>
                  <a:pt x="107898" y="149707"/>
                  <a:pt x="106311" y="151014"/>
                </a:cubicBezTo>
                <a:cubicBezTo>
                  <a:pt x="104470" y="152530"/>
                  <a:pt x="102255" y="151977"/>
                  <a:pt x="100187" y="149485"/>
                </a:cubicBezTo>
                <a:cubicBezTo>
                  <a:pt x="98405" y="147337"/>
                  <a:pt x="93728" y="145581"/>
                  <a:pt x="89795" y="145581"/>
                </a:cubicBezTo>
                <a:cubicBezTo>
                  <a:pt x="82532" y="145581"/>
                  <a:pt x="79509" y="141725"/>
                  <a:pt x="79509" y="132462"/>
                </a:cubicBezTo>
                <a:cubicBezTo>
                  <a:pt x="79509" y="129370"/>
                  <a:pt x="77720" y="127510"/>
                  <a:pt x="74746" y="127510"/>
                </a:cubicBezTo>
                <a:cubicBezTo>
                  <a:pt x="66661" y="127510"/>
                  <a:pt x="61439" y="119085"/>
                  <a:pt x="61439" y="106041"/>
                </a:cubicBezTo>
                <a:cubicBezTo>
                  <a:pt x="61439" y="94056"/>
                  <a:pt x="61402" y="94007"/>
                  <a:pt x="51376" y="92403"/>
                </a:cubicBezTo>
                <a:cubicBezTo>
                  <a:pt x="41507" y="90825"/>
                  <a:pt x="41357" y="90638"/>
                  <a:pt x="43631" y="82710"/>
                </a:cubicBezTo>
                <a:cubicBezTo>
                  <a:pt x="46841" y="71517"/>
                  <a:pt x="46650" y="70719"/>
                  <a:pt x="40756" y="70719"/>
                </a:cubicBezTo>
                <a:cubicBezTo>
                  <a:pt x="36165" y="70719"/>
                  <a:pt x="35750" y="69551"/>
                  <a:pt x="37174" y="60642"/>
                </a:cubicBezTo>
                <a:cubicBezTo>
                  <a:pt x="39267" y="47555"/>
                  <a:pt x="31942" y="24727"/>
                  <a:pt x="23391" y="17685"/>
                </a:cubicBezTo>
                <a:lnTo>
                  <a:pt x="16983" y="12409"/>
                </a:lnTo>
                <a:lnTo>
                  <a:pt x="27512" y="5441"/>
                </a:lnTo>
                <a:cubicBezTo>
                  <a:pt x="36589" y="-566"/>
                  <a:pt x="38942" y="-1116"/>
                  <a:pt x="44577" y="1452"/>
                </a:cubicBezTo>
                <a:cubicBezTo>
                  <a:pt x="50920" y="4342"/>
                  <a:pt x="52469" y="8771"/>
                  <a:pt x="51418" y="21016"/>
                </a:cubicBezTo>
                <a:cubicBezTo>
                  <a:pt x="51144" y="24205"/>
                  <a:pt x="52304" y="29399"/>
                  <a:pt x="53995" y="32559"/>
                </a:cubicBezTo>
                <a:cubicBezTo>
                  <a:pt x="55686" y="35718"/>
                  <a:pt x="56925" y="42138"/>
                  <a:pt x="56749" y="46824"/>
                </a:cubicBezTo>
                <a:cubicBezTo>
                  <a:pt x="56573" y="51511"/>
                  <a:pt x="58717" y="59420"/>
                  <a:pt x="61515" y="64401"/>
                </a:cubicBezTo>
                <a:cubicBezTo>
                  <a:pt x="64313" y="69382"/>
                  <a:pt x="66683" y="76616"/>
                  <a:pt x="66783" y="80478"/>
                </a:cubicBezTo>
                <a:cubicBezTo>
                  <a:pt x="66944" y="86723"/>
                  <a:pt x="67209" y="86928"/>
                  <a:pt x="69183" y="82335"/>
                </a:cubicBezTo>
                <a:cubicBezTo>
                  <a:pt x="71476" y="76999"/>
                  <a:pt x="71863" y="77758"/>
                  <a:pt x="72797" y="89434"/>
                </a:cubicBezTo>
                <a:cubicBezTo>
                  <a:pt x="72939" y="91209"/>
                  <a:pt x="74996" y="94114"/>
                  <a:pt x="77368" y="95891"/>
                </a:cubicBezTo>
                <a:cubicBezTo>
                  <a:pt x="79740" y="97667"/>
                  <a:pt x="82447" y="102604"/>
                  <a:pt x="83382" y="106862"/>
                </a:cubicBezTo>
                <a:cubicBezTo>
                  <a:pt x="84688" y="112811"/>
                  <a:pt x="86501" y="114603"/>
                  <a:pt x="91209" y="114603"/>
                </a:cubicBezTo>
                <a:cubicBezTo>
                  <a:pt x="99379" y="114603"/>
                  <a:pt x="110872" y="119677"/>
                  <a:pt x="115649" y="125394"/>
                </a:cubicBezTo>
                <a:cubicBezTo>
                  <a:pt x="117952" y="128149"/>
                  <a:pt x="124752" y="130674"/>
                  <a:pt x="132428" y="131624"/>
                </a:cubicBezTo>
                <a:cubicBezTo>
                  <a:pt x="141521" y="132750"/>
                  <a:pt x="146878" y="135032"/>
                  <a:pt x="150553" y="139348"/>
                </a:cubicBezTo>
                <a:cubicBezTo>
                  <a:pt x="154982" y="144548"/>
                  <a:pt x="158885" y="145694"/>
                  <a:pt x="176368" y="146927"/>
                </a:cubicBezTo>
                <a:cubicBezTo>
                  <a:pt x="205380" y="148973"/>
                  <a:pt x="204499" y="148736"/>
                  <a:pt x="211382" y="156343"/>
                </a:cubicBezTo>
                <a:cubicBezTo>
                  <a:pt x="219859" y="165712"/>
                  <a:pt x="228327" y="167989"/>
                  <a:pt x="230401" y="161456"/>
                </a:cubicBezTo>
                <a:cubicBezTo>
                  <a:pt x="231901" y="156729"/>
                  <a:pt x="241748" y="152072"/>
                  <a:pt x="244475" y="154799"/>
                </a:cubicBezTo>
                <a:cubicBezTo>
                  <a:pt x="248005" y="158329"/>
                  <a:pt x="238595" y="195092"/>
                  <a:pt x="229656" y="212698"/>
                </a:cubicBezTo>
                <a:cubicBezTo>
                  <a:pt x="224250" y="223347"/>
                  <a:pt x="218479" y="236706"/>
                  <a:pt x="216833" y="242385"/>
                </a:cubicBezTo>
                <a:cubicBezTo>
                  <a:pt x="208092" y="272545"/>
                  <a:pt x="205996" y="281464"/>
                  <a:pt x="205960" y="288674"/>
                </a:cubicBezTo>
                <a:cubicBezTo>
                  <a:pt x="205939" y="293031"/>
                  <a:pt x="204795" y="298338"/>
                  <a:pt x="203418" y="300468"/>
                </a:cubicBezTo>
                <a:cubicBezTo>
                  <a:pt x="201194" y="303910"/>
                  <a:pt x="200920" y="303910"/>
                  <a:pt x="200956" y="300468"/>
                </a:cubicBezTo>
                <a:cubicBezTo>
                  <a:pt x="201123" y="284393"/>
                  <a:pt x="207229" y="256741"/>
                  <a:pt x="214917" y="237240"/>
                </a:cubicBezTo>
                <a:cubicBezTo>
                  <a:pt x="219951" y="224471"/>
                  <a:pt x="224070" y="212844"/>
                  <a:pt x="224070" y="211401"/>
                </a:cubicBezTo>
                <a:cubicBezTo>
                  <a:pt x="224070" y="209958"/>
                  <a:pt x="221625" y="207250"/>
                  <a:pt x="218637" y="205384"/>
                </a:cubicBezTo>
                <a:cubicBezTo>
                  <a:pt x="215583" y="203477"/>
                  <a:pt x="213971" y="203233"/>
                  <a:pt x="214956" y="204826"/>
                </a:cubicBezTo>
                <a:cubicBezTo>
                  <a:pt x="215920" y="206386"/>
                  <a:pt x="215897" y="211356"/>
                  <a:pt x="214905" y="215873"/>
                </a:cubicBezTo>
                <a:lnTo>
                  <a:pt x="213101" y="224084"/>
                </a:lnTo>
                <a:lnTo>
                  <a:pt x="208491" y="218391"/>
                </a:lnTo>
                <a:cubicBezTo>
                  <a:pt x="202731" y="211277"/>
                  <a:pt x="199260" y="211160"/>
                  <a:pt x="197466" y="218019"/>
                </a:cubicBezTo>
                <a:cubicBezTo>
                  <a:pt x="196615" y="221276"/>
                  <a:pt x="197499" y="223887"/>
                  <a:pt x="199747" y="224749"/>
                </a:cubicBezTo>
                <a:cubicBezTo>
                  <a:pt x="201766" y="225524"/>
                  <a:pt x="203418" y="227264"/>
                  <a:pt x="203418" y="228616"/>
                </a:cubicBezTo>
                <a:cubicBezTo>
                  <a:pt x="203418" y="229967"/>
                  <a:pt x="202337" y="230405"/>
                  <a:pt x="201015" y="229588"/>
                </a:cubicBezTo>
                <a:cubicBezTo>
                  <a:pt x="199694" y="228771"/>
                  <a:pt x="197882" y="229283"/>
                  <a:pt x="196991" y="230726"/>
                </a:cubicBezTo>
                <a:cubicBezTo>
                  <a:pt x="196099" y="232169"/>
                  <a:pt x="196692" y="233350"/>
                  <a:pt x="198308" y="233350"/>
                </a:cubicBezTo>
                <a:cubicBezTo>
                  <a:pt x="200240" y="233350"/>
                  <a:pt x="200656" y="236041"/>
                  <a:pt x="199523" y="241200"/>
                </a:cubicBezTo>
                <a:cubicBezTo>
                  <a:pt x="198474" y="245978"/>
                  <a:pt x="199012" y="250512"/>
                  <a:pt x="200899" y="252786"/>
                </a:cubicBezTo>
                <a:cubicBezTo>
                  <a:pt x="203352" y="255741"/>
                  <a:pt x="203212" y="256824"/>
                  <a:pt x="200228" y="257969"/>
                </a:cubicBezTo>
                <a:cubicBezTo>
                  <a:pt x="197388" y="259059"/>
                  <a:pt x="196716" y="262734"/>
                  <a:pt x="197509" y="272843"/>
                </a:cubicBezTo>
                <a:cubicBezTo>
                  <a:pt x="198508" y="285590"/>
                  <a:pt x="198348" y="286008"/>
                  <a:pt x="194340" y="281107"/>
                </a:cubicBezTo>
                <a:cubicBezTo>
                  <a:pt x="190355" y="276233"/>
                  <a:pt x="190188" y="276860"/>
                  <a:pt x="191370" y="292273"/>
                </a:cubicBezTo>
                <a:cubicBezTo>
                  <a:pt x="192505" y="307076"/>
                  <a:pt x="195674" y="318043"/>
                  <a:pt x="195674" y="307167"/>
                </a:cubicBezTo>
                <a:cubicBezTo>
                  <a:pt x="195674" y="303112"/>
                  <a:pt x="196059" y="303066"/>
                  <a:pt x="199681" y="306687"/>
                </a:cubicBezTo>
                <a:cubicBezTo>
                  <a:pt x="202942" y="309948"/>
                  <a:pt x="203185" y="312507"/>
                  <a:pt x="200986" y="320424"/>
                </a:cubicBezTo>
                <a:cubicBezTo>
                  <a:pt x="199500" y="325776"/>
                  <a:pt x="198103" y="334801"/>
                  <a:pt x="197882" y="340480"/>
                </a:cubicBezTo>
                <a:lnTo>
                  <a:pt x="197480" y="350806"/>
                </a:lnTo>
                <a:lnTo>
                  <a:pt x="195674" y="339189"/>
                </a:lnTo>
                <a:cubicBezTo>
                  <a:pt x="194403" y="331014"/>
                  <a:pt x="193753" y="337239"/>
                  <a:pt x="193480" y="360201"/>
                </a:cubicBezTo>
                <a:cubicBezTo>
                  <a:pt x="193236" y="380786"/>
                  <a:pt x="194603" y="400790"/>
                  <a:pt x="197184" y="414396"/>
                </a:cubicBezTo>
                <a:cubicBezTo>
                  <a:pt x="200612" y="432468"/>
                  <a:pt x="200758" y="438399"/>
                  <a:pt x="198086" y="450991"/>
                </a:cubicBezTo>
                <a:cubicBezTo>
                  <a:pt x="196258" y="459605"/>
                  <a:pt x="194082" y="464699"/>
                  <a:pt x="192986" y="462927"/>
                </a:cubicBezTo>
                <a:cubicBezTo>
                  <a:pt x="191158" y="459970"/>
                  <a:pt x="190587" y="461135"/>
                  <a:pt x="186260" y="476652"/>
                </a:cubicBezTo>
                <a:cubicBezTo>
                  <a:pt x="185567" y="479136"/>
                  <a:pt x="186240" y="481169"/>
                  <a:pt x="187756" y="481169"/>
                </a:cubicBezTo>
                <a:cubicBezTo>
                  <a:pt x="189271" y="481169"/>
                  <a:pt x="190682" y="479136"/>
                  <a:pt x="190891" y="476652"/>
                </a:cubicBezTo>
                <a:cubicBezTo>
                  <a:pt x="191099" y="474167"/>
                  <a:pt x="192060" y="479104"/>
                  <a:pt x="193026" y="487623"/>
                </a:cubicBezTo>
                <a:cubicBezTo>
                  <a:pt x="193992" y="496142"/>
                  <a:pt x="194538" y="503459"/>
                  <a:pt x="194241" y="503884"/>
                </a:cubicBezTo>
                <a:cubicBezTo>
                  <a:pt x="193943" y="504308"/>
                  <a:pt x="188265" y="499952"/>
                  <a:pt x="181623" y="494203"/>
                </a:cubicBezTo>
                <a:close/>
              </a:path>
            </a:pathLst>
          </a:custGeom>
          <a:solidFill>
            <a:srgbClr val="B9B9B9"/>
          </a:solidFill>
          <a:ln w="5163" cap="flat">
            <a:noFill/>
            <a:prstDash val="solid"/>
            <a:miter/>
          </a:ln>
        </p:spPr>
        <p:txBody>
          <a:bodyPr/>
          <a:lstStyle/>
          <a:p>
            <a:endParaRPr lang="es-419" noProof="0" dirty="0"/>
          </a:p>
        </p:txBody>
      </p:sp>
      <p:sp>
        <p:nvSpPr>
          <p:cNvPr id="53" name="Forma libre: forma 52">
            <a:extLst>
              <a:ext uri="{FF2B5EF4-FFF2-40B4-BE49-F238E27FC236}">
                <a16:creationId xmlns:a16="http://schemas.microsoft.com/office/drawing/2014/main" id="{24FB1DD7-DE63-4DFE-8B9F-A23666EAE047}"/>
              </a:ext>
            </a:extLst>
          </p:cNvPr>
          <p:cNvSpPr/>
          <p:nvPr/>
        </p:nvSpPr>
        <p:spPr>
          <a:xfrm>
            <a:off x="920115" y="1646957"/>
            <a:ext cx="379561" cy="415583"/>
          </a:xfrm>
          <a:custGeom>
            <a:avLst/>
            <a:gdLst>
              <a:gd name="csX0" fmla="*/ 203090 w 379561"/>
              <a:gd name="csY0" fmla="*/ 414284 h 415583"/>
              <a:gd name="csX1" fmla="*/ 197077 w 379561"/>
              <a:gd name="csY1" fmla="*/ 404675 h 415583"/>
              <a:gd name="csX2" fmla="*/ 192271 w 379561"/>
              <a:gd name="csY2" fmla="*/ 395646 h 415583"/>
              <a:gd name="csX3" fmla="*/ 171007 w 379561"/>
              <a:gd name="csY3" fmla="*/ 397866 h 415583"/>
              <a:gd name="csX4" fmla="*/ 166946 w 379561"/>
              <a:gd name="csY4" fmla="*/ 392738 h 415583"/>
              <a:gd name="csX5" fmla="*/ 171214 w 379561"/>
              <a:gd name="csY5" fmla="*/ 375323 h 415583"/>
              <a:gd name="csX6" fmla="*/ 168526 w 379561"/>
              <a:gd name="csY6" fmla="*/ 359903 h 415583"/>
              <a:gd name="csX7" fmla="*/ 135682 w 379561"/>
              <a:gd name="csY7" fmla="*/ 348579 h 415583"/>
              <a:gd name="csX8" fmla="*/ 130456 w 379561"/>
              <a:gd name="csY8" fmla="*/ 344743 h 415583"/>
              <a:gd name="csX9" fmla="*/ 123707 w 379561"/>
              <a:gd name="csY9" fmla="*/ 339434 h 415583"/>
              <a:gd name="csX10" fmla="*/ 111898 w 379561"/>
              <a:gd name="csY10" fmla="*/ 326710 h 415583"/>
              <a:gd name="csX11" fmla="*/ 102819 w 379561"/>
              <a:gd name="csY11" fmla="*/ 312359 h 415583"/>
              <a:gd name="csX12" fmla="*/ 100189 w 379561"/>
              <a:gd name="csY12" fmla="*/ 303716 h 415583"/>
              <a:gd name="csX13" fmla="*/ 96495 w 379561"/>
              <a:gd name="csY13" fmla="*/ 291424 h 415583"/>
              <a:gd name="csX14" fmla="*/ 91114 w 379561"/>
              <a:gd name="csY14" fmla="*/ 269668 h 415583"/>
              <a:gd name="csX15" fmla="*/ 73368 w 379561"/>
              <a:gd name="csY15" fmla="*/ 228658 h 415583"/>
              <a:gd name="csX16" fmla="*/ 56149 w 379561"/>
              <a:gd name="csY16" fmla="*/ 225592 h 415583"/>
              <a:gd name="csX17" fmla="*/ 38234 w 379561"/>
              <a:gd name="csY17" fmla="*/ 218995 h 415583"/>
              <a:gd name="csX18" fmla="*/ 14702 w 379561"/>
              <a:gd name="csY18" fmla="*/ 179229 h 415583"/>
              <a:gd name="csX19" fmla="*/ 4675 w 379561"/>
              <a:gd name="csY19" fmla="*/ 165798 h 415583"/>
              <a:gd name="csX20" fmla="*/ 1771 w 379561"/>
              <a:gd name="csY20" fmla="*/ 155184 h 415583"/>
              <a:gd name="csX21" fmla="*/ 712 w 379561"/>
              <a:gd name="csY21" fmla="*/ 126667 h 415583"/>
              <a:gd name="csX22" fmla="*/ 2557 w 379561"/>
              <a:gd name="csY22" fmla="*/ 104522 h 415583"/>
              <a:gd name="csX23" fmla="*/ 16402 w 379561"/>
              <a:gd name="csY23" fmla="*/ 104522 h 415583"/>
              <a:gd name="csX24" fmla="*/ 46584 w 379561"/>
              <a:gd name="csY24" fmla="*/ 95540 h 415583"/>
              <a:gd name="csX25" fmla="*/ 48520 w 379561"/>
              <a:gd name="csY25" fmla="*/ 81044 h 415583"/>
              <a:gd name="csX26" fmla="*/ 53693 w 379561"/>
              <a:gd name="csY26" fmla="*/ 64536 h 415583"/>
              <a:gd name="csX27" fmla="*/ 57236 w 379561"/>
              <a:gd name="csY27" fmla="*/ 49938 h 415583"/>
              <a:gd name="csX28" fmla="*/ 61307 w 379561"/>
              <a:gd name="csY28" fmla="*/ 39986 h 415583"/>
              <a:gd name="csX29" fmla="*/ 72238 w 379561"/>
              <a:gd name="csY29" fmla="*/ 37166 h 415583"/>
              <a:gd name="csX30" fmla="*/ 75921 w 379561"/>
              <a:gd name="csY30" fmla="*/ 26420 h 415583"/>
              <a:gd name="csX31" fmla="*/ 86217 w 379561"/>
              <a:gd name="csY31" fmla="*/ 9008 h 415583"/>
              <a:gd name="csX32" fmla="*/ 91229 w 379561"/>
              <a:gd name="csY32" fmla="*/ 3610 h 415583"/>
              <a:gd name="csX33" fmla="*/ 100572 w 379561"/>
              <a:gd name="csY33" fmla="*/ 6016 h 415583"/>
              <a:gd name="csX34" fmla="*/ 115842 w 379561"/>
              <a:gd name="csY34" fmla="*/ 15498 h 415583"/>
              <a:gd name="csX35" fmla="*/ 130061 w 379561"/>
              <a:gd name="csY35" fmla="*/ 25801 h 415583"/>
              <a:gd name="csX36" fmla="*/ 153502 w 379561"/>
              <a:gd name="csY36" fmla="*/ 36020 h 415583"/>
              <a:gd name="csX37" fmla="*/ 166647 w 379561"/>
              <a:gd name="csY37" fmla="*/ 35196 h 415583"/>
              <a:gd name="csX38" fmla="*/ 177014 w 379561"/>
              <a:gd name="csY38" fmla="*/ 35079 h 415583"/>
              <a:gd name="csX39" fmla="*/ 199575 w 379561"/>
              <a:gd name="csY39" fmla="*/ 42570 h 415583"/>
              <a:gd name="csX40" fmla="*/ 223114 w 379561"/>
              <a:gd name="csY40" fmla="*/ 30983 h 415583"/>
              <a:gd name="csX41" fmla="*/ 243392 w 379561"/>
              <a:gd name="csY41" fmla="*/ 13562 h 415583"/>
              <a:gd name="csX42" fmla="*/ 257664 w 379561"/>
              <a:gd name="csY42" fmla="*/ 14175 h 415583"/>
              <a:gd name="csX43" fmla="*/ 270020 w 379561"/>
              <a:gd name="csY43" fmla="*/ 16753 h 415583"/>
              <a:gd name="csX44" fmla="*/ 290519 w 379561"/>
              <a:gd name="csY44" fmla="*/ 30455 h 415583"/>
              <a:gd name="csX45" fmla="*/ 307913 w 379561"/>
              <a:gd name="csY45" fmla="*/ 52734 h 415583"/>
              <a:gd name="csX46" fmla="*/ 307918 w 379561"/>
              <a:gd name="csY46" fmla="*/ 71135 h 415583"/>
              <a:gd name="csX47" fmla="*/ 305239 w 379561"/>
              <a:gd name="csY47" fmla="*/ 92635 h 415583"/>
              <a:gd name="csX48" fmla="*/ 300393 w 379561"/>
              <a:gd name="csY48" fmla="*/ 116124 h 415583"/>
              <a:gd name="csX49" fmla="*/ 296534 w 379561"/>
              <a:gd name="csY49" fmla="*/ 139467 h 415583"/>
              <a:gd name="csX50" fmla="*/ 294862 w 379561"/>
              <a:gd name="csY50" fmla="*/ 144381 h 415583"/>
              <a:gd name="csX51" fmla="*/ 302443 w 379561"/>
              <a:gd name="csY51" fmla="*/ 174221 h 415583"/>
              <a:gd name="csX52" fmla="*/ 331579 w 379561"/>
              <a:gd name="csY52" fmla="*/ 200036 h 415583"/>
              <a:gd name="csX53" fmla="*/ 345885 w 379561"/>
              <a:gd name="csY53" fmla="*/ 204322 h 415583"/>
              <a:gd name="csX54" fmla="*/ 358173 w 379561"/>
              <a:gd name="csY54" fmla="*/ 192088 h 415583"/>
              <a:gd name="csX55" fmla="*/ 365209 w 379561"/>
              <a:gd name="csY55" fmla="*/ 177533 h 415583"/>
              <a:gd name="csX56" fmla="*/ 378528 w 379561"/>
              <a:gd name="csY56" fmla="*/ 217259 h 415583"/>
              <a:gd name="csX57" fmla="*/ 379561 w 379561"/>
              <a:gd name="csY57" fmla="*/ 233192 h 415583"/>
              <a:gd name="csX58" fmla="*/ 368302 w 379561"/>
              <a:gd name="csY58" fmla="*/ 234810 h 415583"/>
              <a:gd name="csX59" fmla="*/ 342845 w 379561"/>
              <a:gd name="csY59" fmla="*/ 234877 h 415583"/>
              <a:gd name="csX60" fmla="*/ 294625 w 379561"/>
              <a:gd name="csY60" fmla="*/ 235311 h 415583"/>
              <a:gd name="csX61" fmla="*/ 265550 w 379561"/>
              <a:gd name="csY61" fmla="*/ 264572 h 415583"/>
              <a:gd name="csX62" fmla="*/ 257155 w 379561"/>
              <a:gd name="csY62" fmla="*/ 290178 h 415583"/>
              <a:gd name="csX63" fmla="*/ 253059 w 379561"/>
              <a:gd name="csY63" fmla="*/ 303293 h 415583"/>
              <a:gd name="csX64" fmla="*/ 248021 w 379561"/>
              <a:gd name="csY64" fmla="*/ 307811 h 415583"/>
              <a:gd name="csX65" fmla="*/ 241573 w 379561"/>
              <a:gd name="csY65" fmla="*/ 316201 h 415583"/>
              <a:gd name="csX66" fmla="*/ 230054 w 379561"/>
              <a:gd name="csY66" fmla="*/ 378609 h 415583"/>
              <a:gd name="csX67" fmla="*/ 225886 w 379561"/>
              <a:gd name="csY67" fmla="*/ 411224 h 415583"/>
              <a:gd name="csX68" fmla="*/ 203090 w 379561"/>
              <a:gd name="csY68" fmla="*/ 414284 h 4155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Lst>
            <a:rect l="l" t="t" r="r" b="b"/>
            <a:pathLst>
              <a:path w="379561" h="415583">
                <a:moveTo>
                  <a:pt x="203090" y="414284"/>
                </a:moveTo>
                <a:cubicBezTo>
                  <a:pt x="200763" y="412907"/>
                  <a:pt x="198058" y="408583"/>
                  <a:pt x="197077" y="404675"/>
                </a:cubicBezTo>
                <a:cubicBezTo>
                  <a:pt x="196096" y="400766"/>
                  <a:pt x="193933" y="396703"/>
                  <a:pt x="192271" y="395646"/>
                </a:cubicBezTo>
                <a:cubicBezTo>
                  <a:pt x="187214" y="392429"/>
                  <a:pt x="177806" y="393412"/>
                  <a:pt x="171007" y="397866"/>
                </a:cubicBezTo>
                <a:cubicBezTo>
                  <a:pt x="162395" y="403509"/>
                  <a:pt x="159848" y="400293"/>
                  <a:pt x="166946" y="392738"/>
                </a:cubicBezTo>
                <a:cubicBezTo>
                  <a:pt x="171625" y="387757"/>
                  <a:pt x="172379" y="384679"/>
                  <a:pt x="171214" y="375323"/>
                </a:cubicBezTo>
                <a:cubicBezTo>
                  <a:pt x="170436" y="369072"/>
                  <a:pt x="169226" y="362133"/>
                  <a:pt x="168526" y="359903"/>
                </a:cubicBezTo>
                <a:cubicBezTo>
                  <a:pt x="167058" y="355229"/>
                  <a:pt x="141404" y="346384"/>
                  <a:pt x="135682" y="348579"/>
                </a:cubicBezTo>
                <a:cubicBezTo>
                  <a:pt x="133235" y="349518"/>
                  <a:pt x="131342" y="348128"/>
                  <a:pt x="130456" y="344743"/>
                </a:cubicBezTo>
                <a:cubicBezTo>
                  <a:pt x="129618" y="341535"/>
                  <a:pt x="126946" y="339434"/>
                  <a:pt x="123707" y="339434"/>
                </a:cubicBezTo>
                <a:cubicBezTo>
                  <a:pt x="119877" y="339434"/>
                  <a:pt x="116504" y="335800"/>
                  <a:pt x="111898" y="326710"/>
                </a:cubicBezTo>
                <a:cubicBezTo>
                  <a:pt x="108351" y="319711"/>
                  <a:pt x="104266" y="313253"/>
                  <a:pt x="102819" y="312359"/>
                </a:cubicBezTo>
                <a:cubicBezTo>
                  <a:pt x="101373" y="311465"/>
                  <a:pt x="100189" y="307575"/>
                  <a:pt x="100189" y="303716"/>
                </a:cubicBezTo>
                <a:cubicBezTo>
                  <a:pt x="100189" y="299856"/>
                  <a:pt x="98526" y="294325"/>
                  <a:pt x="96495" y="291424"/>
                </a:cubicBezTo>
                <a:cubicBezTo>
                  <a:pt x="94463" y="288523"/>
                  <a:pt x="92041" y="278733"/>
                  <a:pt x="91114" y="269668"/>
                </a:cubicBezTo>
                <a:cubicBezTo>
                  <a:pt x="89247" y="251425"/>
                  <a:pt x="83480" y="238096"/>
                  <a:pt x="73368" y="228658"/>
                </a:cubicBezTo>
                <a:cubicBezTo>
                  <a:pt x="67157" y="222862"/>
                  <a:pt x="65968" y="222650"/>
                  <a:pt x="56149" y="225592"/>
                </a:cubicBezTo>
                <a:cubicBezTo>
                  <a:pt x="44901" y="228962"/>
                  <a:pt x="38234" y="226507"/>
                  <a:pt x="38234" y="218995"/>
                </a:cubicBezTo>
                <a:cubicBezTo>
                  <a:pt x="38234" y="211509"/>
                  <a:pt x="24381" y="188100"/>
                  <a:pt x="14702" y="179229"/>
                </a:cubicBezTo>
                <a:cubicBezTo>
                  <a:pt x="9187" y="174175"/>
                  <a:pt x="4675" y="168131"/>
                  <a:pt x="4675" y="165798"/>
                </a:cubicBezTo>
                <a:cubicBezTo>
                  <a:pt x="4675" y="163466"/>
                  <a:pt x="3368" y="158689"/>
                  <a:pt x="1771" y="155184"/>
                </a:cubicBezTo>
                <a:cubicBezTo>
                  <a:pt x="-157" y="150952"/>
                  <a:pt x="-513" y="141373"/>
                  <a:pt x="712" y="126667"/>
                </a:cubicBezTo>
                <a:lnTo>
                  <a:pt x="2557" y="104522"/>
                </a:lnTo>
                <a:lnTo>
                  <a:pt x="16402" y="104522"/>
                </a:lnTo>
                <a:cubicBezTo>
                  <a:pt x="30035" y="104522"/>
                  <a:pt x="42866" y="100703"/>
                  <a:pt x="46584" y="95540"/>
                </a:cubicBezTo>
                <a:cubicBezTo>
                  <a:pt x="47627" y="94091"/>
                  <a:pt x="48499" y="87568"/>
                  <a:pt x="48520" y="81044"/>
                </a:cubicBezTo>
                <a:cubicBezTo>
                  <a:pt x="48549" y="72518"/>
                  <a:pt x="50004" y="67875"/>
                  <a:pt x="53693" y="64536"/>
                </a:cubicBezTo>
                <a:cubicBezTo>
                  <a:pt x="57798" y="60822"/>
                  <a:pt x="58508" y="57895"/>
                  <a:pt x="57236" y="49938"/>
                </a:cubicBezTo>
                <a:cubicBezTo>
                  <a:pt x="55795" y="40930"/>
                  <a:pt x="56182" y="39986"/>
                  <a:pt x="61307" y="39986"/>
                </a:cubicBezTo>
                <a:cubicBezTo>
                  <a:pt x="64421" y="39986"/>
                  <a:pt x="69340" y="38717"/>
                  <a:pt x="72238" y="37166"/>
                </a:cubicBezTo>
                <a:cubicBezTo>
                  <a:pt x="76432" y="34922"/>
                  <a:pt x="77183" y="32731"/>
                  <a:pt x="75921" y="26420"/>
                </a:cubicBezTo>
                <a:cubicBezTo>
                  <a:pt x="74260" y="18119"/>
                  <a:pt x="79648" y="9008"/>
                  <a:pt x="86217" y="9008"/>
                </a:cubicBezTo>
                <a:cubicBezTo>
                  <a:pt x="88031" y="9008"/>
                  <a:pt x="90286" y="6579"/>
                  <a:pt x="91229" y="3610"/>
                </a:cubicBezTo>
                <a:cubicBezTo>
                  <a:pt x="92878" y="-1587"/>
                  <a:pt x="93226" y="-1498"/>
                  <a:pt x="100572" y="6016"/>
                </a:cubicBezTo>
                <a:cubicBezTo>
                  <a:pt x="104769" y="10308"/>
                  <a:pt x="111640" y="14575"/>
                  <a:pt x="115842" y="15498"/>
                </a:cubicBezTo>
                <a:cubicBezTo>
                  <a:pt x="120151" y="16445"/>
                  <a:pt x="126350" y="20937"/>
                  <a:pt x="130061" y="25801"/>
                </a:cubicBezTo>
                <a:cubicBezTo>
                  <a:pt x="137904" y="36084"/>
                  <a:pt x="151245" y="41900"/>
                  <a:pt x="153502" y="36020"/>
                </a:cubicBezTo>
                <a:cubicBezTo>
                  <a:pt x="155231" y="31515"/>
                  <a:pt x="162509" y="31058"/>
                  <a:pt x="166647" y="35196"/>
                </a:cubicBezTo>
                <a:cubicBezTo>
                  <a:pt x="168865" y="37413"/>
                  <a:pt x="171448" y="37384"/>
                  <a:pt x="177014" y="35079"/>
                </a:cubicBezTo>
                <a:cubicBezTo>
                  <a:pt x="186293" y="31236"/>
                  <a:pt x="197119" y="34830"/>
                  <a:pt x="199575" y="42570"/>
                </a:cubicBezTo>
                <a:cubicBezTo>
                  <a:pt x="202586" y="52057"/>
                  <a:pt x="211392" y="47722"/>
                  <a:pt x="223114" y="30983"/>
                </a:cubicBezTo>
                <a:cubicBezTo>
                  <a:pt x="231922" y="18404"/>
                  <a:pt x="235698" y="15160"/>
                  <a:pt x="243392" y="13562"/>
                </a:cubicBezTo>
                <a:cubicBezTo>
                  <a:pt x="248841" y="12430"/>
                  <a:pt x="254889" y="12690"/>
                  <a:pt x="257664" y="14175"/>
                </a:cubicBezTo>
                <a:cubicBezTo>
                  <a:pt x="260313" y="15593"/>
                  <a:pt x="265874" y="16753"/>
                  <a:pt x="270020" y="16753"/>
                </a:cubicBezTo>
                <a:cubicBezTo>
                  <a:pt x="275778" y="16753"/>
                  <a:pt x="280624" y="19992"/>
                  <a:pt x="290519" y="30455"/>
                </a:cubicBezTo>
                <a:cubicBezTo>
                  <a:pt x="297647" y="37991"/>
                  <a:pt x="305474" y="48017"/>
                  <a:pt x="307913" y="52734"/>
                </a:cubicBezTo>
                <a:cubicBezTo>
                  <a:pt x="312104" y="60839"/>
                  <a:pt x="312105" y="61851"/>
                  <a:pt x="307918" y="71135"/>
                </a:cubicBezTo>
                <a:cubicBezTo>
                  <a:pt x="304686" y="78303"/>
                  <a:pt x="303961" y="84117"/>
                  <a:pt x="305239" y="92635"/>
                </a:cubicBezTo>
                <a:cubicBezTo>
                  <a:pt x="306699" y="102374"/>
                  <a:pt x="305896" y="106269"/>
                  <a:pt x="300393" y="116124"/>
                </a:cubicBezTo>
                <a:cubicBezTo>
                  <a:pt x="293385" y="128678"/>
                  <a:pt x="292058" y="136701"/>
                  <a:pt x="296534" y="139467"/>
                </a:cubicBezTo>
                <a:cubicBezTo>
                  <a:pt x="298276" y="140544"/>
                  <a:pt x="297669" y="142329"/>
                  <a:pt x="294862" y="144381"/>
                </a:cubicBezTo>
                <a:cubicBezTo>
                  <a:pt x="289162" y="148549"/>
                  <a:pt x="291010" y="155821"/>
                  <a:pt x="302443" y="174221"/>
                </a:cubicBezTo>
                <a:cubicBezTo>
                  <a:pt x="315893" y="195868"/>
                  <a:pt x="320598" y="200036"/>
                  <a:pt x="331579" y="200036"/>
                </a:cubicBezTo>
                <a:cubicBezTo>
                  <a:pt x="336873" y="200036"/>
                  <a:pt x="343264" y="201951"/>
                  <a:pt x="345885" y="204322"/>
                </a:cubicBezTo>
                <a:cubicBezTo>
                  <a:pt x="351730" y="209612"/>
                  <a:pt x="352148" y="209195"/>
                  <a:pt x="358173" y="192088"/>
                </a:cubicBezTo>
                <a:cubicBezTo>
                  <a:pt x="360854" y="184473"/>
                  <a:pt x="364021" y="177924"/>
                  <a:pt x="365209" y="177533"/>
                </a:cubicBezTo>
                <a:cubicBezTo>
                  <a:pt x="369150" y="176239"/>
                  <a:pt x="377478" y="201079"/>
                  <a:pt x="378528" y="217259"/>
                </a:cubicBezTo>
                <a:lnTo>
                  <a:pt x="379561" y="233192"/>
                </a:lnTo>
                <a:lnTo>
                  <a:pt x="368302" y="234810"/>
                </a:lnTo>
                <a:cubicBezTo>
                  <a:pt x="362110" y="235699"/>
                  <a:pt x="350654" y="235730"/>
                  <a:pt x="342845" y="234877"/>
                </a:cubicBezTo>
                <a:cubicBezTo>
                  <a:pt x="300900" y="230295"/>
                  <a:pt x="296475" y="230334"/>
                  <a:pt x="294625" y="235311"/>
                </a:cubicBezTo>
                <a:cubicBezTo>
                  <a:pt x="292370" y="241375"/>
                  <a:pt x="269321" y="264572"/>
                  <a:pt x="265550" y="264572"/>
                </a:cubicBezTo>
                <a:cubicBezTo>
                  <a:pt x="261474" y="264572"/>
                  <a:pt x="258070" y="274955"/>
                  <a:pt x="257155" y="290178"/>
                </a:cubicBezTo>
                <a:cubicBezTo>
                  <a:pt x="256642" y="298710"/>
                  <a:pt x="255211" y="303293"/>
                  <a:pt x="253059" y="303293"/>
                </a:cubicBezTo>
                <a:cubicBezTo>
                  <a:pt x="251239" y="303294"/>
                  <a:pt x="248973" y="305327"/>
                  <a:pt x="248021" y="307811"/>
                </a:cubicBezTo>
                <a:cubicBezTo>
                  <a:pt x="247070" y="310296"/>
                  <a:pt x="244168" y="314071"/>
                  <a:pt x="241573" y="316201"/>
                </a:cubicBezTo>
                <a:cubicBezTo>
                  <a:pt x="235220" y="321415"/>
                  <a:pt x="231367" y="342287"/>
                  <a:pt x="230054" y="378609"/>
                </a:cubicBezTo>
                <a:cubicBezTo>
                  <a:pt x="229366" y="397612"/>
                  <a:pt x="227827" y="409663"/>
                  <a:pt x="225886" y="411224"/>
                </a:cubicBezTo>
                <a:cubicBezTo>
                  <a:pt x="220922" y="415217"/>
                  <a:pt x="207671" y="416995"/>
                  <a:pt x="203090" y="414284"/>
                </a:cubicBezTo>
                <a:close/>
              </a:path>
            </a:pathLst>
          </a:custGeom>
          <a:solidFill>
            <a:srgbClr val="B9B9B9"/>
          </a:solidFill>
          <a:ln w="5163" cap="flat">
            <a:noFill/>
            <a:prstDash val="solid"/>
            <a:miter/>
          </a:ln>
        </p:spPr>
        <p:txBody>
          <a:bodyPr/>
          <a:lstStyle/>
          <a:p>
            <a:endParaRPr lang="es-419" noProof="0" dirty="0"/>
          </a:p>
        </p:txBody>
      </p:sp>
      <p:sp>
        <p:nvSpPr>
          <p:cNvPr id="54" name="Forma libre: forma 53">
            <a:extLst>
              <a:ext uri="{FF2B5EF4-FFF2-40B4-BE49-F238E27FC236}">
                <a16:creationId xmlns:a16="http://schemas.microsoft.com/office/drawing/2014/main" id="{95DD330F-F8B7-BD0F-008D-E4F6B689AA85}"/>
              </a:ext>
            </a:extLst>
          </p:cNvPr>
          <p:cNvSpPr/>
          <p:nvPr/>
        </p:nvSpPr>
        <p:spPr>
          <a:xfrm>
            <a:off x="845627" y="1846993"/>
            <a:ext cx="4301" cy="5162"/>
          </a:xfrm>
          <a:custGeom>
            <a:avLst/>
            <a:gdLst>
              <a:gd name="csX0" fmla="*/ 4301 w 4301"/>
              <a:gd name="csY0" fmla="*/ 2581 h 5162"/>
              <a:gd name="csX1" fmla="*/ 1567 w 4301"/>
              <a:gd name="csY1" fmla="*/ 0 h 5162"/>
              <a:gd name="csX2" fmla="*/ 429 w 4301"/>
              <a:gd name="csY2" fmla="*/ 2581 h 5162"/>
              <a:gd name="csX3" fmla="*/ 3163 w 4301"/>
              <a:gd name="csY3" fmla="*/ 5163 h 5162"/>
              <a:gd name="csX4" fmla="*/ 4301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4301" y="2581"/>
                </a:moveTo>
                <a:cubicBezTo>
                  <a:pt x="4301" y="1162"/>
                  <a:pt x="3071" y="0"/>
                  <a:pt x="1567" y="0"/>
                </a:cubicBezTo>
                <a:cubicBezTo>
                  <a:pt x="64" y="0"/>
                  <a:pt x="-449" y="1162"/>
                  <a:pt x="429" y="2581"/>
                </a:cubicBezTo>
                <a:cubicBezTo>
                  <a:pt x="1306" y="4001"/>
                  <a:pt x="2537" y="5163"/>
                  <a:pt x="3163" y="5163"/>
                </a:cubicBezTo>
                <a:cubicBezTo>
                  <a:pt x="3789" y="5163"/>
                  <a:pt x="4301" y="4001"/>
                  <a:pt x="4301" y="2581"/>
                </a:cubicBezTo>
                <a:close/>
              </a:path>
            </a:pathLst>
          </a:custGeom>
          <a:solidFill>
            <a:srgbClr val="00C100"/>
          </a:solidFill>
          <a:ln w="5163" cap="flat">
            <a:noFill/>
            <a:prstDash val="solid"/>
            <a:miter/>
          </a:ln>
        </p:spPr>
        <p:txBody>
          <a:bodyPr/>
          <a:lstStyle/>
          <a:p>
            <a:endParaRPr lang="es-419" noProof="0" dirty="0"/>
          </a:p>
        </p:txBody>
      </p:sp>
      <p:sp>
        <p:nvSpPr>
          <p:cNvPr id="55" name="Forma libre: forma 54">
            <a:extLst>
              <a:ext uri="{FF2B5EF4-FFF2-40B4-BE49-F238E27FC236}">
                <a16:creationId xmlns:a16="http://schemas.microsoft.com/office/drawing/2014/main" id="{B115AA1E-2066-81BB-C92E-EC998DEA69B5}"/>
              </a:ext>
            </a:extLst>
          </p:cNvPr>
          <p:cNvSpPr/>
          <p:nvPr/>
        </p:nvSpPr>
        <p:spPr>
          <a:xfrm>
            <a:off x="1407174" y="1572075"/>
            <a:ext cx="229470" cy="427142"/>
          </a:xfrm>
          <a:custGeom>
            <a:avLst/>
            <a:gdLst>
              <a:gd name="csX0" fmla="*/ 59479 w 229470"/>
              <a:gd name="csY0" fmla="*/ 423996 h 427142"/>
              <a:gd name="csX1" fmla="*/ 59694 w 229470"/>
              <a:gd name="csY1" fmla="*/ 396698 h 427142"/>
              <a:gd name="csX2" fmla="*/ 53195 w 229470"/>
              <a:gd name="csY2" fmla="*/ 362114 h 427142"/>
              <a:gd name="csX3" fmla="*/ 47446 w 229470"/>
              <a:gd name="csY3" fmla="*/ 337138 h 427142"/>
              <a:gd name="csX4" fmla="*/ 40306 w 229470"/>
              <a:gd name="csY4" fmla="*/ 312349 h 427142"/>
              <a:gd name="csX5" fmla="*/ 32609 w 229470"/>
              <a:gd name="csY5" fmla="*/ 289116 h 427142"/>
              <a:gd name="csX6" fmla="*/ 35070 w 229470"/>
              <a:gd name="csY6" fmla="*/ 271899 h 427142"/>
              <a:gd name="csX7" fmla="*/ 32418 w 229470"/>
              <a:gd name="csY7" fmla="*/ 260780 h 427142"/>
              <a:gd name="csX8" fmla="*/ 33172 w 229470"/>
              <a:gd name="csY8" fmla="*/ 247019 h 427142"/>
              <a:gd name="csX9" fmla="*/ 57856 w 229470"/>
              <a:gd name="csY9" fmla="*/ 240981 h 427142"/>
              <a:gd name="csX10" fmla="*/ 80243 w 229470"/>
              <a:gd name="csY10" fmla="*/ 236439 h 427142"/>
              <a:gd name="csX11" fmla="*/ 76436 w 229470"/>
              <a:gd name="csY11" fmla="*/ 228427 h 427142"/>
              <a:gd name="csX12" fmla="*/ 66283 w 229470"/>
              <a:gd name="csY12" fmla="*/ 225870 h 427142"/>
              <a:gd name="csX13" fmla="*/ 61369 w 229470"/>
              <a:gd name="csY13" fmla="*/ 221998 h 427142"/>
              <a:gd name="csX14" fmla="*/ 54487 w 229470"/>
              <a:gd name="csY14" fmla="*/ 218126 h 427142"/>
              <a:gd name="csX15" fmla="*/ 50882 w 229470"/>
              <a:gd name="csY15" fmla="*/ 215226 h 427142"/>
              <a:gd name="csX16" fmla="*/ 39078 w 229470"/>
              <a:gd name="csY16" fmla="*/ 199827 h 427142"/>
              <a:gd name="csX17" fmla="*/ 27028 w 229470"/>
              <a:gd name="csY17" fmla="*/ 179593 h 427142"/>
              <a:gd name="csX18" fmla="*/ 26078 w 229470"/>
              <a:gd name="csY18" fmla="*/ 170317 h 427142"/>
              <a:gd name="csX19" fmla="*/ 23581 w 229470"/>
              <a:gd name="csY19" fmla="*/ 162984 h 427142"/>
              <a:gd name="csX20" fmla="*/ 11790 w 229470"/>
              <a:gd name="csY20" fmla="*/ 145065 h 427142"/>
              <a:gd name="csX21" fmla="*/ 0 w 229470"/>
              <a:gd name="csY21" fmla="*/ 132934 h 427142"/>
              <a:gd name="csX22" fmla="*/ 16266 w 229470"/>
              <a:gd name="csY22" fmla="*/ 118970 h 427142"/>
              <a:gd name="csX23" fmla="*/ 37313 w 229470"/>
              <a:gd name="csY23" fmla="*/ 107565 h 427142"/>
              <a:gd name="csX24" fmla="*/ 42526 w 229470"/>
              <a:gd name="csY24" fmla="*/ 109268 h 427142"/>
              <a:gd name="csX25" fmla="*/ 48759 w 229470"/>
              <a:gd name="csY25" fmla="*/ 100129 h 427142"/>
              <a:gd name="csX26" fmla="*/ 49251 w 229470"/>
              <a:gd name="csY26" fmla="*/ 64399 h 427142"/>
              <a:gd name="csX27" fmla="*/ 38960 w 229470"/>
              <a:gd name="csY27" fmla="*/ 62708 h 427142"/>
              <a:gd name="csX28" fmla="*/ 28744 w 229470"/>
              <a:gd name="csY28" fmla="*/ 61040 h 427142"/>
              <a:gd name="csX29" fmla="*/ 53379 w 229470"/>
              <a:gd name="csY29" fmla="*/ 39197 h 427142"/>
              <a:gd name="csX30" fmla="*/ 71905 w 229470"/>
              <a:gd name="csY30" fmla="*/ 19485 h 427142"/>
              <a:gd name="csX31" fmla="*/ 90959 w 229470"/>
              <a:gd name="csY31" fmla="*/ 8717 h 427142"/>
              <a:gd name="csX32" fmla="*/ 109824 w 229470"/>
              <a:gd name="csY32" fmla="*/ 6256 h 427142"/>
              <a:gd name="csX33" fmla="*/ 121001 w 229470"/>
              <a:gd name="csY33" fmla="*/ 2822 h 427142"/>
              <a:gd name="csX34" fmla="*/ 122428 w 229470"/>
              <a:gd name="csY34" fmla="*/ 8347 h 427142"/>
              <a:gd name="csX35" fmla="*/ 111269 w 229470"/>
              <a:gd name="csY35" fmla="*/ 31492 h 427142"/>
              <a:gd name="csX36" fmla="*/ 125654 w 229470"/>
              <a:gd name="csY36" fmla="*/ 68353 h 427142"/>
              <a:gd name="csX37" fmla="*/ 129394 w 229470"/>
              <a:gd name="csY37" fmla="*/ 83822 h 427142"/>
              <a:gd name="csX38" fmla="*/ 132621 w 229470"/>
              <a:gd name="csY38" fmla="*/ 87380 h 427142"/>
              <a:gd name="csX39" fmla="*/ 129420 w 229470"/>
              <a:gd name="csY39" fmla="*/ 96950 h 427142"/>
              <a:gd name="csX40" fmla="*/ 135228 w 229470"/>
              <a:gd name="csY40" fmla="*/ 104581 h 427142"/>
              <a:gd name="csX41" fmla="*/ 149666 w 229470"/>
              <a:gd name="csY41" fmla="*/ 122913 h 427142"/>
              <a:gd name="csX42" fmla="*/ 159752 w 229470"/>
              <a:gd name="csY42" fmla="*/ 139280 h 427142"/>
              <a:gd name="csX43" fmla="*/ 168181 w 229470"/>
              <a:gd name="csY43" fmla="*/ 148315 h 427142"/>
              <a:gd name="csX44" fmla="*/ 179067 w 229470"/>
              <a:gd name="csY44" fmla="*/ 159986 h 427142"/>
              <a:gd name="csX45" fmla="*/ 189769 w 229470"/>
              <a:gd name="csY45" fmla="*/ 164249 h 427142"/>
              <a:gd name="csX46" fmla="*/ 197030 w 229470"/>
              <a:gd name="csY46" fmla="*/ 167037 h 427142"/>
              <a:gd name="csX47" fmla="*/ 208574 w 229470"/>
              <a:gd name="csY47" fmla="*/ 163915 h 427142"/>
              <a:gd name="csX48" fmla="*/ 216996 w 229470"/>
              <a:gd name="csY48" fmla="*/ 163915 h 427142"/>
              <a:gd name="csX49" fmla="*/ 217738 w 229470"/>
              <a:gd name="csY49" fmla="*/ 187794 h 427142"/>
              <a:gd name="csX50" fmla="*/ 224437 w 229470"/>
              <a:gd name="csY50" fmla="*/ 212516 h 427142"/>
              <a:gd name="csX51" fmla="*/ 229386 w 229470"/>
              <a:gd name="csY51" fmla="*/ 216389 h 427142"/>
              <a:gd name="csX52" fmla="*/ 185958 w 229470"/>
              <a:gd name="csY52" fmla="*/ 248433 h 427142"/>
              <a:gd name="csX53" fmla="*/ 168142 w 229470"/>
              <a:gd name="csY53" fmla="*/ 261325 h 427142"/>
              <a:gd name="csX54" fmla="*/ 158371 w 229470"/>
              <a:gd name="csY54" fmla="*/ 277501 h 427142"/>
              <a:gd name="csX55" fmla="*/ 143795 w 229470"/>
              <a:gd name="csY55" fmla="*/ 286536 h 427142"/>
              <a:gd name="csX56" fmla="*/ 128870 w 229470"/>
              <a:gd name="csY56" fmla="*/ 295569 h 427142"/>
              <a:gd name="csX57" fmla="*/ 127129 w 229470"/>
              <a:gd name="csY57" fmla="*/ 308193 h 427142"/>
              <a:gd name="csX58" fmla="*/ 130400 w 229470"/>
              <a:gd name="csY58" fmla="*/ 326436 h 427142"/>
              <a:gd name="csX59" fmla="*/ 134994 w 229470"/>
              <a:gd name="csY59" fmla="*/ 349937 h 427142"/>
              <a:gd name="csX60" fmla="*/ 142327 w 229470"/>
              <a:gd name="csY60" fmla="*/ 362849 h 427142"/>
              <a:gd name="csX61" fmla="*/ 123210 w 229470"/>
              <a:gd name="csY61" fmla="*/ 373013 h 427142"/>
              <a:gd name="csX62" fmla="*/ 101651 w 229470"/>
              <a:gd name="csY62" fmla="*/ 397639 h 427142"/>
              <a:gd name="csX63" fmla="*/ 95883 w 229470"/>
              <a:gd name="csY63" fmla="*/ 407869 h 427142"/>
              <a:gd name="csX64" fmla="*/ 86571 w 229470"/>
              <a:gd name="csY64" fmla="*/ 418453 h 427142"/>
              <a:gd name="csX65" fmla="*/ 80167 w 229470"/>
              <a:gd name="csY65" fmla="*/ 421479 h 427142"/>
              <a:gd name="csX66" fmla="*/ 70822 w 229470"/>
              <a:gd name="csY66" fmla="*/ 423763 h 427142"/>
              <a:gd name="csX67" fmla="*/ 59479 w 229470"/>
              <a:gd name="csY67" fmla="*/ 423996 h 42714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Lst>
            <a:rect l="l" t="t" r="r" b="b"/>
            <a:pathLst>
              <a:path w="229470" h="427142">
                <a:moveTo>
                  <a:pt x="59479" y="423996"/>
                </a:moveTo>
                <a:cubicBezTo>
                  <a:pt x="59345" y="422222"/>
                  <a:pt x="59442" y="409937"/>
                  <a:pt x="59694" y="396698"/>
                </a:cubicBezTo>
                <a:cubicBezTo>
                  <a:pt x="60117" y="374482"/>
                  <a:pt x="59616" y="371817"/>
                  <a:pt x="53195" y="362114"/>
                </a:cubicBezTo>
                <a:cubicBezTo>
                  <a:pt x="47165" y="353002"/>
                  <a:pt x="46399" y="349674"/>
                  <a:pt x="47446" y="337138"/>
                </a:cubicBezTo>
                <a:cubicBezTo>
                  <a:pt x="48558" y="323819"/>
                  <a:pt x="47993" y="321857"/>
                  <a:pt x="40306" y="312349"/>
                </a:cubicBezTo>
                <a:cubicBezTo>
                  <a:pt x="33058" y="303383"/>
                  <a:pt x="32044" y="300323"/>
                  <a:pt x="32609" y="289116"/>
                </a:cubicBezTo>
                <a:cubicBezTo>
                  <a:pt x="32967" y="282017"/>
                  <a:pt x="34074" y="274269"/>
                  <a:pt x="35070" y="271899"/>
                </a:cubicBezTo>
                <a:cubicBezTo>
                  <a:pt x="36124" y="269390"/>
                  <a:pt x="35017" y="264746"/>
                  <a:pt x="32418" y="260780"/>
                </a:cubicBezTo>
                <a:cubicBezTo>
                  <a:pt x="28144" y="254257"/>
                  <a:pt x="28176" y="253678"/>
                  <a:pt x="33172" y="247019"/>
                </a:cubicBezTo>
                <a:cubicBezTo>
                  <a:pt x="38159" y="240374"/>
                  <a:pt x="39247" y="240108"/>
                  <a:pt x="57856" y="240981"/>
                </a:cubicBezTo>
                <a:cubicBezTo>
                  <a:pt x="75524" y="241809"/>
                  <a:pt x="77593" y="241390"/>
                  <a:pt x="80243" y="236439"/>
                </a:cubicBezTo>
                <a:cubicBezTo>
                  <a:pt x="82790" y="231679"/>
                  <a:pt x="82305" y="230659"/>
                  <a:pt x="76436" y="228427"/>
                </a:cubicBezTo>
                <a:cubicBezTo>
                  <a:pt x="72737" y="227021"/>
                  <a:pt x="68168" y="225870"/>
                  <a:pt x="66283" y="225870"/>
                </a:cubicBezTo>
                <a:cubicBezTo>
                  <a:pt x="64397" y="225870"/>
                  <a:pt x="62186" y="224127"/>
                  <a:pt x="61369" y="221998"/>
                </a:cubicBezTo>
                <a:cubicBezTo>
                  <a:pt x="60552" y="219868"/>
                  <a:pt x="57455" y="218126"/>
                  <a:pt x="54487" y="218126"/>
                </a:cubicBezTo>
                <a:cubicBezTo>
                  <a:pt x="51152" y="218126"/>
                  <a:pt x="49775" y="217018"/>
                  <a:pt x="50882" y="215226"/>
                </a:cubicBezTo>
                <a:cubicBezTo>
                  <a:pt x="51914" y="213556"/>
                  <a:pt x="46909" y="207027"/>
                  <a:pt x="39078" y="199827"/>
                </a:cubicBezTo>
                <a:cubicBezTo>
                  <a:pt x="27017" y="188739"/>
                  <a:pt x="25656" y="186453"/>
                  <a:pt x="27028" y="179593"/>
                </a:cubicBezTo>
                <a:cubicBezTo>
                  <a:pt x="27878" y="175340"/>
                  <a:pt x="27451" y="171165"/>
                  <a:pt x="26078" y="170317"/>
                </a:cubicBezTo>
                <a:cubicBezTo>
                  <a:pt x="24704" y="169468"/>
                  <a:pt x="23581" y="166168"/>
                  <a:pt x="23581" y="162984"/>
                </a:cubicBezTo>
                <a:cubicBezTo>
                  <a:pt x="23581" y="159602"/>
                  <a:pt x="18679" y="152152"/>
                  <a:pt x="11790" y="145065"/>
                </a:cubicBezTo>
                <a:lnTo>
                  <a:pt x="0" y="132934"/>
                </a:lnTo>
                <a:lnTo>
                  <a:pt x="16266" y="118970"/>
                </a:lnTo>
                <a:cubicBezTo>
                  <a:pt x="29571" y="107549"/>
                  <a:pt x="33403" y="105472"/>
                  <a:pt x="37313" y="107565"/>
                </a:cubicBezTo>
                <a:cubicBezTo>
                  <a:pt x="39942" y="108972"/>
                  <a:pt x="42288" y="109738"/>
                  <a:pt x="42526" y="109268"/>
                </a:cubicBezTo>
                <a:cubicBezTo>
                  <a:pt x="42764" y="108799"/>
                  <a:pt x="45569" y="104686"/>
                  <a:pt x="48759" y="100129"/>
                </a:cubicBezTo>
                <a:cubicBezTo>
                  <a:pt x="56473" y="89108"/>
                  <a:pt x="56720" y="71159"/>
                  <a:pt x="49251" y="64399"/>
                </a:cubicBezTo>
                <a:cubicBezTo>
                  <a:pt x="44880" y="60443"/>
                  <a:pt x="43064" y="60145"/>
                  <a:pt x="38960" y="62708"/>
                </a:cubicBezTo>
                <a:cubicBezTo>
                  <a:pt x="31928" y="67099"/>
                  <a:pt x="28744" y="66579"/>
                  <a:pt x="28744" y="61040"/>
                </a:cubicBezTo>
                <a:cubicBezTo>
                  <a:pt x="28744" y="53145"/>
                  <a:pt x="42480" y="40966"/>
                  <a:pt x="53379" y="39197"/>
                </a:cubicBezTo>
                <a:cubicBezTo>
                  <a:pt x="66115" y="37130"/>
                  <a:pt x="70109" y="32880"/>
                  <a:pt x="71905" y="19485"/>
                </a:cubicBezTo>
                <a:cubicBezTo>
                  <a:pt x="73827" y="5162"/>
                  <a:pt x="82115" y="478"/>
                  <a:pt x="90959" y="8717"/>
                </a:cubicBezTo>
                <a:cubicBezTo>
                  <a:pt x="98823" y="16043"/>
                  <a:pt x="101930" y="15638"/>
                  <a:pt x="109824" y="6256"/>
                </a:cubicBezTo>
                <a:cubicBezTo>
                  <a:pt x="116173" y="-1290"/>
                  <a:pt x="116721" y="-1458"/>
                  <a:pt x="121001" y="2822"/>
                </a:cubicBezTo>
                <a:cubicBezTo>
                  <a:pt x="124083" y="5904"/>
                  <a:pt x="124533" y="7646"/>
                  <a:pt x="122428" y="8347"/>
                </a:cubicBezTo>
                <a:cubicBezTo>
                  <a:pt x="108913" y="12852"/>
                  <a:pt x="101196" y="28858"/>
                  <a:pt x="111269" y="31492"/>
                </a:cubicBezTo>
                <a:cubicBezTo>
                  <a:pt x="117751" y="33187"/>
                  <a:pt x="127868" y="59114"/>
                  <a:pt x="125654" y="68353"/>
                </a:cubicBezTo>
                <a:cubicBezTo>
                  <a:pt x="122658" y="80848"/>
                  <a:pt x="122997" y="82249"/>
                  <a:pt x="129394" y="83822"/>
                </a:cubicBezTo>
                <a:cubicBezTo>
                  <a:pt x="133741" y="84890"/>
                  <a:pt x="134786" y="86042"/>
                  <a:pt x="132621" y="87380"/>
                </a:cubicBezTo>
                <a:cubicBezTo>
                  <a:pt x="130861" y="88468"/>
                  <a:pt x="129420" y="92774"/>
                  <a:pt x="129420" y="96950"/>
                </a:cubicBezTo>
                <a:cubicBezTo>
                  <a:pt x="129420" y="103090"/>
                  <a:pt x="130531" y="104549"/>
                  <a:pt x="135228" y="104581"/>
                </a:cubicBezTo>
                <a:cubicBezTo>
                  <a:pt x="144939" y="104647"/>
                  <a:pt x="147895" y="108401"/>
                  <a:pt x="149666" y="122913"/>
                </a:cubicBezTo>
                <a:cubicBezTo>
                  <a:pt x="151241" y="135814"/>
                  <a:pt x="151964" y="136987"/>
                  <a:pt x="159752" y="139280"/>
                </a:cubicBezTo>
                <a:cubicBezTo>
                  <a:pt x="166352" y="141223"/>
                  <a:pt x="168150" y="143150"/>
                  <a:pt x="168181" y="148315"/>
                </a:cubicBezTo>
                <a:cubicBezTo>
                  <a:pt x="168242" y="158306"/>
                  <a:pt x="171565" y="161869"/>
                  <a:pt x="179067" y="159986"/>
                </a:cubicBezTo>
                <a:cubicBezTo>
                  <a:pt x="184111" y="158720"/>
                  <a:pt x="186588" y="159706"/>
                  <a:pt x="189769" y="164249"/>
                </a:cubicBezTo>
                <a:cubicBezTo>
                  <a:pt x="193006" y="168870"/>
                  <a:pt x="194589" y="169478"/>
                  <a:pt x="197030" y="167037"/>
                </a:cubicBezTo>
                <a:cubicBezTo>
                  <a:pt x="198747" y="165320"/>
                  <a:pt x="203942" y="163915"/>
                  <a:pt x="208574" y="163915"/>
                </a:cubicBezTo>
                <a:lnTo>
                  <a:pt x="216996" y="163915"/>
                </a:lnTo>
                <a:lnTo>
                  <a:pt x="217738" y="187794"/>
                </a:lnTo>
                <a:cubicBezTo>
                  <a:pt x="218444" y="210514"/>
                  <a:pt x="218769" y="211713"/>
                  <a:pt x="224437" y="212516"/>
                </a:cubicBezTo>
                <a:cubicBezTo>
                  <a:pt x="227714" y="212981"/>
                  <a:pt x="229940" y="214723"/>
                  <a:pt x="229386" y="216389"/>
                </a:cubicBezTo>
                <a:cubicBezTo>
                  <a:pt x="227670" y="221537"/>
                  <a:pt x="190328" y="249091"/>
                  <a:pt x="185958" y="248433"/>
                </a:cubicBezTo>
                <a:cubicBezTo>
                  <a:pt x="178411" y="247297"/>
                  <a:pt x="168142" y="254728"/>
                  <a:pt x="168142" y="261325"/>
                </a:cubicBezTo>
                <a:cubicBezTo>
                  <a:pt x="168142" y="269993"/>
                  <a:pt x="163608" y="277499"/>
                  <a:pt x="158371" y="277501"/>
                </a:cubicBezTo>
                <a:cubicBezTo>
                  <a:pt x="155936" y="277502"/>
                  <a:pt x="149377" y="281568"/>
                  <a:pt x="143795" y="286536"/>
                </a:cubicBezTo>
                <a:cubicBezTo>
                  <a:pt x="138212" y="291504"/>
                  <a:pt x="131496" y="295569"/>
                  <a:pt x="128870" y="295569"/>
                </a:cubicBezTo>
                <a:cubicBezTo>
                  <a:pt x="121381" y="295569"/>
                  <a:pt x="120392" y="302737"/>
                  <a:pt x="127129" y="308193"/>
                </a:cubicBezTo>
                <a:cubicBezTo>
                  <a:pt x="132769" y="312760"/>
                  <a:pt x="132971" y="313884"/>
                  <a:pt x="130400" y="326436"/>
                </a:cubicBezTo>
                <a:cubicBezTo>
                  <a:pt x="127799" y="339132"/>
                  <a:pt x="128033" y="340327"/>
                  <a:pt x="134994" y="349937"/>
                </a:cubicBezTo>
                <a:cubicBezTo>
                  <a:pt x="139027" y="355505"/>
                  <a:pt x="142327" y="361315"/>
                  <a:pt x="142327" y="362849"/>
                </a:cubicBezTo>
                <a:cubicBezTo>
                  <a:pt x="142327" y="368872"/>
                  <a:pt x="134539" y="373013"/>
                  <a:pt x="123210" y="373013"/>
                </a:cubicBezTo>
                <a:cubicBezTo>
                  <a:pt x="109180" y="373013"/>
                  <a:pt x="103724" y="379244"/>
                  <a:pt x="101651" y="397639"/>
                </a:cubicBezTo>
                <a:cubicBezTo>
                  <a:pt x="100573" y="407198"/>
                  <a:pt x="99540" y="409030"/>
                  <a:pt x="95883" y="407869"/>
                </a:cubicBezTo>
                <a:cubicBezTo>
                  <a:pt x="90324" y="406105"/>
                  <a:pt x="84411" y="412825"/>
                  <a:pt x="86571" y="418453"/>
                </a:cubicBezTo>
                <a:cubicBezTo>
                  <a:pt x="87898" y="421912"/>
                  <a:pt x="86764" y="422448"/>
                  <a:pt x="80167" y="421479"/>
                </a:cubicBezTo>
                <a:cubicBezTo>
                  <a:pt x="74953" y="420714"/>
                  <a:pt x="71686" y="421512"/>
                  <a:pt x="70822" y="423763"/>
                </a:cubicBezTo>
                <a:cubicBezTo>
                  <a:pt x="69146" y="428132"/>
                  <a:pt x="59804" y="428324"/>
                  <a:pt x="59479" y="423996"/>
                </a:cubicBezTo>
                <a:close/>
              </a:path>
            </a:pathLst>
          </a:custGeom>
          <a:solidFill>
            <a:srgbClr val="B9B9B9"/>
          </a:solidFill>
          <a:ln w="5163" cap="flat">
            <a:noFill/>
            <a:prstDash val="solid"/>
            <a:miter/>
          </a:ln>
        </p:spPr>
        <p:txBody>
          <a:bodyPr/>
          <a:lstStyle/>
          <a:p>
            <a:endParaRPr lang="es-419" noProof="0" dirty="0"/>
          </a:p>
        </p:txBody>
      </p:sp>
      <p:sp>
        <p:nvSpPr>
          <p:cNvPr id="56" name="Forma libre: forma 55">
            <a:extLst>
              <a:ext uri="{FF2B5EF4-FFF2-40B4-BE49-F238E27FC236}">
                <a16:creationId xmlns:a16="http://schemas.microsoft.com/office/drawing/2014/main" id="{E4910748-2F7E-1DE9-E04A-D1DEACEC5E12}"/>
              </a:ext>
            </a:extLst>
          </p:cNvPr>
          <p:cNvSpPr/>
          <p:nvPr/>
        </p:nvSpPr>
        <p:spPr>
          <a:xfrm>
            <a:off x="1184880" y="1375117"/>
            <a:ext cx="334306" cy="498738"/>
          </a:xfrm>
          <a:custGeom>
            <a:avLst/>
            <a:gdLst>
              <a:gd name="csX0" fmla="*/ 247743 w 334306"/>
              <a:gd name="csY0" fmla="*/ 496867 h 498738"/>
              <a:gd name="csX1" fmla="*/ 240505 w 334306"/>
              <a:gd name="csY1" fmla="*/ 493884 h 498738"/>
              <a:gd name="csX2" fmla="*/ 219827 w 334306"/>
              <a:gd name="csY2" fmla="*/ 476477 h 498738"/>
              <a:gd name="csX3" fmla="*/ 204292 w 334306"/>
              <a:gd name="csY3" fmla="*/ 470138 h 498738"/>
              <a:gd name="csX4" fmla="*/ 191180 w 334306"/>
              <a:gd name="csY4" fmla="*/ 465927 h 498738"/>
              <a:gd name="csX5" fmla="*/ 185245 w 334306"/>
              <a:gd name="csY5" fmla="*/ 460255 h 498738"/>
              <a:gd name="csX6" fmla="*/ 179372 w 334306"/>
              <a:gd name="csY6" fmla="*/ 456383 h 498738"/>
              <a:gd name="csX7" fmla="*/ 119384 w 334306"/>
              <a:gd name="csY7" fmla="*/ 437991 h 498738"/>
              <a:gd name="csX8" fmla="*/ 89617 w 334306"/>
              <a:gd name="csY8" fmla="*/ 463480 h 498738"/>
              <a:gd name="csX9" fmla="*/ 81270 w 334306"/>
              <a:gd name="csY9" fmla="*/ 471310 h 498738"/>
              <a:gd name="csX10" fmla="*/ 65769 w 334306"/>
              <a:gd name="csY10" fmla="*/ 466800 h 498738"/>
              <a:gd name="csX11" fmla="*/ 41569 w 334306"/>
              <a:gd name="csY11" fmla="*/ 444771 h 498738"/>
              <a:gd name="csX12" fmla="*/ 29063 w 334306"/>
              <a:gd name="csY12" fmla="*/ 422183 h 498738"/>
              <a:gd name="csX13" fmla="*/ 35486 w 334306"/>
              <a:gd name="csY13" fmla="*/ 420247 h 498738"/>
              <a:gd name="csX14" fmla="*/ 36311 w 334306"/>
              <a:gd name="csY14" fmla="*/ 410716 h 498738"/>
              <a:gd name="csX15" fmla="*/ 30682 w 334306"/>
              <a:gd name="csY15" fmla="*/ 404725 h 498738"/>
              <a:gd name="csX16" fmla="*/ 36945 w 334306"/>
              <a:gd name="csY16" fmla="*/ 393771 h 498738"/>
              <a:gd name="csX17" fmla="*/ 44969 w 334306"/>
              <a:gd name="csY17" fmla="*/ 363455 h 498738"/>
              <a:gd name="csX18" fmla="*/ 48481 w 334306"/>
              <a:gd name="csY18" fmla="*/ 335841 h 498738"/>
              <a:gd name="csX19" fmla="*/ 28755 w 334306"/>
              <a:gd name="csY19" fmla="*/ 300210 h 498738"/>
              <a:gd name="csX20" fmla="*/ 9477 w 334306"/>
              <a:gd name="csY20" fmla="*/ 236920 h 498738"/>
              <a:gd name="csX21" fmla="*/ 0 w 334306"/>
              <a:gd name="csY21" fmla="*/ 183956 h 498738"/>
              <a:gd name="csX22" fmla="*/ 8603 w 334306"/>
              <a:gd name="csY22" fmla="*/ 171093 h 498738"/>
              <a:gd name="csX23" fmla="*/ 19247 w 334306"/>
              <a:gd name="csY23" fmla="*/ 157370 h 498738"/>
              <a:gd name="csX24" fmla="*/ 21288 w 334306"/>
              <a:gd name="csY24" fmla="*/ 154226 h 498738"/>
              <a:gd name="csX25" fmla="*/ 42935 w 334306"/>
              <a:gd name="csY25" fmla="*/ 118946 h 498738"/>
              <a:gd name="csX26" fmla="*/ 66467 w 334306"/>
              <a:gd name="csY26" fmla="*/ 79496 h 498738"/>
              <a:gd name="csX27" fmla="*/ 76541 w 334306"/>
              <a:gd name="csY27" fmla="*/ 65175 h 498738"/>
              <a:gd name="csX28" fmla="*/ 97572 w 334306"/>
              <a:gd name="csY28" fmla="*/ 34163 h 498738"/>
              <a:gd name="csX29" fmla="*/ 112627 w 334306"/>
              <a:gd name="csY29" fmla="*/ 9814 h 498738"/>
              <a:gd name="csX30" fmla="*/ 119648 w 334306"/>
              <a:gd name="csY30" fmla="*/ 4329 h 498738"/>
              <a:gd name="csX31" fmla="*/ 132858 w 334306"/>
              <a:gd name="csY31" fmla="*/ 713 h 498738"/>
              <a:gd name="csX32" fmla="*/ 193546 w 334306"/>
              <a:gd name="csY32" fmla="*/ 5578 h 498738"/>
              <a:gd name="csX33" fmla="*/ 220060 w 334306"/>
              <a:gd name="csY33" fmla="*/ 20523 h 498738"/>
              <a:gd name="csX34" fmla="*/ 224578 w 334306"/>
              <a:gd name="csY34" fmla="*/ 25298 h 498738"/>
              <a:gd name="csX35" fmla="*/ 221567 w 334306"/>
              <a:gd name="csY35" fmla="*/ 31335 h 498738"/>
              <a:gd name="csX36" fmla="*/ 217338 w 334306"/>
              <a:gd name="csY36" fmla="*/ 39397 h 498738"/>
              <a:gd name="csX37" fmla="*/ 222891 w 334306"/>
              <a:gd name="csY37" fmla="*/ 37878 h 498738"/>
              <a:gd name="csX38" fmla="*/ 225189 w 334306"/>
              <a:gd name="csY38" fmla="*/ 36902 h 498738"/>
              <a:gd name="csX39" fmla="*/ 234581 w 334306"/>
              <a:gd name="csY39" fmla="*/ 40152 h 498738"/>
              <a:gd name="csX40" fmla="*/ 261177 w 334306"/>
              <a:gd name="csY40" fmla="*/ 57181 h 498738"/>
              <a:gd name="csX41" fmla="*/ 267817 w 334306"/>
              <a:gd name="csY41" fmla="*/ 67059 h 498738"/>
              <a:gd name="csX42" fmla="*/ 274280 w 334306"/>
              <a:gd name="csY42" fmla="*/ 79049 h 498738"/>
              <a:gd name="csX43" fmla="*/ 279443 w 334306"/>
              <a:gd name="csY43" fmla="*/ 91820 h 498738"/>
              <a:gd name="csX44" fmla="*/ 284596 w 334306"/>
              <a:gd name="csY44" fmla="*/ 105775 h 498738"/>
              <a:gd name="csX45" fmla="*/ 291417 w 334306"/>
              <a:gd name="csY45" fmla="*/ 120219 h 498738"/>
              <a:gd name="csX46" fmla="*/ 298659 w 334306"/>
              <a:gd name="csY46" fmla="*/ 133370 h 498738"/>
              <a:gd name="csX47" fmla="*/ 314425 w 334306"/>
              <a:gd name="csY47" fmla="*/ 156674 h 498738"/>
              <a:gd name="csX48" fmla="*/ 323321 w 334306"/>
              <a:gd name="csY48" fmla="*/ 164371 h 498738"/>
              <a:gd name="csX49" fmla="*/ 329277 w 334306"/>
              <a:gd name="csY49" fmla="*/ 172896 h 498738"/>
              <a:gd name="csX50" fmla="*/ 327346 w 334306"/>
              <a:gd name="csY50" fmla="*/ 203260 h 498738"/>
              <a:gd name="csX51" fmla="*/ 321564 w 334306"/>
              <a:gd name="csY51" fmla="*/ 208691 h 498738"/>
              <a:gd name="csX52" fmla="*/ 314839 w 334306"/>
              <a:gd name="csY52" fmla="*/ 201967 h 498738"/>
              <a:gd name="csX53" fmla="*/ 300945 w 334306"/>
              <a:gd name="csY53" fmla="*/ 198679 h 498738"/>
              <a:gd name="csX54" fmla="*/ 291854 w 334306"/>
              <a:gd name="csY54" fmla="*/ 213362 h 498738"/>
              <a:gd name="csX55" fmla="*/ 273477 w 334306"/>
              <a:gd name="csY55" fmla="*/ 233193 h 498738"/>
              <a:gd name="csX56" fmla="*/ 248561 w 334306"/>
              <a:gd name="csY56" fmla="*/ 258261 h 498738"/>
              <a:gd name="csX57" fmla="*/ 254757 w 334306"/>
              <a:gd name="csY57" fmla="*/ 265360 h 498738"/>
              <a:gd name="csX58" fmla="*/ 262758 w 334306"/>
              <a:gd name="csY58" fmla="*/ 262611 h 498738"/>
              <a:gd name="csX59" fmla="*/ 269300 w 334306"/>
              <a:gd name="csY59" fmla="*/ 264243 h 498738"/>
              <a:gd name="csX60" fmla="*/ 257492 w 334306"/>
              <a:gd name="csY60" fmla="*/ 300210 h 498738"/>
              <a:gd name="csX61" fmla="*/ 220205 w 334306"/>
              <a:gd name="csY61" fmla="*/ 329428 h 498738"/>
              <a:gd name="csX62" fmla="*/ 231476 w 334306"/>
              <a:gd name="csY62" fmla="*/ 344578 h 498738"/>
              <a:gd name="csX63" fmla="*/ 244540 w 334306"/>
              <a:gd name="csY63" fmla="*/ 369570 h 498738"/>
              <a:gd name="csX64" fmla="*/ 259568 w 334306"/>
              <a:gd name="csY64" fmla="*/ 400936 h 498738"/>
              <a:gd name="csX65" fmla="*/ 267812 w 334306"/>
              <a:gd name="csY65" fmla="*/ 410972 h 498738"/>
              <a:gd name="csX66" fmla="*/ 272980 w 334306"/>
              <a:gd name="csY66" fmla="*/ 418667 h 498738"/>
              <a:gd name="csX67" fmla="*/ 279745 w 334306"/>
              <a:gd name="csY67" fmla="*/ 423732 h 498738"/>
              <a:gd name="csX68" fmla="*/ 289553 w 334306"/>
              <a:gd name="csY68" fmla="*/ 427604 h 498738"/>
              <a:gd name="csX69" fmla="*/ 298277 w 334306"/>
              <a:gd name="csY69" fmla="*/ 431864 h 498738"/>
              <a:gd name="csX70" fmla="*/ 272913 w 334306"/>
              <a:gd name="csY70" fmla="*/ 433099 h 498738"/>
              <a:gd name="csX71" fmla="*/ 253686 w 334306"/>
              <a:gd name="csY71" fmla="*/ 440109 h 498738"/>
              <a:gd name="csX72" fmla="*/ 252360 w 334306"/>
              <a:gd name="csY72" fmla="*/ 461577 h 498738"/>
              <a:gd name="csX73" fmla="*/ 253346 w 334306"/>
              <a:gd name="csY73" fmla="*/ 468333 h 498738"/>
              <a:gd name="csX74" fmla="*/ 251680 w 334306"/>
              <a:gd name="csY74" fmla="*/ 476637 h 498738"/>
              <a:gd name="csX75" fmla="*/ 251259 w 334306"/>
              <a:gd name="csY75" fmla="*/ 491494 h 498738"/>
              <a:gd name="csX76" fmla="*/ 247743 w 334306"/>
              <a:gd name="csY76" fmla="*/ 496867 h 4987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Lst>
            <a:rect l="l" t="t" r="r" b="b"/>
            <a:pathLst>
              <a:path w="334306" h="498738">
                <a:moveTo>
                  <a:pt x="247743" y="496867"/>
                </a:moveTo>
                <a:cubicBezTo>
                  <a:pt x="246424" y="493506"/>
                  <a:pt x="244367" y="492659"/>
                  <a:pt x="240505" y="493884"/>
                </a:cubicBezTo>
                <a:cubicBezTo>
                  <a:pt x="234008" y="495946"/>
                  <a:pt x="224617" y="488040"/>
                  <a:pt x="219827" y="476477"/>
                </a:cubicBezTo>
                <a:cubicBezTo>
                  <a:pt x="216729" y="468997"/>
                  <a:pt x="216097" y="468739"/>
                  <a:pt x="204292" y="470138"/>
                </a:cubicBezTo>
                <a:cubicBezTo>
                  <a:pt x="193057" y="471468"/>
                  <a:pt x="191916" y="471102"/>
                  <a:pt x="191180" y="465927"/>
                </a:cubicBezTo>
                <a:cubicBezTo>
                  <a:pt x="190659" y="462266"/>
                  <a:pt x="188558" y="460258"/>
                  <a:pt x="185245" y="460255"/>
                </a:cubicBezTo>
                <a:cubicBezTo>
                  <a:pt x="182424" y="460253"/>
                  <a:pt x="179781" y="458510"/>
                  <a:pt x="179372" y="456383"/>
                </a:cubicBezTo>
                <a:cubicBezTo>
                  <a:pt x="178300" y="450818"/>
                  <a:pt x="133997" y="437235"/>
                  <a:pt x="119384" y="437991"/>
                </a:cubicBezTo>
                <a:cubicBezTo>
                  <a:pt x="99217" y="439035"/>
                  <a:pt x="100133" y="438251"/>
                  <a:pt x="89617" y="463480"/>
                </a:cubicBezTo>
                <a:cubicBezTo>
                  <a:pt x="85806" y="472621"/>
                  <a:pt x="84419" y="473923"/>
                  <a:pt x="81270" y="471310"/>
                </a:cubicBezTo>
                <a:cubicBezTo>
                  <a:pt x="79194" y="469587"/>
                  <a:pt x="72218" y="467557"/>
                  <a:pt x="65769" y="466800"/>
                </a:cubicBezTo>
                <a:cubicBezTo>
                  <a:pt x="54283" y="465451"/>
                  <a:pt x="53791" y="465003"/>
                  <a:pt x="41569" y="444771"/>
                </a:cubicBezTo>
                <a:cubicBezTo>
                  <a:pt x="34707" y="433413"/>
                  <a:pt x="29080" y="423248"/>
                  <a:pt x="29063" y="422183"/>
                </a:cubicBezTo>
                <a:cubicBezTo>
                  <a:pt x="29046" y="421119"/>
                  <a:pt x="31937" y="420247"/>
                  <a:pt x="35486" y="420247"/>
                </a:cubicBezTo>
                <a:cubicBezTo>
                  <a:pt x="43403" y="420247"/>
                  <a:pt x="43560" y="418433"/>
                  <a:pt x="36311" y="410716"/>
                </a:cubicBezTo>
                <a:lnTo>
                  <a:pt x="30682" y="404725"/>
                </a:lnTo>
                <a:lnTo>
                  <a:pt x="36945" y="393771"/>
                </a:lnTo>
                <a:cubicBezTo>
                  <a:pt x="41241" y="386255"/>
                  <a:pt x="43760" y="376739"/>
                  <a:pt x="44969" y="363455"/>
                </a:cubicBezTo>
                <a:cubicBezTo>
                  <a:pt x="45939" y="352807"/>
                  <a:pt x="47519" y="340381"/>
                  <a:pt x="48481" y="335841"/>
                </a:cubicBezTo>
                <a:cubicBezTo>
                  <a:pt x="50445" y="326577"/>
                  <a:pt x="45773" y="318139"/>
                  <a:pt x="28755" y="300210"/>
                </a:cubicBezTo>
                <a:cubicBezTo>
                  <a:pt x="18993" y="289925"/>
                  <a:pt x="18916" y="289673"/>
                  <a:pt x="9477" y="236920"/>
                </a:cubicBezTo>
                <a:lnTo>
                  <a:pt x="0" y="183956"/>
                </a:lnTo>
                <a:lnTo>
                  <a:pt x="8603" y="171093"/>
                </a:lnTo>
                <a:cubicBezTo>
                  <a:pt x="13334" y="164019"/>
                  <a:pt x="18124" y="157843"/>
                  <a:pt x="19247" y="157370"/>
                </a:cubicBezTo>
                <a:cubicBezTo>
                  <a:pt x="20370" y="156896"/>
                  <a:pt x="21288" y="155482"/>
                  <a:pt x="21288" y="154226"/>
                </a:cubicBezTo>
                <a:cubicBezTo>
                  <a:pt x="21288" y="152970"/>
                  <a:pt x="31029" y="137094"/>
                  <a:pt x="42935" y="118946"/>
                </a:cubicBezTo>
                <a:cubicBezTo>
                  <a:pt x="54840" y="100798"/>
                  <a:pt x="65430" y="83045"/>
                  <a:pt x="66467" y="79496"/>
                </a:cubicBezTo>
                <a:cubicBezTo>
                  <a:pt x="67505" y="75946"/>
                  <a:pt x="72038" y="69502"/>
                  <a:pt x="76541" y="65175"/>
                </a:cubicBezTo>
                <a:cubicBezTo>
                  <a:pt x="87950" y="54213"/>
                  <a:pt x="95497" y="43084"/>
                  <a:pt x="97572" y="34163"/>
                </a:cubicBezTo>
                <a:cubicBezTo>
                  <a:pt x="99599" y="25448"/>
                  <a:pt x="109249" y="9841"/>
                  <a:pt x="112627" y="9814"/>
                </a:cubicBezTo>
                <a:cubicBezTo>
                  <a:pt x="113880" y="9805"/>
                  <a:pt x="117040" y="7336"/>
                  <a:pt x="119648" y="4329"/>
                </a:cubicBezTo>
                <a:cubicBezTo>
                  <a:pt x="123477" y="-86"/>
                  <a:pt x="126019" y="-782"/>
                  <a:pt x="132858" y="713"/>
                </a:cubicBezTo>
                <a:cubicBezTo>
                  <a:pt x="141063" y="2507"/>
                  <a:pt x="160286" y="4048"/>
                  <a:pt x="193546" y="5578"/>
                </a:cubicBezTo>
                <a:cubicBezTo>
                  <a:pt x="210737" y="6368"/>
                  <a:pt x="220060" y="11623"/>
                  <a:pt x="220060" y="20523"/>
                </a:cubicBezTo>
                <a:cubicBezTo>
                  <a:pt x="220060" y="23333"/>
                  <a:pt x="221912" y="25291"/>
                  <a:pt x="224578" y="25298"/>
                </a:cubicBezTo>
                <a:cubicBezTo>
                  <a:pt x="228025" y="25308"/>
                  <a:pt x="227313" y="26737"/>
                  <a:pt x="221567" y="31335"/>
                </a:cubicBezTo>
                <a:cubicBezTo>
                  <a:pt x="216052" y="35748"/>
                  <a:pt x="214921" y="37903"/>
                  <a:pt x="217338" y="39397"/>
                </a:cubicBezTo>
                <a:cubicBezTo>
                  <a:pt x="219279" y="40596"/>
                  <a:pt x="221565" y="39971"/>
                  <a:pt x="222891" y="37878"/>
                </a:cubicBezTo>
                <a:cubicBezTo>
                  <a:pt x="224130" y="35921"/>
                  <a:pt x="225164" y="35482"/>
                  <a:pt x="225189" y="36902"/>
                </a:cubicBezTo>
                <a:cubicBezTo>
                  <a:pt x="225213" y="38322"/>
                  <a:pt x="229440" y="39784"/>
                  <a:pt x="234581" y="40152"/>
                </a:cubicBezTo>
                <a:cubicBezTo>
                  <a:pt x="243367" y="40781"/>
                  <a:pt x="260731" y="51899"/>
                  <a:pt x="261177" y="57181"/>
                </a:cubicBezTo>
                <a:cubicBezTo>
                  <a:pt x="261279" y="58396"/>
                  <a:pt x="264267" y="62841"/>
                  <a:pt x="267817" y="67059"/>
                </a:cubicBezTo>
                <a:cubicBezTo>
                  <a:pt x="271366" y="71278"/>
                  <a:pt x="274275" y="76673"/>
                  <a:pt x="274280" y="79049"/>
                </a:cubicBezTo>
                <a:cubicBezTo>
                  <a:pt x="274285" y="81424"/>
                  <a:pt x="276609" y="87172"/>
                  <a:pt x="279443" y="91820"/>
                </a:cubicBezTo>
                <a:cubicBezTo>
                  <a:pt x="282277" y="96469"/>
                  <a:pt x="284596" y="102748"/>
                  <a:pt x="284596" y="105775"/>
                </a:cubicBezTo>
                <a:cubicBezTo>
                  <a:pt x="284596" y="108801"/>
                  <a:pt x="287666" y="115301"/>
                  <a:pt x="291417" y="120219"/>
                </a:cubicBezTo>
                <a:cubicBezTo>
                  <a:pt x="295169" y="125138"/>
                  <a:pt x="298428" y="131056"/>
                  <a:pt x="298659" y="133370"/>
                </a:cubicBezTo>
                <a:cubicBezTo>
                  <a:pt x="299477" y="141547"/>
                  <a:pt x="305637" y="150653"/>
                  <a:pt x="314425" y="156674"/>
                </a:cubicBezTo>
                <a:cubicBezTo>
                  <a:pt x="319316" y="160026"/>
                  <a:pt x="323320" y="163489"/>
                  <a:pt x="323321" y="164371"/>
                </a:cubicBezTo>
                <a:cubicBezTo>
                  <a:pt x="323323" y="165253"/>
                  <a:pt x="326003" y="169089"/>
                  <a:pt x="329277" y="172896"/>
                </a:cubicBezTo>
                <a:cubicBezTo>
                  <a:pt x="336682" y="181505"/>
                  <a:pt x="335803" y="195314"/>
                  <a:pt x="327346" y="203260"/>
                </a:cubicBezTo>
                <a:lnTo>
                  <a:pt x="321564" y="208691"/>
                </a:lnTo>
                <a:lnTo>
                  <a:pt x="314839" y="201967"/>
                </a:lnTo>
                <a:cubicBezTo>
                  <a:pt x="308661" y="195789"/>
                  <a:pt x="307532" y="195522"/>
                  <a:pt x="300945" y="198679"/>
                </a:cubicBezTo>
                <a:cubicBezTo>
                  <a:pt x="295346" y="201363"/>
                  <a:pt x="293353" y="204582"/>
                  <a:pt x="291854" y="213362"/>
                </a:cubicBezTo>
                <a:cubicBezTo>
                  <a:pt x="289357" y="227993"/>
                  <a:pt x="286547" y="231025"/>
                  <a:pt x="273477" y="233193"/>
                </a:cubicBezTo>
                <a:cubicBezTo>
                  <a:pt x="260663" y="235319"/>
                  <a:pt x="248722" y="247333"/>
                  <a:pt x="248561" y="258261"/>
                </a:cubicBezTo>
                <a:cubicBezTo>
                  <a:pt x="248475" y="264096"/>
                  <a:pt x="249579" y="265360"/>
                  <a:pt x="254757" y="265360"/>
                </a:cubicBezTo>
                <a:cubicBezTo>
                  <a:pt x="258223" y="265360"/>
                  <a:pt x="261823" y="264123"/>
                  <a:pt x="262758" y="262611"/>
                </a:cubicBezTo>
                <a:cubicBezTo>
                  <a:pt x="263872" y="260808"/>
                  <a:pt x="266124" y="261370"/>
                  <a:pt x="269300" y="264243"/>
                </a:cubicBezTo>
                <a:cubicBezTo>
                  <a:pt x="279445" y="273424"/>
                  <a:pt x="270651" y="300210"/>
                  <a:pt x="257492" y="300210"/>
                </a:cubicBezTo>
                <a:cubicBezTo>
                  <a:pt x="250513" y="300210"/>
                  <a:pt x="220446" y="323770"/>
                  <a:pt x="220205" y="329428"/>
                </a:cubicBezTo>
                <a:cubicBezTo>
                  <a:pt x="220125" y="331300"/>
                  <a:pt x="225197" y="338118"/>
                  <a:pt x="231476" y="344578"/>
                </a:cubicBezTo>
                <a:cubicBezTo>
                  <a:pt x="241029" y="354406"/>
                  <a:pt x="243162" y="358486"/>
                  <a:pt x="244540" y="369570"/>
                </a:cubicBezTo>
                <a:cubicBezTo>
                  <a:pt x="246852" y="388171"/>
                  <a:pt x="250097" y="394944"/>
                  <a:pt x="259568" y="400936"/>
                </a:cubicBezTo>
                <a:cubicBezTo>
                  <a:pt x="264099" y="403804"/>
                  <a:pt x="267809" y="408320"/>
                  <a:pt x="267812" y="410972"/>
                </a:cubicBezTo>
                <a:cubicBezTo>
                  <a:pt x="267815" y="413625"/>
                  <a:pt x="270140" y="417087"/>
                  <a:pt x="272980" y="418667"/>
                </a:cubicBezTo>
                <a:cubicBezTo>
                  <a:pt x="275819" y="420246"/>
                  <a:pt x="278864" y="422525"/>
                  <a:pt x="279745" y="423732"/>
                </a:cubicBezTo>
                <a:cubicBezTo>
                  <a:pt x="280626" y="424939"/>
                  <a:pt x="285040" y="426681"/>
                  <a:pt x="289553" y="427604"/>
                </a:cubicBezTo>
                <a:cubicBezTo>
                  <a:pt x="294067" y="428527"/>
                  <a:pt x="297992" y="430444"/>
                  <a:pt x="298277" y="431864"/>
                </a:cubicBezTo>
                <a:cubicBezTo>
                  <a:pt x="299018" y="435562"/>
                  <a:pt x="277163" y="436626"/>
                  <a:pt x="272913" y="433099"/>
                </a:cubicBezTo>
                <a:cubicBezTo>
                  <a:pt x="268101" y="429105"/>
                  <a:pt x="260026" y="432049"/>
                  <a:pt x="253686" y="440109"/>
                </a:cubicBezTo>
                <a:cubicBezTo>
                  <a:pt x="247489" y="447987"/>
                  <a:pt x="246928" y="457069"/>
                  <a:pt x="252360" y="461577"/>
                </a:cubicBezTo>
                <a:cubicBezTo>
                  <a:pt x="255321" y="464035"/>
                  <a:pt x="255560" y="465666"/>
                  <a:pt x="253346" y="468333"/>
                </a:cubicBezTo>
                <a:cubicBezTo>
                  <a:pt x="251741" y="470267"/>
                  <a:pt x="250992" y="474004"/>
                  <a:pt x="251680" y="476637"/>
                </a:cubicBezTo>
                <a:cubicBezTo>
                  <a:pt x="252369" y="479271"/>
                  <a:pt x="252179" y="485956"/>
                  <a:pt x="251259" y="491494"/>
                </a:cubicBezTo>
                <a:cubicBezTo>
                  <a:pt x="249997" y="499087"/>
                  <a:pt x="249133" y="500409"/>
                  <a:pt x="247743" y="496867"/>
                </a:cubicBezTo>
                <a:close/>
              </a:path>
            </a:pathLst>
          </a:custGeom>
          <a:solidFill>
            <a:srgbClr val="B9B9B9"/>
          </a:solidFill>
          <a:ln w="5163" cap="flat">
            <a:noFill/>
            <a:prstDash val="solid"/>
            <a:miter/>
          </a:ln>
        </p:spPr>
        <p:txBody>
          <a:bodyPr/>
          <a:lstStyle/>
          <a:p>
            <a:endParaRPr lang="es-419" noProof="0" dirty="0"/>
          </a:p>
        </p:txBody>
      </p:sp>
      <p:grpSp>
        <p:nvGrpSpPr>
          <p:cNvPr id="57" name="Gráfico 39">
            <a:extLst>
              <a:ext uri="{FF2B5EF4-FFF2-40B4-BE49-F238E27FC236}">
                <a16:creationId xmlns:a16="http://schemas.microsoft.com/office/drawing/2014/main" id="{CCDCF571-107C-E11E-A1C8-AD5B61730C71}"/>
              </a:ext>
            </a:extLst>
          </p:cNvPr>
          <p:cNvGrpSpPr/>
          <p:nvPr/>
        </p:nvGrpSpPr>
        <p:grpSpPr>
          <a:xfrm>
            <a:off x="726816" y="1624037"/>
            <a:ext cx="321478" cy="429471"/>
            <a:chOff x="726816" y="1624037"/>
            <a:chExt cx="321478" cy="429471"/>
          </a:xfrm>
          <a:solidFill>
            <a:srgbClr val="B9B9B9"/>
          </a:solidFill>
        </p:grpSpPr>
        <p:sp>
          <p:nvSpPr>
            <p:cNvPr id="58" name="Forma libre: forma 57">
              <a:extLst>
                <a:ext uri="{FF2B5EF4-FFF2-40B4-BE49-F238E27FC236}">
                  <a16:creationId xmlns:a16="http://schemas.microsoft.com/office/drawing/2014/main" id="{06F1F762-3AED-4317-4877-54240820CCBE}"/>
                </a:ext>
              </a:extLst>
            </p:cNvPr>
            <p:cNvSpPr/>
            <p:nvPr/>
          </p:nvSpPr>
          <p:spPr>
            <a:xfrm>
              <a:off x="726816" y="1624037"/>
              <a:ext cx="321478" cy="429471"/>
            </a:xfrm>
            <a:custGeom>
              <a:avLst/>
              <a:gdLst>
                <a:gd name="csX0" fmla="*/ 298651 w 321478"/>
                <a:gd name="csY0" fmla="*/ 424657 h 429471"/>
                <a:gd name="csX1" fmla="*/ 285240 w 321478"/>
                <a:gd name="csY1" fmla="*/ 406239 h 429471"/>
                <a:gd name="csX2" fmla="*/ 285795 w 321478"/>
                <a:gd name="csY2" fmla="*/ 410173 h 429471"/>
                <a:gd name="csX3" fmla="*/ 287678 w 321478"/>
                <a:gd name="csY3" fmla="*/ 415491 h 429471"/>
                <a:gd name="csX4" fmla="*/ 268647 w 321478"/>
                <a:gd name="csY4" fmla="*/ 394065 h 429471"/>
                <a:gd name="csX5" fmla="*/ 249603 w 321478"/>
                <a:gd name="csY5" fmla="*/ 371546 h 429471"/>
                <a:gd name="csX6" fmla="*/ 255246 w 321478"/>
                <a:gd name="csY6" fmla="*/ 382701 h 429471"/>
                <a:gd name="csX7" fmla="*/ 260888 w 321478"/>
                <a:gd name="csY7" fmla="*/ 392041 h 429471"/>
                <a:gd name="csX8" fmla="*/ 254982 w 321478"/>
                <a:gd name="csY8" fmla="*/ 386884 h 429471"/>
                <a:gd name="csX9" fmla="*/ 245088 w 321478"/>
                <a:gd name="csY9" fmla="*/ 373977 h 429471"/>
                <a:gd name="csX10" fmla="*/ 227283 w 321478"/>
                <a:gd name="csY10" fmla="*/ 350451 h 429471"/>
                <a:gd name="csX11" fmla="*/ 213463 w 321478"/>
                <a:gd name="csY11" fmla="*/ 331266 h 429471"/>
                <a:gd name="csX12" fmla="*/ 191325 w 321478"/>
                <a:gd name="csY12" fmla="*/ 295282 h 429471"/>
                <a:gd name="csX13" fmla="*/ 182351 w 321478"/>
                <a:gd name="csY13" fmla="*/ 288640 h 429471"/>
                <a:gd name="csX14" fmla="*/ 181003 w 321478"/>
                <a:gd name="csY14" fmla="*/ 283904 h 429471"/>
                <a:gd name="csX15" fmla="*/ 179966 w 321478"/>
                <a:gd name="csY15" fmla="*/ 277802 h 429471"/>
                <a:gd name="csX16" fmla="*/ 170951 w 321478"/>
                <a:gd name="csY16" fmla="*/ 271038 h 429471"/>
                <a:gd name="csX17" fmla="*/ 164513 w 321478"/>
                <a:gd name="csY17" fmla="*/ 268249 h 429471"/>
                <a:gd name="csX18" fmla="*/ 156542 w 321478"/>
                <a:gd name="csY18" fmla="*/ 264259 h 429471"/>
                <a:gd name="csX19" fmla="*/ 146588 w 321478"/>
                <a:gd name="csY19" fmla="*/ 257160 h 429471"/>
                <a:gd name="csX20" fmla="*/ 135566 w 321478"/>
                <a:gd name="csY20" fmla="*/ 244331 h 429471"/>
                <a:gd name="csX21" fmla="*/ 140198 w 321478"/>
                <a:gd name="csY21" fmla="*/ 240806 h 429471"/>
                <a:gd name="csX22" fmla="*/ 149956 w 321478"/>
                <a:gd name="csY22" fmla="*/ 243611 h 429471"/>
                <a:gd name="csX23" fmla="*/ 139967 w 321478"/>
                <a:gd name="csY23" fmla="*/ 232769 h 429471"/>
                <a:gd name="csX24" fmla="*/ 129672 w 321478"/>
                <a:gd name="csY24" fmla="*/ 230788 h 429471"/>
                <a:gd name="csX25" fmla="*/ 122631 w 321478"/>
                <a:gd name="csY25" fmla="*/ 229456 h 429471"/>
                <a:gd name="csX26" fmla="*/ 114075 w 321478"/>
                <a:gd name="csY26" fmla="*/ 225535 h 429471"/>
                <a:gd name="csX27" fmla="*/ 112561 w 321478"/>
                <a:gd name="csY27" fmla="*/ 210989 h 429471"/>
                <a:gd name="csX28" fmla="*/ 113046 w 321478"/>
                <a:gd name="csY28" fmla="*/ 198950 h 429471"/>
                <a:gd name="csX29" fmla="*/ 110205 w 321478"/>
                <a:gd name="csY29" fmla="*/ 203079 h 429471"/>
                <a:gd name="csX30" fmla="*/ 107624 w 321478"/>
                <a:gd name="csY30" fmla="*/ 210049 h 429471"/>
                <a:gd name="csX31" fmla="*/ 105042 w 321478"/>
                <a:gd name="csY31" fmla="*/ 205992 h 429471"/>
                <a:gd name="csX32" fmla="*/ 101146 w 321478"/>
                <a:gd name="csY32" fmla="*/ 198040 h 429471"/>
                <a:gd name="csX33" fmla="*/ 106495 w 321478"/>
                <a:gd name="csY33" fmla="*/ 192040 h 429471"/>
                <a:gd name="csX34" fmla="*/ 110185 w 321478"/>
                <a:gd name="csY34" fmla="*/ 189360 h 429471"/>
                <a:gd name="csX35" fmla="*/ 105416 w 321478"/>
                <a:gd name="csY35" fmla="*/ 184234 h 429471"/>
                <a:gd name="csX36" fmla="*/ 94806 w 321478"/>
                <a:gd name="csY36" fmla="*/ 176570 h 429471"/>
                <a:gd name="csX37" fmla="*/ 84222 w 321478"/>
                <a:gd name="csY37" fmla="*/ 170141 h 429471"/>
                <a:gd name="csX38" fmla="*/ 77400 w 321478"/>
                <a:gd name="csY38" fmla="*/ 165246 h 429471"/>
                <a:gd name="csX39" fmla="*/ 66830 w 321478"/>
                <a:gd name="csY39" fmla="*/ 157291 h 429471"/>
                <a:gd name="csX40" fmla="*/ 62321 w 321478"/>
                <a:gd name="csY40" fmla="*/ 153462 h 429471"/>
                <a:gd name="csX41" fmla="*/ 58487 w 321478"/>
                <a:gd name="csY41" fmla="*/ 146011 h 429471"/>
                <a:gd name="csX42" fmla="*/ 53413 w 321478"/>
                <a:gd name="csY42" fmla="*/ 136585 h 429471"/>
                <a:gd name="csX43" fmla="*/ 46519 w 321478"/>
                <a:gd name="csY43" fmla="*/ 136694 h 429471"/>
                <a:gd name="csX44" fmla="*/ 42767 w 321478"/>
                <a:gd name="csY44" fmla="*/ 137339 h 429471"/>
                <a:gd name="csX45" fmla="*/ 40545 w 321478"/>
                <a:gd name="csY45" fmla="*/ 138358 h 429471"/>
                <a:gd name="csX46" fmla="*/ 34194 w 321478"/>
                <a:gd name="csY46" fmla="*/ 139945 h 429471"/>
                <a:gd name="csX47" fmla="*/ 30312 w 321478"/>
                <a:gd name="csY47" fmla="*/ 128691 h 429471"/>
                <a:gd name="csX48" fmla="*/ 32982 w 321478"/>
                <a:gd name="csY48" fmla="*/ 121125 h 429471"/>
                <a:gd name="csX49" fmla="*/ 29550 w 321478"/>
                <a:gd name="csY49" fmla="*/ 122878 h 429471"/>
                <a:gd name="csX50" fmla="*/ 21151 w 321478"/>
                <a:gd name="csY50" fmla="*/ 122752 h 429471"/>
                <a:gd name="csX51" fmla="*/ 17154 w 321478"/>
                <a:gd name="csY51" fmla="*/ 123427 h 429471"/>
                <a:gd name="csX52" fmla="*/ 6342 w 321478"/>
                <a:gd name="csY52" fmla="*/ 119543 h 429471"/>
                <a:gd name="csX53" fmla="*/ 4365 w 321478"/>
                <a:gd name="csY53" fmla="*/ 113226 h 429471"/>
                <a:gd name="csX54" fmla="*/ 10819 w 321478"/>
                <a:gd name="csY54" fmla="*/ 114808 h 429471"/>
                <a:gd name="csX55" fmla="*/ 4707 w 321478"/>
                <a:gd name="csY55" fmla="*/ 109494 h 429471"/>
                <a:gd name="csX56" fmla="*/ 1796 w 321478"/>
                <a:gd name="csY56" fmla="*/ 100322 h 429471"/>
                <a:gd name="csX57" fmla="*/ 1838 w 321478"/>
                <a:gd name="csY57" fmla="*/ 92658 h 429471"/>
                <a:gd name="csX58" fmla="*/ 4233 w 321478"/>
                <a:gd name="csY58" fmla="*/ 77378 h 429471"/>
                <a:gd name="csX59" fmla="*/ 13902 w 321478"/>
                <a:gd name="csY59" fmla="*/ 62490 h 429471"/>
                <a:gd name="csX60" fmla="*/ 16192 w 321478"/>
                <a:gd name="csY60" fmla="*/ 65508 h 429471"/>
                <a:gd name="csX61" fmla="*/ 14368 w 321478"/>
                <a:gd name="csY61" fmla="*/ 71941 h 429471"/>
                <a:gd name="csX62" fmla="*/ 19324 w 321478"/>
                <a:gd name="csY62" fmla="*/ 65780 h 429471"/>
                <a:gd name="csX63" fmla="*/ 24280 w 321478"/>
                <a:gd name="csY63" fmla="*/ 59619 h 429471"/>
                <a:gd name="csX64" fmla="*/ 25989 w 321478"/>
                <a:gd name="csY64" fmla="*/ 66426 h 429471"/>
                <a:gd name="csX65" fmla="*/ 30049 w 321478"/>
                <a:gd name="csY65" fmla="*/ 73232 h 429471"/>
                <a:gd name="csX66" fmla="*/ 30241 w 321478"/>
                <a:gd name="csY66" fmla="*/ 65700 h 429471"/>
                <a:gd name="csX67" fmla="*/ 47033 w 321478"/>
                <a:gd name="csY67" fmla="*/ 46164 h 429471"/>
                <a:gd name="csX68" fmla="*/ 89508 w 321478"/>
                <a:gd name="csY68" fmla="*/ 4943 h 429471"/>
                <a:gd name="csX69" fmla="*/ 99998 w 321478"/>
                <a:gd name="csY69" fmla="*/ 2688 h 429471"/>
                <a:gd name="csX70" fmla="*/ 114706 w 321478"/>
                <a:gd name="csY70" fmla="*/ 3716 h 429471"/>
                <a:gd name="csX71" fmla="*/ 123108 w 321478"/>
                <a:gd name="csY71" fmla="*/ 2764 h 429471"/>
                <a:gd name="csX72" fmla="*/ 137332 w 321478"/>
                <a:gd name="csY72" fmla="*/ 60759 h 429471"/>
                <a:gd name="csX73" fmla="*/ 159468 w 321478"/>
                <a:gd name="csY73" fmla="*/ 80313 h 429471"/>
                <a:gd name="csX74" fmla="*/ 174324 w 321478"/>
                <a:gd name="csY74" fmla="*/ 89973 h 429471"/>
                <a:gd name="csX75" fmla="*/ 184004 w 321478"/>
                <a:gd name="csY75" fmla="*/ 107383 h 429471"/>
                <a:gd name="csX76" fmla="*/ 190190 w 321478"/>
                <a:gd name="csY76" fmla="*/ 148735 h 429471"/>
                <a:gd name="csX77" fmla="*/ 191494 w 321478"/>
                <a:gd name="csY77" fmla="*/ 177131 h 429471"/>
                <a:gd name="csX78" fmla="*/ 195355 w 321478"/>
                <a:gd name="csY78" fmla="*/ 191824 h 429471"/>
                <a:gd name="csX79" fmla="*/ 205385 w 321478"/>
                <a:gd name="csY79" fmla="*/ 204731 h 429471"/>
                <a:gd name="csX80" fmla="*/ 224780 w 321478"/>
                <a:gd name="csY80" fmla="*/ 233927 h 429471"/>
                <a:gd name="csX81" fmla="*/ 251313 w 321478"/>
                <a:gd name="csY81" fmla="*/ 251602 h 429471"/>
                <a:gd name="csX82" fmla="*/ 265826 w 321478"/>
                <a:gd name="csY82" fmla="*/ 256119 h 429471"/>
                <a:gd name="csX83" fmla="*/ 280190 w 321478"/>
                <a:gd name="csY83" fmla="*/ 283901 h 429471"/>
                <a:gd name="csX84" fmla="*/ 287275 w 321478"/>
                <a:gd name="csY84" fmla="*/ 317016 h 429471"/>
                <a:gd name="csX85" fmla="*/ 290907 w 321478"/>
                <a:gd name="csY85" fmla="*/ 329217 h 429471"/>
                <a:gd name="csX86" fmla="*/ 293537 w 321478"/>
                <a:gd name="csY86" fmla="*/ 337861 h 429471"/>
                <a:gd name="csX87" fmla="*/ 302616 w 321478"/>
                <a:gd name="csY87" fmla="*/ 352211 h 429471"/>
                <a:gd name="csX88" fmla="*/ 314264 w 321478"/>
                <a:gd name="csY88" fmla="*/ 364936 h 429471"/>
                <a:gd name="csX89" fmla="*/ 319645 w 321478"/>
                <a:gd name="csY89" fmla="*/ 375951 h 429471"/>
                <a:gd name="csX90" fmla="*/ 316721 w 321478"/>
                <a:gd name="csY90" fmla="*/ 384238 h 429471"/>
                <a:gd name="csX91" fmla="*/ 312540 w 321478"/>
                <a:gd name="csY91" fmla="*/ 395571 h 429471"/>
                <a:gd name="csX92" fmla="*/ 312871 w 321478"/>
                <a:gd name="csY92" fmla="*/ 424954 h 429471"/>
                <a:gd name="csX93" fmla="*/ 306671 w 321478"/>
                <a:gd name="csY93" fmla="*/ 429472 h 429471"/>
                <a:gd name="csX94" fmla="*/ 298651 w 321478"/>
                <a:gd name="csY94" fmla="*/ 424657 h 4294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321478" h="429471">
                  <a:moveTo>
                    <a:pt x="298651" y="424657"/>
                  </a:moveTo>
                  <a:cubicBezTo>
                    <a:pt x="298651" y="419121"/>
                    <a:pt x="289271" y="406239"/>
                    <a:pt x="285240" y="406239"/>
                  </a:cubicBezTo>
                  <a:cubicBezTo>
                    <a:pt x="283590" y="406239"/>
                    <a:pt x="283808" y="407778"/>
                    <a:pt x="285795" y="410173"/>
                  </a:cubicBezTo>
                  <a:cubicBezTo>
                    <a:pt x="287591" y="412337"/>
                    <a:pt x="288438" y="414730"/>
                    <a:pt x="287678" y="415491"/>
                  </a:cubicBezTo>
                  <a:cubicBezTo>
                    <a:pt x="285539" y="417629"/>
                    <a:pt x="270321" y="400495"/>
                    <a:pt x="268647" y="394065"/>
                  </a:cubicBezTo>
                  <a:cubicBezTo>
                    <a:pt x="267226" y="388605"/>
                    <a:pt x="249603" y="367767"/>
                    <a:pt x="249603" y="371546"/>
                  </a:cubicBezTo>
                  <a:cubicBezTo>
                    <a:pt x="249603" y="372545"/>
                    <a:pt x="252142" y="377564"/>
                    <a:pt x="255246" y="382701"/>
                  </a:cubicBezTo>
                  <a:lnTo>
                    <a:pt x="260888" y="392041"/>
                  </a:lnTo>
                  <a:lnTo>
                    <a:pt x="254982" y="386884"/>
                  </a:lnTo>
                  <a:cubicBezTo>
                    <a:pt x="251733" y="384048"/>
                    <a:pt x="247281" y="378240"/>
                    <a:pt x="245088" y="373977"/>
                  </a:cubicBezTo>
                  <a:cubicBezTo>
                    <a:pt x="242896" y="369714"/>
                    <a:pt x="234883" y="359128"/>
                    <a:pt x="227283" y="350451"/>
                  </a:cubicBezTo>
                  <a:cubicBezTo>
                    <a:pt x="219682" y="341775"/>
                    <a:pt x="213463" y="333142"/>
                    <a:pt x="213463" y="331266"/>
                  </a:cubicBezTo>
                  <a:cubicBezTo>
                    <a:pt x="213463" y="326133"/>
                    <a:pt x="194515" y="295333"/>
                    <a:pt x="191325" y="295282"/>
                  </a:cubicBezTo>
                  <a:cubicBezTo>
                    <a:pt x="189798" y="295257"/>
                    <a:pt x="185760" y="292268"/>
                    <a:pt x="182351" y="288640"/>
                  </a:cubicBezTo>
                  <a:cubicBezTo>
                    <a:pt x="177259" y="283219"/>
                    <a:pt x="177019" y="282375"/>
                    <a:pt x="181003" y="283904"/>
                  </a:cubicBezTo>
                  <a:cubicBezTo>
                    <a:pt x="185315" y="285558"/>
                    <a:pt x="185200" y="284882"/>
                    <a:pt x="179966" y="277802"/>
                  </a:cubicBezTo>
                  <a:cubicBezTo>
                    <a:pt x="176728" y="273422"/>
                    <a:pt x="172671" y="270378"/>
                    <a:pt x="170951" y="271038"/>
                  </a:cubicBezTo>
                  <a:cubicBezTo>
                    <a:pt x="169231" y="271698"/>
                    <a:pt x="166334" y="270443"/>
                    <a:pt x="164513" y="268249"/>
                  </a:cubicBezTo>
                  <a:cubicBezTo>
                    <a:pt x="162692" y="266054"/>
                    <a:pt x="159105" y="264259"/>
                    <a:pt x="156542" y="264259"/>
                  </a:cubicBezTo>
                  <a:cubicBezTo>
                    <a:pt x="153980" y="264259"/>
                    <a:pt x="149500" y="261065"/>
                    <a:pt x="146588" y="257160"/>
                  </a:cubicBezTo>
                  <a:cubicBezTo>
                    <a:pt x="143676" y="253256"/>
                    <a:pt x="138716" y="247482"/>
                    <a:pt x="135566" y="244331"/>
                  </a:cubicBezTo>
                  <a:cubicBezTo>
                    <a:pt x="127839" y="236597"/>
                    <a:pt x="131401" y="233886"/>
                    <a:pt x="140198" y="240806"/>
                  </a:cubicBezTo>
                  <a:cubicBezTo>
                    <a:pt x="145135" y="244689"/>
                    <a:pt x="148042" y="245525"/>
                    <a:pt x="149956" y="243611"/>
                  </a:cubicBezTo>
                  <a:cubicBezTo>
                    <a:pt x="154558" y="239009"/>
                    <a:pt x="147985" y="231874"/>
                    <a:pt x="139967" y="232769"/>
                  </a:cubicBezTo>
                  <a:cubicBezTo>
                    <a:pt x="136133" y="233196"/>
                    <a:pt x="131500" y="232305"/>
                    <a:pt x="129672" y="230788"/>
                  </a:cubicBezTo>
                  <a:cubicBezTo>
                    <a:pt x="127844" y="229271"/>
                    <a:pt x="124675" y="228672"/>
                    <a:pt x="122631" y="229456"/>
                  </a:cubicBezTo>
                  <a:cubicBezTo>
                    <a:pt x="120587" y="230241"/>
                    <a:pt x="116736" y="228476"/>
                    <a:pt x="114075" y="225535"/>
                  </a:cubicBezTo>
                  <a:cubicBezTo>
                    <a:pt x="109769" y="220777"/>
                    <a:pt x="109602" y="219173"/>
                    <a:pt x="112561" y="210989"/>
                  </a:cubicBezTo>
                  <a:cubicBezTo>
                    <a:pt x="114982" y="204297"/>
                    <a:pt x="115114" y="201018"/>
                    <a:pt x="113046" y="198950"/>
                  </a:cubicBezTo>
                  <a:cubicBezTo>
                    <a:pt x="110979" y="196883"/>
                    <a:pt x="110205" y="198007"/>
                    <a:pt x="110205" y="203079"/>
                  </a:cubicBezTo>
                  <a:cubicBezTo>
                    <a:pt x="110205" y="206912"/>
                    <a:pt x="109043" y="210049"/>
                    <a:pt x="107624" y="210049"/>
                  </a:cubicBezTo>
                  <a:cubicBezTo>
                    <a:pt x="106204" y="210049"/>
                    <a:pt x="105042" y="208223"/>
                    <a:pt x="105042" y="205992"/>
                  </a:cubicBezTo>
                  <a:cubicBezTo>
                    <a:pt x="105042" y="203761"/>
                    <a:pt x="103289" y="200182"/>
                    <a:pt x="101146" y="198040"/>
                  </a:cubicBezTo>
                  <a:cubicBezTo>
                    <a:pt x="95668" y="192562"/>
                    <a:pt x="98756" y="189098"/>
                    <a:pt x="106495" y="192040"/>
                  </a:cubicBezTo>
                  <a:cubicBezTo>
                    <a:pt x="112388" y="194281"/>
                    <a:pt x="112698" y="194056"/>
                    <a:pt x="110185" y="189360"/>
                  </a:cubicBezTo>
                  <a:cubicBezTo>
                    <a:pt x="108676" y="186541"/>
                    <a:pt x="106530" y="184234"/>
                    <a:pt x="105416" y="184234"/>
                  </a:cubicBezTo>
                  <a:cubicBezTo>
                    <a:pt x="104302" y="184234"/>
                    <a:pt x="99527" y="180785"/>
                    <a:pt x="94806" y="176570"/>
                  </a:cubicBezTo>
                  <a:cubicBezTo>
                    <a:pt x="90084" y="172354"/>
                    <a:pt x="85321" y="169461"/>
                    <a:pt x="84222" y="170141"/>
                  </a:cubicBezTo>
                  <a:cubicBezTo>
                    <a:pt x="83122" y="170820"/>
                    <a:pt x="80052" y="168617"/>
                    <a:pt x="77400" y="165246"/>
                  </a:cubicBezTo>
                  <a:cubicBezTo>
                    <a:pt x="74748" y="161874"/>
                    <a:pt x="69991" y="158294"/>
                    <a:pt x="66830" y="157291"/>
                  </a:cubicBezTo>
                  <a:cubicBezTo>
                    <a:pt x="63669" y="156287"/>
                    <a:pt x="61640" y="154564"/>
                    <a:pt x="62321" y="153462"/>
                  </a:cubicBezTo>
                  <a:cubicBezTo>
                    <a:pt x="63003" y="152359"/>
                    <a:pt x="61277" y="149007"/>
                    <a:pt x="58487" y="146011"/>
                  </a:cubicBezTo>
                  <a:cubicBezTo>
                    <a:pt x="55696" y="143016"/>
                    <a:pt x="53413" y="138774"/>
                    <a:pt x="53413" y="136585"/>
                  </a:cubicBezTo>
                  <a:cubicBezTo>
                    <a:pt x="53413" y="131375"/>
                    <a:pt x="48531" y="131452"/>
                    <a:pt x="46519" y="136694"/>
                  </a:cubicBezTo>
                  <a:cubicBezTo>
                    <a:pt x="45256" y="139986"/>
                    <a:pt x="44525" y="140111"/>
                    <a:pt x="42767" y="137339"/>
                  </a:cubicBezTo>
                  <a:cubicBezTo>
                    <a:pt x="41090" y="134693"/>
                    <a:pt x="40576" y="134929"/>
                    <a:pt x="40545" y="138358"/>
                  </a:cubicBezTo>
                  <a:cubicBezTo>
                    <a:pt x="40512" y="142152"/>
                    <a:pt x="39561" y="142390"/>
                    <a:pt x="34194" y="139945"/>
                  </a:cubicBezTo>
                  <a:cubicBezTo>
                    <a:pt x="25899" y="136165"/>
                    <a:pt x="24011" y="130691"/>
                    <a:pt x="30312" y="128691"/>
                  </a:cubicBezTo>
                  <a:cubicBezTo>
                    <a:pt x="35660" y="126994"/>
                    <a:pt x="36881" y="123535"/>
                    <a:pt x="32982" y="121125"/>
                  </a:cubicBezTo>
                  <a:cubicBezTo>
                    <a:pt x="31683" y="120322"/>
                    <a:pt x="30139" y="121111"/>
                    <a:pt x="29550" y="122878"/>
                  </a:cubicBezTo>
                  <a:cubicBezTo>
                    <a:pt x="28702" y="125423"/>
                    <a:pt x="26957" y="125397"/>
                    <a:pt x="21151" y="122752"/>
                  </a:cubicBezTo>
                  <a:cubicBezTo>
                    <a:pt x="14600" y="119767"/>
                    <a:pt x="14176" y="119839"/>
                    <a:pt x="17154" y="123427"/>
                  </a:cubicBezTo>
                  <a:cubicBezTo>
                    <a:pt x="23195" y="130706"/>
                    <a:pt x="15185" y="127829"/>
                    <a:pt x="6342" y="119543"/>
                  </a:cubicBezTo>
                  <a:cubicBezTo>
                    <a:pt x="-1702" y="112007"/>
                    <a:pt x="-1792" y="111717"/>
                    <a:pt x="4365" y="113226"/>
                  </a:cubicBezTo>
                  <a:lnTo>
                    <a:pt x="10819" y="114808"/>
                  </a:lnTo>
                  <a:lnTo>
                    <a:pt x="4707" y="109494"/>
                  </a:lnTo>
                  <a:cubicBezTo>
                    <a:pt x="-312" y="105131"/>
                    <a:pt x="-833" y="103490"/>
                    <a:pt x="1796" y="100322"/>
                  </a:cubicBezTo>
                  <a:cubicBezTo>
                    <a:pt x="4323" y="97278"/>
                    <a:pt x="4332" y="95662"/>
                    <a:pt x="1838" y="92658"/>
                  </a:cubicBezTo>
                  <a:cubicBezTo>
                    <a:pt x="-700" y="89600"/>
                    <a:pt x="-229" y="86595"/>
                    <a:pt x="4233" y="77378"/>
                  </a:cubicBezTo>
                  <a:cubicBezTo>
                    <a:pt x="7287" y="71068"/>
                    <a:pt x="11639" y="64368"/>
                    <a:pt x="13902" y="62490"/>
                  </a:cubicBezTo>
                  <a:cubicBezTo>
                    <a:pt x="17532" y="59477"/>
                    <a:pt x="17802" y="59833"/>
                    <a:pt x="16192" y="65508"/>
                  </a:cubicBezTo>
                  <a:lnTo>
                    <a:pt x="14368" y="71941"/>
                  </a:lnTo>
                  <a:lnTo>
                    <a:pt x="19324" y="65780"/>
                  </a:lnTo>
                  <a:lnTo>
                    <a:pt x="24280" y="59619"/>
                  </a:lnTo>
                  <a:lnTo>
                    <a:pt x="25989" y="66426"/>
                  </a:lnTo>
                  <a:cubicBezTo>
                    <a:pt x="26928" y="70169"/>
                    <a:pt x="28755" y="73232"/>
                    <a:pt x="30049" y="73232"/>
                  </a:cubicBezTo>
                  <a:cubicBezTo>
                    <a:pt x="31420" y="73232"/>
                    <a:pt x="31500" y="70091"/>
                    <a:pt x="30241" y="65700"/>
                  </a:cubicBezTo>
                  <a:cubicBezTo>
                    <a:pt x="28162" y="58450"/>
                    <a:pt x="28788" y="57720"/>
                    <a:pt x="47033" y="46164"/>
                  </a:cubicBezTo>
                  <a:cubicBezTo>
                    <a:pt x="66934" y="33559"/>
                    <a:pt x="85466" y="15573"/>
                    <a:pt x="89508" y="4943"/>
                  </a:cubicBezTo>
                  <a:cubicBezTo>
                    <a:pt x="91833" y="-1172"/>
                    <a:pt x="92131" y="-1236"/>
                    <a:pt x="99998" y="2688"/>
                  </a:cubicBezTo>
                  <a:cubicBezTo>
                    <a:pt x="106503" y="5933"/>
                    <a:pt x="109396" y="6135"/>
                    <a:pt x="114706" y="3716"/>
                  </a:cubicBezTo>
                  <a:cubicBezTo>
                    <a:pt x="118341" y="2059"/>
                    <a:pt x="122122" y="1631"/>
                    <a:pt x="123108" y="2764"/>
                  </a:cubicBezTo>
                  <a:cubicBezTo>
                    <a:pt x="125561" y="5583"/>
                    <a:pt x="135461" y="45948"/>
                    <a:pt x="137332" y="60759"/>
                  </a:cubicBezTo>
                  <a:cubicBezTo>
                    <a:pt x="139199" y="75538"/>
                    <a:pt x="141734" y="77777"/>
                    <a:pt x="159468" y="80313"/>
                  </a:cubicBezTo>
                  <a:cubicBezTo>
                    <a:pt x="172513" y="82178"/>
                    <a:pt x="173509" y="82826"/>
                    <a:pt x="174324" y="89973"/>
                  </a:cubicBezTo>
                  <a:cubicBezTo>
                    <a:pt x="174804" y="94187"/>
                    <a:pt x="179160" y="102021"/>
                    <a:pt x="184004" y="107383"/>
                  </a:cubicBezTo>
                  <a:cubicBezTo>
                    <a:pt x="193664" y="118075"/>
                    <a:pt x="194152" y="121338"/>
                    <a:pt x="190190" y="148735"/>
                  </a:cubicBezTo>
                  <a:cubicBezTo>
                    <a:pt x="188197" y="162515"/>
                    <a:pt x="188470" y="168448"/>
                    <a:pt x="191494" y="177131"/>
                  </a:cubicBezTo>
                  <a:cubicBezTo>
                    <a:pt x="193597" y="183167"/>
                    <a:pt x="195335" y="189779"/>
                    <a:pt x="195355" y="191824"/>
                  </a:cubicBezTo>
                  <a:cubicBezTo>
                    <a:pt x="195376" y="193868"/>
                    <a:pt x="199889" y="199676"/>
                    <a:pt x="205385" y="204731"/>
                  </a:cubicBezTo>
                  <a:cubicBezTo>
                    <a:pt x="211344" y="210212"/>
                    <a:pt x="219172" y="221995"/>
                    <a:pt x="224780" y="233927"/>
                  </a:cubicBezTo>
                  <a:cubicBezTo>
                    <a:pt x="234706" y="255043"/>
                    <a:pt x="236093" y="255967"/>
                    <a:pt x="251313" y="251602"/>
                  </a:cubicBezTo>
                  <a:cubicBezTo>
                    <a:pt x="258379" y="249575"/>
                    <a:pt x="260277" y="250166"/>
                    <a:pt x="265826" y="256119"/>
                  </a:cubicBezTo>
                  <a:cubicBezTo>
                    <a:pt x="272628" y="263417"/>
                    <a:pt x="281243" y="280080"/>
                    <a:pt x="280190" y="283901"/>
                  </a:cubicBezTo>
                  <a:cubicBezTo>
                    <a:pt x="278841" y="288796"/>
                    <a:pt x="283826" y="312090"/>
                    <a:pt x="287275" y="317016"/>
                  </a:cubicBezTo>
                  <a:cubicBezTo>
                    <a:pt x="289273" y="319867"/>
                    <a:pt x="290907" y="325358"/>
                    <a:pt x="290907" y="329217"/>
                  </a:cubicBezTo>
                  <a:cubicBezTo>
                    <a:pt x="290907" y="333077"/>
                    <a:pt x="292090" y="336967"/>
                    <a:pt x="293537" y="337861"/>
                  </a:cubicBezTo>
                  <a:cubicBezTo>
                    <a:pt x="294984" y="338755"/>
                    <a:pt x="299069" y="345213"/>
                    <a:pt x="302616" y="352211"/>
                  </a:cubicBezTo>
                  <a:cubicBezTo>
                    <a:pt x="307126" y="361111"/>
                    <a:pt x="310627" y="364936"/>
                    <a:pt x="314264" y="364936"/>
                  </a:cubicBezTo>
                  <a:cubicBezTo>
                    <a:pt x="320436" y="364936"/>
                    <a:pt x="323792" y="371805"/>
                    <a:pt x="319645" y="375951"/>
                  </a:cubicBezTo>
                  <a:cubicBezTo>
                    <a:pt x="318037" y="377560"/>
                    <a:pt x="316721" y="381289"/>
                    <a:pt x="316721" y="384238"/>
                  </a:cubicBezTo>
                  <a:cubicBezTo>
                    <a:pt x="316721" y="387188"/>
                    <a:pt x="314840" y="392287"/>
                    <a:pt x="312540" y="395571"/>
                  </a:cubicBezTo>
                  <a:cubicBezTo>
                    <a:pt x="308425" y="401445"/>
                    <a:pt x="308570" y="414286"/>
                    <a:pt x="312871" y="424954"/>
                  </a:cubicBezTo>
                  <a:cubicBezTo>
                    <a:pt x="314372" y="428678"/>
                    <a:pt x="313283" y="429472"/>
                    <a:pt x="306671" y="429472"/>
                  </a:cubicBezTo>
                  <a:cubicBezTo>
                    <a:pt x="300565" y="429472"/>
                    <a:pt x="298651" y="428323"/>
                    <a:pt x="298651" y="424657"/>
                  </a:cubicBezTo>
                  <a:close/>
                </a:path>
              </a:pathLst>
            </a:custGeom>
            <a:solidFill>
              <a:srgbClr val="B9B9B9"/>
            </a:solidFill>
            <a:ln w="5163" cap="flat">
              <a:noFill/>
              <a:prstDash val="solid"/>
              <a:miter/>
            </a:ln>
          </p:spPr>
          <p:txBody>
            <a:bodyPr/>
            <a:lstStyle/>
            <a:p>
              <a:endParaRPr lang="es-419" noProof="0" dirty="0"/>
            </a:p>
          </p:txBody>
        </p:sp>
        <p:sp>
          <p:nvSpPr>
            <p:cNvPr id="59" name="Forma libre: forma 58">
              <a:extLst>
                <a:ext uri="{FF2B5EF4-FFF2-40B4-BE49-F238E27FC236}">
                  <a16:creationId xmlns:a16="http://schemas.microsoft.com/office/drawing/2014/main" id="{ADE63005-A02D-25FA-B584-EF2255D3AC90}"/>
                </a:ext>
              </a:extLst>
            </p:cNvPr>
            <p:cNvSpPr/>
            <p:nvPr/>
          </p:nvSpPr>
          <p:spPr>
            <a:xfrm>
              <a:off x="812163" y="1806340"/>
              <a:ext cx="15955" cy="30179"/>
            </a:xfrm>
            <a:custGeom>
              <a:avLst/>
              <a:gdLst>
                <a:gd name="csX0" fmla="*/ 12859 w 15955"/>
                <a:gd name="csY0" fmla="*/ 27128 h 30179"/>
                <a:gd name="csX1" fmla="*/ 45 w 15955"/>
                <a:gd name="csY1" fmla="*/ 70 h 30179"/>
                <a:gd name="csX2" fmla="*/ 15145 w 15955"/>
                <a:gd name="csY2" fmla="*/ 24519 h 30179"/>
                <a:gd name="csX3" fmla="*/ 12859 w 15955"/>
                <a:gd name="csY3" fmla="*/ 27128 h 30179"/>
              </a:gdLst>
              <a:ahLst/>
              <a:cxnLst>
                <a:cxn ang="0">
                  <a:pos x="csX0" y="csY0"/>
                </a:cxn>
                <a:cxn ang="0">
                  <a:pos x="csX1" y="csY1"/>
                </a:cxn>
                <a:cxn ang="0">
                  <a:pos x="csX2" y="csY2"/>
                </a:cxn>
                <a:cxn ang="0">
                  <a:pos x="csX3" y="csY3"/>
                </a:cxn>
              </a:cxnLst>
              <a:rect l="l" t="t" r="r" b="b"/>
              <a:pathLst>
                <a:path w="15955" h="30179">
                  <a:moveTo>
                    <a:pt x="12859" y="27128"/>
                  </a:moveTo>
                  <a:cubicBezTo>
                    <a:pt x="8119" y="19457"/>
                    <a:pt x="-707" y="822"/>
                    <a:pt x="45" y="70"/>
                  </a:cubicBezTo>
                  <a:cubicBezTo>
                    <a:pt x="1430" y="-1315"/>
                    <a:pt x="13563" y="18330"/>
                    <a:pt x="15145" y="24519"/>
                  </a:cubicBezTo>
                  <a:cubicBezTo>
                    <a:pt x="16793" y="30962"/>
                    <a:pt x="15876" y="32008"/>
                    <a:pt x="12859" y="27128"/>
                  </a:cubicBezTo>
                  <a:close/>
                </a:path>
              </a:pathLst>
            </a:custGeom>
            <a:solidFill>
              <a:srgbClr val="B9B9B9"/>
            </a:solidFill>
            <a:ln w="5163" cap="flat">
              <a:noFill/>
              <a:prstDash val="solid"/>
              <a:miter/>
            </a:ln>
          </p:spPr>
          <p:txBody>
            <a:bodyPr/>
            <a:lstStyle/>
            <a:p>
              <a:endParaRPr lang="es-419" noProof="0" dirty="0"/>
            </a:p>
          </p:txBody>
        </p:sp>
      </p:grpSp>
      <p:sp>
        <p:nvSpPr>
          <p:cNvPr id="60" name="Forma libre: forma 59">
            <a:extLst>
              <a:ext uri="{FF2B5EF4-FFF2-40B4-BE49-F238E27FC236}">
                <a16:creationId xmlns:a16="http://schemas.microsoft.com/office/drawing/2014/main" id="{3A779F0A-74B2-BF62-4124-C15A8B022F6B}"/>
              </a:ext>
            </a:extLst>
          </p:cNvPr>
          <p:cNvSpPr/>
          <p:nvPr/>
        </p:nvSpPr>
        <p:spPr>
          <a:xfrm>
            <a:off x="781520" y="1178397"/>
            <a:ext cx="460893" cy="570101"/>
          </a:xfrm>
          <a:custGeom>
            <a:avLst/>
            <a:gdLst>
              <a:gd name="csX0" fmla="*/ 151660 w 460893"/>
              <a:gd name="csY0" fmla="*/ 568610 h 570101"/>
              <a:gd name="csX1" fmla="*/ 140689 w 460893"/>
              <a:gd name="csY1" fmla="*/ 563178 h 570101"/>
              <a:gd name="csX2" fmla="*/ 131877 w 460893"/>
              <a:gd name="csY2" fmla="*/ 549661 h 570101"/>
              <a:gd name="csX3" fmla="*/ 122196 w 460893"/>
              <a:gd name="csY3" fmla="*/ 532968 h 570101"/>
              <a:gd name="csX4" fmla="*/ 107130 w 460893"/>
              <a:gd name="csY4" fmla="*/ 523131 h 570101"/>
              <a:gd name="csX5" fmla="*/ 89869 w 460893"/>
              <a:gd name="csY5" fmla="*/ 518421 h 570101"/>
              <a:gd name="csX6" fmla="*/ 85076 w 460893"/>
              <a:gd name="csY6" fmla="*/ 501266 h 570101"/>
              <a:gd name="csX7" fmla="*/ 77677 w 460893"/>
              <a:gd name="csY7" fmla="*/ 465952 h 570101"/>
              <a:gd name="csX8" fmla="*/ 72006 w 460893"/>
              <a:gd name="csY8" fmla="*/ 445300 h 570101"/>
              <a:gd name="csX9" fmla="*/ 58957 w 460893"/>
              <a:gd name="csY9" fmla="*/ 446095 h 570101"/>
              <a:gd name="csX10" fmla="*/ 35144 w 460893"/>
              <a:gd name="csY10" fmla="*/ 436548 h 570101"/>
              <a:gd name="csX11" fmla="*/ 24381 w 460893"/>
              <a:gd name="csY11" fmla="*/ 426207 h 570101"/>
              <a:gd name="csX12" fmla="*/ 26114 w 460893"/>
              <a:gd name="csY12" fmla="*/ 405421 h 570101"/>
              <a:gd name="csX13" fmla="*/ 25165 w 460893"/>
              <a:gd name="csY13" fmla="*/ 384636 h 570101"/>
              <a:gd name="csX14" fmla="*/ 17520 w 460893"/>
              <a:gd name="csY14" fmla="*/ 374956 h 570101"/>
              <a:gd name="csX15" fmla="*/ 6475 w 460893"/>
              <a:gd name="csY15" fmla="*/ 353942 h 570101"/>
              <a:gd name="csX16" fmla="*/ 196 w 460893"/>
              <a:gd name="csY16" fmla="*/ 332000 h 570101"/>
              <a:gd name="csX17" fmla="*/ 0 w 460893"/>
              <a:gd name="csY17" fmla="*/ 321391 h 570101"/>
              <a:gd name="csX18" fmla="*/ 20006 w 460893"/>
              <a:gd name="csY18" fmla="*/ 322209 h 570101"/>
              <a:gd name="csX19" fmla="*/ 37306 w 460893"/>
              <a:gd name="csY19" fmla="*/ 304003 h 570101"/>
              <a:gd name="csX20" fmla="*/ 36933 w 460893"/>
              <a:gd name="csY20" fmla="*/ 289805 h 570101"/>
              <a:gd name="csX21" fmla="*/ 37690 w 460893"/>
              <a:gd name="csY21" fmla="*/ 253719 h 570101"/>
              <a:gd name="csX22" fmla="*/ 41303 w 460893"/>
              <a:gd name="csY22" fmla="*/ 221451 h 570101"/>
              <a:gd name="csX23" fmla="*/ 48412 w 460893"/>
              <a:gd name="csY23" fmla="*/ 202644 h 570101"/>
              <a:gd name="csX24" fmla="*/ 48257 w 460893"/>
              <a:gd name="csY24" fmla="*/ 124622 h 570101"/>
              <a:gd name="csX25" fmla="*/ 40464 w 460893"/>
              <a:gd name="csY25" fmla="*/ 83859 h 570101"/>
              <a:gd name="csX26" fmla="*/ 52830 w 460893"/>
              <a:gd name="csY26" fmla="*/ 45160 h 570101"/>
              <a:gd name="csX27" fmla="*/ 63246 w 460893"/>
              <a:gd name="csY27" fmla="*/ 46920 h 570101"/>
              <a:gd name="csX28" fmla="*/ 63246 w 460893"/>
              <a:gd name="csY28" fmla="*/ 23460 h 570101"/>
              <a:gd name="csX29" fmla="*/ 66672 w 460893"/>
              <a:gd name="csY29" fmla="*/ 0 h 570101"/>
              <a:gd name="csX30" fmla="*/ 126691 w 460893"/>
              <a:gd name="csY30" fmla="*/ 3798 h 570101"/>
              <a:gd name="csX31" fmla="*/ 203405 w 460893"/>
              <a:gd name="csY31" fmla="*/ 8311 h 570101"/>
              <a:gd name="csX32" fmla="*/ 223527 w 460893"/>
              <a:gd name="csY32" fmla="*/ 9026 h 570101"/>
              <a:gd name="csX33" fmla="*/ 229665 w 460893"/>
              <a:gd name="csY33" fmla="*/ 21938 h 570101"/>
              <a:gd name="csX34" fmla="*/ 254984 w 460893"/>
              <a:gd name="csY34" fmla="*/ 54210 h 570101"/>
              <a:gd name="csX35" fmla="*/ 267180 w 460893"/>
              <a:gd name="csY35" fmla="*/ 65624 h 570101"/>
              <a:gd name="csX36" fmla="*/ 283960 w 460893"/>
              <a:gd name="csY36" fmla="*/ 83994 h 570101"/>
              <a:gd name="csX37" fmla="*/ 300739 w 460893"/>
              <a:gd name="csY37" fmla="*/ 103278 h 570101"/>
              <a:gd name="csX38" fmla="*/ 307688 w 460893"/>
              <a:gd name="csY38" fmla="*/ 107024 h 570101"/>
              <a:gd name="csX39" fmla="*/ 338320 w 460893"/>
              <a:gd name="csY39" fmla="*/ 140082 h 570101"/>
              <a:gd name="csX40" fmla="*/ 345307 w 460893"/>
              <a:gd name="csY40" fmla="*/ 156757 h 570101"/>
              <a:gd name="csX41" fmla="*/ 350264 w 460893"/>
              <a:gd name="csY41" fmla="*/ 174757 h 570101"/>
              <a:gd name="csX42" fmla="*/ 353728 w 460893"/>
              <a:gd name="csY42" fmla="*/ 192882 h 570101"/>
              <a:gd name="csX43" fmla="*/ 357557 w 460893"/>
              <a:gd name="csY43" fmla="*/ 206186 h 570101"/>
              <a:gd name="csX44" fmla="*/ 373046 w 460893"/>
              <a:gd name="csY44" fmla="*/ 221653 h 570101"/>
              <a:gd name="csX45" fmla="*/ 388508 w 460893"/>
              <a:gd name="csY45" fmla="*/ 235073 h 570101"/>
              <a:gd name="csX46" fmla="*/ 408536 w 460893"/>
              <a:gd name="csY46" fmla="*/ 251563 h 570101"/>
              <a:gd name="csX47" fmla="*/ 419486 w 460893"/>
              <a:gd name="csY47" fmla="*/ 258145 h 570101"/>
              <a:gd name="csX48" fmla="*/ 429612 w 460893"/>
              <a:gd name="csY48" fmla="*/ 264555 h 570101"/>
              <a:gd name="csX49" fmla="*/ 440498 w 460893"/>
              <a:gd name="csY49" fmla="*/ 270196 h 570101"/>
              <a:gd name="csX50" fmla="*/ 458638 w 460893"/>
              <a:gd name="csY50" fmla="*/ 279871 h 570101"/>
              <a:gd name="csX51" fmla="*/ 433706 w 460893"/>
              <a:gd name="csY51" fmla="*/ 328123 h 570101"/>
              <a:gd name="csX52" fmla="*/ 401785 w 460893"/>
              <a:gd name="csY52" fmla="*/ 376892 h 570101"/>
              <a:gd name="csX53" fmla="*/ 408173 w 460893"/>
              <a:gd name="csY53" fmla="*/ 427230 h 570101"/>
              <a:gd name="csX54" fmla="*/ 407224 w 460893"/>
              <a:gd name="csY54" fmla="*/ 481463 h 570101"/>
              <a:gd name="csX55" fmla="*/ 357001 w 460893"/>
              <a:gd name="csY55" fmla="*/ 500599 h 570101"/>
              <a:gd name="csX56" fmla="*/ 339993 w 460893"/>
              <a:gd name="csY56" fmla="*/ 507393 h 570101"/>
              <a:gd name="csX57" fmla="*/ 315871 w 460893"/>
              <a:gd name="csY57" fmla="*/ 500146 h 570101"/>
              <a:gd name="csX58" fmla="*/ 305685 w 460893"/>
              <a:gd name="csY58" fmla="*/ 499249 h 570101"/>
              <a:gd name="csX59" fmla="*/ 291896 w 460893"/>
              <a:gd name="csY59" fmla="*/ 499687 h 570101"/>
              <a:gd name="csX60" fmla="*/ 270870 w 460893"/>
              <a:gd name="csY60" fmla="*/ 491757 h 570101"/>
              <a:gd name="csX61" fmla="*/ 256706 w 460893"/>
              <a:gd name="csY61" fmla="*/ 481408 h 570101"/>
              <a:gd name="csX62" fmla="*/ 242051 w 460893"/>
              <a:gd name="csY62" fmla="*/ 472207 h 570101"/>
              <a:gd name="csX63" fmla="*/ 227525 w 460893"/>
              <a:gd name="csY63" fmla="*/ 468533 h 570101"/>
              <a:gd name="csX64" fmla="*/ 222731 w 460893"/>
              <a:gd name="csY64" fmla="*/ 472486 h 570101"/>
              <a:gd name="csX65" fmla="*/ 210984 w 460893"/>
              <a:gd name="csY65" fmla="*/ 493362 h 570101"/>
              <a:gd name="csX66" fmla="*/ 200162 w 460893"/>
              <a:gd name="csY66" fmla="*/ 504374 h 570101"/>
              <a:gd name="csX67" fmla="*/ 192160 w 460893"/>
              <a:gd name="csY67" fmla="*/ 516880 h 570101"/>
              <a:gd name="csX68" fmla="*/ 189436 w 460893"/>
              <a:gd name="csY68" fmla="*/ 530760 h 570101"/>
              <a:gd name="csX69" fmla="*/ 184534 w 460893"/>
              <a:gd name="csY69" fmla="*/ 547022 h 570101"/>
              <a:gd name="csX70" fmla="*/ 182598 w 460893"/>
              <a:gd name="csY70" fmla="*/ 561518 h 570101"/>
              <a:gd name="csX71" fmla="*/ 164446 w 460893"/>
              <a:gd name="csY71" fmla="*/ 570049 h 570101"/>
              <a:gd name="csX72" fmla="*/ 151660 w 460893"/>
              <a:gd name="csY72" fmla="*/ 568610 h 5701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Lst>
            <a:rect l="l" t="t" r="r" b="b"/>
            <a:pathLst>
              <a:path w="460893" h="570101">
                <a:moveTo>
                  <a:pt x="151660" y="568610"/>
                </a:moveTo>
                <a:cubicBezTo>
                  <a:pt x="143384" y="567865"/>
                  <a:pt x="140689" y="566530"/>
                  <a:pt x="140689" y="563178"/>
                </a:cubicBezTo>
                <a:cubicBezTo>
                  <a:pt x="140689" y="560733"/>
                  <a:pt x="136724" y="554651"/>
                  <a:pt x="131877" y="549661"/>
                </a:cubicBezTo>
                <a:cubicBezTo>
                  <a:pt x="126875" y="544511"/>
                  <a:pt x="122689" y="537293"/>
                  <a:pt x="122196" y="532968"/>
                </a:cubicBezTo>
                <a:cubicBezTo>
                  <a:pt x="121389" y="525881"/>
                  <a:pt x="120335" y="525192"/>
                  <a:pt x="107130" y="523131"/>
                </a:cubicBezTo>
                <a:cubicBezTo>
                  <a:pt x="99321" y="521912"/>
                  <a:pt x="91554" y="519792"/>
                  <a:pt x="89869" y="518421"/>
                </a:cubicBezTo>
                <a:cubicBezTo>
                  <a:pt x="88184" y="517050"/>
                  <a:pt x="86027" y="509330"/>
                  <a:pt x="85076" y="501266"/>
                </a:cubicBezTo>
                <a:cubicBezTo>
                  <a:pt x="84126" y="493202"/>
                  <a:pt x="80796" y="477310"/>
                  <a:pt x="77677" y="465952"/>
                </a:cubicBezTo>
                <a:lnTo>
                  <a:pt x="72006" y="445300"/>
                </a:lnTo>
                <a:lnTo>
                  <a:pt x="58957" y="446095"/>
                </a:lnTo>
                <a:cubicBezTo>
                  <a:pt x="46778" y="446836"/>
                  <a:pt x="45189" y="446199"/>
                  <a:pt x="35144" y="436548"/>
                </a:cubicBezTo>
                <a:lnTo>
                  <a:pt x="24381" y="426207"/>
                </a:lnTo>
                <a:lnTo>
                  <a:pt x="26114" y="405421"/>
                </a:lnTo>
                <a:cubicBezTo>
                  <a:pt x="27263" y="391650"/>
                  <a:pt x="26942" y="384636"/>
                  <a:pt x="25165" y="384636"/>
                </a:cubicBezTo>
                <a:cubicBezTo>
                  <a:pt x="23689" y="384636"/>
                  <a:pt x="20249" y="380280"/>
                  <a:pt x="17520" y="374956"/>
                </a:cubicBezTo>
                <a:cubicBezTo>
                  <a:pt x="14791" y="369631"/>
                  <a:pt x="9821" y="360175"/>
                  <a:pt x="6475" y="353942"/>
                </a:cubicBezTo>
                <a:cubicBezTo>
                  <a:pt x="3106" y="347664"/>
                  <a:pt x="305" y="337877"/>
                  <a:pt x="196" y="332000"/>
                </a:cubicBezTo>
                <a:lnTo>
                  <a:pt x="0" y="321391"/>
                </a:lnTo>
                <a:lnTo>
                  <a:pt x="20006" y="322209"/>
                </a:lnTo>
                <a:cubicBezTo>
                  <a:pt x="42391" y="323125"/>
                  <a:pt x="42565" y="322942"/>
                  <a:pt x="37306" y="304003"/>
                </a:cubicBezTo>
                <a:cubicBezTo>
                  <a:pt x="35685" y="298169"/>
                  <a:pt x="35538" y="292562"/>
                  <a:pt x="36933" y="289805"/>
                </a:cubicBezTo>
                <a:cubicBezTo>
                  <a:pt x="38201" y="287300"/>
                  <a:pt x="38542" y="271061"/>
                  <a:pt x="37690" y="253719"/>
                </a:cubicBezTo>
                <a:cubicBezTo>
                  <a:pt x="36207" y="223555"/>
                  <a:pt x="36364" y="222156"/>
                  <a:pt x="41303" y="221451"/>
                </a:cubicBezTo>
                <a:cubicBezTo>
                  <a:pt x="45680" y="220826"/>
                  <a:pt x="46762" y="217964"/>
                  <a:pt x="48412" y="202644"/>
                </a:cubicBezTo>
                <a:cubicBezTo>
                  <a:pt x="51806" y="171127"/>
                  <a:pt x="51726" y="130863"/>
                  <a:pt x="48257" y="124622"/>
                </a:cubicBezTo>
                <a:cubicBezTo>
                  <a:pt x="46501" y="121464"/>
                  <a:pt x="42994" y="103121"/>
                  <a:pt x="40464" y="83859"/>
                </a:cubicBezTo>
                <a:cubicBezTo>
                  <a:pt x="35209" y="43860"/>
                  <a:pt x="35717" y="42269"/>
                  <a:pt x="52830" y="45160"/>
                </a:cubicBezTo>
                <a:lnTo>
                  <a:pt x="63246" y="46920"/>
                </a:lnTo>
                <a:lnTo>
                  <a:pt x="63246" y="23460"/>
                </a:lnTo>
                <a:cubicBezTo>
                  <a:pt x="63246" y="5683"/>
                  <a:pt x="64076" y="0"/>
                  <a:pt x="66672" y="0"/>
                </a:cubicBezTo>
                <a:cubicBezTo>
                  <a:pt x="68557" y="0"/>
                  <a:pt x="95565" y="1709"/>
                  <a:pt x="126691" y="3798"/>
                </a:cubicBezTo>
                <a:cubicBezTo>
                  <a:pt x="157817" y="5887"/>
                  <a:pt x="192338" y="7917"/>
                  <a:pt x="203405" y="8311"/>
                </a:cubicBezTo>
                <a:lnTo>
                  <a:pt x="223527" y="9026"/>
                </a:lnTo>
                <a:lnTo>
                  <a:pt x="229665" y="21938"/>
                </a:lnTo>
                <a:cubicBezTo>
                  <a:pt x="235583" y="34389"/>
                  <a:pt x="251134" y="54210"/>
                  <a:pt x="254984" y="54210"/>
                </a:cubicBezTo>
                <a:cubicBezTo>
                  <a:pt x="256963" y="54210"/>
                  <a:pt x="267180" y="63772"/>
                  <a:pt x="267180" y="65624"/>
                </a:cubicBezTo>
                <a:cubicBezTo>
                  <a:pt x="267180" y="66222"/>
                  <a:pt x="274731" y="74489"/>
                  <a:pt x="283960" y="83994"/>
                </a:cubicBezTo>
                <a:cubicBezTo>
                  <a:pt x="293188" y="93499"/>
                  <a:pt x="300739" y="102177"/>
                  <a:pt x="300739" y="103278"/>
                </a:cubicBezTo>
                <a:cubicBezTo>
                  <a:pt x="300739" y="104379"/>
                  <a:pt x="303866" y="106065"/>
                  <a:pt x="307688" y="107024"/>
                </a:cubicBezTo>
                <a:cubicBezTo>
                  <a:pt x="316754" y="109299"/>
                  <a:pt x="336159" y="130241"/>
                  <a:pt x="338320" y="140082"/>
                </a:cubicBezTo>
                <a:cubicBezTo>
                  <a:pt x="339250" y="144316"/>
                  <a:pt x="342394" y="151820"/>
                  <a:pt x="345307" y="156757"/>
                </a:cubicBezTo>
                <a:cubicBezTo>
                  <a:pt x="348253" y="161749"/>
                  <a:pt x="350453" y="169738"/>
                  <a:pt x="350264" y="174757"/>
                </a:cubicBezTo>
                <a:cubicBezTo>
                  <a:pt x="350078" y="179720"/>
                  <a:pt x="351636" y="187876"/>
                  <a:pt x="353728" y="192882"/>
                </a:cubicBezTo>
                <a:cubicBezTo>
                  <a:pt x="355820" y="197888"/>
                  <a:pt x="357543" y="203875"/>
                  <a:pt x="357557" y="206186"/>
                </a:cubicBezTo>
                <a:cubicBezTo>
                  <a:pt x="357572" y="208497"/>
                  <a:pt x="364542" y="215457"/>
                  <a:pt x="373046" y="221653"/>
                </a:cubicBezTo>
                <a:cubicBezTo>
                  <a:pt x="381550" y="227849"/>
                  <a:pt x="388508" y="233888"/>
                  <a:pt x="388508" y="235073"/>
                </a:cubicBezTo>
                <a:cubicBezTo>
                  <a:pt x="388508" y="239850"/>
                  <a:pt x="400638" y="249837"/>
                  <a:pt x="408536" y="251563"/>
                </a:cubicBezTo>
                <a:cubicBezTo>
                  <a:pt x="413162" y="252574"/>
                  <a:pt x="418090" y="255536"/>
                  <a:pt x="419486" y="258145"/>
                </a:cubicBezTo>
                <a:cubicBezTo>
                  <a:pt x="420882" y="260754"/>
                  <a:pt x="425439" y="263638"/>
                  <a:pt x="429612" y="264555"/>
                </a:cubicBezTo>
                <a:cubicBezTo>
                  <a:pt x="433785" y="265471"/>
                  <a:pt x="438684" y="268010"/>
                  <a:pt x="440498" y="270196"/>
                </a:cubicBezTo>
                <a:cubicBezTo>
                  <a:pt x="443409" y="273704"/>
                  <a:pt x="453843" y="279268"/>
                  <a:pt x="458638" y="279871"/>
                </a:cubicBezTo>
                <a:cubicBezTo>
                  <a:pt x="464237" y="280575"/>
                  <a:pt x="460647" y="287523"/>
                  <a:pt x="433706" y="328123"/>
                </a:cubicBezTo>
                <a:cubicBezTo>
                  <a:pt x="417320" y="352816"/>
                  <a:pt x="402956" y="374762"/>
                  <a:pt x="401785" y="376892"/>
                </a:cubicBezTo>
                <a:cubicBezTo>
                  <a:pt x="400523" y="379188"/>
                  <a:pt x="403122" y="399673"/>
                  <a:pt x="408173" y="427230"/>
                </a:cubicBezTo>
                <a:cubicBezTo>
                  <a:pt x="419157" y="487163"/>
                  <a:pt x="419215" y="483871"/>
                  <a:pt x="407224" y="481463"/>
                </a:cubicBezTo>
                <a:cubicBezTo>
                  <a:pt x="377101" y="475416"/>
                  <a:pt x="375238" y="476126"/>
                  <a:pt x="357001" y="500599"/>
                </a:cubicBezTo>
                <a:cubicBezTo>
                  <a:pt x="346599" y="514558"/>
                  <a:pt x="343773" y="515687"/>
                  <a:pt x="339993" y="507393"/>
                </a:cubicBezTo>
                <a:cubicBezTo>
                  <a:pt x="336462" y="499643"/>
                  <a:pt x="325739" y="496421"/>
                  <a:pt x="315871" y="500146"/>
                </a:cubicBezTo>
                <a:cubicBezTo>
                  <a:pt x="310307" y="502246"/>
                  <a:pt x="308004" y="502043"/>
                  <a:pt x="305685" y="499249"/>
                </a:cubicBezTo>
                <a:cubicBezTo>
                  <a:pt x="301762" y="494522"/>
                  <a:pt x="296907" y="494676"/>
                  <a:pt x="291896" y="499687"/>
                </a:cubicBezTo>
                <a:cubicBezTo>
                  <a:pt x="286395" y="505188"/>
                  <a:pt x="278982" y="502392"/>
                  <a:pt x="270870" y="491757"/>
                </a:cubicBezTo>
                <a:cubicBezTo>
                  <a:pt x="267159" y="486892"/>
                  <a:pt x="260921" y="482334"/>
                  <a:pt x="256706" y="481408"/>
                </a:cubicBezTo>
                <a:cubicBezTo>
                  <a:pt x="252563" y="480498"/>
                  <a:pt x="245969" y="476358"/>
                  <a:pt x="242051" y="472207"/>
                </a:cubicBezTo>
                <a:cubicBezTo>
                  <a:pt x="234140" y="463825"/>
                  <a:pt x="229757" y="462717"/>
                  <a:pt x="227525" y="468533"/>
                </a:cubicBezTo>
                <a:cubicBezTo>
                  <a:pt x="226708" y="470663"/>
                  <a:pt x="224550" y="472442"/>
                  <a:pt x="222731" y="472486"/>
                </a:cubicBezTo>
                <a:cubicBezTo>
                  <a:pt x="216831" y="472631"/>
                  <a:pt x="209780" y="485162"/>
                  <a:pt x="210984" y="493362"/>
                </a:cubicBezTo>
                <a:cubicBezTo>
                  <a:pt x="212266" y="502098"/>
                  <a:pt x="211304" y="503076"/>
                  <a:pt x="200162" y="504374"/>
                </a:cubicBezTo>
                <a:cubicBezTo>
                  <a:pt x="189734" y="505588"/>
                  <a:pt x="189645" y="505728"/>
                  <a:pt x="192160" y="516880"/>
                </a:cubicBezTo>
                <a:cubicBezTo>
                  <a:pt x="193910" y="524639"/>
                  <a:pt x="193416" y="527159"/>
                  <a:pt x="189436" y="530760"/>
                </a:cubicBezTo>
                <a:cubicBezTo>
                  <a:pt x="186033" y="533840"/>
                  <a:pt x="184562" y="538720"/>
                  <a:pt x="184534" y="547022"/>
                </a:cubicBezTo>
                <a:cubicBezTo>
                  <a:pt x="184512" y="553546"/>
                  <a:pt x="183641" y="560069"/>
                  <a:pt x="182598" y="561518"/>
                </a:cubicBezTo>
                <a:cubicBezTo>
                  <a:pt x="180445" y="564508"/>
                  <a:pt x="167199" y="570734"/>
                  <a:pt x="164446" y="570049"/>
                </a:cubicBezTo>
                <a:cubicBezTo>
                  <a:pt x="163448" y="569801"/>
                  <a:pt x="157694" y="569154"/>
                  <a:pt x="151660" y="568610"/>
                </a:cubicBezTo>
                <a:close/>
              </a:path>
            </a:pathLst>
          </a:custGeom>
          <a:solidFill>
            <a:srgbClr val="B9B9B9"/>
          </a:solidFill>
          <a:ln w="5163" cap="flat">
            <a:noFill/>
            <a:prstDash val="solid"/>
            <a:miter/>
          </a:ln>
        </p:spPr>
        <p:txBody>
          <a:bodyPr/>
          <a:lstStyle/>
          <a:p>
            <a:endParaRPr lang="es-419" noProof="0" dirty="0"/>
          </a:p>
        </p:txBody>
      </p:sp>
      <p:sp>
        <p:nvSpPr>
          <p:cNvPr id="61" name="Forma libre: forma 60">
            <a:extLst>
              <a:ext uri="{FF2B5EF4-FFF2-40B4-BE49-F238E27FC236}">
                <a16:creationId xmlns:a16="http://schemas.microsoft.com/office/drawing/2014/main" id="{522918DA-F35F-583C-86DC-86383A6C83C3}"/>
              </a:ext>
            </a:extLst>
          </p:cNvPr>
          <p:cNvSpPr/>
          <p:nvPr/>
        </p:nvSpPr>
        <p:spPr>
          <a:xfrm>
            <a:off x="2038384" y="2469122"/>
            <a:ext cx="332998" cy="314936"/>
          </a:xfrm>
          <a:custGeom>
            <a:avLst/>
            <a:gdLst>
              <a:gd name="csX0" fmla="*/ 150508 w 332998"/>
              <a:gd name="csY0" fmla="*/ 295153 h 314936"/>
              <a:gd name="csX1" fmla="*/ 122921 w 332998"/>
              <a:gd name="csY1" fmla="*/ 269012 h 314936"/>
              <a:gd name="csX2" fmla="*/ 122279 w 332998"/>
              <a:gd name="csY2" fmla="*/ 264031 h 314936"/>
              <a:gd name="csX3" fmla="*/ 126546 w 332998"/>
              <a:gd name="csY3" fmla="*/ 262908 h 314936"/>
              <a:gd name="csX4" fmla="*/ 106954 w 332998"/>
              <a:gd name="csY4" fmla="*/ 254224 h 314936"/>
              <a:gd name="csX5" fmla="*/ 78561 w 332998"/>
              <a:gd name="csY5" fmla="*/ 232541 h 314936"/>
              <a:gd name="csX6" fmla="*/ 60903 w 332998"/>
              <a:gd name="csY6" fmla="*/ 216842 h 314936"/>
              <a:gd name="csX7" fmla="*/ 60455 w 332998"/>
              <a:gd name="csY7" fmla="*/ 213585 h 314936"/>
              <a:gd name="csX8" fmla="*/ 56711 w 332998"/>
              <a:gd name="csY8" fmla="*/ 207285 h 314936"/>
              <a:gd name="csX9" fmla="*/ 53349 w 332998"/>
              <a:gd name="csY9" fmla="*/ 207961 h 314936"/>
              <a:gd name="csX10" fmla="*/ 34703 w 332998"/>
              <a:gd name="csY10" fmla="*/ 200142 h 314936"/>
              <a:gd name="csX11" fmla="*/ 16028 w 332998"/>
              <a:gd name="csY11" fmla="*/ 187234 h 314936"/>
              <a:gd name="csX12" fmla="*/ 16436 w 332998"/>
              <a:gd name="csY12" fmla="*/ 184359 h 314936"/>
              <a:gd name="csX13" fmla="*/ 14549 w 332998"/>
              <a:gd name="csY13" fmla="*/ 178120 h 314936"/>
              <a:gd name="csX14" fmla="*/ 7908 w 332998"/>
              <a:gd name="csY14" fmla="*/ 171021 h 314936"/>
              <a:gd name="csX15" fmla="*/ 2407 w 332998"/>
              <a:gd name="csY15" fmla="*/ 154470 h 314936"/>
              <a:gd name="csX16" fmla="*/ 6812 w 332998"/>
              <a:gd name="csY16" fmla="*/ 119621 h 314936"/>
              <a:gd name="csX17" fmla="*/ 17071 w 332998"/>
              <a:gd name="csY17" fmla="*/ 91641 h 314936"/>
              <a:gd name="csX18" fmla="*/ 20635 w 332998"/>
              <a:gd name="csY18" fmla="*/ 82008 h 314936"/>
              <a:gd name="csX19" fmla="*/ 29523 w 332998"/>
              <a:gd name="csY19" fmla="*/ 71230 h 314936"/>
              <a:gd name="csX20" fmla="*/ 42896 w 332998"/>
              <a:gd name="csY20" fmla="*/ 48085 h 314936"/>
              <a:gd name="csX21" fmla="*/ 49532 w 332998"/>
              <a:gd name="csY21" fmla="*/ 35969 h 314936"/>
              <a:gd name="csX22" fmla="*/ 54906 w 332998"/>
              <a:gd name="csY22" fmla="*/ 23257 h 314936"/>
              <a:gd name="csX23" fmla="*/ 66531 w 332998"/>
              <a:gd name="csY23" fmla="*/ 0 h 314936"/>
              <a:gd name="csX24" fmla="*/ 82468 w 332998"/>
              <a:gd name="csY24" fmla="*/ 19425 h 314936"/>
              <a:gd name="csX25" fmla="*/ 95351 w 332998"/>
              <a:gd name="csY25" fmla="*/ 43885 h 314936"/>
              <a:gd name="csX26" fmla="*/ 106141 w 332998"/>
              <a:gd name="csY26" fmla="*/ 49048 h 314936"/>
              <a:gd name="csX27" fmla="*/ 113640 w 332998"/>
              <a:gd name="csY27" fmla="*/ 54166 h 314936"/>
              <a:gd name="csX28" fmla="*/ 132249 w 332998"/>
              <a:gd name="csY28" fmla="*/ 34653 h 314936"/>
              <a:gd name="csX29" fmla="*/ 156404 w 332998"/>
              <a:gd name="csY29" fmla="*/ 10326 h 314936"/>
              <a:gd name="csX30" fmla="*/ 168334 w 332998"/>
              <a:gd name="csY30" fmla="*/ 6060 h 314936"/>
              <a:gd name="csX31" fmla="*/ 186389 w 332998"/>
              <a:gd name="csY31" fmla="*/ 9933 h 314936"/>
              <a:gd name="csX32" fmla="*/ 200349 w 332998"/>
              <a:gd name="csY32" fmla="*/ 18070 h 314936"/>
              <a:gd name="csX33" fmla="*/ 204999 w 332998"/>
              <a:gd name="csY33" fmla="*/ 30473 h 314936"/>
              <a:gd name="csX34" fmla="*/ 218185 w 332998"/>
              <a:gd name="csY34" fmla="*/ 43802 h 314936"/>
              <a:gd name="csX35" fmla="*/ 227241 w 332998"/>
              <a:gd name="csY35" fmla="*/ 50036 h 314936"/>
              <a:gd name="csX36" fmla="*/ 238424 w 332998"/>
              <a:gd name="csY36" fmla="*/ 60571 h 314936"/>
              <a:gd name="csX37" fmla="*/ 261581 w 332998"/>
              <a:gd name="csY37" fmla="*/ 79599 h 314936"/>
              <a:gd name="csX38" fmla="*/ 276424 w 332998"/>
              <a:gd name="csY38" fmla="*/ 89453 h 314936"/>
              <a:gd name="csX39" fmla="*/ 280389 w 332998"/>
              <a:gd name="csY39" fmla="*/ 90232 h 314936"/>
              <a:gd name="csX40" fmla="*/ 288978 w 332998"/>
              <a:gd name="csY40" fmla="*/ 95366 h 314936"/>
              <a:gd name="csX41" fmla="*/ 309784 w 332998"/>
              <a:gd name="csY41" fmla="*/ 117828 h 314936"/>
              <a:gd name="csX42" fmla="*/ 323208 w 332998"/>
              <a:gd name="csY42" fmla="*/ 127731 h 314936"/>
              <a:gd name="csX43" fmla="*/ 330610 w 332998"/>
              <a:gd name="csY43" fmla="*/ 136947 h 314936"/>
              <a:gd name="csX44" fmla="*/ 327230 w 332998"/>
              <a:gd name="csY44" fmla="*/ 153094 h 314936"/>
              <a:gd name="csX45" fmla="*/ 328146 w 332998"/>
              <a:gd name="csY45" fmla="*/ 164492 h 314936"/>
              <a:gd name="csX46" fmla="*/ 285552 w 332998"/>
              <a:gd name="csY46" fmla="*/ 166189 h 314936"/>
              <a:gd name="csX47" fmla="*/ 228050 w 332998"/>
              <a:gd name="csY47" fmla="*/ 169472 h 314936"/>
              <a:gd name="csX48" fmla="*/ 213142 w 332998"/>
              <a:gd name="csY48" fmla="*/ 171057 h 314936"/>
              <a:gd name="csX49" fmla="*/ 197915 w 332998"/>
              <a:gd name="csY49" fmla="*/ 199758 h 314936"/>
              <a:gd name="csX50" fmla="*/ 180329 w 332998"/>
              <a:gd name="csY50" fmla="*/ 231127 h 314936"/>
              <a:gd name="csX51" fmla="*/ 181055 w 332998"/>
              <a:gd name="csY51" fmla="*/ 253031 h 314936"/>
              <a:gd name="csX52" fmla="*/ 185000 w 332998"/>
              <a:gd name="csY52" fmla="*/ 272477 h 314936"/>
              <a:gd name="csX53" fmla="*/ 182260 w 332998"/>
              <a:gd name="csY53" fmla="*/ 301769 h 314936"/>
              <a:gd name="csX54" fmla="*/ 174070 w 332998"/>
              <a:gd name="csY54" fmla="*/ 314937 h 314936"/>
              <a:gd name="csX55" fmla="*/ 150508 w 332998"/>
              <a:gd name="csY55" fmla="*/ 295153 h 3149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Lst>
            <a:rect l="l" t="t" r="r" b="b"/>
            <a:pathLst>
              <a:path w="332998" h="314936">
                <a:moveTo>
                  <a:pt x="150508" y="295153"/>
                </a:moveTo>
                <a:cubicBezTo>
                  <a:pt x="138884" y="284272"/>
                  <a:pt x="126470" y="272508"/>
                  <a:pt x="122921" y="269012"/>
                </a:cubicBezTo>
                <a:cubicBezTo>
                  <a:pt x="116541" y="262727"/>
                  <a:pt x="116534" y="262670"/>
                  <a:pt x="122279" y="264031"/>
                </a:cubicBezTo>
                <a:cubicBezTo>
                  <a:pt x="125681" y="264837"/>
                  <a:pt x="127450" y="264371"/>
                  <a:pt x="126546" y="262908"/>
                </a:cubicBezTo>
                <a:cubicBezTo>
                  <a:pt x="124960" y="260342"/>
                  <a:pt x="114693" y="255791"/>
                  <a:pt x="106954" y="254224"/>
                </a:cubicBezTo>
                <a:cubicBezTo>
                  <a:pt x="98738" y="252560"/>
                  <a:pt x="93040" y="248209"/>
                  <a:pt x="78561" y="232541"/>
                </a:cubicBezTo>
                <a:cubicBezTo>
                  <a:pt x="70581" y="223906"/>
                  <a:pt x="62635" y="216842"/>
                  <a:pt x="60903" y="216842"/>
                </a:cubicBezTo>
                <a:cubicBezTo>
                  <a:pt x="58660" y="216842"/>
                  <a:pt x="58531" y="215904"/>
                  <a:pt x="60455" y="213585"/>
                </a:cubicBezTo>
                <a:cubicBezTo>
                  <a:pt x="62461" y="211169"/>
                  <a:pt x="61494" y="209543"/>
                  <a:pt x="56711" y="207285"/>
                </a:cubicBezTo>
                <a:cubicBezTo>
                  <a:pt x="51186" y="204678"/>
                  <a:pt x="50705" y="204775"/>
                  <a:pt x="53349" y="207961"/>
                </a:cubicBezTo>
                <a:cubicBezTo>
                  <a:pt x="59572" y="215458"/>
                  <a:pt x="50558" y="211678"/>
                  <a:pt x="34703" y="200142"/>
                </a:cubicBezTo>
                <a:cubicBezTo>
                  <a:pt x="25983" y="193796"/>
                  <a:pt x="17579" y="187988"/>
                  <a:pt x="16028" y="187234"/>
                </a:cubicBezTo>
                <a:cubicBezTo>
                  <a:pt x="14108" y="186301"/>
                  <a:pt x="14238" y="185384"/>
                  <a:pt x="16436" y="184359"/>
                </a:cubicBezTo>
                <a:cubicBezTo>
                  <a:pt x="21429" y="182028"/>
                  <a:pt x="20247" y="178120"/>
                  <a:pt x="14549" y="178120"/>
                </a:cubicBezTo>
                <a:cubicBezTo>
                  <a:pt x="11062" y="178120"/>
                  <a:pt x="8950" y="175862"/>
                  <a:pt x="7908" y="171021"/>
                </a:cubicBezTo>
                <a:cubicBezTo>
                  <a:pt x="7068" y="167117"/>
                  <a:pt x="4593" y="159669"/>
                  <a:pt x="2407" y="154470"/>
                </a:cubicBezTo>
                <a:cubicBezTo>
                  <a:pt x="-1401" y="145413"/>
                  <a:pt x="-1217" y="143959"/>
                  <a:pt x="6812" y="119621"/>
                </a:cubicBezTo>
                <a:cubicBezTo>
                  <a:pt x="11420" y="105652"/>
                  <a:pt x="16036" y="93061"/>
                  <a:pt x="17071" y="91641"/>
                </a:cubicBezTo>
                <a:cubicBezTo>
                  <a:pt x="18105" y="90222"/>
                  <a:pt x="19709" y="85887"/>
                  <a:pt x="20635" y="82008"/>
                </a:cubicBezTo>
                <a:cubicBezTo>
                  <a:pt x="21600" y="77965"/>
                  <a:pt x="25393" y="73366"/>
                  <a:pt x="29523" y="71230"/>
                </a:cubicBezTo>
                <a:cubicBezTo>
                  <a:pt x="37293" y="67213"/>
                  <a:pt x="42896" y="57515"/>
                  <a:pt x="42896" y="48085"/>
                </a:cubicBezTo>
                <a:cubicBezTo>
                  <a:pt x="42896" y="44850"/>
                  <a:pt x="45882" y="39398"/>
                  <a:pt x="49532" y="35969"/>
                </a:cubicBezTo>
                <a:cubicBezTo>
                  <a:pt x="54317" y="31473"/>
                  <a:pt x="55816" y="27929"/>
                  <a:pt x="54906" y="23257"/>
                </a:cubicBezTo>
                <a:cubicBezTo>
                  <a:pt x="53161" y="14292"/>
                  <a:pt x="60305" y="0"/>
                  <a:pt x="66531" y="0"/>
                </a:cubicBezTo>
                <a:cubicBezTo>
                  <a:pt x="74307" y="0"/>
                  <a:pt x="80918" y="8058"/>
                  <a:pt x="82468" y="19425"/>
                </a:cubicBezTo>
                <a:cubicBezTo>
                  <a:pt x="84849" y="36891"/>
                  <a:pt x="88533" y="43885"/>
                  <a:pt x="95351" y="43885"/>
                </a:cubicBezTo>
                <a:cubicBezTo>
                  <a:pt x="98716" y="43885"/>
                  <a:pt x="103572" y="46208"/>
                  <a:pt x="106141" y="49048"/>
                </a:cubicBezTo>
                <a:cubicBezTo>
                  <a:pt x="108711" y="51887"/>
                  <a:pt x="112086" y="54190"/>
                  <a:pt x="113640" y="54166"/>
                </a:cubicBezTo>
                <a:cubicBezTo>
                  <a:pt x="117209" y="54110"/>
                  <a:pt x="125915" y="44980"/>
                  <a:pt x="132249" y="34653"/>
                </a:cubicBezTo>
                <a:cubicBezTo>
                  <a:pt x="141121" y="20185"/>
                  <a:pt x="150911" y="10326"/>
                  <a:pt x="156404" y="10326"/>
                </a:cubicBezTo>
                <a:cubicBezTo>
                  <a:pt x="159385" y="10326"/>
                  <a:pt x="164754" y="8406"/>
                  <a:pt x="168334" y="6060"/>
                </a:cubicBezTo>
                <a:cubicBezTo>
                  <a:pt x="174611" y="1948"/>
                  <a:pt x="175258" y="2087"/>
                  <a:pt x="186389" y="9933"/>
                </a:cubicBezTo>
                <a:cubicBezTo>
                  <a:pt x="192739" y="14408"/>
                  <a:pt x="199021" y="18070"/>
                  <a:pt x="200349" y="18070"/>
                </a:cubicBezTo>
                <a:cubicBezTo>
                  <a:pt x="204669" y="18070"/>
                  <a:pt x="208141" y="27331"/>
                  <a:pt x="204999" y="30473"/>
                </a:cubicBezTo>
                <a:cubicBezTo>
                  <a:pt x="200842" y="34630"/>
                  <a:pt x="205908" y="39750"/>
                  <a:pt x="218185" y="43802"/>
                </a:cubicBezTo>
                <a:cubicBezTo>
                  <a:pt x="223767" y="45645"/>
                  <a:pt x="227842" y="48450"/>
                  <a:pt x="227241" y="50036"/>
                </a:cubicBezTo>
                <a:cubicBezTo>
                  <a:pt x="226639" y="51622"/>
                  <a:pt x="231671" y="56363"/>
                  <a:pt x="238424" y="60571"/>
                </a:cubicBezTo>
                <a:cubicBezTo>
                  <a:pt x="245177" y="64780"/>
                  <a:pt x="255598" y="73342"/>
                  <a:pt x="261581" y="79599"/>
                </a:cubicBezTo>
                <a:cubicBezTo>
                  <a:pt x="268586" y="86925"/>
                  <a:pt x="273870" y="90433"/>
                  <a:pt x="276424" y="89453"/>
                </a:cubicBezTo>
                <a:cubicBezTo>
                  <a:pt x="278605" y="88616"/>
                  <a:pt x="280389" y="88966"/>
                  <a:pt x="280389" y="90232"/>
                </a:cubicBezTo>
                <a:cubicBezTo>
                  <a:pt x="280389" y="91497"/>
                  <a:pt x="284254" y="93807"/>
                  <a:pt x="288978" y="95366"/>
                </a:cubicBezTo>
                <a:cubicBezTo>
                  <a:pt x="297678" y="98238"/>
                  <a:pt x="306636" y="107909"/>
                  <a:pt x="309784" y="117828"/>
                </a:cubicBezTo>
                <a:cubicBezTo>
                  <a:pt x="310845" y="121169"/>
                  <a:pt x="316015" y="124983"/>
                  <a:pt x="323208" y="127731"/>
                </a:cubicBezTo>
                <a:cubicBezTo>
                  <a:pt x="334331" y="131978"/>
                  <a:pt x="334696" y="132432"/>
                  <a:pt x="330610" y="136947"/>
                </a:cubicBezTo>
                <a:cubicBezTo>
                  <a:pt x="327588" y="140286"/>
                  <a:pt x="326585" y="145078"/>
                  <a:pt x="327230" y="153094"/>
                </a:cubicBezTo>
                <a:lnTo>
                  <a:pt x="328146" y="164492"/>
                </a:lnTo>
                <a:lnTo>
                  <a:pt x="285552" y="166189"/>
                </a:lnTo>
                <a:cubicBezTo>
                  <a:pt x="262126" y="167123"/>
                  <a:pt x="236250" y="168600"/>
                  <a:pt x="228050" y="169472"/>
                </a:cubicBezTo>
                <a:lnTo>
                  <a:pt x="213142" y="171057"/>
                </a:lnTo>
                <a:lnTo>
                  <a:pt x="197915" y="199758"/>
                </a:lnTo>
                <a:cubicBezTo>
                  <a:pt x="189539" y="215543"/>
                  <a:pt x="181626" y="229659"/>
                  <a:pt x="180329" y="231127"/>
                </a:cubicBezTo>
                <a:cubicBezTo>
                  <a:pt x="174323" y="237923"/>
                  <a:pt x="174624" y="246989"/>
                  <a:pt x="181055" y="253031"/>
                </a:cubicBezTo>
                <a:cubicBezTo>
                  <a:pt x="187596" y="259176"/>
                  <a:pt x="189401" y="268075"/>
                  <a:pt x="185000" y="272477"/>
                </a:cubicBezTo>
                <a:cubicBezTo>
                  <a:pt x="182808" y="274669"/>
                  <a:pt x="182167" y="281522"/>
                  <a:pt x="182260" y="301769"/>
                </a:cubicBezTo>
                <a:cubicBezTo>
                  <a:pt x="182290" y="308297"/>
                  <a:pt x="178160" y="314937"/>
                  <a:pt x="174070" y="314937"/>
                </a:cubicBezTo>
                <a:cubicBezTo>
                  <a:pt x="172734" y="314937"/>
                  <a:pt x="162131" y="306034"/>
                  <a:pt x="150508" y="295153"/>
                </a:cubicBezTo>
                <a:close/>
              </a:path>
            </a:pathLst>
          </a:custGeom>
          <a:solidFill>
            <a:srgbClr val="B9B9B9"/>
          </a:solidFill>
          <a:ln w="5163" cap="flat">
            <a:noFill/>
            <a:prstDash val="solid"/>
            <a:miter/>
          </a:ln>
        </p:spPr>
        <p:txBody>
          <a:bodyPr/>
          <a:lstStyle/>
          <a:p>
            <a:endParaRPr lang="es-419" noProof="0" dirty="0"/>
          </a:p>
        </p:txBody>
      </p:sp>
      <p:sp>
        <p:nvSpPr>
          <p:cNvPr id="62" name="Forma libre: forma 61">
            <a:extLst>
              <a:ext uri="{FF2B5EF4-FFF2-40B4-BE49-F238E27FC236}">
                <a16:creationId xmlns:a16="http://schemas.microsoft.com/office/drawing/2014/main" id="{DEB8359A-F816-A089-138B-A81C2A4F7413}"/>
              </a:ext>
            </a:extLst>
          </p:cNvPr>
          <p:cNvSpPr/>
          <p:nvPr/>
        </p:nvSpPr>
        <p:spPr>
          <a:xfrm>
            <a:off x="1645015" y="2415517"/>
            <a:ext cx="409424" cy="276749"/>
          </a:xfrm>
          <a:custGeom>
            <a:avLst/>
            <a:gdLst>
              <a:gd name="csX0" fmla="*/ 169694 w 409424"/>
              <a:gd name="csY0" fmla="*/ 275279 h 276749"/>
              <a:gd name="csX1" fmla="*/ 152536 w 409424"/>
              <a:gd name="csY1" fmla="*/ 270490 h 276749"/>
              <a:gd name="csX2" fmla="*/ 128939 w 409424"/>
              <a:gd name="csY2" fmla="*/ 261017 h 276749"/>
              <a:gd name="csX3" fmla="*/ 97253 w 409424"/>
              <a:gd name="csY3" fmla="*/ 251980 h 276749"/>
              <a:gd name="csX4" fmla="*/ 66316 w 409424"/>
              <a:gd name="csY4" fmla="*/ 248914 h 276749"/>
              <a:gd name="csX5" fmla="*/ 49536 w 409424"/>
              <a:gd name="csY5" fmla="*/ 241356 h 276749"/>
              <a:gd name="csX6" fmla="*/ 12262 w 409424"/>
              <a:gd name="csY6" fmla="*/ 223990 h 276749"/>
              <a:gd name="csX7" fmla="*/ 0 w 409424"/>
              <a:gd name="csY7" fmla="*/ 222341 h 276749"/>
              <a:gd name="csX8" fmla="*/ 5808 w 409424"/>
              <a:gd name="csY8" fmla="*/ 214784 h 276749"/>
              <a:gd name="csX9" fmla="*/ 14198 w 409424"/>
              <a:gd name="csY9" fmla="*/ 206134 h 276749"/>
              <a:gd name="csX10" fmla="*/ 30441 w 409424"/>
              <a:gd name="csY10" fmla="*/ 191104 h 276749"/>
              <a:gd name="csX11" fmla="*/ 44102 w 409424"/>
              <a:gd name="csY11" fmla="*/ 178805 h 276749"/>
              <a:gd name="csX12" fmla="*/ 41686 w 409424"/>
              <a:gd name="csY12" fmla="*/ 166228 h 276749"/>
              <a:gd name="csX13" fmla="*/ 27640 w 409424"/>
              <a:gd name="csY13" fmla="*/ 142994 h 276749"/>
              <a:gd name="csX14" fmla="*/ 10050 w 409424"/>
              <a:gd name="csY14" fmla="*/ 94836 h 276749"/>
              <a:gd name="csX15" fmla="*/ 25607 w 409424"/>
              <a:gd name="csY15" fmla="*/ 63931 h 276749"/>
              <a:gd name="csX16" fmla="*/ 43054 w 409424"/>
              <a:gd name="csY16" fmla="*/ 67030 h 276749"/>
              <a:gd name="csX17" fmla="*/ 54130 w 409424"/>
              <a:gd name="csY17" fmla="*/ 57326 h 276749"/>
              <a:gd name="csX18" fmla="*/ 54400 w 409424"/>
              <a:gd name="csY18" fmla="*/ 43740 h 276749"/>
              <a:gd name="csX19" fmla="*/ 67118 w 409424"/>
              <a:gd name="csY19" fmla="*/ 40356 h 276749"/>
              <a:gd name="csX20" fmla="*/ 69858 w 409424"/>
              <a:gd name="csY20" fmla="*/ 47250 h 276749"/>
              <a:gd name="csX21" fmla="*/ 74957 w 409424"/>
              <a:gd name="csY21" fmla="*/ 55146 h 276749"/>
              <a:gd name="csX22" fmla="*/ 85078 w 409424"/>
              <a:gd name="csY22" fmla="*/ 56392 h 276749"/>
              <a:gd name="csX23" fmla="*/ 108275 w 409424"/>
              <a:gd name="csY23" fmla="*/ 51828 h 276749"/>
              <a:gd name="csX24" fmla="*/ 135859 w 409424"/>
              <a:gd name="csY24" fmla="*/ 46965 h 276749"/>
              <a:gd name="csX25" fmla="*/ 159928 w 409424"/>
              <a:gd name="csY25" fmla="*/ 4926 h 276749"/>
              <a:gd name="csX26" fmla="*/ 164133 w 409424"/>
              <a:gd name="csY26" fmla="*/ 409 h 276749"/>
              <a:gd name="csX27" fmla="*/ 170486 w 409424"/>
              <a:gd name="csY27" fmla="*/ 1976 h 276749"/>
              <a:gd name="csX28" fmla="*/ 183283 w 409424"/>
              <a:gd name="csY28" fmla="*/ 17951 h 276749"/>
              <a:gd name="csX29" fmla="*/ 185999 w 409424"/>
              <a:gd name="csY29" fmla="*/ 22627 h 276749"/>
              <a:gd name="csX30" fmla="*/ 191478 w 409424"/>
              <a:gd name="csY30" fmla="*/ 30556 h 276749"/>
              <a:gd name="csX31" fmla="*/ 217371 w 409424"/>
              <a:gd name="csY31" fmla="*/ 43279 h 276749"/>
              <a:gd name="csX32" fmla="*/ 231319 w 409424"/>
              <a:gd name="csY32" fmla="*/ 47797 h 276749"/>
              <a:gd name="csX33" fmla="*/ 231065 w 409424"/>
              <a:gd name="csY33" fmla="*/ 71654 h 276749"/>
              <a:gd name="csX34" fmla="*/ 232914 w 409424"/>
              <a:gd name="csY34" fmla="*/ 94162 h 276749"/>
              <a:gd name="csX35" fmla="*/ 264097 w 409424"/>
              <a:gd name="csY35" fmla="*/ 98422 h 276749"/>
              <a:gd name="csX36" fmla="*/ 290859 w 409424"/>
              <a:gd name="csY36" fmla="*/ 85458 h 276749"/>
              <a:gd name="csX37" fmla="*/ 289553 w 409424"/>
              <a:gd name="csY37" fmla="*/ 87164 h 276749"/>
              <a:gd name="csX38" fmla="*/ 313001 w 409424"/>
              <a:gd name="csY38" fmla="*/ 117924 h 276749"/>
              <a:gd name="csX39" fmla="*/ 320100 w 409424"/>
              <a:gd name="csY39" fmla="*/ 125822 h 276749"/>
              <a:gd name="csX40" fmla="*/ 323327 w 409424"/>
              <a:gd name="csY40" fmla="*/ 131062 h 276749"/>
              <a:gd name="csX41" fmla="*/ 409403 w 409424"/>
              <a:gd name="csY41" fmla="*/ 134303 h 276749"/>
              <a:gd name="csX42" fmla="*/ 398626 w 409424"/>
              <a:gd name="csY42" fmla="*/ 166622 h 276749"/>
              <a:gd name="csX43" fmla="*/ 387152 w 409424"/>
              <a:gd name="csY43" fmla="*/ 198243 h 276749"/>
              <a:gd name="csX44" fmla="*/ 392348 w 409424"/>
              <a:gd name="csY44" fmla="*/ 208428 h 276749"/>
              <a:gd name="csX45" fmla="*/ 395238 w 409424"/>
              <a:gd name="csY45" fmla="*/ 226562 h 276749"/>
              <a:gd name="csX46" fmla="*/ 391384 w 409424"/>
              <a:gd name="csY46" fmla="*/ 222526 h 276749"/>
              <a:gd name="csX47" fmla="*/ 386991 w 409424"/>
              <a:gd name="csY47" fmla="*/ 220249 h 276749"/>
              <a:gd name="csX48" fmla="*/ 376751 w 409424"/>
              <a:gd name="csY48" fmla="*/ 216540 h 276749"/>
              <a:gd name="csX49" fmla="*/ 366566 w 409424"/>
              <a:gd name="csY49" fmla="*/ 215027 h 276749"/>
              <a:gd name="csX50" fmla="*/ 371084 w 409424"/>
              <a:gd name="csY50" fmla="*/ 220497 h 276749"/>
              <a:gd name="csX51" fmla="*/ 400125 w 409424"/>
              <a:gd name="csY51" fmla="*/ 234526 h 276749"/>
              <a:gd name="csX52" fmla="*/ 382700 w 409424"/>
              <a:gd name="csY52" fmla="*/ 228973 h 276749"/>
              <a:gd name="csX53" fmla="*/ 356240 w 409424"/>
              <a:gd name="csY53" fmla="*/ 221430 h 276749"/>
              <a:gd name="csX54" fmla="*/ 344640 w 409424"/>
              <a:gd name="csY54" fmla="*/ 215296 h 276749"/>
              <a:gd name="csX55" fmla="*/ 351310 w 409424"/>
              <a:gd name="csY55" fmla="*/ 215089 h 276749"/>
              <a:gd name="csX56" fmla="*/ 353659 w 409424"/>
              <a:gd name="csY56" fmla="*/ 213898 h 276749"/>
              <a:gd name="csX57" fmla="*/ 348281 w 409424"/>
              <a:gd name="csY57" fmla="*/ 208377 h 276749"/>
              <a:gd name="csX58" fmla="*/ 338397 w 409424"/>
              <a:gd name="csY58" fmla="*/ 209577 h 276749"/>
              <a:gd name="csX59" fmla="*/ 330426 w 409424"/>
              <a:gd name="csY59" fmla="*/ 208411 h 276749"/>
              <a:gd name="csX60" fmla="*/ 317751 w 409424"/>
              <a:gd name="csY60" fmla="*/ 206264 h 276749"/>
              <a:gd name="csX61" fmla="*/ 320963 w 409424"/>
              <a:gd name="csY61" fmla="*/ 214760 h 276749"/>
              <a:gd name="csX62" fmla="*/ 323972 w 409424"/>
              <a:gd name="csY62" fmla="*/ 215747 h 276749"/>
              <a:gd name="csX63" fmla="*/ 314937 w 409424"/>
              <a:gd name="csY63" fmla="*/ 219599 h 276749"/>
              <a:gd name="csX64" fmla="*/ 321391 w 409424"/>
              <a:gd name="csY64" fmla="*/ 219864 h 276749"/>
              <a:gd name="csX65" fmla="*/ 330426 w 409424"/>
              <a:gd name="csY65" fmla="*/ 221426 h 276749"/>
              <a:gd name="csX66" fmla="*/ 310754 w 409424"/>
              <a:gd name="csY66" fmla="*/ 223941 h 276749"/>
              <a:gd name="csX67" fmla="*/ 284939 w 409424"/>
              <a:gd name="csY67" fmla="*/ 234304 h 276749"/>
              <a:gd name="csX68" fmla="*/ 270316 w 409424"/>
              <a:gd name="csY68" fmla="*/ 244630 h 276749"/>
              <a:gd name="csX69" fmla="*/ 259397 w 409424"/>
              <a:gd name="csY69" fmla="*/ 248767 h 276749"/>
              <a:gd name="csX70" fmla="*/ 242736 w 409424"/>
              <a:gd name="csY70" fmla="*/ 255227 h 276749"/>
              <a:gd name="csX71" fmla="*/ 220097 w 409424"/>
              <a:gd name="csY71" fmla="*/ 265079 h 276749"/>
              <a:gd name="csX72" fmla="*/ 198772 w 409424"/>
              <a:gd name="csY72" fmla="*/ 274061 h 276749"/>
              <a:gd name="csX73" fmla="*/ 169694 w 409424"/>
              <a:gd name="csY73" fmla="*/ 275279 h 2767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Lst>
            <a:rect l="l" t="t" r="r" b="b"/>
            <a:pathLst>
              <a:path w="409424" h="276749">
                <a:moveTo>
                  <a:pt x="169694" y="275279"/>
                </a:moveTo>
                <a:cubicBezTo>
                  <a:pt x="167412" y="274002"/>
                  <a:pt x="159691" y="271847"/>
                  <a:pt x="152536" y="270490"/>
                </a:cubicBezTo>
                <a:cubicBezTo>
                  <a:pt x="145381" y="269133"/>
                  <a:pt x="134762" y="264870"/>
                  <a:pt x="128939" y="261017"/>
                </a:cubicBezTo>
                <a:cubicBezTo>
                  <a:pt x="120697" y="255563"/>
                  <a:pt x="113680" y="253561"/>
                  <a:pt x="97253" y="251980"/>
                </a:cubicBezTo>
                <a:cubicBezTo>
                  <a:pt x="85648" y="250863"/>
                  <a:pt x="71726" y="249483"/>
                  <a:pt x="66316" y="248914"/>
                </a:cubicBezTo>
                <a:cubicBezTo>
                  <a:pt x="60430" y="248295"/>
                  <a:pt x="53691" y="245260"/>
                  <a:pt x="49536" y="241356"/>
                </a:cubicBezTo>
                <a:cubicBezTo>
                  <a:pt x="36860" y="229445"/>
                  <a:pt x="25174" y="224000"/>
                  <a:pt x="12262" y="223990"/>
                </a:cubicBezTo>
                <a:cubicBezTo>
                  <a:pt x="5518" y="223985"/>
                  <a:pt x="0" y="223243"/>
                  <a:pt x="0" y="222341"/>
                </a:cubicBezTo>
                <a:cubicBezTo>
                  <a:pt x="0" y="221438"/>
                  <a:pt x="2614" y="218038"/>
                  <a:pt x="5808" y="214784"/>
                </a:cubicBezTo>
                <a:cubicBezTo>
                  <a:pt x="9003" y="211529"/>
                  <a:pt x="12778" y="207637"/>
                  <a:pt x="14198" y="206134"/>
                </a:cubicBezTo>
                <a:cubicBezTo>
                  <a:pt x="15618" y="204632"/>
                  <a:pt x="22927" y="197868"/>
                  <a:pt x="30441" y="191104"/>
                </a:cubicBezTo>
                <a:lnTo>
                  <a:pt x="44102" y="178805"/>
                </a:lnTo>
                <a:lnTo>
                  <a:pt x="41686" y="166228"/>
                </a:lnTo>
                <a:cubicBezTo>
                  <a:pt x="39751" y="156152"/>
                  <a:pt x="36957" y="151530"/>
                  <a:pt x="27640" y="142994"/>
                </a:cubicBezTo>
                <a:cubicBezTo>
                  <a:pt x="14024" y="130519"/>
                  <a:pt x="10714" y="121458"/>
                  <a:pt x="10050" y="94836"/>
                </a:cubicBezTo>
                <a:cubicBezTo>
                  <a:pt x="9450" y="70766"/>
                  <a:pt x="12891" y="63931"/>
                  <a:pt x="25607" y="63931"/>
                </a:cubicBezTo>
                <a:cubicBezTo>
                  <a:pt x="30489" y="63931"/>
                  <a:pt x="38340" y="65326"/>
                  <a:pt x="43054" y="67030"/>
                </a:cubicBezTo>
                <a:cubicBezTo>
                  <a:pt x="54638" y="71219"/>
                  <a:pt x="59354" y="67087"/>
                  <a:pt x="54130" y="57326"/>
                </a:cubicBezTo>
                <a:cubicBezTo>
                  <a:pt x="51035" y="51543"/>
                  <a:pt x="51072" y="49668"/>
                  <a:pt x="54400" y="43740"/>
                </a:cubicBezTo>
                <a:cubicBezTo>
                  <a:pt x="59239" y="35118"/>
                  <a:pt x="67118" y="33022"/>
                  <a:pt x="67118" y="40356"/>
                </a:cubicBezTo>
                <a:cubicBezTo>
                  <a:pt x="67118" y="43216"/>
                  <a:pt x="68351" y="46318"/>
                  <a:pt x="69858" y="47250"/>
                </a:cubicBezTo>
                <a:cubicBezTo>
                  <a:pt x="71366" y="48181"/>
                  <a:pt x="73660" y="51735"/>
                  <a:pt x="74957" y="55146"/>
                </a:cubicBezTo>
                <a:cubicBezTo>
                  <a:pt x="77803" y="62631"/>
                  <a:pt x="81496" y="63085"/>
                  <a:pt x="85078" y="56392"/>
                </a:cubicBezTo>
                <a:cubicBezTo>
                  <a:pt x="87383" y="52084"/>
                  <a:pt x="90423" y="51486"/>
                  <a:pt x="108275" y="51828"/>
                </a:cubicBezTo>
                <a:cubicBezTo>
                  <a:pt x="125309" y="52154"/>
                  <a:pt x="130021" y="51323"/>
                  <a:pt x="135859" y="46965"/>
                </a:cubicBezTo>
                <a:cubicBezTo>
                  <a:pt x="144210" y="40730"/>
                  <a:pt x="159754" y="13580"/>
                  <a:pt x="159928" y="4926"/>
                </a:cubicBezTo>
                <a:cubicBezTo>
                  <a:pt x="160018" y="462"/>
                  <a:pt x="161137" y="-741"/>
                  <a:pt x="164133" y="409"/>
                </a:cubicBezTo>
                <a:cubicBezTo>
                  <a:pt x="166379" y="1271"/>
                  <a:pt x="169238" y="1976"/>
                  <a:pt x="170486" y="1976"/>
                </a:cubicBezTo>
                <a:cubicBezTo>
                  <a:pt x="174404" y="1976"/>
                  <a:pt x="183283" y="13060"/>
                  <a:pt x="183283" y="17951"/>
                </a:cubicBezTo>
                <a:cubicBezTo>
                  <a:pt x="183283" y="20523"/>
                  <a:pt x="184505" y="22627"/>
                  <a:pt x="185999" y="22627"/>
                </a:cubicBezTo>
                <a:cubicBezTo>
                  <a:pt x="187493" y="22627"/>
                  <a:pt x="189958" y="26195"/>
                  <a:pt x="191478" y="30556"/>
                </a:cubicBezTo>
                <a:cubicBezTo>
                  <a:pt x="194632" y="39603"/>
                  <a:pt x="202114" y="43279"/>
                  <a:pt x="217371" y="43279"/>
                </a:cubicBezTo>
                <a:cubicBezTo>
                  <a:pt x="224361" y="43279"/>
                  <a:pt x="229040" y="44794"/>
                  <a:pt x="231319" y="47797"/>
                </a:cubicBezTo>
                <a:cubicBezTo>
                  <a:pt x="235951" y="53900"/>
                  <a:pt x="235804" y="67721"/>
                  <a:pt x="231065" y="71654"/>
                </a:cubicBezTo>
                <a:cubicBezTo>
                  <a:pt x="227042" y="74993"/>
                  <a:pt x="227738" y="83470"/>
                  <a:pt x="232914" y="94162"/>
                </a:cubicBezTo>
                <a:cubicBezTo>
                  <a:pt x="236944" y="102487"/>
                  <a:pt x="256280" y="105129"/>
                  <a:pt x="264097" y="98422"/>
                </a:cubicBezTo>
                <a:cubicBezTo>
                  <a:pt x="272137" y="91525"/>
                  <a:pt x="288836" y="83435"/>
                  <a:pt x="290859" y="85458"/>
                </a:cubicBezTo>
                <a:cubicBezTo>
                  <a:pt x="291797" y="86396"/>
                  <a:pt x="291209" y="87164"/>
                  <a:pt x="289553" y="87164"/>
                </a:cubicBezTo>
                <a:cubicBezTo>
                  <a:pt x="278849" y="87164"/>
                  <a:pt x="297992" y="112276"/>
                  <a:pt x="313001" y="117924"/>
                </a:cubicBezTo>
                <a:cubicBezTo>
                  <a:pt x="317528" y="119627"/>
                  <a:pt x="320100" y="122488"/>
                  <a:pt x="320100" y="125822"/>
                </a:cubicBezTo>
                <a:cubicBezTo>
                  <a:pt x="320100" y="128696"/>
                  <a:pt x="321552" y="131055"/>
                  <a:pt x="323327" y="131062"/>
                </a:cubicBezTo>
                <a:cubicBezTo>
                  <a:pt x="338940" y="131129"/>
                  <a:pt x="408862" y="133762"/>
                  <a:pt x="409403" y="134303"/>
                </a:cubicBezTo>
                <a:cubicBezTo>
                  <a:pt x="409786" y="134687"/>
                  <a:pt x="404937" y="149230"/>
                  <a:pt x="398626" y="166622"/>
                </a:cubicBezTo>
                <a:lnTo>
                  <a:pt x="387152" y="198243"/>
                </a:lnTo>
                <a:lnTo>
                  <a:pt x="392348" y="208428"/>
                </a:lnTo>
                <a:cubicBezTo>
                  <a:pt x="397867" y="219247"/>
                  <a:pt x="399033" y="226562"/>
                  <a:pt x="395238" y="226562"/>
                </a:cubicBezTo>
                <a:cubicBezTo>
                  <a:pt x="393970" y="226562"/>
                  <a:pt x="392236" y="224746"/>
                  <a:pt x="391384" y="222526"/>
                </a:cubicBezTo>
                <a:cubicBezTo>
                  <a:pt x="390533" y="220307"/>
                  <a:pt x="388555" y="219282"/>
                  <a:pt x="386991" y="220249"/>
                </a:cubicBezTo>
                <a:cubicBezTo>
                  <a:pt x="385426" y="221216"/>
                  <a:pt x="380818" y="219547"/>
                  <a:pt x="376751" y="216540"/>
                </a:cubicBezTo>
                <a:cubicBezTo>
                  <a:pt x="367939" y="210026"/>
                  <a:pt x="366566" y="209821"/>
                  <a:pt x="366566" y="215027"/>
                </a:cubicBezTo>
                <a:cubicBezTo>
                  <a:pt x="366566" y="217201"/>
                  <a:pt x="368599" y="219663"/>
                  <a:pt x="371084" y="220497"/>
                </a:cubicBezTo>
                <a:cubicBezTo>
                  <a:pt x="382593" y="224364"/>
                  <a:pt x="400125" y="232833"/>
                  <a:pt x="400125" y="234526"/>
                </a:cubicBezTo>
                <a:cubicBezTo>
                  <a:pt x="400125" y="235560"/>
                  <a:pt x="392284" y="233061"/>
                  <a:pt x="382700" y="228973"/>
                </a:cubicBezTo>
                <a:cubicBezTo>
                  <a:pt x="373117" y="224884"/>
                  <a:pt x="361210" y="221490"/>
                  <a:pt x="356240" y="221430"/>
                </a:cubicBezTo>
                <a:cubicBezTo>
                  <a:pt x="344962" y="221293"/>
                  <a:pt x="338255" y="217747"/>
                  <a:pt x="344640" y="215296"/>
                </a:cubicBezTo>
                <a:cubicBezTo>
                  <a:pt x="347017" y="214384"/>
                  <a:pt x="350019" y="214291"/>
                  <a:pt x="351310" y="215089"/>
                </a:cubicBezTo>
                <a:cubicBezTo>
                  <a:pt x="352602" y="215888"/>
                  <a:pt x="353659" y="215352"/>
                  <a:pt x="353659" y="213898"/>
                </a:cubicBezTo>
                <a:cubicBezTo>
                  <a:pt x="353659" y="212444"/>
                  <a:pt x="351239" y="209960"/>
                  <a:pt x="348281" y="208377"/>
                </a:cubicBezTo>
                <a:cubicBezTo>
                  <a:pt x="344050" y="206113"/>
                  <a:pt x="341943" y="206369"/>
                  <a:pt x="338397" y="209577"/>
                </a:cubicBezTo>
                <a:cubicBezTo>
                  <a:pt x="332399" y="215006"/>
                  <a:pt x="330426" y="214717"/>
                  <a:pt x="330426" y="208411"/>
                </a:cubicBezTo>
                <a:cubicBezTo>
                  <a:pt x="330426" y="200483"/>
                  <a:pt x="323396" y="199293"/>
                  <a:pt x="317751" y="206264"/>
                </a:cubicBezTo>
                <a:cubicBezTo>
                  <a:pt x="311888" y="213504"/>
                  <a:pt x="313243" y="217088"/>
                  <a:pt x="320963" y="214760"/>
                </a:cubicBezTo>
                <a:cubicBezTo>
                  <a:pt x="324787" y="213607"/>
                  <a:pt x="325738" y="213919"/>
                  <a:pt x="323972" y="215747"/>
                </a:cubicBezTo>
                <a:cubicBezTo>
                  <a:pt x="322552" y="217218"/>
                  <a:pt x="318487" y="218951"/>
                  <a:pt x="314937" y="219599"/>
                </a:cubicBezTo>
                <a:cubicBezTo>
                  <a:pt x="311388" y="220248"/>
                  <a:pt x="314292" y="220366"/>
                  <a:pt x="321391" y="219864"/>
                </a:cubicBezTo>
                <a:cubicBezTo>
                  <a:pt x="330318" y="219231"/>
                  <a:pt x="333104" y="219713"/>
                  <a:pt x="330426" y="221426"/>
                </a:cubicBezTo>
                <a:cubicBezTo>
                  <a:pt x="328296" y="222787"/>
                  <a:pt x="319444" y="223919"/>
                  <a:pt x="310754" y="223941"/>
                </a:cubicBezTo>
                <a:cubicBezTo>
                  <a:pt x="295733" y="223979"/>
                  <a:pt x="294460" y="224490"/>
                  <a:pt x="284939" y="234304"/>
                </a:cubicBezTo>
                <a:cubicBezTo>
                  <a:pt x="279431" y="239982"/>
                  <a:pt x="272851" y="244629"/>
                  <a:pt x="270316" y="244630"/>
                </a:cubicBezTo>
                <a:cubicBezTo>
                  <a:pt x="267782" y="244631"/>
                  <a:pt x="262868" y="246493"/>
                  <a:pt x="259397" y="248767"/>
                </a:cubicBezTo>
                <a:cubicBezTo>
                  <a:pt x="255927" y="251041"/>
                  <a:pt x="248429" y="253948"/>
                  <a:pt x="242736" y="255227"/>
                </a:cubicBezTo>
                <a:cubicBezTo>
                  <a:pt x="237044" y="256506"/>
                  <a:pt x="226856" y="260940"/>
                  <a:pt x="220097" y="265079"/>
                </a:cubicBezTo>
                <a:cubicBezTo>
                  <a:pt x="213337" y="269219"/>
                  <a:pt x="203741" y="273261"/>
                  <a:pt x="198772" y="274061"/>
                </a:cubicBezTo>
                <a:cubicBezTo>
                  <a:pt x="178742" y="277289"/>
                  <a:pt x="173664" y="277501"/>
                  <a:pt x="169694" y="275279"/>
                </a:cubicBezTo>
                <a:close/>
              </a:path>
            </a:pathLst>
          </a:custGeom>
          <a:solidFill>
            <a:srgbClr val="B9B9B9"/>
          </a:solidFill>
          <a:ln w="5163" cap="flat">
            <a:noFill/>
            <a:prstDash val="solid"/>
            <a:miter/>
          </a:ln>
        </p:spPr>
        <p:txBody>
          <a:bodyPr/>
          <a:lstStyle/>
          <a:p>
            <a:endParaRPr lang="es-419" noProof="0" dirty="0"/>
          </a:p>
        </p:txBody>
      </p:sp>
      <p:sp>
        <p:nvSpPr>
          <p:cNvPr id="63" name="Forma libre: forma 62">
            <a:extLst>
              <a:ext uri="{FF2B5EF4-FFF2-40B4-BE49-F238E27FC236}">
                <a16:creationId xmlns:a16="http://schemas.microsoft.com/office/drawing/2014/main" id="{87A6A5F0-BA50-ECB0-C6F8-AAFBD438198E}"/>
              </a:ext>
            </a:extLst>
          </p:cNvPr>
          <p:cNvSpPr/>
          <p:nvPr/>
        </p:nvSpPr>
        <p:spPr>
          <a:xfrm>
            <a:off x="1324915" y="2412330"/>
            <a:ext cx="357764" cy="223095"/>
          </a:xfrm>
          <a:custGeom>
            <a:avLst/>
            <a:gdLst>
              <a:gd name="csX0" fmla="*/ 310749 w 357764"/>
              <a:gd name="csY0" fmla="*/ 220821 h 223095"/>
              <a:gd name="csX1" fmla="*/ 306750 w 357764"/>
              <a:gd name="csY1" fmla="*/ 216842 h 223095"/>
              <a:gd name="csX2" fmla="*/ 298107 w 357764"/>
              <a:gd name="csY2" fmla="*/ 209508 h 223095"/>
              <a:gd name="csX3" fmla="*/ 280348 w 357764"/>
              <a:gd name="csY3" fmla="*/ 201999 h 223095"/>
              <a:gd name="csX4" fmla="*/ 262845 w 357764"/>
              <a:gd name="csY4" fmla="*/ 196313 h 223095"/>
              <a:gd name="csX5" fmla="*/ 256032 w 357764"/>
              <a:gd name="csY5" fmla="*/ 193496 h 223095"/>
              <a:gd name="csX6" fmla="*/ 242886 w 357764"/>
              <a:gd name="csY6" fmla="*/ 190679 h 223095"/>
              <a:gd name="csX7" fmla="*/ 229978 w 357764"/>
              <a:gd name="csY7" fmla="*/ 186722 h 223095"/>
              <a:gd name="csX8" fmla="*/ 220854 w 357764"/>
              <a:gd name="csY8" fmla="*/ 186091 h 223095"/>
              <a:gd name="csX9" fmla="*/ 209097 w 357764"/>
              <a:gd name="csY9" fmla="*/ 183130 h 223095"/>
              <a:gd name="csX10" fmla="*/ 214906 w 357764"/>
              <a:gd name="csY10" fmla="*/ 187877 h 223095"/>
              <a:gd name="csX11" fmla="*/ 215222 w 357764"/>
              <a:gd name="csY11" fmla="*/ 190853 h 223095"/>
              <a:gd name="csX12" fmla="*/ 206349 w 357764"/>
              <a:gd name="csY12" fmla="*/ 186954 h 223095"/>
              <a:gd name="csX13" fmla="*/ 189899 w 357764"/>
              <a:gd name="csY13" fmla="*/ 176334 h 223095"/>
              <a:gd name="csX14" fmla="*/ 172154 w 357764"/>
              <a:gd name="csY14" fmla="*/ 165667 h 223095"/>
              <a:gd name="csX15" fmla="*/ 165494 w 357764"/>
              <a:gd name="csY15" fmla="*/ 164758 h 223095"/>
              <a:gd name="csX16" fmla="*/ 154887 w 357764"/>
              <a:gd name="csY16" fmla="*/ 162867 h 223095"/>
              <a:gd name="csX17" fmla="*/ 146116 w 357764"/>
              <a:gd name="csY17" fmla="*/ 160825 h 223095"/>
              <a:gd name="csX18" fmla="*/ 117490 w 357764"/>
              <a:gd name="csY18" fmla="*/ 151278 h 223095"/>
              <a:gd name="csX19" fmla="*/ 95284 w 357764"/>
              <a:gd name="csY19" fmla="*/ 141980 h 223095"/>
              <a:gd name="csX20" fmla="*/ 92932 w 357764"/>
              <a:gd name="csY20" fmla="*/ 138216 h 223095"/>
              <a:gd name="csX21" fmla="*/ 81316 w 357764"/>
              <a:gd name="csY21" fmla="*/ 127645 h 223095"/>
              <a:gd name="csX22" fmla="*/ 69699 w 357764"/>
              <a:gd name="csY22" fmla="*/ 117508 h 223095"/>
              <a:gd name="csX23" fmla="*/ 49682 w 357764"/>
              <a:gd name="csY23" fmla="*/ 104238 h 223095"/>
              <a:gd name="csX24" fmla="*/ 33940 w 357764"/>
              <a:gd name="csY24" fmla="*/ 91155 h 223095"/>
              <a:gd name="csX25" fmla="*/ 3571 w 357764"/>
              <a:gd name="csY25" fmla="*/ 73330 h 223095"/>
              <a:gd name="csX26" fmla="*/ 0 w 357764"/>
              <a:gd name="csY26" fmla="*/ 65812 h 223095"/>
              <a:gd name="csX27" fmla="*/ 7287 w 357764"/>
              <a:gd name="csY27" fmla="*/ 53156 h 223095"/>
              <a:gd name="csX28" fmla="*/ 18044 w 357764"/>
              <a:gd name="csY28" fmla="*/ 33495 h 223095"/>
              <a:gd name="csX29" fmla="*/ 19421 w 357764"/>
              <a:gd name="csY29" fmla="*/ 20586 h 223095"/>
              <a:gd name="csX30" fmla="*/ 43911 w 357764"/>
              <a:gd name="csY30" fmla="*/ 20678 h 223095"/>
              <a:gd name="csX31" fmla="*/ 60045 w 357764"/>
              <a:gd name="csY31" fmla="*/ 24079 h 223095"/>
              <a:gd name="csX32" fmla="*/ 132045 w 357764"/>
              <a:gd name="csY32" fmla="*/ 29780 h 223095"/>
              <a:gd name="csX33" fmla="*/ 140624 w 357764"/>
              <a:gd name="csY33" fmla="*/ 26018 h 223095"/>
              <a:gd name="csX34" fmla="*/ 141619 w 357764"/>
              <a:gd name="csY34" fmla="*/ 13502 h 223095"/>
              <a:gd name="csX35" fmla="*/ 147260 w 357764"/>
              <a:gd name="csY35" fmla="*/ 0 h 223095"/>
              <a:gd name="csX36" fmla="*/ 157468 w 357764"/>
              <a:gd name="csY36" fmla="*/ 24790 h 223095"/>
              <a:gd name="csX37" fmla="*/ 164323 w 357764"/>
              <a:gd name="csY37" fmla="*/ 32600 h 223095"/>
              <a:gd name="csX38" fmla="*/ 177876 w 357764"/>
              <a:gd name="csY38" fmla="*/ 26172 h 223095"/>
              <a:gd name="csX39" fmla="*/ 195232 w 357764"/>
              <a:gd name="csY39" fmla="*/ 18047 h 223095"/>
              <a:gd name="csX40" fmla="*/ 208905 w 357764"/>
              <a:gd name="csY40" fmla="*/ 10791 h 223095"/>
              <a:gd name="csX41" fmla="*/ 219887 w 357764"/>
              <a:gd name="csY41" fmla="*/ 4680 h 223095"/>
              <a:gd name="csX42" fmla="*/ 238661 w 357764"/>
              <a:gd name="csY42" fmla="*/ 20265 h 223095"/>
              <a:gd name="csX43" fmla="*/ 254397 w 357764"/>
              <a:gd name="csY43" fmla="*/ 25712 h 223095"/>
              <a:gd name="csX44" fmla="*/ 258145 w 357764"/>
              <a:gd name="csY44" fmla="*/ 24934 h 223095"/>
              <a:gd name="csX45" fmla="*/ 286337 w 357764"/>
              <a:gd name="csY45" fmla="*/ 54210 h 223095"/>
              <a:gd name="csX46" fmla="*/ 292234 w 357764"/>
              <a:gd name="csY46" fmla="*/ 58728 h 223095"/>
              <a:gd name="csX47" fmla="*/ 311147 w 357764"/>
              <a:gd name="csY47" fmla="*/ 69699 h 223095"/>
              <a:gd name="csX48" fmla="*/ 321808 w 357764"/>
              <a:gd name="csY48" fmla="*/ 76335 h 223095"/>
              <a:gd name="csX49" fmla="*/ 326980 w 357764"/>
              <a:gd name="csY49" fmla="*/ 102795 h 223095"/>
              <a:gd name="csX50" fmla="*/ 329261 w 357764"/>
              <a:gd name="csY50" fmla="*/ 127630 h 223095"/>
              <a:gd name="csX51" fmla="*/ 333007 w 357764"/>
              <a:gd name="csY51" fmla="*/ 137310 h 223095"/>
              <a:gd name="csX52" fmla="*/ 335120 w 357764"/>
              <a:gd name="csY52" fmla="*/ 141980 h 223095"/>
              <a:gd name="csX53" fmla="*/ 346410 w 357764"/>
              <a:gd name="csY53" fmla="*/ 150369 h 223095"/>
              <a:gd name="csX54" fmla="*/ 357125 w 357764"/>
              <a:gd name="csY54" fmla="*/ 170794 h 223095"/>
              <a:gd name="csX55" fmla="*/ 348644 w 357764"/>
              <a:gd name="csY55" fmla="*/ 191877 h 223095"/>
              <a:gd name="csX56" fmla="*/ 333236 w 357764"/>
              <a:gd name="csY56" fmla="*/ 203812 h 223095"/>
              <a:gd name="csX57" fmla="*/ 327844 w 357764"/>
              <a:gd name="csY57" fmla="*/ 209994 h 223095"/>
              <a:gd name="csX58" fmla="*/ 320060 w 357764"/>
              <a:gd name="csY58" fmla="*/ 219045 h 223095"/>
              <a:gd name="csX59" fmla="*/ 310749 w 357764"/>
              <a:gd name="csY59" fmla="*/ 220821 h 2230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Lst>
            <a:rect l="l" t="t" r="r" b="b"/>
            <a:pathLst>
              <a:path w="357764" h="223095">
                <a:moveTo>
                  <a:pt x="310749" y="220821"/>
                </a:moveTo>
                <a:cubicBezTo>
                  <a:pt x="309909" y="218632"/>
                  <a:pt x="308109" y="216842"/>
                  <a:pt x="306750" y="216842"/>
                </a:cubicBezTo>
                <a:cubicBezTo>
                  <a:pt x="305390" y="216842"/>
                  <a:pt x="301501" y="213542"/>
                  <a:pt x="298107" y="209508"/>
                </a:cubicBezTo>
                <a:cubicBezTo>
                  <a:pt x="293077" y="203531"/>
                  <a:pt x="289793" y="202142"/>
                  <a:pt x="280348" y="201999"/>
                </a:cubicBezTo>
                <a:cubicBezTo>
                  <a:pt x="272259" y="201877"/>
                  <a:pt x="266975" y="200160"/>
                  <a:pt x="262845" y="196313"/>
                </a:cubicBezTo>
                <a:cubicBezTo>
                  <a:pt x="259591" y="193282"/>
                  <a:pt x="256525" y="192014"/>
                  <a:pt x="256032" y="193496"/>
                </a:cubicBezTo>
                <a:cubicBezTo>
                  <a:pt x="254564" y="197900"/>
                  <a:pt x="248378" y="196574"/>
                  <a:pt x="242886" y="190679"/>
                </a:cubicBezTo>
                <a:cubicBezTo>
                  <a:pt x="238972" y="186478"/>
                  <a:pt x="235903" y="185537"/>
                  <a:pt x="229978" y="186722"/>
                </a:cubicBezTo>
                <a:cubicBezTo>
                  <a:pt x="225703" y="187577"/>
                  <a:pt x="221597" y="187293"/>
                  <a:pt x="220854" y="186091"/>
                </a:cubicBezTo>
                <a:cubicBezTo>
                  <a:pt x="219048" y="183170"/>
                  <a:pt x="209097" y="180663"/>
                  <a:pt x="209097" y="183130"/>
                </a:cubicBezTo>
                <a:cubicBezTo>
                  <a:pt x="209097" y="184200"/>
                  <a:pt x="211711" y="186336"/>
                  <a:pt x="214906" y="187877"/>
                </a:cubicBezTo>
                <a:cubicBezTo>
                  <a:pt x="220644" y="190644"/>
                  <a:pt x="220647" y="190680"/>
                  <a:pt x="215222" y="190853"/>
                </a:cubicBezTo>
                <a:cubicBezTo>
                  <a:pt x="212201" y="190949"/>
                  <a:pt x="208208" y="189194"/>
                  <a:pt x="206349" y="186954"/>
                </a:cubicBezTo>
                <a:cubicBezTo>
                  <a:pt x="204489" y="184713"/>
                  <a:pt x="197087" y="179934"/>
                  <a:pt x="189899" y="176334"/>
                </a:cubicBezTo>
                <a:cubicBezTo>
                  <a:pt x="182711" y="172733"/>
                  <a:pt x="174726" y="167933"/>
                  <a:pt x="172154" y="165667"/>
                </a:cubicBezTo>
                <a:cubicBezTo>
                  <a:pt x="168546" y="162487"/>
                  <a:pt x="167026" y="162279"/>
                  <a:pt x="165494" y="164758"/>
                </a:cubicBezTo>
                <a:cubicBezTo>
                  <a:pt x="163542" y="167916"/>
                  <a:pt x="154887" y="166373"/>
                  <a:pt x="154887" y="162867"/>
                </a:cubicBezTo>
                <a:cubicBezTo>
                  <a:pt x="154887" y="161880"/>
                  <a:pt x="150940" y="160961"/>
                  <a:pt x="146116" y="160825"/>
                </a:cubicBezTo>
                <a:cubicBezTo>
                  <a:pt x="141292" y="160688"/>
                  <a:pt x="128410" y="156392"/>
                  <a:pt x="117490" y="151278"/>
                </a:cubicBezTo>
                <a:cubicBezTo>
                  <a:pt x="106570" y="146164"/>
                  <a:pt x="96577" y="141980"/>
                  <a:pt x="95284" y="141980"/>
                </a:cubicBezTo>
                <a:cubicBezTo>
                  <a:pt x="93990" y="141980"/>
                  <a:pt x="92932" y="140286"/>
                  <a:pt x="92932" y="138216"/>
                </a:cubicBezTo>
                <a:cubicBezTo>
                  <a:pt x="92932" y="136147"/>
                  <a:pt x="87705" y="131390"/>
                  <a:pt x="81316" y="127645"/>
                </a:cubicBezTo>
                <a:cubicBezTo>
                  <a:pt x="74927" y="123901"/>
                  <a:pt x="69699" y="119339"/>
                  <a:pt x="69699" y="117508"/>
                </a:cubicBezTo>
                <a:cubicBezTo>
                  <a:pt x="69699" y="113290"/>
                  <a:pt x="58936" y="106155"/>
                  <a:pt x="49682" y="104238"/>
                </a:cubicBezTo>
                <a:cubicBezTo>
                  <a:pt x="45282" y="103326"/>
                  <a:pt x="39312" y="98365"/>
                  <a:pt x="33940" y="91155"/>
                </a:cubicBezTo>
                <a:cubicBezTo>
                  <a:pt x="25287" y="79543"/>
                  <a:pt x="10302" y="70747"/>
                  <a:pt x="3571" y="73330"/>
                </a:cubicBezTo>
                <a:cubicBezTo>
                  <a:pt x="957" y="74333"/>
                  <a:pt x="0" y="72319"/>
                  <a:pt x="0" y="65812"/>
                </a:cubicBezTo>
                <a:cubicBezTo>
                  <a:pt x="0" y="58672"/>
                  <a:pt x="1433" y="56184"/>
                  <a:pt x="7287" y="53156"/>
                </a:cubicBezTo>
                <a:cubicBezTo>
                  <a:pt x="19411" y="46887"/>
                  <a:pt x="21790" y="42538"/>
                  <a:pt x="18044" y="33495"/>
                </a:cubicBezTo>
                <a:cubicBezTo>
                  <a:pt x="15244" y="26735"/>
                  <a:pt x="15429" y="24996"/>
                  <a:pt x="19421" y="20586"/>
                </a:cubicBezTo>
                <a:cubicBezTo>
                  <a:pt x="25368" y="14014"/>
                  <a:pt x="37292" y="14059"/>
                  <a:pt x="43911" y="20678"/>
                </a:cubicBezTo>
                <a:cubicBezTo>
                  <a:pt x="48190" y="24957"/>
                  <a:pt x="51021" y="25553"/>
                  <a:pt x="60045" y="24079"/>
                </a:cubicBezTo>
                <a:cubicBezTo>
                  <a:pt x="79921" y="20832"/>
                  <a:pt x="103607" y="22707"/>
                  <a:pt x="132045" y="29780"/>
                </a:cubicBezTo>
                <a:cubicBezTo>
                  <a:pt x="137569" y="31154"/>
                  <a:pt x="139225" y="30428"/>
                  <a:pt x="140624" y="26018"/>
                </a:cubicBezTo>
                <a:cubicBezTo>
                  <a:pt x="141578" y="23013"/>
                  <a:pt x="142026" y="17381"/>
                  <a:pt x="141619" y="13502"/>
                </a:cubicBezTo>
                <a:cubicBezTo>
                  <a:pt x="140830" y="5985"/>
                  <a:pt x="143331" y="0"/>
                  <a:pt x="147260" y="0"/>
                </a:cubicBezTo>
                <a:cubicBezTo>
                  <a:pt x="150433" y="0"/>
                  <a:pt x="157468" y="17085"/>
                  <a:pt x="157468" y="24790"/>
                </a:cubicBezTo>
                <a:cubicBezTo>
                  <a:pt x="157468" y="29227"/>
                  <a:pt x="159328" y="31346"/>
                  <a:pt x="164323" y="32600"/>
                </a:cubicBezTo>
                <a:cubicBezTo>
                  <a:pt x="169965" y="34015"/>
                  <a:pt x="172364" y="32878"/>
                  <a:pt x="177876" y="26172"/>
                </a:cubicBezTo>
                <a:cubicBezTo>
                  <a:pt x="183430" y="19415"/>
                  <a:pt x="186393" y="18028"/>
                  <a:pt x="195232" y="18047"/>
                </a:cubicBezTo>
                <a:cubicBezTo>
                  <a:pt x="204499" y="18067"/>
                  <a:pt x="206283" y="17120"/>
                  <a:pt x="208905" y="10791"/>
                </a:cubicBezTo>
                <a:cubicBezTo>
                  <a:pt x="211484" y="4565"/>
                  <a:pt x="213074" y="3680"/>
                  <a:pt x="219887" y="4680"/>
                </a:cubicBezTo>
                <a:cubicBezTo>
                  <a:pt x="228665" y="5969"/>
                  <a:pt x="236077" y="12121"/>
                  <a:pt x="238661" y="20265"/>
                </a:cubicBezTo>
                <a:cubicBezTo>
                  <a:pt x="240752" y="26852"/>
                  <a:pt x="249411" y="29849"/>
                  <a:pt x="254397" y="25712"/>
                </a:cubicBezTo>
                <a:cubicBezTo>
                  <a:pt x="256458" y="24001"/>
                  <a:pt x="258145" y="23651"/>
                  <a:pt x="258145" y="24934"/>
                </a:cubicBezTo>
                <a:cubicBezTo>
                  <a:pt x="258145" y="28142"/>
                  <a:pt x="283247" y="54210"/>
                  <a:pt x="286337" y="54210"/>
                </a:cubicBezTo>
                <a:cubicBezTo>
                  <a:pt x="287708" y="54210"/>
                  <a:pt x="290362" y="56243"/>
                  <a:pt x="292234" y="58728"/>
                </a:cubicBezTo>
                <a:cubicBezTo>
                  <a:pt x="296425" y="64288"/>
                  <a:pt x="305753" y="69699"/>
                  <a:pt x="311147" y="69699"/>
                </a:cubicBezTo>
                <a:cubicBezTo>
                  <a:pt x="313361" y="69699"/>
                  <a:pt x="318158" y="72685"/>
                  <a:pt x="321808" y="76335"/>
                </a:cubicBezTo>
                <a:cubicBezTo>
                  <a:pt x="328098" y="82626"/>
                  <a:pt x="328367" y="84002"/>
                  <a:pt x="326980" y="102795"/>
                </a:cubicBezTo>
                <a:cubicBezTo>
                  <a:pt x="325865" y="117888"/>
                  <a:pt x="326410" y="123815"/>
                  <a:pt x="329261" y="127630"/>
                </a:cubicBezTo>
                <a:cubicBezTo>
                  <a:pt x="331322" y="130386"/>
                  <a:pt x="333007" y="134742"/>
                  <a:pt x="333007" y="137310"/>
                </a:cubicBezTo>
                <a:cubicBezTo>
                  <a:pt x="333007" y="139879"/>
                  <a:pt x="333958" y="141980"/>
                  <a:pt x="335120" y="141980"/>
                </a:cubicBezTo>
                <a:cubicBezTo>
                  <a:pt x="336282" y="141980"/>
                  <a:pt x="341362" y="145755"/>
                  <a:pt x="346410" y="150369"/>
                </a:cubicBezTo>
                <a:cubicBezTo>
                  <a:pt x="353607" y="156948"/>
                  <a:pt x="355920" y="161358"/>
                  <a:pt x="357125" y="170794"/>
                </a:cubicBezTo>
                <a:cubicBezTo>
                  <a:pt x="358591" y="182285"/>
                  <a:pt x="358209" y="183236"/>
                  <a:pt x="348644" y="191877"/>
                </a:cubicBezTo>
                <a:cubicBezTo>
                  <a:pt x="343134" y="196855"/>
                  <a:pt x="336201" y="202226"/>
                  <a:pt x="333236" y="203812"/>
                </a:cubicBezTo>
                <a:cubicBezTo>
                  <a:pt x="330270" y="205399"/>
                  <a:pt x="327844" y="208181"/>
                  <a:pt x="327844" y="209994"/>
                </a:cubicBezTo>
                <a:cubicBezTo>
                  <a:pt x="327844" y="211806"/>
                  <a:pt x="324341" y="215879"/>
                  <a:pt x="320060" y="219045"/>
                </a:cubicBezTo>
                <a:cubicBezTo>
                  <a:pt x="313416" y="223957"/>
                  <a:pt x="312052" y="224217"/>
                  <a:pt x="310749" y="220821"/>
                </a:cubicBezTo>
                <a:close/>
              </a:path>
            </a:pathLst>
          </a:custGeom>
          <a:solidFill>
            <a:srgbClr val="B9B9B9"/>
          </a:solidFill>
          <a:ln w="5163" cap="flat">
            <a:noFill/>
            <a:prstDash val="solid"/>
            <a:miter/>
          </a:ln>
        </p:spPr>
        <p:txBody>
          <a:bodyPr/>
          <a:lstStyle/>
          <a:p>
            <a:endParaRPr lang="es-419" noProof="0" dirty="0"/>
          </a:p>
        </p:txBody>
      </p:sp>
      <p:sp>
        <p:nvSpPr>
          <p:cNvPr id="64" name="Forma libre: forma 63">
            <a:extLst>
              <a:ext uri="{FF2B5EF4-FFF2-40B4-BE49-F238E27FC236}">
                <a16:creationId xmlns:a16="http://schemas.microsoft.com/office/drawing/2014/main" id="{A458B5E5-9D92-2FE8-C662-02C557A67404}"/>
              </a:ext>
            </a:extLst>
          </p:cNvPr>
          <p:cNvSpPr/>
          <p:nvPr/>
        </p:nvSpPr>
        <p:spPr>
          <a:xfrm>
            <a:off x="2030531" y="2394260"/>
            <a:ext cx="276109" cy="131653"/>
          </a:xfrm>
          <a:custGeom>
            <a:avLst/>
            <a:gdLst>
              <a:gd name="csX0" fmla="*/ 240916 w 276109"/>
              <a:gd name="csY0" fmla="*/ 129933 h 131653"/>
              <a:gd name="csX1" fmla="*/ 239195 w 276109"/>
              <a:gd name="csY1" fmla="*/ 124013 h 131653"/>
              <a:gd name="csX2" fmla="*/ 228223 w 276109"/>
              <a:gd name="csY2" fmla="*/ 115744 h 131653"/>
              <a:gd name="csX3" fmla="*/ 217897 w 276109"/>
              <a:gd name="csY3" fmla="*/ 106005 h 131653"/>
              <a:gd name="csX4" fmla="*/ 210063 w 276109"/>
              <a:gd name="csY4" fmla="*/ 90246 h 131653"/>
              <a:gd name="csX5" fmla="*/ 197989 w 276109"/>
              <a:gd name="csY5" fmla="*/ 82502 h 131653"/>
              <a:gd name="csX6" fmla="*/ 171181 w 276109"/>
              <a:gd name="csY6" fmla="*/ 78639 h 131653"/>
              <a:gd name="csX7" fmla="*/ 162540 w 276109"/>
              <a:gd name="csY7" fmla="*/ 80766 h 131653"/>
              <a:gd name="csX8" fmla="*/ 140024 w 276109"/>
              <a:gd name="csY8" fmla="*/ 103258 h 131653"/>
              <a:gd name="csX9" fmla="*/ 121107 w 276109"/>
              <a:gd name="csY9" fmla="*/ 123910 h 131653"/>
              <a:gd name="csX10" fmla="*/ 115285 w 276109"/>
              <a:gd name="csY10" fmla="*/ 120037 h 131653"/>
              <a:gd name="csX11" fmla="*/ 106086 w 276109"/>
              <a:gd name="csY11" fmla="*/ 116165 h 131653"/>
              <a:gd name="csX12" fmla="*/ 95488 w 276109"/>
              <a:gd name="csY12" fmla="*/ 97511 h 131653"/>
              <a:gd name="csX13" fmla="*/ 74161 w 276109"/>
              <a:gd name="csY13" fmla="*/ 72281 h 131653"/>
              <a:gd name="csX14" fmla="*/ 62180 w 276109"/>
              <a:gd name="csY14" fmla="*/ 80383 h 131653"/>
              <a:gd name="csX15" fmla="*/ 59403 w 276109"/>
              <a:gd name="csY15" fmla="*/ 95543 h 131653"/>
              <a:gd name="csX16" fmla="*/ 54777 w 276109"/>
              <a:gd name="csY16" fmla="*/ 108274 h 131653"/>
              <a:gd name="csX17" fmla="*/ 46950 w 276109"/>
              <a:gd name="csY17" fmla="*/ 122154 h 131653"/>
              <a:gd name="csX18" fmla="*/ 45160 w 276109"/>
              <a:gd name="csY18" fmla="*/ 130363 h 131653"/>
              <a:gd name="csX19" fmla="*/ 42524 w 276109"/>
              <a:gd name="csY19" fmla="*/ 123910 h 131653"/>
              <a:gd name="csX20" fmla="*/ 27585 w 276109"/>
              <a:gd name="csY20" fmla="*/ 101648 h 131653"/>
              <a:gd name="csX21" fmla="*/ 3541 w 276109"/>
              <a:gd name="csY21" fmla="*/ 71617 h 131653"/>
              <a:gd name="csX22" fmla="*/ 489 w 276109"/>
              <a:gd name="csY22" fmla="*/ 57859 h 131653"/>
              <a:gd name="csX23" fmla="*/ 5896 w 276109"/>
              <a:gd name="csY23" fmla="*/ 47783 h 131653"/>
              <a:gd name="csX24" fmla="*/ 14046 w 276109"/>
              <a:gd name="csY24" fmla="*/ 46070 h 131653"/>
              <a:gd name="csX25" fmla="*/ 24934 w 276109"/>
              <a:gd name="csY25" fmla="*/ 43885 h 131653"/>
              <a:gd name="csX26" fmla="*/ 35503 w 276109"/>
              <a:gd name="csY26" fmla="*/ 38722 h 131653"/>
              <a:gd name="csX27" fmla="*/ 41946 w 276109"/>
              <a:gd name="csY27" fmla="*/ 35764 h 131653"/>
              <a:gd name="csX28" fmla="*/ 25819 w 276109"/>
              <a:gd name="csY28" fmla="*/ 37615 h 131653"/>
              <a:gd name="csX29" fmla="*/ 26045 w 276109"/>
              <a:gd name="csY29" fmla="*/ 35947 h 131653"/>
              <a:gd name="csX30" fmla="*/ 73982 w 276109"/>
              <a:gd name="csY30" fmla="*/ 25857 h 131653"/>
              <a:gd name="csX31" fmla="*/ 76916 w 276109"/>
              <a:gd name="csY31" fmla="*/ 28123 h 131653"/>
              <a:gd name="csX32" fmla="*/ 76893 w 276109"/>
              <a:gd name="csY32" fmla="*/ 31518 h 131653"/>
              <a:gd name="csX33" fmla="*/ 83755 w 276109"/>
              <a:gd name="csY33" fmla="*/ 29317 h 131653"/>
              <a:gd name="csX34" fmla="*/ 96686 w 276109"/>
              <a:gd name="csY34" fmla="*/ 23336 h 131653"/>
              <a:gd name="csX35" fmla="*/ 114106 w 276109"/>
              <a:gd name="csY35" fmla="*/ 13587 h 131653"/>
              <a:gd name="csX36" fmla="*/ 134447 w 276109"/>
              <a:gd name="csY36" fmla="*/ 0 h 131653"/>
              <a:gd name="csX37" fmla="*/ 136418 w 276109"/>
              <a:gd name="csY37" fmla="*/ 8390 h 131653"/>
              <a:gd name="csX38" fmla="*/ 147553 w 276109"/>
              <a:gd name="csY38" fmla="*/ 17557 h 131653"/>
              <a:gd name="csX39" fmla="*/ 164372 w 276109"/>
              <a:gd name="csY39" fmla="*/ 37279 h 131653"/>
              <a:gd name="csX40" fmla="*/ 179001 w 276109"/>
              <a:gd name="csY40" fmla="*/ 58990 h 131653"/>
              <a:gd name="csX41" fmla="*/ 191415 w 276109"/>
              <a:gd name="csY41" fmla="*/ 67081 h 131653"/>
              <a:gd name="csX42" fmla="*/ 215539 w 276109"/>
              <a:gd name="csY42" fmla="*/ 67434 h 131653"/>
              <a:gd name="csX43" fmla="*/ 218120 w 276109"/>
              <a:gd name="csY43" fmla="*/ 59084 h 131653"/>
              <a:gd name="csX44" fmla="*/ 224155 w 276109"/>
              <a:gd name="csY44" fmla="*/ 52122 h 131653"/>
              <a:gd name="csX45" fmla="*/ 241477 w 276109"/>
              <a:gd name="csY45" fmla="*/ 56639 h 131653"/>
              <a:gd name="csX46" fmla="*/ 260758 w 276109"/>
              <a:gd name="csY46" fmla="*/ 61955 h 131653"/>
              <a:gd name="csX47" fmla="*/ 271115 w 276109"/>
              <a:gd name="csY47" fmla="*/ 65853 h 131653"/>
              <a:gd name="csX48" fmla="*/ 274360 w 276109"/>
              <a:gd name="csY48" fmla="*/ 100702 h 131653"/>
              <a:gd name="csX49" fmla="*/ 276110 w 276109"/>
              <a:gd name="csY49" fmla="*/ 131654 h 131653"/>
              <a:gd name="csX50" fmla="*/ 259373 w 276109"/>
              <a:gd name="csY50" fmla="*/ 131654 h 131653"/>
              <a:gd name="csX51" fmla="*/ 240916 w 276109"/>
              <a:gd name="csY51" fmla="*/ 129933 h 1316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Lst>
            <a:rect l="l" t="t" r="r" b="b"/>
            <a:pathLst>
              <a:path w="276109" h="131653">
                <a:moveTo>
                  <a:pt x="240916" y="129933"/>
                </a:moveTo>
                <a:cubicBezTo>
                  <a:pt x="239969" y="128986"/>
                  <a:pt x="239195" y="126322"/>
                  <a:pt x="239195" y="124013"/>
                </a:cubicBezTo>
                <a:cubicBezTo>
                  <a:pt x="239195" y="121432"/>
                  <a:pt x="234966" y="118245"/>
                  <a:pt x="228223" y="115744"/>
                </a:cubicBezTo>
                <a:cubicBezTo>
                  <a:pt x="219440" y="112485"/>
                  <a:pt x="217381" y="110543"/>
                  <a:pt x="217897" y="106005"/>
                </a:cubicBezTo>
                <a:cubicBezTo>
                  <a:pt x="218682" y="99107"/>
                  <a:pt x="214348" y="90389"/>
                  <a:pt x="210063" y="90246"/>
                </a:cubicBezTo>
                <a:cubicBezTo>
                  <a:pt x="208338" y="90188"/>
                  <a:pt x="202905" y="86703"/>
                  <a:pt x="197989" y="82502"/>
                </a:cubicBezTo>
                <a:cubicBezTo>
                  <a:pt x="188345" y="74258"/>
                  <a:pt x="178782" y="72880"/>
                  <a:pt x="171181" y="78639"/>
                </a:cubicBezTo>
                <a:cubicBezTo>
                  <a:pt x="168558" y="80626"/>
                  <a:pt x="164670" y="81583"/>
                  <a:pt x="162540" y="80766"/>
                </a:cubicBezTo>
                <a:cubicBezTo>
                  <a:pt x="158541" y="79232"/>
                  <a:pt x="151258" y="86508"/>
                  <a:pt x="140024" y="103258"/>
                </a:cubicBezTo>
                <a:cubicBezTo>
                  <a:pt x="131601" y="115819"/>
                  <a:pt x="124189" y="123910"/>
                  <a:pt x="121107" y="123910"/>
                </a:cubicBezTo>
                <a:cubicBezTo>
                  <a:pt x="119672" y="123910"/>
                  <a:pt x="117052" y="122167"/>
                  <a:pt x="115285" y="120037"/>
                </a:cubicBezTo>
                <a:cubicBezTo>
                  <a:pt x="113517" y="117908"/>
                  <a:pt x="109378" y="116165"/>
                  <a:pt x="106086" y="116165"/>
                </a:cubicBezTo>
                <a:cubicBezTo>
                  <a:pt x="98470" y="116165"/>
                  <a:pt x="97317" y="114137"/>
                  <a:pt x="95488" y="97511"/>
                </a:cubicBezTo>
                <a:cubicBezTo>
                  <a:pt x="93708" y="81325"/>
                  <a:pt x="86063" y="72281"/>
                  <a:pt x="74161" y="72281"/>
                </a:cubicBezTo>
                <a:cubicBezTo>
                  <a:pt x="68039" y="72281"/>
                  <a:pt x="65473" y="74016"/>
                  <a:pt x="62180" y="80383"/>
                </a:cubicBezTo>
                <a:cubicBezTo>
                  <a:pt x="59748" y="85087"/>
                  <a:pt x="58583" y="91445"/>
                  <a:pt x="59403" y="95543"/>
                </a:cubicBezTo>
                <a:cubicBezTo>
                  <a:pt x="60452" y="100790"/>
                  <a:pt x="59265" y="104058"/>
                  <a:pt x="54777" y="108274"/>
                </a:cubicBezTo>
                <a:cubicBezTo>
                  <a:pt x="51457" y="111393"/>
                  <a:pt x="47935" y="117640"/>
                  <a:pt x="46950" y="122154"/>
                </a:cubicBezTo>
                <a:lnTo>
                  <a:pt x="45160" y="130363"/>
                </a:lnTo>
                <a:lnTo>
                  <a:pt x="42524" y="123910"/>
                </a:lnTo>
                <a:cubicBezTo>
                  <a:pt x="37073" y="110563"/>
                  <a:pt x="32979" y="104462"/>
                  <a:pt x="27585" y="101648"/>
                </a:cubicBezTo>
                <a:cubicBezTo>
                  <a:pt x="17943" y="96616"/>
                  <a:pt x="4895" y="80319"/>
                  <a:pt x="3541" y="71617"/>
                </a:cubicBezTo>
                <a:cubicBezTo>
                  <a:pt x="2825" y="67013"/>
                  <a:pt x="1452" y="60822"/>
                  <a:pt x="489" y="57859"/>
                </a:cubicBezTo>
                <a:cubicBezTo>
                  <a:pt x="-848" y="53746"/>
                  <a:pt x="431" y="51364"/>
                  <a:pt x="5896" y="47783"/>
                </a:cubicBezTo>
                <a:cubicBezTo>
                  <a:pt x="10761" y="44595"/>
                  <a:pt x="13372" y="44047"/>
                  <a:pt x="14046" y="46070"/>
                </a:cubicBezTo>
                <a:cubicBezTo>
                  <a:pt x="15462" y="50316"/>
                  <a:pt x="18138" y="49779"/>
                  <a:pt x="24934" y="43885"/>
                </a:cubicBezTo>
                <a:cubicBezTo>
                  <a:pt x="28208" y="41045"/>
                  <a:pt x="32964" y="38722"/>
                  <a:pt x="35503" y="38722"/>
                </a:cubicBezTo>
                <a:cubicBezTo>
                  <a:pt x="38041" y="38722"/>
                  <a:pt x="40941" y="37391"/>
                  <a:pt x="41946" y="35764"/>
                </a:cubicBezTo>
                <a:cubicBezTo>
                  <a:pt x="43722" y="32890"/>
                  <a:pt x="39180" y="33412"/>
                  <a:pt x="25819" y="37615"/>
                </a:cubicBezTo>
                <a:cubicBezTo>
                  <a:pt x="21516" y="38969"/>
                  <a:pt x="21538" y="38810"/>
                  <a:pt x="26045" y="35947"/>
                </a:cubicBezTo>
                <a:cubicBezTo>
                  <a:pt x="31416" y="32535"/>
                  <a:pt x="63427" y="25797"/>
                  <a:pt x="73982" y="25857"/>
                </a:cubicBezTo>
                <a:cubicBezTo>
                  <a:pt x="78607" y="25883"/>
                  <a:pt x="79439" y="26525"/>
                  <a:pt x="76916" y="28123"/>
                </a:cubicBezTo>
                <a:cubicBezTo>
                  <a:pt x="73965" y="29993"/>
                  <a:pt x="73961" y="30540"/>
                  <a:pt x="76893" y="31518"/>
                </a:cubicBezTo>
                <a:cubicBezTo>
                  <a:pt x="78816" y="32159"/>
                  <a:pt x="81904" y="31168"/>
                  <a:pt x="83755" y="29317"/>
                </a:cubicBezTo>
                <a:cubicBezTo>
                  <a:pt x="85607" y="27466"/>
                  <a:pt x="91425" y="24774"/>
                  <a:pt x="96686" y="23336"/>
                </a:cubicBezTo>
                <a:cubicBezTo>
                  <a:pt x="101946" y="21898"/>
                  <a:pt x="109785" y="17511"/>
                  <a:pt x="114106" y="13587"/>
                </a:cubicBezTo>
                <a:cubicBezTo>
                  <a:pt x="121455" y="6915"/>
                  <a:pt x="131807" y="0"/>
                  <a:pt x="134447" y="0"/>
                </a:cubicBezTo>
                <a:cubicBezTo>
                  <a:pt x="135087" y="0"/>
                  <a:pt x="135973" y="3775"/>
                  <a:pt x="136418" y="8390"/>
                </a:cubicBezTo>
                <a:cubicBezTo>
                  <a:pt x="137168" y="16168"/>
                  <a:pt x="137980" y="16836"/>
                  <a:pt x="147553" y="17557"/>
                </a:cubicBezTo>
                <a:cubicBezTo>
                  <a:pt x="160105" y="18501"/>
                  <a:pt x="164320" y="23444"/>
                  <a:pt x="164372" y="37279"/>
                </a:cubicBezTo>
                <a:cubicBezTo>
                  <a:pt x="164422" y="50382"/>
                  <a:pt x="165667" y="52231"/>
                  <a:pt x="179001" y="58990"/>
                </a:cubicBezTo>
                <a:cubicBezTo>
                  <a:pt x="184939" y="62000"/>
                  <a:pt x="190525" y="65641"/>
                  <a:pt x="191415" y="67081"/>
                </a:cubicBezTo>
                <a:cubicBezTo>
                  <a:pt x="193368" y="70242"/>
                  <a:pt x="210709" y="70495"/>
                  <a:pt x="215539" y="67434"/>
                </a:cubicBezTo>
                <a:cubicBezTo>
                  <a:pt x="217436" y="66231"/>
                  <a:pt x="218597" y="62474"/>
                  <a:pt x="218120" y="59084"/>
                </a:cubicBezTo>
                <a:cubicBezTo>
                  <a:pt x="217412" y="54054"/>
                  <a:pt x="218522" y="52773"/>
                  <a:pt x="224155" y="52122"/>
                </a:cubicBezTo>
                <a:cubicBezTo>
                  <a:pt x="227952" y="51683"/>
                  <a:pt x="235747" y="53716"/>
                  <a:pt x="241477" y="56639"/>
                </a:cubicBezTo>
                <a:cubicBezTo>
                  <a:pt x="247208" y="59563"/>
                  <a:pt x="255884" y="61955"/>
                  <a:pt x="260758" y="61955"/>
                </a:cubicBezTo>
                <a:cubicBezTo>
                  <a:pt x="266280" y="61955"/>
                  <a:pt x="270184" y="63424"/>
                  <a:pt x="271115" y="65853"/>
                </a:cubicBezTo>
                <a:cubicBezTo>
                  <a:pt x="271938" y="67996"/>
                  <a:pt x="273398" y="83679"/>
                  <a:pt x="274360" y="100702"/>
                </a:cubicBezTo>
                <a:lnTo>
                  <a:pt x="276110" y="131654"/>
                </a:lnTo>
                <a:lnTo>
                  <a:pt x="259373" y="131654"/>
                </a:lnTo>
                <a:cubicBezTo>
                  <a:pt x="250168" y="131654"/>
                  <a:pt x="241862" y="130880"/>
                  <a:pt x="240916" y="129933"/>
                </a:cubicBezTo>
                <a:close/>
              </a:path>
            </a:pathLst>
          </a:custGeom>
          <a:solidFill>
            <a:srgbClr val="B9B9B9"/>
          </a:solidFill>
          <a:ln w="5163" cap="flat">
            <a:noFill/>
            <a:prstDash val="solid"/>
            <a:miter/>
          </a:ln>
        </p:spPr>
        <p:txBody>
          <a:bodyPr/>
          <a:lstStyle/>
          <a:p>
            <a:endParaRPr lang="es-419" noProof="0" dirty="0"/>
          </a:p>
        </p:txBody>
      </p:sp>
      <p:sp>
        <p:nvSpPr>
          <p:cNvPr id="65" name="Forma libre: forma 64">
            <a:extLst>
              <a:ext uri="{FF2B5EF4-FFF2-40B4-BE49-F238E27FC236}">
                <a16:creationId xmlns:a16="http://schemas.microsoft.com/office/drawing/2014/main" id="{B2AD27C9-B5B1-35C9-8C20-2F1F46B28FF8}"/>
              </a:ext>
            </a:extLst>
          </p:cNvPr>
          <p:cNvSpPr/>
          <p:nvPr/>
        </p:nvSpPr>
        <p:spPr>
          <a:xfrm>
            <a:off x="1184484" y="2261861"/>
            <a:ext cx="318490" cy="227740"/>
          </a:xfrm>
          <a:custGeom>
            <a:avLst/>
            <a:gdLst>
              <a:gd name="csX0" fmla="*/ 114616 w 318490"/>
              <a:gd name="csY0" fmla="*/ 224041 h 227740"/>
              <a:gd name="csX1" fmla="*/ 98063 w 318490"/>
              <a:gd name="csY1" fmla="*/ 220365 h 227740"/>
              <a:gd name="csX2" fmla="*/ 78702 w 318490"/>
              <a:gd name="csY2" fmla="*/ 212689 h 227740"/>
              <a:gd name="csX3" fmla="*/ 52720 w 318490"/>
              <a:gd name="csY3" fmla="*/ 202264 h 227740"/>
              <a:gd name="csX4" fmla="*/ 16521 w 318490"/>
              <a:gd name="csY4" fmla="*/ 184010 h 227740"/>
              <a:gd name="csX5" fmla="*/ 9212 w 318490"/>
              <a:gd name="csY5" fmla="*/ 173147 h 227740"/>
              <a:gd name="csX6" fmla="*/ 4642 w 318490"/>
              <a:gd name="csY6" fmla="*/ 147730 h 227740"/>
              <a:gd name="csX7" fmla="*/ 11809 w 318490"/>
              <a:gd name="csY7" fmla="*/ 137502 h 227740"/>
              <a:gd name="csX8" fmla="*/ 21183 w 318490"/>
              <a:gd name="csY8" fmla="*/ 134430 h 227740"/>
              <a:gd name="csX9" fmla="*/ 31013 w 318490"/>
              <a:gd name="csY9" fmla="*/ 131925 h 227740"/>
              <a:gd name="csX10" fmla="*/ 40878 w 318490"/>
              <a:gd name="csY10" fmla="*/ 131248 h 227740"/>
              <a:gd name="csX11" fmla="*/ 63873 w 318490"/>
              <a:gd name="csY11" fmla="*/ 121001 h 227740"/>
              <a:gd name="csX12" fmla="*/ 83748 w 318490"/>
              <a:gd name="csY12" fmla="*/ 109166 h 227740"/>
              <a:gd name="csX13" fmla="*/ 103738 w 318490"/>
              <a:gd name="csY13" fmla="*/ 85934 h 227740"/>
              <a:gd name="csX14" fmla="*/ 95901 w 318490"/>
              <a:gd name="csY14" fmla="*/ 79966 h 227740"/>
              <a:gd name="csX15" fmla="*/ 88802 w 318490"/>
              <a:gd name="csY15" fmla="*/ 74674 h 227740"/>
              <a:gd name="csX16" fmla="*/ 86125 w 318490"/>
              <a:gd name="csY16" fmla="*/ 66219 h 227740"/>
              <a:gd name="csX17" fmla="*/ 86125 w 318490"/>
              <a:gd name="csY17" fmla="*/ 56499 h 227740"/>
              <a:gd name="csX18" fmla="*/ 88802 w 318490"/>
              <a:gd name="csY18" fmla="*/ 47540 h 227740"/>
              <a:gd name="csX19" fmla="*/ 60913 w 318490"/>
              <a:gd name="csY19" fmla="*/ 35309 h 227740"/>
              <a:gd name="csX20" fmla="*/ 56419 w 318490"/>
              <a:gd name="csY20" fmla="*/ 24926 h 227740"/>
              <a:gd name="csX21" fmla="*/ 74769 w 318490"/>
              <a:gd name="csY21" fmla="*/ 18056 h 227740"/>
              <a:gd name="csX22" fmla="*/ 99155 w 318490"/>
              <a:gd name="csY22" fmla="*/ 10069 h 227740"/>
              <a:gd name="csX23" fmla="*/ 128747 w 318490"/>
              <a:gd name="csY23" fmla="*/ 1794 h 227740"/>
              <a:gd name="csX24" fmla="*/ 148545 w 318490"/>
              <a:gd name="csY24" fmla="*/ 0 h 227740"/>
              <a:gd name="csX25" fmla="*/ 155959 w 318490"/>
              <a:gd name="csY25" fmla="*/ 8117 h 227740"/>
              <a:gd name="csX26" fmla="*/ 176571 w 318490"/>
              <a:gd name="csY26" fmla="*/ 11071 h 227740"/>
              <a:gd name="csX27" fmla="*/ 199804 w 318490"/>
              <a:gd name="csY27" fmla="*/ 21145 h 227740"/>
              <a:gd name="csX28" fmla="*/ 218086 w 318490"/>
              <a:gd name="csY28" fmla="*/ 31610 h 227740"/>
              <a:gd name="csX29" fmla="*/ 246412 w 318490"/>
              <a:gd name="csY29" fmla="*/ 32163 h 227740"/>
              <a:gd name="csX30" fmla="*/ 266539 w 318490"/>
              <a:gd name="csY30" fmla="*/ 37891 h 227740"/>
              <a:gd name="csX31" fmla="*/ 290777 w 318490"/>
              <a:gd name="csY31" fmla="*/ 32555 h 227740"/>
              <a:gd name="csX32" fmla="*/ 315453 w 318490"/>
              <a:gd name="csY32" fmla="*/ 29658 h 227740"/>
              <a:gd name="csX33" fmla="*/ 315970 w 318490"/>
              <a:gd name="csY33" fmla="*/ 49793 h 227740"/>
              <a:gd name="csX34" fmla="*/ 313388 w 318490"/>
              <a:gd name="csY34" fmla="*/ 54741 h 227740"/>
              <a:gd name="csX35" fmla="*/ 311088 w 318490"/>
              <a:gd name="csY35" fmla="*/ 60549 h 227740"/>
              <a:gd name="csX36" fmla="*/ 306292 w 318490"/>
              <a:gd name="csY36" fmla="*/ 87865 h 227740"/>
              <a:gd name="csX37" fmla="*/ 284623 w 318490"/>
              <a:gd name="csY37" fmla="*/ 147819 h 227740"/>
              <a:gd name="csX38" fmla="*/ 277248 w 318490"/>
              <a:gd name="csY38" fmla="*/ 167736 h 227740"/>
              <a:gd name="csX39" fmla="*/ 272730 w 318490"/>
              <a:gd name="csY39" fmla="*/ 177484 h 227740"/>
              <a:gd name="csX40" fmla="*/ 214235 w 318490"/>
              <a:gd name="csY40" fmla="*/ 170076 h 227740"/>
              <a:gd name="csX41" fmla="*/ 184978 w 318490"/>
              <a:gd name="csY41" fmla="*/ 166604 h 227740"/>
              <a:gd name="csX42" fmla="*/ 157292 w 318490"/>
              <a:gd name="csY42" fmla="*/ 168449 h 227740"/>
              <a:gd name="csX43" fmla="*/ 156212 w 318490"/>
              <a:gd name="csY43" fmla="*/ 189010 h 227740"/>
              <a:gd name="csX44" fmla="*/ 147530 w 318490"/>
              <a:gd name="csY44" fmla="*/ 199123 h 227740"/>
              <a:gd name="csX45" fmla="*/ 137850 w 318490"/>
              <a:gd name="csY45" fmla="*/ 216729 h 227740"/>
              <a:gd name="csX46" fmla="*/ 130751 w 318490"/>
              <a:gd name="csY46" fmla="*/ 227717 h 227740"/>
              <a:gd name="csX47" fmla="*/ 114616 w 318490"/>
              <a:gd name="csY47" fmla="*/ 224041 h 2277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Lst>
            <a:rect l="l" t="t" r="r" b="b"/>
            <a:pathLst>
              <a:path w="318490" h="227740">
                <a:moveTo>
                  <a:pt x="114616" y="224041"/>
                </a:moveTo>
                <a:cubicBezTo>
                  <a:pt x="109647" y="222127"/>
                  <a:pt x="102198" y="220473"/>
                  <a:pt x="98063" y="220365"/>
                </a:cubicBezTo>
                <a:cubicBezTo>
                  <a:pt x="93928" y="220257"/>
                  <a:pt x="85216" y="216803"/>
                  <a:pt x="78702" y="212689"/>
                </a:cubicBezTo>
                <a:cubicBezTo>
                  <a:pt x="72189" y="208575"/>
                  <a:pt x="60497" y="203884"/>
                  <a:pt x="52720" y="202264"/>
                </a:cubicBezTo>
                <a:cubicBezTo>
                  <a:pt x="38260" y="199253"/>
                  <a:pt x="16521" y="188291"/>
                  <a:pt x="16521" y="184010"/>
                </a:cubicBezTo>
                <a:cubicBezTo>
                  <a:pt x="16521" y="182699"/>
                  <a:pt x="13232" y="177811"/>
                  <a:pt x="9212" y="173147"/>
                </a:cubicBezTo>
                <a:cubicBezTo>
                  <a:pt x="-1729" y="160453"/>
                  <a:pt x="-2493" y="156209"/>
                  <a:pt x="4642" y="147730"/>
                </a:cubicBezTo>
                <a:cubicBezTo>
                  <a:pt x="8064" y="143663"/>
                  <a:pt x="11290" y="139060"/>
                  <a:pt x="11809" y="137502"/>
                </a:cubicBezTo>
                <a:cubicBezTo>
                  <a:pt x="12328" y="135944"/>
                  <a:pt x="16546" y="134562"/>
                  <a:pt x="21183" y="134430"/>
                </a:cubicBezTo>
                <a:cubicBezTo>
                  <a:pt x="25819" y="134298"/>
                  <a:pt x="30243" y="133171"/>
                  <a:pt x="31013" y="131925"/>
                </a:cubicBezTo>
                <a:cubicBezTo>
                  <a:pt x="31783" y="130679"/>
                  <a:pt x="36222" y="130374"/>
                  <a:pt x="40878" y="131248"/>
                </a:cubicBezTo>
                <a:cubicBezTo>
                  <a:pt x="48236" y="132628"/>
                  <a:pt x="51244" y="131288"/>
                  <a:pt x="63873" y="121001"/>
                </a:cubicBezTo>
                <a:cubicBezTo>
                  <a:pt x="71865" y="114492"/>
                  <a:pt x="80808" y="109166"/>
                  <a:pt x="83748" y="109166"/>
                </a:cubicBezTo>
                <a:cubicBezTo>
                  <a:pt x="91503" y="109166"/>
                  <a:pt x="104649" y="93888"/>
                  <a:pt x="103738" y="85934"/>
                </a:cubicBezTo>
                <a:cubicBezTo>
                  <a:pt x="103134" y="80649"/>
                  <a:pt x="101713" y="79568"/>
                  <a:pt x="95901" y="79966"/>
                </a:cubicBezTo>
                <a:cubicBezTo>
                  <a:pt x="90126" y="80361"/>
                  <a:pt x="88802" y="79374"/>
                  <a:pt x="88802" y="74674"/>
                </a:cubicBezTo>
                <a:cubicBezTo>
                  <a:pt x="88802" y="71496"/>
                  <a:pt x="87597" y="67691"/>
                  <a:pt x="86125" y="66219"/>
                </a:cubicBezTo>
                <a:cubicBezTo>
                  <a:pt x="84276" y="64370"/>
                  <a:pt x="84276" y="61362"/>
                  <a:pt x="86125" y="56499"/>
                </a:cubicBezTo>
                <a:cubicBezTo>
                  <a:pt x="87597" y="52626"/>
                  <a:pt x="88802" y="48595"/>
                  <a:pt x="88802" y="47540"/>
                </a:cubicBezTo>
                <a:cubicBezTo>
                  <a:pt x="88802" y="45033"/>
                  <a:pt x="71424" y="37411"/>
                  <a:pt x="60913" y="35309"/>
                </a:cubicBezTo>
                <a:cubicBezTo>
                  <a:pt x="51581" y="33443"/>
                  <a:pt x="51150" y="32448"/>
                  <a:pt x="56419" y="24926"/>
                </a:cubicBezTo>
                <a:cubicBezTo>
                  <a:pt x="59183" y="20980"/>
                  <a:pt x="64034" y="19164"/>
                  <a:pt x="74769" y="18056"/>
                </a:cubicBezTo>
                <a:cubicBezTo>
                  <a:pt x="84042" y="17099"/>
                  <a:pt x="92933" y="14187"/>
                  <a:pt x="99155" y="10069"/>
                </a:cubicBezTo>
                <a:cubicBezTo>
                  <a:pt x="106450" y="5242"/>
                  <a:pt x="114000" y="3130"/>
                  <a:pt x="128747" y="1794"/>
                </a:cubicBezTo>
                <a:lnTo>
                  <a:pt x="148545" y="0"/>
                </a:lnTo>
                <a:lnTo>
                  <a:pt x="155959" y="8117"/>
                </a:lnTo>
                <a:cubicBezTo>
                  <a:pt x="164608" y="17586"/>
                  <a:pt x="168428" y="18134"/>
                  <a:pt x="176571" y="11071"/>
                </a:cubicBezTo>
                <a:cubicBezTo>
                  <a:pt x="187391" y="1687"/>
                  <a:pt x="199804" y="7069"/>
                  <a:pt x="199804" y="21145"/>
                </a:cubicBezTo>
                <a:cubicBezTo>
                  <a:pt x="199804" y="30772"/>
                  <a:pt x="209395" y="36261"/>
                  <a:pt x="218086" y="31610"/>
                </a:cubicBezTo>
                <a:cubicBezTo>
                  <a:pt x="228270" y="26160"/>
                  <a:pt x="241869" y="26426"/>
                  <a:pt x="246412" y="32163"/>
                </a:cubicBezTo>
                <a:cubicBezTo>
                  <a:pt x="249505" y="36068"/>
                  <a:pt x="254126" y="37384"/>
                  <a:pt x="266539" y="37891"/>
                </a:cubicBezTo>
                <a:cubicBezTo>
                  <a:pt x="279978" y="38440"/>
                  <a:pt x="284000" y="37555"/>
                  <a:pt x="290777" y="32555"/>
                </a:cubicBezTo>
                <a:cubicBezTo>
                  <a:pt x="299613" y="26036"/>
                  <a:pt x="310548" y="24752"/>
                  <a:pt x="315453" y="29658"/>
                </a:cubicBezTo>
                <a:cubicBezTo>
                  <a:pt x="319191" y="33396"/>
                  <a:pt x="319612" y="49793"/>
                  <a:pt x="315970" y="49793"/>
                </a:cubicBezTo>
                <a:cubicBezTo>
                  <a:pt x="314550" y="49793"/>
                  <a:pt x="313388" y="52020"/>
                  <a:pt x="313388" y="54741"/>
                </a:cubicBezTo>
                <a:cubicBezTo>
                  <a:pt x="313388" y="57462"/>
                  <a:pt x="312353" y="60076"/>
                  <a:pt x="311088" y="60549"/>
                </a:cubicBezTo>
                <a:cubicBezTo>
                  <a:pt x="309822" y="61023"/>
                  <a:pt x="307664" y="73315"/>
                  <a:pt x="306292" y="87865"/>
                </a:cubicBezTo>
                <a:cubicBezTo>
                  <a:pt x="303509" y="117372"/>
                  <a:pt x="292552" y="147689"/>
                  <a:pt x="284623" y="147819"/>
                </a:cubicBezTo>
                <a:cubicBezTo>
                  <a:pt x="279191" y="147908"/>
                  <a:pt x="277248" y="153157"/>
                  <a:pt x="277248" y="167736"/>
                </a:cubicBezTo>
                <a:cubicBezTo>
                  <a:pt x="277248" y="177878"/>
                  <a:pt x="276652" y="179163"/>
                  <a:pt x="272730" y="177484"/>
                </a:cubicBezTo>
                <a:cubicBezTo>
                  <a:pt x="262382" y="173052"/>
                  <a:pt x="240695" y="170306"/>
                  <a:pt x="214235" y="170076"/>
                </a:cubicBezTo>
                <a:cubicBezTo>
                  <a:pt x="194190" y="169901"/>
                  <a:pt x="185756" y="168900"/>
                  <a:pt x="184978" y="166604"/>
                </a:cubicBezTo>
                <a:cubicBezTo>
                  <a:pt x="183149" y="161204"/>
                  <a:pt x="162610" y="162574"/>
                  <a:pt x="157292" y="168449"/>
                </a:cubicBezTo>
                <a:cubicBezTo>
                  <a:pt x="153074" y="173111"/>
                  <a:pt x="152885" y="176707"/>
                  <a:pt x="156212" y="189010"/>
                </a:cubicBezTo>
                <a:cubicBezTo>
                  <a:pt x="156777" y="191099"/>
                  <a:pt x="153007" y="195490"/>
                  <a:pt x="147530" y="199123"/>
                </a:cubicBezTo>
                <a:cubicBezTo>
                  <a:pt x="138821" y="204900"/>
                  <a:pt x="137850" y="206668"/>
                  <a:pt x="137850" y="216729"/>
                </a:cubicBezTo>
                <a:cubicBezTo>
                  <a:pt x="137850" y="227257"/>
                  <a:pt x="137433" y="227902"/>
                  <a:pt x="130751" y="227717"/>
                </a:cubicBezTo>
                <a:cubicBezTo>
                  <a:pt x="126846" y="227609"/>
                  <a:pt x="119586" y="225955"/>
                  <a:pt x="114616" y="224041"/>
                </a:cubicBezTo>
                <a:close/>
              </a:path>
            </a:pathLst>
          </a:custGeom>
          <a:solidFill>
            <a:srgbClr val="B9B9B9"/>
          </a:solidFill>
          <a:ln w="5163" cap="flat">
            <a:noFill/>
            <a:prstDash val="solid"/>
            <a:miter/>
          </a:ln>
        </p:spPr>
        <p:txBody>
          <a:bodyPr/>
          <a:lstStyle/>
          <a:p>
            <a:endParaRPr lang="es-419" noProof="0" dirty="0"/>
          </a:p>
        </p:txBody>
      </p:sp>
      <p:sp>
        <p:nvSpPr>
          <p:cNvPr id="66" name="Forma libre: forma 65">
            <a:extLst>
              <a:ext uri="{FF2B5EF4-FFF2-40B4-BE49-F238E27FC236}">
                <a16:creationId xmlns:a16="http://schemas.microsoft.com/office/drawing/2014/main" id="{87B5EC81-66BE-D327-73FF-4DFBE03D93F9}"/>
              </a:ext>
            </a:extLst>
          </p:cNvPr>
          <p:cNvSpPr/>
          <p:nvPr/>
        </p:nvSpPr>
        <p:spPr>
          <a:xfrm>
            <a:off x="1557246" y="2384328"/>
            <a:ext cx="70794" cy="61560"/>
          </a:xfrm>
          <a:custGeom>
            <a:avLst/>
            <a:gdLst>
              <a:gd name="csX0" fmla="*/ 30977 w 70794"/>
              <a:gd name="csY0" fmla="*/ 53817 h 61560"/>
              <a:gd name="csX1" fmla="*/ 18070 w 70794"/>
              <a:gd name="csY1" fmla="*/ 49863 h 61560"/>
              <a:gd name="csX2" fmla="*/ 14198 w 70794"/>
              <a:gd name="csY2" fmla="*/ 52169 h 61560"/>
              <a:gd name="csX3" fmla="*/ 10326 w 70794"/>
              <a:gd name="csY3" fmla="*/ 47062 h 61560"/>
              <a:gd name="csX4" fmla="*/ 5163 w 70794"/>
              <a:gd name="csY4" fmla="*/ 39020 h 61560"/>
              <a:gd name="csX5" fmla="*/ 0 w 70794"/>
              <a:gd name="csY5" fmla="*/ 32748 h 61560"/>
              <a:gd name="csX6" fmla="*/ 10326 w 70794"/>
              <a:gd name="csY6" fmla="*/ 18967 h 61560"/>
              <a:gd name="csX7" fmla="*/ 20652 w 70794"/>
              <a:gd name="csY7" fmla="*/ 3034 h 61560"/>
              <a:gd name="csX8" fmla="*/ 30332 w 70794"/>
              <a:gd name="csY8" fmla="*/ 698 h 61560"/>
              <a:gd name="csX9" fmla="*/ 54210 w 70794"/>
              <a:gd name="csY9" fmla="*/ 10137 h 61560"/>
              <a:gd name="csX10" fmla="*/ 63267 w 70794"/>
              <a:gd name="csY10" fmla="*/ 15095 h 61560"/>
              <a:gd name="csX11" fmla="*/ 69100 w 70794"/>
              <a:gd name="csY11" fmla="*/ 20258 h 61560"/>
              <a:gd name="csX12" fmla="*/ 69100 w 70794"/>
              <a:gd name="csY12" fmla="*/ 30584 h 61560"/>
              <a:gd name="csX13" fmla="*/ 69721 w 70794"/>
              <a:gd name="csY13" fmla="*/ 35746 h 61560"/>
              <a:gd name="csX14" fmla="*/ 67118 w 70794"/>
              <a:gd name="csY14" fmla="*/ 44803 h 61560"/>
              <a:gd name="csX15" fmla="*/ 61618 w 70794"/>
              <a:gd name="csY15" fmla="*/ 50612 h 61560"/>
              <a:gd name="csX16" fmla="*/ 54931 w 70794"/>
              <a:gd name="csY16" fmla="*/ 50644 h 61560"/>
              <a:gd name="csX17" fmla="*/ 37735 w 70794"/>
              <a:gd name="csY17" fmla="*/ 61561 h 61560"/>
              <a:gd name="csX18" fmla="*/ 30977 w 70794"/>
              <a:gd name="csY18" fmla="*/ 53817 h 615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70794" h="61560">
                <a:moveTo>
                  <a:pt x="30977" y="53817"/>
                </a:moveTo>
                <a:cubicBezTo>
                  <a:pt x="25158" y="45644"/>
                  <a:pt x="18070" y="43473"/>
                  <a:pt x="18070" y="49863"/>
                </a:cubicBezTo>
                <a:cubicBezTo>
                  <a:pt x="18070" y="52173"/>
                  <a:pt x="16557" y="53074"/>
                  <a:pt x="14198" y="52169"/>
                </a:cubicBezTo>
                <a:cubicBezTo>
                  <a:pt x="12068" y="51351"/>
                  <a:pt x="10326" y="49053"/>
                  <a:pt x="10326" y="47062"/>
                </a:cubicBezTo>
                <a:cubicBezTo>
                  <a:pt x="10326" y="45070"/>
                  <a:pt x="8003" y="41451"/>
                  <a:pt x="5163" y="39020"/>
                </a:cubicBezTo>
                <a:cubicBezTo>
                  <a:pt x="2323" y="36588"/>
                  <a:pt x="0" y="33766"/>
                  <a:pt x="0" y="32748"/>
                </a:cubicBezTo>
                <a:cubicBezTo>
                  <a:pt x="0" y="31730"/>
                  <a:pt x="4647" y="25529"/>
                  <a:pt x="10326" y="18967"/>
                </a:cubicBezTo>
                <a:cubicBezTo>
                  <a:pt x="16005" y="12405"/>
                  <a:pt x="20652" y="5235"/>
                  <a:pt x="20652" y="3034"/>
                </a:cubicBezTo>
                <a:cubicBezTo>
                  <a:pt x="20652" y="-166"/>
                  <a:pt x="22592" y="-634"/>
                  <a:pt x="30332" y="698"/>
                </a:cubicBezTo>
                <a:cubicBezTo>
                  <a:pt x="52748" y="4557"/>
                  <a:pt x="54210" y="5134"/>
                  <a:pt x="54210" y="10137"/>
                </a:cubicBezTo>
                <a:cubicBezTo>
                  <a:pt x="54210" y="14084"/>
                  <a:pt x="56056" y="15095"/>
                  <a:pt x="63267" y="15095"/>
                </a:cubicBezTo>
                <a:cubicBezTo>
                  <a:pt x="71678" y="15095"/>
                  <a:pt x="72094" y="15463"/>
                  <a:pt x="69100" y="20258"/>
                </a:cubicBezTo>
                <a:cubicBezTo>
                  <a:pt x="66522" y="24386"/>
                  <a:pt x="66522" y="26456"/>
                  <a:pt x="69100" y="30584"/>
                </a:cubicBezTo>
                <a:cubicBezTo>
                  <a:pt x="71011" y="33644"/>
                  <a:pt x="71264" y="35746"/>
                  <a:pt x="69721" y="35746"/>
                </a:cubicBezTo>
                <a:cubicBezTo>
                  <a:pt x="68289" y="35746"/>
                  <a:pt x="67118" y="39822"/>
                  <a:pt x="67118" y="44803"/>
                </a:cubicBezTo>
                <a:cubicBezTo>
                  <a:pt x="67118" y="53341"/>
                  <a:pt x="66802" y="53674"/>
                  <a:pt x="61618" y="50612"/>
                </a:cubicBezTo>
                <a:cubicBezTo>
                  <a:pt x="57188" y="47995"/>
                  <a:pt x="55886" y="48002"/>
                  <a:pt x="54931" y="50644"/>
                </a:cubicBezTo>
                <a:cubicBezTo>
                  <a:pt x="53898" y="53500"/>
                  <a:pt x="41201" y="61561"/>
                  <a:pt x="37735" y="61561"/>
                </a:cubicBezTo>
                <a:cubicBezTo>
                  <a:pt x="37051" y="61561"/>
                  <a:pt x="34010" y="58076"/>
                  <a:pt x="30977" y="53817"/>
                </a:cubicBezTo>
                <a:close/>
              </a:path>
            </a:pathLst>
          </a:custGeom>
          <a:solidFill>
            <a:srgbClr val="B9B9B9"/>
          </a:solidFill>
          <a:ln w="5163" cap="flat">
            <a:noFill/>
            <a:prstDash val="solid"/>
            <a:miter/>
          </a:ln>
        </p:spPr>
        <p:txBody>
          <a:bodyPr/>
          <a:lstStyle/>
          <a:p>
            <a:endParaRPr lang="es-419" noProof="0" dirty="0"/>
          </a:p>
        </p:txBody>
      </p:sp>
      <p:sp>
        <p:nvSpPr>
          <p:cNvPr id="67" name="Forma libre: forma 66">
            <a:extLst>
              <a:ext uri="{FF2B5EF4-FFF2-40B4-BE49-F238E27FC236}">
                <a16:creationId xmlns:a16="http://schemas.microsoft.com/office/drawing/2014/main" id="{39416DFD-00A5-DBC8-88D6-CDA1D9FF2717}"/>
              </a:ext>
            </a:extLst>
          </p:cNvPr>
          <p:cNvSpPr/>
          <p:nvPr/>
        </p:nvSpPr>
        <p:spPr>
          <a:xfrm>
            <a:off x="1478193" y="2273156"/>
            <a:ext cx="153622" cy="170128"/>
          </a:xfrm>
          <a:custGeom>
            <a:avLst/>
            <a:gdLst>
              <a:gd name="csX0" fmla="*/ 8493 w 153622"/>
              <a:gd name="csY0" fmla="*/ 168431 h 170128"/>
              <a:gd name="csX1" fmla="*/ 6772 w 153622"/>
              <a:gd name="csY1" fmla="*/ 161418 h 170128"/>
              <a:gd name="csX2" fmla="*/ 2681 w 153622"/>
              <a:gd name="csY2" fmla="*/ 145415 h 170128"/>
              <a:gd name="csX3" fmla="*/ 5459 w 153622"/>
              <a:gd name="csY3" fmla="*/ 121148 h 170128"/>
              <a:gd name="csX4" fmla="*/ 14777 w 153622"/>
              <a:gd name="csY4" fmla="*/ 82726 h 170128"/>
              <a:gd name="csX5" fmla="*/ 25155 w 153622"/>
              <a:gd name="csY5" fmla="*/ 43661 h 170128"/>
              <a:gd name="csX6" fmla="*/ 27423 w 153622"/>
              <a:gd name="csY6" fmla="*/ 32229 h 170128"/>
              <a:gd name="csX7" fmla="*/ 31172 w 153622"/>
              <a:gd name="csY7" fmla="*/ 17047 h 170128"/>
              <a:gd name="csX8" fmla="*/ 33221 w 153622"/>
              <a:gd name="csY8" fmla="*/ 11598 h 170128"/>
              <a:gd name="csX9" fmla="*/ 37362 w 153622"/>
              <a:gd name="csY9" fmla="*/ 8370 h 170128"/>
              <a:gd name="csX10" fmla="*/ 41848 w 153622"/>
              <a:gd name="csY10" fmla="*/ 3309 h 170128"/>
              <a:gd name="csX11" fmla="*/ 51947 w 153622"/>
              <a:gd name="csY11" fmla="*/ 4939 h 170128"/>
              <a:gd name="csX12" fmla="*/ 67990 w 153622"/>
              <a:gd name="csY12" fmla="*/ 10085 h 170128"/>
              <a:gd name="csX13" fmla="*/ 82983 w 153622"/>
              <a:gd name="csY13" fmla="*/ 28865 h 170128"/>
              <a:gd name="csX14" fmla="*/ 93236 w 153622"/>
              <a:gd name="csY14" fmla="*/ 38498 h 170128"/>
              <a:gd name="csX15" fmla="*/ 103025 w 153622"/>
              <a:gd name="csY15" fmla="*/ 33366 h 170128"/>
              <a:gd name="csX16" fmla="*/ 120832 w 153622"/>
              <a:gd name="csY16" fmla="*/ 24595 h 170128"/>
              <a:gd name="csX17" fmla="*/ 122064 w 153622"/>
              <a:gd name="csY17" fmla="*/ 33182 h 170128"/>
              <a:gd name="csX18" fmla="*/ 135261 w 153622"/>
              <a:gd name="csY18" fmla="*/ 39968 h 170128"/>
              <a:gd name="csX19" fmla="*/ 152396 w 153622"/>
              <a:gd name="csY19" fmla="*/ 46930 h 170128"/>
              <a:gd name="csX20" fmla="*/ 149002 w 153622"/>
              <a:gd name="csY20" fmla="*/ 58232 h 170128"/>
              <a:gd name="csX21" fmla="*/ 146552 w 153622"/>
              <a:gd name="csY21" fmla="*/ 64545 h 170128"/>
              <a:gd name="csX22" fmla="*/ 148358 w 153622"/>
              <a:gd name="csY22" fmla="*/ 121402 h 170128"/>
              <a:gd name="csX23" fmla="*/ 135844 w 153622"/>
              <a:gd name="csY23" fmla="*/ 118523 h 170128"/>
              <a:gd name="csX24" fmla="*/ 131972 w 153622"/>
              <a:gd name="csY24" fmla="*/ 113360 h 170128"/>
              <a:gd name="csX25" fmla="*/ 128062 w 153622"/>
              <a:gd name="csY25" fmla="*/ 103679 h 170128"/>
              <a:gd name="csX26" fmla="*/ 124378 w 153622"/>
              <a:gd name="csY26" fmla="*/ 87545 h 170128"/>
              <a:gd name="csX27" fmla="*/ 116378 w 153622"/>
              <a:gd name="csY27" fmla="*/ 72702 h 170128"/>
              <a:gd name="csX28" fmla="*/ 107448 w 153622"/>
              <a:gd name="csY28" fmla="*/ 67912 h 170128"/>
              <a:gd name="csX29" fmla="*/ 99376 w 153622"/>
              <a:gd name="csY29" fmla="*/ 80152 h 170128"/>
              <a:gd name="csX30" fmla="*/ 94468 w 153622"/>
              <a:gd name="csY30" fmla="*/ 101141 h 170128"/>
              <a:gd name="csX31" fmla="*/ 81766 w 153622"/>
              <a:gd name="csY31" fmla="*/ 133635 h 170128"/>
              <a:gd name="csX32" fmla="*/ 65090 w 153622"/>
              <a:gd name="csY32" fmla="*/ 140680 h 170128"/>
              <a:gd name="csX33" fmla="*/ 53260 w 153622"/>
              <a:gd name="csY33" fmla="*/ 146865 h 170128"/>
              <a:gd name="csX34" fmla="*/ 38902 w 153622"/>
              <a:gd name="csY34" fmla="*/ 154663 h 170128"/>
              <a:gd name="csX35" fmla="*/ 22260 w 153622"/>
              <a:gd name="csY35" fmla="*/ 162407 h 170128"/>
              <a:gd name="csX36" fmla="*/ 8493 w 153622"/>
              <a:gd name="csY36" fmla="*/ 168431 h 17012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Lst>
            <a:rect l="l" t="t" r="r" b="b"/>
            <a:pathLst>
              <a:path w="153622" h="170128">
                <a:moveTo>
                  <a:pt x="8493" y="168431"/>
                </a:moveTo>
                <a:cubicBezTo>
                  <a:pt x="7546" y="167484"/>
                  <a:pt x="6772" y="164329"/>
                  <a:pt x="6772" y="161418"/>
                </a:cubicBezTo>
                <a:cubicBezTo>
                  <a:pt x="6772" y="158508"/>
                  <a:pt x="4931" y="151306"/>
                  <a:pt x="2681" y="145415"/>
                </a:cubicBezTo>
                <a:cubicBezTo>
                  <a:pt x="-1298" y="134996"/>
                  <a:pt x="-1222" y="134332"/>
                  <a:pt x="5459" y="121148"/>
                </a:cubicBezTo>
                <a:cubicBezTo>
                  <a:pt x="10516" y="111168"/>
                  <a:pt x="12973" y="101035"/>
                  <a:pt x="14777" y="82726"/>
                </a:cubicBezTo>
                <a:cubicBezTo>
                  <a:pt x="17244" y="57676"/>
                  <a:pt x="20967" y="43661"/>
                  <a:pt x="25155" y="43661"/>
                </a:cubicBezTo>
                <a:cubicBezTo>
                  <a:pt x="26403" y="43661"/>
                  <a:pt x="27423" y="38516"/>
                  <a:pt x="27423" y="32229"/>
                </a:cubicBezTo>
                <a:cubicBezTo>
                  <a:pt x="27423" y="25675"/>
                  <a:pt x="29023" y="19196"/>
                  <a:pt x="31172" y="17047"/>
                </a:cubicBezTo>
                <a:cubicBezTo>
                  <a:pt x="33235" y="14985"/>
                  <a:pt x="34156" y="12533"/>
                  <a:pt x="33221" y="11598"/>
                </a:cubicBezTo>
                <a:cubicBezTo>
                  <a:pt x="32286" y="10662"/>
                  <a:pt x="34150" y="9210"/>
                  <a:pt x="37362" y="8370"/>
                </a:cubicBezTo>
                <a:cubicBezTo>
                  <a:pt x="40925" y="7438"/>
                  <a:pt x="42675" y="5464"/>
                  <a:pt x="41848" y="3309"/>
                </a:cubicBezTo>
                <a:cubicBezTo>
                  <a:pt x="39982" y="-1555"/>
                  <a:pt x="42837" y="-1094"/>
                  <a:pt x="51947" y="4939"/>
                </a:cubicBezTo>
                <a:cubicBezTo>
                  <a:pt x="56206" y="7760"/>
                  <a:pt x="63426" y="10076"/>
                  <a:pt x="67990" y="10085"/>
                </a:cubicBezTo>
                <a:cubicBezTo>
                  <a:pt x="77231" y="10104"/>
                  <a:pt x="80149" y="13759"/>
                  <a:pt x="82983" y="28865"/>
                </a:cubicBezTo>
                <a:cubicBezTo>
                  <a:pt x="84632" y="37657"/>
                  <a:pt x="85527" y="38498"/>
                  <a:pt x="93236" y="38498"/>
                </a:cubicBezTo>
                <a:cubicBezTo>
                  <a:pt x="99495" y="38498"/>
                  <a:pt x="102031" y="37168"/>
                  <a:pt x="103025" y="33366"/>
                </a:cubicBezTo>
                <a:cubicBezTo>
                  <a:pt x="104466" y="27855"/>
                  <a:pt x="116509" y="21923"/>
                  <a:pt x="120832" y="24595"/>
                </a:cubicBezTo>
                <a:cubicBezTo>
                  <a:pt x="122276" y="25487"/>
                  <a:pt x="122830" y="29351"/>
                  <a:pt x="122064" y="33182"/>
                </a:cubicBezTo>
                <a:cubicBezTo>
                  <a:pt x="120679" y="40107"/>
                  <a:pt x="120757" y="40147"/>
                  <a:pt x="135261" y="39968"/>
                </a:cubicBezTo>
                <a:cubicBezTo>
                  <a:pt x="148934" y="39800"/>
                  <a:pt x="150012" y="40238"/>
                  <a:pt x="152396" y="46930"/>
                </a:cubicBezTo>
                <a:cubicBezTo>
                  <a:pt x="154575" y="53045"/>
                  <a:pt x="154087" y="54670"/>
                  <a:pt x="149002" y="58232"/>
                </a:cubicBezTo>
                <a:cubicBezTo>
                  <a:pt x="144363" y="61481"/>
                  <a:pt x="143827" y="62863"/>
                  <a:pt x="146552" y="64545"/>
                </a:cubicBezTo>
                <a:cubicBezTo>
                  <a:pt x="151618" y="67671"/>
                  <a:pt x="153227" y="118317"/>
                  <a:pt x="148358" y="121402"/>
                </a:cubicBezTo>
                <a:cubicBezTo>
                  <a:pt x="142062" y="125392"/>
                  <a:pt x="135844" y="123962"/>
                  <a:pt x="135844" y="118523"/>
                </a:cubicBezTo>
                <a:cubicBezTo>
                  <a:pt x="135844" y="115655"/>
                  <a:pt x="134123" y="113360"/>
                  <a:pt x="131972" y="113360"/>
                </a:cubicBezTo>
                <a:cubicBezTo>
                  <a:pt x="129225" y="113360"/>
                  <a:pt x="128089" y="110546"/>
                  <a:pt x="128062" y="103679"/>
                </a:cubicBezTo>
                <a:cubicBezTo>
                  <a:pt x="128041" y="98355"/>
                  <a:pt x="126383" y="91095"/>
                  <a:pt x="124378" y="87545"/>
                </a:cubicBezTo>
                <a:cubicBezTo>
                  <a:pt x="122373" y="83996"/>
                  <a:pt x="118773" y="77316"/>
                  <a:pt x="116378" y="72702"/>
                </a:cubicBezTo>
                <a:cubicBezTo>
                  <a:pt x="111867" y="64011"/>
                  <a:pt x="107448" y="61641"/>
                  <a:pt x="107448" y="67912"/>
                </a:cubicBezTo>
                <a:cubicBezTo>
                  <a:pt x="107448" y="69891"/>
                  <a:pt x="103816" y="75399"/>
                  <a:pt x="99376" y="80152"/>
                </a:cubicBezTo>
                <a:cubicBezTo>
                  <a:pt x="91445" y="88642"/>
                  <a:pt x="91359" y="89010"/>
                  <a:pt x="94468" y="101141"/>
                </a:cubicBezTo>
                <a:cubicBezTo>
                  <a:pt x="97988" y="114877"/>
                  <a:pt x="97068" y="117230"/>
                  <a:pt x="81766" y="133635"/>
                </a:cubicBezTo>
                <a:cubicBezTo>
                  <a:pt x="74766" y="141139"/>
                  <a:pt x="72544" y="142078"/>
                  <a:pt x="65090" y="140680"/>
                </a:cubicBezTo>
                <a:cubicBezTo>
                  <a:pt x="57313" y="139221"/>
                  <a:pt x="56181" y="139812"/>
                  <a:pt x="53260" y="146865"/>
                </a:cubicBezTo>
                <a:cubicBezTo>
                  <a:pt x="50372" y="153836"/>
                  <a:pt x="48850" y="154663"/>
                  <a:pt x="38902" y="154663"/>
                </a:cubicBezTo>
                <a:cubicBezTo>
                  <a:pt x="29485" y="154663"/>
                  <a:pt x="26927" y="155853"/>
                  <a:pt x="22260" y="162407"/>
                </a:cubicBezTo>
                <a:cubicBezTo>
                  <a:pt x="16933" y="169889"/>
                  <a:pt x="12076" y="172014"/>
                  <a:pt x="8493" y="168431"/>
                </a:cubicBezTo>
                <a:close/>
              </a:path>
            </a:pathLst>
          </a:custGeom>
          <a:solidFill>
            <a:srgbClr val="B9B9B9"/>
          </a:solidFill>
          <a:ln w="5163" cap="flat">
            <a:noFill/>
            <a:prstDash val="solid"/>
            <a:miter/>
          </a:ln>
        </p:spPr>
        <p:txBody>
          <a:bodyPr/>
          <a:lstStyle/>
          <a:p>
            <a:endParaRPr lang="es-419" noProof="0" dirty="0"/>
          </a:p>
        </p:txBody>
      </p:sp>
      <p:grpSp>
        <p:nvGrpSpPr>
          <p:cNvPr id="68" name="Gráfico 39">
            <a:extLst>
              <a:ext uri="{FF2B5EF4-FFF2-40B4-BE49-F238E27FC236}">
                <a16:creationId xmlns:a16="http://schemas.microsoft.com/office/drawing/2014/main" id="{F56FD5CA-9EBB-56F0-6923-423303DB15A2}"/>
              </a:ext>
            </a:extLst>
          </p:cNvPr>
          <p:cNvGrpSpPr/>
          <p:nvPr/>
        </p:nvGrpSpPr>
        <p:grpSpPr>
          <a:xfrm>
            <a:off x="2169009" y="2212045"/>
            <a:ext cx="273705" cy="260208"/>
            <a:chOff x="2169009" y="2212045"/>
            <a:chExt cx="273705" cy="260208"/>
          </a:xfrm>
          <a:solidFill>
            <a:srgbClr val="B9B9B9"/>
          </a:solidFill>
        </p:grpSpPr>
        <p:sp>
          <p:nvSpPr>
            <p:cNvPr id="69" name="Forma libre: forma 68">
              <a:extLst>
                <a:ext uri="{FF2B5EF4-FFF2-40B4-BE49-F238E27FC236}">
                  <a16:creationId xmlns:a16="http://schemas.microsoft.com/office/drawing/2014/main" id="{E4C66B4E-C336-BFCF-1F4D-5851E782E7D9}"/>
                </a:ext>
              </a:extLst>
            </p:cNvPr>
            <p:cNvSpPr/>
            <p:nvPr/>
          </p:nvSpPr>
          <p:spPr>
            <a:xfrm>
              <a:off x="2169009" y="2212045"/>
              <a:ext cx="273705" cy="260208"/>
            </a:xfrm>
            <a:custGeom>
              <a:avLst/>
              <a:gdLst>
                <a:gd name="csX0" fmla="*/ 136396 w 273705"/>
                <a:gd name="csY0" fmla="*/ 251544 h 260208"/>
                <a:gd name="csX1" fmla="*/ 123951 w 273705"/>
                <a:gd name="csY1" fmla="*/ 241399 h 260208"/>
                <a:gd name="csX2" fmla="*/ 100178 w 273705"/>
                <a:gd name="csY2" fmla="*/ 233837 h 260208"/>
                <a:gd name="csX3" fmla="*/ 81199 w 273705"/>
                <a:gd name="csY3" fmla="*/ 230865 h 260208"/>
                <a:gd name="csX4" fmla="*/ 75979 w 273705"/>
                <a:gd name="csY4" fmla="*/ 240363 h 260208"/>
                <a:gd name="csX5" fmla="*/ 67894 w 273705"/>
                <a:gd name="csY5" fmla="*/ 246752 h 260208"/>
                <a:gd name="csX6" fmla="*/ 29911 w 273705"/>
                <a:gd name="csY6" fmla="*/ 227450 h 260208"/>
                <a:gd name="csX7" fmla="*/ 28472 w 273705"/>
                <a:gd name="csY7" fmla="*/ 213064 h 260208"/>
                <a:gd name="csX8" fmla="*/ 12481 w 273705"/>
                <a:gd name="csY8" fmla="*/ 197704 h 260208"/>
                <a:gd name="csX9" fmla="*/ 1103 w 273705"/>
                <a:gd name="csY9" fmla="*/ 191257 h 260208"/>
                <a:gd name="csX10" fmla="*/ 24560 w 273705"/>
                <a:gd name="csY10" fmla="*/ 177413 h 260208"/>
                <a:gd name="csX11" fmla="*/ 49357 w 273705"/>
                <a:gd name="csY11" fmla="*/ 181249 h 260208"/>
                <a:gd name="csX12" fmla="*/ 33383 w 273705"/>
                <a:gd name="csY12" fmla="*/ 188440 h 260208"/>
                <a:gd name="csX13" fmla="*/ 18111 w 273705"/>
                <a:gd name="csY13" fmla="*/ 189801 h 260208"/>
                <a:gd name="csX14" fmla="*/ 23379 w 273705"/>
                <a:gd name="csY14" fmla="*/ 191217 h 260208"/>
                <a:gd name="csX15" fmla="*/ 42338 w 273705"/>
                <a:gd name="csY15" fmla="*/ 193852 h 260208"/>
                <a:gd name="csX16" fmla="*/ 54801 w 273705"/>
                <a:gd name="csY16" fmla="*/ 205031 h 260208"/>
                <a:gd name="csX17" fmla="*/ 53572 w 273705"/>
                <a:gd name="csY17" fmla="*/ 211902 h 260208"/>
                <a:gd name="csX18" fmla="*/ 58745 w 273705"/>
                <a:gd name="csY18" fmla="*/ 206739 h 260208"/>
                <a:gd name="csX19" fmla="*/ 62804 w 273705"/>
                <a:gd name="csY19" fmla="*/ 199640 h 260208"/>
                <a:gd name="csX20" fmla="*/ 78923 w 273705"/>
                <a:gd name="csY20" fmla="*/ 200342 h 260208"/>
                <a:gd name="csX21" fmla="*/ 84524 w 273705"/>
                <a:gd name="csY21" fmla="*/ 197871 h 260208"/>
                <a:gd name="csX22" fmla="*/ 91725 w 273705"/>
                <a:gd name="csY22" fmla="*/ 189946 h 260208"/>
                <a:gd name="csX23" fmla="*/ 100403 w 273705"/>
                <a:gd name="csY23" fmla="*/ 165765 h 260208"/>
                <a:gd name="csX24" fmla="*/ 96700 w 273705"/>
                <a:gd name="csY24" fmla="*/ 159218 h 260208"/>
                <a:gd name="csX25" fmla="*/ 94398 w 273705"/>
                <a:gd name="csY25" fmla="*/ 157998 h 260208"/>
                <a:gd name="csX26" fmla="*/ 90392 w 273705"/>
                <a:gd name="csY26" fmla="*/ 161840 h 260208"/>
                <a:gd name="csX27" fmla="*/ 87810 w 273705"/>
                <a:gd name="csY27" fmla="*/ 164145 h 260208"/>
                <a:gd name="csX28" fmla="*/ 100799 w 273705"/>
                <a:gd name="csY28" fmla="*/ 149016 h 260208"/>
                <a:gd name="csX29" fmla="*/ 118746 w 273705"/>
                <a:gd name="csY29" fmla="*/ 138331 h 260208"/>
                <a:gd name="csX30" fmla="*/ 133646 w 273705"/>
                <a:gd name="csY30" fmla="*/ 125809 h 260208"/>
                <a:gd name="csX31" fmla="*/ 149004 w 273705"/>
                <a:gd name="csY31" fmla="*/ 91807 h 260208"/>
                <a:gd name="csX32" fmla="*/ 157715 w 273705"/>
                <a:gd name="csY32" fmla="*/ 65895 h 260208"/>
                <a:gd name="csX33" fmla="*/ 163243 w 273705"/>
                <a:gd name="csY33" fmla="*/ 33397 h 260208"/>
                <a:gd name="csX34" fmla="*/ 165326 w 273705"/>
                <a:gd name="csY34" fmla="*/ 1486 h 260208"/>
                <a:gd name="csX35" fmla="*/ 167796 w 273705"/>
                <a:gd name="csY35" fmla="*/ 6032 h 260208"/>
                <a:gd name="csX36" fmla="*/ 180226 w 273705"/>
                <a:gd name="csY36" fmla="*/ 14421 h 260208"/>
                <a:gd name="csX37" fmla="*/ 195070 w 273705"/>
                <a:gd name="csY37" fmla="*/ 12027 h 260208"/>
                <a:gd name="csX38" fmla="*/ 227557 w 273705"/>
                <a:gd name="csY38" fmla="*/ 43889 h 260208"/>
                <a:gd name="csX39" fmla="*/ 257592 w 273705"/>
                <a:gd name="csY39" fmla="*/ 78146 h 260208"/>
                <a:gd name="csX40" fmla="*/ 261681 w 273705"/>
                <a:gd name="csY40" fmla="*/ 107593 h 260208"/>
                <a:gd name="csX41" fmla="*/ 273489 w 273705"/>
                <a:gd name="csY41" fmla="*/ 250266 h 260208"/>
                <a:gd name="csX42" fmla="*/ 218174 w 273705"/>
                <a:gd name="csY42" fmla="*/ 254247 h 260208"/>
                <a:gd name="csX43" fmla="*/ 150594 w 273705"/>
                <a:gd name="csY43" fmla="*/ 258722 h 260208"/>
                <a:gd name="csX44" fmla="*/ 137226 w 273705"/>
                <a:gd name="csY44" fmla="*/ 260208 h 260208"/>
                <a:gd name="csX45" fmla="*/ 136396 w 273705"/>
                <a:gd name="csY45" fmla="*/ 251544 h 2602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Lst>
              <a:rect l="l" t="t" r="r" b="b"/>
              <a:pathLst>
                <a:path w="273705" h="260208">
                  <a:moveTo>
                    <a:pt x="136396" y="251544"/>
                  </a:moveTo>
                  <a:cubicBezTo>
                    <a:pt x="135615" y="243380"/>
                    <a:pt x="134897" y="242794"/>
                    <a:pt x="123951" y="241399"/>
                  </a:cubicBezTo>
                  <a:cubicBezTo>
                    <a:pt x="117562" y="240584"/>
                    <a:pt x="106864" y="237181"/>
                    <a:pt x="100178" y="233837"/>
                  </a:cubicBezTo>
                  <a:cubicBezTo>
                    <a:pt x="89763" y="228627"/>
                    <a:pt x="87046" y="228201"/>
                    <a:pt x="81199" y="230865"/>
                  </a:cubicBezTo>
                  <a:cubicBezTo>
                    <a:pt x="75659" y="233390"/>
                    <a:pt x="74677" y="235176"/>
                    <a:pt x="75979" y="240363"/>
                  </a:cubicBezTo>
                  <a:cubicBezTo>
                    <a:pt x="77472" y="246311"/>
                    <a:pt x="76914" y="246752"/>
                    <a:pt x="67894" y="246752"/>
                  </a:cubicBezTo>
                  <a:cubicBezTo>
                    <a:pt x="55809" y="246752"/>
                    <a:pt x="31822" y="234563"/>
                    <a:pt x="29911" y="227450"/>
                  </a:cubicBezTo>
                  <a:cubicBezTo>
                    <a:pt x="29139" y="224578"/>
                    <a:pt x="28492" y="218104"/>
                    <a:pt x="28472" y="213064"/>
                  </a:cubicBezTo>
                  <a:cubicBezTo>
                    <a:pt x="28427" y="201349"/>
                    <a:pt x="24633" y="197704"/>
                    <a:pt x="12481" y="197704"/>
                  </a:cubicBezTo>
                  <a:cubicBezTo>
                    <a:pt x="4225" y="197704"/>
                    <a:pt x="2471" y="196710"/>
                    <a:pt x="1103" y="191257"/>
                  </a:cubicBezTo>
                  <a:cubicBezTo>
                    <a:pt x="-2114" y="178441"/>
                    <a:pt x="578" y="176853"/>
                    <a:pt x="24560" y="177413"/>
                  </a:cubicBezTo>
                  <a:cubicBezTo>
                    <a:pt x="38820" y="177746"/>
                    <a:pt x="47574" y="179100"/>
                    <a:pt x="49357" y="181249"/>
                  </a:cubicBezTo>
                  <a:cubicBezTo>
                    <a:pt x="54736" y="187730"/>
                    <a:pt x="49187" y="190228"/>
                    <a:pt x="33383" y="188440"/>
                  </a:cubicBezTo>
                  <a:cubicBezTo>
                    <a:pt x="22288" y="187184"/>
                    <a:pt x="18111" y="187556"/>
                    <a:pt x="18111" y="189801"/>
                  </a:cubicBezTo>
                  <a:cubicBezTo>
                    <a:pt x="18111" y="191735"/>
                    <a:pt x="20080" y="192265"/>
                    <a:pt x="23379" y="191217"/>
                  </a:cubicBezTo>
                  <a:cubicBezTo>
                    <a:pt x="26276" y="190298"/>
                    <a:pt x="34808" y="191483"/>
                    <a:pt x="42338" y="193852"/>
                  </a:cubicBezTo>
                  <a:cubicBezTo>
                    <a:pt x="54989" y="197831"/>
                    <a:pt x="55937" y="198681"/>
                    <a:pt x="54801" y="205031"/>
                  </a:cubicBezTo>
                  <a:lnTo>
                    <a:pt x="53572" y="211902"/>
                  </a:lnTo>
                  <a:lnTo>
                    <a:pt x="58745" y="206739"/>
                  </a:lnTo>
                  <a:cubicBezTo>
                    <a:pt x="61590" y="203900"/>
                    <a:pt x="63416" y="200705"/>
                    <a:pt x="62804" y="199640"/>
                  </a:cubicBezTo>
                  <a:cubicBezTo>
                    <a:pt x="61196" y="196843"/>
                    <a:pt x="70823" y="197262"/>
                    <a:pt x="78923" y="200342"/>
                  </a:cubicBezTo>
                  <a:cubicBezTo>
                    <a:pt x="85153" y="202711"/>
                    <a:pt x="85724" y="202459"/>
                    <a:pt x="84524" y="197871"/>
                  </a:cubicBezTo>
                  <a:cubicBezTo>
                    <a:pt x="83478" y="193868"/>
                    <a:pt x="85034" y="192154"/>
                    <a:pt x="91725" y="189946"/>
                  </a:cubicBezTo>
                  <a:cubicBezTo>
                    <a:pt x="104380" y="185769"/>
                    <a:pt x="109318" y="172009"/>
                    <a:pt x="100403" y="165765"/>
                  </a:cubicBezTo>
                  <a:cubicBezTo>
                    <a:pt x="97428" y="163681"/>
                    <a:pt x="95762" y="160736"/>
                    <a:pt x="96700" y="159218"/>
                  </a:cubicBezTo>
                  <a:cubicBezTo>
                    <a:pt x="97747" y="157525"/>
                    <a:pt x="96859" y="157053"/>
                    <a:pt x="94398" y="157998"/>
                  </a:cubicBezTo>
                  <a:cubicBezTo>
                    <a:pt x="92194" y="158843"/>
                    <a:pt x="90392" y="160572"/>
                    <a:pt x="90392" y="161840"/>
                  </a:cubicBezTo>
                  <a:cubicBezTo>
                    <a:pt x="90392" y="163108"/>
                    <a:pt x="89230" y="164145"/>
                    <a:pt x="87810" y="164145"/>
                  </a:cubicBezTo>
                  <a:cubicBezTo>
                    <a:pt x="81811" y="164145"/>
                    <a:pt x="86198" y="159036"/>
                    <a:pt x="100799" y="149016"/>
                  </a:cubicBezTo>
                  <a:cubicBezTo>
                    <a:pt x="109362" y="143139"/>
                    <a:pt x="117438" y="138331"/>
                    <a:pt x="118746" y="138331"/>
                  </a:cubicBezTo>
                  <a:cubicBezTo>
                    <a:pt x="120053" y="138331"/>
                    <a:pt x="126758" y="132696"/>
                    <a:pt x="133646" y="125809"/>
                  </a:cubicBezTo>
                  <a:cubicBezTo>
                    <a:pt x="145786" y="113669"/>
                    <a:pt x="146254" y="112631"/>
                    <a:pt x="149004" y="91807"/>
                  </a:cubicBezTo>
                  <a:cubicBezTo>
                    <a:pt x="151298" y="74430"/>
                    <a:pt x="152962" y="69481"/>
                    <a:pt x="157715" y="65895"/>
                  </a:cubicBezTo>
                  <a:cubicBezTo>
                    <a:pt x="163239" y="61729"/>
                    <a:pt x="163570" y="59784"/>
                    <a:pt x="163243" y="33397"/>
                  </a:cubicBezTo>
                  <a:cubicBezTo>
                    <a:pt x="163052" y="17960"/>
                    <a:pt x="163989" y="3600"/>
                    <a:pt x="165326" y="1486"/>
                  </a:cubicBezTo>
                  <a:cubicBezTo>
                    <a:pt x="167138" y="-1380"/>
                    <a:pt x="167766" y="-224"/>
                    <a:pt x="167796" y="6032"/>
                  </a:cubicBezTo>
                  <a:cubicBezTo>
                    <a:pt x="167835" y="14326"/>
                    <a:pt x="167976" y="14421"/>
                    <a:pt x="180226" y="14421"/>
                  </a:cubicBezTo>
                  <a:cubicBezTo>
                    <a:pt x="187041" y="14421"/>
                    <a:pt x="193721" y="13344"/>
                    <a:pt x="195070" y="12027"/>
                  </a:cubicBezTo>
                  <a:cubicBezTo>
                    <a:pt x="196598" y="10534"/>
                    <a:pt x="208840" y="22541"/>
                    <a:pt x="227557" y="43889"/>
                  </a:cubicBezTo>
                  <a:lnTo>
                    <a:pt x="257592" y="78146"/>
                  </a:lnTo>
                  <a:lnTo>
                    <a:pt x="261681" y="107593"/>
                  </a:lnTo>
                  <a:cubicBezTo>
                    <a:pt x="266251" y="140497"/>
                    <a:pt x="275208" y="248724"/>
                    <a:pt x="273489" y="250266"/>
                  </a:cubicBezTo>
                  <a:cubicBezTo>
                    <a:pt x="272881" y="250811"/>
                    <a:pt x="247989" y="252602"/>
                    <a:pt x="218174" y="254247"/>
                  </a:cubicBezTo>
                  <a:cubicBezTo>
                    <a:pt x="188358" y="255891"/>
                    <a:pt x="157947" y="257905"/>
                    <a:pt x="150594" y="258722"/>
                  </a:cubicBezTo>
                  <a:lnTo>
                    <a:pt x="137226" y="260208"/>
                  </a:lnTo>
                  <a:lnTo>
                    <a:pt x="136396" y="251544"/>
                  </a:lnTo>
                  <a:close/>
                </a:path>
              </a:pathLst>
            </a:custGeom>
            <a:solidFill>
              <a:srgbClr val="B9B9B9"/>
            </a:solidFill>
            <a:ln w="5163" cap="flat">
              <a:noFill/>
              <a:prstDash val="solid"/>
              <a:miter/>
            </a:ln>
          </p:spPr>
          <p:txBody>
            <a:bodyPr/>
            <a:lstStyle/>
            <a:p>
              <a:endParaRPr lang="es-419" noProof="0" dirty="0"/>
            </a:p>
          </p:txBody>
        </p:sp>
        <p:sp>
          <p:nvSpPr>
            <p:cNvPr id="70" name="Forma libre: forma 69">
              <a:extLst>
                <a:ext uri="{FF2B5EF4-FFF2-40B4-BE49-F238E27FC236}">
                  <a16:creationId xmlns:a16="http://schemas.microsoft.com/office/drawing/2014/main" id="{A5293E65-490B-CE41-5735-F13D25B2550B}"/>
                </a:ext>
              </a:extLst>
            </p:cNvPr>
            <p:cNvSpPr/>
            <p:nvPr/>
          </p:nvSpPr>
          <p:spPr>
            <a:xfrm>
              <a:off x="2221969" y="2379232"/>
              <a:ext cx="29491" cy="17638"/>
            </a:xfrm>
            <a:custGeom>
              <a:avLst/>
              <a:gdLst>
                <a:gd name="csX0" fmla="*/ 10326 w 29491"/>
                <a:gd name="csY0" fmla="*/ 11251 h 17638"/>
                <a:gd name="csX1" fmla="*/ 23663 w 29491"/>
                <a:gd name="csY1" fmla="*/ 4783 h 17638"/>
                <a:gd name="csX2" fmla="*/ 27977 w 29491"/>
                <a:gd name="csY2" fmla="*/ 1475 h 17638"/>
                <a:gd name="csX3" fmla="*/ 29483 w 29491"/>
                <a:gd name="csY3" fmla="*/ 1025 h 17638"/>
                <a:gd name="csX4" fmla="*/ 8425 w 29491"/>
                <a:gd name="csY4" fmla="*/ 16751 h 17638"/>
                <a:gd name="csX5" fmla="*/ 0 w 29491"/>
                <a:gd name="csY5" fmla="*/ 17639 h 17638"/>
                <a:gd name="csX6" fmla="*/ 10326 w 29491"/>
                <a:gd name="csY6" fmla="*/ 11251 h 17638"/>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9491" h="17638">
                  <a:moveTo>
                    <a:pt x="10326" y="11251"/>
                  </a:moveTo>
                  <a:cubicBezTo>
                    <a:pt x="16005" y="7738"/>
                    <a:pt x="22007" y="4827"/>
                    <a:pt x="23663" y="4783"/>
                  </a:cubicBezTo>
                  <a:cubicBezTo>
                    <a:pt x="25320" y="4738"/>
                    <a:pt x="27261" y="3250"/>
                    <a:pt x="27977" y="1475"/>
                  </a:cubicBezTo>
                  <a:cubicBezTo>
                    <a:pt x="28693" y="-299"/>
                    <a:pt x="29371" y="-502"/>
                    <a:pt x="29483" y="1025"/>
                  </a:cubicBezTo>
                  <a:cubicBezTo>
                    <a:pt x="29861" y="6183"/>
                    <a:pt x="16907" y="15857"/>
                    <a:pt x="8425" y="16751"/>
                  </a:cubicBezTo>
                  <a:lnTo>
                    <a:pt x="0" y="17639"/>
                  </a:lnTo>
                  <a:lnTo>
                    <a:pt x="10326" y="11251"/>
                  </a:lnTo>
                  <a:close/>
                </a:path>
              </a:pathLst>
            </a:custGeom>
            <a:solidFill>
              <a:srgbClr val="B9B9B9"/>
            </a:solidFill>
            <a:ln w="5163" cap="flat">
              <a:noFill/>
              <a:prstDash val="solid"/>
              <a:miter/>
            </a:ln>
          </p:spPr>
          <p:txBody>
            <a:bodyPr/>
            <a:lstStyle/>
            <a:p>
              <a:endParaRPr lang="es-419" noProof="0" dirty="0"/>
            </a:p>
          </p:txBody>
        </p:sp>
      </p:grpSp>
      <p:sp>
        <p:nvSpPr>
          <p:cNvPr id="71" name="Forma libre: forma 70">
            <a:extLst>
              <a:ext uri="{FF2B5EF4-FFF2-40B4-BE49-F238E27FC236}">
                <a16:creationId xmlns:a16="http://schemas.microsoft.com/office/drawing/2014/main" id="{C5F5C517-1DD8-3CBF-A53A-1015E637F704}"/>
              </a:ext>
            </a:extLst>
          </p:cNvPr>
          <p:cNvSpPr/>
          <p:nvPr/>
        </p:nvSpPr>
        <p:spPr>
          <a:xfrm>
            <a:off x="1574029" y="2346575"/>
            <a:ext cx="28491" cy="35790"/>
          </a:xfrm>
          <a:custGeom>
            <a:avLst/>
            <a:gdLst>
              <a:gd name="csX0" fmla="*/ 11768 w 28491"/>
              <a:gd name="csY0" fmla="*/ 34872 h 35790"/>
              <a:gd name="csX1" fmla="*/ 805 w 28491"/>
              <a:gd name="csY1" fmla="*/ 25413 h 35790"/>
              <a:gd name="csX2" fmla="*/ 7669 w 28491"/>
              <a:gd name="csY2" fmla="*/ 7571 h 35790"/>
              <a:gd name="csX3" fmla="*/ 18379 w 28491"/>
              <a:gd name="csY3" fmla="*/ 2738 h 35790"/>
              <a:gd name="csX4" fmla="*/ 23574 w 28491"/>
              <a:gd name="csY4" fmla="*/ 11696 h 35790"/>
              <a:gd name="csX5" fmla="*/ 28193 w 28491"/>
              <a:gd name="csY5" fmla="*/ 24987 h 35790"/>
              <a:gd name="csX6" fmla="*/ 11768 w 28491"/>
              <a:gd name="csY6" fmla="*/ 34872 h 35790"/>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8491" h="35790">
                <a:moveTo>
                  <a:pt x="11768" y="34872"/>
                </a:moveTo>
                <a:cubicBezTo>
                  <a:pt x="4464" y="33733"/>
                  <a:pt x="2519" y="32055"/>
                  <a:pt x="805" y="25413"/>
                </a:cubicBezTo>
                <a:cubicBezTo>
                  <a:pt x="-1017" y="18356"/>
                  <a:pt x="-153" y="16110"/>
                  <a:pt x="7669" y="7571"/>
                </a:cubicBezTo>
                <a:cubicBezTo>
                  <a:pt x="15700" y="-1197"/>
                  <a:pt x="16797" y="-1692"/>
                  <a:pt x="18379" y="2738"/>
                </a:cubicBezTo>
                <a:cubicBezTo>
                  <a:pt x="19348" y="5452"/>
                  <a:pt x="21686" y="9483"/>
                  <a:pt x="23574" y="11696"/>
                </a:cubicBezTo>
                <a:cubicBezTo>
                  <a:pt x="25461" y="13908"/>
                  <a:pt x="27540" y="19890"/>
                  <a:pt x="28193" y="24987"/>
                </a:cubicBezTo>
                <a:cubicBezTo>
                  <a:pt x="29539" y="35505"/>
                  <a:pt x="26717" y="37203"/>
                  <a:pt x="11768" y="34872"/>
                </a:cubicBezTo>
                <a:close/>
              </a:path>
            </a:pathLst>
          </a:custGeom>
          <a:solidFill>
            <a:srgbClr val="CCCCCC"/>
          </a:solidFill>
          <a:ln w="5163" cap="flat">
            <a:noFill/>
            <a:prstDash val="solid"/>
            <a:miter/>
          </a:ln>
        </p:spPr>
        <p:txBody>
          <a:bodyPr/>
          <a:lstStyle/>
          <a:p>
            <a:endParaRPr lang="es-419" noProof="0" dirty="0"/>
          </a:p>
        </p:txBody>
      </p:sp>
      <p:sp>
        <p:nvSpPr>
          <p:cNvPr id="72" name="Forma libre: forma 71">
            <a:extLst>
              <a:ext uri="{FF2B5EF4-FFF2-40B4-BE49-F238E27FC236}">
                <a16:creationId xmlns:a16="http://schemas.microsoft.com/office/drawing/2014/main" id="{36CED007-5D6D-A920-DBE5-B01CF4CBAD4A}"/>
              </a:ext>
            </a:extLst>
          </p:cNvPr>
          <p:cNvSpPr/>
          <p:nvPr/>
        </p:nvSpPr>
        <p:spPr>
          <a:xfrm>
            <a:off x="1629800" y="2326596"/>
            <a:ext cx="82332" cy="45198"/>
          </a:xfrm>
          <a:custGeom>
            <a:avLst/>
            <a:gdLst>
              <a:gd name="csX0" fmla="*/ 35828 w 82332"/>
              <a:gd name="csY0" fmla="*/ 43172 h 45198"/>
              <a:gd name="csX1" fmla="*/ 20861 w 82332"/>
              <a:gd name="csY1" fmla="*/ 27939 h 45198"/>
              <a:gd name="csX2" fmla="*/ 6710 w 82332"/>
              <a:gd name="csY2" fmla="*/ 16733 h 45198"/>
              <a:gd name="csX3" fmla="*/ 200 w 82332"/>
              <a:gd name="csY3" fmla="*/ 11518 h 45198"/>
              <a:gd name="csX4" fmla="*/ 11960 w 82332"/>
              <a:gd name="csY4" fmla="*/ 5709 h 45198"/>
              <a:gd name="csX5" fmla="*/ 29437 w 82332"/>
              <a:gd name="csY5" fmla="*/ 2139 h 45198"/>
              <a:gd name="csX6" fmla="*/ 38320 w 82332"/>
              <a:gd name="csY6" fmla="*/ 692 h 45198"/>
              <a:gd name="csX7" fmla="*/ 49592 w 82332"/>
              <a:gd name="csY7" fmla="*/ 4355 h 45198"/>
              <a:gd name="csX8" fmla="*/ 61209 w 82332"/>
              <a:gd name="csY8" fmla="*/ 13550 h 45198"/>
              <a:gd name="csX9" fmla="*/ 68838 w 82332"/>
              <a:gd name="csY9" fmla="*/ 19970 h 45198"/>
              <a:gd name="csX10" fmla="*/ 82332 w 82332"/>
              <a:gd name="csY10" fmla="*/ 30233 h 45198"/>
              <a:gd name="csX11" fmla="*/ 75901 w 82332"/>
              <a:gd name="csY11" fmla="*/ 31524 h 45198"/>
              <a:gd name="csX12" fmla="*/ 66358 w 82332"/>
              <a:gd name="csY12" fmla="*/ 36506 h 45198"/>
              <a:gd name="csX13" fmla="*/ 58348 w 82332"/>
              <a:gd name="csY13" fmla="*/ 38866 h 45198"/>
              <a:gd name="csX14" fmla="*/ 47885 w 82332"/>
              <a:gd name="csY14" fmla="*/ 41425 h 45198"/>
              <a:gd name="csX15" fmla="*/ 35828 w 82332"/>
              <a:gd name="csY15" fmla="*/ 43172 h 4519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82332" h="45198">
                <a:moveTo>
                  <a:pt x="35828" y="43172"/>
                </a:moveTo>
                <a:cubicBezTo>
                  <a:pt x="32257" y="41284"/>
                  <a:pt x="25522" y="34429"/>
                  <a:pt x="20861" y="27939"/>
                </a:cubicBezTo>
                <a:cubicBezTo>
                  <a:pt x="14698" y="19357"/>
                  <a:pt x="10840" y="16301"/>
                  <a:pt x="6710" y="16733"/>
                </a:cubicBezTo>
                <a:cubicBezTo>
                  <a:pt x="2564" y="17166"/>
                  <a:pt x="809" y="15760"/>
                  <a:pt x="200" y="11518"/>
                </a:cubicBezTo>
                <a:cubicBezTo>
                  <a:pt x="-566" y="6174"/>
                  <a:pt x="375" y="5709"/>
                  <a:pt x="11960" y="5709"/>
                </a:cubicBezTo>
                <a:cubicBezTo>
                  <a:pt x="18887" y="5709"/>
                  <a:pt x="26751" y="4102"/>
                  <a:pt x="29437" y="2139"/>
                </a:cubicBezTo>
                <a:cubicBezTo>
                  <a:pt x="32427" y="-48"/>
                  <a:pt x="35871" y="-609"/>
                  <a:pt x="38320" y="692"/>
                </a:cubicBezTo>
                <a:cubicBezTo>
                  <a:pt x="40520" y="1860"/>
                  <a:pt x="45592" y="3509"/>
                  <a:pt x="49592" y="4355"/>
                </a:cubicBezTo>
                <a:cubicBezTo>
                  <a:pt x="53972" y="5282"/>
                  <a:pt x="58593" y="8940"/>
                  <a:pt x="61209" y="13550"/>
                </a:cubicBezTo>
                <a:cubicBezTo>
                  <a:pt x="63598" y="17761"/>
                  <a:pt x="67032" y="20650"/>
                  <a:pt x="68838" y="19970"/>
                </a:cubicBezTo>
                <a:cubicBezTo>
                  <a:pt x="71755" y="18872"/>
                  <a:pt x="82332" y="26917"/>
                  <a:pt x="82332" y="30233"/>
                </a:cubicBezTo>
                <a:cubicBezTo>
                  <a:pt x="82332" y="30943"/>
                  <a:pt x="79438" y="31524"/>
                  <a:pt x="75901" y="31524"/>
                </a:cubicBezTo>
                <a:cubicBezTo>
                  <a:pt x="72343" y="31524"/>
                  <a:pt x="68079" y="33750"/>
                  <a:pt x="66358" y="36506"/>
                </a:cubicBezTo>
                <a:cubicBezTo>
                  <a:pt x="63915" y="40418"/>
                  <a:pt x="62194" y="40925"/>
                  <a:pt x="58348" y="38866"/>
                </a:cubicBezTo>
                <a:cubicBezTo>
                  <a:pt x="54563" y="36841"/>
                  <a:pt x="52184" y="37422"/>
                  <a:pt x="47885" y="41425"/>
                </a:cubicBezTo>
                <a:cubicBezTo>
                  <a:pt x="42972" y="45999"/>
                  <a:pt x="41560" y="46204"/>
                  <a:pt x="35828" y="43172"/>
                </a:cubicBezTo>
                <a:close/>
              </a:path>
            </a:pathLst>
          </a:custGeom>
          <a:solidFill>
            <a:srgbClr val="B9B9B9"/>
          </a:solidFill>
          <a:ln w="5163" cap="flat">
            <a:noFill/>
            <a:prstDash val="solid"/>
            <a:miter/>
          </a:ln>
        </p:spPr>
        <p:txBody>
          <a:bodyPr/>
          <a:lstStyle/>
          <a:p>
            <a:endParaRPr lang="es-419" noProof="0" dirty="0"/>
          </a:p>
        </p:txBody>
      </p:sp>
      <p:sp>
        <p:nvSpPr>
          <p:cNvPr id="73" name="Forma libre: forma 72">
            <a:extLst>
              <a:ext uri="{FF2B5EF4-FFF2-40B4-BE49-F238E27FC236}">
                <a16:creationId xmlns:a16="http://schemas.microsoft.com/office/drawing/2014/main" id="{609C64A2-56F6-803A-5709-E76563E3335F}"/>
              </a:ext>
            </a:extLst>
          </p:cNvPr>
          <p:cNvSpPr/>
          <p:nvPr/>
        </p:nvSpPr>
        <p:spPr>
          <a:xfrm>
            <a:off x="1522864" y="2163021"/>
            <a:ext cx="166771" cy="166600"/>
          </a:xfrm>
          <a:custGeom>
            <a:avLst/>
            <a:gdLst>
              <a:gd name="csX0" fmla="*/ 112825 w 166771"/>
              <a:gd name="csY0" fmla="*/ 162186 h 166600"/>
              <a:gd name="csX1" fmla="*/ 93810 w 166771"/>
              <a:gd name="csY1" fmla="*/ 146052 h 166600"/>
              <a:gd name="csX2" fmla="*/ 80847 w 166771"/>
              <a:gd name="csY2" fmla="*/ 139517 h 166600"/>
              <a:gd name="csX3" fmla="*/ 77061 w 166771"/>
              <a:gd name="csY3" fmla="*/ 131529 h 166600"/>
              <a:gd name="csX4" fmla="*/ 56324 w 166771"/>
              <a:gd name="csY4" fmla="*/ 140503 h 166600"/>
              <a:gd name="csX5" fmla="*/ 40835 w 166771"/>
              <a:gd name="csY5" fmla="*/ 134435 h 166600"/>
              <a:gd name="csX6" fmla="*/ 25839 w 166771"/>
              <a:gd name="csY6" fmla="*/ 117575 h 166600"/>
              <a:gd name="csX7" fmla="*/ 603 w 166771"/>
              <a:gd name="csY7" fmla="*/ 103594 h 166600"/>
              <a:gd name="csX8" fmla="*/ 3427 w 166771"/>
              <a:gd name="csY8" fmla="*/ 92334 h 166600"/>
              <a:gd name="csX9" fmla="*/ 16980 w 166771"/>
              <a:gd name="csY9" fmla="*/ 76064 h 166600"/>
              <a:gd name="csX10" fmla="*/ 29744 w 166771"/>
              <a:gd name="csY10" fmla="*/ 65065 h 166600"/>
              <a:gd name="csX11" fmla="*/ 36843 w 166771"/>
              <a:gd name="csY11" fmla="*/ 46479 h 166600"/>
              <a:gd name="csX12" fmla="*/ 44707 w 166771"/>
              <a:gd name="csY12" fmla="*/ 28415 h 166600"/>
              <a:gd name="csX13" fmla="*/ 49507 w 166771"/>
              <a:gd name="csY13" fmla="*/ 27678 h 166600"/>
              <a:gd name="csX14" fmla="*/ 60947 w 166771"/>
              <a:gd name="csY14" fmla="*/ 25763 h 166600"/>
              <a:gd name="csX15" fmla="*/ 70323 w 166771"/>
              <a:gd name="csY15" fmla="*/ 14969 h 166600"/>
              <a:gd name="csX16" fmla="*/ 78890 w 166771"/>
              <a:gd name="csY16" fmla="*/ 12726 h 166600"/>
              <a:gd name="csX17" fmla="*/ 98544 w 166771"/>
              <a:gd name="csY17" fmla="*/ 17873 h 166600"/>
              <a:gd name="csX18" fmla="*/ 112369 w 166771"/>
              <a:gd name="csY18" fmla="*/ 19382 h 166600"/>
              <a:gd name="csX19" fmla="*/ 111333 w 166771"/>
              <a:gd name="csY19" fmla="*/ 10510 h 166600"/>
              <a:gd name="csX20" fmla="*/ 113560 w 166771"/>
              <a:gd name="csY20" fmla="*/ 387 h 166600"/>
              <a:gd name="csX21" fmla="*/ 117960 w 166771"/>
              <a:gd name="csY21" fmla="*/ 7843 h 166600"/>
              <a:gd name="csX22" fmla="*/ 132949 w 166771"/>
              <a:gd name="csY22" fmla="*/ 23283 h 166600"/>
              <a:gd name="csX23" fmla="*/ 137639 w 166771"/>
              <a:gd name="csY23" fmla="*/ 24249 h 166600"/>
              <a:gd name="csX24" fmla="*/ 142971 w 166771"/>
              <a:gd name="csY24" fmla="*/ 28097 h 166600"/>
              <a:gd name="csX25" fmla="*/ 144280 w 166771"/>
              <a:gd name="csY25" fmla="*/ 37270 h 166600"/>
              <a:gd name="csX26" fmla="*/ 141806 w 166771"/>
              <a:gd name="csY26" fmla="*/ 49084 h 166600"/>
              <a:gd name="csX27" fmla="*/ 134976 w 166771"/>
              <a:gd name="csY27" fmla="*/ 50495 h 166600"/>
              <a:gd name="csX28" fmla="*/ 125814 w 166771"/>
              <a:gd name="csY28" fmla="*/ 54367 h 166600"/>
              <a:gd name="csX29" fmla="*/ 117982 w 166771"/>
              <a:gd name="csY29" fmla="*/ 60864 h 166600"/>
              <a:gd name="csX30" fmla="*/ 114406 w 166771"/>
              <a:gd name="csY30" fmla="*/ 64736 h 166600"/>
              <a:gd name="csX31" fmla="*/ 118081 w 166771"/>
              <a:gd name="csY31" fmla="*/ 68608 h 166600"/>
              <a:gd name="csX32" fmla="*/ 117880 w 166771"/>
              <a:gd name="csY32" fmla="*/ 76375 h 166600"/>
              <a:gd name="csX33" fmla="*/ 120902 w 166771"/>
              <a:gd name="csY33" fmla="*/ 101250 h 166600"/>
              <a:gd name="csX34" fmla="*/ 146578 w 166771"/>
              <a:gd name="csY34" fmla="*/ 85070 h 166600"/>
              <a:gd name="csX35" fmla="*/ 165866 w 166771"/>
              <a:gd name="csY35" fmla="*/ 78619 h 166600"/>
              <a:gd name="csX36" fmla="*/ 158858 w 166771"/>
              <a:gd name="csY36" fmla="*/ 93393 h 166600"/>
              <a:gd name="csX37" fmla="*/ 145606 w 166771"/>
              <a:gd name="csY37" fmla="*/ 103389 h 166600"/>
              <a:gd name="csX38" fmla="*/ 146405 w 166771"/>
              <a:gd name="csY38" fmla="*/ 113844 h 166600"/>
              <a:gd name="csX39" fmla="*/ 151373 w 166771"/>
              <a:gd name="csY39" fmla="*/ 126271 h 166600"/>
              <a:gd name="csX40" fmla="*/ 146320 w 166771"/>
              <a:gd name="csY40" fmla="*/ 138511 h 166600"/>
              <a:gd name="csX41" fmla="*/ 142802 w 166771"/>
              <a:gd name="csY41" fmla="*/ 150216 h 166600"/>
              <a:gd name="csX42" fmla="*/ 135305 w 166771"/>
              <a:gd name="csY42" fmla="*/ 162275 h 166600"/>
              <a:gd name="csX43" fmla="*/ 112825 w 166771"/>
              <a:gd name="csY43" fmla="*/ 162186 h 1666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66771" h="166600">
                <a:moveTo>
                  <a:pt x="112825" y="162186"/>
                </a:moveTo>
                <a:cubicBezTo>
                  <a:pt x="107924" y="146593"/>
                  <a:pt x="107287" y="146052"/>
                  <a:pt x="93810" y="146052"/>
                </a:cubicBezTo>
                <a:cubicBezTo>
                  <a:pt x="81661" y="146052"/>
                  <a:pt x="80847" y="145641"/>
                  <a:pt x="80847" y="139517"/>
                </a:cubicBezTo>
                <a:cubicBezTo>
                  <a:pt x="80847" y="135923"/>
                  <a:pt x="79143" y="132329"/>
                  <a:pt x="77061" y="131529"/>
                </a:cubicBezTo>
                <a:cubicBezTo>
                  <a:pt x="70944" y="129182"/>
                  <a:pt x="59116" y="134300"/>
                  <a:pt x="56324" y="140503"/>
                </a:cubicBezTo>
                <a:cubicBezTo>
                  <a:pt x="52116" y="149848"/>
                  <a:pt x="43882" y="146622"/>
                  <a:pt x="40835" y="134435"/>
                </a:cubicBezTo>
                <a:cubicBezTo>
                  <a:pt x="37208" y="119926"/>
                  <a:pt x="35198" y="117667"/>
                  <a:pt x="25839" y="117575"/>
                </a:cubicBezTo>
                <a:cubicBezTo>
                  <a:pt x="16487" y="117484"/>
                  <a:pt x="-3740" y="106278"/>
                  <a:pt x="603" y="103594"/>
                </a:cubicBezTo>
                <a:cubicBezTo>
                  <a:pt x="2143" y="102641"/>
                  <a:pt x="3414" y="97575"/>
                  <a:pt x="3427" y="92334"/>
                </a:cubicBezTo>
                <a:cubicBezTo>
                  <a:pt x="3448" y="83428"/>
                  <a:pt x="4333" y="82366"/>
                  <a:pt x="16980" y="76064"/>
                </a:cubicBezTo>
                <a:cubicBezTo>
                  <a:pt x="26201" y="71468"/>
                  <a:pt x="30266" y="67966"/>
                  <a:pt x="29744" y="65065"/>
                </a:cubicBezTo>
                <a:cubicBezTo>
                  <a:pt x="29324" y="62724"/>
                  <a:pt x="32518" y="54360"/>
                  <a:pt x="36843" y="46479"/>
                </a:cubicBezTo>
                <a:cubicBezTo>
                  <a:pt x="41168" y="38598"/>
                  <a:pt x="44707" y="30469"/>
                  <a:pt x="44707" y="28415"/>
                </a:cubicBezTo>
                <a:cubicBezTo>
                  <a:pt x="44707" y="25420"/>
                  <a:pt x="45659" y="25274"/>
                  <a:pt x="49507" y="27678"/>
                </a:cubicBezTo>
                <a:cubicBezTo>
                  <a:pt x="53370" y="30090"/>
                  <a:pt x="55603" y="29716"/>
                  <a:pt x="60947" y="25763"/>
                </a:cubicBezTo>
                <a:cubicBezTo>
                  <a:pt x="64599" y="23062"/>
                  <a:pt x="68819" y="18205"/>
                  <a:pt x="70323" y="14969"/>
                </a:cubicBezTo>
                <a:cubicBezTo>
                  <a:pt x="72821" y="9600"/>
                  <a:pt x="73567" y="9404"/>
                  <a:pt x="78890" y="12726"/>
                </a:cubicBezTo>
                <a:cubicBezTo>
                  <a:pt x="82096" y="14727"/>
                  <a:pt x="90941" y="17044"/>
                  <a:pt x="98544" y="17873"/>
                </a:cubicBezTo>
                <a:lnTo>
                  <a:pt x="112369" y="19382"/>
                </a:lnTo>
                <a:lnTo>
                  <a:pt x="111333" y="10510"/>
                </a:lnTo>
                <a:cubicBezTo>
                  <a:pt x="110680" y="4917"/>
                  <a:pt x="111503" y="1176"/>
                  <a:pt x="113560" y="387"/>
                </a:cubicBezTo>
                <a:cubicBezTo>
                  <a:pt x="117812" y="-1245"/>
                  <a:pt x="120015" y="2488"/>
                  <a:pt x="117960" y="7843"/>
                </a:cubicBezTo>
                <a:cubicBezTo>
                  <a:pt x="115692" y="13753"/>
                  <a:pt x="126829" y="25225"/>
                  <a:pt x="132949" y="23283"/>
                </a:cubicBezTo>
                <a:cubicBezTo>
                  <a:pt x="135529" y="22464"/>
                  <a:pt x="137639" y="22899"/>
                  <a:pt x="137639" y="24249"/>
                </a:cubicBezTo>
                <a:cubicBezTo>
                  <a:pt x="137639" y="25599"/>
                  <a:pt x="140039" y="27330"/>
                  <a:pt x="142971" y="28097"/>
                </a:cubicBezTo>
                <a:cubicBezTo>
                  <a:pt x="148037" y="29422"/>
                  <a:pt x="148102" y="29879"/>
                  <a:pt x="144280" y="37270"/>
                </a:cubicBezTo>
                <a:cubicBezTo>
                  <a:pt x="142067" y="41548"/>
                  <a:pt x="140954" y="46864"/>
                  <a:pt x="141806" y="49084"/>
                </a:cubicBezTo>
                <a:cubicBezTo>
                  <a:pt x="143608" y="53779"/>
                  <a:pt x="141808" y="54151"/>
                  <a:pt x="134976" y="50495"/>
                </a:cubicBezTo>
                <a:cubicBezTo>
                  <a:pt x="130992" y="48362"/>
                  <a:pt x="129272" y="49089"/>
                  <a:pt x="125814" y="54367"/>
                </a:cubicBezTo>
                <a:cubicBezTo>
                  <a:pt x="123473" y="57940"/>
                  <a:pt x="119948" y="60864"/>
                  <a:pt x="117982" y="60864"/>
                </a:cubicBezTo>
                <a:cubicBezTo>
                  <a:pt x="116015" y="60864"/>
                  <a:pt x="114406" y="62606"/>
                  <a:pt x="114406" y="64736"/>
                </a:cubicBezTo>
                <a:cubicBezTo>
                  <a:pt x="114406" y="66866"/>
                  <a:pt x="116060" y="68608"/>
                  <a:pt x="118081" y="68608"/>
                </a:cubicBezTo>
                <a:cubicBezTo>
                  <a:pt x="121214" y="68608"/>
                  <a:pt x="121185" y="69751"/>
                  <a:pt x="117880" y="76375"/>
                </a:cubicBezTo>
                <a:cubicBezTo>
                  <a:pt x="113557" y="85043"/>
                  <a:pt x="115262" y="99086"/>
                  <a:pt x="120902" y="101250"/>
                </a:cubicBezTo>
                <a:cubicBezTo>
                  <a:pt x="125974" y="103196"/>
                  <a:pt x="134577" y="97775"/>
                  <a:pt x="146578" y="85070"/>
                </a:cubicBezTo>
                <a:cubicBezTo>
                  <a:pt x="158352" y="72606"/>
                  <a:pt x="161996" y="71387"/>
                  <a:pt x="165866" y="78619"/>
                </a:cubicBezTo>
                <a:cubicBezTo>
                  <a:pt x="167980" y="82568"/>
                  <a:pt x="166683" y="85304"/>
                  <a:pt x="158858" y="93393"/>
                </a:cubicBezTo>
                <a:cubicBezTo>
                  <a:pt x="153577" y="98853"/>
                  <a:pt x="147613" y="103351"/>
                  <a:pt x="145606" y="103389"/>
                </a:cubicBezTo>
                <a:cubicBezTo>
                  <a:pt x="139218" y="103509"/>
                  <a:pt x="139670" y="109432"/>
                  <a:pt x="146405" y="113844"/>
                </a:cubicBezTo>
                <a:cubicBezTo>
                  <a:pt x="151813" y="117388"/>
                  <a:pt x="152650" y="119482"/>
                  <a:pt x="151373" y="126271"/>
                </a:cubicBezTo>
                <a:cubicBezTo>
                  <a:pt x="150529" y="130761"/>
                  <a:pt x="148255" y="136269"/>
                  <a:pt x="146320" y="138511"/>
                </a:cubicBezTo>
                <a:cubicBezTo>
                  <a:pt x="144385" y="140752"/>
                  <a:pt x="142802" y="146020"/>
                  <a:pt x="142802" y="150216"/>
                </a:cubicBezTo>
                <a:cubicBezTo>
                  <a:pt x="142802" y="155900"/>
                  <a:pt x="140890" y="158975"/>
                  <a:pt x="135305" y="162275"/>
                </a:cubicBezTo>
                <a:cubicBezTo>
                  <a:pt x="125481" y="168078"/>
                  <a:pt x="114663" y="168035"/>
                  <a:pt x="112825" y="162186"/>
                </a:cubicBezTo>
                <a:close/>
              </a:path>
            </a:pathLst>
          </a:custGeom>
          <a:solidFill>
            <a:srgbClr val="B9B9B9"/>
          </a:solidFill>
          <a:ln w="5163" cap="flat">
            <a:noFill/>
            <a:prstDash val="solid"/>
            <a:miter/>
          </a:ln>
        </p:spPr>
        <p:txBody>
          <a:bodyPr/>
          <a:lstStyle/>
          <a:p>
            <a:endParaRPr lang="es-419" noProof="0" dirty="0"/>
          </a:p>
        </p:txBody>
      </p:sp>
      <p:sp>
        <p:nvSpPr>
          <p:cNvPr id="74" name="Forma libre: forma 73">
            <a:extLst>
              <a:ext uri="{FF2B5EF4-FFF2-40B4-BE49-F238E27FC236}">
                <a16:creationId xmlns:a16="http://schemas.microsoft.com/office/drawing/2014/main" id="{3C5F1900-9A32-9B57-D429-1C768817340A}"/>
              </a:ext>
            </a:extLst>
          </p:cNvPr>
          <p:cNvSpPr/>
          <p:nvPr/>
        </p:nvSpPr>
        <p:spPr>
          <a:xfrm>
            <a:off x="1152549" y="1816032"/>
            <a:ext cx="278306" cy="369963"/>
          </a:xfrm>
          <a:custGeom>
            <a:avLst/>
            <a:gdLst>
              <a:gd name="csX0" fmla="*/ 34904 w 278306"/>
              <a:gd name="csY0" fmla="*/ 369743 h 369963"/>
              <a:gd name="csX1" fmla="*/ 30386 w 278306"/>
              <a:gd name="csY1" fmla="*/ 366534 h 369963"/>
              <a:gd name="csX2" fmla="*/ 24882 w 278306"/>
              <a:gd name="csY2" fmla="*/ 362569 h 369963"/>
              <a:gd name="csX3" fmla="*/ 21927 w 278306"/>
              <a:gd name="csY3" fmla="*/ 359169 h 369963"/>
              <a:gd name="csX4" fmla="*/ 27578 w 278306"/>
              <a:gd name="csY4" fmla="*/ 347996 h 369963"/>
              <a:gd name="csX5" fmla="*/ 35410 w 278306"/>
              <a:gd name="csY5" fmla="*/ 332463 h 369963"/>
              <a:gd name="csX6" fmla="*/ 46301 w 278306"/>
              <a:gd name="csY6" fmla="*/ 305733 h 369963"/>
              <a:gd name="csX7" fmla="*/ 51274 w 278306"/>
              <a:gd name="csY7" fmla="*/ 305469 h 369963"/>
              <a:gd name="csX8" fmla="*/ 85602 w 278306"/>
              <a:gd name="csY8" fmla="*/ 259605 h 369963"/>
              <a:gd name="csX9" fmla="*/ 77041 w 278306"/>
              <a:gd name="csY9" fmla="*/ 247151 h 369963"/>
              <a:gd name="csX10" fmla="*/ 56201 w 278306"/>
              <a:gd name="csY10" fmla="*/ 259540 h 369963"/>
              <a:gd name="csX11" fmla="*/ 43804 w 278306"/>
              <a:gd name="csY11" fmla="*/ 271918 h 369963"/>
              <a:gd name="csX12" fmla="*/ 42369 w 278306"/>
              <a:gd name="csY12" fmla="*/ 249815 h 369963"/>
              <a:gd name="csX13" fmla="*/ 41724 w 278306"/>
              <a:gd name="csY13" fmla="*/ 231013 h 369963"/>
              <a:gd name="csX14" fmla="*/ 29106 w 278306"/>
              <a:gd name="csY14" fmla="*/ 240028 h 369963"/>
              <a:gd name="csX15" fmla="*/ 22444 w 278306"/>
              <a:gd name="csY15" fmla="*/ 254379 h 369963"/>
              <a:gd name="csX16" fmla="*/ 24802 w 278306"/>
              <a:gd name="csY16" fmla="*/ 241025 h 369963"/>
              <a:gd name="csX17" fmla="*/ 33753 w 278306"/>
              <a:gd name="csY17" fmla="*/ 223416 h 369963"/>
              <a:gd name="csX18" fmla="*/ 20060 w 278306"/>
              <a:gd name="csY18" fmla="*/ 211002 h 369963"/>
              <a:gd name="csX19" fmla="*/ 12798 w 278306"/>
              <a:gd name="csY19" fmla="*/ 218762 h 369963"/>
              <a:gd name="csX20" fmla="*/ 14913 w 278306"/>
              <a:gd name="csY20" fmla="*/ 227151 h 369963"/>
              <a:gd name="csX21" fmla="*/ 17013 w 278306"/>
              <a:gd name="csY21" fmla="*/ 232960 h 369963"/>
              <a:gd name="csX22" fmla="*/ 9735 w 278306"/>
              <a:gd name="csY22" fmla="*/ 237857 h 369963"/>
              <a:gd name="csX23" fmla="*/ 1293 w 278306"/>
              <a:gd name="csY23" fmla="*/ 233984 h 369963"/>
              <a:gd name="csX24" fmla="*/ 5050 w 278306"/>
              <a:gd name="csY24" fmla="*/ 166825 h 369963"/>
              <a:gd name="csX25" fmla="*/ 13098 w 278306"/>
              <a:gd name="csY25" fmla="*/ 148470 h 369963"/>
              <a:gd name="csX26" fmla="*/ 17479 w 278306"/>
              <a:gd name="csY26" fmla="*/ 142324 h 369963"/>
              <a:gd name="csX27" fmla="*/ 23957 w 278306"/>
              <a:gd name="csY27" fmla="*/ 139382 h 369963"/>
              <a:gd name="csX28" fmla="*/ 29365 w 278306"/>
              <a:gd name="csY28" fmla="*/ 127120 h 369963"/>
              <a:gd name="csX29" fmla="*/ 37749 w 278306"/>
              <a:gd name="csY29" fmla="*/ 97729 h 369963"/>
              <a:gd name="csX30" fmla="*/ 49507 w 278306"/>
              <a:gd name="csY30" fmla="*/ 88122 h 369963"/>
              <a:gd name="csX31" fmla="*/ 58774 w 278306"/>
              <a:gd name="csY31" fmla="*/ 77796 h 369963"/>
              <a:gd name="csX32" fmla="*/ 64863 w 278306"/>
              <a:gd name="csY32" fmla="*/ 68721 h 369963"/>
              <a:gd name="csX33" fmla="*/ 80119 w 278306"/>
              <a:gd name="csY33" fmla="*/ 65404 h 369963"/>
              <a:gd name="csX34" fmla="*/ 105248 w 278306"/>
              <a:gd name="csY34" fmla="*/ 69057 h 369963"/>
              <a:gd name="csX35" fmla="*/ 132354 w 278306"/>
              <a:gd name="csY35" fmla="*/ 69793 h 369963"/>
              <a:gd name="csX36" fmla="*/ 147842 w 278306"/>
              <a:gd name="csY36" fmla="*/ 68392 h 369963"/>
              <a:gd name="csX37" fmla="*/ 148600 w 278306"/>
              <a:gd name="csY37" fmla="*/ 51194 h 369963"/>
              <a:gd name="csX38" fmla="*/ 143045 w 278306"/>
              <a:gd name="csY38" fmla="*/ 18458 h 369963"/>
              <a:gd name="csX39" fmla="*/ 138200 w 278306"/>
              <a:gd name="csY39" fmla="*/ 1452 h 369963"/>
              <a:gd name="csX40" fmla="*/ 176238 w 278306"/>
              <a:gd name="csY40" fmla="*/ 4099 h 369963"/>
              <a:gd name="csX41" fmla="*/ 200117 w 278306"/>
              <a:gd name="csY41" fmla="*/ 11594 h 369963"/>
              <a:gd name="csX42" fmla="*/ 208506 w 278306"/>
              <a:gd name="csY42" fmla="*/ 17328 h 369963"/>
              <a:gd name="csX43" fmla="*/ 213126 w 278306"/>
              <a:gd name="csY43" fmla="*/ 22327 h 369963"/>
              <a:gd name="csX44" fmla="*/ 220224 w 278306"/>
              <a:gd name="csY44" fmla="*/ 29184 h 369963"/>
              <a:gd name="csX45" fmla="*/ 234966 w 278306"/>
              <a:gd name="csY45" fmla="*/ 33975 h 369963"/>
              <a:gd name="csX46" fmla="*/ 247228 w 278306"/>
              <a:gd name="csY46" fmla="*/ 35904 h 369963"/>
              <a:gd name="csX47" fmla="*/ 256714 w 278306"/>
              <a:gd name="csY47" fmla="*/ 49191 h 369963"/>
              <a:gd name="csX48" fmla="*/ 272203 w 278306"/>
              <a:gd name="csY48" fmla="*/ 58184 h 369963"/>
              <a:gd name="csX49" fmla="*/ 271714 w 278306"/>
              <a:gd name="csY49" fmla="*/ 67589 h 369963"/>
              <a:gd name="csX50" fmla="*/ 263105 w 278306"/>
              <a:gd name="csY50" fmla="*/ 78504 h 369963"/>
              <a:gd name="csX51" fmla="*/ 254303 w 278306"/>
              <a:gd name="csY51" fmla="*/ 85750 h 369963"/>
              <a:gd name="csX52" fmla="*/ 246105 w 278306"/>
              <a:gd name="csY52" fmla="*/ 101699 h 369963"/>
              <a:gd name="csX53" fmla="*/ 227494 w 278306"/>
              <a:gd name="csY53" fmla="*/ 130702 h 369963"/>
              <a:gd name="csX54" fmla="*/ 183924 w 278306"/>
              <a:gd name="csY54" fmla="*/ 160034 h 369963"/>
              <a:gd name="csX55" fmla="*/ 153537 w 278306"/>
              <a:gd name="csY55" fmla="*/ 173778 h 369963"/>
              <a:gd name="csX56" fmla="*/ 157053 w 278306"/>
              <a:gd name="csY56" fmla="*/ 181528 h 369963"/>
              <a:gd name="csX57" fmla="*/ 160436 w 278306"/>
              <a:gd name="csY57" fmla="*/ 193225 h 369963"/>
              <a:gd name="csX58" fmla="*/ 180263 w 278306"/>
              <a:gd name="csY58" fmla="*/ 225950 h 369963"/>
              <a:gd name="csX59" fmla="*/ 194663 w 278306"/>
              <a:gd name="csY59" fmla="*/ 239264 h 369963"/>
              <a:gd name="csX60" fmla="*/ 204770 w 278306"/>
              <a:gd name="csY60" fmla="*/ 247088 h 369963"/>
              <a:gd name="csX61" fmla="*/ 210897 w 278306"/>
              <a:gd name="csY61" fmla="*/ 244424 h 369963"/>
              <a:gd name="csX62" fmla="*/ 229158 w 278306"/>
              <a:gd name="csY62" fmla="*/ 228391 h 369963"/>
              <a:gd name="csX63" fmla="*/ 234321 w 278306"/>
              <a:gd name="csY63" fmla="*/ 228442 h 369963"/>
              <a:gd name="csX64" fmla="*/ 234966 w 278306"/>
              <a:gd name="csY64" fmla="*/ 250091 h 369963"/>
              <a:gd name="csX65" fmla="*/ 235014 w 278306"/>
              <a:gd name="csY65" fmla="*/ 261191 h 369963"/>
              <a:gd name="csX66" fmla="*/ 230353 w 278306"/>
              <a:gd name="csY66" fmla="*/ 300578 h 369963"/>
              <a:gd name="csX67" fmla="*/ 224337 w 278306"/>
              <a:gd name="csY67" fmla="*/ 308123 h 369963"/>
              <a:gd name="csX68" fmla="*/ 215823 w 278306"/>
              <a:gd name="csY68" fmla="*/ 299799 h 369963"/>
              <a:gd name="csX69" fmla="*/ 202099 w 278306"/>
              <a:gd name="csY69" fmla="*/ 292094 h 369963"/>
              <a:gd name="csX70" fmla="*/ 185246 w 278306"/>
              <a:gd name="csY70" fmla="*/ 278805 h 369963"/>
              <a:gd name="csX71" fmla="*/ 173928 w 278306"/>
              <a:gd name="csY71" fmla="*/ 260086 h 369963"/>
              <a:gd name="csX72" fmla="*/ 159486 w 278306"/>
              <a:gd name="csY72" fmla="*/ 251642 h 369963"/>
              <a:gd name="csX73" fmla="*/ 135920 w 278306"/>
              <a:gd name="csY73" fmla="*/ 263292 h 369963"/>
              <a:gd name="csX74" fmla="*/ 128496 w 278306"/>
              <a:gd name="csY74" fmla="*/ 268428 h 369963"/>
              <a:gd name="csX75" fmla="*/ 118324 w 278306"/>
              <a:gd name="csY75" fmla="*/ 277403 h 369963"/>
              <a:gd name="csX76" fmla="*/ 102749 w 278306"/>
              <a:gd name="csY76" fmla="*/ 302843 h 369963"/>
              <a:gd name="csX77" fmla="*/ 111986 w 278306"/>
              <a:gd name="csY77" fmla="*/ 325389 h 369963"/>
              <a:gd name="csX78" fmla="*/ 124791 w 278306"/>
              <a:gd name="csY78" fmla="*/ 345325 h 369963"/>
              <a:gd name="csX79" fmla="*/ 112525 w 278306"/>
              <a:gd name="csY79" fmla="*/ 358252 h 369963"/>
              <a:gd name="csX80" fmla="*/ 61364 w 278306"/>
              <a:gd name="csY80" fmla="*/ 367059 h 369963"/>
              <a:gd name="csX81" fmla="*/ 45875 w 278306"/>
              <a:gd name="csY81" fmla="*/ 368630 h 369963"/>
              <a:gd name="csX82" fmla="*/ 34904 w 278306"/>
              <a:gd name="csY82" fmla="*/ 369743 h 3699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Lst>
            <a:rect l="l" t="t" r="r" b="b"/>
            <a:pathLst>
              <a:path w="278306" h="369963">
                <a:moveTo>
                  <a:pt x="34904" y="369743"/>
                </a:moveTo>
                <a:cubicBezTo>
                  <a:pt x="32419" y="369198"/>
                  <a:pt x="30386" y="367754"/>
                  <a:pt x="30386" y="366534"/>
                </a:cubicBezTo>
                <a:cubicBezTo>
                  <a:pt x="30386" y="365314"/>
                  <a:pt x="27909" y="363530"/>
                  <a:pt x="24882" y="362569"/>
                </a:cubicBezTo>
                <a:cubicBezTo>
                  <a:pt x="21855" y="361609"/>
                  <a:pt x="20525" y="360078"/>
                  <a:pt x="21927" y="359169"/>
                </a:cubicBezTo>
                <a:cubicBezTo>
                  <a:pt x="23328" y="358259"/>
                  <a:pt x="25871" y="353231"/>
                  <a:pt x="27578" y="347996"/>
                </a:cubicBezTo>
                <a:cubicBezTo>
                  <a:pt x="29284" y="342760"/>
                  <a:pt x="32809" y="335771"/>
                  <a:pt x="35410" y="332463"/>
                </a:cubicBezTo>
                <a:cubicBezTo>
                  <a:pt x="41776" y="324371"/>
                  <a:pt x="48428" y="308044"/>
                  <a:pt x="46301" y="305733"/>
                </a:cubicBezTo>
                <a:cubicBezTo>
                  <a:pt x="45357" y="304708"/>
                  <a:pt x="47595" y="304589"/>
                  <a:pt x="51274" y="305469"/>
                </a:cubicBezTo>
                <a:cubicBezTo>
                  <a:pt x="65489" y="308870"/>
                  <a:pt x="84946" y="282874"/>
                  <a:pt x="85602" y="259605"/>
                </a:cubicBezTo>
                <a:cubicBezTo>
                  <a:pt x="85868" y="250143"/>
                  <a:pt x="85296" y="249310"/>
                  <a:pt x="77041" y="247151"/>
                </a:cubicBezTo>
                <a:cubicBezTo>
                  <a:pt x="64390" y="243842"/>
                  <a:pt x="56201" y="248710"/>
                  <a:pt x="56201" y="259540"/>
                </a:cubicBezTo>
                <a:cubicBezTo>
                  <a:pt x="56201" y="269382"/>
                  <a:pt x="51616" y="273960"/>
                  <a:pt x="43804" y="271918"/>
                </a:cubicBezTo>
                <a:cubicBezTo>
                  <a:pt x="37009" y="270141"/>
                  <a:pt x="36944" y="269149"/>
                  <a:pt x="42369" y="249815"/>
                </a:cubicBezTo>
                <a:cubicBezTo>
                  <a:pt x="46434" y="235327"/>
                  <a:pt x="46408" y="234559"/>
                  <a:pt x="41724" y="231013"/>
                </a:cubicBezTo>
                <a:cubicBezTo>
                  <a:pt x="34464" y="225517"/>
                  <a:pt x="33758" y="226021"/>
                  <a:pt x="29106" y="240028"/>
                </a:cubicBezTo>
                <a:cubicBezTo>
                  <a:pt x="26753" y="247111"/>
                  <a:pt x="23756" y="253568"/>
                  <a:pt x="22444" y="254379"/>
                </a:cubicBezTo>
                <a:cubicBezTo>
                  <a:pt x="19454" y="256227"/>
                  <a:pt x="19357" y="256781"/>
                  <a:pt x="24802" y="241025"/>
                </a:cubicBezTo>
                <a:cubicBezTo>
                  <a:pt x="27318" y="233748"/>
                  <a:pt x="31345" y="225823"/>
                  <a:pt x="33753" y="223416"/>
                </a:cubicBezTo>
                <a:cubicBezTo>
                  <a:pt x="41536" y="215633"/>
                  <a:pt x="38403" y="212792"/>
                  <a:pt x="20060" y="211002"/>
                </a:cubicBezTo>
                <a:cubicBezTo>
                  <a:pt x="14508" y="210460"/>
                  <a:pt x="13494" y="211544"/>
                  <a:pt x="12798" y="218762"/>
                </a:cubicBezTo>
                <a:cubicBezTo>
                  <a:pt x="12315" y="223766"/>
                  <a:pt x="13169" y="227151"/>
                  <a:pt x="14913" y="227151"/>
                </a:cubicBezTo>
                <a:cubicBezTo>
                  <a:pt x="16522" y="227151"/>
                  <a:pt x="17467" y="229765"/>
                  <a:pt x="17013" y="232960"/>
                </a:cubicBezTo>
                <a:cubicBezTo>
                  <a:pt x="16365" y="237521"/>
                  <a:pt x="14803" y="238572"/>
                  <a:pt x="9735" y="237857"/>
                </a:cubicBezTo>
                <a:cubicBezTo>
                  <a:pt x="6185" y="237355"/>
                  <a:pt x="2386" y="235613"/>
                  <a:pt x="1293" y="233984"/>
                </a:cubicBezTo>
                <a:cubicBezTo>
                  <a:pt x="-1682" y="229553"/>
                  <a:pt x="858" y="184145"/>
                  <a:pt x="5050" y="166825"/>
                </a:cubicBezTo>
                <a:cubicBezTo>
                  <a:pt x="7067" y="158491"/>
                  <a:pt x="10689" y="150232"/>
                  <a:pt x="13098" y="148470"/>
                </a:cubicBezTo>
                <a:cubicBezTo>
                  <a:pt x="15508" y="146708"/>
                  <a:pt x="17479" y="143943"/>
                  <a:pt x="17479" y="142324"/>
                </a:cubicBezTo>
                <a:cubicBezTo>
                  <a:pt x="17479" y="140706"/>
                  <a:pt x="20394" y="139382"/>
                  <a:pt x="23957" y="139382"/>
                </a:cubicBezTo>
                <a:cubicBezTo>
                  <a:pt x="30115" y="139382"/>
                  <a:pt x="30383" y="138776"/>
                  <a:pt x="29365" y="127120"/>
                </a:cubicBezTo>
                <a:cubicBezTo>
                  <a:pt x="27807" y="109281"/>
                  <a:pt x="29957" y="101744"/>
                  <a:pt x="37749" y="97729"/>
                </a:cubicBezTo>
                <a:cubicBezTo>
                  <a:pt x="41508" y="95792"/>
                  <a:pt x="46799" y="91468"/>
                  <a:pt x="49507" y="88122"/>
                </a:cubicBezTo>
                <a:cubicBezTo>
                  <a:pt x="52214" y="84775"/>
                  <a:pt x="56385" y="80128"/>
                  <a:pt x="58774" y="77796"/>
                </a:cubicBezTo>
                <a:cubicBezTo>
                  <a:pt x="61163" y="75463"/>
                  <a:pt x="63903" y="71380"/>
                  <a:pt x="64863" y="68721"/>
                </a:cubicBezTo>
                <a:cubicBezTo>
                  <a:pt x="66368" y="64550"/>
                  <a:pt x="68459" y="64095"/>
                  <a:pt x="80119" y="65404"/>
                </a:cubicBezTo>
                <a:cubicBezTo>
                  <a:pt x="87551" y="66238"/>
                  <a:pt x="98859" y="67882"/>
                  <a:pt x="105248" y="69057"/>
                </a:cubicBezTo>
                <a:cubicBezTo>
                  <a:pt x="111637" y="70233"/>
                  <a:pt x="123835" y="70564"/>
                  <a:pt x="132354" y="69793"/>
                </a:cubicBezTo>
                <a:lnTo>
                  <a:pt x="147842" y="68392"/>
                </a:lnTo>
                <a:lnTo>
                  <a:pt x="148600" y="51194"/>
                </a:lnTo>
                <a:cubicBezTo>
                  <a:pt x="149196" y="37679"/>
                  <a:pt x="148006" y="30668"/>
                  <a:pt x="143045" y="18458"/>
                </a:cubicBezTo>
                <a:cubicBezTo>
                  <a:pt x="139573" y="9912"/>
                  <a:pt x="137392" y="2259"/>
                  <a:pt x="138200" y="1452"/>
                </a:cubicBezTo>
                <a:cubicBezTo>
                  <a:pt x="141102" y="-1451"/>
                  <a:pt x="166125" y="290"/>
                  <a:pt x="176238" y="4099"/>
                </a:cubicBezTo>
                <a:cubicBezTo>
                  <a:pt x="189419" y="9062"/>
                  <a:pt x="190086" y="9272"/>
                  <a:pt x="200117" y="11594"/>
                </a:cubicBezTo>
                <a:cubicBezTo>
                  <a:pt x="204892" y="12700"/>
                  <a:pt x="208506" y="15170"/>
                  <a:pt x="208506" y="17328"/>
                </a:cubicBezTo>
                <a:cubicBezTo>
                  <a:pt x="208506" y="19413"/>
                  <a:pt x="210585" y="21662"/>
                  <a:pt x="213126" y="22327"/>
                </a:cubicBezTo>
                <a:cubicBezTo>
                  <a:pt x="215666" y="22991"/>
                  <a:pt x="218861" y="26077"/>
                  <a:pt x="220224" y="29184"/>
                </a:cubicBezTo>
                <a:cubicBezTo>
                  <a:pt x="222363" y="34057"/>
                  <a:pt x="224390" y="34715"/>
                  <a:pt x="234966" y="33975"/>
                </a:cubicBezTo>
                <a:cubicBezTo>
                  <a:pt x="242553" y="33444"/>
                  <a:pt x="247228" y="34179"/>
                  <a:pt x="247228" y="35904"/>
                </a:cubicBezTo>
                <a:cubicBezTo>
                  <a:pt x="247228" y="37437"/>
                  <a:pt x="251497" y="43416"/>
                  <a:pt x="256714" y="49191"/>
                </a:cubicBezTo>
                <a:cubicBezTo>
                  <a:pt x="264193" y="57469"/>
                  <a:pt x="267470" y="59372"/>
                  <a:pt x="272203" y="58184"/>
                </a:cubicBezTo>
                <a:cubicBezTo>
                  <a:pt x="280616" y="56072"/>
                  <a:pt x="280219" y="63714"/>
                  <a:pt x="271714" y="67589"/>
                </a:cubicBezTo>
                <a:cubicBezTo>
                  <a:pt x="267863" y="69343"/>
                  <a:pt x="264361" y="73784"/>
                  <a:pt x="263105" y="78504"/>
                </a:cubicBezTo>
                <a:cubicBezTo>
                  <a:pt x="261351" y="85098"/>
                  <a:pt x="259842" y="86340"/>
                  <a:pt x="254303" y="85750"/>
                </a:cubicBezTo>
                <a:cubicBezTo>
                  <a:pt x="246592" y="84928"/>
                  <a:pt x="243436" y="91067"/>
                  <a:pt x="246105" y="101699"/>
                </a:cubicBezTo>
                <a:cubicBezTo>
                  <a:pt x="247533" y="107389"/>
                  <a:pt x="244867" y="111544"/>
                  <a:pt x="227494" y="130702"/>
                </a:cubicBezTo>
                <a:cubicBezTo>
                  <a:pt x="207371" y="152893"/>
                  <a:pt x="196764" y="160034"/>
                  <a:pt x="183924" y="160034"/>
                </a:cubicBezTo>
                <a:cubicBezTo>
                  <a:pt x="175394" y="160034"/>
                  <a:pt x="155328" y="169109"/>
                  <a:pt x="153537" y="173778"/>
                </a:cubicBezTo>
                <a:cubicBezTo>
                  <a:pt x="152784" y="175740"/>
                  <a:pt x="154366" y="179227"/>
                  <a:pt x="157053" y="181528"/>
                </a:cubicBezTo>
                <a:cubicBezTo>
                  <a:pt x="160618" y="184580"/>
                  <a:pt x="161532" y="187741"/>
                  <a:pt x="160436" y="193225"/>
                </a:cubicBezTo>
                <a:cubicBezTo>
                  <a:pt x="158065" y="205081"/>
                  <a:pt x="165477" y="217314"/>
                  <a:pt x="180263" y="225950"/>
                </a:cubicBezTo>
                <a:cubicBezTo>
                  <a:pt x="187814" y="230360"/>
                  <a:pt x="193823" y="235916"/>
                  <a:pt x="194663" y="239264"/>
                </a:cubicBezTo>
                <a:cubicBezTo>
                  <a:pt x="196711" y="247420"/>
                  <a:pt x="202826" y="252154"/>
                  <a:pt x="204770" y="247088"/>
                </a:cubicBezTo>
                <a:cubicBezTo>
                  <a:pt x="205617" y="244882"/>
                  <a:pt x="208258" y="243734"/>
                  <a:pt x="210897" y="244424"/>
                </a:cubicBezTo>
                <a:cubicBezTo>
                  <a:pt x="216566" y="245906"/>
                  <a:pt x="229158" y="234851"/>
                  <a:pt x="229158" y="228391"/>
                </a:cubicBezTo>
                <a:cubicBezTo>
                  <a:pt x="229158" y="223967"/>
                  <a:pt x="229378" y="223969"/>
                  <a:pt x="234321" y="228442"/>
                </a:cubicBezTo>
                <a:cubicBezTo>
                  <a:pt x="240730" y="234242"/>
                  <a:pt x="241099" y="246636"/>
                  <a:pt x="234966" y="250091"/>
                </a:cubicBezTo>
                <a:cubicBezTo>
                  <a:pt x="230667" y="252513"/>
                  <a:pt x="230669" y="253050"/>
                  <a:pt x="235014" y="261191"/>
                </a:cubicBezTo>
                <a:cubicBezTo>
                  <a:pt x="240871" y="272165"/>
                  <a:pt x="238755" y="290041"/>
                  <a:pt x="230353" y="300578"/>
                </a:cubicBezTo>
                <a:lnTo>
                  <a:pt x="224337" y="308123"/>
                </a:lnTo>
                <a:lnTo>
                  <a:pt x="215823" y="299799"/>
                </a:lnTo>
                <a:cubicBezTo>
                  <a:pt x="210927" y="295013"/>
                  <a:pt x="205095" y="291738"/>
                  <a:pt x="202099" y="292094"/>
                </a:cubicBezTo>
                <a:cubicBezTo>
                  <a:pt x="194035" y="293052"/>
                  <a:pt x="185277" y="286146"/>
                  <a:pt x="185246" y="278805"/>
                </a:cubicBezTo>
                <a:cubicBezTo>
                  <a:pt x="185229" y="274767"/>
                  <a:pt x="180965" y="267715"/>
                  <a:pt x="173928" y="260086"/>
                </a:cubicBezTo>
                <a:cubicBezTo>
                  <a:pt x="164333" y="249682"/>
                  <a:pt x="162165" y="248415"/>
                  <a:pt x="159486" y="251642"/>
                </a:cubicBezTo>
                <a:cubicBezTo>
                  <a:pt x="155362" y="256612"/>
                  <a:pt x="141849" y="263292"/>
                  <a:pt x="135920" y="263292"/>
                </a:cubicBezTo>
                <a:cubicBezTo>
                  <a:pt x="133348" y="263292"/>
                  <a:pt x="130007" y="265603"/>
                  <a:pt x="128496" y="268428"/>
                </a:cubicBezTo>
                <a:cubicBezTo>
                  <a:pt x="126984" y="271253"/>
                  <a:pt x="122406" y="275292"/>
                  <a:pt x="118324" y="277403"/>
                </a:cubicBezTo>
                <a:cubicBezTo>
                  <a:pt x="105333" y="284120"/>
                  <a:pt x="102661" y="288486"/>
                  <a:pt x="102749" y="302843"/>
                </a:cubicBezTo>
                <a:cubicBezTo>
                  <a:pt x="102826" y="315405"/>
                  <a:pt x="106784" y="325066"/>
                  <a:pt x="111986" y="325389"/>
                </a:cubicBezTo>
                <a:cubicBezTo>
                  <a:pt x="116589" y="325676"/>
                  <a:pt x="126252" y="340721"/>
                  <a:pt x="124791" y="345325"/>
                </a:cubicBezTo>
                <a:cubicBezTo>
                  <a:pt x="123983" y="347870"/>
                  <a:pt x="118463" y="353688"/>
                  <a:pt x="112525" y="358252"/>
                </a:cubicBezTo>
                <a:cubicBezTo>
                  <a:pt x="101535" y="366699"/>
                  <a:pt x="89725" y="368732"/>
                  <a:pt x="61364" y="367059"/>
                </a:cubicBezTo>
                <a:cubicBezTo>
                  <a:pt x="56394" y="366766"/>
                  <a:pt x="49424" y="367473"/>
                  <a:pt x="45875" y="368630"/>
                </a:cubicBezTo>
                <a:cubicBezTo>
                  <a:pt x="42325" y="369787"/>
                  <a:pt x="37388" y="370288"/>
                  <a:pt x="34904" y="369743"/>
                </a:cubicBezTo>
                <a:close/>
              </a:path>
            </a:pathLst>
          </a:custGeom>
          <a:solidFill>
            <a:srgbClr val="B9B9B9"/>
          </a:solidFill>
          <a:ln w="5163" cap="flat">
            <a:noFill/>
            <a:prstDash val="solid"/>
            <a:miter/>
          </a:ln>
        </p:spPr>
        <p:txBody>
          <a:bodyPr/>
          <a:lstStyle/>
          <a:p>
            <a:endParaRPr lang="es-419" noProof="0" dirty="0"/>
          </a:p>
        </p:txBody>
      </p:sp>
      <p:grpSp>
        <p:nvGrpSpPr>
          <p:cNvPr id="75" name="Gráfico 39">
            <a:extLst>
              <a:ext uri="{FF2B5EF4-FFF2-40B4-BE49-F238E27FC236}">
                <a16:creationId xmlns:a16="http://schemas.microsoft.com/office/drawing/2014/main" id="{156D1AE7-ACDC-0C98-A251-F7833764E7C0}"/>
              </a:ext>
            </a:extLst>
          </p:cNvPr>
          <p:cNvGrpSpPr/>
          <p:nvPr/>
        </p:nvGrpSpPr>
        <p:grpSpPr>
          <a:xfrm>
            <a:off x="1634957" y="2069316"/>
            <a:ext cx="438046" cy="474569"/>
            <a:chOff x="1634957" y="2069316"/>
            <a:chExt cx="438046" cy="474569"/>
          </a:xfrm>
        </p:grpSpPr>
        <p:sp>
          <p:nvSpPr>
            <p:cNvPr id="76" name="Forma libre: forma 75">
              <a:extLst>
                <a:ext uri="{FF2B5EF4-FFF2-40B4-BE49-F238E27FC236}">
                  <a16:creationId xmlns:a16="http://schemas.microsoft.com/office/drawing/2014/main" id="{5CFAECFC-56BC-B0DE-FCEC-409F39348F2B}"/>
                </a:ext>
              </a:extLst>
            </p:cNvPr>
            <p:cNvSpPr/>
            <p:nvPr/>
          </p:nvSpPr>
          <p:spPr>
            <a:xfrm>
              <a:off x="1634957" y="2069316"/>
              <a:ext cx="438046" cy="474569"/>
            </a:xfrm>
            <a:custGeom>
              <a:avLst/>
              <a:gdLst>
                <a:gd name="csX0" fmla="*/ 332739 w 438046"/>
                <a:gd name="csY0" fmla="*/ 469202 h 474569"/>
                <a:gd name="csX1" fmla="*/ 324349 w 438046"/>
                <a:gd name="csY1" fmla="*/ 460541 h 474569"/>
                <a:gd name="csX2" fmla="*/ 306954 w 438046"/>
                <a:gd name="csY2" fmla="*/ 447652 h 474569"/>
                <a:gd name="csX3" fmla="*/ 301522 w 438046"/>
                <a:gd name="csY3" fmla="*/ 436095 h 474569"/>
                <a:gd name="csX4" fmla="*/ 298287 w 438046"/>
                <a:gd name="csY4" fmla="*/ 425621 h 474569"/>
                <a:gd name="csX5" fmla="*/ 291436 w 438046"/>
                <a:gd name="csY5" fmla="*/ 429493 h 474569"/>
                <a:gd name="csX6" fmla="*/ 284162 w 438046"/>
                <a:gd name="csY6" fmla="*/ 433365 h 474569"/>
                <a:gd name="csX7" fmla="*/ 273181 w 438046"/>
                <a:gd name="csY7" fmla="*/ 439996 h 474569"/>
                <a:gd name="csX8" fmla="*/ 246542 w 438046"/>
                <a:gd name="csY8" fmla="*/ 415677 h 474569"/>
                <a:gd name="csX9" fmla="*/ 247543 w 438046"/>
                <a:gd name="csY9" fmla="*/ 398488 h 474569"/>
                <a:gd name="csX10" fmla="*/ 227242 w 438046"/>
                <a:gd name="csY10" fmla="*/ 385770 h 474569"/>
                <a:gd name="csX11" fmla="*/ 216574 w 438046"/>
                <a:gd name="csY11" fmla="*/ 384267 h 474569"/>
                <a:gd name="csX12" fmla="*/ 211411 w 438046"/>
                <a:gd name="csY12" fmla="*/ 381736 h 474569"/>
                <a:gd name="csX13" fmla="*/ 206248 w 438046"/>
                <a:gd name="csY13" fmla="*/ 377864 h 474569"/>
                <a:gd name="csX14" fmla="*/ 201085 w 438046"/>
                <a:gd name="csY14" fmla="*/ 368829 h 474569"/>
                <a:gd name="csX15" fmla="*/ 195840 w 438046"/>
                <a:gd name="csY15" fmla="*/ 360439 h 474569"/>
                <a:gd name="csX16" fmla="*/ 179383 w 438046"/>
                <a:gd name="csY16" fmla="*/ 344572 h 474569"/>
                <a:gd name="csX17" fmla="*/ 166056 w 438046"/>
                <a:gd name="csY17" fmla="*/ 347532 h 474569"/>
                <a:gd name="csX18" fmla="*/ 162127 w 438046"/>
                <a:gd name="csY18" fmla="*/ 363514 h 474569"/>
                <a:gd name="csX19" fmla="*/ 156676 w 438046"/>
                <a:gd name="csY19" fmla="*/ 372397 h 474569"/>
                <a:gd name="csX20" fmla="*/ 152333 w 438046"/>
                <a:gd name="csY20" fmla="*/ 366640 h 474569"/>
                <a:gd name="csX21" fmla="*/ 138487 w 438046"/>
                <a:gd name="csY21" fmla="*/ 364853 h 474569"/>
                <a:gd name="csX22" fmla="*/ 126312 w 438046"/>
                <a:gd name="csY22" fmla="*/ 363833 h 474569"/>
                <a:gd name="csX23" fmla="*/ 123641 w 438046"/>
                <a:gd name="csY23" fmla="*/ 355006 h 474569"/>
                <a:gd name="csX24" fmla="*/ 115723 w 438046"/>
                <a:gd name="csY24" fmla="*/ 349430 h 474569"/>
                <a:gd name="csX25" fmla="*/ 110493 w 438046"/>
                <a:gd name="csY25" fmla="*/ 333027 h 474569"/>
                <a:gd name="csX26" fmla="*/ 115897 w 438046"/>
                <a:gd name="csY26" fmla="*/ 317692 h 474569"/>
                <a:gd name="csX27" fmla="*/ 126868 w 438046"/>
                <a:gd name="csY27" fmla="*/ 306474 h 474569"/>
                <a:gd name="csX28" fmla="*/ 128005 w 438046"/>
                <a:gd name="csY28" fmla="*/ 290864 h 474569"/>
                <a:gd name="csX29" fmla="*/ 107467 w 438046"/>
                <a:gd name="csY29" fmla="*/ 276906 h 474569"/>
                <a:gd name="csX30" fmla="*/ 125531 w 438046"/>
                <a:gd name="csY30" fmla="*/ 228226 h 474569"/>
                <a:gd name="csX31" fmla="*/ 128516 w 438046"/>
                <a:gd name="csY31" fmla="*/ 218872 h 474569"/>
                <a:gd name="csX32" fmla="*/ 122054 w 438046"/>
                <a:gd name="csY32" fmla="*/ 216563 h 474569"/>
                <a:gd name="csX33" fmla="*/ 112602 w 438046"/>
                <a:gd name="csY33" fmla="*/ 211354 h 474569"/>
                <a:gd name="csX34" fmla="*/ 97827 w 438046"/>
                <a:gd name="csY34" fmla="*/ 212411 h 474569"/>
                <a:gd name="csX35" fmla="*/ 87566 w 438046"/>
                <a:gd name="csY35" fmla="*/ 216588 h 474569"/>
                <a:gd name="csX36" fmla="*/ 80430 w 438046"/>
                <a:gd name="csY36" fmla="*/ 211038 h 474569"/>
                <a:gd name="csX37" fmla="*/ 79784 w 438046"/>
                <a:gd name="csY37" fmla="*/ 198453 h 474569"/>
                <a:gd name="csX38" fmla="*/ 82015 w 438046"/>
                <a:gd name="csY38" fmla="*/ 188949 h 474569"/>
                <a:gd name="csX39" fmla="*/ 89966 w 438046"/>
                <a:gd name="csY39" fmla="*/ 185629 h 474569"/>
                <a:gd name="csX40" fmla="*/ 87641 w 438046"/>
                <a:gd name="csY40" fmla="*/ 169636 h 474569"/>
                <a:gd name="csX41" fmla="*/ 79292 w 438046"/>
                <a:gd name="csY41" fmla="*/ 156728 h 474569"/>
                <a:gd name="csX42" fmla="*/ 72462 w 438046"/>
                <a:gd name="csY42" fmla="*/ 148956 h 474569"/>
                <a:gd name="csX43" fmla="*/ 56524 w 438046"/>
                <a:gd name="csY43" fmla="*/ 163920 h 474569"/>
                <a:gd name="csX44" fmla="*/ 52658 w 438046"/>
                <a:gd name="csY44" fmla="*/ 164900 h 474569"/>
                <a:gd name="csX45" fmla="*/ 39697 w 438046"/>
                <a:gd name="csY45" fmla="*/ 168628 h 474569"/>
                <a:gd name="csX46" fmla="*/ 26748 w 438046"/>
                <a:gd name="csY46" fmla="*/ 181448 h 474569"/>
                <a:gd name="csX47" fmla="*/ 16403 w 438046"/>
                <a:gd name="csY47" fmla="*/ 190289 h 474569"/>
                <a:gd name="csX48" fmla="*/ 7343 w 438046"/>
                <a:gd name="csY48" fmla="*/ 186486 h 474569"/>
                <a:gd name="csX49" fmla="*/ 9965 w 438046"/>
                <a:gd name="csY49" fmla="*/ 170925 h 474569"/>
                <a:gd name="csX50" fmla="*/ 15158 w 438046"/>
                <a:gd name="csY50" fmla="*/ 162124 h 474569"/>
                <a:gd name="csX51" fmla="*/ 9381 w 438046"/>
                <a:gd name="csY51" fmla="*/ 159801 h 474569"/>
                <a:gd name="csX52" fmla="*/ 7807 w 438046"/>
                <a:gd name="csY52" fmla="*/ 157314 h 474569"/>
                <a:gd name="csX53" fmla="*/ 15681 w 438046"/>
                <a:gd name="csY53" fmla="*/ 151621 h 474569"/>
                <a:gd name="csX54" fmla="*/ 24691 w 438046"/>
                <a:gd name="csY54" fmla="*/ 148948 h 474569"/>
                <a:gd name="csX55" fmla="*/ 33291 w 438046"/>
                <a:gd name="csY55" fmla="*/ 142643 h 474569"/>
                <a:gd name="csX56" fmla="*/ 36252 w 438046"/>
                <a:gd name="csY56" fmla="*/ 130243 h 474569"/>
                <a:gd name="csX57" fmla="*/ 35959 w 438046"/>
                <a:gd name="csY57" fmla="*/ 119824 h 474569"/>
                <a:gd name="csX58" fmla="*/ 30417 w 438046"/>
                <a:gd name="csY58" fmla="*/ 117319 h 474569"/>
                <a:gd name="csX59" fmla="*/ 28128 w 438046"/>
                <a:gd name="csY59" fmla="*/ 114535 h 474569"/>
                <a:gd name="csX60" fmla="*/ 22780 w 438046"/>
                <a:gd name="csY60" fmla="*/ 112034 h 474569"/>
                <a:gd name="csX61" fmla="*/ 9335 w 438046"/>
                <a:gd name="csY61" fmla="*/ 100263 h 474569"/>
                <a:gd name="csX62" fmla="*/ 5316 w 438046"/>
                <a:gd name="csY62" fmla="*/ 85099 h 474569"/>
                <a:gd name="csX63" fmla="*/ 0 w 438046"/>
                <a:gd name="csY63" fmla="*/ 74899 h 474569"/>
                <a:gd name="csX64" fmla="*/ 5230 w 438046"/>
                <a:gd name="csY64" fmla="*/ 68250 h 474569"/>
                <a:gd name="csX65" fmla="*/ 8777 w 438046"/>
                <a:gd name="csY65" fmla="*/ 53938 h 474569"/>
                <a:gd name="csX66" fmla="*/ 11157 w 438046"/>
                <a:gd name="csY66" fmla="*/ 40474 h 474569"/>
                <a:gd name="csX67" fmla="*/ 15221 w 438046"/>
                <a:gd name="csY67" fmla="*/ 30361 h 474569"/>
                <a:gd name="csX68" fmla="*/ 19093 w 438046"/>
                <a:gd name="csY68" fmla="*/ 24563 h 474569"/>
                <a:gd name="csX69" fmla="*/ 13331 w 438046"/>
                <a:gd name="csY69" fmla="*/ 11391 h 474569"/>
                <a:gd name="csX70" fmla="*/ 15610 w 438046"/>
                <a:gd name="csY70" fmla="*/ 4739 h 474569"/>
                <a:gd name="csX71" fmla="*/ 24152 w 438046"/>
                <a:gd name="csY71" fmla="*/ 2431 h 474569"/>
                <a:gd name="csX72" fmla="*/ 42643 w 438046"/>
                <a:gd name="csY72" fmla="*/ 10008 h 474569"/>
                <a:gd name="csX73" fmla="*/ 58021 w 438046"/>
                <a:gd name="csY73" fmla="*/ 20333 h 474569"/>
                <a:gd name="csX74" fmla="*/ 76259 w 438046"/>
                <a:gd name="csY74" fmla="*/ 58909 h 474569"/>
                <a:gd name="csX75" fmla="*/ 87417 w 438046"/>
                <a:gd name="csY75" fmla="*/ 80908 h 474569"/>
                <a:gd name="csX76" fmla="*/ 99122 w 438046"/>
                <a:gd name="csY76" fmla="*/ 102996 h 474569"/>
                <a:gd name="csX77" fmla="*/ 103913 w 438046"/>
                <a:gd name="csY77" fmla="*/ 110684 h 474569"/>
                <a:gd name="csX78" fmla="*/ 102362 w 438046"/>
                <a:gd name="csY78" fmla="*/ 90033 h 474569"/>
                <a:gd name="csX79" fmla="*/ 92203 w 438046"/>
                <a:gd name="csY79" fmla="*/ 66799 h 474569"/>
                <a:gd name="csX80" fmla="*/ 83568 w 438046"/>
                <a:gd name="csY80" fmla="*/ 60346 h 474569"/>
                <a:gd name="csX81" fmla="*/ 86838 w 438046"/>
                <a:gd name="csY81" fmla="*/ 69381 h 474569"/>
                <a:gd name="csX82" fmla="*/ 85111 w 438046"/>
                <a:gd name="csY82" fmla="*/ 70354 h 474569"/>
                <a:gd name="csX83" fmla="*/ 81250 w 438046"/>
                <a:gd name="csY83" fmla="*/ 58738 h 474569"/>
                <a:gd name="csX84" fmla="*/ 73693 w 438046"/>
                <a:gd name="csY84" fmla="*/ 39979 h 474569"/>
                <a:gd name="csX85" fmla="*/ 66850 w 438046"/>
                <a:gd name="csY85" fmla="*/ 27201 h 474569"/>
                <a:gd name="csX86" fmla="*/ 80920 w 438046"/>
                <a:gd name="csY86" fmla="*/ 44489 h 474569"/>
                <a:gd name="csX87" fmla="*/ 99162 w 438046"/>
                <a:gd name="csY87" fmla="*/ 64586 h 474569"/>
                <a:gd name="csX88" fmla="*/ 107565 w 438046"/>
                <a:gd name="csY88" fmla="*/ 86419 h 474569"/>
                <a:gd name="csX89" fmla="*/ 116108 w 438046"/>
                <a:gd name="csY89" fmla="*/ 138203 h 474569"/>
                <a:gd name="csX90" fmla="*/ 121060 w 438046"/>
                <a:gd name="csY90" fmla="*/ 151411 h 474569"/>
                <a:gd name="csX91" fmla="*/ 135828 w 438046"/>
                <a:gd name="csY91" fmla="*/ 169580 h 474569"/>
                <a:gd name="csX92" fmla="*/ 173747 w 438046"/>
                <a:gd name="csY92" fmla="*/ 217637 h 474569"/>
                <a:gd name="csX93" fmla="*/ 186052 w 438046"/>
                <a:gd name="csY93" fmla="*/ 237240 h 474569"/>
                <a:gd name="csX94" fmla="*/ 192809 w 438046"/>
                <a:gd name="csY94" fmla="*/ 259193 h 474569"/>
                <a:gd name="csX95" fmla="*/ 202887 w 438046"/>
                <a:gd name="csY95" fmla="*/ 280570 h 474569"/>
                <a:gd name="csX96" fmla="*/ 215434 w 438046"/>
                <a:gd name="csY96" fmla="*/ 294429 h 474569"/>
                <a:gd name="csX97" fmla="*/ 223898 w 438046"/>
                <a:gd name="csY97" fmla="*/ 302869 h 474569"/>
                <a:gd name="csX98" fmla="*/ 231639 w 438046"/>
                <a:gd name="csY98" fmla="*/ 310848 h 474569"/>
                <a:gd name="csX99" fmla="*/ 241066 w 438046"/>
                <a:gd name="csY99" fmla="*/ 319770 h 474569"/>
                <a:gd name="csX100" fmla="*/ 242388 w 438046"/>
                <a:gd name="csY100" fmla="*/ 323654 h 474569"/>
                <a:gd name="csX101" fmla="*/ 237225 w 438046"/>
                <a:gd name="csY101" fmla="*/ 324770 h 474569"/>
                <a:gd name="csX102" fmla="*/ 239807 w 438046"/>
                <a:gd name="csY102" fmla="*/ 327526 h 474569"/>
                <a:gd name="csX103" fmla="*/ 241743 w 438046"/>
                <a:gd name="csY103" fmla="*/ 330724 h 474569"/>
                <a:gd name="csX104" fmla="*/ 248333 w 438046"/>
                <a:gd name="csY104" fmla="*/ 333103 h 474569"/>
                <a:gd name="csX105" fmla="*/ 259724 w 438046"/>
                <a:gd name="csY105" fmla="*/ 335713 h 474569"/>
                <a:gd name="csX106" fmla="*/ 262612 w 438046"/>
                <a:gd name="csY106" fmla="*/ 335270 h 474569"/>
                <a:gd name="csX107" fmla="*/ 255739 w 438046"/>
                <a:gd name="csY107" fmla="*/ 330573 h 474569"/>
                <a:gd name="csX108" fmla="*/ 250133 w 438046"/>
                <a:gd name="csY108" fmla="*/ 327461 h 474569"/>
                <a:gd name="csX109" fmla="*/ 260301 w 438046"/>
                <a:gd name="csY109" fmla="*/ 328761 h 474569"/>
                <a:gd name="csX110" fmla="*/ 284960 w 438046"/>
                <a:gd name="csY110" fmla="*/ 330853 h 474569"/>
                <a:gd name="csX111" fmla="*/ 308115 w 438046"/>
                <a:gd name="csY111" fmla="*/ 337754 h 474569"/>
                <a:gd name="csX112" fmla="*/ 325378 w 438046"/>
                <a:gd name="csY112" fmla="*/ 347910 h 474569"/>
                <a:gd name="csX113" fmla="*/ 336932 w 438046"/>
                <a:gd name="csY113" fmla="*/ 355594 h 474569"/>
                <a:gd name="csX114" fmla="*/ 342564 w 438046"/>
                <a:gd name="csY114" fmla="*/ 364198 h 474569"/>
                <a:gd name="csX115" fmla="*/ 343743 w 438046"/>
                <a:gd name="csY115" fmla="*/ 371080 h 474569"/>
                <a:gd name="csX116" fmla="*/ 344358 w 438046"/>
                <a:gd name="csY116" fmla="*/ 373363 h 474569"/>
                <a:gd name="csX117" fmla="*/ 350269 w 438046"/>
                <a:gd name="csY117" fmla="*/ 376862 h 474569"/>
                <a:gd name="csX118" fmla="*/ 372627 w 438046"/>
                <a:gd name="csY118" fmla="*/ 380540 h 474569"/>
                <a:gd name="csX119" fmla="*/ 391189 w 438046"/>
                <a:gd name="csY119" fmla="*/ 378801 h 474569"/>
                <a:gd name="csX120" fmla="*/ 394232 w 438046"/>
                <a:gd name="csY120" fmla="*/ 388958 h 474569"/>
                <a:gd name="csX121" fmla="*/ 397318 w 438046"/>
                <a:gd name="csY121" fmla="*/ 403978 h 474569"/>
                <a:gd name="csX122" fmla="*/ 409224 w 438046"/>
                <a:gd name="csY122" fmla="*/ 419167 h 474569"/>
                <a:gd name="csX123" fmla="*/ 434929 w 438046"/>
                <a:gd name="csY123" fmla="*/ 450207 h 474569"/>
                <a:gd name="csX124" fmla="*/ 429332 w 438046"/>
                <a:gd name="csY124" fmla="*/ 469288 h 474569"/>
                <a:gd name="csX125" fmla="*/ 376412 w 438046"/>
                <a:gd name="csY125" fmla="*/ 474534 h 474569"/>
                <a:gd name="csX126" fmla="*/ 332739 w 438046"/>
                <a:gd name="csY126" fmla="*/ 469202 h 47456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438046" h="474569">
                  <a:moveTo>
                    <a:pt x="332739" y="469202"/>
                  </a:moveTo>
                  <a:cubicBezTo>
                    <a:pt x="332739" y="465869"/>
                    <a:pt x="329807" y="462843"/>
                    <a:pt x="324349" y="460541"/>
                  </a:cubicBezTo>
                  <a:cubicBezTo>
                    <a:pt x="319735" y="458594"/>
                    <a:pt x="311907" y="452795"/>
                    <a:pt x="306954" y="447652"/>
                  </a:cubicBezTo>
                  <a:cubicBezTo>
                    <a:pt x="299888" y="440316"/>
                    <a:pt x="298719" y="437828"/>
                    <a:pt x="301522" y="436095"/>
                  </a:cubicBezTo>
                  <a:cubicBezTo>
                    <a:pt x="305823" y="433437"/>
                    <a:pt x="303408" y="425621"/>
                    <a:pt x="298287" y="425621"/>
                  </a:cubicBezTo>
                  <a:cubicBezTo>
                    <a:pt x="296286" y="425621"/>
                    <a:pt x="293203" y="427364"/>
                    <a:pt x="291436" y="429493"/>
                  </a:cubicBezTo>
                  <a:cubicBezTo>
                    <a:pt x="289668" y="431623"/>
                    <a:pt x="286395" y="433365"/>
                    <a:pt x="284162" y="433365"/>
                  </a:cubicBezTo>
                  <a:cubicBezTo>
                    <a:pt x="281929" y="433365"/>
                    <a:pt x="276987" y="436349"/>
                    <a:pt x="273181" y="439996"/>
                  </a:cubicBezTo>
                  <a:cubicBezTo>
                    <a:pt x="256469" y="456007"/>
                    <a:pt x="233183" y="434749"/>
                    <a:pt x="246542" y="415677"/>
                  </a:cubicBezTo>
                  <a:cubicBezTo>
                    <a:pt x="250094" y="410606"/>
                    <a:pt x="250239" y="408115"/>
                    <a:pt x="247543" y="398488"/>
                  </a:cubicBezTo>
                  <a:cubicBezTo>
                    <a:pt x="243936" y="385603"/>
                    <a:pt x="241942" y="384354"/>
                    <a:pt x="227242" y="385770"/>
                  </a:cubicBezTo>
                  <a:cubicBezTo>
                    <a:pt x="221295" y="386343"/>
                    <a:pt x="216574" y="385678"/>
                    <a:pt x="216574" y="384267"/>
                  </a:cubicBezTo>
                  <a:cubicBezTo>
                    <a:pt x="216574" y="382875"/>
                    <a:pt x="214251" y="381736"/>
                    <a:pt x="211411" y="381736"/>
                  </a:cubicBezTo>
                  <a:cubicBezTo>
                    <a:pt x="208543" y="381736"/>
                    <a:pt x="206248" y="380015"/>
                    <a:pt x="206248" y="377864"/>
                  </a:cubicBezTo>
                  <a:cubicBezTo>
                    <a:pt x="206248" y="375735"/>
                    <a:pt x="203925" y="371669"/>
                    <a:pt x="201085" y="368829"/>
                  </a:cubicBezTo>
                  <a:cubicBezTo>
                    <a:pt x="198245" y="365990"/>
                    <a:pt x="195885" y="362214"/>
                    <a:pt x="195840" y="360439"/>
                  </a:cubicBezTo>
                  <a:cubicBezTo>
                    <a:pt x="195695" y="354744"/>
                    <a:pt x="189552" y="348821"/>
                    <a:pt x="179383" y="344572"/>
                  </a:cubicBezTo>
                  <a:cubicBezTo>
                    <a:pt x="165908" y="338942"/>
                    <a:pt x="164292" y="339301"/>
                    <a:pt x="166056" y="347532"/>
                  </a:cubicBezTo>
                  <a:cubicBezTo>
                    <a:pt x="167087" y="352339"/>
                    <a:pt x="165818" y="357500"/>
                    <a:pt x="162127" y="363514"/>
                  </a:cubicBezTo>
                  <a:lnTo>
                    <a:pt x="156676" y="372397"/>
                  </a:lnTo>
                  <a:lnTo>
                    <a:pt x="152333" y="366640"/>
                  </a:lnTo>
                  <a:cubicBezTo>
                    <a:pt x="148166" y="361115"/>
                    <a:pt x="147605" y="361043"/>
                    <a:pt x="138487" y="364853"/>
                  </a:cubicBezTo>
                  <a:cubicBezTo>
                    <a:pt x="129534" y="368594"/>
                    <a:pt x="128828" y="368535"/>
                    <a:pt x="126312" y="363833"/>
                  </a:cubicBezTo>
                  <a:cubicBezTo>
                    <a:pt x="124843" y="361088"/>
                    <a:pt x="123641" y="357116"/>
                    <a:pt x="123641" y="355006"/>
                  </a:cubicBezTo>
                  <a:cubicBezTo>
                    <a:pt x="123641" y="352823"/>
                    <a:pt x="120228" y="350420"/>
                    <a:pt x="115723" y="349430"/>
                  </a:cubicBezTo>
                  <a:cubicBezTo>
                    <a:pt x="105375" y="347157"/>
                    <a:pt x="103846" y="342362"/>
                    <a:pt x="110493" y="333027"/>
                  </a:cubicBezTo>
                  <a:cubicBezTo>
                    <a:pt x="113465" y="328853"/>
                    <a:pt x="115897" y="321952"/>
                    <a:pt x="115897" y="317692"/>
                  </a:cubicBezTo>
                  <a:cubicBezTo>
                    <a:pt x="115897" y="310844"/>
                    <a:pt x="117170" y="309543"/>
                    <a:pt x="126868" y="306474"/>
                  </a:cubicBezTo>
                  <a:cubicBezTo>
                    <a:pt x="141640" y="301799"/>
                    <a:pt x="142221" y="293818"/>
                    <a:pt x="128005" y="290864"/>
                  </a:cubicBezTo>
                  <a:cubicBezTo>
                    <a:pt x="113703" y="287893"/>
                    <a:pt x="108950" y="284662"/>
                    <a:pt x="107467" y="276906"/>
                  </a:cubicBezTo>
                  <a:cubicBezTo>
                    <a:pt x="105739" y="267867"/>
                    <a:pt x="117059" y="237363"/>
                    <a:pt x="125531" y="228226"/>
                  </a:cubicBezTo>
                  <a:cubicBezTo>
                    <a:pt x="130828" y="222513"/>
                    <a:pt x="131406" y="220702"/>
                    <a:pt x="128516" y="218872"/>
                  </a:cubicBezTo>
                  <a:cubicBezTo>
                    <a:pt x="126545" y="217624"/>
                    <a:pt x="123637" y="216585"/>
                    <a:pt x="122054" y="216563"/>
                  </a:cubicBezTo>
                  <a:cubicBezTo>
                    <a:pt x="120470" y="216541"/>
                    <a:pt x="116217" y="214197"/>
                    <a:pt x="112602" y="211354"/>
                  </a:cubicBezTo>
                  <a:cubicBezTo>
                    <a:pt x="105961" y="206129"/>
                    <a:pt x="97827" y="206711"/>
                    <a:pt x="97827" y="212411"/>
                  </a:cubicBezTo>
                  <a:cubicBezTo>
                    <a:pt x="97827" y="219059"/>
                    <a:pt x="92291" y="221313"/>
                    <a:pt x="87566" y="216588"/>
                  </a:cubicBezTo>
                  <a:cubicBezTo>
                    <a:pt x="85046" y="214068"/>
                    <a:pt x="81835" y="211570"/>
                    <a:pt x="80430" y="211038"/>
                  </a:cubicBezTo>
                  <a:cubicBezTo>
                    <a:pt x="78870" y="210447"/>
                    <a:pt x="78619" y="205549"/>
                    <a:pt x="79784" y="198453"/>
                  </a:cubicBezTo>
                  <a:cubicBezTo>
                    <a:pt x="80834" y="192064"/>
                    <a:pt x="81838" y="187787"/>
                    <a:pt x="82015" y="188949"/>
                  </a:cubicBezTo>
                  <a:cubicBezTo>
                    <a:pt x="82193" y="190110"/>
                    <a:pt x="85771" y="188616"/>
                    <a:pt x="89966" y="185629"/>
                  </a:cubicBezTo>
                  <a:cubicBezTo>
                    <a:pt x="98750" y="179374"/>
                    <a:pt x="98211" y="175668"/>
                    <a:pt x="87641" y="169636"/>
                  </a:cubicBezTo>
                  <a:cubicBezTo>
                    <a:pt x="82102" y="166474"/>
                    <a:pt x="79900" y="163069"/>
                    <a:pt x="79292" y="156728"/>
                  </a:cubicBezTo>
                  <a:cubicBezTo>
                    <a:pt x="78587" y="149374"/>
                    <a:pt x="77588" y="148238"/>
                    <a:pt x="72462" y="148956"/>
                  </a:cubicBezTo>
                  <a:cubicBezTo>
                    <a:pt x="65224" y="149970"/>
                    <a:pt x="56524" y="158137"/>
                    <a:pt x="56524" y="163920"/>
                  </a:cubicBezTo>
                  <a:cubicBezTo>
                    <a:pt x="56524" y="167347"/>
                    <a:pt x="55821" y="167525"/>
                    <a:pt x="52658" y="164900"/>
                  </a:cubicBezTo>
                  <a:cubicBezTo>
                    <a:pt x="49486" y="162267"/>
                    <a:pt x="47159" y="162936"/>
                    <a:pt x="39697" y="168628"/>
                  </a:cubicBezTo>
                  <a:cubicBezTo>
                    <a:pt x="34695" y="172443"/>
                    <a:pt x="28868" y="178212"/>
                    <a:pt x="26748" y="181448"/>
                  </a:cubicBezTo>
                  <a:cubicBezTo>
                    <a:pt x="24627" y="184684"/>
                    <a:pt x="19972" y="188663"/>
                    <a:pt x="16403" y="190289"/>
                  </a:cubicBezTo>
                  <a:cubicBezTo>
                    <a:pt x="10541" y="192960"/>
                    <a:pt x="9664" y="192592"/>
                    <a:pt x="7343" y="186486"/>
                  </a:cubicBezTo>
                  <a:cubicBezTo>
                    <a:pt x="5309" y="181137"/>
                    <a:pt x="5857" y="177888"/>
                    <a:pt x="9965" y="170925"/>
                  </a:cubicBezTo>
                  <a:lnTo>
                    <a:pt x="15158" y="162124"/>
                  </a:lnTo>
                  <a:lnTo>
                    <a:pt x="9381" y="159801"/>
                  </a:lnTo>
                  <a:cubicBezTo>
                    <a:pt x="5449" y="158219"/>
                    <a:pt x="4946" y="157425"/>
                    <a:pt x="7807" y="157314"/>
                  </a:cubicBezTo>
                  <a:cubicBezTo>
                    <a:pt x="10118" y="157224"/>
                    <a:pt x="13662" y="154662"/>
                    <a:pt x="15681" y="151621"/>
                  </a:cubicBezTo>
                  <a:cubicBezTo>
                    <a:pt x="18731" y="147026"/>
                    <a:pt x="20256" y="146574"/>
                    <a:pt x="24691" y="148948"/>
                  </a:cubicBezTo>
                  <a:cubicBezTo>
                    <a:pt x="31018" y="152334"/>
                    <a:pt x="33291" y="150668"/>
                    <a:pt x="33291" y="142643"/>
                  </a:cubicBezTo>
                  <a:cubicBezTo>
                    <a:pt x="33291" y="139397"/>
                    <a:pt x="34623" y="133817"/>
                    <a:pt x="36252" y="130243"/>
                  </a:cubicBezTo>
                  <a:cubicBezTo>
                    <a:pt x="38533" y="125236"/>
                    <a:pt x="38466" y="122844"/>
                    <a:pt x="35959" y="119824"/>
                  </a:cubicBezTo>
                  <a:cubicBezTo>
                    <a:pt x="34170" y="117668"/>
                    <a:pt x="31676" y="116540"/>
                    <a:pt x="30417" y="117319"/>
                  </a:cubicBezTo>
                  <a:cubicBezTo>
                    <a:pt x="29158" y="118097"/>
                    <a:pt x="28128" y="116844"/>
                    <a:pt x="28128" y="114535"/>
                  </a:cubicBezTo>
                  <a:cubicBezTo>
                    <a:pt x="28128" y="111463"/>
                    <a:pt x="26693" y="110792"/>
                    <a:pt x="22780" y="112034"/>
                  </a:cubicBezTo>
                  <a:cubicBezTo>
                    <a:pt x="15848" y="114234"/>
                    <a:pt x="7575" y="106991"/>
                    <a:pt x="9335" y="100263"/>
                  </a:cubicBezTo>
                  <a:cubicBezTo>
                    <a:pt x="10049" y="97533"/>
                    <a:pt x="8241" y="90709"/>
                    <a:pt x="5316" y="85099"/>
                  </a:cubicBezTo>
                  <a:lnTo>
                    <a:pt x="0" y="74899"/>
                  </a:lnTo>
                  <a:lnTo>
                    <a:pt x="5230" y="68250"/>
                  </a:lnTo>
                  <a:cubicBezTo>
                    <a:pt x="9068" y="63371"/>
                    <a:pt x="10012" y="59562"/>
                    <a:pt x="8777" y="53938"/>
                  </a:cubicBezTo>
                  <a:cubicBezTo>
                    <a:pt x="7655" y="48830"/>
                    <a:pt x="8449" y="44342"/>
                    <a:pt x="11157" y="40474"/>
                  </a:cubicBezTo>
                  <a:cubicBezTo>
                    <a:pt x="13392" y="37284"/>
                    <a:pt x="15221" y="32733"/>
                    <a:pt x="15221" y="30361"/>
                  </a:cubicBezTo>
                  <a:cubicBezTo>
                    <a:pt x="15221" y="27989"/>
                    <a:pt x="16963" y="25380"/>
                    <a:pt x="19093" y="24563"/>
                  </a:cubicBezTo>
                  <a:cubicBezTo>
                    <a:pt x="25297" y="22182"/>
                    <a:pt x="23642" y="18398"/>
                    <a:pt x="13331" y="11391"/>
                  </a:cubicBezTo>
                  <a:cubicBezTo>
                    <a:pt x="3467" y="4689"/>
                    <a:pt x="3713" y="3972"/>
                    <a:pt x="15610" y="4739"/>
                  </a:cubicBezTo>
                  <a:cubicBezTo>
                    <a:pt x="19374" y="4981"/>
                    <a:pt x="23217" y="3943"/>
                    <a:pt x="24152" y="2431"/>
                  </a:cubicBezTo>
                  <a:cubicBezTo>
                    <a:pt x="26872" y="-1970"/>
                    <a:pt x="29405" y="-932"/>
                    <a:pt x="42643" y="10008"/>
                  </a:cubicBezTo>
                  <a:cubicBezTo>
                    <a:pt x="49515" y="15687"/>
                    <a:pt x="56436" y="20333"/>
                    <a:pt x="58021" y="20333"/>
                  </a:cubicBezTo>
                  <a:cubicBezTo>
                    <a:pt x="61009" y="20333"/>
                    <a:pt x="65792" y="30450"/>
                    <a:pt x="76259" y="58909"/>
                  </a:cubicBezTo>
                  <a:cubicBezTo>
                    <a:pt x="79624" y="68058"/>
                    <a:pt x="84645" y="77957"/>
                    <a:pt x="87417" y="80908"/>
                  </a:cubicBezTo>
                  <a:cubicBezTo>
                    <a:pt x="90189" y="83859"/>
                    <a:pt x="95457" y="93799"/>
                    <a:pt x="99122" y="102996"/>
                  </a:cubicBezTo>
                  <a:cubicBezTo>
                    <a:pt x="103054" y="112863"/>
                    <a:pt x="105019" y="116015"/>
                    <a:pt x="103913" y="110684"/>
                  </a:cubicBezTo>
                  <a:cubicBezTo>
                    <a:pt x="102883" y="105715"/>
                    <a:pt x="102185" y="96422"/>
                    <a:pt x="102362" y="90033"/>
                  </a:cubicBezTo>
                  <a:cubicBezTo>
                    <a:pt x="102644" y="79863"/>
                    <a:pt x="101378" y="76968"/>
                    <a:pt x="92203" y="66799"/>
                  </a:cubicBezTo>
                  <a:cubicBezTo>
                    <a:pt x="86438" y="60410"/>
                    <a:pt x="82553" y="57506"/>
                    <a:pt x="83568" y="60346"/>
                  </a:cubicBezTo>
                  <a:cubicBezTo>
                    <a:pt x="84584" y="63185"/>
                    <a:pt x="86055" y="67251"/>
                    <a:pt x="86838" y="69381"/>
                  </a:cubicBezTo>
                  <a:cubicBezTo>
                    <a:pt x="87916" y="72315"/>
                    <a:pt x="87498" y="72550"/>
                    <a:pt x="85111" y="70354"/>
                  </a:cubicBezTo>
                  <a:cubicBezTo>
                    <a:pt x="83379" y="68760"/>
                    <a:pt x="81641" y="63533"/>
                    <a:pt x="81250" y="58738"/>
                  </a:cubicBezTo>
                  <a:cubicBezTo>
                    <a:pt x="80858" y="53943"/>
                    <a:pt x="77457" y="45502"/>
                    <a:pt x="73693" y="39979"/>
                  </a:cubicBezTo>
                  <a:cubicBezTo>
                    <a:pt x="69929" y="34457"/>
                    <a:pt x="66850" y="28707"/>
                    <a:pt x="66850" y="27201"/>
                  </a:cubicBezTo>
                  <a:cubicBezTo>
                    <a:pt x="66850" y="23517"/>
                    <a:pt x="69162" y="26358"/>
                    <a:pt x="80920" y="44489"/>
                  </a:cubicBezTo>
                  <a:cubicBezTo>
                    <a:pt x="86314" y="52805"/>
                    <a:pt x="94522" y="61849"/>
                    <a:pt x="99162" y="64586"/>
                  </a:cubicBezTo>
                  <a:cubicBezTo>
                    <a:pt x="108835" y="70294"/>
                    <a:pt x="111618" y="77524"/>
                    <a:pt x="107565" y="86419"/>
                  </a:cubicBezTo>
                  <a:cubicBezTo>
                    <a:pt x="104001" y="94242"/>
                    <a:pt x="108931" y="124125"/>
                    <a:pt x="116108" y="138203"/>
                  </a:cubicBezTo>
                  <a:cubicBezTo>
                    <a:pt x="118832" y="143545"/>
                    <a:pt x="121060" y="149489"/>
                    <a:pt x="121060" y="151411"/>
                  </a:cubicBezTo>
                  <a:cubicBezTo>
                    <a:pt x="121060" y="153333"/>
                    <a:pt x="127706" y="161509"/>
                    <a:pt x="135828" y="169580"/>
                  </a:cubicBezTo>
                  <a:cubicBezTo>
                    <a:pt x="153391" y="187033"/>
                    <a:pt x="164572" y="201203"/>
                    <a:pt x="173747" y="217637"/>
                  </a:cubicBezTo>
                  <a:cubicBezTo>
                    <a:pt x="177457" y="224283"/>
                    <a:pt x="182994" y="233104"/>
                    <a:pt x="186052" y="237240"/>
                  </a:cubicBezTo>
                  <a:cubicBezTo>
                    <a:pt x="189610" y="242051"/>
                    <a:pt x="192043" y="249958"/>
                    <a:pt x="192809" y="259193"/>
                  </a:cubicBezTo>
                  <a:cubicBezTo>
                    <a:pt x="193864" y="271919"/>
                    <a:pt x="195056" y="274447"/>
                    <a:pt x="202887" y="280570"/>
                  </a:cubicBezTo>
                  <a:cubicBezTo>
                    <a:pt x="207772" y="284389"/>
                    <a:pt x="213418" y="290626"/>
                    <a:pt x="215434" y="294429"/>
                  </a:cubicBezTo>
                  <a:cubicBezTo>
                    <a:pt x="217449" y="298233"/>
                    <a:pt x="221258" y="302031"/>
                    <a:pt x="223898" y="302869"/>
                  </a:cubicBezTo>
                  <a:cubicBezTo>
                    <a:pt x="226538" y="303707"/>
                    <a:pt x="230021" y="307297"/>
                    <a:pt x="231639" y="310848"/>
                  </a:cubicBezTo>
                  <a:cubicBezTo>
                    <a:pt x="233257" y="314399"/>
                    <a:pt x="237499" y="318413"/>
                    <a:pt x="241066" y="319770"/>
                  </a:cubicBezTo>
                  <a:cubicBezTo>
                    <a:pt x="248737" y="322686"/>
                    <a:pt x="249875" y="326030"/>
                    <a:pt x="242388" y="323654"/>
                  </a:cubicBezTo>
                  <a:cubicBezTo>
                    <a:pt x="239427" y="322714"/>
                    <a:pt x="237225" y="323190"/>
                    <a:pt x="237225" y="324770"/>
                  </a:cubicBezTo>
                  <a:cubicBezTo>
                    <a:pt x="237225" y="326286"/>
                    <a:pt x="238387" y="327526"/>
                    <a:pt x="239807" y="327526"/>
                  </a:cubicBezTo>
                  <a:cubicBezTo>
                    <a:pt x="241227" y="327526"/>
                    <a:pt x="242098" y="328965"/>
                    <a:pt x="241743" y="330724"/>
                  </a:cubicBezTo>
                  <a:cubicBezTo>
                    <a:pt x="241323" y="332806"/>
                    <a:pt x="243624" y="333637"/>
                    <a:pt x="248333" y="333103"/>
                  </a:cubicBezTo>
                  <a:cubicBezTo>
                    <a:pt x="252313" y="332652"/>
                    <a:pt x="257439" y="333827"/>
                    <a:pt x="259724" y="335713"/>
                  </a:cubicBezTo>
                  <a:cubicBezTo>
                    <a:pt x="263236" y="338612"/>
                    <a:pt x="263683" y="338543"/>
                    <a:pt x="262612" y="335270"/>
                  </a:cubicBezTo>
                  <a:cubicBezTo>
                    <a:pt x="261915" y="333141"/>
                    <a:pt x="258822" y="331027"/>
                    <a:pt x="255739" y="330573"/>
                  </a:cubicBezTo>
                  <a:cubicBezTo>
                    <a:pt x="252655" y="330119"/>
                    <a:pt x="250133" y="328719"/>
                    <a:pt x="250133" y="327461"/>
                  </a:cubicBezTo>
                  <a:cubicBezTo>
                    <a:pt x="250133" y="326203"/>
                    <a:pt x="254708" y="326788"/>
                    <a:pt x="260301" y="328761"/>
                  </a:cubicBezTo>
                  <a:cubicBezTo>
                    <a:pt x="266891" y="331086"/>
                    <a:pt x="275567" y="331822"/>
                    <a:pt x="284960" y="330853"/>
                  </a:cubicBezTo>
                  <a:cubicBezTo>
                    <a:pt x="298714" y="329433"/>
                    <a:pt x="299892" y="329784"/>
                    <a:pt x="308115" y="337754"/>
                  </a:cubicBezTo>
                  <a:cubicBezTo>
                    <a:pt x="312880" y="342373"/>
                    <a:pt x="320648" y="346943"/>
                    <a:pt x="325378" y="347910"/>
                  </a:cubicBezTo>
                  <a:cubicBezTo>
                    <a:pt x="330622" y="348983"/>
                    <a:pt x="335130" y="351981"/>
                    <a:pt x="336932" y="355594"/>
                  </a:cubicBezTo>
                  <a:cubicBezTo>
                    <a:pt x="338556" y="358853"/>
                    <a:pt x="341091" y="362725"/>
                    <a:pt x="342564" y="364198"/>
                  </a:cubicBezTo>
                  <a:cubicBezTo>
                    <a:pt x="344037" y="365671"/>
                    <a:pt x="344568" y="368768"/>
                    <a:pt x="343743" y="371080"/>
                  </a:cubicBezTo>
                  <a:cubicBezTo>
                    <a:pt x="342917" y="373391"/>
                    <a:pt x="343194" y="374419"/>
                    <a:pt x="344358" y="373363"/>
                  </a:cubicBezTo>
                  <a:cubicBezTo>
                    <a:pt x="345522" y="372307"/>
                    <a:pt x="348182" y="373882"/>
                    <a:pt x="350269" y="376862"/>
                  </a:cubicBezTo>
                  <a:cubicBezTo>
                    <a:pt x="353742" y="381821"/>
                    <a:pt x="355637" y="382132"/>
                    <a:pt x="372627" y="380540"/>
                  </a:cubicBezTo>
                  <a:lnTo>
                    <a:pt x="391189" y="378801"/>
                  </a:lnTo>
                  <a:lnTo>
                    <a:pt x="394232" y="388958"/>
                  </a:lnTo>
                  <a:cubicBezTo>
                    <a:pt x="395906" y="394544"/>
                    <a:pt x="397295" y="401303"/>
                    <a:pt x="397318" y="403978"/>
                  </a:cubicBezTo>
                  <a:cubicBezTo>
                    <a:pt x="397342" y="406653"/>
                    <a:pt x="402699" y="413488"/>
                    <a:pt x="409224" y="419167"/>
                  </a:cubicBezTo>
                  <a:cubicBezTo>
                    <a:pt x="427997" y="435508"/>
                    <a:pt x="431130" y="439291"/>
                    <a:pt x="434929" y="450207"/>
                  </a:cubicBezTo>
                  <a:cubicBezTo>
                    <a:pt x="439665" y="463816"/>
                    <a:pt x="439887" y="463061"/>
                    <a:pt x="429332" y="469288"/>
                  </a:cubicBezTo>
                  <a:cubicBezTo>
                    <a:pt x="420856" y="474289"/>
                    <a:pt x="416443" y="474727"/>
                    <a:pt x="376412" y="474534"/>
                  </a:cubicBezTo>
                  <a:cubicBezTo>
                    <a:pt x="334645" y="474334"/>
                    <a:pt x="332739" y="474101"/>
                    <a:pt x="332739" y="469202"/>
                  </a:cubicBezTo>
                  <a:close/>
                </a:path>
              </a:pathLst>
            </a:custGeom>
            <a:solidFill>
              <a:srgbClr val="B9B9B9"/>
            </a:solidFill>
            <a:ln w="5163" cap="flat">
              <a:noFill/>
              <a:prstDash val="solid"/>
              <a:miter/>
            </a:ln>
          </p:spPr>
          <p:txBody>
            <a:bodyPr/>
            <a:lstStyle/>
            <a:p>
              <a:endParaRPr lang="es-419" noProof="0" dirty="0"/>
            </a:p>
          </p:txBody>
        </p:sp>
        <p:sp>
          <p:nvSpPr>
            <p:cNvPr id="77" name="Forma libre: forma 76">
              <a:extLst>
                <a:ext uri="{FF2B5EF4-FFF2-40B4-BE49-F238E27FC236}">
                  <a16:creationId xmlns:a16="http://schemas.microsoft.com/office/drawing/2014/main" id="{57152B61-9B78-1B42-6D3D-7DB66C534C3A}"/>
                </a:ext>
              </a:extLst>
            </p:cNvPr>
            <p:cNvSpPr/>
            <p:nvPr/>
          </p:nvSpPr>
          <p:spPr>
            <a:xfrm>
              <a:off x="1730874" y="2149721"/>
              <a:ext cx="4491" cy="9472"/>
            </a:xfrm>
            <a:custGeom>
              <a:avLst/>
              <a:gdLst>
                <a:gd name="csX0" fmla="*/ 480 w 4491"/>
                <a:gd name="csY0" fmla="*/ 6821 h 9472"/>
                <a:gd name="csX1" fmla="*/ 1619 w 4491"/>
                <a:gd name="csY1" fmla="*/ 1142 h 9472"/>
                <a:gd name="csX2" fmla="*/ 4491 w 4491"/>
                <a:gd name="csY2" fmla="*/ 3948 h 9472"/>
                <a:gd name="csX3" fmla="*/ 480 w 4491"/>
                <a:gd name="csY3" fmla="*/ 6821 h 9472"/>
              </a:gdLst>
              <a:ahLst/>
              <a:cxnLst>
                <a:cxn ang="0">
                  <a:pos x="csX0" y="csY0"/>
                </a:cxn>
                <a:cxn ang="0">
                  <a:pos x="csX1" y="csY1"/>
                </a:cxn>
                <a:cxn ang="0">
                  <a:pos x="csX2" y="csY2"/>
                </a:cxn>
                <a:cxn ang="0">
                  <a:pos x="csX3" y="csY3"/>
                </a:cxn>
              </a:cxnLst>
              <a:rect l="l" t="t" r="r" b="b"/>
              <a:pathLst>
                <a:path w="4491" h="9472">
                  <a:moveTo>
                    <a:pt x="480" y="6821"/>
                  </a:moveTo>
                  <a:cubicBezTo>
                    <a:pt x="-474" y="5277"/>
                    <a:pt x="39" y="2722"/>
                    <a:pt x="1619" y="1142"/>
                  </a:cubicBezTo>
                  <a:cubicBezTo>
                    <a:pt x="3728" y="-968"/>
                    <a:pt x="4491" y="-222"/>
                    <a:pt x="4491" y="3948"/>
                  </a:cubicBezTo>
                  <a:cubicBezTo>
                    <a:pt x="4491" y="10181"/>
                    <a:pt x="3150" y="11141"/>
                    <a:pt x="480" y="6821"/>
                  </a:cubicBezTo>
                  <a:close/>
                </a:path>
              </a:pathLst>
            </a:custGeom>
            <a:solidFill>
              <a:srgbClr val="00C100"/>
            </a:solidFill>
            <a:ln w="5163" cap="flat">
              <a:noFill/>
              <a:prstDash val="solid"/>
              <a:miter/>
            </a:ln>
          </p:spPr>
          <p:txBody>
            <a:bodyPr/>
            <a:lstStyle/>
            <a:p>
              <a:endParaRPr lang="es-419" noProof="0" dirty="0"/>
            </a:p>
          </p:txBody>
        </p:sp>
      </p:grpSp>
      <p:grpSp>
        <p:nvGrpSpPr>
          <p:cNvPr id="78" name="Gráfico 39">
            <a:extLst>
              <a:ext uri="{FF2B5EF4-FFF2-40B4-BE49-F238E27FC236}">
                <a16:creationId xmlns:a16="http://schemas.microsoft.com/office/drawing/2014/main" id="{839D9D25-30A4-B982-1BC8-27252FA6FCF8}"/>
              </a:ext>
            </a:extLst>
          </p:cNvPr>
          <p:cNvGrpSpPr/>
          <p:nvPr/>
        </p:nvGrpSpPr>
        <p:grpSpPr>
          <a:xfrm>
            <a:off x="2429776" y="2092540"/>
            <a:ext cx="224135" cy="371419"/>
            <a:chOff x="2429776" y="2092540"/>
            <a:chExt cx="224135" cy="371419"/>
          </a:xfrm>
          <a:solidFill>
            <a:srgbClr val="B9B9B9"/>
          </a:solidFill>
        </p:grpSpPr>
        <p:sp>
          <p:nvSpPr>
            <p:cNvPr id="79" name="Forma libre: forma 78">
              <a:extLst>
                <a:ext uri="{FF2B5EF4-FFF2-40B4-BE49-F238E27FC236}">
                  <a16:creationId xmlns:a16="http://schemas.microsoft.com/office/drawing/2014/main" id="{99A452F0-A58C-6E1F-6D8B-2E38F27FB250}"/>
                </a:ext>
              </a:extLst>
            </p:cNvPr>
            <p:cNvSpPr/>
            <p:nvPr/>
          </p:nvSpPr>
          <p:spPr>
            <a:xfrm>
              <a:off x="2429776" y="2092540"/>
              <a:ext cx="213820" cy="371419"/>
            </a:xfrm>
            <a:custGeom>
              <a:avLst/>
              <a:gdLst>
                <a:gd name="csX0" fmla="*/ 16950 w 213820"/>
                <a:gd name="csY0" fmla="*/ 360449 h 371419"/>
                <a:gd name="csX1" fmla="*/ 11453 w 213820"/>
                <a:gd name="csY1" fmla="*/ 297848 h 371419"/>
                <a:gd name="csX2" fmla="*/ 3696 w 213820"/>
                <a:gd name="csY2" fmla="*/ 222369 h 371419"/>
                <a:gd name="csX3" fmla="*/ 0 w 213820"/>
                <a:gd name="csY3" fmla="*/ 197274 h 371419"/>
                <a:gd name="csX4" fmla="*/ 19120 w 213820"/>
                <a:gd name="csY4" fmla="*/ 182403 h 371419"/>
                <a:gd name="csX5" fmla="*/ 138310 w 213820"/>
                <a:gd name="csY5" fmla="*/ 92657 h 371419"/>
                <a:gd name="csX6" fmla="*/ 152643 w 213820"/>
                <a:gd name="csY6" fmla="*/ 35441 h 371419"/>
                <a:gd name="csX7" fmla="*/ 150658 w 213820"/>
                <a:gd name="csY7" fmla="*/ 20853 h 371419"/>
                <a:gd name="csX8" fmla="*/ 160369 w 213820"/>
                <a:gd name="csY8" fmla="*/ 19300 h 371419"/>
                <a:gd name="csX9" fmla="*/ 171671 w 213820"/>
                <a:gd name="csY9" fmla="*/ 15173 h 371419"/>
                <a:gd name="csX10" fmla="*/ 158173 w 213820"/>
                <a:gd name="csY10" fmla="*/ 10308 h 371419"/>
                <a:gd name="csX11" fmla="*/ 132945 w 213820"/>
                <a:gd name="csY11" fmla="*/ 8975 h 371419"/>
                <a:gd name="csX12" fmla="*/ 120037 w 213820"/>
                <a:gd name="csY12" fmla="*/ 5453 h 371419"/>
                <a:gd name="csX13" fmla="*/ 136817 w 213820"/>
                <a:gd name="csY13" fmla="*/ 5689 h 371419"/>
                <a:gd name="csX14" fmla="*/ 168222 w 213820"/>
                <a:gd name="csY14" fmla="*/ 2321 h 371419"/>
                <a:gd name="csX15" fmla="*/ 193336 w 213820"/>
                <a:gd name="csY15" fmla="*/ 5657 h 371419"/>
                <a:gd name="csX16" fmla="*/ 207546 w 213820"/>
                <a:gd name="csY16" fmla="*/ 12598 h 371419"/>
                <a:gd name="csX17" fmla="*/ 213132 w 213820"/>
                <a:gd name="csY17" fmla="*/ 30004 h 371419"/>
                <a:gd name="csX18" fmla="*/ 187630 w 213820"/>
                <a:gd name="csY18" fmla="*/ 96831 h 371419"/>
                <a:gd name="csX19" fmla="*/ 176562 w 213820"/>
                <a:gd name="csY19" fmla="*/ 115211 h 371419"/>
                <a:gd name="csX20" fmla="*/ 172870 w 213820"/>
                <a:gd name="csY20" fmla="*/ 123601 h 371419"/>
                <a:gd name="csX21" fmla="*/ 166261 w 213820"/>
                <a:gd name="csY21" fmla="*/ 157642 h 371419"/>
                <a:gd name="csX22" fmla="*/ 166219 w 213820"/>
                <a:gd name="csY22" fmla="*/ 169421 h 371419"/>
                <a:gd name="csX23" fmla="*/ 156436 w 213820"/>
                <a:gd name="csY23" fmla="*/ 177166 h 371419"/>
                <a:gd name="csX24" fmla="*/ 152486 w 213820"/>
                <a:gd name="csY24" fmla="*/ 184910 h 371419"/>
                <a:gd name="csX25" fmla="*/ 149724 w 213820"/>
                <a:gd name="csY25" fmla="*/ 180392 h 371419"/>
                <a:gd name="csX26" fmla="*/ 150673 w 213820"/>
                <a:gd name="csY26" fmla="*/ 190434 h 371419"/>
                <a:gd name="csX27" fmla="*/ 157540 w 213820"/>
                <a:gd name="csY27" fmla="*/ 189342 h 371419"/>
                <a:gd name="csX28" fmla="*/ 164336 w 213820"/>
                <a:gd name="csY28" fmla="*/ 186648 h 371419"/>
                <a:gd name="csX29" fmla="*/ 167794 w 213820"/>
                <a:gd name="csY29" fmla="*/ 183969 h 371419"/>
                <a:gd name="csX30" fmla="*/ 171021 w 213820"/>
                <a:gd name="csY30" fmla="*/ 181048 h 371419"/>
                <a:gd name="csX31" fmla="*/ 159467 w 213820"/>
                <a:gd name="csY31" fmla="*/ 208029 h 371419"/>
                <a:gd name="csX32" fmla="*/ 153370 w 213820"/>
                <a:gd name="csY32" fmla="*/ 220699 h 371419"/>
                <a:gd name="csX33" fmla="*/ 158583 w 213820"/>
                <a:gd name="csY33" fmla="*/ 221050 h 371419"/>
                <a:gd name="csX34" fmla="*/ 167434 w 213820"/>
                <a:gd name="csY34" fmla="*/ 216533 h 371419"/>
                <a:gd name="csX35" fmla="*/ 167794 w 213820"/>
                <a:gd name="csY35" fmla="*/ 224277 h 371419"/>
                <a:gd name="csX36" fmla="*/ 162477 w 213820"/>
                <a:gd name="csY36" fmla="*/ 240411 h 371419"/>
                <a:gd name="csX37" fmla="*/ 159980 w 213820"/>
                <a:gd name="csY37" fmla="*/ 264290 h 371419"/>
                <a:gd name="csX38" fmla="*/ 154702 w 213820"/>
                <a:gd name="csY38" fmla="*/ 297848 h 371419"/>
                <a:gd name="csX39" fmla="*/ 147143 w 213820"/>
                <a:gd name="csY39" fmla="*/ 319016 h 371419"/>
                <a:gd name="csX40" fmla="*/ 144561 w 213820"/>
                <a:gd name="csY40" fmla="*/ 314628 h 371419"/>
                <a:gd name="csX41" fmla="*/ 142397 w 213820"/>
                <a:gd name="csY41" fmla="*/ 312692 h 371419"/>
                <a:gd name="csX42" fmla="*/ 133654 w 213820"/>
                <a:gd name="csY42" fmla="*/ 296518 h 371419"/>
                <a:gd name="csX43" fmla="*/ 127870 w 213820"/>
                <a:gd name="csY43" fmla="*/ 279915 h 371419"/>
                <a:gd name="csX44" fmla="*/ 129246 w 213820"/>
                <a:gd name="csY44" fmla="*/ 255255 h 371419"/>
                <a:gd name="csX45" fmla="*/ 125242 w 213820"/>
                <a:gd name="csY45" fmla="*/ 260285 h 371419"/>
                <a:gd name="csX46" fmla="*/ 118479 w 213820"/>
                <a:gd name="csY46" fmla="*/ 266956 h 371419"/>
                <a:gd name="csX47" fmla="*/ 115990 w 213820"/>
                <a:gd name="csY47" fmla="*/ 271823 h 371419"/>
                <a:gd name="csX48" fmla="*/ 103625 w 213820"/>
                <a:gd name="csY48" fmla="*/ 299151 h 371419"/>
                <a:gd name="csX49" fmla="*/ 93086 w 213820"/>
                <a:gd name="csY49" fmla="*/ 304140 h 371419"/>
                <a:gd name="csX50" fmla="*/ 86910 w 213820"/>
                <a:gd name="csY50" fmla="*/ 313522 h 371419"/>
                <a:gd name="csX51" fmla="*/ 79326 w 213820"/>
                <a:gd name="csY51" fmla="*/ 328399 h 371419"/>
                <a:gd name="csX52" fmla="*/ 69895 w 213820"/>
                <a:gd name="csY52" fmla="*/ 347747 h 371419"/>
                <a:gd name="csX53" fmla="*/ 51629 w 213820"/>
                <a:gd name="csY53" fmla="*/ 357222 h 371419"/>
                <a:gd name="csX54" fmla="*/ 36622 w 213820"/>
                <a:gd name="csY54" fmla="*/ 363051 h 371419"/>
                <a:gd name="csX55" fmla="*/ 27100 w 213820"/>
                <a:gd name="csY55" fmla="*/ 371420 h 371419"/>
                <a:gd name="csX56" fmla="*/ 16950 w 213820"/>
                <a:gd name="csY56" fmla="*/ 360449 h 3714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Lst>
              <a:rect l="l" t="t" r="r" b="b"/>
              <a:pathLst>
                <a:path w="213820" h="371419">
                  <a:moveTo>
                    <a:pt x="16950" y="360449"/>
                  </a:moveTo>
                  <a:cubicBezTo>
                    <a:pt x="16160" y="354414"/>
                    <a:pt x="13687" y="326244"/>
                    <a:pt x="11453" y="297848"/>
                  </a:cubicBezTo>
                  <a:cubicBezTo>
                    <a:pt x="9219" y="269452"/>
                    <a:pt x="5728" y="235487"/>
                    <a:pt x="3696" y="222369"/>
                  </a:cubicBezTo>
                  <a:cubicBezTo>
                    <a:pt x="1663" y="209251"/>
                    <a:pt x="0" y="197958"/>
                    <a:pt x="0" y="197274"/>
                  </a:cubicBezTo>
                  <a:cubicBezTo>
                    <a:pt x="0" y="196590"/>
                    <a:pt x="8604" y="189898"/>
                    <a:pt x="19120" y="182403"/>
                  </a:cubicBezTo>
                  <a:cubicBezTo>
                    <a:pt x="45138" y="163860"/>
                    <a:pt x="131668" y="98706"/>
                    <a:pt x="138310" y="92657"/>
                  </a:cubicBezTo>
                  <a:cubicBezTo>
                    <a:pt x="147047" y="84700"/>
                    <a:pt x="155017" y="52884"/>
                    <a:pt x="152643" y="35441"/>
                  </a:cubicBezTo>
                  <a:lnTo>
                    <a:pt x="150658" y="20853"/>
                  </a:lnTo>
                  <a:lnTo>
                    <a:pt x="160369" y="19300"/>
                  </a:lnTo>
                  <a:cubicBezTo>
                    <a:pt x="165710" y="18446"/>
                    <a:pt x="170796" y="16589"/>
                    <a:pt x="171671" y="15173"/>
                  </a:cubicBezTo>
                  <a:cubicBezTo>
                    <a:pt x="174939" y="9885"/>
                    <a:pt x="170188" y="8173"/>
                    <a:pt x="158173" y="10308"/>
                  </a:cubicBezTo>
                  <a:cubicBezTo>
                    <a:pt x="149606" y="11830"/>
                    <a:pt x="141919" y="11424"/>
                    <a:pt x="132945" y="8975"/>
                  </a:cubicBezTo>
                  <a:lnTo>
                    <a:pt x="120037" y="5453"/>
                  </a:lnTo>
                  <a:lnTo>
                    <a:pt x="136817" y="5689"/>
                  </a:lnTo>
                  <a:cubicBezTo>
                    <a:pt x="146045" y="5819"/>
                    <a:pt x="160178" y="4304"/>
                    <a:pt x="168222" y="2321"/>
                  </a:cubicBezTo>
                  <a:cubicBezTo>
                    <a:pt x="182583" y="-1218"/>
                    <a:pt x="183037" y="-1158"/>
                    <a:pt x="193336" y="5657"/>
                  </a:cubicBezTo>
                  <a:cubicBezTo>
                    <a:pt x="199104" y="9475"/>
                    <a:pt x="205499" y="12598"/>
                    <a:pt x="207546" y="12598"/>
                  </a:cubicBezTo>
                  <a:cubicBezTo>
                    <a:pt x="210236" y="12598"/>
                    <a:pt x="211785" y="17427"/>
                    <a:pt x="213132" y="30004"/>
                  </a:cubicBezTo>
                  <a:cubicBezTo>
                    <a:pt x="216062" y="57367"/>
                    <a:pt x="210014" y="73217"/>
                    <a:pt x="187630" y="96831"/>
                  </a:cubicBezTo>
                  <a:cubicBezTo>
                    <a:pt x="182422" y="102326"/>
                    <a:pt x="177441" y="110596"/>
                    <a:pt x="176562" y="115211"/>
                  </a:cubicBezTo>
                  <a:cubicBezTo>
                    <a:pt x="175683" y="119825"/>
                    <a:pt x="174022" y="123601"/>
                    <a:pt x="172870" y="123601"/>
                  </a:cubicBezTo>
                  <a:cubicBezTo>
                    <a:pt x="168512" y="123601"/>
                    <a:pt x="164964" y="141879"/>
                    <a:pt x="166261" y="157642"/>
                  </a:cubicBezTo>
                  <a:cubicBezTo>
                    <a:pt x="166999" y="166605"/>
                    <a:pt x="166980" y="171906"/>
                    <a:pt x="166219" y="169421"/>
                  </a:cubicBezTo>
                  <a:cubicBezTo>
                    <a:pt x="163842" y="161666"/>
                    <a:pt x="160352" y="164428"/>
                    <a:pt x="156436" y="177166"/>
                  </a:cubicBezTo>
                  <a:cubicBezTo>
                    <a:pt x="154362" y="183910"/>
                    <a:pt x="152584" y="187395"/>
                    <a:pt x="152486" y="184910"/>
                  </a:cubicBezTo>
                  <a:cubicBezTo>
                    <a:pt x="152387" y="182425"/>
                    <a:pt x="151144" y="180392"/>
                    <a:pt x="149724" y="180392"/>
                  </a:cubicBezTo>
                  <a:cubicBezTo>
                    <a:pt x="145947" y="180392"/>
                    <a:pt x="146574" y="187032"/>
                    <a:pt x="150673" y="190434"/>
                  </a:cubicBezTo>
                  <a:cubicBezTo>
                    <a:pt x="153362" y="192666"/>
                    <a:pt x="154997" y="192406"/>
                    <a:pt x="157540" y="189342"/>
                  </a:cubicBezTo>
                  <a:cubicBezTo>
                    <a:pt x="159375" y="187130"/>
                    <a:pt x="162434" y="185918"/>
                    <a:pt x="164336" y="186648"/>
                  </a:cubicBezTo>
                  <a:cubicBezTo>
                    <a:pt x="166311" y="187405"/>
                    <a:pt x="167794" y="186256"/>
                    <a:pt x="167794" y="183969"/>
                  </a:cubicBezTo>
                  <a:cubicBezTo>
                    <a:pt x="167794" y="181765"/>
                    <a:pt x="169246" y="180451"/>
                    <a:pt x="171021" y="181048"/>
                  </a:cubicBezTo>
                  <a:cubicBezTo>
                    <a:pt x="178588" y="183594"/>
                    <a:pt x="167396" y="209728"/>
                    <a:pt x="159467" y="208029"/>
                  </a:cubicBezTo>
                  <a:cubicBezTo>
                    <a:pt x="155365" y="207150"/>
                    <a:pt x="151352" y="215489"/>
                    <a:pt x="153370" y="220699"/>
                  </a:cubicBezTo>
                  <a:cubicBezTo>
                    <a:pt x="155154" y="225305"/>
                    <a:pt x="155436" y="225324"/>
                    <a:pt x="158583" y="221050"/>
                  </a:cubicBezTo>
                  <a:cubicBezTo>
                    <a:pt x="160413" y="218566"/>
                    <a:pt x="164395" y="216533"/>
                    <a:pt x="167434" y="216533"/>
                  </a:cubicBezTo>
                  <a:cubicBezTo>
                    <a:pt x="174275" y="216533"/>
                    <a:pt x="174331" y="217740"/>
                    <a:pt x="167794" y="224277"/>
                  </a:cubicBezTo>
                  <a:cubicBezTo>
                    <a:pt x="164323" y="227748"/>
                    <a:pt x="162581" y="233035"/>
                    <a:pt x="162477" y="240411"/>
                  </a:cubicBezTo>
                  <a:cubicBezTo>
                    <a:pt x="162393" y="246445"/>
                    <a:pt x="161269" y="257191"/>
                    <a:pt x="159980" y="264290"/>
                  </a:cubicBezTo>
                  <a:cubicBezTo>
                    <a:pt x="158691" y="271389"/>
                    <a:pt x="156316" y="286490"/>
                    <a:pt x="154702" y="297848"/>
                  </a:cubicBezTo>
                  <a:cubicBezTo>
                    <a:pt x="152051" y="316511"/>
                    <a:pt x="147143" y="330254"/>
                    <a:pt x="147143" y="319016"/>
                  </a:cubicBezTo>
                  <a:cubicBezTo>
                    <a:pt x="147143" y="316603"/>
                    <a:pt x="145981" y="314628"/>
                    <a:pt x="144561" y="314628"/>
                  </a:cubicBezTo>
                  <a:cubicBezTo>
                    <a:pt x="143141" y="314628"/>
                    <a:pt x="142167" y="313757"/>
                    <a:pt x="142397" y="312692"/>
                  </a:cubicBezTo>
                  <a:cubicBezTo>
                    <a:pt x="143282" y="308582"/>
                    <a:pt x="136781" y="296556"/>
                    <a:pt x="133654" y="296518"/>
                  </a:cubicBezTo>
                  <a:cubicBezTo>
                    <a:pt x="125264" y="296417"/>
                    <a:pt x="123998" y="292782"/>
                    <a:pt x="127870" y="279915"/>
                  </a:cubicBezTo>
                  <a:cubicBezTo>
                    <a:pt x="132191" y="265558"/>
                    <a:pt x="132766" y="255255"/>
                    <a:pt x="129246" y="255255"/>
                  </a:cubicBezTo>
                  <a:cubicBezTo>
                    <a:pt x="127923" y="255255"/>
                    <a:pt x="126121" y="257518"/>
                    <a:pt x="125242" y="260285"/>
                  </a:cubicBezTo>
                  <a:cubicBezTo>
                    <a:pt x="124364" y="263052"/>
                    <a:pt x="121321" y="266054"/>
                    <a:pt x="118479" y="266956"/>
                  </a:cubicBezTo>
                  <a:cubicBezTo>
                    <a:pt x="114695" y="268157"/>
                    <a:pt x="114029" y="269460"/>
                    <a:pt x="115990" y="271823"/>
                  </a:cubicBezTo>
                  <a:cubicBezTo>
                    <a:pt x="120178" y="276868"/>
                    <a:pt x="111817" y="295346"/>
                    <a:pt x="103625" y="299151"/>
                  </a:cubicBezTo>
                  <a:cubicBezTo>
                    <a:pt x="99874" y="300894"/>
                    <a:pt x="95131" y="303139"/>
                    <a:pt x="93086" y="304140"/>
                  </a:cubicBezTo>
                  <a:cubicBezTo>
                    <a:pt x="91041" y="305142"/>
                    <a:pt x="88261" y="309364"/>
                    <a:pt x="86910" y="313522"/>
                  </a:cubicBezTo>
                  <a:cubicBezTo>
                    <a:pt x="85558" y="317680"/>
                    <a:pt x="82145" y="324374"/>
                    <a:pt x="79326" y="328399"/>
                  </a:cubicBezTo>
                  <a:cubicBezTo>
                    <a:pt x="76507" y="332423"/>
                    <a:pt x="72263" y="341130"/>
                    <a:pt x="69895" y="347747"/>
                  </a:cubicBezTo>
                  <a:cubicBezTo>
                    <a:pt x="65145" y="361024"/>
                    <a:pt x="59224" y="364095"/>
                    <a:pt x="51629" y="357222"/>
                  </a:cubicBezTo>
                  <a:cubicBezTo>
                    <a:pt x="44314" y="350602"/>
                    <a:pt x="37572" y="353221"/>
                    <a:pt x="36622" y="363051"/>
                  </a:cubicBezTo>
                  <a:cubicBezTo>
                    <a:pt x="35885" y="370676"/>
                    <a:pt x="35039" y="371420"/>
                    <a:pt x="27100" y="371420"/>
                  </a:cubicBezTo>
                  <a:cubicBezTo>
                    <a:pt x="18795" y="371420"/>
                    <a:pt x="18319" y="370905"/>
                    <a:pt x="16950" y="360449"/>
                  </a:cubicBezTo>
                  <a:close/>
                </a:path>
              </a:pathLst>
            </a:custGeom>
            <a:solidFill>
              <a:srgbClr val="B9B9B9"/>
            </a:solidFill>
            <a:ln w="5163" cap="flat">
              <a:noFill/>
              <a:prstDash val="solid"/>
              <a:miter/>
            </a:ln>
          </p:spPr>
          <p:txBody>
            <a:bodyPr/>
            <a:lstStyle/>
            <a:p>
              <a:endParaRPr lang="es-419" noProof="0" dirty="0"/>
            </a:p>
          </p:txBody>
        </p:sp>
        <p:sp>
          <p:nvSpPr>
            <p:cNvPr id="80" name="Forma libre: forma 79">
              <a:extLst>
                <a:ext uri="{FF2B5EF4-FFF2-40B4-BE49-F238E27FC236}">
                  <a16:creationId xmlns:a16="http://schemas.microsoft.com/office/drawing/2014/main" id="{63B660B9-1E4D-CFF7-1296-3D313B426117}"/>
                </a:ext>
              </a:extLst>
            </p:cNvPr>
            <p:cNvSpPr/>
            <p:nvPr/>
          </p:nvSpPr>
          <p:spPr>
            <a:xfrm>
              <a:off x="2598432" y="2301328"/>
              <a:ext cx="4301" cy="5162"/>
            </a:xfrm>
            <a:custGeom>
              <a:avLst/>
              <a:gdLst>
                <a:gd name="csX0" fmla="*/ 429 w 4301"/>
                <a:gd name="csY0" fmla="*/ 2581 h 5162"/>
                <a:gd name="csX1" fmla="*/ 1567 w 4301"/>
                <a:gd name="csY1" fmla="*/ 0 h 5162"/>
                <a:gd name="csX2" fmla="*/ 4301 w 4301"/>
                <a:gd name="csY2" fmla="*/ 2581 h 5162"/>
                <a:gd name="csX3" fmla="*/ 3163 w 4301"/>
                <a:gd name="csY3" fmla="*/ 5163 h 5162"/>
                <a:gd name="csX4" fmla="*/ 429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429" y="2581"/>
                  </a:moveTo>
                  <a:cubicBezTo>
                    <a:pt x="-448" y="1162"/>
                    <a:pt x="64" y="0"/>
                    <a:pt x="1567" y="0"/>
                  </a:cubicBezTo>
                  <a:cubicBezTo>
                    <a:pt x="3071" y="0"/>
                    <a:pt x="4301" y="1162"/>
                    <a:pt x="4301" y="2581"/>
                  </a:cubicBezTo>
                  <a:cubicBezTo>
                    <a:pt x="4301" y="4001"/>
                    <a:pt x="3789" y="5163"/>
                    <a:pt x="3163" y="5163"/>
                  </a:cubicBezTo>
                  <a:cubicBezTo>
                    <a:pt x="2537" y="5163"/>
                    <a:pt x="1307" y="4001"/>
                    <a:pt x="429" y="2581"/>
                  </a:cubicBezTo>
                  <a:close/>
                </a:path>
              </a:pathLst>
            </a:custGeom>
            <a:solidFill>
              <a:srgbClr val="B9B9B9"/>
            </a:solidFill>
            <a:ln w="5163" cap="flat">
              <a:noFill/>
              <a:prstDash val="solid"/>
              <a:miter/>
            </a:ln>
          </p:spPr>
          <p:txBody>
            <a:bodyPr/>
            <a:lstStyle/>
            <a:p>
              <a:endParaRPr lang="es-419" noProof="0" dirty="0"/>
            </a:p>
          </p:txBody>
        </p:sp>
        <p:sp>
          <p:nvSpPr>
            <p:cNvPr id="81" name="Forma libre: forma 80">
              <a:extLst>
                <a:ext uri="{FF2B5EF4-FFF2-40B4-BE49-F238E27FC236}">
                  <a16:creationId xmlns:a16="http://schemas.microsoft.com/office/drawing/2014/main" id="{D496097D-F804-2307-66BB-02A289D7A450}"/>
                </a:ext>
              </a:extLst>
            </p:cNvPr>
            <p:cNvSpPr/>
            <p:nvPr/>
          </p:nvSpPr>
          <p:spPr>
            <a:xfrm>
              <a:off x="2631714" y="2178527"/>
              <a:ext cx="22197" cy="31992"/>
            </a:xfrm>
            <a:custGeom>
              <a:avLst/>
              <a:gdLst>
                <a:gd name="csX0" fmla="*/ 471 w 22197"/>
                <a:gd name="csY0" fmla="*/ 28899 h 31992"/>
                <a:gd name="csX1" fmla="*/ 9355 w 22197"/>
                <a:gd name="csY1" fmla="*/ 4976 h 31992"/>
                <a:gd name="csX2" fmla="*/ 18130 w 22197"/>
                <a:gd name="csY2" fmla="*/ 1262 h 31992"/>
                <a:gd name="csX3" fmla="*/ 15361 w 22197"/>
                <a:gd name="csY3" fmla="*/ 16772 h 31992"/>
                <a:gd name="csX4" fmla="*/ 471 w 22197"/>
                <a:gd name="csY4" fmla="*/ 28899 h 31992"/>
              </a:gdLst>
              <a:ahLst/>
              <a:cxnLst>
                <a:cxn ang="0">
                  <a:pos x="csX0" y="csY0"/>
                </a:cxn>
                <a:cxn ang="0">
                  <a:pos x="csX1" y="csY1"/>
                </a:cxn>
                <a:cxn ang="0">
                  <a:pos x="csX2" y="csY2"/>
                </a:cxn>
                <a:cxn ang="0">
                  <a:pos x="csX3" y="csY3"/>
                </a:cxn>
                <a:cxn ang="0">
                  <a:pos x="csX4" y="csY4"/>
                </a:cxn>
              </a:cxnLst>
              <a:rect l="l" t="t" r="r" b="b"/>
              <a:pathLst>
                <a:path w="22197" h="31992">
                  <a:moveTo>
                    <a:pt x="471" y="28899"/>
                  </a:moveTo>
                  <a:cubicBezTo>
                    <a:pt x="-1762" y="23078"/>
                    <a:pt x="4399" y="6487"/>
                    <a:pt x="9355" y="4976"/>
                  </a:cubicBezTo>
                  <a:cubicBezTo>
                    <a:pt x="11697" y="4262"/>
                    <a:pt x="15646" y="2591"/>
                    <a:pt x="18130" y="1262"/>
                  </a:cubicBezTo>
                  <a:cubicBezTo>
                    <a:pt x="24115" y="-1937"/>
                    <a:pt x="23741" y="160"/>
                    <a:pt x="15361" y="16772"/>
                  </a:cubicBezTo>
                  <a:cubicBezTo>
                    <a:pt x="7920" y="31524"/>
                    <a:pt x="3013" y="35521"/>
                    <a:pt x="471" y="28899"/>
                  </a:cubicBezTo>
                  <a:close/>
                </a:path>
              </a:pathLst>
            </a:custGeom>
            <a:solidFill>
              <a:srgbClr val="B9B9B9"/>
            </a:solidFill>
            <a:ln w="5163" cap="flat">
              <a:noFill/>
              <a:prstDash val="solid"/>
              <a:miter/>
            </a:ln>
          </p:spPr>
          <p:txBody>
            <a:bodyPr/>
            <a:lstStyle/>
            <a:p>
              <a:endParaRPr lang="es-419" noProof="0" dirty="0"/>
            </a:p>
          </p:txBody>
        </p:sp>
        <p:sp>
          <p:nvSpPr>
            <p:cNvPr id="82" name="Forma libre: forma 81">
              <a:extLst>
                <a:ext uri="{FF2B5EF4-FFF2-40B4-BE49-F238E27FC236}">
                  <a16:creationId xmlns:a16="http://schemas.microsoft.com/office/drawing/2014/main" id="{1CF441BB-81D9-A405-9F3C-8495F522A29E}"/>
                </a:ext>
              </a:extLst>
            </p:cNvPr>
            <p:cNvSpPr/>
            <p:nvPr/>
          </p:nvSpPr>
          <p:spPr>
            <a:xfrm>
              <a:off x="2646618" y="2128371"/>
              <a:ext cx="5162" cy="6756"/>
            </a:xfrm>
            <a:custGeom>
              <a:avLst/>
              <a:gdLst>
                <a:gd name="csX0" fmla="*/ 0 w 5162"/>
                <a:gd name="csY0" fmla="*/ 4025 h 6756"/>
                <a:gd name="csX1" fmla="*/ 2581 w 5162"/>
                <a:gd name="csY1" fmla="*/ 0 h 6756"/>
                <a:gd name="csX2" fmla="*/ 5163 w 5162"/>
                <a:gd name="csY2" fmla="*/ 2429 h 6756"/>
                <a:gd name="csX3" fmla="*/ 2581 w 5162"/>
                <a:gd name="csY3" fmla="*/ 6454 h 6756"/>
                <a:gd name="csX4" fmla="*/ 0 w 5162"/>
                <a:gd name="csY4" fmla="*/ 4025 h 6756"/>
              </a:gdLst>
              <a:ahLst/>
              <a:cxnLst>
                <a:cxn ang="0">
                  <a:pos x="csX0" y="csY0"/>
                </a:cxn>
                <a:cxn ang="0">
                  <a:pos x="csX1" y="csY1"/>
                </a:cxn>
                <a:cxn ang="0">
                  <a:pos x="csX2" y="csY2"/>
                </a:cxn>
                <a:cxn ang="0">
                  <a:pos x="csX3" y="csY3"/>
                </a:cxn>
                <a:cxn ang="0">
                  <a:pos x="csX4" y="csY4"/>
                </a:cxn>
              </a:cxnLst>
              <a:rect l="l" t="t" r="r" b="b"/>
              <a:pathLst>
                <a:path w="5162" h="6756">
                  <a:moveTo>
                    <a:pt x="0" y="4025"/>
                  </a:moveTo>
                  <a:cubicBezTo>
                    <a:pt x="0" y="1811"/>
                    <a:pt x="1162" y="0"/>
                    <a:pt x="2581" y="0"/>
                  </a:cubicBezTo>
                  <a:cubicBezTo>
                    <a:pt x="4001" y="0"/>
                    <a:pt x="5163" y="1093"/>
                    <a:pt x="5163" y="2429"/>
                  </a:cubicBezTo>
                  <a:cubicBezTo>
                    <a:pt x="5163" y="3765"/>
                    <a:pt x="4001" y="5576"/>
                    <a:pt x="2581" y="6454"/>
                  </a:cubicBezTo>
                  <a:cubicBezTo>
                    <a:pt x="1162" y="7331"/>
                    <a:pt x="0" y="6238"/>
                    <a:pt x="0" y="4025"/>
                  </a:cubicBezTo>
                  <a:close/>
                </a:path>
              </a:pathLst>
            </a:custGeom>
            <a:solidFill>
              <a:srgbClr val="B9B9B9"/>
            </a:solidFill>
            <a:ln w="5163" cap="flat">
              <a:noFill/>
              <a:prstDash val="solid"/>
              <a:miter/>
            </a:ln>
          </p:spPr>
          <p:txBody>
            <a:bodyPr/>
            <a:lstStyle/>
            <a:p>
              <a:endParaRPr lang="es-419" noProof="0" dirty="0"/>
            </a:p>
          </p:txBody>
        </p:sp>
        <p:sp>
          <p:nvSpPr>
            <p:cNvPr id="83" name="Forma libre: forma 82">
              <a:extLst>
                <a:ext uri="{FF2B5EF4-FFF2-40B4-BE49-F238E27FC236}">
                  <a16:creationId xmlns:a16="http://schemas.microsoft.com/office/drawing/2014/main" id="{8583E535-CA01-24E7-6FB3-4A88FB1C2F75}"/>
                </a:ext>
              </a:extLst>
            </p:cNvPr>
            <p:cNvSpPr/>
            <p:nvPr/>
          </p:nvSpPr>
          <p:spPr>
            <a:xfrm>
              <a:off x="2646618" y="2110301"/>
              <a:ext cx="4301" cy="5162"/>
            </a:xfrm>
            <a:custGeom>
              <a:avLst/>
              <a:gdLst>
                <a:gd name="csX0" fmla="*/ 0 w 4301"/>
                <a:gd name="csY0" fmla="*/ 2581 h 5162"/>
                <a:gd name="csX1" fmla="*/ 1138 w 4301"/>
                <a:gd name="csY1" fmla="*/ 0 h 5162"/>
                <a:gd name="csX2" fmla="*/ 3872 w 4301"/>
                <a:gd name="csY2" fmla="*/ 2581 h 5162"/>
                <a:gd name="csX3" fmla="*/ 2734 w 4301"/>
                <a:gd name="csY3" fmla="*/ 5163 h 5162"/>
                <a:gd name="csX4" fmla="*/ 0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0" y="2581"/>
                  </a:moveTo>
                  <a:cubicBezTo>
                    <a:pt x="0" y="1162"/>
                    <a:pt x="512" y="0"/>
                    <a:pt x="1138" y="0"/>
                  </a:cubicBezTo>
                  <a:cubicBezTo>
                    <a:pt x="1765" y="0"/>
                    <a:pt x="2995" y="1162"/>
                    <a:pt x="3872" y="2581"/>
                  </a:cubicBezTo>
                  <a:cubicBezTo>
                    <a:pt x="4750" y="4001"/>
                    <a:pt x="4237" y="5163"/>
                    <a:pt x="2734" y="5163"/>
                  </a:cubicBezTo>
                  <a:cubicBezTo>
                    <a:pt x="1230" y="5163"/>
                    <a:pt x="0" y="4001"/>
                    <a:pt x="0" y="2581"/>
                  </a:cubicBezTo>
                  <a:close/>
                </a:path>
              </a:pathLst>
            </a:custGeom>
            <a:solidFill>
              <a:srgbClr val="B9B9B9"/>
            </a:solidFill>
            <a:ln w="5163" cap="flat">
              <a:noFill/>
              <a:prstDash val="solid"/>
              <a:miter/>
            </a:ln>
          </p:spPr>
          <p:txBody>
            <a:bodyPr/>
            <a:lstStyle/>
            <a:p>
              <a:endParaRPr lang="es-419" noProof="0" dirty="0"/>
            </a:p>
          </p:txBody>
        </p:sp>
      </p:grpSp>
      <p:grpSp>
        <p:nvGrpSpPr>
          <p:cNvPr id="84" name="Gráfico 39">
            <a:extLst>
              <a:ext uri="{FF2B5EF4-FFF2-40B4-BE49-F238E27FC236}">
                <a16:creationId xmlns:a16="http://schemas.microsoft.com/office/drawing/2014/main" id="{57D1EDFE-5B7C-6F53-F1AF-FD4ABDE117F9}"/>
              </a:ext>
            </a:extLst>
          </p:cNvPr>
          <p:cNvGrpSpPr/>
          <p:nvPr/>
        </p:nvGrpSpPr>
        <p:grpSpPr>
          <a:xfrm>
            <a:off x="924790" y="1999612"/>
            <a:ext cx="235561" cy="223008"/>
            <a:chOff x="924790" y="1999612"/>
            <a:chExt cx="235561" cy="223008"/>
          </a:xfrm>
          <a:solidFill>
            <a:srgbClr val="B9B9B9"/>
          </a:solidFill>
        </p:grpSpPr>
        <p:sp>
          <p:nvSpPr>
            <p:cNvPr id="85" name="Forma libre: forma 84">
              <a:extLst>
                <a:ext uri="{FF2B5EF4-FFF2-40B4-BE49-F238E27FC236}">
                  <a16:creationId xmlns:a16="http://schemas.microsoft.com/office/drawing/2014/main" id="{1F3A7725-235E-3475-3D00-4C99EEA1DC0D}"/>
                </a:ext>
              </a:extLst>
            </p:cNvPr>
            <p:cNvSpPr/>
            <p:nvPr/>
          </p:nvSpPr>
          <p:spPr>
            <a:xfrm>
              <a:off x="1018216" y="1999612"/>
              <a:ext cx="142135" cy="223008"/>
            </a:xfrm>
            <a:custGeom>
              <a:avLst/>
              <a:gdLst>
                <a:gd name="csX0" fmla="*/ 33142 w 142135"/>
                <a:gd name="csY0" fmla="*/ 222624 h 223008"/>
                <a:gd name="csX1" fmla="*/ 24030 w 142135"/>
                <a:gd name="csY1" fmla="*/ 217989 h 223008"/>
                <a:gd name="csX2" fmla="*/ 15077 w 142135"/>
                <a:gd name="csY2" fmla="*/ 214475 h 223008"/>
                <a:gd name="csX3" fmla="*/ 28065 w 142135"/>
                <a:gd name="csY3" fmla="*/ 199749 h 223008"/>
                <a:gd name="csX4" fmla="*/ 39623 w 142135"/>
                <a:gd name="csY4" fmla="*/ 181324 h 223008"/>
                <a:gd name="csX5" fmla="*/ 40552 w 142135"/>
                <a:gd name="csY5" fmla="*/ 163618 h 223008"/>
                <a:gd name="csX6" fmla="*/ 38270 w 142135"/>
                <a:gd name="csY6" fmla="*/ 146871 h 223008"/>
                <a:gd name="csX7" fmla="*/ 31342 w 142135"/>
                <a:gd name="csY7" fmla="*/ 141344 h 223008"/>
                <a:gd name="csX8" fmla="*/ 23064 w 142135"/>
                <a:gd name="csY8" fmla="*/ 130695 h 223008"/>
                <a:gd name="csX9" fmla="*/ 21238 w 142135"/>
                <a:gd name="csY9" fmla="*/ 121015 h 223008"/>
                <a:gd name="csX10" fmla="*/ 21448 w 142135"/>
                <a:gd name="csY10" fmla="*/ 110689 h 223008"/>
                <a:gd name="csX11" fmla="*/ 17417 w 142135"/>
                <a:gd name="csY11" fmla="*/ 113600 h 223008"/>
                <a:gd name="csX12" fmla="*/ 6090 w 142135"/>
                <a:gd name="csY12" fmla="*/ 75839 h 223008"/>
                <a:gd name="csX13" fmla="*/ 446 w 142135"/>
                <a:gd name="csY13" fmla="*/ 49379 h 223008"/>
                <a:gd name="csX14" fmla="*/ 1787 w 142135"/>
                <a:gd name="csY14" fmla="*/ 43571 h 223008"/>
                <a:gd name="csX15" fmla="*/ 4669 w 142135"/>
                <a:gd name="csY15" fmla="*/ 50173 h 223008"/>
                <a:gd name="csX16" fmla="*/ 15640 w 142135"/>
                <a:gd name="csY16" fmla="*/ 55981 h 223008"/>
                <a:gd name="csX17" fmla="*/ 25590 w 142135"/>
                <a:gd name="csY17" fmla="*/ 51315 h 223008"/>
                <a:gd name="csX18" fmla="*/ 21927 w 142135"/>
                <a:gd name="csY18" fmla="*/ 38128 h 223008"/>
                <a:gd name="csX19" fmla="*/ 25126 w 142135"/>
                <a:gd name="csY19" fmla="*/ 20612 h 223008"/>
                <a:gd name="csX20" fmla="*/ 29635 w 142135"/>
                <a:gd name="csY20" fmla="*/ 8944 h 223008"/>
                <a:gd name="csX21" fmla="*/ 56601 w 142135"/>
                <a:gd name="csY21" fmla="*/ 2664 h 223008"/>
                <a:gd name="csX22" fmla="*/ 68014 w 142135"/>
                <a:gd name="csY22" fmla="*/ 14926 h 223008"/>
                <a:gd name="csX23" fmla="*/ 70397 w 142135"/>
                <a:gd name="csY23" fmla="*/ 28730 h 223008"/>
                <a:gd name="csX24" fmla="*/ 64799 w 142135"/>
                <a:gd name="csY24" fmla="*/ 38367 h 223008"/>
                <a:gd name="csX25" fmla="*/ 76515 w 142135"/>
                <a:gd name="csY25" fmla="*/ 47199 h 223008"/>
                <a:gd name="csX26" fmla="*/ 95020 w 142135"/>
                <a:gd name="csY26" fmla="*/ 52596 h 223008"/>
                <a:gd name="csX27" fmla="*/ 116723 w 142135"/>
                <a:gd name="csY27" fmla="*/ 66052 h 223008"/>
                <a:gd name="csX28" fmla="*/ 125419 w 142135"/>
                <a:gd name="csY28" fmla="*/ 64641 h 223008"/>
                <a:gd name="csX29" fmla="*/ 121867 w 142135"/>
                <a:gd name="csY29" fmla="*/ 77984 h 223008"/>
                <a:gd name="csX30" fmla="*/ 126198 w 142135"/>
                <a:gd name="csY30" fmla="*/ 109560 h 223008"/>
                <a:gd name="csX31" fmla="*/ 132452 w 142135"/>
                <a:gd name="csY31" fmla="*/ 130811 h 223008"/>
                <a:gd name="csX32" fmla="*/ 137172 w 142135"/>
                <a:gd name="csY32" fmla="*/ 149525 h 223008"/>
                <a:gd name="csX33" fmla="*/ 126264 w 142135"/>
                <a:gd name="csY33" fmla="*/ 165042 h 223008"/>
                <a:gd name="csX34" fmla="*/ 119713 w 142135"/>
                <a:gd name="csY34" fmla="*/ 162318 h 223008"/>
                <a:gd name="csX35" fmla="*/ 122125 w 142135"/>
                <a:gd name="csY35" fmla="*/ 181310 h 223008"/>
                <a:gd name="csX36" fmla="*/ 122395 w 142135"/>
                <a:gd name="csY36" fmla="*/ 193071 h 223008"/>
                <a:gd name="csX37" fmla="*/ 117050 w 142135"/>
                <a:gd name="csY37" fmla="*/ 205350 h 223008"/>
                <a:gd name="csX38" fmla="*/ 115307 w 142135"/>
                <a:gd name="csY38" fmla="*/ 214639 h 223008"/>
                <a:gd name="csX39" fmla="*/ 105608 w 142135"/>
                <a:gd name="csY39" fmla="*/ 205168 h 223008"/>
                <a:gd name="csX40" fmla="*/ 70306 w 142135"/>
                <a:gd name="csY40" fmla="*/ 198146 h 223008"/>
                <a:gd name="csX41" fmla="*/ 57886 w 142135"/>
                <a:gd name="csY41" fmla="*/ 203581 h 223008"/>
                <a:gd name="csX42" fmla="*/ 42822 w 142135"/>
                <a:gd name="csY42" fmla="*/ 214552 h 223008"/>
                <a:gd name="csX43" fmla="*/ 33142 w 142135"/>
                <a:gd name="csY43" fmla="*/ 222624 h 2230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42135" h="223008">
                  <a:moveTo>
                    <a:pt x="33142" y="222624"/>
                  </a:moveTo>
                  <a:cubicBezTo>
                    <a:pt x="33100" y="221007"/>
                    <a:pt x="28999" y="218922"/>
                    <a:pt x="24030" y="217989"/>
                  </a:cubicBezTo>
                  <a:cubicBezTo>
                    <a:pt x="19061" y="217057"/>
                    <a:pt x="15032" y="215476"/>
                    <a:pt x="15077" y="214475"/>
                  </a:cubicBezTo>
                  <a:cubicBezTo>
                    <a:pt x="15123" y="213475"/>
                    <a:pt x="20967" y="206848"/>
                    <a:pt x="28065" y="199749"/>
                  </a:cubicBezTo>
                  <a:cubicBezTo>
                    <a:pt x="37756" y="190056"/>
                    <a:pt x="40635" y="185467"/>
                    <a:pt x="39623" y="181324"/>
                  </a:cubicBezTo>
                  <a:cubicBezTo>
                    <a:pt x="38882" y="178289"/>
                    <a:pt x="39300" y="170321"/>
                    <a:pt x="40552" y="163618"/>
                  </a:cubicBezTo>
                  <a:cubicBezTo>
                    <a:pt x="42457" y="153420"/>
                    <a:pt x="42085" y="150686"/>
                    <a:pt x="38270" y="146871"/>
                  </a:cubicBezTo>
                  <a:cubicBezTo>
                    <a:pt x="35762" y="144363"/>
                    <a:pt x="32644" y="141876"/>
                    <a:pt x="31342" y="141344"/>
                  </a:cubicBezTo>
                  <a:cubicBezTo>
                    <a:pt x="30039" y="140811"/>
                    <a:pt x="26314" y="136019"/>
                    <a:pt x="23064" y="130695"/>
                  </a:cubicBezTo>
                  <a:cubicBezTo>
                    <a:pt x="18146" y="122638"/>
                    <a:pt x="17840" y="121015"/>
                    <a:pt x="21238" y="121015"/>
                  </a:cubicBezTo>
                  <a:cubicBezTo>
                    <a:pt x="26407" y="121015"/>
                    <a:pt x="26532" y="114908"/>
                    <a:pt x="21448" y="110689"/>
                  </a:cubicBezTo>
                  <a:cubicBezTo>
                    <a:pt x="18195" y="107989"/>
                    <a:pt x="17551" y="108454"/>
                    <a:pt x="17417" y="113600"/>
                  </a:cubicBezTo>
                  <a:cubicBezTo>
                    <a:pt x="17202" y="121855"/>
                    <a:pt x="11362" y="102386"/>
                    <a:pt x="6090" y="75839"/>
                  </a:cubicBezTo>
                  <a:cubicBezTo>
                    <a:pt x="3834" y="64481"/>
                    <a:pt x="1295" y="52574"/>
                    <a:pt x="446" y="49379"/>
                  </a:cubicBezTo>
                  <a:cubicBezTo>
                    <a:pt x="-477" y="45903"/>
                    <a:pt x="61" y="43571"/>
                    <a:pt x="1787" y="43571"/>
                  </a:cubicBezTo>
                  <a:cubicBezTo>
                    <a:pt x="3372" y="43571"/>
                    <a:pt x="4669" y="46542"/>
                    <a:pt x="4669" y="50173"/>
                  </a:cubicBezTo>
                  <a:cubicBezTo>
                    <a:pt x="4669" y="56344"/>
                    <a:pt x="5386" y="56723"/>
                    <a:pt x="15640" y="55981"/>
                  </a:cubicBezTo>
                  <a:cubicBezTo>
                    <a:pt x="23894" y="55384"/>
                    <a:pt x="26358" y="54229"/>
                    <a:pt x="25590" y="51315"/>
                  </a:cubicBezTo>
                  <a:cubicBezTo>
                    <a:pt x="25028" y="49186"/>
                    <a:pt x="23380" y="43251"/>
                    <a:pt x="21927" y="38128"/>
                  </a:cubicBezTo>
                  <a:cubicBezTo>
                    <a:pt x="19644" y="30074"/>
                    <a:pt x="20076" y="27703"/>
                    <a:pt x="25126" y="20612"/>
                  </a:cubicBezTo>
                  <a:cubicBezTo>
                    <a:pt x="28338" y="16101"/>
                    <a:pt x="30367" y="10851"/>
                    <a:pt x="29635" y="8944"/>
                  </a:cubicBezTo>
                  <a:cubicBezTo>
                    <a:pt x="26306" y="269"/>
                    <a:pt x="38854" y="-2653"/>
                    <a:pt x="56601" y="2664"/>
                  </a:cubicBezTo>
                  <a:cubicBezTo>
                    <a:pt x="65243" y="5253"/>
                    <a:pt x="66731" y="6851"/>
                    <a:pt x="68014" y="14926"/>
                  </a:cubicBezTo>
                  <a:cubicBezTo>
                    <a:pt x="68826" y="20032"/>
                    <a:pt x="69898" y="26244"/>
                    <a:pt x="70397" y="28730"/>
                  </a:cubicBezTo>
                  <a:cubicBezTo>
                    <a:pt x="70908" y="31276"/>
                    <a:pt x="68463" y="35485"/>
                    <a:pt x="64799" y="38367"/>
                  </a:cubicBezTo>
                  <a:cubicBezTo>
                    <a:pt x="52677" y="47902"/>
                    <a:pt x="63675" y="56192"/>
                    <a:pt x="76515" y="47199"/>
                  </a:cubicBezTo>
                  <a:cubicBezTo>
                    <a:pt x="84862" y="41352"/>
                    <a:pt x="95020" y="44315"/>
                    <a:pt x="95020" y="52596"/>
                  </a:cubicBezTo>
                  <a:cubicBezTo>
                    <a:pt x="95020" y="61383"/>
                    <a:pt x="105491" y="67875"/>
                    <a:pt x="116723" y="66052"/>
                  </a:cubicBezTo>
                  <a:lnTo>
                    <a:pt x="125419" y="64641"/>
                  </a:lnTo>
                  <a:lnTo>
                    <a:pt x="121867" y="77984"/>
                  </a:lnTo>
                  <a:cubicBezTo>
                    <a:pt x="116766" y="97143"/>
                    <a:pt x="117305" y="101074"/>
                    <a:pt x="126198" y="109560"/>
                  </a:cubicBezTo>
                  <a:cubicBezTo>
                    <a:pt x="133696" y="116715"/>
                    <a:pt x="134049" y="117914"/>
                    <a:pt x="132452" y="130811"/>
                  </a:cubicBezTo>
                  <a:cubicBezTo>
                    <a:pt x="130905" y="143306"/>
                    <a:pt x="131310" y="144914"/>
                    <a:pt x="137172" y="149525"/>
                  </a:cubicBezTo>
                  <a:cubicBezTo>
                    <a:pt x="148350" y="158317"/>
                    <a:pt x="138877" y="171792"/>
                    <a:pt x="126264" y="165042"/>
                  </a:cubicBezTo>
                  <a:cubicBezTo>
                    <a:pt x="123464" y="163544"/>
                    <a:pt x="120516" y="162318"/>
                    <a:pt x="119713" y="162318"/>
                  </a:cubicBezTo>
                  <a:cubicBezTo>
                    <a:pt x="116537" y="162318"/>
                    <a:pt x="118487" y="177672"/>
                    <a:pt x="122125" y="181310"/>
                  </a:cubicBezTo>
                  <a:cubicBezTo>
                    <a:pt x="126947" y="186132"/>
                    <a:pt x="127019" y="189234"/>
                    <a:pt x="122395" y="193071"/>
                  </a:cubicBezTo>
                  <a:cubicBezTo>
                    <a:pt x="120414" y="194715"/>
                    <a:pt x="118009" y="200241"/>
                    <a:pt x="117050" y="205350"/>
                  </a:cubicBezTo>
                  <a:lnTo>
                    <a:pt x="115307" y="214639"/>
                  </a:lnTo>
                  <a:lnTo>
                    <a:pt x="105608" y="205168"/>
                  </a:lnTo>
                  <a:cubicBezTo>
                    <a:pt x="93087" y="192941"/>
                    <a:pt x="80185" y="190375"/>
                    <a:pt x="70306" y="198146"/>
                  </a:cubicBezTo>
                  <a:cubicBezTo>
                    <a:pt x="66478" y="201157"/>
                    <a:pt x="60889" y="203603"/>
                    <a:pt x="57886" y="203581"/>
                  </a:cubicBezTo>
                  <a:cubicBezTo>
                    <a:pt x="54649" y="203557"/>
                    <a:pt x="48516" y="208024"/>
                    <a:pt x="42822" y="214552"/>
                  </a:cubicBezTo>
                  <a:cubicBezTo>
                    <a:pt x="37540" y="220608"/>
                    <a:pt x="33184" y="224241"/>
                    <a:pt x="33142" y="222624"/>
                  </a:cubicBezTo>
                  <a:close/>
                </a:path>
              </a:pathLst>
            </a:custGeom>
            <a:solidFill>
              <a:srgbClr val="B9B9B9"/>
            </a:solidFill>
            <a:ln w="5163" cap="flat">
              <a:noFill/>
              <a:prstDash val="solid"/>
              <a:miter/>
            </a:ln>
          </p:spPr>
          <p:txBody>
            <a:bodyPr/>
            <a:lstStyle/>
            <a:p>
              <a:endParaRPr lang="es-419" noProof="0" dirty="0"/>
            </a:p>
          </p:txBody>
        </p:sp>
        <p:sp>
          <p:nvSpPr>
            <p:cNvPr id="86" name="Forma libre: forma 85">
              <a:extLst>
                <a:ext uri="{FF2B5EF4-FFF2-40B4-BE49-F238E27FC236}">
                  <a16:creationId xmlns:a16="http://schemas.microsoft.com/office/drawing/2014/main" id="{A9AACC1E-E278-BCDD-F2EF-2B795C1788EB}"/>
                </a:ext>
              </a:extLst>
            </p:cNvPr>
            <p:cNvSpPr/>
            <p:nvPr/>
          </p:nvSpPr>
          <p:spPr>
            <a:xfrm>
              <a:off x="976738" y="2149266"/>
              <a:ext cx="9026" cy="7395"/>
            </a:xfrm>
            <a:custGeom>
              <a:avLst/>
              <a:gdLst>
                <a:gd name="csX0" fmla="*/ 866 w 9026"/>
                <a:gd name="csY0" fmla="*/ 4748 h 7395"/>
                <a:gd name="csX1" fmla="*/ 6187 w 9026"/>
                <a:gd name="csY1" fmla="*/ 710 h 7395"/>
                <a:gd name="csX2" fmla="*/ 8728 w 9026"/>
                <a:gd name="csY2" fmla="*/ 4901 h 7395"/>
                <a:gd name="csX3" fmla="*/ 866 w 9026"/>
                <a:gd name="csY3" fmla="*/ 4748 h 7395"/>
              </a:gdLst>
              <a:ahLst/>
              <a:cxnLst>
                <a:cxn ang="0">
                  <a:pos x="csX0" y="csY0"/>
                </a:cxn>
                <a:cxn ang="0">
                  <a:pos x="csX1" y="csY1"/>
                </a:cxn>
                <a:cxn ang="0">
                  <a:pos x="csX2" y="csY2"/>
                </a:cxn>
                <a:cxn ang="0">
                  <a:pos x="csX3" y="csY3"/>
                </a:cxn>
              </a:cxnLst>
              <a:rect l="l" t="t" r="r" b="b"/>
              <a:pathLst>
                <a:path w="9026" h="7395">
                  <a:moveTo>
                    <a:pt x="866" y="4748"/>
                  </a:moveTo>
                  <a:cubicBezTo>
                    <a:pt x="-1510" y="904"/>
                    <a:pt x="1245" y="-1186"/>
                    <a:pt x="6187" y="710"/>
                  </a:cubicBezTo>
                  <a:cubicBezTo>
                    <a:pt x="8468" y="1586"/>
                    <a:pt x="9611" y="3472"/>
                    <a:pt x="8728" y="4901"/>
                  </a:cubicBezTo>
                  <a:cubicBezTo>
                    <a:pt x="6635" y="8287"/>
                    <a:pt x="3009" y="8216"/>
                    <a:pt x="866" y="4748"/>
                  </a:cubicBezTo>
                  <a:close/>
                </a:path>
              </a:pathLst>
            </a:custGeom>
            <a:solidFill>
              <a:srgbClr val="B9B9B9"/>
            </a:solidFill>
            <a:ln w="5163" cap="flat">
              <a:noFill/>
              <a:prstDash val="solid"/>
              <a:miter/>
            </a:ln>
          </p:spPr>
          <p:txBody>
            <a:bodyPr/>
            <a:lstStyle/>
            <a:p>
              <a:endParaRPr lang="es-419" noProof="0" dirty="0"/>
            </a:p>
          </p:txBody>
        </p:sp>
        <p:sp>
          <p:nvSpPr>
            <p:cNvPr id="87" name="Forma libre: forma 86">
              <a:extLst>
                <a:ext uri="{FF2B5EF4-FFF2-40B4-BE49-F238E27FC236}">
                  <a16:creationId xmlns:a16="http://schemas.microsoft.com/office/drawing/2014/main" id="{5DC29D33-9ADE-D02C-5033-BC47E2B1A5C0}"/>
                </a:ext>
              </a:extLst>
            </p:cNvPr>
            <p:cNvSpPr/>
            <p:nvPr/>
          </p:nvSpPr>
          <p:spPr>
            <a:xfrm>
              <a:off x="958388" y="2135665"/>
              <a:ext cx="19364" cy="11047"/>
            </a:xfrm>
            <a:custGeom>
              <a:avLst/>
              <a:gdLst>
                <a:gd name="csX0" fmla="*/ 0 w 19364"/>
                <a:gd name="csY0" fmla="*/ 8841 h 11047"/>
                <a:gd name="csX1" fmla="*/ 17408 w 19364"/>
                <a:gd name="csY1" fmla="*/ 154 h 11047"/>
                <a:gd name="csX2" fmla="*/ 17432 w 19364"/>
                <a:gd name="csY2" fmla="*/ 5614 h 11047"/>
                <a:gd name="csX3" fmla="*/ 0 w 19364"/>
                <a:gd name="csY3" fmla="*/ 8841 h 11047"/>
              </a:gdLst>
              <a:ahLst/>
              <a:cxnLst>
                <a:cxn ang="0">
                  <a:pos x="csX0" y="csY0"/>
                </a:cxn>
                <a:cxn ang="0">
                  <a:pos x="csX1" y="csY1"/>
                </a:cxn>
                <a:cxn ang="0">
                  <a:pos x="csX2" y="csY2"/>
                </a:cxn>
                <a:cxn ang="0">
                  <a:pos x="csX3" y="csY3"/>
                </a:cxn>
              </a:cxnLst>
              <a:rect l="l" t="t" r="r" b="b"/>
              <a:pathLst>
                <a:path w="19364" h="11047">
                  <a:moveTo>
                    <a:pt x="0" y="8841"/>
                  </a:moveTo>
                  <a:cubicBezTo>
                    <a:pt x="126" y="2682"/>
                    <a:pt x="7086" y="-791"/>
                    <a:pt x="17408" y="154"/>
                  </a:cubicBezTo>
                  <a:cubicBezTo>
                    <a:pt x="20010" y="392"/>
                    <a:pt x="20015" y="1478"/>
                    <a:pt x="17432" y="5614"/>
                  </a:cubicBezTo>
                  <a:cubicBezTo>
                    <a:pt x="14357" y="10538"/>
                    <a:pt x="-89" y="13212"/>
                    <a:pt x="0" y="8841"/>
                  </a:cubicBezTo>
                  <a:close/>
                </a:path>
              </a:pathLst>
            </a:custGeom>
            <a:solidFill>
              <a:srgbClr val="B9B9B9"/>
            </a:solidFill>
            <a:ln w="5163" cap="flat">
              <a:noFill/>
              <a:prstDash val="solid"/>
              <a:miter/>
            </a:ln>
          </p:spPr>
          <p:txBody>
            <a:bodyPr/>
            <a:lstStyle/>
            <a:p>
              <a:endParaRPr lang="es-419" noProof="0" dirty="0"/>
            </a:p>
          </p:txBody>
        </p:sp>
        <p:sp>
          <p:nvSpPr>
            <p:cNvPr id="88" name="Forma libre: forma 87">
              <a:extLst>
                <a:ext uri="{FF2B5EF4-FFF2-40B4-BE49-F238E27FC236}">
                  <a16:creationId xmlns:a16="http://schemas.microsoft.com/office/drawing/2014/main" id="{05A160E9-8E9F-EF47-F3FB-2E77FE89D045}"/>
                </a:ext>
              </a:extLst>
            </p:cNvPr>
            <p:cNvSpPr/>
            <p:nvPr/>
          </p:nvSpPr>
          <p:spPr>
            <a:xfrm>
              <a:off x="938010" y="2110987"/>
              <a:ext cx="18997" cy="19965"/>
            </a:xfrm>
            <a:custGeom>
              <a:avLst/>
              <a:gdLst>
                <a:gd name="csX0" fmla="*/ 2787 w 18997"/>
                <a:gd name="csY0" fmla="*/ 11392 h 19965"/>
                <a:gd name="csX1" fmla="*/ 4678 w 18997"/>
                <a:gd name="csY1" fmla="*/ 36 h 19965"/>
                <a:gd name="csX2" fmla="*/ 17544 w 18997"/>
                <a:gd name="csY2" fmla="*/ 12951 h 19965"/>
                <a:gd name="csX3" fmla="*/ 13049 w 18997"/>
                <a:gd name="csY3" fmla="*/ 19965 h 19965"/>
                <a:gd name="csX4" fmla="*/ 2787 w 18997"/>
                <a:gd name="csY4" fmla="*/ 11392 h 19965"/>
              </a:gdLst>
              <a:ahLst/>
              <a:cxnLst>
                <a:cxn ang="0">
                  <a:pos x="csX0" y="csY0"/>
                </a:cxn>
                <a:cxn ang="0">
                  <a:pos x="csX1" y="csY1"/>
                </a:cxn>
                <a:cxn ang="0">
                  <a:pos x="csX2" y="csY2"/>
                </a:cxn>
                <a:cxn ang="0">
                  <a:pos x="csX3" y="csY3"/>
                </a:cxn>
                <a:cxn ang="0">
                  <a:pos x="csX4" y="csY4"/>
                </a:cxn>
              </a:cxnLst>
              <a:rect l="l" t="t" r="r" b="b"/>
              <a:pathLst>
                <a:path w="18997" h="19965">
                  <a:moveTo>
                    <a:pt x="2787" y="11392"/>
                  </a:moveTo>
                  <a:cubicBezTo>
                    <a:pt x="-1192" y="389"/>
                    <a:pt x="-1207" y="479"/>
                    <a:pt x="4678" y="36"/>
                  </a:cubicBezTo>
                  <a:cubicBezTo>
                    <a:pt x="10396" y="-395"/>
                    <a:pt x="13750" y="2973"/>
                    <a:pt x="17544" y="12951"/>
                  </a:cubicBezTo>
                  <a:cubicBezTo>
                    <a:pt x="20048" y="19537"/>
                    <a:pt x="19774" y="19965"/>
                    <a:pt x="13049" y="19965"/>
                  </a:cubicBezTo>
                  <a:cubicBezTo>
                    <a:pt x="7281" y="19965"/>
                    <a:pt x="5284" y="18297"/>
                    <a:pt x="2787" y="11392"/>
                  </a:cubicBezTo>
                  <a:close/>
                </a:path>
              </a:pathLst>
            </a:custGeom>
            <a:solidFill>
              <a:srgbClr val="B9B9B9"/>
            </a:solidFill>
            <a:ln w="5163" cap="flat">
              <a:noFill/>
              <a:prstDash val="solid"/>
              <a:miter/>
            </a:ln>
          </p:spPr>
          <p:txBody>
            <a:bodyPr/>
            <a:lstStyle/>
            <a:p>
              <a:endParaRPr lang="es-419" noProof="0" dirty="0"/>
            </a:p>
          </p:txBody>
        </p:sp>
        <p:sp>
          <p:nvSpPr>
            <p:cNvPr id="89" name="Forma libre: forma 88">
              <a:extLst>
                <a:ext uri="{FF2B5EF4-FFF2-40B4-BE49-F238E27FC236}">
                  <a16:creationId xmlns:a16="http://schemas.microsoft.com/office/drawing/2014/main" id="{DE697A9B-7644-253D-F777-C59AEC97D37F}"/>
                </a:ext>
              </a:extLst>
            </p:cNvPr>
            <p:cNvSpPr/>
            <p:nvPr/>
          </p:nvSpPr>
          <p:spPr>
            <a:xfrm>
              <a:off x="924790" y="2098451"/>
              <a:ext cx="5162" cy="9268"/>
            </a:xfrm>
            <a:custGeom>
              <a:avLst/>
              <a:gdLst>
                <a:gd name="csX0" fmla="*/ 0 w 5162"/>
                <a:gd name="csY0" fmla="*/ 3953 h 9268"/>
                <a:gd name="csX1" fmla="*/ 2581 w 5162"/>
                <a:gd name="csY1" fmla="*/ 233 h 9268"/>
                <a:gd name="csX2" fmla="*/ 5163 w 5162"/>
                <a:gd name="csY2" fmla="*/ 5549 h 9268"/>
                <a:gd name="csX3" fmla="*/ 2581 w 5162"/>
                <a:gd name="csY3" fmla="*/ 9269 h 9268"/>
                <a:gd name="csX4" fmla="*/ 0 w 5162"/>
                <a:gd name="csY4" fmla="*/ 3953 h 9268"/>
              </a:gdLst>
              <a:ahLst/>
              <a:cxnLst>
                <a:cxn ang="0">
                  <a:pos x="csX0" y="csY0"/>
                </a:cxn>
                <a:cxn ang="0">
                  <a:pos x="csX1" y="csY1"/>
                </a:cxn>
                <a:cxn ang="0">
                  <a:pos x="csX2" y="csY2"/>
                </a:cxn>
                <a:cxn ang="0">
                  <a:pos x="csX3" y="csY3"/>
                </a:cxn>
                <a:cxn ang="0">
                  <a:pos x="csX4" y="csY4"/>
                </a:cxn>
              </a:cxnLst>
              <a:rect l="l" t="t" r="r" b="b"/>
              <a:pathLst>
                <a:path w="5162" h="9268">
                  <a:moveTo>
                    <a:pt x="0" y="3953"/>
                  </a:moveTo>
                  <a:cubicBezTo>
                    <a:pt x="0" y="1030"/>
                    <a:pt x="1162" y="-644"/>
                    <a:pt x="2581" y="233"/>
                  </a:cubicBezTo>
                  <a:cubicBezTo>
                    <a:pt x="4001" y="1111"/>
                    <a:pt x="5163" y="3503"/>
                    <a:pt x="5163" y="5549"/>
                  </a:cubicBezTo>
                  <a:cubicBezTo>
                    <a:pt x="5163" y="7595"/>
                    <a:pt x="4001" y="9269"/>
                    <a:pt x="2581" y="9269"/>
                  </a:cubicBezTo>
                  <a:cubicBezTo>
                    <a:pt x="1162" y="9269"/>
                    <a:pt x="0" y="6877"/>
                    <a:pt x="0" y="3953"/>
                  </a:cubicBezTo>
                  <a:close/>
                </a:path>
              </a:pathLst>
            </a:custGeom>
            <a:solidFill>
              <a:srgbClr val="B9B9B9"/>
            </a:solidFill>
            <a:ln w="5163" cap="flat">
              <a:noFill/>
              <a:prstDash val="solid"/>
              <a:miter/>
            </a:ln>
          </p:spPr>
          <p:txBody>
            <a:bodyPr/>
            <a:lstStyle/>
            <a:p>
              <a:endParaRPr lang="es-419" noProof="0" dirty="0"/>
            </a:p>
          </p:txBody>
        </p:sp>
      </p:grpSp>
      <p:grpSp>
        <p:nvGrpSpPr>
          <p:cNvPr id="90" name="Gráfico 39">
            <a:extLst>
              <a:ext uri="{FF2B5EF4-FFF2-40B4-BE49-F238E27FC236}">
                <a16:creationId xmlns:a16="http://schemas.microsoft.com/office/drawing/2014/main" id="{BA3B3646-A2EC-4425-1AF0-95CBC9868EF5}"/>
              </a:ext>
            </a:extLst>
          </p:cNvPr>
          <p:cNvGrpSpPr/>
          <p:nvPr/>
        </p:nvGrpSpPr>
        <p:grpSpPr>
          <a:xfrm>
            <a:off x="281340" y="1474182"/>
            <a:ext cx="428841" cy="522535"/>
            <a:chOff x="281340" y="1474182"/>
            <a:chExt cx="428841" cy="522535"/>
          </a:xfrm>
          <a:solidFill>
            <a:srgbClr val="B9B9B9"/>
          </a:solidFill>
        </p:grpSpPr>
        <p:grpSp>
          <p:nvGrpSpPr>
            <p:cNvPr id="91" name="Gráfico 39">
              <a:extLst>
                <a:ext uri="{FF2B5EF4-FFF2-40B4-BE49-F238E27FC236}">
                  <a16:creationId xmlns:a16="http://schemas.microsoft.com/office/drawing/2014/main" id="{D4BDB268-AFEF-1E84-B8E6-F5F4A61F9DD9}"/>
                </a:ext>
              </a:extLst>
            </p:cNvPr>
            <p:cNvGrpSpPr/>
            <p:nvPr/>
          </p:nvGrpSpPr>
          <p:grpSpPr>
            <a:xfrm>
              <a:off x="281340" y="1474182"/>
              <a:ext cx="428841" cy="522535"/>
              <a:chOff x="281340" y="1474182"/>
              <a:chExt cx="428841" cy="522535"/>
            </a:xfrm>
            <a:solidFill>
              <a:srgbClr val="B9B9B9"/>
            </a:solidFill>
          </p:grpSpPr>
          <p:sp>
            <p:nvSpPr>
              <p:cNvPr id="92" name="Forma libre: forma 91">
                <a:extLst>
                  <a:ext uri="{FF2B5EF4-FFF2-40B4-BE49-F238E27FC236}">
                    <a16:creationId xmlns:a16="http://schemas.microsoft.com/office/drawing/2014/main" id="{BFAF5349-03AE-A876-E9BB-FB1C8D579203}"/>
                  </a:ext>
                </a:extLst>
              </p:cNvPr>
              <p:cNvSpPr/>
              <p:nvPr/>
            </p:nvSpPr>
            <p:spPr>
              <a:xfrm>
                <a:off x="281340" y="1474182"/>
                <a:ext cx="428841" cy="522535"/>
              </a:xfrm>
              <a:custGeom>
                <a:avLst/>
                <a:gdLst>
                  <a:gd name="csX0" fmla="*/ 375000 w 428841"/>
                  <a:gd name="csY0" fmla="*/ 516104 h 522535"/>
                  <a:gd name="csX1" fmla="*/ 367101 w 428841"/>
                  <a:gd name="csY1" fmla="*/ 496098 h 522535"/>
                  <a:gd name="csX2" fmla="*/ 357849 w 428841"/>
                  <a:gd name="csY2" fmla="*/ 467300 h 522535"/>
                  <a:gd name="csX3" fmla="*/ 337807 w 428841"/>
                  <a:gd name="csY3" fmla="*/ 445109 h 522535"/>
                  <a:gd name="csX4" fmla="*/ 320489 w 428841"/>
                  <a:gd name="csY4" fmla="*/ 429036 h 522535"/>
                  <a:gd name="csX5" fmla="*/ 269809 w 428841"/>
                  <a:gd name="csY5" fmla="*/ 379110 h 522535"/>
                  <a:gd name="csX6" fmla="*/ 248488 w 428841"/>
                  <a:gd name="csY6" fmla="*/ 370097 h 522535"/>
                  <a:gd name="csX7" fmla="*/ 256878 w 428841"/>
                  <a:gd name="csY7" fmla="*/ 370327 h 522535"/>
                  <a:gd name="csX8" fmla="*/ 265267 w 428841"/>
                  <a:gd name="csY8" fmla="*/ 372646 h 522535"/>
                  <a:gd name="csX9" fmla="*/ 258168 w 428841"/>
                  <a:gd name="csY9" fmla="*/ 366399 h 522535"/>
                  <a:gd name="csX10" fmla="*/ 251069 w 428841"/>
                  <a:gd name="csY10" fmla="*/ 355305 h 522535"/>
                  <a:gd name="csX11" fmla="*/ 237556 w 428841"/>
                  <a:gd name="csY11" fmla="*/ 353450 h 522535"/>
                  <a:gd name="csX12" fmla="*/ 235538 w 428841"/>
                  <a:gd name="csY12" fmla="*/ 349578 h 522535"/>
                  <a:gd name="csX13" fmla="*/ 231626 w 428841"/>
                  <a:gd name="csY13" fmla="*/ 338114 h 522535"/>
                  <a:gd name="csX14" fmla="*/ 227531 w 428841"/>
                  <a:gd name="csY14" fmla="*/ 327788 h 522535"/>
                  <a:gd name="csX15" fmla="*/ 225255 w 428841"/>
                  <a:gd name="csY15" fmla="*/ 330217 h 522535"/>
                  <a:gd name="csX16" fmla="*/ 222797 w 428841"/>
                  <a:gd name="csY16" fmla="*/ 331508 h 522535"/>
                  <a:gd name="csX17" fmla="*/ 220276 w 428841"/>
                  <a:gd name="csY17" fmla="*/ 330217 h 522535"/>
                  <a:gd name="csX18" fmla="*/ 216375 w 428841"/>
                  <a:gd name="csY18" fmla="*/ 326968 h 522535"/>
                  <a:gd name="csX19" fmla="*/ 212138 w 428841"/>
                  <a:gd name="csY19" fmla="*/ 320021 h 522535"/>
                  <a:gd name="csX20" fmla="*/ 209766 w 428841"/>
                  <a:gd name="csY20" fmla="*/ 317462 h 522535"/>
                  <a:gd name="csX21" fmla="*/ 212670 w 428841"/>
                  <a:gd name="csY21" fmla="*/ 314083 h 522535"/>
                  <a:gd name="csX22" fmla="*/ 216877 w 428841"/>
                  <a:gd name="csY22" fmla="*/ 311142 h 522535"/>
                  <a:gd name="csX23" fmla="*/ 215264 w 428841"/>
                  <a:gd name="csY23" fmla="*/ 309359 h 522535"/>
                  <a:gd name="csX24" fmla="*/ 217511 w 428841"/>
                  <a:gd name="csY24" fmla="*/ 291496 h 522535"/>
                  <a:gd name="csX25" fmla="*/ 222673 w 428841"/>
                  <a:gd name="csY25" fmla="*/ 271731 h 522535"/>
                  <a:gd name="csX26" fmla="*/ 225571 w 428841"/>
                  <a:gd name="csY26" fmla="*/ 266972 h 522535"/>
                  <a:gd name="csX27" fmla="*/ 225255 w 428841"/>
                  <a:gd name="csY27" fmla="*/ 263100 h 522535"/>
                  <a:gd name="csX28" fmla="*/ 224939 w 428841"/>
                  <a:gd name="csY28" fmla="*/ 259227 h 522535"/>
                  <a:gd name="csX29" fmla="*/ 227470 w 428841"/>
                  <a:gd name="csY29" fmla="*/ 246966 h 522535"/>
                  <a:gd name="csX30" fmla="*/ 227104 w 428841"/>
                  <a:gd name="csY30" fmla="*/ 234704 h 522535"/>
                  <a:gd name="csX31" fmla="*/ 225255 w 428841"/>
                  <a:gd name="csY31" fmla="*/ 245029 h 522535"/>
                  <a:gd name="csX32" fmla="*/ 222926 w 428841"/>
                  <a:gd name="csY32" fmla="*/ 241157 h 522535"/>
                  <a:gd name="csX33" fmla="*/ 213514 w 428841"/>
                  <a:gd name="csY33" fmla="*/ 204198 h 522535"/>
                  <a:gd name="csX34" fmla="*/ 207511 w 428841"/>
                  <a:gd name="csY34" fmla="*/ 195911 h 522535"/>
                  <a:gd name="csX35" fmla="*/ 199366 w 428841"/>
                  <a:gd name="csY35" fmla="*/ 188261 h 522535"/>
                  <a:gd name="csX36" fmla="*/ 189814 w 428841"/>
                  <a:gd name="csY36" fmla="*/ 185143 h 522535"/>
                  <a:gd name="csX37" fmla="*/ 177824 w 428841"/>
                  <a:gd name="csY37" fmla="*/ 176701 h 522535"/>
                  <a:gd name="csX38" fmla="*/ 173385 w 428841"/>
                  <a:gd name="csY38" fmla="*/ 171969 h 522535"/>
                  <a:gd name="csX39" fmla="*/ 172244 w 428841"/>
                  <a:gd name="csY39" fmla="*/ 166295 h 522535"/>
                  <a:gd name="csX40" fmla="*/ 157189 w 428841"/>
                  <a:gd name="csY40" fmla="*/ 154717 h 522535"/>
                  <a:gd name="csX41" fmla="*/ 154290 w 428841"/>
                  <a:gd name="csY41" fmla="*/ 143110 h 522535"/>
                  <a:gd name="csX42" fmla="*/ 153437 w 428841"/>
                  <a:gd name="csY42" fmla="*/ 130888 h 522535"/>
                  <a:gd name="csX43" fmla="*/ 150373 w 428841"/>
                  <a:gd name="csY43" fmla="*/ 128835 h 522535"/>
                  <a:gd name="csX44" fmla="*/ 148457 w 428841"/>
                  <a:gd name="csY44" fmla="*/ 125777 h 522535"/>
                  <a:gd name="csX45" fmla="*/ 150890 w 428841"/>
                  <a:gd name="csY45" fmla="*/ 109503 h 522535"/>
                  <a:gd name="csX46" fmla="*/ 144325 w 428841"/>
                  <a:gd name="csY46" fmla="*/ 119656 h 522535"/>
                  <a:gd name="csX47" fmla="*/ 132054 w 428841"/>
                  <a:gd name="csY47" fmla="*/ 127093 h 522535"/>
                  <a:gd name="csX48" fmla="*/ 125630 w 428841"/>
                  <a:gd name="csY48" fmla="*/ 120812 h 522535"/>
                  <a:gd name="csX49" fmla="*/ 123207 w 428841"/>
                  <a:gd name="csY49" fmla="*/ 117248 h 522535"/>
                  <a:gd name="csX50" fmla="*/ 119415 w 428841"/>
                  <a:gd name="csY50" fmla="*/ 121894 h 522535"/>
                  <a:gd name="csX51" fmla="*/ 116519 w 428841"/>
                  <a:gd name="csY51" fmla="*/ 129437 h 522535"/>
                  <a:gd name="csX52" fmla="*/ 107977 w 428841"/>
                  <a:gd name="csY52" fmla="*/ 127285 h 522535"/>
                  <a:gd name="csX53" fmla="*/ 105433 w 428841"/>
                  <a:gd name="csY53" fmla="*/ 123427 h 522535"/>
                  <a:gd name="csX54" fmla="*/ 96024 w 428841"/>
                  <a:gd name="csY54" fmla="*/ 113119 h 522535"/>
                  <a:gd name="csX55" fmla="*/ 84566 w 428841"/>
                  <a:gd name="csY55" fmla="*/ 104340 h 522535"/>
                  <a:gd name="csX56" fmla="*/ 73108 w 428841"/>
                  <a:gd name="csY56" fmla="*/ 95562 h 522535"/>
                  <a:gd name="csX57" fmla="*/ 56725 w 428841"/>
                  <a:gd name="csY57" fmla="*/ 85124 h 522535"/>
                  <a:gd name="csX58" fmla="*/ 41890 w 428841"/>
                  <a:gd name="csY58" fmla="*/ 66163 h 522535"/>
                  <a:gd name="csX59" fmla="*/ 28677 w 428841"/>
                  <a:gd name="csY59" fmla="*/ 46701 h 522535"/>
                  <a:gd name="csX60" fmla="*/ 19131 w 428841"/>
                  <a:gd name="csY60" fmla="*/ 37238 h 522535"/>
                  <a:gd name="csX61" fmla="*/ 12905 w 428841"/>
                  <a:gd name="csY61" fmla="*/ 29478 h 522535"/>
                  <a:gd name="csX62" fmla="*/ 565 w 428841"/>
                  <a:gd name="csY62" fmla="*/ 12763 h 522535"/>
                  <a:gd name="csX63" fmla="*/ 24931 w 428841"/>
                  <a:gd name="csY63" fmla="*/ 17586 h 522535"/>
                  <a:gd name="csX64" fmla="*/ 53740 w 428841"/>
                  <a:gd name="csY64" fmla="*/ 17944 h 522535"/>
                  <a:gd name="csX65" fmla="*/ 62623 w 428841"/>
                  <a:gd name="csY65" fmla="*/ 19236 h 522535"/>
                  <a:gd name="csX66" fmla="*/ 68432 w 428841"/>
                  <a:gd name="csY66" fmla="*/ 26677 h 522535"/>
                  <a:gd name="csX67" fmla="*/ 76711 w 428841"/>
                  <a:gd name="csY67" fmla="*/ 24137 h 522535"/>
                  <a:gd name="csX68" fmla="*/ 79251 w 428841"/>
                  <a:gd name="csY68" fmla="*/ 21734 h 522535"/>
                  <a:gd name="csX69" fmla="*/ 83275 w 428841"/>
                  <a:gd name="csY69" fmla="*/ 19103 h 522535"/>
                  <a:gd name="csX70" fmla="*/ 76792 w 428841"/>
                  <a:gd name="csY70" fmla="*/ 18100 h 522535"/>
                  <a:gd name="csX71" fmla="*/ 72078 w 428841"/>
                  <a:gd name="csY71" fmla="*/ 15119 h 522535"/>
                  <a:gd name="csX72" fmla="*/ 69501 w 428841"/>
                  <a:gd name="csY72" fmla="*/ 12179 h 522535"/>
                  <a:gd name="csX73" fmla="*/ 70989 w 428841"/>
                  <a:gd name="csY73" fmla="*/ 5916 h 522535"/>
                  <a:gd name="csX74" fmla="*/ 77646 w 428841"/>
                  <a:gd name="csY74" fmla="*/ 3402 h 522535"/>
                  <a:gd name="csX75" fmla="*/ 139275 w 428841"/>
                  <a:gd name="csY75" fmla="*/ 15638 h 522535"/>
                  <a:gd name="csX76" fmla="*/ 187630 w 428841"/>
                  <a:gd name="csY76" fmla="*/ 22047 h 522535"/>
                  <a:gd name="csX77" fmla="*/ 207209 w 428841"/>
                  <a:gd name="csY77" fmla="*/ 56596 h 522535"/>
                  <a:gd name="csX78" fmla="*/ 227114 w 428841"/>
                  <a:gd name="csY78" fmla="*/ 93147 h 522535"/>
                  <a:gd name="csX79" fmla="*/ 237157 w 428841"/>
                  <a:gd name="csY79" fmla="*/ 106748 h 522535"/>
                  <a:gd name="csX80" fmla="*/ 244314 w 428841"/>
                  <a:gd name="csY80" fmla="*/ 119404 h 522535"/>
                  <a:gd name="csX81" fmla="*/ 245646 w 428841"/>
                  <a:gd name="csY81" fmla="*/ 128703 h 522535"/>
                  <a:gd name="csX82" fmla="*/ 248545 w 428841"/>
                  <a:gd name="csY82" fmla="*/ 142569 h 522535"/>
                  <a:gd name="csX83" fmla="*/ 261330 w 428841"/>
                  <a:gd name="csY83" fmla="*/ 164801 h 522535"/>
                  <a:gd name="csX84" fmla="*/ 258888 w 428841"/>
                  <a:gd name="csY84" fmla="*/ 155359 h 522535"/>
                  <a:gd name="csX85" fmla="*/ 255800 w 428841"/>
                  <a:gd name="csY85" fmla="*/ 130155 h 522535"/>
                  <a:gd name="csX86" fmla="*/ 275961 w 428841"/>
                  <a:gd name="csY86" fmla="*/ 158456 h 522535"/>
                  <a:gd name="csX87" fmla="*/ 281077 w 428841"/>
                  <a:gd name="csY87" fmla="*/ 166295 h 522535"/>
                  <a:gd name="csX88" fmla="*/ 284516 w 428841"/>
                  <a:gd name="csY88" fmla="*/ 174685 h 522535"/>
                  <a:gd name="csX89" fmla="*/ 290330 w 428841"/>
                  <a:gd name="csY89" fmla="*/ 206853 h 522535"/>
                  <a:gd name="csX90" fmla="*/ 289732 w 428841"/>
                  <a:gd name="csY90" fmla="*/ 219395 h 522535"/>
                  <a:gd name="csX91" fmla="*/ 295284 w 428841"/>
                  <a:gd name="csY91" fmla="*/ 246624 h 522535"/>
                  <a:gd name="csX92" fmla="*/ 307839 w 428841"/>
                  <a:gd name="csY92" fmla="*/ 265674 h 522535"/>
                  <a:gd name="csX93" fmla="*/ 311998 w 428841"/>
                  <a:gd name="csY93" fmla="*/ 272749 h 522535"/>
                  <a:gd name="csX94" fmla="*/ 323310 w 428841"/>
                  <a:gd name="csY94" fmla="*/ 313772 h 522535"/>
                  <a:gd name="csX95" fmla="*/ 331080 w 428841"/>
                  <a:gd name="csY95" fmla="*/ 343142 h 522535"/>
                  <a:gd name="csX96" fmla="*/ 329774 w 428841"/>
                  <a:gd name="csY96" fmla="*/ 364390 h 522535"/>
                  <a:gd name="csX97" fmla="*/ 349986 w 428841"/>
                  <a:gd name="csY97" fmla="*/ 396248 h 522535"/>
                  <a:gd name="csX98" fmla="*/ 354973 w 428841"/>
                  <a:gd name="csY98" fmla="*/ 397754 h 522535"/>
                  <a:gd name="csX99" fmla="*/ 357026 w 428841"/>
                  <a:gd name="csY99" fmla="*/ 403789 h 522535"/>
                  <a:gd name="csX100" fmla="*/ 360843 w 428841"/>
                  <a:gd name="csY100" fmla="*/ 395399 h 522535"/>
                  <a:gd name="csX101" fmla="*/ 361835 w 428841"/>
                  <a:gd name="csY101" fmla="*/ 383279 h 522535"/>
                  <a:gd name="csX102" fmla="*/ 377379 w 428841"/>
                  <a:gd name="csY102" fmla="*/ 393272 h 522535"/>
                  <a:gd name="csX103" fmla="*/ 390468 w 428841"/>
                  <a:gd name="csY103" fmla="*/ 410555 h 522535"/>
                  <a:gd name="csX104" fmla="*/ 396921 w 428841"/>
                  <a:gd name="csY104" fmla="*/ 414114 h 522535"/>
                  <a:gd name="csX105" fmla="*/ 403375 w 428841"/>
                  <a:gd name="csY105" fmla="*/ 419847 h 522535"/>
                  <a:gd name="csX106" fmla="*/ 406602 w 428841"/>
                  <a:gd name="csY106" fmla="*/ 439662 h 522535"/>
                  <a:gd name="csX107" fmla="*/ 418087 w 428841"/>
                  <a:gd name="csY107" fmla="*/ 458630 h 522535"/>
                  <a:gd name="csX108" fmla="*/ 419011 w 428841"/>
                  <a:gd name="csY108" fmla="*/ 503820 h 522535"/>
                  <a:gd name="csX109" fmla="*/ 409820 w 428841"/>
                  <a:gd name="csY109" fmla="*/ 509628 h 522535"/>
                  <a:gd name="csX110" fmla="*/ 394580 w 428841"/>
                  <a:gd name="csY110" fmla="*/ 516082 h 522535"/>
                  <a:gd name="csX111" fmla="*/ 382031 w 428841"/>
                  <a:gd name="csY111" fmla="*/ 522535 h 522535"/>
                  <a:gd name="csX112" fmla="*/ 375000 w 428841"/>
                  <a:gd name="csY112" fmla="*/ 516104 h 5225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Lst>
                <a:rect l="l" t="t" r="r" b="b"/>
                <a:pathLst>
                  <a:path w="428841" h="522535">
                    <a:moveTo>
                      <a:pt x="375000" y="516104"/>
                    </a:moveTo>
                    <a:cubicBezTo>
                      <a:pt x="371085" y="511937"/>
                      <a:pt x="368304" y="504894"/>
                      <a:pt x="367101" y="496098"/>
                    </a:cubicBezTo>
                    <a:cubicBezTo>
                      <a:pt x="366079" y="488632"/>
                      <a:pt x="361916" y="475673"/>
                      <a:pt x="357849" y="467300"/>
                    </a:cubicBezTo>
                    <a:cubicBezTo>
                      <a:pt x="351802" y="454850"/>
                      <a:pt x="348152" y="450809"/>
                      <a:pt x="337807" y="445109"/>
                    </a:cubicBezTo>
                    <a:cubicBezTo>
                      <a:pt x="329743" y="440665"/>
                      <a:pt x="323467" y="434840"/>
                      <a:pt x="320489" y="429036"/>
                    </a:cubicBezTo>
                    <a:cubicBezTo>
                      <a:pt x="313727" y="415856"/>
                      <a:pt x="278311" y="380967"/>
                      <a:pt x="269809" y="379110"/>
                    </a:cubicBezTo>
                    <a:cubicBezTo>
                      <a:pt x="258622" y="376667"/>
                      <a:pt x="248488" y="372383"/>
                      <a:pt x="248488" y="370097"/>
                    </a:cubicBezTo>
                    <a:cubicBezTo>
                      <a:pt x="248488" y="368948"/>
                      <a:pt x="252263" y="369052"/>
                      <a:pt x="256878" y="370327"/>
                    </a:cubicBezTo>
                    <a:lnTo>
                      <a:pt x="265267" y="372646"/>
                    </a:lnTo>
                    <a:lnTo>
                      <a:pt x="258168" y="366399"/>
                    </a:lnTo>
                    <a:cubicBezTo>
                      <a:pt x="254264" y="362963"/>
                      <a:pt x="251069" y="357971"/>
                      <a:pt x="251069" y="355305"/>
                    </a:cubicBezTo>
                    <a:cubicBezTo>
                      <a:pt x="251069" y="350053"/>
                      <a:pt x="241061" y="348679"/>
                      <a:pt x="237556" y="353450"/>
                    </a:cubicBezTo>
                    <a:cubicBezTo>
                      <a:pt x="236513" y="354870"/>
                      <a:pt x="235605" y="353128"/>
                      <a:pt x="235538" y="349578"/>
                    </a:cubicBezTo>
                    <a:cubicBezTo>
                      <a:pt x="235471" y="346029"/>
                      <a:pt x="233711" y="340870"/>
                      <a:pt x="231626" y="338114"/>
                    </a:cubicBezTo>
                    <a:cubicBezTo>
                      <a:pt x="229542" y="335358"/>
                      <a:pt x="227699" y="330711"/>
                      <a:pt x="227531" y="327788"/>
                    </a:cubicBezTo>
                    <a:cubicBezTo>
                      <a:pt x="227316" y="324054"/>
                      <a:pt x="226639" y="324776"/>
                      <a:pt x="225255" y="330217"/>
                    </a:cubicBezTo>
                    <a:cubicBezTo>
                      <a:pt x="223398" y="337513"/>
                      <a:pt x="223256" y="337588"/>
                      <a:pt x="222797" y="331508"/>
                    </a:cubicBezTo>
                    <a:cubicBezTo>
                      <a:pt x="222352" y="325610"/>
                      <a:pt x="222136" y="325499"/>
                      <a:pt x="220276" y="330217"/>
                    </a:cubicBezTo>
                    <a:cubicBezTo>
                      <a:pt x="218499" y="334726"/>
                      <a:pt x="218005" y="334315"/>
                      <a:pt x="216375" y="326968"/>
                    </a:cubicBezTo>
                    <a:cubicBezTo>
                      <a:pt x="215349" y="322341"/>
                      <a:pt x="213442" y="319215"/>
                      <a:pt x="212138" y="320021"/>
                    </a:cubicBezTo>
                    <a:cubicBezTo>
                      <a:pt x="210833" y="320827"/>
                      <a:pt x="209766" y="319676"/>
                      <a:pt x="209766" y="317462"/>
                    </a:cubicBezTo>
                    <a:cubicBezTo>
                      <a:pt x="209766" y="315249"/>
                      <a:pt x="211073" y="313728"/>
                      <a:pt x="212670" y="314083"/>
                    </a:cubicBezTo>
                    <a:cubicBezTo>
                      <a:pt x="214268" y="314438"/>
                      <a:pt x="216161" y="313115"/>
                      <a:pt x="216877" y="311142"/>
                    </a:cubicBezTo>
                    <a:cubicBezTo>
                      <a:pt x="217675" y="308946"/>
                      <a:pt x="217050" y="308255"/>
                      <a:pt x="215264" y="309359"/>
                    </a:cubicBezTo>
                    <a:cubicBezTo>
                      <a:pt x="211189" y="311878"/>
                      <a:pt x="211586" y="308715"/>
                      <a:pt x="217511" y="291496"/>
                    </a:cubicBezTo>
                    <a:cubicBezTo>
                      <a:pt x="220350" y="283242"/>
                      <a:pt x="222673" y="274348"/>
                      <a:pt x="222673" y="271731"/>
                    </a:cubicBezTo>
                    <a:cubicBezTo>
                      <a:pt x="222673" y="269113"/>
                      <a:pt x="223977" y="266972"/>
                      <a:pt x="225571" y="266972"/>
                    </a:cubicBezTo>
                    <a:cubicBezTo>
                      <a:pt x="227573" y="266972"/>
                      <a:pt x="227475" y="265775"/>
                      <a:pt x="225255" y="263100"/>
                    </a:cubicBezTo>
                    <a:cubicBezTo>
                      <a:pt x="223035" y="260424"/>
                      <a:pt x="222937" y="259227"/>
                      <a:pt x="224939" y="259227"/>
                    </a:cubicBezTo>
                    <a:cubicBezTo>
                      <a:pt x="226726" y="259227"/>
                      <a:pt x="227696" y="254529"/>
                      <a:pt x="227470" y="246966"/>
                    </a:cubicBezTo>
                    <a:lnTo>
                      <a:pt x="227104" y="234704"/>
                    </a:lnTo>
                    <a:lnTo>
                      <a:pt x="225255" y="245029"/>
                    </a:lnTo>
                    <a:cubicBezTo>
                      <a:pt x="223422" y="255266"/>
                      <a:pt x="223402" y="255233"/>
                      <a:pt x="222926" y="241157"/>
                    </a:cubicBezTo>
                    <a:cubicBezTo>
                      <a:pt x="222330" y="223537"/>
                      <a:pt x="217100" y="203003"/>
                      <a:pt x="213514" y="204198"/>
                    </a:cubicBezTo>
                    <a:cubicBezTo>
                      <a:pt x="212038" y="204690"/>
                      <a:pt x="209337" y="200961"/>
                      <a:pt x="207511" y="195911"/>
                    </a:cubicBezTo>
                    <a:cubicBezTo>
                      <a:pt x="204912" y="188724"/>
                      <a:pt x="203143" y="187062"/>
                      <a:pt x="199366" y="188261"/>
                    </a:cubicBezTo>
                    <a:cubicBezTo>
                      <a:pt x="196479" y="189177"/>
                      <a:pt x="192643" y="187925"/>
                      <a:pt x="189814" y="185143"/>
                    </a:cubicBezTo>
                    <a:cubicBezTo>
                      <a:pt x="187213" y="182586"/>
                      <a:pt x="181818" y="178787"/>
                      <a:pt x="177824" y="176701"/>
                    </a:cubicBezTo>
                    <a:cubicBezTo>
                      <a:pt x="173830" y="174616"/>
                      <a:pt x="171833" y="172486"/>
                      <a:pt x="173385" y="171969"/>
                    </a:cubicBezTo>
                    <a:cubicBezTo>
                      <a:pt x="177632" y="170553"/>
                      <a:pt x="176775" y="166295"/>
                      <a:pt x="172244" y="166295"/>
                    </a:cubicBezTo>
                    <a:cubicBezTo>
                      <a:pt x="165904" y="166295"/>
                      <a:pt x="155744" y="158482"/>
                      <a:pt x="157189" y="154717"/>
                    </a:cubicBezTo>
                    <a:cubicBezTo>
                      <a:pt x="157916" y="152822"/>
                      <a:pt x="156611" y="147599"/>
                      <a:pt x="154290" y="143110"/>
                    </a:cubicBezTo>
                    <a:cubicBezTo>
                      <a:pt x="150789" y="136341"/>
                      <a:pt x="150644" y="134254"/>
                      <a:pt x="153437" y="130888"/>
                    </a:cubicBezTo>
                    <a:cubicBezTo>
                      <a:pt x="156396" y="127323"/>
                      <a:pt x="156023" y="127073"/>
                      <a:pt x="150373" y="128835"/>
                    </a:cubicBezTo>
                    <a:cubicBezTo>
                      <a:pt x="144136" y="130780"/>
                      <a:pt x="144078" y="130686"/>
                      <a:pt x="148457" y="125777"/>
                    </a:cubicBezTo>
                    <a:cubicBezTo>
                      <a:pt x="153040" y="120640"/>
                      <a:pt x="154705" y="109503"/>
                      <a:pt x="150890" y="109503"/>
                    </a:cubicBezTo>
                    <a:cubicBezTo>
                      <a:pt x="149743" y="109503"/>
                      <a:pt x="146789" y="114072"/>
                      <a:pt x="144325" y="119656"/>
                    </a:cubicBezTo>
                    <a:cubicBezTo>
                      <a:pt x="140017" y="129421"/>
                      <a:pt x="139548" y="129705"/>
                      <a:pt x="132054" y="127093"/>
                    </a:cubicBezTo>
                    <a:cubicBezTo>
                      <a:pt x="127075" y="125357"/>
                      <a:pt x="124756" y="123090"/>
                      <a:pt x="125630" y="120812"/>
                    </a:cubicBezTo>
                    <a:cubicBezTo>
                      <a:pt x="126411" y="118778"/>
                      <a:pt x="125370" y="117248"/>
                      <a:pt x="123207" y="117248"/>
                    </a:cubicBezTo>
                    <a:cubicBezTo>
                      <a:pt x="121121" y="117248"/>
                      <a:pt x="119415" y="119339"/>
                      <a:pt x="119415" y="121894"/>
                    </a:cubicBezTo>
                    <a:cubicBezTo>
                      <a:pt x="119415" y="124450"/>
                      <a:pt x="118112" y="127844"/>
                      <a:pt x="116519" y="129437"/>
                    </a:cubicBezTo>
                    <a:cubicBezTo>
                      <a:pt x="113230" y="132727"/>
                      <a:pt x="105775" y="130849"/>
                      <a:pt x="107977" y="127285"/>
                    </a:cubicBezTo>
                    <a:cubicBezTo>
                      <a:pt x="108769" y="126004"/>
                      <a:pt x="107624" y="124268"/>
                      <a:pt x="105433" y="123427"/>
                    </a:cubicBezTo>
                    <a:cubicBezTo>
                      <a:pt x="103242" y="122586"/>
                      <a:pt x="99008" y="117948"/>
                      <a:pt x="96024" y="113119"/>
                    </a:cubicBezTo>
                    <a:cubicBezTo>
                      <a:pt x="92358" y="107187"/>
                      <a:pt x="88642" y="104340"/>
                      <a:pt x="84566" y="104340"/>
                    </a:cubicBezTo>
                    <a:cubicBezTo>
                      <a:pt x="80490" y="104340"/>
                      <a:pt x="76774" y="101493"/>
                      <a:pt x="73108" y="95562"/>
                    </a:cubicBezTo>
                    <a:cubicBezTo>
                      <a:pt x="67387" y="86305"/>
                      <a:pt x="62222" y="83015"/>
                      <a:pt x="56725" y="85124"/>
                    </a:cubicBezTo>
                    <a:cubicBezTo>
                      <a:pt x="50606" y="87472"/>
                      <a:pt x="41978" y="76444"/>
                      <a:pt x="41890" y="66163"/>
                    </a:cubicBezTo>
                    <a:cubicBezTo>
                      <a:pt x="41792" y="54708"/>
                      <a:pt x="37917" y="49001"/>
                      <a:pt x="28677" y="46701"/>
                    </a:cubicBezTo>
                    <a:cubicBezTo>
                      <a:pt x="24172" y="45580"/>
                      <a:pt x="20912" y="42349"/>
                      <a:pt x="19131" y="37238"/>
                    </a:cubicBezTo>
                    <a:cubicBezTo>
                      <a:pt x="17643" y="32970"/>
                      <a:pt x="14841" y="29478"/>
                      <a:pt x="12905" y="29478"/>
                    </a:cubicBezTo>
                    <a:cubicBezTo>
                      <a:pt x="8305" y="29478"/>
                      <a:pt x="-2593" y="14715"/>
                      <a:pt x="565" y="12763"/>
                    </a:cubicBezTo>
                    <a:cubicBezTo>
                      <a:pt x="3818" y="10752"/>
                      <a:pt x="12858" y="12542"/>
                      <a:pt x="24931" y="17586"/>
                    </a:cubicBezTo>
                    <a:cubicBezTo>
                      <a:pt x="37286" y="22748"/>
                      <a:pt x="47225" y="22872"/>
                      <a:pt x="53740" y="17944"/>
                    </a:cubicBezTo>
                    <a:cubicBezTo>
                      <a:pt x="60581" y="12770"/>
                      <a:pt x="62623" y="13067"/>
                      <a:pt x="62623" y="19236"/>
                    </a:cubicBezTo>
                    <a:cubicBezTo>
                      <a:pt x="62623" y="22305"/>
                      <a:pt x="65034" y="25393"/>
                      <a:pt x="68432" y="26677"/>
                    </a:cubicBezTo>
                    <a:cubicBezTo>
                      <a:pt x="74871" y="29111"/>
                      <a:pt x="79002" y="27843"/>
                      <a:pt x="76711" y="24137"/>
                    </a:cubicBezTo>
                    <a:cubicBezTo>
                      <a:pt x="75894" y="22815"/>
                      <a:pt x="77037" y="21734"/>
                      <a:pt x="79251" y="21734"/>
                    </a:cubicBezTo>
                    <a:cubicBezTo>
                      <a:pt x="81464" y="21734"/>
                      <a:pt x="83275" y="20550"/>
                      <a:pt x="83275" y="19103"/>
                    </a:cubicBezTo>
                    <a:cubicBezTo>
                      <a:pt x="83275" y="17583"/>
                      <a:pt x="80538" y="17160"/>
                      <a:pt x="76792" y="18100"/>
                    </a:cubicBezTo>
                    <a:cubicBezTo>
                      <a:pt x="71329" y="19471"/>
                      <a:pt x="70588" y="19002"/>
                      <a:pt x="72078" y="15119"/>
                    </a:cubicBezTo>
                    <a:cubicBezTo>
                      <a:pt x="73452" y="11539"/>
                      <a:pt x="72877" y="10883"/>
                      <a:pt x="69501" y="12179"/>
                    </a:cubicBezTo>
                    <a:cubicBezTo>
                      <a:pt x="66052" y="13503"/>
                      <a:pt x="66358" y="12212"/>
                      <a:pt x="70989" y="5916"/>
                    </a:cubicBezTo>
                    <a:cubicBezTo>
                      <a:pt x="76351" y="-1376"/>
                      <a:pt x="76888" y="-1579"/>
                      <a:pt x="77646" y="3402"/>
                    </a:cubicBezTo>
                    <a:cubicBezTo>
                      <a:pt x="78672" y="10145"/>
                      <a:pt x="78784" y="10167"/>
                      <a:pt x="139275" y="15638"/>
                    </a:cubicBezTo>
                    <a:cubicBezTo>
                      <a:pt x="166526" y="18103"/>
                      <a:pt x="188286" y="20987"/>
                      <a:pt x="187630" y="22047"/>
                    </a:cubicBezTo>
                    <a:cubicBezTo>
                      <a:pt x="185081" y="26172"/>
                      <a:pt x="200296" y="53021"/>
                      <a:pt x="207209" y="56596"/>
                    </a:cubicBezTo>
                    <a:cubicBezTo>
                      <a:pt x="214767" y="60504"/>
                      <a:pt x="224810" y="78946"/>
                      <a:pt x="227114" y="93147"/>
                    </a:cubicBezTo>
                    <a:cubicBezTo>
                      <a:pt x="228108" y="99272"/>
                      <a:pt x="230904" y="103059"/>
                      <a:pt x="237157" y="106748"/>
                    </a:cubicBezTo>
                    <a:cubicBezTo>
                      <a:pt x="244668" y="111180"/>
                      <a:pt x="245621" y="112866"/>
                      <a:pt x="244314" y="119404"/>
                    </a:cubicBezTo>
                    <a:cubicBezTo>
                      <a:pt x="243448" y="123731"/>
                      <a:pt x="244017" y="127696"/>
                      <a:pt x="245646" y="128703"/>
                    </a:cubicBezTo>
                    <a:cubicBezTo>
                      <a:pt x="247209" y="129669"/>
                      <a:pt x="248514" y="135909"/>
                      <a:pt x="248545" y="142569"/>
                    </a:cubicBezTo>
                    <a:cubicBezTo>
                      <a:pt x="248610" y="156222"/>
                      <a:pt x="256380" y="169733"/>
                      <a:pt x="261330" y="164801"/>
                    </a:cubicBezTo>
                    <a:cubicBezTo>
                      <a:pt x="263334" y="162805"/>
                      <a:pt x="262643" y="160133"/>
                      <a:pt x="258888" y="155359"/>
                    </a:cubicBezTo>
                    <a:cubicBezTo>
                      <a:pt x="253728" y="148800"/>
                      <a:pt x="251444" y="130155"/>
                      <a:pt x="255800" y="130155"/>
                    </a:cubicBezTo>
                    <a:cubicBezTo>
                      <a:pt x="259829" y="130155"/>
                      <a:pt x="274389" y="150593"/>
                      <a:pt x="275961" y="158456"/>
                    </a:cubicBezTo>
                    <a:cubicBezTo>
                      <a:pt x="276824" y="162768"/>
                      <a:pt x="279126" y="166295"/>
                      <a:pt x="281077" y="166295"/>
                    </a:cubicBezTo>
                    <a:cubicBezTo>
                      <a:pt x="283382" y="166295"/>
                      <a:pt x="284587" y="169236"/>
                      <a:pt x="284516" y="174685"/>
                    </a:cubicBezTo>
                    <a:cubicBezTo>
                      <a:pt x="284361" y="186530"/>
                      <a:pt x="287367" y="203159"/>
                      <a:pt x="290330" y="206853"/>
                    </a:cubicBezTo>
                    <a:cubicBezTo>
                      <a:pt x="291973" y="208901"/>
                      <a:pt x="291767" y="213229"/>
                      <a:pt x="289732" y="219395"/>
                    </a:cubicBezTo>
                    <a:cubicBezTo>
                      <a:pt x="286869" y="228068"/>
                      <a:pt x="287307" y="230214"/>
                      <a:pt x="295284" y="246624"/>
                    </a:cubicBezTo>
                    <a:cubicBezTo>
                      <a:pt x="300047" y="256421"/>
                      <a:pt x="305697" y="264994"/>
                      <a:pt x="307839" y="265674"/>
                    </a:cubicBezTo>
                    <a:cubicBezTo>
                      <a:pt x="309981" y="266354"/>
                      <a:pt x="311853" y="269538"/>
                      <a:pt x="311998" y="272749"/>
                    </a:cubicBezTo>
                    <a:cubicBezTo>
                      <a:pt x="312747" y="289262"/>
                      <a:pt x="316417" y="302569"/>
                      <a:pt x="323310" y="313772"/>
                    </a:cubicBezTo>
                    <a:cubicBezTo>
                      <a:pt x="332864" y="329298"/>
                      <a:pt x="335210" y="338166"/>
                      <a:pt x="331080" y="343142"/>
                    </a:cubicBezTo>
                    <a:cubicBezTo>
                      <a:pt x="328823" y="345861"/>
                      <a:pt x="328447" y="351993"/>
                      <a:pt x="329774" y="364390"/>
                    </a:cubicBezTo>
                    <a:cubicBezTo>
                      <a:pt x="332100" y="386110"/>
                      <a:pt x="338349" y="395959"/>
                      <a:pt x="349986" y="396248"/>
                    </a:cubicBezTo>
                    <a:cubicBezTo>
                      <a:pt x="354503" y="396360"/>
                      <a:pt x="356748" y="397038"/>
                      <a:pt x="354973" y="397754"/>
                    </a:cubicBezTo>
                    <a:cubicBezTo>
                      <a:pt x="349867" y="399814"/>
                      <a:pt x="351219" y="403789"/>
                      <a:pt x="357026" y="403789"/>
                    </a:cubicBezTo>
                    <a:cubicBezTo>
                      <a:pt x="361562" y="403789"/>
                      <a:pt x="362100" y="402606"/>
                      <a:pt x="360843" y="395399"/>
                    </a:cubicBezTo>
                    <a:cubicBezTo>
                      <a:pt x="360039" y="390785"/>
                      <a:pt x="360485" y="385331"/>
                      <a:pt x="361835" y="383279"/>
                    </a:cubicBezTo>
                    <a:cubicBezTo>
                      <a:pt x="363800" y="380292"/>
                      <a:pt x="366898" y="382284"/>
                      <a:pt x="377379" y="393272"/>
                    </a:cubicBezTo>
                    <a:cubicBezTo>
                      <a:pt x="384578" y="400820"/>
                      <a:pt x="390468" y="408598"/>
                      <a:pt x="390468" y="410555"/>
                    </a:cubicBezTo>
                    <a:cubicBezTo>
                      <a:pt x="390468" y="412631"/>
                      <a:pt x="393158" y="414114"/>
                      <a:pt x="396921" y="414114"/>
                    </a:cubicBezTo>
                    <a:cubicBezTo>
                      <a:pt x="401868" y="414114"/>
                      <a:pt x="403375" y="415453"/>
                      <a:pt x="403375" y="419847"/>
                    </a:cubicBezTo>
                    <a:cubicBezTo>
                      <a:pt x="403375" y="423000"/>
                      <a:pt x="404827" y="431917"/>
                      <a:pt x="406602" y="439662"/>
                    </a:cubicBezTo>
                    <a:cubicBezTo>
                      <a:pt x="409222" y="451096"/>
                      <a:pt x="411381" y="454663"/>
                      <a:pt x="418087" y="458630"/>
                    </a:cubicBezTo>
                    <a:cubicBezTo>
                      <a:pt x="432031" y="466881"/>
                      <a:pt x="432496" y="489608"/>
                      <a:pt x="419011" y="503820"/>
                    </a:cubicBezTo>
                    <a:cubicBezTo>
                      <a:pt x="415980" y="507014"/>
                      <a:pt x="411844" y="509628"/>
                      <a:pt x="409820" y="509628"/>
                    </a:cubicBezTo>
                    <a:cubicBezTo>
                      <a:pt x="407796" y="509628"/>
                      <a:pt x="400938" y="512532"/>
                      <a:pt x="394580" y="516082"/>
                    </a:cubicBezTo>
                    <a:cubicBezTo>
                      <a:pt x="388222" y="519631"/>
                      <a:pt x="382575" y="522535"/>
                      <a:pt x="382031" y="522535"/>
                    </a:cubicBezTo>
                    <a:cubicBezTo>
                      <a:pt x="381487" y="522535"/>
                      <a:pt x="378323" y="519641"/>
                      <a:pt x="375000" y="516104"/>
                    </a:cubicBezTo>
                    <a:close/>
                  </a:path>
                </a:pathLst>
              </a:custGeom>
              <a:solidFill>
                <a:srgbClr val="B9B9B9"/>
              </a:solidFill>
              <a:ln w="5163" cap="flat">
                <a:noFill/>
                <a:prstDash val="solid"/>
                <a:miter/>
              </a:ln>
            </p:spPr>
            <p:txBody>
              <a:bodyPr/>
              <a:lstStyle/>
              <a:p>
                <a:endParaRPr lang="es-419" noProof="0" dirty="0"/>
              </a:p>
            </p:txBody>
          </p:sp>
          <p:sp>
            <p:nvSpPr>
              <p:cNvPr id="93" name="Forma libre: forma 92">
                <a:extLst>
                  <a:ext uri="{FF2B5EF4-FFF2-40B4-BE49-F238E27FC236}">
                    <a16:creationId xmlns:a16="http://schemas.microsoft.com/office/drawing/2014/main" id="{92A526F2-3E4B-FF1A-EAC9-CB8828D24540}"/>
                  </a:ext>
                </a:extLst>
              </p:cNvPr>
              <p:cNvSpPr/>
              <p:nvPr/>
            </p:nvSpPr>
            <p:spPr>
              <a:xfrm>
                <a:off x="675648" y="1860606"/>
                <a:ext cx="11408" cy="19945"/>
              </a:xfrm>
              <a:custGeom>
                <a:avLst/>
                <a:gdLst>
                  <a:gd name="csX0" fmla="*/ 2146 w 11408"/>
                  <a:gd name="csY0" fmla="*/ 10289 h 19945"/>
                  <a:gd name="csX1" fmla="*/ 6337 w 11408"/>
                  <a:gd name="csY1" fmla="*/ 7392 h 19945"/>
                  <a:gd name="csX2" fmla="*/ 8408 w 11408"/>
                  <a:gd name="csY2" fmla="*/ 19945 h 19945"/>
                  <a:gd name="csX3" fmla="*/ 2146 w 11408"/>
                  <a:gd name="csY3" fmla="*/ 10289 h 19945"/>
                </a:gdLst>
                <a:ahLst/>
                <a:cxnLst>
                  <a:cxn ang="0">
                    <a:pos x="csX0" y="csY0"/>
                  </a:cxn>
                  <a:cxn ang="0">
                    <a:pos x="csX1" y="csY1"/>
                  </a:cxn>
                  <a:cxn ang="0">
                    <a:pos x="csX2" y="csY2"/>
                  </a:cxn>
                  <a:cxn ang="0">
                    <a:pos x="csX3" y="csY3"/>
                  </a:cxn>
                </a:cxnLst>
                <a:rect l="l" t="t" r="r" b="b"/>
                <a:pathLst>
                  <a:path w="11408" h="19945">
                    <a:moveTo>
                      <a:pt x="2146" y="10289"/>
                    </a:moveTo>
                    <a:cubicBezTo>
                      <a:pt x="-1802" y="-2324"/>
                      <a:pt x="-243" y="-3401"/>
                      <a:pt x="6337" y="7392"/>
                    </a:cubicBezTo>
                    <a:cubicBezTo>
                      <a:pt x="12476" y="17462"/>
                      <a:pt x="12886" y="19945"/>
                      <a:pt x="8408" y="19945"/>
                    </a:cubicBezTo>
                    <a:cubicBezTo>
                      <a:pt x="6626" y="19945"/>
                      <a:pt x="3808" y="15600"/>
                      <a:pt x="2146" y="10289"/>
                    </a:cubicBezTo>
                    <a:close/>
                  </a:path>
                </a:pathLst>
              </a:custGeom>
              <a:solidFill>
                <a:srgbClr val="B9B9B9"/>
              </a:solidFill>
              <a:ln w="5163" cap="flat">
                <a:noFill/>
                <a:prstDash val="solid"/>
                <a:miter/>
              </a:ln>
            </p:spPr>
            <p:txBody>
              <a:bodyPr/>
              <a:lstStyle/>
              <a:p>
                <a:endParaRPr lang="es-419" noProof="0" dirty="0"/>
              </a:p>
            </p:txBody>
          </p:sp>
          <p:sp>
            <p:nvSpPr>
              <p:cNvPr id="94" name="Forma libre: forma 93">
                <a:extLst>
                  <a:ext uri="{FF2B5EF4-FFF2-40B4-BE49-F238E27FC236}">
                    <a16:creationId xmlns:a16="http://schemas.microsoft.com/office/drawing/2014/main" id="{254D55CF-A988-C0B8-88D8-A1FD240EA1EB}"/>
                  </a:ext>
                </a:extLst>
              </p:cNvPr>
              <p:cNvSpPr/>
              <p:nvPr/>
            </p:nvSpPr>
            <p:spPr>
              <a:xfrm>
                <a:off x="517039" y="1839249"/>
                <a:ext cx="11082" cy="12784"/>
              </a:xfrm>
              <a:custGeom>
                <a:avLst/>
                <a:gdLst>
                  <a:gd name="csX0" fmla="*/ 4154 w 11082"/>
                  <a:gd name="csY0" fmla="*/ 8186 h 12784"/>
                  <a:gd name="csX1" fmla="*/ 2167 w 11082"/>
                  <a:gd name="csY1" fmla="*/ 0 h 12784"/>
                  <a:gd name="csX2" fmla="*/ 8680 w 11082"/>
                  <a:gd name="csY2" fmla="*/ 6454 h 12784"/>
                  <a:gd name="csX3" fmla="*/ 4154 w 11082"/>
                  <a:gd name="csY3" fmla="*/ 8186 h 12784"/>
                </a:gdLst>
                <a:ahLst/>
                <a:cxnLst>
                  <a:cxn ang="0">
                    <a:pos x="csX0" y="csY0"/>
                  </a:cxn>
                  <a:cxn ang="0">
                    <a:pos x="csX1" y="csY1"/>
                  </a:cxn>
                  <a:cxn ang="0">
                    <a:pos x="csX2" y="csY2"/>
                  </a:cxn>
                  <a:cxn ang="0">
                    <a:pos x="csX3" y="csY3"/>
                  </a:cxn>
                </a:cxnLst>
                <a:rect l="l" t="t" r="r" b="b"/>
                <a:pathLst>
                  <a:path w="11082" h="12784">
                    <a:moveTo>
                      <a:pt x="4154" y="8186"/>
                    </a:moveTo>
                    <a:cubicBezTo>
                      <a:pt x="-584" y="2950"/>
                      <a:pt x="-1300" y="0"/>
                      <a:pt x="2167" y="0"/>
                    </a:cubicBezTo>
                    <a:cubicBezTo>
                      <a:pt x="3423" y="0"/>
                      <a:pt x="6354" y="2904"/>
                      <a:pt x="8680" y="6454"/>
                    </a:cubicBezTo>
                    <a:cubicBezTo>
                      <a:pt x="13580" y="13931"/>
                      <a:pt x="10441" y="15133"/>
                      <a:pt x="4154" y="8186"/>
                    </a:cubicBezTo>
                    <a:close/>
                  </a:path>
                </a:pathLst>
              </a:custGeom>
              <a:solidFill>
                <a:srgbClr val="B9B9B9"/>
              </a:solidFill>
              <a:ln w="5163" cap="flat">
                <a:noFill/>
                <a:prstDash val="solid"/>
                <a:miter/>
              </a:ln>
            </p:spPr>
            <p:txBody>
              <a:bodyPr/>
              <a:lstStyle/>
              <a:p>
                <a:endParaRPr lang="es-419" noProof="0" dirty="0"/>
              </a:p>
            </p:txBody>
          </p:sp>
          <p:sp>
            <p:nvSpPr>
              <p:cNvPr id="95" name="Forma libre: forma 94">
                <a:extLst>
                  <a:ext uri="{FF2B5EF4-FFF2-40B4-BE49-F238E27FC236}">
                    <a16:creationId xmlns:a16="http://schemas.microsoft.com/office/drawing/2014/main" id="{7C42B4B5-63C3-596D-D6FE-27A4A029BBC0}"/>
                  </a:ext>
                </a:extLst>
              </p:cNvPr>
              <p:cNvSpPr/>
              <p:nvPr/>
            </p:nvSpPr>
            <p:spPr>
              <a:xfrm>
                <a:off x="633440" y="1833111"/>
                <a:ext cx="12552" cy="18971"/>
              </a:xfrm>
              <a:custGeom>
                <a:avLst/>
                <a:gdLst>
                  <a:gd name="csX0" fmla="*/ 3996 w 12552"/>
                  <a:gd name="csY0" fmla="*/ 9922 h 18971"/>
                  <a:gd name="csX1" fmla="*/ 6099 w 12552"/>
                  <a:gd name="csY1" fmla="*/ 5082 h 18971"/>
                  <a:gd name="csX2" fmla="*/ 12553 w 12552"/>
                  <a:gd name="csY2" fmla="*/ 15290 h 18971"/>
                  <a:gd name="csX3" fmla="*/ 3996 w 12552"/>
                  <a:gd name="csY3" fmla="*/ 9922 h 18971"/>
                </a:gdLst>
                <a:ahLst/>
                <a:cxnLst>
                  <a:cxn ang="0">
                    <a:pos x="csX0" y="csY0"/>
                  </a:cxn>
                  <a:cxn ang="0">
                    <a:pos x="csX1" y="csY1"/>
                  </a:cxn>
                  <a:cxn ang="0">
                    <a:pos x="csX2" y="csY2"/>
                  </a:cxn>
                  <a:cxn ang="0">
                    <a:pos x="csX3" y="csY3"/>
                  </a:cxn>
                </a:cxnLst>
                <a:rect l="l" t="t" r="r" b="b"/>
                <a:pathLst>
                  <a:path w="12552" h="18971">
                    <a:moveTo>
                      <a:pt x="3996" y="9922"/>
                    </a:moveTo>
                    <a:cubicBezTo>
                      <a:pt x="-1733" y="-2091"/>
                      <a:pt x="-1533" y="-2550"/>
                      <a:pt x="6099" y="5082"/>
                    </a:cubicBezTo>
                    <a:cubicBezTo>
                      <a:pt x="9649" y="8631"/>
                      <a:pt x="12553" y="13225"/>
                      <a:pt x="12553" y="15290"/>
                    </a:cubicBezTo>
                    <a:cubicBezTo>
                      <a:pt x="12553" y="21885"/>
                      <a:pt x="8483" y="19332"/>
                      <a:pt x="3996" y="9922"/>
                    </a:cubicBezTo>
                    <a:close/>
                  </a:path>
                </a:pathLst>
              </a:custGeom>
              <a:solidFill>
                <a:srgbClr val="B9B9B9"/>
              </a:solidFill>
              <a:ln w="5163" cap="flat">
                <a:noFill/>
                <a:prstDash val="solid"/>
                <a:miter/>
              </a:ln>
            </p:spPr>
            <p:txBody>
              <a:bodyPr/>
              <a:lstStyle/>
              <a:p>
                <a:endParaRPr lang="es-419" noProof="0" dirty="0"/>
              </a:p>
            </p:txBody>
          </p:sp>
          <p:sp>
            <p:nvSpPr>
              <p:cNvPr id="96" name="Forma libre: forma 95">
                <a:extLst>
                  <a:ext uri="{FF2B5EF4-FFF2-40B4-BE49-F238E27FC236}">
                    <a16:creationId xmlns:a16="http://schemas.microsoft.com/office/drawing/2014/main" id="{00340F2C-F934-7BB0-31E3-F7DB05FAA662}"/>
                  </a:ext>
                </a:extLst>
              </p:cNvPr>
              <p:cNvSpPr/>
              <p:nvPr/>
            </p:nvSpPr>
            <p:spPr>
              <a:xfrm>
                <a:off x="499513" y="1824179"/>
                <a:ext cx="16487" cy="10786"/>
              </a:xfrm>
              <a:custGeom>
                <a:avLst/>
                <a:gdLst>
                  <a:gd name="csX0" fmla="*/ 5790 w 16487"/>
                  <a:gd name="csY0" fmla="*/ 5576 h 10786"/>
                  <a:gd name="csX1" fmla="*/ 4501 w 16487"/>
                  <a:gd name="csY1" fmla="*/ 936 h 10786"/>
                  <a:gd name="csX2" fmla="*/ 15719 w 16487"/>
                  <a:gd name="csY2" fmla="*/ 10646 h 10786"/>
                  <a:gd name="csX3" fmla="*/ 5790 w 16487"/>
                  <a:gd name="csY3" fmla="*/ 5576 h 10786"/>
                </a:gdLst>
                <a:ahLst/>
                <a:cxnLst>
                  <a:cxn ang="0">
                    <a:pos x="csX0" y="csY0"/>
                  </a:cxn>
                  <a:cxn ang="0">
                    <a:pos x="csX1" y="csY1"/>
                  </a:cxn>
                  <a:cxn ang="0">
                    <a:pos x="csX2" y="csY2"/>
                  </a:cxn>
                  <a:cxn ang="0">
                    <a:pos x="csX3" y="csY3"/>
                  </a:cxn>
                </a:cxnLst>
                <a:rect l="l" t="t" r="r" b="b"/>
                <a:pathLst>
                  <a:path w="16487" h="10786">
                    <a:moveTo>
                      <a:pt x="5790" y="5576"/>
                    </a:moveTo>
                    <a:cubicBezTo>
                      <a:pt x="-1676" y="-615"/>
                      <a:pt x="-1722" y="-781"/>
                      <a:pt x="4501" y="936"/>
                    </a:cubicBezTo>
                    <a:cubicBezTo>
                      <a:pt x="12209" y="3063"/>
                      <a:pt x="18782" y="8753"/>
                      <a:pt x="15719" y="10646"/>
                    </a:cubicBezTo>
                    <a:cubicBezTo>
                      <a:pt x="14517" y="11389"/>
                      <a:pt x="10049" y="9107"/>
                      <a:pt x="5790" y="5576"/>
                    </a:cubicBezTo>
                    <a:close/>
                  </a:path>
                </a:pathLst>
              </a:custGeom>
              <a:solidFill>
                <a:srgbClr val="B9B9B9"/>
              </a:solidFill>
              <a:ln w="5163" cap="flat">
                <a:noFill/>
                <a:prstDash val="solid"/>
                <a:miter/>
              </a:ln>
            </p:spPr>
            <p:txBody>
              <a:bodyPr/>
              <a:lstStyle/>
              <a:p>
                <a:endParaRPr lang="es-419" noProof="0" dirty="0"/>
              </a:p>
            </p:txBody>
          </p:sp>
          <p:sp>
            <p:nvSpPr>
              <p:cNvPr id="97" name="Forma libre: forma 96">
                <a:extLst>
                  <a:ext uri="{FF2B5EF4-FFF2-40B4-BE49-F238E27FC236}">
                    <a16:creationId xmlns:a16="http://schemas.microsoft.com/office/drawing/2014/main" id="{4065AE30-93BF-5FD5-FC67-57492E92C6FB}"/>
                  </a:ext>
                </a:extLst>
              </p:cNvPr>
              <p:cNvSpPr/>
              <p:nvPr/>
            </p:nvSpPr>
            <p:spPr>
              <a:xfrm>
                <a:off x="478303" y="1760241"/>
                <a:ext cx="17819" cy="62484"/>
              </a:xfrm>
              <a:custGeom>
                <a:avLst/>
                <a:gdLst>
                  <a:gd name="csX0" fmla="*/ 12817 w 17819"/>
                  <a:gd name="csY0" fmla="*/ 59663 h 62484"/>
                  <a:gd name="csX1" fmla="*/ 8906 w 17819"/>
                  <a:gd name="csY1" fmla="*/ 49920 h 62484"/>
                  <a:gd name="csX2" fmla="*/ 3768 w 17819"/>
                  <a:gd name="csY2" fmla="*/ 41934 h 62484"/>
                  <a:gd name="csX3" fmla="*/ 2261 w 17819"/>
                  <a:gd name="csY3" fmla="*/ 33152 h 62484"/>
                  <a:gd name="csX4" fmla="*/ 8278 w 17819"/>
                  <a:gd name="csY4" fmla="*/ 19635 h 62484"/>
                  <a:gd name="csX5" fmla="*/ 14954 w 17819"/>
                  <a:gd name="csY5" fmla="*/ 4146 h 62484"/>
                  <a:gd name="csX6" fmla="*/ 16371 w 17819"/>
                  <a:gd name="csY6" fmla="*/ 6727 h 62484"/>
                  <a:gd name="csX7" fmla="*/ 10951 w 17819"/>
                  <a:gd name="csY7" fmla="*/ 23219 h 62484"/>
                  <a:gd name="csX8" fmla="*/ 9971 w 17819"/>
                  <a:gd name="csY8" fmla="*/ 36893 h 62484"/>
                  <a:gd name="csX9" fmla="*/ 12803 w 17819"/>
                  <a:gd name="csY9" fmla="*/ 48926 h 62484"/>
                  <a:gd name="csX10" fmla="*/ 15858 w 17819"/>
                  <a:gd name="csY10" fmla="*/ 57797 h 62484"/>
                  <a:gd name="csX11" fmla="*/ 17517 w 17819"/>
                  <a:gd name="csY11" fmla="*/ 62248 h 62484"/>
                  <a:gd name="csX12" fmla="*/ 12817 w 17819"/>
                  <a:gd name="csY12" fmla="*/ 59663 h 624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7819" h="62484">
                    <a:moveTo>
                      <a:pt x="12817" y="59663"/>
                    </a:moveTo>
                    <a:cubicBezTo>
                      <a:pt x="10999" y="57473"/>
                      <a:pt x="9240" y="53089"/>
                      <a:pt x="8906" y="49920"/>
                    </a:cubicBezTo>
                    <a:cubicBezTo>
                      <a:pt x="7921" y="40559"/>
                      <a:pt x="7808" y="40384"/>
                      <a:pt x="3768" y="41934"/>
                    </a:cubicBezTo>
                    <a:cubicBezTo>
                      <a:pt x="-606" y="43612"/>
                      <a:pt x="-1257" y="39820"/>
                      <a:pt x="2261" y="33152"/>
                    </a:cubicBezTo>
                    <a:cubicBezTo>
                      <a:pt x="3561" y="30687"/>
                      <a:pt x="6269" y="24604"/>
                      <a:pt x="8278" y="19635"/>
                    </a:cubicBezTo>
                    <a:cubicBezTo>
                      <a:pt x="10287" y="14665"/>
                      <a:pt x="13291" y="7695"/>
                      <a:pt x="14954" y="4146"/>
                    </a:cubicBezTo>
                    <a:cubicBezTo>
                      <a:pt x="17758" y="-1839"/>
                      <a:pt x="17861" y="-1651"/>
                      <a:pt x="16371" y="6727"/>
                    </a:cubicBezTo>
                    <a:cubicBezTo>
                      <a:pt x="15486" y="11697"/>
                      <a:pt x="13047" y="19118"/>
                      <a:pt x="10951" y="23219"/>
                    </a:cubicBezTo>
                    <a:cubicBezTo>
                      <a:pt x="8012" y="28966"/>
                      <a:pt x="7787" y="32101"/>
                      <a:pt x="9971" y="36893"/>
                    </a:cubicBezTo>
                    <a:cubicBezTo>
                      <a:pt x="11529" y="40313"/>
                      <a:pt x="12803" y="45728"/>
                      <a:pt x="12803" y="48926"/>
                    </a:cubicBezTo>
                    <a:cubicBezTo>
                      <a:pt x="12803" y="52125"/>
                      <a:pt x="14178" y="56117"/>
                      <a:pt x="15858" y="57797"/>
                    </a:cubicBezTo>
                    <a:cubicBezTo>
                      <a:pt x="17538" y="59477"/>
                      <a:pt x="18285" y="61480"/>
                      <a:pt x="17517" y="62248"/>
                    </a:cubicBezTo>
                    <a:cubicBezTo>
                      <a:pt x="16749" y="63016"/>
                      <a:pt x="14634" y="61852"/>
                      <a:pt x="12817" y="59663"/>
                    </a:cubicBezTo>
                    <a:close/>
                  </a:path>
                </a:pathLst>
              </a:custGeom>
              <a:solidFill>
                <a:srgbClr val="B9B9B9"/>
              </a:solidFill>
              <a:ln w="5163" cap="flat">
                <a:noFill/>
                <a:prstDash val="solid"/>
                <a:miter/>
              </a:ln>
            </p:spPr>
            <p:txBody>
              <a:bodyPr/>
              <a:lstStyle/>
              <a:p>
                <a:endParaRPr lang="es-419" noProof="0" dirty="0"/>
              </a:p>
            </p:txBody>
          </p:sp>
          <p:sp>
            <p:nvSpPr>
              <p:cNvPr id="98" name="Forma libre: forma 97">
                <a:extLst>
                  <a:ext uri="{FF2B5EF4-FFF2-40B4-BE49-F238E27FC236}">
                    <a16:creationId xmlns:a16="http://schemas.microsoft.com/office/drawing/2014/main" id="{A9C4BE0B-7D83-1F8C-D486-341FE4B3E776}"/>
                  </a:ext>
                </a:extLst>
              </p:cNvPr>
              <p:cNvSpPr/>
              <p:nvPr/>
            </p:nvSpPr>
            <p:spPr>
              <a:xfrm>
                <a:off x="610272" y="1785879"/>
                <a:ext cx="19431" cy="24201"/>
              </a:xfrm>
              <a:custGeom>
                <a:avLst/>
                <a:gdLst>
                  <a:gd name="csX0" fmla="*/ 12977 w 19431"/>
                  <a:gd name="csY0" fmla="*/ 20895 h 24201"/>
                  <a:gd name="csX1" fmla="*/ 7325 w 19431"/>
                  <a:gd name="csY1" fmla="*/ 14059 h 24201"/>
                  <a:gd name="csX2" fmla="*/ 3038 w 19431"/>
                  <a:gd name="csY2" fmla="*/ 6445 h 24201"/>
                  <a:gd name="csX3" fmla="*/ 7745 w 19431"/>
                  <a:gd name="csY3" fmla="*/ 1409 h 24201"/>
                  <a:gd name="csX4" fmla="*/ 17054 w 19431"/>
                  <a:gd name="csY4" fmla="*/ 13612 h 24201"/>
                  <a:gd name="csX5" fmla="*/ 19347 w 19431"/>
                  <a:gd name="csY5" fmla="*/ 24137 h 24201"/>
                  <a:gd name="csX6" fmla="*/ 12977 w 19431"/>
                  <a:gd name="csY6" fmla="*/ 20895 h 24201"/>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9431" h="24201">
                    <a:moveTo>
                      <a:pt x="12977" y="20895"/>
                    </a:moveTo>
                    <a:cubicBezTo>
                      <a:pt x="9869" y="18718"/>
                      <a:pt x="7325" y="15642"/>
                      <a:pt x="7325" y="14059"/>
                    </a:cubicBezTo>
                    <a:cubicBezTo>
                      <a:pt x="7325" y="12477"/>
                      <a:pt x="5396" y="9050"/>
                      <a:pt x="3038" y="6445"/>
                    </a:cubicBezTo>
                    <a:cubicBezTo>
                      <a:pt x="-2384" y="453"/>
                      <a:pt x="-388" y="-1683"/>
                      <a:pt x="7745" y="1409"/>
                    </a:cubicBezTo>
                    <a:cubicBezTo>
                      <a:pt x="11871" y="2978"/>
                      <a:pt x="15083" y="7189"/>
                      <a:pt x="17054" y="13612"/>
                    </a:cubicBezTo>
                    <a:cubicBezTo>
                      <a:pt x="18710" y="19007"/>
                      <a:pt x="19742" y="23743"/>
                      <a:pt x="19347" y="24137"/>
                    </a:cubicBezTo>
                    <a:cubicBezTo>
                      <a:pt x="18953" y="24532"/>
                      <a:pt x="16086" y="23073"/>
                      <a:pt x="12977" y="20895"/>
                    </a:cubicBezTo>
                    <a:close/>
                  </a:path>
                </a:pathLst>
              </a:custGeom>
              <a:solidFill>
                <a:srgbClr val="B9B9B9"/>
              </a:solidFill>
              <a:ln w="5163" cap="flat">
                <a:noFill/>
                <a:prstDash val="solid"/>
                <a:miter/>
              </a:ln>
            </p:spPr>
            <p:txBody>
              <a:bodyPr/>
              <a:lstStyle/>
              <a:p>
                <a:endParaRPr lang="es-419" noProof="0" dirty="0"/>
              </a:p>
            </p:txBody>
          </p:sp>
          <p:sp>
            <p:nvSpPr>
              <p:cNvPr id="99" name="Forma libre: forma 98">
                <a:extLst>
                  <a:ext uri="{FF2B5EF4-FFF2-40B4-BE49-F238E27FC236}">
                    <a16:creationId xmlns:a16="http://schemas.microsoft.com/office/drawing/2014/main" id="{FAEBC309-CB43-CEE3-11F5-8C198430EC7D}"/>
                  </a:ext>
                </a:extLst>
              </p:cNvPr>
              <p:cNvSpPr/>
              <p:nvPr/>
            </p:nvSpPr>
            <p:spPr>
              <a:xfrm>
                <a:off x="615016" y="1765374"/>
                <a:ext cx="5162" cy="6756"/>
              </a:xfrm>
              <a:custGeom>
                <a:avLst/>
                <a:gdLst>
                  <a:gd name="csX0" fmla="*/ 0 w 5162"/>
                  <a:gd name="csY0" fmla="*/ 4328 h 6756"/>
                  <a:gd name="csX1" fmla="*/ 2581 w 5162"/>
                  <a:gd name="csY1" fmla="*/ 303 h 6756"/>
                  <a:gd name="csX2" fmla="*/ 5163 w 5162"/>
                  <a:gd name="csY2" fmla="*/ 2732 h 6756"/>
                  <a:gd name="csX3" fmla="*/ 2581 w 5162"/>
                  <a:gd name="csY3" fmla="*/ 6757 h 6756"/>
                  <a:gd name="csX4" fmla="*/ 0 w 5162"/>
                  <a:gd name="csY4" fmla="*/ 4328 h 6756"/>
                </a:gdLst>
                <a:ahLst/>
                <a:cxnLst>
                  <a:cxn ang="0">
                    <a:pos x="csX0" y="csY0"/>
                  </a:cxn>
                  <a:cxn ang="0">
                    <a:pos x="csX1" y="csY1"/>
                  </a:cxn>
                  <a:cxn ang="0">
                    <a:pos x="csX2" y="csY2"/>
                  </a:cxn>
                  <a:cxn ang="0">
                    <a:pos x="csX3" y="csY3"/>
                  </a:cxn>
                  <a:cxn ang="0">
                    <a:pos x="csX4" y="csY4"/>
                  </a:cxn>
                </a:cxnLst>
                <a:rect l="l" t="t" r="r" b="b"/>
                <a:pathLst>
                  <a:path w="5162" h="6756">
                    <a:moveTo>
                      <a:pt x="0" y="4328"/>
                    </a:moveTo>
                    <a:cubicBezTo>
                      <a:pt x="0" y="2992"/>
                      <a:pt x="1162" y="1181"/>
                      <a:pt x="2581" y="303"/>
                    </a:cubicBezTo>
                    <a:cubicBezTo>
                      <a:pt x="4001" y="-574"/>
                      <a:pt x="5163" y="519"/>
                      <a:pt x="5163" y="2732"/>
                    </a:cubicBezTo>
                    <a:cubicBezTo>
                      <a:pt x="5163" y="4946"/>
                      <a:pt x="4001" y="6757"/>
                      <a:pt x="2581" y="6757"/>
                    </a:cubicBezTo>
                    <a:cubicBezTo>
                      <a:pt x="1162" y="6757"/>
                      <a:pt x="0" y="5664"/>
                      <a:pt x="0" y="4328"/>
                    </a:cubicBezTo>
                    <a:close/>
                  </a:path>
                </a:pathLst>
              </a:custGeom>
              <a:solidFill>
                <a:srgbClr val="B9B9B9"/>
              </a:solidFill>
              <a:ln w="5163" cap="flat">
                <a:noFill/>
                <a:prstDash val="solid"/>
                <a:miter/>
              </a:ln>
            </p:spPr>
            <p:txBody>
              <a:bodyPr/>
              <a:lstStyle/>
              <a:p>
                <a:endParaRPr lang="es-419" noProof="0" dirty="0"/>
              </a:p>
            </p:txBody>
          </p:sp>
          <p:sp>
            <p:nvSpPr>
              <p:cNvPr id="100" name="Forma libre: forma 99">
                <a:extLst>
                  <a:ext uri="{FF2B5EF4-FFF2-40B4-BE49-F238E27FC236}">
                    <a16:creationId xmlns:a16="http://schemas.microsoft.com/office/drawing/2014/main" id="{4F9AE401-2295-9ED9-CA8D-DFB2941BF20A}"/>
                  </a:ext>
                </a:extLst>
              </p:cNvPr>
              <p:cNvSpPr/>
              <p:nvPr/>
            </p:nvSpPr>
            <p:spPr>
              <a:xfrm>
                <a:off x="496444" y="1737058"/>
                <a:ext cx="4812" cy="15975"/>
              </a:xfrm>
              <a:custGeom>
                <a:avLst/>
                <a:gdLst>
                  <a:gd name="csX0" fmla="*/ 6 w 4812"/>
                  <a:gd name="csY0" fmla="*/ 12637 h 15975"/>
                  <a:gd name="csX1" fmla="*/ 2406 w 4812"/>
                  <a:gd name="csY1" fmla="*/ 2804 h 15975"/>
                  <a:gd name="csX2" fmla="*/ 4806 w 4812"/>
                  <a:gd name="csY2" fmla="*/ 5879 h 15975"/>
                  <a:gd name="csX3" fmla="*/ 2406 w 4812"/>
                  <a:gd name="csY3" fmla="*/ 15712 h 15975"/>
                  <a:gd name="csX4" fmla="*/ 6 w 4812"/>
                  <a:gd name="csY4" fmla="*/ 12637 h 15975"/>
                </a:gdLst>
                <a:ahLst/>
                <a:cxnLst>
                  <a:cxn ang="0">
                    <a:pos x="csX0" y="csY0"/>
                  </a:cxn>
                  <a:cxn ang="0">
                    <a:pos x="csX1" y="csY1"/>
                  </a:cxn>
                  <a:cxn ang="0">
                    <a:pos x="csX2" y="csY2"/>
                  </a:cxn>
                  <a:cxn ang="0">
                    <a:pos x="csX3" y="csY3"/>
                  </a:cxn>
                  <a:cxn ang="0">
                    <a:pos x="csX4" y="csY4"/>
                  </a:cxn>
                </a:cxnLst>
                <a:rect l="l" t="t" r="r" b="b"/>
                <a:pathLst>
                  <a:path w="4812" h="15975">
                    <a:moveTo>
                      <a:pt x="6" y="12637"/>
                    </a:moveTo>
                    <a:cubicBezTo>
                      <a:pt x="106" y="10069"/>
                      <a:pt x="1186" y="5644"/>
                      <a:pt x="2406" y="2804"/>
                    </a:cubicBezTo>
                    <a:cubicBezTo>
                      <a:pt x="4277" y="-1548"/>
                      <a:pt x="4653" y="-1065"/>
                      <a:pt x="4806" y="5879"/>
                    </a:cubicBezTo>
                    <a:cubicBezTo>
                      <a:pt x="4906" y="10409"/>
                      <a:pt x="3826" y="14834"/>
                      <a:pt x="2406" y="15712"/>
                    </a:cubicBezTo>
                    <a:cubicBezTo>
                      <a:pt x="987" y="16589"/>
                      <a:pt x="-93" y="15206"/>
                      <a:pt x="6" y="12637"/>
                    </a:cubicBezTo>
                    <a:close/>
                  </a:path>
                </a:pathLst>
              </a:custGeom>
              <a:solidFill>
                <a:srgbClr val="B9B9B9"/>
              </a:solidFill>
              <a:ln w="5163" cap="flat">
                <a:noFill/>
                <a:prstDash val="solid"/>
                <a:miter/>
              </a:ln>
            </p:spPr>
            <p:txBody>
              <a:bodyPr/>
              <a:lstStyle/>
              <a:p>
                <a:endParaRPr lang="es-419" noProof="0" dirty="0"/>
              </a:p>
            </p:txBody>
          </p:sp>
          <p:sp>
            <p:nvSpPr>
              <p:cNvPr id="101" name="Forma libre: forma 100">
                <a:extLst>
                  <a:ext uri="{FF2B5EF4-FFF2-40B4-BE49-F238E27FC236}">
                    <a16:creationId xmlns:a16="http://schemas.microsoft.com/office/drawing/2014/main" id="{C928819F-DC29-A3BF-9429-C1E1A0B7F911}"/>
                  </a:ext>
                </a:extLst>
              </p:cNvPr>
              <p:cNvSpPr/>
              <p:nvPr/>
            </p:nvSpPr>
            <p:spPr>
              <a:xfrm>
                <a:off x="610293" y="1727161"/>
                <a:ext cx="5615" cy="11379"/>
              </a:xfrm>
              <a:custGeom>
                <a:avLst/>
                <a:gdLst>
                  <a:gd name="csX0" fmla="*/ 427 w 5615"/>
                  <a:gd name="csY0" fmla="*/ 7365 h 11379"/>
                  <a:gd name="csX1" fmla="*/ 1464 w 5615"/>
                  <a:gd name="csY1" fmla="*/ 731 h 11379"/>
                  <a:gd name="csX2" fmla="*/ 5321 w 5615"/>
                  <a:gd name="csY2" fmla="*/ 4777 h 11379"/>
                  <a:gd name="csX3" fmla="*/ 427 w 5615"/>
                  <a:gd name="csY3" fmla="*/ 7365 h 11379"/>
                </a:gdLst>
                <a:ahLst/>
                <a:cxnLst>
                  <a:cxn ang="0">
                    <a:pos x="csX0" y="csY0"/>
                  </a:cxn>
                  <a:cxn ang="0">
                    <a:pos x="csX1" y="csY1"/>
                  </a:cxn>
                  <a:cxn ang="0">
                    <a:pos x="csX2" y="csY2"/>
                  </a:cxn>
                  <a:cxn ang="0">
                    <a:pos x="csX3" y="csY3"/>
                  </a:cxn>
                </a:cxnLst>
                <a:rect l="l" t="t" r="r" b="b"/>
                <a:pathLst>
                  <a:path w="5615" h="11379">
                    <a:moveTo>
                      <a:pt x="427" y="7365"/>
                    </a:moveTo>
                    <a:cubicBezTo>
                      <a:pt x="-426" y="5140"/>
                      <a:pt x="40" y="2155"/>
                      <a:pt x="1464" y="731"/>
                    </a:cubicBezTo>
                    <a:cubicBezTo>
                      <a:pt x="3194" y="-1000"/>
                      <a:pt x="4473" y="341"/>
                      <a:pt x="5321" y="4777"/>
                    </a:cubicBezTo>
                    <a:cubicBezTo>
                      <a:pt x="6696" y="11973"/>
                      <a:pt x="2955" y="13952"/>
                      <a:pt x="427" y="7365"/>
                    </a:cubicBezTo>
                    <a:close/>
                  </a:path>
                </a:pathLst>
              </a:custGeom>
              <a:solidFill>
                <a:srgbClr val="B9B9B9"/>
              </a:solidFill>
              <a:ln w="5163" cap="flat">
                <a:noFill/>
                <a:prstDash val="solid"/>
                <a:miter/>
              </a:ln>
            </p:spPr>
            <p:txBody>
              <a:bodyPr/>
              <a:lstStyle/>
              <a:p>
                <a:endParaRPr lang="es-419" noProof="0" dirty="0"/>
              </a:p>
            </p:txBody>
          </p:sp>
          <p:sp>
            <p:nvSpPr>
              <p:cNvPr id="102" name="Forma libre: forma 101">
                <a:extLst>
                  <a:ext uri="{FF2B5EF4-FFF2-40B4-BE49-F238E27FC236}">
                    <a16:creationId xmlns:a16="http://schemas.microsoft.com/office/drawing/2014/main" id="{3933B8D5-62A4-AFAA-1D8E-0FCC70AFEAD8}"/>
                  </a:ext>
                </a:extLst>
              </p:cNvPr>
              <p:cNvSpPr/>
              <p:nvPr/>
            </p:nvSpPr>
            <p:spPr>
              <a:xfrm>
                <a:off x="589201" y="1723083"/>
                <a:ext cx="5162" cy="7744"/>
              </a:xfrm>
              <a:custGeom>
                <a:avLst/>
                <a:gdLst>
                  <a:gd name="csX0" fmla="*/ 0 w 5162"/>
                  <a:gd name="csY0" fmla="*/ 3872 h 7744"/>
                  <a:gd name="csX1" fmla="*/ 2581 w 5162"/>
                  <a:gd name="csY1" fmla="*/ 0 h 7744"/>
                  <a:gd name="csX2" fmla="*/ 5163 w 5162"/>
                  <a:gd name="csY2" fmla="*/ 3872 h 7744"/>
                  <a:gd name="csX3" fmla="*/ 2581 w 5162"/>
                  <a:gd name="csY3" fmla="*/ 7744 h 7744"/>
                  <a:gd name="csX4" fmla="*/ 0 w 5162"/>
                  <a:gd name="csY4" fmla="*/ 3872 h 7744"/>
                </a:gdLst>
                <a:ahLst/>
                <a:cxnLst>
                  <a:cxn ang="0">
                    <a:pos x="csX0" y="csY0"/>
                  </a:cxn>
                  <a:cxn ang="0">
                    <a:pos x="csX1" y="csY1"/>
                  </a:cxn>
                  <a:cxn ang="0">
                    <a:pos x="csX2" y="csY2"/>
                  </a:cxn>
                  <a:cxn ang="0">
                    <a:pos x="csX3" y="csY3"/>
                  </a:cxn>
                  <a:cxn ang="0">
                    <a:pos x="csX4" y="csY4"/>
                  </a:cxn>
                </a:cxnLst>
                <a:rect l="l" t="t" r="r" b="b"/>
                <a:pathLst>
                  <a:path w="5162" h="7744">
                    <a:moveTo>
                      <a:pt x="0" y="3872"/>
                    </a:moveTo>
                    <a:cubicBezTo>
                      <a:pt x="0" y="1742"/>
                      <a:pt x="1162" y="0"/>
                      <a:pt x="2581" y="0"/>
                    </a:cubicBezTo>
                    <a:cubicBezTo>
                      <a:pt x="4001" y="0"/>
                      <a:pt x="5163" y="1742"/>
                      <a:pt x="5163" y="3872"/>
                    </a:cubicBezTo>
                    <a:cubicBezTo>
                      <a:pt x="5163" y="6002"/>
                      <a:pt x="4001" y="7744"/>
                      <a:pt x="2581" y="7744"/>
                    </a:cubicBezTo>
                    <a:cubicBezTo>
                      <a:pt x="1162" y="7744"/>
                      <a:pt x="0" y="6002"/>
                      <a:pt x="0" y="3872"/>
                    </a:cubicBezTo>
                    <a:close/>
                  </a:path>
                </a:pathLst>
              </a:custGeom>
              <a:solidFill>
                <a:srgbClr val="B9B9B9"/>
              </a:solidFill>
              <a:ln w="5163" cap="flat">
                <a:noFill/>
                <a:prstDash val="solid"/>
                <a:miter/>
              </a:ln>
            </p:spPr>
            <p:txBody>
              <a:bodyPr/>
              <a:lstStyle/>
              <a:p>
                <a:endParaRPr lang="es-419" noProof="0" dirty="0"/>
              </a:p>
            </p:txBody>
          </p:sp>
          <p:sp>
            <p:nvSpPr>
              <p:cNvPr id="103" name="Forma libre: forma 102">
                <a:extLst>
                  <a:ext uri="{FF2B5EF4-FFF2-40B4-BE49-F238E27FC236}">
                    <a16:creationId xmlns:a16="http://schemas.microsoft.com/office/drawing/2014/main" id="{816FEF2C-82BE-2EB5-E916-01C4D4094FBE}"/>
                  </a:ext>
                </a:extLst>
              </p:cNvPr>
              <p:cNvSpPr/>
              <p:nvPr/>
            </p:nvSpPr>
            <p:spPr>
              <a:xfrm>
                <a:off x="576294" y="1689525"/>
                <a:ext cx="15348" cy="20423"/>
              </a:xfrm>
              <a:custGeom>
                <a:avLst/>
                <a:gdLst>
                  <a:gd name="csX0" fmla="*/ 0 w 15348"/>
                  <a:gd name="csY0" fmla="*/ 17942 h 20423"/>
                  <a:gd name="csX1" fmla="*/ 11683 w 15348"/>
                  <a:gd name="csY1" fmla="*/ 0 h 20423"/>
                  <a:gd name="csX2" fmla="*/ 8918 w 15348"/>
                  <a:gd name="csY2" fmla="*/ 14081 h 20423"/>
                  <a:gd name="csX3" fmla="*/ 0 w 15348"/>
                  <a:gd name="csY3" fmla="*/ 17942 h 20423"/>
                </a:gdLst>
                <a:ahLst/>
                <a:cxnLst>
                  <a:cxn ang="0">
                    <a:pos x="csX0" y="csY0"/>
                  </a:cxn>
                  <a:cxn ang="0">
                    <a:pos x="csX1" y="csY1"/>
                  </a:cxn>
                  <a:cxn ang="0">
                    <a:pos x="csX2" y="csY2"/>
                  </a:cxn>
                  <a:cxn ang="0">
                    <a:pos x="csX3" y="csY3"/>
                  </a:cxn>
                </a:cxnLst>
                <a:rect l="l" t="t" r="r" b="b"/>
                <a:pathLst>
                  <a:path w="15348" h="20423">
                    <a:moveTo>
                      <a:pt x="0" y="17942"/>
                    </a:moveTo>
                    <a:cubicBezTo>
                      <a:pt x="0" y="12328"/>
                      <a:pt x="8027" y="0"/>
                      <a:pt x="11683" y="0"/>
                    </a:cubicBezTo>
                    <a:cubicBezTo>
                      <a:pt x="17539" y="0"/>
                      <a:pt x="16205" y="6793"/>
                      <a:pt x="8918" y="14081"/>
                    </a:cubicBezTo>
                    <a:cubicBezTo>
                      <a:pt x="1711" y="21287"/>
                      <a:pt x="0" y="22028"/>
                      <a:pt x="0" y="17942"/>
                    </a:cubicBezTo>
                    <a:close/>
                  </a:path>
                </a:pathLst>
              </a:custGeom>
              <a:solidFill>
                <a:srgbClr val="B9B9B9"/>
              </a:solidFill>
              <a:ln w="5163" cap="flat">
                <a:noFill/>
                <a:prstDash val="solid"/>
                <a:miter/>
              </a:ln>
            </p:spPr>
            <p:txBody>
              <a:bodyPr/>
              <a:lstStyle/>
              <a:p>
                <a:endParaRPr lang="es-419" noProof="0" dirty="0"/>
              </a:p>
            </p:txBody>
          </p:sp>
        </p:grpSp>
        <p:sp>
          <p:nvSpPr>
            <p:cNvPr id="104" name="Forma libre: forma 103">
              <a:extLst>
                <a:ext uri="{FF2B5EF4-FFF2-40B4-BE49-F238E27FC236}">
                  <a16:creationId xmlns:a16="http://schemas.microsoft.com/office/drawing/2014/main" id="{003C153C-12C4-DF78-DB4C-A5BDDE9903D3}"/>
                </a:ext>
              </a:extLst>
            </p:cNvPr>
            <p:cNvSpPr/>
            <p:nvPr/>
          </p:nvSpPr>
          <p:spPr>
            <a:xfrm>
              <a:off x="516921" y="1569184"/>
              <a:ext cx="5162" cy="6756"/>
            </a:xfrm>
            <a:custGeom>
              <a:avLst/>
              <a:gdLst>
                <a:gd name="csX0" fmla="*/ 0 w 5162"/>
                <a:gd name="csY0" fmla="*/ 2732 h 6756"/>
                <a:gd name="csX1" fmla="*/ 2581 w 5162"/>
                <a:gd name="csY1" fmla="*/ 303 h 6756"/>
                <a:gd name="csX2" fmla="*/ 5163 w 5162"/>
                <a:gd name="csY2" fmla="*/ 4328 h 6756"/>
                <a:gd name="csX3" fmla="*/ 2581 w 5162"/>
                <a:gd name="csY3" fmla="*/ 6757 h 6756"/>
                <a:gd name="csX4" fmla="*/ 0 w 5162"/>
                <a:gd name="csY4" fmla="*/ 2732 h 6756"/>
              </a:gdLst>
              <a:ahLst/>
              <a:cxnLst>
                <a:cxn ang="0">
                  <a:pos x="csX0" y="csY0"/>
                </a:cxn>
                <a:cxn ang="0">
                  <a:pos x="csX1" y="csY1"/>
                </a:cxn>
                <a:cxn ang="0">
                  <a:pos x="csX2" y="csY2"/>
                </a:cxn>
                <a:cxn ang="0">
                  <a:pos x="csX3" y="csY3"/>
                </a:cxn>
                <a:cxn ang="0">
                  <a:pos x="csX4" y="csY4"/>
                </a:cxn>
              </a:cxnLst>
              <a:rect l="l" t="t" r="r" b="b"/>
              <a:pathLst>
                <a:path w="5162" h="6756">
                  <a:moveTo>
                    <a:pt x="0" y="2732"/>
                  </a:moveTo>
                  <a:cubicBezTo>
                    <a:pt x="0" y="519"/>
                    <a:pt x="1162" y="-574"/>
                    <a:pt x="2581" y="303"/>
                  </a:cubicBezTo>
                  <a:cubicBezTo>
                    <a:pt x="4001" y="1181"/>
                    <a:pt x="5163" y="2992"/>
                    <a:pt x="5163" y="4328"/>
                  </a:cubicBezTo>
                  <a:cubicBezTo>
                    <a:pt x="5163" y="5664"/>
                    <a:pt x="4001" y="6757"/>
                    <a:pt x="2581" y="6757"/>
                  </a:cubicBezTo>
                  <a:cubicBezTo>
                    <a:pt x="1162" y="6757"/>
                    <a:pt x="0" y="4946"/>
                    <a:pt x="0" y="2732"/>
                  </a:cubicBezTo>
                  <a:close/>
                </a:path>
              </a:pathLst>
            </a:custGeom>
            <a:solidFill>
              <a:srgbClr val="B9B9B9"/>
            </a:solidFill>
            <a:ln w="5163" cap="flat">
              <a:noFill/>
              <a:prstDash val="solid"/>
              <a:miter/>
            </a:ln>
          </p:spPr>
          <p:txBody>
            <a:bodyPr/>
            <a:lstStyle/>
            <a:p>
              <a:endParaRPr lang="es-419" noProof="0" dirty="0"/>
            </a:p>
          </p:txBody>
        </p:sp>
      </p:grpSp>
      <p:sp>
        <p:nvSpPr>
          <p:cNvPr id="105" name="Forma libre: forma 104">
            <a:extLst>
              <a:ext uri="{FF2B5EF4-FFF2-40B4-BE49-F238E27FC236}">
                <a16:creationId xmlns:a16="http://schemas.microsoft.com/office/drawing/2014/main" id="{7E112F4E-3A32-D75B-61B8-C2ABF595F2F2}"/>
              </a:ext>
            </a:extLst>
          </p:cNvPr>
          <p:cNvSpPr/>
          <p:nvPr/>
        </p:nvSpPr>
        <p:spPr>
          <a:xfrm>
            <a:off x="466238" y="1431499"/>
            <a:ext cx="11558" cy="7543"/>
          </a:xfrm>
          <a:custGeom>
            <a:avLst/>
            <a:gdLst>
              <a:gd name="csX0" fmla="*/ 1635 w 11558"/>
              <a:gd name="csY0" fmla="*/ 3752 h 7543"/>
              <a:gd name="csX1" fmla="*/ 8241 w 11558"/>
              <a:gd name="csY1" fmla="*/ 3670 h 7543"/>
              <a:gd name="csX2" fmla="*/ 9050 w 11558"/>
              <a:gd name="csY2" fmla="*/ 7542 h 7543"/>
              <a:gd name="csX3" fmla="*/ 1635 w 11558"/>
              <a:gd name="csY3" fmla="*/ 3752 h 7543"/>
            </a:gdLst>
            <a:ahLst/>
            <a:cxnLst>
              <a:cxn ang="0">
                <a:pos x="csX0" y="csY0"/>
              </a:cxn>
              <a:cxn ang="0">
                <a:pos x="csX1" y="csY1"/>
              </a:cxn>
              <a:cxn ang="0">
                <a:pos x="csX2" y="csY2"/>
              </a:cxn>
              <a:cxn ang="0">
                <a:pos x="csX3" y="csY3"/>
              </a:cxn>
            </a:cxnLst>
            <a:rect l="l" t="t" r="r" b="b"/>
            <a:pathLst>
              <a:path w="11558" h="7543">
                <a:moveTo>
                  <a:pt x="1635" y="3752"/>
                </a:moveTo>
                <a:cubicBezTo>
                  <a:pt x="-2484" y="-1211"/>
                  <a:pt x="1718" y="-1263"/>
                  <a:pt x="8241" y="3670"/>
                </a:cubicBezTo>
                <a:cubicBezTo>
                  <a:pt x="12450" y="6854"/>
                  <a:pt x="12580" y="7473"/>
                  <a:pt x="9050" y="7542"/>
                </a:cubicBezTo>
                <a:cubicBezTo>
                  <a:pt x="6739" y="7587"/>
                  <a:pt x="3403" y="5882"/>
                  <a:pt x="1635" y="3752"/>
                </a:cubicBezTo>
                <a:close/>
              </a:path>
            </a:pathLst>
          </a:custGeom>
          <a:solidFill>
            <a:srgbClr val="B9B9B9"/>
          </a:solidFill>
          <a:ln w="5163" cap="flat">
            <a:noFill/>
            <a:prstDash val="solid"/>
            <a:miter/>
          </a:ln>
        </p:spPr>
        <p:txBody>
          <a:bodyPr/>
          <a:lstStyle/>
          <a:p>
            <a:endParaRPr lang="es-419" noProof="0" dirty="0"/>
          </a:p>
        </p:txBody>
      </p:sp>
      <p:grpSp>
        <p:nvGrpSpPr>
          <p:cNvPr id="106" name="Gráfico 39">
            <a:extLst>
              <a:ext uri="{FF2B5EF4-FFF2-40B4-BE49-F238E27FC236}">
                <a16:creationId xmlns:a16="http://schemas.microsoft.com/office/drawing/2014/main" id="{1E049F29-E319-77F7-36EA-417705E0AA84}"/>
              </a:ext>
            </a:extLst>
          </p:cNvPr>
          <p:cNvGrpSpPr/>
          <p:nvPr/>
        </p:nvGrpSpPr>
        <p:grpSpPr>
          <a:xfrm>
            <a:off x="73152" y="1028824"/>
            <a:ext cx="399884" cy="461679"/>
            <a:chOff x="73152" y="1028824"/>
            <a:chExt cx="399884" cy="461679"/>
          </a:xfrm>
          <a:solidFill>
            <a:srgbClr val="B9B9B9"/>
          </a:solidFill>
        </p:grpSpPr>
        <p:sp>
          <p:nvSpPr>
            <p:cNvPr id="107" name="Forma libre: forma 106">
              <a:extLst>
                <a:ext uri="{FF2B5EF4-FFF2-40B4-BE49-F238E27FC236}">
                  <a16:creationId xmlns:a16="http://schemas.microsoft.com/office/drawing/2014/main" id="{CE21099C-F760-F0C5-BCFD-991CB95D6EB7}"/>
                </a:ext>
              </a:extLst>
            </p:cNvPr>
            <p:cNvSpPr/>
            <p:nvPr/>
          </p:nvSpPr>
          <p:spPr>
            <a:xfrm>
              <a:off x="176169" y="1028824"/>
              <a:ext cx="296866" cy="461679"/>
            </a:xfrm>
            <a:custGeom>
              <a:avLst/>
              <a:gdLst>
                <a:gd name="csX0" fmla="*/ 234204 w 296866"/>
                <a:gd name="csY0" fmla="*/ 456793 h 461679"/>
                <a:gd name="csX1" fmla="*/ 189641 w 296866"/>
                <a:gd name="csY1" fmla="*/ 451076 h 461679"/>
                <a:gd name="csX2" fmla="*/ 192285 w 296866"/>
                <a:gd name="csY2" fmla="*/ 440463 h 461679"/>
                <a:gd name="csX3" fmla="*/ 192319 w 296866"/>
                <a:gd name="csY3" fmla="*/ 432599 h 461679"/>
                <a:gd name="csX4" fmla="*/ 190826 w 296866"/>
                <a:gd name="csY4" fmla="*/ 424368 h 461679"/>
                <a:gd name="csX5" fmla="*/ 194908 w 296866"/>
                <a:gd name="csY5" fmla="*/ 412652 h 461679"/>
                <a:gd name="csX6" fmla="*/ 188729 w 296866"/>
                <a:gd name="csY6" fmla="*/ 395950 h 461679"/>
                <a:gd name="csX7" fmla="*/ 175616 w 296866"/>
                <a:gd name="csY7" fmla="*/ 376348 h 461679"/>
                <a:gd name="csX8" fmla="*/ 165432 w 296866"/>
                <a:gd name="csY8" fmla="*/ 362612 h 461679"/>
                <a:gd name="csX9" fmla="*/ 157619 w 296866"/>
                <a:gd name="csY9" fmla="*/ 354047 h 461679"/>
                <a:gd name="csX10" fmla="*/ 123850 w 296866"/>
                <a:gd name="csY10" fmla="*/ 312204 h 461679"/>
                <a:gd name="csX11" fmla="*/ 110408 w 296866"/>
                <a:gd name="csY11" fmla="*/ 302524 h 461679"/>
                <a:gd name="csX12" fmla="*/ 90624 w 296866"/>
                <a:gd name="csY12" fmla="*/ 283830 h 461679"/>
                <a:gd name="csX13" fmla="*/ 80025 w 296866"/>
                <a:gd name="csY13" fmla="*/ 265391 h 461679"/>
                <a:gd name="csX14" fmla="*/ 76089 w 296866"/>
                <a:gd name="csY14" fmla="*/ 254455 h 461679"/>
                <a:gd name="csX15" fmla="*/ 73345 w 296866"/>
                <a:gd name="csY15" fmla="*/ 247079 h 461679"/>
                <a:gd name="csX16" fmla="*/ 72109 w 296866"/>
                <a:gd name="csY16" fmla="*/ 214519 h 461679"/>
                <a:gd name="csX17" fmla="*/ 68319 w 296866"/>
                <a:gd name="csY17" fmla="*/ 206510 h 461679"/>
                <a:gd name="csX18" fmla="*/ 67160 w 296866"/>
                <a:gd name="csY18" fmla="*/ 202519 h 461679"/>
                <a:gd name="csX19" fmla="*/ 64536 w 296866"/>
                <a:gd name="csY19" fmla="*/ 206365 h 461679"/>
                <a:gd name="csX20" fmla="*/ 61955 w 296866"/>
                <a:gd name="csY20" fmla="*/ 210237 h 461679"/>
                <a:gd name="csX21" fmla="*/ 59373 w 296866"/>
                <a:gd name="csY21" fmla="*/ 190811 h 461679"/>
                <a:gd name="csX22" fmla="*/ 48569 w 296866"/>
                <a:gd name="csY22" fmla="*/ 154736 h 461679"/>
                <a:gd name="csX23" fmla="*/ 46466 w 296866"/>
                <a:gd name="csY23" fmla="*/ 141789 h 461679"/>
                <a:gd name="csX24" fmla="*/ 38475 w 296866"/>
                <a:gd name="csY24" fmla="*/ 114684 h 461679"/>
                <a:gd name="csX25" fmla="*/ 28150 w 296866"/>
                <a:gd name="csY25" fmla="*/ 99082 h 461679"/>
                <a:gd name="csX26" fmla="*/ 25815 w 296866"/>
                <a:gd name="csY26" fmla="*/ 89273 h 461679"/>
                <a:gd name="csX27" fmla="*/ 22760 w 296866"/>
                <a:gd name="csY27" fmla="*/ 77852 h 461679"/>
                <a:gd name="csX28" fmla="*/ 21512 w 296866"/>
                <a:gd name="csY28" fmla="*/ 72990 h 461679"/>
                <a:gd name="csX29" fmla="*/ 26374 w 296866"/>
                <a:gd name="csY29" fmla="*/ 74238 h 461679"/>
                <a:gd name="csX30" fmla="*/ 33559 w 296866"/>
                <a:gd name="csY30" fmla="*/ 72129 h 461679"/>
                <a:gd name="csX31" fmla="*/ 29687 w 296866"/>
                <a:gd name="csY31" fmla="*/ 66967 h 461679"/>
                <a:gd name="csX32" fmla="*/ 25815 w 296866"/>
                <a:gd name="csY32" fmla="*/ 64277 h 461679"/>
                <a:gd name="csX33" fmla="*/ 20828 w 296866"/>
                <a:gd name="csY33" fmla="*/ 56236 h 461679"/>
                <a:gd name="csX34" fmla="*/ 14159 w 296866"/>
                <a:gd name="csY34" fmla="*/ 40210 h 461679"/>
                <a:gd name="csX35" fmla="*/ 6238 w 296866"/>
                <a:gd name="csY35" fmla="*/ 17321 h 461679"/>
                <a:gd name="csX36" fmla="*/ 0 w 296866"/>
                <a:gd name="csY36" fmla="*/ 2478 h 461679"/>
                <a:gd name="csX37" fmla="*/ 99386 w 296866"/>
                <a:gd name="csY37" fmla="*/ 3758 h 461679"/>
                <a:gd name="csX38" fmla="*/ 191027 w 296866"/>
                <a:gd name="csY38" fmla="*/ 12449 h 461679"/>
                <a:gd name="csX39" fmla="*/ 178059 w 296866"/>
                <a:gd name="csY39" fmla="*/ 27807 h 461679"/>
                <a:gd name="csX40" fmla="*/ 167369 w 296866"/>
                <a:gd name="csY40" fmla="*/ 45725 h 461679"/>
                <a:gd name="csX41" fmla="*/ 163079 w 296866"/>
                <a:gd name="csY41" fmla="*/ 80524 h 461679"/>
                <a:gd name="csX42" fmla="*/ 162631 w 296866"/>
                <a:gd name="csY42" fmla="*/ 83796 h 461679"/>
                <a:gd name="csX43" fmla="*/ 171021 w 296866"/>
                <a:gd name="csY43" fmla="*/ 93315 h 461679"/>
                <a:gd name="csX44" fmla="*/ 173406 w 296866"/>
                <a:gd name="csY44" fmla="*/ 109690 h 461679"/>
                <a:gd name="csX45" fmla="*/ 164850 w 296866"/>
                <a:gd name="csY45" fmla="*/ 145701 h 461679"/>
                <a:gd name="csX46" fmla="*/ 169084 w 296866"/>
                <a:gd name="csY46" fmla="*/ 169291 h 461679"/>
                <a:gd name="csX47" fmla="*/ 171477 w 296866"/>
                <a:gd name="csY47" fmla="*/ 213103 h 461679"/>
                <a:gd name="csX48" fmla="*/ 174210 w 296866"/>
                <a:gd name="csY48" fmla="*/ 257046 h 461679"/>
                <a:gd name="csX49" fmla="*/ 178120 w 296866"/>
                <a:gd name="csY49" fmla="*/ 261958 h 461679"/>
                <a:gd name="csX50" fmla="*/ 182243 w 296866"/>
                <a:gd name="csY50" fmla="*/ 269492 h 461679"/>
                <a:gd name="csX51" fmla="*/ 184937 w 296866"/>
                <a:gd name="csY51" fmla="*/ 277338 h 461679"/>
                <a:gd name="csX52" fmla="*/ 193415 w 296866"/>
                <a:gd name="csY52" fmla="*/ 285510 h 461679"/>
                <a:gd name="csX53" fmla="*/ 199664 w 296866"/>
                <a:gd name="csY53" fmla="*/ 290658 h 461679"/>
                <a:gd name="csX54" fmla="*/ 207927 w 296866"/>
                <a:gd name="csY54" fmla="*/ 300943 h 461679"/>
                <a:gd name="csX55" fmla="*/ 219722 w 296866"/>
                <a:gd name="csY55" fmla="*/ 315205 h 461679"/>
                <a:gd name="csX56" fmla="*/ 234342 w 296866"/>
                <a:gd name="csY56" fmla="*/ 331253 h 461679"/>
                <a:gd name="csX57" fmla="*/ 242348 w 296866"/>
                <a:gd name="csY57" fmla="*/ 342893 h 461679"/>
                <a:gd name="csX58" fmla="*/ 243886 w 296866"/>
                <a:gd name="csY58" fmla="*/ 354430 h 461679"/>
                <a:gd name="csX59" fmla="*/ 242906 w 296866"/>
                <a:gd name="csY59" fmla="*/ 363679 h 461679"/>
                <a:gd name="csX60" fmla="*/ 242638 w 296866"/>
                <a:gd name="csY60" fmla="*/ 372819 h 461679"/>
                <a:gd name="csX61" fmla="*/ 248980 w 296866"/>
                <a:gd name="csY61" fmla="*/ 375191 h 461679"/>
                <a:gd name="csX62" fmla="*/ 256854 w 296866"/>
                <a:gd name="csY62" fmla="*/ 380201 h 461679"/>
                <a:gd name="csX63" fmla="*/ 262017 w 296866"/>
                <a:gd name="csY63" fmla="*/ 385776 h 461679"/>
                <a:gd name="csX64" fmla="*/ 267554 w 296866"/>
                <a:gd name="csY64" fmla="*/ 396801 h 461679"/>
                <a:gd name="csX65" fmla="*/ 281559 w 296866"/>
                <a:gd name="csY65" fmla="*/ 416793 h 461679"/>
                <a:gd name="csX66" fmla="*/ 290755 w 296866"/>
                <a:gd name="csY66" fmla="*/ 428632 h 461679"/>
                <a:gd name="csX67" fmla="*/ 294624 w 296866"/>
                <a:gd name="csY67" fmla="*/ 440196 h 461679"/>
                <a:gd name="csX68" fmla="*/ 296867 w 296866"/>
                <a:gd name="csY68" fmla="*/ 451755 h 461679"/>
                <a:gd name="csX69" fmla="*/ 287186 w 296866"/>
                <a:gd name="csY69" fmla="*/ 461588 h 461679"/>
                <a:gd name="csX70" fmla="*/ 234204 w 296866"/>
                <a:gd name="csY70" fmla="*/ 456793 h 4616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Lst>
              <a:rect l="l" t="t" r="r" b="b"/>
              <a:pathLst>
                <a:path w="296866" h="461679">
                  <a:moveTo>
                    <a:pt x="234204" y="456793"/>
                  </a:moveTo>
                  <a:cubicBezTo>
                    <a:pt x="210389" y="454343"/>
                    <a:pt x="190335" y="451771"/>
                    <a:pt x="189641" y="451076"/>
                  </a:cubicBezTo>
                  <a:cubicBezTo>
                    <a:pt x="188946" y="450382"/>
                    <a:pt x="190136" y="445606"/>
                    <a:pt x="192285" y="440463"/>
                  </a:cubicBezTo>
                  <a:cubicBezTo>
                    <a:pt x="195748" y="432175"/>
                    <a:pt x="195752" y="431281"/>
                    <a:pt x="192319" y="432599"/>
                  </a:cubicBezTo>
                  <a:cubicBezTo>
                    <a:pt x="188021" y="434248"/>
                    <a:pt x="186953" y="428358"/>
                    <a:pt x="190826" y="424368"/>
                  </a:cubicBezTo>
                  <a:cubicBezTo>
                    <a:pt x="192136" y="423019"/>
                    <a:pt x="193972" y="417747"/>
                    <a:pt x="194908" y="412652"/>
                  </a:cubicBezTo>
                  <a:cubicBezTo>
                    <a:pt x="196394" y="404559"/>
                    <a:pt x="195613" y="402447"/>
                    <a:pt x="188729" y="395950"/>
                  </a:cubicBezTo>
                  <a:cubicBezTo>
                    <a:pt x="184395" y="391860"/>
                    <a:pt x="178494" y="383039"/>
                    <a:pt x="175616" y="376348"/>
                  </a:cubicBezTo>
                  <a:cubicBezTo>
                    <a:pt x="172738" y="369658"/>
                    <a:pt x="168155" y="363476"/>
                    <a:pt x="165432" y="362612"/>
                  </a:cubicBezTo>
                  <a:cubicBezTo>
                    <a:pt x="162709" y="361748"/>
                    <a:pt x="159193" y="357894"/>
                    <a:pt x="157619" y="354047"/>
                  </a:cubicBezTo>
                  <a:cubicBezTo>
                    <a:pt x="149821" y="334997"/>
                    <a:pt x="131426" y="312204"/>
                    <a:pt x="123850" y="312204"/>
                  </a:cubicBezTo>
                  <a:cubicBezTo>
                    <a:pt x="121509" y="312204"/>
                    <a:pt x="115460" y="307848"/>
                    <a:pt x="110408" y="302524"/>
                  </a:cubicBezTo>
                  <a:cubicBezTo>
                    <a:pt x="105356" y="297200"/>
                    <a:pt x="96453" y="288788"/>
                    <a:pt x="90624" y="283830"/>
                  </a:cubicBezTo>
                  <a:cubicBezTo>
                    <a:pt x="81794" y="276321"/>
                    <a:pt x="80025" y="273244"/>
                    <a:pt x="80025" y="265391"/>
                  </a:cubicBezTo>
                  <a:cubicBezTo>
                    <a:pt x="80025" y="259326"/>
                    <a:pt x="78622" y="255426"/>
                    <a:pt x="76089" y="254455"/>
                  </a:cubicBezTo>
                  <a:cubicBezTo>
                    <a:pt x="73596" y="253498"/>
                    <a:pt x="72591" y="250794"/>
                    <a:pt x="73345" y="247079"/>
                  </a:cubicBezTo>
                  <a:cubicBezTo>
                    <a:pt x="77548" y="226392"/>
                    <a:pt x="77309" y="220102"/>
                    <a:pt x="72109" y="214519"/>
                  </a:cubicBezTo>
                  <a:cubicBezTo>
                    <a:pt x="69219" y="211417"/>
                    <a:pt x="67513" y="207813"/>
                    <a:pt x="68319" y="206510"/>
                  </a:cubicBezTo>
                  <a:cubicBezTo>
                    <a:pt x="69124" y="205206"/>
                    <a:pt x="68603" y="203410"/>
                    <a:pt x="67160" y="202519"/>
                  </a:cubicBezTo>
                  <a:cubicBezTo>
                    <a:pt x="65698" y="201615"/>
                    <a:pt x="64536" y="203319"/>
                    <a:pt x="64536" y="206365"/>
                  </a:cubicBezTo>
                  <a:cubicBezTo>
                    <a:pt x="64536" y="209372"/>
                    <a:pt x="63375" y="211114"/>
                    <a:pt x="61955" y="210237"/>
                  </a:cubicBezTo>
                  <a:cubicBezTo>
                    <a:pt x="60535" y="209360"/>
                    <a:pt x="59373" y="200618"/>
                    <a:pt x="59373" y="190811"/>
                  </a:cubicBezTo>
                  <a:cubicBezTo>
                    <a:pt x="59373" y="173740"/>
                    <a:pt x="53682" y="154736"/>
                    <a:pt x="48569" y="154736"/>
                  </a:cubicBezTo>
                  <a:cubicBezTo>
                    <a:pt x="47413" y="154736"/>
                    <a:pt x="46466" y="148910"/>
                    <a:pt x="46466" y="141789"/>
                  </a:cubicBezTo>
                  <a:cubicBezTo>
                    <a:pt x="46466" y="132086"/>
                    <a:pt x="44464" y="125296"/>
                    <a:pt x="38475" y="114684"/>
                  </a:cubicBezTo>
                  <a:cubicBezTo>
                    <a:pt x="34080" y="106897"/>
                    <a:pt x="29434" y="99876"/>
                    <a:pt x="28150" y="99082"/>
                  </a:cubicBezTo>
                  <a:cubicBezTo>
                    <a:pt x="26865" y="98289"/>
                    <a:pt x="25815" y="93874"/>
                    <a:pt x="25815" y="89273"/>
                  </a:cubicBezTo>
                  <a:cubicBezTo>
                    <a:pt x="25815" y="84671"/>
                    <a:pt x="24440" y="79532"/>
                    <a:pt x="22760" y="77852"/>
                  </a:cubicBezTo>
                  <a:cubicBezTo>
                    <a:pt x="21080" y="76172"/>
                    <a:pt x="20518" y="73984"/>
                    <a:pt x="21512" y="72990"/>
                  </a:cubicBezTo>
                  <a:cubicBezTo>
                    <a:pt x="22506" y="71996"/>
                    <a:pt x="24694" y="72558"/>
                    <a:pt x="26374" y="74238"/>
                  </a:cubicBezTo>
                  <a:cubicBezTo>
                    <a:pt x="30884" y="78748"/>
                    <a:pt x="33559" y="77963"/>
                    <a:pt x="33559" y="72129"/>
                  </a:cubicBezTo>
                  <a:cubicBezTo>
                    <a:pt x="33559" y="69261"/>
                    <a:pt x="31838" y="66967"/>
                    <a:pt x="29687" y="66967"/>
                  </a:cubicBezTo>
                  <a:cubicBezTo>
                    <a:pt x="27557" y="66967"/>
                    <a:pt x="25815" y="65756"/>
                    <a:pt x="25815" y="64277"/>
                  </a:cubicBezTo>
                  <a:cubicBezTo>
                    <a:pt x="25815" y="62798"/>
                    <a:pt x="23571" y="59179"/>
                    <a:pt x="20828" y="56236"/>
                  </a:cubicBezTo>
                  <a:cubicBezTo>
                    <a:pt x="18086" y="53292"/>
                    <a:pt x="15085" y="46080"/>
                    <a:pt x="14159" y="40210"/>
                  </a:cubicBezTo>
                  <a:cubicBezTo>
                    <a:pt x="13233" y="34339"/>
                    <a:pt x="9669" y="24039"/>
                    <a:pt x="6238" y="17321"/>
                  </a:cubicBezTo>
                  <a:cubicBezTo>
                    <a:pt x="2807" y="10603"/>
                    <a:pt x="0" y="3924"/>
                    <a:pt x="0" y="2478"/>
                  </a:cubicBezTo>
                  <a:cubicBezTo>
                    <a:pt x="0" y="-1152"/>
                    <a:pt x="23478" y="-850"/>
                    <a:pt x="99386" y="3758"/>
                  </a:cubicBezTo>
                  <a:cubicBezTo>
                    <a:pt x="175010" y="8348"/>
                    <a:pt x="191027" y="9867"/>
                    <a:pt x="191027" y="12449"/>
                  </a:cubicBezTo>
                  <a:cubicBezTo>
                    <a:pt x="191027" y="13496"/>
                    <a:pt x="185192" y="20407"/>
                    <a:pt x="178059" y="27807"/>
                  </a:cubicBezTo>
                  <a:cubicBezTo>
                    <a:pt x="167978" y="38266"/>
                    <a:pt x="165598" y="42256"/>
                    <a:pt x="167369" y="45725"/>
                  </a:cubicBezTo>
                  <a:cubicBezTo>
                    <a:pt x="174634" y="59948"/>
                    <a:pt x="171699" y="83751"/>
                    <a:pt x="163079" y="80524"/>
                  </a:cubicBezTo>
                  <a:cubicBezTo>
                    <a:pt x="159180" y="79065"/>
                    <a:pt x="159137" y="79384"/>
                    <a:pt x="162631" y="83796"/>
                  </a:cubicBezTo>
                  <a:cubicBezTo>
                    <a:pt x="164761" y="86485"/>
                    <a:pt x="168536" y="90769"/>
                    <a:pt x="171021" y="93315"/>
                  </a:cubicBezTo>
                  <a:cubicBezTo>
                    <a:pt x="175834" y="98246"/>
                    <a:pt x="176913" y="105657"/>
                    <a:pt x="173406" y="109690"/>
                  </a:cubicBezTo>
                  <a:cubicBezTo>
                    <a:pt x="169336" y="114370"/>
                    <a:pt x="164942" y="132862"/>
                    <a:pt x="164850" y="145701"/>
                  </a:cubicBezTo>
                  <a:cubicBezTo>
                    <a:pt x="164711" y="165107"/>
                    <a:pt x="165194" y="167798"/>
                    <a:pt x="169084" y="169291"/>
                  </a:cubicBezTo>
                  <a:cubicBezTo>
                    <a:pt x="171992" y="170406"/>
                    <a:pt x="172437" y="178546"/>
                    <a:pt x="171477" y="213103"/>
                  </a:cubicBezTo>
                  <a:cubicBezTo>
                    <a:pt x="170471" y="249367"/>
                    <a:pt x="170869" y="255764"/>
                    <a:pt x="174210" y="257046"/>
                  </a:cubicBezTo>
                  <a:cubicBezTo>
                    <a:pt x="176360" y="257871"/>
                    <a:pt x="178120" y="260081"/>
                    <a:pt x="178120" y="261958"/>
                  </a:cubicBezTo>
                  <a:cubicBezTo>
                    <a:pt x="178120" y="263834"/>
                    <a:pt x="179975" y="267225"/>
                    <a:pt x="182243" y="269492"/>
                  </a:cubicBezTo>
                  <a:cubicBezTo>
                    <a:pt x="184511" y="271760"/>
                    <a:pt x="185723" y="275291"/>
                    <a:pt x="184937" y="277338"/>
                  </a:cubicBezTo>
                  <a:cubicBezTo>
                    <a:pt x="183466" y="281172"/>
                    <a:pt x="186953" y="284533"/>
                    <a:pt x="193415" y="285510"/>
                  </a:cubicBezTo>
                  <a:cubicBezTo>
                    <a:pt x="195439" y="285815"/>
                    <a:pt x="198251" y="288132"/>
                    <a:pt x="199664" y="290658"/>
                  </a:cubicBezTo>
                  <a:cubicBezTo>
                    <a:pt x="201078" y="293183"/>
                    <a:pt x="204796" y="297811"/>
                    <a:pt x="207927" y="300943"/>
                  </a:cubicBezTo>
                  <a:cubicBezTo>
                    <a:pt x="211058" y="304074"/>
                    <a:pt x="216366" y="310492"/>
                    <a:pt x="219722" y="315205"/>
                  </a:cubicBezTo>
                  <a:cubicBezTo>
                    <a:pt x="223078" y="319918"/>
                    <a:pt x="229657" y="327140"/>
                    <a:pt x="234342" y="331253"/>
                  </a:cubicBezTo>
                  <a:cubicBezTo>
                    <a:pt x="239027" y="335367"/>
                    <a:pt x="242630" y="340605"/>
                    <a:pt x="242348" y="342893"/>
                  </a:cubicBezTo>
                  <a:cubicBezTo>
                    <a:pt x="242066" y="345182"/>
                    <a:pt x="242758" y="350373"/>
                    <a:pt x="243886" y="354430"/>
                  </a:cubicBezTo>
                  <a:cubicBezTo>
                    <a:pt x="245242" y="359308"/>
                    <a:pt x="244910" y="362440"/>
                    <a:pt x="242906" y="363679"/>
                  </a:cubicBezTo>
                  <a:cubicBezTo>
                    <a:pt x="240669" y="365062"/>
                    <a:pt x="240599" y="367456"/>
                    <a:pt x="242638" y="372819"/>
                  </a:cubicBezTo>
                  <a:cubicBezTo>
                    <a:pt x="245274" y="379752"/>
                    <a:pt x="245565" y="379861"/>
                    <a:pt x="248980" y="375191"/>
                  </a:cubicBezTo>
                  <a:cubicBezTo>
                    <a:pt x="253071" y="369596"/>
                    <a:pt x="256854" y="372003"/>
                    <a:pt x="256854" y="380201"/>
                  </a:cubicBezTo>
                  <a:cubicBezTo>
                    <a:pt x="256854" y="384054"/>
                    <a:pt x="258448" y="385776"/>
                    <a:pt x="262017" y="385776"/>
                  </a:cubicBezTo>
                  <a:cubicBezTo>
                    <a:pt x="266316" y="385777"/>
                    <a:pt x="267243" y="387623"/>
                    <a:pt x="267554" y="396801"/>
                  </a:cubicBezTo>
                  <a:cubicBezTo>
                    <a:pt x="267995" y="409833"/>
                    <a:pt x="271290" y="414537"/>
                    <a:pt x="281559" y="416793"/>
                  </a:cubicBezTo>
                  <a:cubicBezTo>
                    <a:pt x="287964" y="418199"/>
                    <a:pt x="289378" y="420020"/>
                    <a:pt x="290755" y="428632"/>
                  </a:cubicBezTo>
                  <a:cubicBezTo>
                    <a:pt x="291650" y="434230"/>
                    <a:pt x="293391" y="439433"/>
                    <a:pt x="294624" y="440196"/>
                  </a:cubicBezTo>
                  <a:cubicBezTo>
                    <a:pt x="295858" y="440958"/>
                    <a:pt x="296867" y="446160"/>
                    <a:pt x="296867" y="451755"/>
                  </a:cubicBezTo>
                  <a:cubicBezTo>
                    <a:pt x="296867" y="461851"/>
                    <a:pt x="296793" y="461926"/>
                    <a:pt x="287186" y="461588"/>
                  </a:cubicBezTo>
                  <a:cubicBezTo>
                    <a:pt x="281862" y="461400"/>
                    <a:pt x="258020" y="459243"/>
                    <a:pt x="234204" y="456793"/>
                  </a:cubicBezTo>
                  <a:close/>
                </a:path>
              </a:pathLst>
            </a:custGeom>
            <a:solidFill>
              <a:srgbClr val="B9B9B9"/>
            </a:solidFill>
            <a:ln w="5163" cap="flat">
              <a:noFill/>
              <a:prstDash val="solid"/>
              <a:miter/>
            </a:ln>
          </p:spPr>
          <p:txBody>
            <a:bodyPr/>
            <a:lstStyle/>
            <a:p>
              <a:endParaRPr lang="es-419" noProof="0" dirty="0"/>
            </a:p>
          </p:txBody>
        </p:sp>
        <p:sp>
          <p:nvSpPr>
            <p:cNvPr id="108" name="Forma libre: forma 107">
              <a:extLst>
                <a:ext uri="{FF2B5EF4-FFF2-40B4-BE49-F238E27FC236}">
                  <a16:creationId xmlns:a16="http://schemas.microsoft.com/office/drawing/2014/main" id="{6F803548-D263-E11E-2083-6FCC41E4FEBF}"/>
                </a:ext>
              </a:extLst>
            </p:cNvPr>
            <p:cNvSpPr/>
            <p:nvPr/>
          </p:nvSpPr>
          <p:spPr>
            <a:xfrm>
              <a:off x="259777" y="1434618"/>
              <a:ext cx="20905" cy="34765"/>
            </a:xfrm>
            <a:custGeom>
              <a:avLst/>
              <a:gdLst>
                <a:gd name="csX0" fmla="*/ 7343 w 20905"/>
                <a:gd name="csY0" fmla="*/ 31742 h 34765"/>
                <a:gd name="csX1" fmla="*/ 5095 w 20905"/>
                <a:gd name="csY1" fmla="*/ 22712 h 34765"/>
                <a:gd name="csX2" fmla="*/ 11946 w 20905"/>
                <a:gd name="csY2" fmla="*/ 12959 h 34765"/>
                <a:gd name="csX3" fmla="*/ 17992 w 20905"/>
                <a:gd name="csY3" fmla="*/ 1997 h 34765"/>
                <a:gd name="csX4" fmla="*/ 19063 w 20905"/>
                <a:gd name="csY4" fmla="*/ 27093 h 34765"/>
                <a:gd name="csX5" fmla="*/ 7343 w 20905"/>
                <a:gd name="csY5" fmla="*/ 31742 h 34765"/>
              </a:gdLst>
              <a:ahLst/>
              <a:cxnLst>
                <a:cxn ang="0">
                  <a:pos x="csX0" y="csY0"/>
                </a:cxn>
                <a:cxn ang="0">
                  <a:pos x="csX1" y="csY1"/>
                </a:cxn>
                <a:cxn ang="0">
                  <a:pos x="csX2" y="csY2"/>
                </a:cxn>
                <a:cxn ang="0">
                  <a:pos x="csX3" y="csY3"/>
                </a:cxn>
                <a:cxn ang="0">
                  <a:pos x="csX4" y="csY4"/>
                </a:cxn>
                <a:cxn ang="0">
                  <a:pos x="csX5" y="csY5"/>
                </a:cxn>
              </a:cxnLst>
              <a:rect l="l" t="t" r="r" b="b"/>
              <a:pathLst>
                <a:path w="20905" h="34765">
                  <a:moveTo>
                    <a:pt x="7343" y="31742"/>
                  </a:moveTo>
                  <a:cubicBezTo>
                    <a:pt x="-1878" y="26647"/>
                    <a:pt x="-2170" y="25474"/>
                    <a:pt x="5095" y="22712"/>
                  </a:cubicBezTo>
                  <a:cubicBezTo>
                    <a:pt x="10179" y="20779"/>
                    <a:pt x="11916" y="18306"/>
                    <a:pt x="11946" y="12959"/>
                  </a:cubicBezTo>
                  <a:cubicBezTo>
                    <a:pt x="11996" y="3833"/>
                    <a:pt x="16177" y="-3749"/>
                    <a:pt x="17992" y="1997"/>
                  </a:cubicBezTo>
                  <a:cubicBezTo>
                    <a:pt x="21527" y="13191"/>
                    <a:pt x="21797" y="19522"/>
                    <a:pt x="19063" y="27093"/>
                  </a:cubicBezTo>
                  <a:cubicBezTo>
                    <a:pt x="15722" y="36343"/>
                    <a:pt x="15691" y="36355"/>
                    <a:pt x="7343" y="31742"/>
                  </a:cubicBezTo>
                  <a:close/>
                </a:path>
              </a:pathLst>
            </a:custGeom>
            <a:solidFill>
              <a:srgbClr val="B9B9B9"/>
            </a:solidFill>
            <a:ln w="5163" cap="flat">
              <a:noFill/>
              <a:prstDash val="solid"/>
              <a:miter/>
            </a:ln>
          </p:spPr>
          <p:txBody>
            <a:bodyPr/>
            <a:lstStyle/>
            <a:p>
              <a:endParaRPr lang="es-419" noProof="0" dirty="0"/>
            </a:p>
          </p:txBody>
        </p:sp>
        <p:sp>
          <p:nvSpPr>
            <p:cNvPr id="109" name="Forma libre: forma 108">
              <a:extLst>
                <a:ext uri="{FF2B5EF4-FFF2-40B4-BE49-F238E27FC236}">
                  <a16:creationId xmlns:a16="http://schemas.microsoft.com/office/drawing/2014/main" id="{65951CE7-63E1-EEA6-6EC9-91064FB80743}"/>
                </a:ext>
              </a:extLst>
            </p:cNvPr>
            <p:cNvSpPr/>
            <p:nvPr/>
          </p:nvSpPr>
          <p:spPr>
            <a:xfrm>
              <a:off x="73152" y="1375664"/>
              <a:ext cx="14357" cy="42577"/>
            </a:xfrm>
            <a:custGeom>
              <a:avLst/>
              <a:gdLst>
                <a:gd name="csX0" fmla="*/ 7495 w 14357"/>
                <a:gd name="csY0" fmla="*/ 37645 h 42577"/>
                <a:gd name="csX1" fmla="*/ 3632 w 14357"/>
                <a:gd name="csY1" fmla="*/ 24738 h 42577"/>
                <a:gd name="csX2" fmla="*/ 3632 w 14357"/>
                <a:gd name="csY2" fmla="*/ 1505 h 42577"/>
                <a:gd name="csX3" fmla="*/ 7504 w 14357"/>
                <a:gd name="csY3" fmla="*/ 6137 h 42577"/>
                <a:gd name="csX4" fmla="*/ 10146 w 14357"/>
                <a:gd name="csY4" fmla="*/ 14863 h 42577"/>
                <a:gd name="csX5" fmla="*/ 11643 w 14357"/>
                <a:gd name="csY5" fmla="*/ 38936 h 42577"/>
                <a:gd name="csX6" fmla="*/ 7495 w 14357"/>
                <a:gd name="csY6" fmla="*/ 37645 h 42577"/>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4357" h="42577">
                  <a:moveTo>
                    <a:pt x="7495" y="37645"/>
                  </a:moveTo>
                  <a:cubicBezTo>
                    <a:pt x="7399" y="34096"/>
                    <a:pt x="5661" y="28288"/>
                    <a:pt x="3632" y="24738"/>
                  </a:cubicBezTo>
                  <a:cubicBezTo>
                    <a:pt x="-1211" y="16267"/>
                    <a:pt x="-1211" y="5524"/>
                    <a:pt x="3632" y="1505"/>
                  </a:cubicBezTo>
                  <a:cubicBezTo>
                    <a:pt x="6929" y="-1232"/>
                    <a:pt x="7504" y="-544"/>
                    <a:pt x="7504" y="6137"/>
                  </a:cubicBezTo>
                  <a:cubicBezTo>
                    <a:pt x="7504" y="10452"/>
                    <a:pt x="8693" y="14378"/>
                    <a:pt x="10146" y="14863"/>
                  </a:cubicBezTo>
                  <a:cubicBezTo>
                    <a:pt x="14898" y="16447"/>
                    <a:pt x="15948" y="33343"/>
                    <a:pt x="11643" y="38936"/>
                  </a:cubicBezTo>
                  <a:cubicBezTo>
                    <a:pt x="7745" y="44000"/>
                    <a:pt x="7665" y="43975"/>
                    <a:pt x="7495" y="37645"/>
                  </a:cubicBezTo>
                  <a:close/>
                </a:path>
              </a:pathLst>
            </a:custGeom>
            <a:solidFill>
              <a:srgbClr val="B9B9B9"/>
            </a:solidFill>
            <a:ln w="5163" cap="flat">
              <a:noFill/>
              <a:prstDash val="solid"/>
              <a:miter/>
            </a:ln>
          </p:spPr>
          <p:txBody>
            <a:bodyPr/>
            <a:lstStyle/>
            <a:p>
              <a:endParaRPr lang="es-419" noProof="0" dirty="0"/>
            </a:p>
          </p:txBody>
        </p:sp>
        <p:sp>
          <p:nvSpPr>
            <p:cNvPr id="110" name="Forma libre: forma 109">
              <a:extLst>
                <a:ext uri="{FF2B5EF4-FFF2-40B4-BE49-F238E27FC236}">
                  <a16:creationId xmlns:a16="http://schemas.microsoft.com/office/drawing/2014/main" id="{8BDFDD9A-A3C9-9412-B82F-ED79A276A9DA}"/>
                </a:ext>
              </a:extLst>
            </p:cNvPr>
            <p:cNvSpPr/>
            <p:nvPr/>
          </p:nvSpPr>
          <p:spPr>
            <a:xfrm>
              <a:off x="420547" y="1341567"/>
              <a:ext cx="36589" cy="57857"/>
            </a:xfrm>
            <a:custGeom>
              <a:avLst/>
              <a:gdLst>
                <a:gd name="csX0" fmla="*/ 24033 w 36589"/>
                <a:gd name="csY0" fmla="*/ 48231 h 57857"/>
                <a:gd name="csX1" fmla="*/ 8875 w 36589"/>
                <a:gd name="csY1" fmla="*/ 31730 h 57857"/>
                <a:gd name="csX2" fmla="*/ 2815 w 36589"/>
                <a:gd name="csY2" fmla="*/ 140 h 57857"/>
                <a:gd name="csX3" fmla="*/ 18571 w 36589"/>
                <a:gd name="csY3" fmla="*/ 17532 h 57857"/>
                <a:gd name="csX4" fmla="*/ 26156 w 36589"/>
                <a:gd name="csY4" fmla="*/ 27858 h 57857"/>
                <a:gd name="csX5" fmla="*/ 32361 w 36589"/>
                <a:gd name="csY5" fmla="*/ 36599 h 57857"/>
                <a:gd name="csX6" fmla="*/ 34380 w 36589"/>
                <a:gd name="csY6" fmla="*/ 51018 h 57857"/>
                <a:gd name="csX7" fmla="*/ 24033 w 36589"/>
                <a:gd name="csY7" fmla="*/ 48231 h 578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6589" h="57857">
                  <a:moveTo>
                    <a:pt x="24033" y="48231"/>
                  </a:moveTo>
                  <a:cubicBezTo>
                    <a:pt x="18251" y="41995"/>
                    <a:pt x="11430" y="34569"/>
                    <a:pt x="8875" y="31730"/>
                  </a:cubicBezTo>
                  <a:cubicBezTo>
                    <a:pt x="870" y="22831"/>
                    <a:pt x="-3051" y="2391"/>
                    <a:pt x="2815" y="140"/>
                  </a:cubicBezTo>
                  <a:cubicBezTo>
                    <a:pt x="7073" y="-1494"/>
                    <a:pt x="18931" y="11596"/>
                    <a:pt x="18571" y="17532"/>
                  </a:cubicBezTo>
                  <a:cubicBezTo>
                    <a:pt x="18043" y="26212"/>
                    <a:pt x="19252" y="27858"/>
                    <a:pt x="26156" y="27858"/>
                  </a:cubicBezTo>
                  <a:cubicBezTo>
                    <a:pt x="32848" y="27858"/>
                    <a:pt x="33306" y="28504"/>
                    <a:pt x="32361" y="36599"/>
                  </a:cubicBezTo>
                  <a:cubicBezTo>
                    <a:pt x="31800" y="41406"/>
                    <a:pt x="32708" y="47895"/>
                    <a:pt x="34380" y="51018"/>
                  </a:cubicBezTo>
                  <a:cubicBezTo>
                    <a:pt x="39819" y="61181"/>
                    <a:pt x="34782" y="59825"/>
                    <a:pt x="24033" y="48231"/>
                  </a:cubicBezTo>
                  <a:close/>
                </a:path>
              </a:pathLst>
            </a:custGeom>
            <a:solidFill>
              <a:srgbClr val="B9B9B9"/>
            </a:solidFill>
            <a:ln w="5163" cap="flat">
              <a:noFill/>
              <a:prstDash val="solid"/>
              <a:miter/>
            </a:ln>
          </p:spPr>
          <p:txBody>
            <a:bodyPr/>
            <a:lstStyle/>
            <a:p>
              <a:endParaRPr lang="es-419" noProof="0" dirty="0"/>
            </a:p>
          </p:txBody>
        </p:sp>
      </p:grpSp>
      <p:grpSp>
        <p:nvGrpSpPr>
          <p:cNvPr id="111" name="Gráfico 39">
            <a:extLst>
              <a:ext uri="{FF2B5EF4-FFF2-40B4-BE49-F238E27FC236}">
                <a16:creationId xmlns:a16="http://schemas.microsoft.com/office/drawing/2014/main" id="{3166F7EA-54CB-10A4-6D1C-568049C33308}"/>
              </a:ext>
            </a:extLst>
          </p:cNvPr>
          <p:cNvGrpSpPr/>
          <p:nvPr/>
        </p:nvGrpSpPr>
        <p:grpSpPr>
          <a:xfrm>
            <a:off x="347681" y="1057339"/>
            <a:ext cx="481325" cy="621418"/>
            <a:chOff x="347681" y="1057339"/>
            <a:chExt cx="481325" cy="621418"/>
          </a:xfrm>
          <a:solidFill>
            <a:srgbClr val="B9B9B9"/>
          </a:solidFill>
        </p:grpSpPr>
        <p:grpSp>
          <p:nvGrpSpPr>
            <p:cNvPr id="112" name="Gráfico 39">
              <a:extLst>
                <a:ext uri="{FF2B5EF4-FFF2-40B4-BE49-F238E27FC236}">
                  <a16:creationId xmlns:a16="http://schemas.microsoft.com/office/drawing/2014/main" id="{E18819CE-7BFB-4799-0ACF-F02015EECE1F}"/>
                </a:ext>
              </a:extLst>
            </p:cNvPr>
            <p:cNvGrpSpPr/>
            <p:nvPr/>
          </p:nvGrpSpPr>
          <p:grpSpPr>
            <a:xfrm>
              <a:off x="492211" y="1384222"/>
              <a:ext cx="33498" cy="51895"/>
              <a:chOff x="492211" y="1384222"/>
              <a:chExt cx="33498" cy="51895"/>
            </a:xfrm>
            <a:solidFill>
              <a:srgbClr val="B9B9B9"/>
            </a:solidFill>
          </p:grpSpPr>
          <p:sp>
            <p:nvSpPr>
              <p:cNvPr id="113" name="Forma libre: forma 112">
                <a:extLst>
                  <a:ext uri="{FF2B5EF4-FFF2-40B4-BE49-F238E27FC236}">
                    <a16:creationId xmlns:a16="http://schemas.microsoft.com/office/drawing/2014/main" id="{1ABD37BE-56B0-C474-9D89-F3A4F283DCA5}"/>
                  </a:ext>
                </a:extLst>
              </p:cNvPr>
              <p:cNvSpPr/>
              <p:nvPr/>
            </p:nvSpPr>
            <p:spPr>
              <a:xfrm>
                <a:off x="492211" y="1428798"/>
                <a:ext cx="6246" cy="7319"/>
              </a:xfrm>
              <a:custGeom>
                <a:avLst/>
                <a:gdLst>
                  <a:gd name="csX0" fmla="*/ 460 w 6246"/>
                  <a:gd name="csY0" fmla="*/ 4088 h 7319"/>
                  <a:gd name="csX1" fmla="*/ 4549 w 6246"/>
                  <a:gd name="csY1" fmla="*/ 0 h 7319"/>
                  <a:gd name="csX2" fmla="*/ 1959 w 6246"/>
                  <a:gd name="csY2" fmla="*/ 7153 h 7319"/>
                  <a:gd name="csX3" fmla="*/ 460 w 6246"/>
                  <a:gd name="csY3" fmla="*/ 4088 h 7319"/>
                </a:gdLst>
                <a:ahLst/>
                <a:cxnLst>
                  <a:cxn ang="0">
                    <a:pos x="csX0" y="csY0"/>
                  </a:cxn>
                  <a:cxn ang="0">
                    <a:pos x="csX1" y="csY1"/>
                  </a:cxn>
                  <a:cxn ang="0">
                    <a:pos x="csX2" y="csY2"/>
                  </a:cxn>
                  <a:cxn ang="0">
                    <a:pos x="csX3" y="csY3"/>
                  </a:cxn>
                </a:cxnLst>
                <a:rect l="l" t="t" r="r" b="b"/>
                <a:pathLst>
                  <a:path w="6246" h="7319">
                    <a:moveTo>
                      <a:pt x="460" y="4088"/>
                    </a:moveTo>
                    <a:cubicBezTo>
                      <a:pt x="1323" y="1840"/>
                      <a:pt x="3163" y="0"/>
                      <a:pt x="4549" y="0"/>
                    </a:cubicBezTo>
                    <a:cubicBezTo>
                      <a:pt x="7942" y="0"/>
                      <a:pt x="5818" y="5867"/>
                      <a:pt x="1959" y="7153"/>
                    </a:cubicBezTo>
                    <a:cubicBezTo>
                      <a:pt x="72" y="7782"/>
                      <a:pt x="-505" y="6602"/>
                      <a:pt x="460" y="4088"/>
                    </a:cubicBezTo>
                    <a:close/>
                  </a:path>
                </a:pathLst>
              </a:custGeom>
              <a:solidFill>
                <a:srgbClr val="B9B9B9"/>
              </a:solidFill>
              <a:ln w="5163" cap="flat">
                <a:noFill/>
                <a:prstDash val="solid"/>
                <a:miter/>
              </a:ln>
            </p:spPr>
            <p:txBody>
              <a:bodyPr/>
              <a:lstStyle/>
              <a:p>
                <a:endParaRPr lang="es-419" noProof="0" dirty="0"/>
              </a:p>
            </p:txBody>
          </p:sp>
          <p:sp>
            <p:nvSpPr>
              <p:cNvPr id="114" name="Forma libre: forma 113">
                <a:extLst>
                  <a:ext uri="{FF2B5EF4-FFF2-40B4-BE49-F238E27FC236}">
                    <a16:creationId xmlns:a16="http://schemas.microsoft.com/office/drawing/2014/main" id="{EDE268A6-3584-570E-7BA2-BE692AE0B981}"/>
                  </a:ext>
                </a:extLst>
              </p:cNvPr>
              <p:cNvSpPr/>
              <p:nvPr/>
            </p:nvSpPr>
            <p:spPr>
              <a:xfrm>
                <a:off x="495379" y="1384222"/>
                <a:ext cx="30331" cy="44105"/>
              </a:xfrm>
              <a:custGeom>
                <a:avLst/>
                <a:gdLst>
                  <a:gd name="csX0" fmla="*/ 10578 w 30331"/>
                  <a:gd name="csY0" fmla="*/ 40845 h 44105"/>
                  <a:gd name="csX1" fmla="*/ 3426 w 30331"/>
                  <a:gd name="csY1" fmla="*/ 27268 h 44105"/>
                  <a:gd name="csX2" fmla="*/ 8634 w 30331"/>
                  <a:gd name="csY2" fmla="*/ 13316 h 44105"/>
                  <a:gd name="csX3" fmla="*/ 25629 w 30331"/>
                  <a:gd name="csY3" fmla="*/ 1695 h 44105"/>
                  <a:gd name="csX4" fmla="*/ 27283 w 30331"/>
                  <a:gd name="csY4" fmla="*/ 34769 h 44105"/>
                  <a:gd name="csX5" fmla="*/ 10578 w 30331"/>
                  <a:gd name="csY5" fmla="*/ 40845 h 44105"/>
                </a:gdLst>
                <a:ahLst/>
                <a:cxnLst>
                  <a:cxn ang="0">
                    <a:pos x="csX0" y="csY0"/>
                  </a:cxn>
                  <a:cxn ang="0">
                    <a:pos x="csX1" y="csY1"/>
                  </a:cxn>
                  <a:cxn ang="0">
                    <a:pos x="csX2" y="csY2"/>
                  </a:cxn>
                  <a:cxn ang="0">
                    <a:pos x="csX3" y="csY3"/>
                  </a:cxn>
                  <a:cxn ang="0">
                    <a:pos x="csX4" y="csY4"/>
                  </a:cxn>
                  <a:cxn ang="0">
                    <a:pos x="csX5" y="csY5"/>
                  </a:cxn>
                </a:cxnLst>
                <a:rect l="l" t="t" r="r" b="b"/>
                <a:pathLst>
                  <a:path w="30331" h="44105">
                    <a:moveTo>
                      <a:pt x="10578" y="40845"/>
                    </a:moveTo>
                    <a:cubicBezTo>
                      <a:pt x="-1917" y="34327"/>
                      <a:pt x="-2001" y="34167"/>
                      <a:pt x="3426" y="27268"/>
                    </a:cubicBezTo>
                    <a:cubicBezTo>
                      <a:pt x="6291" y="23626"/>
                      <a:pt x="8634" y="17348"/>
                      <a:pt x="8634" y="13316"/>
                    </a:cubicBezTo>
                    <a:cubicBezTo>
                      <a:pt x="8634" y="4586"/>
                      <a:pt x="20679" y="-3650"/>
                      <a:pt x="25629" y="1695"/>
                    </a:cubicBezTo>
                    <a:cubicBezTo>
                      <a:pt x="31123" y="7627"/>
                      <a:pt x="31970" y="24580"/>
                      <a:pt x="27283" y="34769"/>
                    </a:cubicBezTo>
                    <a:cubicBezTo>
                      <a:pt x="22315" y="45567"/>
                      <a:pt x="20734" y="46142"/>
                      <a:pt x="10578" y="40845"/>
                    </a:cubicBezTo>
                    <a:close/>
                  </a:path>
                </a:pathLst>
              </a:custGeom>
              <a:solidFill>
                <a:srgbClr val="B9B9B9"/>
              </a:solidFill>
              <a:ln w="5163" cap="flat">
                <a:noFill/>
                <a:prstDash val="solid"/>
                <a:miter/>
              </a:ln>
            </p:spPr>
            <p:txBody>
              <a:bodyPr/>
              <a:lstStyle/>
              <a:p>
                <a:endParaRPr lang="es-419" noProof="0" dirty="0"/>
              </a:p>
            </p:txBody>
          </p:sp>
        </p:grpSp>
        <p:grpSp>
          <p:nvGrpSpPr>
            <p:cNvPr id="115" name="Gráfico 39">
              <a:extLst>
                <a:ext uri="{FF2B5EF4-FFF2-40B4-BE49-F238E27FC236}">
                  <a16:creationId xmlns:a16="http://schemas.microsoft.com/office/drawing/2014/main" id="{813B760D-F9FF-449D-D6D2-767798326514}"/>
                </a:ext>
              </a:extLst>
            </p:cNvPr>
            <p:cNvGrpSpPr/>
            <p:nvPr/>
          </p:nvGrpSpPr>
          <p:grpSpPr>
            <a:xfrm>
              <a:off x="347681" y="1057339"/>
              <a:ext cx="481325" cy="621418"/>
              <a:chOff x="347681" y="1057339"/>
              <a:chExt cx="481325" cy="621418"/>
            </a:xfrm>
            <a:solidFill>
              <a:srgbClr val="B9B9B9"/>
            </a:solidFill>
          </p:grpSpPr>
          <p:sp>
            <p:nvSpPr>
              <p:cNvPr id="116" name="Forma libre: forma 115">
                <a:extLst>
                  <a:ext uri="{FF2B5EF4-FFF2-40B4-BE49-F238E27FC236}">
                    <a16:creationId xmlns:a16="http://schemas.microsoft.com/office/drawing/2014/main" id="{0D7FFE1D-EDB9-5C83-ACD6-EE500EA0C613}"/>
                  </a:ext>
                </a:extLst>
              </p:cNvPr>
              <p:cNvSpPr/>
              <p:nvPr/>
            </p:nvSpPr>
            <p:spPr>
              <a:xfrm>
                <a:off x="347681" y="1057339"/>
                <a:ext cx="481325" cy="621418"/>
              </a:xfrm>
              <a:custGeom>
                <a:avLst/>
                <a:gdLst>
                  <a:gd name="csX0" fmla="*/ 392709 w 481325"/>
                  <a:gd name="csY0" fmla="*/ 609477 h 621418"/>
                  <a:gd name="csX1" fmla="*/ 388957 w 481325"/>
                  <a:gd name="csY1" fmla="*/ 594848 h 621418"/>
                  <a:gd name="csX2" fmla="*/ 382520 w 481325"/>
                  <a:gd name="csY2" fmla="*/ 582680 h 621418"/>
                  <a:gd name="csX3" fmla="*/ 381003 w 481325"/>
                  <a:gd name="csY3" fmla="*/ 575394 h 621418"/>
                  <a:gd name="csX4" fmla="*/ 376772 w 481325"/>
                  <a:gd name="csY4" fmla="*/ 573517 h 621418"/>
                  <a:gd name="csX5" fmla="*/ 372471 w 481325"/>
                  <a:gd name="csY5" fmla="*/ 575078 h 621418"/>
                  <a:gd name="csX6" fmla="*/ 371638 w 481325"/>
                  <a:gd name="csY6" fmla="*/ 577600 h 621418"/>
                  <a:gd name="csX7" fmla="*/ 373727 w 481325"/>
                  <a:gd name="csY7" fmla="*/ 583138 h 621418"/>
                  <a:gd name="csX8" fmla="*/ 369193 w 481325"/>
                  <a:gd name="csY8" fmla="*/ 580381 h 621418"/>
                  <a:gd name="csX9" fmla="*/ 364289 w 481325"/>
                  <a:gd name="csY9" fmla="*/ 578851 h 621418"/>
                  <a:gd name="csX10" fmla="*/ 358202 w 481325"/>
                  <a:gd name="csY10" fmla="*/ 578294 h 621418"/>
                  <a:gd name="csX11" fmla="*/ 344811 w 481325"/>
                  <a:gd name="csY11" fmla="*/ 546998 h 621418"/>
                  <a:gd name="csX12" fmla="*/ 347360 w 481325"/>
                  <a:gd name="csY12" fmla="*/ 544424 h 621418"/>
                  <a:gd name="csX13" fmla="*/ 329284 w 481325"/>
                  <a:gd name="csY13" fmla="*/ 536840 h 621418"/>
                  <a:gd name="csX14" fmla="*/ 312504 w 481325"/>
                  <a:gd name="csY14" fmla="*/ 531378 h 621418"/>
                  <a:gd name="csX15" fmla="*/ 299274 w 481325"/>
                  <a:gd name="csY15" fmla="*/ 523870 h 621418"/>
                  <a:gd name="csX16" fmla="*/ 298267 w 481325"/>
                  <a:gd name="csY16" fmla="*/ 519838 h 621418"/>
                  <a:gd name="csX17" fmla="*/ 294146 w 481325"/>
                  <a:gd name="csY17" fmla="*/ 506308 h 621418"/>
                  <a:gd name="csX18" fmla="*/ 290635 w 481325"/>
                  <a:gd name="csY18" fmla="*/ 495822 h 621418"/>
                  <a:gd name="csX19" fmla="*/ 290295 w 481325"/>
                  <a:gd name="csY19" fmla="*/ 485043 h 621418"/>
                  <a:gd name="csX20" fmla="*/ 292460 w 481325"/>
                  <a:gd name="csY20" fmla="*/ 479235 h 621418"/>
                  <a:gd name="csX21" fmla="*/ 293954 w 481325"/>
                  <a:gd name="csY21" fmla="*/ 469554 h 621418"/>
                  <a:gd name="csX22" fmla="*/ 288754 w 481325"/>
                  <a:gd name="csY22" fmla="*/ 460702 h 621418"/>
                  <a:gd name="csX23" fmla="*/ 283583 w 481325"/>
                  <a:gd name="csY23" fmla="*/ 460065 h 621418"/>
                  <a:gd name="csX24" fmla="*/ 278874 w 481325"/>
                  <a:gd name="csY24" fmla="*/ 460231 h 621418"/>
                  <a:gd name="csX25" fmla="*/ 272498 w 481325"/>
                  <a:gd name="csY25" fmla="*/ 449744 h 621418"/>
                  <a:gd name="csX26" fmla="*/ 269740 w 481325"/>
                  <a:gd name="csY26" fmla="*/ 445139 h 621418"/>
                  <a:gd name="csX27" fmla="*/ 268211 w 481325"/>
                  <a:gd name="csY27" fmla="*/ 450043 h 621418"/>
                  <a:gd name="csX28" fmla="*/ 267044 w 481325"/>
                  <a:gd name="csY28" fmla="*/ 456881 h 621418"/>
                  <a:gd name="csX29" fmla="*/ 259538 w 481325"/>
                  <a:gd name="csY29" fmla="*/ 454425 h 621418"/>
                  <a:gd name="csX30" fmla="*/ 254428 w 481325"/>
                  <a:gd name="csY30" fmla="*/ 444654 h 621418"/>
                  <a:gd name="csX31" fmla="*/ 249421 w 481325"/>
                  <a:gd name="csY31" fmla="*/ 443656 h 621418"/>
                  <a:gd name="csX32" fmla="*/ 238700 w 481325"/>
                  <a:gd name="csY32" fmla="*/ 428558 h 621418"/>
                  <a:gd name="csX33" fmla="*/ 224166 w 481325"/>
                  <a:gd name="csY33" fmla="*/ 409935 h 621418"/>
                  <a:gd name="csX34" fmla="*/ 213124 w 481325"/>
                  <a:gd name="csY34" fmla="*/ 401065 h 621418"/>
                  <a:gd name="csX35" fmla="*/ 206671 w 481325"/>
                  <a:gd name="csY35" fmla="*/ 388468 h 621418"/>
                  <a:gd name="csX36" fmla="*/ 204242 w 481325"/>
                  <a:gd name="csY36" fmla="*/ 374041 h 621418"/>
                  <a:gd name="csX37" fmla="*/ 206562 w 481325"/>
                  <a:gd name="csY37" fmla="*/ 371283 h 621418"/>
                  <a:gd name="csX38" fmla="*/ 201394 w 481325"/>
                  <a:gd name="csY38" fmla="*/ 369855 h 621418"/>
                  <a:gd name="csX39" fmla="*/ 181743 w 481325"/>
                  <a:gd name="csY39" fmla="*/ 350072 h 621418"/>
                  <a:gd name="csX40" fmla="*/ 180840 w 481325"/>
                  <a:gd name="csY40" fmla="*/ 340015 h 621418"/>
                  <a:gd name="csX41" fmla="*/ 168342 w 481325"/>
                  <a:gd name="csY41" fmla="*/ 316750 h 621418"/>
                  <a:gd name="csX42" fmla="*/ 162786 w 481325"/>
                  <a:gd name="csY42" fmla="*/ 304341 h 621418"/>
                  <a:gd name="csX43" fmla="*/ 153959 w 481325"/>
                  <a:gd name="csY43" fmla="*/ 280463 h 621418"/>
                  <a:gd name="csX44" fmla="*/ 143231 w 481325"/>
                  <a:gd name="csY44" fmla="*/ 268201 h 621418"/>
                  <a:gd name="csX45" fmla="*/ 141096 w 481325"/>
                  <a:gd name="csY45" fmla="*/ 246493 h 621418"/>
                  <a:gd name="csX46" fmla="*/ 133510 w 481325"/>
                  <a:gd name="csY46" fmla="*/ 215932 h 621418"/>
                  <a:gd name="csX47" fmla="*/ 125786 w 481325"/>
                  <a:gd name="csY47" fmla="*/ 201792 h 621418"/>
                  <a:gd name="csX48" fmla="*/ 113580 w 481325"/>
                  <a:gd name="csY48" fmla="*/ 175023 h 621418"/>
                  <a:gd name="csX49" fmla="*/ 104703 w 481325"/>
                  <a:gd name="csY49" fmla="*/ 151035 h 621418"/>
                  <a:gd name="csX50" fmla="*/ 100240 w 481325"/>
                  <a:gd name="csY50" fmla="*/ 135893 h 621418"/>
                  <a:gd name="csX51" fmla="*/ 100240 w 481325"/>
                  <a:gd name="csY51" fmla="*/ 128463 h 621418"/>
                  <a:gd name="csX52" fmla="*/ 99247 w 481325"/>
                  <a:gd name="csY52" fmla="*/ 115142 h 621418"/>
                  <a:gd name="csX53" fmla="*/ 93791 w 481325"/>
                  <a:gd name="csY53" fmla="*/ 109442 h 621418"/>
                  <a:gd name="csX54" fmla="*/ 95549 w 481325"/>
                  <a:gd name="csY54" fmla="*/ 115250 h 621418"/>
                  <a:gd name="csX55" fmla="*/ 90800 w 481325"/>
                  <a:gd name="csY55" fmla="*/ 117023 h 621418"/>
                  <a:gd name="csX56" fmla="*/ 87172 w 481325"/>
                  <a:gd name="csY56" fmla="*/ 114272 h 621418"/>
                  <a:gd name="csX57" fmla="*/ 67148 w 481325"/>
                  <a:gd name="csY57" fmla="*/ 111209 h 621418"/>
                  <a:gd name="csX58" fmla="*/ 49971 w 481325"/>
                  <a:gd name="csY58" fmla="*/ 100232 h 621418"/>
                  <a:gd name="csX59" fmla="*/ 44090 w 481325"/>
                  <a:gd name="csY59" fmla="*/ 90574 h 621418"/>
                  <a:gd name="csX60" fmla="*/ 35863 w 481325"/>
                  <a:gd name="csY60" fmla="*/ 83433 h 621418"/>
                  <a:gd name="csX61" fmla="*/ 32588 w 481325"/>
                  <a:gd name="csY61" fmla="*/ 82069 h 621418"/>
                  <a:gd name="csX62" fmla="*/ 11771 w 481325"/>
                  <a:gd name="csY62" fmla="*/ 68233 h 621418"/>
                  <a:gd name="csX63" fmla="*/ 5348 w 481325"/>
                  <a:gd name="csY63" fmla="*/ 59589 h 621418"/>
                  <a:gd name="csX64" fmla="*/ 1583 w 481325"/>
                  <a:gd name="csY64" fmla="*/ 46912 h 621418"/>
                  <a:gd name="csX65" fmla="*/ 325 w 481325"/>
                  <a:gd name="csY65" fmla="*/ 17525 h 621418"/>
                  <a:gd name="csX66" fmla="*/ 4538 w 481325"/>
                  <a:gd name="csY66" fmla="*/ 6689 h 621418"/>
                  <a:gd name="csX67" fmla="*/ 10480 w 481325"/>
                  <a:gd name="csY67" fmla="*/ 0 h 621418"/>
                  <a:gd name="csX68" fmla="*/ 53074 w 481325"/>
                  <a:gd name="csY68" fmla="*/ 22147 h 621418"/>
                  <a:gd name="csX69" fmla="*/ 133099 w 481325"/>
                  <a:gd name="csY69" fmla="*/ 64285 h 621418"/>
                  <a:gd name="csX70" fmla="*/ 308638 w 481325"/>
                  <a:gd name="csY70" fmla="*/ 150152 h 621418"/>
                  <a:gd name="csX71" fmla="*/ 460324 w 481325"/>
                  <a:gd name="csY71" fmla="*/ 163865 h 621418"/>
                  <a:gd name="csX72" fmla="*/ 466125 w 481325"/>
                  <a:gd name="csY72" fmla="*/ 170071 h 621418"/>
                  <a:gd name="csX73" fmla="*/ 465714 w 481325"/>
                  <a:gd name="csY73" fmla="*/ 176317 h 621418"/>
                  <a:gd name="csX74" fmla="*/ 471176 w 481325"/>
                  <a:gd name="csY74" fmla="*/ 205515 h 621418"/>
                  <a:gd name="csX75" fmla="*/ 478356 w 481325"/>
                  <a:gd name="csY75" fmla="*/ 244968 h 621418"/>
                  <a:gd name="csX76" fmla="*/ 480666 w 481325"/>
                  <a:gd name="csY76" fmla="*/ 291434 h 621418"/>
                  <a:gd name="csX77" fmla="*/ 471606 w 481325"/>
                  <a:gd name="csY77" fmla="*/ 339879 h 621418"/>
                  <a:gd name="csX78" fmla="*/ 467718 w 481325"/>
                  <a:gd name="csY78" fmla="*/ 346935 h 621418"/>
                  <a:gd name="csX79" fmla="*/ 468256 w 481325"/>
                  <a:gd name="csY79" fmla="*/ 419216 h 621418"/>
                  <a:gd name="csX80" fmla="*/ 469120 w 481325"/>
                  <a:gd name="csY80" fmla="*/ 434705 h 621418"/>
                  <a:gd name="csX81" fmla="*/ 451760 w 481325"/>
                  <a:gd name="csY81" fmla="*/ 439004 h 621418"/>
                  <a:gd name="csX82" fmla="*/ 430017 w 481325"/>
                  <a:gd name="csY82" fmla="*/ 458164 h 621418"/>
                  <a:gd name="csX83" fmla="*/ 441207 w 481325"/>
                  <a:gd name="csY83" fmla="*/ 484914 h 621418"/>
                  <a:gd name="csX84" fmla="*/ 455538 w 481325"/>
                  <a:gd name="csY84" fmla="*/ 533438 h 621418"/>
                  <a:gd name="csX85" fmla="*/ 463393 w 481325"/>
                  <a:gd name="csY85" fmla="*/ 557324 h 621418"/>
                  <a:gd name="csX86" fmla="*/ 466107 w 481325"/>
                  <a:gd name="csY86" fmla="*/ 564704 h 621418"/>
                  <a:gd name="csX87" fmla="*/ 427332 w 481325"/>
                  <a:gd name="csY87" fmla="*/ 607875 h 621418"/>
                  <a:gd name="csX88" fmla="*/ 408378 w 481325"/>
                  <a:gd name="csY88" fmla="*/ 619278 h 621418"/>
                  <a:gd name="csX89" fmla="*/ 406733 w 481325"/>
                  <a:gd name="csY89" fmla="*/ 612610 h 621418"/>
                  <a:gd name="csX90" fmla="*/ 398989 w 481325"/>
                  <a:gd name="csY90" fmla="*/ 614115 h 621418"/>
                  <a:gd name="csX91" fmla="*/ 394277 w 481325"/>
                  <a:gd name="csY91" fmla="*/ 621279 h 621418"/>
                  <a:gd name="csX92" fmla="*/ 392709 w 481325"/>
                  <a:gd name="csY92" fmla="*/ 609477 h 62141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Lst>
                <a:rect l="l" t="t" r="r" b="b"/>
                <a:pathLst>
                  <a:path w="481325" h="621418">
                    <a:moveTo>
                      <a:pt x="392709" y="609477"/>
                    </a:moveTo>
                    <a:cubicBezTo>
                      <a:pt x="394253" y="597840"/>
                      <a:pt x="393887" y="596413"/>
                      <a:pt x="388957" y="594848"/>
                    </a:cubicBezTo>
                    <a:cubicBezTo>
                      <a:pt x="381454" y="592467"/>
                      <a:pt x="376874" y="583809"/>
                      <a:pt x="382520" y="582680"/>
                    </a:cubicBezTo>
                    <a:cubicBezTo>
                      <a:pt x="386074" y="581969"/>
                      <a:pt x="385853" y="580904"/>
                      <a:pt x="381003" y="575394"/>
                    </a:cubicBezTo>
                    <a:cubicBezTo>
                      <a:pt x="377016" y="570863"/>
                      <a:pt x="375755" y="570304"/>
                      <a:pt x="376772" y="573517"/>
                    </a:cubicBezTo>
                    <a:cubicBezTo>
                      <a:pt x="378038" y="577517"/>
                      <a:pt x="377495" y="577714"/>
                      <a:pt x="372471" y="575078"/>
                    </a:cubicBezTo>
                    <a:cubicBezTo>
                      <a:pt x="366755" y="572079"/>
                      <a:pt x="366750" y="572094"/>
                      <a:pt x="371638" y="577600"/>
                    </a:cubicBezTo>
                    <a:cubicBezTo>
                      <a:pt x="374343" y="580646"/>
                      <a:pt x="375283" y="583138"/>
                      <a:pt x="373727" y="583138"/>
                    </a:cubicBezTo>
                    <a:cubicBezTo>
                      <a:pt x="372171" y="583138"/>
                      <a:pt x="370131" y="581897"/>
                      <a:pt x="369193" y="580381"/>
                    </a:cubicBezTo>
                    <a:cubicBezTo>
                      <a:pt x="368256" y="578864"/>
                      <a:pt x="366049" y="578176"/>
                      <a:pt x="364289" y="578851"/>
                    </a:cubicBezTo>
                    <a:cubicBezTo>
                      <a:pt x="362530" y="579526"/>
                      <a:pt x="359790" y="579276"/>
                      <a:pt x="358202" y="578294"/>
                    </a:cubicBezTo>
                    <a:cubicBezTo>
                      <a:pt x="354056" y="575732"/>
                      <a:pt x="341762" y="546998"/>
                      <a:pt x="344811" y="546998"/>
                    </a:cubicBezTo>
                    <a:cubicBezTo>
                      <a:pt x="346213" y="546998"/>
                      <a:pt x="347360" y="545839"/>
                      <a:pt x="347360" y="544424"/>
                    </a:cubicBezTo>
                    <a:cubicBezTo>
                      <a:pt x="347360" y="541126"/>
                      <a:pt x="331006" y="534265"/>
                      <a:pt x="329284" y="536840"/>
                    </a:cubicBezTo>
                    <a:cubicBezTo>
                      <a:pt x="328570" y="537907"/>
                      <a:pt x="321020" y="535449"/>
                      <a:pt x="312504" y="531378"/>
                    </a:cubicBezTo>
                    <a:cubicBezTo>
                      <a:pt x="303989" y="527306"/>
                      <a:pt x="298035" y="523928"/>
                      <a:pt x="299274" y="523870"/>
                    </a:cubicBezTo>
                    <a:cubicBezTo>
                      <a:pt x="300512" y="523812"/>
                      <a:pt x="300059" y="521998"/>
                      <a:pt x="298267" y="519838"/>
                    </a:cubicBezTo>
                    <a:cubicBezTo>
                      <a:pt x="296474" y="517678"/>
                      <a:pt x="294620" y="511589"/>
                      <a:pt x="294146" y="506308"/>
                    </a:cubicBezTo>
                    <a:cubicBezTo>
                      <a:pt x="293672" y="501026"/>
                      <a:pt x="292092" y="496307"/>
                      <a:pt x="290635" y="495822"/>
                    </a:cubicBezTo>
                    <a:cubicBezTo>
                      <a:pt x="287387" y="494739"/>
                      <a:pt x="287081" y="485043"/>
                      <a:pt x="290295" y="485043"/>
                    </a:cubicBezTo>
                    <a:cubicBezTo>
                      <a:pt x="291564" y="485043"/>
                      <a:pt x="292539" y="482429"/>
                      <a:pt x="292460" y="479235"/>
                    </a:cubicBezTo>
                    <a:cubicBezTo>
                      <a:pt x="292381" y="476040"/>
                      <a:pt x="293054" y="471684"/>
                      <a:pt x="293954" y="469554"/>
                    </a:cubicBezTo>
                    <a:cubicBezTo>
                      <a:pt x="294994" y="467095"/>
                      <a:pt x="293096" y="463864"/>
                      <a:pt x="288754" y="460702"/>
                    </a:cubicBezTo>
                    <a:cubicBezTo>
                      <a:pt x="282831" y="456387"/>
                      <a:pt x="282139" y="456302"/>
                      <a:pt x="283583" y="460065"/>
                    </a:cubicBezTo>
                    <a:cubicBezTo>
                      <a:pt x="285131" y="464099"/>
                      <a:pt x="284795" y="464110"/>
                      <a:pt x="278874" y="460231"/>
                    </a:cubicBezTo>
                    <a:cubicBezTo>
                      <a:pt x="274972" y="457675"/>
                      <a:pt x="272498" y="453605"/>
                      <a:pt x="272498" y="449744"/>
                    </a:cubicBezTo>
                    <a:cubicBezTo>
                      <a:pt x="272498" y="445927"/>
                      <a:pt x="271409" y="444108"/>
                      <a:pt x="269740" y="445139"/>
                    </a:cubicBezTo>
                    <a:cubicBezTo>
                      <a:pt x="268224" y="446077"/>
                      <a:pt x="267535" y="448283"/>
                      <a:pt x="268211" y="450043"/>
                    </a:cubicBezTo>
                    <a:cubicBezTo>
                      <a:pt x="268886" y="451803"/>
                      <a:pt x="268361" y="454880"/>
                      <a:pt x="267044" y="456881"/>
                    </a:cubicBezTo>
                    <a:cubicBezTo>
                      <a:pt x="265087" y="459853"/>
                      <a:pt x="263712" y="459403"/>
                      <a:pt x="259538" y="454425"/>
                    </a:cubicBezTo>
                    <a:cubicBezTo>
                      <a:pt x="256727" y="451073"/>
                      <a:pt x="254428" y="446676"/>
                      <a:pt x="254428" y="444654"/>
                    </a:cubicBezTo>
                    <a:cubicBezTo>
                      <a:pt x="254428" y="441815"/>
                      <a:pt x="253286" y="441587"/>
                      <a:pt x="249421" y="443656"/>
                    </a:cubicBezTo>
                    <a:cubicBezTo>
                      <a:pt x="243479" y="446836"/>
                      <a:pt x="243193" y="446433"/>
                      <a:pt x="238700" y="428558"/>
                    </a:cubicBezTo>
                    <a:cubicBezTo>
                      <a:pt x="235500" y="415829"/>
                      <a:pt x="234285" y="414272"/>
                      <a:pt x="224166" y="409935"/>
                    </a:cubicBezTo>
                    <a:cubicBezTo>
                      <a:pt x="217728" y="407175"/>
                      <a:pt x="213124" y="403477"/>
                      <a:pt x="213124" y="401065"/>
                    </a:cubicBezTo>
                    <a:cubicBezTo>
                      <a:pt x="213124" y="398790"/>
                      <a:pt x="210220" y="393122"/>
                      <a:pt x="206671" y="388468"/>
                    </a:cubicBezTo>
                    <a:cubicBezTo>
                      <a:pt x="199265" y="378758"/>
                      <a:pt x="198471" y="374041"/>
                      <a:pt x="204242" y="374041"/>
                    </a:cubicBezTo>
                    <a:cubicBezTo>
                      <a:pt x="206455" y="374041"/>
                      <a:pt x="207499" y="372800"/>
                      <a:pt x="206562" y="371283"/>
                    </a:cubicBezTo>
                    <a:cubicBezTo>
                      <a:pt x="205625" y="369767"/>
                      <a:pt x="203299" y="369124"/>
                      <a:pt x="201394" y="369855"/>
                    </a:cubicBezTo>
                    <a:cubicBezTo>
                      <a:pt x="197850" y="371215"/>
                      <a:pt x="182472" y="355734"/>
                      <a:pt x="181743" y="350072"/>
                    </a:cubicBezTo>
                    <a:cubicBezTo>
                      <a:pt x="181521" y="348347"/>
                      <a:pt x="181114" y="343821"/>
                      <a:pt x="180840" y="340015"/>
                    </a:cubicBezTo>
                    <a:cubicBezTo>
                      <a:pt x="179988" y="328208"/>
                      <a:pt x="174287" y="317597"/>
                      <a:pt x="168342" y="316750"/>
                    </a:cubicBezTo>
                    <a:cubicBezTo>
                      <a:pt x="163596" y="316073"/>
                      <a:pt x="162786" y="314266"/>
                      <a:pt x="162786" y="304341"/>
                    </a:cubicBezTo>
                    <a:cubicBezTo>
                      <a:pt x="162786" y="295229"/>
                      <a:pt x="160883" y="290082"/>
                      <a:pt x="153959" y="280463"/>
                    </a:cubicBezTo>
                    <a:cubicBezTo>
                      <a:pt x="149104" y="273719"/>
                      <a:pt x="144276" y="268201"/>
                      <a:pt x="143231" y="268201"/>
                    </a:cubicBezTo>
                    <a:cubicBezTo>
                      <a:pt x="142186" y="268201"/>
                      <a:pt x="141225" y="258432"/>
                      <a:pt x="141096" y="246493"/>
                    </a:cubicBezTo>
                    <a:cubicBezTo>
                      <a:pt x="140831" y="221943"/>
                      <a:pt x="139743" y="217562"/>
                      <a:pt x="133510" y="215932"/>
                    </a:cubicBezTo>
                    <a:cubicBezTo>
                      <a:pt x="130755" y="215211"/>
                      <a:pt x="127873" y="209936"/>
                      <a:pt x="125786" y="201792"/>
                    </a:cubicBezTo>
                    <a:cubicBezTo>
                      <a:pt x="123955" y="194647"/>
                      <a:pt x="118462" y="182601"/>
                      <a:pt x="113580" y="175023"/>
                    </a:cubicBezTo>
                    <a:cubicBezTo>
                      <a:pt x="107284" y="165251"/>
                      <a:pt x="104703" y="158277"/>
                      <a:pt x="104703" y="151035"/>
                    </a:cubicBezTo>
                    <a:cubicBezTo>
                      <a:pt x="104703" y="144982"/>
                      <a:pt x="102887" y="138818"/>
                      <a:pt x="100240" y="135893"/>
                    </a:cubicBezTo>
                    <a:cubicBezTo>
                      <a:pt x="96009" y="131218"/>
                      <a:pt x="96009" y="130831"/>
                      <a:pt x="100240" y="128463"/>
                    </a:cubicBezTo>
                    <a:cubicBezTo>
                      <a:pt x="106103" y="125181"/>
                      <a:pt x="105871" y="122062"/>
                      <a:pt x="99247" y="115142"/>
                    </a:cubicBezTo>
                    <a:lnTo>
                      <a:pt x="93791" y="109442"/>
                    </a:lnTo>
                    <a:lnTo>
                      <a:pt x="95549" y="115250"/>
                    </a:lnTo>
                    <a:cubicBezTo>
                      <a:pt x="97517" y="121752"/>
                      <a:pt x="93229" y="123352"/>
                      <a:pt x="90800" y="117023"/>
                    </a:cubicBezTo>
                    <a:cubicBezTo>
                      <a:pt x="89948" y="114803"/>
                      <a:pt x="88316" y="113565"/>
                      <a:pt x="87172" y="114272"/>
                    </a:cubicBezTo>
                    <a:cubicBezTo>
                      <a:pt x="86029" y="114978"/>
                      <a:pt x="77018" y="113600"/>
                      <a:pt x="67148" y="111209"/>
                    </a:cubicBezTo>
                    <a:cubicBezTo>
                      <a:pt x="50330" y="107134"/>
                      <a:pt x="49251" y="106444"/>
                      <a:pt x="49971" y="100232"/>
                    </a:cubicBezTo>
                    <a:cubicBezTo>
                      <a:pt x="50552" y="95214"/>
                      <a:pt x="49124" y="92867"/>
                      <a:pt x="44090" y="90574"/>
                    </a:cubicBezTo>
                    <a:cubicBezTo>
                      <a:pt x="40433" y="88908"/>
                      <a:pt x="36731" y="85694"/>
                      <a:pt x="35863" y="83433"/>
                    </a:cubicBezTo>
                    <a:cubicBezTo>
                      <a:pt x="34873" y="80853"/>
                      <a:pt x="33654" y="80345"/>
                      <a:pt x="32588" y="82069"/>
                    </a:cubicBezTo>
                    <a:cubicBezTo>
                      <a:pt x="30403" y="85606"/>
                      <a:pt x="11771" y="73222"/>
                      <a:pt x="11771" y="68233"/>
                    </a:cubicBezTo>
                    <a:cubicBezTo>
                      <a:pt x="11771" y="66258"/>
                      <a:pt x="8881" y="62368"/>
                      <a:pt x="5348" y="59589"/>
                    </a:cubicBezTo>
                    <a:cubicBezTo>
                      <a:pt x="-304" y="55143"/>
                      <a:pt x="-756" y="53621"/>
                      <a:pt x="1583" y="46912"/>
                    </a:cubicBezTo>
                    <a:cubicBezTo>
                      <a:pt x="4225" y="39332"/>
                      <a:pt x="3631" y="25451"/>
                      <a:pt x="325" y="17525"/>
                    </a:cubicBezTo>
                    <a:cubicBezTo>
                      <a:pt x="-744" y="14961"/>
                      <a:pt x="864" y="10824"/>
                      <a:pt x="4538" y="6689"/>
                    </a:cubicBezTo>
                    <a:lnTo>
                      <a:pt x="10480" y="0"/>
                    </a:lnTo>
                    <a:lnTo>
                      <a:pt x="53074" y="22147"/>
                    </a:lnTo>
                    <a:cubicBezTo>
                      <a:pt x="76501" y="34328"/>
                      <a:pt x="112512" y="53290"/>
                      <a:pt x="133099" y="64285"/>
                    </a:cubicBezTo>
                    <a:cubicBezTo>
                      <a:pt x="293633" y="150024"/>
                      <a:pt x="290844" y="148660"/>
                      <a:pt x="308638" y="150152"/>
                    </a:cubicBezTo>
                    <a:cubicBezTo>
                      <a:pt x="379829" y="156121"/>
                      <a:pt x="453326" y="162765"/>
                      <a:pt x="460324" y="163865"/>
                    </a:cubicBezTo>
                    <a:cubicBezTo>
                      <a:pt x="467642" y="165014"/>
                      <a:pt x="468398" y="165824"/>
                      <a:pt x="466125" y="170071"/>
                    </a:cubicBezTo>
                    <a:cubicBezTo>
                      <a:pt x="464688" y="172758"/>
                      <a:pt x="464502" y="175568"/>
                      <a:pt x="465714" y="176317"/>
                    </a:cubicBezTo>
                    <a:cubicBezTo>
                      <a:pt x="466925" y="177066"/>
                      <a:pt x="469383" y="190205"/>
                      <a:pt x="471176" y="205515"/>
                    </a:cubicBezTo>
                    <a:cubicBezTo>
                      <a:pt x="472969" y="220825"/>
                      <a:pt x="476200" y="238579"/>
                      <a:pt x="478356" y="244968"/>
                    </a:cubicBezTo>
                    <a:cubicBezTo>
                      <a:pt x="481464" y="254178"/>
                      <a:pt x="481943" y="263804"/>
                      <a:pt x="480666" y="291434"/>
                    </a:cubicBezTo>
                    <a:cubicBezTo>
                      <a:pt x="478736" y="333232"/>
                      <a:pt x="477318" y="340812"/>
                      <a:pt x="471606" y="339879"/>
                    </a:cubicBezTo>
                    <a:cubicBezTo>
                      <a:pt x="468443" y="339362"/>
                      <a:pt x="467477" y="341115"/>
                      <a:pt x="467718" y="346935"/>
                    </a:cubicBezTo>
                    <a:cubicBezTo>
                      <a:pt x="467998" y="353675"/>
                      <a:pt x="468241" y="386395"/>
                      <a:pt x="468256" y="419216"/>
                    </a:cubicBezTo>
                    <a:cubicBezTo>
                      <a:pt x="468259" y="424895"/>
                      <a:pt x="468647" y="431865"/>
                      <a:pt x="469120" y="434705"/>
                    </a:cubicBezTo>
                    <a:cubicBezTo>
                      <a:pt x="469922" y="439526"/>
                      <a:pt x="468775" y="439811"/>
                      <a:pt x="451760" y="439004"/>
                    </a:cubicBezTo>
                    <a:cubicBezTo>
                      <a:pt x="428789" y="437915"/>
                      <a:pt x="426025" y="440351"/>
                      <a:pt x="430017" y="458164"/>
                    </a:cubicBezTo>
                    <a:cubicBezTo>
                      <a:pt x="431548" y="464996"/>
                      <a:pt x="436584" y="477034"/>
                      <a:pt x="441207" y="484914"/>
                    </a:cubicBezTo>
                    <a:cubicBezTo>
                      <a:pt x="456169" y="510414"/>
                      <a:pt x="459720" y="522439"/>
                      <a:pt x="455538" y="533438"/>
                    </a:cubicBezTo>
                    <a:cubicBezTo>
                      <a:pt x="452990" y="540141"/>
                      <a:pt x="458641" y="557324"/>
                      <a:pt x="463393" y="557324"/>
                    </a:cubicBezTo>
                    <a:cubicBezTo>
                      <a:pt x="464886" y="557324"/>
                      <a:pt x="466107" y="560645"/>
                      <a:pt x="466107" y="564704"/>
                    </a:cubicBezTo>
                    <a:cubicBezTo>
                      <a:pt x="466107" y="574709"/>
                      <a:pt x="449340" y="593376"/>
                      <a:pt x="427332" y="607875"/>
                    </a:cubicBezTo>
                    <a:cubicBezTo>
                      <a:pt x="417812" y="614147"/>
                      <a:pt x="409283" y="619278"/>
                      <a:pt x="408378" y="619278"/>
                    </a:cubicBezTo>
                    <a:cubicBezTo>
                      <a:pt x="407473" y="619278"/>
                      <a:pt x="406733" y="616277"/>
                      <a:pt x="406733" y="612610"/>
                    </a:cubicBezTo>
                    <a:cubicBezTo>
                      <a:pt x="406733" y="604379"/>
                      <a:pt x="401025" y="605489"/>
                      <a:pt x="398989" y="614115"/>
                    </a:cubicBezTo>
                    <a:cubicBezTo>
                      <a:pt x="398201" y="617454"/>
                      <a:pt x="396080" y="620678"/>
                      <a:pt x="394277" y="621279"/>
                    </a:cubicBezTo>
                    <a:cubicBezTo>
                      <a:pt x="391773" y="622114"/>
                      <a:pt x="391403" y="619327"/>
                      <a:pt x="392709" y="609477"/>
                    </a:cubicBezTo>
                    <a:close/>
                  </a:path>
                </a:pathLst>
              </a:custGeom>
              <a:solidFill>
                <a:srgbClr val="B9B9B9"/>
              </a:solidFill>
              <a:ln w="5163" cap="flat">
                <a:noFill/>
                <a:prstDash val="solid"/>
                <a:miter/>
              </a:ln>
            </p:spPr>
            <p:txBody>
              <a:bodyPr/>
              <a:lstStyle/>
              <a:p>
                <a:endParaRPr lang="es-419" noProof="0" dirty="0"/>
              </a:p>
            </p:txBody>
          </p:sp>
          <p:sp>
            <p:nvSpPr>
              <p:cNvPr id="117" name="Forma libre: forma 116">
                <a:extLst>
                  <a:ext uri="{FF2B5EF4-FFF2-40B4-BE49-F238E27FC236}">
                    <a16:creationId xmlns:a16="http://schemas.microsoft.com/office/drawing/2014/main" id="{5ED745CB-A768-2C6A-3AE7-1B7A37302A9E}"/>
                  </a:ext>
                </a:extLst>
              </p:cNvPr>
              <p:cNvSpPr/>
              <p:nvPr/>
            </p:nvSpPr>
            <p:spPr>
              <a:xfrm>
                <a:off x="356836" y="1137381"/>
                <a:ext cx="20516" cy="20135"/>
              </a:xfrm>
              <a:custGeom>
                <a:avLst/>
                <a:gdLst>
                  <a:gd name="csX0" fmla="*/ 3031 w 20516"/>
                  <a:gd name="csY0" fmla="*/ 13790 h 20135"/>
                  <a:gd name="csX1" fmla="*/ 11787 w 20516"/>
                  <a:gd name="csY1" fmla="*/ 6812 h 20135"/>
                  <a:gd name="csX2" fmla="*/ 16388 w 20516"/>
                  <a:gd name="csY2" fmla="*/ 8970 h 20135"/>
                  <a:gd name="csX3" fmla="*/ 17667 w 20516"/>
                  <a:gd name="csY3" fmla="*/ 5896 h 20135"/>
                  <a:gd name="csX4" fmla="*/ 16630 w 20516"/>
                  <a:gd name="csY4" fmla="*/ 16309 h 20135"/>
                  <a:gd name="csX5" fmla="*/ 3031 w 20516"/>
                  <a:gd name="csY5" fmla="*/ 13790 h 20135"/>
                </a:gdLst>
                <a:ahLst/>
                <a:cxnLst>
                  <a:cxn ang="0">
                    <a:pos x="csX0" y="csY0"/>
                  </a:cxn>
                  <a:cxn ang="0">
                    <a:pos x="csX1" y="csY1"/>
                  </a:cxn>
                  <a:cxn ang="0">
                    <a:pos x="csX2" y="csY2"/>
                  </a:cxn>
                  <a:cxn ang="0">
                    <a:pos x="csX3" y="csY3"/>
                  </a:cxn>
                  <a:cxn ang="0">
                    <a:pos x="csX4" y="csY4"/>
                  </a:cxn>
                  <a:cxn ang="0">
                    <a:pos x="csX5" y="csY5"/>
                  </a:cxn>
                </a:cxnLst>
                <a:rect l="l" t="t" r="r" b="b"/>
                <a:pathLst>
                  <a:path w="20516" h="20135">
                    <a:moveTo>
                      <a:pt x="3031" y="13790"/>
                    </a:moveTo>
                    <a:cubicBezTo>
                      <a:pt x="-3651" y="-875"/>
                      <a:pt x="1356" y="-4865"/>
                      <a:pt x="11787" y="6812"/>
                    </a:cubicBezTo>
                    <a:cubicBezTo>
                      <a:pt x="16355" y="11926"/>
                      <a:pt x="17642" y="12530"/>
                      <a:pt x="16388" y="8970"/>
                    </a:cubicBezTo>
                    <a:cubicBezTo>
                      <a:pt x="15184" y="5554"/>
                      <a:pt x="15578" y="4605"/>
                      <a:pt x="17667" y="5896"/>
                    </a:cubicBezTo>
                    <a:cubicBezTo>
                      <a:pt x="21766" y="8429"/>
                      <a:pt x="21462" y="11477"/>
                      <a:pt x="16630" y="16309"/>
                    </a:cubicBezTo>
                    <a:cubicBezTo>
                      <a:pt x="10809" y="22130"/>
                      <a:pt x="6464" y="21325"/>
                      <a:pt x="3031" y="13790"/>
                    </a:cubicBezTo>
                    <a:close/>
                  </a:path>
                </a:pathLst>
              </a:custGeom>
              <a:solidFill>
                <a:srgbClr val="B9B9B9"/>
              </a:solidFill>
              <a:ln w="5163" cap="flat">
                <a:noFill/>
                <a:prstDash val="solid"/>
                <a:miter/>
              </a:ln>
            </p:spPr>
            <p:txBody>
              <a:bodyPr/>
              <a:lstStyle/>
              <a:p>
                <a:endParaRPr lang="es-419" noProof="0" dirty="0"/>
              </a:p>
            </p:txBody>
          </p:sp>
        </p:grpSp>
      </p:grpSp>
      <p:grpSp>
        <p:nvGrpSpPr>
          <p:cNvPr id="36" name="Group 45">
            <a:extLst>
              <a:ext uri="{FF2B5EF4-FFF2-40B4-BE49-F238E27FC236}">
                <a16:creationId xmlns:a16="http://schemas.microsoft.com/office/drawing/2014/main" id="{E72C62DF-E1BF-2721-7537-CFE599950494}"/>
              </a:ext>
            </a:extLst>
          </p:cNvPr>
          <p:cNvGrpSpPr>
            <a:grpSpLocks noChangeAspect="1"/>
          </p:cNvGrpSpPr>
          <p:nvPr/>
        </p:nvGrpSpPr>
        <p:grpSpPr>
          <a:xfrm>
            <a:off x="1313827" y="1881479"/>
            <a:ext cx="213038" cy="337620"/>
            <a:chOff x="0" y="26670"/>
            <a:chExt cx="3924300" cy="6219190"/>
          </a:xfrm>
        </p:grpSpPr>
        <p:sp>
          <p:nvSpPr>
            <p:cNvPr id="37" name="Freeform 46">
              <a:extLst>
                <a:ext uri="{FF2B5EF4-FFF2-40B4-BE49-F238E27FC236}">
                  <a16:creationId xmlns:a16="http://schemas.microsoft.com/office/drawing/2014/main" id="{9BE67703-144E-2350-27FA-5BB75EF549B4}"/>
                </a:ext>
              </a:extLst>
            </p:cNvPr>
            <p:cNvSpPr/>
            <p:nvPr/>
          </p:nvSpPr>
          <p:spPr>
            <a:xfrm>
              <a:off x="0" y="26670"/>
              <a:ext cx="3924300" cy="6219190"/>
            </a:xfrm>
            <a:custGeom>
              <a:avLst/>
              <a:gdLst/>
              <a:ahLst/>
              <a:cxnLst/>
              <a:rect l="l" t="t" r="r" b="b"/>
              <a:pathLst>
                <a:path w="3924300" h="6219190">
                  <a:moveTo>
                    <a:pt x="3924300" y="1962150"/>
                  </a:moveTo>
                  <a:cubicBezTo>
                    <a:pt x="3924300" y="878840"/>
                    <a:pt x="3045460" y="0"/>
                    <a:pt x="1962150" y="0"/>
                  </a:cubicBezTo>
                  <a:cubicBezTo>
                    <a:pt x="878840" y="0"/>
                    <a:pt x="0" y="878840"/>
                    <a:pt x="0" y="1962150"/>
                  </a:cubicBezTo>
                  <a:cubicBezTo>
                    <a:pt x="0" y="2974340"/>
                    <a:pt x="765810" y="3807460"/>
                    <a:pt x="1750060" y="3912870"/>
                  </a:cubicBezTo>
                  <a:lnTo>
                    <a:pt x="1962150" y="6219190"/>
                  </a:lnTo>
                  <a:lnTo>
                    <a:pt x="2174240" y="3912870"/>
                  </a:lnTo>
                  <a:cubicBezTo>
                    <a:pt x="3158490" y="3807460"/>
                    <a:pt x="3924300" y="2974340"/>
                    <a:pt x="3924300" y="1962150"/>
                  </a:cubicBezTo>
                  <a:close/>
                </a:path>
              </a:pathLst>
            </a:custGeom>
            <a:solidFill>
              <a:srgbClr val="EB6C01"/>
            </a:solidFill>
          </p:spPr>
          <p:txBody>
            <a:bodyPr/>
            <a:lstStyle/>
            <a:p>
              <a:endParaRPr lang="es-419" noProof="0" dirty="0"/>
            </a:p>
          </p:txBody>
        </p:sp>
        <p:sp>
          <p:nvSpPr>
            <p:cNvPr id="38" name="Freeform 47">
              <a:extLst>
                <a:ext uri="{FF2B5EF4-FFF2-40B4-BE49-F238E27FC236}">
                  <a16:creationId xmlns:a16="http://schemas.microsoft.com/office/drawing/2014/main" id="{BB7D293E-2742-8059-03CF-7DA08336DE2D}"/>
                </a:ext>
              </a:extLst>
            </p:cNvPr>
            <p:cNvSpPr/>
            <p:nvPr/>
          </p:nvSpPr>
          <p:spPr>
            <a:xfrm>
              <a:off x="340744" y="374636"/>
              <a:ext cx="3242813" cy="3228370"/>
            </a:xfrm>
            <a:custGeom>
              <a:avLst/>
              <a:gdLst/>
              <a:ahLst/>
              <a:cxnLst/>
              <a:rect l="l" t="t" r="r" b="b"/>
              <a:pathLst>
                <a:path w="3242810" h="3228373">
                  <a:moveTo>
                    <a:pt x="1621405" y="16"/>
                  </a:moveTo>
                  <a:cubicBezTo>
                    <a:pt x="1042998" y="-2571"/>
                    <a:pt x="507417" y="304521"/>
                    <a:pt x="217465" y="805010"/>
                  </a:cubicBezTo>
                  <a:cubicBezTo>
                    <a:pt x="-72488" y="1305499"/>
                    <a:pt x="-72488" y="1922874"/>
                    <a:pt x="217465" y="2423362"/>
                  </a:cubicBezTo>
                  <a:cubicBezTo>
                    <a:pt x="507417" y="2923851"/>
                    <a:pt x="1042998" y="3230943"/>
                    <a:pt x="1621405" y="3228356"/>
                  </a:cubicBezTo>
                  <a:cubicBezTo>
                    <a:pt x="2199812" y="3230943"/>
                    <a:pt x="2735392" y="2923851"/>
                    <a:pt x="3025345" y="2423362"/>
                  </a:cubicBezTo>
                  <a:cubicBezTo>
                    <a:pt x="3315298" y="1922874"/>
                    <a:pt x="3315298" y="1305499"/>
                    <a:pt x="3025345" y="805010"/>
                  </a:cubicBezTo>
                  <a:cubicBezTo>
                    <a:pt x="2735392" y="304522"/>
                    <a:pt x="2199812" y="-2571"/>
                    <a:pt x="1621405" y="16"/>
                  </a:cubicBezTo>
                  <a:close/>
                </a:path>
              </a:pathLst>
            </a:custGeom>
            <a:blipFill>
              <a:blip r:embed="rId5"/>
              <a:stretch>
                <a:fillRect l="-28801" r="-28801" b="-58308"/>
              </a:stretch>
            </a:blipFill>
          </p:spPr>
          <p:txBody>
            <a:bodyPr/>
            <a:lstStyle/>
            <a:p>
              <a:endParaRPr lang="es-419" noProof="0" dirty="0"/>
            </a:p>
          </p:txBody>
        </p:sp>
      </p:grpSp>
    </p:spTree>
    <p:extLst>
      <p:ext uri="{BB962C8B-B14F-4D97-AF65-F5344CB8AC3E}">
        <p14:creationId xmlns:p14="http://schemas.microsoft.com/office/powerpoint/2010/main" val="1366342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nodeType="with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wipe(down)">
                                      <p:cBhvr>
                                        <p:cTn id="7" dur="580">
                                          <p:stCondLst>
                                            <p:cond delay="0"/>
                                          </p:stCondLst>
                                        </p:cTn>
                                        <p:tgtEl>
                                          <p:spTgt spid="36"/>
                                        </p:tgtEl>
                                      </p:cBhvr>
                                    </p:animEffect>
                                    <p:anim calcmode="lin" valueType="num">
                                      <p:cBhvr>
                                        <p:cTn id="8" dur="1822" tmFilter="0,0; 0.14,0.36; 0.43,0.73; 0.71,0.91; 1.0,1.0">
                                          <p:stCondLst>
                                            <p:cond delay="0"/>
                                          </p:stCondLst>
                                        </p:cTn>
                                        <p:tgtEl>
                                          <p:spTgt spid="36"/>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36"/>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36"/>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36"/>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36"/>
                                        </p:tgtEl>
                                        <p:attrNameLst>
                                          <p:attrName>ppt_y</p:attrName>
                                        </p:attrNameLst>
                                      </p:cBhvr>
                                      <p:tavLst>
                                        <p:tav tm="0" fmla="#ppt_y-sin(pi*$)/81">
                                          <p:val>
                                            <p:fltVal val="0"/>
                                          </p:val>
                                        </p:tav>
                                        <p:tav tm="100000">
                                          <p:val>
                                            <p:fltVal val="1"/>
                                          </p:val>
                                        </p:tav>
                                      </p:tavLst>
                                    </p:anim>
                                    <p:animScale>
                                      <p:cBhvr>
                                        <p:cTn id="13" dur="26">
                                          <p:stCondLst>
                                            <p:cond delay="650"/>
                                          </p:stCondLst>
                                        </p:cTn>
                                        <p:tgtEl>
                                          <p:spTgt spid="36"/>
                                        </p:tgtEl>
                                      </p:cBhvr>
                                      <p:to x="100000" y="60000"/>
                                    </p:animScale>
                                    <p:animScale>
                                      <p:cBhvr>
                                        <p:cTn id="14" dur="166" decel="50000">
                                          <p:stCondLst>
                                            <p:cond delay="676"/>
                                          </p:stCondLst>
                                        </p:cTn>
                                        <p:tgtEl>
                                          <p:spTgt spid="36"/>
                                        </p:tgtEl>
                                      </p:cBhvr>
                                      <p:to x="100000" y="100000"/>
                                    </p:animScale>
                                    <p:animScale>
                                      <p:cBhvr>
                                        <p:cTn id="15" dur="26">
                                          <p:stCondLst>
                                            <p:cond delay="1312"/>
                                          </p:stCondLst>
                                        </p:cTn>
                                        <p:tgtEl>
                                          <p:spTgt spid="36"/>
                                        </p:tgtEl>
                                      </p:cBhvr>
                                      <p:to x="100000" y="80000"/>
                                    </p:animScale>
                                    <p:animScale>
                                      <p:cBhvr>
                                        <p:cTn id="16" dur="166" decel="50000">
                                          <p:stCondLst>
                                            <p:cond delay="1338"/>
                                          </p:stCondLst>
                                        </p:cTn>
                                        <p:tgtEl>
                                          <p:spTgt spid="36"/>
                                        </p:tgtEl>
                                      </p:cBhvr>
                                      <p:to x="100000" y="100000"/>
                                    </p:animScale>
                                    <p:animScale>
                                      <p:cBhvr>
                                        <p:cTn id="17" dur="26">
                                          <p:stCondLst>
                                            <p:cond delay="1642"/>
                                          </p:stCondLst>
                                        </p:cTn>
                                        <p:tgtEl>
                                          <p:spTgt spid="36"/>
                                        </p:tgtEl>
                                      </p:cBhvr>
                                      <p:to x="100000" y="90000"/>
                                    </p:animScale>
                                    <p:animScale>
                                      <p:cBhvr>
                                        <p:cTn id="18" dur="166" decel="50000">
                                          <p:stCondLst>
                                            <p:cond delay="1668"/>
                                          </p:stCondLst>
                                        </p:cTn>
                                        <p:tgtEl>
                                          <p:spTgt spid="36"/>
                                        </p:tgtEl>
                                      </p:cBhvr>
                                      <p:to x="100000" y="100000"/>
                                    </p:animScale>
                                    <p:animScale>
                                      <p:cBhvr>
                                        <p:cTn id="19" dur="26">
                                          <p:stCondLst>
                                            <p:cond delay="1808"/>
                                          </p:stCondLst>
                                        </p:cTn>
                                        <p:tgtEl>
                                          <p:spTgt spid="36"/>
                                        </p:tgtEl>
                                      </p:cBhvr>
                                      <p:to x="100000" y="95000"/>
                                    </p:animScale>
                                    <p:animScale>
                                      <p:cBhvr>
                                        <p:cTn id="20" dur="166" decel="50000">
                                          <p:stCondLst>
                                            <p:cond delay="1834"/>
                                          </p:stCondLst>
                                        </p:cTn>
                                        <p:tgtEl>
                                          <p:spTgt spid="36"/>
                                        </p:tgtEl>
                                      </p:cBhvr>
                                      <p:to x="100000" y="100000"/>
                                    </p:animScale>
                                  </p:childTnLst>
                                </p:cTn>
                              </p:par>
                            </p:childTnLst>
                          </p:cTn>
                        </p:par>
                        <p:par>
                          <p:cTn id="21" fill="hold">
                            <p:stCondLst>
                              <p:cond delay="2000"/>
                            </p:stCondLst>
                            <p:childTnLst>
                              <p:par>
                                <p:cTn id="22" presetID="35" presetClass="emph" presetSubtype="0" repeatCount="indefinite" fill="hold" grpId="0" nodeType="afterEffect">
                                  <p:stCondLst>
                                    <p:cond delay="0"/>
                                  </p:stCondLst>
                                  <p:childTnLst>
                                    <p:anim calcmode="discrete" valueType="str">
                                      <p:cBhvr>
                                        <p:cTn id="23" dur="1000" fill="hold"/>
                                        <p:tgtEl>
                                          <p:spTgt spid="4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bg>
      <p:bgPr>
        <a:solidFill>
          <a:srgbClr val="F0F6FC"/>
        </a:solidFill>
        <a:effectLst/>
      </p:bgPr>
    </p:bg>
    <p:spTree>
      <p:nvGrpSpPr>
        <p:cNvPr id="1" name="">
          <a:extLst>
            <a:ext uri="{FF2B5EF4-FFF2-40B4-BE49-F238E27FC236}">
              <a16:creationId xmlns:a16="http://schemas.microsoft.com/office/drawing/2014/main" id="{7D8B4B68-AECE-BD58-F6D5-5C34F8BBF447}"/>
            </a:ext>
          </a:extLst>
        </p:cNvPr>
        <p:cNvGrpSpPr/>
        <p:nvPr/>
      </p:nvGrpSpPr>
      <p:grpSpPr>
        <a:xfrm>
          <a:off x="0" y="0"/>
          <a:ext cx="0" cy="0"/>
          <a:chOff x="0" y="0"/>
          <a:chExt cx="0" cy="0"/>
        </a:xfrm>
      </p:grpSpPr>
      <p:sp>
        <p:nvSpPr>
          <p:cNvPr id="2" name="Shape 0">
            <a:extLst>
              <a:ext uri="{FF2B5EF4-FFF2-40B4-BE49-F238E27FC236}">
                <a16:creationId xmlns:a16="http://schemas.microsoft.com/office/drawing/2014/main" id="{20FBB9F3-D085-F210-5C43-4FFA2921D518}"/>
              </a:ext>
            </a:extLst>
          </p:cNvPr>
          <p:cNvSpPr/>
          <p:nvPr/>
        </p:nvSpPr>
        <p:spPr>
          <a:xfrm>
            <a:off x="0" y="0"/>
            <a:ext cx="9144000" cy="38405"/>
          </a:xfrm>
          <a:prstGeom prst="rect">
            <a:avLst/>
          </a:prstGeom>
          <a:solidFill>
            <a:srgbClr val="EB6C01"/>
          </a:solidFill>
          <a:ln w="12700">
            <a:solidFill>
              <a:srgbClr val="EB6C01"/>
            </a:solidFill>
            <a:prstDash val="solid"/>
          </a:ln>
        </p:spPr>
        <p:txBody>
          <a:bodyPr/>
          <a:lstStyle/>
          <a:p>
            <a:endParaRPr lang="es-419" noProof="0" dirty="0"/>
          </a:p>
        </p:txBody>
      </p:sp>
      <p:sp>
        <p:nvSpPr>
          <p:cNvPr id="3" name="Shape 1">
            <a:extLst>
              <a:ext uri="{FF2B5EF4-FFF2-40B4-BE49-F238E27FC236}">
                <a16:creationId xmlns:a16="http://schemas.microsoft.com/office/drawing/2014/main" id="{A96E0CC0-DA41-D7BC-1CE2-ABF9D745B9DD}"/>
              </a:ext>
            </a:extLst>
          </p:cNvPr>
          <p:cNvSpPr/>
          <p:nvPr/>
        </p:nvSpPr>
        <p:spPr>
          <a:xfrm>
            <a:off x="0" y="38405"/>
            <a:ext cx="9144000" cy="667512"/>
          </a:xfrm>
          <a:prstGeom prst="rect">
            <a:avLst/>
          </a:prstGeom>
          <a:solidFill>
            <a:srgbClr val="1A3464"/>
          </a:solidFill>
          <a:ln w="12700">
            <a:solidFill>
              <a:srgbClr val="1A3464"/>
            </a:solidFill>
            <a:prstDash val="solid"/>
          </a:ln>
        </p:spPr>
        <p:txBody>
          <a:bodyPr/>
          <a:lstStyle/>
          <a:p>
            <a:endParaRPr lang="es-419" noProof="0" dirty="0"/>
          </a:p>
        </p:txBody>
      </p:sp>
      <p:sp>
        <p:nvSpPr>
          <p:cNvPr id="4" name="Shape 2">
            <a:extLst>
              <a:ext uri="{FF2B5EF4-FFF2-40B4-BE49-F238E27FC236}">
                <a16:creationId xmlns:a16="http://schemas.microsoft.com/office/drawing/2014/main" id="{C3165D61-D539-A336-D593-5A164EA5583A}"/>
              </a:ext>
            </a:extLst>
          </p:cNvPr>
          <p:cNvSpPr/>
          <p:nvPr/>
        </p:nvSpPr>
        <p:spPr>
          <a:xfrm>
            <a:off x="384048" y="117043"/>
            <a:ext cx="685800" cy="237744"/>
          </a:xfrm>
          <a:prstGeom prst="rect">
            <a:avLst/>
          </a:prstGeom>
          <a:solidFill>
            <a:srgbClr val="EB6C01"/>
          </a:solidFill>
          <a:ln w="12700">
            <a:solidFill>
              <a:srgbClr val="EB6C01"/>
            </a:solidFill>
            <a:prstDash val="solid"/>
          </a:ln>
        </p:spPr>
        <p:txBody>
          <a:bodyPr/>
          <a:lstStyle/>
          <a:p>
            <a:endParaRPr lang="es-419" noProof="0" dirty="0"/>
          </a:p>
        </p:txBody>
      </p:sp>
      <p:sp>
        <p:nvSpPr>
          <p:cNvPr id="5" name="Text 3">
            <a:extLst>
              <a:ext uri="{FF2B5EF4-FFF2-40B4-BE49-F238E27FC236}">
                <a16:creationId xmlns:a16="http://schemas.microsoft.com/office/drawing/2014/main" id="{7EEA1993-2DD9-8414-4A36-5D0C762E9EC6}"/>
              </a:ext>
            </a:extLst>
          </p:cNvPr>
          <p:cNvSpPr/>
          <p:nvPr/>
        </p:nvSpPr>
        <p:spPr>
          <a:xfrm>
            <a:off x="384048" y="117043"/>
            <a:ext cx="685800" cy="237744"/>
          </a:xfrm>
          <a:prstGeom prst="rect">
            <a:avLst/>
          </a:prstGeom>
          <a:noFill/>
          <a:ln/>
        </p:spPr>
        <p:txBody>
          <a:bodyPr wrap="square" lIns="0" tIns="0" rIns="0" bIns="0" rtlCol="0" anchor="ctr"/>
          <a:lstStyle/>
          <a:p>
            <a:pPr marL="0" indent="0" algn="ctr">
              <a:buNone/>
            </a:pPr>
            <a:r>
              <a:rPr lang="es-419" sz="650" b="1" kern="0" spc="150" noProof="0" dirty="0">
                <a:solidFill>
                  <a:srgbClr val="FFFFFF"/>
                </a:solidFill>
                <a:latin typeface="Montserrat" pitchFamily="34" charset="0"/>
                <a:ea typeface="Montserrat" pitchFamily="34" charset="-122"/>
                <a:cs typeface="Montserrat" pitchFamily="34" charset="-120"/>
              </a:rPr>
              <a:t>T. NORTE</a:t>
            </a:r>
            <a:endParaRPr lang="es-419" sz="650" noProof="0" dirty="0"/>
          </a:p>
        </p:txBody>
      </p:sp>
      <p:sp>
        <p:nvSpPr>
          <p:cNvPr id="6" name="Text 4">
            <a:extLst>
              <a:ext uri="{FF2B5EF4-FFF2-40B4-BE49-F238E27FC236}">
                <a16:creationId xmlns:a16="http://schemas.microsoft.com/office/drawing/2014/main" id="{BBD0B402-A06A-8EB3-6A57-F41A893CBB77}"/>
              </a:ext>
            </a:extLst>
          </p:cNvPr>
          <p:cNvSpPr/>
          <p:nvPr/>
        </p:nvSpPr>
        <p:spPr>
          <a:xfrm>
            <a:off x="1170432" y="91440"/>
            <a:ext cx="5029200" cy="402336"/>
          </a:xfrm>
          <a:prstGeom prst="rect">
            <a:avLst/>
          </a:prstGeom>
          <a:noFill/>
          <a:ln/>
        </p:spPr>
        <p:txBody>
          <a:bodyPr wrap="square" lIns="0" tIns="0" rIns="0" bIns="0" rtlCol="0" anchor="ctr"/>
          <a:lstStyle/>
          <a:p>
            <a:pPr marL="0" indent="0">
              <a:buNone/>
            </a:pPr>
            <a:r>
              <a:rPr lang="es-419" sz="2000" b="1" noProof="0" dirty="0">
                <a:solidFill>
                  <a:srgbClr val="FFFFFF"/>
                </a:solidFill>
                <a:latin typeface="Montserrat" pitchFamily="34" charset="0"/>
                <a:ea typeface="Montserrat" pitchFamily="34" charset="-122"/>
                <a:cs typeface="Montserrat" pitchFamily="34" charset="-120"/>
              </a:rPr>
              <a:t>MA </a:t>
            </a:r>
            <a:r>
              <a:rPr lang="es-419" sz="2000" b="1" dirty="0">
                <a:solidFill>
                  <a:srgbClr val="FFFFFF"/>
                </a:solidFill>
                <a:latin typeface="Montserrat" pitchFamily="34" charset="0"/>
                <a:ea typeface="Montserrat" pitchFamily="34" charset="-122"/>
                <a:cs typeface="Montserrat" pitchFamily="34" charset="-120"/>
              </a:rPr>
              <a:t>VILLAS DE SAN JUAN</a:t>
            </a:r>
            <a:r>
              <a:rPr lang="es-419" sz="2000" b="1" noProof="0" dirty="0">
                <a:solidFill>
                  <a:srgbClr val="FFFFFF"/>
                </a:solidFill>
                <a:latin typeface="Montserrat" pitchFamily="34" charset="0"/>
                <a:ea typeface="Montserrat" pitchFamily="34" charset="-122"/>
                <a:cs typeface="Montserrat" pitchFamily="34" charset="-120"/>
              </a:rPr>
              <a:t> </a:t>
            </a:r>
            <a:endParaRPr lang="es-419" sz="2000" noProof="0" dirty="0"/>
          </a:p>
        </p:txBody>
      </p:sp>
      <p:sp>
        <p:nvSpPr>
          <p:cNvPr id="7" name="Text 5">
            <a:extLst>
              <a:ext uri="{FF2B5EF4-FFF2-40B4-BE49-F238E27FC236}">
                <a16:creationId xmlns:a16="http://schemas.microsoft.com/office/drawing/2014/main" id="{C9BFB513-44F6-736B-0BC6-75B3F99ECE07}"/>
              </a:ext>
            </a:extLst>
          </p:cNvPr>
          <p:cNvSpPr/>
          <p:nvPr/>
        </p:nvSpPr>
        <p:spPr>
          <a:xfrm>
            <a:off x="1170432" y="475488"/>
            <a:ext cx="3200400" cy="182880"/>
          </a:xfrm>
          <a:prstGeom prst="rect">
            <a:avLst/>
          </a:prstGeom>
          <a:noFill/>
          <a:ln/>
        </p:spPr>
        <p:txBody>
          <a:bodyPr wrap="square" lIns="0" tIns="0" rIns="0" bIns="0" rtlCol="0" anchor="ctr"/>
          <a:lstStyle/>
          <a:p>
            <a:pPr marL="0" indent="0">
              <a:buNone/>
            </a:pPr>
            <a:r>
              <a:rPr lang="es-419" sz="950" noProof="0" dirty="0">
                <a:solidFill>
                  <a:srgbClr val="8FAECB"/>
                </a:solidFill>
                <a:latin typeface="Montserrat" pitchFamily="34" charset="0"/>
              </a:rPr>
              <a:t>Guanajuato </a:t>
            </a:r>
            <a:endParaRPr lang="es-419" sz="950" noProof="0" dirty="0"/>
          </a:p>
        </p:txBody>
      </p:sp>
      <p:sp>
        <p:nvSpPr>
          <p:cNvPr id="8" name="Text 6">
            <a:extLst>
              <a:ext uri="{FF2B5EF4-FFF2-40B4-BE49-F238E27FC236}">
                <a16:creationId xmlns:a16="http://schemas.microsoft.com/office/drawing/2014/main" id="{D7DDF848-8FC4-36AF-09F8-E7865B1BE5C5}"/>
              </a:ext>
            </a:extLst>
          </p:cNvPr>
          <p:cNvSpPr/>
          <p:nvPr/>
        </p:nvSpPr>
        <p:spPr>
          <a:xfrm>
            <a:off x="7132320" y="246888"/>
            <a:ext cx="1828800" cy="182880"/>
          </a:xfrm>
          <a:prstGeom prst="rect">
            <a:avLst/>
          </a:prstGeom>
          <a:noFill/>
          <a:ln/>
        </p:spPr>
        <p:txBody>
          <a:bodyPr wrap="square" lIns="0" tIns="0" rIns="0" bIns="0" rtlCol="0" anchor="ctr"/>
          <a:lstStyle/>
          <a:p>
            <a:pPr marL="0" indent="0" algn="r">
              <a:buNone/>
            </a:pPr>
            <a:r>
              <a:rPr lang="es-419" sz="700" b="1" kern="0" spc="150" noProof="0" dirty="0">
                <a:solidFill>
                  <a:srgbClr val="EB6C01"/>
                </a:solidFill>
                <a:latin typeface="Montserrat" pitchFamily="34" charset="0"/>
                <a:ea typeface="Montserrat" pitchFamily="34" charset="-122"/>
                <a:cs typeface="Montserrat" pitchFamily="34" charset="-120"/>
              </a:rPr>
              <a:t>SEMANA 18  ·  2025</a:t>
            </a:r>
            <a:endParaRPr lang="es-419" sz="700" noProof="0" dirty="0"/>
          </a:p>
        </p:txBody>
      </p:sp>
      <p:sp>
        <p:nvSpPr>
          <p:cNvPr id="9" name="Shape 7">
            <a:extLst>
              <a:ext uri="{FF2B5EF4-FFF2-40B4-BE49-F238E27FC236}">
                <a16:creationId xmlns:a16="http://schemas.microsoft.com/office/drawing/2014/main" id="{F6F606CB-D86D-4126-650C-7A4D9CDE48E4}"/>
              </a:ext>
            </a:extLst>
          </p:cNvPr>
          <p:cNvSpPr/>
          <p:nvPr/>
        </p:nvSpPr>
        <p:spPr>
          <a:xfrm>
            <a:off x="0" y="705917"/>
            <a:ext cx="2779776" cy="4163263"/>
          </a:xfrm>
          <a:prstGeom prst="rect">
            <a:avLst/>
          </a:prstGeom>
          <a:solidFill>
            <a:srgbClr val="FFFFFF"/>
          </a:solidFill>
          <a:ln w="12700">
            <a:solidFill>
              <a:srgbClr val="D4E4F2"/>
            </a:solidFill>
            <a:prstDash val="solid"/>
          </a:ln>
        </p:spPr>
        <p:txBody>
          <a:bodyPr/>
          <a:lstStyle/>
          <a:p>
            <a:endParaRPr lang="es-419" noProof="0" dirty="0"/>
          </a:p>
        </p:txBody>
      </p:sp>
      <p:sp>
        <p:nvSpPr>
          <p:cNvPr id="10" name="Text 8">
            <a:extLst>
              <a:ext uri="{FF2B5EF4-FFF2-40B4-BE49-F238E27FC236}">
                <a16:creationId xmlns:a16="http://schemas.microsoft.com/office/drawing/2014/main" id="{1CC4F66A-6171-0B6C-07A3-50819509B77B}"/>
              </a:ext>
            </a:extLst>
          </p:cNvPr>
          <p:cNvSpPr/>
          <p:nvPr/>
        </p:nvSpPr>
        <p:spPr>
          <a:xfrm>
            <a:off x="118872" y="768096"/>
            <a:ext cx="2468880" cy="146304"/>
          </a:xfrm>
          <a:prstGeom prst="rect">
            <a:avLst/>
          </a:prstGeom>
          <a:noFill/>
          <a:ln/>
        </p:spPr>
        <p:txBody>
          <a:bodyPr wrap="square" lIns="0" tIns="0" rIns="0" bIns="0" rtlCol="0" anchor="ctr"/>
          <a:lstStyle/>
          <a:p>
            <a:pPr marL="0" indent="0">
              <a:buNone/>
            </a:pPr>
            <a:r>
              <a:rPr lang="es-419" sz="650" b="1" kern="0" spc="250" noProof="0" dirty="0">
                <a:solidFill>
                  <a:srgbClr val="8FAECB"/>
                </a:solidFill>
                <a:latin typeface="Montserrat" pitchFamily="34" charset="0"/>
                <a:ea typeface="Montserrat" pitchFamily="34" charset="-122"/>
                <a:cs typeface="Montserrat" pitchFamily="34" charset="-120"/>
              </a:rPr>
              <a:t>UBICACIÓN EN MÉXICO</a:t>
            </a:r>
            <a:endParaRPr lang="es-419" sz="650" noProof="0" dirty="0"/>
          </a:p>
        </p:txBody>
      </p:sp>
      <p:sp>
        <p:nvSpPr>
          <p:cNvPr id="12" name="Text 9">
            <a:extLst>
              <a:ext uri="{FF2B5EF4-FFF2-40B4-BE49-F238E27FC236}">
                <a16:creationId xmlns:a16="http://schemas.microsoft.com/office/drawing/2014/main" id="{6CE617F8-9484-005C-4113-503F6E68E30B}"/>
              </a:ext>
            </a:extLst>
          </p:cNvPr>
          <p:cNvSpPr/>
          <p:nvPr/>
        </p:nvSpPr>
        <p:spPr>
          <a:xfrm>
            <a:off x="73152" y="2944368"/>
            <a:ext cx="2633472" cy="182880"/>
          </a:xfrm>
          <a:prstGeom prst="rect">
            <a:avLst/>
          </a:prstGeom>
          <a:noFill/>
          <a:ln/>
        </p:spPr>
        <p:txBody>
          <a:bodyPr wrap="square" lIns="0" tIns="0" rIns="0" bIns="0" rtlCol="0" anchor="ctr"/>
          <a:lstStyle/>
          <a:p>
            <a:pPr algn="ctr"/>
            <a:r>
              <a:rPr lang="es-419" sz="750" b="1" kern="0" spc="200" dirty="0">
                <a:solidFill>
                  <a:srgbClr val="EB6C01"/>
                </a:solidFill>
                <a:latin typeface="Montserrat" pitchFamily="34" charset="0"/>
              </a:rPr>
              <a:t>LEÓN, VILLAS DE SAN JUAN</a:t>
            </a:r>
            <a:endParaRPr lang="es-419" sz="750" dirty="0"/>
          </a:p>
        </p:txBody>
      </p:sp>
      <p:sp>
        <p:nvSpPr>
          <p:cNvPr id="13" name="Text 10">
            <a:extLst>
              <a:ext uri="{FF2B5EF4-FFF2-40B4-BE49-F238E27FC236}">
                <a16:creationId xmlns:a16="http://schemas.microsoft.com/office/drawing/2014/main" id="{DEE3F122-FCB7-E121-1989-9C4DF45CD7C5}"/>
              </a:ext>
            </a:extLst>
          </p:cNvPr>
          <p:cNvSpPr/>
          <p:nvPr/>
        </p:nvSpPr>
        <p:spPr>
          <a:xfrm>
            <a:off x="2944368" y="859536"/>
            <a:ext cx="1353312" cy="164592"/>
          </a:xfrm>
          <a:prstGeom prst="rect">
            <a:avLst/>
          </a:prstGeom>
          <a:noFill/>
          <a:ln/>
        </p:spPr>
        <p:txBody>
          <a:bodyPr wrap="square" lIns="0" tIns="0" rIns="0" bIns="0" rtlCol="0" anchor="ctr"/>
          <a:lstStyle/>
          <a:p>
            <a:pPr marL="0" indent="0">
              <a:buNone/>
            </a:pPr>
            <a:r>
              <a:rPr lang="es-419" sz="650" b="1" kern="0" spc="250" noProof="0" dirty="0">
                <a:solidFill>
                  <a:srgbClr val="EB6C01"/>
                </a:solidFill>
                <a:latin typeface="Montserrat" pitchFamily="34" charset="0"/>
                <a:ea typeface="Montserrat" pitchFamily="34" charset="-122"/>
                <a:cs typeface="Montserrat" pitchFamily="34" charset="-120"/>
              </a:rPr>
              <a:t>PROYECTO ACTIVO</a:t>
            </a:r>
            <a:endParaRPr lang="es-419" sz="650" noProof="0" dirty="0"/>
          </a:p>
        </p:txBody>
      </p:sp>
      <p:sp>
        <p:nvSpPr>
          <p:cNvPr id="14" name="Shape 11">
            <a:extLst>
              <a:ext uri="{FF2B5EF4-FFF2-40B4-BE49-F238E27FC236}">
                <a16:creationId xmlns:a16="http://schemas.microsoft.com/office/drawing/2014/main" id="{B1A20B36-93E2-8DCC-D542-902CE9757AB8}"/>
              </a:ext>
            </a:extLst>
          </p:cNvPr>
          <p:cNvSpPr/>
          <p:nvPr/>
        </p:nvSpPr>
        <p:spPr>
          <a:xfrm>
            <a:off x="2944368" y="1024128"/>
            <a:ext cx="987552" cy="16459"/>
          </a:xfrm>
          <a:prstGeom prst="rect">
            <a:avLst/>
          </a:prstGeom>
          <a:solidFill>
            <a:srgbClr val="EB6C01"/>
          </a:solidFill>
          <a:ln w="12700">
            <a:solidFill>
              <a:srgbClr val="EB6C01"/>
            </a:solidFill>
            <a:prstDash val="solid"/>
          </a:ln>
        </p:spPr>
        <p:txBody>
          <a:bodyPr/>
          <a:lstStyle/>
          <a:p>
            <a:endParaRPr lang="es-419" noProof="0" dirty="0"/>
          </a:p>
        </p:txBody>
      </p:sp>
      <p:sp>
        <p:nvSpPr>
          <p:cNvPr id="15" name="Shape 12">
            <a:extLst>
              <a:ext uri="{FF2B5EF4-FFF2-40B4-BE49-F238E27FC236}">
                <a16:creationId xmlns:a16="http://schemas.microsoft.com/office/drawing/2014/main" id="{CF45D70F-4BDF-451D-9CAD-3C20EBCACC19}"/>
              </a:ext>
            </a:extLst>
          </p:cNvPr>
          <p:cNvSpPr/>
          <p:nvPr/>
        </p:nvSpPr>
        <p:spPr>
          <a:xfrm>
            <a:off x="2944368" y="1115568"/>
            <a:ext cx="6035040" cy="603504"/>
          </a:xfrm>
          <a:prstGeom prst="rect">
            <a:avLst/>
          </a:prstGeom>
          <a:solidFill>
            <a:srgbClr val="E5EFF8"/>
          </a:solidFill>
          <a:ln w="12700">
            <a:solidFill>
              <a:srgbClr val="A8C0D8"/>
            </a:solidFill>
            <a:prstDash val="solid"/>
          </a:ln>
        </p:spPr>
        <p:txBody>
          <a:bodyPr/>
          <a:lstStyle/>
          <a:p>
            <a:endParaRPr lang="es-419" noProof="0" dirty="0"/>
          </a:p>
        </p:txBody>
      </p:sp>
      <p:sp>
        <p:nvSpPr>
          <p:cNvPr id="16" name="Text 13">
            <a:extLst>
              <a:ext uri="{FF2B5EF4-FFF2-40B4-BE49-F238E27FC236}">
                <a16:creationId xmlns:a16="http://schemas.microsoft.com/office/drawing/2014/main" id="{7E2D1DB2-D19A-C076-F299-3A7F488F9450}"/>
              </a:ext>
            </a:extLst>
          </p:cNvPr>
          <p:cNvSpPr/>
          <p:nvPr/>
        </p:nvSpPr>
        <p:spPr>
          <a:xfrm>
            <a:off x="3054096" y="1170432"/>
            <a:ext cx="5815584" cy="493776"/>
          </a:xfrm>
          <a:prstGeom prst="rect">
            <a:avLst/>
          </a:prstGeom>
          <a:noFill/>
          <a:ln/>
        </p:spPr>
        <p:txBody>
          <a:bodyPr wrap="square" lIns="0" tIns="0" rIns="0" bIns="0" rtlCol="0" anchor="ctr"/>
          <a:lstStyle/>
          <a:p>
            <a:pPr marL="0" indent="0">
              <a:buNone/>
            </a:pPr>
            <a:r>
              <a:rPr lang="es-419" sz="1500" b="1" noProof="0" dirty="0">
                <a:solidFill>
                  <a:srgbClr val="9BB5CC"/>
                </a:solidFill>
                <a:latin typeface="Montserrat" pitchFamily="34" charset="0"/>
                <a:ea typeface="Montserrat" pitchFamily="34" charset="-122"/>
                <a:cs typeface="Montserrat" pitchFamily="34" charset="-120"/>
              </a:rPr>
              <a:t>[Nombre del Proyecto / Actividad]</a:t>
            </a:r>
            <a:endParaRPr lang="es-419" sz="1500" noProof="0" dirty="0"/>
          </a:p>
        </p:txBody>
      </p:sp>
      <p:sp>
        <p:nvSpPr>
          <p:cNvPr id="17" name="Shape 14">
            <a:extLst>
              <a:ext uri="{FF2B5EF4-FFF2-40B4-BE49-F238E27FC236}">
                <a16:creationId xmlns:a16="http://schemas.microsoft.com/office/drawing/2014/main" id="{E95365C6-119C-9184-D86E-D2642BF39B3C}"/>
              </a:ext>
            </a:extLst>
          </p:cNvPr>
          <p:cNvSpPr/>
          <p:nvPr/>
        </p:nvSpPr>
        <p:spPr>
          <a:xfrm>
            <a:off x="2944368" y="1837944"/>
            <a:ext cx="91440" cy="91440"/>
          </a:xfrm>
          <a:prstGeom prst="ellipse">
            <a:avLst/>
          </a:prstGeom>
          <a:solidFill>
            <a:srgbClr val="A8C0D8"/>
          </a:solidFill>
          <a:ln w="12700">
            <a:solidFill>
              <a:srgbClr val="A8C0D8"/>
            </a:solidFill>
            <a:prstDash val="solid"/>
          </a:ln>
        </p:spPr>
        <p:txBody>
          <a:bodyPr/>
          <a:lstStyle/>
          <a:p>
            <a:endParaRPr lang="es-419" noProof="0" dirty="0"/>
          </a:p>
        </p:txBody>
      </p:sp>
      <p:sp>
        <p:nvSpPr>
          <p:cNvPr id="18" name="Text 15">
            <a:extLst>
              <a:ext uri="{FF2B5EF4-FFF2-40B4-BE49-F238E27FC236}">
                <a16:creationId xmlns:a16="http://schemas.microsoft.com/office/drawing/2014/main" id="{21B046C9-B0C4-8CDB-C02F-BF3AEAC90471}"/>
              </a:ext>
            </a:extLst>
          </p:cNvPr>
          <p:cNvSpPr/>
          <p:nvPr/>
        </p:nvSpPr>
        <p:spPr>
          <a:xfrm>
            <a:off x="3099816" y="1819656"/>
            <a:ext cx="2743200" cy="137160"/>
          </a:xfrm>
          <a:prstGeom prst="rect">
            <a:avLst/>
          </a:prstGeom>
          <a:noFill/>
          <a:ln/>
        </p:spPr>
        <p:txBody>
          <a:bodyPr wrap="square" lIns="0" tIns="0" rIns="0" bIns="0" rtlCol="0" anchor="ctr"/>
          <a:lstStyle/>
          <a:p>
            <a:pPr marL="0" indent="0">
              <a:buNone/>
            </a:pPr>
            <a:r>
              <a:rPr lang="es-419" sz="850" b="1" kern="0" spc="100" noProof="0" dirty="0">
                <a:solidFill>
                  <a:srgbClr val="A8C0D8"/>
                </a:solidFill>
                <a:latin typeface="Montserrat" pitchFamily="34" charset="0"/>
                <a:ea typeface="Montserrat" pitchFamily="34" charset="-122"/>
                <a:cs typeface="Montserrat" pitchFamily="34" charset="-120"/>
              </a:rPr>
              <a:t>[ESTADO DEL PROYECTO]</a:t>
            </a:r>
            <a:endParaRPr lang="es-419" sz="850" noProof="0" dirty="0"/>
          </a:p>
        </p:txBody>
      </p:sp>
      <p:sp>
        <p:nvSpPr>
          <p:cNvPr id="19" name="Shape 16">
            <a:extLst>
              <a:ext uri="{FF2B5EF4-FFF2-40B4-BE49-F238E27FC236}">
                <a16:creationId xmlns:a16="http://schemas.microsoft.com/office/drawing/2014/main" id="{7D489565-3A30-AC0D-A139-421041158354}"/>
              </a:ext>
            </a:extLst>
          </p:cNvPr>
          <p:cNvSpPr/>
          <p:nvPr/>
        </p:nvSpPr>
        <p:spPr>
          <a:xfrm>
            <a:off x="2944368" y="2057400"/>
            <a:ext cx="25603" cy="658368"/>
          </a:xfrm>
          <a:prstGeom prst="rect">
            <a:avLst/>
          </a:prstGeom>
          <a:solidFill>
            <a:srgbClr val="A8C0D8"/>
          </a:solidFill>
          <a:ln w="12700">
            <a:solidFill>
              <a:srgbClr val="A8C0D8"/>
            </a:solidFill>
            <a:prstDash val="solid"/>
          </a:ln>
        </p:spPr>
        <p:txBody>
          <a:bodyPr/>
          <a:lstStyle/>
          <a:p>
            <a:endParaRPr lang="es-419" noProof="0" dirty="0"/>
          </a:p>
        </p:txBody>
      </p:sp>
      <p:sp>
        <p:nvSpPr>
          <p:cNvPr id="20" name="Text 17">
            <a:extLst>
              <a:ext uri="{FF2B5EF4-FFF2-40B4-BE49-F238E27FC236}">
                <a16:creationId xmlns:a16="http://schemas.microsoft.com/office/drawing/2014/main" id="{FCCE97BA-8B74-1914-719E-04D0BFE06289}"/>
              </a:ext>
            </a:extLst>
          </p:cNvPr>
          <p:cNvSpPr/>
          <p:nvPr/>
        </p:nvSpPr>
        <p:spPr>
          <a:xfrm>
            <a:off x="3035808" y="2057400"/>
            <a:ext cx="5925312" cy="658368"/>
          </a:xfrm>
          <a:prstGeom prst="rect">
            <a:avLst/>
          </a:prstGeom>
          <a:noFill/>
          <a:ln/>
        </p:spPr>
        <p:txBody>
          <a:bodyPr wrap="square" rtlCol="0" anchor="ctr"/>
          <a:lstStyle/>
          <a:p>
            <a:pPr marL="0" indent="0">
              <a:buNone/>
            </a:pPr>
            <a:r>
              <a:rPr lang="es-419" sz="950" i="1" noProof="0" dirty="0">
                <a:solidFill>
                  <a:srgbClr val="A8BDD0"/>
                </a:solidFill>
                <a:latin typeface="Montserrat" pitchFamily="34" charset="0"/>
                <a:ea typeface="Montserrat" pitchFamily="34" charset="-122"/>
                <a:cs typeface="Montserrat" pitchFamily="34" charset="-120"/>
              </a:rPr>
              <a:t>Describa aquí el avance semanal, actividades realizadas,</a:t>
            </a:r>
            <a:endParaRPr lang="es-419" sz="950" noProof="0" dirty="0"/>
          </a:p>
          <a:p>
            <a:pPr marL="0" indent="0">
              <a:buNone/>
            </a:pPr>
            <a:r>
              <a:rPr lang="es-419" sz="950" i="1" noProof="0" dirty="0">
                <a:solidFill>
                  <a:srgbClr val="A8BDD0"/>
                </a:solidFill>
                <a:latin typeface="Montserrat" pitchFamily="34" charset="0"/>
                <a:ea typeface="Montserrat" pitchFamily="34" charset="-122"/>
                <a:cs typeface="Montserrat" pitchFamily="34" charset="-120"/>
              </a:rPr>
              <a:t>pagos, documentación o incidencias del proyecto.</a:t>
            </a:r>
            <a:endParaRPr lang="es-419" sz="950" noProof="0" dirty="0"/>
          </a:p>
        </p:txBody>
      </p:sp>
      <p:sp>
        <p:nvSpPr>
          <p:cNvPr id="21" name="Text 18">
            <a:extLst>
              <a:ext uri="{FF2B5EF4-FFF2-40B4-BE49-F238E27FC236}">
                <a16:creationId xmlns:a16="http://schemas.microsoft.com/office/drawing/2014/main" id="{5F00AB4A-4056-560E-045B-7591EC43605B}"/>
              </a:ext>
            </a:extLst>
          </p:cNvPr>
          <p:cNvSpPr/>
          <p:nvPr/>
        </p:nvSpPr>
        <p:spPr>
          <a:xfrm>
            <a:off x="2944368" y="2834640"/>
            <a:ext cx="1828800" cy="164592"/>
          </a:xfrm>
          <a:prstGeom prst="rect">
            <a:avLst/>
          </a:prstGeom>
          <a:noFill/>
          <a:ln/>
        </p:spPr>
        <p:txBody>
          <a:bodyPr wrap="square" lIns="0" tIns="0" rIns="0" bIns="0" rtlCol="0" anchor="ctr"/>
          <a:lstStyle/>
          <a:p>
            <a:pPr marL="0" indent="0">
              <a:buNone/>
            </a:pPr>
            <a:r>
              <a:rPr lang="es-419" sz="650" b="1" kern="0" spc="250" noProof="0" dirty="0">
                <a:solidFill>
                  <a:srgbClr val="EB6C01"/>
                </a:solidFill>
                <a:latin typeface="Montserrat" pitchFamily="34" charset="0"/>
                <a:ea typeface="Montserrat" pitchFamily="34" charset="-122"/>
                <a:cs typeface="Montserrat" pitchFamily="34" charset="-120"/>
              </a:rPr>
              <a:t>FOTOGRAFÍAS DE AVANCE</a:t>
            </a:r>
            <a:endParaRPr lang="es-419" sz="650" noProof="0" dirty="0"/>
          </a:p>
        </p:txBody>
      </p:sp>
      <p:sp>
        <p:nvSpPr>
          <p:cNvPr id="22" name="Shape 19">
            <a:extLst>
              <a:ext uri="{FF2B5EF4-FFF2-40B4-BE49-F238E27FC236}">
                <a16:creationId xmlns:a16="http://schemas.microsoft.com/office/drawing/2014/main" id="{76861BAA-2552-9B14-DCE0-697DA5A52AF9}"/>
              </a:ext>
            </a:extLst>
          </p:cNvPr>
          <p:cNvSpPr/>
          <p:nvPr/>
        </p:nvSpPr>
        <p:spPr>
          <a:xfrm>
            <a:off x="2944368" y="3008376"/>
            <a:ext cx="1481328" cy="16459"/>
          </a:xfrm>
          <a:prstGeom prst="rect">
            <a:avLst/>
          </a:prstGeom>
          <a:solidFill>
            <a:srgbClr val="EB6C01"/>
          </a:solidFill>
          <a:ln w="12700">
            <a:solidFill>
              <a:srgbClr val="EB6C01"/>
            </a:solidFill>
            <a:prstDash val="solid"/>
          </a:ln>
        </p:spPr>
        <p:txBody>
          <a:bodyPr/>
          <a:lstStyle/>
          <a:p>
            <a:endParaRPr lang="es-419" noProof="0" dirty="0"/>
          </a:p>
        </p:txBody>
      </p:sp>
      <p:sp>
        <p:nvSpPr>
          <p:cNvPr id="23" name="Shape 20">
            <a:extLst>
              <a:ext uri="{FF2B5EF4-FFF2-40B4-BE49-F238E27FC236}">
                <a16:creationId xmlns:a16="http://schemas.microsoft.com/office/drawing/2014/main" id="{D56E6A91-2BB9-B3DE-E942-35E64500189F}"/>
              </a:ext>
            </a:extLst>
          </p:cNvPr>
          <p:cNvSpPr/>
          <p:nvPr/>
        </p:nvSpPr>
        <p:spPr>
          <a:xfrm>
            <a:off x="2944368"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24" name="Image 1" descr="preencoded.png">
            <a:extLst>
              <a:ext uri="{FF2B5EF4-FFF2-40B4-BE49-F238E27FC236}">
                <a16:creationId xmlns:a16="http://schemas.microsoft.com/office/drawing/2014/main" id="{5F3DD827-32AF-4C3E-5A03-235DB47658CD}"/>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797808" y="3593592"/>
            <a:ext cx="256032" cy="256032"/>
          </a:xfrm>
          <a:prstGeom prst="rect">
            <a:avLst/>
          </a:prstGeom>
        </p:spPr>
      </p:pic>
      <p:sp>
        <p:nvSpPr>
          <p:cNvPr id="25" name="Text 21">
            <a:extLst>
              <a:ext uri="{FF2B5EF4-FFF2-40B4-BE49-F238E27FC236}">
                <a16:creationId xmlns:a16="http://schemas.microsoft.com/office/drawing/2014/main" id="{24183EE7-403E-F1DE-CD02-EA25CCFD0722}"/>
              </a:ext>
            </a:extLst>
          </p:cNvPr>
          <p:cNvSpPr/>
          <p:nvPr/>
        </p:nvSpPr>
        <p:spPr>
          <a:xfrm>
            <a:off x="2944368"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26" name="Shape 22">
            <a:extLst>
              <a:ext uri="{FF2B5EF4-FFF2-40B4-BE49-F238E27FC236}">
                <a16:creationId xmlns:a16="http://schemas.microsoft.com/office/drawing/2014/main" id="{61899C72-103E-8CCD-C6E7-0EA4C909BAF3}"/>
              </a:ext>
            </a:extLst>
          </p:cNvPr>
          <p:cNvSpPr/>
          <p:nvPr/>
        </p:nvSpPr>
        <p:spPr>
          <a:xfrm>
            <a:off x="4980432"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27" name="Image 2" descr="preencoded.png">
            <a:extLst>
              <a:ext uri="{FF2B5EF4-FFF2-40B4-BE49-F238E27FC236}">
                <a16:creationId xmlns:a16="http://schemas.microsoft.com/office/drawing/2014/main" id="{43D010CE-B731-4D8A-0A31-B963B203656B}"/>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833872" y="3593592"/>
            <a:ext cx="256032" cy="256032"/>
          </a:xfrm>
          <a:prstGeom prst="rect">
            <a:avLst/>
          </a:prstGeom>
        </p:spPr>
      </p:pic>
      <p:sp>
        <p:nvSpPr>
          <p:cNvPr id="28" name="Text 23">
            <a:extLst>
              <a:ext uri="{FF2B5EF4-FFF2-40B4-BE49-F238E27FC236}">
                <a16:creationId xmlns:a16="http://schemas.microsoft.com/office/drawing/2014/main" id="{F4C70007-3F8C-458E-DC8B-A0A53E525E67}"/>
              </a:ext>
            </a:extLst>
          </p:cNvPr>
          <p:cNvSpPr/>
          <p:nvPr/>
        </p:nvSpPr>
        <p:spPr>
          <a:xfrm>
            <a:off x="4980432"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29" name="Shape 24">
            <a:extLst>
              <a:ext uri="{FF2B5EF4-FFF2-40B4-BE49-F238E27FC236}">
                <a16:creationId xmlns:a16="http://schemas.microsoft.com/office/drawing/2014/main" id="{B480F2C6-6A09-C055-6749-8945B8926C55}"/>
              </a:ext>
            </a:extLst>
          </p:cNvPr>
          <p:cNvSpPr/>
          <p:nvPr/>
        </p:nvSpPr>
        <p:spPr>
          <a:xfrm>
            <a:off x="7016496"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30" name="Image 3" descr="preencoded.png">
            <a:extLst>
              <a:ext uri="{FF2B5EF4-FFF2-40B4-BE49-F238E27FC236}">
                <a16:creationId xmlns:a16="http://schemas.microsoft.com/office/drawing/2014/main" id="{018F460C-9B52-CACC-8FE6-6558411E4F14}"/>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7869936" y="3593592"/>
            <a:ext cx="256032" cy="256032"/>
          </a:xfrm>
          <a:prstGeom prst="rect">
            <a:avLst/>
          </a:prstGeom>
        </p:spPr>
      </p:pic>
      <p:sp>
        <p:nvSpPr>
          <p:cNvPr id="31" name="Text 25">
            <a:extLst>
              <a:ext uri="{FF2B5EF4-FFF2-40B4-BE49-F238E27FC236}">
                <a16:creationId xmlns:a16="http://schemas.microsoft.com/office/drawing/2014/main" id="{BB894862-879F-6E2A-D904-5CD821BBDB70}"/>
              </a:ext>
            </a:extLst>
          </p:cNvPr>
          <p:cNvSpPr/>
          <p:nvPr/>
        </p:nvSpPr>
        <p:spPr>
          <a:xfrm>
            <a:off x="7016496"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32" name="Shape 26">
            <a:extLst>
              <a:ext uri="{FF2B5EF4-FFF2-40B4-BE49-F238E27FC236}">
                <a16:creationId xmlns:a16="http://schemas.microsoft.com/office/drawing/2014/main" id="{4F48B6C8-FD38-1D2F-FA65-C7A620B6BF4B}"/>
              </a:ext>
            </a:extLst>
          </p:cNvPr>
          <p:cNvSpPr/>
          <p:nvPr/>
        </p:nvSpPr>
        <p:spPr>
          <a:xfrm>
            <a:off x="0" y="4873752"/>
            <a:ext cx="9144000" cy="269748"/>
          </a:xfrm>
          <a:prstGeom prst="rect">
            <a:avLst/>
          </a:prstGeom>
          <a:solidFill>
            <a:srgbClr val="1A3464"/>
          </a:solidFill>
          <a:ln w="12700">
            <a:solidFill>
              <a:srgbClr val="1A3464"/>
            </a:solidFill>
            <a:prstDash val="solid"/>
          </a:ln>
        </p:spPr>
        <p:txBody>
          <a:bodyPr/>
          <a:lstStyle/>
          <a:p>
            <a:endParaRPr lang="es-419" noProof="0" dirty="0"/>
          </a:p>
        </p:txBody>
      </p:sp>
      <p:sp>
        <p:nvSpPr>
          <p:cNvPr id="33" name="Text 27">
            <a:extLst>
              <a:ext uri="{FF2B5EF4-FFF2-40B4-BE49-F238E27FC236}">
                <a16:creationId xmlns:a16="http://schemas.microsoft.com/office/drawing/2014/main" id="{9122410D-3665-E86D-3BDA-42488B1DAD55}"/>
              </a:ext>
            </a:extLst>
          </p:cNvPr>
          <p:cNvSpPr/>
          <p:nvPr/>
        </p:nvSpPr>
        <p:spPr>
          <a:xfrm>
            <a:off x="384048" y="4901184"/>
            <a:ext cx="5029200" cy="182880"/>
          </a:xfrm>
          <a:prstGeom prst="rect">
            <a:avLst/>
          </a:prstGeom>
          <a:noFill/>
          <a:ln/>
        </p:spPr>
        <p:txBody>
          <a:bodyPr wrap="square" lIns="0" tIns="0" rIns="0" bIns="0" rtlCol="0" anchor="ctr"/>
          <a:lstStyle/>
          <a:p>
            <a:pPr marL="0" indent="0">
              <a:buNone/>
            </a:pPr>
            <a:r>
              <a:rPr lang="es-419" sz="700" kern="0" spc="150" noProof="0" dirty="0">
                <a:solidFill>
                  <a:srgbClr val="8FAECB"/>
                </a:solidFill>
                <a:latin typeface="Montserrat" pitchFamily="34" charset="0"/>
                <a:ea typeface="Montserrat" pitchFamily="34" charset="-122"/>
                <a:cs typeface="Montserrat" pitchFamily="34" charset="-120"/>
              </a:rPr>
              <a:t>COORDINACIÓN DE OBRAS Y MANTENIMIENTO RCMA</a:t>
            </a:r>
            <a:endParaRPr lang="es-419" sz="700" noProof="0" dirty="0"/>
          </a:p>
        </p:txBody>
      </p:sp>
      <p:sp>
        <p:nvSpPr>
          <p:cNvPr id="34" name="Shape 28">
            <a:extLst>
              <a:ext uri="{FF2B5EF4-FFF2-40B4-BE49-F238E27FC236}">
                <a16:creationId xmlns:a16="http://schemas.microsoft.com/office/drawing/2014/main" id="{EC5881C0-A17B-0179-85B6-F05393DD66FA}"/>
              </a:ext>
            </a:extLst>
          </p:cNvPr>
          <p:cNvSpPr/>
          <p:nvPr/>
        </p:nvSpPr>
        <p:spPr>
          <a:xfrm>
            <a:off x="5559552" y="4974336"/>
            <a:ext cx="5486" cy="100584"/>
          </a:xfrm>
          <a:prstGeom prst="rect">
            <a:avLst/>
          </a:prstGeom>
          <a:solidFill>
            <a:srgbClr val="8FAECB"/>
          </a:solidFill>
          <a:ln w="12700">
            <a:solidFill>
              <a:srgbClr val="8FAECB"/>
            </a:solidFill>
            <a:prstDash val="solid"/>
          </a:ln>
        </p:spPr>
        <p:txBody>
          <a:bodyPr/>
          <a:lstStyle/>
          <a:p>
            <a:endParaRPr lang="es-419" noProof="0" dirty="0"/>
          </a:p>
        </p:txBody>
      </p:sp>
      <p:sp>
        <p:nvSpPr>
          <p:cNvPr id="35" name="Text 29">
            <a:extLst>
              <a:ext uri="{FF2B5EF4-FFF2-40B4-BE49-F238E27FC236}">
                <a16:creationId xmlns:a16="http://schemas.microsoft.com/office/drawing/2014/main" id="{E51925F1-7F6B-09FD-D180-CBDD08CFEAEA}"/>
              </a:ext>
            </a:extLst>
          </p:cNvPr>
          <p:cNvSpPr/>
          <p:nvPr/>
        </p:nvSpPr>
        <p:spPr>
          <a:xfrm>
            <a:off x="5650992" y="4901184"/>
            <a:ext cx="2286000" cy="182880"/>
          </a:xfrm>
          <a:prstGeom prst="rect">
            <a:avLst/>
          </a:prstGeom>
          <a:noFill/>
          <a:ln/>
        </p:spPr>
        <p:txBody>
          <a:bodyPr wrap="square" lIns="0" tIns="0" rIns="0" bIns="0" rtlCol="0" anchor="ctr"/>
          <a:lstStyle/>
          <a:p>
            <a:pPr marL="0" indent="0">
              <a:buNone/>
            </a:pPr>
            <a:r>
              <a:rPr lang="es-419" sz="700" kern="0" spc="150" noProof="0" dirty="0">
                <a:solidFill>
                  <a:srgbClr val="8FAECB"/>
                </a:solidFill>
                <a:latin typeface="Montserrat" pitchFamily="34" charset="0"/>
                <a:ea typeface="Montserrat" pitchFamily="34" charset="-122"/>
                <a:cs typeface="Montserrat" pitchFamily="34" charset="-120"/>
              </a:rPr>
              <a:t>Mano Amiga</a:t>
            </a:r>
            <a:endParaRPr lang="es-419" sz="700" noProof="0" dirty="0"/>
          </a:p>
        </p:txBody>
      </p:sp>
      <p:sp>
        <p:nvSpPr>
          <p:cNvPr id="43" name="Forma libre: forma 42">
            <a:extLst>
              <a:ext uri="{FF2B5EF4-FFF2-40B4-BE49-F238E27FC236}">
                <a16:creationId xmlns:a16="http://schemas.microsoft.com/office/drawing/2014/main" id="{6249EB75-ED18-D70A-351B-842767BEEBDA}"/>
              </a:ext>
            </a:extLst>
          </p:cNvPr>
          <p:cNvSpPr/>
          <p:nvPr/>
        </p:nvSpPr>
        <p:spPr>
          <a:xfrm>
            <a:off x="1596105" y="2222074"/>
            <a:ext cx="193086" cy="261624"/>
          </a:xfrm>
          <a:custGeom>
            <a:avLst/>
            <a:gdLst>
              <a:gd name="csX0" fmla="*/ 47363 w 193086"/>
              <a:gd name="csY0" fmla="*/ 258865 h 261624"/>
              <a:gd name="csX1" fmla="*/ 34066 w 193086"/>
              <a:gd name="csY1" fmla="*/ 253627 h 261624"/>
              <a:gd name="csX2" fmla="*/ 25677 w 193086"/>
              <a:gd name="csY2" fmla="*/ 249703 h 261624"/>
              <a:gd name="csX3" fmla="*/ 12838 w 193086"/>
              <a:gd name="csY3" fmla="*/ 237813 h 261624"/>
              <a:gd name="csX4" fmla="*/ 0 w 193086"/>
              <a:gd name="csY4" fmla="*/ 228023 h 261624"/>
              <a:gd name="csX5" fmla="*/ 10590 w 193086"/>
              <a:gd name="csY5" fmla="*/ 222007 h 261624"/>
              <a:gd name="csX6" fmla="*/ 24311 w 193086"/>
              <a:gd name="csY6" fmla="*/ 218591 h 261624"/>
              <a:gd name="csX7" fmla="*/ 30840 w 193086"/>
              <a:gd name="csY7" fmla="*/ 210994 h 261624"/>
              <a:gd name="csX8" fmla="*/ 34002 w 193086"/>
              <a:gd name="csY8" fmla="*/ 201034 h 261624"/>
              <a:gd name="csX9" fmla="*/ 34055 w 193086"/>
              <a:gd name="csY9" fmla="*/ 192894 h 261624"/>
              <a:gd name="csX10" fmla="*/ 33474 w 193086"/>
              <a:gd name="csY10" fmla="*/ 186352 h 261624"/>
              <a:gd name="csX11" fmla="*/ 36002 w 193086"/>
              <a:gd name="csY11" fmla="*/ 155255 h 261624"/>
              <a:gd name="csX12" fmla="*/ 40814 w 193086"/>
              <a:gd name="csY12" fmla="*/ 125721 h 261624"/>
              <a:gd name="csX13" fmla="*/ 52906 w 193086"/>
              <a:gd name="csY13" fmla="*/ 136226 h 261624"/>
              <a:gd name="csX14" fmla="*/ 67584 w 193086"/>
              <a:gd name="csY14" fmla="*/ 150557 h 261624"/>
              <a:gd name="csX15" fmla="*/ 85050 w 193086"/>
              <a:gd name="csY15" fmla="*/ 148575 h 261624"/>
              <a:gd name="csX16" fmla="*/ 92615 w 193086"/>
              <a:gd name="csY16" fmla="*/ 147623 h 261624"/>
              <a:gd name="csX17" fmla="*/ 103162 w 193086"/>
              <a:gd name="csY17" fmla="*/ 143713 h 261624"/>
              <a:gd name="csX18" fmla="*/ 110991 w 193086"/>
              <a:gd name="csY18" fmla="*/ 139409 h 261624"/>
              <a:gd name="csX19" fmla="*/ 118857 w 193086"/>
              <a:gd name="csY19" fmla="*/ 137039 h 261624"/>
              <a:gd name="csX20" fmla="*/ 114946 w 193086"/>
              <a:gd name="csY20" fmla="*/ 126979 h 261624"/>
              <a:gd name="csX21" fmla="*/ 104278 w 193086"/>
              <a:gd name="csY21" fmla="*/ 120558 h 261624"/>
              <a:gd name="csX22" fmla="*/ 100539 w 193086"/>
              <a:gd name="csY22" fmla="*/ 116814 h 261624"/>
              <a:gd name="csX23" fmla="*/ 87769 w 193086"/>
              <a:gd name="csY23" fmla="*/ 107211 h 261624"/>
              <a:gd name="csX24" fmla="*/ 75649 w 193086"/>
              <a:gd name="csY24" fmla="*/ 82459 h 261624"/>
              <a:gd name="csX25" fmla="*/ 81162 w 193086"/>
              <a:gd name="csY25" fmla="*/ 66581 h 261624"/>
              <a:gd name="csX26" fmla="*/ 76956 w 193086"/>
              <a:gd name="csY26" fmla="*/ 53086 h 261624"/>
              <a:gd name="csX27" fmla="*/ 74281 w 193086"/>
              <a:gd name="csY27" fmla="*/ 48335 h 261624"/>
              <a:gd name="csX28" fmla="*/ 98388 w 193086"/>
              <a:gd name="csY28" fmla="*/ 21931 h 261624"/>
              <a:gd name="csX29" fmla="*/ 99033 w 193086"/>
              <a:gd name="csY29" fmla="*/ 12782 h 261624"/>
              <a:gd name="csX30" fmla="*/ 112340 w 193086"/>
              <a:gd name="csY30" fmla="*/ 234 h 261624"/>
              <a:gd name="csX31" fmla="*/ 115367 w 193086"/>
              <a:gd name="csY31" fmla="*/ 7384 h 261624"/>
              <a:gd name="csX32" fmla="*/ 123019 w 193086"/>
              <a:gd name="csY32" fmla="*/ 18442 h 261624"/>
              <a:gd name="csX33" fmla="*/ 122268 w 193086"/>
              <a:gd name="csY33" fmla="*/ 30221 h 261624"/>
              <a:gd name="csX34" fmla="*/ 113949 w 193086"/>
              <a:gd name="csY34" fmla="*/ 45287 h 261624"/>
              <a:gd name="csX35" fmla="*/ 120402 w 193086"/>
              <a:gd name="csY35" fmla="*/ 65276 h 261624"/>
              <a:gd name="csX36" fmla="*/ 138506 w 193086"/>
              <a:gd name="csY36" fmla="*/ 64867 h 261624"/>
              <a:gd name="csX37" fmla="*/ 143345 w 193086"/>
              <a:gd name="csY37" fmla="*/ 58224 h 261624"/>
              <a:gd name="csX38" fmla="*/ 152274 w 193086"/>
              <a:gd name="csY38" fmla="*/ 62931 h 261624"/>
              <a:gd name="csX39" fmla="*/ 162130 w 193086"/>
              <a:gd name="csY39" fmla="*/ 68135 h 261624"/>
              <a:gd name="csX40" fmla="*/ 158059 w 193086"/>
              <a:gd name="csY40" fmla="*/ 75879 h 261624"/>
              <a:gd name="csX41" fmla="*/ 142387 w 193086"/>
              <a:gd name="csY41" fmla="*/ 123139 h 261624"/>
              <a:gd name="csX42" fmla="*/ 161574 w 193086"/>
              <a:gd name="csY42" fmla="*/ 140138 h 261624"/>
              <a:gd name="csX43" fmla="*/ 162505 w 193086"/>
              <a:gd name="csY43" fmla="*/ 150542 h 261624"/>
              <a:gd name="csX44" fmla="*/ 151065 w 193086"/>
              <a:gd name="csY44" fmla="*/ 162165 h 261624"/>
              <a:gd name="csX45" fmla="*/ 147000 w 193086"/>
              <a:gd name="csY45" fmla="*/ 176069 h 261624"/>
              <a:gd name="csX46" fmla="*/ 151074 w 193086"/>
              <a:gd name="csY46" fmla="*/ 198795 h 261624"/>
              <a:gd name="csX47" fmla="*/ 161382 w 193086"/>
              <a:gd name="csY47" fmla="*/ 209212 h 261624"/>
              <a:gd name="csX48" fmla="*/ 180801 w 193086"/>
              <a:gd name="csY48" fmla="*/ 215310 h 261624"/>
              <a:gd name="csX49" fmla="*/ 191062 w 193086"/>
              <a:gd name="csY49" fmla="*/ 220266 h 261624"/>
              <a:gd name="csX50" fmla="*/ 186266 w 193086"/>
              <a:gd name="csY50" fmla="*/ 234411 h 261624"/>
              <a:gd name="csX51" fmla="*/ 146648 w 193086"/>
              <a:gd name="csY51" fmla="*/ 241973 h 261624"/>
              <a:gd name="csX52" fmla="*/ 130308 w 193086"/>
              <a:gd name="csY52" fmla="*/ 244333 h 261624"/>
              <a:gd name="csX53" fmla="*/ 120069 w 193086"/>
              <a:gd name="csY53" fmla="*/ 230760 h 261624"/>
              <a:gd name="csX54" fmla="*/ 99204 w 193086"/>
              <a:gd name="csY54" fmla="*/ 236809 h 261624"/>
              <a:gd name="csX55" fmla="*/ 99051 w 193086"/>
              <a:gd name="csY55" fmla="*/ 250983 h 261624"/>
              <a:gd name="csX56" fmla="*/ 92202 w 193086"/>
              <a:gd name="csY56" fmla="*/ 257021 h 261624"/>
              <a:gd name="csX57" fmla="*/ 61602 w 193086"/>
              <a:gd name="csY57" fmla="*/ 257374 h 261624"/>
              <a:gd name="csX58" fmla="*/ 47363 w 193086"/>
              <a:gd name="csY58" fmla="*/ 258865 h 2616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Lst>
            <a:rect l="l" t="t" r="r" b="b"/>
            <a:pathLst>
              <a:path w="193086" h="261624">
                <a:moveTo>
                  <a:pt x="47363" y="258865"/>
                </a:moveTo>
                <a:cubicBezTo>
                  <a:pt x="44664" y="256988"/>
                  <a:pt x="38681" y="254631"/>
                  <a:pt x="34066" y="253627"/>
                </a:cubicBezTo>
                <a:cubicBezTo>
                  <a:pt x="29452" y="252623"/>
                  <a:pt x="25677" y="250857"/>
                  <a:pt x="25677" y="249703"/>
                </a:cubicBezTo>
                <a:cubicBezTo>
                  <a:pt x="25677" y="248548"/>
                  <a:pt x="19899" y="243198"/>
                  <a:pt x="12838" y="237813"/>
                </a:cubicBezTo>
                <a:lnTo>
                  <a:pt x="0" y="228023"/>
                </a:lnTo>
                <a:lnTo>
                  <a:pt x="10590" y="222007"/>
                </a:lnTo>
                <a:cubicBezTo>
                  <a:pt x="17972" y="217814"/>
                  <a:pt x="22129" y="216779"/>
                  <a:pt x="24311" y="218591"/>
                </a:cubicBezTo>
                <a:cubicBezTo>
                  <a:pt x="28477" y="222048"/>
                  <a:pt x="30840" y="219299"/>
                  <a:pt x="30840" y="210994"/>
                </a:cubicBezTo>
                <a:cubicBezTo>
                  <a:pt x="30840" y="207256"/>
                  <a:pt x="32263" y="202774"/>
                  <a:pt x="34002" y="201034"/>
                </a:cubicBezTo>
                <a:cubicBezTo>
                  <a:pt x="36474" y="198562"/>
                  <a:pt x="36486" y="196787"/>
                  <a:pt x="34055" y="192894"/>
                </a:cubicBezTo>
                <a:cubicBezTo>
                  <a:pt x="32093" y="189753"/>
                  <a:pt x="31879" y="187338"/>
                  <a:pt x="33474" y="186352"/>
                </a:cubicBezTo>
                <a:cubicBezTo>
                  <a:pt x="34886" y="185479"/>
                  <a:pt x="36002" y="171748"/>
                  <a:pt x="36002" y="155255"/>
                </a:cubicBezTo>
                <a:cubicBezTo>
                  <a:pt x="36002" y="128160"/>
                  <a:pt x="36400" y="125721"/>
                  <a:pt x="40814" y="125721"/>
                </a:cubicBezTo>
                <a:cubicBezTo>
                  <a:pt x="43528" y="125721"/>
                  <a:pt x="48800" y="130301"/>
                  <a:pt x="52906" y="136226"/>
                </a:cubicBezTo>
                <a:cubicBezTo>
                  <a:pt x="56911" y="142004"/>
                  <a:pt x="63516" y="148453"/>
                  <a:pt x="67584" y="150557"/>
                </a:cubicBezTo>
                <a:cubicBezTo>
                  <a:pt x="75108" y="154448"/>
                  <a:pt x="85050" y="153319"/>
                  <a:pt x="85050" y="148575"/>
                </a:cubicBezTo>
                <a:cubicBezTo>
                  <a:pt x="85050" y="147029"/>
                  <a:pt x="88138" y="146640"/>
                  <a:pt x="92615" y="147623"/>
                </a:cubicBezTo>
                <a:cubicBezTo>
                  <a:pt x="98706" y="148961"/>
                  <a:pt x="100761" y="148199"/>
                  <a:pt x="103162" y="143713"/>
                </a:cubicBezTo>
                <a:cubicBezTo>
                  <a:pt x="105115" y="140063"/>
                  <a:pt x="107816" y="138578"/>
                  <a:pt x="110991" y="139409"/>
                </a:cubicBezTo>
                <a:cubicBezTo>
                  <a:pt x="113656" y="140106"/>
                  <a:pt x="117196" y="139039"/>
                  <a:pt x="118857" y="137039"/>
                </a:cubicBezTo>
                <a:cubicBezTo>
                  <a:pt x="121254" y="134150"/>
                  <a:pt x="120449" y="132080"/>
                  <a:pt x="114946" y="126979"/>
                </a:cubicBezTo>
                <a:cubicBezTo>
                  <a:pt x="111135" y="123448"/>
                  <a:pt x="106335" y="120558"/>
                  <a:pt x="104278" y="120558"/>
                </a:cubicBezTo>
                <a:cubicBezTo>
                  <a:pt x="102221" y="120558"/>
                  <a:pt x="100539" y="118873"/>
                  <a:pt x="100539" y="116814"/>
                </a:cubicBezTo>
                <a:cubicBezTo>
                  <a:pt x="100539" y="114754"/>
                  <a:pt x="94792" y="110433"/>
                  <a:pt x="87769" y="107211"/>
                </a:cubicBezTo>
                <a:cubicBezTo>
                  <a:pt x="73337" y="100591"/>
                  <a:pt x="69935" y="93642"/>
                  <a:pt x="75649" y="82459"/>
                </a:cubicBezTo>
                <a:cubicBezTo>
                  <a:pt x="77638" y="78567"/>
                  <a:pt x="80119" y="71422"/>
                  <a:pt x="81162" y="66581"/>
                </a:cubicBezTo>
                <a:cubicBezTo>
                  <a:pt x="82769" y="59128"/>
                  <a:pt x="82125" y="57061"/>
                  <a:pt x="76956" y="53086"/>
                </a:cubicBezTo>
                <a:cubicBezTo>
                  <a:pt x="73561" y="50475"/>
                  <a:pt x="72374" y="48366"/>
                  <a:pt x="74281" y="48335"/>
                </a:cubicBezTo>
                <a:cubicBezTo>
                  <a:pt x="79014" y="48255"/>
                  <a:pt x="97860" y="27614"/>
                  <a:pt x="98388" y="21931"/>
                </a:cubicBezTo>
                <a:cubicBezTo>
                  <a:pt x="98624" y="19384"/>
                  <a:pt x="98915" y="15267"/>
                  <a:pt x="99033" y="12782"/>
                </a:cubicBezTo>
                <a:cubicBezTo>
                  <a:pt x="99328" y="6580"/>
                  <a:pt x="107875" y="-1480"/>
                  <a:pt x="112340" y="234"/>
                </a:cubicBezTo>
                <a:cubicBezTo>
                  <a:pt x="114351" y="1006"/>
                  <a:pt x="115714" y="4223"/>
                  <a:pt x="115367" y="7384"/>
                </a:cubicBezTo>
                <a:cubicBezTo>
                  <a:pt x="114925" y="11414"/>
                  <a:pt x="117211" y="14717"/>
                  <a:pt x="123019" y="18442"/>
                </a:cubicBezTo>
                <a:cubicBezTo>
                  <a:pt x="132830" y="24734"/>
                  <a:pt x="132594" y="28432"/>
                  <a:pt x="122268" y="30221"/>
                </a:cubicBezTo>
                <a:cubicBezTo>
                  <a:pt x="115180" y="31449"/>
                  <a:pt x="114690" y="32336"/>
                  <a:pt x="113949" y="45287"/>
                </a:cubicBezTo>
                <a:cubicBezTo>
                  <a:pt x="113241" y="57646"/>
                  <a:pt x="113899" y="59682"/>
                  <a:pt x="120402" y="65276"/>
                </a:cubicBezTo>
                <a:cubicBezTo>
                  <a:pt x="129577" y="73166"/>
                  <a:pt x="132509" y="73100"/>
                  <a:pt x="138506" y="64867"/>
                </a:cubicBezTo>
                <a:lnTo>
                  <a:pt x="143345" y="58224"/>
                </a:lnTo>
                <a:lnTo>
                  <a:pt x="152274" y="62931"/>
                </a:lnTo>
                <a:cubicBezTo>
                  <a:pt x="157185" y="65520"/>
                  <a:pt x="161620" y="67861"/>
                  <a:pt x="162130" y="68135"/>
                </a:cubicBezTo>
                <a:cubicBezTo>
                  <a:pt x="162640" y="68408"/>
                  <a:pt x="160808" y="71893"/>
                  <a:pt x="158059" y="75879"/>
                </a:cubicBezTo>
                <a:cubicBezTo>
                  <a:pt x="151713" y="85081"/>
                  <a:pt x="141902" y="114664"/>
                  <a:pt x="142387" y="123139"/>
                </a:cubicBezTo>
                <a:cubicBezTo>
                  <a:pt x="142935" y="132744"/>
                  <a:pt x="146254" y="135684"/>
                  <a:pt x="161574" y="140138"/>
                </a:cubicBezTo>
                <a:cubicBezTo>
                  <a:pt x="177125" y="144659"/>
                  <a:pt x="177438" y="148154"/>
                  <a:pt x="162505" y="150542"/>
                </a:cubicBezTo>
                <a:cubicBezTo>
                  <a:pt x="152866" y="152083"/>
                  <a:pt x="147932" y="157096"/>
                  <a:pt x="151065" y="162165"/>
                </a:cubicBezTo>
                <a:cubicBezTo>
                  <a:pt x="151887" y="163495"/>
                  <a:pt x="150058" y="169752"/>
                  <a:pt x="147000" y="176069"/>
                </a:cubicBezTo>
                <a:cubicBezTo>
                  <a:pt x="140040" y="190447"/>
                  <a:pt x="141019" y="195911"/>
                  <a:pt x="151074" y="198795"/>
                </a:cubicBezTo>
                <a:cubicBezTo>
                  <a:pt x="156834" y="200447"/>
                  <a:pt x="159631" y="203274"/>
                  <a:pt x="161382" y="209212"/>
                </a:cubicBezTo>
                <a:cubicBezTo>
                  <a:pt x="163891" y="217725"/>
                  <a:pt x="167253" y="218781"/>
                  <a:pt x="180801" y="215310"/>
                </a:cubicBezTo>
                <a:cubicBezTo>
                  <a:pt x="186270" y="213909"/>
                  <a:pt x="188145" y="214815"/>
                  <a:pt x="191062" y="220266"/>
                </a:cubicBezTo>
                <a:cubicBezTo>
                  <a:pt x="194411" y="226524"/>
                  <a:pt x="194115" y="227399"/>
                  <a:pt x="186266" y="234411"/>
                </a:cubicBezTo>
                <a:cubicBezTo>
                  <a:pt x="177581" y="242171"/>
                  <a:pt x="173505" y="242950"/>
                  <a:pt x="146648" y="241973"/>
                </a:cubicBezTo>
                <a:cubicBezTo>
                  <a:pt x="138138" y="241664"/>
                  <a:pt x="131353" y="242644"/>
                  <a:pt x="130308" y="244333"/>
                </a:cubicBezTo>
                <a:cubicBezTo>
                  <a:pt x="127797" y="248397"/>
                  <a:pt x="118188" y="235660"/>
                  <a:pt x="120069" y="230760"/>
                </a:cubicBezTo>
                <a:cubicBezTo>
                  <a:pt x="124398" y="219478"/>
                  <a:pt x="105303" y="225013"/>
                  <a:pt x="99204" y="236809"/>
                </a:cubicBezTo>
                <a:cubicBezTo>
                  <a:pt x="95428" y="244110"/>
                  <a:pt x="95414" y="245432"/>
                  <a:pt x="99051" y="250983"/>
                </a:cubicBezTo>
                <a:cubicBezTo>
                  <a:pt x="103916" y="258408"/>
                  <a:pt x="100434" y="261478"/>
                  <a:pt x="92202" y="257021"/>
                </a:cubicBezTo>
                <a:cubicBezTo>
                  <a:pt x="83927" y="252540"/>
                  <a:pt x="66492" y="252742"/>
                  <a:pt x="61602" y="257374"/>
                </a:cubicBezTo>
                <a:cubicBezTo>
                  <a:pt x="56090" y="262596"/>
                  <a:pt x="53167" y="262902"/>
                  <a:pt x="47363" y="258865"/>
                </a:cubicBezTo>
                <a:close/>
              </a:path>
            </a:pathLst>
          </a:custGeom>
          <a:solidFill>
            <a:srgbClr val="B9B9B9"/>
          </a:solidFill>
          <a:ln w="5163" cap="flat">
            <a:noFill/>
            <a:prstDash val="solid"/>
            <a:miter/>
          </a:ln>
        </p:spPr>
        <p:txBody>
          <a:bodyPr/>
          <a:lstStyle/>
          <a:p>
            <a:endParaRPr lang="es-419" noProof="0" dirty="0"/>
          </a:p>
        </p:txBody>
      </p:sp>
      <p:sp>
        <p:nvSpPr>
          <p:cNvPr id="44" name="Forma libre: forma 43">
            <a:extLst>
              <a:ext uri="{FF2B5EF4-FFF2-40B4-BE49-F238E27FC236}">
                <a16:creationId xmlns:a16="http://schemas.microsoft.com/office/drawing/2014/main" id="{F517EC0B-D9B0-DF32-400C-24543031B4BE}"/>
              </a:ext>
            </a:extLst>
          </p:cNvPr>
          <p:cNvSpPr/>
          <p:nvPr/>
        </p:nvSpPr>
        <p:spPr>
          <a:xfrm>
            <a:off x="1103504" y="2345749"/>
            <a:ext cx="95653" cy="64838"/>
          </a:xfrm>
          <a:custGeom>
            <a:avLst/>
            <a:gdLst>
              <a:gd name="csX0" fmla="*/ 71219 w 95653"/>
              <a:gd name="csY0" fmla="*/ 62506 h 64838"/>
              <a:gd name="csX1" fmla="*/ 62655 w 95653"/>
              <a:gd name="csY1" fmla="*/ 53685 h 64838"/>
              <a:gd name="csX2" fmla="*/ 57443 w 95653"/>
              <a:gd name="csY2" fmla="*/ 48511 h 64838"/>
              <a:gd name="csX3" fmla="*/ 51242 w 95653"/>
              <a:gd name="csY3" fmla="*/ 43994 h 64838"/>
              <a:gd name="csX4" fmla="*/ 48532 w 95653"/>
              <a:gd name="csY4" fmla="*/ 43994 h 64838"/>
              <a:gd name="csX5" fmla="*/ 36926 w 95653"/>
              <a:gd name="csY5" fmla="*/ 44510 h 64838"/>
              <a:gd name="csX6" fmla="*/ 28785 w 95653"/>
              <a:gd name="csY6" fmla="*/ 36765 h 64838"/>
              <a:gd name="csX7" fmla="*/ 27076 w 95653"/>
              <a:gd name="csY7" fmla="*/ 32629 h 64838"/>
              <a:gd name="csX8" fmla="*/ 11500 w 95653"/>
              <a:gd name="csY8" fmla="*/ 28262 h 64838"/>
              <a:gd name="csX9" fmla="*/ 1174 w 95653"/>
              <a:gd name="csY9" fmla="*/ 25068 h 64838"/>
              <a:gd name="csX10" fmla="*/ 31004 w 95653"/>
              <a:gd name="csY10" fmla="*/ 14820 h 64838"/>
              <a:gd name="csX11" fmla="*/ 49970 w 95653"/>
              <a:gd name="csY11" fmla="*/ 6499 h 64838"/>
              <a:gd name="csX12" fmla="*/ 60293 w 95653"/>
              <a:gd name="csY12" fmla="*/ 3207 h 64838"/>
              <a:gd name="csX13" fmla="*/ 79487 w 95653"/>
              <a:gd name="csY13" fmla="*/ 1724 h 64838"/>
              <a:gd name="csX14" fmla="*/ 95469 w 95653"/>
              <a:gd name="csY14" fmla="*/ 24677 h 64838"/>
              <a:gd name="csX15" fmla="*/ 92590 w 95653"/>
              <a:gd name="csY15" fmla="*/ 45837 h 64838"/>
              <a:gd name="csX16" fmla="*/ 88748 w 95653"/>
              <a:gd name="csY16" fmla="*/ 52688 h 64838"/>
              <a:gd name="csX17" fmla="*/ 82592 w 95653"/>
              <a:gd name="csY17" fmla="*/ 62155 h 64838"/>
              <a:gd name="csX18" fmla="*/ 71219 w 95653"/>
              <a:gd name="csY18" fmla="*/ 62506 h 648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95653" h="64838">
                <a:moveTo>
                  <a:pt x="71219" y="62506"/>
                </a:moveTo>
                <a:cubicBezTo>
                  <a:pt x="67412" y="60499"/>
                  <a:pt x="63558" y="56530"/>
                  <a:pt x="62655" y="53685"/>
                </a:cubicBezTo>
                <a:cubicBezTo>
                  <a:pt x="61752" y="50839"/>
                  <a:pt x="59407" y="48511"/>
                  <a:pt x="57443" y="48511"/>
                </a:cubicBezTo>
                <a:cubicBezTo>
                  <a:pt x="55480" y="48511"/>
                  <a:pt x="52689" y="46478"/>
                  <a:pt x="51242" y="43994"/>
                </a:cubicBezTo>
                <a:cubicBezTo>
                  <a:pt x="48736" y="39691"/>
                  <a:pt x="48607" y="39691"/>
                  <a:pt x="48532" y="43994"/>
                </a:cubicBezTo>
                <a:cubicBezTo>
                  <a:pt x="48437" y="49469"/>
                  <a:pt x="48761" y="49455"/>
                  <a:pt x="36926" y="44510"/>
                </a:cubicBezTo>
                <a:cubicBezTo>
                  <a:pt x="30451" y="41804"/>
                  <a:pt x="27814" y="39296"/>
                  <a:pt x="28785" y="36765"/>
                </a:cubicBezTo>
                <a:cubicBezTo>
                  <a:pt x="29575" y="34707"/>
                  <a:pt x="28806" y="32846"/>
                  <a:pt x="27076" y="32629"/>
                </a:cubicBezTo>
                <a:cubicBezTo>
                  <a:pt x="21029" y="31874"/>
                  <a:pt x="18714" y="31225"/>
                  <a:pt x="11500" y="28262"/>
                </a:cubicBezTo>
                <a:cubicBezTo>
                  <a:pt x="7503" y="26621"/>
                  <a:pt x="2857" y="25183"/>
                  <a:pt x="1174" y="25068"/>
                </a:cubicBezTo>
                <a:cubicBezTo>
                  <a:pt x="-4949" y="24646"/>
                  <a:pt x="14045" y="18121"/>
                  <a:pt x="31004" y="14820"/>
                </a:cubicBezTo>
                <a:cubicBezTo>
                  <a:pt x="44060" y="12279"/>
                  <a:pt x="48794" y="10202"/>
                  <a:pt x="49970" y="6499"/>
                </a:cubicBezTo>
                <a:cubicBezTo>
                  <a:pt x="51256" y="2445"/>
                  <a:pt x="53098" y="1858"/>
                  <a:pt x="60293" y="3207"/>
                </a:cubicBezTo>
                <a:cubicBezTo>
                  <a:pt x="65110" y="4111"/>
                  <a:pt x="73747" y="3443"/>
                  <a:pt x="79487" y="1724"/>
                </a:cubicBezTo>
                <a:cubicBezTo>
                  <a:pt x="94315" y="-2719"/>
                  <a:pt x="96385" y="255"/>
                  <a:pt x="95469" y="24677"/>
                </a:cubicBezTo>
                <a:cubicBezTo>
                  <a:pt x="95060" y="35554"/>
                  <a:pt x="93765" y="45076"/>
                  <a:pt x="92590" y="45837"/>
                </a:cubicBezTo>
                <a:cubicBezTo>
                  <a:pt x="91414" y="46598"/>
                  <a:pt x="89686" y="49681"/>
                  <a:pt x="88748" y="52688"/>
                </a:cubicBezTo>
                <a:cubicBezTo>
                  <a:pt x="87811" y="55696"/>
                  <a:pt x="85041" y="59955"/>
                  <a:pt x="82592" y="62155"/>
                </a:cubicBezTo>
                <a:cubicBezTo>
                  <a:pt x="78702" y="65649"/>
                  <a:pt x="77268" y="65693"/>
                  <a:pt x="71219" y="62506"/>
                </a:cubicBezTo>
                <a:close/>
              </a:path>
            </a:pathLst>
          </a:custGeom>
          <a:solidFill>
            <a:srgbClr val="B9B9B9"/>
          </a:solidFill>
          <a:ln w="5163" cap="flat">
            <a:noFill/>
            <a:prstDash val="solid"/>
            <a:miter/>
          </a:ln>
        </p:spPr>
        <p:txBody>
          <a:bodyPr/>
          <a:lstStyle/>
          <a:p>
            <a:endParaRPr lang="es-419" noProof="0" dirty="0"/>
          </a:p>
        </p:txBody>
      </p:sp>
      <p:sp>
        <p:nvSpPr>
          <p:cNvPr id="45" name="Forma libre: forma 44">
            <a:extLst>
              <a:ext uri="{FF2B5EF4-FFF2-40B4-BE49-F238E27FC236}">
                <a16:creationId xmlns:a16="http://schemas.microsoft.com/office/drawing/2014/main" id="{1A239E2F-CE8E-872D-168C-C6E3C519164A}"/>
              </a:ext>
            </a:extLst>
          </p:cNvPr>
          <p:cNvSpPr/>
          <p:nvPr/>
        </p:nvSpPr>
        <p:spPr>
          <a:xfrm>
            <a:off x="1015863" y="2030672"/>
            <a:ext cx="364335" cy="362024"/>
          </a:xfrm>
          <a:custGeom>
            <a:avLst/>
            <a:gdLst>
              <a:gd name="csX0" fmla="*/ 185142 w 364335"/>
              <a:gd name="csY0" fmla="*/ 358570 h 362024"/>
              <a:gd name="csX1" fmla="*/ 187621 w 364335"/>
              <a:gd name="csY1" fmla="*/ 340898 h 362024"/>
              <a:gd name="csX2" fmla="*/ 186283 w 364335"/>
              <a:gd name="csY2" fmla="*/ 320178 h 362024"/>
              <a:gd name="csX3" fmla="*/ 182466 w 364335"/>
              <a:gd name="csY3" fmla="*/ 312528 h 362024"/>
              <a:gd name="csX4" fmla="*/ 160064 w 364335"/>
              <a:gd name="csY4" fmla="*/ 313164 h 362024"/>
              <a:gd name="csX5" fmla="*/ 135394 w 364335"/>
              <a:gd name="csY5" fmla="*/ 318882 h 362024"/>
              <a:gd name="csX6" fmla="*/ 107653 w 364335"/>
              <a:gd name="csY6" fmla="*/ 328620 h 362024"/>
              <a:gd name="csX7" fmla="*/ 77975 w 364335"/>
              <a:gd name="csY7" fmla="*/ 329071 h 362024"/>
              <a:gd name="csX8" fmla="*/ 69734 w 364335"/>
              <a:gd name="csY8" fmla="*/ 324866 h 362024"/>
              <a:gd name="csX9" fmla="*/ 48325 w 364335"/>
              <a:gd name="csY9" fmla="*/ 303007 h 362024"/>
              <a:gd name="csX10" fmla="*/ 38186 w 364335"/>
              <a:gd name="csY10" fmla="*/ 292203 h 362024"/>
              <a:gd name="csX11" fmla="*/ 25184 w 364335"/>
              <a:gd name="csY11" fmla="*/ 273778 h 362024"/>
              <a:gd name="csX12" fmla="*/ 11540 w 364335"/>
              <a:gd name="csY12" fmla="*/ 253016 h 362024"/>
              <a:gd name="csX13" fmla="*/ 9603 w 364335"/>
              <a:gd name="csY13" fmla="*/ 246065 h 362024"/>
              <a:gd name="csX14" fmla="*/ 4075 w 364335"/>
              <a:gd name="csY14" fmla="*/ 230604 h 362024"/>
              <a:gd name="csX15" fmla="*/ 2870 w 364335"/>
              <a:gd name="csY15" fmla="*/ 216903 h 362024"/>
              <a:gd name="csX16" fmla="*/ 19099 w 364335"/>
              <a:gd name="csY16" fmla="*/ 209992 h 362024"/>
              <a:gd name="csX17" fmla="*/ 33857 w 364335"/>
              <a:gd name="csY17" fmla="*/ 202727 h 362024"/>
              <a:gd name="csX18" fmla="*/ 62323 w 364335"/>
              <a:gd name="csY18" fmla="*/ 175142 h 362024"/>
              <a:gd name="csX19" fmla="*/ 75732 w 364335"/>
              <a:gd name="csY19" fmla="*/ 169793 h 362024"/>
              <a:gd name="csX20" fmla="*/ 107485 w 364335"/>
              <a:gd name="csY20" fmla="*/ 178512 h 362024"/>
              <a:gd name="csX21" fmla="*/ 118888 w 364335"/>
              <a:gd name="csY21" fmla="*/ 188952 h 362024"/>
              <a:gd name="csX22" fmla="*/ 122369 w 364335"/>
              <a:gd name="csY22" fmla="*/ 177011 h 362024"/>
              <a:gd name="csX23" fmla="*/ 128391 w 364335"/>
              <a:gd name="csY23" fmla="*/ 163500 h 362024"/>
              <a:gd name="csX24" fmla="*/ 127169 w 364335"/>
              <a:gd name="csY24" fmla="*/ 147778 h 362024"/>
              <a:gd name="csX25" fmla="*/ 130389 w 364335"/>
              <a:gd name="csY25" fmla="*/ 138750 h 362024"/>
              <a:gd name="csX26" fmla="*/ 147714 w 364335"/>
              <a:gd name="csY26" fmla="*/ 129037 h 362024"/>
              <a:gd name="csX27" fmla="*/ 142395 w 364335"/>
              <a:gd name="csY27" fmla="*/ 116273 h 362024"/>
              <a:gd name="csX28" fmla="*/ 138322 w 364335"/>
              <a:gd name="csY28" fmla="*/ 100445 h 362024"/>
              <a:gd name="csX29" fmla="*/ 132219 w 364335"/>
              <a:gd name="csY29" fmla="*/ 77384 h 362024"/>
              <a:gd name="csX30" fmla="*/ 123182 w 364335"/>
              <a:gd name="csY30" fmla="*/ 67380 h 362024"/>
              <a:gd name="csX31" fmla="*/ 127316 w 364335"/>
              <a:gd name="csY31" fmla="*/ 49072 h 362024"/>
              <a:gd name="csX32" fmla="*/ 149002 w 364335"/>
              <a:gd name="csY32" fmla="*/ 26791 h 362024"/>
              <a:gd name="csX33" fmla="*/ 156308 w 364335"/>
              <a:gd name="csY33" fmla="*/ 19245 h 362024"/>
              <a:gd name="csX34" fmla="*/ 153995 w 364335"/>
              <a:gd name="csY34" fmla="*/ 9825 h 362024"/>
              <a:gd name="csX35" fmla="*/ 161050 w 364335"/>
              <a:gd name="csY35" fmla="*/ 76 h 362024"/>
              <a:gd name="csX36" fmla="*/ 166583 w 364335"/>
              <a:gd name="csY36" fmla="*/ 7348 h 362024"/>
              <a:gd name="csX37" fmla="*/ 154998 w 364335"/>
              <a:gd name="csY37" fmla="*/ 39300 h 362024"/>
              <a:gd name="csX38" fmla="*/ 157050 w 364335"/>
              <a:gd name="csY38" fmla="*/ 45546 h 362024"/>
              <a:gd name="csX39" fmla="*/ 169737 w 364335"/>
              <a:gd name="csY39" fmla="*/ 24492 h 362024"/>
              <a:gd name="csX40" fmla="*/ 176182 w 364335"/>
              <a:gd name="csY40" fmla="*/ 20317 h 362024"/>
              <a:gd name="csX41" fmla="*/ 177678 w 364335"/>
              <a:gd name="csY41" fmla="*/ 26406 h 362024"/>
              <a:gd name="csX42" fmla="*/ 173510 w 364335"/>
              <a:gd name="csY42" fmla="*/ 43871 h 362024"/>
              <a:gd name="csX43" fmla="*/ 171706 w 364335"/>
              <a:gd name="csY43" fmla="*/ 58451 h 362024"/>
              <a:gd name="csX44" fmla="*/ 179820 w 364335"/>
              <a:gd name="csY44" fmla="*/ 60233 h 362024"/>
              <a:gd name="csX45" fmla="*/ 195468 w 364335"/>
              <a:gd name="csY45" fmla="*/ 47665 h 362024"/>
              <a:gd name="csX46" fmla="*/ 212893 w 364335"/>
              <a:gd name="csY46" fmla="*/ 36256 h 362024"/>
              <a:gd name="csX47" fmla="*/ 215787 w 364335"/>
              <a:gd name="csY47" fmla="*/ 59322 h 362024"/>
              <a:gd name="csX48" fmla="*/ 202515 w 364335"/>
              <a:gd name="csY48" fmla="*/ 73785 h 362024"/>
              <a:gd name="csX49" fmla="*/ 193598 w 364335"/>
              <a:gd name="csY49" fmla="*/ 76402 h 362024"/>
              <a:gd name="csX50" fmla="*/ 196544 w 364335"/>
              <a:gd name="csY50" fmla="*/ 79629 h 362024"/>
              <a:gd name="csX51" fmla="*/ 200631 w 364335"/>
              <a:gd name="csY51" fmla="*/ 82161 h 362024"/>
              <a:gd name="csX52" fmla="*/ 183851 w 364335"/>
              <a:gd name="csY52" fmla="*/ 86694 h 362024"/>
              <a:gd name="csX53" fmla="*/ 179447 w 364335"/>
              <a:gd name="csY53" fmla="*/ 90600 h 362024"/>
              <a:gd name="csX54" fmla="*/ 177337 w 364335"/>
              <a:gd name="csY54" fmla="*/ 95117 h 362024"/>
              <a:gd name="csX55" fmla="*/ 175970 w 364335"/>
              <a:gd name="csY55" fmla="*/ 99847 h 362024"/>
              <a:gd name="csX56" fmla="*/ 172279 w 364335"/>
              <a:gd name="csY56" fmla="*/ 109275 h 362024"/>
              <a:gd name="csX57" fmla="*/ 162736 w 364335"/>
              <a:gd name="csY57" fmla="*/ 127778 h 362024"/>
              <a:gd name="csX58" fmla="*/ 154984 w 364335"/>
              <a:gd name="csY58" fmla="*/ 141584 h 362024"/>
              <a:gd name="csX59" fmla="*/ 157382 w 364335"/>
              <a:gd name="csY59" fmla="*/ 150820 h 362024"/>
              <a:gd name="csX60" fmla="*/ 166003 w 364335"/>
              <a:gd name="csY60" fmla="*/ 156522 h 362024"/>
              <a:gd name="csX61" fmla="*/ 178921 w 364335"/>
              <a:gd name="csY61" fmla="*/ 158229 h 362024"/>
              <a:gd name="csX62" fmla="*/ 200631 w 364335"/>
              <a:gd name="csY62" fmla="*/ 155851 h 362024"/>
              <a:gd name="csX63" fmla="*/ 253127 w 364335"/>
              <a:gd name="csY63" fmla="*/ 145110 h 362024"/>
              <a:gd name="csX64" fmla="*/ 260004 w 364335"/>
              <a:gd name="csY64" fmla="*/ 117060 h 362024"/>
              <a:gd name="csX65" fmla="*/ 261186 w 364335"/>
              <a:gd name="csY65" fmla="*/ 105023 h 362024"/>
              <a:gd name="csX66" fmla="*/ 280779 w 364335"/>
              <a:gd name="csY66" fmla="*/ 107831 h 362024"/>
              <a:gd name="csX67" fmla="*/ 316123 w 364335"/>
              <a:gd name="csY67" fmla="*/ 101238 h 362024"/>
              <a:gd name="csX68" fmla="*/ 332436 w 364335"/>
              <a:gd name="csY68" fmla="*/ 86525 h 362024"/>
              <a:gd name="csX69" fmla="*/ 340656 w 364335"/>
              <a:gd name="csY69" fmla="*/ 79224 h 362024"/>
              <a:gd name="csX70" fmla="*/ 348855 w 364335"/>
              <a:gd name="csY70" fmla="*/ 87171 h 362024"/>
              <a:gd name="csX71" fmla="*/ 361269 w 364335"/>
              <a:gd name="csY71" fmla="*/ 95117 h 362024"/>
              <a:gd name="csX72" fmla="*/ 363171 w 364335"/>
              <a:gd name="csY72" fmla="*/ 103178 h 362024"/>
              <a:gd name="csX73" fmla="*/ 356290 w 364335"/>
              <a:gd name="csY73" fmla="*/ 118022 h 362024"/>
              <a:gd name="csX74" fmla="*/ 352528 w 364335"/>
              <a:gd name="csY74" fmla="*/ 135380 h 362024"/>
              <a:gd name="csX75" fmla="*/ 345616 w 364335"/>
              <a:gd name="csY75" fmla="*/ 149152 h 362024"/>
              <a:gd name="csX76" fmla="*/ 336399 w 364335"/>
              <a:gd name="csY76" fmla="*/ 158318 h 362024"/>
              <a:gd name="csX77" fmla="*/ 325505 w 364335"/>
              <a:gd name="csY77" fmla="*/ 175523 h 362024"/>
              <a:gd name="csX78" fmla="*/ 315430 w 364335"/>
              <a:gd name="csY78" fmla="*/ 204352 h 362024"/>
              <a:gd name="csX79" fmla="*/ 313994 w 364335"/>
              <a:gd name="csY79" fmla="*/ 218773 h 362024"/>
              <a:gd name="csX80" fmla="*/ 296375 w 364335"/>
              <a:gd name="csY80" fmla="*/ 228175 h 362024"/>
              <a:gd name="csX81" fmla="*/ 265231 w 364335"/>
              <a:gd name="csY81" fmla="*/ 238311 h 362024"/>
              <a:gd name="csX82" fmla="*/ 244951 w 364335"/>
              <a:gd name="csY82" fmla="*/ 244768 h 362024"/>
              <a:gd name="csX83" fmla="*/ 219261 w 364335"/>
              <a:gd name="csY83" fmla="*/ 258588 h 362024"/>
              <a:gd name="csX84" fmla="*/ 224662 w 364335"/>
              <a:gd name="csY84" fmla="*/ 270643 h 362024"/>
              <a:gd name="csX85" fmla="*/ 242353 w 364335"/>
              <a:gd name="csY85" fmla="*/ 274944 h 362024"/>
              <a:gd name="csX86" fmla="*/ 251900 w 364335"/>
              <a:gd name="csY86" fmla="*/ 285801 h 362024"/>
              <a:gd name="csX87" fmla="*/ 252381 w 364335"/>
              <a:gd name="csY87" fmla="*/ 304719 h 362024"/>
              <a:gd name="csX88" fmla="*/ 261267 w 364335"/>
              <a:gd name="csY88" fmla="*/ 315608 h 362024"/>
              <a:gd name="csX89" fmla="*/ 268876 w 364335"/>
              <a:gd name="csY89" fmla="*/ 316858 h 362024"/>
              <a:gd name="csX90" fmla="*/ 252027 w 364335"/>
              <a:gd name="csY90" fmla="*/ 336142 h 362024"/>
              <a:gd name="csX91" fmla="*/ 230251 w 364335"/>
              <a:gd name="csY91" fmla="*/ 349333 h 362024"/>
              <a:gd name="csX92" fmla="*/ 209844 w 364335"/>
              <a:gd name="csY92" fmla="*/ 359530 h 362024"/>
              <a:gd name="csX93" fmla="*/ 194478 w 364335"/>
              <a:gd name="csY93" fmla="*/ 360594 h 362024"/>
              <a:gd name="csX94" fmla="*/ 185142 w 364335"/>
              <a:gd name="csY94" fmla="*/ 358570 h 362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364335" h="362024">
                <a:moveTo>
                  <a:pt x="185142" y="358570"/>
                </a:moveTo>
                <a:cubicBezTo>
                  <a:pt x="185142" y="356038"/>
                  <a:pt x="186257" y="348086"/>
                  <a:pt x="187621" y="340898"/>
                </a:cubicBezTo>
                <a:cubicBezTo>
                  <a:pt x="189559" y="330679"/>
                  <a:pt x="189267" y="326160"/>
                  <a:pt x="186283" y="320178"/>
                </a:cubicBezTo>
                <a:lnTo>
                  <a:pt x="182466" y="312528"/>
                </a:lnTo>
                <a:lnTo>
                  <a:pt x="160064" y="313164"/>
                </a:lnTo>
                <a:cubicBezTo>
                  <a:pt x="140617" y="313716"/>
                  <a:pt x="137363" y="314470"/>
                  <a:pt x="135394" y="318882"/>
                </a:cubicBezTo>
                <a:cubicBezTo>
                  <a:pt x="133601" y="322902"/>
                  <a:pt x="127800" y="324938"/>
                  <a:pt x="107653" y="328620"/>
                </a:cubicBezTo>
                <a:cubicBezTo>
                  <a:pt x="84116" y="332921"/>
                  <a:pt x="81860" y="332955"/>
                  <a:pt x="77975" y="329071"/>
                </a:cubicBezTo>
                <a:cubicBezTo>
                  <a:pt x="75663" y="326758"/>
                  <a:pt x="71954" y="324866"/>
                  <a:pt x="69734" y="324866"/>
                </a:cubicBezTo>
                <a:cubicBezTo>
                  <a:pt x="64790" y="324866"/>
                  <a:pt x="53564" y="313404"/>
                  <a:pt x="48325" y="303007"/>
                </a:cubicBezTo>
                <a:cubicBezTo>
                  <a:pt x="46195" y="298781"/>
                  <a:pt x="41633" y="293919"/>
                  <a:pt x="38186" y="292203"/>
                </a:cubicBezTo>
                <a:cubicBezTo>
                  <a:pt x="31831" y="289039"/>
                  <a:pt x="25350" y="279856"/>
                  <a:pt x="25184" y="273778"/>
                </a:cubicBezTo>
                <a:cubicBezTo>
                  <a:pt x="25085" y="270192"/>
                  <a:pt x="14730" y="254434"/>
                  <a:pt x="11540" y="253016"/>
                </a:cubicBezTo>
                <a:cubicBezTo>
                  <a:pt x="10475" y="252543"/>
                  <a:pt x="9603" y="249415"/>
                  <a:pt x="9603" y="246065"/>
                </a:cubicBezTo>
                <a:cubicBezTo>
                  <a:pt x="9603" y="242715"/>
                  <a:pt x="7116" y="235757"/>
                  <a:pt x="4075" y="230604"/>
                </a:cubicBezTo>
                <a:cubicBezTo>
                  <a:pt x="-1096" y="221839"/>
                  <a:pt x="-1174" y="220953"/>
                  <a:pt x="2870" y="216903"/>
                </a:cubicBezTo>
                <a:cubicBezTo>
                  <a:pt x="5247" y="214522"/>
                  <a:pt x="12551" y="211412"/>
                  <a:pt x="19099" y="209992"/>
                </a:cubicBezTo>
                <a:cubicBezTo>
                  <a:pt x="25650" y="208572"/>
                  <a:pt x="32288" y="205304"/>
                  <a:pt x="33857" y="202727"/>
                </a:cubicBezTo>
                <a:cubicBezTo>
                  <a:pt x="40254" y="192222"/>
                  <a:pt x="57879" y="175142"/>
                  <a:pt x="62323" y="175142"/>
                </a:cubicBezTo>
                <a:cubicBezTo>
                  <a:pt x="64938" y="175142"/>
                  <a:pt x="70972" y="172735"/>
                  <a:pt x="75732" y="169793"/>
                </a:cubicBezTo>
                <a:cubicBezTo>
                  <a:pt x="86563" y="163099"/>
                  <a:pt x="92402" y="164703"/>
                  <a:pt x="107485" y="178512"/>
                </a:cubicBezTo>
                <a:lnTo>
                  <a:pt x="118888" y="188952"/>
                </a:lnTo>
                <a:lnTo>
                  <a:pt x="122369" y="177011"/>
                </a:lnTo>
                <a:cubicBezTo>
                  <a:pt x="124284" y="170444"/>
                  <a:pt x="126994" y="164364"/>
                  <a:pt x="128391" y="163500"/>
                </a:cubicBezTo>
                <a:cubicBezTo>
                  <a:pt x="132170" y="161165"/>
                  <a:pt x="131464" y="152072"/>
                  <a:pt x="127169" y="147778"/>
                </a:cubicBezTo>
                <a:cubicBezTo>
                  <a:pt x="122214" y="142823"/>
                  <a:pt x="124785" y="135614"/>
                  <a:pt x="130389" y="138750"/>
                </a:cubicBezTo>
                <a:cubicBezTo>
                  <a:pt x="136409" y="142119"/>
                  <a:pt x="145744" y="136885"/>
                  <a:pt x="147714" y="129037"/>
                </a:cubicBezTo>
                <a:cubicBezTo>
                  <a:pt x="149051" y="123709"/>
                  <a:pt x="147940" y="121043"/>
                  <a:pt x="142395" y="116273"/>
                </a:cubicBezTo>
                <a:cubicBezTo>
                  <a:pt x="135828" y="110625"/>
                  <a:pt x="135571" y="109625"/>
                  <a:pt x="138322" y="100445"/>
                </a:cubicBezTo>
                <a:cubicBezTo>
                  <a:pt x="142194" y="87522"/>
                  <a:pt x="142531" y="88798"/>
                  <a:pt x="132219" y="77384"/>
                </a:cubicBezTo>
                <a:lnTo>
                  <a:pt x="123182" y="67380"/>
                </a:lnTo>
                <a:lnTo>
                  <a:pt x="127316" y="49072"/>
                </a:lnTo>
                <a:cubicBezTo>
                  <a:pt x="131667" y="29805"/>
                  <a:pt x="134422" y="26975"/>
                  <a:pt x="149002" y="26791"/>
                </a:cubicBezTo>
                <a:cubicBezTo>
                  <a:pt x="154177" y="26725"/>
                  <a:pt x="155624" y="25231"/>
                  <a:pt x="156308" y="19245"/>
                </a:cubicBezTo>
                <a:cubicBezTo>
                  <a:pt x="156776" y="15139"/>
                  <a:pt x="155736" y="10900"/>
                  <a:pt x="153995" y="9825"/>
                </a:cubicBezTo>
                <a:cubicBezTo>
                  <a:pt x="148346" y="6334"/>
                  <a:pt x="153520" y="-815"/>
                  <a:pt x="161050" y="76"/>
                </a:cubicBezTo>
                <a:cubicBezTo>
                  <a:pt x="168082" y="908"/>
                  <a:pt x="172982" y="7348"/>
                  <a:pt x="166583" y="7348"/>
                </a:cubicBezTo>
                <a:cubicBezTo>
                  <a:pt x="163388" y="7348"/>
                  <a:pt x="159114" y="19135"/>
                  <a:pt x="154998" y="39300"/>
                </a:cubicBezTo>
                <a:cubicBezTo>
                  <a:pt x="153853" y="44911"/>
                  <a:pt x="154355" y="46439"/>
                  <a:pt x="157050" y="45546"/>
                </a:cubicBezTo>
                <a:cubicBezTo>
                  <a:pt x="160851" y="44288"/>
                  <a:pt x="165520" y="36539"/>
                  <a:pt x="169737" y="24492"/>
                </a:cubicBezTo>
                <a:cubicBezTo>
                  <a:pt x="171898" y="18321"/>
                  <a:pt x="172952" y="17637"/>
                  <a:pt x="176182" y="20317"/>
                </a:cubicBezTo>
                <a:cubicBezTo>
                  <a:pt x="178636" y="22355"/>
                  <a:pt x="179182" y="24572"/>
                  <a:pt x="177678" y="26406"/>
                </a:cubicBezTo>
                <a:cubicBezTo>
                  <a:pt x="176378" y="27992"/>
                  <a:pt x="174502" y="35852"/>
                  <a:pt x="173510" y="43871"/>
                </a:cubicBezTo>
                <a:lnTo>
                  <a:pt x="171706" y="58451"/>
                </a:lnTo>
                <a:lnTo>
                  <a:pt x="179820" y="60233"/>
                </a:lnTo>
                <a:cubicBezTo>
                  <a:pt x="190172" y="62507"/>
                  <a:pt x="195468" y="58253"/>
                  <a:pt x="195468" y="47665"/>
                </a:cubicBezTo>
                <a:cubicBezTo>
                  <a:pt x="195468" y="37295"/>
                  <a:pt x="201609" y="33273"/>
                  <a:pt x="212893" y="36256"/>
                </a:cubicBezTo>
                <a:cubicBezTo>
                  <a:pt x="222809" y="38877"/>
                  <a:pt x="222920" y="39758"/>
                  <a:pt x="215787" y="59322"/>
                </a:cubicBezTo>
                <a:cubicBezTo>
                  <a:pt x="210635" y="73452"/>
                  <a:pt x="209804" y="74357"/>
                  <a:pt x="202515" y="73785"/>
                </a:cubicBezTo>
                <a:cubicBezTo>
                  <a:pt x="198132" y="73441"/>
                  <a:pt x="194241" y="74583"/>
                  <a:pt x="193598" y="76402"/>
                </a:cubicBezTo>
                <a:cubicBezTo>
                  <a:pt x="192970" y="78177"/>
                  <a:pt x="194295" y="79629"/>
                  <a:pt x="196544" y="79629"/>
                </a:cubicBezTo>
                <a:cubicBezTo>
                  <a:pt x="198791" y="79629"/>
                  <a:pt x="200631" y="80768"/>
                  <a:pt x="200631" y="82161"/>
                </a:cubicBezTo>
                <a:cubicBezTo>
                  <a:pt x="200631" y="85088"/>
                  <a:pt x="191380" y="87587"/>
                  <a:pt x="183851" y="86694"/>
                </a:cubicBezTo>
                <a:cubicBezTo>
                  <a:pt x="180197" y="86261"/>
                  <a:pt x="178910" y="87403"/>
                  <a:pt x="179447" y="90600"/>
                </a:cubicBezTo>
                <a:cubicBezTo>
                  <a:pt x="179864" y="93084"/>
                  <a:pt x="178915" y="95117"/>
                  <a:pt x="177337" y="95117"/>
                </a:cubicBezTo>
                <a:cubicBezTo>
                  <a:pt x="175731" y="95117"/>
                  <a:pt x="175129" y="97199"/>
                  <a:pt x="175970" y="99847"/>
                </a:cubicBezTo>
                <a:cubicBezTo>
                  <a:pt x="176899" y="102775"/>
                  <a:pt x="175493" y="106367"/>
                  <a:pt x="172279" y="109275"/>
                </a:cubicBezTo>
                <a:cubicBezTo>
                  <a:pt x="169424" y="111859"/>
                  <a:pt x="165130" y="120185"/>
                  <a:pt x="162736" y="127778"/>
                </a:cubicBezTo>
                <a:cubicBezTo>
                  <a:pt x="160343" y="135371"/>
                  <a:pt x="156854" y="141584"/>
                  <a:pt x="154984" y="141584"/>
                </a:cubicBezTo>
                <a:cubicBezTo>
                  <a:pt x="149300" y="141584"/>
                  <a:pt x="151188" y="148854"/>
                  <a:pt x="157382" y="150820"/>
                </a:cubicBezTo>
                <a:cubicBezTo>
                  <a:pt x="160571" y="151832"/>
                  <a:pt x="164451" y="154398"/>
                  <a:pt x="166003" y="156522"/>
                </a:cubicBezTo>
                <a:cubicBezTo>
                  <a:pt x="168191" y="159513"/>
                  <a:pt x="171101" y="159898"/>
                  <a:pt x="178921" y="158229"/>
                </a:cubicBezTo>
                <a:cubicBezTo>
                  <a:pt x="184472" y="157045"/>
                  <a:pt x="194242" y="155975"/>
                  <a:pt x="200631" y="155851"/>
                </a:cubicBezTo>
                <a:cubicBezTo>
                  <a:pt x="239506" y="155102"/>
                  <a:pt x="240586" y="154881"/>
                  <a:pt x="253127" y="145110"/>
                </a:cubicBezTo>
                <a:cubicBezTo>
                  <a:pt x="266671" y="134558"/>
                  <a:pt x="268972" y="125175"/>
                  <a:pt x="260004" y="117060"/>
                </a:cubicBezTo>
                <a:cubicBezTo>
                  <a:pt x="253254" y="110951"/>
                  <a:pt x="253492" y="108529"/>
                  <a:pt x="261186" y="105023"/>
                </a:cubicBezTo>
                <a:cubicBezTo>
                  <a:pt x="266361" y="102665"/>
                  <a:pt x="269974" y="103183"/>
                  <a:pt x="280779" y="107831"/>
                </a:cubicBezTo>
                <a:cubicBezTo>
                  <a:pt x="296129" y="114435"/>
                  <a:pt x="303140" y="113127"/>
                  <a:pt x="316123" y="101238"/>
                </a:cubicBezTo>
                <a:cubicBezTo>
                  <a:pt x="320574" y="97162"/>
                  <a:pt x="327915" y="90541"/>
                  <a:pt x="332436" y="86525"/>
                </a:cubicBezTo>
                <a:lnTo>
                  <a:pt x="340656" y="79224"/>
                </a:lnTo>
                <a:lnTo>
                  <a:pt x="348855" y="87171"/>
                </a:lnTo>
                <a:cubicBezTo>
                  <a:pt x="353365" y="91541"/>
                  <a:pt x="358951" y="95117"/>
                  <a:pt x="361269" y="95117"/>
                </a:cubicBezTo>
                <a:cubicBezTo>
                  <a:pt x="364761" y="95117"/>
                  <a:pt x="365087" y="96499"/>
                  <a:pt x="363171" y="103178"/>
                </a:cubicBezTo>
                <a:cubicBezTo>
                  <a:pt x="361900" y="107612"/>
                  <a:pt x="358803" y="114292"/>
                  <a:pt x="356290" y="118022"/>
                </a:cubicBezTo>
                <a:cubicBezTo>
                  <a:pt x="353286" y="122482"/>
                  <a:pt x="351997" y="128425"/>
                  <a:pt x="352528" y="135380"/>
                </a:cubicBezTo>
                <a:cubicBezTo>
                  <a:pt x="353262" y="145010"/>
                  <a:pt x="352644" y="146241"/>
                  <a:pt x="345616" y="149152"/>
                </a:cubicBezTo>
                <a:cubicBezTo>
                  <a:pt x="341239" y="150965"/>
                  <a:pt x="337248" y="154934"/>
                  <a:pt x="336399" y="158318"/>
                </a:cubicBezTo>
                <a:cubicBezTo>
                  <a:pt x="335575" y="161601"/>
                  <a:pt x="330673" y="169343"/>
                  <a:pt x="325505" y="175523"/>
                </a:cubicBezTo>
                <a:cubicBezTo>
                  <a:pt x="311850" y="191852"/>
                  <a:pt x="310247" y="196441"/>
                  <a:pt x="315430" y="204352"/>
                </a:cubicBezTo>
                <a:cubicBezTo>
                  <a:pt x="319567" y="210666"/>
                  <a:pt x="319502" y="211324"/>
                  <a:pt x="313994" y="218773"/>
                </a:cubicBezTo>
                <a:cubicBezTo>
                  <a:pt x="309522" y="224822"/>
                  <a:pt x="305556" y="226939"/>
                  <a:pt x="296375" y="228175"/>
                </a:cubicBezTo>
                <a:cubicBezTo>
                  <a:pt x="280209" y="230353"/>
                  <a:pt x="268738" y="234086"/>
                  <a:pt x="265231" y="238311"/>
                </a:cubicBezTo>
                <a:cubicBezTo>
                  <a:pt x="263619" y="240253"/>
                  <a:pt x="254493" y="243158"/>
                  <a:pt x="244951" y="244768"/>
                </a:cubicBezTo>
                <a:cubicBezTo>
                  <a:pt x="224827" y="248162"/>
                  <a:pt x="223542" y="248854"/>
                  <a:pt x="219261" y="258588"/>
                </a:cubicBezTo>
                <a:cubicBezTo>
                  <a:pt x="215450" y="267254"/>
                  <a:pt x="216976" y="270661"/>
                  <a:pt x="224662" y="270643"/>
                </a:cubicBezTo>
                <a:cubicBezTo>
                  <a:pt x="227772" y="270636"/>
                  <a:pt x="235733" y="272571"/>
                  <a:pt x="242353" y="274944"/>
                </a:cubicBezTo>
                <a:cubicBezTo>
                  <a:pt x="253677" y="279002"/>
                  <a:pt x="254241" y="279644"/>
                  <a:pt x="251900" y="285801"/>
                </a:cubicBezTo>
                <a:cubicBezTo>
                  <a:pt x="250237" y="290175"/>
                  <a:pt x="250396" y="296447"/>
                  <a:pt x="252381" y="304719"/>
                </a:cubicBezTo>
                <a:cubicBezTo>
                  <a:pt x="255038" y="315794"/>
                  <a:pt x="255971" y="316937"/>
                  <a:pt x="261267" y="315608"/>
                </a:cubicBezTo>
                <a:cubicBezTo>
                  <a:pt x="264522" y="314791"/>
                  <a:pt x="267946" y="315353"/>
                  <a:pt x="268876" y="316858"/>
                </a:cubicBezTo>
                <a:cubicBezTo>
                  <a:pt x="271618" y="321295"/>
                  <a:pt x="260047" y="334538"/>
                  <a:pt x="252027" y="336142"/>
                </a:cubicBezTo>
                <a:cubicBezTo>
                  <a:pt x="247958" y="336956"/>
                  <a:pt x="238159" y="342892"/>
                  <a:pt x="230251" y="349333"/>
                </a:cubicBezTo>
                <a:cubicBezTo>
                  <a:pt x="219279" y="358270"/>
                  <a:pt x="214445" y="360685"/>
                  <a:pt x="209844" y="359530"/>
                </a:cubicBezTo>
                <a:cubicBezTo>
                  <a:pt x="206527" y="358698"/>
                  <a:pt x="199613" y="359176"/>
                  <a:pt x="194478" y="360594"/>
                </a:cubicBezTo>
                <a:cubicBezTo>
                  <a:pt x="186278" y="362858"/>
                  <a:pt x="185142" y="362612"/>
                  <a:pt x="185142" y="358570"/>
                </a:cubicBezTo>
                <a:close/>
              </a:path>
            </a:pathLst>
          </a:custGeom>
          <a:solidFill>
            <a:srgbClr val="B9B9B9"/>
          </a:solidFill>
          <a:ln w="5163" cap="flat">
            <a:noFill/>
            <a:prstDash val="solid"/>
            <a:miter/>
          </a:ln>
        </p:spPr>
        <p:txBody>
          <a:bodyPr/>
          <a:lstStyle/>
          <a:p>
            <a:endParaRPr lang="es-419" noProof="0" dirty="0"/>
          </a:p>
        </p:txBody>
      </p:sp>
      <p:sp>
        <p:nvSpPr>
          <p:cNvPr id="46" name="Forma libre: forma 45">
            <a:extLst>
              <a:ext uri="{FF2B5EF4-FFF2-40B4-BE49-F238E27FC236}">
                <a16:creationId xmlns:a16="http://schemas.microsoft.com/office/drawing/2014/main" id="{56F01924-08EE-951C-08F1-D3AEF61C34E2}"/>
              </a:ext>
            </a:extLst>
          </p:cNvPr>
          <p:cNvSpPr/>
          <p:nvPr/>
        </p:nvSpPr>
        <p:spPr>
          <a:xfrm>
            <a:off x="1331227" y="2128697"/>
            <a:ext cx="198884" cy="167193"/>
          </a:xfrm>
          <a:custGeom>
            <a:avLst/>
            <a:gdLst>
              <a:gd name="csX0" fmla="*/ 102761 w 198884"/>
              <a:gd name="csY0" fmla="*/ 161938 h 167193"/>
              <a:gd name="csX1" fmla="*/ 88269 w 198884"/>
              <a:gd name="csY1" fmla="*/ 157454 h 167193"/>
              <a:gd name="csX2" fmla="*/ 69481 w 198884"/>
              <a:gd name="csY2" fmla="*/ 161146 h 167193"/>
              <a:gd name="csX3" fmla="*/ 60039 w 198884"/>
              <a:gd name="csY3" fmla="*/ 160242 h 167193"/>
              <a:gd name="csX4" fmla="*/ 55236 w 198884"/>
              <a:gd name="csY4" fmla="*/ 148107 h 167193"/>
              <a:gd name="csX5" fmla="*/ 50480 w 198884"/>
              <a:gd name="csY5" fmla="*/ 138608 h 167193"/>
              <a:gd name="csX6" fmla="*/ 28907 w 198884"/>
              <a:gd name="csY6" fmla="*/ 140363 h 167193"/>
              <a:gd name="csX7" fmla="*/ 11289 w 198884"/>
              <a:gd name="csY7" fmla="*/ 137781 h 167193"/>
              <a:gd name="csX8" fmla="*/ 6827 w 198884"/>
              <a:gd name="csY8" fmla="*/ 131288 h 167193"/>
              <a:gd name="csX9" fmla="*/ 1775 w 198884"/>
              <a:gd name="csY9" fmla="*/ 129012 h 167193"/>
              <a:gd name="csX10" fmla="*/ 4158 w 198884"/>
              <a:gd name="csY10" fmla="*/ 118778 h 167193"/>
              <a:gd name="csX11" fmla="*/ 5752 w 198884"/>
              <a:gd name="csY11" fmla="*/ 106007 h 167193"/>
              <a:gd name="csX12" fmla="*/ 11789 w 198884"/>
              <a:gd name="csY12" fmla="*/ 81269 h 167193"/>
              <a:gd name="csX13" fmla="*/ 23630 w 198884"/>
              <a:gd name="csY13" fmla="*/ 62821 h 167193"/>
              <a:gd name="csX14" fmla="*/ 32410 w 198884"/>
              <a:gd name="csY14" fmla="*/ 53884 h 167193"/>
              <a:gd name="csX15" fmla="*/ 41084 w 198884"/>
              <a:gd name="csY15" fmla="*/ 33929 h 167193"/>
              <a:gd name="csX16" fmla="*/ 44790 w 198884"/>
              <a:gd name="csY16" fmla="*/ 21065 h 167193"/>
              <a:gd name="csX17" fmla="*/ 50866 w 198884"/>
              <a:gd name="csY17" fmla="*/ 7384 h 167193"/>
              <a:gd name="csX18" fmla="*/ 69085 w 198884"/>
              <a:gd name="csY18" fmla="*/ 3371 h 167193"/>
              <a:gd name="csX19" fmla="*/ 83968 w 198884"/>
              <a:gd name="csY19" fmla="*/ 7430 h 167193"/>
              <a:gd name="csX20" fmla="*/ 103250 w 198884"/>
              <a:gd name="csY20" fmla="*/ 16788 h 167193"/>
              <a:gd name="csX21" fmla="*/ 120904 w 198884"/>
              <a:gd name="csY21" fmla="*/ 28277 h 167193"/>
              <a:gd name="csX22" fmla="*/ 134887 w 198884"/>
              <a:gd name="csY22" fmla="*/ 23438 h 167193"/>
              <a:gd name="csX23" fmla="*/ 159058 w 198884"/>
              <a:gd name="csY23" fmla="*/ 20032 h 167193"/>
              <a:gd name="csX24" fmla="*/ 176483 w 198884"/>
              <a:gd name="csY24" fmla="*/ 28515 h 167193"/>
              <a:gd name="csX25" fmla="*/ 192460 w 198884"/>
              <a:gd name="csY25" fmla="*/ 37014 h 167193"/>
              <a:gd name="csX26" fmla="*/ 196332 w 198884"/>
              <a:gd name="csY26" fmla="*/ 44480 h 167193"/>
              <a:gd name="csX27" fmla="*/ 196153 w 198884"/>
              <a:gd name="csY27" fmla="*/ 52404 h 167193"/>
              <a:gd name="csX28" fmla="*/ 187288 w 198884"/>
              <a:gd name="csY28" fmla="*/ 53879 h 167193"/>
              <a:gd name="csX29" fmla="*/ 174390 w 198884"/>
              <a:gd name="csY29" fmla="*/ 56149 h 167193"/>
              <a:gd name="csX30" fmla="*/ 170518 w 198884"/>
              <a:gd name="csY30" fmla="*/ 64210 h 167193"/>
              <a:gd name="csX31" fmla="*/ 166645 w 198884"/>
              <a:gd name="csY31" fmla="*/ 72206 h 167193"/>
              <a:gd name="csX32" fmla="*/ 158901 w 198884"/>
              <a:gd name="csY32" fmla="*/ 75439 h 167193"/>
              <a:gd name="csX33" fmla="*/ 151157 w 198884"/>
              <a:gd name="csY33" fmla="*/ 76992 h 167193"/>
              <a:gd name="csX34" fmla="*/ 142182 w 198884"/>
              <a:gd name="csY34" fmla="*/ 79321 h 167193"/>
              <a:gd name="csX35" fmla="*/ 127056 w 198884"/>
              <a:gd name="csY35" fmla="*/ 97769 h 167193"/>
              <a:gd name="csX36" fmla="*/ 130544 w 198884"/>
              <a:gd name="csY36" fmla="*/ 109385 h 167193"/>
              <a:gd name="csX37" fmla="*/ 134269 w 198884"/>
              <a:gd name="csY37" fmla="*/ 120288 h 167193"/>
              <a:gd name="csX38" fmla="*/ 148765 w 198884"/>
              <a:gd name="csY38" fmla="*/ 140043 h 167193"/>
              <a:gd name="csX39" fmla="*/ 155377 w 198884"/>
              <a:gd name="csY39" fmla="*/ 157142 h 167193"/>
              <a:gd name="csX40" fmla="*/ 143045 w 198884"/>
              <a:gd name="csY40" fmla="*/ 162040 h 167193"/>
              <a:gd name="csX41" fmla="*/ 102761 w 198884"/>
              <a:gd name="csY41" fmla="*/ 161938 h 167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Lst>
            <a:rect l="l" t="t" r="r" b="b"/>
            <a:pathLst>
              <a:path w="198884" h="167193">
                <a:moveTo>
                  <a:pt x="102761" y="161938"/>
                </a:moveTo>
                <a:cubicBezTo>
                  <a:pt x="101767" y="158136"/>
                  <a:pt x="99022" y="157287"/>
                  <a:pt x="88269" y="157454"/>
                </a:cubicBezTo>
                <a:cubicBezTo>
                  <a:pt x="80973" y="157567"/>
                  <a:pt x="72518" y="159228"/>
                  <a:pt x="69481" y="161146"/>
                </a:cubicBezTo>
                <a:cubicBezTo>
                  <a:pt x="64710" y="164157"/>
                  <a:pt x="63423" y="164033"/>
                  <a:pt x="60039" y="160242"/>
                </a:cubicBezTo>
                <a:cubicBezTo>
                  <a:pt x="57884" y="157827"/>
                  <a:pt x="55723" y="152366"/>
                  <a:pt x="55236" y="148107"/>
                </a:cubicBezTo>
                <a:cubicBezTo>
                  <a:pt x="54750" y="143848"/>
                  <a:pt x="52610" y="139573"/>
                  <a:pt x="50480" y="138608"/>
                </a:cubicBezTo>
                <a:cubicBezTo>
                  <a:pt x="43634" y="135506"/>
                  <a:pt x="32890" y="136379"/>
                  <a:pt x="28907" y="140363"/>
                </a:cubicBezTo>
                <a:cubicBezTo>
                  <a:pt x="22942" y="146328"/>
                  <a:pt x="14628" y="145109"/>
                  <a:pt x="11289" y="137781"/>
                </a:cubicBezTo>
                <a:cubicBezTo>
                  <a:pt x="9671" y="134232"/>
                  <a:pt x="7664" y="131310"/>
                  <a:pt x="6827" y="131288"/>
                </a:cubicBezTo>
                <a:cubicBezTo>
                  <a:pt x="5990" y="131266"/>
                  <a:pt x="3716" y="130242"/>
                  <a:pt x="1775" y="129012"/>
                </a:cubicBezTo>
                <a:cubicBezTo>
                  <a:pt x="-1083" y="127202"/>
                  <a:pt x="-629" y="125253"/>
                  <a:pt x="4158" y="118778"/>
                </a:cubicBezTo>
                <a:cubicBezTo>
                  <a:pt x="9713" y="111264"/>
                  <a:pt x="9810" y="110491"/>
                  <a:pt x="5752" y="106007"/>
                </a:cubicBezTo>
                <a:cubicBezTo>
                  <a:pt x="-610" y="98977"/>
                  <a:pt x="325" y="95142"/>
                  <a:pt x="11789" y="81269"/>
                </a:cubicBezTo>
                <a:cubicBezTo>
                  <a:pt x="17485" y="74376"/>
                  <a:pt x="22814" y="66074"/>
                  <a:pt x="23630" y="62821"/>
                </a:cubicBezTo>
                <a:cubicBezTo>
                  <a:pt x="24447" y="59568"/>
                  <a:pt x="28398" y="55546"/>
                  <a:pt x="32410" y="53884"/>
                </a:cubicBezTo>
                <a:cubicBezTo>
                  <a:pt x="40181" y="50665"/>
                  <a:pt x="43478" y="43081"/>
                  <a:pt x="41084" y="33929"/>
                </a:cubicBezTo>
                <a:cubicBezTo>
                  <a:pt x="40186" y="30493"/>
                  <a:pt x="41619" y="25519"/>
                  <a:pt x="44790" y="21065"/>
                </a:cubicBezTo>
                <a:cubicBezTo>
                  <a:pt x="47634" y="17072"/>
                  <a:pt x="50368" y="10915"/>
                  <a:pt x="50866" y="7384"/>
                </a:cubicBezTo>
                <a:cubicBezTo>
                  <a:pt x="51978" y="-503"/>
                  <a:pt x="60785" y="-2442"/>
                  <a:pt x="69085" y="3371"/>
                </a:cubicBezTo>
                <a:cubicBezTo>
                  <a:pt x="72262" y="5597"/>
                  <a:pt x="78960" y="7424"/>
                  <a:pt x="83968" y="7430"/>
                </a:cubicBezTo>
                <a:cubicBezTo>
                  <a:pt x="90827" y="7440"/>
                  <a:pt x="95585" y="9748"/>
                  <a:pt x="103250" y="16788"/>
                </a:cubicBezTo>
                <a:cubicBezTo>
                  <a:pt x="108847" y="21927"/>
                  <a:pt x="116791" y="27098"/>
                  <a:pt x="120904" y="28277"/>
                </a:cubicBezTo>
                <a:cubicBezTo>
                  <a:pt x="127215" y="30087"/>
                  <a:pt x="129398" y="29332"/>
                  <a:pt x="134887" y="23438"/>
                </a:cubicBezTo>
                <a:cubicBezTo>
                  <a:pt x="142030" y="15767"/>
                  <a:pt x="156507" y="13727"/>
                  <a:pt x="159058" y="20032"/>
                </a:cubicBezTo>
                <a:cubicBezTo>
                  <a:pt x="159855" y="22000"/>
                  <a:pt x="167696" y="25818"/>
                  <a:pt x="176483" y="28515"/>
                </a:cubicBezTo>
                <a:cubicBezTo>
                  <a:pt x="186066" y="31457"/>
                  <a:pt x="192460" y="34858"/>
                  <a:pt x="192460" y="37014"/>
                </a:cubicBezTo>
                <a:cubicBezTo>
                  <a:pt x="192460" y="38991"/>
                  <a:pt x="194203" y="42351"/>
                  <a:pt x="196332" y="44480"/>
                </a:cubicBezTo>
                <a:cubicBezTo>
                  <a:pt x="199774" y="47922"/>
                  <a:pt x="199754" y="48803"/>
                  <a:pt x="196153" y="52404"/>
                </a:cubicBezTo>
                <a:cubicBezTo>
                  <a:pt x="193159" y="55398"/>
                  <a:pt x="190845" y="55783"/>
                  <a:pt x="187288" y="53879"/>
                </a:cubicBezTo>
                <a:cubicBezTo>
                  <a:pt x="179800" y="49872"/>
                  <a:pt x="174390" y="50824"/>
                  <a:pt x="174390" y="56149"/>
                </a:cubicBezTo>
                <a:cubicBezTo>
                  <a:pt x="174390" y="58815"/>
                  <a:pt x="172647" y="62442"/>
                  <a:pt x="170518" y="64210"/>
                </a:cubicBezTo>
                <a:cubicBezTo>
                  <a:pt x="168388" y="65977"/>
                  <a:pt x="166645" y="69575"/>
                  <a:pt x="166645" y="72206"/>
                </a:cubicBezTo>
                <a:cubicBezTo>
                  <a:pt x="166645" y="76143"/>
                  <a:pt x="165276" y="76714"/>
                  <a:pt x="158901" y="75439"/>
                </a:cubicBezTo>
                <a:cubicBezTo>
                  <a:pt x="153734" y="74406"/>
                  <a:pt x="151157" y="74922"/>
                  <a:pt x="151157" y="76992"/>
                </a:cubicBezTo>
                <a:cubicBezTo>
                  <a:pt x="151157" y="78961"/>
                  <a:pt x="147877" y="79812"/>
                  <a:pt x="142182" y="79321"/>
                </a:cubicBezTo>
                <a:cubicBezTo>
                  <a:pt x="130428" y="78308"/>
                  <a:pt x="124889" y="85064"/>
                  <a:pt x="127056" y="97769"/>
                </a:cubicBezTo>
                <a:cubicBezTo>
                  <a:pt x="127904" y="102738"/>
                  <a:pt x="129473" y="107965"/>
                  <a:pt x="130544" y="109385"/>
                </a:cubicBezTo>
                <a:cubicBezTo>
                  <a:pt x="131614" y="110805"/>
                  <a:pt x="133291" y="115711"/>
                  <a:pt x="134269" y="120288"/>
                </a:cubicBezTo>
                <a:cubicBezTo>
                  <a:pt x="135415" y="125645"/>
                  <a:pt x="140578" y="132682"/>
                  <a:pt x="148765" y="140043"/>
                </a:cubicBezTo>
                <a:cubicBezTo>
                  <a:pt x="162833" y="152691"/>
                  <a:pt x="164554" y="157142"/>
                  <a:pt x="155377" y="157142"/>
                </a:cubicBezTo>
                <a:cubicBezTo>
                  <a:pt x="152019" y="157142"/>
                  <a:pt x="146470" y="159346"/>
                  <a:pt x="143045" y="162040"/>
                </a:cubicBezTo>
                <a:cubicBezTo>
                  <a:pt x="134241" y="168966"/>
                  <a:pt x="104579" y="168891"/>
                  <a:pt x="102761" y="161938"/>
                </a:cubicBezTo>
                <a:close/>
              </a:path>
            </a:pathLst>
          </a:custGeom>
          <a:solidFill>
            <a:srgbClr val="B9B9B9"/>
          </a:solidFill>
          <a:ln w="5163" cap="flat">
            <a:noFill/>
            <a:prstDash val="solid"/>
            <a:miter/>
          </a:ln>
        </p:spPr>
        <p:txBody>
          <a:bodyPr/>
          <a:lstStyle/>
          <a:p>
            <a:endParaRPr lang="es-419" noProof="0" dirty="0"/>
          </a:p>
        </p:txBody>
      </p:sp>
      <p:sp>
        <p:nvSpPr>
          <p:cNvPr id="47" name="Forma libre: forma 46">
            <a:extLst>
              <a:ext uri="{FF2B5EF4-FFF2-40B4-BE49-F238E27FC236}">
                <a16:creationId xmlns:a16="http://schemas.microsoft.com/office/drawing/2014/main" id="{CA3D7884-C48A-C3BE-5BCB-031148180E46}"/>
              </a:ext>
            </a:extLst>
          </p:cNvPr>
          <p:cNvSpPr/>
          <p:nvPr/>
        </p:nvSpPr>
        <p:spPr>
          <a:xfrm>
            <a:off x="1461542" y="2144566"/>
            <a:ext cx="129500" cy="144710"/>
          </a:xfrm>
          <a:custGeom>
            <a:avLst/>
            <a:gdLst>
              <a:gd name="csX0" fmla="*/ 39451 w 129500"/>
              <a:gd name="csY0" fmla="*/ 143362 h 144710"/>
              <a:gd name="csX1" fmla="*/ 36297 w 129500"/>
              <a:gd name="csY1" fmla="*/ 137530 h 144710"/>
              <a:gd name="csX2" fmla="*/ 22310 w 129500"/>
              <a:gd name="csY2" fmla="*/ 122582 h 144710"/>
              <a:gd name="csX3" fmla="*/ 6555 w 129500"/>
              <a:gd name="csY3" fmla="*/ 101930 h 144710"/>
              <a:gd name="csX4" fmla="*/ 2723 w 129500"/>
              <a:gd name="csY4" fmla="*/ 90935 h 144710"/>
              <a:gd name="csX5" fmla="*/ 1214 w 129500"/>
              <a:gd name="csY5" fmla="*/ 71343 h 144710"/>
              <a:gd name="csX6" fmla="*/ 12550 w 129500"/>
              <a:gd name="csY6" fmla="*/ 66880 h 144710"/>
              <a:gd name="csX7" fmla="*/ 22940 w 129500"/>
              <a:gd name="csY7" fmla="*/ 63986 h 144710"/>
              <a:gd name="csX8" fmla="*/ 31348 w 129500"/>
              <a:gd name="csY8" fmla="*/ 62963 h 144710"/>
              <a:gd name="csX9" fmla="*/ 38911 w 129500"/>
              <a:gd name="csY9" fmla="*/ 59306 h 144710"/>
              <a:gd name="csX10" fmla="*/ 42783 w 129500"/>
              <a:gd name="csY10" fmla="*/ 50923 h 144710"/>
              <a:gd name="csX11" fmla="*/ 46656 w 129500"/>
              <a:gd name="csY11" fmla="*/ 42586 h 144710"/>
              <a:gd name="csX12" fmla="*/ 51173 w 129500"/>
              <a:gd name="csY12" fmla="*/ 39323 h 144710"/>
              <a:gd name="csX13" fmla="*/ 69566 w 129500"/>
              <a:gd name="csY13" fmla="*/ 37767 h 144710"/>
              <a:gd name="csX14" fmla="*/ 69872 w 129500"/>
              <a:gd name="csY14" fmla="*/ 27120 h 144710"/>
              <a:gd name="csX15" fmla="*/ 67231 w 129500"/>
              <a:gd name="csY15" fmla="*/ 13692 h 144710"/>
              <a:gd name="csX16" fmla="*/ 69736 w 129500"/>
              <a:gd name="csY16" fmla="*/ 7102 h 144710"/>
              <a:gd name="csX17" fmla="*/ 81814 w 129500"/>
              <a:gd name="csY17" fmla="*/ 13524 h 144710"/>
              <a:gd name="csX18" fmla="*/ 100866 w 129500"/>
              <a:gd name="csY18" fmla="*/ 15068 h 144710"/>
              <a:gd name="csX19" fmla="*/ 113355 w 129500"/>
              <a:gd name="csY19" fmla="*/ 326 h 144710"/>
              <a:gd name="csX20" fmla="*/ 116355 w 129500"/>
              <a:gd name="csY20" fmla="*/ 6085 h 144710"/>
              <a:gd name="csX21" fmla="*/ 122928 w 129500"/>
              <a:gd name="csY21" fmla="*/ 21207 h 144710"/>
              <a:gd name="csX22" fmla="*/ 129501 w 129500"/>
              <a:gd name="csY22" fmla="*/ 32422 h 144710"/>
              <a:gd name="csX23" fmla="*/ 122289 w 129500"/>
              <a:gd name="csY23" fmla="*/ 39110 h 144710"/>
              <a:gd name="csX24" fmla="*/ 114210 w 129500"/>
              <a:gd name="csY24" fmla="*/ 43197 h 144710"/>
              <a:gd name="csX25" fmla="*/ 100996 w 129500"/>
              <a:gd name="csY25" fmla="*/ 50277 h 144710"/>
              <a:gd name="csX26" fmla="*/ 91480 w 129500"/>
              <a:gd name="csY26" fmla="*/ 69527 h 144710"/>
              <a:gd name="csX27" fmla="*/ 86825 w 129500"/>
              <a:gd name="csY27" fmla="*/ 82667 h 144710"/>
              <a:gd name="csX28" fmla="*/ 75170 w 129500"/>
              <a:gd name="csY28" fmla="*/ 92424 h 144710"/>
              <a:gd name="csX29" fmla="*/ 62144 w 129500"/>
              <a:gd name="csY29" fmla="*/ 108405 h 144710"/>
              <a:gd name="csX30" fmla="*/ 58272 w 129500"/>
              <a:gd name="csY30" fmla="*/ 119688 h 144710"/>
              <a:gd name="csX31" fmla="*/ 54400 w 129500"/>
              <a:gd name="csY31" fmla="*/ 127352 h 144710"/>
              <a:gd name="csX32" fmla="*/ 52416 w 129500"/>
              <a:gd name="csY32" fmla="*/ 133529 h 144710"/>
              <a:gd name="csX33" fmla="*/ 46503 w 129500"/>
              <a:gd name="csY33" fmla="*/ 140006 h 144710"/>
              <a:gd name="csX34" fmla="*/ 39451 w 129500"/>
              <a:gd name="csY34" fmla="*/ 143362 h 1447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129500" h="144710">
                <a:moveTo>
                  <a:pt x="39451" y="143362"/>
                </a:moveTo>
                <a:cubicBezTo>
                  <a:pt x="37734" y="141645"/>
                  <a:pt x="36315" y="139021"/>
                  <a:pt x="36297" y="137530"/>
                </a:cubicBezTo>
                <a:cubicBezTo>
                  <a:pt x="36279" y="136040"/>
                  <a:pt x="29985" y="129313"/>
                  <a:pt x="22310" y="122582"/>
                </a:cubicBezTo>
                <a:cubicBezTo>
                  <a:pt x="12868" y="114302"/>
                  <a:pt x="7773" y="107623"/>
                  <a:pt x="6555" y="101930"/>
                </a:cubicBezTo>
                <a:cubicBezTo>
                  <a:pt x="5566" y="97303"/>
                  <a:pt x="3842" y="92355"/>
                  <a:pt x="2723" y="90935"/>
                </a:cubicBezTo>
                <a:cubicBezTo>
                  <a:pt x="-91" y="87360"/>
                  <a:pt x="-945" y="76286"/>
                  <a:pt x="1214" y="71343"/>
                </a:cubicBezTo>
                <a:cubicBezTo>
                  <a:pt x="2338" y="68767"/>
                  <a:pt x="6560" y="67105"/>
                  <a:pt x="12550" y="66880"/>
                </a:cubicBezTo>
                <a:cubicBezTo>
                  <a:pt x="17800" y="66683"/>
                  <a:pt x="22476" y="65380"/>
                  <a:pt x="22940" y="63986"/>
                </a:cubicBezTo>
                <a:cubicBezTo>
                  <a:pt x="23405" y="62591"/>
                  <a:pt x="27189" y="62131"/>
                  <a:pt x="31348" y="62963"/>
                </a:cubicBezTo>
                <a:cubicBezTo>
                  <a:pt x="37697" y="64232"/>
                  <a:pt x="38911" y="63645"/>
                  <a:pt x="38911" y="59306"/>
                </a:cubicBezTo>
                <a:cubicBezTo>
                  <a:pt x="38911" y="56463"/>
                  <a:pt x="40654" y="52690"/>
                  <a:pt x="42783" y="50923"/>
                </a:cubicBezTo>
                <a:cubicBezTo>
                  <a:pt x="44913" y="49155"/>
                  <a:pt x="46656" y="45404"/>
                  <a:pt x="46656" y="42586"/>
                </a:cubicBezTo>
                <a:cubicBezTo>
                  <a:pt x="46656" y="38720"/>
                  <a:pt x="47764" y="37919"/>
                  <a:pt x="51173" y="39323"/>
                </a:cubicBezTo>
                <a:cubicBezTo>
                  <a:pt x="61512" y="43579"/>
                  <a:pt x="64377" y="43337"/>
                  <a:pt x="69566" y="37767"/>
                </a:cubicBezTo>
                <a:cubicBezTo>
                  <a:pt x="75009" y="31925"/>
                  <a:pt x="75010" y="31906"/>
                  <a:pt x="69872" y="27120"/>
                </a:cubicBezTo>
                <a:cubicBezTo>
                  <a:pt x="63882" y="21540"/>
                  <a:pt x="64007" y="22172"/>
                  <a:pt x="67231" y="13692"/>
                </a:cubicBezTo>
                <a:lnTo>
                  <a:pt x="69736" y="7102"/>
                </a:lnTo>
                <a:lnTo>
                  <a:pt x="81814" y="13524"/>
                </a:lnTo>
                <a:cubicBezTo>
                  <a:pt x="96277" y="21214"/>
                  <a:pt x="100866" y="21586"/>
                  <a:pt x="100866" y="15068"/>
                </a:cubicBezTo>
                <a:cubicBezTo>
                  <a:pt x="100866" y="8386"/>
                  <a:pt x="109640" y="-1970"/>
                  <a:pt x="113355" y="326"/>
                </a:cubicBezTo>
                <a:cubicBezTo>
                  <a:pt x="115005" y="1346"/>
                  <a:pt x="116355" y="3937"/>
                  <a:pt x="116355" y="6085"/>
                </a:cubicBezTo>
                <a:cubicBezTo>
                  <a:pt x="116355" y="8233"/>
                  <a:pt x="119313" y="15038"/>
                  <a:pt x="122928" y="21207"/>
                </a:cubicBezTo>
                <a:lnTo>
                  <a:pt x="129501" y="32422"/>
                </a:lnTo>
                <a:lnTo>
                  <a:pt x="122289" y="39110"/>
                </a:lnTo>
                <a:cubicBezTo>
                  <a:pt x="118322" y="42788"/>
                  <a:pt x="114687" y="44627"/>
                  <a:pt x="114210" y="43197"/>
                </a:cubicBezTo>
                <a:cubicBezTo>
                  <a:pt x="112111" y="36901"/>
                  <a:pt x="104310" y="41081"/>
                  <a:pt x="100996" y="50277"/>
                </a:cubicBezTo>
                <a:cubicBezTo>
                  <a:pt x="99077" y="55602"/>
                  <a:pt x="94795" y="64264"/>
                  <a:pt x="91480" y="69527"/>
                </a:cubicBezTo>
                <a:cubicBezTo>
                  <a:pt x="88166" y="74789"/>
                  <a:pt x="86071" y="80703"/>
                  <a:pt x="86825" y="82667"/>
                </a:cubicBezTo>
                <a:cubicBezTo>
                  <a:pt x="87734" y="85037"/>
                  <a:pt x="83812" y="88321"/>
                  <a:pt x="75170" y="92424"/>
                </a:cubicBezTo>
                <a:cubicBezTo>
                  <a:pt x="62898" y="98250"/>
                  <a:pt x="62144" y="99174"/>
                  <a:pt x="62144" y="108405"/>
                </a:cubicBezTo>
                <a:cubicBezTo>
                  <a:pt x="62144" y="114732"/>
                  <a:pt x="60773" y="118729"/>
                  <a:pt x="58272" y="119688"/>
                </a:cubicBezTo>
                <a:cubicBezTo>
                  <a:pt x="56143" y="120506"/>
                  <a:pt x="54400" y="123954"/>
                  <a:pt x="54400" y="127352"/>
                </a:cubicBezTo>
                <a:cubicBezTo>
                  <a:pt x="54400" y="130749"/>
                  <a:pt x="53507" y="133529"/>
                  <a:pt x="52416" y="133529"/>
                </a:cubicBezTo>
                <a:cubicBezTo>
                  <a:pt x="51325" y="133529"/>
                  <a:pt x="48664" y="136444"/>
                  <a:pt x="46503" y="140006"/>
                </a:cubicBezTo>
                <a:cubicBezTo>
                  <a:pt x="43429" y="145071"/>
                  <a:pt x="41892" y="145803"/>
                  <a:pt x="39451" y="143362"/>
                </a:cubicBezTo>
                <a:close/>
              </a:path>
            </a:pathLst>
          </a:custGeom>
          <a:solidFill>
            <a:srgbClr val="B9B9B9"/>
          </a:solidFill>
          <a:ln w="5163" cap="flat">
            <a:noFill/>
            <a:prstDash val="solid"/>
            <a:miter/>
          </a:ln>
        </p:spPr>
        <p:txBody>
          <a:bodyPr/>
          <a:lstStyle/>
          <a:p>
            <a:endParaRPr lang="es-419" noProof="0" dirty="0"/>
          </a:p>
        </p:txBody>
      </p:sp>
      <p:sp>
        <p:nvSpPr>
          <p:cNvPr id="48" name="Forma libre: forma 47">
            <a:extLst>
              <a:ext uri="{FF2B5EF4-FFF2-40B4-BE49-F238E27FC236}">
                <a16:creationId xmlns:a16="http://schemas.microsoft.com/office/drawing/2014/main" id="{AF40230E-22F8-DAE0-5D2A-8C8504E82F9B}"/>
              </a:ext>
            </a:extLst>
          </p:cNvPr>
          <p:cNvSpPr/>
          <p:nvPr/>
        </p:nvSpPr>
        <p:spPr>
          <a:xfrm>
            <a:off x="2333829" y="2099494"/>
            <a:ext cx="245950" cy="186219"/>
          </a:xfrm>
          <a:custGeom>
            <a:avLst/>
            <a:gdLst>
              <a:gd name="csX0" fmla="*/ 63193 w 245950"/>
              <a:gd name="csY0" fmla="*/ 151536 h 186219"/>
              <a:gd name="csX1" fmla="*/ 28715 w 245950"/>
              <a:gd name="csY1" fmla="*/ 120621 h 186219"/>
              <a:gd name="csX2" fmla="*/ 15073 w 245950"/>
              <a:gd name="csY2" fmla="*/ 124390 h 186219"/>
              <a:gd name="csX3" fmla="*/ 5596 w 245950"/>
              <a:gd name="csY3" fmla="*/ 124390 h 186219"/>
              <a:gd name="csX4" fmla="*/ 5596 w 245950"/>
              <a:gd name="csY4" fmla="*/ 107763 h 186219"/>
              <a:gd name="csX5" fmla="*/ 3015 w 245950"/>
              <a:gd name="csY5" fmla="*/ 89541 h 186219"/>
              <a:gd name="csX6" fmla="*/ 11404 w 245950"/>
              <a:gd name="csY6" fmla="*/ 63244 h 186219"/>
              <a:gd name="csX7" fmla="*/ 106611 w 245950"/>
              <a:gd name="csY7" fmla="*/ 25070 h 186219"/>
              <a:gd name="csX8" fmla="*/ 133716 w 245950"/>
              <a:gd name="csY8" fmla="*/ 14252 h 186219"/>
              <a:gd name="csX9" fmla="*/ 160483 w 245950"/>
              <a:gd name="csY9" fmla="*/ 1908 h 186219"/>
              <a:gd name="csX10" fmla="*/ 238554 w 245950"/>
              <a:gd name="csY10" fmla="*/ 11931 h 186219"/>
              <a:gd name="csX11" fmla="*/ 245107 w 245950"/>
              <a:gd name="csY11" fmla="*/ 29136 h 186219"/>
              <a:gd name="csX12" fmla="*/ 240861 w 245950"/>
              <a:gd name="csY12" fmla="*/ 62435 h 186219"/>
              <a:gd name="csX13" fmla="*/ 234529 w 245950"/>
              <a:gd name="csY13" fmla="*/ 81796 h 186219"/>
              <a:gd name="csX14" fmla="*/ 183096 w 245950"/>
              <a:gd name="csY14" fmla="*/ 120518 h 186219"/>
              <a:gd name="csX15" fmla="*/ 112584 w 245950"/>
              <a:gd name="csY15" fmla="*/ 172730 h 186219"/>
              <a:gd name="csX16" fmla="*/ 93505 w 245950"/>
              <a:gd name="csY16" fmla="*/ 186220 h 186219"/>
              <a:gd name="csX17" fmla="*/ 63193 w 245950"/>
              <a:gd name="csY17" fmla="*/ 151536 h 1862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245950" h="186219">
                <a:moveTo>
                  <a:pt x="63193" y="151536"/>
                </a:moveTo>
                <a:cubicBezTo>
                  <a:pt x="35962" y="120379"/>
                  <a:pt x="32456" y="117236"/>
                  <a:pt x="28715" y="120621"/>
                </a:cubicBezTo>
                <a:cubicBezTo>
                  <a:pt x="26425" y="122694"/>
                  <a:pt x="20286" y="124390"/>
                  <a:pt x="15073" y="124390"/>
                </a:cubicBezTo>
                <a:lnTo>
                  <a:pt x="5596" y="124390"/>
                </a:lnTo>
                <a:lnTo>
                  <a:pt x="5596" y="107763"/>
                </a:lnTo>
                <a:cubicBezTo>
                  <a:pt x="5596" y="98618"/>
                  <a:pt x="4435" y="90418"/>
                  <a:pt x="3015" y="89541"/>
                </a:cubicBezTo>
                <a:cubicBezTo>
                  <a:pt x="-3245" y="85672"/>
                  <a:pt x="575" y="73700"/>
                  <a:pt x="11404" y="63244"/>
                </a:cubicBezTo>
                <a:cubicBezTo>
                  <a:pt x="30218" y="45081"/>
                  <a:pt x="67101" y="30293"/>
                  <a:pt x="106611" y="25070"/>
                </a:cubicBezTo>
                <a:cubicBezTo>
                  <a:pt x="113529" y="24155"/>
                  <a:pt x="124948" y="19598"/>
                  <a:pt x="133716" y="14252"/>
                </a:cubicBezTo>
                <a:cubicBezTo>
                  <a:pt x="142049" y="9172"/>
                  <a:pt x="154094" y="3617"/>
                  <a:pt x="160483" y="1908"/>
                </a:cubicBezTo>
                <a:cubicBezTo>
                  <a:pt x="179743" y="-3243"/>
                  <a:pt x="225908" y="2684"/>
                  <a:pt x="238554" y="11931"/>
                </a:cubicBezTo>
                <a:cubicBezTo>
                  <a:pt x="241216" y="13878"/>
                  <a:pt x="243864" y="20830"/>
                  <a:pt x="245107" y="29136"/>
                </a:cubicBezTo>
                <a:cubicBezTo>
                  <a:pt x="246841" y="40720"/>
                  <a:pt x="246124" y="46345"/>
                  <a:pt x="240861" y="62435"/>
                </a:cubicBezTo>
                <a:lnTo>
                  <a:pt x="234529" y="81796"/>
                </a:lnTo>
                <a:lnTo>
                  <a:pt x="183096" y="120518"/>
                </a:lnTo>
                <a:cubicBezTo>
                  <a:pt x="154808" y="141815"/>
                  <a:pt x="123078" y="165310"/>
                  <a:pt x="112584" y="172730"/>
                </a:cubicBezTo>
                <a:lnTo>
                  <a:pt x="93505" y="186220"/>
                </a:lnTo>
                <a:lnTo>
                  <a:pt x="63193" y="151536"/>
                </a:lnTo>
                <a:close/>
              </a:path>
            </a:pathLst>
          </a:custGeom>
          <a:solidFill>
            <a:srgbClr val="B9B9B9"/>
          </a:solidFill>
          <a:ln w="5163" cap="flat">
            <a:noFill/>
            <a:prstDash val="solid"/>
            <a:miter/>
          </a:ln>
        </p:spPr>
        <p:txBody>
          <a:bodyPr/>
          <a:lstStyle/>
          <a:p>
            <a:endParaRPr lang="es-419" noProof="0" dirty="0"/>
          </a:p>
        </p:txBody>
      </p:sp>
      <p:sp>
        <p:nvSpPr>
          <p:cNvPr id="49" name="Forma libre: forma 48">
            <a:extLst>
              <a:ext uri="{FF2B5EF4-FFF2-40B4-BE49-F238E27FC236}">
                <a16:creationId xmlns:a16="http://schemas.microsoft.com/office/drawing/2014/main" id="{E23AD8AD-3C4B-2679-FA32-1652334C49E3}"/>
              </a:ext>
            </a:extLst>
          </p:cNvPr>
          <p:cNvSpPr/>
          <p:nvPr/>
        </p:nvSpPr>
        <p:spPr>
          <a:xfrm>
            <a:off x="2334670" y="2196667"/>
            <a:ext cx="1839" cy="7968"/>
          </a:xfrm>
          <a:custGeom>
            <a:avLst/>
            <a:gdLst>
              <a:gd name="csX0" fmla="*/ 0 w 1839"/>
              <a:gd name="csY0" fmla="*/ 3984 h 7968"/>
              <a:gd name="csX1" fmla="*/ 1302 w 1839"/>
              <a:gd name="csY1" fmla="*/ 757 h 7968"/>
              <a:gd name="csX2" fmla="*/ 1302 w 1839"/>
              <a:gd name="csY2" fmla="*/ 7211 h 7968"/>
              <a:gd name="csX3" fmla="*/ 0 w 1839"/>
              <a:gd name="csY3" fmla="*/ 3984 h 7968"/>
            </a:gdLst>
            <a:ahLst/>
            <a:cxnLst>
              <a:cxn ang="0">
                <a:pos x="csX0" y="csY0"/>
              </a:cxn>
              <a:cxn ang="0">
                <a:pos x="csX1" y="csY1"/>
              </a:cxn>
              <a:cxn ang="0">
                <a:pos x="csX2" y="csY2"/>
              </a:cxn>
              <a:cxn ang="0">
                <a:pos x="csX3" y="csY3"/>
              </a:cxn>
            </a:cxnLst>
            <a:rect l="l" t="t" r="r" b="b"/>
            <a:pathLst>
              <a:path w="1839" h="7968">
                <a:moveTo>
                  <a:pt x="0" y="3984"/>
                </a:moveTo>
                <a:cubicBezTo>
                  <a:pt x="0" y="435"/>
                  <a:pt x="586" y="-1017"/>
                  <a:pt x="1302" y="757"/>
                </a:cubicBezTo>
                <a:cubicBezTo>
                  <a:pt x="2018" y="2532"/>
                  <a:pt x="2018" y="5436"/>
                  <a:pt x="1302" y="7211"/>
                </a:cubicBezTo>
                <a:cubicBezTo>
                  <a:pt x="586" y="8986"/>
                  <a:pt x="0" y="7534"/>
                  <a:pt x="0" y="3984"/>
                </a:cubicBezTo>
                <a:close/>
              </a:path>
            </a:pathLst>
          </a:custGeom>
          <a:solidFill>
            <a:srgbClr val="B9B9B9"/>
          </a:solidFill>
          <a:ln w="5163" cap="flat">
            <a:noFill/>
            <a:prstDash val="solid"/>
            <a:miter/>
          </a:ln>
        </p:spPr>
        <p:txBody>
          <a:bodyPr/>
          <a:lstStyle/>
          <a:p>
            <a:endParaRPr lang="es-419" noProof="0" dirty="0"/>
          </a:p>
        </p:txBody>
      </p:sp>
      <p:sp>
        <p:nvSpPr>
          <p:cNvPr id="50" name="Forma libre: forma 49">
            <a:extLst>
              <a:ext uri="{FF2B5EF4-FFF2-40B4-BE49-F238E27FC236}">
                <a16:creationId xmlns:a16="http://schemas.microsoft.com/office/drawing/2014/main" id="{245B60E4-A173-E5A6-C03A-7F9388600373}"/>
              </a:ext>
            </a:extLst>
          </p:cNvPr>
          <p:cNvSpPr/>
          <p:nvPr/>
        </p:nvSpPr>
        <p:spPr>
          <a:xfrm>
            <a:off x="1309468" y="1877186"/>
            <a:ext cx="342958" cy="300162"/>
          </a:xfrm>
          <a:custGeom>
            <a:avLst/>
            <a:gdLst>
              <a:gd name="csX0" fmla="*/ 295686 w 342958"/>
              <a:gd name="csY0" fmla="*/ 296278 h 300162"/>
              <a:gd name="csX1" fmla="*/ 285863 w 342958"/>
              <a:gd name="csY1" fmla="*/ 292488 h 300162"/>
              <a:gd name="csX2" fmla="*/ 274573 w 342958"/>
              <a:gd name="csY2" fmla="*/ 278339 h 300162"/>
              <a:gd name="csX3" fmla="*/ 265490 w 342958"/>
              <a:gd name="csY3" fmla="*/ 262580 h 300162"/>
              <a:gd name="csX4" fmla="*/ 250359 w 342958"/>
              <a:gd name="csY4" fmla="*/ 277449 h 300162"/>
              <a:gd name="csX5" fmla="*/ 232353 w 342958"/>
              <a:gd name="csY5" fmla="*/ 275755 h 300162"/>
              <a:gd name="csX6" fmla="*/ 216800 w 342958"/>
              <a:gd name="csY6" fmla="*/ 278780 h 300162"/>
              <a:gd name="csX7" fmla="*/ 197688 w 342958"/>
              <a:gd name="csY7" fmla="*/ 275445 h 300162"/>
              <a:gd name="csX8" fmla="*/ 186717 w 342958"/>
              <a:gd name="csY8" fmla="*/ 271836 h 300162"/>
              <a:gd name="csX9" fmla="*/ 183241 w 342958"/>
              <a:gd name="csY9" fmla="*/ 267964 h 300162"/>
              <a:gd name="csX10" fmla="*/ 171812 w 342958"/>
              <a:gd name="csY10" fmla="*/ 264092 h 300162"/>
              <a:gd name="csX11" fmla="*/ 155307 w 342958"/>
              <a:gd name="csY11" fmla="*/ 270545 h 300162"/>
              <a:gd name="csX12" fmla="*/ 128918 w 342958"/>
              <a:gd name="csY12" fmla="*/ 266264 h 300162"/>
              <a:gd name="csX13" fmla="*/ 106345 w 342958"/>
              <a:gd name="csY13" fmla="*/ 255141 h 300162"/>
              <a:gd name="csX14" fmla="*/ 91555 w 342958"/>
              <a:gd name="csY14" fmla="*/ 250269 h 300162"/>
              <a:gd name="csX15" fmla="*/ 81548 w 342958"/>
              <a:gd name="csY15" fmla="*/ 247474 h 300162"/>
              <a:gd name="csX16" fmla="*/ 78435 w 342958"/>
              <a:gd name="csY16" fmla="*/ 239429 h 300162"/>
              <a:gd name="csX17" fmla="*/ 82408 w 342958"/>
              <a:gd name="csY17" fmla="*/ 200657 h 300162"/>
              <a:gd name="csX18" fmla="*/ 83563 w 342958"/>
              <a:gd name="csY18" fmla="*/ 189030 h 300162"/>
              <a:gd name="csX19" fmla="*/ 79311 w 342958"/>
              <a:gd name="csY19" fmla="*/ 164140 h 300162"/>
              <a:gd name="csX20" fmla="*/ 69658 w 342958"/>
              <a:gd name="csY20" fmla="*/ 165664 h 300162"/>
              <a:gd name="csX21" fmla="*/ 52863 w 342958"/>
              <a:gd name="csY21" fmla="*/ 178880 h 300162"/>
              <a:gd name="csX22" fmla="*/ 46310 w 342958"/>
              <a:gd name="csY22" fmla="*/ 180840 h 300162"/>
              <a:gd name="csX23" fmla="*/ 41273 w 342958"/>
              <a:gd name="csY23" fmla="*/ 176042 h 300162"/>
              <a:gd name="csX24" fmla="*/ 28735 w 342958"/>
              <a:gd name="csY24" fmla="*/ 163573 h 300162"/>
              <a:gd name="csX25" fmla="*/ 8346 w 342958"/>
              <a:gd name="csY25" fmla="*/ 134458 h 300162"/>
              <a:gd name="csX26" fmla="*/ 3097 w 342958"/>
              <a:gd name="csY26" fmla="*/ 117621 h 300162"/>
              <a:gd name="csX27" fmla="*/ 147 w 342958"/>
              <a:gd name="csY27" fmla="*/ 113613 h 300162"/>
              <a:gd name="csX28" fmla="*/ 21165 w 342958"/>
              <a:gd name="csY28" fmla="*/ 104003 h 300162"/>
              <a:gd name="csX29" fmla="*/ 72335 w 342958"/>
              <a:gd name="csY29" fmla="*/ 73250 h 300162"/>
              <a:gd name="csX30" fmla="*/ 93508 w 342958"/>
              <a:gd name="csY30" fmla="*/ 38847 h 300162"/>
              <a:gd name="csX31" fmla="*/ 97565 w 342958"/>
              <a:gd name="csY31" fmla="*/ 29800 h 300162"/>
              <a:gd name="csX32" fmla="*/ 109742 w 342958"/>
              <a:gd name="csY32" fmla="*/ 18194 h 300162"/>
              <a:gd name="csX33" fmla="*/ 113822 w 342958"/>
              <a:gd name="csY33" fmla="*/ 11110 h 300162"/>
              <a:gd name="csX34" fmla="*/ 121678 w 342958"/>
              <a:gd name="csY34" fmla="*/ 5555 h 300162"/>
              <a:gd name="csX35" fmla="*/ 127233 w 342958"/>
              <a:gd name="csY35" fmla="*/ 0 h 300162"/>
              <a:gd name="csX36" fmla="*/ 134516 w 342958"/>
              <a:gd name="csY36" fmla="*/ 8782 h 300162"/>
              <a:gd name="csX37" fmla="*/ 141869 w 342958"/>
              <a:gd name="csY37" fmla="*/ 33944 h 300162"/>
              <a:gd name="csX38" fmla="*/ 147505 w 342958"/>
              <a:gd name="csY38" fmla="*/ 58144 h 300162"/>
              <a:gd name="csX39" fmla="*/ 152804 w 342958"/>
              <a:gd name="csY39" fmla="*/ 90810 h 300162"/>
              <a:gd name="csX40" fmla="*/ 162764 w 342958"/>
              <a:gd name="csY40" fmla="*/ 124694 h 300162"/>
              <a:gd name="csX41" fmla="*/ 170334 w 342958"/>
              <a:gd name="csY41" fmla="*/ 121832 h 300162"/>
              <a:gd name="csX42" fmla="*/ 185393 w 342958"/>
              <a:gd name="csY42" fmla="*/ 124884 h 300162"/>
              <a:gd name="csX43" fmla="*/ 190271 w 342958"/>
              <a:gd name="csY43" fmla="*/ 127275 h 300162"/>
              <a:gd name="csX44" fmla="*/ 201229 w 342958"/>
              <a:gd name="csY44" fmla="*/ 139721 h 300162"/>
              <a:gd name="csX45" fmla="*/ 197439 w 342958"/>
              <a:gd name="csY45" fmla="*/ 147005 h 300162"/>
              <a:gd name="csX46" fmla="*/ 196794 w 342958"/>
              <a:gd name="csY46" fmla="*/ 162615 h 300162"/>
              <a:gd name="csX47" fmla="*/ 220205 w 342958"/>
              <a:gd name="csY47" fmla="*/ 171185 h 300162"/>
              <a:gd name="csX48" fmla="*/ 242581 w 342958"/>
              <a:gd name="csY48" fmla="*/ 173796 h 300162"/>
              <a:gd name="csX49" fmla="*/ 259092 w 342958"/>
              <a:gd name="csY49" fmla="*/ 186698 h 300162"/>
              <a:gd name="csX50" fmla="*/ 273592 w 342958"/>
              <a:gd name="csY50" fmla="*/ 197707 h 300162"/>
              <a:gd name="csX51" fmla="*/ 304244 w 342958"/>
              <a:gd name="csY51" fmla="*/ 198591 h 300162"/>
              <a:gd name="csX52" fmla="*/ 333285 w 342958"/>
              <a:gd name="csY52" fmla="*/ 203946 h 300162"/>
              <a:gd name="csX53" fmla="*/ 339205 w 342958"/>
              <a:gd name="csY53" fmla="*/ 216060 h 300162"/>
              <a:gd name="csX54" fmla="*/ 336274 w 342958"/>
              <a:gd name="csY54" fmla="*/ 220854 h 300162"/>
              <a:gd name="csX55" fmla="*/ 328850 w 342958"/>
              <a:gd name="csY55" fmla="*/ 233114 h 300162"/>
              <a:gd name="csX56" fmla="*/ 326965 w 342958"/>
              <a:gd name="csY56" fmla="*/ 236341 h 300162"/>
              <a:gd name="csX57" fmla="*/ 329181 w 342958"/>
              <a:gd name="csY57" fmla="*/ 240859 h 300162"/>
              <a:gd name="csX58" fmla="*/ 331403 w 342958"/>
              <a:gd name="csY58" fmla="*/ 248187 h 300162"/>
              <a:gd name="csX59" fmla="*/ 328049 w 342958"/>
              <a:gd name="csY59" fmla="*/ 258014 h 300162"/>
              <a:gd name="csX60" fmla="*/ 326532 w 342958"/>
              <a:gd name="csY60" fmla="*/ 276244 h 300162"/>
              <a:gd name="csX61" fmla="*/ 325085 w 342958"/>
              <a:gd name="csY61" fmla="*/ 283496 h 300162"/>
              <a:gd name="csX62" fmla="*/ 321398 w 342958"/>
              <a:gd name="csY62" fmla="*/ 292711 h 300162"/>
              <a:gd name="csX63" fmla="*/ 311874 w 342958"/>
              <a:gd name="csY63" fmla="*/ 300150 h 300162"/>
              <a:gd name="csX64" fmla="*/ 295686 w 342958"/>
              <a:gd name="csY64" fmla="*/ 296278 h 3001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Lst>
            <a:rect l="l" t="t" r="r" b="b"/>
            <a:pathLst>
              <a:path w="342958" h="300162">
                <a:moveTo>
                  <a:pt x="295686" y="296278"/>
                </a:moveTo>
                <a:cubicBezTo>
                  <a:pt x="292930" y="294193"/>
                  <a:pt x="288510" y="292488"/>
                  <a:pt x="285863" y="292488"/>
                </a:cubicBezTo>
                <a:cubicBezTo>
                  <a:pt x="282541" y="292488"/>
                  <a:pt x="279045" y="288107"/>
                  <a:pt x="274573" y="278339"/>
                </a:cubicBezTo>
                <a:cubicBezTo>
                  <a:pt x="271011" y="270557"/>
                  <a:pt x="266923" y="263466"/>
                  <a:pt x="265490" y="262580"/>
                </a:cubicBezTo>
                <a:cubicBezTo>
                  <a:pt x="261887" y="260353"/>
                  <a:pt x="250359" y="271682"/>
                  <a:pt x="250359" y="277449"/>
                </a:cubicBezTo>
                <a:cubicBezTo>
                  <a:pt x="250359" y="284106"/>
                  <a:pt x="242694" y="283385"/>
                  <a:pt x="232353" y="275755"/>
                </a:cubicBezTo>
                <a:cubicBezTo>
                  <a:pt x="223375" y="269132"/>
                  <a:pt x="216800" y="270410"/>
                  <a:pt x="216800" y="278780"/>
                </a:cubicBezTo>
                <a:cubicBezTo>
                  <a:pt x="216800" y="282868"/>
                  <a:pt x="211006" y="281857"/>
                  <a:pt x="197688" y="275445"/>
                </a:cubicBezTo>
                <a:cubicBezTo>
                  <a:pt x="193566" y="273460"/>
                  <a:pt x="188628" y="271836"/>
                  <a:pt x="186717" y="271836"/>
                </a:cubicBezTo>
                <a:cubicBezTo>
                  <a:pt x="184805" y="271836"/>
                  <a:pt x="183241" y="270094"/>
                  <a:pt x="183241" y="267964"/>
                </a:cubicBezTo>
                <a:cubicBezTo>
                  <a:pt x="183241" y="265105"/>
                  <a:pt x="180251" y="264092"/>
                  <a:pt x="171812" y="264092"/>
                </a:cubicBezTo>
                <a:cubicBezTo>
                  <a:pt x="162696" y="264092"/>
                  <a:pt x="159356" y="265398"/>
                  <a:pt x="155307" y="270545"/>
                </a:cubicBezTo>
                <a:cubicBezTo>
                  <a:pt x="148138" y="279659"/>
                  <a:pt x="141633" y="278604"/>
                  <a:pt x="128918" y="266264"/>
                </a:cubicBezTo>
                <a:cubicBezTo>
                  <a:pt x="119547" y="257171"/>
                  <a:pt x="116097" y="255470"/>
                  <a:pt x="106345" y="255141"/>
                </a:cubicBezTo>
                <a:cubicBezTo>
                  <a:pt x="98734" y="254884"/>
                  <a:pt x="93722" y="253233"/>
                  <a:pt x="91555" y="250269"/>
                </a:cubicBezTo>
                <a:cubicBezTo>
                  <a:pt x="89207" y="247058"/>
                  <a:pt x="86367" y="246265"/>
                  <a:pt x="81548" y="247474"/>
                </a:cubicBezTo>
                <a:cubicBezTo>
                  <a:pt x="74001" y="249368"/>
                  <a:pt x="73102" y="247043"/>
                  <a:pt x="78435" y="239429"/>
                </a:cubicBezTo>
                <a:cubicBezTo>
                  <a:pt x="83856" y="231688"/>
                  <a:pt x="86528" y="205621"/>
                  <a:pt x="82408" y="200657"/>
                </a:cubicBezTo>
                <a:cubicBezTo>
                  <a:pt x="79647" y="197331"/>
                  <a:pt x="79847" y="195321"/>
                  <a:pt x="83563" y="189030"/>
                </a:cubicBezTo>
                <a:cubicBezTo>
                  <a:pt x="88650" y="180419"/>
                  <a:pt x="87374" y="172952"/>
                  <a:pt x="79311" y="164140"/>
                </a:cubicBezTo>
                <a:cubicBezTo>
                  <a:pt x="73608" y="157907"/>
                  <a:pt x="69658" y="158530"/>
                  <a:pt x="69658" y="165664"/>
                </a:cubicBezTo>
                <a:cubicBezTo>
                  <a:pt x="69658" y="171138"/>
                  <a:pt x="55140" y="182563"/>
                  <a:pt x="52863" y="178880"/>
                </a:cubicBezTo>
                <a:cubicBezTo>
                  <a:pt x="50323" y="174770"/>
                  <a:pt x="46434" y="175933"/>
                  <a:pt x="46310" y="180840"/>
                </a:cubicBezTo>
                <a:cubicBezTo>
                  <a:pt x="46241" y="183582"/>
                  <a:pt x="44262" y="181697"/>
                  <a:pt x="41273" y="176042"/>
                </a:cubicBezTo>
                <a:cubicBezTo>
                  <a:pt x="38533" y="170858"/>
                  <a:pt x="32973" y="165329"/>
                  <a:pt x="28735" y="163573"/>
                </a:cubicBezTo>
                <a:cubicBezTo>
                  <a:pt x="15748" y="158193"/>
                  <a:pt x="9667" y="149510"/>
                  <a:pt x="8346" y="134458"/>
                </a:cubicBezTo>
                <a:cubicBezTo>
                  <a:pt x="7635" y="126353"/>
                  <a:pt x="5506" y="119523"/>
                  <a:pt x="3097" y="117621"/>
                </a:cubicBezTo>
                <a:cubicBezTo>
                  <a:pt x="868" y="115861"/>
                  <a:pt x="-459" y="114058"/>
                  <a:pt x="147" y="113613"/>
                </a:cubicBezTo>
                <a:cubicBezTo>
                  <a:pt x="7952" y="107892"/>
                  <a:pt x="16388" y="104034"/>
                  <a:pt x="21165" y="104003"/>
                </a:cubicBezTo>
                <a:cubicBezTo>
                  <a:pt x="38718" y="103886"/>
                  <a:pt x="49596" y="97348"/>
                  <a:pt x="72335" y="73250"/>
                </a:cubicBezTo>
                <a:cubicBezTo>
                  <a:pt x="94445" y="49819"/>
                  <a:pt x="94883" y="49106"/>
                  <a:pt x="93508" y="38847"/>
                </a:cubicBezTo>
                <a:cubicBezTo>
                  <a:pt x="92208" y="29159"/>
                  <a:pt x="92513" y="28479"/>
                  <a:pt x="97565" y="29800"/>
                </a:cubicBezTo>
                <a:cubicBezTo>
                  <a:pt x="103852" y="31444"/>
                  <a:pt x="107223" y="28231"/>
                  <a:pt x="109742" y="18194"/>
                </a:cubicBezTo>
                <a:cubicBezTo>
                  <a:pt x="110720" y="14298"/>
                  <a:pt x="112556" y="11110"/>
                  <a:pt x="113822" y="11110"/>
                </a:cubicBezTo>
                <a:cubicBezTo>
                  <a:pt x="115088" y="11110"/>
                  <a:pt x="118623" y="8610"/>
                  <a:pt x="121678" y="5555"/>
                </a:cubicBezTo>
                <a:lnTo>
                  <a:pt x="127233" y="0"/>
                </a:lnTo>
                <a:lnTo>
                  <a:pt x="134516" y="8782"/>
                </a:lnTo>
                <a:cubicBezTo>
                  <a:pt x="140793" y="16350"/>
                  <a:pt x="141809" y="19826"/>
                  <a:pt x="141869" y="33944"/>
                </a:cubicBezTo>
                <a:cubicBezTo>
                  <a:pt x="141922" y="46507"/>
                  <a:pt x="143236" y="52147"/>
                  <a:pt x="147505" y="58144"/>
                </a:cubicBezTo>
                <a:cubicBezTo>
                  <a:pt x="152339" y="64931"/>
                  <a:pt x="153038" y="69240"/>
                  <a:pt x="152804" y="90810"/>
                </a:cubicBezTo>
                <a:cubicBezTo>
                  <a:pt x="152465" y="122159"/>
                  <a:pt x="153210" y="124694"/>
                  <a:pt x="162764" y="124694"/>
                </a:cubicBezTo>
                <a:cubicBezTo>
                  <a:pt x="166927" y="124694"/>
                  <a:pt x="170334" y="123406"/>
                  <a:pt x="170334" y="121832"/>
                </a:cubicBezTo>
                <a:cubicBezTo>
                  <a:pt x="170334" y="118431"/>
                  <a:pt x="184072" y="121216"/>
                  <a:pt x="185393" y="124884"/>
                </a:cubicBezTo>
                <a:cubicBezTo>
                  <a:pt x="185866" y="126199"/>
                  <a:pt x="188061" y="127275"/>
                  <a:pt x="190271" y="127275"/>
                </a:cubicBezTo>
                <a:cubicBezTo>
                  <a:pt x="194758" y="127275"/>
                  <a:pt x="201103" y="134482"/>
                  <a:pt x="201229" y="139721"/>
                </a:cubicBezTo>
                <a:cubicBezTo>
                  <a:pt x="201275" y="141597"/>
                  <a:pt x="199569" y="144875"/>
                  <a:pt x="197439" y="147005"/>
                </a:cubicBezTo>
                <a:cubicBezTo>
                  <a:pt x="192728" y="151716"/>
                  <a:pt x="192413" y="159339"/>
                  <a:pt x="196794" y="162615"/>
                </a:cubicBezTo>
                <a:cubicBezTo>
                  <a:pt x="198569" y="163942"/>
                  <a:pt x="209104" y="167799"/>
                  <a:pt x="220205" y="171185"/>
                </a:cubicBezTo>
                <a:cubicBezTo>
                  <a:pt x="236917" y="176284"/>
                  <a:pt x="240766" y="176733"/>
                  <a:pt x="242581" y="173796"/>
                </a:cubicBezTo>
                <a:cubicBezTo>
                  <a:pt x="245948" y="168348"/>
                  <a:pt x="255565" y="175863"/>
                  <a:pt x="259092" y="186698"/>
                </a:cubicBezTo>
                <a:cubicBezTo>
                  <a:pt x="261627" y="194485"/>
                  <a:pt x="263378" y="195815"/>
                  <a:pt x="273592" y="197707"/>
                </a:cubicBezTo>
                <a:cubicBezTo>
                  <a:pt x="279981" y="198890"/>
                  <a:pt x="293775" y="199289"/>
                  <a:pt x="304244" y="198591"/>
                </a:cubicBezTo>
                <a:cubicBezTo>
                  <a:pt x="321502" y="197442"/>
                  <a:pt x="324213" y="197942"/>
                  <a:pt x="333285" y="203946"/>
                </a:cubicBezTo>
                <a:cubicBezTo>
                  <a:pt x="344213" y="211177"/>
                  <a:pt x="345431" y="213671"/>
                  <a:pt x="339205" y="216060"/>
                </a:cubicBezTo>
                <a:cubicBezTo>
                  <a:pt x="336957" y="216923"/>
                  <a:pt x="335638" y="219080"/>
                  <a:pt x="336274" y="220854"/>
                </a:cubicBezTo>
                <a:cubicBezTo>
                  <a:pt x="337968" y="225576"/>
                  <a:pt x="333403" y="233114"/>
                  <a:pt x="328850" y="233114"/>
                </a:cubicBezTo>
                <a:cubicBezTo>
                  <a:pt x="326331" y="233114"/>
                  <a:pt x="325653" y="234275"/>
                  <a:pt x="326965" y="236341"/>
                </a:cubicBezTo>
                <a:cubicBezTo>
                  <a:pt x="328092" y="238116"/>
                  <a:pt x="329089" y="240149"/>
                  <a:pt x="329181" y="240859"/>
                </a:cubicBezTo>
                <a:cubicBezTo>
                  <a:pt x="329272" y="241569"/>
                  <a:pt x="330272" y="244866"/>
                  <a:pt x="331403" y="248187"/>
                </a:cubicBezTo>
                <a:cubicBezTo>
                  <a:pt x="332991" y="252852"/>
                  <a:pt x="332229" y="255087"/>
                  <a:pt x="328049" y="258014"/>
                </a:cubicBezTo>
                <a:cubicBezTo>
                  <a:pt x="321663" y="262487"/>
                  <a:pt x="321157" y="268570"/>
                  <a:pt x="326532" y="276244"/>
                </a:cubicBezTo>
                <a:cubicBezTo>
                  <a:pt x="330115" y="281360"/>
                  <a:pt x="330000" y="281936"/>
                  <a:pt x="325085" y="283496"/>
                </a:cubicBezTo>
                <a:cubicBezTo>
                  <a:pt x="320727" y="284879"/>
                  <a:pt x="320050" y="286571"/>
                  <a:pt x="321398" y="292711"/>
                </a:cubicBezTo>
                <a:cubicBezTo>
                  <a:pt x="323026" y="300123"/>
                  <a:pt x="322888" y="300231"/>
                  <a:pt x="311874" y="300150"/>
                </a:cubicBezTo>
                <a:cubicBezTo>
                  <a:pt x="305727" y="300105"/>
                  <a:pt x="298443" y="298362"/>
                  <a:pt x="295686" y="296278"/>
                </a:cubicBezTo>
                <a:close/>
              </a:path>
            </a:pathLst>
          </a:custGeom>
          <a:solidFill>
            <a:srgbClr val="B9B9B9"/>
          </a:solidFill>
          <a:ln w="5163" cap="flat">
            <a:noFill/>
            <a:prstDash val="solid"/>
            <a:miter/>
          </a:ln>
        </p:spPr>
        <p:txBody>
          <a:bodyPr/>
          <a:lstStyle/>
          <a:p>
            <a:endParaRPr lang="es-419" noProof="0" dirty="0"/>
          </a:p>
        </p:txBody>
      </p:sp>
      <p:sp>
        <p:nvSpPr>
          <p:cNvPr id="51" name="Forma libre: forma 50">
            <a:extLst>
              <a:ext uri="{FF2B5EF4-FFF2-40B4-BE49-F238E27FC236}">
                <a16:creationId xmlns:a16="http://schemas.microsoft.com/office/drawing/2014/main" id="{36C54835-BB0C-7A30-0293-5D00C9AAC054}"/>
              </a:ext>
            </a:extLst>
          </p:cNvPr>
          <p:cNvSpPr/>
          <p:nvPr/>
        </p:nvSpPr>
        <p:spPr>
          <a:xfrm>
            <a:off x="1257795" y="2071057"/>
            <a:ext cx="87522" cy="67430"/>
          </a:xfrm>
          <a:custGeom>
            <a:avLst/>
            <a:gdLst>
              <a:gd name="csX0" fmla="*/ 3976 w 87522"/>
              <a:gd name="csY0" fmla="*/ 62589 h 67430"/>
              <a:gd name="csX1" fmla="*/ 1611 w 87522"/>
              <a:gd name="csY1" fmla="*/ 35473 h 67430"/>
              <a:gd name="csX2" fmla="*/ 13354 w 87522"/>
              <a:gd name="csY2" fmla="*/ 26110 h 67430"/>
              <a:gd name="csX3" fmla="*/ 24928 w 87522"/>
              <a:gd name="csY3" fmla="*/ 17185 h 67430"/>
              <a:gd name="csX4" fmla="*/ 28816 w 87522"/>
              <a:gd name="csY4" fmla="*/ 13430 h 67430"/>
              <a:gd name="csX5" fmla="*/ 55396 w 87522"/>
              <a:gd name="csY5" fmla="*/ 696 h 67430"/>
              <a:gd name="csX6" fmla="*/ 76595 w 87522"/>
              <a:gd name="csY6" fmla="*/ 27413 h 67430"/>
              <a:gd name="csX7" fmla="*/ 81474 w 87522"/>
              <a:gd name="csY7" fmla="*/ 35237 h 67430"/>
              <a:gd name="csX8" fmla="*/ 81963 w 87522"/>
              <a:gd name="csY8" fmla="*/ 49346 h 67430"/>
              <a:gd name="csX9" fmla="*/ 69036 w 87522"/>
              <a:gd name="csY9" fmla="*/ 59608 h 67430"/>
              <a:gd name="csX10" fmla="*/ 36947 w 87522"/>
              <a:gd name="csY10" fmla="*/ 62618 h 67430"/>
              <a:gd name="csX11" fmla="*/ 17042 w 87522"/>
              <a:gd name="csY11" fmla="*/ 62345 h 67430"/>
              <a:gd name="csX12" fmla="*/ 3976 w 87522"/>
              <a:gd name="csY12" fmla="*/ 62589 h 67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7522" h="67430">
                <a:moveTo>
                  <a:pt x="3976" y="62589"/>
                </a:moveTo>
                <a:cubicBezTo>
                  <a:pt x="-42" y="58150"/>
                  <a:pt x="-1347" y="43182"/>
                  <a:pt x="1611" y="35473"/>
                </a:cubicBezTo>
                <a:cubicBezTo>
                  <a:pt x="2496" y="33167"/>
                  <a:pt x="7780" y="28954"/>
                  <a:pt x="13354" y="26110"/>
                </a:cubicBezTo>
                <a:cubicBezTo>
                  <a:pt x="18927" y="23267"/>
                  <a:pt x="24135" y="19251"/>
                  <a:pt x="24928" y="17185"/>
                </a:cubicBezTo>
                <a:cubicBezTo>
                  <a:pt x="25721" y="15120"/>
                  <a:pt x="27470" y="13430"/>
                  <a:pt x="28816" y="13430"/>
                </a:cubicBezTo>
                <a:cubicBezTo>
                  <a:pt x="32726" y="13430"/>
                  <a:pt x="53752" y="3357"/>
                  <a:pt x="55396" y="696"/>
                </a:cubicBezTo>
                <a:cubicBezTo>
                  <a:pt x="58624" y="-4526"/>
                  <a:pt x="78997" y="21152"/>
                  <a:pt x="76595" y="27413"/>
                </a:cubicBezTo>
                <a:cubicBezTo>
                  <a:pt x="75767" y="29569"/>
                  <a:pt x="77801" y="32831"/>
                  <a:pt x="81474" y="35237"/>
                </a:cubicBezTo>
                <a:cubicBezTo>
                  <a:pt x="89349" y="40396"/>
                  <a:pt x="89558" y="46431"/>
                  <a:pt x="81963" y="49346"/>
                </a:cubicBezTo>
                <a:cubicBezTo>
                  <a:pt x="78769" y="50572"/>
                  <a:pt x="72952" y="55190"/>
                  <a:pt x="69036" y="59608"/>
                </a:cubicBezTo>
                <a:cubicBezTo>
                  <a:pt x="60658" y="69060"/>
                  <a:pt x="52768" y="69801"/>
                  <a:pt x="36947" y="62618"/>
                </a:cubicBezTo>
                <a:cubicBezTo>
                  <a:pt x="26493" y="57872"/>
                  <a:pt x="25833" y="57863"/>
                  <a:pt x="17042" y="62345"/>
                </a:cubicBezTo>
                <a:cubicBezTo>
                  <a:pt x="8489" y="66705"/>
                  <a:pt x="7714" y="66720"/>
                  <a:pt x="3976" y="62589"/>
                </a:cubicBezTo>
                <a:close/>
              </a:path>
            </a:pathLst>
          </a:custGeom>
          <a:solidFill>
            <a:srgbClr val="B9B9B9"/>
          </a:solidFill>
          <a:ln w="5163" cap="flat">
            <a:noFill/>
            <a:prstDash val="solid"/>
            <a:miter/>
          </a:ln>
        </p:spPr>
        <p:txBody>
          <a:bodyPr/>
          <a:lstStyle/>
          <a:p>
            <a:endParaRPr lang="es-419" noProof="0" dirty="0"/>
          </a:p>
        </p:txBody>
      </p:sp>
      <p:sp>
        <p:nvSpPr>
          <p:cNvPr id="52" name="Forma libre: forma 51">
            <a:extLst>
              <a:ext uri="{FF2B5EF4-FFF2-40B4-BE49-F238E27FC236}">
                <a16:creationId xmlns:a16="http://schemas.microsoft.com/office/drawing/2014/main" id="{13421A15-5208-A454-5432-3D80CB80600B}"/>
              </a:ext>
            </a:extLst>
          </p:cNvPr>
          <p:cNvSpPr/>
          <p:nvPr/>
        </p:nvSpPr>
        <p:spPr>
          <a:xfrm>
            <a:off x="1498388" y="1582666"/>
            <a:ext cx="245235" cy="503912"/>
          </a:xfrm>
          <a:custGeom>
            <a:avLst/>
            <a:gdLst>
              <a:gd name="csX0" fmla="*/ 181623 w 245235"/>
              <a:gd name="csY0" fmla="*/ 494203 h 503912"/>
              <a:gd name="csX1" fmla="*/ 158452 w 245235"/>
              <a:gd name="csY1" fmla="*/ 485687 h 503912"/>
              <a:gd name="csX2" fmla="*/ 148342 w 245235"/>
              <a:gd name="csY2" fmla="*/ 487770 h 503912"/>
              <a:gd name="csX3" fmla="*/ 119521 w 245235"/>
              <a:gd name="csY3" fmla="*/ 489801 h 503912"/>
              <a:gd name="csX4" fmla="*/ 87472 w 245235"/>
              <a:gd name="csY4" fmla="*/ 489620 h 503912"/>
              <a:gd name="csX5" fmla="*/ 73190 w 245235"/>
              <a:gd name="csY5" fmla="*/ 478988 h 503912"/>
              <a:gd name="csX6" fmla="*/ 52773 w 245235"/>
              <a:gd name="csY6" fmla="*/ 460575 h 503912"/>
              <a:gd name="csX7" fmla="*/ 49575 w 245235"/>
              <a:gd name="csY7" fmla="*/ 464677 h 503912"/>
              <a:gd name="csX8" fmla="*/ 47915 w 245235"/>
              <a:gd name="csY8" fmla="*/ 467591 h 503912"/>
              <a:gd name="csX9" fmla="*/ 13036 w 245235"/>
              <a:gd name="csY9" fmla="*/ 456319 h 503912"/>
              <a:gd name="csX10" fmla="*/ 12217 w 245235"/>
              <a:gd name="csY10" fmla="*/ 442447 h 503912"/>
              <a:gd name="csX11" fmla="*/ 16234 w 245235"/>
              <a:gd name="csY11" fmla="*/ 437376 h 503912"/>
              <a:gd name="csX12" fmla="*/ 3077 w 245235"/>
              <a:gd name="csY12" fmla="*/ 417673 h 503912"/>
              <a:gd name="csX13" fmla="*/ 0 w 245235"/>
              <a:gd name="csY13" fmla="*/ 409784 h 503912"/>
              <a:gd name="csX14" fmla="*/ 6196 w 245235"/>
              <a:gd name="csY14" fmla="*/ 402269 h 503912"/>
              <a:gd name="csX15" fmla="*/ 12532 w 245235"/>
              <a:gd name="csY15" fmla="*/ 401839 h 503912"/>
              <a:gd name="csX16" fmla="*/ 13332 w 245235"/>
              <a:gd name="csY16" fmla="*/ 389178 h 503912"/>
              <a:gd name="csX17" fmla="*/ 18583 w 245235"/>
              <a:gd name="csY17" fmla="*/ 371495 h 503912"/>
              <a:gd name="csX18" fmla="*/ 33934 w 245235"/>
              <a:gd name="csY18" fmla="*/ 366100 h 503912"/>
              <a:gd name="csX19" fmla="*/ 49768 w 245235"/>
              <a:gd name="csY19" fmla="*/ 361841 h 503912"/>
              <a:gd name="csX20" fmla="*/ 46692 w 245235"/>
              <a:gd name="csY20" fmla="*/ 337409 h 503912"/>
              <a:gd name="csX21" fmla="*/ 42031 w 245235"/>
              <a:gd name="csY21" fmla="*/ 321770 h 503912"/>
              <a:gd name="csX22" fmla="*/ 39524 w 245235"/>
              <a:gd name="csY22" fmla="*/ 295336 h 503912"/>
              <a:gd name="csX23" fmla="*/ 41858 w 245235"/>
              <a:gd name="csY23" fmla="*/ 287644 h 503912"/>
              <a:gd name="csX24" fmla="*/ 57042 w 245235"/>
              <a:gd name="csY24" fmla="*/ 277265 h 503912"/>
              <a:gd name="csX25" fmla="*/ 69737 w 245235"/>
              <a:gd name="csY25" fmla="*/ 269502 h 503912"/>
              <a:gd name="csX26" fmla="*/ 79509 w 245235"/>
              <a:gd name="csY26" fmla="*/ 253317 h 503912"/>
              <a:gd name="csX27" fmla="*/ 95370 w 245235"/>
              <a:gd name="csY27" fmla="*/ 241529 h 503912"/>
              <a:gd name="csX28" fmla="*/ 141543 w 245235"/>
              <a:gd name="csY28" fmla="*/ 207386 h 503912"/>
              <a:gd name="csX29" fmla="*/ 135987 w 245235"/>
              <a:gd name="csY29" fmla="*/ 199791 h 503912"/>
              <a:gd name="csX30" fmla="*/ 127900 w 245235"/>
              <a:gd name="csY30" fmla="*/ 166538 h 503912"/>
              <a:gd name="csX31" fmla="*/ 127266 w 245235"/>
              <a:gd name="csY31" fmla="*/ 150064 h 503912"/>
              <a:gd name="csX32" fmla="*/ 118230 w 245235"/>
              <a:gd name="csY32" fmla="*/ 149351 h 503912"/>
              <a:gd name="csX33" fmla="*/ 106311 w 245235"/>
              <a:gd name="csY33" fmla="*/ 151014 h 503912"/>
              <a:gd name="csX34" fmla="*/ 100187 w 245235"/>
              <a:gd name="csY34" fmla="*/ 149485 h 503912"/>
              <a:gd name="csX35" fmla="*/ 89795 w 245235"/>
              <a:gd name="csY35" fmla="*/ 145581 h 503912"/>
              <a:gd name="csX36" fmla="*/ 79509 w 245235"/>
              <a:gd name="csY36" fmla="*/ 132462 h 503912"/>
              <a:gd name="csX37" fmla="*/ 74746 w 245235"/>
              <a:gd name="csY37" fmla="*/ 127510 h 503912"/>
              <a:gd name="csX38" fmla="*/ 61439 w 245235"/>
              <a:gd name="csY38" fmla="*/ 106041 h 503912"/>
              <a:gd name="csX39" fmla="*/ 51376 w 245235"/>
              <a:gd name="csY39" fmla="*/ 92403 h 503912"/>
              <a:gd name="csX40" fmla="*/ 43631 w 245235"/>
              <a:gd name="csY40" fmla="*/ 82710 h 503912"/>
              <a:gd name="csX41" fmla="*/ 40756 w 245235"/>
              <a:gd name="csY41" fmla="*/ 70719 h 503912"/>
              <a:gd name="csX42" fmla="*/ 37174 w 245235"/>
              <a:gd name="csY42" fmla="*/ 60642 h 503912"/>
              <a:gd name="csX43" fmla="*/ 23391 w 245235"/>
              <a:gd name="csY43" fmla="*/ 17685 h 503912"/>
              <a:gd name="csX44" fmla="*/ 16983 w 245235"/>
              <a:gd name="csY44" fmla="*/ 12409 h 503912"/>
              <a:gd name="csX45" fmla="*/ 27512 w 245235"/>
              <a:gd name="csY45" fmla="*/ 5441 h 503912"/>
              <a:gd name="csX46" fmla="*/ 44577 w 245235"/>
              <a:gd name="csY46" fmla="*/ 1452 h 503912"/>
              <a:gd name="csX47" fmla="*/ 51418 w 245235"/>
              <a:gd name="csY47" fmla="*/ 21016 h 503912"/>
              <a:gd name="csX48" fmla="*/ 53995 w 245235"/>
              <a:gd name="csY48" fmla="*/ 32559 h 503912"/>
              <a:gd name="csX49" fmla="*/ 56749 w 245235"/>
              <a:gd name="csY49" fmla="*/ 46824 h 503912"/>
              <a:gd name="csX50" fmla="*/ 61515 w 245235"/>
              <a:gd name="csY50" fmla="*/ 64401 h 503912"/>
              <a:gd name="csX51" fmla="*/ 66783 w 245235"/>
              <a:gd name="csY51" fmla="*/ 80478 h 503912"/>
              <a:gd name="csX52" fmla="*/ 69183 w 245235"/>
              <a:gd name="csY52" fmla="*/ 82335 h 503912"/>
              <a:gd name="csX53" fmla="*/ 72797 w 245235"/>
              <a:gd name="csY53" fmla="*/ 89434 h 503912"/>
              <a:gd name="csX54" fmla="*/ 77368 w 245235"/>
              <a:gd name="csY54" fmla="*/ 95891 h 503912"/>
              <a:gd name="csX55" fmla="*/ 83382 w 245235"/>
              <a:gd name="csY55" fmla="*/ 106862 h 503912"/>
              <a:gd name="csX56" fmla="*/ 91209 w 245235"/>
              <a:gd name="csY56" fmla="*/ 114603 h 503912"/>
              <a:gd name="csX57" fmla="*/ 115649 w 245235"/>
              <a:gd name="csY57" fmla="*/ 125394 h 503912"/>
              <a:gd name="csX58" fmla="*/ 132428 w 245235"/>
              <a:gd name="csY58" fmla="*/ 131624 h 503912"/>
              <a:gd name="csX59" fmla="*/ 150553 w 245235"/>
              <a:gd name="csY59" fmla="*/ 139348 h 503912"/>
              <a:gd name="csX60" fmla="*/ 176368 w 245235"/>
              <a:gd name="csY60" fmla="*/ 146927 h 503912"/>
              <a:gd name="csX61" fmla="*/ 211382 w 245235"/>
              <a:gd name="csY61" fmla="*/ 156343 h 503912"/>
              <a:gd name="csX62" fmla="*/ 230401 w 245235"/>
              <a:gd name="csY62" fmla="*/ 161456 h 503912"/>
              <a:gd name="csX63" fmla="*/ 244475 w 245235"/>
              <a:gd name="csY63" fmla="*/ 154799 h 503912"/>
              <a:gd name="csX64" fmla="*/ 229656 w 245235"/>
              <a:gd name="csY64" fmla="*/ 212698 h 503912"/>
              <a:gd name="csX65" fmla="*/ 216833 w 245235"/>
              <a:gd name="csY65" fmla="*/ 242385 h 503912"/>
              <a:gd name="csX66" fmla="*/ 205960 w 245235"/>
              <a:gd name="csY66" fmla="*/ 288674 h 503912"/>
              <a:gd name="csX67" fmla="*/ 203418 w 245235"/>
              <a:gd name="csY67" fmla="*/ 300468 h 503912"/>
              <a:gd name="csX68" fmla="*/ 200956 w 245235"/>
              <a:gd name="csY68" fmla="*/ 300468 h 503912"/>
              <a:gd name="csX69" fmla="*/ 214917 w 245235"/>
              <a:gd name="csY69" fmla="*/ 237240 h 503912"/>
              <a:gd name="csX70" fmla="*/ 224070 w 245235"/>
              <a:gd name="csY70" fmla="*/ 211401 h 503912"/>
              <a:gd name="csX71" fmla="*/ 218637 w 245235"/>
              <a:gd name="csY71" fmla="*/ 205384 h 503912"/>
              <a:gd name="csX72" fmla="*/ 214956 w 245235"/>
              <a:gd name="csY72" fmla="*/ 204826 h 503912"/>
              <a:gd name="csX73" fmla="*/ 214905 w 245235"/>
              <a:gd name="csY73" fmla="*/ 215873 h 503912"/>
              <a:gd name="csX74" fmla="*/ 213101 w 245235"/>
              <a:gd name="csY74" fmla="*/ 224084 h 503912"/>
              <a:gd name="csX75" fmla="*/ 208491 w 245235"/>
              <a:gd name="csY75" fmla="*/ 218391 h 503912"/>
              <a:gd name="csX76" fmla="*/ 197466 w 245235"/>
              <a:gd name="csY76" fmla="*/ 218019 h 503912"/>
              <a:gd name="csX77" fmla="*/ 199747 w 245235"/>
              <a:gd name="csY77" fmla="*/ 224749 h 503912"/>
              <a:gd name="csX78" fmla="*/ 203418 w 245235"/>
              <a:gd name="csY78" fmla="*/ 228616 h 503912"/>
              <a:gd name="csX79" fmla="*/ 201015 w 245235"/>
              <a:gd name="csY79" fmla="*/ 229588 h 503912"/>
              <a:gd name="csX80" fmla="*/ 196991 w 245235"/>
              <a:gd name="csY80" fmla="*/ 230726 h 503912"/>
              <a:gd name="csX81" fmla="*/ 198308 w 245235"/>
              <a:gd name="csY81" fmla="*/ 233350 h 503912"/>
              <a:gd name="csX82" fmla="*/ 199523 w 245235"/>
              <a:gd name="csY82" fmla="*/ 241200 h 503912"/>
              <a:gd name="csX83" fmla="*/ 200899 w 245235"/>
              <a:gd name="csY83" fmla="*/ 252786 h 503912"/>
              <a:gd name="csX84" fmla="*/ 200228 w 245235"/>
              <a:gd name="csY84" fmla="*/ 257969 h 503912"/>
              <a:gd name="csX85" fmla="*/ 197509 w 245235"/>
              <a:gd name="csY85" fmla="*/ 272843 h 503912"/>
              <a:gd name="csX86" fmla="*/ 194340 w 245235"/>
              <a:gd name="csY86" fmla="*/ 281107 h 503912"/>
              <a:gd name="csX87" fmla="*/ 191370 w 245235"/>
              <a:gd name="csY87" fmla="*/ 292273 h 503912"/>
              <a:gd name="csX88" fmla="*/ 195674 w 245235"/>
              <a:gd name="csY88" fmla="*/ 307167 h 503912"/>
              <a:gd name="csX89" fmla="*/ 199681 w 245235"/>
              <a:gd name="csY89" fmla="*/ 306687 h 503912"/>
              <a:gd name="csX90" fmla="*/ 200986 w 245235"/>
              <a:gd name="csY90" fmla="*/ 320424 h 503912"/>
              <a:gd name="csX91" fmla="*/ 197882 w 245235"/>
              <a:gd name="csY91" fmla="*/ 340480 h 503912"/>
              <a:gd name="csX92" fmla="*/ 197480 w 245235"/>
              <a:gd name="csY92" fmla="*/ 350806 h 503912"/>
              <a:gd name="csX93" fmla="*/ 195674 w 245235"/>
              <a:gd name="csY93" fmla="*/ 339189 h 503912"/>
              <a:gd name="csX94" fmla="*/ 193480 w 245235"/>
              <a:gd name="csY94" fmla="*/ 360201 h 503912"/>
              <a:gd name="csX95" fmla="*/ 197184 w 245235"/>
              <a:gd name="csY95" fmla="*/ 414396 h 503912"/>
              <a:gd name="csX96" fmla="*/ 198086 w 245235"/>
              <a:gd name="csY96" fmla="*/ 450991 h 503912"/>
              <a:gd name="csX97" fmla="*/ 192986 w 245235"/>
              <a:gd name="csY97" fmla="*/ 462927 h 503912"/>
              <a:gd name="csX98" fmla="*/ 186260 w 245235"/>
              <a:gd name="csY98" fmla="*/ 476652 h 503912"/>
              <a:gd name="csX99" fmla="*/ 187756 w 245235"/>
              <a:gd name="csY99" fmla="*/ 481169 h 503912"/>
              <a:gd name="csX100" fmla="*/ 190891 w 245235"/>
              <a:gd name="csY100" fmla="*/ 476652 h 503912"/>
              <a:gd name="csX101" fmla="*/ 193026 w 245235"/>
              <a:gd name="csY101" fmla="*/ 487623 h 503912"/>
              <a:gd name="csX102" fmla="*/ 194241 w 245235"/>
              <a:gd name="csY102" fmla="*/ 503884 h 503912"/>
              <a:gd name="csX103" fmla="*/ 181623 w 245235"/>
              <a:gd name="csY103" fmla="*/ 494203 h 5039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Lst>
            <a:rect l="l" t="t" r="r" b="b"/>
            <a:pathLst>
              <a:path w="245235" h="503912">
                <a:moveTo>
                  <a:pt x="181623" y="494203"/>
                </a:moveTo>
                <a:cubicBezTo>
                  <a:pt x="170080" y="484213"/>
                  <a:pt x="162664" y="481487"/>
                  <a:pt x="158452" y="485687"/>
                </a:cubicBezTo>
                <a:cubicBezTo>
                  <a:pt x="157384" y="486752"/>
                  <a:pt x="152834" y="487689"/>
                  <a:pt x="148342" y="487770"/>
                </a:cubicBezTo>
                <a:cubicBezTo>
                  <a:pt x="143849" y="487851"/>
                  <a:pt x="130880" y="488765"/>
                  <a:pt x="119521" y="489801"/>
                </a:cubicBezTo>
                <a:cubicBezTo>
                  <a:pt x="108163" y="490837"/>
                  <a:pt x="93741" y="490755"/>
                  <a:pt x="87472" y="489620"/>
                </a:cubicBezTo>
                <a:cubicBezTo>
                  <a:pt x="77605" y="487832"/>
                  <a:pt x="75687" y="486404"/>
                  <a:pt x="73190" y="478988"/>
                </a:cubicBezTo>
                <a:cubicBezTo>
                  <a:pt x="70001" y="469517"/>
                  <a:pt x="60184" y="460664"/>
                  <a:pt x="52773" y="460575"/>
                </a:cubicBezTo>
                <a:cubicBezTo>
                  <a:pt x="49415" y="460535"/>
                  <a:pt x="48457" y="461764"/>
                  <a:pt x="49575" y="464677"/>
                </a:cubicBezTo>
                <a:cubicBezTo>
                  <a:pt x="50616" y="467390"/>
                  <a:pt x="50039" y="468403"/>
                  <a:pt x="47915" y="467591"/>
                </a:cubicBezTo>
                <a:cubicBezTo>
                  <a:pt x="43178" y="465778"/>
                  <a:pt x="16822" y="457260"/>
                  <a:pt x="13036" y="456319"/>
                </a:cubicBezTo>
                <a:cubicBezTo>
                  <a:pt x="9334" y="455399"/>
                  <a:pt x="8569" y="442447"/>
                  <a:pt x="12217" y="442447"/>
                </a:cubicBezTo>
                <a:cubicBezTo>
                  <a:pt x="13541" y="442447"/>
                  <a:pt x="15349" y="440165"/>
                  <a:pt x="16234" y="437376"/>
                </a:cubicBezTo>
                <a:cubicBezTo>
                  <a:pt x="18137" y="431382"/>
                  <a:pt x="7778" y="415870"/>
                  <a:pt x="3077" y="417673"/>
                </a:cubicBezTo>
                <a:cubicBezTo>
                  <a:pt x="1055" y="418449"/>
                  <a:pt x="0" y="415744"/>
                  <a:pt x="0" y="409784"/>
                </a:cubicBezTo>
                <a:cubicBezTo>
                  <a:pt x="0" y="401499"/>
                  <a:pt x="536" y="400849"/>
                  <a:pt x="6196" y="402269"/>
                </a:cubicBezTo>
                <a:cubicBezTo>
                  <a:pt x="9603" y="403124"/>
                  <a:pt x="12454" y="402931"/>
                  <a:pt x="12532" y="401839"/>
                </a:cubicBezTo>
                <a:cubicBezTo>
                  <a:pt x="12609" y="400747"/>
                  <a:pt x="12969" y="395050"/>
                  <a:pt x="13332" y="389178"/>
                </a:cubicBezTo>
                <a:cubicBezTo>
                  <a:pt x="13694" y="383307"/>
                  <a:pt x="16057" y="375349"/>
                  <a:pt x="18583" y="371495"/>
                </a:cubicBezTo>
                <a:cubicBezTo>
                  <a:pt x="22726" y="365172"/>
                  <a:pt x="24227" y="364644"/>
                  <a:pt x="33934" y="366100"/>
                </a:cubicBezTo>
                <a:cubicBezTo>
                  <a:pt x="43066" y="367469"/>
                  <a:pt x="45460" y="366825"/>
                  <a:pt x="49768" y="361841"/>
                </a:cubicBezTo>
                <a:cubicBezTo>
                  <a:pt x="55970" y="354665"/>
                  <a:pt x="55203" y="348567"/>
                  <a:pt x="46692" y="337409"/>
                </a:cubicBezTo>
                <a:cubicBezTo>
                  <a:pt x="41680" y="330837"/>
                  <a:pt x="40608" y="327241"/>
                  <a:pt x="42031" y="321770"/>
                </a:cubicBezTo>
                <a:cubicBezTo>
                  <a:pt x="45168" y="309711"/>
                  <a:pt x="44306" y="300620"/>
                  <a:pt x="39524" y="295336"/>
                </a:cubicBezTo>
                <a:cubicBezTo>
                  <a:pt x="35095" y="290442"/>
                  <a:pt x="35173" y="290185"/>
                  <a:pt x="41858" y="287644"/>
                </a:cubicBezTo>
                <a:cubicBezTo>
                  <a:pt x="45661" y="286198"/>
                  <a:pt x="52494" y="281527"/>
                  <a:pt x="57042" y="277265"/>
                </a:cubicBezTo>
                <a:cubicBezTo>
                  <a:pt x="61590" y="273002"/>
                  <a:pt x="67303" y="269509"/>
                  <a:pt x="69737" y="269502"/>
                </a:cubicBezTo>
                <a:cubicBezTo>
                  <a:pt x="74976" y="269488"/>
                  <a:pt x="79509" y="261980"/>
                  <a:pt x="79509" y="253317"/>
                </a:cubicBezTo>
                <a:cubicBezTo>
                  <a:pt x="79509" y="246749"/>
                  <a:pt x="88587" y="240002"/>
                  <a:pt x="95370" y="241529"/>
                </a:cubicBezTo>
                <a:cubicBezTo>
                  <a:pt x="99614" y="242485"/>
                  <a:pt x="137917" y="214161"/>
                  <a:pt x="141543" y="207386"/>
                </a:cubicBezTo>
                <a:cubicBezTo>
                  <a:pt x="144262" y="202307"/>
                  <a:pt x="142422" y="199791"/>
                  <a:pt x="135987" y="199791"/>
                </a:cubicBezTo>
                <a:cubicBezTo>
                  <a:pt x="130714" y="199791"/>
                  <a:pt x="128893" y="192306"/>
                  <a:pt x="127900" y="166538"/>
                </a:cubicBezTo>
                <a:lnTo>
                  <a:pt x="127266" y="150064"/>
                </a:lnTo>
                <a:lnTo>
                  <a:pt x="118230" y="149351"/>
                </a:lnTo>
                <a:cubicBezTo>
                  <a:pt x="113261" y="148959"/>
                  <a:pt x="107898" y="149707"/>
                  <a:pt x="106311" y="151014"/>
                </a:cubicBezTo>
                <a:cubicBezTo>
                  <a:pt x="104470" y="152530"/>
                  <a:pt x="102255" y="151977"/>
                  <a:pt x="100187" y="149485"/>
                </a:cubicBezTo>
                <a:cubicBezTo>
                  <a:pt x="98405" y="147337"/>
                  <a:pt x="93728" y="145581"/>
                  <a:pt x="89795" y="145581"/>
                </a:cubicBezTo>
                <a:cubicBezTo>
                  <a:pt x="82532" y="145581"/>
                  <a:pt x="79509" y="141725"/>
                  <a:pt x="79509" y="132462"/>
                </a:cubicBezTo>
                <a:cubicBezTo>
                  <a:pt x="79509" y="129370"/>
                  <a:pt x="77720" y="127510"/>
                  <a:pt x="74746" y="127510"/>
                </a:cubicBezTo>
                <a:cubicBezTo>
                  <a:pt x="66661" y="127510"/>
                  <a:pt x="61439" y="119085"/>
                  <a:pt x="61439" y="106041"/>
                </a:cubicBezTo>
                <a:cubicBezTo>
                  <a:pt x="61439" y="94056"/>
                  <a:pt x="61402" y="94007"/>
                  <a:pt x="51376" y="92403"/>
                </a:cubicBezTo>
                <a:cubicBezTo>
                  <a:pt x="41507" y="90825"/>
                  <a:pt x="41357" y="90638"/>
                  <a:pt x="43631" y="82710"/>
                </a:cubicBezTo>
                <a:cubicBezTo>
                  <a:pt x="46841" y="71517"/>
                  <a:pt x="46650" y="70719"/>
                  <a:pt x="40756" y="70719"/>
                </a:cubicBezTo>
                <a:cubicBezTo>
                  <a:pt x="36165" y="70719"/>
                  <a:pt x="35750" y="69551"/>
                  <a:pt x="37174" y="60642"/>
                </a:cubicBezTo>
                <a:cubicBezTo>
                  <a:pt x="39267" y="47555"/>
                  <a:pt x="31942" y="24727"/>
                  <a:pt x="23391" y="17685"/>
                </a:cubicBezTo>
                <a:lnTo>
                  <a:pt x="16983" y="12409"/>
                </a:lnTo>
                <a:lnTo>
                  <a:pt x="27512" y="5441"/>
                </a:lnTo>
                <a:cubicBezTo>
                  <a:pt x="36589" y="-566"/>
                  <a:pt x="38942" y="-1116"/>
                  <a:pt x="44577" y="1452"/>
                </a:cubicBezTo>
                <a:cubicBezTo>
                  <a:pt x="50920" y="4342"/>
                  <a:pt x="52469" y="8771"/>
                  <a:pt x="51418" y="21016"/>
                </a:cubicBezTo>
                <a:cubicBezTo>
                  <a:pt x="51144" y="24205"/>
                  <a:pt x="52304" y="29399"/>
                  <a:pt x="53995" y="32559"/>
                </a:cubicBezTo>
                <a:cubicBezTo>
                  <a:pt x="55686" y="35718"/>
                  <a:pt x="56925" y="42138"/>
                  <a:pt x="56749" y="46824"/>
                </a:cubicBezTo>
                <a:cubicBezTo>
                  <a:pt x="56573" y="51511"/>
                  <a:pt x="58717" y="59420"/>
                  <a:pt x="61515" y="64401"/>
                </a:cubicBezTo>
                <a:cubicBezTo>
                  <a:pt x="64313" y="69382"/>
                  <a:pt x="66683" y="76616"/>
                  <a:pt x="66783" y="80478"/>
                </a:cubicBezTo>
                <a:cubicBezTo>
                  <a:pt x="66944" y="86723"/>
                  <a:pt x="67209" y="86928"/>
                  <a:pt x="69183" y="82335"/>
                </a:cubicBezTo>
                <a:cubicBezTo>
                  <a:pt x="71476" y="76999"/>
                  <a:pt x="71863" y="77758"/>
                  <a:pt x="72797" y="89434"/>
                </a:cubicBezTo>
                <a:cubicBezTo>
                  <a:pt x="72939" y="91209"/>
                  <a:pt x="74996" y="94114"/>
                  <a:pt x="77368" y="95891"/>
                </a:cubicBezTo>
                <a:cubicBezTo>
                  <a:pt x="79740" y="97667"/>
                  <a:pt x="82447" y="102604"/>
                  <a:pt x="83382" y="106862"/>
                </a:cubicBezTo>
                <a:cubicBezTo>
                  <a:pt x="84688" y="112811"/>
                  <a:pt x="86501" y="114603"/>
                  <a:pt x="91209" y="114603"/>
                </a:cubicBezTo>
                <a:cubicBezTo>
                  <a:pt x="99379" y="114603"/>
                  <a:pt x="110872" y="119677"/>
                  <a:pt x="115649" y="125394"/>
                </a:cubicBezTo>
                <a:cubicBezTo>
                  <a:pt x="117952" y="128149"/>
                  <a:pt x="124752" y="130674"/>
                  <a:pt x="132428" y="131624"/>
                </a:cubicBezTo>
                <a:cubicBezTo>
                  <a:pt x="141521" y="132750"/>
                  <a:pt x="146878" y="135032"/>
                  <a:pt x="150553" y="139348"/>
                </a:cubicBezTo>
                <a:cubicBezTo>
                  <a:pt x="154982" y="144548"/>
                  <a:pt x="158885" y="145694"/>
                  <a:pt x="176368" y="146927"/>
                </a:cubicBezTo>
                <a:cubicBezTo>
                  <a:pt x="205380" y="148973"/>
                  <a:pt x="204499" y="148736"/>
                  <a:pt x="211382" y="156343"/>
                </a:cubicBezTo>
                <a:cubicBezTo>
                  <a:pt x="219859" y="165712"/>
                  <a:pt x="228327" y="167989"/>
                  <a:pt x="230401" y="161456"/>
                </a:cubicBezTo>
                <a:cubicBezTo>
                  <a:pt x="231901" y="156729"/>
                  <a:pt x="241748" y="152072"/>
                  <a:pt x="244475" y="154799"/>
                </a:cubicBezTo>
                <a:cubicBezTo>
                  <a:pt x="248005" y="158329"/>
                  <a:pt x="238595" y="195092"/>
                  <a:pt x="229656" y="212698"/>
                </a:cubicBezTo>
                <a:cubicBezTo>
                  <a:pt x="224250" y="223347"/>
                  <a:pt x="218479" y="236706"/>
                  <a:pt x="216833" y="242385"/>
                </a:cubicBezTo>
                <a:cubicBezTo>
                  <a:pt x="208092" y="272545"/>
                  <a:pt x="205996" y="281464"/>
                  <a:pt x="205960" y="288674"/>
                </a:cubicBezTo>
                <a:cubicBezTo>
                  <a:pt x="205939" y="293031"/>
                  <a:pt x="204795" y="298338"/>
                  <a:pt x="203418" y="300468"/>
                </a:cubicBezTo>
                <a:cubicBezTo>
                  <a:pt x="201194" y="303910"/>
                  <a:pt x="200920" y="303910"/>
                  <a:pt x="200956" y="300468"/>
                </a:cubicBezTo>
                <a:cubicBezTo>
                  <a:pt x="201123" y="284393"/>
                  <a:pt x="207229" y="256741"/>
                  <a:pt x="214917" y="237240"/>
                </a:cubicBezTo>
                <a:cubicBezTo>
                  <a:pt x="219951" y="224471"/>
                  <a:pt x="224070" y="212844"/>
                  <a:pt x="224070" y="211401"/>
                </a:cubicBezTo>
                <a:cubicBezTo>
                  <a:pt x="224070" y="209958"/>
                  <a:pt x="221625" y="207250"/>
                  <a:pt x="218637" y="205384"/>
                </a:cubicBezTo>
                <a:cubicBezTo>
                  <a:pt x="215583" y="203477"/>
                  <a:pt x="213971" y="203233"/>
                  <a:pt x="214956" y="204826"/>
                </a:cubicBezTo>
                <a:cubicBezTo>
                  <a:pt x="215920" y="206386"/>
                  <a:pt x="215897" y="211356"/>
                  <a:pt x="214905" y="215873"/>
                </a:cubicBezTo>
                <a:lnTo>
                  <a:pt x="213101" y="224084"/>
                </a:lnTo>
                <a:lnTo>
                  <a:pt x="208491" y="218391"/>
                </a:lnTo>
                <a:cubicBezTo>
                  <a:pt x="202731" y="211277"/>
                  <a:pt x="199260" y="211160"/>
                  <a:pt x="197466" y="218019"/>
                </a:cubicBezTo>
                <a:cubicBezTo>
                  <a:pt x="196615" y="221276"/>
                  <a:pt x="197499" y="223887"/>
                  <a:pt x="199747" y="224749"/>
                </a:cubicBezTo>
                <a:cubicBezTo>
                  <a:pt x="201766" y="225524"/>
                  <a:pt x="203418" y="227264"/>
                  <a:pt x="203418" y="228616"/>
                </a:cubicBezTo>
                <a:cubicBezTo>
                  <a:pt x="203418" y="229967"/>
                  <a:pt x="202337" y="230405"/>
                  <a:pt x="201015" y="229588"/>
                </a:cubicBezTo>
                <a:cubicBezTo>
                  <a:pt x="199694" y="228771"/>
                  <a:pt x="197882" y="229283"/>
                  <a:pt x="196991" y="230726"/>
                </a:cubicBezTo>
                <a:cubicBezTo>
                  <a:pt x="196099" y="232169"/>
                  <a:pt x="196692" y="233350"/>
                  <a:pt x="198308" y="233350"/>
                </a:cubicBezTo>
                <a:cubicBezTo>
                  <a:pt x="200240" y="233350"/>
                  <a:pt x="200656" y="236041"/>
                  <a:pt x="199523" y="241200"/>
                </a:cubicBezTo>
                <a:cubicBezTo>
                  <a:pt x="198474" y="245978"/>
                  <a:pt x="199012" y="250512"/>
                  <a:pt x="200899" y="252786"/>
                </a:cubicBezTo>
                <a:cubicBezTo>
                  <a:pt x="203352" y="255741"/>
                  <a:pt x="203212" y="256824"/>
                  <a:pt x="200228" y="257969"/>
                </a:cubicBezTo>
                <a:cubicBezTo>
                  <a:pt x="197388" y="259059"/>
                  <a:pt x="196716" y="262734"/>
                  <a:pt x="197509" y="272843"/>
                </a:cubicBezTo>
                <a:cubicBezTo>
                  <a:pt x="198508" y="285590"/>
                  <a:pt x="198348" y="286008"/>
                  <a:pt x="194340" y="281107"/>
                </a:cubicBezTo>
                <a:cubicBezTo>
                  <a:pt x="190355" y="276233"/>
                  <a:pt x="190188" y="276860"/>
                  <a:pt x="191370" y="292273"/>
                </a:cubicBezTo>
                <a:cubicBezTo>
                  <a:pt x="192505" y="307076"/>
                  <a:pt x="195674" y="318043"/>
                  <a:pt x="195674" y="307167"/>
                </a:cubicBezTo>
                <a:cubicBezTo>
                  <a:pt x="195674" y="303112"/>
                  <a:pt x="196059" y="303066"/>
                  <a:pt x="199681" y="306687"/>
                </a:cubicBezTo>
                <a:cubicBezTo>
                  <a:pt x="202942" y="309948"/>
                  <a:pt x="203185" y="312507"/>
                  <a:pt x="200986" y="320424"/>
                </a:cubicBezTo>
                <a:cubicBezTo>
                  <a:pt x="199500" y="325776"/>
                  <a:pt x="198103" y="334801"/>
                  <a:pt x="197882" y="340480"/>
                </a:cubicBezTo>
                <a:lnTo>
                  <a:pt x="197480" y="350806"/>
                </a:lnTo>
                <a:lnTo>
                  <a:pt x="195674" y="339189"/>
                </a:lnTo>
                <a:cubicBezTo>
                  <a:pt x="194403" y="331014"/>
                  <a:pt x="193753" y="337239"/>
                  <a:pt x="193480" y="360201"/>
                </a:cubicBezTo>
                <a:cubicBezTo>
                  <a:pt x="193236" y="380786"/>
                  <a:pt x="194603" y="400790"/>
                  <a:pt x="197184" y="414396"/>
                </a:cubicBezTo>
                <a:cubicBezTo>
                  <a:pt x="200612" y="432468"/>
                  <a:pt x="200758" y="438399"/>
                  <a:pt x="198086" y="450991"/>
                </a:cubicBezTo>
                <a:cubicBezTo>
                  <a:pt x="196258" y="459605"/>
                  <a:pt x="194082" y="464699"/>
                  <a:pt x="192986" y="462927"/>
                </a:cubicBezTo>
                <a:cubicBezTo>
                  <a:pt x="191158" y="459970"/>
                  <a:pt x="190587" y="461135"/>
                  <a:pt x="186260" y="476652"/>
                </a:cubicBezTo>
                <a:cubicBezTo>
                  <a:pt x="185567" y="479136"/>
                  <a:pt x="186240" y="481169"/>
                  <a:pt x="187756" y="481169"/>
                </a:cubicBezTo>
                <a:cubicBezTo>
                  <a:pt x="189271" y="481169"/>
                  <a:pt x="190682" y="479136"/>
                  <a:pt x="190891" y="476652"/>
                </a:cubicBezTo>
                <a:cubicBezTo>
                  <a:pt x="191099" y="474167"/>
                  <a:pt x="192060" y="479104"/>
                  <a:pt x="193026" y="487623"/>
                </a:cubicBezTo>
                <a:cubicBezTo>
                  <a:pt x="193992" y="496142"/>
                  <a:pt x="194538" y="503459"/>
                  <a:pt x="194241" y="503884"/>
                </a:cubicBezTo>
                <a:cubicBezTo>
                  <a:pt x="193943" y="504308"/>
                  <a:pt x="188265" y="499952"/>
                  <a:pt x="181623" y="494203"/>
                </a:cubicBezTo>
                <a:close/>
              </a:path>
            </a:pathLst>
          </a:custGeom>
          <a:solidFill>
            <a:srgbClr val="B9B9B9"/>
          </a:solidFill>
          <a:ln w="5163" cap="flat">
            <a:noFill/>
            <a:prstDash val="solid"/>
            <a:miter/>
          </a:ln>
        </p:spPr>
        <p:txBody>
          <a:bodyPr/>
          <a:lstStyle/>
          <a:p>
            <a:endParaRPr lang="es-419" noProof="0" dirty="0"/>
          </a:p>
        </p:txBody>
      </p:sp>
      <p:sp>
        <p:nvSpPr>
          <p:cNvPr id="53" name="Forma libre: forma 52">
            <a:extLst>
              <a:ext uri="{FF2B5EF4-FFF2-40B4-BE49-F238E27FC236}">
                <a16:creationId xmlns:a16="http://schemas.microsoft.com/office/drawing/2014/main" id="{88D3FD46-8CED-0839-DEDA-3256DC257552}"/>
              </a:ext>
            </a:extLst>
          </p:cNvPr>
          <p:cNvSpPr/>
          <p:nvPr/>
        </p:nvSpPr>
        <p:spPr>
          <a:xfrm>
            <a:off x="920115" y="1646957"/>
            <a:ext cx="379561" cy="415583"/>
          </a:xfrm>
          <a:custGeom>
            <a:avLst/>
            <a:gdLst>
              <a:gd name="csX0" fmla="*/ 203090 w 379561"/>
              <a:gd name="csY0" fmla="*/ 414284 h 415583"/>
              <a:gd name="csX1" fmla="*/ 197077 w 379561"/>
              <a:gd name="csY1" fmla="*/ 404675 h 415583"/>
              <a:gd name="csX2" fmla="*/ 192271 w 379561"/>
              <a:gd name="csY2" fmla="*/ 395646 h 415583"/>
              <a:gd name="csX3" fmla="*/ 171007 w 379561"/>
              <a:gd name="csY3" fmla="*/ 397866 h 415583"/>
              <a:gd name="csX4" fmla="*/ 166946 w 379561"/>
              <a:gd name="csY4" fmla="*/ 392738 h 415583"/>
              <a:gd name="csX5" fmla="*/ 171214 w 379561"/>
              <a:gd name="csY5" fmla="*/ 375323 h 415583"/>
              <a:gd name="csX6" fmla="*/ 168526 w 379561"/>
              <a:gd name="csY6" fmla="*/ 359903 h 415583"/>
              <a:gd name="csX7" fmla="*/ 135682 w 379561"/>
              <a:gd name="csY7" fmla="*/ 348579 h 415583"/>
              <a:gd name="csX8" fmla="*/ 130456 w 379561"/>
              <a:gd name="csY8" fmla="*/ 344743 h 415583"/>
              <a:gd name="csX9" fmla="*/ 123707 w 379561"/>
              <a:gd name="csY9" fmla="*/ 339434 h 415583"/>
              <a:gd name="csX10" fmla="*/ 111898 w 379561"/>
              <a:gd name="csY10" fmla="*/ 326710 h 415583"/>
              <a:gd name="csX11" fmla="*/ 102819 w 379561"/>
              <a:gd name="csY11" fmla="*/ 312359 h 415583"/>
              <a:gd name="csX12" fmla="*/ 100189 w 379561"/>
              <a:gd name="csY12" fmla="*/ 303716 h 415583"/>
              <a:gd name="csX13" fmla="*/ 96495 w 379561"/>
              <a:gd name="csY13" fmla="*/ 291424 h 415583"/>
              <a:gd name="csX14" fmla="*/ 91114 w 379561"/>
              <a:gd name="csY14" fmla="*/ 269668 h 415583"/>
              <a:gd name="csX15" fmla="*/ 73368 w 379561"/>
              <a:gd name="csY15" fmla="*/ 228658 h 415583"/>
              <a:gd name="csX16" fmla="*/ 56149 w 379561"/>
              <a:gd name="csY16" fmla="*/ 225592 h 415583"/>
              <a:gd name="csX17" fmla="*/ 38234 w 379561"/>
              <a:gd name="csY17" fmla="*/ 218995 h 415583"/>
              <a:gd name="csX18" fmla="*/ 14702 w 379561"/>
              <a:gd name="csY18" fmla="*/ 179229 h 415583"/>
              <a:gd name="csX19" fmla="*/ 4675 w 379561"/>
              <a:gd name="csY19" fmla="*/ 165798 h 415583"/>
              <a:gd name="csX20" fmla="*/ 1771 w 379561"/>
              <a:gd name="csY20" fmla="*/ 155184 h 415583"/>
              <a:gd name="csX21" fmla="*/ 712 w 379561"/>
              <a:gd name="csY21" fmla="*/ 126667 h 415583"/>
              <a:gd name="csX22" fmla="*/ 2557 w 379561"/>
              <a:gd name="csY22" fmla="*/ 104522 h 415583"/>
              <a:gd name="csX23" fmla="*/ 16402 w 379561"/>
              <a:gd name="csY23" fmla="*/ 104522 h 415583"/>
              <a:gd name="csX24" fmla="*/ 46584 w 379561"/>
              <a:gd name="csY24" fmla="*/ 95540 h 415583"/>
              <a:gd name="csX25" fmla="*/ 48520 w 379561"/>
              <a:gd name="csY25" fmla="*/ 81044 h 415583"/>
              <a:gd name="csX26" fmla="*/ 53693 w 379561"/>
              <a:gd name="csY26" fmla="*/ 64536 h 415583"/>
              <a:gd name="csX27" fmla="*/ 57236 w 379561"/>
              <a:gd name="csY27" fmla="*/ 49938 h 415583"/>
              <a:gd name="csX28" fmla="*/ 61307 w 379561"/>
              <a:gd name="csY28" fmla="*/ 39986 h 415583"/>
              <a:gd name="csX29" fmla="*/ 72238 w 379561"/>
              <a:gd name="csY29" fmla="*/ 37166 h 415583"/>
              <a:gd name="csX30" fmla="*/ 75921 w 379561"/>
              <a:gd name="csY30" fmla="*/ 26420 h 415583"/>
              <a:gd name="csX31" fmla="*/ 86217 w 379561"/>
              <a:gd name="csY31" fmla="*/ 9008 h 415583"/>
              <a:gd name="csX32" fmla="*/ 91229 w 379561"/>
              <a:gd name="csY32" fmla="*/ 3610 h 415583"/>
              <a:gd name="csX33" fmla="*/ 100572 w 379561"/>
              <a:gd name="csY33" fmla="*/ 6016 h 415583"/>
              <a:gd name="csX34" fmla="*/ 115842 w 379561"/>
              <a:gd name="csY34" fmla="*/ 15498 h 415583"/>
              <a:gd name="csX35" fmla="*/ 130061 w 379561"/>
              <a:gd name="csY35" fmla="*/ 25801 h 415583"/>
              <a:gd name="csX36" fmla="*/ 153502 w 379561"/>
              <a:gd name="csY36" fmla="*/ 36020 h 415583"/>
              <a:gd name="csX37" fmla="*/ 166647 w 379561"/>
              <a:gd name="csY37" fmla="*/ 35196 h 415583"/>
              <a:gd name="csX38" fmla="*/ 177014 w 379561"/>
              <a:gd name="csY38" fmla="*/ 35079 h 415583"/>
              <a:gd name="csX39" fmla="*/ 199575 w 379561"/>
              <a:gd name="csY39" fmla="*/ 42570 h 415583"/>
              <a:gd name="csX40" fmla="*/ 223114 w 379561"/>
              <a:gd name="csY40" fmla="*/ 30983 h 415583"/>
              <a:gd name="csX41" fmla="*/ 243392 w 379561"/>
              <a:gd name="csY41" fmla="*/ 13562 h 415583"/>
              <a:gd name="csX42" fmla="*/ 257664 w 379561"/>
              <a:gd name="csY42" fmla="*/ 14175 h 415583"/>
              <a:gd name="csX43" fmla="*/ 270020 w 379561"/>
              <a:gd name="csY43" fmla="*/ 16753 h 415583"/>
              <a:gd name="csX44" fmla="*/ 290519 w 379561"/>
              <a:gd name="csY44" fmla="*/ 30455 h 415583"/>
              <a:gd name="csX45" fmla="*/ 307913 w 379561"/>
              <a:gd name="csY45" fmla="*/ 52734 h 415583"/>
              <a:gd name="csX46" fmla="*/ 307918 w 379561"/>
              <a:gd name="csY46" fmla="*/ 71135 h 415583"/>
              <a:gd name="csX47" fmla="*/ 305239 w 379561"/>
              <a:gd name="csY47" fmla="*/ 92635 h 415583"/>
              <a:gd name="csX48" fmla="*/ 300393 w 379561"/>
              <a:gd name="csY48" fmla="*/ 116124 h 415583"/>
              <a:gd name="csX49" fmla="*/ 296534 w 379561"/>
              <a:gd name="csY49" fmla="*/ 139467 h 415583"/>
              <a:gd name="csX50" fmla="*/ 294862 w 379561"/>
              <a:gd name="csY50" fmla="*/ 144381 h 415583"/>
              <a:gd name="csX51" fmla="*/ 302443 w 379561"/>
              <a:gd name="csY51" fmla="*/ 174221 h 415583"/>
              <a:gd name="csX52" fmla="*/ 331579 w 379561"/>
              <a:gd name="csY52" fmla="*/ 200036 h 415583"/>
              <a:gd name="csX53" fmla="*/ 345885 w 379561"/>
              <a:gd name="csY53" fmla="*/ 204322 h 415583"/>
              <a:gd name="csX54" fmla="*/ 358173 w 379561"/>
              <a:gd name="csY54" fmla="*/ 192088 h 415583"/>
              <a:gd name="csX55" fmla="*/ 365209 w 379561"/>
              <a:gd name="csY55" fmla="*/ 177533 h 415583"/>
              <a:gd name="csX56" fmla="*/ 378528 w 379561"/>
              <a:gd name="csY56" fmla="*/ 217259 h 415583"/>
              <a:gd name="csX57" fmla="*/ 379561 w 379561"/>
              <a:gd name="csY57" fmla="*/ 233192 h 415583"/>
              <a:gd name="csX58" fmla="*/ 368302 w 379561"/>
              <a:gd name="csY58" fmla="*/ 234810 h 415583"/>
              <a:gd name="csX59" fmla="*/ 342845 w 379561"/>
              <a:gd name="csY59" fmla="*/ 234877 h 415583"/>
              <a:gd name="csX60" fmla="*/ 294625 w 379561"/>
              <a:gd name="csY60" fmla="*/ 235311 h 415583"/>
              <a:gd name="csX61" fmla="*/ 265550 w 379561"/>
              <a:gd name="csY61" fmla="*/ 264572 h 415583"/>
              <a:gd name="csX62" fmla="*/ 257155 w 379561"/>
              <a:gd name="csY62" fmla="*/ 290178 h 415583"/>
              <a:gd name="csX63" fmla="*/ 253059 w 379561"/>
              <a:gd name="csY63" fmla="*/ 303293 h 415583"/>
              <a:gd name="csX64" fmla="*/ 248021 w 379561"/>
              <a:gd name="csY64" fmla="*/ 307811 h 415583"/>
              <a:gd name="csX65" fmla="*/ 241573 w 379561"/>
              <a:gd name="csY65" fmla="*/ 316201 h 415583"/>
              <a:gd name="csX66" fmla="*/ 230054 w 379561"/>
              <a:gd name="csY66" fmla="*/ 378609 h 415583"/>
              <a:gd name="csX67" fmla="*/ 225886 w 379561"/>
              <a:gd name="csY67" fmla="*/ 411224 h 415583"/>
              <a:gd name="csX68" fmla="*/ 203090 w 379561"/>
              <a:gd name="csY68" fmla="*/ 414284 h 4155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Lst>
            <a:rect l="l" t="t" r="r" b="b"/>
            <a:pathLst>
              <a:path w="379561" h="415583">
                <a:moveTo>
                  <a:pt x="203090" y="414284"/>
                </a:moveTo>
                <a:cubicBezTo>
                  <a:pt x="200763" y="412907"/>
                  <a:pt x="198058" y="408583"/>
                  <a:pt x="197077" y="404675"/>
                </a:cubicBezTo>
                <a:cubicBezTo>
                  <a:pt x="196096" y="400766"/>
                  <a:pt x="193933" y="396703"/>
                  <a:pt x="192271" y="395646"/>
                </a:cubicBezTo>
                <a:cubicBezTo>
                  <a:pt x="187214" y="392429"/>
                  <a:pt x="177806" y="393412"/>
                  <a:pt x="171007" y="397866"/>
                </a:cubicBezTo>
                <a:cubicBezTo>
                  <a:pt x="162395" y="403509"/>
                  <a:pt x="159848" y="400293"/>
                  <a:pt x="166946" y="392738"/>
                </a:cubicBezTo>
                <a:cubicBezTo>
                  <a:pt x="171625" y="387757"/>
                  <a:pt x="172379" y="384679"/>
                  <a:pt x="171214" y="375323"/>
                </a:cubicBezTo>
                <a:cubicBezTo>
                  <a:pt x="170436" y="369072"/>
                  <a:pt x="169226" y="362133"/>
                  <a:pt x="168526" y="359903"/>
                </a:cubicBezTo>
                <a:cubicBezTo>
                  <a:pt x="167058" y="355229"/>
                  <a:pt x="141404" y="346384"/>
                  <a:pt x="135682" y="348579"/>
                </a:cubicBezTo>
                <a:cubicBezTo>
                  <a:pt x="133235" y="349518"/>
                  <a:pt x="131342" y="348128"/>
                  <a:pt x="130456" y="344743"/>
                </a:cubicBezTo>
                <a:cubicBezTo>
                  <a:pt x="129618" y="341535"/>
                  <a:pt x="126946" y="339434"/>
                  <a:pt x="123707" y="339434"/>
                </a:cubicBezTo>
                <a:cubicBezTo>
                  <a:pt x="119877" y="339434"/>
                  <a:pt x="116504" y="335800"/>
                  <a:pt x="111898" y="326710"/>
                </a:cubicBezTo>
                <a:cubicBezTo>
                  <a:pt x="108351" y="319711"/>
                  <a:pt x="104266" y="313253"/>
                  <a:pt x="102819" y="312359"/>
                </a:cubicBezTo>
                <a:cubicBezTo>
                  <a:pt x="101373" y="311465"/>
                  <a:pt x="100189" y="307575"/>
                  <a:pt x="100189" y="303716"/>
                </a:cubicBezTo>
                <a:cubicBezTo>
                  <a:pt x="100189" y="299856"/>
                  <a:pt x="98526" y="294325"/>
                  <a:pt x="96495" y="291424"/>
                </a:cubicBezTo>
                <a:cubicBezTo>
                  <a:pt x="94463" y="288523"/>
                  <a:pt x="92041" y="278733"/>
                  <a:pt x="91114" y="269668"/>
                </a:cubicBezTo>
                <a:cubicBezTo>
                  <a:pt x="89247" y="251425"/>
                  <a:pt x="83480" y="238096"/>
                  <a:pt x="73368" y="228658"/>
                </a:cubicBezTo>
                <a:cubicBezTo>
                  <a:pt x="67157" y="222862"/>
                  <a:pt x="65968" y="222650"/>
                  <a:pt x="56149" y="225592"/>
                </a:cubicBezTo>
                <a:cubicBezTo>
                  <a:pt x="44901" y="228962"/>
                  <a:pt x="38234" y="226507"/>
                  <a:pt x="38234" y="218995"/>
                </a:cubicBezTo>
                <a:cubicBezTo>
                  <a:pt x="38234" y="211509"/>
                  <a:pt x="24381" y="188100"/>
                  <a:pt x="14702" y="179229"/>
                </a:cubicBezTo>
                <a:cubicBezTo>
                  <a:pt x="9187" y="174175"/>
                  <a:pt x="4675" y="168131"/>
                  <a:pt x="4675" y="165798"/>
                </a:cubicBezTo>
                <a:cubicBezTo>
                  <a:pt x="4675" y="163466"/>
                  <a:pt x="3368" y="158689"/>
                  <a:pt x="1771" y="155184"/>
                </a:cubicBezTo>
                <a:cubicBezTo>
                  <a:pt x="-157" y="150952"/>
                  <a:pt x="-513" y="141373"/>
                  <a:pt x="712" y="126667"/>
                </a:cubicBezTo>
                <a:lnTo>
                  <a:pt x="2557" y="104522"/>
                </a:lnTo>
                <a:lnTo>
                  <a:pt x="16402" y="104522"/>
                </a:lnTo>
                <a:cubicBezTo>
                  <a:pt x="30035" y="104522"/>
                  <a:pt x="42866" y="100703"/>
                  <a:pt x="46584" y="95540"/>
                </a:cubicBezTo>
                <a:cubicBezTo>
                  <a:pt x="47627" y="94091"/>
                  <a:pt x="48499" y="87568"/>
                  <a:pt x="48520" y="81044"/>
                </a:cubicBezTo>
                <a:cubicBezTo>
                  <a:pt x="48549" y="72518"/>
                  <a:pt x="50004" y="67875"/>
                  <a:pt x="53693" y="64536"/>
                </a:cubicBezTo>
                <a:cubicBezTo>
                  <a:pt x="57798" y="60822"/>
                  <a:pt x="58508" y="57895"/>
                  <a:pt x="57236" y="49938"/>
                </a:cubicBezTo>
                <a:cubicBezTo>
                  <a:pt x="55795" y="40930"/>
                  <a:pt x="56182" y="39986"/>
                  <a:pt x="61307" y="39986"/>
                </a:cubicBezTo>
                <a:cubicBezTo>
                  <a:pt x="64421" y="39986"/>
                  <a:pt x="69340" y="38717"/>
                  <a:pt x="72238" y="37166"/>
                </a:cubicBezTo>
                <a:cubicBezTo>
                  <a:pt x="76432" y="34922"/>
                  <a:pt x="77183" y="32731"/>
                  <a:pt x="75921" y="26420"/>
                </a:cubicBezTo>
                <a:cubicBezTo>
                  <a:pt x="74260" y="18119"/>
                  <a:pt x="79648" y="9008"/>
                  <a:pt x="86217" y="9008"/>
                </a:cubicBezTo>
                <a:cubicBezTo>
                  <a:pt x="88031" y="9008"/>
                  <a:pt x="90286" y="6579"/>
                  <a:pt x="91229" y="3610"/>
                </a:cubicBezTo>
                <a:cubicBezTo>
                  <a:pt x="92878" y="-1587"/>
                  <a:pt x="93226" y="-1498"/>
                  <a:pt x="100572" y="6016"/>
                </a:cubicBezTo>
                <a:cubicBezTo>
                  <a:pt x="104769" y="10308"/>
                  <a:pt x="111640" y="14575"/>
                  <a:pt x="115842" y="15498"/>
                </a:cubicBezTo>
                <a:cubicBezTo>
                  <a:pt x="120151" y="16445"/>
                  <a:pt x="126350" y="20937"/>
                  <a:pt x="130061" y="25801"/>
                </a:cubicBezTo>
                <a:cubicBezTo>
                  <a:pt x="137904" y="36084"/>
                  <a:pt x="151245" y="41900"/>
                  <a:pt x="153502" y="36020"/>
                </a:cubicBezTo>
                <a:cubicBezTo>
                  <a:pt x="155231" y="31515"/>
                  <a:pt x="162509" y="31058"/>
                  <a:pt x="166647" y="35196"/>
                </a:cubicBezTo>
                <a:cubicBezTo>
                  <a:pt x="168865" y="37413"/>
                  <a:pt x="171448" y="37384"/>
                  <a:pt x="177014" y="35079"/>
                </a:cubicBezTo>
                <a:cubicBezTo>
                  <a:pt x="186293" y="31236"/>
                  <a:pt x="197119" y="34830"/>
                  <a:pt x="199575" y="42570"/>
                </a:cubicBezTo>
                <a:cubicBezTo>
                  <a:pt x="202586" y="52057"/>
                  <a:pt x="211392" y="47722"/>
                  <a:pt x="223114" y="30983"/>
                </a:cubicBezTo>
                <a:cubicBezTo>
                  <a:pt x="231922" y="18404"/>
                  <a:pt x="235698" y="15160"/>
                  <a:pt x="243392" y="13562"/>
                </a:cubicBezTo>
                <a:cubicBezTo>
                  <a:pt x="248841" y="12430"/>
                  <a:pt x="254889" y="12690"/>
                  <a:pt x="257664" y="14175"/>
                </a:cubicBezTo>
                <a:cubicBezTo>
                  <a:pt x="260313" y="15593"/>
                  <a:pt x="265874" y="16753"/>
                  <a:pt x="270020" y="16753"/>
                </a:cubicBezTo>
                <a:cubicBezTo>
                  <a:pt x="275778" y="16753"/>
                  <a:pt x="280624" y="19992"/>
                  <a:pt x="290519" y="30455"/>
                </a:cubicBezTo>
                <a:cubicBezTo>
                  <a:pt x="297647" y="37991"/>
                  <a:pt x="305474" y="48017"/>
                  <a:pt x="307913" y="52734"/>
                </a:cubicBezTo>
                <a:cubicBezTo>
                  <a:pt x="312104" y="60839"/>
                  <a:pt x="312105" y="61851"/>
                  <a:pt x="307918" y="71135"/>
                </a:cubicBezTo>
                <a:cubicBezTo>
                  <a:pt x="304686" y="78303"/>
                  <a:pt x="303961" y="84117"/>
                  <a:pt x="305239" y="92635"/>
                </a:cubicBezTo>
                <a:cubicBezTo>
                  <a:pt x="306699" y="102374"/>
                  <a:pt x="305896" y="106269"/>
                  <a:pt x="300393" y="116124"/>
                </a:cubicBezTo>
                <a:cubicBezTo>
                  <a:pt x="293385" y="128678"/>
                  <a:pt x="292058" y="136701"/>
                  <a:pt x="296534" y="139467"/>
                </a:cubicBezTo>
                <a:cubicBezTo>
                  <a:pt x="298276" y="140544"/>
                  <a:pt x="297669" y="142329"/>
                  <a:pt x="294862" y="144381"/>
                </a:cubicBezTo>
                <a:cubicBezTo>
                  <a:pt x="289162" y="148549"/>
                  <a:pt x="291010" y="155821"/>
                  <a:pt x="302443" y="174221"/>
                </a:cubicBezTo>
                <a:cubicBezTo>
                  <a:pt x="315893" y="195868"/>
                  <a:pt x="320598" y="200036"/>
                  <a:pt x="331579" y="200036"/>
                </a:cubicBezTo>
                <a:cubicBezTo>
                  <a:pt x="336873" y="200036"/>
                  <a:pt x="343264" y="201951"/>
                  <a:pt x="345885" y="204322"/>
                </a:cubicBezTo>
                <a:cubicBezTo>
                  <a:pt x="351730" y="209612"/>
                  <a:pt x="352148" y="209195"/>
                  <a:pt x="358173" y="192088"/>
                </a:cubicBezTo>
                <a:cubicBezTo>
                  <a:pt x="360854" y="184473"/>
                  <a:pt x="364021" y="177924"/>
                  <a:pt x="365209" y="177533"/>
                </a:cubicBezTo>
                <a:cubicBezTo>
                  <a:pt x="369150" y="176239"/>
                  <a:pt x="377478" y="201079"/>
                  <a:pt x="378528" y="217259"/>
                </a:cubicBezTo>
                <a:lnTo>
                  <a:pt x="379561" y="233192"/>
                </a:lnTo>
                <a:lnTo>
                  <a:pt x="368302" y="234810"/>
                </a:lnTo>
                <a:cubicBezTo>
                  <a:pt x="362110" y="235699"/>
                  <a:pt x="350654" y="235730"/>
                  <a:pt x="342845" y="234877"/>
                </a:cubicBezTo>
                <a:cubicBezTo>
                  <a:pt x="300900" y="230295"/>
                  <a:pt x="296475" y="230334"/>
                  <a:pt x="294625" y="235311"/>
                </a:cubicBezTo>
                <a:cubicBezTo>
                  <a:pt x="292370" y="241375"/>
                  <a:pt x="269321" y="264572"/>
                  <a:pt x="265550" y="264572"/>
                </a:cubicBezTo>
                <a:cubicBezTo>
                  <a:pt x="261474" y="264572"/>
                  <a:pt x="258070" y="274955"/>
                  <a:pt x="257155" y="290178"/>
                </a:cubicBezTo>
                <a:cubicBezTo>
                  <a:pt x="256642" y="298710"/>
                  <a:pt x="255211" y="303293"/>
                  <a:pt x="253059" y="303293"/>
                </a:cubicBezTo>
                <a:cubicBezTo>
                  <a:pt x="251239" y="303294"/>
                  <a:pt x="248973" y="305327"/>
                  <a:pt x="248021" y="307811"/>
                </a:cubicBezTo>
                <a:cubicBezTo>
                  <a:pt x="247070" y="310296"/>
                  <a:pt x="244168" y="314071"/>
                  <a:pt x="241573" y="316201"/>
                </a:cubicBezTo>
                <a:cubicBezTo>
                  <a:pt x="235220" y="321415"/>
                  <a:pt x="231367" y="342287"/>
                  <a:pt x="230054" y="378609"/>
                </a:cubicBezTo>
                <a:cubicBezTo>
                  <a:pt x="229366" y="397612"/>
                  <a:pt x="227827" y="409663"/>
                  <a:pt x="225886" y="411224"/>
                </a:cubicBezTo>
                <a:cubicBezTo>
                  <a:pt x="220922" y="415217"/>
                  <a:pt x="207671" y="416995"/>
                  <a:pt x="203090" y="414284"/>
                </a:cubicBezTo>
                <a:close/>
              </a:path>
            </a:pathLst>
          </a:custGeom>
          <a:solidFill>
            <a:srgbClr val="B9B9B9"/>
          </a:solidFill>
          <a:ln w="5163" cap="flat">
            <a:noFill/>
            <a:prstDash val="solid"/>
            <a:miter/>
          </a:ln>
        </p:spPr>
        <p:txBody>
          <a:bodyPr/>
          <a:lstStyle/>
          <a:p>
            <a:endParaRPr lang="es-419" noProof="0" dirty="0"/>
          </a:p>
        </p:txBody>
      </p:sp>
      <p:sp>
        <p:nvSpPr>
          <p:cNvPr id="54" name="Forma libre: forma 53">
            <a:extLst>
              <a:ext uri="{FF2B5EF4-FFF2-40B4-BE49-F238E27FC236}">
                <a16:creationId xmlns:a16="http://schemas.microsoft.com/office/drawing/2014/main" id="{82479AE3-763B-BBC7-1DFC-E4C45E7DA318}"/>
              </a:ext>
            </a:extLst>
          </p:cNvPr>
          <p:cNvSpPr/>
          <p:nvPr/>
        </p:nvSpPr>
        <p:spPr>
          <a:xfrm>
            <a:off x="845627" y="1846993"/>
            <a:ext cx="4301" cy="5162"/>
          </a:xfrm>
          <a:custGeom>
            <a:avLst/>
            <a:gdLst>
              <a:gd name="csX0" fmla="*/ 4301 w 4301"/>
              <a:gd name="csY0" fmla="*/ 2581 h 5162"/>
              <a:gd name="csX1" fmla="*/ 1567 w 4301"/>
              <a:gd name="csY1" fmla="*/ 0 h 5162"/>
              <a:gd name="csX2" fmla="*/ 429 w 4301"/>
              <a:gd name="csY2" fmla="*/ 2581 h 5162"/>
              <a:gd name="csX3" fmla="*/ 3163 w 4301"/>
              <a:gd name="csY3" fmla="*/ 5163 h 5162"/>
              <a:gd name="csX4" fmla="*/ 4301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4301" y="2581"/>
                </a:moveTo>
                <a:cubicBezTo>
                  <a:pt x="4301" y="1162"/>
                  <a:pt x="3071" y="0"/>
                  <a:pt x="1567" y="0"/>
                </a:cubicBezTo>
                <a:cubicBezTo>
                  <a:pt x="64" y="0"/>
                  <a:pt x="-449" y="1162"/>
                  <a:pt x="429" y="2581"/>
                </a:cubicBezTo>
                <a:cubicBezTo>
                  <a:pt x="1306" y="4001"/>
                  <a:pt x="2537" y="5163"/>
                  <a:pt x="3163" y="5163"/>
                </a:cubicBezTo>
                <a:cubicBezTo>
                  <a:pt x="3789" y="5163"/>
                  <a:pt x="4301" y="4001"/>
                  <a:pt x="4301" y="2581"/>
                </a:cubicBezTo>
                <a:close/>
              </a:path>
            </a:pathLst>
          </a:custGeom>
          <a:solidFill>
            <a:srgbClr val="00C100"/>
          </a:solidFill>
          <a:ln w="5163" cap="flat">
            <a:noFill/>
            <a:prstDash val="solid"/>
            <a:miter/>
          </a:ln>
        </p:spPr>
        <p:txBody>
          <a:bodyPr/>
          <a:lstStyle/>
          <a:p>
            <a:endParaRPr lang="es-419" noProof="0" dirty="0"/>
          </a:p>
        </p:txBody>
      </p:sp>
      <p:sp>
        <p:nvSpPr>
          <p:cNvPr id="55" name="Forma libre: forma 54">
            <a:extLst>
              <a:ext uri="{FF2B5EF4-FFF2-40B4-BE49-F238E27FC236}">
                <a16:creationId xmlns:a16="http://schemas.microsoft.com/office/drawing/2014/main" id="{B72BA2A7-5CB1-9CB6-C7AE-6D1F5F2AB67D}"/>
              </a:ext>
            </a:extLst>
          </p:cNvPr>
          <p:cNvSpPr/>
          <p:nvPr/>
        </p:nvSpPr>
        <p:spPr>
          <a:xfrm>
            <a:off x="1407174" y="1572075"/>
            <a:ext cx="229470" cy="427142"/>
          </a:xfrm>
          <a:custGeom>
            <a:avLst/>
            <a:gdLst>
              <a:gd name="csX0" fmla="*/ 59479 w 229470"/>
              <a:gd name="csY0" fmla="*/ 423996 h 427142"/>
              <a:gd name="csX1" fmla="*/ 59694 w 229470"/>
              <a:gd name="csY1" fmla="*/ 396698 h 427142"/>
              <a:gd name="csX2" fmla="*/ 53195 w 229470"/>
              <a:gd name="csY2" fmla="*/ 362114 h 427142"/>
              <a:gd name="csX3" fmla="*/ 47446 w 229470"/>
              <a:gd name="csY3" fmla="*/ 337138 h 427142"/>
              <a:gd name="csX4" fmla="*/ 40306 w 229470"/>
              <a:gd name="csY4" fmla="*/ 312349 h 427142"/>
              <a:gd name="csX5" fmla="*/ 32609 w 229470"/>
              <a:gd name="csY5" fmla="*/ 289116 h 427142"/>
              <a:gd name="csX6" fmla="*/ 35070 w 229470"/>
              <a:gd name="csY6" fmla="*/ 271899 h 427142"/>
              <a:gd name="csX7" fmla="*/ 32418 w 229470"/>
              <a:gd name="csY7" fmla="*/ 260780 h 427142"/>
              <a:gd name="csX8" fmla="*/ 33172 w 229470"/>
              <a:gd name="csY8" fmla="*/ 247019 h 427142"/>
              <a:gd name="csX9" fmla="*/ 57856 w 229470"/>
              <a:gd name="csY9" fmla="*/ 240981 h 427142"/>
              <a:gd name="csX10" fmla="*/ 80243 w 229470"/>
              <a:gd name="csY10" fmla="*/ 236439 h 427142"/>
              <a:gd name="csX11" fmla="*/ 76436 w 229470"/>
              <a:gd name="csY11" fmla="*/ 228427 h 427142"/>
              <a:gd name="csX12" fmla="*/ 66283 w 229470"/>
              <a:gd name="csY12" fmla="*/ 225870 h 427142"/>
              <a:gd name="csX13" fmla="*/ 61369 w 229470"/>
              <a:gd name="csY13" fmla="*/ 221998 h 427142"/>
              <a:gd name="csX14" fmla="*/ 54487 w 229470"/>
              <a:gd name="csY14" fmla="*/ 218126 h 427142"/>
              <a:gd name="csX15" fmla="*/ 50882 w 229470"/>
              <a:gd name="csY15" fmla="*/ 215226 h 427142"/>
              <a:gd name="csX16" fmla="*/ 39078 w 229470"/>
              <a:gd name="csY16" fmla="*/ 199827 h 427142"/>
              <a:gd name="csX17" fmla="*/ 27028 w 229470"/>
              <a:gd name="csY17" fmla="*/ 179593 h 427142"/>
              <a:gd name="csX18" fmla="*/ 26078 w 229470"/>
              <a:gd name="csY18" fmla="*/ 170317 h 427142"/>
              <a:gd name="csX19" fmla="*/ 23581 w 229470"/>
              <a:gd name="csY19" fmla="*/ 162984 h 427142"/>
              <a:gd name="csX20" fmla="*/ 11790 w 229470"/>
              <a:gd name="csY20" fmla="*/ 145065 h 427142"/>
              <a:gd name="csX21" fmla="*/ 0 w 229470"/>
              <a:gd name="csY21" fmla="*/ 132934 h 427142"/>
              <a:gd name="csX22" fmla="*/ 16266 w 229470"/>
              <a:gd name="csY22" fmla="*/ 118970 h 427142"/>
              <a:gd name="csX23" fmla="*/ 37313 w 229470"/>
              <a:gd name="csY23" fmla="*/ 107565 h 427142"/>
              <a:gd name="csX24" fmla="*/ 42526 w 229470"/>
              <a:gd name="csY24" fmla="*/ 109268 h 427142"/>
              <a:gd name="csX25" fmla="*/ 48759 w 229470"/>
              <a:gd name="csY25" fmla="*/ 100129 h 427142"/>
              <a:gd name="csX26" fmla="*/ 49251 w 229470"/>
              <a:gd name="csY26" fmla="*/ 64399 h 427142"/>
              <a:gd name="csX27" fmla="*/ 38960 w 229470"/>
              <a:gd name="csY27" fmla="*/ 62708 h 427142"/>
              <a:gd name="csX28" fmla="*/ 28744 w 229470"/>
              <a:gd name="csY28" fmla="*/ 61040 h 427142"/>
              <a:gd name="csX29" fmla="*/ 53379 w 229470"/>
              <a:gd name="csY29" fmla="*/ 39197 h 427142"/>
              <a:gd name="csX30" fmla="*/ 71905 w 229470"/>
              <a:gd name="csY30" fmla="*/ 19485 h 427142"/>
              <a:gd name="csX31" fmla="*/ 90959 w 229470"/>
              <a:gd name="csY31" fmla="*/ 8717 h 427142"/>
              <a:gd name="csX32" fmla="*/ 109824 w 229470"/>
              <a:gd name="csY32" fmla="*/ 6256 h 427142"/>
              <a:gd name="csX33" fmla="*/ 121001 w 229470"/>
              <a:gd name="csY33" fmla="*/ 2822 h 427142"/>
              <a:gd name="csX34" fmla="*/ 122428 w 229470"/>
              <a:gd name="csY34" fmla="*/ 8347 h 427142"/>
              <a:gd name="csX35" fmla="*/ 111269 w 229470"/>
              <a:gd name="csY35" fmla="*/ 31492 h 427142"/>
              <a:gd name="csX36" fmla="*/ 125654 w 229470"/>
              <a:gd name="csY36" fmla="*/ 68353 h 427142"/>
              <a:gd name="csX37" fmla="*/ 129394 w 229470"/>
              <a:gd name="csY37" fmla="*/ 83822 h 427142"/>
              <a:gd name="csX38" fmla="*/ 132621 w 229470"/>
              <a:gd name="csY38" fmla="*/ 87380 h 427142"/>
              <a:gd name="csX39" fmla="*/ 129420 w 229470"/>
              <a:gd name="csY39" fmla="*/ 96950 h 427142"/>
              <a:gd name="csX40" fmla="*/ 135228 w 229470"/>
              <a:gd name="csY40" fmla="*/ 104581 h 427142"/>
              <a:gd name="csX41" fmla="*/ 149666 w 229470"/>
              <a:gd name="csY41" fmla="*/ 122913 h 427142"/>
              <a:gd name="csX42" fmla="*/ 159752 w 229470"/>
              <a:gd name="csY42" fmla="*/ 139280 h 427142"/>
              <a:gd name="csX43" fmla="*/ 168181 w 229470"/>
              <a:gd name="csY43" fmla="*/ 148315 h 427142"/>
              <a:gd name="csX44" fmla="*/ 179067 w 229470"/>
              <a:gd name="csY44" fmla="*/ 159986 h 427142"/>
              <a:gd name="csX45" fmla="*/ 189769 w 229470"/>
              <a:gd name="csY45" fmla="*/ 164249 h 427142"/>
              <a:gd name="csX46" fmla="*/ 197030 w 229470"/>
              <a:gd name="csY46" fmla="*/ 167037 h 427142"/>
              <a:gd name="csX47" fmla="*/ 208574 w 229470"/>
              <a:gd name="csY47" fmla="*/ 163915 h 427142"/>
              <a:gd name="csX48" fmla="*/ 216996 w 229470"/>
              <a:gd name="csY48" fmla="*/ 163915 h 427142"/>
              <a:gd name="csX49" fmla="*/ 217738 w 229470"/>
              <a:gd name="csY49" fmla="*/ 187794 h 427142"/>
              <a:gd name="csX50" fmla="*/ 224437 w 229470"/>
              <a:gd name="csY50" fmla="*/ 212516 h 427142"/>
              <a:gd name="csX51" fmla="*/ 229386 w 229470"/>
              <a:gd name="csY51" fmla="*/ 216389 h 427142"/>
              <a:gd name="csX52" fmla="*/ 185958 w 229470"/>
              <a:gd name="csY52" fmla="*/ 248433 h 427142"/>
              <a:gd name="csX53" fmla="*/ 168142 w 229470"/>
              <a:gd name="csY53" fmla="*/ 261325 h 427142"/>
              <a:gd name="csX54" fmla="*/ 158371 w 229470"/>
              <a:gd name="csY54" fmla="*/ 277501 h 427142"/>
              <a:gd name="csX55" fmla="*/ 143795 w 229470"/>
              <a:gd name="csY55" fmla="*/ 286536 h 427142"/>
              <a:gd name="csX56" fmla="*/ 128870 w 229470"/>
              <a:gd name="csY56" fmla="*/ 295569 h 427142"/>
              <a:gd name="csX57" fmla="*/ 127129 w 229470"/>
              <a:gd name="csY57" fmla="*/ 308193 h 427142"/>
              <a:gd name="csX58" fmla="*/ 130400 w 229470"/>
              <a:gd name="csY58" fmla="*/ 326436 h 427142"/>
              <a:gd name="csX59" fmla="*/ 134994 w 229470"/>
              <a:gd name="csY59" fmla="*/ 349937 h 427142"/>
              <a:gd name="csX60" fmla="*/ 142327 w 229470"/>
              <a:gd name="csY60" fmla="*/ 362849 h 427142"/>
              <a:gd name="csX61" fmla="*/ 123210 w 229470"/>
              <a:gd name="csY61" fmla="*/ 373013 h 427142"/>
              <a:gd name="csX62" fmla="*/ 101651 w 229470"/>
              <a:gd name="csY62" fmla="*/ 397639 h 427142"/>
              <a:gd name="csX63" fmla="*/ 95883 w 229470"/>
              <a:gd name="csY63" fmla="*/ 407869 h 427142"/>
              <a:gd name="csX64" fmla="*/ 86571 w 229470"/>
              <a:gd name="csY64" fmla="*/ 418453 h 427142"/>
              <a:gd name="csX65" fmla="*/ 80167 w 229470"/>
              <a:gd name="csY65" fmla="*/ 421479 h 427142"/>
              <a:gd name="csX66" fmla="*/ 70822 w 229470"/>
              <a:gd name="csY66" fmla="*/ 423763 h 427142"/>
              <a:gd name="csX67" fmla="*/ 59479 w 229470"/>
              <a:gd name="csY67" fmla="*/ 423996 h 42714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Lst>
            <a:rect l="l" t="t" r="r" b="b"/>
            <a:pathLst>
              <a:path w="229470" h="427142">
                <a:moveTo>
                  <a:pt x="59479" y="423996"/>
                </a:moveTo>
                <a:cubicBezTo>
                  <a:pt x="59345" y="422222"/>
                  <a:pt x="59442" y="409937"/>
                  <a:pt x="59694" y="396698"/>
                </a:cubicBezTo>
                <a:cubicBezTo>
                  <a:pt x="60117" y="374482"/>
                  <a:pt x="59616" y="371817"/>
                  <a:pt x="53195" y="362114"/>
                </a:cubicBezTo>
                <a:cubicBezTo>
                  <a:pt x="47165" y="353002"/>
                  <a:pt x="46399" y="349674"/>
                  <a:pt x="47446" y="337138"/>
                </a:cubicBezTo>
                <a:cubicBezTo>
                  <a:pt x="48558" y="323819"/>
                  <a:pt x="47993" y="321857"/>
                  <a:pt x="40306" y="312349"/>
                </a:cubicBezTo>
                <a:cubicBezTo>
                  <a:pt x="33058" y="303383"/>
                  <a:pt x="32044" y="300323"/>
                  <a:pt x="32609" y="289116"/>
                </a:cubicBezTo>
                <a:cubicBezTo>
                  <a:pt x="32967" y="282017"/>
                  <a:pt x="34074" y="274269"/>
                  <a:pt x="35070" y="271899"/>
                </a:cubicBezTo>
                <a:cubicBezTo>
                  <a:pt x="36124" y="269390"/>
                  <a:pt x="35017" y="264746"/>
                  <a:pt x="32418" y="260780"/>
                </a:cubicBezTo>
                <a:cubicBezTo>
                  <a:pt x="28144" y="254257"/>
                  <a:pt x="28176" y="253678"/>
                  <a:pt x="33172" y="247019"/>
                </a:cubicBezTo>
                <a:cubicBezTo>
                  <a:pt x="38159" y="240374"/>
                  <a:pt x="39247" y="240108"/>
                  <a:pt x="57856" y="240981"/>
                </a:cubicBezTo>
                <a:cubicBezTo>
                  <a:pt x="75524" y="241809"/>
                  <a:pt x="77593" y="241390"/>
                  <a:pt x="80243" y="236439"/>
                </a:cubicBezTo>
                <a:cubicBezTo>
                  <a:pt x="82790" y="231679"/>
                  <a:pt x="82305" y="230659"/>
                  <a:pt x="76436" y="228427"/>
                </a:cubicBezTo>
                <a:cubicBezTo>
                  <a:pt x="72737" y="227021"/>
                  <a:pt x="68168" y="225870"/>
                  <a:pt x="66283" y="225870"/>
                </a:cubicBezTo>
                <a:cubicBezTo>
                  <a:pt x="64397" y="225870"/>
                  <a:pt x="62186" y="224127"/>
                  <a:pt x="61369" y="221998"/>
                </a:cubicBezTo>
                <a:cubicBezTo>
                  <a:pt x="60552" y="219868"/>
                  <a:pt x="57455" y="218126"/>
                  <a:pt x="54487" y="218126"/>
                </a:cubicBezTo>
                <a:cubicBezTo>
                  <a:pt x="51152" y="218126"/>
                  <a:pt x="49775" y="217018"/>
                  <a:pt x="50882" y="215226"/>
                </a:cubicBezTo>
                <a:cubicBezTo>
                  <a:pt x="51914" y="213556"/>
                  <a:pt x="46909" y="207027"/>
                  <a:pt x="39078" y="199827"/>
                </a:cubicBezTo>
                <a:cubicBezTo>
                  <a:pt x="27017" y="188739"/>
                  <a:pt x="25656" y="186453"/>
                  <a:pt x="27028" y="179593"/>
                </a:cubicBezTo>
                <a:cubicBezTo>
                  <a:pt x="27878" y="175340"/>
                  <a:pt x="27451" y="171165"/>
                  <a:pt x="26078" y="170317"/>
                </a:cubicBezTo>
                <a:cubicBezTo>
                  <a:pt x="24704" y="169468"/>
                  <a:pt x="23581" y="166168"/>
                  <a:pt x="23581" y="162984"/>
                </a:cubicBezTo>
                <a:cubicBezTo>
                  <a:pt x="23581" y="159602"/>
                  <a:pt x="18679" y="152152"/>
                  <a:pt x="11790" y="145065"/>
                </a:cubicBezTo>
                <a:lnTo>
                  <a:pt x="0" y="132934"/>
                </a:lnTo>
                <a:lnTo>
                  <a:pt x="16266" y="118970"/>
                </a:lnTo>
                <a:cubicBezTo>
                  <a:pt x="29571" y="107549"/>
                  <a:pt x="33403" y="105472"/>
                  <a:pt x="37313" y="107565"/>
                </a:cubicBezTo>
                <a:cubicBezTo>
                  <a:pt x="39942" y="108972"/>
                  <a:pt x="42288" y="109738"/>
                  <a:pt x="42526" y="109268"/>
                </a:cubicBezTo>
                <a:cubicBezTo>
                  <a:pt x="42764" y="108799"/>
                  <a:pt x="45569" y="104686"/>
                  <a:pt x="48759" y="100129"/>
                </a:cubicBezTo>
                <a:cubicBezTo>
                  <a:pt x="56473" y="89108"/>
                  <a:pt x="56720" y="71159"/>
                  <a:pt x="49251" y="64399"/>
                </a:cubicBezTo>
                <a:cubicBezTo>
                  <a:pt x="44880" y="60443"/>
                  <a:pt x="43064" y="60145"/>
                  <a:pt x="38960" y="62708"/>
                </a:cubicBezTo>
                <a:cubicBezTo>
                  <a:pt x="31928" y="67099"/>
                  <a:pt x="28744" y="66579"/>
                  <a:pt x="28744" y="61040"/>
                </a:cubicBezTo>
                <a:cubicBezTo>
                  <a:pt x="28744" y="53145"/>
                  <a:pt x="42480" y="40966"/>
                  <a:pt x="53379" y="39197"/>
                </a:cubicBezTo>
                <a:cubicBezTo>
                  <a:pt x="66115" y="37130"/>
                  <a:pt x="70109" y="32880"/>
                  <a:pt x="71905" y="19485"/>
                </a:cubicBezTo>
                <a:cubicBezTo>
                  <a:pt x="73827" y="5162"/>
                  <a:pt x="82115" y="478"/>
                  <a:pt x="90959" y="8717"/>
                </a:cubicBezTo>
                <a:cubicBezTo>
                  <a:pt x="98823" y="16043"/>
                  <a:pt x="101930" y="15638"/>
                  <a:pt x="109824" y="6256"/>
                </a:cubicBezTo>
                <a:cubicBezTo>
                  <a:pt x="116173" y="-1290"/>
                  <a:pt x="116721" y="-1458"/>
                  <a:pt x="121001" y="2822"/>
                </a:cubicBezTo>
                <a:cubicBezTo>
                  <a:pt x="124083" y="5904"/>
                  <a:pt x="124533" y="7646"/>
                  <a:pt x="122428" y="8347"/>
                </a:cubicBezTo>
                <a:cubicBezTo>
                  <a:pt x="108913" y="12852"/>
                  <a:pt x="101196" y="28858"/>
                  <a:pt x="111269" y="31492"/>
                </a:cubicBezTo>
                <a:cubicBezTo>
                  <a:pt x="117751" y="33187"/>
                  <a:pt x="127868" y="59114"/>
                  <a:pt x="125654" y="68353"/>
                </a:cubicBezTo>
                <a:cubicBezTo>
                  <a:pt x="122658" y="80848"/>
                  <a:pt x="122997" y="82249"/>
                  <a:pt x="129394" y="83822"/>
                </a:cubicBezTo>
                <a:cubicBezTo>
                  <a:pt x="133741" y="84890"/>
                  <a:pt x="134786" y="86042"/>
                  <a:pt x="132621" y="87380"/>
                </a:cubicBezTo>
                <a:cubicBezTo>
                  <a:pt x="130861" y="88468"/>
                  <a:pt x="129420" y="92774"/>
                  <a:pt x="129420" y="96950"/>
                </a:cubicBezTo>
                <a:cubicBezTo>
                  <a:pt x="129420" y="103090"/>
                  <a:pt x="130531" y="104549"/>
                  <a:pt x="135228" y="104581"/>
                </a:cubicBezTo>
                <a:cubicBezTo>
                  <a:pt x="144939" y="104647"/>
                  <a:pt x="147895" y="108401"/>
                  <a:pt x="149666" y="122913"/>
                </a:cubicBezTo>
                <a:cubicBezTo>
                  <a:pt x="151241" y="135814"/>
                  <a:pt x="151964" y="136987"/>
                  <a:pt x="159752" y="139280"/>
                </a:cubicBezTo>
                <a:cubicBezTo>
                  <a:pt x="166352" y="141223"/>
                  <a:pt x="168150" y="143150"/>
                  <a:pt x="168181" y="148315"/>
                </a:cubicBezTo>
                <a:cubicBezTo>
                  <a:pt x="168242" y="158306"/>
                  <a:pt x="171565" y="161869"/>
                  <a:pt x="179067" y="159986"/>
                </a:cubicBezTo>
                <a:cubicBezTo>
                  <a:pt x="184111" y="158720"/>
                  <a:pt x="186588" y="159706"/>
                  <a:pt x="189769" y="164249"/>
                </a:cubicBezTo>
                <a:cubicBezTo>
                  <a:pt x="193006" y="168870"/>
                  <a:pt x="194589" y="169478"/>
                  <a:pt x="197030" y="167037"/>
                </a:cubicBezTo>
                <a:cubicBezTo>
                  <a:pt x="198747" y="165320"/>
                  <a:pt x="203942" y="163915"/>
                  <a:pt x="208574" y="163915"/>
                </a:cubicBezTo>
                <a:lnTo>
                  <a:pt x="216996" y="163915"/>
                </a:lnTo>
                <a:lnTo>
                  <a:pt x="217738" y="187794"/>
                </a:lnTo>
                <a:cubicBezTo>
                  <a:pt x="218444" y="210514"/>
                  <a:pt x="218769" y="211713"/>
                  <a:pt x="224437" y="212516"/>
                </a:cubicBezTo>
                <a:cubicBezTo>
                  <a:pt x="227714" y="212981"/>
                  <a:pt x="229940" y="214723"/>
                  <a:pt x="229386" y="216389"/>
                </a:cubicBezTo>
                <a:cubicBezTo>
                  <a:pt x="227670" y="221537"/>
                  <a:pt x="190328" y="249091"/>
                  <a:pt x="185958" y="248433"/>
                </a:cubicBezTo>
                <a:cubicBezTo>
                  <a:pt x="178411" y="247297"/>
                  <a:pt x="168142" y="254728"/>
                  <a:pt x="168142" y="261325"/>
                </a:cubicBezTo>
                <a:cubicBezTo>
                  <a:pt x="168142" y="269993"/>
                  <a:pt x="163608" y="277499"/>
                  <a:pt x="158371" y="277501"/>
                </a:cubicBezTo>
                <a:cubicBezTo>
                  <a:pt x="155936" y="277502"/>
                  <a:pt x="149377" y="281568"/>
                  <a:pt x="143795" y="286536"/>
                </a:cubicBezTo>
                <a:cubicBezTo>
                  <a:pt x="138212" y="291504"/>
                  <a:pt x="131496" y="295569"/>
                  <a:pt x="128870" y="295569"/>
                </a:cubicBezTo>
                <a:cubicBezTo>
                  <a:pt x="121381" y="295569"/>
                  <a:pt x="120392" y="302737"/>
                  <a:pt x="127129" y="308193"/>
                </a:cubicBezTo>
                <a:cubicBezTo>
                  <a:pt x="132769" y="312760"/>
                  <a:pt x="132971" y="313884"/>
                  <a:pt x="130400" y="326436"/>
                </a:cubicBezTo>
                <a:cubicBezTo>
                  <a:pt x="127799" y="339132"/>
                  <a:pt x="128033" y="340327"/>
                  <a:pt x="134994" y="349937"/>
                </a:cubicBezTo>
                <a:cubicBezTo>
                  <a:pt x="139027" y="355505"/>
                  <a:pt x="142327" y="361315"/>
                  <a:pt x="142327" y="362849"/>
                </a:cubicBezTo>
                <a:cubicBezTo>
                  <a:pt x="142327" y="368872"/>
                  <a:pt x="134539" y="373013"/>
                  <a:pt x="123210" y="373013"/>
                </a:cubicBezTo>
                <a:cubicBezTo>
                  <a:pt x="109180" y="373013"/>
                  <a:pt x="103724" y="379244"/>
                  <a:pt x="101651" y="397639"/>
                </a:cubicBezTo>
                <a:cubicBezTo>
                  <a:pt x="100573" y="407198"/>
                  <a:pt x="99540" y="409030"/>
                  <a:pt x="95883" y="407869"/>
                </a:cubicBezTo>
                <a:cubicBezTo>
                  <a:pt x="90324" y="406105"/>
                  <a:pt x="84411" y="412825"/>
                  <a:pt x="86571" y="418453"/>
                </a:cubicBezTo>
                <a:cubicBezTo>
                  <a:pt x="87898" y="421912"/>
                  <a:pt x="86764" y="422448"/>
                  <a:pt x="80167" y="421479"/>
                </a:cubicBezTo>
                <a:cubicBezTo>
                  <a:pt x="74953" y="420714"/>
                  <a:pt x="71686" y="421512"/>
                  <a:pt x="70822" y="423763"/>
                </a:cubicBezTo>
                <a:cubicBezTo>
                  <a:pt x="69146" y="428132"/>
                  <a:pt x="59804" y="428324"/>
                  <a:pt x="59479" y="423996"/>
                </a:cubicBezTo>
                <a:close/>
              </a:path>
            </a:pathLst>
          </a:custGeom>
          <a:solidFill>
            <a:srgbClr val="B9B9B9"/>
          </a:solidFill>
          <a:ln w="5163" cap="flat">
            <a:noFill/>
            <a:prstDash val="solid"/>
            <a:miter/>
          </a:ln>
        </p:spPr>
        <p:txBody>
          <a:bodyPr/>
          <a:lstStyle/>
          <a:p>
            <a:endParaRPr lang="es-419" noProof="0" dirty="0"/>
          </a:p>
        </p:txBody>
      </p:sp>
      <p:sp>
        <p:nvSpPr>
          <p:cNvPr id="56" name="Forma libre: forma 55">
            <a:extLst>
              <a:ext uri="{FF2B5EF4-FFF2-40B4-BE49-F238E27FC236}">
                <a16:creationId xmlns:a16="http://schemas.microsoft.com/office/drawing/2014/main" id="{88AC47EF-4B47-E45D-8421-4CE120C4857E}"/>
              </a:ext>
            </a:extLst>
          </p:cNvPr>
          <p:cNvSpPr/>
          <p:nvPr/>
        </p:nvSpPr>
        <p:spPr>
          <a:xfrm>
            <a:off x="1184880" y="1375117"/>
            <a:ext cx="334306" cy="498738"/>
          </a:xfrm>
          <a:custGeom>
            <a:avLst/>
            <a:gdLst>
              <a:gd name="csX0" fmla="*/ 247743 w 334306"/>
              <a:gd name="csY0" fmla="*/ 496867 h 498738"/>
              <a:gd name="csX1" fmla="*/ 240505 w 334306"/>
              <a:gd name="csY1" fmla="*/ 493884 h 498738"/>
              <a:gd name="csX2" fmla="*/ 219827 w 334306"/>
              <a:gd name="csY2" fmla="*/ 476477 h 498738"/>
              <a:gd name="csX3" fmla="*/ 204292 w 334306"/>
              <a:gd name="csY3" fmla="*/ 470138 h 498738"/>
              <a:gd name="csX4" fmla="*/ 191180 w 334306"/>
              <a:gd name="csY4" fmla="*/ 465927 h 498738"/>
              <a:gd name="csX5" fmla="*/ 185245 w 334306"/>
              <a:gd name="csY5" fmla="*/ 460255 h 498738"/>
              <a:gd name="csX6" fmla="*/ 179372 w 334306"/>
              <a:gd name="csY6" fmla="*/ 456383 h 498738"/>
              <a:gd name="csX7" fmla="*/ 119384 w 334306"/>
              <a:gd name="csY7" fmla="*/ 437991 h 498738"/>
              <a:gd name="csX8" fmla="*/ 89617 w 334306"/>
              <a:gd name="csY8" fmla="*/ 463480 h 498738"/>
              <a:gd name="csX9" fmla="*/ 81270 w 334306"/>
              <a:gd name="csY9" fmla="*/ 471310 h 498738"/>
              <a:gd name="csX10" fmla="*/ 65769 w 334306"/>
              <a:gd name="csY10" fmla="*/ 466800 h 498738"/>
              <a:gd name="csX11" fmla="*/ 41569 w 334306"/>
              <a:gd name="csY11" fmla="*/ 444771 h 498738"/>
              <a:gd name="csX12" fmla="*/ 29063 w 334306"/>
              <a:gd name="csY12" fmla="*/ 422183 h 498738"/>
              <a:gd name="csX13" fmla="*/ 35486 w 334306"/>
              <a:gd name="csY13" fmla="*/ 420247 h 498738"/>
              <a:gd name="csX14" fmla="*/ 36311 w 334306"/>
              <a:gd name="csY14" fmla="*/ 410716 h 498738"/>
              <a:gd name="csX15" fmla="*/ 30682 w 334306"/>
              <a:gd name="csY15" fmla="*/ 404725 h 498738"/>
              <a:gd name="csX16" fmla="*/ 36945 w 334306"/>
              <a:gd name="csY16" fmla="*/ 393771 h 498738"/>
              <a:gd name="csX17" fmla="*/ 44969 w 334306"/>
              <a:gd name="csY17" fmla="*/ 363455 h 498738"/>
              <a:gd name="csX18" fmla="*/ 48481 w 334306"/>
              <a:gd name="csY18" fmla="*/ 335841 h 498738"/>
              <a:gd name="csX19" fmla="*/ 28755 w 334306"/>
              <a:gd name="csY19" fmla="*/ 300210 h 498738"/>
              <a:gd name="csX20" fmla="*/ 9477 w 334306"/>
              <a:gd name="csY20" fmla="*/ 236920 h 498738"/>
              <a:gd name="csX21" fmla="*/ 0 w 334306"/>
              <a:gd name="csY21" fmla="*/ 183956 h 498738"/>
              <a:gd name="csX22" fmla="*/ 8603 w 334306"/>
              <a:gd name="csY22" fmla="*/ 171093 h 498738"/>
              <a:gd name="csX23" fmla="*/ 19247 w 334306"/>
              <a:gd name="csY23" fmla="*/ 157370 h 498738"/>
              <a:gd name="csX24" fmla="*/ 21288 w 334306"/>
              <a:gd name="csY24" fmla="*/ 154226 h 498738"/>
              <a:gd name="csX25" fmla="*/ 42935 w 334306"/>
              <a:gd name="csY25" fmla="*/ 118946 h 498738"/>
              <a:gd name="csX26" fmla="*/ 66467 w 334306"/>
              <a:gd name="csY26" fmla="*/ 79496 h 498738"/>
              <a:gd name="csX27" fmla="*/ 76541 w 334306"/>
              <a:gd name="csY27" fmla="*/ 65175 h 498738"/>
              <a:gd name="csX28" fmla="*/ 97572 w 334306"/>
              <a:gd name="csY28" fmla="*/ 34163 h 498738"/>
              <a:gd name="csX29" fmla="*/ 112627 w 334306"/>
              <a:gd name="csY29" fmla="*/ 9814 h 498738"/>
              <a:gd name="csX30" fmla="*/ 119648 w 334306"/>
              <a:gd name="csY30" fmla="*/ 4329 h 498738"/>
              <a:gd name="csX31" fmla="*/ 132858 w 334306"/>
              <a:gd name="csY31" fmla="*/ 713 h 498738"/>
              <a:gd name="csX32" fmla="*/ 193546 w 334306"/>
              <a:gd name="csY32" fmla="*/ 5578 h 498738"/>
              <a:gd name="csX33" fmla="*/ 220060 w 334306"/>
              <a:gd name="csY33" fmla="*/ 20523 h 498738"/>
              <a:gd name="csX34" fmla="*/ 224578 w 334306"/>
              <a:gd name="csY34" fmla="*/ 25298 h 498738"/>
              <a:gd name="csX35" fmla="*/ 221567 w 334306"/>
              <a:gd name="csY35" fmla="*/ 31335 h 498738"/>
              <a:gd name="csX36" fmla="*/ 217338 w 334306"/>
              <a:gd name="csY36" fmla="*/ 39397 h 498738"/>
              <a:gd name="csX37" fmla="*/ 222891 w 334306"/>
              <a:gd name="csY37" fmla="*/ 37878 h 498738"/>
              <a:gd name="csX38" fmla="*/ 225189 w 334306"/>
              <a:gd name="csY38" fmla="*/ 36902 h 498738"/>
              <a:gd name="csX39" fmla="*/ 234581 w 334306"/>
              <a:gd name="csY39" fmla="*/ 40152 h 498738"/>
              <a:gd name="csX40" fmla="*/ 261177 w 334306"/>
              <a:gd name="csY40" fmla="*/ 57181 h 498738"/>
              <a:gd name="csX41" fmla="*/ 267817 w 334306"/>
              <a:gd name="csY41" fmla="*/ 67059 h 498738"/>
              <a:gd name="csX42" fmla="*/ 274280 w 334306"/>
              <a:gd name="csY42" fmla="*/ 79049 h 498738"/>
              <a:gd name="csX43" fmla="*/ 279443 w 334306"/>
              <a:gd name="csY43" fmla="*/ 91820 h 498738"/>
              <a:gd name="csX44" fmla="*/ 284596 w 334306"/>
              <a:gd name="csY44" fmla="*/ 105775 h 498738"/>
              <a:gd name="csX45" fmla="*/ 291417 w 334306"/>
              <a:gd name="csY45" fmla="*/ 120219 h 498738"/>
              <a:gd name="csX46" fmla="*/ 298659 w 334306"/>
              <a:gd name="csY46" fmla="*/ 133370 h 498738"/>
              <a:gd name="csX47" fmla="*/ 314425 w 334306"/>
              <a:gd name="csY47" fmla="*/ 156674 h 498738"/>
              <a:gd name="csX48" fmla="*/ 323321 w 334306"/>
              <a:gd name="csY48" fmla="*/ 164371 h 498738"/>
              <a:gd name="csX49" fmla="*/ 329277 w 334306"/>
              <a:gd name="csY49" fmla="*/ 172896 h 498738"/>
              <a:gd name="csX50" fmla="*/ 327346 w 334306"/>
              <a:gd name="csY50" fmla="*/ 203260 h 498738"/>
              <a:gd name="csX51" fmla="*/ 321564 w 334306"/>
              <a:gd name="csY51" fmla="*/ 208691 h 498738"/>
              <a:gd name="csX52" fmla="*/ 314839 w 334306"/>
              <a:gd name="csY52" fmla="*/ 201967 h 498738"/>
              <a:gd name="csX53" fmla="*/ 300945 w 334306"/>
              <a:gd name="csY53" fmla="*/ 198679 h 498738"/>
              <a:gd name="csX54" fmla="*/ 291854 w 334306"/>
              <a:gd name="csY54" fmla="*/ 213362 h 498738"/>
              <a:gd name="csX55" fmla="*/ 273477 w 334306"/>
              <a:gd name="csY55" fmla="*/ 233193 h 498738"/>
              <a:gd name="csX56" fmla="*/ 248561 w 334306"/>
              <a:gd name="csY56" fmla="*/ 258261 h 498738"/>
              <a:gd name="csX57" fmla="*/ 254757 w 334306"/>
              <a:gd name="csY57" fmla="*/ 265360 h 498738"/>
              <a:gd name="csX58" fmla="*/ 262758 w 334306"/>
              <a:gd name="csY58" fmla="*/ 262611 h 498738"/>
              <a:gd name="csX59" fmla="*/ 269300 w 334306"/>
              <a:gd name="csY59" fmla="*/ 264243 h 498738"/>
              <a:gd name="csX60" fmla="*/ 257492 w 334306"/>
              <a:gd name="csY60" fmla="*/ 300210 h 498738"/>
              <a:gd name="csX61" fmla="*/ 220205 w 334306"/>
              <a:gd name="csY61" fmla="*/ 329428 h 498738"/>
              <a:gd name="csX62" fmla="*/ 231476 w 334306"/>
              <a:gd name="csY62" fmla="*/ 344578 h 498738"/>
              <a:gd name="csX63" fmla="*/ 244540 w 334306"/>
              <a:gd name="csY63" fmla="*/ 369570 h 498738"/>
              <a:gd name="csX64" fmla="*/ 259568 w 334306"/>
              <a:gd name="csY64" fmla="*/ 400936 h 498738"/>
              <a:gd name="csX65" fmla="*/ 267812 w 334306"/>
              <a:gd name="csY65" fmla="*/ 410972 h 498738"/>
              <a:gd name="csX66" fmla="*/ 272980 w 334306"/>
              <a:gd name="csY66" fmla="*/ 418667 h 498738"/>
              <a:gd name="csX67" fmla="*/ 279745 w 334306"/>
              <a:gd name="csY67" fmla="*/ 423732 h 498738"/>
              <a:gd name="csX68" fmla="*/ 289553 w 334306"/>
              <a:gd name="csY68" fmla="*/ 427604 h 498738"/>
              <a:gd name="csX69" fmla="*/ 298277 w 334306"/>
              <a:gd name="csY69" fmla="*/ 431864 h 498738"/>
              <a:gd name="csX70" fmla="*/ 272913 w 334306"/>
              <a:gd name="csY70" fmla="*/ 433099 h 498738"/>
              <a:gd name="csX71" fmla="*/ 253686 w 334306"/>
              <a:gd name="csY71" fmla="*/ 440109 h 498738"/>
              <a:gd name="csX72" fmla="*/ 252360 w 334306"/>
              <a:gd name="csY72" fmla="*/ 461577 h 498738"/>
              <a:gd name="csX73" fmla="*/ 253346 w 334306"/>
              <a:gd name="csY73" fmla="*/ 468333 h 498738"/>
              <a:gd name="csX74" fmla="*/ 251680 w 334306"/>
              <a:gd name="csY74" fmla="*/ 476637 h 498738"/>
              <a:gd name="csX75" fmla="*/ 251259 w 334306"/>
              <a:gd name="csY75" fmla="*/ 491494 h 498738"/>
              <a:gd name="csX76" fmla="*/ 247743 w 334306"/>
              <a:gd name="csY76" fmla="*/ 496867 h 4987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Lst>
            <a:rect l="l" t="t" r="r" b="b"/>
            <a:pathLst>
              <a:path w="334306" h="498738">
                <a:moveTo>
                  <a:pt x="247743" y="496867"/>
                </a:moveTo>
                <a:cubicBezTo>
                  <a:pt x="246424" y="493506"/>
                  <a:pt x="244367" y="492659"/>
                  <a:pt x="240505" y="493884"/>
                </a:cubicBezTo>
                <a:cubicBezTo>
                  <a:pt x="234008" y="495946"/>
                  <a:pt x="224617" y="488040"/>
                  <a:pt x="219827" y="476477"/>
                </a:cubicBezTo>
                <a:cubicBezTo>
                  <a:pt x="216729" y="468997"/>
                  <a:pt x="216097" y="468739"/>
                  <a:pt x="204292" y="470138"/>
                </a:cubicBezTo>
                <a:cubicBezTo>
                  <a:pt x="193057" y="471468"/>
                  <a:pt x="191916" y="471102"/>
                  <a:pt x="191180" y="465927"/>
                </a:cubicBezTo>
                <a:cubicBezTo>
                  <a:pt x="190659" y="462266"/>
                  <a:pt x="188558" y="460258"/>
                  <a:pt x="185245" y="460255"/>
                </a:cubicBezTo>
                <a:cubicBezTo>
                  <a:pt x="182424" y="460253"/>
                  <a:pt x="179781" y="458510"/>
                  <a:pt x="179372" y="456383"/>
                </a:cubicBezTo>
                <a:cubicBezTo>
                  <a:pt x="178300" y="450818"/>
                  <a:pt x="133997" y="437235"/>
                  <a:pt x="119384" y="437991"/>
                </a:cubicBezTo>
                <a:cubicBezTo>
                  <a:pt x="99217" y="439035"/>
                  <a:pt x="100133" y="438251"/>
                  <a:pt x="89617" y="463480"/>
                </a:cubicBezTo>
                <a:cubicBezTo>
                  <a:pt x="85806" y="472621"/>
                  <a:pt x="84419" y="473923"/>
                  <a:pt x="81270" y="471310"/>
                </a:cubicBezTo>
                <a:cubicBezTo>
                  <a:pt x="79194" y="469587"/>
                  <a:pt x="72218" y="467557"/>
                  <a:pt x="65769" y="466800"/>
                </a:cubicBezTo>
                <a:cubicBezTo>
                  <a:pt x="54283" y="465451"/>
                  <a:pt x="53791" y="465003"/>
                  <a:pt x="41569" y="444771"/>
                </a:cubicBezTo>
                <a:cubicBezTo>
                  <a:pt x="34707" y="433413"/>
                  <a:pt x="29080" y="423248"/>
                  <a:pt x="29063" y="422183"/>
                </a:cubicBezTo>
                <a:cubicBezTo>
                  <a:pt x="29046" y="421119"/>
                  <a:pt x="31937" y="420247"/>
                  <a:pt x="35486" y="420247"/>
                </a:cubicBezTo>
                <a:cubicBezTo>
                  <a:pt x="43403" y="420247"/>
                  <a:pt x="43560" y="418433"/>
                  <a:pt x="36311" y="410716"/>
                </a:cubicBezTo>
                <a:lnTo>
                  <a:pt x="30682" y="404725"/>
                </a:lnTo>
                <a:lnTo>
                  <a:pt x="36945" y="393771"/>
                </a:lnTo>
                <a:cubicBezTo>
                  <a:pt x="41241" y="386255"/>
                  <a:pt x="43760" y="376739"/>
                  <a:pt x="44969" y="363455"/>
                </a:cubicBezTo>
                <a:cubicBezTo>
                  <a:pt x="45939" y="352807"/>
                  <a:pt x="47519" y="340381"/>
                  <a:pt x="48481" y="335841"/>
                </a:cubicBezTo>
                <a:cubicBezTo>
                  <a:pt x="50445" y="326577"/>
                  <a:pt x="45773" y="318139"/>
                  <a:pt x="28755" y="300210"/>
                </a:cubicBezTo>
                <a:cubicBezTo>
                  <a:pt x="18993" y="289925"/>
                  <a:pt x="18916" y="289673"/>
                  <a:pt x="9477" y="236920"/>
                </a:cubicBezTo>
                <a:lnTo>
                  <a:pt x="0" y="183956"/>
                </a:lnTo>
                <a:lnTo>
                  <a:pt x="8603" y="171093"/>
                </a:lnTo>
                <a:cubicBezTo>
                  <a:pt x="13334" y="164019"/>
                  <a:pt x="18124" y="157843"/>
                  <a:pt x="19247" y="157370"/>
                </a:cubicBezTo>
                <a:cubicBezTo>
                  <a:pt x="20370" y="156896"/>
                  <a:pt x="21288" y="155482"/>
                  <a:pt x="21288" y="154226"/>
                </a:cubicBezTo>
                <a:cubicBezTo>
                  <a:pt x="21288" y="152970"/>
                  <a:pt x="31029" y="137094"/>
                  <a:pt x="42935" y="118946"/>
                </a:cubicBezTo>
                <a:cubicBezTo>
                  <a:pt x="54840" y="100798"/>
                  <a:pt x="65430" y="83045"/>
                  <a:pt x="66467" y="79496"/>
                </a:cubicBezTo>
                <a:cubicBezTo>
                  <a:pt x="67505" y="75946"/>
                  <a:pt x="72038" y="69502"/>
                  <a:pt x="76541" y="65175"/>
                </a:cubicBezTo>
                <a:cubicBezTo>
                  <a:pt x="87950" y="54213"/>
                  <a:pt x="95497" y="43084"/>
                  <a:pt x="97572" y="34163"/>
                </a:cubicBezTo>
                <a:cubicBezTo>
                  <a:pt x="99599" y="25448"/>
                  <a:pt x="109249" y="9841"/>
                  <a:pt x="112627" y="9814"/>
                </a:cubicBezTo>
                <a:cubicBezTo>
                  <a:pt x="113880" y="9805"/>
                  <a:pt x="117040" y="7336"/>
                  <a:pt x="119648" y="4329"/>
                </a:cubicBezTo>
                <a:cubicBezTo>
                  <a:pt x="123477" y="-86"/>
                  <a:pt x="126019" y="-782"/>
                  <a:pt x="132858" y="713"/>
                </a:cubicBezTo>
                <a:cubicBezTo>
                  <a:pt x="141063" y="2507"/>
                  <a:pt x="160286" y="4048"/>
                  <a:pt x="193546" y="5578"/>
                </a:cubicBezTo>
                <a:cubicBezTo>
                  <a:pt x="210737" y="6368"/>
                  <a:pt x="220060" y="11623"/>
                  <a:pt x="220060" y="20523"/>
                </a:cubicBezTo>
                <a:cubicBezTo>
                  <a:pt x="220060" y="23333"/>
                  <a:pt x="221912" y="25291"/>
                  <a:pt x="224578" y="25298"/>
                </a:cubicBezTo>
                <a:cubicBezTo>
                  <a:pt x="228025" y="25308"/>
                  <a:pt x="227313" y="26737"/>
                  <a:pt x="221567" y="31335"/>
                </a:cubicBezTo>
                <a:cubicBezTo>
                  <a:pt x="216052" y="35748"/>
                  <a:pt x="214921" y="37903"/>
                  <a:pt x="217338" y="39397"/>
                </a:cubicBezTo>
                <a:cubicBezTo>
                  <a:pt x="219279" y="40596"/>
                  <a:pt x="221565" y="39971"/>
                  <a:pt x="222891" y="37878"/>
                </a:cubicBezTo>
                <a:cubicBezTo>
                  <a:pt x="224130" y="35921"/>
                  <a:pt x="225164" y="35482"/>
                  <a:pt x="225189" y="36902"/>
                </a:cubicBezTo>
                <a:cubicBezTo>
                  <a:pt x="225213" y="38322"/>
                  <a:pt x="229440" y="39784"/>
                  <a:pt x="234581" y="40152"/>
                </a:cubicBezTo>
                <a:cubicBezTo>
                  <a:pt x="243367" y="40781"/>
                  <a:pt x="260731" y="51899"/>
                  <a:pt x="261177" y="57181"/>
                </a:cubicBezTo>
                <a:cubicBezTo>
                  <a:pt x="261279" y="58396"/>
                  <a:pt x="264267" y="62841"/>
                  <a:pt x="267817" y="67059"/>
                </a:cubicBezTo>
                <a:cubicBezTo>
                  <a:pt x="271366" y="71278"/>
                  <a:pt x="274275" y="76673"/>
                  <a:pt x="274280" y="79049"/>
                </a:cubicBezTo>
                <a:cubicBezTo>
                  <a:pt x="274285" y="81424"/>
                  <a:pt x="276609" y="87172"/>
                  <a:pt x="279443" y="91820"/>
                </a:cubicBezTo>
                <a:cubicBezTo>
                  <a:pt x="282277" y="96469"/>
                  <a:pt x="284596" y="102748"/>
                  <a:pt x="284596" y="105775"/>
                </a:cubicBezTo>
                <a:cubicBezTo>
                  <a:pt x="284596" y="108801"/>
                  <a:pt x="287666" y="115301"/>
                  <a:pt x="291417" y="120219"/>
                </a:cubicBezTo>
                <a:cubicBezTo>
                  <a:pt x="295169" y="125138"/>
                  <a:pt x="298428" y="131056"/>
                  <a:pt x="298659" y="133370"/>
                </a:cubicBezTo>
                <a:cubicBezTo>
                  <a:pt x="299477" y="141547"/>
                  <a:pt x="305637" y="150653"/>
                  <a:pt x="314425" y="156674"/>
                </a:cubicBezTo>
                <a:cubicBezTo>
                  <a:pt x="319316" y="160026"/>
                  <a:pt x="323320" y="163489"/>
                  <a:pt x="323321" y="164371"/>
                </a:cubicBezTo>
                <a:cubicBezTo>
                  <a:pt x="323323" y="165253"/>
                  <a:pt x="326003" y="169089"/>
                  <a:pt x="329277" y="172896"/>
                </a:cubicBezTo>
                <a:cubicBezTo>
                  <a:pt x="336682" y="181505"/>
                  <a:pt x="335803" y="195314"/>
                  <a:pt x="327346" y="203260"/>
                </a:cubicBezTo>
                <a:lnTo>
                  <a:pt x="321564" y="208691"/>
                </a:lnTo>
                <a:lnTo>
                  <a:pt x="314839" y="201967"/>
                </a:lnTo>
                <a:cubicBezTo>
                  <a:pt x="308661" y="195789"/>
                  <a:pt x="307532" y="195522"/>
                  <a:pt x="300945" y="198679"/>
                </a:cubicBezTo>
                <a:cubicBezTo>
                  <a:pt x="295346" y="201363"/>
                  <a:pt x="293353" y="204582"/>
                  <a:pt x="291854" y="213362"/>
                </a:cubicBezTo>
                <a:cubicBezTo>
                  <a:pt x="289357" y="227993"/>
                  <a:pt x="286547" y="231025"/>
                  <a:pt x="273477" y="233193"/>
                </a:cubicBezTo>
                <a:cubicBezTo>
                  <a:pt x="260663" y="235319"/>
                  <a:pt x="248722" y="247333"/>
                  <a:pt x="248561" y="258261"/>
                </a:cubicBezTo>
                <a:cubicBezTo>
                  <a:pt x="248475" y="264096"/>
                  <a:pt x="249579" y="265360"/>
                  <a:pt x="254757" y="265360"/>
                </a:cubicBezTo>
                <a:cubicBezTo>
                  <a:pt x="258223" y="265360"/>
                  <a:pt x="261823" y="264123"/>
                  <a:pt x="262758" y="262611"/>
                </a:cubicBezTo>
                <a:cubicBezTo>
                  <a:pt x="263872" y="260808"/>
                  <a:pt x="266124" y="261370"/>
                  <a:pt x="269300" y="264243"/>
                </a:cubicBezTo>
                <a:cubicBezTo>
                  <a:pt x="279445" y="273424"/>
                  <a:pt x="270651" y="300210"/>
                  <a:pt x="257492" y="300210"/>
                </a:cubicBezTo>
                <a:cubicBezTo>
                  <a:pt x="250513" y="300210"/>
                  <a:pt x="220446" y="323770"/>
                  <a:pt x="220205" y="329428"/>
                </a:cubicBezTo>
                <a:cubicBezTo>
                  <a:pt x="220125" y="331300"/>
                  <a:pt x="225197" y="338118"/>
                  <a:pt x="231476" y="344578"/>
                </a:cubicBezTo>
                <a:cubicBezTo>
                  <a:pt x="241029" y="354406"/>
                  <a:pt x="243162" y="358486"/>
                  <a:pt x="244540" y="369570"/>
                </a:cubicBezTo>
                <a:cubicBezTo>
                  <a:pt x="246852" y="388171"/>
                  <a:pt x="250097" y="394944"/>
                  <a:pt x="259568" y="400936"/>
                </a:cubicBezTo>
                <a:cubicBezTo>
                  <a:pt x="264099" y="403804"/>
                  <a:pt x="267809" y="408320"/>
                  <a:pt x="267812" y="410972"/>
                </a:cubicBezTo>
                <a:cubicBezTo>
                  <a:pt x="267815" y="413625"/>
                  <a:pt x="270140" y="417087"/>
                  <a:pt x="272980" y="418667"/>
                </a:cubicBezTo>
                <a:cubicBezTo>
                  <a:pt x="275819" y="420246"/>
                  <a:pt x="278864" y="422525"/>
                  <a:pt x="279745" y="423732"/>
                </a:cubicBezTo>
                <a:cubicBezTo>
                  <a:pt x="280626" y="424939"/>
                  <a:pt x="285040" y="426681"/>
                  <a:pt x="289553" y="427604"/>
                </a:cubicBezTo>
                <a:cubicBezTo>
                  <a:pt x="294067" y="428527"/>
                  <a:pt x="297992" y="430444"/>
                  <a:pt x="298277" y="431864"/>
                </a:cubicBezTo>
                <a:cubicBezTo>
                  <a:pt x="299018" y="435562"/>
                  <a:pt x="277163" y="436626"/>
                  <a:pt x="272913" y="433099"/>
                </a:cubicBezTo>
                <a:cubicBezTo>
                  <a:pt x="268101" y="429105"/>
                  <a:pt x="260026" y="432049"/>
                  <a:pt x="253686" y="440109"/>
                </a:cubicBezTo>
                <a:cubicBezTo>
                  <a:pt x="247489" y="447987"/>
                  <a:pt x="246928" y="457069"/>
                  <a:pt x="252360" y="461577"/>
                </a:cubicBezTo>
                <a:cubicBezTo>
                  <a:pt x="255321" y="464035"/>
                  <a:pt x="255560" y="465666"/>
                  <a:pt x="253346" y="468333"/>
                </a:cubicBezTo>
                <a:cubicBezTo>
                  <a:pt x="251741" y="470267"/>
                  <a:pt x="250992" y="474004"/>
                  <a:pt x="251680" y="476637"/>
                </a:cubicBezTo>
                <a:cubicBezTo>
                  <a:pt x="252369" y="479271"/>
                  <a:pt x="252179" y="485956"/>
                  <a:pt x="251259" y="491494"/>
                </a:cubicBezTo>
                <a:cubicBezTo>
                  <a:pt x="249997" y="499087"/>
                  <a:pt x="249133" y="500409"/>
                  <a:pt x="247743" y="496867"/>
                </a:cubicBezTo>
                <a:close/>
              </a:path>
            </a:pathLst>
          </a:custGeom>
          <a:solidFill>
            <a:srgbClr val="B9B9B9"/>
          </a:solidFill>
          <a:ln w="5163" cap="flat">
            <a:noFill/>
            <a:prstDash val="solid"/>
            <a:miter/>
          </a:ln>
        </p:spPr>
        <p:txBody>
          <a:bodyPr/>
          <a:lstStyle/>
          <a:p>
            <a:endParaRPr lang="es-419" noProof="0" dirty="0"/>
          </a:p>
        </p:txBody>
      </p:sp>
      <p:grpSp>
        <p:nvGrpSpPr>
          <p:cNvPr id="57" name="Gráfico 39">
            <a:extLst>
              <a:ext uri="{FF2B5EF4-FFF2-40B4-BE49-F238E27FC236}">
                <a16:creationId xmlns:a16="http://schemas.microsoft.com/office/drawing/2014/main" id="{CA858B9A-7EF8-76B5-FEA1-FBABEA38EC1F}"/>
              </a:ext>
            </a:extLst>
          </p:cNvPr>
          <p:cNvGrpSpPr/>
          <p:nvPr/>
        </p:nvGrpSpPr>
        <p:grpSpPr>
          <a:xfrm>
            <a:off x="726816" y="1624037"/>
            <a:ext cx="321478" cy="429471"/>
            <a:chOff x="726816" y="1624037"/>
            <a:chExt cx="321478" cy="429471"/>
          </a:xfrm>
          <a:solidFill>
            <a:srgbClr val="B9B9B9"/>
          </a:solidFill>
        </p:grpSpPr>
        <p:sp>
          <p:nvSpPr>
            <p:cNvPr id="58" name="Forma libre: forma 57">
              <a:extLst>
                <a:ext uri="{FF2B5EF4-FFF2-40B4-BE49-F238E27FC236}">
                  <a16:creationId xmlns:a16="http://schemas.microsoft.com/office/drawing/2014/main" id="{DAD2005B-6889-AA21-7F7E-F80994EDC70D}"/>
                </a:ext>
              </a:extLst>
            </p:cNvPr>
            <p:cNvSpPr/>
            <p:nvPr/>
          </p:nvSpPr>
          <p:spPr>
            <a:xfrm>
              <a:off x="726816" y="1624037"/>
              <a:ext cx="321478" cy="429471"/>
            </a:xfrm>
            <a:custGeom>
              <a:avLst/>
              <a:gdLst>
                <a:gd name="csX0" fmla="*/ 298651 w 321478"/>
                <a:gd name="csY0" fmla="*/ 424657 h 429471"/>
                <a:gd name="csX1" fmla="*/ 285240 w 321478"/>
                <a:gd name="csY1" fmla="*/ 406239 h 429471"/>
                <a:gd name="csX2" fmla="*/ 285795 w 321478"/>
                <a:gd name="csY2" fmla="*/ 410173 h 429471"/>
                <a:gd name="csX3" fmla="*/ 287678 w 321478"/>
                <a:gd name="csY3" fmla="*/ 415491 h 429471"/>
                <a:gd name="csX4" fmla="*/ 268647 w 321478"/>
                <a:gd name="csY4" fmla="*/ 394065 h 429471"/>
                <a:gd name="csX5" fmla="*/ 249603 w 321478"/>
                <a:gd name="csY5" fmla="*/ 371546 h 429471"/>
                <a:gd name="csX6" fmla="*/ 255246 w 321478"/>
                <a:gd name="csY6" fmla="*/ 382701 h 429471"/>
                <a:gd name="csX7" fmla="*/ 260888 w 321478"/>
                <a:gd name="csY7" fmla="*/ 392041 h 429471"/>
                <a:gd name="csX8" fmla="*/ 254982 w 321478"/>
                <a:gd name="csY8" fmla="*/ 386884 h 429471"/>
                <a:gd name="csX9" fmla="*/ 245088 w 321478"/>
                <a:gd name="csY9" fmla="*/ 373977 h 429471"/>
                <a:gd name="csX10" fmla="*/ 227283 w 321478"/>
                <a:gd name="csY10" fmla="*/ 350451 h 429471"/>
                <a:gd name="csX11" fmla="*/ 213463 w 321478"/>
                <a:gd name="csY11" fmla="*/ 331266 h 429471"/>
                <a:gd name="csX12" fmla="*/ 191325 w 321478"/>
                <a:gd name="csY12" fmla="*/ 295282 h 429471"/>
                <a:gd name="csX13" fmla="*/ 182351 w 321478"/>
                <a:gd name="csY13" fmla="*/ 288640 h 429471"/>
                <a:gd name="csX14" fmla="*/ 181003 w 321478"/>
                <a:gd name="csY14" fmla="*/ 283904 h 429471"/>
                <a:gd name="csX15" fmla="*/ 179966 w 321478"/>
                <a:gd name="csY15" fmla="*/ 277802 h 429471"/>
                <a:gd name="csX16" fmla="*/ 170951 w 321478"/>
                <a:gd name="csY16" fmla="*/ 271038 h 429471"/>
                <a:gd name="csX17" fmla="*/ 164513 w 321478"/>
                <a:gd name="csY17" fmla="*/ 268249 h 429471"/>
                <a:gd name="csX18" fmla="*/ 156542 w 321478"/>
                <a:gd name="csY18" fmla="*/ 264259 h 429471"/>
                <a:gd name="csX19" fmla="*/ 146588 w 321478"/>
                <a:gd name="csY19" fmla="*/ 257160 h 429471"/>
                <a:gd name="csX20" fmla="*/ 135566 w 321478"/>
                <a:gd name="csY20" fmla="*/ 244331 h 429471"/>
                <a:gd name="csX21" fmla="*/ 140198 w 321478"/>
                <a:gd name="csY21" fmla="*/ 240806 h 429471"/>
                <a:gd name="csX22" fmla="*/ 149956 w 321478"/>
                <a:gd name="csY22" fmla="*/ 243611 h 429471"/>
                <a:gd name="csX23" fmla="*/ 139967 w 321478"/>
                <a:gd name="csY23" fmla="*/ 232769 h 429471"/>
                <a:gd name="csX24" fmla="*/ 129672 w 321478"/>
                <a:gd name="csY24" fmla="*/ 230788 h 429471"/>
                <a:gd name="csX25" fmla="*/ 122631 w 321478"/>
                <a:gd name="csY25" fmla="*/ 229456 h 429471"/>
                <a:gd name="csX26" fmla="*/ 114075 w 321478"/>
                <a:gd name="csY26" fmla="*/ 225535 h 429471"/>
                <a:gd name="csX27" fmla="*/ 112561 w 321478"/>
                <a:gd name="csY27" fmla="*/ 210989 h 429471"/>
                <a:gd name="csX28" fmla="*/ 113046 w 321478"/>
                <a:gd name="csY28" fmla="*/ 198950 h 429471"/>
                <a:gd name="csX29" fmla="*/ 110205 w 321478"/>
                <a:gd name="csY29" fmla="*/ 203079 h 429471"/>
                <a:gd name="csX30" fmla="*/ 107624 w 321478"/>
                <a:gd name="csY30" fmla="*/ 210049 h 429471"/>
                <a:gd name="csX31" fmla="*/ 105042 w 321478"/>
                <a:gd name="csY31" fmla="*/ 205992 h 429471"/>
                <a:gd name="csX32" fmla="*/ 101146 w 321478"/>
                <a:gd name="csY32" fmla="*/ 198040 h 429471"/>
                <a:gd name="csX33" fmla="*/ 106495 w 321478"/>
                <a:gd name="csY33" fmla="*/ 192040 h 429471"/>
                <a:gd name="csX34" fmla="*/ 110185 w 321478"/>
                <a:gd name="csY34" fmla="*/ 189360 h 429471"/>
                <a:gd name="csX35" fmla="*/ 105416 w 321478"/>
                <a:gd name="csY35" fmla="*/ 184234 h 429471"/>
                <a:gd name="csX36" fmla="*/ 94806 w 321478"/>
                <a:gd name="csY36" fmla="*/ 176570 h 429471"/>
                <a:gd name="csX37" fmla="*/ 84222 w 321478"/>
                <a:gd name="csY37" fmla="*/ 170141 h 429471"/>
                <a:gd name="csX38" fmla="*/ 77400 w 321478"/>
                <a:gd name="csY38" fmla="*/ 165246 h 429471"/>
                <a:gd name="csX39" fmla="*/ 66830 w 321478"/>
                <a:gd name="csY39" fmla="*/ 157291 h 429471"/>
                <a:gd name="csX40" fmla="*/ 62321 w 321478"/>
                <a:gd name="csY40" fmla="*/ 153462 h 429471"/>
                <a:gd name="csX41" fmla="*/ 58487 w 321478"/>
                <a:gd name="csY41" fmla="*/ 146011 h 429471"/>
                <a:gd name="csX42" fmla="*/ 53413 w 321478"/>
                <a:gd name="csY42" fmla="*/ 136585 h 429471"/>
                <a:gd name="csX43" fmla="*/ 46519 w 321478"/>
                <a:gd name="csY43" fmla="*/ 136694 h 429471"/>
                <a:gd name="csX44" fmla="*/ 42767 w 321478"/>
                <a:gd name="csY44" fmla="*/ 137339 h 429471"/>
                <a:gd name="csX45" fmla="*/ 40545 w 321478"/>
                <a:gd name="csY45" fmla="*/ 138358 h 429471"/>
                <a:gd name="csX46" fmla="*/ 34194 w 321478"/>
                <a:gd name="csY46" fmla="*/ 139945 h 429471"/>
                <a:gd name="csX47" fmla="*/ 30312 w 321478"/>
                <a:gd name="csY47" fmla="*/ 128691 h 429471"/>
                <a:gd name="csX48" fmla="*/ 32982 w 321478"/>
                <a:gd name="csY48" fmla="*/ 121125 h 429471"/>
                <a:gd name="csX49" fmla="*/ 29550 w 321478"/>
                <a:gd name="csY49" fmla="*/ 122878 h 429471"/>
                <a:gd name="csX50" fmla="*/ 21151 w 321478"/>
                <a:gd name="csY50" fmla="*/ 122752 h 429471"/>
                <a:gd name="csX51" fmla="*/ 17154 w 321478"/>
                <a:gd name="csY51" fmla="*/ 123427 h 429471"/>
                <a:gd name="csX52" fmla="*/ 6342 w 321478"/>
                <a:gd name="csY52" fmla="*/ 119543 h 429471"/>
                <a:gd name="csX53" fmla="*/ 4365 w 321478"/>
                <a:gd name="csY53" fmla="*/ 113226 h 429471"/>
                <a:gd name="csX54" fmla="*/ 10819 w 321478"/>
                <a:gd name="csY54" fmla="*/ 114808 h 429471"/>
                <a:gd name="csX55" fmla="*/ 4707 w 321478"/>
                <a:gd name="csY55" fmla="*/ 109494 h 429471"/>
                <a:gd name="csX56" fmla="*/ 1796 w 321478"/>
                <a:gd name="csY56" fmla="*/ 100322 h 429471"/>
                <a:gd name="csX57" fmla="*/ 1838 w 321478"/>
                <a:gd name="csY57" fmla="*/ 92658 h 429471"/>
                <a:gd name="csX58" fmla="*/ 4233 w 321478"/>
                <a:gd name="csY58" fmla="*/ 77378 h 429471"/>
                <a:gd name="csX59" fmla="*/ 13902 w 321478"/>
                <a:gd name="csY59" fmla="*/ 62490 h 429471"/>
                <a:gd name="csX60" fmla="*/ 16192 w 321478"/>
                <a:gd name="csY60" fmla="*/ 65508 h 429471"/>
                <a:gd name="csX61" fmla="*/ 14368 w 321478"/>
                <a:gd name="csY61" fmla="*/ 71941 h 429471"/>
                <a:gd name="csX62" fmla="*/ 19324 w 321478"/>
                <a:gd name="csY62" fmla="*/ 65780 h 429471"/>
                <a:gd name="csX63" fmla="*/ 24280 w 321478"/>
                <a:gd name="csY63" fmla="*/ 59619 h 429471"/>
                <a:gd name="csX64" fmla="*/ 25989 w 321478"/>
                <a:gd name="csY64" fmla="*/ 66426 h 429471"/>
                <a:gd name="csX65" fmla="*/ 30049 w 321478"/>
                <a:gd name="csY65" fmla="*/ 73232 h 429471"/>
                <a:gd name="csX66" fmla="*/ 30241 w 321478"/>
                <a:gd name="csY66" fmla="*/ 65700 h 429471"/>
                <a:gd name="csX67" fmla="*/ 47033 w 321478"/>
                <a:gd name="csY67" fmla="*/ 46164 h 429471"/>
                <a:gd name="csX68" fmla="*/ 89508 w 321478"/>
                <a:gd name="csY68" fmla="*/ 4943 h 429471"/>
                <a:gd name="csX69" fmla="*/ 99998 w 321478"/>
                <a:gd name="csY69" fmla="*/ 2688 h 429471"/>
                <a:gd name="csX70" fmla="*/ 114706 w 321478"/>
                <a:gd name="csY70" fmla="*/ 3716 h 429471"/>
                <a:gd name="csX71" fmla="*/ 123108 w 321478"/>
                <a:gd name="csY71" fmla="*/ 2764 h 429471"/>
                <a:gd name="csX72" fmla="*/ 137332 w 321478"/>
                <a:gd name="csY72" fmla="*/ 60759 h 429471"/>
                <a:gd name="csX73" fmla="*/ 159468 w 321478"/>
                <a:gd name="csY73" fmla="*/ 80313 h 429471"/>
                <a:gd name="csX74" fmla="*/ 174324 w 321478"/>
                <a:gd name="csY74" fmla="*/ 89973 h 429471"/>
                <a:gd name="csX75" fmla="*/ 184004 w 321478"/>
                <a:gd name="csY75" fmla="*/ 107383 h 429471"/>
                <a:gd name="csX76" fmla="*/ 190190 w 321478"/>
                <a:gd name="csY76" fmla="*/ 148735 h 429471"/>
                <a:gd name="csX77" fmla="*/ 191494 w 321478"/>
                <a:gd name="csY77" fmla="*/ 177131 h 429471"/>
                <a:gd name="csX78" fmla="*/ 195355 w 321478"/>
                <a:gd name="csY78" fmla="*/ 191824 h 429471"/>
                <a:gd name="csX79" fmla="*/ 205385 w 321478"/>
                <a:gd name="csY79" fmla="*/ 204731 h 429471"/>
                <a:gd name="csX80" fmla="*/ 224780 w 321478"/>
                <a:gd name="csY80" fmla="*/ 233927 h 429471"/>
                <a:gd name="csX81" fmla="*/ 251313 w 321478"/>
                <a:gd name="csY81" fmla="*/ 251602 h 429471"/>
                <a:gd name="csX82" fmla="*/ 265826 w 321478"/>
                <a:gd name="csY82" fmla="*/ 256119 h 429471"/>
                <a:gd name="csX83" fmla="*/ 280190 w 321478"/>
                <a:gd name="csY83" fmla="*/ 283901 h 429471"/>
                <a:gd name="csX84" fmla="*/ 287275 w 321478"/>
                <a:gd name="csY84" fmla="*/ 317016 h 429471"/>
                <a:gd name="csX85" fmla="*/ 290907 w 321478"/>
                <a:gd name="csY85" fmla="*/ 329217 h 429471"/>
                <a:gd name="csX86" fmla="*/ 293537 w 321478"/>
                <a:gd name="csY86" fmla="*/ 337861 h 429471"/>
                <a:gd name="csX87" fmla="*/ 302616 w 321478"/>
                <a:gd name="csY87" fmla="*/ 352211 h 429471"/>
                <a:gd name="csX88" fmla="*/ 314264 w 321478"/>
                <a:gd name="csY88" fmla="*/ 364936 h 429471"/>
                <a:gd name="csX89" fmla="*/ 319645 w 321478"/>
                <a:gd name="csY89" fmla="*/ 375951 h 429471"/>
                <a:gd name="csX90" fmla="*/ 316721 w 321478"/>
                <a:gd name="csY90" fmla="*/ 384238 h 429471"/>
                <a:gd name="csX91" fmla="*/ 312540 w 321478"/>
                <a:gd name="csY91" fmla="*/ 395571 h 429471"/>
                <a:gd name="csX92" fmla="*/ 312871 w 321478"/>
                <a:gd name="csY92" fmla="*/ 424954 h 429471"/>
                <a:gd name="csX93" fmla="*/ 306671 w 321478"/>
                <a:gd name="csY93" fmla="*/ 429472 h 429471"/>
                <a:gd name="csX94" fmla="*/ 298651 w 321478"/>
                <a:gd name="csY94" fmla="*/ 424657 h 4294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321478" h="429471">
                  <a:moveTo>
                    <a:pt x="298651" y="424657"/>
                  </a:moveTo>
                  <a:cubicBezTo>
                    <a:pt x="298651" y="419121"/>
                    <a:pt x="289271" y="406239"/>
                    <a:pt x="285240" y="406239"/>
                  </a:cubicBezTo>
                  <a:cubicBezTo>
                    <a:pt x="283590" y="406239"/>
                    <a:pt x="283808" y="407778"/>
                    <a:pt x="285795" y="410173"/>
                  </a:cubicBezTo>
                  <a:cubicBezTo>
                    <a:pt x="287591" y="412337"/>
                    <a:pt x="288438" y="414730"/>
                    <a:pt x="287678" y="415491"/>
                  </a:cubicBezTo>
                  <a:cubicBezTo>
                    <a:pt x="285539" y="417629"/>
                    <a:pt x="270321" y="400495"/>
                    <a:pt x="268647" y="394065"/>
                  </a:cubicBezTo>
                  <a:cubicBezTo>
                    <a:pt x="267226" y="388605"/>
                    <a:pt x="249603" y="367767"/>
                    <a:pt x="249603" y="371546"/>
                  </a:cubicBezTo>
                  <a:cubicBezTo>
                    <a:pt x="249603" y="372545"/>
                    <a:pt x="252142" y="377564"/>
                    <a:pt x="255246" y="382701"/>
                  </a:cubicBezTo>
                  <a:lnTo>
                    <a:pt x="260888" y="392041"/>
                  </a:lnTo>
                  <a:lnTo>
                    <a:pt x="254982" y="386884"/>
                  </a:lnTo>
                  <a:cubicBezTo>
                    <a:pt x="251733" y="384048"/>
                    <a:pt x="247281" y="378240"/>
                    <a:pt x="245088" y="373977"/>
                  </a:cubicBezTo>
                  <a:cubicBezTo>
                    <a:pt x="242896" y="369714"/>
                    <a:pt x="234883" y="359128"/>
                    <a:pt x="227283" y="350451"/>
                  </a:cubicBezTo>
                  <a:cubicBezTo>
                    <a:pt x="219682" y="341775"/>
                    <a:pt x="213463" y="333142"/>
                    <a:pt x="213463" y="331266"/>
                  </a:cubicBezTo>
                  <a:cubicBezTo>
                    <a:pt x="213463" y="326133"/>
                    <a:pt x="194515" y="295333"/>
                    <a:pt x="191325" y="295282"/>
                  </a:cubicBezTo>
                  <a:cubicBezTo>
                    <a:pt x="189798" y="295257"/>
                    <a:pt x="185760" y="292268"/>
                    <a:pt x="182351" y="288640"/>
                  </a:cubicBezTo>
                  <a:cubicBezTo>
                    <a:pt x="177259" y="283219"/>
                    <a:pt x="177019" y="282375"/>
                    <a:pt x="181003" y="283904"/>
                  </a:cubicBezTo>
                  <a:cubicBezTo>
                    <a:pt x="185315" y="285558"/>
                    <a:pt x="185200" y="284882"/>
                    <a:pt x="179966" y="277802"/>
                  </a:cubicBezTo>
                  <a:cubicBezTo>
                    <a:pt x="176728" y="273422"/>
                    <a:pt x="172671" y="270378"/>
                    <a:pt x="170951" y="271038"/>
                  </a:cubicBezTo>
                  <a:cubicBezTo>
                    <a:pt x="169231" y="271698"/>
                    <a:pt x="166334" y="270443"/>
                    <a:pt x="164513" y="268249"/>
                  </a:cubicBezTo>
                  <a:cubicBezTo>
                    <a:pt x="162692" y="266054"/>
                    <a:pt x="159105" y="264259"/>
                    <a:pt x="156542" y="264259"/>
                  </a:cubicBezTo>
                  <a:cubicBezTo>
                    <a:pt x="153980" y="264259"/>
                    <a:pt x="149500" y="261065"/>
                    <a:pt x="146588" y="257160"/>
                  </a:cubicBezTo>
                  <a:cubicBezTo>
                    <a:pt x="143676" y="253256"/>
                    <a:pt x="138716" y="247482"/>
                    <a:pt x="135566" y="244331"/>
                  </a:cubicBezTo>
                  <a:cubicBezTo>
                    <a:pt x="127839" y="236597"/>
                    <a:pt x="131401" y="233886"/>
                    <a:pt x="140198" y="240806"/>
                  </a:cubicBezTo>
                  <a:cubicBezTo>
                    <a:pt x="145135" y="244689"/>
                    <a:pt x="148042" y="245525"/>
                    <a:pt x="149956" y="243611"/>
                  </a:cubicBezTo>
                  <a:cubicBezTo>
                    <a:pt x="154558" y="239009"/>
                    <a:pt x="147985" y="231874"/>
                    <a:pt x="139967" y="232769"/>
                  </a:cubicBezTo>
                  <a:cubicBezTo>
                    <a:pt x="136133" y="233196"/>
                    <a:pt x="131500" y="232305"/>
                    <a:pt x="129672" y="230788"/>
                  </a:cubicBezTo>
                  <a:cubicBezTo>
                    <a:pt x="127844" y="229271"/>
                    <a:pt x="124675" y="228672"/>
                    <a:pt x="122631" y="229456"/>
                  </a:cubicBezTo>
                  <a:cubicBezTo>
                    <a:pt x="120587" y="230241"/>
                    <a:pt x="116736" y="228476"/>
                    <a:pt x="114075" y="225535"/>
                  </a:cubicBezTo>
                  <a:cubicBezTo>
                    <a:pt x="109769" y="220777"/>
                    <a:pt x="109602" y="219173"/>
                    <a:pt x="112561" y="210989"/>
                  </a:cubicBezTo>
                  <a:cubicBezTo>
                    <a:pt x="114982" y="204297"/>
                    <a:pt x="115114" y="201018"/>
                    <a:pt x="113046" y="198950"/>
                  </a:cubicBezTo>
                  <a:cubicBezTo>
                    <a:pt x="110979" y="196883"/>
                    <a:pt x="110205" y="198007"/>
                    <a:pt x="110205" y="203079"/>
                  </a:cubicBezTo>
                  <a:cubicBezTo>
                    <a:pt x="110205" y="206912"/>
                    <a:pt x="109043" y="210049"/>
                    <a:pt x="107624" y="210049"/>
                  </a:cubicBezTo>
                  <a:cubicBezTo>
                    <a:pt x="106204" y="210049"/>
                    <a:pt x="105042" y="208223"/>
                    <a:pt x="105042" y="205992"/>
                  </a:cubicBezTo>
                  <a:cubicBezTo>
                    <a:pt x="105042" y="203761"/>
                    <a:pt x="103289" y="200182"/>
                    <a:pt x="101146" y="198040"/>
                  </a:cubicBezTo>
                  <a:cubicBezTo>
                    <a:pt x="95668" y="192562"/>
                    <a:pt x="98756" y="189098"/>
                    <a:pt x="106495" y="192040"/>
                  </a:cubicBezTo>
                  <a:cubicBezTo>
                    <a:pt x="112388" y="194281"/>
                    <a:pt x="112698" y="194056"/>
                    <a:pt x="110185" y="189360"/>
                  </a:cubicBezTo>
                  <a:cubicBezTo>
                    <a:pt x="108676" y="186541"/>
                    <a:pt x="106530" y="184234"/>
                    <a:pt x="105416" y="184234"/>
                  </a:cubicBezTo>
                  <a:cubicBezTo>
                    <a:pt x="104302" y="184234"/>
                    <a:pt x="99527" y="180785"/>
                    <a:pt x="94806" y="176570"/>
                  </a:cubicBezTo>
                  <a:cubicBezTo>
                    <a:pt x="90084" y="172354"/>
                    <a:pt x="85321" y="169461"/>
                    <a:pt x="84222" y="170141"/>
                  </a:cubicBezTo>
                  <a:cubicBezTo>
                    <a:pt x="83122" y="170820"/>
                    <a:pt x="80052" y="168617"/>
                    <a:pt x="77400" y="165246"/>
                  </a:cubicBezTo>
                  <a:cubicBezTo>
                    <a:pt x="74748" y="161874"/>
                    <a:pt x="69991" y="158294"/>
                    <a:pt x="66830" y="157291"/>
                  </a:cubicBezTo>
                  <a:cubicBezTo>
                    <a:pt x="63669" y="156287"/>
                    <a:pt x="61640" y="154564"/>
                    <a:pt x="62321" y="153462"/>
                  </a:cubicBezTo>
                  <a:cubicBezTo>
                    <a:pt x="63003" y="152359"/>
                    <a:pt x="61277" y="149007"/>
                    <a:pt x="58487" y="146011"/>
                  </a:cubicBezTo>
                  <a:cubicBezTo>
                    <a:pt x="55696" y="143016"/>
                    <a:pt x="53413" y="138774"/>
                    <a:pt x="53413" y="136585"/>
                  </a:cubicBezTo>
                  <a:cubicBezTo>
                    <a:pt x="53413" y="131375"/>
                    <a:pt x="48531" y="131452"/>
                    <a:pt x="46519" y="136694"/>
                  </a:cubicBezTo>
                  <a:cubicBezTo>
                    <a:pt x="45256" y="139986"/>
                    <a:pt x="44525" y="140111"/>
                    <a:pt x="42767" y="137339"/>
                  </a:cubicBezTo>
                  <a:cubicBezTo>
                    <a:pt x="41090" y="134693"/>
                    <a:pt x="40576" y="134929"/>
                    <a:pt x="40545" y="138358"/>
                  </a:cubicBezTo>
                  <a:cubicBezTo>
                    <a:pt x="40512" y="142152"/>
                    <a:pt x="39561" y="142390"/>
                    <a:pt x="34194" y="139945"/>
                  </a:cubicBezTo>
                  <a:cubicBezTo>
                    <a:pt x="25899" y="136165"/>
                    <a:pt x="24011" y="130691"/>
                    <a:pt x="30312" y="128691"/>
                  </a:cubicBezTo>
                  <a:cubicBezTo>
                    <a:pt x="35660" y="126994"/>
                    <a:pt x="36881" y="123535"/>
                    <a:pt x="32982" y="121125"/>
                  </a:cubicBezTo>
                  <a:cubicBezTo>
                    <a:pt x="31683" y="120322"/>
                    <a:pt x="30139" y="121111"/>
                    <a:pt x="29550" y="122878"/>
                  </a:cubicBezTo>
                  <a:cubicBezTo>
                    <a:pt x="28702" y="125423"/>
                    <a:pt x="26957" y="125397"/>
                    <a:pt x="21151" y="122752"/>
                  </a:cubicBezTo>
                  <a:cubicBezTo>
                    <a:pt x="14600" y="119767"/>
                    <a:pt x="14176" y="119839"/>
                    <a:pt x="17154" y="123427"/>
                  </a:cubicBezTo>
                  <a:cubicBezTo>
                    <a:pt x="23195" y="130706"/>
                    <a:pt x="15185" y="127829"/>
                    <a:pt x="6342" y="119543"/>
                  </a:cubicBezTo>
                  <a:cubicBezTo>
                    <a:pt x="-1702" y="112007"/>
                    <a:pt x="-1792" y="111717"/>
                    <a:pt x="4365" y="113226"/>
                  </a:cubicBezTo>
                  <a:lnTo>
                    <a:pt x="10819" y="114808"/>
                  </a:lnTo>
                  <a:lnTo>
                    <a:pt x="4707" y="109494"/>
                  </a:lnTo>
                  <a:cubicBezTo>
                    <a:pt x="-312" y="105131"/>
                    <a:pt x="-833" y="103490"/>
                    <a:pt x="1796" y="100322"/>
                  </a:cubicBezTo>
                  <a:cubicBezTo>
                    <a:pt x="4323" y="97278"/>
                    <a:pt x="4332" y="95662"/>
                    <a:pt x="1838" y="92658"/>
                  </a:cubicBezTo>
                  <a:cubicBezTo>
                    <a:pt x="-700" y="89600"/>
                    <a:pt x="-229" y="86595"/>
                    <a:pt x="4233" y="77378"/>
                  </a:cubicBezTo>
                  <a:cubicBezTo>
                    <a:pt x="7287" y="71068"/>
                    <a:pt x="11639" y="64368"/>
                    <a:pt x="13902" y="62490"/>
                  </a:cubicBezTo>
                  <a:cubicBezTo>
                    <a:pt x="17532" y="59477"/>
                    <a:pt x="17802" y="59833"/>
                    <a:pt x="16192" y="65508"/>
                  </a:cubicBezTo>
                  <a:lnTo>
                    <a:pt x="14368" y="71941"/>
                  </a:lnTo>
                  <a:lnTo>
                    <a:pt x="19324" y="65780"/>
                  </a:lnTo>
                  <a:lnTo>
                    <a:pt x="24280" y="59619"/>
                  </a:lnTo>
                  <a:lnTo>
                    <a:pt x="25989" y="66426"/>
                  </a:lnTo>
                  <a:cubicBezTo>
                    <a:pt x="26928" y="70169"/>
                    <a:pt x="28755" y="73232"/>
                    <a:pt x="30049" y="73232"/>
                  </a:cubicBezTo>
                  <a:cubicBezTo>
                    <a:pt x="31420" y="73232"/>
                    <a:pt x="31500" y="70091"/>
                    <a:pt x="30241" y="65700"/>
                  </a:cubicBezTo>
                  <a:cubicBezTo>
                    <a:pt x="28162" y="58450"/>
                    <a:pt x="28788" y="57720"/>
                    <a:pt x="47033" y="46164"/>
                  </a:cubicBezTo>
                  <a:cubicBezTo>
                    <a:pt x="66934" y="33559"/>
                    <a:pt x="85466" y="15573"/>
                    <a:pt x="89508" y="4943"/>
                  </a:cubicBezTo>
                  <a:cubicBezTo>
                    <a:pt x="91833" y="-1172"/>
                    <a:pt x="92131" y="-1236"/>
                    <a:pt x="99998" y="2688"/>
                  </a:cubicBezTo>
                  <a:cubicBezTo>
                    <a:pt x="106503" y="5933"/>
                    <a:pt x="109396" y="6135"/>
                    <a:pt x="114706" y="3716"/>
                  </a:cubicBezTo>
                  <a:cubicBezTo>
                    <a:pt x="118341" y="2059"/>
                    <a:pt x="122122" y="1631"/>
                    <a:pt x="123108" y="2764"/>
                  </a:cubicBezTo>
                  <a:cubicBezTo>
                    <a:pt x="125561" y="5583"/>
                    <a:pt x="135461" y="45948"/>
                    <a:pt x="137332" y="60759"/>
                  </a:cubicBezTo>
                  <a:cubicBezTo>
                    <a:pt x="139199" y="75538"/>
                    <a:pt x="141734" y="77777"/>
                    <a:pt x="159468" y="80313"/>
                  </a:cubicBezTo>
                  <a:cubicBezTo>
                    <a:pt x="172513" y="82178"/>
                    <a:pt x="173509" y="82826"/>
                    <a:pt x="174324" y="89973"/>
                  </a:cubicBezTo>
                  <a:cubicBezTo>
                    <a:pt x="174804" y="94187"/>
                    <a:pt x="179160" y="102021"/>
                    <a:pt x="184004" y="107383"/>
                  </a:cubicBezTo>
                  <a:cubicBezTo>
                    <a:pt x="193664" y="118075"/>
                    <a:pt x="194152" y="121338"/>
                    <a:pt x="190190" y="148735"/>
                  </a:cubicBezTo>
                  <a:cubicBezTo>
                    <a:pt x="188197" y="162515"/>
                    <a:pt x="188470" y="168448"/>
                    <a:pt x="191494" y="177131"/>
                  </a:cubicBezTo>
                  <a:cubicBezTo>
                    <a:pt x="193597" y="183167"/>
                    <a:pt x="195335" y="189779"/>
                    <a:pt x="195355" y="191824"/>
                  </a:cubicBezTo>
                  <a:cubicBezTo>
                    <a:pt x="195376" y="193868"/>
                    <a:pt x="199889" y="199676"/>
                    <a:pt x="205385" y="204731"/>
                  </a:cubicBezTo>
                  <a:cubicBezTo>
                    <a:pt x="211344" y="210212"/>
                    <a:pt x="219172" y="221995"/>
                    <a:pt x="224780" y="233927"/>
                  </a:cubicBezTo>
                  <a:cubicBezTo>
                    <a:pt x="234706" y="255043"/>
                    <a:pt x="236093" y="255967"/>
                    <a:pt x="251313" y="251602"/>
                  </a:cubicBezTo>
                  <a:cubicBezTo>
                    <a:pt x="258379" y="249575"/>
                    <a:pt x="260277" y="250166"/>
                    <a:pt x="265826" y="256119"/>
                  </a:cubicBezTo>
                  <a:cubicBezTo>
                    <a:pt x="272628" y="263417"/>
                    <a:pt x="281243" y="280080"/>
                    <a:pt x="280190" y="283901"/>
                  </a:cubicBezTo>
                  <a:cubicBezTo>
                    <a:pt x="278841" y="288796"/>
                    <a:pt x="283826" y="312090"/>
                    <a:pt x="287275" y="317016"/>
                  </a:cubicBezTo>
                  <a:cubicBezTo>
                    <a:pt x="289273" y="319867"/>
                    <a:pt x="290907" y="325358"/>
                    <a:pt x="290907" y="329217"/>
                  </a:cubicBezTo>
                  <a:cubicBezTo>
                    <a:pt x="290907" y="333077"/>
                    <a:pt x="292090" y="336967"/>
                    <a:pt x="293537" y="337861"/>
                  </a:cubicBezTo>
                  <a:cubicBezTo>
                    <a:pt x="294984" y="338755"/>
                    <a:pt x="299069" y="345213"/>
                    <a:pt x="302616" y="352211"/>
                  </a:cubicBezTo>
                  <a:cubicBezTo>
                    <a:pt x="307126" y="361111"/>
                    <a:pt x="310627" y="364936"/>
                    <a:pt x="314264" y="364936"/>
                  </a:cubicBezTo>
                  <a:cubicBezTo>
                    <a:pt x="320436" y="364936"/>
                    <a:pt x="323792" y="371805"/>
                    <a:pt x="319645" y="375951"/>
                  </a:cubicBezTo>
                  <a:cubicBezTo>
                    <a:pt x="318037" y="377560"/>
                    <a:pt x="316721" y="381289"/>
                    <a:pt x="316721" y="384238"/>
                  </a:cubicBezTo>
                  <a:cubicBezTo>
                    <a:pt x="316721" y="387188"/>
                    <a:pt x="314840" y="392287"/>
                    <a:pt x="312540" y="395571"/>
                  </a:cubicBezTo>
                  <a:cubicBezTo>
                    <a:pt x="308425" y="401445"/>
                    <a:pt x="308570" y="414286"/>
                    <a:pt x="312871" y="424954"/>
                  </a:cubicBezTo>
                  <a:cubicBezTo>
                    <a:pt x="314372" y="428678"/>
                    <a:pt x="313283" y="429472"/>
                    <a:pt x="306671" y="429472"/>
                  </a:cubicBezTo>
                  <a:cubicBezTo>
                    <a:pt x="300565" y="429472"/>
                    <a:pt x="298651" y="428323"/>
                    <a:pt x="298651" y="424657"/>
                  </a:cubicBezTo>
                  <a:close/>
                </a:path>
              </a:pathLst>
            </a:custGeom>
            <a:solidFill>
              <a:srgbClr val="B9B9B9"/>
            </a:solidFill>
            <a:ln w="5163" cap="flat">
              <a:noFill/>
              <a:prstDash val="solid"/>
              <a:miter/>
            </a:ln>
          </p:spPr>
          <p:txBody>
            <a:bodyPr/>
            <a:lstStyle/>
            <a:p>
              <a:endParaRPr lang="es-419" noProof="0" dirty="0"/>
            </a:p>
          </p:txBody>
        </p:sp>
        <p:sp>
          <p:nvSpPr>
            <p:cNvPr id="59" name="Forma libre: forma 58">
              <a:extLst>
                <a:ext uri="{FF2B5EF4-FFF2-40B4-BE49-F238E27FC236}">
                  <a16:creationId xmlns:a16="http://schemas.microsoft.com/office/drawing/2014/main" id="{8F0D1AFD-7DF1-7E51-5C21-C49AA5E0BA12}"/>
                </a:ext>
              </a:extLst>
            </p:cNvPr>
            <p:cNvSpPr/>
            <p:nvPr/>
          </p:nvSpPr>
          <p:spPr>
            <a:xfrm>
              <a:off x="812163" y="1806340"/>
              <a:ext cx="15955" cy="30179"/>
            </a:xfrm>
            <a:custGeom>
              <a:avLst/>
              <a:gdLst>
                <a:gd name="csX0" fmla="*/ 12859 w 15955"/>
                <a:gd name="csY0" fmla="*/ 27128 h 30179"/>
                <a:gd name="csX1" fmla="*/ 45 w 15955"/>
                <a:gd name="csY1" fmla="*/ 70 h 30179"/>
                <a:gd name="csX2" fmla="*/ 15145 w 15955"/>
                <a:gd name="csY2" fmla="*/ 24519 h 30179"/>
                <a:gd name="csX3" fmla="*/ 12859 w 15955"/>
                <a:gd name="csY3" fmla="*/ 27128 h 30179"/>
              </a:gdLst>
              <a:ahLst/>
              <a:cxnLst>
                <a:cxn ang="0">
                  <a:pos x="csX0" y="csY0"/>
                </a:cxn>
                <a:cxn ang="0">
                  <a:pos x="csX1" y="csY1"/>
                </a:cxn>
                <a:cxn ang="0">
                  <a:pos x="csX2" y="csY2"/>
                </a:cxn>
                <a:cxn ang="0">
                  <a:pos x="csX3" y="csY3"/>
                </a:cxn>
              </a:cxnLst>
              <a:rect l="l" t="t" r="r" b="b"/>
              <a:pathLst>
                <a:path w="15955" h="30179">
                  <a:moveTo>
                    <a:pt x="12859" y="27128"/>
                  </a:moveTo>
                  <a:cubicBezTo>
                    <a:pt x="8119" y="19457"/>
                    <a:pt x="-707" y="822"/>
                    <a:pt x="45" y="70"/>
                  </a:cubicBezTo>
                  <a:cubicBezTo>
                    <a:pt x="1430" y="-1315"/>
                    <a:pt x="13563" y="18330"/>
                    <a:pt x="15145" y="24519"/>
                  </a:cubicBezTo>
                  <a:cubicBezTo>
                    <a:pt x="16793" y="30962"/>
                    <a:pt x="15876" y="32008"/>
                    <a:pt x="12859" y="27128"/>
                  </a:cubicBezTo>
                  <a:close/>
                </a:path>
              </a:pathLst>
            </a:custGeom>
            <a:solidFill>
              <a:srgbClr val="B9B9B9"/>
            </a:solidFill>
            <a:ln w="5163" cap="flat">
              <a:noFill/>
              <a:prstDash val="solid"/>
              <a:miter/>
            </a:ln>
          </p:spPr>
          <p:txBody>
            <a:bodyPr/>
            <a:lstStyle/>
            <a:p>
              <a:endParaRPr lang="es-419" noProof="0" dirty="0"/>
            </a:p>
          </p:txBody>
        </p:sp>
      </p:grpSp>
      <p:sp>
        <p:nvSpPr>
          <p:cNvPr id="60" name="Forma libre: forma 59">
            <a:extLst>
              <a:ext uri="{FF2B5EF4-FFF2-40B4-BE49-F238E27FC236}">
                <a16:creationId xmlns:a16="http://schemas.microsoft.com/office/drawing/2014/main" id="{F5BA88DB-24E7-C399-8770-EC92AEE63FAA}"/>
              </a:ext>
            </a:extLst>
          </p:cNvPr>
          <p:cNvSpPr/>
          <p:nvPr/>
        </p:nvSpPr>
        <p:spPr>
          <a:xfrm>
            <a:off x="781520" y="1178397"/>
            <a:ext cx="460893" cy="570101"/>
          </a:xfrm>
          <a:custGeom>
            <a:avLst/>
            <a:gdLst>
              <a:gd name="csX0" fmla="*/ 151660 w 460893"/>
              <a:gd name="csY0" fmla="*/ 568610 h 570101"/>
              <a:gd name="csX1" fmla="*/ 140689 w 460893"/>
              <a:gd name="csY1" fmla="*/ 563178 h 570101"/>
              <a:gd name="csX2" fmla="*/ 131877 w 460893"/>
              <a:gd name="csY2" fmla="*/ 549661 h 570101"/>
              <a:gd name="csX3" fmla="*/ 122196 w 460893"/>
              <a:gd name="csY3" fmla="*/ 532968 h 570101"/>
              <a:gd name="csX4" fmla="*/ 107130 w 460893"/>
              <a:gd name="csY4" fmla="*/ 523131 h 570101"/>
              <a:gd name="csX5" fmla="*/ 89869 w 460893"/>
              <a:gd name="csY5" fmla="*/ 518421 h 570101"/>
              <a:gd name="csX6" fmla="*/ 85076 w 460893"/>
              <a:gd name="csY6" fmla="*/ 501266 h 570101"/>
              <a:gd name="csX7" fmla="*/ 77677 w 460893"/>
              <a:gd name="csY7" fmla="*/ 465952 h 570101"/>
              <a:gd name="csX8" fmla="*/ 72006 w 460893"/>
              <a:gd name="csY8" fmla="*/ 445300 h 570101"/>
              <a:gd name="csX9" fmla="*/ 58957 w 460893"/>
              <a:gd name="csY9" fmla="*/ 446095 h 570101"/>
              <a:gd name="csX10" fmla="*/ 35144 w 460893"/>
              <a:gd name="csY10" fmla="*/ 436548 h 570101"/>
              <a:gd name="csX11" fmla="*/ 24381 w 460893"/>
              <a:gd name="csY11" fmla="*/ 426207 h 570101"/>
              <a:gd name="csX12" fmla="*/ 26114 w 460893"/>
              <a:gd name="csY12" fmla="*/ 405421 h 570101"/>
              <a:gd name="csX13" fmla="*/ 25165 w 460893"/>
              <a:gd name="csY13" fmla="*/ 384636 h 570101"/>
              <a:gd name="csX14" fmla="*/ 17520 w 460893"/>
              <a:gd name="csY14" fmla="*/ 374956 h 570101"/>
              <a:gd name="csX15" fmla="*/ 6475 w 460893"/>
              <a:gd name="csY15" fmla="*/ 353942 h 570101"/>
              <a:gd name="csX16" fmla="*/ 196 w 460893"/>
              <a:gd name="csY16" fmla="*/ 332000 h 570101"/>
              <a:gd name="csX17" fmla="*/ 0 w 460893"/>
              <a:gd name="csY17" fmla="*/ 321391 h 570101"/>
              <a:gd name="csX18" fmla="*/ 20006 w 460893"/>
              <a:gd name="csY18" fmla="*/ 322209 h 570101"/>
              <a:gd name="csX19" fmla="*/ 37306 w 460893"/>
              <a:gd name="csY19" fmla="*/ 304003 h 570101"/>
              <a:gd name="csX20" fmla="*/ 36933 w 460893"/>
              <a:gd name="csY20" fmla="*/ 289805 h 570101"/>
              <a:gd name="csX21" fmla="*/ 37690 w 460893"/>
              <a:gd name="csY21" fmla="*/ 253719 h 570101"/>
              <a:gd name="csX22" fmla="*/ 41303 w 460893"/>
              <a:gd name="csY22" fmla="*/ 221451 h 570101"/>
              <a:gd name="csX23" fmla="*/ 48412 w 460893"/>
              <a:gd name="csY23" fmla="*/ 202644 h 570101"/>
              <a:gd name="csX24" fmla="*/ 48257 w 460893"/>
              <a:gd name="csY24" fmla="*/ 124622 h 570101"/>
              <a:gd name="csX25" fmla="*/ 40464 w 460893"/>
              <a:gd name="csY25" fmla="*/ 83859 h 570101"/>
              <a:gd name="csX26" fmla="*/ 52830 w 460893"/>
              <a:gd name="csY26" fmla="*/ 45160 h 570101"/>
              <a:gd name="csX27" fmla="*/ 63246 w 460893"/>
              <a:gd name="csY27" fmla="*/ 46920 h 570101"/>
              <a:gd name="csX28" fmla="*/ 63246 w 460893"/>
              <a:gd name="csY28" fmla="*/ 23460 h 570101"/>
              <a:gd name="csX29" fmla="*/ 66672 w 460893"/>
              <a:gd name="csY29" fmla="*/ 0 h 570101"/>
              <a:gd name="csX30" fmla="*/ 126691 w 460893"/>
              <a:gd name="csY30" fmla="*/ 3798 h 570101"/>
              <a:gd name="csX31" fmla="*/ 203405 w 460893"/>
              <a:gd name="csY31" fmla="*/ 8311 h 570101"/>
              <a:gd name="csX32" fmla="*/ 223527 w 460893"/>
              <a:gd name="csY32" fmla="*/ 9026 h 570101"/>
              <a:gd name="csX33" fmla="*/ 229665 w 460893"/>
              <a:gd name="csY33" fmla="*/ 21938 h 570101"/>
              <a:gd name="csX34" fmla="*/ 254984 w 460893"/>
              <a:gd name="csY34" fmla="*/ 54210 h 570101"/>
              <a:gd name="csX35" fmla="*/ 267180 w 460893"/>
              <a:gd name="csY35" fmla="*/ 65624 h 570101"/>
              <a:gd name="csX36" fmla="*/ 283960 w 460893"/>
              <a:gd name="csY36" fmla="*/ 83994 h 570101"/>
              <a:gd name="csX37" fmla="*/ 300739 w 460893"/>
              <a:gd name="csY37" fmla="*/ 103278 h 570101"/>
              <a:gd name="csX38" fmla="*/ 307688 w 460893"/>
              <a:gd name="csY38" fmla="*/ 107024 h 570101"/>
              <a:gd name="csX39" fmla="*/ 338320 w 460893"/>
              <a:gd name="csY39" fmla="*/ 140082 h 570101"/>
              <a:gd name="csX40" fmla="*/ 345307 w 460893"/>
              <a:gd name="csY40" fmla="*/ 156757 h 570101"/>
              <a:gd name="csX41" fmla="*/ 350264 w 460893"/>
              <a:gd name="csY41" fmla="*/ 174757 h 570101"/>
              <a:gd name="csX42" fmla="*/ 353728 w 460893"/>
              <a:gd name="csY42" fmla="*/ 192882 h 570101"/>
              <a:gd name="csX43" fmla="*/ 357557 w 460893"/>
              <a:gd name="csY43" fmla="*/ 206186 h 570101"/>
              <a:gd name="csX44" fmla="*/ 373046 w 460893"/>
              <a:gd name="csY44" fmla="*/ 221653 h 570101"/>
              <a:gd name="csX45" fmla="*/ 388508 w 460893"/>
              <a:gd name="csY45" fmla="*/ 235073 h 570101"/>
              <a:gd name="csX46" fmla="*/ 408536 w 460893"/>
              <a:gd name="csY46" fmla="*/ 251563 h 570101"/>
              <a:gd name="csX47" fmla="*/ 419486 w 460893"/>
              <a:gd name="csY47" fmla="*/ 258145 h 570101"/>
              <a:gd name="csX48" fmla="*/ 429612 w 460893"/>
              <a:gd name="csY48" fmla="*/ 264555 h 570101"/>
              <a:gd name="csX49" fmla="*/ 440498 w 460893"/>
              <a:gd name="csY49" fmla="*/ 270196 h 570101"/>
              <a:gd name="csX50" fmla="*/ 458638 w 460893"/>
              <a:gd name="csY50" fmla="*/ 279871 h 570101"/>
              <a:gd name="csX51" fmla="*/ 433706 w 460893"/>
              <a:gd name="csY51" fmla="*/ 328123 h 570101"/>
              <a:gd name="csX52" fmla="*/ 401785 w 460893"/>
              <a:gd name="csY52" fmla="*/ 376892 h 570101"/>
              <a:gd name="csX53" fmla="*/ 408173 w 460893"/>
              <a:gd name="csY53" fmla="*/ 427230 h 570101"/>
              <a:gd name="csX54" fmla="*/ 407224 w 460893"/>
              <a:gd name="csY54" fmla="*/ 481463 h 570101"/>
              <a:gd name="csX55" fmla="*/ 357001 w 460893"/>
              <a:gd name="csY55" fmla="*/ 500599 h 570101"/>
              <a:gd name="csX56" fmla="*/ 339993 w 460893"/>
              <a:gd name="csY56" fmla="*/ 507393 h 570101"/>
              <a:gd name="csX57" fmla="*/ 315871 w 460893"/>
              <a:gd name="csY57" fmla="*/ 500146 h 570101"/>
              <a:gd name="csX58" fmla="*/ 305685 w 460893"/>
              <a:gd name="csY58" fmla="*/ 499249 h 570101"/>
              <a:gd name="csX59" fmla="*/ 291896 w 460893"/>
              <a:gd name="csY59" fmla="*/ 499687 h 570101"/>
              <a:gd name="csX60" fmla="*/ 270870 w 460893"/>
              <a:gd name="csY60" fmla="*/ 491757 h 570101"/>
              <a:gd name="csX61" fmla="*/ 256706 w 460893"/>
              <a:gd name="csY61" fmla="*/ 481408 h 570101"/>
              <a:gd name="csX62" fmla="*/ 242051 w 460893"/>
              <a:gd name="csY62" fmla="*/ 472207 h 570101"/>
              <a:gd name="csX63" fmla="*/ 227525 w 460893"/>
              <a:gd name="csY63" fmla="*/ 468533 h 570101"/>
              <a:gd name="csX64" fmla="*/ 222731 w 460893"/>
              <a:gd name="csY64" fmla="*/ 472486 h 570101"/>
              <a:gd name="csX65" fmla="*/ 210984 w 460893"/>
              <a:gd name="csY65" fmla="*/ 493362 h 570101"/>
              <a:gd name="csX66" fmla="*/ 200162 w 460893"/>
              <a:gd name="csY66" fmla="*/ 504374 h 570101"/>
              <a:gd name="csX67" fmla="*/ 192160 w 460893"/>
              <a:gd name="csY67" fmla="*/ 516880 h 570101"/>
              <a:gd name="csX68" fmla="*/ 189436 w 460893"/>
              <a:gd name="csY68" fmla="*/ 530760 h 570101"/>
              <a:gd name="csX69" fmla="*/ 184534 w 460893"/>
              <a:gd name="csY69" fmla="*/ 547022 h 570101"/>
              <a:gd name="csX70" fmla="*/ 182598 w 460893"/>
              <a:gd name="csY70" fmla="*/ 561518 h 570101"/>
              <a:gd name="csX71" fmla="*/ 164446 w 460893"/>
              <a:gd name="csY71" fmla="*/ 570049 h 570101"/>
              <a:gd name="csX72" fmla="*/ 151660 w 460893"/>
              <a:gd name="csY72" fmla="*/ 568610 h 5701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Lst>
            <a:rect l="l" t="t" r="r" b="b"/>
            <a:pathLst>
              <a:path w="460893" h="570101">
                <a:moveTo>
                  <a:pt x="151660" y="568610"/>
                </a:moveTo>
                <a:cubicBezTo>
                  <a:pt x="143384" y="567865"/>
                  <a:pt x="140689" y="566530"/>
                  <a:pt x="140689" y="563178"/>
                </a:cubicBezTo>
                <a:cubicBezTo>
                  <a:pt x="140689" y="560733"/>
                  <a:pt x="136724" y="554651"/>
                  <a:pt x="131877" y="549661"/>
                </a:cubicBezTo>
                <a:cubicBezTo>
                  <a:pt x="126875" y="544511"/>
                  <a:pt x="122689" y="537293"/>
                  <a:pt x="122196" y="532968"/>
                </a:cubicBezTo>
                <a:cubicBezTo>
                  <a:pt x="121389" y="525881"/>
                  <a:pt x="120335" y="525192"/>
                  <a:pt x="107130" y="523131"/>
                </a:cubicBezTo>
                <a:cubicBezTo>
                  <a:pt x="99321" y="521912"/>
                  <a:pt x="91554" y="519792"/>
                  <a:pt x="89869" y="518421"/>
                </a:cubicBezTo>
                <a:cubicBezTo>
                  <a:pt x="88184" y="517050"/>
                  <a:pt x="86027" y="509330"/>
                  <a:pt x="85076" y="501266"/>
                </a:cubicBezTo>
                <a:cubicBezTo>
                  <a:pt x="84126" y="493202"/>
                  <a:pt x="80796" y="477310"/>
                  <a:pt x="77677" y="465952"/>
                </a:cubicBezTo>
                <a:lnTo>
                  <a:pt x="72006" y="445300"/>
                </a:lnTo>
                <a:lnTo>
                  <a:pt x="58957" y="446095"/>
                </a:lnTo>
                <a:cubicBezTo>
                  <a:pt x="46778" y="446836"/>
                  <a:pt x="45189" y="446199"/>
                  <a:pt x="35144" y="436548"/>
                </a:cubicBezTo>
                <a:lnTo>
                  <a:pt x="24381" y="426207"/>
                </a:lnTo>
                <a:lnTo>
                  <a:pt x="26114" y="405421"/>
                </a:lnTo>
                <a:cubicBezTo>
                  <a:pt x="27263" y="391650"/>
                  <a:pt x="26942" y="384636"/>
                  <a:pt x="25165" y="384636"/>
                </a:cubicBezTo>
                <a:cubicBezTo>
                  <a:pt x="23689" y="384636"/>
                  <a:pt x="20249" y="380280"/>
                  <a:pt x="17520" y="374956"/>
                </a:cubicBezTo>
                <a:cubicBezTo>
                  <a:pt x="14791" y="369631"/>
                  <a:pt x="9821" y="360175"/>
                  <a:pt x="6475" y="353942"/>
                </a:cubicBezTo>
                <a:cubicBezTo>
                  <a:pt x="3106" y="347664"/>
                  <a:pt x="305" y="337877"/>
                  <a:pt x="196" y="332000"/>
                </a:cubicBezTo>
                <a:lnTo>
                  <a:pt x="0" y="321391"/>
                </a:lnTo>
                <a:lnTo>
                  <a:pt x="20006" y="322209"/>
                </a:lnTo>
                <a:cubicBezTo>
                  <a:pt x="42391" y="323125"/>
                  <a:pt x="42565" y="322942"/>
                  <a:pt x="37306" y="304003"/>
                </a:cubicBezTo>
                <a:cubicBezTo>
                  <a:pt x="35685" y="298169"/>
                  <a:pt x="35538" y="292562"/>
                  <a:pt x="36933" y="289805"/>
                </a:cubicBezTo>
                <a:cubicBezTo>
                  <a:pt x="38201" y="287300"/>
                  <a:pt x="38542" y="271061"/>
                  <a:pt x="37690" y="253719"/>
                </a:cubicBezTo>
                <a:cubicBezTo>
                  <a:pt x="36207" y="223555"/>
                  <a:pt x="36364" y="222156"/>
                  <a:pt x="41303" y="221451"/>
                </a:cubicBezTo>
                <a:cubicBezTo>
                  <a:pt x="45680" y="220826"/>
                  <a:pt x="46762" y="217964"/>
                  <a:pt x="48412" y="202644"/>
                </a:cubicBezTo>
                <a:cubicBezTo>
                  <a:pt x="51806" y="171127"/>
                  <a:pt x="51726" y="130863"/>
                  <a:pt x="48257" y="124622"/>
                </a:cubicBezTo>
                <a:cubicBezTo>
                  <a:pt x="46501" y="121464"/>
                  <a:pt x="42994" y="103121"/>
                  <a:pt x="40464" y="83859"/>
                </a:cubicBezTo>
                <a:cubicBezTo>
                  <a:pt x="35209" y="43860"/>
                  <a:pt x="35717" y="42269"/>
                  <a:pt x="52830" y="45160"/>
                </a:cubicBezTo>
                <a:lnTo>
                  <a:pt x="63246" y="46920"/>
                </a:lnTo>
                <a:lnTo>
                  <a:pt x="63246" y="23460"/>
                </a:lnTo>
                <a:cubicBezTo>
                  <a:pt x="63246" y="5683"/>
                  <a:pt x="64076" y="0"/>
                  <a:pt x="66672" y="0"/>
                </a:cubicBezTo>
                <a:cubicBezTo>
                  <a:pt x="68557" y="0"/>
                  <a:pt x="95565" y="1709"/>
                  <a:pt x="126691" y="3798"/>
                </a:cubicBezTo>
                <a:cubicBezTo>
                  <a:pt x="157817" y="5887"/>
                  <a:pt x="192338" y="7917"/>
                  <a:pt x="203405" y="8311"/>
                </a:cubicBezTo>
                <a:lnTo>
                  <a:pt x="223527" y="9026"/>
                </a:lnTo>
                <a:lnTo>
                  <a:pt x="229665" y="21938"/>
                </a:lnTo>
                <a:cubicBezTo>
                  <a:pt x="235583" y="34389"/>
                  <a:pt x="251134" y="54210"/>
                  <a:pt x="254984" y="54210"/>
                </a:cubicBezTo>
                <a:cubicBezTo>
                  <a:pt x="256963" y="54210"/>
                  <a:pt x="267180" y="63772"/>
                  <a:pt x="267180" y="65624"/>
                </a:cubicBezTo>
                <a:cubicBezTo>
                  <a:pt x="267180" y="66222"/>
                  <a:pt x="274731" y="74489"/>
                  <a:pt x="283960" y="83994"/>
                </a:cubicBezTo>
                <a:cubicBezTo>
                  <a:pt x="293188" y="93499"/>
                  <a:pt x="300739" y="102177"/>
                  <a:pt x="300739" y="103278"/>
                </a:cubicBezTo>
                <a:cubicBezTo>
                  <a:pt x="300739" y="104379"/>
                  <a:pt x="303866" y="106065"/>
                  <a:pt x="307688" y="107024"/>
                </a:cubicBezTo>
                <a:cubicBezTo>
                  <a:pt x="316754" y="109299"/>
                  <a:pt x="336159" y="130241"/>
                  <a:pt x="338320" y="140082"/>
                </a:cubicBezTo>
                <a:cubicBezTo>
                  <a:pt x="339250" y="144316"/>
                  <a:pt x="342394" y="151820"/>
                  <a:pt x="345307" y="156757"/>
                </a:cubicBezTo>
                <a:cubicBezTo>
                  <a:pt x="348253" y="161749"/>
                  <a:pt x="350453" y="169738"/>
                  <a:pt x="350264" y="174757"/>
                </a:cubicBezTo>
                <a:cubicBezTo>
                  <a:pt x="350078" y="179720"/>
                  <a:pt x="351636" y="187876"/>
                  <a:pt x="353728" y="192882"/>
                </a:cubicBezTo>
                <a:cubicBezTo>
                  <a:pt x="355820" y="197888"/>
                  <a:pt x="357543" y="203875"/>
                  <a:pt x="357557" y="206186"/>
                </a:cubicBezTo>
                <a:cubicBezTo>
                  <a:pt x="357572" y="208497"/>
                  <a:pt x="364542" y="215457"/>
                  <a:pt x="373046" y="221653"/>
                </a:cubicBezTo>
                <a:cubicBezTo>
                  <a:pt x="381550" y="227849"/>
                  <a:pt x="388508" y="233888"/>
                  <a:pt x="388508" y="235073"/>
                </a:cubicBezTo>
                <a:cubicBezTo>
                  <a:pt x="388508" y="239850"/>
                  <a:pt x="400638" y="249837"/>
                  <a:pt x="408536" y="251563"/>
                </a:cubicBezTo>
                <a:cubicBezTo>
                  <a:pt x="413162" y="252574"/>
                  <a:pt x="418090" y="255536"/>
                  <a:pt x="419486" y="258145"/>
                </a:cubicBezTo>
                <a:cubicBezTo>
                  <a:pt x="420882" y="260754"/>
                  <a:pt x="425439" y="263638"/>
                  <a:pt x="429612" y="264555"/>
                </a:cubicBezTo>
                <a:cubicBezTo>
                  <a:pt x="433785" y="265471"/>
                  <a:pt x="438684" y="268010"/>
                  <a:pt x="440498" y="270196"/>
                </a:cubicBezTo>
                <a:cubicBezTo>
                  <a:pt x="443409" y="273704"/>
                  <a:pt x="453843" y="279268"/>
                  <a:pt x="458638" y="279871"/>
                </a:cubicBezTo>
                <a:cubicBezTo>
                  <a:pt x="464237" y="280575"/>
                  <a:pt x="460647" y="287523"/>
                  <a:pt x="433706" y="328123"/>
                </a:cubicBezTo>
                <a:cubicBezTo>
                  <a:pt x="417320" y="352816"/>
                  <a:pt x="402956" y="374762"/>
                  <a:pt x="401785" y="376892"/>
                </a:cubicBezTo>
                <a:cubicBezTo>
                  <a:pt x="400523" y="379188"/>
                  <a:pt x="403122" y="399673"/>
                  <a:pt x="408173" y="427230"/>
                </a:cubicBezTo>
                <a:cubicBezTo>
                  <a:pt x="419157" y="487163"/>
                  <a:pt x="419215" y="483871"/>
                  <a:pt x="407224" y="481463"/>
                </a:cubicBezTo>
                <a:cubicBezTo>
                  <a:pt x="377101" y="475416"/>
                  <a:pt x="375238" y="476126"/>
                  <a:pt x="357001" y="500599"/>
                </a:cubicBezTo>
                <a:cubicBezTo>
                  <a:pt x="346599" y="514558"/>
                  <a:pt x="343773" y="515687"/>
                  <a:pt x="339993" y="507393"/>
                </a:cubicBezTo>
                <a:cubicBezTo>
                  <a:pt x="336462" y="499643"/>
                  <a:pt x="325739" y="496421"/>
                  <a:pt x="315871" y="500146"/>
                </a:cubicBezTo>
                <a:cubicBezTo>
                  <a:pt x="310307" y="502246"/>
                  <a:pt x="308004" y="502043"/>
                  <a:pt x="305685" y="499249"/>
                </a:cubicBezTo>
                <a:cubicBezTo>
                  <a:pt x="301762" y="494522"/>
                  <a:pt x="296907" y="494676"/>
                  <a:pt x="291896" y="499687"/>
                </a:cubicBezTo>
                <a:cubicBezTo>
                  <a:pt x="286395" y="505188"/>
                  <a:pt x="278982" y="502392"/>
                  <a:pt x="270870" y="491757"/>
                </a:cubicBezTo>
                <a:cubicBezTo>
                  <a:pt x="267159" y="486892"/>
                  <a:pt x="260921" y="482334"/>
                  <a:pt x="256706" y="481408"/>
                </a:cubicBezTo>
                <a:cubicBezTo>
                  <a:pt x="252563" y="480498"/>
                  <a:pt x="245969" y="476358"/>
                  <a:pt x="242051" y="472207"/>
                </a:cubicBezTo>
                <a:cubicBezTo>
                  <a:pt x="234140" y="463825"/>
                  <a:pt x="229757" y="462717"/>
                  <a:pt x="227525" y="468533"/>
                </a:cubicBezTo>
                <a:cubicBezTo>
                  <a:pt x="226708" y="470663"/>
                  <a:pt x="224550" y="472442"/>
                  <a:pt x="222731" y="472486"/>
                </a:cubicBezTo>
                <a:cubicBezTo>
                  <a:pt x="216831" y="472631"/>
                  <a:pt x="209780" y="485162"/>
                  <a:pt x="210984" y="493362"/>
                </a:cubicBezTo>
                <a:cubicBezTo>
                  <a:pt x="212266" y="502098"/>
                  <a:pt x="211304" y="503076"/>
                  <a:pt x="200162" y="504374"/>
                </a:cubicBezTo>
                <a:cubicBezTo>
                  <a:pt x="189734" y="505588"/>
                  <a:pt x="189645" y="505728"/>
                  <a:pt x="192160" y="516880"/>
                </a:cubicBezTo>
                <a:cubicBezTo>
                  <a:pt x="193910" y="524639"/>
                  <a:pt x="193416" y="527159"/>
                  <a:pt x="189436" y="530760"/>
                </a:cubicBezTo>
                <a:cubicBezTo>
                  <a:pt x="186033" y="533840"/>
                  <a:pt x="184562" y="538720"/>
                  <a:pt x="184534" y="547022"/>
                </a:cubicBezTo>
                <a:cubicBezTo>
                  <a:pt x="184512" y="553546"/>
                  <a:pt x="183641" y="560069"/>
                  <a:pt x="182598" y="561518"/>
                </a:cubicBezTo>
                <a:cubicBezTo>
                  <a:pt x="180445" y="564508"/>
                  <a:pt x="167199" y="570734"/>
                  <a:pt x="164446" y="570049"/>
                </a:cubicBezTo>
                <a:cubicBezTo>
                  <a:pt x="163448" y="569801"/>
                  <a:pt x="157694" y="569154"/>
                  <a:pt x="151660" y="568610"/>
                </a:cubicBezTo>
                <a:close/>
              </a:path>
            </a:pathLst>
          </a:custGeom>
          <a:solidFill>
            <a:srgbClr val="B9B9B9"/>
          </a:solidFill>
          <a:ln w="5163" cap="flat">
            <a:noFill/>
            <a:prstDash val="solid"/>
            <a:miter/>
          </a:ln>
        </p:spPr>
        <p:txBody>
          <a:bodyPr/>
          <a:lstStyle/>
          <a:p>
            <a:endParaRPr lang="es-419" noProof="0" dirty="0"/>
          </a:p>
        </p:txBody>
      </p:sp>
      <p:sp>
        <p:nvSpPr>
          <p:cNvPr id="61" name="Forma libre: forma 60">
            <a:extLst>
              <a:ext uri="{FF2B5EF4-FFF2-40B4-BE49-F238E27FC236}">
                <a16:creationId xmlns:a16="http://schemas.microsoft.com/office/drawing/2014/main" id="{7FC0AB3E-E349-0470-CAE6-11BA05F00789}"/>
              </a:ext>
            </a:extLst>
          </p:cNvPr>
          <p:cNvSpPr/>
          <p:nvPr/>
        </p:nvSpPr>
        <p:spPr>
          <a:xfrm>
            <a:off x="2038384" y="2469122"/>
            <a:ext cx="332998" cy="314936"/>
          </a:xfrm>
          <a:custGeom>
            <a:avLst/>
            <a:gdLst>
              <a:gd name="csX0" fmla="*/ 150508 w 332998"/>
              <a:gd name="csY0" fmla="*/ 295153 h 314936"/>
              <a:gd name="csX1" fmla="*/ 122921 w 332998"/>
              <a:gd name="csY1" fmla="*/ 269012 h 314936"/>
              <a:gd name="csX2" fmla="*/ 122279 w 332998"/>
              <a:gd name="csY2" fmla="*/ 264031 h 314936"/>
              <a:gd name="csX3" fmla="*/ 126546 w 332998"/>
              <a:gd name="csY3" fmla="*/ 262908 h 314936"/>
              <a:gd name="csX4" fmla="*/ 106954 w 332998"/>
              <a:gd name="csY4" fmla="*/ 254224 h 314936"/>
              <a:gd name="csX5" fmla="*/ 78561 w 332998"/>
              <a:gd name="csY5" fmla="*/ 232541 h 314936"/>
              <a:gd name="csX6" fmla="*/ 60903 w 332998"/>
              <a:gd name="csY6" fmla="*/ 216842 h 314936"/>
              <a:gd name="csX7" fmla="*/ 60455 w 332998"/>
              <a:gd name="csY7" fmla="*/ 213585 h 314936"/>
              <a:gd name="csX8" fmla="*/ 56711 w 332998"/>
              <a:gd name="csY8" fmla="*/ 207285 h 314936"/>
              <a:gd name="csX9" fmla="*/ 53349 w 332998"/>
              <a:gd name="csY9" fmla="*/ 207961 h 314936"/>
              <a:gd name="csX10" fmla="*/ 34703 w 332998"/>
              <a:gd name="csY10" fmla="*/ 200142 h 314936"/>
              <a:gd name="csX11" fmla="*/ 16028 w 332998"/>
              <a:gd name="csY11" fmla="*/ 187234 h 314936"/>
              <a:gd name="csX12" fmla="*/ 16436 w 332998"/>
              <a:gd name="csY12" fmla="*/ 184359 h 314936"/>
              <a:gd name="csX13" fmla="*/ 14549 w 332998"/>
              <a:gd name="csY13" fmla="*/ 178120 h 314936"/>
              <a:gd name="csX14" fmla="*/ 7908 w 332998"/>
              <a:gd name="csY14" fmla="*/ 171021 h 314936"/>
              <a:gd name="csX15" fmla="*/ 2407 w 332998"/>
              <a:gd name="csY15" fmla="*/ 154470 h 314936"/>
              <a:gd name="csX16" fmla="*/ 6812 w 332998"/>
              <a:gd name="csY16" fmla="*/ 119621 h 314936"/>
              <a:gd name="csX17" fmla="*/ 17071 w 332998"/>
              <a:gd name="csY17" fmla="*/ 91641 h 314936"/>
              <a:gd name="csX18" fmla="*/ 20635 w 332998"/>
              <a:gd name="csY18" fmla="*/ 82008 h 314936"/>
              <a:gd name="csX19" fmla="*/ 29523 w 332998"/>
              <a:gd name="csY19" fmla="*/ 71230 h 314936"/>
              <a:gd name="csX20" fmla="*/ 42896 w 332998"/>
              <a:gd name="csY20" fmla="*/ 48085 h 314936"/>
              <a:gd name="csX21" fmla="*/ 49532 w 332998"/>
              <a:gd name="csY21" fmla="*/ 35969 h 314936"/>
              <a:gd name="csX22" fmla="*/ 54906 w 332998"/>
              <a:gd name="csY22" fmla="*/ 23257 h 314936"/>
              <a:gd name="csX23" fmla="*/ 66531 w 332998"/>
              <a:gd name="csY23" fmla="*/ 0 h 314936"/>
              <a:gd name="csX24" fmla="*/ 82468 w 332998"/>
              <a:gd name="csY24" fmla="*/ 19425 h 314936"/>
              <a:gd name="csX25" fmla="*/ 95351 w 332998"/>
              <a:gd name="csY25" fmla="*/ 43885 h 314936"/>
              <a:gd name="csX26" fmla="*/ 106141 w 332998"/>
              <a:gd name="csY26" fmla="*/ 49048 h 314936"/>
              <a:gd name="csX27" fmla="*/ 113640 w 332998"/>
              <a:gd name="csY27" fmla="*/ 54166 h 314936"/>
              <a:gd name="csX28" fmla="*/ 132249 w 332998"/>
              <a:gd name="csY28" fmla="*/ 34653 h 314936"/>
              <a:gd name="csX29" fmla="*/ 156404 w 332998"/>
              <a:gd name="csY29" fmla="*/ 10326 h 314936"/>
              <a:gd name="csX30" fmla="*/ 168334 w 332998"/>
              <a:gd name="csY30" fmla="*/ 6060 h 314936"/>
              <a:gd name="csX31" fmla="*/ 186389 w 332998"/>
              <a:gd name="csY31" fmla="*/ 9933 h 314936"/>
              <a:gd name="csX32" fmla="*/ 200349 w 332998"/>
              <a:gd name="csY32" fmla="*/ 18070 h 314936"/>
              <a:gd name="csX33" fmla="*/ 204999 w 332998"/>
              <a:gd name="csY33" fmla="*/ 30473 h 314936"/>
              <a:gd name="csX34" fmla="*/ 218185 w 332998"/>
              <a:gd name="csY34" fmla="*/ 43802 h 314936"/>
              <a:gd name="csX35" fmla="*/ 227241 w 332998"/>
              <a:gd name="csY35" fmla="*/ 50036 h 314936"/>
              <a:gd name="csX36" fmla="*/ 238424 w 332998"/>
              <a:gd name="csY36" fmla="*/ 60571 h 314936"/>
              <a:gd name="csX37" fmla="*/ 261581 w 332998"/>
              <a:gd name="csY37" fmla="*/ 79599 h 314936"/>
              <a:gd name="csX38" fmla="*/ 276424 w 332998"/>
              <a:gd name="csY38" fmla="*/ 89453 h 314936"/>
              <a:gd name="csX39" fmla="*/ 280389 w 332998"/>
              <a:gd name="csY39" fmla="*/ 90232 h 314936"/>
              <a:gd name="csX40" fmla="*/ 288978 w 332998"/>
              <a:gd name="csY40" fmla="*/ 95366 h 314936"/>
              <a:gd name="csX41" fmla="*/ 309784 w 332998"/>
              <a:gd name="csY41" fmla="*/ 117828 h 314936"/>
              <a:gd name="csX42" fmla="*/ 323208 w 332998"/>
              <a:gd name="csY42" fmla="*/ 127731 h 314936"/>
              <a:gd name="csX43" fmla="*/ 330610 w 332998"/>
              <a:gd name="csY43" fmla="*/ 136947 h 314936"/>
              <a:gd name="csX44" fmla="*/ 327230 w 332998"/>
              <a:gd name="csY44" fmla="*/ 153094 h 314936"/>
              <a:gd name="csX45" fmla="*/ 328146 w 332998"/>
              <a:gd name="csY45" fmla="*/ 164492 h 314936"/>
              <a:gd name="csX46" fmla="*/ 285552 w 332998"/>
              <a:gd name="csY46" fmla="*/ 166189 h 314936"/>
              <a:gd name="csX47" fmla="*/ 228050 w 332998"/>
              <a:gd name="csY47" fmla="*/ 169472 h 314936"/>
              <a:gd name="csX48" fmla="*/ 213142 w 332998"/>
              <a:gd name="csY48" fmla="*/ 171057 h 314936"/>
              <a:gd name="csX49" fmla="*/ 197915 w 332998"/>
              <a:gd name="csY49" fmla="*/ 199758 h 314936"/>
              <a:gd name="csX50" fmla="*/ 180329 w 332998"/>
              <a:gd name="csY50" fmla="*/ 231127 h 314936"/>
              <a:gd name="csX51" fmla="*/ 181055 w 332998"/>
              <a:gd name="csY51" fmla="*/ 253031 h 314936"/>
              <a:gd name="csX52" fmla="*/ 185000 w 332998"/>
              <a:gd name="csY52" fmla="*/ 272477 h 314936"/>
              <a:gd name="csX53" fmla="*/ 182260 w 332998"/>
              <a:gd name="csY53" fmla="*/ 301769 h 314936"/>
              <a:gd name="csX54" fmla="*/ 174070 w 332998"/>
              <a:gd name="csY54" fmla="*/ 314937 h 314936"/>
              <a:gd name="csX55" fmla="*/ 150508 w 332998"/>
              <a:gd name="csY55" fmla="*/ 295153 h 3149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Lst>
            <a:rect l="l" t="t" r="r" b="b"/>
            <a:pathLst>
              <a:path w="332998" h="314936">
                <a:moveTo>
                  <a:pt x="150508" y="295153"/>
                </a:moveTo>
                <a:cubicBezTo>
                  <a:pt x="138884" y="284272"/>
                  <a:pt x="126470" y="272508"/>
                  <a:pt x="122921" y="269012"/>
                </a:cubicBezTo>
                <a:cubicBezTo>
                  <a:pt x="116541" y="262727"/>
                  <a:pt x="116534" y="262670"/>
                  <a:pt x="122279" y="264031"/>
                </a:cubicBezTo>
                <a:cubicBezTo>
                  <a:pt x="125681" y="264837"/>
                  <a:pt x="127450" y="264371"/>
                  <a:pt x="126546" y="262908"/>
                </a:cubicBezTo>
                <a:cubicBezTo>
                  <a:pt x="124960" y="260342"/>
                  <a:pt x="114693" y="255791"/>
                  <a:pt x="106954" y="254224"/>
                </a:cubicBezTo>
                <a:cubicBezTo>
                  <a:pt x="98738" y="252560"/>
                  <a:pt x="93040" y="248209"/>
                  <a:pt x="78561" y="232541"/>
                </a:cubicBezTo>
                <a:cubicBezTo>
                  <a:pt x="70581" y="223906"/>
                  <a:pt x="62635" y="216842"/>
                  <a:pt x="60903" y="216842"/>
                </a:cubicBezTo>
                <a:cubicBezTo>
                  <a:pt x="58660" y="216842"/>
                  <a:pt x="58531" y="215904"/>
                  <a:pt x="60455" y="213585"/>
                </a:cubicBezTo>
                <a:cubicBezTo>
                  <a:pt x="62461" y="211169"/>
                  <a:pt x="61494" y="209543"/>
                  <a:pt x="56711" y="207285"/>
                </a:cubicBezTo>
                <a:cubicBezTo>
                  <a:pt x="51186" y="204678"/>
                  <a:pt x="50705" y="204775"/>
                  <a:pt x="53349" y="207961"/>
                </a:cubicBezTo>
                <a:cubicBezTo>
                  <a:pt x="59572" y="215458"/>
                  <a:pt x="50558" y="211678"/>
                  <a:pt x="34703" y="200142"/>
                </a:cubicBezTo>
                <a:cubicBezTo>
                  <a:pt x="25983" y="193796"/>
                  <a:pt x="17579" y="187988"/>
                  <a:pt x="16028" y="187234"/>
                </a:cubicBezTo>
                <a:cubicBezTo>
                  <a:pt x="14108" y="186301"/>
                  <a:pt x="14238" y="185384"/>
                  <a:pt x="16436" y="184359"/>
                </a:cubicBezTo>
                <a:cubicBezTo>
                  <a:pt x="21429" y="182028"/>
                  <a:pt x="20247" y="178120"/>
                  <a:pt x="14549" y="178120"/>
                </a:cubicBezTo>
                <a:cubicBezTo>
                  <a:pt x="11062" y="178120"/>
                  <a:pt x="8950" y="175862"/>
                  <a:pt x="7908" y="171021"/>
                </a:cubicBezTo>
                <a:cubicBezTo>
                  <a:pt x="7068" y="167117"/>
                  <a:pt x="4593" y="159669"/>
                  <a:pt x="2407" y="154470"/>
                </a:cubicBezTo>
                <a:cubicBezTo>
                  <a:pt x="-1401" y="145413"/>
                  <a:pt x="-1217" y="143959"/>
                  <a:pt x="6812" y="119621"/>
                </a:cubicBezTo>
                <a:cubicBezTo>
                  <a:pt x="11420" y="105652"/>
                  <a:pt x="16036" y="93061"/>
                  <a:pt x="17071" y="91641"/>
                </a:cubicBezTo>
                <a:cubicBezTo>
                  <a:pt x="18105" y="90222"/>
                  <a:pt x="19709" y="85887"/>
                  <a:pt x="20635" y="82008"/>
                </a:cubicBezTo>
                <a:cubicBezTo>
                  <a:pt x="21600" y="77965"/>
                  <a:pt x="25393" y="73366"/>
                  <a:pt x="29523" y="71230"/>
                </a:cubicBezTo>
                <a:cubicBezTo>
                  <a:pt x="37293" y="67213"/>
                  <a:pt x="42896" y="57515"/>
                  <a:pt x="42896" y="48085"/>
                </a:cubicBezTo>
                <a:cubicBezTo>
                  <a:pt x="42896" y="44850"/>
                  <a:pt x="45882" y="39398"/>
                  <a:pt x="49532" y="35969"/>
                </a:cubicBezTo>
                <a:cubicBezTo>
                  <a:pt x="54317" y="31473"/>
                  <a:pt x="55816" y="27929"/>
                  <a:pt x="54906" y="23257"/>
                </a:cubicBezTo>
                <a:cubicBezTo>
                  <a:pt x="53161" y="14292"/>
                  <a:pt x="60305" y="0"/>
                  <a:pt x="66531" y="0"/>
                </a:cubicBezTo>
                <a:cubicBezTo>
                  <a:pt x="74307" y="0"/>
                  <a:pt x="80918" y="8058"/>
                  <a:pt x="82468" y="19425"/>
                </a:cubicBezTo>
                <a:cubicBezTo>
                  <a:pt x="84849" y="36891"/>
                  <a:pt x="88533" y="43885"/>
                  <a:pt x="95351" y="43885"/>
                </a:cubicBezTo>
                <a:cubicBezTo>
                  <a:pt x="98716" y="43885"/>
                  <a:pt x="103572" y="46208"/>
                  <a:pt x="106141" y="49048"/>
                </a:cubicBezTo>
                <a:cubicBezTo>
                  <a:pt x="108711" y="51887"/>
                  <a:pt x="112086" y="54190"/>
                  <a:pt x="113640" y="54166"/>
                </a:cubicBezTo>
                <a:cubicBezTo>
                  <a:pt x="117209" y="54110"/>
                  <a:pt x="125915" y="44980"/>
                  <a:pt x="132249" y="34653"/>
                </a:cubicBezTo>
                <a:cubicBezTo>
                  <a:pt x="141121" y="20185"/>
                  <a:pt x="150911" y="10326"/>
                  <a:pt x="156404" y="10326"/>
                </a:cubicBezTo>
                <a:cubicBezTo>
                  <a:pt x="159385" y="10326"/>
                  <a:pt x="164754" y="8406"/>
                  <a:pt x="168334" y="6060"/>
                </a:cubicBezTo>
                <a:cubicBezTo>
                  <a:pt x="174611" y="1948"/>
                  <a:pt x="175258" y="2087"/>
                  <a:pt x="186389" y="9933"/>
                </a:cubicBezTo>
                <a:cubicBezTo>
                  <a:pt x="192739" y="14408"/>
                  <a:pt x="199021" y="18070"/>
                  <a:pt x="200349" y="18070"/>
                </a:cubicBezTo>
                <a:cubicBezTo>
                  <a:pt x="204669" y="18070"/>
                  <a:pt x="208141" y="27331"/>
                  <a:pt x="204999" y="30473"/>
                </a:cubicBezTo>
                <a:cubicBezTo>
                  <a:pt x="200842" y="34630"/>
                  <a:pt x="205908" y="39750"/>
                  <a:pt x="218185" y="43802"/>
                </a:cubicBezTo>
                <a:cubicBezTo>
                  <a:pt x="223767" y="45645"/>
                  <a:pt x="227842" y="48450"/>
                  <a:pt x="227241" y="50036"/>
                </a:cubicBezTo>
                <a:cubicBezTo>
                  <a:pt x="226639" y="51622"/>
                  <a:pt x="231671" y="56363"/>
                  <a:pt x="238424" y="60571"/>
                </a:cubicBezTo>
                <a:cubicBezTo>
                  <a:pt x="245177" y="64780"/>
                  <a:pt x="255598" y="73342"/>
                  <a:pt x="261581" y="79599"/>
                </a:cubicBezTo>
                <a:cubicBezTo>
                  <a:pt x="268586" y="86925"/>
                  <a:pt x="273870" y="90433"/>
                  <a:pt x="276424" y="89453"/>
                </a:cubicBezTo>
                <a:cubicBezTo>
                  <a:pt x="278605" y="88616"/>
                  <a:pt x="280389" y="88966"/>
                  <a:pt x="280389" y="90232"/>
                </a:cubicBezTo>
                <a:cubicBezTo>
                  <a:pt x="280389" y="91497"/>
                  <a:pt x="284254" y="93807"/>
                  <a:pt x="288978" y="95366"/>
                </a:cubicBezTo>
                <a:cubicBezTo>
                  <a:pt x="297678" y="98238"/>
                  <a:pt x="306636" y="107909"/>
                  <a:pt x="309784" y="117828"/>
                </a:cubicBezTo>
                <a:cubicBezTo>
                  <a:pt x="310845" y="121169"/>
                  <a:pt x="316015" y="124983"/>
                  <a:pt x="323208" y="127731"/>
                </a:cubicBezTo>
                <a:cubicBezTo>
                  <a:pt x="334331" y="131978"/>
                  <a:pt x="334696" y="132432"/>
                  <a:pt x="330610" y="136947"/>
                </a:cubicBezTo>
                <a:cubicBezTo>
                  <a:pt x="327588" y="140286"/>
                  <a:pt x="326585" y="145078"/>
                  <a:pt x="327230" y="153094"/>
                </a:cubicBezTo>
                <a:lnTo>
                  <a:pt x="328146" y="164492"/>
                </a:lnTo>
                <a:lnTo>
                  <a:pt x="285552" y="166189"/>
                </a:lnTo>
                <a:cubicBezTo>
                  <a:pt x="262126" y="167123"/>
                  <a:pt x="236250" y="168600"/>
                  <a:pt x="228050" y="169472"/>
                </a:cubicBezTo>
                <a:lnTo>
                  <a:pt x="213142" y="171057"/>
                </a:lnTo>
                <a:lnTo>
                  <a:pt x="197915" y="199758"/>
                </a:lnTo>
                <a:cubicBezTo>
                  <a:pt x="189539" y="215543"/>
                  <a:pt x="181626" y="229659"/>
                  <a:pt x="180329" y="231127"/>
                </a:cubicBezTo>
                <a:cubicBezTo>
                  <a:pt x="174323" y="237923"/>
                  <a:pt x="174624" y="246989"/>
                  <a:pt x="181055" y="253031"/>
                </a:cubicBezTo>
                <a:cubicBezTo>
                  <a:pt x="187596" y="259176"/>
                  <a:pt x="189401" y="268075"/>
                  <a:pt x="185000" y="272477"/>
                </a:cubicBezTo>
                <a:cubicBezTo>
                  <a:pt x="182808" y="274669"/>
                  <a:pt x="182167" y="281522"/>
                  <a:pt x="182260" y="301769"/>
                </a:cubicBezTo>
                <a:cubicBezTo>
                  <a:pt x="182290" y="308297"/>
                  <a:pt x="178160" y="314937"/>
                  <a:pt x="174070" y="314937"/>
                </a:cubicBezTo>
                <a:cubicBezTo>
                  <a:pt x="172734" y="314937"/>
                  <a:pt x="162131" y="306034"/>
                  <a:pt x="150508" y="295153"/>
                </a:cubicBezTo>
                <a:close/>
              </a:path>
            </a:pathLst>
          </a:custGeom>
          <a:solidFill>
            <a:srgbClr val="B9B9B9"/>
          </a:solidFill>
          <a:ln w="5163" cap="flat">
            <a:noFill/>
            <a:prstDash val="solid"/>
            <a:miter/>
          </a:ln>
        </p:spPr>
        <p:txBody>
          <a:bodyPr/>
          <a:lstStyle/>
          <a:p>
            <a:endParaRPr lang="es-419" noProof="0" dirty="0"/>
          </a:p>
        </p:txBody>
      </p:sp>
      <p:sp>
        <p:nvSpPr>
          <p:cNvPr id="62" name="Forma libre: forma 61">
            <a:extLst>
              <a:ext uri="{FF2B5EF4-FFF2-40B4-BE49-F238E27FC236}">
                <a16:creationId xmlns:a16="http://schemas.microsoft.com/office/drawing/2014/main" id="{E9894DB5-9314-2965-B3A5-EDE03A15768E}"/>
              </a:ext>
            </a:extLst>
          </p:cNvPr>
          <p:cNvSpPr/>
          <p:nvPr/>
        </p:nvSpPr>
        <p:spPr>
          <a:xfrm>
            <a:off x="1645015" y="2415517"/>
            <a:ext cx="409424" cy="276749"/>
          </a:xfrm>
          <a:custGeom>
            <a:avLst/>
            <a:gdLst>
              <a:gd name="csX0" fmla="*/ 169694 w 409424"/>
              <a:gd name="csY0" fmla="*/ 275279 h 276749"/>
              <a:gd name="csX1" fmla="*/ 152536 w 409424"/>
              <a:gd name="csY1" fmla="*/ 270490 h 276749"/>
              <a:gd name="csX2" fmla="*/ 128939 w 409424"/>
              <a:gd name="csY2" fmla="*/ 261017 h 276749"/>
              <a:gd name="csX3" fmla="*/ 97253 w 409424"/>
              <a:gd name="csY3" fmla="*/ 251980 h 276749"/>
              <a:gd name="csX4" fmla="*/ 66316 w 409424"/>
              <a:gd name="csY4" fmla="*/ 248914 h 276749"/>
              <a:gd name="csX5" fmla="*/ 49536 w 409424"/>
              <a:gd name="csY5" fmla="*/ 241356 h 276749"/>
              <a:gd name="csX6" fmla="*/ 12262 w 409424"/>
              <a:gd name="csY6" fmla="*/ 223990 h 276749"/>
              <a:gd name="csX7" fmla="*/ 0 w 409424"/>
              <a:gd name="csY7" fmla="*/ 222341 h 276749"/>
              <a:gd name="csX8" fmla="*/ 5808 w 409424"/>
              <a:gd name="csY8" fmla="*/ 214784 h 276749"/>
              <a:gd name="csX9" fmla="*/ 14198 w 409424"/>
              <a:gd name="csY9" fmla="*/ 206134 h 276749"/>
              <a:gd name="csX10" fmla="*/ 30441 w 409424"/>
              <a:gd name="csY10" fmla="*/ 191104 h 276749"/>
              <a:gd name="csX11" fmla="*/ 44102 w 409424"/>
              <a:gd name="csY11" fmla="*/ 178805 h 276749"/>
              <a:gd name="csX12" fmla="*/ 41686 w 409424"/>
              <a:gd name="csY12" fmla="*/ 166228 h 276749"/>
              <a:gd name="csX13" fmla="*/ 27640 w 409424"/>
              <a:gd name="csY13" fmla="*/ 142994 h 276749"/>
              <a:gd name="csX14" fmla="*/ 10050 w 409424"/>
              <a:gd name="csY14" fmla="*/ 94836 h 276749"/>
              <a:gd name="csX15" fmla="*/ 25607 w 409424"/>
              <a:gd name="csY15" fmla="*/ 63931 h 276749"/>
              <a:gd name="csX16" fmla="*/ 43054 w 409424"/>
              <a:gd name="csY16" fmla="*/ 67030 h 276749"/>
              <a:gd name="csX17" fmla="*/ 54130 w 409424"/>
              <a:gd name="csY17" fmla="*/ 57326 h 276749"/>
              <a:gd name="csX18" fmla="*/ 54400 w 409424"/>
              <a:gd name="csY18" fmla="*/ 43740 h 276749"/>
              <a:gd name="csX19" fmla="*/ 67118 w 409424"/>
              <a:gd name="csY19" fmla="*/ 40356 h 276749"/>
              <a:gd name="csX20" fmla="*/ 69858 w 409424"/>
              <a:gd name="csY20" fmla="*/ 47250 h 276749"/>
              <a:gd name="csX21" fmla="*/ 74957 w 409424"/>
              <a:gd name="csY21" fmla="*/ 55146 h 276749"/>
              <a:gd name="csX22" fmla="*/ 85078 w 409424"/>
              <a:gd name="csY22" fmla="*/ 56392 h 276749"/>
              <a:gd name="csX23" fmla="*/ 108275 w 409424"/>
              <a:gd name="csY23" fmla="*/ 51828 h 276749"/>
              <a:gd name="csX24" fmla="*/ 135859 w 409424"/>
              <a:gd name="csY24" fmla="*/ 46965 h 276749"/>
              <a:gd name="csX25" fmla="*/ 159928 w 409424"/>
              <a:gd name="csY25" fmla="*/ 4926 h 276749"/>
              <a:gd name="csX26" fmla="*/ 164133 w 409424"/>
              <a:gd name="csY26" fmla="*/ 409 h 276749"/>
              <a:gd name="csX27" fmla="*/ 170486 w 409424"/>
              <a:gd name="csY27" fmla="*/ 1976 h 276749"/>
              <a:gd name="csX28" fmla="*/ 183283 w 409424"/>
              <a:gd name="csY28" fmla="*/ 17951 h 276749"/>
              <a:gd name="csX29" fmla="*/ 185999 w 409424"/>
              <a:gd name="csY29" fmla="*/ 22627 h 276749"/>
              <a:gd name="csX30" fmla="*/ 191478 w 409424"/>
              <a:gd name="csY30" fmla="*/ 30556 h 276749"/>
              <a:gd name="csX31" fmla="*/ 217371 w 409424"/>
              <a:gd name="csY31" fmla="*/ 43279 h 276749"/>
              <a:gd name="csX32" fmla="*/ 231319 w 409424"/>
              <a:gd name="csY32" fmla="*/ 47797 h 276749"/>
              <a:gd name="csX33" fmla="*/ 231065 w 409424"/>
              <a:gd name="csY33" fmla="*/ 71654 h 276749"/>
              <a:gd name="csX34" fmla="*/ 232914 w 409424"/>
              <a:gd name="csY34" fmla="*/ 94162 h 276749"/>
              <a:gd name="csX35" fmla="*/ 264097 w 409424"/>
              <a:gd name="csY35" fmla="*/ 98422 h 276749"/>
              <a:gd name="csX36" fmla="*/ 290859 w 409424"/>
              <a:gd name="csY36" fmla="*/ 85458 h 276749"/>
              <a:gd name="csX37" fmla="*/ 289553 w 409424"/>
              <a:gd name="csY37" fmla="*/ 87164 h 276749"/>
              <a:gd name="csX38" fmla="*/ 313001 w 409424"/>
              <a:gd name="csY38" fmla="*/ 117924 h 276749"/>
              <a:gd name="csX39" fmla="*/ 320100 w 409424"/>
              <a:gd name="csY39" fmla="*/ 125822 h 276749"/>
              <a:gd name="csX40" fmla="*/ 323327 w 409424"/>
              <a:gd name="csY40" fmla="*/ 131062 h 276749"/>
              <a:gd name="csX41" fmla="*/ 409403 w 409424"/>
              <a:gd name="csY41" fmla="*/ 134303 h 276749"/>
              <a:gd name="csX42" fmla="*/ 398626 w 409424"/>
              <a:gd name="csY42" fmla="*/ 166622 h 276749"/>
              <a:gd name="csX43" fmla="*/ 387152 w 409424"/>
              <a:gd name="csY43" fmla="*/ 198243 h 276749"/>
              <a:gd name="csX44" fmla="*/ 392348 w 409424"/>
              <a:gd name="csY44" fmla="*/ 208428 h 276749"/>
              <a:gd name="csX45" fmla="*/ 395238 w 409424"/>
              <a:gd name="csY45" fmla="*/ 226562 h 276749"/>
              <a:gd name="csX46" fmla="*/ 391384 w 409424"/>
              <a:gd name="csY46" fmla="*/ 222526 h 276749"/>
              <a:gd name="csX47" fmla="*/ 386991 w 409424"/>
              <a:gd name="csY47" fmla="*/ 220249 h 276749"/>
              <a:gd name="csX48" fmla="*/ 376751 w 409424"/>
              <a:gd name="csY48" fmla="*/ 216540 h 276749"/>
              <a:gd name="csX49" fmla="*/ 366566 w 409424"/>
              <a:gd name="csY49" fmla="*/ 215027 h 276749"/>
              <a:gd name="csX50" fmla="*/ 371084 w 409424"/>
              <a:gd name="csY50" fmla="*/ 220497 h 276749"/>
              <a:gd name="csX51" fmla="*/ 400125 w 409424"/>
              <a:gd name="csY51" fmla="*/ 234526 h 276749"/>
              <a:gd name="csX52" fmla="*/ 382700 w 409424"/>
              <a:gd name="csY52" fmla="*/ 228973 h 276749"/>
              <a:gd name="csX53" fmla="*/ 356240 w 409424"/>
              <a:gd name="csY53" fmla="*/ 221430 h 276749"/>
              <a:gd name="csX54" fmla="*/ 344640 w 409424"/>
              <a:gd name="csY54" fmla="*/ 215296 h 276749"/>
              <a:gd name="csX55" fmla="*/ 351310 w 409424"/>
              <a:gd name="csY55" fmla="*/ 215089 h 276749"/>
              <a:gd name="csX56" fmla="*/ 353659 w 409424"/>
              <a:gd name="csY56" fmla="*/ 213898 h 276749"/>
              <a:gd name="csX57" fmla="*/ 348281 w 409424"/>
              <a:gd name="csY57" fmla="*/ 208377 h 276749"/>
              <a:gd name="csX58" fmla="*/ 338397 w 409424"/>
              <a:gd name="csY58" fmla="*/ 209577 h 276749"/>
              <a:gd name="csX59" fmla="*/ 330426 w 409424"/>
              <a:gd name="csY59" fmla="*/ 208411 h 276749"/>
              <a:gd name="csX60" fmla="*/ 317751 w 409424"/>
              <a:gd name="csY60" fmla="*/ 206264 h 276749"/>
              <a:gd name="csX61" fmla="*/ 320963 w 409424"/>
              <a:gd name="csY61" fmla="*/ 214760 h 276749"/>
              <a:gd name="csX62" fmla="*/ 323972 w 409424"/>
              <a:gd name="csY62" fmla="*/ 215747 h 276749"/>
              <a:gd name="csX63" fmla="*/ 314937 w 409424"/>
              <a:gd name="csY63" fmla="*/ 219599 h 276749"/>
              <a:gd name="csX64" fmla="*/ 321391 w 409424"/>
              <a:gd name="csY64" fmla="*/ 219864 h 276749"/>
              <a:gd name="csX65" fmla="*/ 330426 w 409424"/>
              <a:gd name="csY65" fmla="*/ 221426 h 276749"/>
              <a:gd name="csX66" fmla="*/ 310754 w 409424"/>
              <a:gd name="csY66" fmla="*/ 223941 h 276749"/>
              <a:gd name="csX67" fmla="*/ 284939 w 409424"/>
              <a:gd name="csY67" fmla="*/ 234304 h 276749"/>
              <a:gd name="csX68" fmla="*/ 270316 w 409424"/>
              <a:gd name="csY68" fmla="*/ 244630 h 276749"/>
              <a:gd name="csX69" fmla="*/ 259397 w 409424"/>
              <a:gd name="csY69" fmla="*/ 248767 h 276749"/>
              <a:gd name="csX70" fmla="*/ 242736 w 409424"/>
              <a:gd name="csY70" fmla="*/ 255227 h 276749"/>
              <a:gd name="csX71" fmla="*/ 220097 w 409424"/>
              <a:gd name="csY71" fmla="*/ 265079 h 276749"/>
              <a:gd name="csX72" fmla="*/ 198772 w 409424"/>
              <a:gd name="csY72" fmla="*/ 274061 h 276749"/>
              <a:gd name="csX73" fmla="*/ 169694 w 409424"/>
              <a:gd name="csY73" fmla="*/ 275279 h 2767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Lst>
            <a:rect l="l" t="t" r="r" b="b"/>
            <a:pathLst>
              <a:path w="409424" h="276749">
                <a:moveTo>
                  <a:pt x="169694" y="275279"/>
                </a:moveTo>
                <a:cubicBezTo>
                  <a:pt x="167412" y="274002"/>
                  <a:pt x="159691" y="271847"/>
                  <a:pt x="152536" y="270490"/>
                </a:cubicBezTo>
                <a:cubicBezTo>
                  <a:pt x="145381" y="269133"/>
                  <a:pt x="134762" y="264870"/>
                  <a:pt x="128939" y="261017"/>
                </a:cubicBezTo>
                <a:cubicBezTo>
                  <a:pt x="120697" y="255563"/>
                  <a:pt x="113680" y="253561"/>
                  <a:pt x="97253" y="251980"/>
                </a:cubicBezTo>
                <a:cubicBezTo>
                  <a:pt x="85648" y="250863"/>
                  <a:pt x="71726" y="249483"/>
                  <a:pt x="66316" y="248914"/>
                </a:cubicBezTo>
                <a:cubicBezTo>
                  <a:pt x="60430" y="248295"/>
                  <a:pt x="53691" y="245260"/>
                  <a:pt x="49536" y="241356"/>
                </a:cubicBezTo>
                <a:cubicBezTo>
                  <a:pt x="36860" y="229445"/>
                  <a:pt x="25174" y="224000"/>
                  <a:pt x="12262" y="223990"/>
                </a:cubicBezTo>
                <a:cubicBezTo>
                  <a:pt x="5518" y="223985"/>
                  <a:pt x="0" y="223243"/>
                  <a:pt x="0" y="222341"/>
                </a:cubicBezTo>
                <a:cubicBezTo>
                  <a:pt x="0" y="221438"/>
                  <a:pt x="2614" y="218038"/>
                  <a:pt x="5808" y="214784"/>
                </a:cubicBezTo>
                <a:cubicBezTo>
                  <a:pt x="9003" y="211529"/>
                  <a:pt x="12778" y="207637"/>
                  <a:pt x="14198" y="206134"/>
                </a:cubicBezTo>
                <a:cubicBezTo>
                  <a:pt x="15618" y="204632"/>
                  <a:pt x="22927" y="197868"/>
                  <a:pt x="30441" y="191104"/>
                </a:cubicBezTo>
                <a:lnTo>
                  <a:pt x="44102" y="178805"/>
                </a:lnTo>
                <a:lnTo>
                  <a:pt x="41686" y="166228"/>
                </a:lnTo>
                <a:cubicBezTo>
                  <a:pt x="39751" y="156152"/>
                  <a:pt x="36957" y="151530"/>
                  <a:pt x="27640" y="142994"/>
                </a:cubicBezTo>
                <a:cubicBezTo>
                  <a:pt x="14024" y="130519"/>
                  <a:pt x="10714" y="121458"/>
                  <a:pt x="10050" y="94836"/>
                </a:cubicBezTo>
                <a:cubicBezTo>
                  <a:pt x="9450" y="70766"/>
                  <a:pt x="12891" y="63931"/>
                  <a:pt x="25607" y="63931"/>
                </a:cubicBezTo>
                <a:cubicBezTo>
                  <a:pt x="30489" y="63931"/>
                  <a:pt x="38340" y="65326"/>
                  <a:pt x="43054" y="67030"/>
                </a:cubicBezTo>
                <a:cubicBezTo>
                  <a:pt x="54638" y="71219"/>
                  <a:pt x="59354" y="67087"/>
                  <a:pt x="54130" y="57326"/>
                </a:cubicBezTo>
                <a:cubicBezTo>
                  <a:pt x="51035" y="51543"/>
                  <a:pt x="51072" y="49668"/>
                  <a:pt x="54400" y="43740"/>
                </a:cubicBezTo>
                <a:cubicBezTo>
                  <a:pt x="59239" y="35118"/>
                  <a:pt x="67118" y="33022"/>
                  <a:pt x="67118" y="40356"/>
                </a:cubicBezTo>
                <a:cubicBezTo>
                  <a:pt x="67118" y="43216"/>
                  <a:pt x="68351" y="46318"/>
                  <a:pt x="69858" y="47250"/>
                </a:cubicBezTo>
                <a:cubicBezTo>
                  <a:pt x="71366" y="48181"/>
                  <a:pt x="73660" y="51735"/>
                  <a:pt x="74957" y="55146"/>
                </a:cubicBezTo>
                <a:cubicBezTo>
                  <a:pt x="77803" y="62631"/>
                  <a:pt x="81496" y="63085"/>
                  <a:pt x="85078" y="56392"/>
                </a:cubicBezTo>
                <a:cubicBezTo>
                  <a:pt x="87383" y="52084"/>
                  <a:pt x="90423" y="51486"/>
                  <a:pt x="108275" y="51828"/>
                </a:cubicBezTo>
                <a:cubicBezTo>
                  <a:pt x="125309" y="52154"/>
                  <a:pt x="130021" y="51323"/>
                  <a:pt x="135859" y="46965"/>
                </a:cubicBezTo>
                <a:cubicBezTo>
                  <a:pt x="144210" y="40730"/>
                  <a:pt x="159754" y="13580"/>
                  <a:pt x="159928" y="4926"/>
                </a:cubicBezTo>
                <a:cubicBezTo>
                  <a:pt x="160018" y="462"/>
                  <a:pt x="161137" y="-741"/>
                  <a:pt x="164133" y="409"/>
                </a:cubicBezTo>
                <a:cubicBezTo>
                  <a:pt x="166379" y="1271"/>
                  <a:pt x="169238" y="1976"/>
                  <a:pt x="170486" y="1976"/>
                </a:cubicBezTo>
                <a:cubicBezTo>
                  <a:pt x="174404" y="1976"/>
                  <a:pt x="183283" y="13060"/>
                  <a:pt x="183283" y="17951"/>
                </a:cubicBezTo>
                <a:cubicBezTo>
                  <a:pt x="183283" y="20523"/>
                  <a:pt x="184505" y="22627"/>
                  <a:pt x="185999" y="22627"/>
                </a:cubicBezTo>
                <a:cubicBezTo>
                  <a:pt x="187493" y="22627"/>
                  <a:pt x="189958" y="26195"/>
                  <a:pt x="191478" y="30556"/>
                </a:cubicBezTo>
                <a:cubicBezTo>
                  <a:pt x="194632" y="39603"/>
                  <a:pt x="202114" y="43279"/>
                  <a:pt x="217371" y="43279"/>
                </a:cubicBezTo>
                <a:cubicBezTo>
                  <a:pt x="224361" y="43279"/>
                  <a:pt x="229040" y="44794"/>
                  <a:pt x="231319" y="47797"/>
                </a:cubicBezTo>
                <a:cubicBezTo>
                  <a:pt x="235951" y="53900"/>
                  <a:pt x="235804" y="67721"/>
                  <a:pt x="231065" y="71654"/>
                </a:cubicBezTo>
                <a:cubicBezTo>
                  <a:pt x="227042" y="74993"/>
                  <a:pt x="227738" y="83470"/>
                  <a:pt x="232914" y="94162"/>
                </a:cubicBezTo>
                <a:cubicBezTo>
                  <a:pt x="236944" y="102487"/>
                  <a:pt x="256280" y="105129"/>
                  <a:pt x="264097" y="98422"/>
                </a:cubicBezTo>
                <a:cubicBezTo>
                  <a:pt x="272137" y="91525"/>
                  <a:pt x="288836" y="83435"/>
                  <a:pt x="290859" y="85458"/>
                </a:cubicBezTo>
                <a:cubicBezTo>
                  <a:pt x="291797" y="86396"/>
                  <a:pt x="291209" y="87164"/>
                  <a:pt x="289553" y="87164"/>
                </a:cubicBezTo>
                <a:cubicBezTo>
                  <a:pt x="278849" y="87164"/>
                  <a:pt x="297992" y="112276"/>
                  <a:pt x="313001" y="117924"/>
                </a:cubicBezTo>
                <a:cubicBezTo>
                  <a:pt x="317528" y="119627"/>
                  <a:pt x="320100" y="122488"/>
                  <a:pt x="320100" y="125822"/>
                </a:cubicBezTo>
                <a:cubicBezTo>
                  <a:pt x="320100" y="128696"/>
                  <a:pt x="321552" y="131055"/>
                  <a:pt x="323327" y="131062"/>
                </a:cubicBezTo>
                <a:cubicBezTo>
                  <a:pt x="338940" y="131129"/>
                  <a:pt x="408862" y="133762"/>
                  <a:pt x="409403" y="134303"/>
                </a:cubicBezTo>
                <a:cubicBezTo>
                  <a:pt x="409786" y="134687"/>
                  <a:pt x="404937" y="149230"/>
                  <a:pt x="398626" y="166622"/>
                </a:cubicBezTo>
                <a:lnTo>
                  <a:pt x="387152" y="198243"/>
                </a:lnTo>
                <a:lnTo>
                  <a:pt x="392348" y="208428"/>
                </a:lnTo>
                <a:cubicBezTo>
                  <a:pt x="397867" y="219247"/>
                  <a:pt x="399033" y="226562"/>
                  <a:pt x="395238" y="226562"/>
                </a:cubicBezTo>
                <a:cubicBezTo>
                  <a:pt x="393970" y="226562"/>
                  <a:pt x="392236" y="224746"/>
                  <a:pt x="391384" y="222526"/>
                </a:cubicBezTo>
                <a:cubicBezTo>
                  <a:pt x="390533" y="220307"/>
                  <a:pt x="388555" y="219282"/>
                  <a:pt x="386991" y="220249"/>
                </a:cubicBezTo>
                <a:cubicBezTo>
                  <a:pt x="385426" y="221216"/>
                  <a:pt x="380818" y="219547"/>
                  <a:pt x="376751" y="216540"/>
                </a:cubicBezTo>
                <a:cubicBezTo>
                  <a:pt x="367939" y="210026"/>
                  <a:pt x="366566" y="209821"/>
                  <a:pt x="366566" y="215027"/>
                </a:cubicBezTo>
                <a:cubicBezTo>
                  <a:pt x="366566" y="217201"/>
                  <a:pt x="368599" y="219663"/>
                  <a:pt x="371084" y="220497"/>
                </a:cubicBezTo>
                <a:cubicBezTo>
                  <a:pt x="382593" y="224364"/>
                  <a:pt x="400125" y="232833"/>
                  <a:pt x="400125" y="234526"/>
                </a:cubicBezTo>
                <a:cubicBezTo>
                  <a:pt x="400125" y="235560"/>
                  <a:pt x="392284" y="233061"/>
                  <a:pt x="382700" y="228973"/>
                </a:cubicBezTo>
                <a:cubicBezTo>
                  <a:pt x="373117" y="224884"/>
                  <a:pt x="361210" y="221490"/>
                  <a:pt x="356240" y="221430"/>
                </a:cubicBezTo>
                <a:cubicBezTo>
                  <a:pt x="344962" y="221293"/>
                  <a:pt x="338255" y="217747"/>
                  <a:pt x="344640" y="215296"/>
                </a:cubicBezTo>
                <a:cubicBezTo>
                  <a:pt x="347017" y="214384"/>
                  <a:pt x="350019" y="214291"/>
                  <a:pt x="351310" y="215089"/>
                </a:cubicBezTo>
                <a:cubicBezTo>
                  <a:pt x="352602" y="215888"/>
                  <a:pt x="353659" y="215352"/>
                  <a:pt x="353659" y="213898"/>
                </a:cubicBezTo>
                <a:cubicBezTo>
                  <a:pt x="353659" y="212444"/>
                  <a:pt x="351239" y="209960"/>
                  <a:pt x="348281" y="208377"/>
                </a:cubicBezTo>
                <a:cubicBezTo>
                  <a:pt x="344050" y="206113"/>
                  <a:pt x="341943" y="206369"/>
                  <a:pt x="338397" y="209577"/>
                </a:cubicBezTo>
                <a:cubicBezTo>
                  <a:pt x="332399" y="215006"/>
                  <a:pt x="330426" y="214717"/>
                  <a:pt x="330426" y="208411"/>
                </a:cubicBezTo>
                <a:cubicBezTo>
                  <a:pt x="330426" y="200483"/>
                  <a:pt x="323396" y="199293"/>
                  <a:pt x="317751" y="206264"/>
                </a:cubicBezTo>
                <a:cubicBezTo>
                  <a:pt x="311888" y="213504"/>
                  <a:pt x="313243" y="217088"/>
                  <a:pt x="320963" y="214760"/>
                </a:cubicBezTo>
                <a:cubicBezTo>
                  <a:pt x="324787" y="213607"/>
                  <a:pt x="325738" y="213919"/>
                  <a:pt x="323972" y="215747"/>
                </a:cubicBezTo>
                <a:cubicBezTo>
                  <a:pt x="322552" y="217218"/>
                  <a:pt x="318487" y="218951"/>
                  <a:pt x="314937" y="219599"/>
                </a:cubicBezTo>
                <a:cubicBezTo>
                  <a:pt x="311388" y="220248"/>
                  <a:pt x="314292" y="220366"/>
                  <a:pt x="321391" y="219864"/>
                </a:cubicBezTo>
                <a:cubicBezTo>
                  <a:pt x="330318" y="219231"/>
                  <a:pt x="333104" y="219713"/>
                  <a:pt x="330426" y="221426"/>
                </a:cubicBezTo>
                <a:cubicBezTo>
                  <a:pt x="328296" y="222787"/>
                  <a:pt x="319444" y="223919"/>
                  <a:pt x="310754" y="223941"/>
                </a:cubicBezTo>
                <a:cubicBezTo>
                  <a:pt x="295733" y="223979"/>
                  <a:pt x="294460" y="224490"/>
                  <a:pt x="284939" y="234304"/>
                </a:cubicBezTo>
                <a:cubicBezTo>
                  <a:pt x="279431" y="239982"/>
                  <a:pt x="272851" y="244629"/>
                  <a:pt x="270316" y="244630"/>
                </a:cubicBezTo>
                <a:cubicBezTo>
                  <a:pt x="267782" y="244631"/>
                  <a:pt x="262868" y="246493"/>
                  <a:pt x="259397" y="248767"/>
                </a:cubicBezTo>
                <a:cubicBezTo>
                  <a:pt x="255927" y="251041"/>
                  <a:pt x="248429" y="253948"/>
                  <a:pt x="242736" y="255227"/>
                </a:cubicBezTo>
                <a:cubicBezTo>
                  <a:pt x="237044" y="256506"/>
                  <a:pt x="226856" y="260940"/>
                  <a:pt x="220097" y="265079"/>
                </a:cubicBezTo>
                <a:cubicBezTo>
                  <a:pt x="213337" y="269219"/>
                  <a:pt x="203741" y="273261"/>
                  <a:pt x="198772" y="274061"/>
                </a:cubicBezTo>
                <a:cubicBezTo>
                  <a:pt x="178742" y="277289"/>
                  <a:pt x="173664" y="277501"/>
                  <a:pt x="169694" y="275279"/>
                </a:cubicBezTo>
                <a:close/>
              </a:path>
            </a:pathLst>
          </a:custGeom>
          <a:solidFill>
            <a:srgbClr val="B9B9B9"/>
          </a:solidFill>
          <a:ln w="5163" cap="flat">
            <a:noFill/>
            <a:prstDash val="solid"/>
            <a:miter/>
          </a:ln>
        </p:spPr>
        <p:txBody>
          <a:bodyPr/>
          <a:lstStyle/>
          <a:p>
            <a:endParaRPr lang="es-419" noProof="0" dirty="0"/>
          </a:p>
        </p:txBody>
      </p:sp>
      <p:sp>
        <p:nvSpPr>
          <p:cNvPr id="63" name="Forma libre: forma 62">
            <a:extLst>
              <a:ext uri="{FF2B5EF4-FFF2-40B4-BE49-F238E27FC236}">
                <a16:creationId xmlns:a16="http://schemas.microsoft.com/office/drawing/2014/main" id="{DCB9F106-2540-AC58-65CF-74AE68B54897}"/>
              </a:ext>
            </a:extLst>
          </p:cNvPr>
          <p:cNvSpPr/>
          <p:nvPr/>
        </p:nvSpPr>
        <p:spPr>
          <a:xfrm>
            <a:off x="1324915" y="2412330"/>
            <a:ext cx="357764" cy="223095"/>
          </a:xfrm>
          <a:custGeom>
            <a:avLst/>
            <a:gdLst>
              <a:gd name="csX0" fmla="*/ 310749 w 357764"/>
              <a:gd name="csY0" fmla="*/ 220821 h 223095"/>
              <a:gd name="csX1" fmla="*/ 306750 w 357764"/>
              <a:gd name="csY1" fmla="*/ 216842 h 223095"/>
              <a:gd name="csX2" fmla="*/ 298107 w 357764"/>
              <a:gd name="csY2" fmla="*/ 209508 h 223095"/>
              <a:gd name="csX3" fmla="*/ 280348 w 357764"/>
              <a:gd name="csY3" fmla="*/ 201999 h 223095"/>
              <a:gd name="csX4" fmla="*/ 262845 w 357764"/>
              <a:gd name="csY4" fmla="*/ 196313 h 223095"/>
              <a:gd name="csX5" fmla="*/ 256032 w 357764"/>
              <a:gd name="csY5" fmla="*/ 193496 h 223095"/>
              <a:gd name="csX6" fmla="*/ 242886 w 357764"/>
              <a:gd name="csY6" fmla="*/ 190679 h 223095"/>
              <a:gd name="csX7" fmla="*/ 229978 w 357764"/>
              <a:gd name="csY7" fmla="*/ 186722 h 223095"/>
              <a:gd name="csX8" fmla="*/ 220854 w 357764"/>
              <a:gd name="csY8" fmla="*/ 186091 h 223095"/>
              <a:gd name="csX9" fmla="*/ 209097 w 357764"/>
              <a:gd name="csY9" fmla="*/ 183130 h 223095"/>
              <a:gd name="csX10" fmla="*/ 214906 w 357764"/>
              <a:gd name="csY10" fmla="*/ 187877 h 223095"/>
              <a:gd name="csX11" fmla="*/ 215222 w 357764"/>
              <a:gd name="csY11" fmla="*/ 190853 h 223095"/>
              <a:gd name="csX12" fmla="*/ 206349 w 357764"/>
              <a:gd name="csY12" fmla="*/ 186954 h 223095"/>
              <a:gd name="csX13" fmla="*/ 189899 w 357764"/>
              <a:gd name="csY13" fmla="*/ 176334 h 223095"/>
              <a:gd name="csX14" fmla="*/ 172154 w 357764"/>
              <a:gd name="csY14" fmla="*/ 165667 h 223095"/>
              <a:gd name="csX15" fmla="*/ 165494 w 357764"/>
              <a:gd name="csY15" fmla="*/ 164758 h 223095"/>
              <a:gd name="csX16" fmla="*/ 154887 w 357764"/>
              <a:gd name="csY16" fmla="*/ 162867 h 223095"/>
              <a:gd name="csX17" fmla="*/ 146116 w 357764"/>
              <a:gd name="csY17" fmla="*/ 160825 h 223095"/>
              <a:gd name="csX18" fmla="*/ 117490 w 357764"/>
              <a:gd name="csY18" fmla="*/ 151278 h 223095"/>
              <a:gd name="csX19" fmla="*/ 95284 w 357764"/>
              <a:gd name="csY19" fmla="*/ 141980 h 223095"/>
              <a:gd name="csX20" fmla="*/ 92932 w 357764"/>
              <a:gd name="csY20" fmla="*/ 138216 h 223095"/>
              <a:gd name="csX21" fmla="*/ 81316 w 357764"/>
              <a:gd name="csY21" fmla="*/ 127645 h 223095"/>
              <a:gd name="csX22" fmla="*/ 69699 w 357764"/>
              <a:gd name="csY22" fmla="*/ 117508 h 223095"/>
              <a:gd name="csX23" fmla="*/ 49682 w 357764"/>
              <a:gd name="csY23" fmla="*/ 104238 h 223095"/>
              <a:gd name="csX24" fmla="*/ 33940 w 357764"/>
              <a:gd name="csY24" fmla="*/ 91155 h 223095"/>
              <a:gd name="csX25" fmla="*/ 3571 w 357764"/>
              <a:gd name="csY25" fmla="*/ 73330 h 223095"/>
              <a:gd name="csX26" fmla="*/ 0 w 357764"/>
              <a:gd name="csY26" fmla="*/ 65812 h 223095"/>
              <a:gd name="csX27" fmla="*/ 7287 w 357764"/>
              <a:gd name="csY27" fmla="*/ 53156 h 223095"/>
              <a:gd name="csX28" fmla="*/ 18044 w 357764"/>
              <a:gd name="csY28" fmla="*/ 33495 h 223095"/>
              <a:gd name="csX29" fmla="*/ 19421 w 357764"/>
              <a:gd name="csY29" fmla="*/ 20586 h 223095"/>
              <a:gd name="csX30" fmla="*/ 43911 w 357764"/>
              <a:gd name="csY30" fmla="*/ 20678 h 223095"/>
              <a:gd name="csX31" fmla="*/ 60045 w 357764"/>
              <a:gd name="csY31" fmla="*/ 24079 h 223095"/>
              <a:gd name="csX32" fmla="*/ 132045 w 357764"/>
              <a:gd name="csY32" fmla="*/ 29780 h 223095"/>
              <a:gd name="csX33" fmla="*/ 140624 w 357764"/>
              <a:gd name="csY33" fmla="*/ 26018 h 223095"/>
              <a:gd name="csX34" fmla="*/ 141619 w 357764"/>
              <a:gd name="csY34" fmla="*/ 13502 h 223095"/>
              <a:gd name="csX35" fmla="*/ 147260 w 357764"/>
              <a:gd name="csY35" fmla="*/ 0 h 223095"/>
              <a:gd name="csX36" fmla="*/ 157468 w 357764"/>
              <a:gd name="csY36" fmla="*/ 24790 h 223095"/>
              <a:gd name="csX37" fmla="*/ 164323 w 357764"/>
              <a:gd name="csY37" fmla="*/ 32600 h 223095"/>
              <a:gd name="csX38" fmla="*/ 177876 w 357764"/>
              <a:gd name="csY38" fmla="*/ 26172 h 223095"/>
              <a:gd name="csX39" fmla="*/ 195232 w 357764"/>
              <a:gd name="csY39" fmla="*/ 18047 h 223095"/>
              <a:gd name="csX40" fmla="*/ 208905 w 357764"/>
              <a:gd name="csY40" fmla="*/ 10791 h 223095"/>
              <a:gd name="csX41" fmla="*/ 219887 w 357764"/>
              <a:gd name="csY41" fmla="*/ 4680 h 223095"/>
              <a:gd name="csX42" fmla="*/ 238661 w 357764"/>
              <a:gd name="csY42" fmla="*/ 20265 h 223095"/>
              <a:gd name="csX43" fmla="*/ 254397 w 357764"/>
              <a:gd name="csY43" fmla="*/ 25712 h 223095"/>
              <a:gd name="csX44" fmla="*/ 258145 w 357764"/>
              <a:gd name="csY44" fmla="*/ 24934 h 223095"/>
              <a:gd name="csX45" fmla="*/ 286337 w 357764"/>
              <a:gd name="csY45" fmla="*/ 54210 h 223095"/>
              <a:gd name="csX46" fmla="*/ 292234 w 357764"/>
              <a:gd name="csY46" fmla="*/ 58728 h 223095"/>
              <a:gd name="csX47" fmla="*/ 311147 w 357764"/>
              <a:gd name="csY47" fmla="*/ 69699 h 223095"/>
              <a:gd name="csX48" fmla="*/ 321808 w 357764"/>
              <a:gd name="csY48" fmla="*/ 76335 h 223095"/>
              <a:gd name="csX49" fmla="*/ 326980 w 357764"/>
              <a:gd name="csY49" fmla="*/ 102795 h 223095"/>
              <a:gd name="csX50" fmla="*/ 329261 w 357764"/>
              <a:gd name="csY50" fmla="*/ 127630 h 223095"/>
              <a:gd name="csX51" fmla="*/ 333007 w 357764"/>
              <a:gd name="csY51" fmla="*/ 137310 h 223095"/>
              <a:gd name="csX52" fmla="*/ 335120 w 357764"/>
              <a:gd name="csY52" fmla="*/ 141980 h 223095"/>
              <a:gd name="csX53" fmla="*/ 346410 w 357764"/>
              <a:gd name="csY53" fmla="*/ 150369 h 223095"/>
              <a:gd name="csX54" fmla="*/ 357125 w 357764"/>
              <a:gd name="csY54" fmla="*/ 170794 h 223095"/>
              <a:gd name="csX55" fmla="*/ 348644 w 357764"/>
              <a:gd name="csY55" fmla="*/ 191877 h 223095"/>
              <a:gd name="csX56" fmla="*/ 333236 w 357764"/>
              <a:gd name="csY56" fmla="*/ 203812 h 223095"/>
              <a:gd name="csX57" fmla="*/ 327844 w 357764"/>
              <a:gd name="csY57" fmla="*/ 209994 h 223095"/>
              <a:gd name="csX58" fmla="*/ 320060 w 357764"/>
              <a:gd name="csY58" fmla="*/ 219045 h 223095"/>
              <a:gd name="csX59" fmla="*/ 310749 w 357764"/>
              <a:gd name="csY59" fmla="*/ 220821 h 2230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Lst>
            <a:rect l="l" t="t" r="r" b="b"/>
            <a:pathLst>
              <a:path w="357764" h="223095">
                <a:moveTo>
                  <a:pt x="310749" y="220821"/>
                </a:moveTo>
                <a:cubicBezTo>
                  <a:pt x="309909" y="218632"/>
                  <a:pt x="308109" y="216842"/>
                  <a:pt x="306750" y="216842"/>
                </a:cubicBezTo>
                <a:cubicBezTo>
                  <a:pt x="305390" y="216842"/>
                  <a:pt x="301501" y="213542"/>
                  <a:pt x="298107" y="209508"/>
                </a:cubicBezTo>
                <a:cubicBezTo>
                  <a:pt x="293077" y="203531"/>
                  <a:pt x="289793" y="202142"/>
                  <a:pt x="280348" y="201999"/>
                </a:cubicBezTo>
                <a:cubicBezTo>
                  <a:pt x="272259" y="201877"/>
                  <a:pt x="266975" y="200160"/>
                  <a:pt x="262845" y="196313"/>
                </a:cubicBezTo>
                <a:cubicBezTo>
                  <a:pt x="259591" y="193282"/>
                  <a:pt x="256525" y="192014"/>
                  <a:pt x="256032" y="193496"/>
                </a:cubicBezTo>
                <a:cubicBezTo>
                  <a:pt x="254564" y="197900"/>
                  <a:pt x="248378" y="196574"/>
                  <a:pt x="242886" y="190679"/>
                </a:cubicBezTo>
                <a:cubicBezTo>
                  <a:pt x="238972" y="186478"/>
                  <a:pt x="235903" y="185537"/>
                  <a:pt x="229978" y="186722"/>
                </a:cubicBezTo>
                <a:cubicBezTo>
                  <a:pt x="225703" y="187577"/>
                  <a:pt x="221597" y="187293"/>
                  <a:pt x="220854" y="186091"/>
                </a:cubicBezTo>
                <a:cubicBezTo>
                  <a:pt x="219048" y="183170"/>
                  <a:pt x="209097" y="180663"/>
                  <a:pt x="209097" y="183130"/>
                </a:cubicBezTo>
                <a:cubicBezTo>
                  <a:pt x="209097" y="184200"/>
                  <a:pt x="211711" y="186336"/>
                  <a:pt x="214906" y="187877"/>
                </a:cubicBezTo>
                <a:cubicBezTo>
                  <a:pt x="220644" y="190644"/>
                  <a:pt x="220647" y="190680"/>
                  <a:pt x="215222" y="190853"/>
                </a:cubicBezTo>
                <a:cubicBezTo>
                  <a:pt x="212201" y="190949"/>
                  <a:pt x="208208" y="189194"/>
                  <a:pt x="206349" y="186954"/>
                </a:cubicBezTo>
                <a:cubicBezTo>
                  <a:pt x="204489" y="184713"/>
                  <a:pt x="197087" y="179934"/>
                  <a:pt x="189899" y="176334"/>
                </a:cubicBezTo>
                <a:cubicBezTo>
                  <a:pt x="182711" y="172733"/>
                  <a:pt x="174726" y="167933"/>
                  <a:pt x="172154" y="165667"/>
                </a:cubicBezTo>
                <a:cubicBezTo>
                  <a:pt x="168546" y="162487"/>
                  <a:pt x="167026" y="162279"/>
                  <a:pt x="165494" y="164758"/>
                </a:cubicBezTo>
                <a:cubicBezTo>
                  <a:pt x="163542" y="167916"/>
                  <a:pt x="154887" y="166373"/>
                  <a:pt x="154887" y="162867"/>
                </a:cubicBezTo>
                <a:cubicBezTo>
                  <a:pt x="154887" y="161880"/>
                  <a:pt x="150940" y="160961"/>
                  <a:pt x="146116" y="160825"/>
                </a:cubicBezTo>
                <a:cubicBezTo>
                  <a:pt x="141292" y="160688"/>
                  <a:pt x="128410" y="156392"/>
                  <a:pt x="117490" y="151278"/>
                </a:cubicBezTo>
                <a:cubicBezTo>
                  <a:pt x="106570" y="146164"/>
                  <a:pt x="96577" y="141980"/>
                  <a:pt x="95284" y="141980"/>
                </a:cubicBezTo>
                <a:cubicBezTo>
                  <a:pt x="93990" y="141980"/>
                  <a:pt x="92932" y="140286"/>
                  <a:pt x="92932" y="138216"/>
                </a:cubicBezTo>
                <a:cubicBezTo>
                  <a:pt x="92932" y="136147"/>
                  <a:pt x="87705" y="131390"/>
                  <a:pt x="81316" y="127645"/>
                </a:cubicBezTo>
                <a:cubicBezTo>
                  <a:pt x="74927" y="123901"/>
                  <a:pt x="69699" y="119339"/>
                  <a:pt x="69699" y="117508"/>
                </a:cubicBezTo>
                <a:cubicBezTo>
                  <a:pt x="69699" y="113290"/>
                  <a:pt x="58936" y="106155"/>
                  <a:pt x="49682" y="104238"/>
                </a:cubicBezTo>
                <a:cubicBezTo>
                  <a:pt x="45282" y="103326"/>
                  <a:pt x="39312" y="98365"/>
                  <a:pt x="33940" y="91155"/>
                </a:cubicBezTo>
                <a:cubicBezTo>
                  <a:pt x="25287" y="79543"/>
                  <a:pt x="10302" y="70747"/>
                  <a:pt x="3571" y="73330"/>
                </a:cubicBezTo>
                <a:cubicBezTo>
                  <a:pt x="957" y="74333"/>
                  <a:pt x="0" y="72319"/>
                  <a:pt x="0" y="65812"/>
                </a:cubicBezTo>
                <a:cubicBezTo>
                  <a:pt x="0" y="58672"/>
                  <a:pt x="1433" y="56184"/>
                  <a:pt x="7287" y="53156"/>
                </a:cubicBezTo>
                <a:cubicBezTo>
                  <a:pt x="19411" y="46887"/>
                  <a:pt x="21790" y="42538"/>
                  <a:pt x="18044" y="33495"/>
                </a:cubicBezTo>
                <a:cubicBezTo>
                  <a:pt x="15244" y="26735"/>
                  <a:pt x="15429" y="24996"/>
                  <a:pt x="19421" y="20586"/>
                </a:cubicBezTo>
                <a:cubicBezTo>
                  <a:pt x="25368" y="14014"/>
                  <a:pt x="37292" y="14059"/>
                  <a:pt x="43911" y="20678"/>
                </a:cubicBezTo>
                <a:cubicBezTo>
                  <a:pt x="48190" y="24957"/>
                  <a:pt x="51021" y="25553"/>
                  <a:pt x="60045" y="24079"/>
                </a:cubicBezTo>
                <a:cubicBezTo>
                  <a:pt x="79921" y="20832"/>
                  <a:pt x="103607" y="22707"/>
                  <a:pt x="132045" y="29780"/>
                </a:cubicBezTo>
                <a:cubicBezTo>
                  <a:pt x="137569" y="31154"/>
                  <a:pt x="139225" y="30428"/>
                  <a:pt x="140624" y="26018"/>
                </a:cubicBezTo>
                <a:cubicBezTo>
                  <a:pt x="141578" y="23013"/>
                  <a:pt x="142026" y="17381"/>
                  <a:pt x="141619" y="13502"/>
                </a:cubicBezTo>
                <a:cubicBezTo>
                  <a:pt x="140830" y="5985"/>
                  <a:pt x="143331" y="0"/>
                  <a:pt x="147260" y="0"/>
                </a:cubicBezTo>
                <a:cubicBezTo>
                  <a:pt x="150433" y="0"/>
                  <a:pt x="157468" y="17085"/>
                  <a:pt x="157468" y="24790"/>
                </a:cubicBezTo>
                <a:cubicBezTo>
                  <a:pt x="157468" y="29227"/>
                  <a:pt x="159328" y="31346"/>
                  <a:pt x="164323" y="32600"/>
                </a:cubicBezTo>
                <a:cubicBezTo>
                  <a:pt x="169965" y="34015"/>
                  <a:pt x="172364" y="32878"/>
                  <a:pt x="177876" y="26172"/>
                </a:cubicBezTo>
                <a:cubicBezTo>
                  <a:pt x="183430" y="19415"/>
                  <a:pt x="186393" y="18028"/>
                  <a:pt x="195232" y="18047"/>
                </a:cubicBezTo>
                <a:cubicBezTo>
                  <a:pt x="204499" y="18067"/>
                  <a:pt x="206283" y="17120"/>
                  <a:pt x="208905" y="10791"/>
                </a:cubicBezTo>
                <a:cubicBezTo>
                  <a:pt x="211484" y="4565"/>
                  <a:pt x="213074" y="3680"/>
                  <a:pt x="219887" y="4680"/>
                </a:cubicBezTo>
                <a:cubicBezTo>
                  <a:pt x="228665" y="5969"/>
                  <a:pt x="236077" y="12121"/>
                  <a:pt x="238661" y="20265"/>
                </a:cubicBezTo>
                <a:cubicBezTo>
                  <a:pt x="240752" y="26852"/>
                  <a:pt x="249411" y="29849"/>
                  <a:pt x="254397" y="25712"/>
                </a:cubicBezTo>
                <a:cubicBezTo>
                  <a:pt x="256458" y="24001"/>
                  <a:pt x="258145" y="23651"/>
                  <a:pt x="258145" y="24934"/>
                </a:cubicBezTo>
                <a:cubicBezTo>
                  <a:pt x="258145" y="28142"/>
                  <a:pt x="283247" y="54210"/>
                  <a:pt x="286337" y="54210"/>
                </a:cubicBezTo>
                <a:cubicBezTo>
                  <a:pt x="287708" y="54210"/>
                  <a:pt x="290362" y="56243"/>
                  <a:pt x="292234" y="58728"/>
                </a:cubicBezTo>
                <a:cubicBezTo>
                  <a:pt x="296425" y="64288"/>
                  <a:pt x="305753" y="69699"/>
                  <a:pt x="311147" y="69699"/>
                </a:cubicBezTo>
                <a:cubicBezTo>
                  <a:pt x="313361" y="69699"/>
                  <a:pt x="318158" y="72685"/>
                  <a:pt x="321808" y="76335"/>
                </a:cubicBezTo>
                <a:cubicBezTo>
                  <a:pt x="328098" y="82626"/>
                  <a:pt x="328367" y="84002"/>
                  <a:pt x="326980" y="102795"/>
                </a:cubicBezTo>
                <a:cubicBezTo>
                  <a:pt x="325865" y="117888"/>
                  <a:pt x="326410" y="123815"/>
                  <a:pt x="329261" y="127630"/>
                </a:cubicBezTo>
                <a:cubicBezTo>
                  <a:pt x="331322" y="130386"/>
                  <a:pt x="333007" y="134742"/>
                  <a:pt x="333007" y="137310"/>
                </a:cubicBezTo>
                <a:cubicBezTo>
                  <a:pt x="333007" y="139879"/>
                  <a:pt x="333958" y="141980"/>
                  <a:pt x="335120" y="141980"/>
                </a:cubicBezTo>
                <a:cubicBezTo>
                  <a:pt x="336282" y="141980"/>
                  <a:pt x="341362" y="145755"/>
                  <a:pt x="346410" y="150369"/>
                </a:cubicBezTo>
                <a:cubicBezTo>
                  <a:pt x="353607" y="156948"/>
                  <a:pt x="355920" y="161358"/>
                  <a:pt x="357125" y="170794"/>
                </a:cubicBezTo>
                <a:cubicBezTo>
                  <a:pt x="358591" y="182285"/>
                  <a:pt x="358209" y="183236"/>
                  <a:pt x="348644" y="191877"/>
                </a:cubicBezTo>
                <a:cubicBezTo>
                  <a:pt x="343134" y="196855"/>
                  <a:pt x="336201" y="202226"/>
                  <a:pt x="333236" y="203812"/>
                </a:cubicBezTo>
                <a:cubicBezTo>
                  <a:pt x="330270" y="205399"/>
                  <a:pt x="327844" y="208181"/>
                  <a:pt x="327844" y="209994"/>
                </a:cubicBezTo>
                <a:cubicBezTo>
                  <a:pt x="327844" y="211806"/>
                  <a:pt x="324341" y="215879"/>
                  <a:pt x="320060" y="219045"/>
                </a:cubicBezTo>
                <a:cubicBezTo>
                  <a:pt x="313416" y="223957"/>
                  <a:pt x="312052" y="224217"/>
                  <a:pt x="310749" y="220821"/>
                </a:cubicBezTo>
                <a:close/>
              </a:path>
            </a:pathLst>
          </a:custGeom>
          <a:solidFill>
            <a:srgbClr val="B9B9B9"/>
          </a:solidFill>
          <a:ln w="5163" cap="flat">
            <a:noFill/>
            <a:prstDash val="solid"/>
            <a:miter/>
          </a:ln>
        </p:spPr>
        <p:txBody>
          <a:bodyPr/>
          <a:lstStyle/>
          <a:p>
            <a:endParaRPr lang="es-419" noProof="0" dirty="0"/>
          </a:p>
        </p:txBody>
      </p:sp>
      <p:sp>
        <p:nvSpPr>
          <p:cNvPr id="64" name="Forma libre: forma 63">
            <a:extLst>
              <a:ext uri="{FF2B5EF4-FFF2-40B4-BE49-F238E27FC236}">
                <a16:creationId xmlns:a16="http://schemas.microsoft.com/office/drawing/2014/main" id="{DBB827CF-6535-F605-D027-FE213192064E}"/>
              </a:ext>
            </a:extLst>
          </p:cNvPr>
          <p:cNvSpPr/>
          <p:nvPr/>
        </p:nvSpPr>
        <p:spPr>
          <a:xfrm>
            <a:off x="2030531" y="2394260"/>
            <a:ext cx="276109" cy="131653"/>
          </a:xfrm>
          <a:custGeom>
            <a:avLst/>
            <a:gdLst>
              <a:gd name="csX0" fmla="*/ 240916 w 276109"/>
              <a:gd name="csY0" fmla="*/ 129933 h 131653"/>
              <a:gd name="csX1" fmla="*/ 239195 w 276109"/>
              <a:gd name="csY1" fmla="*/ 124013 h 131653"/>
              <a:gd name="csX2" fmla="*/ 228223 w 276109"/>
              <a:gd name="csY2" fmla="*/ 115744 h 131653"/>
              <a:gd name="csX3" fmla="*/ 217897 w 276109"/>
              <a:gd name="csY3" fmla="*/ 106005 h 131653"/>
              <a:gd name="csX4" fmla="*/ 210063 w 276109"/>
              <a:gd name="csY4" fmla="*/ 90246 h 131653"/>
              <a:gd name="csX5" fmla="*/ 197989 w 276109"/>
              <a:gd name="csY5" fmla="*/ 82502 h 131653"/>
              <a:gd name="csX6" fmla="*/ 171181 w 276109"/>
              <a:gd name="csY6" fmla="*/ 78639 h 131653"/>
              <a:gd name="csX7" fmla="*/ 162540 w 276109"/>
              <a:gd name="csY7" fmla="*/ 80766 h 131653"/>
              <a:gd name="csX8" fmla="*/ 140024 w 276109"/>
              <a:gd name="csY8" fmla="*/ 103258 h 131653"/>
              <a:gd name="csX9" fmla="*/ 121107 w 276109"/>
              <a:gd name="csY9" fmla="*/ 123910 h 131653"/>
              <a:gd name="csX10" fmla="*/ 115285 w 276109"/>
              <a:gd name="csY10" fmla="*/ 120037 h 131653"/>
              <a:gd name="csX11" fmla="*/ 106086 w 276109"/>
              <a:gd name="csY11" fmla="*/ 116165 h 131653"/>
              <a:gd name="csX12" fmla="*/ 95488 w 276109"/>
              <a:gd name="csY12" fmla="*/ 97511 h 131653"/>
              <a:gd name="csX13" fmla="*/ 74161 w 276109"/>
              <a:gd name="csY13" fmla="*/ 72281 h 131653"/>
              <a:gd name="csX14" fmla="*/ 62180 w 276109"/>
              <a:gd name="csY14" fmla="*/ 80383 h 131653"/>
              <a:gd name="csX15" fmla="*/ 59403 w 276109"/>
              <a:gd name="csY15" fmla="*/ 95543 h 131653"/>
              <a:gd name="csX16" fmla="*/ 54777 w 276109"/>
              <a:gd name="csY16" fmla="*/ 108274 h 131653"/>
              <a:gd name="csX17" fmla="*/ 46950 w 276109"/>
              <a:gd name="csY17" fmla="*/ 122154 h 131653"/>
              <a:gd name="csX18" fmla="*/ 45160 w 276109"/>
              <a:gd name="csY18" fmla="*/ 130363 h 131653"/>
              <a:gd name="csX19" fmla="*/ 42524 w 276109"/>
              <a:gd name="csY19" fmla="*/ 123910 h 131653"/>
              <a:gd name="csX20" fmla="*/ 27585 w 276109"/>
              <a:gd name="csY20" fmla="*/ 101648 h 131653"/>
              <a:gd name="csX21" fmla="*/ 3541 w 276109"/>
              <a:gd name="csY21" fmla="*/ 71617 h 131653"/>
              <a:gd name="csX22" fmla="*/ 489 w 276109"/>
              <a:gd name="csY22" fmla="*/ 57859 h 131653"/>
              <a:gd name="csX23" fmla="*/ 5896 w 276109"/>
              <a:gd name="csY23" fmla="*/ 47783 h 131653"/>
              <a:gd name="csX24" fmla="*/ 14046 w 276109"/>
              <a:gd name="csY24" fmla="*/ 46070 h 131653"/>
              <a:gd name="csX25" fmla="*/ 24934 w 276109"/>
              <a:gd name="csY25" fmla="*/ 43885 h 131653"/>
              <a:gd name="csX26" fmla="*/ 35503 w 276109"/>
              <a:gd name="csY26" fmla="*/ 38722 h 131653"/>
              <a:gd name="csX27" fmla="*/ 41946 w 276109"/>
              <a:gd name="csY27" fmla="*/ 35764 h 131653"/>
              <a:gd name="csX28" fmla="*/ 25819 w 276109"/>
              <a:gd name="csY28" fmla="*/ 37615 h 131653"/>
              <a:gd name="csX29" fmla="*/ 26045 w 276109"/>
              <a:gd name="csY29" fmla="*/ 35947 h 131653"/>
              <a:gd name="csX30" fmla="*/ 73982 w 276109"/>
              <a:gd name="csY30" fmla="*/ 25857 h 131653"/>
              <a:gd name="csX31" fmla="*/ 76916 w 276109"/>
              <a:gd name="csY31" fmla="*/ 28123 h 131653"/>
              <a:gd name="csX32" fmla="*/ 76893 w 276109"/>
              <a:gd name="csY32" fmla="*/ 31518 h 131653"/>
              <a:gd name="csX33" fmla="*/ 83755 w 276109"/>
              <a:gd name="csY33" fmla="*/ 29317 h 131653"/>
              <a:gd name="csX34" fmla="*/ 96686 w 276109"/>
              <a:gd name="csY34" fmla="*/ 23336 h 131653"/>
              <a:gd name="csX35" fmla="*/ 114106 w 276109"/>
              <a:gd name="csY35" fmla="*/ 13587 h 131653"/>
              <a:gd name="csX36" fmla="*/ 134447 w 276109"/>
              <a:gd name="csY36" fmla="*/ 0 h 131653"/>
              <a:gd name="csX37" fmla="*/ 136418 w 276109"/>
              <a:gd name="csY37" fmla="*/ 8390 h 131653"/>
              <a:gd name="csX38" fmla="*/ 147553 w 276109"/>
              <a:gd name="csY38" fmla="*/ 17557 h 131653"/>
              <a:gd name="csX39" fmla="*/ 164372 w 276109"/>
              <a:gd name="csY39" fmla="*/ 37279 h 131653"/>
              <a:gd name="csX40" fmla="*/ 179001 w 276109"/>
              <a:gd name="csY40" fmla="*/ 58990 h 131653"/>
              <a:gd name="csX41" fmla="*/ 191415 w 276109"/>
              <a:gd name="csY41" fmla="*/ 67081 h 131653"/>
              <a:gd name="csX42" fmla="*/ 215539 w 276109"/>
              <a:gd name="csY42" fmla="*/ 67434 h 131653"/>
              <a:gd name="csX43" fmla="*/ 218120 w 276109"/>
              <a:gd name="csY43" fmla="*/ 59084 h 131653"/>
              <a:gd name="csX44" fmla="*/ 224155 w 276109"/>
              <a:gd name="csY44" fmla="*/ 52122 h 131653"/>
              <a:gd name="csX45" fmla="*/ 241477 w 276109"/>
              <a:gd name="csY45" fmla="*/ 56639 h 131653"/>
              <a:gd name="csX46" fmla="*/ 260758 w 276109"/>
              <a:gd name="csY46" fmla="*/ 61955 h 131653"/>
              <a:gd name="csX47" fmla="*/ 271115 w 276109"/>
              <a:gd name="csY47" fmla="*/ 65853 h 131653"/>
              <a:gd name="csX48" fmla="*/ 274360 w 276109"/>
              <a:gd name="csY48" fmla="*/ 100702 h 131653"/>
              <a:gd name="csX49" fmla="*/ 276110 w 276109"/>
              <a:gd name="csY49" fmla="*/ 131654 h 131653"/>
              <a:gd name="csX50" fmla="*/ 259373 w 276109"/>
              <a:gd name="csY50" fmla="*/ 131654 h 131653"/>
              <a:gd name="csX51" fmla="*/ 240916 w 276109"/>
              <a:gd name="csY51" fmla="*/ 129933 h 1316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Lst>
            <a:rect l="l" t="t" r="r" b="b"/>
            <a:pathLst>
              <a:path w="276109" h="131653">
                <a:moveTo>
                  <a:pt x="240916" y="129933"/>
                </a:moveTo>
                <a:cubicBezTo>
                  <a:pt x="239969" y="128986"/>
                  <a:pt x="239195" y="126322"/>
                  <a:pt x="239195" y="124013"/>
                </a:cubicBezTo>
                <a:cubicBezTo>
                  <a:pt x="239195" y="121432"/>
                  <a:pt x="234966" y="118245"/>
                  <a:pt x="228223" y="115744"/>
                </a:cubicBezTo>
                <a:cubicBezTo>
                  <a:pt x="219440" y="112485"/>
                  <a:pt x="217381" y="110543"/>
                  <a:pt x="217897" y="106005"/>
                </a:cubicBezTo>
                <a:cubicBezTo>
                  <a:pt x="218682" y="99107"/>
                  <a:pt x="214348" y="90389"/>
                  <a:pt x="210063" y="90246"/>
                </a:cubicBezTo>
                <a:cubicBezTo>
                  <a:pt x="208338" y="90188"/>
                  <a:pt x="202905" y="86703"/>
                  <a:pt x="197989" y="82502"/>
                </a:cubicBezTo>
                <a:cubicBezTo>
                  <a:pt x="188345" y="74258"/>
                  <a:pt x="178782" y="72880"/>
                  <a:pt x="171181" y="78639"/>
                </a:cubicBezTo>
                <a:cubicBezTo>
                  <a:pt x="168558" y="80626"/>
                  <a:pt x="164670" y="81583"/>
                  <a:pt x="162540" y="80766"/>
                </a:cubicBezTo>
                <a:cubicBezTo>
                  <a:pt x="158541" y="79232"/>
                  <a:pt x="151258" y="86508"/>
                  <a:pt x="140024" y="103258"/>
                </a:cubicBezTo>
                <a:cubicBezTo>
                  <a:pt x="131601" y="115819"/>
                  <a:pt x="124189" y="123910"/>
                  <a:pt x="121107" y="123910"/>
                </a:cubicBezTo>
                <a:cubicBezTo>
                  <a:pt x="119672" y="123910"/>
                  <a:pt x="117052" y="122167"/>
                  <a:pt x="115285" y="120037"/>
                </a:cubicBezTo>
                <a:cubicBezTo>
                  <a:pt x="113517" y="117908"/>
                  <a:pt x="109378" y="116165"/>
                  <a:pt x="106086" y="116165"/>
                </a:cubicBezTo>
                <a:cubicBezTo>
                  <a:pt x="98470" y="116165"/>
                  <a:pt x="97317" y="114137"/>
                  <a:pt x="95488" y="97511"/>
                </a:cubicBezTo>
                <a:cubicBezTo>
                  <a:pt x="93708" y="81325"/>
                  <a:pt x="86063" y="72281"/>
                  <a:pt x="74161" y="72281"/>
                </a:cubicBezTo>
                <a:cubicBezTo>
                  <a:pt x="68039" y="72281"/>
                  <a:pt x="65473" y="74016"/>
                  <a:pt x="62180" y="80383"/>
                </a:cubicBezTo>
                <a:cubicBezTo>
                  <a:pt x="59748" y="85087"/>
                  <a:pt x="58583" y="91445"/>
                  <a:pt x="59403" y="95543"/>
                </a:cubicBezTo>
                <a:cubicBezTo>
                  <a:pt x="60452" y="100790"/>
                  <a:pt x="59265" y="104058"/>
                  <a:pt x="54777" y="108274"/>
                </a:cubicBezTo>
                <a:cubicBezTo>
                  <a:pt x="51457" y="111393"/>
                  <a:pt x="47935" y="117640"/>
                  <a:pt x="46950" y="122154"/>
                </a:cubicBezTo>
                <a:lnTo>
                  <a:pt x="45160" y="130363"/>
                </a:lnTo>
                <a:lnTo>
                  <a:pt x="42524" y="123910"/>
                </a:lnTo>
                <a:cubicBezTo>
                  <a:pt x="37073" y="110563"/>
                  <a:pt x="32979" y="104462"/>
                  <a:pt x="27585" y="101648"/>
                </a:cubicBezTo>
                <a:cubicBezTo>
                  <a:pt x="17943" y="96616"/>
                  <a:pt x="4895" y="80319"/>
                  <a:pt x="3541" y="71617"/>
                </a:cubicBezTo>
                <a:cubicBezTo>
                  <a:pt x="2825" y="67013"/>
                  <a:pt x="1452" y="60822"/>
                  <a:pt x="489" y="57859"/>
                </a:cubicBezTo>
                <a:cubicBezTo>
                  <a:pt x="-848" y="53746"/>
                  <a:pt x="431" y="51364"/>
                  <a:pt x="5896" y="47783"/>
                </a:cubicBezTo>
                <a:cubicBezTo>
                  <a:pt x="10761" y="44595"/>
                  <a:pt x="13372" y="44047"/>
                  <a:pt x="14046" y="46070"/>
                </a:cubicBezTo>
                <a:cubicBezTo>
                  <a:pt x="15462" y="50316"/>
                  <a:pt x="18138" y="49779"/>
                  <a:pt x="24934" y="43885"/>
                </a:cubicBezTo>
                <a:cubicBezTo>
                  <a:pt x="28208" y="41045"/>
                  <a:pt x="32964" y="38722"/>
                  <a:pt x="35503" y="38722"/>
                </a:cubicBezTo>
                <a:cubicBezTo>
                  <a:pt x="38041" y="38722"/>
                  <a:pt x="40941" y="37391"/>
                  <a:pt x="41946" y="35764"/>
                </a:cubicBezTo>
                <a:cubicBezTo>
                  <a:pt x="43722" y="32890"/>
                  <a:pt x="39180" y="33412"/>
                  <a:pt x="25819" y="37615"/>
                </a:cubicBezTo>
                <a:cubicBezTo>
                  <a:pt x="21516" y="38969"/>
                  <a:pt x="21538" y="38810"/>
                  <a:pt x="26045" y="35947"/>
                </a:cubicBezTo>
                <a:cubicBezTo>
                  <a:pt x="31416" y="32535"/>
                  <a:pt x="63427" y="25797"/>
                  <a:pt x="73982" y="25857"/>
                </a:cubicBezTo>
                <a:cubicBezTo>
                  <a:pt x="78607" y="25883"/>
                  <a:pt x="79439" y="26525"/>
                  <a:pt x="76916" y="28123"/>
                </a:cubicBezTo>
                <a:cubicBezTo>
                  <a:pt x="73965" y="29993"/>
                  <a:pt x="73961" y="30540"/>
                  <a:pt x="76893" y="31518"/>
                </a:cubicBezTo>
                <a:cubicBezTo>
                  <a:pt x="78816" y="32159"/>
                  <a:pt x="81904" y="31168"/>
                  <a:pt x="83755" y="29317"/>
                </a:cubicBezTo>
                <a:cubicBezTo>
                  <a:pt x="85607" y="27466"/>
                  <a:pt x="91425" y="24774"/>
                  <a:pt x="96686" y="23336"/>
                </a:cubicBezTo>
                <a:cubicBezTo>
                  <a:pt x="101946" y="21898"/>
                  <a:pt x="109785" y="17511"/>
                  <a:pt x="114106" y="13587"/>
                </a:cubicBezTo>
                <a:cubicBezTo>
                  <a:pt x="121455" y="6915"/>
                  <a:pt x="131807" y="0"/>
                  <a:pt x="134447" y="0"/>
                </a:cubicBezTo>
                <a:cubicBezTo>
                  <a:pt x="135087" y="0"/>
                  <a:pt x="135973" y="3775"/>
                  <a:pt x="136418" y="8390"/>
                </a:cubicBezTo>
                <a:cubicBezTo>
                  <a:pt x="137168" y="16168"/>
                  <a:pt x="137980" y="16836"/>
                  <a:pt x="147553" y="17557"/>
                </a:cubicBezTo>
                <a:cubicBezTo>
                  <a:pt x="160105" y="18501"/>
                  <a:pt x="164320" y="23444"/>
                  <a:pt x="164372" y="37279"/>
                </a:cubicBezTo>
                <a:cubicBezTo>
                  <a:pt x="164422" y="50382"/>
                  <a:pt x="165667" y="52231"/>
                  <a:pt x="179001" y="58990"/>
                </a:cubicBezTo>
                <a:cubicBezTo>
                  <a:pt x="184939" y="62000"/>
                  <a:pt x="190525" y="65641"/>
                  <a:pt x="191415" y="67081"/>
                </a:cubicBezTo>
                <a:cubicBezTo>
                  <a:pt x="193368" y="70242"/>
                  <a:pt x="210709" y="70495"/>
                  <a:pt x="215539" y="67434"/>
                </a:cubicBezTo>
                <a:cubicBezTo>
                  <a:pt x="217436" y="66231"/>
                  <a:pt x="218597" y="62474"/>
                  <a:pt x="218120" y="59084"/>
                </a:cubicBezTo>
                <a:cubicBezTo>
                  <a:pt x="217412" y="54054"/>
                  <a:pt x="218522" y="52773"/>
                  <a:pt x="224155" y="52122"/>
                </a:cubicBezTo>
                <a:cubicBezTo>
                  <a:pt x="227952" y="51683"/>
                  <a:pt x="235747" y="53716"/>
                  <a:pt x="241477" y="56639"/>
                </a:cubicBezTo>
                <a:cubicBezTo>
                  <a:pt x="247208" y="59563"/>
                  <a:pt x="255884" y="61955"/>
                  <a:pt x="260758" y="61955"/>
                </a:cubicBezTo>
                <a:cubicBezTo>
                  <a:pt x="266280" y="61955"/>
                  <a:pt x="270184" y="63424"/>
                  <a:pt x="271115" y="65853"/>
                </a:cubicBezTo>
                <a:cubicBezTo>
                  <a:pt x="271938" y="67996"/>
                  <a:pt x="273398" y="83679"/>
                  <a:pt x="274360" y="100702"/>
                </a:cubicBezTo>
                <a:lnTo>
                  <a:pt x="276110" y="131654"/>
                </a:lnTo>
                <a:lnTo>
                  <a:pt x="259373" y="131654"/>
                </a:lnTo>
                <a:cubicBezTo>
                  <a:pt x="250168" y="131654"/>
                  <a:pt x="241862" y="130880"/>
                  <a:pt x="240916" y="129933"/>
                </a:cubicBezTo>
                <a:close/>
              </a:path>
            </a:pathLst>
          </a:custGeom>
          <a:solidFill>
            <a:srgbClr val="B9B9B9"/>
          </a:solidFill>
          <a:ln w="5163" cap="flat">
            <a:noFill/>
            <a:prstDash val="solid"/>
            <a:miter/>
          </a:ln>
        </p:spPr>
        <p:txBody>
          <a:bodyPr/>
          <a:lstStyle/>
          <a:p>
            <a:endParaRPr lang="es-419" noProof="0" dirty="0"/>
          </a:p>
        </p:txBody>
      </p:sp>
      <p:sp>
        <p:nvSpPr>
          <p:cNvPr id="65" name="Forma libre: forma 64">
            <a:extLst>
              <a:ext uri="{FF2B5EF4-FFF2-40B4-BE49-F238E27FC236}">
                <a16:creationId xmlns:a16="http://schemas.microsoft.com/office/drawing/2014/main" id="{7B752081-7FCF-FCD8-9CEC-1E79F6486AB5}"/>
              </a:ext>
            </a:extLst>
          </p:cNvPr>
          <p:cNvSpPr/>
          <p:nvPr/>
        </p:nvSpPr>
        <p:spPr>
          <a:xfrm>
            <a:off x="1184484" y="2261861"/>
            <a:ext cx="318490" cy="227740"/>
          </a:xfrm>
          <a:custGeom>
            <a:avLst/>
            <a:gdLst>
              <a:gd name="csX0" fmla="*/ 114616 w 318490"/>
              <a:gd name="csY0" fmla="*/ 224041 h 227740"/>
              <a:gd name="csX1" fmla="*/ 98063 w 318490"/>
              <a:gd name="csY1" fmla="*/ 220365 h 227740"/>
              <a:gd name="csX2" fmla="*/ 78702 w 318490"/>
              <a:gd name="csY2" fmla="*/ 212689 h 227740"/>
              <a:gd name="csX3" fmla="*/ 52720 w 318490"/>
              <a:gd name="csY3" fmla="*/ 202264 h 227740"/>
              <a:gd name="csX4" fmla="*/ 16521 w 318490"/>
              <a:gd name="csY4" fmla="*/ 184010 h 227740"/>
              <a:gd name="csX5" fmla="*/ 9212 w 318490"/>
              <a:gd name="csY5" fmla="*/ 173147 h 227740"/>
              <a:gd name="csX6" fmla="*/ 4642 w 318490"/>
              <a:gd name="csY6" fmla="*/ 147730 h 227740"/>
              <a:gd name="csX7" fmla="*/ 11809 w 318490"/>
              <a:gd name="csY7" fmla="*/ 137502 h 227740"/>
              <a:gd name="csX8" fmla="*/ 21183 w 318490"/>
              <a:gd name="csY8" fmla="*/ 134430 h 227740"/>
              <a:gd name="csX9" fmla="*/ 31013 w 318490"/>
              <a:gd name="csY9" fmla="*/ 131925 h 227740"/>
              <a:gd name="csX10" fmla="*/ 40878 w 318490"/>
              <a:gd name="csY10" fmla="*/ 131248 h 227740"/>
              <a:gd name="csX11" fmla="*/ 63873 w 318490"/>
              <a:gd name="csY11" fmla="*/ 121001 h 227740"/>
              <a:gd name="csX12" fmla="*/ 83748 w 318490"/>
              <a:gd name="csY12" fmla="*/ 109166 h 227740"/>
              <a:gd name="csX13" fmla="*/ 103738 w 318490"/>
              <a:gd name="csY13" fmla="*/ 85934 h 227740"/>
              <a:gd name="csX14" fmla="*/ 95901 w 318490"/>
              <a:gd name="csY14" fmla="*/ 79966 h 227740"/>
              <a:gd name="csX15" fmla="*/ 88802 w 318490"/>
              <a:gd name="csY15" fmla="*/ 74674 h 227740"/>
              <a:gd name="csX16" fmla="*/ 86125 w 318490"/>
              <a:gd name="csY16" fmla="*/ 66219 h 227740"/>
              <a:gd name="csX17" fmla="*/ 86125 w 318490"/>
              <a:gd name="csY17" fmla="*/ 56499 h 227740"/>
              <a:gd name="csX18" fmla="*/ 88802 w 318490"/>
              <a:gd name="csY18" fmla="*/ 47540 h 227740"/>
              <a:gd name="csX19" fmla="*/ 60913 w 318490"/>
              <a:gd name="csY19" fmla="*/ 35309 h 227740"/>
              <a:gd name="csX20" fmla="*/ 56419 w 318490"/>
              <a:gd name="csY20" fmla="*/ 24926 h 227740"/>
              <a:gd name="csX21" fmla="*/ 74769 w 318490"/>
              <a:gd name="csY21" fmla="*/ 18056 h 227740"/>
              <a:gd name="csX22" fmla="*/ 99155 w 318490"/>
              <a:gd name="csY22" fmla="*/ 10069 h 227740"/>
              <a:gd name="csX23" fmla="*/ 128747 w 318490"/>
              <a:gd name="csY23" fmla="*/ 1794 h 227740"/>
              <a:gd name="csX24" fmla="*/ 148545 w 318490"/>
              <a:gd name="csY24" fmla="*/ 0 h 227740"/>
              <a:gd name="csX25" fmla="*/ 155959 w 318490"/>
              <a:gd name="csY25" fmla="*/ 8117 h 227740"/>
              <a:gd name="csX26" fmla="*/ 176571 w 318490"/>
              <a:gd name="csY26" fmla="*/ 11071 h 227740"/>
              <a:gd name="csX27" fmla="*/ 199804 w 318490"/>
              <a:gd name="csY27" fmla="*/ 21145 h 227740"/>
              <a:gd name="csX28" fmla="*/ 218086 w 318490"/>
              <a:gd name="csY28" fmla="*/ 31610 h 227740"/>
              <a:gd name="csX29" fmla="*/ 246412 w 318490"/>
              <a:gd name="csY29" fmla="*/ 32163 h 227740"/>
              <a:gd name="csX30" fmla="*/ 266539 w 318490"/>
              <a:gd name="csY30" fmla="*/ 37891 h 227740"/>
              <a:gd name="csX31" fmla="*/ 290777 w 318490"/>
              <a:gd name="csY31" fmla="*/ 32555 h 227740"/>
              <a:gd name="csX32" fmla="*/ 315453 w 318490"/>
              <a:gd name="csY32" fmla="*/ 29658 h 227740"/>
              <a:gd name="csX33" fmla="*/ 315970 w 318490"/>
              <a:gd name="csY33" fmla="*/ 49793 h 227740"/>
              <a:gd name="csX34" fmla="*/ 313388 w 318490"/>
              <a:gd name="csY34" fmla="*/ 54741 h 227740"/>
              <a:gd name="csX35" fmla="*/ 311088 w 318490"/>
              <a:gd name="csY35" fmla="*/ 60549 h 227740"/>
              <a:gd name="csX36" fmla="*/ 306292 w 318490"/>
              <a:gd name="csY36" fmla="*/ 87865 h 227740"/>
              <a:gd name="csX37" fmla="*/ 284623 w 318490"/>
              <a:gd name="csY37" fmla="*/ 147819 h 227740"/>
              <a:gd name="csX38" fmla="*/ 277248 w 318490"/>
              <a:gd name="csY38" fmla="*/ 167736 h 227740"/>
              <a:gd name="csX39" fmla="*/ 272730 w 318490"/>
              <a:gd name="csY39" fmla="*/ 177484 h 227740"/>
              <a:gd name="csX40" fmla="*/ 214235 w 318490"/>
              <a:gd name="csY40" fmla="*/ 170076 h 227740"/>
              <a:gd name="csX41" fmla="*/ 184978 w 318490"/>
              <a:gd name="csY41" fmla="*/ 166604 h 227740"/>
              <a:gd name="csX42" fmla="*/ 157292 w 318490"/>
              <a:gd name="csY42" fmla="*/ 168449 h 227740"/>
              <a:gd name="csX43" fmla="*/ 156212 w 318490"/>
              <a:gd name="csY43" fmla="*/ 189010 h 227740"/>
              <a:gd name="csX44" fmla="*/ 147530 w 318490"/>
              <a:gd name="csY44" fmla="*/ 199123 h 227740"/>
              <a:gd name="csX45" fmla="*/ 137850 w 318490"/>
              <a:gd name="csY45" fmla="*/ 216729 h 227740"/>
              <a:gd name="csX46" fmla="*/ 130751 w 318490"/>
              <a:gd name="csY46" fmla="*/ 227717 h 227740"/>
              <a:gd name="csX47" fmla="*/ 114616 w 318490"/>
              <a:gd name="csY47" fmla="*/ 224041 h 2277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Lst>
            <a:rect l="l" t="t" r="r" b="b"/>
            <a:pathLst>
              <a:path w="318490" h="227740">
                <a:moveTo>
                  <a:pt x="114616" y="224041"/>
                </a:moveTo>
                <a:cubicBezTo>
                  <a:pt x="109647" y="222127"/>
                  <a:pt x="102198" y="220473"/>
                  <a:pt x="98063" y="220365"/>
                </a:cubicBezTo>
                <a:cubicBezTo>
                  <a:pt x="93928" y="220257"/>
                  <a:pt x="85216" y="216803"/>
                  <a:pt x="78702" y="212689"/>
                </a:cubicBezTo>
                <a:cubicBezTo>
                  <a:pt x="72189" y="208575"/>
                  <a:pt x="60497" y="203884"/>
                  <a:pt x="52720" y="202264"/>
                </a:cubicBezTo>
                <a:cubicBezTo>
                  <a:pt x="38260" y="199253"/>
                  <a:pt x="16521" y="188291"/>
                  <a:pt x="16521" y="184010"/>
                </a:cubicBezTo>
                <a:cubicBezTo>
                  <a:pt x="16521" y="182699"/>
                  <a:pt x="13232" y="177811"/>
                  <a:pt x="9212" y="173147"/>
                </a:cubicBezTo>
                <a:cubicBezTo>
                  <a:pt x="-1729" y="160453"/>
                  <a:pt x="-2493" y="156209"/>
                  <a:pt x="4642" y="147730"/>
                </a:cubicBezTo>
                <a:cubicBezTo>
                  <a:pt x="8064" y="143663"/>
                  <a:pt x="11290" y="139060"/>
                  <a:pt x="11809" y="137502"/>
                </a:cubicBezTo>
                <a:cubicBezTo>
                  <a:pt x="12328" y="135944"/>
                  <a:pt x="16546" y="134562"/>
                  <a:pt x="21183" y="134430"/>
                </a:cubicBezTo>
                <a:cubicBezTo>
                  <a:pt x="25819" y="134298"/>
                  <a:pt x="30243" y="133171"/>
                  <a:pt x="31013" y="131925"/>
                </a:cubicBezTo>
                <a:cubicBezTo>
                  <a:pt x="31783" y="130679"/>
                  <a:pt x="36222" y="130374"/>
                  <a:pt x="40878" y="131248"/>
                </a:cubicBezTo>
                <a:cubicBezTo>
                  <a:pt x="48236" y="132628"/>
                  <a:pt x="51244" y="131288"/>
                  <a:pt x="63873" y="121001"/>
                </a:cubicBezTo>
                <a:cubicBezTo>
                  <a:pt x="71865" y="114492"/>
                  <a:pt x="80808" y="109166"/>
                  <a:pt x="83748" y="109166"/>
                </a:cubicBezTo>
                <a:cubicBezTo>
                  <a:pt x="91503" y="109166"/>
                  <a:pt x="104649" y="93888"/>
                  <a:pt x="103738" y="85934"/>
                </a:cubicBezTo>
                <a:cubicBezTo>
                  <a:pt x="103134" y="80649"/>
                  <a:pt x="101713" y="79568"/>
                  <a:pt x="95901" y="79966"/>
                </a:cubicBezTo>
                <a:cubicBezTo>
                  <a:pt x="90126" y="80361"/>
                  <a:pt x="88802" y="79374"/>
                  <a:pt x="88802" y="74674"/>
                </a:cubicBezTo>
                <a:cubicBezTo>
                  <a:pt x="88802" y="71496"/>
                  <a:pt x="87597" y="67691"/>
                  <a:pt x="86125" y="66219"/>
                </a:cubicBezTo>
                <a:cubicBezTo>
                  <a:pt x="84276" y="64370"/>
                  <a:pt x="84276" y="61362"/>
                  <a:pt x="86125" y="56499"/>
                </a:cubicBezTo>
                <a:cubicBezTo>
                  <a:pt x="87597" y="52626"/>
                  <a:pt x="88802" y="48595"/>
                  <a:pt x="88802" y="47540"/>
                </a:cubicBezTo>
                <a:cubicBezTo>
                  <a:pt x="88802" y="45033"/>
                  <a:pt x="71424" y="37411"/>
                  <a:pt x="60913" y="35309"/>
                </a:cubicBezTo>
                <a:cubicBezTo>
                  <a:pt x="51581" y="33443"/>
                  <a:pt x="51150" y="32448"/>
                  <a:pt x="56419" y="24926"/>
                </a:cubicBezTo>
                <a:cubicBezTo>
                  <a:pt x="59183" y="20980"/>
                  <a:pt x="64034" y="19164"/>
                  <a:pt x="74769" y="18056"/>
                </a:cubicBezTo>
                <a:cubicBezTo>
                  <a:pt x="84042" y="17099"/>
                  <a:pt x="92933" y="14187"/>
                  <a:pt x="99155" y="10069"/>
                </a:cubicBezTo>
                <a:cubicBezTo>
                  <a:pt x="106450" y="5242"/>
                  <a:pt x="114000" y="3130"/>
                  <a:pt x="128747" y="1794"/>
                </a:cubicBezTo>
                <a:lnTo>
                  <a:pt x="148545" y="0"/>
                </a:lnTo>
                <a:lnTo>
                  <a:pt x="155959" y="8117"/>
                </a:lnTo>
                <a:cubicBezTo>
                  <a:pt x="164608" y="17586"/>
                  <a:pt x="168428" y="18134"/>
                  <a:pt x="176571" y="11071"/>
                </a:cubicBezTo>
                <a:cubicBezTo>
                  <a:pt x="187391" y="1687"/>
                  <a:pt x="199804" y="7069"/>
                  <a:pt x="199804" y="21145"/>
                </a:cubicBezTo>
                <a:cubicBezTo>
                  <a:pt x="199804" y="30772"/>
                  <a:pt x="209395" y="36261"/>
                  <a:pt x="218086" y="31610"/>
                </a:cubicBezTo>
                <a:cubicBezTo>
                  <a:pt x="228270" y="26160"/>
                  <a:pt x="241869" y="26426"/>
                  <a:pt x="246412" y="32163"/>
                </a:cubicBezTo>
                <a:cubicBezTo>
                  <a:pt x="249505" y="36068"/>
                  <a:pt x="254126" y="37384"/>
                  <a:pt x="266539" y="37891"/>
                </a:cubicBezTo>
                <a:cubicBezTo>
                  <a:pt x="279978" y="38440"/>
                  <a:pt x="284000" y="37555"/>
                  <a:pt x="290777" y="32555"/>
                </a:cubicBezTo>
                <a:cubicBezTo>
                  <a:pt x="299613" y="26036"/>
                  <a:pt x="310548" y="24752"/>
                  <a:pt x="315453" y="29658"/>
                </a:cubicBezTo>
                <a:cubicBezTo>
                  <a:pt x="319191" y="33396"/>
                  <a:pt x="319612" y="49793"/>
                  <a:pt x="315970" y="49793"/>
                </a:cubicBezTo>
                <a:cubicBezTo>
                  <a:pt x="314550" y="49793"/>
                  <a:pt x="313388" y="52020"/>
                  <a:pt x="313388" y="54741"/>
                </a:cubicBezTo>
                <a:cubicBezTo>
                  <a:pt x="313388" y="57462"/>
                  <a:pt x="312353" y="60076"/>
                  <a:pt x="311088" y="60549"/>
                </a:cubicBezTo>
                <a:cubicBezTo>
                  <a:pt x="309822" y="61023"/>
                  <a:pt x="307664" y="73315"/>
                  <a:pt x="306292" y="87865"/>
                </a:cubicBezTo>
                <a:cubicBezTo>
                  <a:pt x="303509" y="117372"/>
                  <a:pt x="292552" y="147689"/>
                  <a:pt x="284623" y="147819"/>
                </a:cubicBezTo>
                <a:cubicBezTo>
                  <a:pt x="279191" y="147908"/>
                  <a:pt x="277248" y="153157"/>
                  <a:pt x="277248" y="167736"/>
                </a:cubicBezTo>
                <a:cubicBezTo>
                  <a:pt x="277248" y="177878"/>
                  <a:pt x="276652" y="179163"/>
                  <a:pt x="272730" y="177484"/>
                </a:cubicBezTo>
                <a:cubicBezTo>
                  <a:pt x="262382" y="173052"/>
                  <a:pt x="240695" y="170306"/>
                  <a:pt x="214235" y="170076"/>
                </a:cubicBezTo>
                <a:cubicBezTo>
                  <a:pt x="194190" y="169901"/>
                  <a:pt x="185756" y="168900"/>
                  <a:pt x="184978" y="166604"/>
                </a:cubicBezTo>
                <a:cubicBezTo>
                  <a:pt x="183149" y="161204"/>
                  <a:pt x="162610" y="162574"/>
                  <a:pt x="157292" y="168449"/>
                </a:cubicBezTo>
                <a:cubicBezTo>
                  <a:pt x="153074" y="173111"/>
                  <a:pt x="152885" y="176707"/>
                  <a:pt x="156212" y="189010"/>
                </a:cubicBezTo>
                <a:cubicBezTo>
                  <a:pt x="156777" y="191099"/>
                  <a:pt x="153007" y="195490"/>
                  <a:pt x="147530" y="199123"/>
                </a:cubicBezTo>
                <a:cubicBezTo>
                  <a:pt x="138821" y="204900"/>
                  <a:pt x="137850" y="206668"/>
                  <a:pt x="137850" y="216729"/>
                </a:cubicBezTo>
                <a:cubicBezTo>
                  <a:pt x="137850" y="227257"/>
                  <a:pt x="137433" y="227902"/>
                  <a:pt x="130751" y="227717"/>
                </a:cubicBezTo>
                <a:cubicBezTo>
                  <a:pt x="126846" y="227609"/>
                  <a:pt x="119586" y="225955"/>
                  <a:pt x="114616" y="224041"/>
                </a:cubicBezTo>
                <a:close/>
              </a:path>
            </a:pathLst>
          </a:custGeom>
          <a:solidFill>
            <a:srgbClr val="B9B9B9"/>
          </a:solidFill>
          <a:ln w="5163" cap="flat">
            <a:noFill/>
            <a:prstDash val="solid"/>
            <a:miter/>
          </a:ln>
        </p:spPr>
        <p:txBody>
          <a:bodyPr/>
          <a:lstStyle/>
          <a:p>
            <a:endParaRPr lang="es-419" noProof="0" dirty="0"/>
          </a:p>
        </p:txBody>
      </p:sp>
      <p:sp>
        <p:nvSpPr>
          <p:cNvPr id="66" name="Forma libre: forma 65">
            <a:extLst>
              <a:ext uri="{FF2B5EF4-FFF2-40B4-BE49-F238E27FC236}">
                <a16:creationId xmlns:a16="http://schemas.microsoft.com/office/drawing/2014/main" id="{0070477A-26E7-77A7-86C5-BE311D3F14D9}"/>
              </a:ext>
            </a:extLst>
          </p:cNvPr>
          <p:cNvSpPr/>
          <p:nvPr/>
        </p:nvSpPr>
        <p:spPr>
          <a:xfrm>
            <a:off x="1557246" y="2384328"/>
            <a:ext cx="70794" cy="61560"/>
          </a:xfrm>
          <a:custGeom>
            <a:avLst/>
            <a:gdLst>
              <a:gd name="csX0" fmla="*/ 30977 w 70794"/>
              <a:gd name="csY0" fmla="*/ 53817 h 61560"/>
              <a:gd name="csX1" fmla="*/ 18070 w 70794"/>
              <a:gd name="csY1" fmla="*/ 49863 h 61560"/>
              <a:gd name="csX2" fmla="*/ 14198 w 70794"/>
              <a:gd name="csY2" fmla="*/ 52169 h 61560"/>
              <a:gd name="csX3" fmla="*/ 10326 w 70794"/>
              <a:gd name="csY3" fmla="*/ 47062 h 61560"/>
              <a:gd name="csX4" fmla="*/ 5163 w 70794"/>
              <a:gd name="csY4" fmla="*/ 39020 h 61560"/>
              <a:gd name="csX5" fmla="*/ 0 w 70794"/>
              <a:gd name="csY5" fmla="*/ 32748 h 61560"/>
              <a:gd name="csX6" fmla="*/ 10326 w 70794"/>
              <a:gd name="csY6" fmla="*/ 18967 h 61560"/>
              <a:gd name="csX7" fmla="*/ 20652 w 70794"/>
              <a:gd name="csY7" fmla="*/ 3034 h 61560"/>
              <a:gd name="csX8" fmla="*/ 30332 w 70794"/>
              <a:gd name="csY8" fmla="*/ 698 h 61560"/>
              <a:gd name="csX9" fmla="*/ 54210 w 70794"/>
              <a:gd name="csY9" fmla="*/ 10137 h 61560"/>
              <a:gd name="csX10" fmla="*/ 63267 w 70794"/>
              <a:gd name="csY10" fmla="*/ 15095 h 61560"/>
              <a:gd name="csX11" fmla="*/ 69100 w 70794"/>
              <a:gd name="csY11" fmla="*/ 20258 h 61560"/>
              <a:gd name="csX12" fmla="*/ 69100 w 70794"/>
              <a:gd name="csY12" fmla="*/ 30584 h 61560"/>
              <a:gd name="csX13" fmla="*/ 69721 w 70794"/>
              <a:gd name="csY13" fmla="*/ 35746 h 61560"/>
              <a:gd name="csX14" fmla="*/ 67118 w 70794"/>
              <a:gd name="csY14" fmla="*/ 44803 h 61560"/>
              <a:gd name="csX15" fmla="*/ 61618 w 70794"/>
              <a:gd name="csY15" fmla="*/ 50612 h 61560"/>
              <a:gd name="csX16" fmla="*/ 54931 w 70794"/>
              <a:gd name="csY16" fmla="*/ 50644 h 61560"/>
              <a:gd name="csX17" fmla="*/ 37735 w 70794"/>
              <a:gd name="csY17" fmla="*/ 61561 h 61560"/>
              <a:gd name="csX18" fmla="*/ 30977 w 70794"/>
              <a:gd name="csY18" fmla="*/ 53817 h 615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70794" h="61560">
                <a:moveTo>
                  <a:pt x="30977" y="53817"/>
                </a:moveTo>
                <a:cubicBezTo>
                  <a:pt x="25158" y="45644"/>
                  <a:pt x="18070" y="43473"/>
                  <a:pt x="18070" y="49863"/>
                </a:cubicBezTo>
                <a:cubicBezTo>
                  <a:pt x="18070" y="52173"/>
                  <a:pt x="16557" y="53074"/>
                  <a:pt x="14198" y="52169"/>
                </a:cubicBezTo>
                <a:cubicBezTo>
                  <a:pt x="12068" y="51351"/>
                  <a:pt x="10326" y="49053"/>
                  <a:pt x="10326" y="47062"/>
                </a:cubicBezTo>
                <a:cubicBezTo>
                  <a:pt x="10326" y="45070"/>
                  <a:pt x="8003" y="41451"/>
                  <a:pt x="5163" y="39020"/>
                </a:cubicBezTo>
                <a:cubicBezTo>
                  <a:pt x="2323" y="36588"/>
                  <a:pt x="0" y="33766"/>
                  <a:pt x="0" y="32748"/>
                </a:cubicBezTo>
                <a:cubicBezTo>
                  <a:pt x="0" y="31730"/>
                  <a:pt x="4647" y="25529"/>
                  <a:pt x="10326" y="18967"/>
                </a:cubicBezTo>
                <a:cubicBezTo>
                  <a:pt x="16005" y="12405"/>
                  <a:pt x="20652" y="5235"/>
                  <a:pt x="20652" y="3034"/>
                </a:cubicBezTo>
                <a:cubicBezTo>
                  <a:pt x="20652" y="-166"/>
                  <a:pt x="22592" y="-634"/>
                  <a:pt x="30332" y="698"/>
                </a:cubicBezTo>
                <a:cubicBezTo>
                  <a:pt x="52748" y="4557"/>
                  <a:pt x="54210" y="5134"/>
                  <a:pt x="54210" y="10137"/>
                </a:cubicBezTo>
                <a:cubicBezTo>
                  <a:pt x="54210" y="14084"/>
                  <a:pt x="56056" y="15095"/>
                  <a:pt x="63267" y="15095"/>
                </a:cubicBezTo>
                <a:cubicBezTo>
                  <a:pt x="71678" y="15095"/>
                  <a:pt x="72094" y="15463"/>
                  <a:pt x="69100" y="20258"/>
                </a:cubicBezTo>
                <a:cubicBezTo>
                  <a:pt x="66522" y="24386"/>
                  <a:pt x="66522" y="26456"/>
                  <a:pt x="69100" y="30584"/>
                </a:cubicBezTo>
                <a:cubicBezTo>
                  <a:pt x="71011" y="33644"/>
                  <a:pt x="71264" y="35746"/>
                  <a:pt x="69721" y="35746"/>
                </a:cubicBezTo>
                <a:cubicBezTo>
                  <a:pt x="68289" y="35746"/>
                  <a:pt x="67118" y="39822"/>
                  <a:pt x="67118" y="44803"/>
                </a:cubicBezTo>
                <a:cubicBezTo>
                  <a:pt x="67118" y="53341"/>
                  <a:pt x="66802" y="53674"/>
                  <a:pt x="61618" y="50612"/>
                </a:cubicBezTo>
                <a:cubicBezTo>
                  <a:pt x="57188" y="47995"/>
                  <a:pt x="55886" y="48002"/>
                  <a:pt x="54931" y="50644"/>
                </a:cubicBezTo>
                <a:cubicBezTo>
                  <a:pt x="53898" y="53500"/>
                  <a:pt x="41201" y="61561"/>
                  <a:pt x="37735" y="61561"/>
                </a:cubicBezTo>
                <a:cubicBezTo>
                  <a:pt x="37051" y="61561"/>
                  <a:pt x="34010" y="58076"/>
                  <a:pt x="30977" y="53817"/>
                </a:cubicBezTo>
                <a:close/>
              </a:path>
            </a:pathLst>
          </a:custGeom>
          <a:solidFill>
            <a:srgbClr val="B9B9B9"/>
          </a:solidFill>
          <a:ln w="5163" cap="flat">
            <a:noFill/>
            <a:prstDash val="solid"/>
            <a:miter/>
          </a:ln>
        </p:spPr>
        <p:txBody>
          <a:bodyPr/>
          <a:lstStyle/>
          <a:p>
            <a:endParaRPr lang="es-419" noProof="0" dirty="0"/>
          </a:p>
        </p:txBody>
      </p:sp>
      <p:sp>
        <p:nvSpPr>
          <p:cNvPr id="67" name="Forma libre: forma 66">
            <a:extLst>
              <a:ext uri="{FF2B5EF4-FFF2-40B4-BE49-F238E27FC236}">
                <a16:creationId xmlns:a16="http://schemas.microsoft.com/office/drawing/2014/main" id="{767AE3DC-6FF7-4B07-15DA-E47830ED24B8}"/>
              </a:ext>
            </a:extLst>
          </p:cNvPr>
          <p:cNvSpPr/>
          <p:nvPr/>
        </p:nvSpPr>
        <p:spPr>
          <a:xfrm>
            <a:off x="1478193" y="2273156"/>
            <a:ext cx="153622" cy="170128"/>
          </a:xfrm>
          <a:custGeom>
            <a:avLst/>
            <a:gdLst>
              <a:gd name="csX0" fmla="*/ 8493 w 153622"/>
              <a:gd name="csY0" fmla="*/ 168431 h 170128"/>
              <a:gd name="csX1" fmla="*/ 6772 w 153622"/>
              <a:gd name="csY1" fmla="*/ 161418 h 170128"/>
              <a:gd name="csX2" fmla="*/ 2681 w 153622"/>
              <a:gd name="csY2" fmla="*/ 145415 h 170128"/>
              <a:gd name="csX3" fmla="*/ 5459 w 153622"/>
              <a:gd name="csY3" fmla="*/ 121148 h 170128"/>
              <a:gd name="csX4" fmla="*/ 14777 w 153622"/>
              <a:gd name="csY4" fmla="*/ 82726 h 170128"/>
              <a:gd name="csX5" fmla="*/ 25155 w 153622"/>
              <a:gd name="csY5" fmla="*/ 43661 h 170128"/>
              <a:gd name="csX6" fmla="*/ 27423 w 153622"/>
              <a:gd name="csY6" fmla="*/ 32229 h 170128"/>
              <a:gd name="csX7" fmla="*/ 31172 w 153622"/>
              <a:gd name="csY7" fmla="*/ 17047 h 170128"/>
              <a:gd name="csX8" fmla="*/ 33221 w 153622"/>
              <a:gd name="csY8" fmla="*/ 11598 h 170128"/>
              <a:gd name="csX9" fmla="*/ 37362 w 153622"/>
              <a:gd name="csY9" fmla="*/ 8370 h 170128"/>
              <a:gd name="csX10" fmla="*/ 41848 w 153622"/>
              <a:gd name="csY10" fmla="*/ 3309 h 170128"/>
              <a:gd name="csX11" fmla="*/ 51947 w 153622"/>
              <a:gd name="csY11" fmla="*/ 4939 h 170128"/>
              <a:gd name="csX12" fmla="*/ 67990 w 153622"/>
              <a:gd name="csY12" fmla="*/ 10085 h 170128"/>
              <a:gd name="csX13" fmla="*/ 82983 w 153622"/>
              <a:gd name="csY13" fmla="*/ 28865 h 170128"/>
              <a:gd name="csX14" fmla="*/ 93236 w 153622"/>
              <a:gd name="csY14" fmla="*/ 38498 h 170128"/>
              <a:gd name="csX15" fmla="*/ 103025 w 153622"/>
              <a:gd name="csY15" fmla="*/ 33366 h 170128"/>
              <a:gd name="csX16" fmla="*/ 120832 w 153622"/>
              <a:gd name="csY16" fmla="*/ 24595 h 170128"/>
              <a:gd name="csX17" fmla="*/ 122064 w 153622"/>
              <a:gd name="csY17" fmla="*/ 33182 h 170128"/>
              <a:gd name="csX18" fmla="*/ 135261 w 153622"/>
              <a:gd name="csY18" fmla="*/ 39968 h 170128"/>
              <a:gd name="csX19" fmla="*/ 152396 w 153622"/>
              <a:gd name="csY19" fmla="*/ 46930 h 170128"/>
              <a:gd name="csX20" fmla="*/ 149002 w 153622"/>
              <a:gd name="csY20" fmla="*/ 58232 h 170128"/>
              <a:gd name="csX21" fmla="*/ 146552 w 153622"/>
              <a:gd name="csY21" fmla="*/ 64545 h 170128"/>
              <a:gd name="csX22" fmla="*/ 148358 w 153622"/>
              <a:gd name="csY22" fmla="*/ 121402 h 170128"/>
              <a:gd name="csX23" fmla="*/ 135844 w 153622"/>
              <a:gd name="csY23" fmla="*/ 118523 h 170128"/>
              <a:gd name="csX24" fmla="*/ 131972 w 153622"/>
              <a:gd name="csY24" fmla="*/ 113360 h 170128"/>
              <a:gd name="csX25" fmla="*/ 128062 w 153622"/>
              <a:gd name="csY25" fmla="*/ 103679 h 170128"/>
              <a:gd name="csX26" fmla="*/ 124378 w 153622"/>
              <a:gd name="csY26" fmla="*/ 87545 h 170128"/>
              <a:gd name="csX27" fmla="*/ 116378 w 153622"/>
              <a:gd name="csY27" fmla="*/ 72702 h 170128"/>
              <a:gd name="csX28" fmla="*/ 107448 w 153622"/>
              <a:gd name="csY28" fmla="*/ 67912 h 170128"/>
              <a:gd name="csX29" fmla="*/ 99376 w 153622"/>
              <a:gd name="csY29" fmla="*/ 80152 h 170128"/>
              <a:gd name="csX30" fmla="*/ 94468 w 153622"/>
              <a:gd name="csY30" fmla="*/ 101141 h 170128"/>
              <a:gd name="csX31" fmla="*/ 81766 w 153622"/>
              <a:gd name="csY31" fmla="*/ 133635 h 170128"/>
              <a:gd name="csX32" fmla="*/ 65090 w 153622"/>
              <a:gd name="csY32" fmla="*/ 140680 h 170128"/>
              <a:gd name="csX33" fmla="*/ 53260 w 153622"/>
              <a:gd name="csY33" fmla="*/ 146865 h 170128"/>
              <a:gd name="csX34" fmla="*/ 38902 w 153622"/>
              <a:gd name="csY34" fmla="*/ 154663 h 170128"/>
              <a:gd name="csX35" fmla="*/ 22260 w 153622"/>
              <a:gd name="csY35" fmla="*/ 162407 h 170128"/>
              <a:gd name="csX36" fmla="*/ 8493 w 153622"/>
              <a:gd name="csY36" fmla="*/ 168431 h 17012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Lst>
            <a:rect l="l" t="t" r="r" b="b"/>
            <a:pathLst>
              <a:path w="153622" h="170128">
                <a:moveTo>
                  <a:pt x="8493" y="168431"/>
                </a:moveTo>
                <a:cubicBezTo>
                  <a:pt x="7546" y="167484"/>
                  <a:pt x="6772" y="164329"/>
                  <a:pt x="6772" y="161418"/>
                </a:cubicBezTo>
                <a:cubicBezTo>
                  <a:pt x="6772" y="158508"/>
                  <a:pt x="4931" y="151306"/>
                  <a:pt x="2681" y="145415"/>
                </a:cubicBezTo>
                <a:cubicBezTo>
                  <a:pt x="-1298" y="134996"/>
                  <a:pt x="-1222" y="134332"/>
                  <a:pt x="5459" y="121148"/>
                </a:cubicBezTo>
                <a:cubicBezTo>
                  <a:pt x="10516" y="111168"/>
                  <a:pt x="12973" y="101035"/>
                  <a:pt x="14777" y="82726"/>
                </a:cubicBezTo>
                <a:cubicBezTo>
                  <a:pt x="17244" y="57676"/>
                  <a:pt x="20967" y="43661"/>
                  <a:pt x="25155" y="43661"/>
                </a:cubicBezTo>
                <a:cubicBezTo>
                  <a:pt x="26403" y="43661"/>
                  <a:pt x="27423" y="38516"/>
                  <a:pt x="27423" y="32229"/>
                </a:cubicBezTo>
                <a:cubicBezTo>
                  <a:pt x="27423" y="25675"/>
                  <a:pt x="29023" y="19196"/>
                  <a:pt x="31172" y="17047"/>
                </a:cubicBezTo>
                <a:cubicBezTo>
                  <a:pt x="33235" y="14985"/>
                  <a:pt x="34156" y="12533"/>
                  <a:pt x="33221" y="11598"/>
                </a:cubicBezTo>
                <a:cubicBezTo>
                  <a:pt x="32286" y="10662"/>
                  <a:pt x="34150" y="9210"/>
                  <a:pt x="37362" y="8370"/>
                </a:cubicBezTo>
                <a:cubicBezTo>
                  <a:pt x="40925" y="7438"/>
                  <a:pt x="42675" y="5464"/>
                  <a:pt x="41848" y="3309"/>
                </a:cubicBezTo>
                <a:cubicBezTo>
                  <a:pt x="39982" y="-1555"/>
                  <a:pt x="42837" y="-1094"/>
                  <a:pt x="51947" y="4939"/>
                </a:cubicBezTo>
                <a:cubicBezTo>
                  <a:pt x="56206" y="7760"/>
                  <a:pt x="63426" y="10076"/>
                  <a:pt x="67990" y="10085"/>
                </a:cubicBezTo>
                <a:cubicBezTo>
                  <a:pt x="77231" y="10104"/>
                  <a:pt x="80149" y="13759"/>
                  <a:pt x="82983" y="28865"/>
                </a:cubicBezTo>
                <a:cubicBezTo>
                  <a:pt x="84632" y="37657"/>
                  <a:pt x="85527" y="38498"/>
                  <a:pt x="93236" y="38498"/>
                </a:cubicBezTo>
                <a:cubicBezTo>
                  <a:pt x="99495" y="38498"/>
                  <a:pt x="102031" y="37168"/>
                  <a:pt x="103025" y="33366"/>
                </a:cubicBezTo>
                <a:cubicBezTo>
                  <a:pt x="104466" y="27855"/>
                  <a:pt x="116509" y="21923"/>
                  <a:pt x="120832" y="24595"/>
                </a:cubicBezTo>
                <a:cubicBezTo>
                  <a:pt x="122276" y="25487"/>
                  <a:pt x="122830" y="29351"/>
                  <a:pt x="122064" y="33182"/>
                </a:cubicBezTo>
                <a:cubicBezTo>
                  <a:pt x="120679" y="40107"/>
                  <a:pt x="120757" y="40147"/>
                  <a:pt x="135261" y="39968"/>
                </a:cubicBezTo>
                <a:cubicBezTo>
                  <a:pt x="148934" y="39800"/>
                  <a:pt x="150012" y="40238"/>
                  <a:pt x="152396" y="46930"/>
                </a:cubicBezTo>
                <a:cubicBezTo>
                  <a:pt x="154575" y="53045"/>
                  <a:pt x="154087" y="54670"/>
                  <a:pt x="149002" y="58232"/>
                </a:cubicBezTo>
                <a:cubicBezTo>
                  <a:pt x="144363" y="61481"/>
                  <a:pt x="143827" y="62863"/>
                  <a:pt x="146552" y="64545"/>
                </a:cubicBezTo>
                <a:cubicBezTo>
                  <a:pt x="151618" y="67671"/>
                  <a:pt x="153227" y="118317"/>
                  <a:pt x="148358" y="121402"/>
                </a:cubicBezTo>
                <a:cubicBezTo>
                  <a:pt x="142062" y="125392"/>
                  <a:pt x="135844" y="123962"/>
                  <a:pt x="135844" y="118523"/>
                </a:cubicBezTo>
                <a:cubicBezTo>
                  <a:pt x="135844" y="115655"/>
                  <a:pt x="134123" y="113360"/>
                  <a:pt x="131972" y="113360"/>
                </a:cubicBezTo>
                <a:cubicBezTo>
                  <a:pt x="129225" y="113360"/>
                  <a:pt x="128089" y="110546"/>
                  <a:pt x="128062" y="103679"/>
                </a:cubicBezTo>
                <a:cubicBezTo>
                  <a:pt x="128041" y="98355"/>
                  <a:pt x="126383" y="91095"/>
                  <a:pt x="124378" y="87545"/>
                </a:cubicBezTo>
                <a:cubicBezTo>
                  <a:pt x="122373" y="83996"/>
                  <a:pt x="118773" y="77316"/>
                  <a:pt x="116378" y="72702"/>
                </a:cubicBezTo>
                <a:cubicBezTo>
                  <a:pt x="111867" y="64011"/>
                  <a:pt x="107448" y="61641"/>
                  <a:pt x="107448" y="67912"/>
                </a:cubicBezTo>
                <a:cubicBezTo>
                  <a:pt x="107448" y="69891"/>
                  <a:pt x="103816" y="75399"/>
                  <a:pt x="99376" y="80152"/>
                </a:cubicBezTo>
                <a:cubicBezTo>
                  <a:pt x="91445" y="88642"/>
                  <a:pt x="91359" y="89010"/>
                  <a:pt x="94468" y="101141"/>
                </a:cubicBezTo>
                <a:cubicBezTo>
                  <a:pt x="97988" y="114877"/>
                  <a:pt x="97068" y="117230"/>
                  <a:pt x="81766" y="133635"/>
                </a:cubicBezTo>
                <a:cubicBezTo>
                  <a:pt x="74766" y="141139"/>
                  <a:pt x="72544" y="142078"/>
                  <a:pt x="65090" y="140680"/>
                </a:cubicBezTo>
                <a:cubicBezTo>
                  <a:pt x="57313" y="139221"/>
                  <a:pt x="56181" y="139812"/>
                  <a:pt x="53260" y="146865"/>
                </a:cubicBezTo>
                <a:cubicBezTo>
                  <a:pt x="50372" y="153836"/>
                  <a:pt x="48850" y="154663"/>
                  <a:pt x="38902" y="154663"/>
                </a:cubicBezTo>
                <a:cubicBezTo>
                  <a:pt x="29485" y="154663"/>
                  <a:pt x="26927" y="155853"/>
                  <a:pt x="22260" y="162407"/>
                </a:cubicBezTo>
                <a:cubicBezTo>
                  <a:pt x="16933" y="169889"/>
                  <a:pt x="12076" y="172014"/>
                  <a:pt x="8493" y="168431"/>
                </a:cubicBezTo>
                <a:close/>
              </a:path>
            </a:pathLst>
          </a:custGeom>
          <a:solidFill>
            <a:srgbClr val="B9B9B9"/>
          </a:solidFill>
          <a:ln w="5163" cap="flat">
            <a:noFill/>
            <a:prstDash val="solid"/>
            <a:miter/>
          </a:ln>
        </p:spPr>
        <p:txBody>
          <a:bodyPr/>
          <a:lstStyle/>
          <a:p>
            <a:endParaRPr lang="es-419" noProof="0" dirty="0"/>
          </a:p>
        </p:txBody>
      </p:sp>
      <p:grpSp>
        <p:nvGrpSpPr>
          <p:cNvPr id="68" name="Gráfico 39">
            <a:extLst>
              <a:ext uri="{FF2B5EF4-FFF2-40B4-BE49-F238E27FC236}">
                <a16:creationId xmlns:a16="http://schemas.microsoft.com/office/drawing/2014/main" id="{54D79BA9-2809-1F01-E26E-D4EF02FB794C}"/>
              </a:ext>
            </a:extLst>
          </p:cNvPr>
          <p:cNvGrpSpPr/>
          <p:nvPr/>
        </p:nvGrpSpPr>
        <p:grpSpPr>
          <a:xfrm>
            <a:off x="2169009" y="2212045"/>
            <a:ext cx="273705" cy="260208"/>
            <a:chOff x="2169009" y="2212045"/>
            <a:chExt cx="273705" cy="260208"/>
          </a:xfrm>
          <a:solidFill>
            <a:srgbClr val="B9B9B9"/>
          </a:solidFill>
        </p:grpSpPr>
        <p:sp>
          <p:nvSpPr>
            <p:cNvPr id="69" name="Forma libre: forma 68">
              <a:extLst>
                <a:ext uri="{FF2B5EF4-FFF2-40B4-BE49-F238E27FC236}">
                  <a16:creationId xmlns:a16="http://schemas.microsoft.com/office/drawing/2014/main" id="{863FEE86-D62F-900A-8EC4-93F03AC4F2B2}"/>
                </a:ext>
              </a:extLst>
            </p:cNvPr>
            <p:cNvSpPr/>
            <p:nvPr/>
          </p:nvSpPr>
          <p:spPr>
            <a:xfrm>
              <a:off x="2169009" y="2212045"/>
              <a:ext cx="273705" cy="260208"/>
            </a:xfrm>
            <a:custGeom>
              <a:avLst/>
              <a:gdLst>
                <a:gd name="csX0" fmla="*/ 136396 w 273705"/>
                <a:gd name="csY0" fmla="*/ 251544 h 260208"/>
                <a:gd name="csX1" fmla="*/ 123951 w 273705"/>
                <a:gd name="csY1" fmla="*/ 241399 h 260208"/>
                <a:gd name="csX2" fmla="*/ 100178 w 273705"/>
                <a:gd name="csY2" fmla="*/ 233837 h 260208"/>
                <a:gd name="csX3" fmla="*/ 81199 w 273705"/>
                <a:gd name="csY3" fmla="*/ 230865 h 260208"/>
                <a:gd name="csX4" fmla="*/ 75979 w 273705"/>
                <a:gd name="csY4" fmla="*/ 240363 h 260208"/>
                <a:gd name="csX5" fmla="*/ 67894 w 273705"/>
                <a:gd name="csY5" fmla="*/ 246752 h 260208"/>
                <a:gd name="csX6" fmla="*/ 29911 w 273705"/>
                <a:gd name="csY6" fmla="*/ 227450 h 260208"/>
                <a:gd name="csX7" fmla="*/ 28472 w 273705"/>
                <a:gd name="csY7" fmla="*/ 213064 h 260208"/>
                <a:gd name="csX8" fmla="*/ 12481 w 273705"/>
                <a:gd name="csY8" fmla="*/ 197704 h 260208"/>
                <a:gd name="csX9" fmla="*/ 1103 w 273705"/>
                <a:gd name="csY9" fmla="*/ 191257 h 260208"/>
                <a:gd name="csX10" fmla="*/ 24560 w 273705"/>
                <a:gd name="csY10" fmla="*/ 177413 h 260208"/>
                <a:gd name="csX11" fmla="*/ 49357 w 273705"/>
                <a:gd name="csY11" fmla="*/ 181249 h 260208"/>
                <a:gd name="csX12" fmla="*/ 33383 w 273705"/>
                <a:gd name="csY12" fmla="*/ 188440 h 260208"/>
                <a:gd name="csX13" fmla="*/ 18111 w 273705"/>
                <a:gd name="csY13" fmla="*/ 189801 h 260208"/>
                <a:gd name="csX14" fmla="*/ 23379 w 273705"/>
                <a:gd name="csY14" fmla="*/ 191217 h 260208"/>
                <a:gd name="csX15" fmla="*/ 42338 w 273705"/>
                <a:gd name="csY15" fmla="*/ 193852 h 260208"/>
                <a:gd name="csX16" fmla="*/ 54801 w 273705"/>
                <a:gd name="csY16" fmla="*/ 205031 h 260208"/>
                <a:gd name="csX17" fmla="*/ 53572 w 273705"/>
                <a:gd name="csY17" fmla="*/ 211902 h 260208"/>
                <a:gd name="csX18" fmla="*/ 58745 w 273705"/>
                <a:gd name="csY18" fmla="*/ 206739 h 260208"/>
                <a:gd name="csX19" fmla="*/ 62804 w 273705"/>
                <a:gd name="csY19" fmla="*/ 199640 h 260208"/>
                <a:gd name="csX20" fmla="*/ 78923 w 273705"/>
                <a:gd name="csY20" fmla="*/ 200342 h 260208"/>
                <a:gd name="csX21" fmla="*/ 84524 w 273705"/>
                <a:gd name="csY21" fmla="*/ 197871 h 260208"/>
                <a:gd name="csX22" fmla="*/ 91725 w 273705"/>
                <a:gd name="csY22" fmla="*/ 189946 h 260208"/>
                <a:gd name="csX23" fmla="*/ 100403 w 273705"/>
                <a:gd name="csY23" fmla="*/ 165765 h 260208"/>
                <a:gd name="csX24" fmla="*/ 96700 w 273705"/>
                <a:gd name="csY24" fmla="*/ 159218 h 260208"/>
                <a:gd name="csX25" fmla="*/ 94398 w 273705"/>
                <a:gd name="csY25" fmla="*/ 157998 h 260208"/>
                <a:gd name="csX26" fmla="*/ 90392 w 273705"/>
                <a:gd name="csY26" fmla="*/ 161840 h 260208"/>
                <a:gd name="csX27" fmla="*/ 87810 w 273705"/>
                <a:gd name="csY27" fmla="*/ 164145 h 260208"/>
                <a:gd name="csX28" fmla="*/ 100799 w 273705"/>
                <a:gd name="csY28" fmla="*/ 149016 h 260208"/>
                <a:gd name="csX29" fmla="*/ 118746 w 273705"/>
                <a:gd name="csY29" fmla="*/ 138331 h 260208"/>
                <a:gd name="csX30" fmla="*/ 133646 w 273705"/>
                <a:gd name="csY30" fmla="*/ 125809 h 260208"/>
                <a:gd name="csX31" fmla="*/ 149004 w 273705"/>
                <a:gd name="csY31" fmla="*/ 91807 h 260208"/>
                <a:gd name="csX32" fmla="*/ 157715 w 273705"/>
                <a:gd name="csY32" fmla="*/ 65895 h 260208"/>
                <a:gd name="csX33" fmla="*/ 163243 w 273705"/>
                <a:gd name="csY33" fmla="*/ 33397 h 260208"/>
                <a:gd name="csX34" fmla="*/ 165326 w 273705"/>
                <a:gd name="csY34" fmla="*/ 1486 h 260208"/>
                <a:gd name="csX35" fmla="*/ 167796 w 273705"/>
                <a:gd name="csY35" fmla="*/ 6032 h 260208"/>
                <a:gd name="csX36" fmla="*/ 180226 w 273705"/>
                <a:gd name="csY36" fmla="*/ 14421 h 260208"/>
                <a:gd name="csX37" fmla="*/ 195070 w 273705"/>
                <a:gd name="csY37" fmla="*/ 12027 h 260208"/>
                <a:gd name="csX38" fmla="*/ 227557 w 273705"/>
                <a:gd name="csY38" fmla="*/ 43889 h 260208"/>
                <a:gd name="csX39" fmla="*/ 257592 w 273705"/>
                <a:gd name="csY39" fmla="*/ 78146 h 260208"/>
                <a:gd name="csX40" fmla="*/ 261681 w 273705"/>
                <a:gd name="csY40" fmla="*/ 107593 h 260208"/>
                <a:gd name="csX41" fmla="*/ 273489 w 273705"/>
                <a:gd name="csY41" fmla="*/ 250266 h 260208"/>
                <a:gd name="csX42" fmla="*/ 218174 w 273705"/>
                <a:gd name="csY42" fmla="*/ 254247 h 260208"/>
                <a:gd name="csX43" fmla="*/ 150594 w 273705"/>
                <a:gd name="csY43" fmla="*/ 258722 h 260208"/>
                <a:gd name="csX44" fmla="*/ 137226 w 273705"/>
                <a:gd name="csY44" fmla="*/ 260208 h 260208"/>
                <a:gd name="csX45" fmla="*/ 136396 w 273705"/>
                <a:gd name="csY45" fmla="*/ 251544 h 2602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Lst>
              <a:rect l="l" t="t" r="r" b="b"/>
              <a:pathLst>
                <a:path w="273705" h="260208">
                  <a:moveTo>
                    <a:pt x="136396" y="251544"/>
                  </a:moveTo>
                  <a:cubicBezTo>
                    <a:pt x="135615" y="243380"/>
                    <a:pt x="134897" y="242794"/>
                    <a:pt x="123951" y="241399"/>
                  </a:cubicBezTo>
                  <a:cubicBezTo>
                    <a:pt x="117562" y="240584"/>
                    <a:pt x="106864" y="237181"/>
                    <a:pt x="100178" y="233837"/>
                  </a:cubicBezTo>
                  <a:cubicBezTo>
                    <a:pt x="89763" y="228627"/>
                    <a:pt x="87046" y="228201"/>
                    <a:pt x="81199" y="230865"/>
                  </a:cubicBezTo>
                  <a:cubicBezTo>
                    <a:pt x="75659" y="233390"/>
                    <a:pt x="74677" y="235176"/>
                    <a:pt x="75979" y="240363"/>
                  </a:cubicBezTo>
                  <a:cubicBezTo>
                    <a:pt x="77472" y="246311"/>
                    <a:pt x="76914" y="246752"/>
                    <a:pt x="67894" y="246752"/>
                  </a:cubicBezTo>
                  <a:cubicBezTo>
                    <a:pt x="55809" y="246752"/>
                    <a:pt x="31822" y="234563"/>
                    <a:pt x="29911" y="227450"/>
                  </a:cubicBezTo>
                  <a:cubicBezTo>
                    <a:pt x="29139" y="224578"/>
                    <a:pt x="28492" y="218104"/>
                    <a:pt x="28472" y="213064"/>
                  </a:cubicBezTo>
                  <a:cubicBezTo>
                    <a:pt x="28427" y="201349"/>
                    <a:pt x="24633" y="197704"/>
                    <a:pt x="12481" y="197704"/>
                  </a:cubicBezTo>
                  <a:cubicBezTo>
                    <a:pt x="4225" y="197704"/>
                    <a:pt x="2471" y="196710"/>
                    <a:pt x="1103" y="191257"/>
                  </a:cubicBezTo>
                  <a:cubicBezTo>
                    <a:pt x="-2114" y="178441"/>
                    <a:pt x="578" y="176853"/>
                    <a:pt x="24560" y="177413"/>
                  </a:cubicBezTo>
                  <a:cubicBezTo>
                    <a:pt x="38820" y="177746"/>
                    <a:pt x="47574" y="179100"/>
                    <a:pt x="49357" y="181249"/>
                  </a:cubicBezTo>
                  <a:cubicBezTo>
                    <a:pt x="54736" y="187730"/>
                    <a:pt x="49187" y="190228"/>
                    <a:pt x="33383" y="188440"/>
                  </a:cubicBezTo>
                  <a:cubicBezTo>
                    <a:pt x="22288" y="187184"/>
                    <a:pt x="18111" y="187556"/>
                    <a:pt x="18111" y="189801"/>
                  </a:cubicBezTo>
                  <a:cubicBezTo>
                    <a:pt x="18111" y="191735"/>
                    <a:pt x="20080" y="192265"/>
                    <a:pt x="23379" y="191217"/>
                  </a:cubicBezTo>
                  <a:cubicBezTo>
                    <a:pt x="26276" y="190298"/>
                    <a:pt x="34808" y="191483"/>
                    <a:pt x="42338" y="193852"/>
                  </a:cubicBezTo>
                  <a:cubicBezTo>
                    <a:pt x="54989" y="197831"/>
                    <a:pt x="55937" y="198681"/>
                    <a:pt x="54801" y="205031"/>
                  </a:cubicBezTo>
                  <a:lnTo>
                    <a:pt x="53572" y="211902"/>
                  </a:lnTo>
                  <a:lnTo>
                    <a:pt x="58745" y="206739"/>
                  </a:lnTo>
                  <a:cubicBezTo>
                    <a:pt x="61590" y="203900"/>
                    <a:pt x="63416" y="200705"/>
                    <a:pt x="62804" y="199640"/>
                  </a:cubicBezTo>
                  <a:cubicBezTo>
                    <a:pt x="61196" y="196843"/>
                    <a:pt x="70823" y="197262"/>
                    <a:pt x="78923" y="200342"/>
                  </a:cubicBezTo>
                  <a:cubicBezTo>
                    <a:pt x="85153" y="202711"/>
                    <a:pt x="85724" y="202459"/>
                    <a:pt x="84524" y="197871"/>
                  </a:cubicBezTo>
                  <a:cubicBezTo>
                    <a:pt x="83478" y="193868"/>
                    <a:pt x="85034" y="192154"/>
                    <a:pt x="91725" y="189946"/>
                  </a:cubicBezTo>
                  <a:cubicBezTo>
                    <a:pt x="104380" y="185769"/>
                    <a:pt x="109318" y="172009"/>
                    <a:pt x="100403" y="165765"/>
                  </a:cubicBezTo>
                  <a:cubicBezTo>
                    <a:pt x="97428" y="163681"/>
                    <a:pt x="95762" y="160736"/>
                    <a:pt x="96700" y="159218"/>
                  </a:cubicBezTo>
                  <a:cubicBezTo>
                    <a:pt x="97747" y="157525"/>
                    <a:pt x="96859" y="157053"/>
                    <a:pt x="94398" y="157998"/>
                  </a:cubicBezTo>
                  <a:cubicBezTo>
                    <a:pt x="92194" y="158843"/>
                    <a:pt x="90392" y="160572"/>
                    <a:pt x="90392" y="161840"/>
                  </a:cubicBezTo>
                  <a:cubicBezTo>
                    <a:pt x="90392" y="163108"/>
                    <a:pt x="89230" y="164145"/>
                    <a:pt x="87810" y="164145"/>
                  </a:cubicBezTo>
                  <a:cubicBezTo>
                    <a:pt x="81811" y="164145"/>
                    <a:pt x="86198" y="159036"/>
                    <a:pt x="100799" y="149016"/>
                  </a:cubicBezTo>
                  <a:cubicBezTo>
                    <a:pt x="109362" y="143139"/>
                    <a:pt x="117438" y="138331"/>
                    <a:pt x="118746" y="138331"/>
                  </a:cubicBezTo>
                  <a:cubicBezTo>
                    <a:pt x="120053" y="138331"/>
                    <a:pt x="126758" y="132696"/>
                    <a:pt x="133646" y="125809"/>
                  </a:cubicBezTo>
                  <a:cubicBezTo>
                    <a:pt x="145786" y="113669"/>
                    <a:pt x="146254" y="112631"/>
                    <a:pt x="149004" y="91807"/>
                  </a:cubicBezTo>
                  <a:cubicBezTo>
                    <a:pt x="151298" y="74430"/>
                    <a:pt x="152962" y="69481"/>
                    <a:pt x="157715" y="65895"/>
                  </a:cubicBezTo>
                  <a:cubicBezTo>
                    <a:pt x="163239" y="61729"/>
                    <a:pt x="163570" y="59784"/>
                    <a:pt x="163243" y="33397"/>
                  </a:cubicBezTo>
                  <a:cubicBezTo>
                    <a:pt x="163052" y="17960"/>
                    <a:pt x="163989" y="3600"/>
                    <a:pt x="165326" y="1486"/>
                  </a:cubicBezTo>
                  <a:cubicBezTo>
                    <a:pt x="167138" y="-1380"/>
                    <a:pt x="167766" y="-224"/>
                    <a:pt x="167796" y="6032"/>
                  </a:cubicBezTo>
                  <a:cubicBezTo>
                    <a:pt x="167835" y="14326"/>
                    <a:pt x="167976" y="14421"/>
                    <a:pt x="180226" y="14421"/>
                  </a:cubicBezTo>
                  <a:cubicBezTo>
                    <a:pt x="187041" y="14421"/>
                    <a:pt x="193721" y="13344"/>
                    <a:pt x="195070" y="12027"/>
                  </a:cubicBezTo>
                  <a:cubicBezTo>
                    <a:pt x="196598" y="10534"/>
                    <a:pt x="208840" y="22541"/>
                    <a:pt x="227557" y="43889"/>
                  </a:cubicBezTo>
                  <a:lnTo>
                    <a:pt x="257592" y="78146"/>
                  </a:lnTo>
                  <a:lnTo>
                    <a:pt x="261681" y="107593"/>
                  </a:lnTo>
                  <a:cubicBezTo>
                    <a:pt x="266251" y="140497"/>
                    <a:pt x="275208" y="248724"/>
                    <a:pt x="273489" y="250266"/>
                  </a:cubicBezTo>
                  <a:cubicBezTo>
                    <a:pt x="272881" y="250811"/>
                    <a:pt x="247989" y="252602"/>
                    <a:pt x="218174" y="254247"/>
                  </a:cubicBezTo>
                  <a:cubicBezTo>
                    <a:pt x="188358" y="255891"/>
                    <a:pt x="157947" y="257905"/>
                    <a:pt x="150594" y="258722"/>
                  </a:cubicBezTo>
                  <a:lnTo>
                    <a:pt x="137226" y="260208"/>
                  </a:lnTo>
                  <a:lnTo>
                    <a:pt x="136396" y="251544"/>
                  </a:lnTo>
                  <a:close/>
                </a:path>
              </a:pathLst>
            </a:custGeom>
            <a:solidFill>
              <a:srgbClr val="B9B9B9"/>
            </a:solidFill>
            <a:ln w="5163" cap="flat">
              <a:noFill/>
              <a:prstDash val="solid"/>
              <a:miter/>
            </a:ln>
          </p:spPr>
          <p:txBody>
            <a:bodyPr/>
            <a:lstStyle/>
            <a:p>
              <a:endParaRPr lang="es-419" noProof="0" dirty="0"/>
            </a:p>
          </p:txBody>
        </p:sp>
        <p:sp>
          <p:nvSpPr>
            <p:cNvPr id="70" name="Forma libre: forma 69">
              <a:extLst>
                <a:ext uri="{FF2B5EF4-FFF2-40B4-BE49-F238E27FC236}">
                  <a16:creationId xmlns:a16="http://schemas.microsoft.com/office/drawing/2014/main" id="{C4C88F34-9984-528B-AA77-B2BFFD7438DE}"/>
                </a:ext>
              </a:extLst>
            </p:cNvPr>
            <p:cNvSpPr/>
            <p:nvPr/>
          </p:nvSpPr>
          <p:spPr>
            <a:xfrm>
              <a:off x="2221969" y="2379232"/>
              <a:ext cx="29491" cy="17638"/>
            </a:xfrm>
            <a:custGeom>
              <a:avLst/>
              <a:gdLst>
                <a:gd name="csX0" fmla="*/ 10326 w 29491"/>
                <a:gd name="csY0" fmla="*/ 11251 h 17638"/>
                <a:gd name="csX1" fmla="*/ 23663 w 29491"/>
                <a:gd name="csY1" fmla="*/ 4783 h 17638"/>
                <a:gd name="csX2" fmla="*/ 27977 w 29491"/>
                <a:gd name="csY2" fmla="*/ 1475 h 17638"/>
                <a:gd name="csX3" fmla="*/ 29483 w 29491"/>
                <a:gd name="csY3" fmla="*/ 1025 h 17638"/>
                <a:gd name="csX4" fmla="*/ 8425 w 29491"/>
                <a:gd name="csY4" fmla="*/ 16751 h 17638"/>
                <a:gd name="csX5" fmla="*/ 0 w 29491"/>
                <a:gd name="csY5" fmla="*/ 17639 h 17638"/>
                <a:gd name="csX6" fmla="*/ 10326 w 29491"/>
                <a:gd name="csY6" fmla="*/ 11251 h 17638"/>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9491" h="17638">
                  <a:moveTo>
                    <a:pt x="10326" y="11251"/>
                  </a:moveTo>
                  <a:cubicBezTo>
                    <a:pt x="16005" y="7738"/>
                    <a:pt x="22007" y="4827"/>
                    <a:pt x="23663" y="4783"/>
                  </a:cubicBezTo>
                  <a:cubicBezTo>
                    <a:pt x="25320" y="4738"/>
                    <a:pt x="27261" y="3250"/>
                    <a:pt x="27977" y="1475"/>
                  </a:cubicBezTo>
                  <a:cubicBezTo>
                    <a:pt x="28693" y="-299"/>
                    <a:pt x="29371" y="-502"/>
                    <a:pt x="29483" y="1025"/>
                  </a:cubicBezTo>
                  <a:cubicBezTo>
                    <a:pt x="29861" y="6183"/>
                    <a:pt x="16907" y="15857"/>
                    <a:pt x="8425" y="16751"/>
                  </a:cubicBezTo>
                  <a:lnTo>
                    <a:pt x="0" y="17639"/>
                  </a:lnTo>
                  <a:lnTo>
                    <a:pt x="10326" y="11251"/>
                  </a:lnTo>
                  <a:close/>
                </a:path>
              </a:pathLst>
            </a:custGeom>
            <a:solidFill>
              <a:srgbClr val="B9B9B9"/>
            </a:solidFill>
            <a:ln w="5163" cap="flat">
              <a:noFill/>
              <a:prstDash val="solid"/>
              <a:miter/>
            </a:ln>
          </p:spPr>
          <p:txBody>
            <a:bodyPr/>
            <a:lstStyle/>
            <a:p>
              <a:endParaRPr lang="es-419" noProof="0" dirty="0"/>
            </a:p>
          </p:txBody>
        </p:sp>
      </p:grpSp>
      <p:sp>
        <p:nvSpPr>
          <p:cNvPr id="71" name="Forma libre: forma 70">
            <a:extLst>
              <a:ext uri="{FF2B5EF4-FFF2-40B4-BE49-F238E27FC236}">
                <a16:creationId xmlns:a16="http://schemas.microsoft.com/office/drawing/2014/main" id="{B1A5ED5A-BE79-3EA2-8944-EF114FD8CC3B}"/>
              </a:ext>
            </a:extLst>
          </p:cNvPr>
          <p:cNvSpPr/>
          <p:nvPr/>
        </p:nvSpPr>
        <p:spPr>
          <a:xfrm>
            <a:off x="1574029" y="2346575"/>
            <a:ext cx="28491" cy="35790"/>
          </a:xfrm>
          <a:custGeom>
            <a:avLst/>
            <a:gdLst>
              <a:gd name="csX0" fmla="*/ 11768 w 28491"/>
              <a:gd name="csY0" fmla="*/ 34872 h 35790"/>
              <a:gd name="csX1" fmla="*/ 805 w 28491"/>
              <a:gd name="csY1" fmla="*/ 25413 h 35790"/>
              <a:gd name="csX2" fmla="*/ 7669 w 28491"/>
              <a:gd name="csY2" fmla="*/ 7571 h 35790"/>
              <a:gd name="csX3" fmla="*/ 18379 w 28491"/>
              <a:gd name="csY3" fmla="*/ 2738 h 35790"/>
              <a:gd name="csX4" fmla="*/ 23574 w 28491"/>
              <a:gd name="csY4" fmla="*/ 11696 h 35790"/>
              <a:gd name="csX5" fmla="*/ 28193 w 28491"/>
              <a:gd name="csY5" fmla="*/ 24987 h 35790"/>
              <a:gd name="csX6" fmla="*/ 11768 w 28491"/>
              <a:gd name="csY6" fmla="*/ 34872 h 35790"/>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8491" h="35790">
                <a:moveTo>
                  <a:pt x="11768" y="34872"/>
                </a:moveTo>
                <a:cubicBezTo>
                  <a:pt x="4464" y="33733"/>
                  <a:pt x="2519" y="32055"/>
                  <a:pt x="805" y="25413"/>
                </a:cubicBezTo>
                <a:cubicBezTo>
                  <a:pt x="-1017" y="18356"/>
                  <a:pt x="-153" y="16110"/>
                  <a:pt x="7669" y="7571"/>
                </a:cubicBezTo>
                <a:cubicBezTo>
                  <a:pt x="15700" y="-1197"/>
                  <a:pt x="16797" y="-1692"/>
                  <a:pt x="18379" y="2738"/>
                </a:cubicBezTo>
                <a:cubicBezTo>
                  <a:pt x="19348" y="5452"/>
                  <a:pt x="21686" y="9483"/>
                  <a:pt x="23574" y="11696"/>
                </a:cubicBezTo>
                <a:cubicBezTo>
                  <a:pt x="25461" y="13908"/>
                  <a:pt x="27540" y="19890"/>
                  <a:pt x="28193" y="24987"/>
                </a:cubicBezTo>
                <a:cubicBezTo>
                  <a:pt x="29539" y="35505"/>
                  <a:pt x="26717" y="37203"/>
                  <a:pt x="11768" y="34872"/>
                </a:cubicBezTo>
                <a:close/>
              </a:path>
            </a:pathLst>
          </a:custGeom>
          <a:solidFill>
            <a:srgbClr val="CCCCCC"/>
          </a:solidFill>
          <a:ln w="5163" cap="flat">
            <a:noFill/>
            <a:prstDash val="solid"/>
            <a:miter/>
          </a:ln>
        </p:spPr>
        <p:txBody>
          <a:bodyPr/>
          <a:lstStyle/>
          <a:p>
            <a:endParaRPr lang="es-419" noProof="0" dirty="0"/>
          </a:p>
        </p:txBody>
      </p:sp>
      <p:sp>
        <p:nvSpPr>
          <p:cNvPr id="72" name="Forma libre: forma 71">
            <a:extLst>
              <a:ext uri="{FF2B5EF4-FFF2-40B4-BE49-F238E27FC236}">
                <a16:creationId xmlns:a16="http://schemas.microsoft.com/office/drawing/2014/main" id="{26A9BB70-33F3-16B9-F48C-2B1B0A7516F2}"/>
              </a:ext>
            </a:extLst>
          </p:cNvPr>
          <p:cNvSpPr/>
          <p:nvPr/>
        </p:nvSpPr>
        <p:spPr>
          <a:xfrm>
            <a:off x="1629800" y="2326596"/>
            <a:ext cx="82332" cy="45198"/>
          </a:xfrm>
          <a:custGeom>
            <a:avLst/>
            <a:gdLst>
              <a:gd name="csX0" fmla="*/ 35828 w 82332"/>
              <a:gd name="csY0" fmla="*/ 43172 h 45198"/>
              <a:gd name="csX1" fmla="*/ 20861 w 82332"/>
              <a:gd name="csY1" fmla="*/ 27939 h 45198"/>
              <a:gd name="csX2" fmla="*/ 6710 w 82332"/>
              <a:gd name="csY2" fmla="*/ 16733 h 45198"/>
              <a:gd name="csX3" fmla="*/ 200 w 82332"/>
              <a:gd name="csY3" fmla="*/ 11518 h 45198"/>
              <a:gd name="csX4" fmla="*/ 11960 w 82332"/>
              <a:gd name="csY4" fmla="*/ 5709 h 45198"/>
              <a:gd name="csX5" fmla="*/ 29437 w 82332"/>
              <a:gd name="csY5" fmla="*/ 2139 h 45198"/>
              <a:gd name="csX6" fmla="*/ 38320 w 82332"/>
              <a:gd name="csY6" fmla="*/ 692 h 45198"/>
              <a:gd name="csX7" fmla="*/ 49592 w 82332"/>
              <a:gd name="csY7" fmla="*/ 4355 h 45198"/>
              <a:gd name="csX8" fmla="*/ 61209 w 82332"/>
              <a:gd name="csY8" fmla="*/ 13550 h 45198"/>
              <a:gd name="csX9" fmla="*/ 68838 w 82332"/>
              <a:gd name="csY9" fmla="*/ 19970 h 45198"/>
              <a:gd name="csX10" fmla="*/ 82332 w 82332"/>
              <a:gd name="csY10" fmla="*/ 30233 h 45198"/>
              <a:gd name="csX11" fmla="*/ 75901 w 82332"/>
              <a:gd name="csY11" fmla="*/ 31524 h 45198"/>
              <a:gd name="csX12" fmla="*/ 66358 w 82332"/>
              <a:gd name="csY12" fmla="*/ 36506 h 45198"/>
              <a:gd name="csX13" fmla="*/ 58348 w 82332"/>
              <a:gd name="csY13" fmla="*/ 38866 h 45198"/>
              <a:gd name="csX14" fmla="*/ 47885 w 82332"/>
              <a:gd name="csY14" fmla="*/ 41425 h 45198"/>
              <a:gd name="csX15" fmla="*/ 35828 w 82332"/>
              <a:gd name="csY15" fmla="*/ 43172 h 4519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82332" h="45198">
                <a:moveTo>
                  <a:pt x="35828" y="43172"/>
                </a:moveTo>
                <a:cubicBezTo>
                  <a:pt x="32257" y="41284"/>
                  <a:pt x="25522" y="34429"/>
                  <a:pt x="20861" y="27939"/>
                </a:cubicBezTo>
                <a:cubicBezTo>
                  <a:pt x="14698" y="19357"/>
                  <a:pt x="10840" y="16301"/>
                  <a:pt x="6710" y="16733"/>
                </a:cubicBezTo>
                <a:cubicBezTo>
                  <a:pt x="2564" y="17166"/>
                  <a:pt x="809" y="15760"/>
                  <a:pt x="200" y="11518"/>
                </a:cubicBezTo>
                <a:cubicBezTo>
                  <a:pt x="-566" y="6174"/>
                  <a:pt x="375" y="5709"/>
                  <a:pt x="11960" y="5709"/>
                </a:cubicBezTo>
                <a:cubicBezTo>
                  <a:pt x="18887" y="5709"/>
                  <a:pt x="26751" y="4102"/>
                  <a:pt x="29437" y="2139"/>
                </a:cubicBezTo>
                <a:cubicBezTo>
                  <a:pt x="32427" y="-48"/>
                  <a:pt x="35871" y="-609"/>
                  <a:pt x="38320" y="692"/>
                </a:cubicBezTo>
                <a:cubicBezTo>
                  <a:pt x="40520" y="1860"/>
                  <a:pt x="45592" y="3509"/>
                  <a:pt x="49592" y="4355"/>
                </a:cubicBezTo>
                <a:cubicBezTo>
                  <a:pt x="53972" y="5282"/>
                  <a:pt x="58593" y="8940"/>
                  <a:pt x="61209" y="13550"/>
                </a:cubicBezTo>
                <a:cubicBezTo>
                  <a:pt x="63598" y="17761"/>
                  <a:pt x="67032" y="20650"/>
                  <a:pt x="68838" y="19970"/>
                </a:cubicBezTo>
                <a:cubicBezTo>
                  <a:pt x="71755" y="18872"/>
                  <a:pt x="82332" y="26917"/>
                  <a:pt x="82332" y="30233"/>
                </a:cubicBezTo>
                <a:cubicBezTo>
                  <a:pt x="82332" y="30943"/>
                  <a:pt x="79438" y="31524"/>
                  <a:pt x="75901" y="31524"/>
                </a:cubicBezTo>
                <a:cubicBezTo>
                  <a:pt x="72343" y="31524"/>
                  <a:pt x="68079" y="33750"/>
                  <a:pt x="66358" y="36506"/>
                </a:cubicBezTo>
                <a:cubicBezTo>
                  <a:pt x="63915" y="40418"/>
                  <a:pt x="62194" y="40925"/>
                  <a:pt x="58348" y="38866"/>
                </a:cubicBezTo>
                <a:cubicBezTo>
                  <a:pt x="54563" y="36841"/>
                  <a:pt x="52184" y="37422"/>
                  <a:pt x="47885" y="41425"/>
                </a:cubicBezTo>
                <a:cubicBezTo>
                  <a:pt x="42972" y="45999"/>
                  <a:pt x="41560" y="46204"/>
                  <a:pt x="35828" y="43172"/>
                </a:cubicBezTo>
                <a:close/>
              </a:path>
            </a:pathLst>
          </a:custGeom>
          <a:solidFill>
            <a:srgbClr val="B9B9B9"/>
          </a:solidFill>
          <a:ln w="5163" cap="flat">
            <a:noFill/>
            <a:prstDash val="solid"/>
            <a:miter/>
          </a:ln>
        </p:spPr>
        <p:txBody>
          <a:bodyPr/>
          <a:lstStyle/>
          <a:p>
            <a:endParaRPr lang="es-419" noProof="0" dirty="0"/>
          </a:p>
        </p:txBody>
      </p:sp>
      <p:sp>
        <p:nvSpPr>
          <p:cNvPr id="73" name="Forma libre: forma 72">
            <a:extLst>
              <a:ext uri="{FF2B5EF4-FFF2-40B4-BE49-F238E27FC236}">
                <a16:creationId xmlns:a16="http://schemas.microsoft.com/office/drawing/2014/main" id="{6223E3B5-5455-FF96-FE65-669A967041DF}"/>
              </a:ext>
            </a:extLst>
          </p:cNvPr>
          <p:cNvSpPr/>
          <p:nvPr/>
        </p:nvSpPr>
        <p:spPr>
          <a:xfrm>
            <a:off x="1522864" y="2163021"/>
            <a:ext cx="166771" cy="166600"/>
          </a:xfrm>
          <a:custGeom>
            <a:avLst/>
            <a:gdLst>
              <a:gd name="csX0" fmla="*/ 112825 w 166771"/>
              <a:gd name="csY0" fmla="*/ 162186 h 166600"/>
              <a:gd name="csX1" fmla="*/ 93810 w 166771"/>
              <a:gd name="csY1" fmla="*/ 146052 h 166600"/>
              <a:gd name="csX2" fmla="*/ 80847 w 166771"/>
              <a:gd name="csY2" fmla="*/ 139517 h 166600"/>
              <a:gd name="csX3" fmla="*/ 77061 w 166771"/>
              <a:gd name="csY3" fmla="*/ 131529 h 166600"/>
              <a:gd name="csX4" fmla="*/ 56324 w 166771"/>
              <a:gd name="csY4" fmla="*/ 140503 h 166600"/>
              <a:gd name="csX5" fmla="*/ 40835 w 166771"/>
              <a:gd name="csY5" fmla="*/ 134435 h 166600"/>
              <a:gd name="csX6" fmla="*/ 25839 w 166771"/>
              <a:gd name="csY6" fmla="*/ 117575 h 166600"/>
              <a:gd name="csX7" fmla="*/ 603 w 166771"/>
              <a:gd name="csY7" fmla="*/ 103594 h 166600"/>
              <a:gd name="csX8" fmla="*/ 3427 w 166771"/>
              <a:gd name="csY8" fmla="*/ 92334 h 166600"/>
              <a:gd name="csX9" fmla="*/ 16980 w 166771"/>
              <a:gd name="csY9" fmla="*/ 76064 h 166600"/>
              <a:gd name="csX10" fmla="*/ 29744 w 166771"/>
              <a:gd name="csY10" fmla="*/ 65065 h 166600"/>
              <a:gd name="csX11" fmla="*/ 36843 w 166771"/>
              <a:gd name="csY11" fmla="*/ 46479 h 166600"/>
              <a:gd name="csX12" fmla="*/ 44707 w 166771"/>
              <a:gd name="csY12" fmla="*/ 28415 h 166600"/>
              <a:gd name="csX13" fmla="*/ 49507 w 166771"/>
              <a:gd name="csY13" fmla="*/ 27678 h 166600"/>
              <a:gd name="csX14" fmla="*/ 60947 w 166771"/>
              <a:gd name="csY14" fmla="*/ 25763 h 166600"/>
              <a:gd name="csX15" fmla="*/ 70323 w 166771"/>
              <a:gd name="csY15" fmla="*/ 14969 h 166600"/>
              <a:gd name="csX16" fmla="*/ 78890 w 166771"/>
              <a:gd name="csY16" fmla="*/ 12726 h 166600"/>
              <a:gd name="csX17" fmla="*/ 98544 w 166771"/>
              <a:gd name="csY17" fmla="*/ 17873 h 166600"/>
              <a:gd name="csX18" fmla="*/ 112369 w 166771"/>
              <a:gd name="csY18" fmla="*/ 19382 h 166600"/>
              <a:gd name="csX19" fmla="*/ 111333 w 166771"/>
              <a:gd name="csY19" fmla="*/ 10510 h 166600"/>
              <a:gd name="csX20" fmla="*/ 113560 w 166771"/>
              <a:gd name="csY20" fmla="*/ 387 h 166600"/>
              <a:gd name="csX21" fmla="*/ 117960 w 166771"/>
              <a:gd name="csY21" fmla="*/ 7843 h 166600"/>
              <a:gd name="csX22" fmla="*/ 132949 w 166771"/>
              <a:gd name="csY22" fmla="*/ 23283 h 166600"/>
              <a:gd name="csX23" fmla="*/ 137639 w 166771"/>
              <a:gd name="csY23" fmla="*/ 24249 h 166600"/>
              <a:gd name="csX24" fmla="*/ 142971 w 166771"/>
              <a:gd name="csY24" fmla="*/ 28097 h 166600"/>
              <a:gd name="csX25" fmla="*/ 144280 w 166771"/>
              <a:gd name="csY25" fmla="*/ 37270 h 166600"/>
              <a:gd name="csX26" fmla="*/ 141806 w 166771"/>
              <a:gd name="csY26" fmla="*/ 49084 h 166600"/>
              <a:gd name="csX27" fmla="*/ 134976 w 166771"/>
              <a:gd name="csY27" fmla="*/ 50495 h 166600"/>
              <a:gd name="csX28" fmla="*/ 125814 w 166771"/>
              <a:gd name="csY28" fmla="*/ 54367 h 166600"/>
              <a:gd name="csX29" fmla="*/ 117982 w 166771"/>
              <a:gd name="csY29" fmla="*/ 60864 h 166600"/>
              <a:gd name="csX30" fmla="*/ 114406 w 166771"/>
              <a:gd name="csY30" fmla="*/ 64736 h 166600"/>
              <a:gd name="csX31" fmla="*/ 118081 w 166771"/>
              <a:gd name="csY31" fmla="*/ 68608 h 166600"/>
              <a:gd name="csX32" fmla="*/ 117880 w 166771"/>
              <a:gd name="csY32" fmla="*/ 76375 h 166600"/>
              <a:gd name="csX33" fmla="*/ 120902 w 166771"/>
              <a:gd name="csY33" fmla="*/ 101250 h 166600"/>
              <a:gd name="csX34" fmla="*/ 146578 w 166771"/>
              <a:gd name="csY34" fmla="*/ 85070 h 166600"/>
              <a:gd name="csX35" fmla="*/ 165866 w 166771"/>
              <a:gd name="csY35" fmla="*/ 78619 h 166600"/>
              <a:gd name="csX36" fmla="*/ 158858 w 166771"/>
              <a:gd name="csY36" fmla="*/ 93393 h 166600"/>
              <a:gd name="csX37" fmla="*/ 145606 w 166771"/>
              <a:gd name="csY37" fmla="*/ 103389 h 166600"/>
              <a:gd name="csX38" fmla="*/ 146405 w 166771"/>
              <a:gd name="csY38" fmla="*/ 113844 h 166600"/>
              <a:gd name="csX39" fmla="*/ 151373 w 166771"/>
              <a:gd name="csY39" fmla="*/ 126271 h 166600"/>
              <a:gd name="csX40" fmla="*/ 146320 w 166771"/>
              <a:gd name="csY40" fmla="*/ 138511 h 166600"/>
              <a:gd name="csX41" fmla="*/ 142802 w 166771"/>
              <a:gd name="csY41" fmla="*/ 150216 h 166600"/>
              <a:gd name="csX42" fmla="*/ 135305 w 166771"/>
              <a:gd name="csY42" fmla="*/ 162275 h 166600"/>
              <a:gd name="csX43" fmla="*/ 112825 w 166771"/>
              <a:gd name="csY43" fmla="*/ 162186 h 1666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66771" h="166600">
                <a:moveTo>
                  <a:pt x="112825" y="162186"/>
                </a:moveTo>
                <a:cubicBezTo>
                  <a:pt x="107924" y="146593"/>
                  <a:pt x="107287" y="146052"/>
                  <a:pt x="93810" y="146052"/>
                </a:cubicBezTo>
                <a:cubicBezTo>
                  <a:pt x="81661" y="146052"/>
                  <a:pt x="80847" y="145641"/>
                  <a:pt x="80847" y="139517"/>
                </a:cubicBezTo>
                <a:cubicBezTo>
                  <a:pt x="80847" y="135923"/>
                  <a:pt x="79143" y="132329"/>
                  <a:pt x="77061" y="131529"/>
                </a:cubicBezTo>
                <a:cubicBezTo>
                  <a:pt x="70944" y="129182"/>
                  <a:pt x="59116" y="134300"/>
                  <a:pt x="56324" y="140503"/>
                </a:cubicBezTo>
                <a:cubicBezTo>
                  <a:pt x="52116" y="149848"/>
                  <a:pt x="43882" y="146622"/>
                  <a:pt x="40835" y="134435"/>
                </a:cubicBezTo>
                <a:cubicBezTo>
                  <a:pt x="37208" y="119926"/>
                  <a:pt x="35198" y="117667"/>
                  <a:pt x="25839" y="117575"/>
                </a:cubicBezTo>
                <a:cubicBezTo>
                  <a:pt x="16487" y="117484"/>
                  <a:pt x="-3740" y="106278"/>
                  <a:pt x="603" y="103594"/>
                </a:cubicBezTo>
                <a:cubicBezTo>
                  <a:pt x="2143" y="102641"/>
                  <a:pt x="3414" y="97575"/>
                  <a:pt x="3427" y="92334"/>
                </a:cubicBezTo>
                <a:cubicBezTo>
                  <a:pt x="3448" y="83428"/>
                  <a:pt x="4333" y="82366"/>
                  <a:pt x="16980" y="76064"/>
                </a:cubicBezTo>
                <a:cubicBezTo>
                  <a:pt x="26201" y="71468"/>
                  <a:pt x="30266" y="67966"/>
                  <a:pt x="29744" y="65065"/>
                </a:cubicBezTo>
                <a:cubicBezTo>
                  <a:pt x="29324" y="62724"/>
                  <a:pt x="32518" y="54360"/>
                  <a:pt x="36843" y="46479"/>
                </a:cubicBezTo>
                <a:cubicBezTo>
                  <a:pt x="41168" y="38598"/>
                  <a:pt x="44707" y="30469"/>
                  <a:pt x="44707" y="28415"/>
                </a:cubicBezTo>
                <a:cubicBezTo>
                  <a:pt x="44707" y="25420"/>
                  <a:pt x="45659" y="25274"/>
                  <a:pt x="49507" y="27678"/>
                </a:cubicBezTo>
                <a:cubicBezTo>
                  <a:pt x="53370" y="30090"/>
                  <a:pt x="55603" y="29716"/>
                  <a:pt x="60947" y="25763"/>
                </a:cubicBezTo>
                <a:cubicBezTo>
                  <a:pt x="64599" y="23062"/>
                  <a:pt x="68819" y="18205"/>
                  <a:pt x="70323" y="14969"/>
                </a:cubicBezTo>
                <a:cubicBezTo>
                  <a:pt x="72821" y="9600"/>
                  <a:pt x="73567" y="9404"/>
                  <a:pt x="78890" y="12726"/>
                </a:cubicBezTo>
                <a:cubicBezTo>
                  <a:pt x="82096" y="14727"/>
                  <a:pt x="90941" y="17044"/>
                  <a:pt x="98544" y="17873"/>
                </a:cubicBezTo>
                <a:lnTo>
                  <a:pt x="112369" y="19382"/>
                </a:lnTo>
                <a:lnTo>
                  <a:pt x="111333" y="10510"/>
                </a:lnTo>
                <a:cubicBezTo>
                  <a:pt x="110680" y="4917"/>
                  <a:pt x="111503" y="1176"/>
                  <a:pt x="113560" y="387"/>
                </a:cubicBezTo>
                <a:cubicBezTo>
                  <a:pt x="117812" y="-1245"/>
                  <a:pt x="120015" y="2488"/>
                  <a:pt x="117960" y="7843"/>
                </a:cubicBezTo>
                <a:cubicBezTo>
                  <a:pt x="115692" y="13753"/>
                  <a:pt x="126829" y="25225"/>
                  <a:pt x="132949" y="23283"/>
                </a:cubicBezTo>
                <a:cubicBezTo>
                  <a:pt x="135529" y="22464"/>
                  <a:pt x="137639" y="22899"/>
                  <a:pt x="137639" y="24249"/>
                </a:cubicBezTo>
                <a:cubicBezTo>
                  <a:pt x="137639" y="25599"/>
                  <a:pt x="140039" y="27330"/>
                  <a:pt x="142971" y="28097"/>
                </a:cubicBezTo>
                <a:cubicBezTo>
                  <a:pt x="148037" y="29422"/>
                  <a:pt x="148102" y="29879"/>
                  <a:pt x="144280" y="37270"/>
                </a:cubicBezTo>
                <a:cubicBezTo>
                  <a:pt x="142067" y="41548"/>
                  <a:pt x="140954" y="46864"/>
                  <a:pt x="141806" y="49084"/>
                </a:cubicBezTo>
                <a:cubicBezTo>
                  <a:pt x="143608" y="53779"/>
                  <a:pt x="141808" y="54151"/>
                  <a:pt x="134976" y="50495"/>
                </a:cubicBezTo>
                <a:cubicBezTo>
                  <a:pt x="130992" y="48362"/>
                  <a:pt x="129272" y="49089"/>
                  <a:pt x="125814" y="54367"/>
                </a:cubicBezTo>
                <a:cubicBezTo>
                  <a:pt x="123473" y="57940"/>
                  <a:pt x="119948" y="60864"/>
                  <a:pt x="117982" y="60864"/>
                </a:cubicBezTo>
                <a:cubicBezTo>
                  <a:pt x="116015" y="60864"/>
                  <a:pt x="114406" y="62606"/>
                  <a:pt x="114406" y="64736"/>
                </a:cubicBezTo>
                <a:cubicBezTo>
                  <a:pt x="114406" y="66866"/>
                  <a:pt x="116060" y="68608"/>
                  <a:pt x="118081" y="68608"/>
                </a:cubicBezTo>
                <a:cubicBezTo>
                  <a:pt x="121214" y="68608"/>
                  <a:pt x="121185" y="69751"/>
                  <a:pt x="117880" y="76375"/>
                </a:cubicBezTo>
                <a:cubicBezTo>
                  <a:pt x="113557" y="85043"/>
                  <a:pt x="115262" y="99086"/>
                  <a:pt x="120902" y="101250"/>
                </a:cubicBezTo>
                <a:cubicBezTo>
                  <a:pt x="125974" y="103196"/>
                  <a:pt x="134577" y="97775"/>
                  <a:pt x="146578" y="85070"/>
                </a:cubicBezTo>
                <a:cubicBezTo>
                  <a:pt x="158352" y="72606"/>
                  <a:pt x="161996" y="71387"/>
                  <a:pt x="165866" y="78619"/>
                </a:cubicBezTo>
                <a:cubicBezTo>
                  <a:pt x="167980" y="82568"/>
                  <a:pt x="166683" y="85304"/>
                  <a:pt x="158858" y="93393"/>
                </a:cubicBezTo>
                <a:cubicBezTo>
                  <a:pt x="153577" y="98853"/>
                  <a:pt x="147613" y="103351"/>
                  <a:pt x="145606" y="103389"/>
                </a:cubicBezTo>
                <a:cubicBezTo>
                  <a:pt x="139218" y="103509"/>
                  <a:pt x="139670" y="109432"/>
                  <a:pt x="146405" y="113844"/>
                </a:cubicBezTo>
                <a:cubicBezTo>
                  <a:pt x="151813" y="117388"/>
                  <a:pt x="152650" y="119482"/>
                  <a:pt x="151373" y="126271"/>
                </a:cubicBezTo>
                <a:cubicBezTo>
                  <a:pt x="150529" y="130761"/>
                  <a:pt x="148255" y="136269"/>
                  <a:pt x="146320" y="138511"/>
                </a:cubicBezTo>
                <a:cubicBezTo>
                  <a:pt x="144385" y="140752"/>
                  <a:pt x="142802" y="146020"/>
                  <a:pt x="142802" y="150216"/>
                </a:cubicBezTo>
                <a:cubicBezTo>
                  <a:pt x="142802" y="155900"/>
                  <a:pt x="140890" y="158975"/>
                  <a:pt x="135305" y="162275"/>
                </a:cubicBezTo>
                <a:cubicBezTo>
                  <a:pt x="125481" y="168078"/>
                  <a:pt x="114663" y="168035"/>
                  <a:pt x="112825" y="162186"/>
                </a:cubicBezTo>
                <a:close/>
              </a:path>
            </a:pathLst>
          </a:custGeom>
          <a:solidFill>
            <a:srgbClr val="B9B9B9"/>
          </a:solidFill>
          <a:ln w="5163" cap="flat">
            <a:noFill/>
            <a:prstDash val="solid"/>
            <a:miter/>
          </a:ln>
        </p:spPr>
        <p:txBody>
          <a:bodyPr/>
          <a:lstStyle/>
          <a:p>
            <a:endParaRPr lang="es-419" noProof="0" dirty="0"/>
          </a:p>
        </p:txBody>
      </p:sp>
      <p:sp>
        <p:nvSpPr>
          <p:cNvPr id="74" name="Forma libre: forma 73">
            <a:extLst>
              <a:ext uri="{FF2B5EF4-FFF2-40B4-BE49-F238E27FC236}">
                <a16:creationId xmlns:a16="http://schemas.microsoft.com/office/drawing/2014/main" id="{479CB20D-D291-25BE-FEEF-76F61F6DC592}"/>
              </a:ext>
            </a:extLst>
          </p:cNvPr>
          <p:cNvSpPr/>
          <p:nvPr/>
        </p:nvSpPr>
        <p:spPr>
          <a:xfrm>
            <a:off x="1152549" y="1816032"/>
            <a:ext cx="278306" cy="369963"/>
          </a:xfrm>
          <a:custGeom>
            <a:avLst/>
            <a:gdLst>
              <a:gd name="csX0" fmla="*/ 34904 w 278306"/>
              <a:gd name="csY0" fmla="*/ 369743 h 369963"/>
              <a:gd name="csX1" fmla="*/ 30386 w 278306"/>
              <a:gd name="csY1" fmla="*/ 366534 h 369963"/>
              <a:gd name="csX2" fmla="*/ 24882 w 278306"/>
              <a:gd name="csY2" fmla="*/ 362569 h 369963"/>
              <a:gd name="csX3" fmla="*/ 21927 w 278306"/>
              <a:gd name="csY3" fmla="*/ 359169 h 369963"/>
              <a:gd name="csX4" fmla="*/ 27578 w 278306"/>
              <a:gd name="csY4" fmla="*/ 347996 h 369963"/>
              <a:gd name="csX5" fmla="*/ 35410 w 278306"/>
              <a:gd name="csY5" fmla="*/ 332463 h 369963"/>
              <a:gd name="csX6" fmla="*/ 46301 w 278306"/>
              <a:gd name="csY6" fmla="*/ 305733 h 369963"/>
              <a:gd name="csX7" fmla="*/ 51274 w 278306"/>
              <a:gd name="csY7" fmla="*/ 305469 h 369963"/>
              <a:gd name="csX8" fmla="*/ 85602 w 278306"/>
              <a:gd name="csY8" fmla="*/ 259605 h 369963"/>
              <a:gd name="csX9" fmla="*/ 77041 w 278306"/>
              <a:gd name="csY9" fmla="*/ 247151 h 369963"/>
              <a:gd name="csX10" fmla="*/ 56201 w 278306"/>
              <a:gd name="csY10" fmla="*/ 259540 h 369963"/>
              <a:gd name="csX11" fmla="*/ 43804 w 278306"/>
              <a:gd name="csY11" fmla="*/ 271918 h 369963"/>
              <a:gd name="csX12" fmla="*/ 42369 w 278306"/>
              <a:gd name="csY12" fmla="*/ 249815 h 369963"/>
              <a:gd name="csX13" fmla="*/ 41724 w 278306"/>
              <a:gd name="csY13" fmla="*/ 231013 h 369963"/>
              <a:gd name="csX14" fmla="*/ 29106 w 278306"/>
              <a:gd name="csY14" fmla="*/ 240028 h 369963"/>
              <a:gd name="csX15" fmla="*/ 22444 w 278306"/>
              <a:gd name="csY15" fmla="*/ 254379 h 369963"/>
              <a:gd name="csX16" fmla="*/ 24802 w 278306"/>
              <a:gd name="csY16" fmla="*/ 241025 h 369963"/>
              <a:gd name="csX17" fmla="*/ 33753 w 278306"/>
              <a:gd name="csY17" fmla="*/ 223416 h 369963"/>
              <a:gd name="csX18" fmla="*/ 20060 w 278306"/>
              <a:gd name="csY18" fmla="*/ 211002 h 369963"/>
              <a:gd name="csX19" fmla="*/ 12798 w 278306"/>
              <a:gd name="csY19" fmla="*/ 218762 h 369963"/>
              <a:gd name="csX20" fmla="*/ 14913 w 278306"/>
              <a:gd name="csY20" fmla="*/ 227151 h 369963"/>
              <a:gd name="csX21" fmla="*/ 17013 w 278306"/>
              <a:gd name="csY21" fmla="*/ 232960 h 369963"/>
              <a:gd name="csX22" fmla="*/ 9735 w 278306"/>
              <a:gd name="csY22" fmla="*/ 237857 h 369963"/>
              <a:gd name="csX23" fmla="*/ 1293 w 278306"/>
              <a:gd name="csY23" fmla="*/ 233984 h 369963"/>
              <a:gd name="csX24" fmla="*/ 5050 w 278306"/>
              <a:gd name="csY24" fmla="*/ 166825 h 369963"/>
              <a:gd name="csX25" fmla="*/ 13098 w 278306"/>
              <a:gd name="csY25" fmla="*/ 148470 h 369963"/>
              <a:gd name="csX26" fmla="*/ 17479 w 278306"/>
              <a:gd name="csY26" fmla="*/ 142324 h 369963"/>
              <a:gd name="csX27" fmla="*/ 23957 w 278306"/>
              <a:gd name="csY27" fmla="*/ 139382 h 369963"/>
              <a:gd name="csX28" fmla="*/ 29365 w 278306"/>
              <a:gd name="csY28" fmla="*/ 127120 h 369963"/>
              <a:gd name="csX29" fmla="*/ 37749 w 278306"/>
              <a:gd name="csY29" fmla="*/ 97729 h 369963"/>
              <a:gd name="csX30" fmla="*/ 49507 w 278306"/>
              <a:gd name="csY30" fmla="*/ 88122 h 369963"/>
              <a:gd name="csX31" fmla="*/ 58774 w 278306"/>
              <a:gd name="csY31" fmla="*/ 77796 h 369963"/>
              <a:gd name="csX32" fmla="*/ 64863 w 278306"/>
              <a:gd name="csY32" fmla="*/ 68721 h 369963"/>
              <a:gd name="csX33" fmla="*/ 80119 w 278306"/>
              <a:gd name="csY33" fmla="*/ 65404 h 369963"/>
              <a:gd name="csX34" fmla="*/ 105248 w 278306"/>
              <a:gd name="csY34" fmla="*/ 69057 h 369963"/>
              <a:gd name="csX35" fmla="*/ 132354 w 278306"/>
              <a:gd name="csY35" fmla="*/ 69793 h 369963"/>
              <a:gd name="csX36" fmla="*/ 147842 w 278306"/>
              <a:gd name="csY36" fmla="*/ 68392 h 369963"/>
              <a:gd name="csX37" fmla="*/ 148600 w 278306"/>
              <a:gd name="csY37" fmla="*/ 51194 h 369963"/>
              <a:gd name="csX38" fmla="*/ 143045 w 278306"/>
              <a:gd name="csY38" fmla="*/ 18458 h 369963"/>
              <a:gd name="csX39" fmla="*/ 138200 w 278306"/>
              <a:gd name="csY39" fmla="*/ 1452 h 369963"/>
              <a:gd name="csX40" fmla="*/ 176238 w 278306"/>
              <a:gd name="csY40" fmla="*/ 4099 h 369963"/>
              <a:gd name="csX41" fmla="*/ 200117 w 278306"/>
              <a:gd name="csY41" fmla="*/ 11594 h 369963"/>
              <a:gd name="csX42" fmla="*/ 208506 w 278306"/>
              <a:gd name="csY42" fmla="*/ 17328 h 369963"/>
              <a:gd name="csX43" fmla="*/ 213126 w 278306"/>
              <a:gd name="csY43" fmla="*/ 22327 h 369963"/>
              <a:gd name="csX44" fmla="*/ 220224 w 278306"/>
              <a:gd name="csY44" fmla="*/ 29184 h 369963"/>
              <a:gd name="csX45" fmla="*/ 234966 w 278306"/>
              <a:gd name="csY45" fmla="*/ 33975 h 369963"/>
              <a:gd name="csX46" fmla="*/ 247228 w 278306"/>
              <a:gd name="csY46" fmla="*/ 35904 h 369963"/>
              <a:gd name="csX47" fmla="*/ 256714 w 278306"/>
              <a:gd name="csY47" fmla="*/ 49191 h 369963"/>
              <a:gd name="csX48" fmla="*/ 272203 w 278306"/>
              <a:gd name="csY48" fmla="*/ 58184 h 369963"/>
              <a:gd name="csX49" fmla="*/ 271714 w 278306"/>
              <a:gd name="csY49" fmla="*/ 67589 h 369963"/>
              <a:gd name="csX50" fmla="*/ 263105 w 278306"/>
              <a:gd name="csY50" fmla="*/ 78504 h 369963"/>
              <a:gd name="csX51" fmla="*/ 254303 w 278306"/>
              <a:gd name="csY51" fmla="*/ 85750 h 369963"/>
              <a:gd name="csX52" fmla="*/ 246105 w 278306"/>
              <a:gd name="csY52" fmla="*/ 101699 h 369963"/>
              <a:gd name="csX53" fmla="*/ 227494 w 278306"/>
              <a:gd name="csY53" fmla="*/ 130702 h 369963"/>
              <a:gd name="csX54" fmla="*/ 183924 w 278306"/>
              <a:gd name="csY54" fmla="*/ 160034 h 369963"/>
              <a:gd name="csX55" fmla="*/ 153537 w 278306"/>
              <a:gd name="csY55" fmla="*/ 173778 h 369963"/>
              <a:gd name="csX56" fmla="*/ 157053 w 278306"/>
              <a:gd name="csY56" fmla="*/ 181528 h 369963"/>
              <a:gd name="csX57" fmla="*/ 160436 w 278306"/>
              <a:gd name="csY57" fmla="*/ 193225 h 369963"/>
              <a:gd name="csX58" fmla="*/ 180263 w 278306"/>
              <a:gd name="csY58" fmla="*/ 225950 h 369963"/>
              <a:gd name="csX59" fmla="*/ 194663 w 278306"/>
              <a:gd name="csY59" fmla="*/ 239264 h 369963"/>
              <a:gd name="csX60" fmla="*/ 204770 w 278306"/>
              <a:gd name="csY60" fmla="*/ 247088 h 369963"/>
              <a:gd name="csX61" fmla="*/ 210897 w 278306"/>
              <a:gd name="csY61" fmla="*/ 244424 h 369963"/>
              <a:gd name="csX62" fmla="*/ 229158 w 278306"/>
              <a:gd name="csY62" fmla="*/ 228391 h 369963"/>
              <a:gd name="csX63" fmla="*/ 234321 w 278306"/>
              <a:gd name="csY63" fmla="*/ 228442 h 369963"/>
              <a:gd name="csX64" fmla="*/ 234966 w 278306"/>
              <a:gd name="csY64" fmla="*/ 250091 h 369963"/>
              <a:gd name="csX65" fmla="*/ 235014 w 278306"/>
              <a:gd name="csY65" fmla="*/ 261191 h 369963"/>
              <a:gd name="csX66" fmla="*/ 230353 w 278306"/>
              <a:gd name="csY66" fmla="*/ 300578 h 369963"/>
              <a:gd name="csX67" fmla="*/ 224337 w 278306"/>
              <a:gd name="csY67" fmla="*/ 308123 h 369963"/>
              <a:gd name="csX68" fmla="*/ 215823 w 278306"/>
              <a:gd name="csY68" fmla="*/ 299799 h 369963"/>
              <a:gd name="csX69" fmla="*/ 202099 w 278306"/>
              <a:gd name="csY69" fmla="*/ 292094 h 369963"/>
              <a:gd name="csX70" fmla="*/ 185246 w 278306"/>
              <a:gd name="csY70" fmla="*/ 278805 h 369963"/>
              <a:gd name="csX71" fmla="*/ 173928 w 278306"/>
              <a:gd name="csY71" fmla="*/ 260086 h 369963"/>
              <a:gd name="csX72" fmla="*/ 159486 w 278306"/>
              <a:gd name="csY72" fmla="*/ 251642 h 369963"/>
              <a:gd name="csX73" fmla="*/ 135920 w 278306"/>
              <a:gd name="csY73" fmla="*/ 263292 h 369963"/>
              <a:gd name="csX74" fmla="*/ 128496 w 278306"/>
              <a:gd name="csY74" fmla="*/ 268428 h 369963"/>
              <a:gd name="csX75" fmla="*/ 118324 w 278306"/>
              <a:gd name="csY75" fmla="*/ 277403 h 369963"/>
              <a:gd name="csX76" fmla="*/ 102749 w 278306"/>
              <a:gd name="csY76" fmla="*/ 302843 h 369963"/>
              <a:gd name="csX77" fmla="*/ 111986 w 278306"/>
              <a:gd name="csY77" fmla="*/ 325389 h 369963"/>
              <a:gd name="csX78" fmla="*/ 124791 w 278306"/>
              <a:gd name="csY78" fmla="*/ 345325 h 369963"/>
              <a:gd name="csX79" fmla="*/ 112525 w 278306"/>
              <a:gd name="csY79" fmla="*/ 358252 h 369963"/>
              <a:gd name="csX80" fmla="*/ 61364 w 278306"/>
              <a:gd name="csY80" fmla="*/ 367059 h 369963"/>
              <a:gd name="csX81" fmla="*/ 45875 w 278306"/>
              <a:gd name="csY81" fmla="*/ 368630 h 369963"/>
              <a:gd name="csX82" fmla="*/ 34904 w 278306"/>
              <a:gd name="csY82" fmla="*/ 369743 h 3699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Lst>
            <a:rect l="l" t="t" r="r" b="b"/>
            <a:pathLst>
              <a:path w="278306" h="369963">
                <a:moveTo>
                  <a:pt x="34904" y="369743"/>
                </a:moveTo>
                <a:cubicBezTo>
                  <a:pt x="32419" y="369198"/>
                  <a:pt x="30386" y="367754"/>
                  <a:pt x="30386" y="366534"/>
                </a:cubicBezTo>
                <a:cubicBezTo>
                  <a:pt x="30386" y="365314"/>
                  <a:pt x="27909" y="363530"/>
                  <a:pt x="24882" y="362569"/>
                </a:cubicBezTo>
                <a:cubicBezTo>
                  <a:pt x="21855" y="361609"/>
                  <a:pt x="20525" y="360078"/>
                  <a:pt x="21927" y="359169"/>
                </a:cubicBezTo>
                <a:cubicBezTo>
                  <a:pt x="23328" y="358259"/>
                  <a:pt x="25871" y="353231"/>
                  <a:pt x="27578" y="347996"/>
                </a:cubicBezTo>
                <a:cubicBezTo>
                  <a:pt x="29284" y="342760"/>
                  <a:pt x="32809" y="335771"/>
                  <a:pt x="35410" y="332463"/>
                </a:cubicBezTo>
                <a:cubicBezTo>
                  <a:pt x="41776" y="324371"/>
                  <a:pt x="48428" y="308044"/>
                  <a:pt x="46301" y="305733"/>
                </a:cubicBezTo>
                <a:cubicBezTo>
                  <a:pt x="45357" y="304708"/>
                  <a:pt x="47595" y="304589"/>
                  <a:pt x="51274" y="305469"/>
                </a:cubicBezTo>
                <a:cubicBezTo>
                  <a:pt x="65489" y="308870"/>
                  <a:pt x="84946" y="282874"/>
                  <a:pt x="85602" y="259605"/>
                </a:cubicBezTo>
                <a:cubicBezTo>
                  <a:pt x="85868" y="250143"/>
                  <a:pt x="85296" y="249310"/>
                  <a:pt x="77041" y="247151"/>
                </a:cubicBezTo>
                <a:cubicBezTo>
                  <a:pt x="64390" y="243842"/>
                  <a:pt x="56201" y="248710"/>
                  <a:pt x="56201" y="259540"/>
                </a:cubicBezTo>
                <a:cubicBezTo>
                  <a:pt x="56201" y="269382"/>
                  <a:pt x="51616" y="273960"/>
                  <a:pt x="43804" y="271918"/>
                </a:cubicBezTo>
                <a:cubicBezTo>
                  <a:pt x="37009" y="270141"/>
                  <a:pt x="36944" y="269149"/>
                  <a:pt x="42369" y="249815"/>
                </a:cubicBezTo>
                <a:cubicBezTo>
                  <a:pt x="46434" y="235327"/>
                  <a:pt x="46408" y="234559"/>
                  <a:pt x="41724" y="231013"/>
                </a:cubicBezTo>
                <a:cubicBezTo>
                  <a:pt x="34464" y="225517"/>
                  <a:pt x="33758" y="226021"/>
                  <a:pt x="29106" y="240028"/>
                </a:cubicBezTo>
                <a:cubicBezTo>
                  <a:pt x="26753" y="247111"/>
                  <a:pt x="23756" y="253568"/>
                  <a:pt x="22444" y="254379"/>
                </a:cubicBezTo>
                <a:cubicBezTo>
                  <a:pt x="19454" y="256227"/>
                  <a:pt x="19357" y="256781"/>
                  <a:pt x="24802" y="241025"/>
                </a:cubicBezTo>
                <a:cubicBezTo>
                  <a:pt x="27318" y="233748"/>
                  <a:pt x="31345" y="225823"/>
                  <a:pt x="33753" y="223416"/>
                </a:cubicBezTo>
                <a:cubicBezTo>
                  <a:pt x="41536" y="215633"/>
                  <a:pt x="38403" y="212792"/>
                  <a:pt x="20060" y="211002"/>
                </a:cubicBezTo>
                <a:cubicBezTo>
                  <a:pt x="14508" y="210460"/>
                  <a:pt x="13494" y="211544"/>
                  <a:pt x="12798" y="218762"/>
                </a:cubicBezTo>
                <a:cubicBezTo>
                  <a:pt x="12315" y="223766"/>
                  <a:pt x="13169" y="227151"/>
                  <a:pt x="14913" y="227151"/>
                </a:cubicBezTo>
                <a:cubicBezTo>
                  <a:pt x="16522" y="227151"/>
                  <a:pt x="17467" y="229765"/>
                  <a:pt x="17013" y="232960"/>
                </a:cubicBezTo>
                <a:cubicBezTo>
                  <a:pt x="16365" y="237521"/>
                  <a:pt x="14803" y="238572"/>
                  <a:pt x="9735" y="237857"/>
                </a:cubicBezTo>
                <a:cubicBezTo>
                  <a:pt x="6185" y="237355"/>
                  <a:pt x="2386" y="235613"/>
                  <a:pt x="1293" y="233984"/>
                </a:cubicBezTo>
                <a:cubicBezTo>
                  <a:pt x="-1682" y="229553"/>
                  <a:pt x="858" y="184145"/>
                  <a:pt x="5050" y="166825"/>
                </a:cubicBezTo>
                <a:cubicBezTo>
                  <a:pt x="7067" y="158491"/>
                  <a:pt x="10689" y="150232"/>
                  <a:pt x="13098" y="148470"/>
                </a:cubicBezTo>
                <a:cubicBezTo>
                  <a:pt x="15508" y="146708"/>
                  <a:pt x="17479" y="143943"/>
                  <a:pt x="17479" y="142324"/>
                </a:cubicBezTo>
                <a:cubicBezTo>
                  <a:pt x="17479" y="140706"/>
                  <a:pt x="20394" y="139382"/>
                  <a:pt x="23957" y="139382"/>
                </a:cubicBezTo>
                <a:cubicBezTo>
                  <a:pt x="30115" y="139382"/>
                  <a:pt x="30383" y="138776"/>
                  <a:pt x="29365" y="127120"/>
                </a:cubicBezTo>
                <a:cubicBezTo>
                  <a:pt x="27807" y="109281"/>
                  <a:pt x="29957" y="101744"/>
                  <a:pt x="37749" y="97729"/>
                </a:cubicBezTo>
                <a:cubicBezTo>
                  <a:pt x="41508" y="95792"/>
                  <a:pt x="46799" y="91468"/>
                  <a:pt x="49507" y="88122"/>
                </a:cubicBezTo>
                <a:cubicBezTo>
                  <a:pt x="52214" y="84775"/>
                  <a:pt x="56385" y="80128"/>
                  <a:pt x="58774" y="77796"/>
                </a:cubicBezTo>
                <a:cubicBezTo>
                  <a:pt x="61163" y="75463"/>
                  <a:pt x="63903" y="71380"/>
                  <a:pt x="64863" y="68721"/>
                </a:cubicBezTo>
                <a:cubicBezTo>
                  <a:pt x="66368" y="64550"/>
                  <a:pt x="68459" y="64095"/>
                  <a:pt x="80119" y="65404"/>
                </a:cubicBezTo>
                <a:cubicBezTo>
                  <a:pt x="87551" y="66238"/>
                  <a:pt x="98859" y="67882"/>
                  <a:pt x="105248" y="69057"/>
                </a:cubicBezTo>
                <a:cubicBezTo>
                  <a:pt x="111637" y="70233"/>
                  <a:pt x="123835" y="70564"/>
                  <a:pt x="132354" y="69793"/>
                </a:cubicBezTo>
                <a:lnTo>
                  <a:pt x="147842" y="68392"/>
                </a:lnTo>
                <a:lnTo>
                  <a:pt x="148600" y="51194"/>
                </a:lnTo>
                <a:cubicBezTo>
                  <a:pt x="149196" y="37679"/>
                  <a:pt x="148006" y="30668"/>
                  <a:pt x="143045" y="18458"/>
                </a:cubicBezTo>
                <a:cubicBezTo>
                  <a:pt x="139573" y="9912"/>
                  <a:pt x="137392" y="2259"/>
                  <a:pt x="138200" y="1452"/>
                </a:cubicBezTo>
                <a:cubicBezTo>
                  <a:pt x="141102" y="-1451"/>
                  <a:pt x="166125" y="290"/>
                  <a:pt x="176238" y="4099"/>
                </a:cubicBezTo>
                <a:cubicBezTo>
                  <a:pt x="189419" y="9062"/>
                  <a:pt x="190086" y="9272"/>
                  <a:pt x="200117" y="11594"/>
                </a:cubicBezTo>
                <a:cubicBezTo>
                  <a:pt x="204892" y="12700"/>
                  <a:pt x="208506" y="15170"/>
                  <a:pt x="208506" y="17328"/>
                </a:cubicBezTo>
                <a:cubicBezTo>
                  <a:pt x="208506" y="19413"/>
                  <a:pt x="210585" y="21662"/>
                  <a:pt x="213126" y="22327"/>
                </a:cubicBezTo>
                <a:cubicBezTo>
                  <a:pt x="215666" y="22991"/>
                  <a:pt x="218861" y="26077"/>
                  <a:pt x="220224" y="29184"/>
                </a:cubicBezTo>
                <a:cubicBezTo>
                  <a:pt x="222363" y="34057"/>
                  <a:pt x="224390" y="34715"/>
                  <a:pt x="234966" y="33975"/>
                </a:cubicBezTo>
                <a:cubicBezTo>
                  <a:pt x="242553" y="33444"/>
                  <a:pt x="247228" y="34179"/>
                  <a:pt x="247228" y="35904"/>
                </a:cubicBezTo>
                <a:cubicBezTo>
                  <a:pt x="247228" y="37437"/>
                  <a:pt x="251497" y="43416"/>
                  <a:pt x="256714" y="49191"/>
                </a:cubicBezTo>
                <a:cubicBezTo>
                  <a:pt x="264193" y="57469"/>
                  <a:pt x="267470" y="59372"/>
                  <a:pt x="272203" y="58184"/>
                </a:cubicBezTo>
                <a:cubicBezTo>
                  <a:pt x="280616" y="56072"/>
                  <a:pt x="280219" y="63714"/>
                  <a:pt x="271714" y="67589"/>
                </a:cubicBezTo>
                <a:cubicBezTo>
                  <a:pt x="267863" y="69343"/>
                  <a:pt x="264361" y="73784"/>
                  <a:pt x="263105" y="78504"/>
                </a:cubicBezTo>
                <a:cubicBezTo>
                  <a:pt x="261351" y="85098"/>
                  <a:pt x="259842" y="86340"/>
                  <a:pt x="254303" y="85750"/>
                </a:cubicBezTo>
                <a:cubicBezTo>
                  <a:pt x="246592" y="84928"/>
                  <a:pt x="243436" y="91067"/>
                  <a:pt x="246105" y="101699"/>
                </a:cubicBezTo>
                <a:cubicBezTo>
                  <a:pt x="247533" y="107389"/>
                  <a:pt x="244867" y="111544"/>
                  <a:pt x="227494" y="130702"/>
                </a:cubicBezTo>
                <a:cubicBezTo>
                  <a:pt x="207371" y="152893"/>
                  <a:pt x="196764" y="160034"/>
                  <a:pt x="183924" y="160034"/>
                </a:cubicBezTo>
                <a:cubicBezTo>
                  <a:pt x="175394" y="160034"/>
                  <a:pt x="155328" y="169109"/>
                  <a:pt x="153537" y="173778"/>
                </a:cubicBezTo>
                <a:cubicBezTo>
                  <a:pt x="152784" y="175740"/>
                  <a:pt x="154366" y="179227"/>
                  <a:pt x="157053" y="181528"/>
                </a:cubicBezTo>
                <a:cubicBezTo>
                  <a:pt x="160618" y="184580"/>
                  <a:pt x="161532" y="187741"/>
                  <a:pt x="160436" y="193225"/>
                </a:cubicBezTo>
                <a:cubicBezTo>
                  <a:pt x="158065" y="205081"/>
                  <a:pt x="165477" y="217314"/>
                  <a:pt x="180263" y="225950"/>
                </a:cubicBezTo>
                <a:cubicBezTo>
                  <a:pt x="187814" y="230360"/>
                  <a:pt x="193823" y="235916"/>
                  <a:pt x="194663" y="239264"/>
                </a:cubicBezTo>
                <a:cubicBezTo>
                  <a:pt x="196711" y="247420"/>
                  <a:pt x="202826" y="252154"/>
                  <a:pt x="204770" y="247088"/>
                </a:cubicBezTo>
                <a:cubicBezTo>
                  <a:pt x="205617" y="244882"/>
                  <a:pt x="208258" y="243734"/>
                  <a:pt x="210897" y="244424"/>
                </a:cubicBezTo>
                <a:cubicBezTo>
                  <a:pt x="216566" y="245906"/>
                  <a:pt x="229158" y="234851"/>
                  <a:pt x="229158" y="228391"/>
                </a:cubicBezTo>
                <a:cubicBezTo>
                  <a:pt x="229158" y="223967"/>
                  <a:pt x="229378" y="223969"/>
                  <a:pt x="234321" y="228442"/>
                </a:cubicBezTo>
                <a:cubicBezTo>
                  <a:pt x="240730" y="234242"/>
                  <a:pt x="241099" y="246636"/>
                  <a:pt x="234966" y="250091"/>
                </a:cubicBezTo>
                <a:cubicBezTo>
                  <a:pt x="230667" y="252513"/>
                  <a:pt x="230669" y="253050"/>
                  <a:pt x="235014" y="261191"/>
                </a:cubicBezTo>
                <a:cubicBezTo>
                  <a:pt x="240871" y="272165"/>
                  <a:pt x="238755" y="290041"/>
                  <a:pt x="230353" y="300578"/>
                </a:cubicBezTo>
                <a:lnTo>
                  <a:pt x="224337" y="308123"/>
                </a:lnTo>
                <a:lnTo>
                  <a:pt x="215823" y="299799"/>
                </a:lnTo>
                <a:cubicBezTo>
                  <a:pt x="210927" y="295013"/>
                  <a:pt x="205095" y="291738"/>
                  <a:pt x="202099" y="292094"/>
                </a:cubicBezTo>
                <a:cubicBezTo>
                  <a:pt x="194035" y="293052"/>
                  <a:pt x="185277" y="286146"/>
                  <a:pt x="185246" y="278805"/>
                </a:cubicBezTo>
                <a:cubicBezTo>
                  <a:pt x="185229" y="274767"/>
                  <a:pt x="180965" y="267715"/>
                  <a:pt x="173928" y="260086"/>
                </a:cubicBezTo>
                <a:cubicBezTo>
                  <a:pt x="164333" y="249682"/>
                  <a:pt x="162165" y="248415"/>
                  <a:pt x="159486" y="251642"/>
                </a:cubicBezTo>
                <a:cubicBezTo>
                  <a:pt x="155362" y="256612"/>
                  <a:pt x="141849" y="263292"/>
                  <a:pt x="135920" y="263292"/>
                </a:cubicBezTo>
                <a:cubicBezTo>
                  <a:pt x="133348" y="263292"/>
                  <a:pt x="130007" y="265603"/>
                  <a:pt x="128496" y="268428"/>
                </a:cubicBezTo>
                <a:cubicBezTo>
                  <a:pt x="126984" y="271253"/>
                  <a:pt x="122406" y="275292"/>
                  <a:pt x="118324" y="277403"/>
                </a:cubicBezTo>
                <a:cubicBezTo>
                  <a:pt x="105333" y="284120"/>
                  <a:pt x="102661" y="288486"/>
                  <a:pt x="102749" y="302843"/>
                </a:cubicBezTo>
                <a:cubicBezTo>
                  <a:pt x="102826" y="315405"/>
                  <a:pt x="106784" y="325066"/>
                  <a:pt x="111986" y="325389"/>
                </a:cubicBezTo>
                <a:cubicBezTo>
                  <a:pt x="116589" y="325676"/>
                  <a:pt x="126252" y="340721"/>
                  <a:pt x="124791" y="345325"/>
                </a:cubicBezTo>
                <a:cubicBezTo>
                  <a:pt x="123983" y="347870"/>
                  <a:pt x="118463" y="353688"/>
                  <a:pt x="112525" y="358252"/>
                </a:cubicBezTo>
                <a:cubicBezTo>
                  <a:pt x="101535" y="366699"/>
                  <a:pt x="89725" y="368732"/>
                  <a:pt x="61364" y="367059"/>
                </a:cubicBezTo>
                <a:cubicBezTo>
                  <a:pt x="56394" y="366766"/>
                  <a:pt x="49424" y="367473"/>
                  <a:pt x="45875" y="368630"/>
                </a:cubicBezTo>
                <a:cubicBezTo>
                  <a:pt x="42325" y="369787"/>
                  <a:pt x="37388" y="370288"/>
                  <a:pt x="34904" y="369743"/>
                </a:cubicBezTo>
                <a:close/>
              </a:path>
            </a:pathLst>
          </a:custGeom>
          <a:solidFill>
            <a:srgbClr val="B9B9B9"/>
          </a:solidFill>
          <a:ln w="5163" cap="flat">
            <a:noFill/>
            <a:prstDash val="solid"/>
            <a:miter/>
          </a:ln>
        </p:spPr>
        <p:txBody>
          <a:bodyPr/>
          <a:lstStyle/>
          <a:p>
            <a:endParaRPr lang="es-419" noProof="0" dirty="0"/>
          </a:p>
        </p:txBody>
      </p:sp>
      <p:grpSp>
        <p:nvGrpSpPr>
          <p:cNvPr id="75" name="Gráfico 39">
            <a:extLst>
              <a:ext uri="{FF2B5EF4-FFF2-40B4-BE49-F238E27FC236}">
                <a16:creationId xmlns:a16="http://schemas.microsoft.com/office/drawing/2014/main" id="{AE835075-2E5F-1A02-2952-82D9128D7461}"/>
              </a:ext>
            </a:extLst>
          </p:cNvPr>
          <p:cNvGrpSpPr/>
          <p:nvPr/>
        </p:nvGrpSpPr>
        <p:grpSpPr>
          <a:xfrm>
            <a:off x="1634957" y="2069316"/>
            <a:ext cx="438046" cy="474569"/>
            <a:chOff x="1634957" y="2069316"/>
            <a:chExt cx="438046" cy="474569"/>
          </a:xfrm>
        </p:grpSpPr>
        <p:sp>
          <p:nvSpPr>
            <p:cNvPr id="76" name="Forma libre: forma 75">
              <a:extLst>
                <a:ext uri="{FF2B5EF4-FFF2-40B4-BE49-F238E27FC236}">
                  <a16:creationId xmlns:a16="http://schemas.microsoft.com/office/drawing/2014/main" id="{BC06DB99-6D77-4945-6F47-33074A48EE71}"/>
                </a:ext>
              </a:extLst>
            </p:cNvPr>
            <p:cNvSpPr/>
            <p:nvPr/>
          </p:nvSpPr>
          <p:spPr>
            <a:xfrm>
              <a:off x="1634957" y="2069316"/>
              <a:ext cx="438046" cy="474569"/>
            </a:xfrm>
            <a:custGeom>
              <a:avLst/>
              <a:gdLst>
                <a:gd name="csX0" fmla="*/ 332739 w 438046"/>
                <a:gd name="csY0" fmla="*/ 469202 h 474569"/>
                <a:gd name="csX1" fmla="*/ 324349 w 438046"/>
                <a:gd name="csY1" fmla="*/ 460541 h 474569"/>
                <a:gd name="csX2" fmla="*/ 306954 w 438046"/>
                <a:gd name="csY2" fmla="*/ 447652 h 474569"/>
                <a:gd name="csX3" fmla="*/ 301522 w 438046"/>
                <a:gd name="csY3" fmla="*/ 436095 h 474569"/>
                <a:gd name="csX4" fmla="*/ 298287 w 438046"/>
                <a:gd name="csY4" fmla="*/ 425621 h 474569"/>
                <a:gd name="csX5" fmla="*/ 291436 w 438046"/>
                <a:gd name="csY5" fmla="*/ 429493 h 474569"/>
                <a:gd name="csX6" fmla="*/ 284162 w 438046"/>
                <a:gd name="csY6" fmla="*/ 433365 h 474569"/>
                <a:gd name="csX7" fmla="*/ 273181 w 438046"/>
                <a:gd name="csY7" fmla="*/ 439996 h 474569"/>
                <a:gd name="csX8" fmla="*/ 246542 w 438046"/>
                <a:gd name="csY8" fmla="*/ 415677 h 474569"/>
                <a:gd name="csX9" fmla="*/ 247543 w 438046"/>
                <a:gd name="csY9" fmla="*/ 398488 h 474569"/>
                <a:gd name="csX10" fmla="*/ 227242 w 438046"/>
                <a:gd name="csY10" fmla="*/ 385770 h 474569"/>
                <a:gd name="csX11" fmla="*/ 216574 w 438046"/>
                <a:gd name="csY11" fmla="*/ 384267 h 474569"/>
                <a:gd name="csX12" fmla="*/ 211411 w 438046"/>
                <a:gd name="csY12" fmla="*/ 381736 h 474569"/>
                <a:gd name="csX13" fmla="*/ 206248 w 438046"/>
                <a:gd name="csY13" fmla="*/ 377864 h 474569"/>
                <a:gd name="csX14" fmla="*/ 201085 w 438046"/>
                <a:gd name="csY14" fmla="*/ 368829 h 474569"/>
                <a:gd name="csX15" fmla="*/ 195840 w 438046"/>
                <a:gd name="csY15" fmla="*/ 360439 h 474569"/>
                <a:gd name="csX16" fmla="*/ 179383 w 438046"/>
                <a:gd name="csY16" fmla="*/ 344572 h 474569"/>
                <a:gd name="csX17" fmla="*/ 166056 w 438046"/>
                <a:gd name="csY17" fmla="*/ 347532 h 474569"/>
                <a:gd name="csX18" fmla="*/ 162127 w 438046"/>
                <a:gd name="csY18" fmla="*/ 363514 h 474569"/>
                <a:gd name="csX19" fmla="*/ 156676 w 438046"/>
                <a:gd name="csY19" fmla="*/ 372397 h 474569"/>
                <a:gd name="csX20" fmla="*/ 152333 w 438046"/>
                <a:gd name="csY20" fmla="*/ 366640 h 474569"/>
                <a:gd name="csX21" fmla="*/ 138487 w 438046"/>
                <a:gd name="csY21" fmla="*/ 364853 h 474569"/>
                <a:gd name="csX22" fmla="*/ 126312 w 438046"/>
                <a:gd name="csY22" fmla="*/ 363833 h 474569"/>
                <a:gd name="csX23" fmla="*/ 123641 w 438046"/>
                <a:gd name="csY23" fmla="*/ 355006 h 474569"/>
                <a:gd name="csX24" fmla="*/ 115723 w 438046"/>
                <a:gd name="csY24" fmla="*/ 349430 h 474569"/>
                <a:gd name="csX25" fmla="*/ 110493 w 438046"/>
                <a:gd name="csY25" fmla="*/ 333027 h 474569"/>
                <a:gd name="csX26" fmla="*/ 115897 w 438046"/>
                <a:gd name="csY26" fmla="*/ 317692 h 474569"/>
                <a:gd name="csX27" fmla="*/ 126868 w 438046"/>
                <a:gd name="csY27" fmla="*/ 306474 h 474569"/>
                <a:gd name="csX28" fmla="*/ 128005 w 438046"/>
                <a:gd name="csY28" fmla="*/ 290864 h 474569"/>
                <a:gd name="csX29" fmla="*/ 107467 w 438046"/>
                <a:gd name="csY29" fmla="*/ 276906 h 474569"/>
                <a:gd name="csX30" fmla="*/ 125531 w 438046"/>
                <a:gd name="csY30" fmla="*/ 228226 h 474569"/>
                <a:gd name="csX31" fmla="*/ 128516 w 438046"/>
                <a:gd name="csY31" fmla="*/ 218872 h 474569"/>
                <a:gd name="csX32" fmla="*/ 122054 w 438046"/>
                <a:gd name="csY32" fmla="*/ 216563 h 474569"/>
                <a:gd name="csX33" fmla="*/ 112602 w 438046"/>
                <a:gd name="csY33" fmla="*/ 211354 h 474569"/>
                <a:gd name="csX34" fmla="*/ 97827 w 438046"/>
                <a:gd name="csY34" fmla="*/ 212411 h 474569"/>
                <a:gd name="csX35" fmla="*/ 87566 w 438046"/>
                <a:gd name="csY35" fmla="*/ 216588 h 474569"/>
                <a:gd name="csX36" fmla="*/ 80430 w 438046"/>
                <a:gd name="csY36" fmla="*/ 211038 h 474569"/>
                <a:gd name="csX37" fmla="*/ 79784 w 438046"/>
                <a:gd name="csY37" fmla="*/ 198453 h 474569"/>
                <a:gd name="csX38" fmla="*/ 82015 w 438046"/>
                <a:gd name="csY38" fmla="*/ 188949 h 474569"/>
                <a:gd name="csX39" fmla="*/ 89966 w 438046"/>
                <a:gd name="csY39" fmla="*/ 185629 h 474569"/>
                <a:gd name="csX40" fmla="*/ 87641 w 438046"/>
                <a:gd name="csY40" fmla="*/ 169636 h 474569"/>
                <a:gd name="csX41" fmla="*/ 79292 w 438046"/>
                <a:gd name="csY41" fmla="*/ 156728 h 474569"/>
                <a:gd name="csX42" fmla="*/ 72462 w 438046"/>
                <a:gd name="csY42" fmla="*/ 148956 h 474569"/>
                <a:gd name="csX43" fmla="*/ 56524 w 438046"/>
                <a:gd name="csY43" fmla="*/ 163920 h 474569"/>
                <a:gd name="csX44" fmla="*/ 52658 w 438046"/>
                <a:gd name="csY44" fmla="*/ 164900 h 474569"/>
                <a:gd name="csX45" fmla="*/ 39697 w 438046"/>
                <a:gd name="csY45" fmla="*/ 168628 h 474569"/>
                <a:gd name="csX46" fmla="*/ 26748 w 438046"/>
                <a:gd name="csY46" fmla="*/ 181448 h 474569"/>
                <a:gd name="csX47" fmla="*/ 16403 w 438046"/>
                <a:gd name="csY47" fmla="*/ 190289 h 474569"/>
                <a:gd name="csX48" fmla="*/ 7343 w 438046"/>
                <a:gd name="csY48" fmla="*/ 186486 h 474569"/>
                <a:gd name="csX49" fmla="*/ 9965 w 438046"/>
                <a:gd name="csY49" fmla="*/ 170925 h 474569"/>
                <a:gd name="csX50" fmla="*/ 15158 w 438046"/>
                <a:gd name="csY50" fmla="*/ 162124 h 474569"/>
                <a:gd name="csX51" fmla="*/ 9381 w 438046"/>
                <a:gd name="csY51" fmla="*/ 159801 h 474569"/>
                <a:gd name="csX52" fmla="*/ 7807 w 438046"/>
                <a:gd name="csY52" fmla="*/ 157314 h 474569"/>
                <a:gd name="csX53" fmla="*/ 15681 w 438046"/>
                <a:gd name="csY53" fmla="*/ 151621 h 474569"/>
                <a:gd name="csX54" fmla="*/ 24691 w 438046"/>
                <a:gd name="csY54" fmla="*/ 148948 h 474569"/>
                <a:gd name="csX55" fmla="*/ 33291 w 438046"/>
                <a:gd name="csY55" fmla="*/ 142643 h 474569"/>
                <a:gd name="csX56" fmla="*/ 36252 w 438046"/>
                <a:gd name="csY56" fmla="*/ 130243 h 474569"/>
                <a:gd name="csX57" fmla="*/ 35959 w 438046"/>
                <a:gd name="csY57" fmla="*/ 119824 h 474569"/>
                <a:gd name="csX58" fmla="*/ 30417 w 438046"/>
                <a:gd name="csY58" fmla="*/ 117319 h 474569"/>
                <a:gd name="csX59" fmla="*/ 28128 w 438046"/>
                <a:gd name="csY59" fmla="*/ 114535 h 474569"/>
                <a:gd name="csX60" fmla="*/ 22780 w 438046"/>
                <a:gd name="csY60" fmla="*/ 112034 h 474569"/>
                <a:gd name="csX61" fmla="*/ 9335 w 438046"/>
                <a:gd name="csY61" fmla="*/ 100263 h 474569"/>
                <a:gd name="csX62" fmla="*/ 5316 w 438046"/>
                <a:gd name="csY62" fmla="*/ 85099 h 474569"/>
                <a:gd name="csX63" fmla="*/ 0 w 438046"/>
                <a:gd name="csY63" fmla="*/ 74899 h 474569"/>
                <a:gd name="csX64" fmla="*/ 5230 w 438046"/>
                <a:gd name="csY64" fmla="*/ 68250 h 474569"/>
                <a:gd name="csX65" fmla="*/ 8777 w 438046"/>
                <a:gd name="csY65" fmla="*/ 53938 h 474569"/>
                <a:gd name="csX66" fmla="*/ 11157 w 438046"/>
                <a:gd name="csY66" fmla="*/ 40474 h 474569"/>
                <a:gd name="csX67" fmla="*/ 15221 w 438046"/>
                <a:gd name="csY67" fmla="*/ 30361 h 474569"/>
                <a:gd name="csX68" fmla="*/ 19093 w 438046"/>
                <a:gd name="csY68" fmla="*/ 24563 h 474569"/>
                <a:gd name="csX69" fmla="*/ 13331 w 438046"/>
                <a:gd name="csY69" fmla="*/ 11391 h 474569"/>
                <a:gd name="csX70" fmla="*/ 15610 w 438046"/>
                <a:gd name="csY70" fmla="*/ 4739 h 474569"/>
                <a:gd name="csX71" fmla="*/ 24152 w 438046"/>
                <a:gd name="csY71" fmla="*/ 2431 h 474569"/>
                <a:gd name="csX72" fmla="*/ 42643 w 438046"/>
                <a:gd name="csY72" fmla="*/ 10008 h 474569"/>
                <a:gd name="csX73" fmla="*/ 58021 w 438046"/>
                <a:gd name="csY73" fmla="*/ 20333 h 474569"/>
                <a:gd name="csX74" fmla="*/ 76259 w 438046"/>
                <a:gd name="csY74" fmla="*/ 58909 h 474569"/>
                <a:gd name="csX75" fmla="*/ 87417 w 438046"/>
                <a:gd name="csY75" fmla="*/ 80908 h 474569"/>
                <a:gd name="csX76" fmla="*/ 99122 w 438046"/>
                <a:gd name="csY76" fmla="*/ 102996 h 474569"/>
                <a:gd name="csX77" fmla="*/ 103913 w 438046"/>
                <a:gd name="csY77" fmla="*/ 110684 h 474569"/>
                <a:gd name="csX78" fmla="*/ 102362 w 438046"/>
                <a:gd name="csY78" fmla="*/ 90033 h 474569"/>
                <a:gd name="csX79" fmla="*/ 92203 w 438046"/>
                <a:gd name="csY79" fmla="*/ 66799 h 474569"/>
                <a:gd name="csX80" fmla="*/ 83568 w 438046"/>
                <a:gd name="csY80" fmla="*/ 60346 h 474569"/>
                <a:gd name="csX81" fmla="*/ 86838 w 438046"/>
                <a:gd name="csY81" fmla="*/ 69381 h 474569"/>
                <a:gd name="csX82" fmla="*/ 85111 w 438046"/>
                <a:gd name="csY82" fmla="*/ 70354 h 474569"/>
                <a:gd name="csX83" fmla="*/ 81250 w 438046"/>
                <a:gd name="csY83" fmla="*/ 58738 h 474569"/>
                <a:gd name="csX84" fmla="*/ 73693 w 438046"/>
                <a:gd name="csY84" fmla="*/ 39979 h 474569"/>
                <a:gd name="csX85" fmla="*/ 66850 w 438046"/>
                <a:gd name="csY85" fmla="*/ 27201 h 474569"/>
                <a:gd name="csX86" fmla="*/ 80920 w 438046"/>
                <a:gd name="csY86" fmla="*/ 44489 h 474569"/>
                <a:gd name="csX87" fmla="*/ 99162 w 438046"/>
                <a:gd name="csY87" fmla="*/ 64586 h 474569"/>
                <a:gd name="csX88" fmla="*/ 107565 w 438046"/>
                <a:gd name="csY88" fmla="*/ 86419 h 474569"/>
                <a:gd name="csX89" fmla="*/ 116108 w 438046"/>
                <a:gd name="csY89" fmla="*/ 138203 h 474569"/>
                <a:gd name="csX90" fmla="*/ 121060 w 438046"/>
                <a:gd name="csY90" fmla="*/ 151411 h 474569"/>
                <a:gd name="csX91" fmla="*/ 135828 w 438046"/>
                <a:gd name="csY91" fmla="*/ 169580 h 474569"/>
                <a:gd name="csX92" fmla="*/ 173747 w 438046"/>
                <a:gd name="csY92" fmla="*/ 217637 h 474569"/>
                <a:gd name="csX93" fmla="*/ 186052 w 438046"/>
                <a:gd name="csY93" fmla="*/ 237240 h 474569"/>
                <a:gd name="csX94" fmla="*/ 192809 w 438046"/>
                <a:gd name="csY94" fmla="*/ 259193 h 474569"/>
                <a:gd name="csX95" fmla="*/ 202887 w 438046"/>
                <a:gd name="csY95" fmla="*/ 280570 h 474569"/>
                <a:gd name="csX96" fmla="*/ 215434 w 438046"/>
                <a:gd name="csY96" fmla="*/ 294429 h 474569"/>
                <a:gd name="csX97" fmla="*/ 223898 w 438046"/>
                <a:gd name="csY97" fmla="*/ 302869 h 474569"/>
                <a:gd name="csX98" fmla="*/ 231639 w 438046"/>
                <a:gd name="csY98" fmla="*/ 310848 h 474569"/>
                <a:gd name="csX99" fmla="*/ 241066 w 438046"/>
                <a:gd name="csY99" fmla="*/ 319770 h 474569"/>
                <a:gd name="csX100" fmla="*/ 242388 w 438046"/>
                <a:gd name="csY100" fmla="*/ 323654 h 474569"/>
                <a:gd name="csX101" fmla="*/ 237225 w 438046"/>
                <a:gd name="csY101" fmla="*/ 324770 h 474569"/>
                <a:gd name="csX102" fmla="*/ 239807 w 438046"/>
                <a:gd name="csY102" fmla="*/ 327526 h 474569"/>
                <a:gd name="csX103" fmla="*/ 241743 w 438046"/>
                <a:gd name="csY103" fmla="*/ 330724 h 474569"/>
                <a:gd name="csX104" fmla="*/ 248333 w 438046"/>
                <a:gd name="csY104" fmla="*/ 333103 h 474569"/>
                <a:gd name="csX105" fmla="*/ 259724 w 438046"/>
                <a:gd name="csY105" fmla="*/ 335713 h 474569"/>
                <a:gd name="csX106" fmla="*/ 262612 w 438046"/>
                <a:gd name="csY106" fmla="*/ 335270 h 474569"/>
                <a:gd name="csX107" fmla="*/ 255739 w 438046"/>
                <a:gd name="csY107" fmla="*/ 330573 h 474569"/>
                <a:gd name="csX108" fmla="*/ 250133 w 438046"/>
                <a:gd name="csY108" fmla="*/ 327461 h 474569"/>
                <a:gd name="csX109" fmla="*/ 260301 w 438046"/>
                <a:gd name="csY109" fmla="*/ 328761 h 474569"/>
                <a:gd name="csX110" fmla="*/ 284960 w 438046"/>
                <a:gd name="csY110" fmla="*/ 330853 h 474569"/>
                <a:gd name="csX111" fmla="*/ 308115 w 438046"/>
                <a:gd name="csY111" fmla="*/ 337754 h 474569"/>
                <a:gd name="csX112" fmla="*/ 325378 w 438046"/>
                <a:gd name="csY112" fmla="*/ 347910 h 474569"/>
                <a:gd name="csX113" fmla="*/ 336932 w 438046"/>
                <a:gd name="csY113" fmla="*/ 355594 h 474569"/>
                <a:gd name="csX114" fmla="*/ 342564 w 438046"/>
                <a:gd name="csY114" fmla="*/ 364198 h 474569"/>
                <a:gd name="csX115" fmla="*/ 343743 w 438046"/>
                <a:gd name="csY115" fmla="*/ 371080 h 474569"/>
                <a:gd name="csX116" fmla="*/ 344358 w 438046"/>
                <a:gd name="csY116" fmla="*/ 373363 h 474569"/>
                <a:gd name="csX117" fmla="*/ 350269 w 438046"/>
                <a:gd name="csY117" fmla="*/ 376862 h 474569"/>
                <a:gd name="csX118" fmla="*/ 372627 w 438046"/>
                <a:gd name="csY118" fmla="*/ 380540 h 474569"/>
                <a:gd name="csX119" fmla="*/ 391189 w 438046"/>
                <a:gd name="csY119" fmla="*/ 378801 h 474569"/>
                <a:gd name="csX120" fmla="*/ 394232 w 438046"/>
                <a:gd name="csY120" fmla="*/ 388958 h 474569"/>
                <a:gd name="csX121" fmla="*/ 397318 w 438046"/>
                <a:gd name="csY121" fmla="*/ 403978 h 474569"/>
                <a:gd name="csX122" fmla="*/ 409224 w 438046"/>
                <a:gd name="csY122" fmla="*/ 419167 h 474569"/>
                <a:gd name="csX123" fmla="*/ 434929 w 438046"/>
                <a:gd name="csY123" fmla="*/ 450207 h 474569"/>
                <a:gd name="csX124" fmla="*/ 429332 w 438046"/>
                <a:gd name="csY124" fmla="*/ 469288 h 474569"/>
                <a:gd name="csX125" fmla="*/ 376412 w 438046"/>
                <a:gd name="csY125" fmla="*/ 474534 h 474569"/>
                <a:gd name="csX126" fmla="*/ 332739 w 438046"/>
                <a:gd name="csY126" fmla="*/ 469202 h 47456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438046" h="474569">
                  <a:moveTo>
                    <a:pt x="332739" y="469202"/>
                  </a:moveTo>
                  <a:cubicBezTo>
                    <a:pt x="332739" y="465869"/>
                    <a:pt x="329807" y="462843"/>
                    <a:pt x="324349" y="460541"/>
                  </a:cubicBezTo>
                  <a:cubicBezTo>
                    <a:pt x="319735" y="458594"/>
                    <a:pt x="311907" y="452795"/>
                    <a:pt x="306954" y="447652"/>
                  </a:cubicBezTo>
                  <a:cubicBezTo>
                    <a:pt x="299888" y="440316"/>
                    <a:pt x="298719" y="437828"/>
                    <a:pt x="301522" y="436095"/>
                  </a:cubicBezTo>
                  <a:cubicBezTo>
                    <a:pt x="305823" y="433437"/>
                    <a:pt x="303408" y="425621"/>
                    <a:pt x="298287" y="425621"/>
                  </a:cubicBezTo>
                  <a:cubicBezTo>
                    <a:pt x="296286" y="425621"/>
                    <a:pt x="293203" y="427364"/>
                    <a:pt x="291436" y="429493"/>
                  </a:cubicBezTo>
                  <a:cubicBezTo>
                    <a:pt x="289668" y="431623"/>
                    <a:pt x="286395" y="433365"/>
                    <a:pt x="284162" y="433365"/>
                  </a:cubicBezTo>
                  <a:cubicBezTo>
                    <a:pt x="281929" y="433365"/>
                    <a:pt x="276987" y="436349"/>
                    <a:pt x="273181" y="439996"/>
                  </a:cubicBezTo>
                  <a:cubicBezTo>
                    <a:pt x="256469" y="456007"/>
                    <a:pt x="233183" y="434749"/>
                    <a:pt x="246542" y="415677"/>
                  </a:cubicBezTo>
                  <a:cubicBezTo>
                    <a:pt x="250094" y="410606"/>
                    <a:pt x="250239" y="408115"/>
                    <a:pt x="247543" y="398488"/>
                  </a:cubicBezTo>
                  <a:cubicBezTo>
                    <a:pt x="243936" y="385603"/>
                    <a:pt x="241942" y="384354"/>
                    <a:pt x="227242" y="385770"/>
                  </a:cubicBezTo>
                  <a:cubicBezTo>
                    <a:pt x="221295" y="386343"/>
                    <a:pt x="216574" y="385678"/>
                    <a:pt x="216574" y="384267"/>
                  </a:cubicBezTo>
                  <a:cubicBezTo>
                    <a:pt x="216574" y="382875"/>
                    <a:pt x="214251" y="381736"/>
                    <a:pt x="211411" y="381736"/>
                  </a:cubicBezTo>
                  <a:cubicBezTo>
                    <a:pt x="208543" y="381736"/>
                    <a:pt x="206248" y="380015"/>
                    <a:pt x="206248" y="377864"/>
                  </a:cubicBezTo>
                  <a:cubicBezTo>
                    <a:pt x="206248" y="375735"/>
                    <a:pt x="203925" y="371669"/>
                    <a:pt x="201085" y="368829"/>
                  </a:cubicBezTo>
                  <a:cubicBezTo>
                    <a:pt x="198245" y="365990"/>
                    <a:pt x="195885" y="362214"/>
                    <a:pt x="195840" y="360439"/>
                  </a:cubicBezTo>
                  <a:cubicBezTo>
                    <a:pt x="195695" y="354744"/>
                    <a:pt x="189552" y="348821"/>
                    <a:pt x="179383" y="344572"/>
                  </a:cubicBezTo>
                  <a:cubicBezTo>
                    <a:pt x="165908" y="338942"/>
                    <a:pt x="164292" y="339301"/>
                    <a:pt x="166056" y="347532"/>
                  </a:cubicBezTo>
                  <a:cubicBezTo>
                    <a:pt x="167087" y="352339"/>
                    <a:pt x="165818" y="357500"/>
                    <a:pt x="162127" y="363514"/>
                  </a:cubicBezTo>
                  <a:lnTo>
                    <a:pt x="156676" y="372397"/>
                  </a:lnTo>
                  <a:lnTo>
                    <a:pt x="152333" y="366640"/>
                  </a:lnTo>
                  <a:cubicBezTo>
                    <a:pt x="148166" y="361115"/>
                    <a:pt x="147605" y="361043"/>
                    <a:pt x="138487" y="364853"/>
                  </a:cubicBezTo>
                  <a:cubicBezTo>
                    <a:pt x="129534" y="368594"/>
                    <a:pt x="128828" y="368535"/>
                    <a:pt x="126312" y="363833"/>
                  </a:cubicBezTo>
                  <a:cubicBezTo>
                    <a:pt x="124843" y="361088"/>
                    <a:pt x="123641" y="357116"/>
                    <a:pt x="123641" y="355006"/>
                  </a:cubicBezTo>
                  <a:cubicBezTo>
                    <a:pt x="123641" y="352823"/>
                    <a:pt x="120228" y="350420"/>
                    <a:pt x="115723" y="349430"/>
                  </a:cubicBezTo>
                  <a:cubicBezTo>
                    <a:pt x="105375" y="347157"/>
                    <a:pt x="103846" y="342362"/>
                    <a:pt x="110493" y="333027"/>
                  </a:cubicBezTo>
                  <a:cubicBezTo>
                    <a:pt x="113465" y="328853"/>
                    <a:pt x="115897" y="321952"/>
                    <a:pt x="115897" y="317692"/>
                  </a:cubicBezTo>
                  <a:cubicBezTo>
                    <a:pt x="115897" y="310844"/>
                    <a:pt x="117170" y="309543"/>
                    <a:pt x="126868" y="306474"/>
                  </a:cubicBezTo>
                  <a:cubicBezTo>
                    <a:pt x="141640" y="301799"/>
                    <a:pt x="142221" y="293818"/>
                    <a:pt x="128005" y="290864"/>
                  </a:cubicBezTo>
                  <a:cubicBezTo>
                    <a:pt x="113703" y="287893"/>
                    <a:pt x="108950" y="284662"/>
                    <a:pt x="107467" y="276906"/>
                  </a:cubicBezTo>
                  <a:cubicBezTo>
                    <a:pt x="105739" y="267867"/>
                    <a:pt x="117059" y="237363"/>
                    <a:pt x="125531" y="228226"/>
                  </a:cubicBezTo>
                  <a:cubicBezTo>
                    <a:pt x="130828" y="222513"/>
                    <a:pt x="131406" y="220702"/>
                    <a:pt x="128516" y="218872"/>
                  </a:cubicBezTo>
                  <a:cubicBezTo>
                    <a:pt x="126545" y="217624"/>
                    <a:pt x="123637" y="216585"/>
                    <a:pt x="122054" y="216563"/>
                  </a:cubicBezTo>
                  <a:cubicBezTo>
                    <a:pt x="120470" y="216541"/>
                    <a:pt x="116217" y="214197"/>
                    <a:pt x="112602" y="211354"/>
                  </a:cubicBezTo>
                  <a:cubicBezTo>
                    <a:pt x="105961" y="206129"/>
                    <a:pt x="97827" y="206711"/>
                    <a:pt x="97827" y="212411"/>
                  </a:cubicBezTo>
                  <a:cubicBezTo>
                    <a:pt x="97827" y="219059"/>
                    <a:pt x="92291" y="221313"/>
                    <a:pt x="87566" y="216588"/>
                  </a:cubicBezTo>
                  <a:cubicBezTo>
                    <a:pt x="85046" y="214068"/>
                    <a:pt x="81835" y="211570"/>
                    <a:pt x="80430" y="211038"/>
                  </a:cubicBezTo>
                  <a:cubicBezTo>
                    <a:pt x="78870" y="210447"/>
                    <a:pt x="78619" y="205549"/>
                    <a:pt x="79784" y="198453"/>
                  </a:cubicBezTo>
                  <a:cubicBezTo>
                    <a:pt x="80834" y="192064"/>
                    <a:pt x="81838" y="187787"/>
                    <a:pt x="82015" y="188949"/>
                  </a:cubicBezTo>
                  <a:cubicBezTo>
                    <a:pt x="82193" y="190110"/>
                    <a:pt x="85771" y="188616"/>
                    <a:pt x="89966" y="185629"/>
                  </a:cubicBezTo>
                  <a:cubicBezTo>
                    <a:pt x="98750" y="179374"/>
                    <a:pt x="98211" y="175668"/>
                    <a:pt x="87641" y="169636"/>
                  </a:cubicBezTo>
                  <a:cubicBezTo>
                    <a:pt x="82102" y="166474"/>
                    <a:pt x="79900" y="163069"/>
                    <a:pt x="79292" y="156728"/>
                  </a:cubicBezTo>
                  <a:cubicBezTo>
                    <a:pt x="78587" y="149374"/>
                    <a:pt x="77588" y="148238"/>
                    <a:pt x="72462" y="148956"/>
                  </a:cubicBezTo>
                  <a:cubicBezTo>
                    <a:pt x="65224" y="149970"/>
                    <a:pt x="56524" y="158137"/>
                    <a:pt x="56524" y="163920"/>
                  </a:cubicBezTo>
                  <a:cubicBezTo>
                    <a:pt x="56524" y="167347"/>
                    <a:pt x="55821" y="167525"/>
                    <a:pt x="52658" y="164900"/>
                  </a:cubicBezTo>
                  <a:cubicBezTo>
                    <a:pt x="49486" y="162267"/>
                    <a:pt x="47159" y="162936"/>
                    <a:pt x="39697" y="168628"/>
                  </a:cubicBezTo>
                  <a:cubicBezTo>
                    <a:pt x="34695" y="172443"/>
                    <a:pt x="28868" y="178212"/>
                    <a:pt x="26748" y="181448"/>
                  </a:cubicBezTo>
                  <a:cubicBezTo>
                    <a:pt x="24627" y="184684"/>
                    <a:pt x="19972" y="188663"/>
                    <a:pt x="16403" y="190289"/>
                  </a:cubicBezTo>
                  <a:cubicBezTo>
                    <a:pt x="10541" y="192960"/>
                    <a:pt x="9664" y="192592"/>
                    <a:pt x="7343" y="186486"/>
                  </a:cubicBezTo>
                  <a:cubicBezTo>
                    <a:pt x="5309" y="181137"/>
                    <a:pt x="5857" y="177888"/>
                    <a:pt x="9965" y="170925"/>
                  </a:cubicBezTo>
                  <a:lnTo>
                    <a:pt x="15158" y="162124"/>
                  </a:lnTo>
                  <a:lnTo>
                    <a:pt x="9381" y="159801"/>
                  </a:lnTo>
                  <a:cubicBezTo>
                    <a:pt x="5449" y="158219"/>
                    <a:pt x="4946" y="157425"/>
                    <a:pt x="7807" y="157314"/>
                  </a:cubicBezTo>
                  <a:cubicBezTo>
                    <a:pt x="10118" y="157224"/>
                    <a:pt x="13662" y="154662"/>
                    <a:pt x="15681" y="151621"/>
                  </a:cubicBezTo>
                  <a:cubicBezTo>
                    <a:pt x="18731" y="147026"/>
                    <a:pt x="20256" y="146574"/>
                    <a:pt x="24691" y="148948"/>
                  </a:cubicBezTo>
                  <a:cubicBezTo>
                    <a:pt x="31018" y="152334"/>
                    <a:pt x="33291" y="150668"/>
                    <a:pt x="33291" y="142643"/>
                  </a:cubicBezTo>
                  <a:cubicBezTo>
                    <a:pt x="33291" y="139397"/>
                    <a:pt x="34623" y="133817"/>
                    <a:pt x="36252" y="130243"/>
                  </a:cubicBezTo>
                  <a:cubicBezTo>
                    <a:pt x="38533" y="125236"/>
                    <a:pt x="38466" y="122844"/>
                    <a:pt x="35959" y="119824"/>
                  </a:cubicBezTo>
                  <a:cubicBezTo>
                    <a:pt x="34170" y="117668"/>
                    <a:pt x="31676" y="116540"/>
                    <a:pt x="30417" y="117319"/>
                  </a:cubicBezTo>
                  <a:cubicBezTo>
                    <a:pt x="29158" y="118097"/>
                    <a:pt x="28128" y="116844"/>
                    <a:pt x="28128" y="114535"/>
                  </a:cubicBezTo>
                  <a:cubicBezTo>
                    <a:pt x="28128" y="111463"/>
                    <a:pt x="26693" y="110792"/>
                    <a:pt x="22780" y="112034"/>
                  </a:cubicBezTo>
                  <a:cubicBezTo>
                    <a:pt x="15848" y="114234"/>
                    <a:pt x="7575" y="106991"/>
                    <a:pt x="9335" y="100263"/>
                  </a:cubicBezTo>
                  <a:cubicBezTo>
                    <a:pt x="10049" y="97533"/>
                    <a:pt x="8241" y="90709"/>
                    <a:pt x="5316" y="85099"/>
                  </a:cubicBezTo>
                  <a:lnTo>
                    <a:pt x="0" y="74899"/>
                  </a:lnTo>
                  <a:lnTo>
                    <a:pt x="5230" y="68250"/>
                  </a:lnTo>
                  <a:cubicBezTo>
                    <a:pt x="9068" y="63371"/>
                    <a:pt x="10012" y="59562"/>
                    <a:pt x="8777" y="53938"/>
                  </a:cubicBezTo>
                  <a:cubicBezTo>
                    <a:pt x="7655" y="48830"/>
                    <a:pt x="8449" y="44342"/>
                    <a:pt x="11157" y="40474"/>
                  </a:cubicBezTo>
                  <a:cubicBezTo>
                    <a:pt x="13392" y="37284"/>
                    <a:pt x="15221" y="32733"/>
                    <a:pt x="15221" y="30361"/>
                  </a:cubicBezTo>
                  <a:cubicBezTo>
                    <a:pt x="15221" y="27989"/>
                    <a:pt x="16963" y="25380"/>
                    <a:pt x="19093" y="24563"/>
                  </a:cubicBezTo>
                  <a:cubicBezTo>
                    <a:pt x="25297" y="22182"/>
                    <a:pt x="23642" y="18398"/>
                    <a:pt x="13331" y="11391"/>
                  </a:cubicBezTo>
                  <a:cubicBezTo>
                    <a:pt x="3467" y="4689"/>
                    <a:pt x="3713" y="3972"/>
                    <a:pt x="15610" y="4739"/>
                  </a:cubicBezTo>
                  <a:cubicBezTo>
                    <a:pt x="19374" y="4981"/>
                    <a:pt x="23217" y="3943"/>
                    <a:pt x="24152" y="2431"/>
                  </a:cubicBezTo>
                  <a:cubicBezTo>
                    <a:pt x="26872" y="-1970"/>
                    <a:pt x="29405" y="-932"/>
                    <a:pt x="42643" y="10008"/>
                  </a:cubicBezTo>
                  <a:cubicBezTo>
                    <a:pt x="49515" y="15687"/>
                    <a:pt x="56436" y="20333"/>
                    <a:pt x="58021" y="20333"/>
                  </a:cubicBezTo>
                  <a:cubicBezTo>
                    <a:pt x="61009" y="20333"/>
                    <a:pt x="65792" y="30450"/>
                    <a:pt x="76259" y="58909"/>
                  </a:cubicBezTo>
                  <a:cubicBezTo>
                    <a:pt x="79624" y="68058"/>
                    <a:pt x="84645" y="77957"/>
                    <a:pt x="87417" y="80908"/>
                  </a:cubicBezTo>
                  <a:cubicBezTo>
                    <a:pt x="90189" y="83859"/>
                    <a:pt x="95457" y="93799"/>
                    <a:pt x="99122" y="102996"/>
                  </a:cubicBezTo>
                  <a:cubicBezTo>
                    <a:pt x="103054" y="112863"/>
                    <a:pt x="105019" y="116015"/>
                    <a:pt x="103913" y="110684"/>
                  </a:cubicBezTo>
                  <a:cubicBezTo>
                    <a:pt x="102883" y="105715"/>
                    <a:pt x="102185" y="96422"/>
                    <a:pt x="102362" y="90033"/>
                  </a:cubicBezTo>
                  <a:cubicBezTo>
                    <a:pt x="102644" y="79863"/>
                    <a:pt x="101378" y="76968"/>
                    <a:pt x="92203" y="66799"/>
                  </a:cubicBezTo>
                  <a:cubicBezTo>
                    <a:pt x="86438" y="60410"/>
                    <a:pt x="82553" y="57506"/>
                    <a:pt x="83568" y="60346"/>
                  </a:cubicBezTo>
                  <a:cubicBezTo>
                    <a:pt x="84584" y="63185"/>
                    <a:pt x="86055" y="67251"/>
                    <a:pt x="86838" y="69381"/>
                  </a:cubicBezTo>
                  <a:cubicBezTo>
                    <a:pt x="87916" y="72315"/>
                    <a:pt x="87498" y="72550"/>
                    <a:pt x="85111" y="70354"/>
                  </a:cubicBezTo>
                  <a:cubicBezTo>
                    <a:pt x="83379" y="68760"/>
                    <a:pt x="81641" y="63533"/>
                    <a:pt x="81250" y="58738"/>
                  </a:cubicBezTo>
                  <a:cubicBezTo>
                    <a:pt x="80858" y="53943"/>
                    <a:pt x="77457" y="45502"/>
                    <a:pt x="73693" y="39979"/>
                  </a:cubicBezTo>
                  <a:cubicBezTo>
                    <a:pt x="69929" y="34457"/>
                    <a:pt x="66850" y="28707"/>
                    <a:pt x="66850" y="27201"/>
                  </a:cubicBezTo>
                  <a:cubicBezTo>
                    <a:pt x="66850" y="23517"/>
                    <a:pt x="69162" y="26358"/>
                    <a:pt x="80920" y="44489"/>
                  </a:cubicBezTo>
                  <a:cubicBezTo>
                    <a:pt x="86314" y="52805"/>
                    <a:pt x="94522" y="61849"/>
                    <a:pt x="99162" y="64586"/>
                  </a:cubicBezTo>
                  <a:cubicBezTo>
                    <a:pt x="108835" y="70294"/>
                    <a:pt x="111618" y="77524"/>
                    <a:pt x="107565" y="86419"/>
                  </a:cubicBezTo>
                  <a:cubicBezTo>
                    <a:pt x="104001" y="94242"/>
                    <a:pt x="108931" y="124125"/>
                    <a:pt x="116108" y="138203"/>
                  </a:cubicBezTo>
                  <a:cubicBezTo>
                    <a:pt x="118832" y="143545"/>
                    <a:pt x="121060" y="149489"/>
                    <a:pt x="121060" y="151411"/>
                  </a:cubicBezTo>
                  <a:cubicBezTo>
                    <a:pt x="121060" y="153333"/>
                    <a:pt x="127706" y="161509"/>
                    <a:pt x="135828" y="169580"/>
                  </a:cubicBezTo>
                  <a:cubicBezTo>
                    <a:pt x="153391" y="187033"/>
                    <a:pt x="164572" y="201203"/>
                    <a:pt x="173747" y="217637"/>
                  </a:cubicBezTo>
                  <a:cubicBezTo>
                    <a:pt x="177457" y="224283"/>
                    <a:pt x="182994" y="233104"/>
                    <a:pt x="186052" y="237240"/>
                  </a:cubicBezTo>
                  <a:cubicBezTo>
                    <a:pt x="189610" y="242051"/>
                    <a:pt x="192043" y="249958"/>
                    <a:pt x="192809" y="259193"/>
                  </a:cubicBezTo>
                  <a:cubicBezTo>
                    <a:pt x="193864" y="271919"/>
                    <a:pt x="195056" y="274447"/>
                    <a:pt x="202887" y="280570"/>
                  </a:cubicBezTo>
                  <a:cubicBezTo>
                    <a:pt x="207772" y="284389"/>
                    <a:pt x="213418" y="290626"/>
                    <a:pt x="215434" y="294429"/>
                  </a:cubicBezTo>
                  <a:cubicBezTo>
                    <a:pt x="217449" y="298233"/>
                    <a:pt x="221258" y="302031"/>
                    <a:pt x="223898" y="302869"/>
                  </a:cubicBezTo>
                  <a:cubicBezTo>
                    <a:pt x="226538" y="303707"/>
                    <a:pt x="230021" y="307297"/>
                    <a:pt x="231639" y="310848"/>
                  </a:cubicBezTo>
                  <a:cubicBezTo>
                    <a:pt x="233257" y="314399"/>
                    <a:pt x="237499" y="318413"/>
                    <a:pt x="241066" y="319770"/>
                  </a:cubicBezTo>
                  <a:cubicBezTo>
                    <a:pt x="248737" y="322686"/>
                    <a:pt x="249875" y="326030"/>
                    <a:pt x="242388" y="323654"/>
                  </a:cubicBezTo>
                  <a:cubicBezTo>
                    <a:pt x="239427" y="322714"/>
                    <a:pt x="237225" y="323190"/>
                    <a:pt x="237225" y="324770"/>
                  </a:cubicBezTo>
                  <a:cubicBezTo>
                    <a:pt x="237225" y="326286"/>
                    <a:pt x="238387" y="327526"/>
                    <a:pt x="239807" y="327526"/>
                  </a:cubicBezTo>
                  <a:cubicBezTo>
                    <a:pt x="241227" y="327526"/>
                    <a:pt x="242098" y="328965"/>
                    <a:pt x="241743" y="330724"/>
                  </a:cubicBezTo>
                  <a:cubicBezTo>
                    <a:pt x="241323" y="332806"/>
                    <a:pt x="243624" y="333637"/>
                    <a:pt x="248333" y="333103"/>
                  </a:cubicBezTo>
                  <a:cubicBezTo>
                    <a:pt x="252313" y="332652"/>
                    <a:pt x="257439" y="333827"/>
                    <a:pt x="259724" y="335713"/>
                  </a:cubicBezTo>
                  <a:cubicBezTo>
                    <a:pt x="263236" y="338612"/>
                    <a:pt x="263683" y="338543"/>
                    <a:pt x="262612" y="335270"/>
                  </a:cubicBezTo>
                  <a:cubicBezTo>
                    <a:pt x="261915" y="333141"/>
                    <a:pt x="258822" y="331027"/>
                    <a:pt x="255739" y="330573"/>
                  </a:cubicBezTo>
                  <a:cubicBezTo>
                    <a:pt x="252655" y="330119"/>
                    <a:pt x="250133" y="328719"/>
                    <a:pt x="250133" y="327461"/>
                  </a:cubicBezTo>
                  <a:cubicBezTo>
                    <a:pt x="250133" y="326203"/>
                    <a:pt x="254708" y="326788"/>
                    <a:pt x="260301" y="328761"/>
                  </a:cubicBezTo>
                  <a:cubicBezTo>
                    <a:pt x="266891" y="331086"/>
                    <a:pt x="275567" y="331822"/>
                    <a:pt x="284960" y="330853"/>
                  </a:cubicBezTo>
                  <a:cubicBezTo>
                    <a:pt x="298714" y="329433"/>
                    <a:pt x="299892" y="329784"/>
                    <a:pt x="308115" y="337754"/>
                  </a:cubicBezTo>
                  <a:cubicBezTo>
                    <a:pt x="312880" y="342373"/>
                    <a:pt x="320648" y="346943"/>
                    <a:pt x="325378" y="347910"/>
                  </a:cubicBezTo>
                  <a:cubicBezTo>
                    <a:pt x="330622" y="348983"/>
                    <a:pt x="335130" y="351981"/>
                    <a:pt x="336932" y="355594"/>
                  </a:cubicBezTo>
                  <a:cubicBezTo>
                    <a:pt x="338556" y="358853"/>
                    <a:pt x="341091" y="362725"/>
                    <a:pt x="342564" y="364198"/>
                  </a:cubicBezTo>
                  <a:cubicBezTo>
                    <a:pt x="344037" y="365671"/>
                    <a:pt x="344568" y="368768"/>
                    <a:pt x="343743" y="371080"/>
                  </a:cubicBezTo>
                  <a:cubicBezTo>
                    <a:pt x="342917" y="373391"/>
                    <a:pt x="343194" y="374419"/>
                    <a:pt x="344358" y="373363"/>
                  </a:cubicBezTo>
                  <a:cubicBezTo>
                    <a:pt x="345522" y="372307"/>
                    <a:pt x="348182" y="373882"/>
                    <a:pt x="350269" y="376862"/>
                  </a:cubicBezTo>
                  <a:cubicBezTo>
                    <a:pt x="353742" y="381821"/>
                    <a:pt x="355637" y="382132"/>
                    <a:pt x="372627" y="380540"/>
                  </a:cubicBezTo>
                  <a:lnTo>
                    <a:pt x="391189" y="378801"/>
                  </a:lnTo>
                  <a:lnTo>
                    <a:pt x="394232" y="388958"/>
                  </a:lnTo>
                  <a:cubicBezTo>
                    <a:pt x="395906" y="394544"/>
                    <a:pt x="397295" y="401303"/>
                    <a:pt x="397318" y="403978"/>
                  </a:cubicBezTo>
                  <a:cubicBezTo>
                    <a:pt x="397342" y="406653"/>
                    <a:pt x="402699" y="413488"/>
                    <a:pt x="409224" y="419167"/>
                  </a:cubicBezTo>
                  <a:cubicBezTo>
                    <a:pt x="427997" y="435508"/>
                    <a:pt x="431130" y="439291"/>
                    <a:pt x="434929" y="450207"/>
                  </a:cubicBezTo>
                  <a:cubicBezTo>
                    <a:pt x="439665" y="463816"/>
                    <a:pt x="439887" y="463061"/>
                    <a:pt x="429332" y="469288"/>
                  </a:cubicBezTo>
                  <a:cubicBezTo>
                    <a:pt x="420856" y="474289"/>
                    <a:pt x="416443" y="474727"/>
                    <a:pt x="376412" y="474534"/>
                  </a:cubicBezTo>
                  <a:cubicBezTo>
                    <a:pt x="334645" y="474334"/>
                    <a:pt x="332739" y="474101"/>
                    <a:pt x="332739" y="469202"/>
                  </a:cubicBezTo>
                  <a:close/>
                </a:path>
              </a:pathLst>
            </a:custGeom>
            <a:solidFill>
              <a:srgbClr val="B9B9B9"/>
            </a:solidFill>
            <a:ln w="5163" cap="flat">
              <a:noFill/>
              <a:prstDash val="solid"/>
              <a:miter/>
            </a:ln>
          </p:spPr>
          <p:txBody>
            <a:bodyPr/>
            <a:lstStyle/>
            <a:p>
              <a:endParaRPr lang="es-419" noProof="0" dirty="0"/>
            </a:p>
          </p:txBody>
        </p:sp>
        <p:sp>
          <p:nvSpPr>
            <p:cNvPr id="77" name="Forma libre: forma 76">
              <a:extLst>
                <a:ext uri="{FF2B5EF4-FFF2-40B4-BE49-F238E27FC236}">
                  <a16:creationId xmlns:a16="http://schemas.microsoft.com/office/drawing/2014/main" id="{5D5CABD4-9396-EC1A-6395-6EE15FD27381}"/>
                </a:ext>
              </a:extLst>
            </p:cNvPr>
            <p:cNvSpPr/>
            <p:nvPr/>
          </p:nvSpPr>
          <p:spPr>
            <a:xfrm>
              <a:off x="1730874" y="2149721"/>
              <a:ext cx="4491" cy="9472"/>
            </a:xfrm>
            <a:custGeom>
              <a:avLst/>
              <a:gdLst>
                <a:gd name="csX0" fmla="*/ 480 w 4491"/>
                <a:gd name="csY0" fmla="*/ 6821 h 9472"/>
                <a:gd name="csX1" fmla="*/ 1619 w 4491"/>
                <a:gd name="csY1" fmla="*/ 1142 h 9472"/>
                <a:gd name="csX2" fmla="*/ 4491 w 4491"/>
                <a:gd name="csY2" fmla="*/ 3948 h 9472"/>
                <a:gd name="csX3" fmla="*/ 480 w 4491"/>
                <a:gd name="csY3" fmla="*/ 6821 h 9472"/>
              </a:gdLst>
              <a:ahLst/>
              <a:cxnLst>
                <a:cxn ang="0">
                  <a:pos x="csX0" y="csY0"/>
                </a:cxn>
                <a:cxn ang="0">
                  <a:pos x="csX1" y="csY1"/>
                </a:cxn>
                <a:cxn ang="0">
                  <a:pos x="csX2" y="csY2"/>
                </a:cxn>
                <a:cxn ang="0">
                  <a:pos x="csX3" y="csY3"/>
                </a:cxn>
              </a:cxnLst>
              <a:rect l="l" t="t" r="r" b="b"/>
              <a:pathLst>
                <a:path w="4491" h="9472">
                  <a:moveTo>
                    <a:pt x="480" y="6821"/>
                  </a:moveTo>
                  <a:cubicBezTo>
                    <a:pt x="-474" y="5277"/>
                    <a:pt x="39" y="2722"/>
                    <a:pt x="1619" y="1142"/>
                  </a:cubicBezTo>
                  <a:cubicBezTo>
                    <a:pt x="3728" y="-968"/>
                    <a:pt x="4491" y="-222"/>
                    <a:pt x="4491" y="3948"/>
                  </a:cubicBezTo>
                  <a:cubicBezTo>
                    <a:pt x="4491" y="10181"/>
                    <a:pt x="3150" y="11141"/>
                    <a:pt x="480" y="6821"/>
                  </a:cubicBezTo>
                  <a:close/>
                </a:path>
              </a:pathLst>
            </a:custGeom>
            <a:solidFill>
              <a:srgbClr val="00C100"/>
            </a:solidFill>
            <a:ln w="5163" cap="flat">
              <a:noFill/>
              <a:prstDash val="solid"/>
              <a:miter/>
            </a:ln>
          </p:spPr>
          <p:txBody>
            <a:bodyPr/>
            <a:lstStyle/>
            <a:p>
              <a:endParaRPr lang="es-419" noProof="0" dirty="0"/>
            </a:p>
          </p:txBody>
        </p:sp>
      </p:grpSp>
      <p:grpSp>
        <p:nvGrpSpPr>
          <p:cNvPr id="78" name="Gráfico 39">
            <a:extLst>
              <a:ext uri="{FF2B5EF4-FFF2-40B4-BE49-F238E27FC236}">
                <a16:creationId xmlns:a16="http://schemas.microsoft.com/office/drawing/2014/main" id="{113A4D1F-FCB1-28B0-9403-802634E7DEA4}"/>
              </a:ext>
            </a:extLst>
          </p:cNvPr>
          <p:cNvGrpSpPr/>
          <p:nvPr/>
        </p:nvGrpSpPr>
        <p:grpSpPr>
          <a:xfrm>
            <a:off x="2429776" y="2092540"/>
            <a:ext cx="224135" cy="371419"/>
            <a:chOff x="2429776" y="2092540"/>
            <a:chExt cx="224135" cy="371419"/>
          </a:xfrm>
          <a:solidFill>
            <a:srgbClr val="B9B9B9"/>
          </a:solidFill>
        </p:grpSpPr>
        <p:sp>
          <p:nvSpPr>
            <p:cNvPr id="79" name="Forma libre: forma 78">
              <a:extLst>
                <a:ext uri="{FF2B5EF4-FFF2-40B4-BE49-F238E27FC236}">
                  <a16:creationId xmlns:a16="http://schemas.microsoft.com/office/drawing/2014/main" id="{27C173B7-BD47-F582-B1AC-6F2051ED2889}"/>
                </a:ext>
              </a:extLst>
            </p:cNvPr>
            <p:cNvSpPr/>
            <p:nvPr/>
          </p:nvSpPr>
          <p:spPr>
            <a:xfrm>
              <a:off x="2429776" y="2092540"/>
              <a:ext cx="213820" cy="371419"/>
            </a:xfrm>
            <a:custGeom>
              <a:avLst/>
              <a:gdLst>
                <a:gd name="csX0" fmla="*/ 16950 w 213820"/>
                <a:gd name="csY0" fmla="*/ 360449 h 371419"/>
                <a:gd name="csX1" fmla="*/ 11453 w 213820"/>
                <a:gd name="csY1" fmla="*/ 297848 h 371419"/>
                <a:gd name="csX2" fmla="*/ 3696 w 213820"/>
                <a:gd name="csY2" fmla="*/ 222369 h 371419"/>
                <a:gd name="csX3" fmla="*/ 0 w 213820"/>
                <a:gd name="csY3" fmla="*/ 197274 h 371419"/>
                <a:gd name="csX4" fmla="*/ 19120 w 213820"/>
                <a:gd name="csY4" fmla="*/ 182403 h 371419"/>
                <a:gd name="csX5" fmla="*/ 138310 w 213820"/>
                <a:gd name="csY5" fmla="*/ 92657 h 371419"/>
                <a:gd name="csX6" fmla="*/ 152643 w 213820"/>
                <a:gd name="csY6" fmla="*/ 35441 h 371419"/>
                <a:gd name="csX7" fmla="*/ 150658 w 213820"/>
                <a:gd name="csY7" fmla="*/ 20853 h 371419"/>
                <a:gd name="csX8" fmla="*/ 160369 w 213820"/>
                <a:gd name="csY8" fmla="*/ 19300 h 371419"/>
                <a:gd name="csX9" fmla="*/ 171671 w 213820"/>
                <a:gd name="csY9" fmla="*/ 15173 h 371419"/>
                <a:gd name="csX10" fmla="*/ 158173 w 213820"/>
                <a:gd name="csY10" fmla="*/ 10308 h 371419"/>
                <a:gd name="csX11" fmla="*/ 132945 w 213820"/>
                <a:gd name="csY11" fmla="*/ 8975 h 371419"/>
                <a:gd name="csX12" fmla="*/ 120037 w 213820"/>
                <a:gd name="csY12" fmla="*/ 5453 h 371419"/>
                <a:gd name="csX13" fmla="*/ 136817 w 213820"/>
                <a:gd name="csY13" fmla="*/ 5689 h 371419"/>
                <a:gd name="csX14" fmla="*/ 168222 w 213820"/>
                <a:gd name="csY14" fmla="*/ 2321 h 371419"/>
                <a:gd name="csX15" fmla="*/ 193336 w 213820"/>
                <a:gd name="csY15" fmla="*/ 5657 h 371419"/>
                <a:gd name="csX16" fmla="*/ 207546 w 213820"/>
                <a:gd name="csY16" fmla="*/ 12598 h 371419"/>
                <a:gd name="csX17" fmla="*/ 213132 w 213820"/>
                <a:gd name="csY17" fmla="*/ 30004 h 371419"/>
                <a:gd name="csX18" fmla="*/ 187630 w 213820"/>
                <a:gd name="csY18" fmla="*/ 96831 h 371419"/>
                <a:gd name="csX19" fmla="*/ 176562 w 213820"/>
                <a:gd name="csY19" fmla="*/ 115211 h 371419"/>
                <a:gd name="csX20" fmla="*/ 172870 w 213820"/>
                <a:gd name="csY20" fmla="*/ 123601 h 371419"/>
                <a:gd name="csX21" fmla="*/ 166261 w 213820"/>
                <a:gd name="csY21" fmla="*/ 157642 h 371419"/>
                <a:gd name="csX22" fmla="*/ 166219 w 213820"/>
                <a:gd name="csY22" fmla="*/ 169421 h 371419"/>
                <a:gd name="csX23" fmla="*/ 156436 w 213820"/>
                <a:gd name="csY23" fmla="*/ 177166 h 371419"/>
                <a:gd name="csX24" fmla="*/ 152486 w 213820"/>
                <a:gd name="csY24" fmla="*/ 184910 h 371419"/>
                <a:gd name="csX25" fmla="*/ 149724 w 213820"/>
                <a:gd name="csY25" fmla="*/ 180392 h 371419"/>
                <a:gd name="csX26" fmla="*/ 150673 w 213820"/>
                <a:gd name="csY26" fmla="*/ 190434 h 371419"/>
                <a:gd name="csX27" fmla="*/ 157540 w 213820"/>
                <a:gd name="csY27" fmla="*/ 189342 h 371419"/>
                <a:gd name="csX28" fmla="*/ 164336 w 213820"/>
                <a:gd name="csY28" fmla="*/ 186648 h 371419"/>
                <a:gd name="csX29" fmla="*/ 167794 w 213820"/>
                <a:gd name="csY29" fmla="*/ 183969 h 371419"/>
                <a:gd name="csX30" fmla="*/ 171021 w 213820"/>
                <a:gd name="csY30" fmla="*/ 181048 h 371419"/>
                <a:gd name="csX31" fmla="*/ 159467 w 213820"/>
                <a:gd name="csY31" fmla="*/ 208029 h 371419"/>
                <a:gd name="csX32" fmla="*/ 153370 w 213820"/>
                <a:gd name="csY32" fmla="*/ 220699 h 371419"/>
                <a:gd name="csX33" fmla="*/ 158583 w 213820"/>
                <a:gd name="csY33" fmla="*/ 221050 h 371419"/>
                <a:gd name="csX34" fmla="*/ 167434 w 213820"/>
                <a:gd name="csY34" fmla="*/ 216533 h 371419"/>
                <a:gd name="csX35" fmla="*/ 167794 w 213820"/>
                <a:gd name="csY35" fmla="*/ 224277 h 371419"/>
                <a:gd name="csX36" fmla="*/ 162477 w 213820"/>
                <a:gd name="csY36" fmla="*/ 240411 h 371419"/>
                <a:gd name="csX37" fmla="*/ 159980 w 213820"/>
                <a:gd name="csY37" fmla="*/ 264290 h 371419"/>
                <a:gd name="csX38" fmla="*/ 154702 w 213820"/>
                <a:gd name="csY38" fmla="*/ 297848 h 371419"/>
                <a:gd name="csX39" fmla="*/ 147143 w 213820"/>
                <a:gd name="csY39" fmla="*/ 319016 h 371419"/>
                <a:gd name="csX40" fmla="*/ 144561 w 213820"/>
                <a:gd name="csY40" fmla="*/ 314628 h 371419"/>
                <a:gd name="csX41" fmla="*/ 142397 w 213820"/>
                <a:gd name="csY41" fmla="*/ 312692 h 371419"/>
                <a:gd name="csX42" fmla="*/ 133654 w 213820"/>
                <a:gd name="csY42" fmla="*/ 296518 h 371419"/>
                <a:gd name="csX43" fmla="*/ 127870 w 213820"/>
                <a:gd name="csY43" fmla="*/ 279915 h 371419"/>
                <a:gd name="csX44" fmla="*/ 129246 w 213820"/>
                <a:gd name="csY44" fmla="*/ 255255 h 371419"/>
                <a:gd name="csX45" fmla="*/ 125242 w 213820"/>
                <a:gd name="csY45" fmla="*/ 260285 h 371419"/>
                <a:gd name="csX46" fmla="*/ 118479 w 213820"/>
                <a:gd name="csY46" fmla="*/ 266956 h 371419"/>
                <a:gd name="csX47" fmla="*/ 115990 w 213820"/>
                <a:gd name="csY47" fmla="*/ 271823 h 371419"/>
                <a:gd name="csX48" fmla="*/ 103625 w 213820"/>
                <a:gd name="csY48" fmla="*/ 299151 h 371419"/>
                <a:gd name="csX49" fmla="*/ 93086 w 213820"/>
                <a:gd name="csY49" fmla="*/ 304140 h 371419"/>
                <a:gd name="csX50" fmla="*/ 86910 w 213820"/>
                <a:gd name="csY50" fmla="*/ 313522 h 371419"/>
                <a:gd name="csX51" fmla="*/ 79326 w 213820"/>
                <a:gd name="csY51" fmla="*/ 328399 h 371419"/>
                <a:gd name="csX52" fmla="*/ 69895 w 213820"/>
                <a:gd name="csY52" fmla="*/ 347747 h 371419"/>
                <a:gd name="csX53" fmla="*/ 51629 w 213820"/>
                <a:gd name="csY53" fmla="*/ 357222 h 371419"/>
                <a:gd name="csX54" fmla="*/ 36622 w 213820"/>
                <a:gd name="csY54" fmla="*/ 363051 h 371419"/>
                <a:gd name="csX55" fmla="*/ 27100 w 213820"/>
                <a:gd name="csY55" fmla="*/ 371420 h 371419"/>
                <a:gd name="csX56" fmla="*/ 16950 w 213820"/>
                <a:gd name="csY56" fmla="*/ 360449 h 3714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Lst>
              <a:rect l="l" t="t" r="r" b="b"/>
              <a:pathLst>
                <a:path w="213820" h="371419">
                  <a:moveTo>
                    <a:pt x="16950" y="360449"/>
                  </a:moveTo>
                  <a:cubicBezTo>
                    <a:pt x="16160" y="354414"/>
                    <a:pt x="13687" y="326244"/>
                    <a:pt x="11453" y="297848"/>
                  </a:cubicBezTo>
                  <a:cubicBezTo>
                    <a:pt x="9219" y="269452"/>
                    <a:pt x="5728" y="235487"/>
                    <a:pt x="3696" y="222369"/>
                  </a:cubicBezTo>
                  <a:cubicBezTo>
                    <a:pt x="1663" y="209251"/>
                    <a:pt x="0" y="197958"/>
                    <a:pt x="0" y="197274"/>
                  </a:cubicBezTo>
                  <a:cubicBezTo>
                    <a:pt x="0" y="196590"/>
                    <a:pt x="8604" y="189898"/>
                    <a:pt x="19120" y="182403"/>
                  </a:cubicBezTo>
                  <a:cubicBezTo>
                    <a:pt x="45138" y="163860"/>
                    <a:pt x="131668" y="98706"/>
                    <a:pt x="138310" y="92657"/>
                  </a:cubicBezTo>
                  <a:cubicBezTo>
                    <a:pt x="147047" y="84700"/>
                    <a:pt x="155017" y="52884"/>
                    <a:pt x="152643" y="35441"/>
                  </a:cubicBezTo>
                  <a:lnTo>
                    <a:pt x="150658" y="20853"/>
                  </a:lnTo>
                  <a:lnTo>
                    <a:pt x="160369" y="19300"/>
                  </a:lnTo>
                  <a:cubicBezTo>
                    <a:pt x="165710" y="18446"/>
                    <a:pt x="170796" y="16589"/>
                    <a:pt x="171671" y="15173"/>
                  </a:cubicBezTo>
                  <a:cubicBezTo>
                    <a:pt x="174939" y="9885"/>
                    <a:pt x="170188" y="8173"/>
                    <a:pt x="158173" y="10308"/>
                  </a:cubicBezTo>
                  <a:cubicBezTo>
                    <a:pt x="149606" y="11830"/>
                    <a:pt x="141919" y="11424"/>
                    <a:pt x="132945" y="8975"/>
                  </a:cubicBezTo>
                  <a:lnTo>
                    <a:pt x="120037" y="5453"/>
                  </a:lnTo>
                  <a:lnTo>
                    <a:pt x="136817" y="5689"/>
                  </a:lnTo>
                  <a:cubicBezTo>
                    <a:pt x="146045" y="5819"/>
                    <a:pt x="160178" y="4304"/>
                    <a:pt x="168222" y="2321"/>
                  </a:cubicBezTo>
                  <a:cubicBezTo>
                    <a:pt x="182583" y="-1218"/>
                    <a:pt x="183037" y="-1158"/>
                    <a:pt x="193336" y="5657"/>
                  </a:cubicBezTo>
                  <a:cubicBezTo>
                    <a:pt x="199104" y="9475"/>
                    <a:pt x="205499" y="12598"/>
                    <a:pt x="207546" y="12598"/>
                  </a:cubicBezTo>
                  <a:cubicBezTo>
                    <a:pt x="210236" y="12598"/>
                    <a:pt x="211785" y="17427"/>
                    <a:pt x="213132" y="30004"/>
                  </a:cubicBezTo>
                  <a:cubicBezTo>
                    <a:pt x="216062" y="57367"/>
                    <a:pt x="210014" y="73217"/>
                    <a:pt x="187630" y="96831"/>
                  </a:cubicBezTo>
                  <a:cubicBezTo>
                    <a:pt x="182422" y="102326"/>
                    <a:pt x="177441" y="110596"/>
                    <a:pt x="176562" y="115211"/>
                  </a:cubicBezTo>
                  <a:cubicBezTo>
                    <a:pt x="175683" y="119825"/>
                    <a:pt x="174022" y="123601"/>
                    <a:pt x="172870" y="123601"/>
                  </a:cubicBezTo>
                  <a:cubicBezTo>
                    <a:pt x="168512" y="123601"/>
                    <a:pt x="164964" y="141879"/>
                    <a:pt x="166261" y="157642"/>
                  </a:cubicBezTo>
                  <a:cubicBezTo>
                    <a:pt x="166999" y="166605"/>
                    <a:pt x="166980" y="171906"/>
                    <a:pt x="166219" y="169421"/>
                  </a:cubicBezTo>
                  <a:cubicBezTo>
                    <a:pt x="163842" y="161666"/>
                    <a:pt x="160352" y="164428"/>
                    <a:pt x="156436" y="177166"/>
                  </a:cubicBezTo>
                  <a:cubicBezTo>
                    <a:pt x="154362" y="183910"/>
                    <a:pt x="152584" y="187395"/>
                    <a:pt x="152486" y="184910"/>
                  </a:cubicBezTo>
                  <a:cubicBezTo>
                    <a:pt x="152387" y="182425"/>
                    <a:pt x="151144" y="180392"/>
                    <a:pt x="149724" y="180392"/>
                  </a:cubicBezTo>
                  <a:cubicBezTo>
                    <a:pt x="145947" y="180392"/>
                    <a:pt x="146574" y="187032"/>
                    <a:pt x="150673" y="190434"/>
                  </a:cubicBezTo>
                  <a:cubicBezTo>
                    <a:pt x="153362" y="192666"/>
                    <a:pt x="154997" y="192406"/>
                    <a:pt x="157540" y="189342"/>
                  </a:cubicBezTo>
                  <a:cubicBezTo>
                    <a:pt x="159375" y="187130"/>
                    <a:pt x="162434" y="185918"/>
                    <a:pt x="164336" y="186648"/>
                  </a:cubicBezTo>
                  <a:cubicBezTo>
                    <a:pt x="166311" y="187405"/>
                    <a:pt x="167794" y="186256"/>
                    <a:pt x="167794" y="183969"/>
                  </a:cubicBezTo>
                  <a:cubicBezTo>
                    <a:pt x="167794" y="181765"/>
                    <a:pt x="169246" y="180451"/>
                    <a:pt x="171021" y="181048"/>
                  </a:cubicBezTo>
                  <a:cubicBezTo>
                    <a:pt x="178588" y="183594"/>
                    <a:pt x="167396" y="209728"/>
                    <a:pt x="159467" y="208029"/>
                  </a:cubicBezTo>
                  <a:cubicBezTo>
                    <a:pt x="155365" y="207150"/>
                    <a:pt x="151352" y="215489"/>
                    <a:pt x="153370" y="220699"/>
                  </a:cubicBezTo>
                  <a:cubicBezTo>
                    <a:pt x="155154" y="225305"/>
                    <a:pt x="155436" y="225324"/>
                    <a:pt x="158583" y="221050"/>
                  </a:cubicBezTo>
                  <a:cubicBezTo>
                    <a:pt x="160413" y="218566"/>
                    <a:pt x="164395" y="216533"/>
                    <a:pt x="167434" y="216533"/>
                  </a:cubicBezTo>
                  <a:cubicBezTo>
                    <a:pt x="174275" y="216533"/>
                    <a:pt x="174331" y="217740"/>
                    <a:pt x="167794" y="224277"/>
                  </a:cubicBezTo>
                  <a:cubicBezTo>
                    <a:pt x="164323" y="227748"/>
                    <a:pt x="162581" y="233035"/>
                    <a:pt x="162477" y="240411"/>
                  </a:cubicBezTo>
                  <a:cubicBezTo>
                    <a:pt x="162393" y="246445"/>
                    <a:pt x="161269" y="257191"/>
                    <a:pt x="159980" y="264290"/>
                  </a:cubicBezTo>
                  <a:cubicBezTo>
                    <a:pt x="158691" y="271389"/>
                    <a:pt x="156316" y="286490"/>
                    <a:pt x="154702" y="297848"/>
                  </a:cubicBezTo>
                  <a:cubicBezTo>
                    <a:pt x="152051" y="316511"/>
                    <a:pt x="147143" y="330254"/>
                    <a:pt x="147143" y="319016"/>
                  </a:cubicBezTo>
                  <a:cubicBezTo>
                    <a:pt x="147143" y="316603"/>
                    <a:pt x="145981" y="314628"/>
                    <a:pt x="144561" y="314628"/>
                  </a:cubicBezTo>
                  <a:cubicBezTo>
                    <a:pt x="143141" y="314628"/>
                    <a:pt x="142167" y="313757"/>
                    <a:pt x="142397" y="312692"/>
                  </a:cubicBezTo>
                  <a:cubicBezTo>
                    <a:pt x="143282" y="308582"/>
                    <a:pt x="136781" y="296556"/>
                    <a:pt x="133654" y="296518"/>
                  </a:cubicBezTo>
                  <a:cubicBezTo>
                    <a:pt x="125264" y="296417"/>
                    <a:pt x="123998" y="292782"/>
                    <a:pt x="127870" y="279915"/>
                  </a:cubicBezTo>
                  <a:cubicBezTo>
                    <a:pt x="132191" y="265558"/>
                    <a:pt x="132766" y="255255"/>
                    <a:pt x="129246" y="255255"/>
                  </a:cubicBezTo>
                  <a:cubicBezTo>
                    <a:pt x="127923" y="255255"/>
                    <a:pt x="126121" y="257518"/>
                    <a:pt x="125242" y="260285"/>
                  </a:cubicBezTo>
                  <a:cubicBezTo>
                    <a:pt x="124364" y="263052"/>
                    <a:pt x="121321" y="266054"/>
                    <a:pt x="118479" y="266956"/>
                  </a:cubicBezTo>
                  <a:cubicBezTo>
                    <a:pt x="114695" y="268157"/>
                    <a:pt x="114029" y="269460"/>
                    <a:pt x="115990" y="271823"/>
                  </a:cubicBezTo>
                  <a:cubicBezTo>
                    <a:pt x="120178" y="276868"/>
                    <a:pt x="111817" y="295346"/>
                    <a:pt x="103625" y="299151"/>
                  </a:cubicBezTo>
                  <a:cubicBezTo>
                    <a:pt x="99874" y="300894"/>
                    <a:pt x="95131" y="303139"/>
                    <a:pt x="93086" y="304140"/>
                  </a:cubicBezTo>
                  <a:cubicBezTo>
                    <a:pt x="91041" y="305142"/>
                    <a:pt x="88261" y="309364"/>
                    <a:pt x="86910" y="313522"/>
                  </a:cubicBezTo>
                  <a:cubicBezTo>
                    <a:pt x="85558" y="317680"/>
                    <a:pt x="82145" y="324374"/>
                    <a:pt x="79326" y="328399"/>
                  </a:cubicBezTo>
                  <a:cubicBezTo>
                    <a:pt x="76507" y="332423"/>
                    <a:pt x="72263" y="341130"/>
                    <a:pt x="69895" y="347747"/>
                  </a:cubicBezTo>
                  <a:cubicBezTo>
                    <a:pt x="65145" y="361024"/>
                    <a:pt x="59224" y="364095"/>
                    <a:pt x="51629" y="357222"/>
                  </a:cubicBezTo>
                  <a:cubicBezTo>
                    <a:pt x="44314" y="350602"/>
                    <a:pt x="37572" y="353221"/>
                    <a:pt x="36622" y="363051"/>
                  </a:cubicBezTo>
                  <a:cubicBezTo>
                    <a:pt x="35885" y="370676"/>
                    <a:pt x="35039" y="371420"/>
                    <a:pt x="27100" y="371420"/>
                  </a:cubicBezTo>
                  <a:cubicBezTo>
                    <a:pt x="18795" y="371420"/>
                    <a:pt x="18319" y="370905"/>
                    <a:pt x="16950" y="360449"/>
                  </a:cubicBezTo>
                  <a:close/>
                </a:path>
              </a:pathLst>
            </a:custGeom>
            <a:solidFill>
              <a:srgbClr val="B9B9B9"/>
            </a:solidFill>
            <a:ln w="5163" cap="flat">
              <a:noFill/>
              <a:prstDash val="solid"/>
              <a:miter/>
            </a:ln>
          </p:spPr>
          <p:txBody>
            <a:bodyPr/>
            <a:lstStyle/>
            <a:p>
              <a:endParaRPr lang="es-419" noProof="0" dirty="0"/>
            </a:p>
          </p:txBody>
        </p:sp>
        <p:sp>
          <p:nvSpPr>
            <p:cNvPr id="80" name="Forma libre: forma 79">
              <a:extLst>
                <a:ext uri="{FF2B5EF4-FFF2-40B4-BE49-F238E27FC236}">
                  <a16:creationId xmlns:a16="http://schemas.microsoft.com/office/drawing/2014/main" id="{7DD61F6D-E7A8-4282-0265-BC0FD4D98805}"/>
                </a:ext>
              </a:extLst>
            </p:cNvPr>
            <p:cNvSpPr/>
            <p:nvPr/>
          </p:nvSpPr>
          <p:spPr>
            <a:xfrm>
              <a:off x="2598432" y="2301328"/>
              <a:ext cx="4301" cy="5162"/>
            </a:xfrm>
            <a:custGeom>
              <a:avLst/>
              <a:gdLst>
                <a:gd name="csX0" fmla="*/ 429 w 4301"/>
                <a:gd name="csY0" fmla="*/ 2581 h 5162"/>
                <a:gd name="csX1" fmla="*/ 1567 w 4301"/>
                <a:gd name="csY1" fmla="*/ 0 h 5162"/>
                <a:gd name="csX2" fmla="*/ 4301 w 4301"/>
                <a:gd name="csY2" fmla="*/ 2581 h 5162"/>
                <a:gd name="csX3" fmla="*/ 3163 w 4301"/>
                <a:gd name="csY3" fmla="*/ 5163 h 5162"/>
                <a:gd name="csX4" fmla="*/ 429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429" y="2581"/>
                  </a:moveTo>
                  <a:cubicBezTo>
                    <a:pt x="-448" y="1162"/>
                    <a:pt x="64" y="0"/>
                    <a:pt x="1567" y="0"/>
                  </a:cubicBezTo>
                  <a:cubicBezTo>
                    <a:pt x="3071" y="0"/>
                    <a:pt x="4301" y="1162"/>
                    <a:pt x="4301" y="2581"/>
                  </a:cubicBezTo>
                  <a:cubicBezTo>
                    <a:pt x="4301" y="4001"/>
                    <a:pt x="3789" y="5163"/>
                    <a:pt x="3163" y="5163"/>
                  </a:cubicBezTo>
                  <a:cubicBezTo>
                    <a:pt x="2537" y="5163"/>
                    <a:pt x="1307" y="4001"/>
                    <a:pt x="429" y="2581"/>
                  </a:cubicBezTo>
                  <a:close/>
                </a:path>
              </a:pathLst>
            </a:custGeom>
            <a:solidFill>
              <a:srgbClr val="B9B9B9"/>
            </a:solidFill>
            <a:ln w="5163" cap="flat">
              <a:noFill/>
              <a:prstDash val="solid"/>
              <a:miter/>
            </a:ln>
          </p:spPr>
          <p:txBody>
            <a:bodyPr/>
            <a:lstStyle/>
            <a:p>
              <a:endParaRPr lang="es-419" noProof="0" dirty="0"/>
            </a:p>
          </p:txBody>
        </p:sp>
        <p:sp>
          <p:nvSpPr>
            <p:cNvPr id="81" name="Forma libre: forma 80">
              <a:extLst>
                <a:ext uri="{FF2B5EF4-FFF2-40B4-BE49-F238E27FC236}">
                  <a16:creationId xmlns:a16="http://schemas.microsoft.com/office/drawing/2014/main" id="{A123BF7C-E4EE-7CD7-FC55-49B4C19319B8}"/>
                </a:ext>
              </a:extLst>
            </p:cNvPr>
            <p:cNvSpPr/>
            <p:nvPr/>
          </p:nvSpPr>
          <p:spPr>
            <a:xfrm>
              <a:off x="2631714" y="2178527"/>
              <a:ext cx="22197" cy="31992"/>
            </a:xfrm>
            <a:custGeom>
              <a:avLst/>
              <a:gdLst>
                <a:gd name="csX0" fmla="*/ 471 w 22197"/>
                <a:gd name="csY0" fmla="*/ 28899 h 31992"/>
                <a:gd name="csX1" fmla="*/ 9355 w 22197"/>
                <a:gd name="csY1" fmla="*/ 4976 h 31992"/>
                <a:gd name="csX2" fmla="*/ 18130 w 22197"/>
                <a:gd name="csY2" fmla="*/ 1262 h 31992"/>
                <a:gd name="csX3" fmla="*/ 15361 w 22197"/>
                <a:gd name="csY3" fmla="*/ 16772 h 31992"/>
                <a:gd name="csX4" fmla="*/ 471 w 22197"/>
                <a:gd name="csY4" fmla="*/ 28899 h 31992"/>
              </a:gdLst>
              <a:ahLst/>
              <a:cxnLst>
                <a:cxn ang="0">
                  <a:pos x="csX0" y="csY0"/>
                </a:cxn>
                <a:cxn ang="0">
                  <a:pos x="csX1" y="csY1"/>
                </a:cxn>
                <a:cxn ang="0">
                  <a:pos x="csX2" y="csY2"/>
                </a:cxn>
                <a:cxn ang="0">
                  <a:pos x="csX3" y="csY3"/>
                </a:cxn>
                <a:cxn ang="0">
                  <a:pos x="csX4" y="csY4"/>
                </a:cxn>
              </a:cxnLst>
              <a:rect l="l" t="t" r="r" b="b"/>
              <a:pathLst>
                <a:path w="22197" h="31992">
                  <a:moveTo>
                    <a:pt x="471" y="28899"/>
                  </a:moveTo>
                  <a:cubicBezTo>
                    <a:pt x="-1762" y="23078"/>
                    <a:pt x="4399" y="6487"/>
                    <a:pt x="9355" y="4976"/>
                  </a:cubicBezTo>
                  <a:cubicBezTo>
                    <a:pt x="11697" y="4262"/>
                    <a:pt x="15646" y="2591"/>
                    <a:pt x="18130" y="1262"/>
                  </a:cubicBezTo>
                  <a:cubicBezTo>
                    <a:pt x="24115" y="-1937"/>
                    <a:pt x="23741" y="160"/>
                    <a:pt x="15361" y="16772"/>
                  </a:cubicBezTo>
                  <a:cubicBezTo>
                    <a:pt x="7920" y="31524"/>
                    <a:pt x="3013" y="35521"/>
                    <a:pt x="471" y="28899"/>
                  </a:cubicBezTo>
                  <a:close/>
                </a:path>
              </a:pathLst>
            </a:custGeom>
            <a:solidFill>
              <a:srgbClr val="B9B9B9"/>
            </a:solidFill>
            <a:ln w="5163" cap="flat">
              <a:noFill/>
              <a:prstDash val="solid"/>
              <a:miter/>
            </a:ln>
          </p:spPr>
          <p:txBody>
            <a:bodyPr/>
            <a:lstStyle/>
            <a:p>
              <a:endParaRPr lang="es-419" noProof="0" dirty="0"/>
            </a:p>
          </p:txBody>
        </p:sp>
        <p:sp>
          <p:nvSpPr>
            <p:cNvPr id="82" name="Forma libre: forma 81">
              <a:extLst>
                <a:ext uri="{FF2B5EF4-FFF2-40B4-BE49-F238E27FC236}">
                  <a16:creationId xmlns:a16="http://schemas.microsoft.com/office/drawing/2014/main" id="{6789B330-FF01-8518-EE28-A6F3D9A7CE22}"/>
                </a:ext>
              </a:extLst>
            </p:cNvPr>
            <p:cNvSpPr/>
            <p:nvPr/>
          </p:nvSpPr>
          <p:spPr>
            <a:xfrm>
              <a:off x="2646618" y="2128371"/>
              <a:ext cx="5162" cy="6756"/>
            </a:xfrm>
            <a:custGeom>
              <a:avLst/>
              <a:gdLst>
                <a:gd name="csX0" fmla="*/ 0 w 5162"/>
                <a:gd name="csY0" fmla="*/ 4025 h 6756"/>
                <a:gd name="csX1" fmla="*/ 2581 w 5162"/>
                <a:gd name="csY1" fmla="*/ 0 h 6756"/>
                <a:gd name="csX2" fmla="*/ 5163 w 5162"/>
                <a:gd name="csY2" fmla="*/ 2429 h 6756"/>
                <a:gd name="csX3" fmla="*/ 2581 w 5162"/>
                <a:gd name="csY3" fmla="*/ 6454 h 6756"/>
                <a:gd name="csX4" fmla="*/ 0 w 5162"/>
                <a:gd name="csY4" fmla="*/ 4025 h 6756"/>
              </a:gdLst>
              <a:ahLst/>
              <a:cxnLst>
                <a:cxn ang="0">
                  <a:pos x="csX0" y="csY0"/>
                </a:cxn>
                <a:cxn ang="0">
                  <a:pos x="csX1" y="csY1"/>
                </a:cxn>
                <a:cxn ang="0">
                  <a:pos x="csX2" y="csY2"/>
                </a:cxn>
                <a:cxn ang="0">
                  <a:pos x="csX3" y="csY3"/>
                </a:cxn>
                <a:cxn ang="0">
                  <a:pos x="csX4" y="csY4"/>
                </a:cxn>
              </a:cxnLst>
              <a:rect l="l" t="t" r="r" b="b"/>
              <a:pathLst>
                <a:path w="5162" h="6756">
                  <a:moveTo>
                    <a:pt x="0" y="4025"/>
                  </a:moveTo>
                  <a:cubicBezTo>
                    <a:pt x="0" y="1811"/>
                    <a:pt x="1162" y="0"/>
                    <a:pt x="2581" y="0"/>
                  </a:cubicBezTo>
                  <a:cubicBezTo>
                    <a:pt x="4001" y="0"/>
                    <a:pt x="5163" y="1093"/>
                    <a:pt x="5163" y="2429"/>
                  </a:cubicBezTo>
                  <a:cubicBezTo>
                    <a:pt x="5163" y="3765"/>
                    <a:pt x="4001" y="5576"/>
                    <a:pt x="2581" y="6454"/>
                  </a:cubicBezTo>
                  <a:cubicBezTo>
                    <a:pt x="1162" y="7331"/>
                    <a:pt x="0" y="6238"/>
                    <a:pt x="0" y="4025"/>
                  </a:cubicBezTo>
                  <a:close/>
                </a:path>
              </a:pathLst>
            </a:custGeom>
            <a:solidFill>
              <a:srgbClr val="B9B9B9"/>
            </a:solidFill>
            <a:ln w="5163" cap="flat">
              <a:noFill/>
              <a:prstDash val="solid"/>
              <a:miter/>
            </a:ln>
          </p:spPr>
          <p:txBody>
            <a:bodyPr/>
            <a:lstStyle/>
            <a:p>
              <a:endParaRPr lang="es-419" noProof="0" dirty="0"/>
            </a:p>
          </p:txBody>
        </p:sp>
        <p:sp>
          <p:nvSpPr>
            <p:cNvPr id="83" name="Forma libre: forma 82">
              <a:extLst>
                <a:ext uri="{FF2B5EF4-FFF2-40B4-BE49-F238E27FC236}">
                  <a16:creationId xmlns:a16="http://schemas.microsoft.com/office/drawing/2014/main" id="{13B2E7C2-357E-ACC3-A3F2-5D01E4A7EA97}"/>
                </a:ext>
              </a:extLst>
            </p:cNvPr>
            <p:cNvSpPr/>
            <p:nvPr/>
          </p:nvSpPr>
          <p:spPr>
            <a:xfrm>
              <a:off x="2646618" y="2110301"/>
              <a:ext cx="4301" cy="5162"/>
            </a:xfrm>
            <a:custGeom>
              <a:avLst/>
              <a:gdLst>
                <a:gd name="csX0" fmla="*/ 0 w 4301"/>
                <a:gd name="csY0" fmla="*/ 2581 h 5162"/>
                <a:gd name="csX1" fmla="*/ 1138 w 4301"/>
                <a:gd name="csY1" fmla="*/ 0 h 5162"/>
                <a:gd name="csX2" fmla="*/ 3872 w 4301"/>
                <a:gd name="csY2" fmla="*/ 2581 h 5162"/>
                <a:gd name="csX3" fmla="*/ 2734 w 4301"/>
                <a:gd name="csY3" fmla="*/ 5163 h 5162"/>
                <a:gd name="csX4" fmla="*/ 0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0" y="2581"/>
                  </a:moveTo>
                  <a:cubicBezTo>
                    <a:pt x="0" y="1162"/>
                    <a:pt x="512" y="0"/>
                    <a:pt x="1138" y="0"/>
                  </a:cubicBezTo>
                  <a:cubicBezTo>
                    <a:pt x="1765" y="0"/>
                    <a:pt x="2995" y="1162"/>
                    <a:pt x="3872" y="2581"/>
                  </a:cubicBezTo>
                  <a:cubicBezTo>
                    <a:pt x="4750" y="4001"/>
                    <a:pt x="4237" y="5163"/>
                    <a:pt x="2734" y="5163"/>
                  </a:cubicBezTo>
                  <a:cubicBezTo>
                    <a:pt x="1230" y="5163"/>
                    <a:pt x="0" y="4001"/>
                    <a:pt x="0" y="2581"/>
                  </a:cubicBezTo>
                  <a:close/>
                </a:path>
              </a:pathLst>
            </a:custGeom>
            <a:solidFill>
              <a:srgbClr val="B9B9B9"/>
            </a:solidFill>
            <a:ln w="5163" cap="flat">
              <a:noFill/>
              <a:prstDash val="solid"/>
              <a:miter/>
            </a:ln>
          </p:spPr>
          <p:txBody>
            <a:bodyPr/>
            <a:lstStyle/>
            <a:p>
              <a:endParaRPr lang="es-419" noProof="0" dirty="0"/>
            </a:p>
          </p:txBody>
        </p:sp>
      </p:grpSp>
      <p:grpSp>
        <p:nvGrpSpPr>
          <p:cNvPr id="84" name="Gráfico 39">
            <a:extLst>
              <a:ext uri="{FF2B5EF4-FFF2-40B4-BE49-F238E27FC236}">
                <a16:creationId xmlns:a16="http://schemas.microsoft.com/office/drawing/2014/main" id="{EA631A5B-1F71-2CEA-12DE-346E22FE357A}"/>
              </a:ext>
            </a:extLst>
          </p:cNvPr>
          <p:cNvGrpSpPr/>
          <p:nvPr/>
        </p:nvGrpSpPr>
        <p:grpSpPr>
          <a:xfrm>
            <a:off x="924790" y="1999612"/>
            <a:ext cx="235561" cy="223008"/>
            <a:chOff x="924790" y="1999612"/>
            <a:chExt cx="235561" cy="223008"/>
          </a:xfrm>
          <a:solidFill>
            <a:srgbClr val="B9B9B9"/>
          </a:solidFill>
        </p:grpSpPr>
        <p:sp>
          <p:nvSpPr>
            <p:cNvPr id="85" name="Forma libre: forma 84">
              <a:extLst>
                <a:ext uri="{FF2B5EF4-FFF2-40B4-BE49-F238E27FC236}">
                  <a16:creationId xmlns:a16="http://schemas.microsoft.com/office/drawing/2014/main" id="{42E37001-BE53-F548-3F73-A832703C1E95}"/>
                </a:ext>
              </a:extLst>
            </p:cNvPr>
            <p:cNvSpPr/>
            <p:nvPr/>
          </p:nvSpPr>
          <p:spPr>
            <a:xfrm>
              <a:off x="1018216" y="1999612"/>
              <a:ext cx="142135" cy="223008"/>
            </a:xfrm>
            <a:custGeom>
              <a:avLst/>
              <a:gdLst>
                <a:gd name="csX0" fmla="*/ 33142 w 142135"/>
                <a:gd name="csY0" fmla="*/ 222624 h 223008"/>
                <a:gd name="csX1" fmla="*/ 24030 w 142135"/>
                <a:gd name="csY1" fmla="*/ 217989 h 223008"/>
                <a:gd name="csX2" fmla="*/ 15077 w 142135"/>
                <a:gd name="csY2" fmla="*/ 214475 h 223008"/>
                <a:gd name="csX3" fmla="*/ 28065 w 142135"/>
                <a:gd name="csY3" fmla="*/ 199749 h 223008"/>
                <a:gd name="csX4" fmla="*/ 39623 w 142135"/>
                <a:gd name="csY4" fmla="*/ 181324 h 223008"/>
                <a:gd name="csX5" fmla="*/ 40552 w 142135"/>
                <a:gd name="csY5" fmla="*/ 163618 h 223008"/>
                <a:gd name="csX6" fmla="*/ 38270 w 142135"/>
                <a:gd name="csY6" fmla="*/ 146871 h 223008"/>
                <a:gd name="csX7" fmla="*/ 31342 w 142135"/>
                <a:gd name="csY7" fmla="*/ 141344 h 223008"/>
                <a:gd name="csX8" fmla="*/ 23064 w 142135"/>
                <a:gd name="csY8" fmla="*/ 130695 h 223008"/>
                <a:gd name="csX9" fmla="*/ 21238 w 142135"/>
                <a:gd name="csY9" fmla="*/ 121015 h 223008"/>
                <a:gd name="csX10" fmla="*/ 21448 w 142135"/>
                <a:gd name="csY10" fmla="*/ 110689 h 223008"/>
                <a:gd name="csX11" fmla="*/ 17417 w 142135"/>
                <a:gd name="csY11" fmla="*/ 113600 h 223008"/>
                <a:gd name="csX12" fmla="*/ 6090 w 142135"/>
                <a:gd name="csY12" fmla="*/ 75839 h 223008"/>
                <a:gd name="csX13" fmla="*/ 446 w 142135"/>
                <a:gd name="csY13" fmla="*/ 49379 h 223008"/>
                <a:gd name="csX14" fmla="*/ 1787 w 142135"/>
                <a:gd name="csY14" fmla="*/ 43571 h 223008"/>
                <a:gd name="csX15" fmla="*/ 4669 w 142135"/>
                <a:gd name="csY15" fmla="*/ 50173 h 223008"/>
                <a:gd name="csX16" fmla="*/ 15640 w 142135"/>
                <a:gd name="csY16" fmla="*/ 55981 h 223008"/>
                <a:gd name="csX17" fmla="*/ 25590 w 142135"/>
                <a:gd name="csY17" fmla="*/ 51315 h 223008"/>
                <a:gd name="csX18" fmla="*/ 21927 w 142135"/>
                <a:gd name="csY18" fmla="*/ 38128 h 223008"/>
                <a:gd name="csX19" fmla="*/ 25126 w 142135"/>
                <a:gd name="csY19" fmla="*/ 20612 h 223008"/>
                <a:gd name="csX20" fmla="*/ 29635 w 142135"/>
                <a:gd name="csY20" fmla="*/ 8944 h 223008"/>
                <a:gd name="csX21" fmla="*/ 56601 w 142135"/>
                <a:gd name="csY21" fmla="*/ 2664 h 223008"/>
                <a:gd name="csX22" fmla="*/ 68014 w 142135"/>
                <a:gd name="csY22" fmla="*/ 14926 h 223008"/>
                <a:gd name="csX23" fmla="*/ 70397 w 142135"/>
                <a:gd name="csY23" fmla="*/ 28730 h 223008"/>
                <a:gd name="csX24" fmla="*/ 64799 w 142135"/>
                <a:gd name="csY24" fmla="*/ 38367 h 223008"/>
                <a:gd name="csX25" fmla="*/ 76515 w 142135"/>
                <a:gd name="csY25" fmla="*/ 47199 h 223008"/>
                <a:gd name="csX26" fmla="*/ 95020 w 142135"/>
                <a:gd name="csY26" fmla="*/ 52596 h 223008"/>
                <a:gd name="csX27" fmla="*/ 116723 w 142135"/>
                <a:gd name="csY27" fmla="*/ 66052 h 223008"/>
                <a:gd name="csX28" fmla="*/ 125419 w 142135"/>
                <a:gd name="csY28" fmla="*/ 64641 h 223008"/>
                <a:gd name="csX29" fmla="*/ 121867 w 142135"/>
                <a:gd name="csY29" fmla="*/ 77984 h 223008"/>
                <a:gd name="csX30" fmla="*/ 126198 w 142135"/>
                <a:gd name="csY30" fmla="*/ 109560 h 223008"/>
                <a:gd name="csX31" fmla="*/ 132452 w 142135"/>
                <a:gd name="csY31" fmla="*/ 130811 h 223008"/>
                <a:gd name="csX32" fmla="*/ 137172 w 142135"/>
                <a:gd name="csY32" fmla="*/ 149525 h 223008"/>
                <a:gd name="csX33" fmla="*/ 126264 w 142135"/>
                <a:gd name="csY33" fmla="*/ 165042 h 223008"/>
                <a:gd name="csX34" fmla="*/ 119713 w 142135"/>
                <a:gd name="csY34" fmla="*/ 162318 h 223008"/>
                <a:gd name="csX35" fmla="*/ 122125 w 142135"/>
                <a:gd name="csY35" fmla="*/ 181310 h 223008"/>
                <a:gd name="csX36" fmla="*/ 122395 w 142135"/>
                <a:gd name="csY36" fmla="*/ 193071 h 223008"/>
                <a:gd name="csX37" fmla="*/ 117050 w 142135"/>
                <a:gd name="csY37" fmla="*/ 205350 h 223008"/>
                <a:gd name="csX38" fmla="*/ 115307 w 142135"/>
                <a:gd name="csY38" fmla="*/ 214639 h 223008"/>
                <a:gd name="csX39" fmla="*/ 105608 w 142135"/>
                <a:gd name="csY39" fmla="*/ 205168 h 223008"/>
                <a:gd name="csX40" fmla="*/ 70306 w 142135"/>
                <a:gd name="csY40" fmla="*/ 198146 h 223008"/>
                <a:gd name="csX41" fmla="*/ 57886 w 142135"/>
                <a:gd name="csY41" fmla="*/ 203581 h 223008"/>
                <a:gd name="csX42" fmla="*/ 42822 w 142135"/>
                <a:gd name="csY42" fmla="*/ 214552 h 223008"/>
                <a:gd name="csX43" fmla="*/ 33142 w 142135"/>
                <a:gd name="csY43" fmla="*/ 222624 h 2230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42135" h="223008">
                  <a:moveTo>
                    <a:pt x="33142" y="222624"/>
                  </a:moveTo>
                  <a:cubicBezTo>
                    <a:pt x="33100" y="221007"/>
                    <a:pt x="28999" y="218922"/>
                    <a:pt x="24030" y="217989"/>
                  </a:cubicBezTo>
                  <a:cubicBezTo>
                    <a:pt x="19061" y="217057"/>
                    <a:pt x="15032" y="215476"/>
                    <a:pt x="15077" y="214475"/>
                  </a:cubicBezTo>
                  <a:cubicBezTo>
                    <a:pt x="15123" y="213475"/>
                    <a:pt x="20967" y="206848"/>
                    <a:pt x="28065" y="199749"/>
                  </a:cubicBezTo>
                  <a:cubicBezTo>
                    <a:pt x="37756" y="190056"/>
                    <a:pt x="40635" y="185467"/>
                    <a:pt x="39623" y="181324"/>
                  </a:cubicBezTo>
                  <a:cubicBezTo>
                    <a:pt x="38882" y="178289"/>
                    <a:pt x="39300" y="170321"/>
                    <a:pt x="40552" y="163618"/>
                  </a:cubicBezTo>
                  <a:cubicBezTo>
                    <a:pt x="42457" y="153420"/>
                    <a:pt x="42085" y="150686"/>
                    <a:pt x="38270" y="146871"/>
                  </a:cubicBezTo>
                  <a:cubicBezTo>
                    <a:pt x="35762" y="144363"/>
                    <a:pt x="32644" y="141876"/>
                    <a:pt x="31342" y="141344"/>
                  </a:cubicBezTo>
                  <a:cubicBezTo>
                    <a:pt x="30039" y="140811"/>
                    <a:pt x="26314" y="136019"/>
                    <a:pt x="23064" y="130695"/>
                  </a:cubicBezTo>
                  <a:cubicBezTo>
                    <a:pt x="18146" y="122638"/>
                    <a:pt x="17840" y="121015"/>
                    <a:pt x="21238" y="121015"/>
                  </a:cubicBezTo>
                  <a:cubicBezTo>
                    <a:pt x="26407" y="121015"/>
                    <a:pt x="26532" y="114908"/>
                    <a:pt x="21448" y="110689"/>
                  </a:cubicBezTo>
                  <a:cubicBezTo>
                    <a:pt x="18195" y="107989"/>
                    <a:pt x="17551" y="108454"/>
                    <a:pt x="17417" y="113600"/>
                  </a:cubicBezTo>
                  <a:cubicBezTo>
                    <a:pt x="17202" y="121855"/>
                    <a:pt x="11362" y="102386"/>
                    <a:pt x="6090" y="75839"/>
                  </a:cubicBezTo>
                  <a:cubicBezTo>
                    <a:pt x="3834" y="64481"/>
                    <a:pt x="1295" y="52574"/>
                    <a:pt x="446" y="49379"/>
                  </a:cubicBezTo>
                  <a:cubicBezTo>
                    <a:pt x="-477" y="45903"/>
                    <a:pt x="61" y="43571"/>
                    <a:pt x="1787" y="43571"/>
                  </a:cubicBezTo>
                  <a:cubicBezTo>
                    <a:pt x="3372" y="43571"/>
                    <a:pt x="4669" y="46542"/>
                    <a:pt x="4669" y="50173"/>
                  </a:cubicBezTo>
                  <a:cubicBezTo>
                    <a:pt x="4669" y="56344"/>
                    <a:pt x="5386" y="56723"/>
                    <a:pt x="15640" y="55981"/>
                  </a:cubicBezTo>
                  <a:cubicBezTo>
                    <a:pt x="23894" y="55384"/>
                    <a:pt x="26358" y="54229"/>
                    <a:pt x="25590" y="51315"/>
                  </a:cubicBezTo>
                  <a:cubicBezTo>
                    <a:pt x="25028" y="49186"/>
                    <a:pt x="23380" y="43251"/>
                    <a:pt x="21927" y="38128"/>
                  </a:cubicBezTo>
                  <a:cubicBezTo>
                    <a:pt x="19644" y="30074"/>
                    <a:pt x="20076" y="27703"/>
                    <a:pt x="25126" y="20612"/>
                  </a:cubicBezTo>
                  <a:cubicBezTo>
                    <a:pt x="28338" y="16101"/>
                    <a:pt x="30367" y="10851"/>
                    <a:pt x="29635" y="8944"/>
                  </a:cubicBezTo>
                  <a:cubicBezTo>
                    <a:pt x="26306" y="269"/>
                    <a:pt x="38854" y="-2653"/>
                    <a:pt x="56601" y="2664"/>
                  </a:cubicBezTo>
                  <a:cubicBezTo>
                    <a:pt x="65243" y="5253"/>
                    <a:pt x="66731" y="6851"/>
                    <a:pt x="68014" y="14926"/>
                  </a:cubicBezTo>
                  <a:cubicBezTo>
                    <a:pt x="68826" y="20032"/>
                    <a:pt x="69898" y="26244"/>
                    <a:pt x="70397" y="28730"/>
                  </a:cubicBezTo>
                  <a:cubicBezTo>
                    <a:pt x="70908" y="31276"/>
                    <a:pt x="68463" y="35485"/>
                    <a:pt x="64799" y="38367"/>
                  </a:cubicBezTo>
                  <a:cubicBezTo>
                    <a:pt x="52677" y="47902"/>
                    <a:pt x="63675" y="56192"/>
                    <a:pt x="76515" y="47199"/>
                  </a:cubicBezTo>
                  <a:cubicBezTo>
                    <a:pt x="84862" y="41352"/>
                    <a:pt x="95020" y="44315"/>
                    <a:pt x="95020" y="52596"/>
                  </a:cubicBezTo>
                  <a:cubicBezTo>
                    <a:pt x="95020" y="61383"/>
                    <a:pt x="105491" y="67875"/>
                    <a:pt x="116723" y="66052"/>
                  </a:cubicBezTo>
                  <a:lnTo>
                    <a:pt x="125419" y="64641"/>
                  </a:lnTo>
                  <a:lnTo>
                    <a:pt x="121867" y="77984"/>
                  </a:lnTo>
                  <a:cubicBezTo>
                    <a:pt x="116766" y="97143"/>
                    <a:pt x="117305" y="101074"/>
                    <a:pt x="126198" y="109560"/>
                  </a:cubicBezTo>
                  <a:cubicBezTo>
                    <a:pt x="133696" y="116715"/>
                    <a:pt x="134049" y="117914"/>
                    <a:pt x="132452" y="130811"/>
                  </a:cubicBezTo>
                  <a:cubicBezTo>
                    <a:pt x="130905" y="143306"/>
                    <a:pt x="131310" y="144914"/>
                    <a:pt x="137172" y="149525"/>
                  </a:cubicBezTo>
                  <a:cubicBezTo>
                    <a:pt x="148350" y="158317"/>
                    <a:pt x="138877" y="171792"/>
                    <a:pt x="126264" y="165042"/>
                  </a:cubicBezTo>
                  <a:cubicBezTo>
                    <a:pt x="123464" y="163544"/>
                    <a:pt x="120516" y="162318"/>
                    <a:pt x="119713" y="162318"/>
                  </a:cubicBezTo>
                  <a:cubicBezTo>
                    <a:pt x="116537" y="162318"/>
                    <a:pt x="118487" y="177672"/>
                    <a:pt x="122125" y="181310"/>
                  </a:cubicBezTo>
                  <a:cubicBezTo>
                    <a:pt x="126947" y="186132"/>
                    <a:pt x="127019" y="189234"/>
                    <a:pt x="122395" y="193071"/>
                  </a:cubicBezTo>
                  <a:cubicBezTo>
                    <a:pt x="120414" y="194715"/>
                    <a:pt x="118009" y="200241"/>
                    <a:pt x="117050" y="205350"/>
                  </a:cubicBezTo>
                  <a:lnTo>
                    <a:pt x="115307" y="214639"/>
                  </a:lnTo>
                  <a:lnTo>
                    <a:pt x="105608" y="205168"/>
                  </a:lnTo>
                  <a:cubicBezTo>
                    <a:pt x="93087" y="192941"/>
                    <a:pt x="80185" y="190375"/>
                    <a:pt x="70306" y="198146"/>
                  </a:cubicBezTo>
                  <a:cubicBezTo>
                    <a:pt x="66478" y="201157"/>
                    <a:pt x="60889" y="203603"/>
                    <a:pt x="57886" y="203581"/>
                  </a:cubicBezTo>
                  <a:cubicBezTo>
                    <a:pt x="54649" y="203557"/>
                    <a:pt x="48516" y="208024"/>
                    <a:pt x="42822" y="214552"/>
                  </a:cubicBezTo>
                  <a:cubicBezTo>
                    <a:pt x="37540" y="220608"/>
                    <a:pt x="33184" y="224241"/>
                    <a:pt x="33142" y="222624"/>
                  </a:cubicBezTo>
                  <a:close/>
                </a:path>
              </a:pathLst>
            </a:custGeom>
            <a:solidFill>
              <a:srgbClr val="B9B9B9"/>
            </a:solidFill>
            <a:ln w="5163" cap="flat">
              <a:noFill/>
              <a:prstDash val="solid"/>
              <a:miter/>
            </a:ln>
          </p:spPr>
          <p:txBody>
            <a:bodyPr/>
            <a:lstStyle/>
            <a:p>
              <a:endParaRPr lang="es-419" noProof="0" dirty="0"/>
            </a:p>
          </p:txBody>
        </p:sp>
        <p:sp>
          <p:nvSpPr>
            <p:cNvPr id="86" name="Forma libre: forma 85">
              <a:extLst>
                <a:ext uri="{FF2B5EF4-FFF2-40B4-BE49-F238E27FC236}">
                  <a16:creationId xmlns:a16="http://schemas.microsoft.com/office/drawing/2014/main" id="{C0F11F33-C299-684E-A277-FAAC836FB1CD}"/>
                </a:ext>
              </a:extLst>
            </p:cNvPr>
            <p:cNvSpPr/>
            <p:nvPr/>
          </p:nvSpPr>
          <p:spPr>
            <a:xfrm>
              <a:off x="976738" y="2149266"/>
              <a:ext cx="9026" cy="7395"/>
            </a:xfrm>
            <a:custGeom>
              <a:avLst/>
              <a:gdLst>
                <a:gd name="csX0" fmla="*/ 866 w 9026"/>
                <a:gd name="csY0" fmla="*/ 4748 h 7395"/>
                <a:gd name="csX1" fmla="*/ 6187 w 9026"/>
                <a:gd name="csY1" fmla="*/ 710 h 7395"/>
                <a:gd name="csX2" fmla="*/ 8728 w 9026"/>
                <a:gd name="csY2" fmla="*/ 4901 h 7395"/>
                <a:gd name="csX3" fmla="*/ 866 w 9026"/>
                <a:gd name="csY3" fmla="*/ 4748 h 7395"/>
              </a:gdLst>
              <a:ahLst/>
              <a:cxnLst>
                <a:cxn ang="0">
                  <a:pos x="csX0" y="csY0"/>
                </a:cxn>
                <a:cxn ang="0">
                  <a:pos x="csX1" y="csY1"/>
                </a:cxn>
                <a:cxn ang="0">
                  <a:pos x="csX2" y="csY2"/>
                </a:cxn>
                <a:cxn ang="0">
                  <a:pos x="csX3" y="csY3"/>
                </a:cxn>
              </a:cxnLst>
              <a:rect l="l" t="t" r="r" b="b"/>
              <a:pathLst>
                <a:path w="9026" h="7395">
                  <a:moveTo>
                    <a:pt x="866" y="4748"/>
                  </a:moveTo>
                  <a:cubicBezTo>
                    <a:pt x="-1510" y="904"/>
                    <a:pt x="1245" y="-1186"/>
                    <a:pt x="6187" y="710"/>
                  </a:cubicBezTo>
                  <a:cubicBezTo>
                    <a:pt x="8468" y="1586"/>
                    <a:pt x="9611" y="3472"/>
                    <a:pt x="8728" y="4901"/>
                  </a:cubicBezTo>
                  <a:cubicBezTo>
                    <a:pt x="6635" y="8287"/>
                    <a:pt x="3009" y="8216"/>
                    <a:pt x="866" y="4748"/>
                  </a:cubicBezTo>
                  <a:close/>
                </a:path>
              </a:pathLst>
            </a:custGeom>
            <a:solidFill>
              <a:srgbClr val="B9B9B9"/>
            </a:solidFill>
            <a:ln w="5163" cap="flat">
              <a:noFill/>
              <a:prstDash val="solid"/>
              <a:miter/>
            </a:ln>
          </p:spPr>
          <p:txBody>
            <a:bodyPr/>
            <a:lstStyle/>
            <a:p>
              <a:endParaRPr lang="es-419" noProof="0" dirty="0"/>
            </a:p>
          </p:txBody>
        </p:sp>
        <p:sp>
          <p:nvSpPr>
            <p:cNvPr id="87" name="Forma libre: forma 86">
              <a:extLst>
                <a:ext uri="{FF2B5EF4-FFF2-40B4-BE49-F238E27FC236}">
                  <a16:creationId xmlns:a16="http://schemas.microsoft.com/office/drawing/2014/main" id="{7C97DAEF-CED1-4EFB-EC4C-139DD85B2D19}"/>
                </a:ext>
              </a:extLst>
            </p:cNvPr>
            <p:cNvSpPr/>
            <p:nvPr/>
          </p:nvSpPr>
          <p:spPr>
            <a:xfrm>
              <a:off x="958388" y="2135665"/>
              <a:ext cx="19364" cy="11047"/>
            </a:xfrm>
            <a:custGeom>
              <a:avLst/>
              <a:gdLst>
                <a:gd name="csX0" fmla="*/ 0 w 19364"/>
                <a:gd name="csY0" fmla="*/ 8841 h 11047"/>
                <a:gd name="csX1" fmla="*/ 17408 w 19364"/>
                <a:gd name="csY1" fmla="*/ 154 h 11047"/>
                <a:gd name="csX2" fmla="*/ 17432 w 19364"/>
                <a:gd name="csY2" fmla="*/ 5614 h 11047"/>
                <a:gd name="csX3" fmla="*/ 0 w 19364"/>
                <a:gd name="csY3" fmla="*/ 8841 h 11047"/>
              </a:gdLst>
              <a:ahLst/>
              <a:cxnLst>
                <a:cxn ang="0">
                  <a:pos x="csX0" y="csY0"/>
                </a:cxn>
                <a:cxn ang="0">
                  <a:pos x="csX1" y="csY1"/>
                </a:cxn>
                <a:cxn ang="0">
                  <a:pos x="csX2" y="csY2"/>
                </a:cxn>
                <a:cxn ang="0">
                  <a:pos x="csX3" y="csY3"/>
                </a:cxn>
              </a:cxnLst>
              <a:rect l="l" t="t" r="r" b="b"/>
              <a:pathLst>
                <a:path w="19364" h="11047">
                  <a:moveTo>
                    <a:pt x="0" y="8841"/>
                  </a:moveTo>
                  <a:cubicBezTo>
                    <a:pt x="126" y="2682"/>
                    <a:pt x="7086" y="-791"/>
                    <a:pt x="17408" y="154"/>
                  </a:cubicBezTo>
                  <a:cubicBezTo>
                    <a:pt x="20010" y="392"/>
                    <a:pt x="20015" y="1478"/>
                    <a:pt x="17432" y="5614"/>
                  </a:cubicBezTo>
                  <a:cubicBezTo>
                    <a:pt x="14357" y="10538"/>
                    <a:pt x="-89" y="13212"/>
                    <a:pt x="0" y="8841"/>
                  </a:cubicBezTo>
                  <a:close/>
                </a:path>
              </a:pathLst>
            </a:custGeom>
            <a:solidFill>
              <a:srgbClr val="B9B9B9"/>
            </a:solidFill>
            <a:ln w="5163" cap="flat">
              <a:noFill/>
              <a:prstDash val="solid"/>
              <a:miter/>
            </a:ln>
          </p:spPr>
          <p:txBody>
            <a:bodyPr/>
            <a:lstStyle/>
            <a:p>
              <a:endParaRPr lang="es-419" noProof="0" dirty="0"/>
            </a:p>
          </p:txBody>
        </p:sp>
        <p:sp>
          <p:nvSpPr>
            <p:cNvPr id="88" name="Forma libre: forma 87">
              <a:extLst>
                <a:ext uri="{FF2B5EF4-FFF2-40B4-BE49-F238E27FC236}">
                  <a16:creationId xmlns:a16="http://schemas.microsoft.com/office/drawing/2014/main" id="{4949B71A-6DE7-1EF9-F106-9421D0ED8C01}"/>
                </a:ext>
              </a:extLst>
            </p:cNvPr>
            <p:cNvSpPr/>
            <p:nvPr/>
          </p:nvSpPr>
          <p:spPr>
            <a:xfrm>
              <a:off x="938010" y="2110987"/>
              <a:ext cx="18997" cy="19965"/>
            </a:xfrm>
            <a:custGeom>
              <a:avLst/>
              <a:gdLst>
                <a:gd name="csX0" fmla="*/ 2787 w 18997"/>
                <a:gd name="csY0" fmla="*/ 11392 h 19965"/>
                <a:gd name="csX1" fmla="*/ 4678 w 18997"/>
                <a:gd name="csY1" fmla="*/ 36 h 19965"/>
                <a:gd name="csX2" fmla="*/ 17544 w 18997"/>
                <a:gd name="csY2" fmla="*/ 12951 h 19965"/>
                <a:gd name="csX3" fmla="*/ 13049 w 18997"/>
                <a:gd name="csY3" fmla="*/ 19965 h 19965"/>
                <a:gd name="csX4" fmla="*/ 2787 w 18997"/>
                <a:gd name="csY4" fmla="*/ 11392 h 19965"/>
              </a:gdLst>
              <a:ahLst/>
              <a:cxnLst>
                <a:cxn ang="0">
                  <a:pos x="csX0" y="csY0"/>
                </a:cxn>
                <a:cxn ang="0">
                  <a:pos x="csX1" y="csY1"/>
                </a:cxn>
                <a:cxn ang="0">
                  <a:pos x="csX2" y="csY2"/>
                </a:cxn>
                <a:cxn ang="0">
                  <a:pos x="csX3" y="csY3"/>
                </a:cxn>
                <a:cxn ang="0">
                  <a:pos x="csX4" y="csY4"/>
                </a:cxn>
              </a:cxnLst>
              <a:rect l="l" t="t" r="r" b="b"/>
              <a:pathLst>
                <a:path w="18997" h="19965">
                  <a:moveTo>
                    <a:pt x="2787" y="11392"/>
                  </a:moveTo>
                  <a:cubicBezTo>
                    <a:pt x="-1192" y="389"/>
                    <a:pt x="-1207" y="479"/>
                    <a:pt x="4678" y="36"/>
                  </a:cubicBezTo>
                  <a:cubicBezTo>
                    <a:pt x="10396" y="-395"/>
                    <a:pt x="13750" y="2973"/>
                    <a:pt x="17544" y="12951"/>
                  </a:cubicBezTo>
                  <a:cubicBezTo>
                    <a:pt x="20048" y="19537"/>
                    <a:pt x="19774" y="19965"/>
                    <a:pt x="13049" y="19965"/>
                  </a:cubicBezTo>
                  <a:cubicBezTo>
                    <a:pt x="7281" y="19965"/>
                    <a:pt x="5284" y="18297"/>
                    <a:pt x="2787" y="11392"/>
                  </a:cubicBezTo>
                  <a:close/>
                </a:path>
              </a:pathLst>
            </a:custGeom>
            <a:solidFill>
              <a:srgbClr val="B9B9B9"/>
            </a:solidFill>
            <a:ln w="5163" cap="flat">
              <a:noFill/>
              <a:prstDash val="solid"/>
              <a:miter/>
            </a:ln>
          </p:spPr>
          <p:txBody>
            <a:bodyPr/>
            <a:lstStyle/>
            <a:p>
              <a:endParaRPr lang="es-419" noProof="0" dirty="0"/>
            </a:p>
          </p:txBody>
        </p:sp>
        <p:sp>
          <p:nvSpPr>
            <p:cNvPr id="89" name="Forma libre: forma 88">
              <a:extLst>
                <a:ext uri="{FF2B5EF4-FFF2-40B4-BE49-F238E27FC236}">
                  <a16:creationId xmlns:a16="http://schemas.microsoft.com/office/drawing/2014/main" id="{438C12FF-429A-3212-064D-ABA3BFFA5B12}"/>
                </a:ext>
              </a:extLst>
            </p:cNvPr>
            <p:cNvSpPr/>
            <p:nvPr/>
          </p:nvSpPr>
          <p:spPr>
            <a:xfrm>
              <a:off x="924790" y="2098451"/>
              <a:ext cx="5162" cy="9268"/>
            </a:xfrm>
            <a:custGeom>
              <a:avLst/>
              <a:gdLst>
                <a:gd name="csX0" fmla="*/ 0 w 5162"/>
                <a:gd name="csY0" fmla="*/ 3953 h 9268"/>
                <a:gd name="csX1" fmla="*/ 2581 w 5162"/>
                <a:gd name="csY1" fmla="*/ 233 h 9268"/>
                <a:gd name="csX2" fmla="*/ 5163 w 5162"/>
                <a:gd name="csY2" fmla="*/ 5549 h 9268"/>
                <a:gd name="csX3" fmla="*/ 2581 w 5162"/>
                <a:gd name="csY3" fmla="*/ 9269 h 9268"/>
                <a:gd name="csX4" fmla="*/ 0 w 5162"/>
                <a:gd name="csY4" fmla="*/ 3953 h 9268"/>
              </a:gdLst>
              <a:ahLst/>
              <a:cxnLst>
                <a:cxn ang="0">
                  <a:pos x="csX0" y="csY0"/>
                </a:cxn>
                <a:cxn ang="0">
                  <a:pos x="csX1" y="csY1"/>
                </a:cxn>
                <a:cxn ang="0">
                  <a:pos x="csX2" y="csY2"/>
                </a:cxn>
                <a:cxn ang="0">
                  <a:pos x="csX3" y="csY3"/>
                </a:cxn>
                <a:cxn ang="0">
                  <a:pos x="csX4" y="csY4"/>
                </a:cxn>
              </a:cxnLst>
              <a:rect l="l" t="t" r="r" b="b"/>
              <a:pathLst>
                <a:path w="5162" h="9268">
                  <a:moveTo>
                    <a:pt x="0" y="3953"/>
                  </a:moveTo>
                  <a:cubicBezTo>
                    <a:pt x="0" y="1030"/>
                    <a:pt x="1162" y="-644"/>
                    <a:pt x="2581" y="233"/>
                  </a:cubicBezTo>
                  <a:cubicBezTo>
                    <a:pt x="4001" y="1111"/>
                    <a:pt x="5163" y="3503"/>
                    <a:pt x="5163" y="5549"/>
                  </a:cubicBezTo>
                  <a:cubicBezTo>
                    <a:pt x="5163" y="7595"/>
                    <a:pt x="4001" y="9269"/>
                    <a:pt x="2581" y="9269"/>
                  </a:cubicBezTo>
                  <a:cubicBezTo>
                    <a:pt x="1162" y="9269"/>
                    <a:pt x="0" y="6877"/>
                    <a:pt x="0" y="3953"/>
                  </a:cubicBezTo>
                  <a:close/>
                </a:path>
              </a:pathLst>
            </a:custGeom>
            <a:solidFill>
              <a:srgbClr val="B9B9B9"/>
            </a:solidFill>
            <a:ln w="5163" cap="flat">
              <a:noFill/>
              <a:prstDash val="solid"/>
              <a:miter/>
            </a:ln>
          </p:spPr>
          <p:txBody>
            <a:bodyPr/>
            <a:lstStyle/>
            <a:p>
              <a:endParaRPr lang="es-419" noProof="0" dirty="0"/>
            </a:p>
          </p:txBody>
        </p:sp>
      </p:grpSp>
      <p:grpSp>
        <p:nvGrpSpPr>
          <p:cNvPr id="90" name="Gráfico 39">
            <a:extLst>
              <a:ext uri="{FF2B5EF4-FFF2-40B4-BE49-F238E27FC236}">
                <a16:creationId xmlns:a16="http://schemas.microsoft.com/office/drawing/2014/main" id="{CD716891-070F-F90E-7D07-A1E77E94FD7A}"/>
              </a:ext>
            </a:extLst>
          </p:cNvPr>
          <p:cNvGrpSpPr/>
          <p:nvPr/>
        </p:nvGrpSpPr>
        <p:grpSpPr>
          <a:xfrm>
            <a:off x="281340" y="1474182"/>
            <a:ext cx="428841" cy="522535"/>
            <a:chOff x="281340" y="1474182"/>
            <a:chExt cx="428841" cy="522535"/>
          </a:xfrm>
          <a:solidFill>
            <a:srgbClr val="B9B9B9"/>
          </a:solidFill>
        </p:grpSpPr>
        <p:grpSp>
          <p:nvGrpSpPr>
            <p:cNvPr id="91" name="Gráfico 39">
              <a:extLst>
                <a:ext uri="{FF2B5EF4-FFF2-40B4-BE49-F238E27FC236}">
                  <a16:creationId xmlns:a16="http://schemas.microsoft.com/office/drawing/2014/main" id="{0215CB8B-1743-BDCF-05A1-56DC140082DB}"/>
                </a:ext>
              </a:extLst>
            </p:cNvPr>
            <p:cNvGrpSpPr/>
            <p:nvPr/>
          </p:nvGrpSpPr>
          <p:grpSpPr>
            <a:xfrm>
              <a:off x="281340" y="1474182"/>
              <a:ext cx="428841" cy="522535"/>
              <a:chOff x="281340" y="1474182"/>
              <a:chExt cx="428841" cy="522535"/>
            </a:xfrm>
            <a:solidFill>
              <a:srgbClr val="B9B9B9"/>
            </a:solidFill>
          </p:grpSpPr>
          <p:sp>
            <p:nvSpPr>
              <p:cNvPr id="92" name="Forma libre: forma 91">
                <a:extLst>
                  <a:ext uri="{FF2B5EF4-FFF2-40B4-BE49-F238E27FC236}">
                    <a16:creationId xmlns:a16="http://schemas.microsoft.com/office/drawing/2014/main" id="{51CB22A9-690E-B768-F4D5-E5CD3354560C}"/>
                  </a:ext>
                </a:extLst>
              </p:cNvPr>
              <p:cNvSpPr/>
              <p:nvPr/>
            </p:nvSpPr>
            <p:spPr>
              <a:xfrm>
                <a:off x="281340" y="1474182"/>
                <a:ext cx="428841" cy="522535"/>
              </a:xfrm>
              <a:custGeom>
                <a:avLst/>
                <a:gdLst>
                  <a:gd name="csX0" fmla="*/ 375000 w 428841"/>
                  <a:gd name="csY0" fmla="*/ 516104 h 522535"/>
                  <a:gd name="csX1" fmla="*/ 367101 w 428841"/>
                  <a:gd name="csY1" fmla="*/ 496098 h 522535"/>
                  <a:gd name="csX2" fmla="*/ 357849 w 428841"/>
                  <a:gd name="csY2" fmla="*/ 467300 h 522535"/>
                  <a:gd name="csX3" fmla="*/ 337807 w 428841"/>
                  <a:gd name="csY3" fmla="*/ 445109 h 522535"/>
                  <a:gd name="csX4" fmla="*/ 320489 w 428841"/>
                  <a:gd name="csY4" fmla="*/ 429036 h 522535"/>
                  <a:gd name="csX5" fmla="*/ 269809 w 428841"/>
                  <a:gd name="csY5" fmla="*/ 379110 h 522535"/>
                  <a:gd name="csX6" fmla="*/ 248488 w 428841"/>
                  <a:gd name="csY6" fmla="*/ 370097 h 522535"/>
                  <a:gd name="csX7" fmla="*/ 256878 w 428841"/>
                  <a:gd name="csY7" fmla="*/ 370327 h 522535"/>
                  <a:gd name="csX8" fmla="*/ 265267 w 428841"/>
                  <a:gd name="csY8" fmla="*/ 372646 h 522535"/>
                  <a:gd name="csX9" fmla="*/ 258168 w 428841"/>
                  <a:gd name="csY9" fmla="*/ 366399 h 522535"/>
                  <a:gd name="csX10" fmla="*/ 251069 w 428841"/>
                  <a:gd name="csY10" fmla="*/ 355305 h 522535"/>
                  <a:gd name="csX11" fmla="*/ 237556 w 428841"/>
                  <a:gd name="csY11" fmla="*/ 353450 h 522535"/>
                  <a:gd name="csX12" fmla="*/ 235538 w 428841"/>
                  <a:gd name="csY12" fmla="*/ 349578 h 522535"/>
                  <a:gd name="csX13" fmla="*/ 231626 w 428841"/>
                  <a:gd name="csY13" fmla="*/ 338114 h 522535"/>
                  <a:gd name="csX14" fmla="*/ 227531 w 428841"/>
                  <a:gd name="csY14" fmla="*/ 327788 h 522535"/>
                  <a:gd name="csX15" fmla="*/ 225255 w 428841"/>
                  <a:gd name="csY15" fmla="*/ 330217 h 522535"/>
                  <a:gd name="csX16" fmla="*/ 222797 w 428841"/>
                  <a:gd name="csY16" fmla="*/ 331508 h 522535"/>
                  <a:gd name="csX17" fmla="*/ 220276 w 428841"/>
                  <a:gd name="csY17" fmla="*/ 330217 h 522535"/>
                  <a:gd name="csX18" fmla="*/ 216375 w 428841"/>
                  <a:gd name="csY18" fmla="*/ 326968 h 522535"/>
                  <a:gd name="csX19" fmla="*/ 212138 w 428841"/>
                  <a:gd name="csY19" fmla="*/ 320021 h 522535"/>
                  <a:gd name="csX20" fmla="*/ 209766 w 428841"/>
                  <a:gd name="csY20" fmla="*/ 317462 h 522535"/>
                  <a:gd name="csX21" fmla="*/ 212670 w 428841"/>
                  <a:gd name="csY21" fmla="*/ 314083 h 522535"/>
                  <a:gd name="csX22" fmla="*/ 216877 w 428841"/>
                  <a:gd name="csY22" fmla="*/ 311142 h 522535"/>
                  <a:gd name="csX23" fmla="*/ 215264 w 428841"/>
                  <a:gd name="csY23" fmla="*/ 309359 h 522535"/>
                  <a:gd name="csX24" fmla="*/ 217511 w 428841"/>
                  <a:gd name="csY24" fmla="*/ 291496 h 522535"/>
                  <a:gd name="csX25" fmla="*/ 222673 w 428841"/>
                  <a:gd name="csY25" fmla="*/ 271731 h 522535"/>
                  <a:gd name="csX26" fmla="*/ 225571 w 428841"/>
                  <a:gd name="csY26" fmla="*/ 266972 h 522535"/>
                  <a:gd name="csX27" fmla="*/ 225255 w 428841"/>
                  <a:gd name="csY27" fmla="*/ 263100 h 522535"/>
                  <a:gd name="csX28" fmla="*/ 224939 w 428841"/>
                  <a:gd name="csY28" fmla="*/ 259227 h 522535"/>
                  <a:gd name="csX29" fmla="*/ 227470 w 428841"/>
                  <a:gd name="csY29" fmla="*/ 246966 h 522535"/>
                  <a:gd name="csX30" fmla="*/ 227104 w 428841"/>
                  <a:gd name="csY30" fmla="*/ 234704 h 522535"/>
                  <a:gd name="csX31" fmla="*/ 225255 w 428841"/>
                  <a:gd name="csY31" fmla="*/ 245029 h 522535"/>
                  <a:gd name="csX32" fmla="*/ 222926 w 428841"/>
                  <a:gd name="csY32" fmla="*/ 241157 h 522535"/>
                  <a:gd name="csX33" fmla="*/ 213514 w 428841"/>
                  <a:gd name="csY33" fmla="*/ 204198 h 522535"/>
                  <a:gd name="csX34" fmla="*/ 207511 w 428841"/>
                  <a:gd name="csY34" fmla="*/ 195911 h 522535"/>
                  <a:gd name="csX35" fmla="*/ 199366 w 428841"/>
                  <a:gd name="csY35" fmla="*/ 188261 h 522535"/>
                  <a:gd name="csX36" fmla="*/ 189814 w 428841"/>
                  <a:gd name="csY36" fmla="*/ 185143 h 522535"/>
                  <a:gd name="csX37" fmla="*/ 177824 w 428841"/>
                  <a:gd name="csY37" fmla="*/ 176701 h 522535"/>
                  <a:gd name="csX38" fmla="*/ 173385 w 428841"/>
                  <a:gd name="csY38" fmla="*/ 171969 h 522535"/>
                  <a:gd name="csX39" fmla="*/ 172244 w 428841"/>
                  <a:gd name="csY39" fmla="*/ 166295 h 522535"/>
                  <a:gd name="csX40" fmla="*/ 157189 w 428841"/>
                  <a:gd name="csY40" fmla="*/ 154717 h 522535"/>
                  <a:gd name="csX41" fmla="*/ 154290 w 428841"/>
                  <a:gd name="csY41" fmla="*/ 143110 h 522535"/>
                  <a:gd name="csX42" fmla="*/ 153437 w 428841"/>
                  <a:gd name="csY42" fmla="*/ 130888 h 522535"/>
                  <a:gd name="csX43" fmla="*/ 150373 w 428841"/>
                  <a:gd name="csY43" fmla="*/ 128835 h 522535"/>
                  <a:gd name="csX44" fmla="*/ 148457 w 428841"/>
                  <a:gd name="csY44" fmla="*/ 125777 h 522535"/>
                  <a:gd name="csX45" fmla="*/ 150890 w 428841"/>
                  <a:gd name="csY45" fmla="*/ 109503 h 522535"/>
                  <a:gd name="csX46" fmla="*/ 144325 w 428841"/>
                  <a:gd name="csY46" fmla="*/ 119656 h 522535"/>
                  <a:gd name="csX47" fmla="*/ 132054 w 428841"/>
                  <a:gd name="csY47" fmla="*/ 127093 h 522535"/>
                  <a:gd name="csX48" fmla="*/ 125630 w 428841"/>
                  <a:gd name="csY48" fmla="*/ 120812 h 522535"/>
                  <a:gd name="csX49" fmla="*/ 123207 w 428841"/>
                  <a:gd name="csY49" fmla="*/ 117248 h 522535"/>
                  <a:gd name="csX50" fmla="*/ 119415 w 428841"/>
                  <a:gd name="csY50" fmla="*/ 121894 h 522535"/>
                  <a:gd name="csX51" fmla="*/ 116519 w 428841"/>
                  <a:gd name="csY51" fmla="*/ 129437 h 522535"/>
                  <a:gd name="csX52" fmla="*/ 107977 w 428841"/>
                  <a:gd name="csY52" fmla="*/ 127285 h 522535"/>
                  <a:gd name="csX53" fmla="*/ 105433 w 428841"/>
                  <a:gd name="csY53" fmla="*/ 123427 h 522535"/>
                  <a:gd name="csX54" fmla="*/ 96024 w 428841"/>
                  <a:gd name="csY54" fmla="*/ 113119 h 522535"/>
                  <a:gd name="csX55" fmla="*/ 84566 w 428841"/>
                  <a:gd name="csY55" fmla="*/ 104340 h 522535"/>
                  <a:gd name="csX56" fmla="*/ 73108 w 428841"/>
                  <a:gd name="csY56" fmla="*/ 95562 h 522535"/>
                  <a:gd name="csX57" fmla="*/ 56725 w 428841"/>
                  <a:gd name="csY57" fmla="*/ 85124 h 522535"/>
                  <a:gd name="csX58" fmla="*/ 41890 w 428841"/>
                  <a:gd name="csY58" fmla="*/ 66163 h 522535"/>
                  <a:gd name="csX59" fmla="*/ 28677 w 428841"/>
                  <a:gd name="csY59" fmla="*/ 46701 h 522535"/>
                  <a:gd name="csX60" fmla="*/ 19131 w 428841"/>
                  <a:gd name="csY60" fmla="*/ 37238 h 522535"/>
                  <a:gd name="csX61" fmla="*/ 12905 w 428841"/>
                  <a:gd name="csY61" fmla="*/ 29478 h 522535"/>
                  <a:gd name="csX62" fmla="*/ 565 w 428841"/>
                  <a:gd name="csY62" fmla="*/ 12763 h 522535"/>
                  <a:gd name="csX63" fmla="*/ 24931 w 428841"/>
                  <a:gd name="csY63" fmla="*/ 17586 h 522535"/>
                  <a:gd name="csX64" fmla="*/ 53740 w 428841"/>
                  <a:gd name="csY64" fmla="*/ 17944 h 522535"/>
                  <a:gd name="csX65" fmla="*/ 62623 w 428841"/>
                  <a:gd name="csY65" fmla="*/ 19236 h 522535"/>
                  <a:gd name="csX66" fmla="*/ 68432 w 428841"/>
                  <a:gd name="csY66" fmla="*/ 26677 h 522535"/>
                  <a:gd name="csX67" fmla="*/ 76711 w 428841"/>
                  <a:gd name="csY67" fmla="*/ 24137 h 522535"/>
                  <a:gd name="csX68" fmla="*/ 79251 w 428841"/>
                  <a:gd name="csY68" fmla="*/ 21734 h 522535"/>
                  <a:gd name="csX69" fmla="*/ 83275 w 428841"/>
                  <a:gd name="csY69" fmla="*/ 19103 h 522535"/>
                  <a:gd name="csX70" fmla="*/ 76792 w 428841"/>
                  <a:gd name="csY70" fmla="*/ 18100 h 522535"/>
                  <a:gd name="csX71" fmla="*/ 72078 w 428841"/>
                  <a:gd name="csY71" fmla="*/ 15119 h 522535"/>
                  <a:gd name="csX72" fmla="*/ 69501 w 428841"/>
                  <a:gd name="csY72" fmla="*/ 12179 h 522535"/>
                  <a:gd name="csX73" fmla="*/ 70989 w 428841"/>
                  <a:gd name="csY73" fmla="*/ 5916 h 522535"/>
                  <a:gd name="csX74" fmla="*/ 77646 w 428841"/>
                  <a:gd name="csY74" fmla="*/ 3402 h 522535"/>
                  <a:gd name="csX75" fmla="*/ 139275 w 428841"/>
                  <a:gd name="csY75" fmla="*/ 15638 h 522535"/>
                  <a:gd name="csX76" fmla="*/ 187630 w 428841"/>
                  <a:gd name="csY76" fmla="*/ 22047 h 522535"/>
                  <a:gd name="csX77" fmla="*/ 207209 w 428841"/>
                  <a:gd name="csY77" fmla="*/ 56596 h 522535"/>
                  <a:gd name="csX78" fmla="*/ 227114 w 428841"/>
                  <a:gd name="csY78" fmla="*/ 93147 h 522535"/>
                  <a:gd name="csX79" fmla="*/ 237157 w 428841"/>
                  <a:gd name="csY79" fmla="*/ 106748 h 522535"/>
                  <a:gd name="csX80" fmla="*/ 244314 w 428841"/>
                  <a:gd name="csY80" fmla="*/ 119404 h 522535"/>
                  <a:gd name="csX81" fmla="*/ 245646 w 428841"/>
                  <a:gd name="csY81" fmla="*/ 128703 h 522535"/>
                  <a:gd name="csX82" fmla="*/ 248545 w 428841"/>
                  <a:gd name="csY82" fmla="*/ 142569 h 522535"/>
                  <a:gd name="csX83" fmla="*/ 261330 w 428841"/>
                  <a:gd name="csY83" fmla="*/ 164801 h 522535"/>
                  <a:gd name="csX84" fmla="*/ 258888 w 428841"/>
                  <a:gd name="csY84" fmla="*/ 155359 h 522535"/>
                  <a:gd name="csX85" fmla="*/ 255800 w 428841"/>
                  <a:gd name="csY85" fmla="*/ 130155 h 522535"/>
                  <a:gd name="csX86" fmla="*/ 275961 w 428841"/>
                  <a:gd name="csY86" fmla="*/ 158456 h 522535"/>
                  <a:gd name="csX87" fmla="*/ 281077 w 428841"/>
                  <a:gd name="csY87" fmla="*/ 166295 h 522535"/>
                  <a:gd name="csX88" fmla="*/ 284516 w 428841"/>
                  <a:gd name="csY88" fmla="*/ 174685 h 522535"/>
                  <a:gd name="csX89" fmla="*/ 290330 w 428841"/>
                  <a:gd name="csY89" fmla="*/ 206853 h 522535"/>
                  <a:gd name="csX90" fmla="*/ 289732 w 428841"/>
                  <a:gd name="csY90" fmla="*/ 219395 h 522535"/>
                  <a:gd name="csX91" fmla="*/ 295284 w 428841"/>
                  <a:gd name="csY91" fmla="*/ 246624 h 522535"/>
                  <a:gd name="csX92" fmla="*/ 307839 w 428841"/>
                  <a:gd name="csY92" fmla="*/ 265674 h 522535"/>
                  <a:gd name="csX93" fmla="*/ 311998 w 428841"/>
                  <a:gd name="csY93" fmla="*/ 272749 h 522535"/>
                  <a:gd name="csX94" fmla="*/ 323310 w 428841"/>
                  <a:gd name="csY94" fmla="*/ 313772 h 522535"/>
                  <a:gd name="csX95" fmla="*/ 331080 w 428841"/>
                  <a:gd name="csY95" fmla="*/ 343142 h 522535"/>
                  <a:gd name="csX96" fmla="*/ 329774 w 428841"/>
                  <a:gd name="csY96" fmla="*/ 364390 h 522535"/>
                  <a:gd name="csX97" fmla="*/ 349986 w 428841"/>
                  <a:gd name="csY97" fmla="*/ 396248 h 522535"/>
                  <a:gd name="csX98" fmla="*/ 354973 w 428841"/>
                  <a:gd name="csY98" fmla="*/ 397754 h 522535"/>
                  <a:gd name="csX99" fmla="*/ 357026 w 428841"/>
                  <a:gd name="csY99" fmla="*/ 403789 h 522535"/>
                  <a:gd name="csX100" fmla="*/ 360843 w 428841"/>
                  <a:gd name="csY100" fmla="*/ 395399 h 522535"/>
                  <a:gd name="csX101" fmla="*/ 361835 w 428841"/>
                  <a:gd name="csY101" fmla="*/ 383279 h 522535"/>
                  <a:gd name="csX102" fmla="*/ 377379 w 428841"/>
                  <a:gd name="csY102" fmla="*/ 393272 h 522535"/>
                  <a:gd name="csX103" fmla="*/ 390468 w 428841"/>
                  <a:gd name="csY103" fmla="*/ 410555 h 522535"/>
                  <a:gd name="csX104" fmla="*/ 396921 w 428841"/>
                  <a:gd name="csY104" fmla="*/ 414114 h 522535"/>
                  <a:gd name="csX105" fmla="*/ 403375 w 428841"/>
                  <a:gd name="csY105" fmla="*/ 419847 h 522535"/>
                  <a:gd name="csX106" fmla="*/ 406602 w 428841"/>
                  <a:gd name="csY106" fmla="*/ 439662 h 522535"/>
                  <a:gd name="csX107" fmla="*/ 418087 w 428841"/>
                  <a:gd name="csY107" fmla="*/ 458630 h 522535"/>
                  <a:gd name="csX108" fmla="*/ 419011 w 428841"/>
                  <a:gd name="csY108" fmla="*/ 503820 h 522535"/>
                  <a:gd name="csX109" fmla="*/ 409820 w 428841"/>
                  <a:gd name="csY109" fmla="*/ 509628 h 522535"/>
                  <a:gd name="csX110" fmla="*/ 394580 w 428841"/>
                  <a:gd name="csY110" fmla="*/ 516082 h 522535"/>
                  <a:gd name="csX111" fmla="*/ 382031 w 428841"/>
                  <a:gd name="csY111" fmla="*/ 522535 h 522535"/>
                  <a:gd name="csX112" fmla="*/ 375000 w 428841"/>
                  <a:gd name="csY112" fmla="*/ 516104 h 5225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Lst>
                <a:rect l="l" t="t" r="r" b="b"/>
                <a:pathLst>
                  <a:path w="428841" h="522535">
                    <a:moveTo>
                      <a:pt x="375000" y="516104"/>
                    </a:moveTo>
                    <a:cubicBezTo>
                      <a:pt x="371085" y="511937"/>
                      <a:pt x="368304" y="504894"/>
                      <a:pt x="367101" y="496098"/>
                    </a:cubicBezTo>
                    <a:cubicBezTo>
                      <a:pt x="366079" y="488632"/>
                      <a:pt x="361916" y="475673"/>
                      <a:pt x="357849" y="467300"/>
                    </a:cubicBezTo>
                    <a:cubicBezTo>
                      <a:pt x="351802" y="454850"/>
                      <a:pt x="348152" y="450809"/>
                      <a:pt x="337807" y="445109"/>
                    </a:cubicBezTo>
                    <a:cubicBezTo>
                      <a:pt x="329743" y="440665"/>
                      <a:pt x="323467" y="434840"/>
                      <a:pt x="320489" y="429036"/>
                    </a:cubicBezTo>
                    <a:cubicBezTo>
                      <a:pt x="313727" y="415856"/>
                      <a:pt x="278311" y="380967"/>
                      <a:pt x="269809" y="379110"/>
                    </a:cubicBezTo>
                    <a:cubicBezTo>
                      <a:pt x="258622" y="376667"/>
                      <a:pt x="248488" y="372383"/>
                      <a:pt x="248488" y="370097"/>
                    </a:cubicBezTo>
                    <a:cubicBezTo>
                      <a:pt x="248488" y="368948"/>
                      <a:pt x="252263" y="369052"/>
                      <a:pt x="256878" y="370327"/>
                    </a:cubicBezTo>
                    <a:lnTo>
                      <a:pt x="265267" y="372646"/>
                    </a:lnTo>
                    <a:lnTo>
                      <a:pt x="258168" y="366399"/>
                    </a:lnTo>
                    <a:cubicBezTo>
                      <a:pt x="254264" y="362963"/>
                      <a:pt x="251069" y="357971"/>
                      <a:pt x="251069" y="355305"/>
                    </a:cubicBezTo>
                    <a:cubicBezTo>
                      <a:pt x="251069" y="350053"/>
                      <a:pt x="241061" y="348679"/>
                      <a:pt x="237556" y="353450"/>
                    </a:cubicBezTo>
                    <a:cubicBezTo>
                      <a:pt x="236513" y="354870"/>
                      <a:pt x="235605" y="353128"/>
                      <a:pt x="235538" y="349578"/>
                    </a:cubicBezTo>
                    <a:cubicBezTo>
                      <a:pt x="235471" y="346029"/>
                      <a:pt x="233711" y="340870"/>
                      <a:pt x="231626" y="338114"/>
                    </a:cubicBezTo>
                    <a:cubicBezTo>
                      <a:pt x="229542" y="335358"/>
                      <a:pt x="227699" y="330711"/>
                      <a:pt x="227531" y="327788"/>
                    </a:cubicBezTo>
                    <a:cubicBezTo>
                      <a:pt x="227316" y="324054"/>
                      <a:pt x="226639" y="324776"/>
                      <a:pt x="225255" y="330217"/>
                    </a:cubicBezTo>
                    <a:cubicBezTo>
                      <a:pt x="223398" y="337513"/>
                      <a:pt x="223256" y="337588"/>
                      <a:pt x="222797" y="331508"/>
                    </a:cubicBezTo>
                    <a:cubicBezTo>
                      <a:pt x="222352" y="325610"/>
                      <a:pt x="222136" y="325499"/>
                      <a:pt x="220276" y="330217"/>
                    </a:cubicBezTo>
                    <a:cubicBezTo>
                      <a:pt x="218499" y="334726"/>
                      <a:pt x="218005" y="334315"/>
                      <a:pt x="216375" y="326968"/>
                    </a:cubicBezTo>
                    <a:cubicBezTo>
                      <a:pt x="215349" y="322341"/>
                      <a:pt x="213442" y="319215"/>
                      <a:pt x="212138" y="320021"/>
                    </a:cubicBezTo>
                    <a:cubicBezTo>
                      <a:pt x="210833" y="320827"/>
                      <a:pt x="209766" y="319676"/>
                      <a:pt x="209766" y="317462"/>
                    </a:cubicBezTo>
                    <a:cubicBezTo>
                      <a:pt x="209766" y="315249"/>
                      <a:pt x="211073" y="313728"/>
                      <a:pt x="212670" y="314083"/>
                    </a:cubicBezTo>
                    <a:cubicBezTo>
                      <a:pt x="214268" y="314438"/>
                      <a:pt x="216161" y="313115"/>
                      <a:pt x="216877" y="311142"/>
                    </a:cubicBezTo>
                    <a:cubicBezTo>
                      <a:pt x="217675" y="308946"/>
                      <a:pt x="217050" y="308255"/>
                      <a:pt x="215264" y="309359"/>
                    </a:cubicBezTo>
                    <a:cubicBezTo>
                      <a:pt x="211189" y="311878"/>
                      <a:pt x="211586" y="308715"/>
                      <a:pt x="217511" y="291496"/>
                    </a:cubicBezTo>
                    <a:cubicBezTo>
                      <a:pt x="220350" y="283242"/>
                      <a:pt x="222673" y="274348"/>
                      <a:pt x="222673" y="271731"/>
                    </a:cubicBezTo>
                    <a:cubicBezTo>
                      <a:pt x="222673" y="269113"/>
                      <a:pt x="223977" y="266972"/>
                      <a:pt x="225571" y="266972"/>
                    </a:cubicBezTo>
                    <a:cubicBezTo>
                      <a:pt x="227573" y="266972"/>
                      <a:pt x="227475" y="265775"/>
                      <a:pt x="225255" y="263100"/>
                    </a:cubicBezTo>
                    <a:cubicBezTo>
                      <a:pt x="223035" y="260424"/>
                      <a:pt x="222937" y="259227"/>
                      <a:pt x="224939" y="259227"/>
                    </a:cubicBezTo>
                    <a:cubicBezTo>
                      <a:pt x="226726" y="259227"/>
                      <a:pt x="227696" y="254529"/>
                      <a:pt x="227470" y="246966"/>
                    </a:cubicBezTo>
                    <a:lnTo>
                      <a:pt x="227104" y="234704"/>
                    </a:lnTo>
                    <a:lnTo>
                      <a:pt x="225255" y="245029"/>
                    </a:lnTo>
                    <a:cubicBezTo>
                      <a:pt x="223422" y="255266"/>
                      <a:pt x="223402" y="255233"/>
                      <a:pt x="222926" y="241157"/>
                    </a:cubicBezTo>
                    <a:cubicBezTo>
                      <a:pt x="222330" y="223537"/>
                      <a:pt x="217100" y="203003"/>
                      <a:pt x="213514" y="204198"/>
                    </a:cubicBezTo>
                    <a:cubicBezTo>
                      <a:pt x="212038" y="204690"/>
                      <a:pt x="209337" y="200961"/>
                      <a:pt x="207511" y="195911"/>
                    </a:cubicBezTo>
                    <a:cubicBezTo>
                      <a:pt x="204912" y="188724"/>
                      <a:pt x="203143" y="187062"/>
                      <a:pt x="199366" y="188261"/>
                    </a:cubicBezTo>
                    <a:cubicBezTo>
                      <a:pt x="196479" y="189177"/>
                      <a:pt x="192643" y="187925"/>
                      <a:pt x="189814" y="185143"/>
                    </a:cubicBezTo>
                    <a:cubicBezTo>
                      <a:pt x="187213" y="182586"/>
                      <a:pt x="181818" y="178787"/>
                      <a:pt x="177824" y="176701"/>
                    </a:cubicBezTo>
                    <a:cubicBezTo>
                      <a:pt x="173830" y="174616"/>
                      <a:pt x="171833" y="172486"/>
                      <a:pt x="173385" y="171969"/>
                    </a:cubicBezTo>
                    <a:cubicBezTo>
                      <a:pt x="177632" y="170553"/>
                      <a:pt x="176775" y="166295"/>
                      <a:pt x="172244" y="166295"/>
                    </a:cubicBezTo>
                    <a:cubicBezTo>
                      <a:pt x="165904" y="166295"/>
                      <a:pt x="155744" y="158482"/>
                      <a:pt x="157189" y="154717"/>
                    </a:cubicBezTo>
                    <a:cubicBezTo>
                      <a:pt x="157916" y="152822"/>
                      <a:pt x="156611" y="147599"/>
                      <a:pt x="154290" y="143110"/>
                    </a:cubicBezTo>
                    <a:cubicBezTo>
                      <a:pt x="150789" y="136341"/>
                      <a:pt x="150644" y="134254"/>
                      <a:pt x="153437" y="130888"/>
                    </a:cubicBezTo>
                    <a:cubicBezTo>
                      <a:pt x="156396" y="127323"/>
                      <a:pt x="156023" y="127073"/>
                      <a:pt x="150373" y="128835"/>
                    </a:cubicBezTo>
                    <a:cubicBezTo>
                      <a:pt x="144136" y="130780"/>
                      <a:pt x="144078" y="130686"/>
                      <a:pt x="148457" y="125777"/>
                    </a:cubicBezTo>
                    <a:cubicBezTo>
                      <a:pt x="153040" y="120640"/>
                      <a:pt x="154705" y="109503"/>
                      <a:pt x="150890" y="109503"/>
                    </a:cubicBezTo>
                    <a:cubicBezTo>
                      <a:pt x="149743" y="109503"/>
                      <a:pt x="146789" y="114072"/>
                      <a:pt x="144325" y="119656"/>
                    </a:cubicBezTo>
                    <a:cubicBezTo>
                      <a:pt x="140017" y="129421"/>
                      <a:pt x="139548" y="129705"/>
                      <a:pt x="132054" y="127093"/>
                    </a:cubicBezTo>
                    <a:cubicBezTo>
                      <a:pt x="127075" y="125357"/>
                      <a:pt x="124756" y="123090"/>
                      <a:pt x="125630" y="120812"/>
                    </a:cubicBezTo>
                    <a:cubicBezTo>
                      <a:pt x="126411" y="118778"/>
                      <a:pt x="125370" y="117248"/>
                      <a:pt x="123207" y="117248"/>
                    </a:cubicBezTo>
                    <a:cubicBezTo>
                      <a:pt x="121121" y="117248"/>
                      <a:pt x="119415" y="119339"/>
                      <a:pt x="119415" y="121894"/>
                    </a:cubicBezTo>
                    <a:cubicBezTo>
                      <a:pt x="119415" y="124450"/>
                      <a:pt x="118112" y="127844"/>
                      <a:pt x="116519" y="129437"/>
                    </a:cubicBezTo>
                    <a:cubicBezTo>
                      <a:pt x="113230" y="132727"/>
                      <a:pt x="105775" y="130849"/>
                      <a:pt x="107977" y="127285"/>
                    </a:cubicBezTo>
                    <a:cubicBezTo>
                      <a:pt x="108769" y="126004"/>
                      <a:pt x="107624" y="124268"/>
                      <a:pt x="105433" y="123427"/>
                    </a:cubicBezTo>
                    <a:cubicBezTo>
                      <a:pt x="103242" y="122586"/>
                      <a:pt x="99008" y="117948"/>
                      <a:pt x="96024" y="113119"/>
                    </a:cubicBezTo>
                    <a:cubicBezTo>
                      <a:pt x="92358" y="107187"/>
                      <a:pt x="88642" y="104340"/>
                      <a:pt x="84566" y="104340"/>
                    </a:cubicBezTo>
                    <a:cubicBezTo>
                      <a:pt x="80490" y="104340"/>
                      <a:pt x="76774" y="101493"/>
                      <a:pt x="73108" y="95562"/>
                    </a:cubicBezTo>
                    <a:cubicBezTo>
                      <a:pt x="67387" y="86305"/>
                      <a:pt x="62222" y="83015"/>
                      <a:pt x="56725" y="85124"/>
                    </a:cubicBezTo>
                    <a:cubicBezTo>
                      <a:pt x="50606" y="87472"/>
                      <a:pt x="41978" y="76444"/>
                      <a:pt x="41890" y="66163"/>
                    </a:cubicBezTo>
                    <a:cubicBezTo>
                      <a:pt x="41792" y="54708"/>
                      <a:pt x="37917" y="49001"/>
                      <a:pt x="28677" y="46701"/>
                    </a:cubicBezTo>
                    <a:cubicBezTo>
                      <a:pt x="24172" y="45580"/>
                      <a:pt x="20912" y="42349"/>
                      <a:pt x="19131" y="37238"/>
                    </a:cubicBezTo>
                    <a:cubicBezTo>
                      <a:pt x="17643" y="32970"/>
                      <a:pt x="14841" y="29478"/>
                      <a:pt x="12905" y="29478"/>
                    </a:cubicBezTo>
                    <a:cubicBezTo>
                      <a:pt x="8305" y="29478"/>
                      <a:pt x="-2593" y="14715"/>
                      <a:pt x="565" y="12763"/>
                    </a:cubicBezTo>
                    <a:cubicBezTo>
                      <a:pt x="3818" y="10752"/>
                      <a:pt x="12858" y="12542"/>
                      <a:pt x="24931" y="17586"/>
                    </a:cubicBezTo>
                    <a:cubicBezTo>
                      <a:pt x="37286" y="22748"/>
                      <a:pt x="47225" y="22872"/>
                      <a:pt x="53740" y="17944"/>
                    </a:cubicBezTo>
                    <a:cubicBezTo>
                      <a:pt x="60581" y="12770"/>
                      <a:pt x="62623" y="13067"/>
                      <a:pt x="62623" y="19236"/>
                    </a:cubicBezTo>
                    <a:cubicBezTo>
                      <a:pt x="62623" y="22305"/>
                      <a:pt x="65034" y="25393"/>
                      <a:pt x="68432" y="26677"/>
                    </a:cubicBezTo>
                    <a:cubicBezTo>
                      <a:pt x="74871" y="29111"/>
                      <a:pt x="79002" y="27843"/>
                      <a:pt x="76711" y="24137"/>
                    </a:cubicBezTo>
                    <a:cubicBezTo>
                      <a:pt x="75894" y="22815"/>
                      <a:pt x="77037" y="21734"/>
                      <a:pt x="79251" y="21734"/>
                    </a:cubicBezTo>
                    <a:cubicBezTo>
                      <a:pt x="81464" y="21734"/>
                      <a:pt x="83275" y="20550"/>
                      <a:pt x="83275" y="19103"/>
                    </a:cubicBezTo>
                    <a:cubicBezTo>
                      <a:pt x="83275" y="17583"/>
                      <a:pt x="80538" y="17160"/>
                      <a:pt x="76792" y="18100"/>
                    </a:cubicBezTo>
                    <a:cubicBezTo>
                      <a:pt x="71329" y="19471"/>
                      <a:pt x="70588" y="19002"/>
                      <a:pt x="72078" y="15119"/>
                    </a:cubicBezTo>
                    <a:cubicBezTo>
                      <a:pt x="73452" y="11539"/>
                      <a:pt x="72877" y="10883"/>
                      <a:pt x="69501" y="12179"/>
                    </a:cubicBezTo>
                    <a:cubicBezTo>
                      <a:pt x="66052" y="13503"/>
                      <a:pt x="66358" y="12212"/>
                      <a:pt x="70989" y="5916"/>
                    </a:cubicBezTo>
                    <a:cubicBezTo>
                      <a:pt x="76351" y="-1376"/>
                      <a:pt x="76888" y="-1579"/>
                      <a:pt x="77646" y="3402"/>
                    </a:cubicBezTo>
                    <a:cubicBezTo>
                      <a:pt x="78672" y="10145"/>
                      <a:pt x="78784" y="10167"/>
                      <a:pt x="139275" y="15638"/>
                    </a:cubicBezTo>
                    <a:cubicBezTo>
                      <a:pt x="166526" y="18103"/>
                      <a:pt x="188286" y="20987"/>
                      <a:pt x="187630" y="22047"/>
                    </a:cubicBezTo>
                    <a:cubicBezTo>
                      <a:pt x="185081" y="26172"/>
                      <a:pt x="200296" y="53021"/>
                      <a:pt x="207209" y="56596"/>
                    </a:cubicBezTo>
                    <a:cubicBezTo>
                      <a:pt x="214767" y="60504"/>
                      <a:pt x="224810" y="78946"/>
                      <a:pt x="227114" y="93147"/>
                    </a:cubicBezTo>
                    <a:cubicBezTo>
                      <a:pt x="228108" y="99272"/>
                      <a:pt x="230904" y="103059"/>
                      <a:pt x="237157" y="106748"/>
                    </a:cubicBezTo>
                    <a:cubicBezTo>
                      <a:pt x="244668" y="111180"/>
                      <a:pt x="245621" y="112866"/>
                      <a:pt x="244314" y="119404"/>
                    </a:cubicBezTo>
                    <a:cubicBezTo>
                      <a:pt x="243448" y="123731"/>
                      <a:pt x="244017" y="127696"/>
                      <a:pt x="245646" y="128703"/>
                    </a:cubicBezTo>
                    <a:cubicBezTo>
                      <a:pt x="247209" y="129669"/>
                      <a:pt x="248514" y="135909"/>
                      <a:pt x="248545" y="142569"/>
                    </a:cubicBezTo>
                    <a:cubicBezTo>
                      <a:pt x="248610" y="156222"/>
                      <a:pt x="256380" y="169733"/>
                      <a:pt x="261330" y="164801"/>
                    </a:cubicBezTo>
                    <a:cubicBezTo>
                      <a:pt x="263334" y="162805"/>
                      <a:pt x="262643" y="160133"/>
                      <a:pt x="258888" y="155359"/>
                    </a:cubicBezTo>
                    <a:cubicBezTo>
                      <a:pt x="253728" y="148800"/>
                      <a:pt x="251444" y="130155"/>
                      <a:pt x="255800" y="130155"/>
                    </a:cubicBezTo>
                    <a:cubicBezTo>
                      <a:pt x="259829" y="130155"/>
                      <a:pt x="274389" y="150593"/>
                      <a:pt x="275961" y="158456"/>
                    </a:cubicBezTo>
                    <a:cubicBezTo>
                      <a:pt x="276824" y="162768"/>
                      <a:pt x="279126" y="166295"/>
                      <a:pt x="281077" y="166295"/>
                    </a:cubicBezTo>
                    <a:cubicBezTo>
                      <a:pt x="283382" y="166295"/>
                      <a:pt x="284587" y="169236"/>
                      <a:pt x="284516" y="174685"/>
                    </a:cubicBezTo>
                    <a:cubicBezTo>
                      <a:pt x="284361" y="186530"/>
                      <a:pt x="287367" y="203159"/>
                      <a:pt x="290330" y="206853"/>
                    </a:cubicBezTo>
                    <a:cubicBezTo>
                      <a:pt x="291973" y="208901"/>
                      <a:pt x="291767" y="213229"/>
                      <a:pt x="289732" y="219395"/>
                    </a:cubicBezTo>
                    <a:cubicBezTo>
                      <a:pt x="286869" y="228068"/>
                      <a:pt x="287307" y="230214"/>
                      <a:pt x="295284" y="246624"/>
                    </a:cubicBezTo>
                    <a:cubicBezTo>
                      <a:pt x="300047" y="256421"/>
                      <a:pt x="305697" y="264994"/>
                      <a:pt x="307839" y="265674"/>
                    </a:cubicBezTo>
                    <a:cubicBezTo>
                      <a:pt x="309981" y="266354"/>
                      <a:pt x="311853" y="269538"/>
                      <a:pt x="311998" y="272749"/>
                    </a:cubicBezTo>
                    <a:cubicBezTo>
                      <a:pt x="312747" y="289262"/>
                      <a:pt x="316417" y="302569"/>
                      <a:pt x="323310" y="313772"/>
                    </a:cubicBezTo>
                    <a:cubicBezTo>
                      <a:pt x="332864" y="329298"/>
                      <a:pt x="335210" y="338166"/>
                      <a:pt x="331080" y="343142"/>
                    </a:cubicBezTo>
                    <a:cubicBezTo>
                      <a:pt x="328823" y="345861"/>
                      <a:pt x="328447" y="351993"/>
                      <a:pt x="329774" y="364390"/>
                    </a:cubicBezTo>
                    <a:cubicBezTo>
                      <a:pt x="332100" y="386110"/>
                      <a:pt x="338349" y="395959"/>
                      <a:pt x="349986" y="396248"/>
                    </a:cubicBezTo>
                    <a:cubicBezTo>
                      <a:pt x="354503" y="396360"/>
                      <a:pt x="356748" y="397038"/>
                      <a:pt x="354973" y="397754"/>
                    </a:cubicBezTo>
                    <a:cubicBezTo>
                      <a:pt x="349867" y="399814"/>
                      <a:pt x="351219" y="403789"/>
                      <a:pt x="357026" y="403789"/>
                    </a:cubicBezTo>
                    <a:cubicBezTo>
                      <a:pt x="361562" y="403789"/>
                      <a:pt x="362100" y="402606"/>
                      <a:pt x="360843" y="395399"/>
                    </a:cubicBezTo>
                    <a:cubicBezTo>
                      <a:pt x="360039" y="390785"/>
                      <a:pt x="360485" y="385331"/>
                      <a:pt x="361835" y="383279"/>
                    </a:cubicBezTo>
                    <a:cubicBezTo>
                      <a:pt x="363800" y="380292"/>
                      <a:pt x="366898" y="382284"/>
                      <a:pt x="377379" y="393272"/>
                    </a:cubicBezTo>
                    <a:cubicBezTo>
                      <a:pt x="384578" y="400820"/>
                      <a:pt x="390468" y="408598"/>
                      <a:pt x="390468" y="410555"/>
                    </a:cubicBezTo>
                    <a:cubicBezTo>
                      <a:pt x="390468" y="412631"/>
                      <a:pt x="393158" y="414114"/>
                      <a:pt x="396921" y="414114"/>
                    </a:cubicBezTo>
                    <a:cubicBezTo>
                      <a:pt x="401868" y="414114"/>
                      <a:pt x="403375" y="415453"/>
                      <a:pt x="403375" y="419847"/>
                    </a:cubicBezTo>
                    <a:cubicBezTo>
                      <a:pt x="403375" y="423000"/>
                      <a:pt x="404827" y="431917"/>
                      <a:pt x="406602" y="439662"/>
                    </a:cubicBezTo>
                    <a:cubicBezTo>
                      <a:pt x="409222" y="451096"/>
                      <a:pt x="411381" y="454663"/>
                      <a:pt x="418087" y="458630"/>
                    </a:cubicBezTo>
                    <a:cubicBezTo>
                      <a:pt x="432031" y="466881"/>
                      <a:pt x="432496" y="489608"/>
                      <a:pt x="419011" y="503820"/>
                    </a:cubicBezTo>
                    <a:cubicBezTo>
                      <a:pt x="415980" y="507014"/>
                      <a:pt x="411844" y="509628"/>
                      <a:pt x="409820" y="509628"/>
                    </a:cubicBezTo>
                    <a:cubicBezTo>
                      <a:pt x="407796" y="509628"/>
                      <a:pt x="400938" y="512532"/>
                      <a:pt x="394580" y="516082"/>
                    </a:cubicBezTo>
                    <a:cubicBezTo>
                      <a:pt x="388222" y="519631"/>
                      <a:pt x="382575" y="522535"/>
                      <a:pt x="382031" y="522535"/>
                    </a:cubicBezTo>
                    <a:cubicBezTo>
                      <a:pt x="381487" y="522535"/>
                      <a:pt x="378323" y="519641"/>
                      <a:pt x="375000" y="516104"/>
                    </a:cubicBezTo>
                    <a:close/>
                  </a:path>
                </a:pathLst>
              </a:custGeom>
              <a:solidFill>
                <a:srgbClr val="B9B9B9"/>
              </a:solidFill>
              <a:ln w="5163" cap="flat">
                <a:noFill/>
                <a:prstDash val="solid"/>
                <a:miter/>
              </a:ln>
            </p:spPr>
            <p:txBody>
              <a:bodyPr/>
              <a:lstStyle/>
              <a:p>
                <a:endParaRPr lang="es-419" noProof="0" dirty="0"/>
              </a:p>
            </p:txBody>
          </p:sp>
          <p:sp>
            <p:nvSpPr>
              <p:cNvPr id="93" name="Forma libre: forma 92">
                <a:extLst>
                  <a:ext uri="{FF2B5EF4-FFF2-40B4-BE49-F238E27FC236}">
                    <a16:creationId xmlns:a16="http://schemas.microsoft.com/office/drawing/2014/main" id="{BC130405-7616-314C-62F1-5D3A5F0A3B08}"/>
                  </a:ext>
                </a:extLst>
              </p:cNvPr>
              <p:cNvSpPr/>
              <p:nvPr/>
            </p:nvSpPr>
            <p:spPr>
              <a:xfrm>
                <a:off x="675648" y="1860606"/>
                <a:ext cx="11408" cy="19945"/>
              </a:xfrm>
              <a:custGeom>
                <a:avLst/>
                <a:gdLst>
                  <a:gd name="csX0" fmla="*/ 2146 w 11408"/>
                  <a:gd name="csY0" fmla="*/ 10289 h 19945"/>
                  <a:gd name="csX1" fmla="*/ 6337 w 11408"/>
                  <a:gd name="csY1" fmla="*/ 7392 h 19945"/>
                  <a:gd name="csX2" fmla="*/ 8408 w 11408"/>
                  <a:gd name="csY2" fmla="*/ 19945 h 19945"/>
                  <a:gd name="csX3" fmla="*/ 2146 w 11408"/>
                  <a:gd name="csY3" fmla="*/ 10289 h 19945"/>
                </a:gdLst>
                <a:ahLst/>
                <a:cxnLst>
                  <a:cxn ang="0">
                    <a:pos x="csX0" y="csY0"/>
                  </a:cxn>
                  <a:cxn ang="0">
                    <a:pos x="csX1" y="csY1"/>
                  </a:cxn>
                  <a:cxn ang="0">
                    <a:pos x="csX2" y="csY2"/>
                  </a:cxn>
                  <a:cxn ang="0">
                    <a:pos x="csX3" y="csY3"/>
                  </a:cxn>
                </a:cxnLst>
                <a:rect l="l" t="t" r="r" b="b"/>
                <a:pathLst>
                  <a:path w="11408" h="19945">
                    <a:moveTo>
                      <a:pt x="2146" y="10289"/>
                    </a:moveTo>
                    <a:cubicBezTo>
                      <a:pt x="-1802" y="-2324"/>
                      <a:pt x="-243" y="-3401"/>
                      <a:pt x="6337" y="7392"/>
                    </a:cubicBezTo>
                    <a:cubicBezTo>
                      <a:pt x="12476" y="17462"/>
                      <a:pt x="12886" y="19945"/>
                      <a:pt x="8408" y="19945"/>
                    </a:cubicBezTo>
                    <a:cubicBezTo>
                      <a:pt x="6626" y="19945"/>
                      <a:pt x="3808" y="15600"/>
                      <a:pt x="2146" y="10289"/>
                    </a:cubicBezTo>
                    <a:close/>
                  </a:path>
                </a:pathLst>
              </a:custGeom>
              <a:solidFill>
                <a:srgbClr val="B9B9B9"/>
              </a:solidFill>
              <a:ln w="5163" cap="flat">
                <a:noFill/>
                <a:prstDash val="solid"/>
                <a:miter/>
              </a:ln>
            </p:spPr>
            <p:txBody>
              <a:bodyPr/>
              <a:lstStyle/>
              <a:p>
                <a:endParaRPr lang="es-419" noProof="0" dirty="0"/>
              </a:p>
            </p:txBody>
          </p:sp>
          <p:sp>
            <p:nvSpPr>
              <p:cNvPr id="94" name="Forma libre: forma 93">
                <a:extLst>
                  <a:ext uri="{FF2B5EF4-FFF2-40B4-BE49-F238E27FC236}">
                    <a16:creationId xmlns:a16="http://schemas.microsoft.com/office/drawing/2014/main" id="{A6B08AF7-2E0A-6022-3E1B-D8659844D16D}"/>
                  </a:ext>
                </a:extLst>
              </p:cNvPr>
              <p:cNvSpPr/>
              <p:nvPr/>
            </p:nvSpPr>
            <p:spPr>
              <a:xfrm>
                <a:off x="517039" y="1839249"/>
                <a:ext cx="11082" cy="12784"/>
              </a:xfrm>
              <a:custGeom>
                <a:avLst/>
                <a:gdLst>
                  <a:gd name="csX0" fmla="*/ 4154 w 11082"/>
                  <a:gd name="csY0" fmla="*/ 8186 h 12784"/>
                  <a:gd name="csX1" fmla="*/ 2167 w 11082"/>
                  <a:gd name="csY1" fmla="*/ 0 h 12784"/>
                  <a:gd name="csX2" fmla="*/ 8680 w 11082"/>
                  <a:gd name="csY2" fmla="*/ 6454 h 12784"/>
                  <a:gd name="csX3" fmla="*/ 4154 w 11082"/>
                  <a:gd name="csY3" fmla="*/ 8186 h 12784"/>
                </a:gdLst>
                <a:ahLst/>
                <a:cxnLst>
                  <a:cxn ang="0">
                    <a:pos x="csX0" y="csY0"/>
                  </a:cxn>
                  <a:cxn ang="0">
                    <a:pos x="csX1" y="csY1"/>
                  </a:cxn>
                  <a:cxn ang="0">
                    <a:pos x="csX2" y="csY2"/>
                  </a:cxn>
                  <a:cxn ang="0">
                    <a:pos x="csX3" y="csY3"/>
                  </a:cxn>
                </a:cxnLst>
                <a:rect l="l" t="t" r="r" b="b"/>
                <a:pathLst>
                  <a:path w="11082" h="12784">
                    <a:moveTo>
                      <a:pt x="4154" y="8186"/>
                    </a:moveTo>
                    <a:cubicBezTo>
                      <a:pt x="-584" y="2950"/>
                      <a:pt x="-1300" y="0"/>
                      <a:pt x="2167" y="0"/>
                    </a:cubicBezTo>
                    <a:cubicBezTo>
                      <a:pt x="3423" y="0"/>
                      <a:pt x="6354" y="2904"/>
                      <a:pt x="8680" y="6454"/>
                    </a:cubicBezTo>
                    <a:cubicBezTo>
                      <a:pt x="13580" y="13931"/>
                      <a:pt x="10441" y="15133"/>
                      <a:pt x="4154" y="8186"/>
                    </a:cubicBezTo>
                    <a:close/>
                  </a:path>
                </a:pathLst>
              </a:custGeom>
              <a:solidFill>
                <a:srgbClr val="B9B9B9"/>
              </a:solidFill>
              <a:ln w="5163" cap="flat">
                <a:noFill/>
                <a:prstDash val="solid"/>
                <a:miter/>
              </a:ln>
            </p:spPr>
            <p:txBody>
              <a:bodyPr/>
              <a:lstStyle/>
              <a:p>
                <a:endParaRPr lang="es-419" noProof="0" dirty="0"/>
              </a:p>
            </p:txBody>
          </p:sp>
          <p:sp>
            <p:nvSpPr>
              <p:cNvPr id="95" name="Forma libre: forma 94">
                <a:extLst>
                  <a:ext uri="{FF2B5EF4-FFF2-40B4-BE49-F238E27FC236}">
                    <a16:creationId xmlns:a16="http://schemas.microsoft.com/office/drawing/2014/main" id="{E3544200-52BB-ECA6-D1CA-C07FF5CA7D8F}"/>
                  </a:ext>
                </a:extLst>
              </p:cNvPr>
              <p:cNvSpPr/>
              <p:nvPr/>
            </p:nvSpPr>
            <p:spPr>
              <a:xfrm>
                <a:off x="633440" y="1833111"/>
                <a:ext cx="12552" cy="18971"/>
              </a:xfrm>
              <a:custGeom>
                <a:avLst/>
                <a:gdLst>
                  <a:gd name="csX0" fmla="*/ 3996 w 12552"/>
                  <a:gd name="csY0" fmla="*/ 9922 h 18971"/>
                  <a:gd name="csX1" fmla="*/ 6099 w 12552"/>
                  <a:gd name="csY1" fmla="*/ 5082 h 18971"/>
                  <a:gd name="csX2" fmla="*/ 12553 w 12552"/>
                  <a:gd name="csY2" fmla="*/ 15290 h 18971"/>
                  <a:gd name="csX3" fmla="*/ 3996 w 12552"/>
                  <a:gd name="csY3" fmla="*/ 9922 h 18971"/>
                </a:gdLst>
                <a:ahLst/>
                <a:cxnLst>
                  <a:cxn ang="0">
                    <a:pos x="csX0" y="csY0"/>
                  </a:cxn>
                  <a:cxn ang="0">
                    <a:pos x="csX1" y="csY1"/>
                  </a:cxn>
                  <a:cxn ang="0">
                    <a:pos x="csX2" y="csY2"/>
                  </a:cxn>
                  <a:cxn ang="0">
                    <a:pos x="csX3" y="csY3"/>
                  </a:cxn>
                </a:cxnLst>
                <a:rect l="l" t="t" r="r" b="b"/>
                <a:pathLst>
                  <a:path w="12552" h="18971">
                    <a:moveTo>
                      <a:pt x="3996" y="9922"/>
                    </a:moveTo>
                    <a:cubicBezTo>
                      <a:pt x="-1733" y="-2091"/>
                      <a:pt x="-1533" y="-2550"/>
                      <a:pt x="6099" y="5082"/>
                    </a:cubicBezTo>
                    <a:cubicBezTo>
                      <a:pt x="9649" y="8631"/>
                      <a:pt x="12553" y="13225"/>
                      <a:pt x="12553" y="15290"/>
                    </a:cubicBezTo>
                    <a:cubicBezTo>
                      <a:pt x="12553" y="21885"/>
                      <a:pt x="8483" y="19332"/>
                      <a:pt x="3996" y="9922"/>
                    </a:cubicBezTo>
                    <a:close/>
                  </a:path>
                </a:pathLst>
              </a:custGeom>
              <a:solidFill>
                <a:srgbClr val="B9B9B9"/>
              </a:solidFill>
              <a:ln w="5163" cap="flat">
                <a:noFill/>
                <a:prstDash val="solid"/>
                <a:miter/>
              </a:ln>
            </p:spPr>
            <p:txBody>
              <a:bodyPr/>
              <a:lstStyle/>
              <a:p>
                <a:endParaRPr lang="es-419" noProof="0" dirty="0"/>
              </a:p>
            </p:txBody>
          </p:sp>
          <p:sp>
            <p:nvSpPr>
              <p:cNvPr id="96" name="Forma libre: forma 95">
                <a:extLst>
                  <a:ext uri="{FF2B5EF4-FFF2-40B4-BE49-F238E27FC236}">
                    <a16:creationId xmlns:a16="http://schemas.microsoft.com/office/drawing/2014/main" id="{AE3BA985-72FC-3912-0435-F9DFC349CFA6}"/>
                  </a:ext>
                </a:extLst>
              </p:cNvPr>
              <p:cNvSpPr/>
              <p:nvPr/>
            </p:nvSpPr>
            <p:spPr>
              <a:xfrm>
                <a:off x="499513" y="1824179"/>
                <a:ext cx="16487" cy="10786"/>
              </a:xfrm>
              <a:custGeom>
                <a:avLst/>
                <a:gdLst>
                  <a:gd name="csX0" fmla="*/ 5790 w 16487"/>
                  <a:gd name="csY0" fmla="*/ 5576 h 10786"/>
                  <a:gd name="csX1" fmla="*/ 4501 w 16487"/>
                  <a:gd name="csY1" fmla="*/ 936 h 10786"/>
                  <a:gd name="csX2" fmla="*/ 15719 w 16487"/>
                  <a:gd name="csY2" fmla="*/ 10646 h 10786"/>
                  <a:gd name="csX3" fmla="*/ 5790 w 16487"/>
                  <a:gd name="csY3" fmla="*/ 5576 h 10786"/>
                </a:gdLst>
                <a:ahLst/>
                <a:cxnLst>
                  <a:cxn ang="0">
                    <a:pos x="csX0" y="csY0"/>
                  </a:cxn>
                  <a:cxn ang="0">
                    <a:pos x="csX1" y="csY1"/>
                  </a:cxn>
                  <a:cxn ang="0">
                    <a:pos x="csX2" y="csY2"/>
                  </a:cxn>
                  <a:cxn ang="0">
                    <a:pos x="csX3" y="csY3"/>
                  </a:cxn>
                </a:cxnLst>
                <a:rect l="l" t="t" r="r" b="b"/>
                <a:pathLst>
                  <a:path w="16487" h="10786">
                    <a:moveTo>
                      <a:pt x="5790" y="5576"/>
                    </a:moveTo>
                    <a:cubicBezTo>
                      <a:pt x="-1676" y="-615"/>
                      <a:pt x="-1722" y="-781"/>
                      <a:pt x="4501" y="936"/>
                    </a:cubicBezTo>
                    <a:cubicBezTo>
                      <a:pt x="12209" y="3063"/>
                      <a:pt x="18782" y="8753"/>
                      <a:pt x="15719" y="10646"/>
                    </a:cubicBezTo>
                    <a:cubicBezTo>
                      <a:pt x="14517" y="11389"/>
                      <a:pt x="10049" y="9107"/>
                      <a:pt x="5790" y="5576"/>
                    </a:cubicBezTo>
                    <a:close/>
                  </a:path>
                </a:pathLst>
              </a:custGeom>
              <a:solidFill>
                <a:srgbClr val="B9B9B9"/>
              </a:solidFill>
              <a:ln w="5163" cap="flat">
                <a:noFill/>
                <a:prstDash val="solid"/>
                <a:miter/>
              </a:ln>
            </p:spPr>
            <p:txBody>
              <a:bodyPr/>
              <a:lstStyle/>
              <a:p>
                <a:endParaRPr lang="es-419" noProof="0" dirty="0"/>
              </a:p>
            </p:txBody>
          </p:sp>
          <p:sp>
            <p:nvSpPr>
              <p:cNvPr id="97" name="Forma libre: forma 96">
                <a:extLst>
                  <a:ext uri="{FF2B5EF4-FFF2-40B4-BE49-F238E27FC236}">
                    <a16:creationId xmlns:a16="http://schemas.microsoft.com/office/drawing/2014/main" id="{F33CDB75-5A3D-6E98-5980-F55BC5577721}"/>
                  </a:ext>
                </a:extLst>
              </p:cNvPr>
              <p:cNvSpPr/>
              <p:nvPr/>
            </p:nvSpPr>
            <p:spPr>
              <a:xfrm>
                <a:off x="478303" y="1760241"/>
                <a:ext cx="17819" cy="62484"/>
              </a:xfrm>
              <a:custGeom>
                <a:avLst/>
                <a:gdLst>
                  <a:gd name="csX0" fmla="*/ 12817 w 17819"/>
                  <a:gd name="csY0" fmla="*/ 59663 h 62484"/>
                  <a:gd name="csX1" fmla="*/ 8906 w 17819"/>
                  <a:gd name="csY1" fmla="*/ 49920 h 62484"/>
                  <a:gd name="csX2" fmla="*/ 3768 w 17819"/>
                  <a:gd name="csY2" fmla="*/ 41934 h 62484"/>
                  <a:gd name="csX3" fmla="*/ 2261 w 17819"/>
                  <a:gd name="csY3" fmla="*/ 33152 h 62484"/>
                  <a:gd name="csX4" fmla="*/ 8278 w 17819"/>
                  <a:gd name="csY4" fmla="*/ 19635 h 62484"/>
                  <a:gd name="csX5" fmla="*/ 14954 w 17819"/>
                  <a:gd name="csY5" fmla="*/ 4146 h 62484"/>
                  <a:gd name="csX6" fmla="*/ 16371 w 17819"/>
                  <a:gd name="csY6" fmla="*/ 6727 h 62484"/>
                  <a:gd name="csX7" fmla="*/ 10951 w 17819"/>
                  <a:gd name="csY7" fmla="*/ 23219 h 62484"/>
                  <a:gd name="csX8" fmla="*/ 9971 w 17819"/>
                  <a:gd name="csY8" fmla="*/ 36893 h 62484"/>
                  <a:gd name="csX9" fmla="*/ 12803 w 17819"/>
                  <a:gd name="csY9" fmla="*/ 48926 h 62484"/>
                  <a:gd name="csX10" fmla="*/ 15858 w 17819"/>
                  <a:gd name="csY10" fmla="*/ 57797 h 62484"/>
                  <a:gd name="csX11" fmla="*/ 17517 w 17819"/>
                  <a:gd name="csY11" fmla="*/ 62248 h 62484"/>
                  <a:gd name="csX12" fmla="*/ 12817 w 17819"/>
                  <a:gd name="csY12" fmla="*/ 59663 h 624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7819" h="62484">
                    <a:moveTo>
                      <a:pt x="12817" y="59663"/>
                    </a:moveTo>
                    <a:cubicBezTo>
                      <a:pt x="10999" y="57473"/>
                      <a:pt x="9240" y="53089"/>
                      <a:pt x="8906" y="49920"/>
                    </a:cubicBezTo>
                    <a:cubicBezTo>
                      <a:pt x="7921" y="40559"/>
                      <a:pt x="7808" y="40384"/>
                      <a:pt x="3768" y="41934"/>
                    </a:cubicBezTo>
                    <a:cubicBezTo>
                      <a:pt x="-606" y="43612"/>
                      <a:pt x="-1257" y="39820"/>
                      <a:pt x="2261" y="33152"/>
                    </a:cubicBezTo>
                    <a:cubicBezTo>
                      <a:pt x="3561" y="30687"/>
                      <a:pt x="6269" y="24604"/>
                      <a:pt x="8278" y="19635"/>
                    </a:cubicBezTo>
                    <a:cubicBezTo>
                      <a:pt x="10287" y="14665"/>
                      <a:pt x="13291" y="7695"/>
                      <a:pt x="14954" y="4146"/>
                    </a:cubicBezTo>
                    <a:cubicBezTo>
                      <a:pt x="17758" y="-1839"/>
                      <a:pt x="17861" y="-1651"/>
                      <a:pt x="16371" y="6727"/>
                    </a:cubicBezTo>
                    <a:cubicBezTo>
                      <a:pt x="15486" y="11697"/>
                      <a:pt x="13047" y="19118"/>
                      <a:pt x="10951" y="23219"/>
                    </a:cubicBezTo>
                    <a:cubicBezTo>
                      <a:pt x="8012" y="28966"/>
                      <a:pt x="7787" y="32101"/>
                      <a:pt x="9971" y="36893"/>
                    </a:cubicBezTo>
                    <a:cubicBezTo>
                      <a:pt x="11529" y="40313"/>
                      <a:pt x="12803" y="45728"/>
                      <a:pt x="12803" y="48926"/>
                    </a:cubicBezTo>
                    <a:cubicBezTo>
                      <a:pt x="12803" y="52125"/>
                      <a:pt x="14178" y="56117"/>
                      <a:pt x="15858" y="57797"/>
                    </a:cubicBezTo>
                    <a:cubicBezTo>
                      <a:pt x="17538" y="59477"/>
                      <a:pt x="18285" y="61480"/>
                      <a:pt x="17517" y="62248"/>
                    </a:cubicBezTo>
                    <a:cubicBezTo>
                      <a:pt x="16749" y="63016"/>
                      <a:pt x="14634" y="61852"/>
                      <a:pt x="12817" y="59663"/>
                    </a:cubicBezTo>
                    <a:close/>
                  </a:path>
                </a:pathLst>
              </a:custGeom>
              <a:solidFill>
                <a:srgbClr val="B9B9B9"/>
              </a:solidFill>
              <a:ln w="5163" cap="flat">
                <a:noFill/>
                <a:prstDash val="solid"/>
                <a:miter/>
              </a:ln>
            </p:spPr>
            <p:txBody>
              <a:bodyPr/>
              <a:lstStyle/>
              <a:p>
                <a:endParaRPr lang="es-419" noProof="0" dirty="0"/>
              </a:p>
            </p:txBody>
          </p:sp>
          <p:sp>
            <p:nvSpPr>
              <p:cNvPr id="98" name="Forma libre: forma 97">
                <a:extLst>
                  <a:ext uri="{FF2B5EF4-FFF2-40B4-BE49-F238E27FC236}">
                    <a16:creationId xmlns:a16="http://schemas.microsoft.com/office/drawing/2014/main" id="{9657A433-2495-1E92-F0FE-994D803AE96A}"/>
                  </a:ext>
                </a:extLst>
              </p:cNvPr>
              <p:cNvSpPr/>
              <p:nvPr/>
            </p:nvSpPr>
            <p:spPr>
              <a:xfrm>
                <a:off x="610272" y="1785879"/>
                <a:ext cx="19431" cy="24201"/>
              </a:xfrm>
              <a:custGeom>
                <a:avLst/>
                <a:gdLst>
                  <a:gd name="csX0" fmla="*/ 12977 w 19431"/>
                  <a:gd name="csY0" fmla="*/ 20895 h 24201"/>
                  <a:gd name="csX1" fmla="*/ 7325 w 19431"/>
                  <a:gd name="csY1" fmla="*/ 14059 h 24201"/>
                  <a:gd name="csX2" fmla="*/ 3038 w 19431"/>
                  <a:gd name="csY2" fmla="*/ 6445 h 24201"/>
                  <a:gd name="csX3" fmla="*/ 7745 w 19431"/>
                  <a:gd name="csY3" fmla="*/ 1409 h 24201"/>
                  <a:gd name="csX4" fmla="*/ 17054 w 19431"/>
                  <a:gd name="csY4" fmla="*/ 13612 h 24201"/>
                  <a:gd name="csX5" fmla="*/ 19347 w 19431"/>
                  <a:gd name="csY5" fmla="*/ 24137 h 24201"/>
                  <a:gd name="csX6" fmla="*/ 12977 w 19431"/>
                  <a:gd name="csY6" fmla="*/ 20895 h 24201"/>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9431" h="24201">
                    <a:moveTo>
                      <a:pt x="12977" y="20895"/>
                    </a:moveTo>
                    <a:cubicBezTo>
                      <a:pt x="9869" y="18718"/>
                      <a:pt x="7325" y="15642"/>
                      <a:pt x="7325" y="14059"/>
                    </a:cubicBezTo>
                    <a:cubicBezTo>
                      <a:pt x="7325" y="12477"/>
                      <a:pt x="5396" y="9050"/>
                      <a:pt x="3038" y="6445"/>
                    </a:cubicBezTo>
                    <a:cubicBezTo>
                      <a:pt x="-2384" y="453"/>
                      <a:pt x="-388" y="-1683"/>
                      <a:pt x="7745" y="1409"/>
                    </a:cubicBezTo>
                    <a:cubicBezTo>
                      <a:pt x="11871" y="2978"/>
                      <a:pt x="15083" y="7189"/>
                      <a:pt x="17054" y="13612"/>
                    </a:cubicBezTo>
                    <a:cubicBezTo>
                      <a:pt x="18710" y="19007"/>
                      <a:pt x="19742" y="23743"/>
                      <a:pt x="19347" y="24137"/>
                    </a:cubicBezTo>
                    <a:cubicBezTo>
                      <a:pt x="18953" y="24532"/>
                      <a:pt x="16086" y="23073"/>
                      <a:pt x="12977" y="20895"/>
                    </a:cubicBezTo>
                    <a:close/>
                  </a:path>
                </a:pathLst>
              </a:custGeom>
              <a:solidFill>
                <a:srgbClr val="B9B9B9"/>
              </a:solidFill>
              <a:ln w="5163" cap="flat">
                <a:noFill/>
                <a:prstDash val="solid"/>
                <a:miter/>
              </a:ln>
            </p:spPr>
            <p:txBody>
              <a:bodyPr/>
              <a:lstStyle/>
              <a:p>
                <a:endParaRPr lang="es-419" noProof="0" dirty="0"/>
              </a:p>
            </p:txBody>
          </p:sp>
          <p:sp>
            <p:nvSpPr>
              <p:cNvPr id="99" name="Forma libre: forma 98">
                <a:extLst>
                  <a:ext uri="{FF2B5EF4-FFF2-40B4-BE49-F238E27FC236}">
                    <a16:creationId xmlns:a16="http://schemas.microsoft.com/office/drawing/2014/main" id="{302E32C7-CA39-CA80-E522-3BEA240C5E04}"/>
                  </a:ext>
                </a:extLst>
              </p:cNvPr>
              <p:cNvSpPr/>
              <p:nvPr/>
            </p:nvSpPr>
            <p:spPr>
              <a:xfrm>
                <a:off x="615016" y="1765374"/>
                <a:ext cx="5162" cy="6756"/>
              </a:xfrm>
              <a:custGeom>
                <a:avLst/>
                <a:gdLst>
                  <a:gd name="csX0" fmla="*/ 0 w 5162"/>
                  <a:gd name="csY0" fmla="*/ 4328 h 6756"/>
                  <a:gd name="csX1" fmla="*/ 2581 w 5162"/>
                  <a:gd name="csY1" fmla="*/ 303 h 6756"/>
                  <a:gd name="csX2" fmla="*/ 5163 w 5162"/>
                  <a:gd name="csY2" fmla="*/ 2732 h 6756"/>
                  <a:gd name="csX3" fmla="*/ 2581 w 5162"/>
                  <a:gd name="csY3" fmla="*/ 6757 h 6756"/>
                  <a:gd name="csX4" fmla="*/ 0 w 5162"/>
                  <a:gd name="csY4" fmla="*/ 4328 h 6756"/>
                </a:gdLst>
                <a:ahLst/>
                <a:cxnLst>
                  <a:cxn ang="0">
                    <a:pos x="csX0" y="csY0"/>
                  </a:cxn>
                  <a:cxn ang="0">
                    <a:pos x="csX1" y="csY1"/>
                  </a:cxn>
                  <a:cxn ang="0">
                    <a:pos x="csX2" y="csY2"/>
                  </a:cxn>
                  <a:cxn ang="0">
                    <a:pos x="csX3" y="csY3"/>
                  </a:cxn>
                  <a:cxn ang="0">
                    <a:pos x="csX4" y="csY4"/>
                  </a:cxn>
                </a:cxnLst>
                <a:rect l="l" t="t" r="r" b="b"/>
                <a:pathLst>
                  <a:path w="5162" h="6756">
                    <a:moveTo>
                      <a:pt x="0" y="4328"/>
                    </a:moveTo>
                    <a:cubicBezTo>
                      <a:pt x="0" y="2992"/>
                      <a:pt x="1162" y="1181"/>
                      <a:pt x="2581" y="303"/>
                    </a:cubicBezTo>
                    <a:cubicBezTo>
                      <a:pt x="4001" y="-574"/>
                      <a:pt x="5163" y="519"/>
                      <a:pt x="5163" y="2732"/>
                    </a:cubicBezTo>
                    <a:cubicBezTo>
                      <a:pt x="5163" y="4946"/>
                      <a:pt x="4001" y="6757"/>
                      <a:pt x="2581" y="6757"/>
                    </a:cubicBezTo>
                    <a:cubicBezTo>
                      <a:pt x="1162" y="6757"/>
                      <a:pt x="0" y="5664"/>
                      <a:pt x="0" y="4328"/>
                    </a:cubicBezTo>
                    <a:close/>
                  </a:path>
                </a:pathLst>
              </a:custGeom>
              <a:solidFill>
                <a:srgbClr val="B9B9B9"/>
              </a:solidFill>
              <a:ln w="5163" cap="flat">
                <a:noFill/>
                <a:prstDash val="solid"/>
                <a:miter/>
              </a:ln>
            </p:spPr>
            <p:txBody>
              <a:bodyPr/>
              <a:lstStyle/>
              <a:p>
                <a:endParaRPr lang="es-419" noProof="0" dirty="0"/>
              </a:p>
            </p:txBody>
          </p:sp>
          <p:sp>
            <p:nvSpPr>
              <p:cNvPr id="100" name="Forma libre: forma 99">
                <a:extLst>
                  <a:ext uri="{FF2B5EF4-FFF2-40B4-BE49-F238E27FC236}">
                    <a16:creationId xmlns:a16="http://schemas.microsoft.com/office/drawing/2014/main" id="{8C8C6174-39E2-EBE4-263C-B077C697A927}"/>
                  </a:ext>
                </a:extLst>
              </p:cNvPr>
              <p:cNvSpPr/>
              <p:nvPr/>
            </p:nvSpPr>
            <p:spPr>
              <a:xfrm>
                <a:off x="496444" y="1737058"/>
                <a:ext cx="4812" cy="15975"/>
              </a:xfrm>
              <a:custGeom>
                <a:avLst/>
                <a:gdLst>
                  <a:gd name="csX0" fmla="*/ 6 w 4812"/>
                  <a:gd name="csY0" fmla="*/ 12637 h 15975"/>
                  <a:gd name="csX1" fmla="*/ 2406 w 4812"/>
                  <a:gd name="csY1" fmla="*/ 2804 h 15975"/>
                  <a:gd name="csX2" fmla="*/ 4806 w 4812"/>
                  <a:gd name="csY2" fmla="*/ 5879 h 15975"/>
                  <a:gd name="csX3" fmla="*/ 2406 w 4812"/>
                  <a:gd name="csY3" fmla="*/ 15712 h 15975"/>
                  <a:gd name="csX4" fmla="*/ 6 w 4812"/>
                  <a:gd name="csY4" fmla="*/ 12637 h 15975"/>
                </a:gdLst>
                <a:ahLst/>
                <a:cxnLst>
                  <a:cxn ang="0">
                    <a:pos x="csX0" y="csY0"/>
                  </a:cxn>
                  <a:cxn ang="0">
                    <a:pos x="csX1" y="csY1"/>
                  </a:cxn>
                  <a:cxn ang="0">
                    <a:pos x="csX2" y="csY2"/>
                  </a:cxn>
                  <a:cxn ang="0">
                    <a:pos x="csX3" y="csY3"/>
                  </a:cxn>
                  <a:cxn ang="0">
                    <a:pos x="csX4" y="csY4"/>
                  </a:cxn>
                </a:cxnLst>
                <a:rect l="l" t="t" r="r" b="b"/>
                <a:pathLst>
                  <a:path w="4812" h="15975">
                    <a:moveTo>
                      <a:pt x="6" y="12637"/>
                    </a:moveTo>
                    <a:cubicBezTo>
                      <a:pt x="106" y="10069"/>
                      <a:pt x="1186" y="5644"/>
                      <a:pt x="2406" y="2804"/>
                    </a:cubicBezTo>
                    <a:cubicBezTo>
                      <a:pt x="4277" y="-1548"/>
                      <a:pt x="4653" y="-1065"/>
                      <a:pt x="4806" y="5879"/>
                    </a:cubicBezTo>
                    <a:cubicBezTo>
                      <a:pt x="4906" y="10409"/>
                      <a:pt x="3826" y="14834"/>
                      <a:pt x="2406" y="15712"/>
                    </a:cubicBezTo>
                    <a:cubicBezTo>
                      <a:pt x="987" y="16589"/>
                      <a:pt x="-93" y="15206"/>
                      <a:pt x="6" y="12637"/>
                    </a:cubicBezTo>
                    <a:close/>
                  </a:path>
                </a:pathLst>
              </a:custGeom>
              <a:solidFill>
                <a:srgbClr val="B9B9B9"/>
              </a:solidFill>
              <a:ln w="5163" cap="flat">
                <a:noFill/>
                <a:prstDash val="solid"/>
                <a:miter/>
              </a:ln>
            </p:spPr>
            <p:txBody>
              <a:bodyPr/>
              <a:lstStyle/>
              <a:p>
                <a:endParaRPr lang="es-419" noProof="0" dirty="0"/>
              </a:p>
            </p:txBody>
          </p:sp>
          <p:sp>
            <p:nvSpPr>
              <p:cNvPr id="101" name="Forma libre: forma 100">
                <a:extLst>
                  <a:ext uri="{FF2B5EF4-FFF2-40B4-BE49-F238E27FC236}">
                    <a16:creationId xmlns:a16="http://schemas.microsoft.com/office/drawing/2014/main" id="{A19EF074-0034-624B-9C1D-01452D3D7311}"/>
                  </a:ext>
                </a:extLst>
              </p:cNvPr>
              <p:cNvSpPr/>
              <p:nvPr/>
            </p:nvSpPr>
            <p:spPr>
              <a:xfrm>
                <a:off x="610293" y="1727161"/>
                <a:ext cx="5615" cy="11379"/>
              </a:xfrm>
              <a:custGeom>
                <a:avLst/>
                <a:gdLst>
                  <a:gd name="csX0" fmla="*/ 427 w 5615"/>
                  <a:gd name="csY0" fmla="*/ 7365 h 11379"/>
                  <a:gd name="csX1" fmla="*/ 1464 w 5615"/>
                  <a:gd name="csY1" fmla="*/ 731 h 11379"/>
                  <a:gd name="csX2" fmla="*/ 5321 w 5615"/>
                  <a:gd name="csY2" fmla="*/ 4777 h 11379"/>
                  <a:gd name="csX3" fmla="*/ 427 w 5615"/>
                  <a:gd name="csY3" fmla="*/ 7365 h 11379"/>
                </a:gdLst>
                <a:ahLst/>
                <a:cxnLst>
                  <a:cxn ang="0">
                    <a:pos x="csX0" y="csY0"/>
                  </a:cxn>
                  <a:cxn ang="0">
                    <a:pos x="csX1" y="csY1"/>
                  </a:cxn>
                  <a:cxn ang="0">
                    <a:pos x="csX2" y="csY2"/>
                  </a:cxn>
                  <a:cxn ang="0">
                    <a:pos x="csX3" y="csY3"/>
                  </a:cxn>
                </a:cxnLst>
                <a:rect l="l" t="t" r="r" b="b"/>
                <a:pathLst>
                  <a:path w="5615" h="11379">
                    <a:moveTo>
                      <a:pt x="427" y="7365"/>
                    </a:moveTo>
                    <a:cubicBezTo>
                      <a:pt x="-426" y="5140"/>
                      <a:pt x="40" y="2155"/>
                      <a:pt x="1464" y="731"/>
                    </a:cubicBezTo>
                    <a:cubicBezTo>
                      <a:pt x="3194" y="-1000"/>
                      <a:pt x="4473" y="341"/>
                      <a:pt x="5321" y="4777"/>
                    </a:cubicBezTo>
                    <a:cubicBezTo>
                      <a:pt x="6696" y="11973"/>
                      <a:pt x="2955" y="13952"/>
                      <a:pt x="427" y="7365"/>
                    </a:cubicBezTo>
                    <a:close/>
                  </a:path>
                </a:pathLst>
              </a:custGeom>
              <a:solidFill>
                <a:srgbClr val="B9B9B9"/>
              </a:solidFill>
              <a:ln w="5163" cap="flat">
                <a:noFill/>
                <a:prstDash val="solid"/>
                <a:miter/>
              </a:ln>
            </p:spPr>
            <p:txBody>
              <a:bodyPr/>
              <a:lstStyle/>
              <a:p>
                <a:endParaRPr lang="es-419" noProof="0" dirty="0"/>
              </a:p>
            </p:txBody>
          </p:sp>
          <p:sp>
            <p:nvSpPr>
              <p:cNvPr id="102" name="Forma libre: forma 101">
                <a:extLst>
                  <a:ext uri="{FF2B5EF4-FFF2-40B4-BE49-F238E27FC236}">
                    <a16:creationId xmlns:a16="http://schemas.microsoft.com/office/drawing/2014/main" id="{7CF671E8-00D7-E5C5-A738-D6723BCCF667}"/>
                  </a:ext>
                </a:extLst>
              </p:cNvPr>
              <p:cNvSpPr/>
              <p:nvPr/>
            </p:nvSpPr>
            <p:spPr>
              <a:xfrm>
                <a:off x="589201" y="1723083"/>
                <a:ext cx="5162" cy="7744"/>
              </a:xfrm>
              <a:custGeom>
                <a:avLst/>
                <a:gdLst>
                  <a:gd name="csX0" fmla="*/ 0 w 5162"/>
                  <a:gd name="csY0" fmla="*/ 3872 h 7744"/>
                  <a:gd name="csX1" fmla="*/ 2581 w 5162"/>
                  <a:gd name="csY1" fmla="*/ 0 h 7744"/>
                  <a:gd name="csX2" fmla="*/ 5163 w 5162"/>
                  <a:gd name="csY2" fmla="*/ 3872 h 7744"/>
                  <a:gd name="csX3" fmla="*/ 2581 w 5162"/>
                  <a:gd name="csY3" fmla="*/ 7744 h 7744"/>
                  <a:gd name="csX4" fmla="*/ 0 w 5162"/>
                  <a:gd name="csY4" fmla="*/ 3872 h 7744"/>
                </a:gdLst>
                <a:ahLst/>
                <a:cxnLst>
                  <a:cxn ang="0">
                    <a:pos x="csX0" y="csY0"/>
                  </a:cxn>
                  <a:cxn ang="0">
                    <a:pos x="csX1" y="csY1"/>
                  </a:cxn>
                  <a:cxn ang="0">
                    <a:pos x="csX2" y="csY2"/>
                  </a:cxn>
                  <a:cxn ang="0">
                    <a:pos x="csX3" y="csY3"/>
                  </a:cxn>
                  <a:cxn ang="0">
                    <a:pos x="csX4" y="csY4"/>
                  </a:cxn>
                </a:cxnLst>
                <a:rect l="l" t="t" r="r" b="b"/>
                <a:pathLst>
                  <a:path w="5162" h="7744">
                    <a:moveTo>
                      <a:pt x="0" y="3872"/>
                    </a:moveTo>
                    <a:cubicBezTo>
                      <a:pt x="0" y="1742"/>
                      <a:pt x="1162" y="0"/>
                      <a:pt x="2581" y="0"/>
                    </a:cubicBezTo>
                    <a:cubicBezTo>
                      <a:pt x="4001" y="0"/>
                      <a:pt x="5163" y="1742"/>
                      <a:pt x="5163" y="3872"/>
                    </a:cubicBezTo>
                    <a:cubicBezTo>
                      <a:pt x="5163" y="6002"/>
                      <a:pt x="4001" y="7744"/>
                      <a:pt x="2581" y="7744"/>
                    </a:cubicBezTo>
                    <a:cubicBezTo>
                      <a:pt x="1162" y="7744"/>
                      <a:pt x="0" y="6002"/>
                      <a:pt x="0" y="3872"/>
                    </a:cubicBezTo>
                    <a:close/>
                  </a:path>
                </a:pathLst>
              </a:custGeom>
              <a:solidFill>
                <a:srgbClr val="B9B9B9"/>
              </a:solidFill>
              <a:ln w="5163" cap="flat">
                <a:noFill/>
                <a:prstDash val="solid"/>
                <a:miter/>
              </a:ln>
            </p:spPr>
            <p:txBody>
              <a:bodyPr/>
              <a:lstStyle/>
              <a:p>
                <a:endParaRPr lang="es-419" noProof="0" dirty="0"/>
              </a:p>
            </p:txBody>
          </p:sp>
          <p:sp>
            <p:nvSpPr>
              <p:cNvPr id="103" name="Forma libre: forma 102">
                <a:extLst>
                  <a:ext uri="{FF2B5EF4-FFF2-40B4-BE49-F238E27FC236}">
                    <a16:creationId xmlns:a16="http://schemas.microsoft.com/office/drawing/2014/main" id="{028509EC-5AF2-C4E6-596D-626486CF0F89}"/>
                  </a:ext>
                </a:extLst>
              </p:cNvPr>
              <p:cNvSpPr/>
              <p:nvPr/>
            </p:nvSpPr>
            <p:spPr>
              <a:xfrm>
                <a:off x="576294" y="1689525"/>
                <a:ext cx="15348" cy="20423"/>
              </a:xfrm>
              <a:custGeom>
                <a:avLst/>
                <a:gdLst>
                  <a:gd name="csX0" fmla="*/ 0 w 15348"/>
                  <a:gd name="csY0" fmla="*/ 17942 h 20423"/>
                  <a:gd name="csX1" fmla="*/ 11683 w 15348"/>
                  <a:gd name="csY1" fmla="*/ 0 h 20423"/>
                  <a:gd name="csX2" fmla="*/ 8918 w 15348"/>
                  <a:gd name="csY2" fmla="*/ 14081 h 20423"/>
                  <a:gd name="csX3" fmla="*/ 0 w 15348"/>
                  <a:gd name="csY3" fmla="*/ 17942 h 20423"/>
                </a:gdLst>
                <a:ahLst/>
                <a:cxnLst>
                  <a:cxn ang="0">
                    <a:pos x="csX0" y="csY0"/>
                  </a:cxn>
                  <a:cxn ang="0">
                    <a:pos x="csX1" y="csY1"/>
                  </a:cxn>
                  <a:cxn ang="0">
                    <a:pos x="csX2" y="csY2"/>
                  </a:cxn>
                  <a:cxn ang="0">
                    <a:pos x="csX3" y="csY3"/>
                  </a:cxn>
                </a:cxnLst>
                <a:rect l="l" t="t" r="r" b="b"/>
                <a:pathLst>
                  <a:path w="15348" h="20423">
                    <a:moveTo>
                      <a:pt x="0" y="17942"/>
                    </a:moveTo>
                    <a:cubicBezTo>
                      <a:pt x="0" y="12328"/>
                      <a:pt x="8027" y="0"/>
                      <a:pt x="11683" y="0"/>
                    </a:cubicBezTo>
                    <a:cubicBezTo>
                      <a:pt x="17539" y="0"/>
                      <a:pt x="16205" y="6793"/>
                      <a:pt x="8918" y="14081"/>
                    </a:cubicBezTo>
                    <a:cubicBezTo>
                      <a:pt x="1711" y="21287"/>
                      <a:pt x="0" y="22028"/>
                      <a:pt x="0" y="17942"/>
                    </a:cubicBezTo>
                    <a:close/>
                  </a:path>
                </a:pathLst>
              </a:custGeom>
              <a:solidFill>
                <a:srgbClr val="B9B9B9"/>
              </a:solidFill>
              <a:ln w="5163" cap="flat">
                <a:noFill/>
                <a:prstDash val="solid"/>
                <a:miter/>
              </a:ln>
            </p:spPr>
            <p:txBody>
              <a:bodyPr/>
              <a:lstStyle/>
              <a:p>
                <a:endParaRPr lang="es-419" noProof="0" dirty="0"/>
              </a:p>
            </p:txBody>
          </p:sp>
        </p:grpSp>
        <p:sp>
          <p:nvSpPr>
            <p:cNvPr id="104" name="Forma libre: forma 103">
              <a:extLst>
                <a:ext uri="{FF2B5EF4-FFF2-40B4-BE49-F238E27FC236}">
                  <a16:creationId xmlns:a16="http://schemas.microsoft.com/office/drawing/2014/main" id="{3A092B8E-DF5B-E75E-3FA7-738B2CF27380}"/>
                </a:ext>
              </a:extLst>
            </p:cNvPr>
            <p:cNvSpPr/>
            <p:nvPr/>
          </p:nvSpPr>
          <p:spPr>
            <a:xfrm>
              <a:off x="516921" y="1569184"/>
              <a:ext cx="5162" cy="6756"/>
            </a:xfrm>
            <a:custGeom>
              <a:avLst/>
              <a:gdLst>
                <a:gd name="csX0" fmla="*/ 0 w 5162"/>
                <a:gd name="csY0" fmla="*/ 2732 h 6756"/>
                <a:gd name="csX1" fmla="*/ 2581 w 5162"/>
                <a:gd name="csY1" fmla="*/ 303 h 6756"/>
                <a:gd name="csX2" fmla="*/ 5163 w 5162"/>
                <a:gd name="csY2" fmla="*/ 4328 h 6756"/>
                <a:gd name="csX3" fmla="*/ 2581 w 5162"/>
                <a:gd name="csY3" fmla="*/ 6757 h 6756"/>
                <a:gd name="csX4" fmla="*/ 0 w 5162"/>
                <a:gd name="csY4" fmla="*/ 2732 h 6756"/>
              </a:gdLst>
              <a:ahLst/>
              <a:cxnLst>
                <a:cxn ang="0">
                  <a:pos x="csX0" y="csY0"/>
                </a:cxn>
                <a:cxn ang="0">
                  <a:pos x="csX1" y="csY1"/>
                </a:cxn>
                <a:cxn ang="0">
                  <a:pos x="csX2" y="csY2"/>
                </a:cxn>
                <a:cxn ang="0">
                  <a:pos x="csX3" y="csY3"/>
                </a:cxn>
                <a:cxn ang="0">
                  <a:pos x="csX4" y="csY4"/>
                </a:cxn>
              </a:cxnLst>
              <a:rect l="l" t="t" r="r" b="b"/>
              <a:pathLst>
                <a:path w="5162" h="6756">
                  <a:moveTo>
                    <a:pt x="0" y="2732"/>
                  </a:moveTo>
                  <a:cubicBezTo>
                    <a:pt x="0" y="519"/>
                    <a:pt x="1162" y="-574"/>
                    <a:pt x="2581" y="303"/>
                  </a:cubicBezTo>
                  <a:cubicBezTo>
                    <a:pt x="4001" y="1181"/>
                    <a:pt x="5163" y="2992"/>
                    <a:pt x="5163" y="4328"/>
                  </a:cubicBezTo>
                  <a:cubicBezTo>
                    <a:pt x="5163" y="5664"/>
                    <a:pt x="4001" y="6757"/>
                    <a:pt x="2581" y="6757"/>
                  </a:cubicBezTo>
                  <a:cubicBezTo>
                    <a:pt x="1162" y="6757"/>
                    <a:pt x="0" y="4946"/>
                    <a:pt x="0" y="2732"/>
                  </a:cubicBezTo>
                  <a:close/>
                </a:path>
              </a:pathLst>
            </a:custGeom>
            <a:solidFill>
              <a:srgbClr val="B9B9B9"/>
            </a:solidFill>
            <a:ln w="5163" cap="flat">
              <a:noFill/>
              <a:prstDash val="solid"/>
              <a:miter/>
            </a:ln>
          </p:spPr>
          <p:txBody>
            <a:bodyPr/>
            <a:lstStyle/>
            <a:p>
              <a:endParaRPr lang="es-419" noProof="0" dirty="0"/>
            </a:p>
          </p:txBody>
        </p:sp>
      </p:grpSp>
      <p:sp>
        <p:nvSpPr>
          <p:cNvPr id="105" name="Forma libre: forma 104">
            <a:extLst>
              <a:ext uri="{FF2B5EF4-FFF2-40B4-BE49-F238E27FC236}">
                <a16:creationId xmlns:a16="http://schemas.microsoft.com/office/drawing/2014/main" id="{4D9317E1-17BF-01F5-7586-FE85391BA4D6}"/>
              </a:ext>
            </a:extLst>
          </p:cNvPr>
          <p:cNvSpPr/>
          <p:nvPr/>
        </p:nvSpPr>
        <p:spPr>
          <a:xfrm>
            <a:off x="466238" y="1431499"/>
            <a:ext cx="11558" cy="7543"/>
          </a:xfrm>
          <a:custGeom>
            <a:avLst/>
            <a:gdLst>
              <a:gd name="csX0" fmla="*/ 1635 w 11558"/>
              <a:gd name="csY0" fmla="*/ 3752 h 7543"/>
              <a:gd name="csX1" fmla="*/ 8241 w 11558"/>
              <a:gd name="csY1" fmla="*/ 3670 h 7543"/>
              <a:gd name="csX2" fmla="*/ 9050 w 11558"/>
              <a:gd name="csY2" fmla="*/ 7542 h 7543"/>
              <a:gd name="csX3" fmla="*/ 1635 w 11558"/>
              <a:gd name="csY3" fmla="*/ 3752 h 7543"/>
            </a:gdLst>
            <a:ahLst/>
            <a:cxnLst>
              <a:cxn ang="0">
                <a:pos x="csX0" y="csY0"/>
              </a:cxn>
              <a:cxn ang="0">
                <a:pos x="csX1" y="csY1"/>
              </a:cxn>
              <a:cxn ang="0">
                <a:pos x="csX2" y="csY2"/>
              </a:cxn>
              <a:cxn ang="0">
                <a:pos x="csX3" y="csY3"/>
              </a:cxn>
            </a:cxnLst>
            <a:rect l="l" t="t" r="r" b="b"/>
            <a:pathLst>
              <a:path w="11558" h="7543">
                <a:moveTo>
                  <a:pt x="1635" y="3752"/>
                </a:moveTo>
                <a:cubicBezTo>
                  <a:pt x="-2484" y="-1211"/>
                  <a:pt x="1718" y="-1263"/>
                  <a:pt x="8241" y="3670"/>
                </a:cubicBezTo>
                <a:cubicBezTo>
                  <a:pt x="12450" y="6854"/>
                  <a:pt x="12580" y="7473"/>
                  <a:pt x="9050" y="7542"/>
                </a:cubicBezTo>
                <a:cubicBezTo>
                  <a:pt x="6739" y="7587"/>
                  <a:pt x="3403" y="5882"/>
                  <a:pt x="1635" y="3752"/>
                </a:cubicBezTo>
                <a:close/>
              </a:path>
            </a:pathLst>
          </a:custGeom>
          <a:solidFill>
            <a:srgbClr val="B9B9B9"/>
          </a:solidFill>
          <a:ln w="5163" cap="flat">
            <a:noFill/>
            <a:prstDash val="solid"/>
            <a:miter/>
          </a:ln>
        </p:spPr>
        <p:txBody>
          <a:bodyPr/>
          <a:lstStyle/>
          <a:p>
            <a:endParaRPr lang="es-419" noProof="0" dirty="0"/>
          </a:p>
        </p:txBody>
      </p:sp>
      <p:grpSp>
        <p:nvGrpSpPr>
          <p:cNvPr id="106" name="Gráfico 39">
            <a:extLst>
              <a:ext uri="{FF2B5EF4-FFF2-40B4-BE49-F238E27FC236}">
                <a16:creationId xmlns:a16="http://schemas.microsoft.com/office/drawing/2014/main" id="{83D84FA8-5416-340B-EE0D-E3156A47B98B}"/>
              </a:ext>
            </a:extLst>
          </p:cNvPr>
          <p:cNvGrpSpPr/>
          <p:nvPr/>
        </p:nvGrpSpPr>
        <p:grpSpPr>
          <a:xfrm>
            <a:off x="73152" y="1028824"/>
            <a:ext cx="399884" cy="461679"/>
            <a:chOff x="73152" y="1028824"/>
            <a:chExt cx="399884" cy="461679"/>
          </a:xfrm>
          <a:solidFill>
            <a:srgbClr val="B9B9B9"/>
          </a:solidFill>
        </p:grpSpPr>
        <p:sp>
          <p:nvSpPr>
            <p:cNvPr id="107" name="Forma libre: forma 106">
              <a:extLst>
                <a:ext uri="{FF2B5EF4-FFF2-40B4-BE49-F238E27FC236}">
                  <a16:creationId xmlns:a16="http://schemas.microsoft.com/office/drawing/2014/main" id="{80F45C11-7D7A-F4A3-DCFA-82EB9DACD933}"/>
                </a:ext>
              </a:extLst>
            </p:cNvPr>
            <p:cNvSpPr/>
            <p:nvPr/>
          </p:nvSpPr>
          <p:spPr>
            <a:xfrm>
              <a:off x="176169" y="1028824"/>
              <a:ext cx="296866" cy="461679"/>
            </a:xfrm>
            <a:custGeom>
              <a:avLst/>
              <a:gdLst>
                <a:gd name="csX0" fmla="*/ 234204 w 296866"/>
                <a:gd name="csY0" fmla="*/ 456793 h 461679"/>
                <a:gd name="csX1" fmla="*/ 189641 w 296866"/>
                <a:gd name="csY1" fmla="*/ 451076 h 461679"/>
                <a:gd name="csX2" fmla="*/ 192285 w 296866"/>
                <a:gd name="csY2" fmla="*/ 440463 h 461679"/>
                <a:gd name="csX3" fmla="*/ 192319 w 296866"/>
                <a:gd name="csY3" fmla="*/ 432599 h 461679"/>
                <a:gd name="csX4" fmla="*/ 190826 w 296866"/>
                <a:gd name="csY4" fmla="*/ 424368 h 461679"/>
                <a:gd name="csX5" fmla="*/ 194908 w 296866"/>
                <a:gd name="csY5" fmla="*/ 412652 h 461679"/>
                <a:gd name="csX6" fmla="*/ 188729 w 296866"/>
                <a:gd name="csY6" fmla="*/ 395950 h 461679"/>
                <a:gd name="csX7" fmla="*/ 175616 w 296866"/>
                <a:gd name="csY7" fmla="*/ 376348 h 461679"/>
                <a:gd name="csX8" fmla="*/ 165432 w 296866"/>
                <a:gd name="csY8" fmla="*/ 362612 h 461679"/>
                <a:gd name="csX9" fmla="*/ 157619 w 296866"/>
                <a:gd name="csY9" fmla="*/ 354047 h 461679"/>
                <a:gd name="csX10" fmla="*/ 123850 w 296866"/>
                <a:gd name="csY10" fmla="*/ 312204 h 461679"/>
                <a:gd name="csX11" fmla="*/ 110408 w 296866"/>
                <a:gd name="csY11" fmla="*/ 302524 h 461679"/>
                <a:gd name="csX12" fmla="*/ 90624 w 296866"/>
                <a:gd name="csY12" fmla="*/ 283830 h 461679"/>
                <a:gd name="csX13" fmla="*/ 80025 w 296866"/>
                <a:gd name="csY13" fmla="*/ 265391 h 461679"/>
                <a:gd name="csX14" fmla="*/ 76089 w 296866"/>
                <a:gd name="csY14" fmla="*/ 254455 h 461679"/>
                <a:gd name="csX15" fmla="*/ 73345 w 296866"/>
                <a:gd name="csY15" fmla="*/ 247079 h 461679"/>
                <a:gd name="csX16" fmla="*/ 72109 w 296866"/>
                <a:gd name="csY16" fmla="*/ 214519 h 461679"/>
                <a:gd name="csX17" fmla="*/ 68319 w 296866"/>
                <a:gd name="csY17" fmla="*/ 206510 h 461679"/>
                <a:gd name="csX18" fmla="*/ 67160 w 296866"/>
                <a:gd name="csY18" fmla="*/ 202519 h 461679"/>
                <a:gd name="csX19" fmla="*/ 64536 w 296866"/>
                <a:gd name="csY19" fmla="*/ 206365 h 461679"/>
                <a:gd name="csX20" fmla="*/ 61955 w 296866"/>
                <a:gd name="csY20" fmla="*/ 210237 h 461679"/>
                <a:gd name="csX21" fmla="*/ 59373 w 296866"/>
                <a:gd name="csY21" fmla="*/ 190811 h 461679"/>
                <a:gd name="csX22" fmla="*/ 48569 w 296866"/>
                <a:gd name="csY22" fmla="*/ 154736 h 461679"/>
                <a:gd name="csX23" fmla="*/ 46466 w 296866"/>
                <a:gd name="csY23" fmla="*/ 141789 h 461679"/>
                <a:gd name="csX24" fmla="*/ 38475 w 296866"/>
                <a:gd name="csY24" fmla="*/ 114684 h 461679"/>
                <a:gd name="csX25" fmla="*/ 28150 w 296866"/>
                <a:gd name="csY25" fmla="*/ 99082 h 461679"/>
                <a:gd name="csX26" fmla="*/ 25815 w 296866"/>
                <a:gd name="csY26" fmla="*/ 89273 h 461679"/>
                <a:gd name="csX27" fmla="*/ 22760 w 296866"/>
                <a:gd name="csY27" fmla="*/ 77852 h 461679"/>
                <a:gd name="csX28" fmla="*/ 21512 w 296866"/>
                <a:gd name="csY28" fmla="*/ 72990 h 461679"/>
                <a:gd name="csX29" fmla="*/ 26374 w 296866"/>
                <a:gd name="csY29" fmla="*/ 74238 h 461679"/>
                <a:gd name="csX30" fmla="*/ 33559 w 296866"/>
                <a:gd name="csY30" fmla="*/ 72129 h 461679"/>
                <a:gd name="csX31" fmla="*/ 29687 w 296866"/>
                <a:gd name="csY31" fmla="*/ 66967 h 461679"/>
                <a:gd name="csX32" fmla="*/ 25815 w 296866"/>
                <a:gd name="csY32" fmla="*/ 64277 h 461679"/>
                <a:gd name="csX33" fmla="*/ 20828 w 296866"/>
                <a:gd name="csY33" fmla="*/ 56236 h 461679"/>
                <a:gd name="csX34" fmla="*/ 14159 w 296866"/>
                <a:gd name="csY34" fmla="*/ 40210 h 461679"/>
                <a:gd name="csX35" fmla="*/ 6238 w 296866"/>
                <a:gd name="csY35" fmla="*/ 17321 h 461679"/>
                <a:gd name="csX36" fmla="*/ 0 w 296866"/>
                <a:gd name="csY36" fmla="*/ 2478 h 461679"/>
                <a:gd name="csX37" fmla="*/ 99386 w 296866"/>
                <a:gd name="csY37" fmla="*/ 3758 h 461679"/>
                <a:gd name="csX38" fmla="*/ 191027 w 296866"/>
                <a:gd name="csY38" fmla="*/ 12449 h 461679"/>
                <a:gd name="csX39" fmla="*/ 178059 w 296866"/>
                <a:gd name="csY39" fmla="*/ 27807 h 461679"/>
                <a:gd name="csX40" fmla="*/ 167369 w 296866"/>
                <a:gd name="csY40" fmla="*/ 45725 h 461679"/>
                <a:gd name="csX41" fmla="*/ 163079 w 296866"/>
                <a:gd name="csY41" fmla="*/ 80524 h 461679"/>
                <a:gd name="csX42" fmla="*/ 162631 w 296866"/>
                <a:gd name="csY42" fmla="*/ 83796 h 461679"/>
                <a:gd name="csX43" fmla="*/ 171021 w 296866"/>
                <a:gd name="csY43" fmla="*/ 93315 h 461679"/>
                <a:gd name="csX44" fmla="*/ 173406 w 296866"/>
                <a:gd name="csY44" fmla="*/ 109690 h 461679"/>
                <a:gd name="csX45" fmla="*/ 164850 w 296866"/>
                <a:gd name="csY45" fmla="*/ 145701 h 461679"/>
                <a:gd name="csX46" fmla="*/ 169084 w 296866"/>
                <a:gd name="csY46" fmla="*/ 169291 h 461679"/>
                <a:gd name="csX47" fmla="*/ 171477 w 296866"/>
                <a:gd name="csY47" fmla="*/ 213103 h 461679"/>
                <a:gd name="csX48" fmla="*/ 174210 w 296866"/>
                <a:gd name="csY48" fmla="*/ 257046 h 461679"/>
                <a:gd name="csX49" fmla="*/ 178120 w 296866"/>
                <a:gd name="csY49" fmla="*/ 261958 h 461679"/>
                <a:gd name="csX50" fmla="*/ 182243 w 296866"/>
                <a:gd name="csY50" fmla="*/ 269492 h 461679"/>
                <a:gd name="csX51" fmla="*/ 184937 w 296866"/>
                <a:gd name="csY51" fmla="*/ 277338 h 461679"/>
                <a:gd name="csX52" fmla="*/ 193415 w 296866"/>
                <a:gd name="csY52" fmla="*/ 285510 h 461679"/>
                <a:gd name="csX53" fmla="*/ 199664 w 296866"/>
                <a:gd name="csY53" fmla="*/ 290658 h 461679"/>
                <a:gd name="csX54" fmla="*/ 207927 w 296866"/>
                <a:gd name="csY54" fmla="*/ 300943 h 461679"/>
                <a:gd name="csX55" fmla="*/ 219722 w 296866"/>
                <a:gd name="csY55" fmla="*/ 315205 h 461679"/>
                <a:gd name="csX56" fmla="*/ 234342 w 296866"/>
                <a:gd name="csY56" fmla="*/ 331253 h 461679"/>
                <a:gd name="csX57" fmla="*/ 242348 w 296866"/>
                <a:gd name="csY57" fmla="*/ 342893 h 461679"/>
                <a:gd name="csX58" fmla="*/ 243886 w 296866"/>
                <a:gd name="csY58" fmla="*/ 354430 h 461679"/>
                <a:gd name="csX59" fmla="*/ 242906 w 296866"/>
                <a:gd name="csY59" fmla="*/ 363679 h 461679"/>
                <a:gd name="csX60" fmla="*/ 242638 w 296866"/>
                <a:gd name="csY60" fmla="*/ 372819 h 461679"/>
                <a:gd name="csX61" fmla="*/ 248980 w 296866"/>
                <a:gd name="csY61" fmla="*/ 375191 h 461679"/>
                <a:gd name="csX62" fmla="*/ 256854 w 296866"/>
                <a:gd name="csY62" fmla="*/ 380201 h 461679"/>
                <a:gd name="csX63" fmla="*/ 262017 w 296866"/>
                <a:gd name="csY63" fmla="*/ 385776 h 461679"/>
                <a:gd name="csX64" fmla="*/ 267554 w 296866"/>
                <a:gd name="csY64" fmla="*/ 396801 h 461679"/>
                <a:gd name="csX65" fmla="*/ 281559 w 296866"/>
                <a:gd name="csY65" fmla="*/ 416793 h 461679"/>
                <a:gd name="csX66" fmla="*/ 290755 w 296866"/>
                <a:gd name="csY66" fmla="*/ 428632 h 461679"/>
                <a:gd name="csX67" fmla="*/ 294624 w 296866"/>
                <a:gd name="csY67" fmla="*/ 440196 h 461679"/>
                <a:gd name="csX68" fmla="*/ 296867 w 296866"/>
                <a:gd name="csY68" fmla="*/ 451755 h 461679"/>
                <a:gd name="csX69" fmla="*/ 287186 w 296866"/>
                <a:gd name="csY69" fmla="*/ 461588 h 461679"/>
                <a:gd name="csX70" fmla="*/ 234204 w 296866"/>
                <a:gd name="csY70" fmla="*/ 456793 h 4616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Lst>
              <a:rect l="l" t="t" r="r" b="b"/>
              <a:pathLst>
                <a:path w="296866" h="461679">
                  <a:moveTo>
                    <a:pt x="234204" y="456793"/>
                  </a:moveTo>
                  <a:cubicBezTo>
                    <a:pt x="210389" y="454343"/>
                    <a:pt x="190335" y="451771"/>
                    <a:pt x="189641" y="451076"/>
                  </a:cubicBezTo>
                  <a:cubicBezTo>
                    <a:pt x="188946" y="450382"/>
                    <a:pt x="190136" y="445606"/>
                    <a:pt x="192285" y="440463"/>
                  </a:cubicBezTo>
                  <a:cubicBezTo>
                    <a:pt x="195748" y="432175"/>
                    <a:pt x="195752" y="431281"/>
                    <a:pt x="192319" y="432599"/>
                  </a:cubicBezTo>
                  <a:cubicBezTo>
                    <a:pt x="188021" y="434248"/>
                    <a:pt x="186953" y="428358"/>
                    <a:pt x="190826" y="424368"/>
                  </a:cubicBezTo>
                  <a:cubicBezTo>
                    <a:pt x="192136" y="423019"/>
                    <a:pt x="193972" y="417747"/>
                    <a:pt x="194908" y="412652"/>
                  </a:cubicBezTo>
                  <a:cubicBezTo>
                    <a:pt x="196394" y="404559"/>
                    <a:pt x="195613" y="402447"/>
                    <a:pt x="188729" y="395950"/>
                  </a:cubicBezTo>
                  <a:cubicBezTo>
                    <a:pt x="184395" y="391860"/>
                    <a:pt x="178494" y="383039"/>
                    <a:pt x="175616" y="376348"/>
                  </a:cubicBezTo>
                  <a:cubicBezTo>
                    <a:pt x="172738" y="369658"/>
                    <a:pt x="168155" y="363476"/>
                    <a:pt x="165432" y="362612"/>
                  </a:cubicBezTo>
                  <a:cubicBezTo>
                    <a:pt x="162709" y="361748"/>
                    <a:pt x="159193" y="357894"/>
                    <a:pt x="157619" y="354047"/>
                  </a:cubicBezTo>
                  <a:cubicBezTo>
                    <a:pt x="149821" y="334997"/>
                    <a:pt x="131426" y="312204"/>
                    <a:pt x="123850" y="312204"/>
                  </a:cubicBezTo>
                  <a:cubicBezTo>
                    <a:pt x="121509" y="312204"/>
                    <a:pt x="115460" y="307848"/>
                    <a:pt x="110408" y="302524"/>
                  </a:cubicBezTo>
                  <a:cubicBezTo>
                    <a:pt x="105356" y="297200"/>
                    <a:pt x="96453" y="288788"/>
                    <a:pt x="90624" y="283830"/>
                  </a:cubicBezTo>
                  <a:cubicBezTo>
                    <a:pt x="81794" y="276321"/>
                    <a:pt x="80025" y="273244"/>
                    <a:pt x="80025" y="265391"/>
                  </a:cubicBezTo>
                  <a:cubicBezTo>
                    <a:pt x="80025" y="259326"/>
                    <a:pt x="78622" y="255426"/>
                    <a:pt x="76089" y="254455"/>
                  </a:cubicBezTo>
                  <a:cubicBezTo>
                    <a:pt x="73596" y="253498"/>
                    <a:pt x="72591" y="250794"/>
                    <a:pt x="73345" y="247079"/>
                  </a:cubicBezTo>
                  <a:cubicBezTo>
                    <a:pt x="77548" y="226392"/>
                    <a:pt x="77309" y="220102"/>
                    <a:pt x="72109" y="214519"/>
                  </a:cubicBezTo>
                  <a:cubicBezTo>
                    <a:pt x="69219" y="211417"/>
                    <a:pt x="67513" y="207813"/>
                    <a:pt x="68319" y="206510"/>
                  </a:cubicBezTo>
                  <a:cubicBezTo>
                    <a:pt x="69124" y="205206"/>
                    <a:pt x="68603" y="203410"/>
                    <a:pt x="67160" y="202519"/>
                  </a:cubicBezTo>
                  <a:cubicBezTo>
                    <a:pt x="65698" y="201615"/>
                    <a:pt x="64536" y="203319"/>
                    <a:pt x="64536" y="206365"/>
                  </a:cubicBezTo>
                  <a:cubicBezTo>
                    <a:pt x="64536" y="209372"/>
                    <a:pt x="63375" y="211114"/>
                    <a:pt x="61955" y="210237"/>
                  </a:cubicBezTo>
                  <a:cubicBezTo>
                    <a:pt x="60535" y="209360"/>
                    <a:pt x="59373" y="200618"/>
                    <a:pt x="59373" y="190811"/>
                  </a:cubicBezTo>
                  <a:cubicBezTo>
                    <a:pt x="59373" y="173740"/>
                    <a:pt x="53682" y="154736"/>
                    <a:pt x="48569" y="154736"/>
                  </a:cubicBezTo>
                  <a:cubicBezTo>
                    <a:pt x="47413" y="154736"/>
                    <a:pt x="46466" y="148910"/>
                    <a:pt x="46466" y="141789"/>
                  </a:cubicBezTo>
                  <a:cubicBezTo>
                    <a:pt x="46466" y="132086"/>
                    <a:pt x="44464" y="125296"/>
                    <a:pt x="38475" y="114684"/>
                  </a:cubicBezTo>
                  <a:cubicBezTo>
                    <a:pt x="34080" y="106897"/>
                    <a:pt x="29434" y="99876"/>
                    <a:pt x="28150" y="99082"/>
                  </a:cubicBezTo>
                  <a:cubicBezTo>
                    <a:pt x="26865" y="98289"/>
                    <a:pt x="25815" y="93874"/>
                    <a:pt x="25815" y="89273"/>
                  </a:cubicBezTo>
                  <a:cubicBezTo>
                    <a:pt x="25815" y="84671"/>
                    <a:pt x="24440" y="79532"/>
                    <a:pt x="22760" y="77852"/>
                  </a:cubicBezTo>
                  <a:cubicBezTo>
                    <a:pt x="21080" y="76172"/>
                    <a:pt x="20518" y="73984"/>
                    <a:pt x="21512" y="72990"/>
                  </a:cubicBezTo>
                  <a:cubicBezTo>
                    <a:pt x="22506" y="71996"/>
                    <a:pt x="24694" y="72558"/>
                    <a:pt x="26374" y="74238"/>
                  </a:cubicBezTo>
                  <a:cubicBezTo>
                    <a:pt x="30884" y="78748"/>
                    <a:pt x="33559" y="77963"/>
                    <a:pt x="33559" y="72129"/>
                  </a:cubicBezTo>
                  <a:cubicBezTo>
                    <a:pt x="33559" y="69261"/>
                    <a:pt x="31838" y="66967"/>
                    <a:pt x="29687" y="66967"/>
                  </a:cubicBezTo>
                  <a:cubicBezTo>
                    <a:pt x="27557" y="66967"/>
                    <a:pt x="25815" y="65756"/>
                    <a:pt x="25815" y="64277"/>
                  </a:cubicBezTo>
                  <a:cubicBezTo>
                    <a:pt x="25815" y="62798"/>
                    <a:pt x="23571" y="59179"/>
                    <a:pt x="20828" y="56236"/>
                  </a:cubicBezTo>
                  <a:cubicBezTo>
                    <a:pt x="18086" y="53292"/>
                    <a:pt x="15085" y="46080"/>
                    <a:pt x="14159" y="40210"/>
                  </a:cubicBezTo>
                  <a:cubicBezTo>
                    <a:pt x="13233" y="34339"/>
                    <a:pt x="9669" y="24039"/>
                    <a:pt x="6238" y="17321"/>
                  </a:cubicBezTo>
                  <a:cubicBezTo>
                    <a:pt x="2807" y="10603"/>
                    <a:pt x="0" y="3924"/>
                    <a:pt x="0" y="2478"/>
                  </a:cubicBezTo>
                  <a:cubicBezTo>
                    <a:pt x="0" y="-1152"/>
                    <a:pt x="23478" y="-850"/>
                    <a:pt x="99386" y="3758"/>
                  </a:cubicBezTo>
                  <a:cubicBezTo>
                    <a:pt x="175010" y="8348"/>
                    <a:pt x="191027" y="9867"/>
                    <a:pt x="191027" y="12449"/>
                  </a:cubicBezTo>
                  <a:cubicBezTo>
                    <a:pt x="191027" y="13496"/>
                    <a:pt x="185192" y="20407"/>
                    <a:pt x="178059" y="27807"/>
                  </a:cubicBezTo>
                  <a:cubicBezTo>
                    <a:pt x="167978" y="38266"/>
                    <a:pt x="165598" y="42256"/>
                    <a:pt x="167369" y="45725"/>
                  </a:cubicBezTo>
                  <a:cubicBezTo>
                    <a:pt x="174634" y="59948"/>
                    <a:pt x="171699" y="83751"/>
                    <a:pt x="163079" y="80524"/>
                  </a:cubicBezTo>
                  <a:cubicBezTo>
                    <a:pt x="159180" y="79065"/>
                    <a:pt x="159137" y="79384"/>
                    <a:pt x="162631" y="83796"/>
                  </a:cubicBezTo>
                  <a:cubicBezTo>
                    <a:pt x="164761" y="86485"/>
                    <a:pt x="168536" y="90769"/>
                    <a:pt x="171021" y="93315"/>
                  </a:cubicBezTo>
                  <a:cubicBezTo>
                    <a:pt x="175834" y="98246"/>
                    <a:pt x="176913" y="105657"/>
                    <a:pt x="173406" y="109690"/>
                  </a:cubicBezTo>
                  <a:cubicBezTo>
                    <a:pt x="169336" y="114370"/>
                    <a:pt x="164942" y="132862"/>
                    <a:pt x="164850" y="145701"/>
                  </a:cubicBezTo>
                  <a:cubicBezTo>
                    <a:pt x="164711" y="165107"/>
                    <a:pt x="165194" y="167798"/>
                    <a:pt x="169084" y="169291"/>
                  </a:cubicBezTo>
                  <a:cubicBezTo>
                    <a:pt x="171992" y="170406"/>
                    <a:pt x="172437" y="178546"/>
                    <a:pt x="171477" y="213103"/>
                  </a:cubicBezTo>
                  <a:cubicBezTo>
                    <a:pt x="170471" y="249367"/>
                    <a:pt x="170869" y="255764"/>
                    <a:pt x="174210" y="257046"/>
                  </a:cubicBezTo>
                  <a:cubicBezTo>
                    <a:pt x="176360" y="257871"/>
                    <a:pt x="178120" y="260081"/>
                    <a:pt x="178120" y="261958"/>
                  </a:cubicBezTo>
                  <a:cubicBezTo>
                    <a:pt x="178120" y="263834"/>
                    <a:pt x="179975" y="267225"/>
                    <a:pt x="182243" y="269492"/>
                  </a:cubicBezTo>
                  <a:cubicBezTo>
                    <a:pt x="184511" y="271760"/>
                    <a:pt x="185723" y="275291"/>
                    <a:pt x="184937" y="277338"/>
                  </a:cubicBezTo>
                  <a:cubicBezTo>
                    <a:pt x="183466" y="281172"/>
                    <a:pt x="186953" y="284533"/>
                    <a:pt x="193415" y="285510"/>
                  </a:cubicBezTo>
                  <a:cubicBezTo>
                    <a:pt x="195439" y="285815"/>
                    <a:pt x="198251" y="288132"/>
                    <a:pt x="199664" y="290658"/>
                  </a:cubicBezTo>
                  <a:cubicBezTo>
                    <a:pt x="201078" y="293183"/>
                    <a:pt x="204796" y="297811"/>
                    <a:pt x="207927" y="300943"/>
                  </a:cubicBezTo>
                  <a:cubicBezTo>
                    <a:pt x="211058" y="304074"/>
                    <a:pt x="216366" y="310492"/>
                    <a:pt x="219722" y="315205"/>
                  </a:cubicBezTo>
                  <a:cubicBezTo>
                    <a:pt x="223078" y="319918"/>
                    <a:pt x="229657" y="327140"/>
                    <a:pt x="234342" y="331253"/>
                  </a:cubicBezTo>
                  <a:cubicBezTo>
                    <a:pt x="239027" y="335367"/>
                    <a:pt x="242630" y="340605"/>
                    <a:pt x="242348" y="342893"/>
                  </a:cubicBezTo>
                  <a:cubicBezTo>
                    <a:pt x="242066" y="345182"/>
                    <a:pt x="242758" y="350373"/>
                    <a:pt x="243886" y="354430"/>
                  </a:cubicBezTo>
                  <a:cubicBezTo>
                    <a:pt x="245242" y="359308"/>
                    <a:pt x="244910" y="362440"/>
                    <a:pt x="242906" y="363679"/>
                  </a:cubicBezTo>
                  <a:cubicBezTo>
                    <a:pt x="240669" y="365062"/>
                    <a:pt x="240599" y="367456"/>
                    <a:pt x="242638" y="372819"/>
                  </a:cubicBezTo>
                  <a:cubicBezTo>
                    <a:pt x="245274" y="379752"/>
                    <a:pt x="245565" y="379861"/>
                    <a:pt x="248980" y="375191"/>
                  </a:cubicBezTo>
                  <a:cubicBezTo>
                    <a:pt x="253071" y="369596"/>
                    <a:pt x="256854" y="372003"/>
                    <a:pt x="256854" y="380201"/>
                  </a:cubicBezTo>
                  <a:cubicBezTo>
                    <a:pt x="256854" y="384054"/>
                    <a:pt x="258448" y="385776"/>
                    <a:pt x="262017" y="385776"/>
                  </a:cubicBezTo>
                  <a:cubicBezTo>
                    <a:pt x="266316" y="385777"/>
                    <a:pt x="267243" y="387623"/>
                    <a:pt x="267554" y="396801"/>
                  </a:cubicBezTo>
                  <a:cubicBezTo>
                    <a:pt x="267995" y="409833"/>
                    <a:pt x="271290" y="414537"/>
                    <a:pt x="281559" y="416793"/>
                  </a:cubicBezTo>
                  <a:cubicBezTo>
                    <a:pt x="287964" y="418199"/>
                    <a:pt x="289378" y="420020"/>
                    <a:pt x="290755" y="428632"/>
                  </a:cubicBezTo>
                  <a:cubicBezTo>
                    <a:pt x="291650" y="434230"/>
                    <a:pt x="293391" y="439433"/>
                    <a:pt x="294624" y="440196"/>
                  </a:cubicBezTo>
                  <a:cubicBezTo>
                    <a:pt x="295858" y="440958"/>
                    <a:pt x="296867" y="446160"/>
                    <a:pt x="296867" y="451755"/>
                  </a:cubicBezTo>
                  <a:cubicBezTo>
                    <a:pt x="296867" y="461851"/>
                    <a:pt x="296793" y="461926"/>
                    <a:pt x="287186" y="461588"/>
                  </a:cubicBezTo>
                  <a:cubicBezTo>
                    <a:pt x="281862" y="461400"/>
                    <a:pt x="258020" y="459243"/>
                    <a:pt x="234204" y="456793"/>
                  </a:cubicBezTo>
                  <a:close/>
                </a:path>
              </a:pathLst>
            </a:custGeom>
            <a:solidFill>
              <a:srgbClr val="B9B9B9"/>
            </a:solidFill>
            <a:ln w="5163" cap="flat">
              <a:noFill/>
              <a:prstDash val="solid"/>
              <a:miter/>
            </a:ln>
          </p:spPr>
          <p:txBody>
            <a:bodyPr/>
            <a:lstStyle/>
            <a:p>
              <a:endParaRPr lang="es-419" noProof="0" dirty="0"/>
            </a:p>
          </p:txBody>
        </p:sp>
        <p:sp>
          <p:nvSpPr>
            <p:cNvPr id="108" name="Forma libre: forma 107">
              <a:extLst>
                <a:ext uri="{FF2B5EF4-FFF2-40B4-BE49-F238E27FC236}">
                  <a16:creationId xmlns:a16="http://schemas.microsoft.com/office/drawing/2014/main" id="{51711336-882E-D093-081F-B9BED2445EDD}"/>
                </a:ext>
              </a:extLst>
            </p:cNvPr>
            <p:cNvSpPr/>
            <p:nvPr/>
          </p:nvSpPr>
          <p:spPr>
            <a:xfrm>
              <a:off x="259777" y="1434618"/>
              <a:ext cx="20905" cy="34765"/>
            </a:xfrm>
            <a:custGeom>
              <a:avLst/>
              <a:gdLst>
                <a:gd name="csX0" fmla="*/ 7343 w 20905"/>
                <a:gd name="csY0" fmla="*/ 31742 h 34765"/>
                <a:gd name="csX1" fmla="*/ 5095 w 20905"/>
                <a:gd name="csY1" fmla="*/ 22712 h 34765"/>
                <a:gd name="csX2" fmla="*/ 11946 w 20905"/>
                <a:gd name="csY2" fmla="*/ 12959 h 34765"/>
                <a:gd name="csX3" fmla="*/ 17992 w 20905"/>
                <a:gd name="csY3" fmla="*/ 1997 h 34765"/>
                <a:gd name="csX4" fmla="*/ 19063 w 20905"/>
                <a:gd name="csY4" fmla="*/ 27093 h 34765"/>
                <a:gd name="csX5" fmla="*/ 7343 w 20905"/>
                <a:gd name="csY5" fmla="*/ 31742 h 34765"/>
              </a:gdLst>
              <a:ahLst/>
              <a:cxnLst>
                <a:cxn ang="0">
                  <a:pos x="csX0" y="csY0"/>
                </a:cxn>
                <a:cxn ang="0">
                  <a:pos x="csX1" y="csY1"/>
                </a:cxn>
                <a:cxn ang="0">
                  <a:pos x="csX2" y="csY2"/>
                </a:cxn>
                <a:cxn ang="0">
                  <a:pos x="csX3" y="csY3"/>
                </a:cxn>
                <a:cxn ang="0">
                  <a:pos x="csX4" y="csY4"/>
                </a:cxn>
                <a:cxn ang="0">
                  <a:pos x="csX5" y="csY5"/>
                </a:cxn>
              </a:cxnLst>
              <a:rect l="l" t="t" r="r" b="b"/>
              <a:pathLst>
                <a:path w="20905" h="34765">
                  <a:moveTo>
                    <a:pt x="7343" y="31742"/>
                  </a:moveTo>
                  <a:cubicBezTo>
                    <a:pt x="-1878" y="26647"/>
                    <a:pt x="-2170" y="25474"/>
                    <a:pt x="5095" y="22712"/>
                  </a:cubicBezTo>
                  <a:cubicBezTo>
                    <a:pt x="10179" y="20779"/>
                    <a:pt x="11916" y="18306"/>
                    <a:pt x="11946" y="12959"/>
                  </a:cubicBezTo>
                  <a:cubicBezTo>
                    <a:pt x="11996" y="3833"/>
                    <a:pt x="16177" y="-3749"/>
                    <a:pt x="17992" y="1997"/>
                  </a:cubicBezTo>
                  <a:cubicBezTo>
                    <a:pt x="21527" y="13191"/>
                    <a:pt x="21797" y="19522"/>
                    <a:pt x="19063" y="27093"/>
                  </a:cubicBezTo>
                  <a:cubicBezTo>
                    <a:pt x="15722" y="36343"/>
                    <a:pt x="15691" y="36355"/>
                    <a:pt x="7343" y="31742"/>
                  </a:cubicBezTo>
                  <a:close/>
                </a:path>
              </a:pathLst>
            </a:custGeom>
            <a:solidFill>
              <a:srgbClr val="B9B9B9"/>
            </a:solidFill>
            <a:ln w="5163" cap="flat">
              <a:noFill/>
              <a:prstDash val="solid"/>
              <a:miter/>
            </a:ln>
          </p:spPr>
          <p:txBody>
            <a:bodyPr/>
            <a:lstStyle/>
            <a:p>
              <a:endParaRPr lang="es-419" noProof="0" dirty="0"/>
            </a:p>
          </p:txBody>
        </p:sp>
        <p:sp>
          <p:nvSpPr>
            <p:cNvPr id="109" name="Forma libre: forma 108">
              <a:extLst>
                <a:ext uri="{FF2B5EF4-FFF2-40B4-BE49-F238E27FC236}">
                  <a16:creationId xmlns:a16="http://schemas.microsoft.com/office/drawing/2014/main" id="{DC39B978-D19E-EE1F-4A6E-7F8796FF2593}"/>
                </a:ext>
              </a:extLst>
            </p:cNvPr>
            <p:cNvSpPr/>
            <p:nvPr/>
          </p:nvSpPr>
          <p:spPr>
            <a:xfrm>
              <a:off x="73152" y="1375664"/>
              <a:ext cx="14357" cy="42577"/>
            </a:xfrm>
            <a:custGeom>
              <a:avLst/>
              <a:gdLst>
                <a:gd name="csX0" fmla="*/ 7495 w 14357"/>
                <a:gd name="csY0" fmla="*/ 37645 h 42577"/>
                <a:gd name="csX1" fmla="*/ 3632 w 14357"/>
                <a:gd name="csY1" fmla="*/ 24738 h 42577"/>
                <a:gd name="csX2" fmla="*/ 3632 w 14357"/>
                <a:gd name="csY2" fmla="*/ 1505 h 42577"/>
                <a:gd name="csX3" fmla="*/ 7504 w 14357"/>
                <a:gd name="csY3" fmla="*/ 6137 h 42577"/>
                <a:gd name="csX4" fmla="*/ 10146 w 14357"/>
                <a:gd name="csY4" fmla="*/ 14863 h 42577"/>
                <a:gd name="csX5" fmla="*/ 11643 w 14357"/>
                <a:gd name="csY5" fmla="*/ 38936 h 42577"/>
                <a:gd name="csX6" fmla="*/ 7495 w 14357"/>
                <a:gd name="csY6" fmla="*/ 37645 h 42577"/>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4357" h="42577">
                  <a:moveTo>
                    <a:pt x="7495" y="37645"/>
                  </a:moveTo>
                  <a:cubicBezTo>
                    <a:pt x="7399" y="34096"/>
                    <a:pt x="5661" y="28288"/>
                    <a:pt x="3632" y="24738"/>
                  </a:cubicBezTo>
                  <a:cubicBezTo>
                    <a:pt x="-1211" y="16267"/>
                    <a:pt x="-1211" y="5524"/>
                    <a:pt x="3632" y="1505"/>
                  </a:cubicBezTo>
                  <a:cubicBezTo>
                    <a:pt x="6929" y="-1232"/>
                    <a:pt x="7504" y="-544"/>
                    <a:pt x="7504" y="6137"/>
                  </a:cubicBezTo>
                  <a:cubicBezTo>
                    <a:pt x="7504" y="10452"/>
                    <a:pt x="8693" y="14378"/>
                    <a:pt x="10146" y="14863"/>
                  </a:cubicBezTo>
                  <a:cubicBezTo>
                    <a:pt x="14898" y="16447"/>
                    <a:pt x="15948" y="33343"/>
                    <a:pt x="11643" y="38936"/>
                  </a:cubicBezTo>
                  <a:cubicBezTo>
                    <a:pt x="7745" y="44000"/>
                    <a:pt x="7665" y="43975"/>
                    <a:pt x="7495" y="37645"/>
                  </a:cubicBezTo>
                  <a:close/>
                </a:path>
              </a:pathLst>
            </a:custGeom>
            <a:solidFill>
              <a:srgbClr val="B9B9B9"/>
            </a:solidFill>
            <a:ln w="5163" cap="flat">
              <a:noFill/>
              <a:prstDash val="solid"/>
              <a:miter/>
            </a:ln>
          </p:spPr>
          <p:txBody>
            <a:bodyPr/>
            <a:lstStyle/>
            <a:p>
              <a:endParaRPr lang="es-419" noProof="0" dirty="0"/>
            </a:p>
          </p:txBody>
        </p:sp>
        <p:sp>
          <p:nvSpPr>
            <p:cNvPr id="110" name="Forma libre: forma 109">
              <a:extLst>
                <a:ext uri="{FF2B5EF4-FFF2-40B4-BE49-F238E27FC236}">
                  <a16:creationId xmlns:a16="http://schemas.microsoft.com/office/drawing/2014/main" id="{11C02163-3CE3-9658-D3E3-D21E25FE87D8}"/>
                </a:ext>
              </a:extLst>
            </p:cNvPr>
            <p:cNvSpPr/>
            <p:nvPr/>
          </p:nvSpPr>
          <p:spPr>
            <a:xfrm>
              <a:off x="420547" y="1341567"/>
              <a:ext cx="36589" cy="57857"/>
            </a:xfrm>
            <a:custGeom>
              <a:avLst/>
              <a:gdLst>
                <a:gd name="csX0" fmla="*/ 24033 w 36589"/>
                <a:gd name="csY0" fmla="*/ 48231 h 57857"/>
                <a:gd name="csX1" fmla="*/ 8875 w 36589"/>
                <a:gd name="csY1" fmla="*/ 31730 h 57857"/>
                <a:gd name="csX2" fmla="*/ 2815 w 36589"/>
                <a:gd name="csY2" fmla="*/ 140 h 57857"/>
                <a:gd name="csX3" fmla="*/ 18571 w 36589"/>
                <a:gd name="csY3" fmla="*/ 17532 h 57857"/>
                <a:gd name="csX4" fmla="*/ 26156 w 36589"/>
                <a:gd name="csY4" fmla="*/ 27858 h 57857"/>
                <a:gd name="csX5" fmla="*/ 32361 w 36589"/>
                <a:gd name="csY5" fmla="*/ 36599 h 57857"/>
                <a:gd name="csX6" fmla="*/ 34380 w 36589"/>
                <a:gd name="csY6" fmla="*/ 51018 h 57857"/>
                <a:gd name="csX7" fmla="*/ 24033 w 36589"/>
                <a:gd name="csY7" fmla="*/ 48231 h 578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6589" h="57857">
                  <a:moveTo>
                    <a:pt x="24033" y="48231"/>
                  </a:moveTo>
                  <a:cubicBezTo>
                    <a:pt x="18251" y="41995"/>
                    <a:pt x="11430" y="34569"/>
                    <a:pt x="8875" y="31730"/>
                  </a:cubicBezTo>
                  <a:cubicBezTo>
                    <a:pt x="870" y="22831"/>
                    <a:pt x="-3051" y="2391"/>
                    <a:pt x="2815" y="140"/>
                  </a:cubicBezTo>
                  <a:cubicBezTo>
                    <a:pt x="7073" y="-1494"/>
                    <a:pt x="18931" y="11596"/>
                    <a:pt x="18571" y="17532"/>
                  </a:cubicBezTo>
                  <a:cubicBezTo>
                    <a:pt x="18043" y="26212"/>
                    <a:pt x="19252" y="27858"/>
                    <a:pt x="26156" y="27858"/>
                  </a:cubicBezTo>
                  <a:cubicBezTo>
                    <a:pt x="32848" y="27858"/>
                    <a:pt x="33306" y="28504"/>
                    <a:pt x="32361" y="36599"/>
                  </a:cubicBezTo>
                  <a:cubicBezTo>
                    <a:pt x="31800" y="41406"/>
                    <a:pt x="32708" y="47895"/>
                    <a:pt x="34380" y="51018"/>
                  </a:cubicBezTo>
                  <a:cubicBezTo>
                    <a:pt x="39819" y="61181"/>
                    <a:pt x="34782" y="59825"/>
                    <a:pt x="24033" y="48231"/>
                  </a:cubicBezTo>
                  <a:close/>
                </a:path>
              </a:pathLst>
            </a:custGeom>
            <a:solidFill>
              <a:srgbClr val="B9B9B9"/>
            </a:solidFill>
            <a:ln w="5163" cap="flat">
              <a:noFill/>
              <a:prstDash val="solid"/>
              <a:miter/>
            </a:ln>
          </p:spPr>
          <p:txBody>
            <a:bodyPr/>
            <a:lstStyle/>
            <a:p>
              <a:endParaRPr lang="es-419" noProof="0" dirty="0"/>
            </a:p>
          </p:txBody>
        </p:sp>
      </p:grpSp>
      <p:grpSp>
        <p:nvGrpSpPr>
          <p:cNvPr id="111" name="Gráfico 39">
            <a:extLst>
              <a:ext uri="{FF2B5EF4-FFF2-40B4-BE49-F238E27FC236}">
                <a16:creationId xmlns:a16="http://schemas.microsoft.com/office/drawing/2014/main" id="{ACECD798-FEBC-6857-ED2A-472D3D29024A}"/>
              </a:ext>
            </a:extLst>
          </p:cNvPr>
          <p:cNvGrpSpPr/>
          <p:nvPr/>
        </p:nvGrpSpPr>
        <p:grpSpPr>
          <a:xfrm>
            <a:off x="347681" y="1057339"/>
            <a:ext cx="481325" cy="621418"/>
            <a:chOff x="347681" y="1057339"/>
            <a:chExt cx="481325" cy="621418"/>
          </a:xfrm>
          <a:solidFill>
            <a:srgbClr val="B9B9B9"/>
          </a:solidFill>
        </p:grpSpPr>
        <p:grpSp>
          <p:nvGrpSpPr>
            <p:cNvPr id="112" name="Gráfico 39">
              <a:extLst>
                <a:ext uri="{FF2B5EF4-FFF2-40B4-BE49-F238E27FC236}">
                  <a16:creationId xmlns:a16="http://schemas.microsoft.com/office/drawing/2014/main" id="{6E704C06-BFCC-313B-C3BA-367761B9C8F7}"/>
                </a:ext>
              </a:extLst>
            </p:cNvPr>
            <p:cNvGrpSpPr/>
            <p:nvPr/>
          </p:nvGrpSpPr>
          <p:grpSpPr>
            <a:xfrm>
              <a:off x="492211" y="1384222"/>
              <a:ext cx="33498" cy="51895"/>
              <a:chOff x="492211" y="1384222"/>
              <a:chExt cx="33498" cy="51895"/>
            </a:xfrm>
            <a:solidFill>
              <a:srgbClr val="B9B9B9"/>
            </a:solidFill>
          </p:grpSpPr>
          <p:sp>
            <p:nvSpPr>
              <p:cNvPr id="113" name="Forma libre: forma 112">
                <a:extLst>
                  <a:ext uri="{FF2B5EF4-FFF2-40B4-BE49-F238E27FC236}">
                    <a16:creationId xmlns:a16="http://schemas.microsoft.com/office/drawing/2014/main" id="{A9DDCD79-0B4D-B76E-F11D-369F8FEDDEC3}"/>
                  </a:ext>
                </a:extLst>
              </p:cNvPr>
              <p:cNvSpPr/>
              <p:nvPr/>
            </p:nvSpPr>
            <p:spPr>
              <a:xfrm>
                <a:off x="492211" y="1428798"/>
                <a:ext cx="6246" cy="7319"/>
              </a:xfrm>
              <a:custGeom>
                <a:avLst/>
                <a:gdLst>
                  <a:gd name="csX0" fmla="*/ 460 w 6246"/>
                  <a:gd name="csY0" fmla="*/ 4088 h 7319"/>
                  <a:gd name="csX1" fmla="*/ 4549 w 6246"/>
                  <a:gd name="csY1" fmla="*/ 0 h 7319"/>
                  <a:gd name="csX2" fmla="*/ 1959 w 6246"/>
                  <a:gd name="csY2" fmla="*/ 7153 h 7319"/>
                  <a:gd name="csX3" fmla="*/ 460 w 6246"/>
                  <a:gd name="csY3" fmla="*/ 4088 h 7319"/>
                </a:gdLst>
                <a:ahLst/>
                <a:cxnLst>
                  <a:cxn ang="0">
                    <a:pos x="csX0" y="csY0"/>
                  </a:cxn>
                  <a:cxn ang="0">
                    <a:pos x="csX1" y="csY1"/>
                  </a:cxn>
                  <a:cxn ang="0">
                    <a:pos x="csX2" y="csY2"/>
                  </a:cxn>
                  <a:cxn ang="0">
                    <a:pos x="csX3" y="csY3"/>
                  </a:cxn>
                </a:cxnLst>
                <a:rect l="l" t="t" r="r" b="b"/>
                <a:pathLst>
                  <a:path w="6246" h="7319">
                    <a:moveTo>
                      <a:pt x="460" y="4088"/>
                    </a:moveTo>
                    <a:cubicBezTo>
                      <a:pt x="1323" y="1840"/>
                      <a:pt x="3163" y="0"/>
                      <a:pt x="4549" y="0"/>
                    </a:cubicBezTo>
                    <a:cubicBezTo>
                      <a:pt x="7942" y="0"/>
                      <a:pt x="5818" y="5867"/>
                      <a:pt x="1959" y="7153"/>
                    </a:cubicBezTo>
                    <a:cubicBezTo>
                      <a:pt x="72" y="7782"/>
                      <a:pt x="-505" y="6602"/>
                      <a:pt x="460" y="4088"/>
                    </a:cubicBezTo>
                    <a:close/>
                  </a:path>
                </a:pathLst>
              </a:custGeom>
              <a:solidFill>
                <a:srgbClr val="B9B9B9"/>
              </a:solidFill>
              <a:ln w="5163" cap="flat">
                <a:noFill/>
                <a:prstDash val="solid"/>
                <a:miter/>
              </a:ln>
            </p:spPr>
            <p:txBody>
              <a:bodyPr/>
              <a:lstStyle/>
              <a:p>
                <a:endParaRPr lang="es-419" noProof="0" dirty="0"/>
              </a:p>
            </p:txBody>
          </p:sp>
          <p:sp>
            <p:nvSpPr>
              <p:cNvPr id="114" name="Forma libre: forma 113">
                <a:extLst>
                  <a:ext uri="{FF2B5EF4-FFF2-40B4-BE49-F238E27FC236}">
                    <a16:creationId xmlns:a16="http://schemas.microsoft.com/office/drawing/2014/main" id="{FC3BCCFD-4C16-9D65-684F-13ACE4510D48}"/>
                  </a:ext>
                </a:extLst>
              </p:cNvPr>
              <p:cNvSpPr/>
              <p:nvPr/>
            </p:nvSpPr>
            <p:spPr>
              <a:xfrm>
                <a:off x="495379" y="1384222"/>
                <a:ext cx="30331" cy="44105"/>
              </a:xfrm>
              <a:custGeom>
                <a:avLst/>
                <a:gdLst>
                  <a:gd name="csX0" fmla="*/ 10578 w 30331"/>
                  <a:gd name="csY0" fmla="*/ 40845 h 44105"/>
                  <a:gd name="csX1" fmla="*/ 3426 w 30331"/>
                  <a:gd name="csY1" fmla="*/ 27268 h 44105"/>
                  <a:gd name="csX2" fmla="*/ 8634 w 30331"/>
                  <a:gd name="csY2" fmla="*/ 13316 h 44105"/>
                  <a:gd name="csX3" fmla="*/ 25629 w 30331"/>
                  <a:gd name="csY3" fmla="*/ 1695 h 44105"/>
                  <a:gd name="csX4" fmla="*/ 27283 w 30331"/>
                  <a:gd name="csY4" fmla="*/ 34769 h 44105"/>
                  <a:gd name="csX5" fmla="*/ 10578 w 30331"/>
                  <a:gd name="csY5" fmla="*/ 40845 h 44105"/>
                </a:gdLst>
                <a:ahLst/>
                <a:cxnLst>
                  <a:cxn ang="0">
                    <a:pos x="csX0" y="csY0"/>
                  </a:cxn>
                  <a:cxn ang="0">
                    <a:pos x="csX1" y="csY1"/>
                  </a:cxn>
                  <a:cxn ang="0">
                    <a:pos x="csX2" y="csY2"/>
                  </a:cxn>
                  <a:cxn ang="0">
                    <a:pos x="csX3" y="csY3"/>
                  </a:cxn>
                  <a:cxn ang="0">
                    <a:pos x="csX4" y="csY4"/>
                  </a:cxn>
                  <a:cxn ang="0">
                    <a:pos x="csX5" y="csY5"/>
                  </a:cxn>
                </a:cxnLst>
                <a:rect l="l" t="t" r="r" b="b"/>
                <a:pathLst>
                  <a:path w="30331" h="44105">
                    <a:moveTo>
                      <a:pt x="10578" y="40845"/>
                    </a:moveTo>
                    <a:cubicBezTo>
                      <a:pt x="-1917" y="34327"/>
                      <a:pt x="-2001" y="34167"/>
                      <a:pt x="3426" y="27268"/>
                    </a:cubicBezTo>
                    <a:cubicBezTo>
                      <a:pt x="6291" y="23626"/>
                      <a:pt x="8634" y="17348"/>
                      <a:pt x="8634" y="13316"/>
                    </a:cubicBezTo>
                    <a:cubicBezTo>
                      <a:pt x="8634" y="4586"/>
                      <a:pt x="20679" y="-3650"/>
                      <a:pt x="25629" y="1695"/>
                    </a:cubicBezTo>
                    <a:cubicBezTo>
                      <a:pt x="31123" y="7627"/>
                      <a:pt x="31970" y="24580"/>
                      <a:pt x="27283" y="34769"/>
                    </a:cubicBezTo>
                    <a:cubicBezTo>
                      <a:pt x="22315" y="45567"/>
                      <a:pt x="20734" y="46142"/>
                      <a:pt x="10578" y="40845"/>
                    </a:cubicBezTo>
                    <a:close/>
                  </a:path>
                </a:pathLst>
              </a:custGeom>
              <a:solidFill>
                <a:srgbClr val="B9B9B9"/>
              </a:solidFill>
              <a:ln w="5163" cap="flat">
                <a:noFill/>
                <a:prstDash val="solid"/>
                <a:miter/>
              </a:ln>
            </p:spPr>
            <p:txBody>
              <a:bodyPr/>
              <a:lstStyle/>
              <a:p>
                <a:endParaRPr lang="es-419" noProof="0" dirty="0"/>
              </a:p>
            </p:txBody>
          </p:sp>
        </p:grpSp>
        <p:grpSp>
          <p:nvGrpSpPr>
            <p:cNvPr id="115" name="Gráfico 39">
              <a:extLst>
                <a:ext uri="{FF2B5EF4-FFF2-40B4-BE49-F238E27FC236}">
                  <a16:creationId xmlns:a16="http://schemas.microsoft.com/office/drawing/2014/main" id="{F2121BAE-9EF5-E932-BBDB-B1FAC14374F3}"/>
                </a:ext>
              </a:extLst>
            </p:cNvPr>
            <p:cNvGrpSpPr/>
            <p:nvPr/>
          </p:nvGrpSpPr>
          <p:grpSpPr>
            <a:xfrm>
              <a:off x="347681" y="1057339"/>
              <a:ext cx="481325" cy="621418"/>
              <a:chOff x="347681" y="1057339"/>
              <a:chExt cx="481325" cy="621418"/>
            </a:xfrm>
            <a:solidFill>
              <a:srgbClr val="B9B9B9"/>
            </a:solidFill>
          </p:grpSpPr>
          <p:sp>
            <p:nvSpPr>
              <p:cNvPr id="116" name="Forma libre: forma 115">
                <a:extLst>
                  <a:ext uri="{FF2B5EF4-FFF2-40B4-BE49-F238E27FC236}">
                    <a16:creationId xmlns:a16="http://schemas.microsoft.com/office/drawing/2014/main" id="{DB5D84E5-71BE-6F2C-C486-3AA525786D78}"/>
                  </a:ext>
                </a:extLst>
              </p:cNvPr>
              <p:cNvSpPr/>
              <p:nvPr/>
            </p:nvSpPr>
            <p:spPr>
              <a:xfrm>
                <a:off x="347681" y="1057339"/>
                <a:ext cx="481325" cy="621418"/>
              </a:xfrm>
              <a:custGeom>
                <a:avLst/>
                <a:gdLst>
                  <a:gd name="csX0" fmla="*/ 392709 w 481325"/>
                  <a:gd name="csY0" fmla="*/ 609477 h 621418"/>
                  <a:gd name="csX1" fmla="*/ 388957 w 481325"/>
                  <a:gd name="csY1" fmla="*/ 594848 h 621418"/>
                  <a:gd name="csX2" fmla="*/ 382520 w 481325"/>
                  <a:gd name="csY2" fmla="*/ 582680 h 621418"/>
                  <a:gd name="csX3" fmla="*/ 381003 w 481325"/>
                  <a:gd name="csY3" fmla="*/ 575394 h 621418"/>
                  <a:gd name="csX4" fmla="*/ 376772 w 481325"/>
                  <a:gd name="csY4" fmla="*/ 573517 h 621418"/>
                  <a:gd name="csX5" fmla="*/ 372471 w 481325"/>
                  <a:gd name="csY5" fmla="*/ 575078 h 621418"/>
                  <a:gd name="csX6" fmla="*/ 371638 w 481325"/>
                  <a:gd name="csY6" fmla="*/ 577600 h 621418"/>
                  <a:gd name="csX7" fmla="*/ 373727 w 481325"/>
                  <a:gd name="csY7" fmla="*/ 583138 h 621418"/>
                  <a:gd name="csX8" fmla="*/ 369193 w 481325"/>
                  <a:gd name="csY8" fmla="*/ 580381 h 621418"/>
                  <a:gd name="csX9" fmla="*/ 364289 w 481325"/>
                  <a:gd name="csY9" fmla="*/ 578851 h 621418"/>
                  <a:gd name="csX10" fmla="*/ 358202 w 481325"/>
                  <a:gd name="csY10" fmla="*/ 578294 h 621418"/>
                  <a:gd name="csX11" fmla="*/ 344811 w 481325"/>
                  <a:gd name="csY11" fmla="*/ 546998 h 621418"/>
                  <a:gd name="csX12" fmla="*/ 347360 w 481325"/>
                  <a:gd name="csY12" fmla="*/ 544424 h 621418"/>
                  <a:gd name="csX13" fmla="*/ 329284 w 481325"/>
                  <a:gd name="csY13" fmla="*/ 536840 h 621418"/>
                  <a:gd name="csX14" fmla="*/ 312504 w 481325"/>
                  <a:gd name="csY14" fmla="*/ 531378 h 621418"/>
                  <a:gd name="csX15" fmla="*/ 299274 w 481325"/>
                  <a:gd name="csY15" fmla="*/ 523870 h 621418"/>
                  <a:gd name="csX16" fmla="*/ 298267 w 481325"/>
                  <a:gd name="csY16" fmla="*/ 519838 h 621418"/>
                  <a:gd name="csX17" fmla="*/ 294146 w 481325"/>
                  <a:gd name="csY17" fmla="*/ 506308 h 621418"/>
                  <a:gd name="csX18" fmla="*/ 290635 w 481325"/>
                  <a:gd name="csY18" fmla="*/ 495822 h 621418"/>
                  <a:gd name="csX19" fmla="*/ 290295 w 481325"/>
                  <a:gd name="csY19" fmla="*/ 485043 h 621418"/>
                  <a:gd name="csX20" fmla="*/ 292460 w 481325"/>
                  <a:gd name="csY20" fmla="*/ 479235 h 621418"/>
                  <a:gd name="csX21" fmla="*/ 293954 w 481325"/>
                  <a:gd name="csY21" fmla="*/ 469554 h 621418"/>
                  <a:gd name="csX22" fmla="*/ 288754 w 481325"/>
                  <a:gd name="csY22" fmla="*/ 460702 h 621418"/>
                  <a:gd name="csX23" fmla="*/ 283583 w 481325"/>
                  <a:gd name="csY23" fmla="*/ 460065 h 621418"/>
                  <a:gd name="csX24" fmla="*/ 278874 w 481325"/>
                  <a:gd name="csY24" fmla="*/ 460231 h 621418"/>
                  <a:gd name="csX25" fmla="*/ 272498 w 481325"/>
                  <a:gd name="csY25" fmla="*/ 449744 h 621418"/>
                  <a:gd name="csX26" fmla="*/ 269740 w 481325"/>
                  <a:gd name="csY26" fmla="*/ 445139 h 621418"/>
                  <a:gd name="csX27" fmla="*/ 268211 w 481325"/>
                  <a:gd name="csY27" fmla="*/ 450043 h 621418"/>
                  <a:gd name="csX28" fmla="*/ 267044 w 481325"/>
                  <a:gd name="csY28" fmla="*/ 456881 h 621418"/>
                  <a:gd name="csX29" fmla="*/ 259538 w 481325"/>
                  <a:gd name="csY29" fmla="*/ 454425 h 621418"/>
                  <a:gd name="csX30" fmla="*/ 254428 w 481325"/>
                  <a:gd name="csY30" fmla="*/ 444654 h 621418"/>
                  <a:gd name="csX31" fmla="*/ 249421 w 481325"/>
                  <a:gd name="csY31" fmla="*/ 443656 h 621418"/>
                  <a:gd name="csX32" fmla="*/ 238700 w 481325"/>
                  <a:gd name="csY32" fmla="*/ 428558 h 621418"/>
                  <a:gd name="csX33" fmla="*/ 224166 w 481325"/>
                  <a:gd name="csY33" fmla="*/ 409935 h 621418"/>
                  <a:gd name="csX34" fmla="*/ 213124 w 481325"/>
                  <a:gd name="csY34" fmla="*/ 401065 h 621418"/>
                  <a:gd name="csX35" fmla="*/ 206671 w 481325"/>
                  <a:gd name="csY35" fmla="*/ 388468 h 621418"/>
                  <a:gd name="csX36" fmla="*/ 204242 w 481325"/>
                  <a:gd name="csY36" fmla="*/ 374041 h 621418"/>
                  <a:gd name="csX37" fmla="*/ 206562 w 481325"/>
                  <a:gd name="csY37" fmla="*/ 371283 h 621418"/>
                  <a:gd name="csX38" fmla="*/ 201394 w 481325"/>
                  <a:gd name="csY38" fmla="*/ 369855 h 621418"/>
                  <a:gd name="csX39" fmla="*/ 181743 w 481325"/>
                  <a:gd name="csY39" fmla="*/ 350072 h 621418"/>
                  <a:gd name="csX40" fmla="*/ 180840 w 481325"/>
                  <a:gd name="csY40" fmla="*/ 340015 h 621418"/>
                  <a:gd name="csX41" fmla="*/ 168342 w 481325"/>
                  <a:gd name="csY41" fmla="*/ 316750 h 621418"/>
                  <a:gd name="csX42" fmla="*/ 162786 w 481325"/>
                  <a:gd name="csY42" fmla="*/ 304341 h 621418"/>
                  <a:gd name="csX43" fmla="*/ 153959 w 481325"/>
                  <a:gd name="csY43" fmla="*/ 280463 h 621418"/>
                  <a:gd name="csX44" fmla="*/ 143231 w 481325"/>
                  <a:gd name="csY44" fmla="*/ 268201 h 621418"/>
                  <a:gd name="csX45" fmla="*/ 141096 w 481325"/>
                  <a:gd name="csY45" fmla="*/ 246493 h 621418"/>
                  <a:gd name="csX46" fmla="*/ 133510 w 481325"/>
                  <a:gd name="csY46" fmla="*/ 215932 h 621418"/>
                  <a:gd name="csX47" fmla="*/ 125786 w 481325"/>
                  <a:gd name="csY47" fmla="*/ 201792 h 621418"/>
                  <a:gd name="csX48" fmla="*/ 113580 w 481325"/>
                  <a:gd name="csY48" fmla="*/ 175023 h 621418"/>
                  <a:gd name="csX49" fmla="*/ 104703 w 481325"/>
                  <a:gd name="csY49" fmla="*/ 151035 h 621418"/>
                  <a:gd name="csX50" fmla="*/ 100240 w 481325"/>
                  <a:gd name="csY50" fmla="*/ 135893 h 621418"/>
                  <a:gd name="csX51" fmla="*/ 100240 w 481325"/>
                  <a:gd name="csY51" fmla="*/ 128463 h 621418"/>
                  <a:gd name="csX52" fmla="*/ 99247 w 481325"/>
                  <a:gd name="csY52" fmla="*/ 115142 h 621418"/>
                  <a:gd name="csX53" fmla="*/ 93791 w 481325"/>
                  <a:gd name="csY53" fmla="*/ 109442 h 621418"/>
                  <a:gd name="csX54" fmla="*/ 95549 w 481325"/>
                  <a:gd name="csY54" fmla="*/ 115250 h 621418"/>
                  <a:gd name="csX55" fmla="*/ 90800 w 481325"/>
                  <a:gd name="csY55" fmla="*/ 117023 h 621418"/>
                  <a:gd name="csX56" fmla="*/ 87172 w 481325"/>
                  <a:gd name="csY56" fmla="*/ 114272 h 621418"/>
                  <a:gd name="csX57" fmla="*/ 67148 w 481325"/>
                  <a:gd name="csY57" fmla="*/ 111209 h 621418"/>
                  <a:gd name="csX58" fmla="*/ 49971 w 481325"/>
                  <a:gd name="csY58" fmla="*/ 100232 h 621418"/>
                  <a:gd name="csX59" fmla="*/ 44090 w 481325"/>
                  <a:gd name="csY59" fmla="*/ 90574 h 621418"/>
                  <a:gd name="csX60" fmla="*/ 35863 w 481325"/>
                  <a:gd name="csY60" fmla="*/ 83433 h 621418"/>
                  <a:gd name="csX61" fmla="*/ 32588 w 481325"/>
                  <a:gd name="csY61" fmla="*/ 82069 h 621418"/>
                  <a:gd name="csX62" fmla="*/ 11771 w 481325"/>
                  <a:gd name="csY62" fmla="*/ 68233 h 621418"/>
                  <a:gd name="csX63" fmla="*/ 5348 w 481325"/>
                  <a:gd name="csY63" fmla="*/ 59589 h 621418"/>
                  <a:gd name="csX64" fmla="*/ 1583 w 481325"/>
                  <a:gd name="csY64" fmla="*/ 46912 h 621418"/>
                  <a:gd name="csX65" fmla="*/ 325 w 481325"/>
                  <a:gd name="csY65" fmla="*/ 17525 h 621418"/>
                  <a:gd name="csX66" fmla="*/ 4538 w 481325"/>
                  <a:gd name="csY66" fmla="*/ 6689 h 621418"/>
                  <a:gd name="csX67" fmla="*/ 10480 w 481325"/>
                  <a:gd name="csY67" fmla="*/ 0 h 621418"/>
                  <a:gd name="csX68" fmla="*/ 53074 w 481325"/>
                  <a:gd name="csY68" fmla="*/ 22147 h 621418"/>
                  <a:gd name="csX69" fmla="*/ 133099 w 481325"/>
                  <a:gd name="csY69" fmla="*/ 64285 h 621418"/>
                  <a:gd name="csX70" fmla="*/ 308638 w 481325"/>
                  <a:gd name="csY70" fmla="*/ 150152 h 621418"/>
                  <a:gd name="csX71" fmla="*/ 460324 w 481325"/>
                  <a:gd name="csY71" fmla="*/ 163865 h 621418"/>
                  <a:gd name="csX72" fmla="*/ 466125 w 481325"/>
                  <a:gd name="csY72" fmla="*/ 170071 h 621418"/>
                  <a:gd name="csX73" fmla="*/ 465714 w 481325"/>
                  <a:gd name="csY73" fmla="*/ 176317 h 621418"/>
                  <a:gd name="csX74" fmla="*/ 471176 w 481325"/>
                  <a:gd name="csY74" fmla="*/ 205515 h 621418"/>
                  <a:gd name="csX75" fmla="*/ 478356 w 481325"/>
                  <a:gd name="csY75" fmla="*/ 244968 h 621418"/>
                  <a:gd name="csX76" fmla="*/ 480666 w 481325"/>
                  <a:gd name="csY76" fmla="*/ 291434 h 621418"/>
                  <a:gd name="csX77" fmla="*/ 471606 w 481325"/>
                  <a:gd name="csY77" fmla="*/ 339879 h 621418"/>
                  <a:gd name="csX78" fmla="*/ 467718 w 481325"/>
                  <a:gd name="csY78" fmla="*/ 346935 h 621418"/>
                  <a:gd name="csX79" fmla="*/ 468256 w 481325"/>
                  <a:gd name="csY79" fmla="*/ 419216 h 621418"/>
                  <a:gd name="csX80" fmla="*/ 469120 w 481325"/>
                  <a:gd name="csY80" fmla="*/ 434705 h 621418"/>
                  <a:gd name="csX81" fmla="*/ 451760 w 481325"/>
                  <a:gd name="csY81" fmla="*/ 439004 h 621418"/>
                  <a:gd name="csX82" fmla="*/ 430017 w 481325"/>
                  <a:gd name="csY82" fmla="*/ 458164 h 621418"/>
                  <a:gd name="csX83" fmla="*/ 441207 w 481325"/>
                  <a:gd name="csY83" fmla="*/ 484914 h 621418"/>
                  <a:gd name="csX84" fmla="*/ 455538 w 481325"/>
                  <a:gd name="csY84" fmla="*/ 533438 h 621418"/>
                  <a:gd name="csX85" fmla="*/ 463393 w 481325"/>
                  <a:gd name="csY85" fmla="*/ 557324 h 621418"/>
                  <a:gd name="csX86" fmla="*/ 466107 w 481325"/>
                  <a:gd name="csY86" fmla="*/ 564704 h 621418"/>
                  <a:gd name="csX87" fmla="*/ 427332 w 481325"/>
                  <a:gd name="csY87" fmla="*/ 607875 h 621418"/>
                  <a:gd name="csX88" fmla="*/ 408378 w 481325"/>
                  <a:gd name="csY88" fmla="*/ 619278 h 621418"/>
                  <a:gd name="csX89" fmla="*/ 406733 w 481325"/>
                  <a:gd name="csY89" fmla="*/ 612610 h 621418"/>
                  <a:gd name="csX90" fmla="*/ 398989 w 481325"/>
                  <a:gd name="csY90" fmla="*/ 614115 h 621418"/>
                  <a:gd name="csX91" fmla="*/ 394277 w 481325"/>
                  <a:gd name="csY91" fmla="*/ 621279 h 621418"/>
                  <a:gd name="csX92" fmla="*/ 392709 w 481325"/>
                  <a:gd name="csY92" fmla="*/ 609477 h 62141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Lst>
                <a:rect l="l" t="t" r="r" b="b"/>
                <a:pathLst>
                  <a:path w="481325" h="621418">
                    <a:moveTo>
                      <a:pt x="392709" y="609477"/>
                    </a:moveTo>
                    <a:cubicBezTo>
                      <a:pt x="394253" y="597840"/>
                      <a:pt x="393887" y="596413"/>
                      <a:pt x="388957" y="594848"/>
                    </a:cubicBezTo>
                    <a:cubicBezTo>
                      <a:pt x="381454" y="592467"/>
                      <a:pt x="376874" y="583809"/>
                      <a:pt x="382520" y="582680"/>
                    </a:cubicBezTo>
                    <a:cubicBezTo>
                      <a:pt x="386074" y="581969"/>
                      <a:pt x="385853" y="580904"/>
                      <a:pt x="381003" y="575394"/>
                    </a:cubicBezTo>
                    <a:cubicBezTo>
                      <a:pt x="377016" y="570863"/>
                      <a:pt x="375755" y="570304"/>
                      <a:pt x="376772" y="573517"/>
                    </a:cubicBezTo>
                    <a:cubicBezTo>
                      <a:pt x="378038" y="577517"/>
                      <a:pt x="377495" y="577714"/>
                      <a:pt x="372471" y="575078"/>
                    </a:cubicBezTo>
                    <a:cubicBezTo>
                      <a:pt x="366755" y="572079"/>
                      <a:pt x="366750" y="572094"/>
                      <a:pt x="371638" y="577600"/>
                    </a:cubicBezTo>
                    <a:cubicBezTo>
                      <a:pt x="374343" y="580646"/>
                      <a:pt x="375283" y="583138"/>
                      <a:pt x="373727" y="583138"/>
                    </a:cubicBezTo>
                    <a:cubicBezTo>
                      <a:pt x="372171" y="583138"/>
                      <a:pt x="370131" y="581897"/>
                      <a:pt x="369193" y="580381"/>
                    </a:cubicBezTo>
                    <a:cubicBezTo>
                      <a:pt x="368256" y="578864"/>
                      <a:pt x="366049" y="578176"/>
                      <a:pt x="364289" y="578851"/>
                    </a:cubicBezTo>
                    <a:cubicBezTo>
                      <a:pt x="362530" y="579526"/>
                      <a:pt x="359790" y="579276"/>
                      <a:pt x="358202" y="578294"/>
                    </a:cubicBezTo>
                    <a:cubicBezTo>
                      <a:pt x="354056" y="575732"/>
                      <a:pt x="341762" y="546998"/>
                      <a:pt x="344811" y="546998"/>
                    </a:cubicBezTo>
                    <a:cubicBezTo>
                      <a:pt x="346213" y="546998"/>
                      <a:pt x="347360" y="545839"/>
                      <a:pt x="347360" y="544424"/>
                    </a:cubicBezTo>
                    <a:cubicBezTo>
                      <a:pt x="347360" y="541126"/>
                      <a:pt x="331006" y="534265"/>
                      <a:pt x="329284" y="536840"/>
                    </a:cubicBezTo>
                    <a:cubicBezTo>
                      <a:pt x="328570" y="537907"/>
                      <a:pt x="321020" y="535449"/>
                      <a:pt x="312504" y="531378"/>
                    </a:cubicBezTo>
                    <a:cubicBezTo>
                      <a:pt x="303989" y="527306"/>
                      <a:pt x="298035" y="523928"/>
                      <a:pt x="299274" y="523870"/>
                    </a:cubicBezTo>
                    <a:cubicBezTo>
                      <a:pt x="300512" y="523812"/>
                      <a:pt x="300059" y="521998"/>
                      <a:pt x="298267" y="519838"/>
                    </a:cubicBezTo>
                    <a:cubicBezTo>
                      <a:pt x="296474" y="517678"/>
                      <a:pt x="294620" y="511589"/>
                      <a:pt x="294146" y="506308"/>
                    </a:cubicBezTo>
                    <a:cubicBezTo>
                      <a:pt x="293672" y="501026"/>
                      <a:pt x="292092" y="496307"/>
                      <a:pt x="290635" y="495822"/>
                    </a:cubicBezTo>
                    <a:cubicBezTo>
                      <a:pt x="287387" y="494739"/>
                      <a:pt x="287081" y="485043"/>
                      <a:pt x="290295" y="485043"/>
                    </a:cubicBezTo>
                    <a:cubicBezTo>
                      <a:pt x="291564" y="485043"/>
                      <a:pt x="292539" y="482429"/>
                      <a:pt x="292460" y="479235"/>
                    </a:cubicBezTo>
                    <a:cubicBezTo>
                      <a:pt x="292381" y="476040"/>
                      <a:pt x="293054" y="471684"/>
                      <a:pt x="293954" y="469554"/>
                    </a:cubicBezTo>
                    <a:cubicBezTo>
                      <a:pt x="294994" y="467095"/>
                      <a:pt x="293096" y="463864"/>
                      <a:pt x="288754" y="460702"/>
                    </a:cubicBezTo>
                    <a:cubicBezTo>
                      <a:pt x="282831" y="456387"/>
                      <a:pt x="282139" y="456302"/>
                      <a:pt x="283583" y="460065"/>
                    </a:cubicBezTo>
                    <a:cubicBezTo>
                      <a:pt x="285131" y="464099"/>
                      <a:pt x="284795" y="464110"/>
                      <a:pt x="278874" y="460231"/>
                    </a:cubicBezTo>
                    <a:cubicBezTo>
                      <a:pt x="274972" y="457675"/>
                      <a:pt x="272498" y="453605"/>
                      <a:pt x="272498" y="449744"/>
                    </a:cubicBezTo>
                    <a:cubicBezTo>
                      <a:pt x="272498" y="445927"/>
                      <a:pt x="271409" y="444108"/>
                      <a:pt x="269740" y="445139"/>
                    </a:cubicBezTo>
                    <a:cubicBezTo>
                      <a:pt x="268224" y="446077"/>
                      <a:pt x="267535" y="448283"/>
                      <a:pt x="268211" y="450043"/>
                    </a:cubicBezTo>
                    <a:cubicBezTo>
                      <a:pt x="268886" y="451803"/>
                      <a:pt x="268361" y="454880"/>
                      <a:pt x="267044" y="456881"/>
                    </a:cubicBezTo>
                    <a:cubicBezTo>
                      <a:pt x="265087" y="459853"/>
                      <a:pt x="263712" y="459403"/>
                      <a:pt x="259538" y="454425"/>
                    </a:cubicBezTo>
                    <a:cubicBezTo>
                      <a:pt x="256727" y="451073"/>
                      <a:pt x="254428" y="446676"/>
                      <a:pt x="254428" y="444654"/>
                    </a:cubicBezTo>
                    <a:cubicBezTo>
                      <a:pt x="254428" y="441815"/>
                      <a:pt x="253286" y="441587"/>
                      <a:pt x="249421" y="443656"/>
                    </a:cubicBezTo>
                    <a:cubicBezTo>
                      <a:pt x="243479" y="446836"/>
                      <a:pt x="243193" y="446433"/>
                      <a:pt x="238700" y="428558"/>
                    </a:cubicBezTo>
                    <a:cubicBezTo>
                      <a:pt x="235500" y="415829"/>
                      <a:pt x="234285" y="414272"/>
                      <a:pt x="224166" y="409935"/>
                    </a:cubicBezTo>
                    <a:cubicBezTo>
                      <a:pt x="217728" y="407175"/>
                      <a:pt x="213124" y="403477"/>
                      <a:pt x="213124" y="401065"/>
                    </a:cubicBezTo>
                    <a:cubicBezTo>
                      <a:pt x="213124" y="398790"/>
                      <a:pt x="210220" y="393122"/>
                      <a:pt x="206671" y="388468"/>
                    </a:cubicBezTo>
                    <a:cubicBezTo>
                      <a:pt x="199265" y="378758"/>
                      <a:pt x="198471" y="374041"/>
                      <a:pt x="204242" y="374041"/>
                    </a:cubicBezTo>
                    <a:cubicBezTo>
                      <a:pt x="206455" y="374041"/>
                      <a:pt x="207499" y="372800"/>
                      <a:pt x="206562" y="371283"/>
                    </a:cubicBezTo>
                    <a:cubicBezTo>
                      <a:pt x="205625" y="369767"/>
                      <a:pt x="203299" y="369124"/>
                      <a:pt x="201394" y="369855"/>
                    </a:cubicBezTo>
                    <a:cubicBezTo>
                      <a:pt x="197850" y="371215"/>
                      <a:pt x="182472" y="355734"/>
                      <a:pt x="181743" y="350072"/>
                    </a:cubicBezTo>
                    <a:cubicBezTo>
                      <a:pt x="181521" y="348347"/>
                      <a:pt x="181114" y="343821"/>
                      <a:pt x="180840" y="340015"/>
                    </a:cubicBezTo>
                    <a:cubicBezTo>
                      <a:pt x="179988" y="328208"/>
                      <a:pt x="174287" y="317597"/>
                      <a:pt x="168342" y="316750"/>
                    </a:cubicBezTo>
                    <a:cubicBezTo>
                      <a:pt x="163596" y="316073"/>
                      <a:pt x="162786" y="314266"/>
                      <a:pt x="162786" y="304341"/>
                    </a:cubicBezTo>
                    <a:cubicBezTo>
                      <a:pt x="162786" y="295229"/>
                      <a:pt x="160883" y="290082"/>
                      <a:pt x="153959" y="280463"/>
                    </a:cubicBezTo>
                    <a:cubicBezTo>
                      <a:pt x="149104" y="273719"/>
                      <a:pt x="144276" y="268201"/>
                      <a:pt x="143231" y="268201"/>
                    </a:cubicBezTo>
                    <a:cubicBezTo>
                      <a:pt x="142186" y="268201"/>
                      <a:pt x="141225" y="258432"/>
                      <a:pt x="141096" y="246493"/>
                    </a:cubicBezTo>
                    <a:cubicBezTo>
                      <a:pt x="140831" y="221943"/>
                      <a:pt x="139743" y="217562"/>
                      <a:pt x="133510" y="215932"/>
                    </a:cubicBezTo>
                    <a:cubicBezTo>
                      <a:pt x="130755" y="215211"/>
                      <a:pt x="127873" y="209936"/>
                      <a:pt x="125786" y="201792"/>
                    </a:cubicBezTo>
                    <a:cubicBezTo>
                      <a:pt x="123955" y="194647"/>
                      <a:pt x="118462" y="182601"/>
                      <a:pt x="113580" y="175023"/>
                    </a:cubicBezTo>
                    <a:cubicBezTo>
                      <a:pt x="107284" y="165251"/>
                      <a:pt x="104703" y="158277"/>
                      <a:pt x="104703" y="151035"/>
                    </a:cubicBezTo>
                    <a:cubicBezTo>
                      <a:pt x="104703" y="144982"/>
                      <a:pt x="102887" y="138818"/>
                      <a:pt x="100240" y="135893"/>
                    </a:cubicBezTo>
                    <a:cubicBezTo>
                      <a:pt x="96009" y="131218"/>
                      <a:pt x="96009" y="130831"/>
                      <a:pt x="100240" y="128463"/>
                    </a:cubicBezTo>
                    <a:cubicBezTo>
                      <a:pt x="106103" y="125181"/>
                      <a:pt x="105871" y="122062"/>
                      <a:pt x="99247" y="115142"/>
                    </a:cubicBezTo>
                    <a:lnTo>
                      <a:pt x="93791" y="109442"/>
                    </a:lnTo>
                    <a:lnTo>
                      <a:pt x="95549" y="115250"/>
                    </a:lnTo>
                    <a:cubicBezTo>
                      <a:pt x="97517" y="121752"/>
                      <a:pt x="93229" y="123352"/>
                      <a:pt x="90800" y="117023"/>
                    </a:cubicBezTo>
                    <a:cubicBezTo>
                      <a:pt x="89948" y="114803"/>
                      <a:pt x="88316" y="113565"/>
                      <a:pt x="87172" y="114272"/>
                    </a:cubicBezTo>
                    <a:cubicBezTo>
                      <a:pt x="86029" y="114978"/>
                      <a:pt x="77018" y="113600"/>
                      <a:pt x="67148" y="111209"/>
                    </a:cubicBezTo>
                    <a:cubicBezTo>
                      <a:pt x="50330" y="107134"/>
                      <a:pt x="49251" y="106444"/>
                      <a:pt x="49971" y="100232"/>
                    </a:cubicBezTo>
                    <a:cubicBezTo>
                      <a:pt x="50552" y="95214"/>
                      <a:pt x="49124" y="92867"/>
                      <a:pt x="44090" y="90574"/>
                    </a:cubicBezTo>
                    <a:cubicBezTo>
                      <a:pt x="40433" y="88908"/>
                      <a:pt x="36731" y="85694"/>
                      <a:pt x="35863" y="83433"/>
                    </a:cubicBezTo>
                    <a:cubicBezTo>
                      <a:pt x="34873" y="80853"/>
                      <a:pt x="33654" y="80345"/>
                      <a:pt x="32588" y="82069"/>
                    </a:cubicBezTo>
                    <a:cubicBezTo>
                      <a:pt x="30403" y="85606"/>
                      <a:pt x="11771" y="73222"/>
                      <a:pt x="11771" y="68233"/>
                    </a:cubicBezTo>
                    <a:cubicBezTo>
                      <a:pt x="11771" y="66258"/>
                      <a:pt x="8881" y="62368"/>
                      <a:pt x="5348" y="59589"/>
                    </a:cubicBezTo>
                    <a:cubicBezTo>
                      <a:pt x="-304" y="55143"/>
                      <a:pt x="-756" y="53621"/>
                      <a:pt x="1583" y="46912"/>
                    </a:cubicBezTo>
                    <a:cubicBezTo>
                      <a:pt x="4225" y="39332"/>
                      <a:pt x="3631" y="25451"/>
                      <a:pt x="325" y="17525"/>
                    </a:cubicBezTo>
                    <a:cubicBezTo>
                      <a:pt x="-744" y="14961"/>
                      <a:pt x="864" y="10824"/>
                      <a:pt x="4538" y="6689"/>
                    </a:cubicBezTo>
                    <a:lnTo>
                      <a:pt x="10480" y="0"/>
                    </a:lnTo>
                    <a:lnTo>
                      <a:pt x="53074" y="22147"/>
                    </a:lnTo>
                    <a:cubicBezTo>
                      <a:pt x="76501" y="34328"/>
                      <a:pt x="112512" y="53290"/>
                      <a:pt x="133099" y="64285"/>
                    </a:cubicBezTo>
                    <a:cubicBezTo>
                      <a:pt x="293633" y="150024"/>
                      <a:pt x="290844" y="148660"/>
                      <a:pt x="308638" y="150152"/>
                    </a:cubicBezTo>
                    <a:cubicBezTo>
                      <a:pt x="379829" y="156121"/>
                      <a:pt x="453326" y="162765"/>
                      <a:pt x="460324" y="163865"/>
                    </a:cubicBezTo>
                    <a:cubicBezTo>
                      <a:pt x="467642" y="165014"/>
                      <a:pt x="468398" y="165824"/>
                      <a:pt x="466125" y="170071"/>
                    </a:cubicBezTo>
                    <a:cubicBezTo>
                      <a:pt x="464688" y="172758"/>
                      <a:pt x="464502" y="175568"/>
                      <a:pt x="465714" y="176317"/>
                    </a:cubicBezTo>
                    <a:cubicBezTo>
                      <a:pt x="466925" y="177066"/>
                      <a:pt x="469383" y="190205"/>
                      <a:pt x="471176" y="205515"/>
                    </a:cubicBezTo>
                    <a:cubicBezTo>
                      <a:pt x="472969" y="220825"/>
                      <a:pt x="476200" y="238579"/>
                      <a:pt x="478356" y="244968"/>
                    </a:cubicBezTo>
                    <a:cubicBezTo>
                      <a:pt x="481464" y="254178"/>
                      <a:pt x="481943" y="263804"/>
                      <a:pt x="480666" y="291434"/>
                    </a:cubicBezTo>
                    <a:cubicBezTo>
                      <a:pt x="478736" y="333232"/>
                      <a:pt x="477318" y="340812"/>
                      <a:pt x="471606" y="339879"/>
                    </a:cubicBezTo>
                    <a:cubicBezTo>
                      <a:pt x="468443" y="339362"/>
                      <a:pt x="467477" y="341115"/>
                      <a:pt x="467718" y="346935"/>
                    </a:cubicBezTo>
                    <a:cubicBezTo>
                      <a:pt x="467998" y="353675"/>
                      <a:pt x="468241" y="386395"/>
                      <a:pt x="468256" y="419216"/>
                    </a:cubicBezTo>
                    <a:cubicBezTo>
                      <a:pt x="468259" y="424895"/>
                      <a:pt x="468647" y="431865"/>
                      <a:pt x="469120" y="434705"/>
                    </a:cubicBezTo>
                    <a:cubicBezTo>
                      <a:pt x="469922" y="439526"/>
                      <a:pt x="468775" y="439811"/>
                      <a:pt x="451760" y="439004"/>
                    </a:cubicBezTo>
                    <a:cubicBezTo>
                      <a:pt x="428789" y="437915"/>
                      <a:pt x="426025" y="440351"/>
                      <a:pt x="430017" y="458164"/>
                    </a:cubicBezTo>
                    <a:cubicBezTo>
                      <a:pt x="431548" y="464996"/>
                      <a:pt x="436584" y="477034"/>
                      <a:pt x="441207" y="484914"/>
                    </a:cubicBezTo>
                    <a:cubicBezTo>
                      <a:pt x="456169" y="510414"/>
                      <a:pt x="459720" y="522439"/>
                      <a:pt x="455538" y="533438"/>
                    </a:cubicBezTo>
                    <a:cubicBezTo>
                      <a:pt x="452990" y="540141"/>
                      <a:pt x="458641" y="557324"/>
                      <a:pt x="463393" y="557324"/>
                    </a:cubicBezTo>
                    <a:cubicBezTo>
                      <a:pt x="464886" y="557324"/>
                      <a:pt x="466107" y="560645"/>
                      <a:pt x="466107" y="564704"/>
                    </a:cubicBezTo>
                    <a:cubicBezTo>
                      <a:pt x="466107" y="574709"/>
                      <a:pt x="449340" y="593376"/>
                      <a:pt x="427332" y="607875"/>
                    </a:cubicBezTo>
                    <a:cubicBezTo>
                      <a:pt x="417812" y="614147"/>
                      <a:pt x="409283" y="619278"/>
                      <a:pt x="408378" y="619278"/>
                    </a:cubicBezTo>
                    <a:cubicBezTo>
                      <a:pt x="407473" y="619278"/>
                      <a:pt x="406733" y="616277"/>
                      <a:pt x="406733" y="612610"/>
                    </a:cubicBezTo>
                    <a:cubicBezTo>
                      <a:pt x="406733" y="604379"/>
                      <a:pt x="401025" y="605489"/>
                      <a:pt x="398989" y="614115"/>
                    </a:cubicBezTo>
                    <a:cubicBezTo>
                      <a:pt x="398201" y="617454"/>
                      <a:pt x="396080" y="620678"/>
                      <a:pt x="394277" y="621279"/>
                    </a:cubicBezTo>
                    <a:cubicBezTo>
                      <a:pt x="391773" y="622114"/>
                      <a:pt x="391403" y="619327"/>
                      <a:pt x="392709" y="609477"/>
                    </a:cubicBezTo>
                    <a:close/>
                  </a:path>
                </a:pathLst>
              </a:custGeom>
              <a:solidFill>
                <a:srgbClr val="B9B9B9"/>
              </a:solidFill>
              <a:ln w="5163" cap="flat">
                <a:noFill/>
                <a:prstDash val="solid"/>
                <a:miter/>
              </a:ln>
            </p:spPr>
            <p:txBody>
              <a:bodyPr/>
              <a:lstStyle/>
              <a:p>
                <a:endParaRPr lang="es-419" noProof="0" dirty="0"/>
              </a:p>
            </p:txBody>
          </p:sp>
          <p:sp>
            <p:nvSpPr>
              <p:cNvPr id="117" name="Forma libre: forma 116">
                <a:extLst>
                  <a:ext uri="{FF2B5EF4-FFF2-40B4-BE49-F238E27FC236}">
                    <a16:creationId xmlns:a16="http://schemas.microsoft.com/office/drawing/2014/main" id="{C134BDF3-3E66-D74C-4171-075BE14F17CC}"/>
                  </a:ext>
                </a:extLst>
              </p:cNvPr>
              <p:cNvSpPr/>
              <p:nvPr/>
            </p:nvSpPr>
            <p:spPr>
              <a:xfrm>
                <a:off x="356836" y="1137381"/>
                <a:ext cx="20516" cy="20135"/>
              </a:xfrm>
              <a:custGeom>
                <a:avLst/>
                <a:gdLst>
                  <a:gd name="csX0" fmla="*/ 3031 w 20516"/>
                  <a:gd name="csY0" fmla="*/ 13790 h 20135"/>
                  <a:gd name="csX1" fmla="*/ 11787 w 20516"/>
                  <a:gd name="csY1" fmla="*/ 6812 h 20135"/>
                  <a:gd name="csX2" fmla="*/ 16388 w 20516"/>
                  <a:gd name="csY2" fmla="*/ 8970 h 20135"/>
                  <a:gd name="csX3" fmla="*/ 17667 w 20516"/>
                  <a:gd name="csY3" fmla="*/ 5896 h 20135"/>
                  <a:gd name="csX4" fmla="*/ 16630 w 20516"/>
                  <a:gd name="csY4" fmla="*/ 16309 h 20135"/>
                  <a:gd name="csX5" fmla="*/ 3031 w 20516"/>
                  <a:gd name="csY5" fmla="*/ 13790 h 20135"/>
                </a:gdLst>
                <a:ahLst/>
                <a:cxnLst>
                  <a:cxn ang="0">
                    <a:pos x="csX0" y="csY0"/>
                  </a:cxn>
                  <a:cxn ang="0">
                    <a:pos x="csX1" y="csY1"/>
                  </a:cxn>
                  <a:cxn ang="0">
                    <a:pos x="csX2" y="csY2"/>
                  </a:cxn>
                  <a:cxn ang="0">
                    <a:pos x="csX3" y="csY3"/>
                  </a:cxn>
                  <a:cxn ang="0">
                    <a:pos x="csX4" y="csY4"/>
                  </a:cxn>
                  <a:cxn ang="0">
                    <a:pos x="csX5" y="csY5"/>
                  </a:cxn>
                </a:cxnLst>
                <a:rect l="l" t="t" r="r" b="b"/>
                <a:pathLst>
                  <a:path w="20516" h="20135">
                    <a:moveTo>
                      <a:pt x="3031" y="13790"/>
                    </a:moveTo>
                    <a:cubicBezTo>
                      <a:pt x="-3651" y="-875"/>
                      <a:pt x="1356" y="-4865"/>
                      <a:pt x="11787" y="6812"/>
                    </a:cubicBezTo>
                    <a:cubicBezTo>
                      <a:pt x="16355" y="11926"/>
                      <a:pt x="17642" y="12530"/>
                      <a:pt x="16388" y="8970"/>
                    </a:cubicBezTo>
                    <a:cubicBezTo>
                      <a:pt x="15184" y="5554"/>
                      <a:pt x="15578" y="4605"/>
                      <a:pt x="17667" y="5896"/>
                    </a:cubicBezTo>
                    <a:cubicBezTo>
                      <a:pt x="21766" y="8429"/>
                      <a:pt x="21462" y="11477"/>
                      <a:pt x="16630" y="16309"/>
                    </a:cubicBezTo>
                    <a:cubicBezTo>
                      <a:pt x="10809" y="22130"/>
                      <a:pt x="6464" y="21325"/>
                      <a:pt x="3031" y="13790"/>
                    </a:cubicBezTo>
                    <a:close/>
                  </a:path>
                </a:pathLst>
              </a:custGeom>
              <a:solidFill>
                <a:srgbClr val="B9B9B9"/>
              </a:solidFill>
              <a:ln w="5163" cap="flat">
                <a:noFill/>
                <a:prstDash val="solid"/>
                <a:miter/>
              </a:ln>
            </p:spPr>
            <p:txBody>
              <a:bodyPr/>
              <a:lstStyle/>
              <a:p>
                <a:endParaRPr lang="es-419" noProof="0" dirty="0"/>
              </a:p>
            </p:txBody>
          </p:sp>
        </p:grpSp>
      </p:grpSp>
      <p:grpSp>
        <p:nvGrpSpPr>
          <p:cNvPr id="36" name="Group 45">
            <a:extLst>
              <a:ext uri="{FF2B5EF4-FFF2-40B4-BE49-F238E27FC236}">
                <a16:creationId xmlns:a16="http://schemas.microsoft.com/office/drawing/2014/main" id="{FE652B0F-C559-555D-D3BC-7A83FCC4C465}"/>
              </a:ext>
            </a:extLst>
          </p:cNvPr>
          <p:cNvGrpSpPr>
            <a:grpSpLocks noChangeAspect="1"/>
          </p:cNvGrpSpPr>
          <p:nvPr/>
        </p:nvGrpSpPr>
        <p:grpSpPr>
          <a:xfrm>
            <a:off x="1313827" y="1881479"/>
            <a:ext cx="213038" cy="337620"/>
            <a:chOff x="0" y="26670"/>
            <a:chExt cx="3924300" cy="6219190"/>
          </a:xfrm>
        </p:grpSpPr>
        <p:sp>
          <p:nvSpPr>
            <p:cNvPr id="37" name="Freeform 46">
              <a:extLst>
                <a:ext uri="{FF2B5EF4-FFF2-40B4-BE49-F238E27FC236}">
                  <a16:creationId xmlns:a16="http://schemas.microsoft.com/office/drawing/2014/main" id="{5622EA96-B66E-DA16-368E-C846160D4FCD}"/>
                </a:ext>
              </a:extLst>
            </p:cNvPr>
            <p:cNvSpPr/>
            <p:nvPr/>
          </p:nvSpPr>
          <p:spPr>
            <a:xfrm>
              <a:off x="0" y="26670"/>
              <a:ext cx="3924300" cy="6219190"/>
            </a:xfrm>
            <a:custGeom>
              <a:avLst/>
              <a:gdLst/>
              <a:ahLst/>
              <a:cxnLst/>
              <a:rect l="l" t="t" r="r" b="b"/>
              <a:pathLst>
                <a:path w="3924300" h="6219190">
                  <a:moveTo>
                    <a:pt x="3924300" y="1962150"/>
                  </a:moveTo>
                  <a:cubicBezTo>
                    <a:pt x="3924300" y="878840"/>
                    <a:pt x="3045460" y="0"/>
                    <a:pt x="1962150" y="0"/>
                  </a:cubicBezTo>
                  <a:cubicBezTo>
                    <a:pt x="878840" y="0"/>
                    <a:pt x="0" y="878840"/>
                    <a:pt x="0" y="1962150"/>
                  </a:cubicBezTo>
                  <a:cubicBezTo>
                    <a:pt x="0" y="2974340"/>
                    <a:pt x="765810" y="3807460"/>
                    <a:pt x="1750060" y="3912870"/>
                  </a:cubicBezTo>
                  <a:lnTo>
                    <a:pt x="1962150" y="6219190"/>
                  </a:lnTo>
                  <a:lnTo>
                    <a:pt x="2174240" y="3912870"/>
                  </a:lnTo>
                  <a:cubicBezTo>
                    <a:pt x="3158490" y="3807460"/>
                    <a:pt x="3924300" y="2974340"/>
                    <a:pt x="3924300" y="1962150"/>
                  </a:cubicBezTo>
                  <a:close/>
                </a:path>
              </a:pathLst>
            </a:custGeom>
            <a:solidFill>
              <a:srgbClr val="EB6C01"/>
            </a:solidFill>
          </p:spPr>
          <p:txBody>
            <a:bodyPr/>
            <a:lstStyle/>
            <a:p>
              <a:endParaRPr lang="es-419" noProof="0" dirty="0"/>
            </a:p>
          </p:txBody>
        </p:sp>
        <p:sp>
          <p:nvSpPr>
            <p:cNvPr id="38" name="Freeform 47">
              <a:extLst>
                <a:ext uri="{FF2B5EF4-FFF2-40B4-BE49-F238E27FC236}">
                  <a16:creationId xmlns:a16="http://schemas.microsoft.com/office/drawing/2014/main" id="{9EA39190-B5D6-6F60-3CEC-D34020837C75}"/>
                </a:ext>
              </a:extLst>
            </p:cNvPr>
            <p:cNvSpPr/>
            <p:nvPr/>
          </p:nvSpPr>
          <p:spPr>
            <a:xfrm>
              <a:off x="340744" y="374636"/>
              <a:ext cx="3242813" cy="3228370"/>
            </a:xfrm>
            <a:custGeom>
              <a:avLst/>
              <a:gdLst/>
              <a:ahLst/>
              <a:cxnLst/>
              <a:rect l="l" t="t" r="r" b="b"/>
              <a:pathLst>
                <a:path w="3242810" h="3228373">
                  <a:moveTo>
                    <a:pt x="1621405" y="16"/>
                  </a:moveTo>
                  <a:cubicBezTo>
                    <a:pt x="1042998" y="-2571"/>
                    <a:pt x="507417" y="304521"/>
                    <a:pt x="217465" y="805010"/>
                  </a:cubicBezTo>
                  <a:cubicBezTo>
                    <a:pt x="-72488" y="1305499"/>
                    <a:pt x="-72488" y="1922874"/>
                    <a:pt x="217465" y="2423362"/>
                  </a:cubicBezTo>
                  <a:cubicBezTo>
                    <a:pt x="507417" y="2923851"/>
                    <a:pt x="1042998" y="3230943"/>
                    <a:pt x="1621405" y="3228356"/>
                  </a:cubicBezTo>
                  <a:cubicBezTo>
                    <a:pt x="2199812" y="3230943"/>
                    <a:pt x="2735392" y="2923851"/>
                    <a:pt x="3025345" y="2423362"/>
                  </a:cubicBezTo>
                  <a:cubicBezTo>
                    <a:pt x="3315298" y="1922874"/>
                    <a:pt x="3315298" y="1305499"/>
                    <a:pt x="3025345" y="805010"/>
                  </a:cubicBezTo>
                  <a:cubicBezTo>
                    <a:pt x="2735392" y="304522"/>
                    <a:pt x="2199812" y="-2571"/>
                    <a:pt x="1621405" y="16"/>
                  </a:cubicBezTo>
                  <a:close/>
                </a:path>
              </a:pathLst>
            </a:custGeom>
            <a:blipFill>
              <a:blip r:embed="rId5"/>
              <a:stretch>
                <a:fillRect l="-28801" r="-28801" b="-58308"/>
              </a:stretch>
            </a:blipFill>
          </p:spPr>
          <p:txBody>
            <a:bodyPr/>
            <a:lstStyle/>
            <a:p>
              <a:endParaRPr lang="es-419" noProof="0" dirty="0"/>
            </a:p>
          </p:txBody>
        </p:sp>
      </p:grpSp>
    </p:spTree>
    <p:extLst>
      <p:ext uri="{BB962C8B-B14F-4D97-AF65-F5344CB8AC3E}">
        <p14:creationId xmlns:p14="http://schemas.microsoft.com/office/powerpoint/2010/main" val="22741592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nodeType="with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wipe(down)">
                                      <p:cBhvr>
                                        <p:cTn id="7" dur="580">
                                          <p:stCondLst>
                                            <p:cond delay="0"/>
                                          </p:stCondLst>
                                        </p:cTn>
                                        <p:tgtEl>
                                          <p:spTgt spid="36"/>
                                        </p:tgtEl>
                                      </p:cBhvr>
                                    </p:animEffect>
                                    <p:anim calcmode="lin" valueType="num">
                                      <p:cBhvr>
                                        <p:cTn id="8" dur="1822" tmFilter="0,0; 0.14,0.36; 0.43,0.73; 0.71,0.91; 1.0,1.0">
                                          <p:stCondLst>
                                            <p:cond delay="0"/>
                                          </p:stCondLst>
                                        </p:cTn>
                                        <p:tgtEl>
                                          <p:spTgt spid="36"/>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36"/>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36"/>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36"/>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36"/>
                                        </p:tgtEl>
                                        <p:attrNameLst>
                                          <p:attrName>ppt_y</p:attrName>
                                        </p:attrNameLst>
                                      </p:cBhvr>
                                      <p:tavLst>
                                        <p:tav tm="0" fmla="#ppt_y-sin(pi*$)/81">
                                          <p:val>
                                            <p:fltVal val="0"/>
                                          </p:val>
                                        </p:tav>
                                        <p:tav tm="100000">
                                          <p:val>
                                            <p:fltVal val="1"/>
                                          </p:val>
                                        </p:tav>
                                      </p:tavLst>
                                    </p:anim>
                                    <p:animScale>
                                      <p:cBhvr>
                                        <p:cTn id="13" dur="26">
                                          <p:stCondLst>
                                            <p:cond delay="650"/>
                                          </p:stCondLst>
                                        </p:cTn>
                                        <p:tgtEl>
                                          <p:spTgt spid="36"/>
                                        </p:tgtEl>
                                      </p:cBhvr>
                                      <p:to x="100000" y="60000"/>
                                    </p:animScale>
                                    <p:animScale>
                                      <p:cBhvr>
                                        <p:cTn id="14" dur="166" decel="50000">
                                          <p:stCondLst>
                                            <p:cond delay="676"/>
                                          </p:stCondLst>
                                        </p:cTn>
                                        <p:tgtEl>
                                          <p:spTgt spid="36"/>
                                        </p:tgtEl>
                                      </p:cBhvr>
                                      <p:to x="100000" y="100000"/>
                                    </p:animScale>
                                    <p:animScale>
                                      <p:cBhvr>
                                        <p:cTn id="15" dur="26">
                                          <p:stCondLst>
                                            <p:cond delay="1312"/>
                                          </p:stCondLst>
                                        </p:cTn>
                                        <p:tgtEl>
                                          <p:spTgt spid="36"/>
                                        </p:tgtEl>
                                      </p:cBhvr>
                                      <p:to x="100000" y="80000"/>
                                    </p:animScale>
                                    <p:animScale>
                                      <p:cBhvr>
                                        <p:cTn id="16" dur="166" decel="50000">
                                          <p:stCondLst>
                                            <p:cond delay="1338"/>
                                          </p:stCondLst>
                                        </p:cTn>
                                        <p:tgtEl>
                                          <p:spTgt spid="36"/>
                                        </p:tgtEl>
                                      </p:cBhvr>
                                      <p:to x="100000" y="100000"/>
                                    </p:animScale>
                                    <p:animScale>
                                      <p:cBhvr>
                                        <p:cTn id="17" dur="26">
                                          <p:stCondLst>
                                            <p:cond delay="1642"/>
                                          </p:stCondLst>
                                        </p:cTn>
                                        <p:tgtEl>
                                          <p:spTgt spid="36"/>
                                        </p:tgtEl>
                                      </p:cBhvr>
                                      <p:to x="100000" y="90000"/>
                                    </p:animScale>
                                    <p:animScale>
                                      <p:cBhvr>
                                        <p:cTn id="18" dur="166" decel="50000">
                                          <p:stCondLst>
                                            <p:cond delay="1668"/>
                                          </p:stCondLst>
                                        </p:cTn>
                                        <p:tgtEl>
                                          <p:spTgt spid="36"/>
                                        </p:tgtEl>
                                      </p:cBhvr>
                                      <p:to x="100000" y="100000"/>
                                    </p:animScale>
                                    <p:animScale>
                                      <p:cBhvr>
                                        <p:cTn id="19" dur="26">
                                          <p:stCondLst>
                                            <p:cond delay="1808"/>
                                          </p:stCondLst>
                                        </p:cTn>
                                        <p:tgtEl>
                                          <p:spTgt spid="36"/>
                                        </p:tgtEl>
                                      </p:cBhvr>
                                      <p:to x="100000" y="95000"/>
                                    </p:animScale>
                                    <p:animScale>
                                      <p:cBhvr>
                                        <p:cTn id="20" dur="166" decel="50000">
                                          <p:stCondLst>
                                            <p:cond delay="1834"/>
                                          </p:stCondLst>
                                        </p:cTn>
                                        <p:tgtEl>
                                          <p:spTgt spid="36"/>
                                        </p:tgtEl>
                                      </p:cBhvr>
                                      <p:to x="100000" y="100000"/>
                                    </p:animScale>
                                  </p:childTnLst>
                                </p:cTn>
                              </p:par>
                            </p:childTnLst>
                          </p:cTn>
                        </p:par>
                        <p:par>
                          <p:cTn id="21" fill="hold">
                            <p:stCondLst>
                              <p:cond delay="2000"/>
                            </p:stCondLst>
                            <p:childTnLst>
                              <p:par>
                                <p:cTn id="22" presetID="35" presetClass="emph" presetSubtype="0" repeatCount="indefinite" fill="hold" grpId="0" nodeType="afterEffect">
                                  <p:stCondLst>
                                    <p:cond delay="0"/>
                                  </p:stCondLst>
                                  <p:childTnLst>
                                    <p:anim calcmode="discrete" valueType="str">
                                      <p:cBhvr>
                                        <p:cTn id="23" dur="1000" fill="hold"/>
                                        <p:tgtEl>
                                          <p:spTgt spid="4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bg>
      <p:bgPr>
        <a:solidFill>
          <a:srgbClr val="F0F6FC"/>
        </a:solidFill>
        <a:effectLst/>
      </p:bgPr>
    </p:bg>
    <p:spTree>
      <p:nvGrpSpPr>
        <p:cNvPr id="1" name="">
          <a:extLst>
            <a:ext uri="{FF2B5EF4-FFF2-40B4-BE49-F238E27FC236}">
              <a16:creationId xmlns:a16="http://schemas.microsoft.com/office/drawing/2014/main" id="{5E196310-6BB8-7ABA-D4D3-CC8BE9108748}"/>
            </a:ext>
          </a:extLst>
        </p:cNvPr>
        <p:cNvGrpSpPr/>
        <p:nvPr/>
      </p:nvGrpSpPr>
      <p:grpSpPr>
        <a:xfrm>
          <a:off x="0" y="0"/>
          <a:ext cx="0" cy="0"/>
          <a:chOff x="0" y="0"/>
          <a:chExt cx="0" cy="0"/>
        </a:xfrm>
      </p:grpSpPr>
      <p:sp>
        <p:nvSpPr>
          <p:cNvPr id="2" name="Shape 0">
            <a:extLst>
              <a:ext uri="{FF2B5EF4-FFF2-40B4-BE49-F238E27FC236}">
                <a16:creationId xmlns:a16="http://schemas.microsoft.com/office/drawing/2014/main" id="{3AD845C7-1356-77FA-4E9C-ABED39FD7773}"/>
              </a:ext>
            </a:extLst>
          </p:cNvPr>
          <p:cNvSpPr/>
          <p:nvPr/>
        </p:nvSpPr>
        <p:spPr>
          <a:xfrm>
            <a:off x="0" y="0"/>
            <a:ext cx="9144000" cy="38405"/>
          </a:xfrm>
          <a:prstGeom prst="rect">
            <a:avLst/>
          </a:prstGeom>
          <a:solidFill>
            <a:srgbClr val="EB6C01"/>
          </a:solidFill>
          <a:ln w="12700">
            <a:solidFill>
              <a:srgbClr val="EB6C01"/>
            </a:solidFill>
            <a:prstDash val="solid"/>
          </a:ln>
        </p:spPr>
        <p:txBody>
          <a:bodyPr/>
          <a:lstStyle/>
          <a:p>
            <a:endParaRPr lang="es-419" noProof="0" dirty="0"/>
          </a:p>
        </p:txBody>
      </p:sp>
      <p:sp>
        <p:nvSpPr>
          <p:cNvPr id="3" name="Shape 1">
            <a:extLst>
              <a:ext uri="{FF2B5EF4-FFF2-40B4-BE49-F238E27FC236}">
                <a16:creationId xmlns:a16="http://schemas.microsoft.com/office/drawing/2014/main" id="{51C33F7C-F063-2967-6814-AFB2387D2C21}"/>
              </a:ext>
            </a:extLst>
          </p:cNvPr>
          <p:cNvSpPr/>
          <p:nvPr/>
        </p:nvSpPr>
        <p:spPr>
          <a:xfrm>
            <a:off x="0" y="38405"/>
            <a:ext cx="9144000" cy="667512"/>
          </a:xfrm>
          <a:prstGeom prst="rect">
            <a:avLst/>
          </a:prstGeom>
          <a:solidFill>
            <a:srgbClr val="1A3464"/>
          </a:solidFill>
          <a:ln w="12700">
            <a:solidFill>
              <a:srgbClr val="1A3464"/>
            </a:solidFill>
            <a:prstDash val="solid"/>
          </a:ln>
        </p:spPr>
        <p:txBody>
          <a:bodyPr/>
          <a:lstStyle/>
          <a:p>
            <a:endParaRPr lang="es-419" noProof="0" dirty="0"/>
          </a:p>
        </p:txBody>
      </p:sp>
      <p:sp>
        <p:nvSpPr>
          <p:cNvPr id="4" name="Shape 2">
            <a:extLst>
              <a:ext uri="{FF2B5EF4-FFF2-40B4-BE49-F238E27FC236}">
                <a16:creationId xmlns:a16="http://schemas.microsoft.com/office/drawing/2014/main" id="{02875786-F689-42D0-BD08-206F0CCF8C4B}"/>
              </a:ext>
            </a:extLst>
          </p:cNvPr>
          <p:cNvSpPr/>
          <p:nvPr/>
        </p:nvSpPr>
        <p:spPr>
          <a:xfrm>
            <a:off x="384048" y="117043"/>
            <a:ext cx="685800" cy="237744"/>
          </a:xfrm>
          <a:prstGeom prst="rect">
            <a:avLst/>
          </a:prstGeom>
          <a:solidFill>
            <a:srgbClr val="EB6C01"/>
          </a:solidFill>
          <a:ln w="12700">
            <a:solidFill>
              <a:srgbClr val="EB6C01"/>
            </a:solidFill>
            <a:prstDash val="solid"/>
          </a:ln>
        </p:spPr>
        <p:txBody>
          <a:bodyPr/>
          <a:lstStyle/>
          <a:p>
            <a:endParaRPr lang="es-419" noProof="0" dirty="0"/>
          </a:p>
        </p:txBody>
      </p:sp>
      <p:sp>
        <p:nvSpPr>
          <p:cNvPr id="5" name="Text 3">
            <a:extLst>
              <a:ext uri="{FF2B5EF4-FFF2-40B4-BE49-F238E27FC236}">
                <a16:creationId xmlns:a16="http://schemas.microsoft.com/office/drawing/2014/main" id="{749AC22A-3F6E-C0C1-F9CB-89DCB1AFD8FE}"/>
              </a:ext>
            </a:extLst>
          </p:cNvPr>
          <p:cNvSpPr/>
          <p:nvPr/>
        </p:nvSpPr>
        <p:spPr>
          <a:xfrm>
            <a:off x="384048" y="117043"/>
            <a:ext cx="685800" cy="237744"/>
          </a:xfrm>
          <a:prstGeom prst="rect">
            <a:avLst/>
          </a:prstGeom>
          <a:noFill/>
          <a:ln/>
        </p:spPr>
        <p:txBody>
          <a:bodyPr wrap="square" lIns="0" tIns="0" rIns="0" bIns="0" rtlCol="0" anchor="ctr"/>
          <a:lstStyle/>
          <a:p>
            <a:pPr marL="0" indent="0" algn="ctr">
              <a:buNone/>
            </a:pPr>
            <a:r>
              <a:rPr lang="es-419" sz="650" b="1" kern="0" spc="150" noProof="0" dirty="0">
                <a:solidFill>
                  <a:srgbClr val="FFFFFF"/>
                </a:solidFill>
                <a:latin typeface="Montserrat" pitchFamily="34" charset="0"/>
                <a:ea typeface="Montserrat" pitchFamily="34" charset="-122"/>
                <a:cs typeface="Montserrat" pitchFamily="34" charset="-120"/>
              </a:rPr>
              <a:t>T. NORTE</a:t>
            </a:r>
            <a:endParaRPr lang="es-419" sz="650" noProof="0" dirty="0"/>
          </a:p>
        </p:txBody>
      </p:sp>
      <p:sp>
        <p:nvSpPr>
          <p:cNvPr id="6" name="Text 4">
            <a:extLst>
              <a:ext uri="{FF2B5EF4-FFF2-40B4-BE49-F238E27FC236}">
                <a16:creationId xmlns:a16="http://schemas.microsoft.com/office/drawing/2014/main" id="{E592B9F3-9001-70BC-9E69-2064C50AC0D0}"/>
              </a:ext>
            </a:extLst>
          </p:cNvPr>
          <p:cNvSpPr/>
          <p:nvPr/>
        </p:nvSpPr>
        <p:spPr>
          <a:xfrm>
            <a:off x="1170432" y="91440"/>
            <a:ext cx="5029200" cy="402336"/>
          </a:xfrm>
          <a:prstGeom prst="rect">
            <a:avLst/>
          </a:prstGeom>
          <a:noFill/>
          <a:ln/>
        </p:spPr>
        <p:txBody>
          <a:bodyPr wrap="square" lIns="0" tIns="0" rIns="0" bIns="0" rtlCol="0" anchor="ctr"/>
          <a:lstStyle/>
          <a:p>
            <a:pPr marL="0" indent="0">
              <a:buNone/>
            </a:pPr>
            <a:r>
              <a:rPr lang="es-419" sz="2000" b="1" noProof="0" dirty="0">
                <a:solidFill>
                  <a:srgbClr val="FFFFFF"/>
                </a:solidFill>
                <a:latin typeface="Montserrat" pitchFamily="34" charset="0"/>
                <a:ea typeface="Montserrat" pitchFamily="34" charset="-122"/>
                <a:cs typeface="Montserrat" pitchFamily="34" charset="-120"/>
              </a:rPr>
              <a:t>MA MONTERREY</a:t>
            </a:r>
            <a:endParaRPr lang="es-419" sz="2000" noProof="0" dirty="0"/>
          </a:p>
        </p:txBody>
      </p:sp>
      <p:sp>
        <p:nvSpPr>
          <p:cNvPr id="7" name="Text 5">
            <a:extLst>
              <a:ext uri="{FF2B5EF4-FFF2-40B4-BE49-F238E27FC236}">
                <a16:creationId xmlns:a16="http://schemas.microsoft.com/office/drawing/2014/main" id="{C309620D-D9D3-9A7B-58F8-0D7743E0B486}"/>
              </a:ext>
            </a:extLst>
          </p:cNvPr>
          <p:cNvSpPr/>
          <p:nvPr/>
        </p:nvSpPr>
        <p:spPr>
          <a:xfrm>
            <a:off x="1170432" y="475488"/>
            <a:ext cx="3200400" cy="182880"/>
          </a:xfrm>
          <a:prstGeom prst="rect">
            <a:avLst/>
          </a:prstGeom>
          <a:noFill/>
          <a:ln/>
        </p:spPr>
        <p:txBody>
          <a:bodyPr wrap="square" lIns="0" tIns="0" rIns="0" bIns="0" rtlCol="0" anchor="ctr"/>
          <a:lstStyle/>
          <a:p>
            <a:pPr marL="0" indent="0">
              <a:buNone/>
            </a:pPr>
            <a:r>
              <a:rPr lang="es-419" sz="950" noProof="0" dirty="0">
                <a:solidFill>
                  <a:srgbClr val="8FAECB"/>
                </a:solidFill>
                <a:latin typeface="Montserrat" pitchFamily="34" charset="0"/>
              </a:rPr>
              <a:t>Nuevo León </a:t>
            </a:r>
            <a:endParaRPr lang="es-419" sz="950" noProof="0" dirty="0"/>
          </a:p>
        </p:txBody>
      </p:sp>
      <p:sp>
        <p:nvSpPr>
          <p:cNvPr id="8" name="Text 6">
            <a:extLst>
              <a:ext uri="{FF2B5EF4-FFF2-40B4-BE49-F238E27FC236}">
                <a16:creationId xmlns:a16="http://schemas.microsoft.com/office/drawing/2014/main" id="{F68A4970-03AB-C484-E895-2AFC693F59D5}"/>
              </a:ext>
            </a:extLst>
          </p:cNvPr>
          <p:cNvSpPr/>
          <p:nvPr/>
        </p:nvSpPr>
        <p:spPr>
          <a:xfrm>
            <a:off x="7132320" y="246888"/>
            <a:ext cx="1828800" cy="182880"/>
          </a:xfrm>
          <a:prstGeom prst="rect">
            <a:avLst/>
          </a:prstGeom>
          <a:noFill/>
          <a:ln/>
        </p:spPr>
        <p:txBody>
          <a:bodyPr wrap="square" lIns="0" tIns="0" rIns="0" bIns="0" rtlCol="0" anchor="ctr"/>
          <a:lstStyle/>
          <a:p>
            <a:pPr marL="0" indent="0" algn="r">
              <a:buNone/>
            </a:pPr>
            <a:r>
              <a:rPr lang="es-419" sz="700" b="1" kern="0" spc="150" noProof="0" dirty="0">
                <a:solidFill>
                  <a:srgbClr val="EB6C01"/>
                </a:solidFill>
                <a:latin typeface="Montserrat" pitchFamily="34" charset="0"/>
                <a:ea typeface="Montserrat" pitchFamily="34" charset="-122"/>
                <a:cs typeface="Montserrat" pitchFamily="34" charset="-120"/>
              </a:rPr>
              <a:t>SEMANA 18  ·  2025</a:t>
            </a:r>
            <a:endParaRPr lang="es-419" sz="700" noProof="0" dirty="0"/>
          </a:p>
        </p:txBody>
      </p:sp>
      <p:sp>
        <p:nvSpPr>
          <p:cNvPr id="9" name="Shape 7">
            <a:extLst>
              <a:ext uri="{FF2B5EF4-FFF2-40B4-BE49-F238E27FC236}">
                <a16:creationId xmlns:a16="http://schemas.microsoft.com/office/drawing/2014/main" id="{F5B9194D-109A-BE95-61FB-A926A03FB75C}"/>
              </a:ext>
            </a:extLst>
          </p:cNvPr>
          <p:cNvSpPr/>
          <p:nvPr/>
        </p:nvSpPr>
        <p:spPr>
          <a:xfrm>
            <a:off x="0" y="705917"/>
            <a:ext cx="2779776" cy="4163263"/>
          </a:xfrm>
          <a:prstGeom prst="rect">
            <a:avLst/>
          </a:prstGeom>
          <a:solidFill>
            <a:srgbClr val="FFFFFF"/>
          </a:solidFill>
          <a:ln w="12700">
            <a:solidFill>
              <a:srgbClr val="D4E4F2"/>
            </a:solidFill>
            <a:prstDash val="solid"/>
          </a:ln>
        </p:spPr>
        <p:txBody>
          <a:bodyPr/>
          <a:lstStyle/>
          <a:p>
            <a:endParaRPr lang="es-419" noProof="0" dirty="0"/>
          </a:p>
        </p:txBody>
      </p:sp>
      <p:sp>
        <p:nvSpPr>
          <p:cNvPr id="10" name="Text 8">
            <a:extLst>
              <a:ext uri="{FF2B5EF4-FFF2-40B4-BE49-F238E27FC236}">
                <a16:creationId xmlns:a16="http://schemas.microsoft.com/office/drawing/2014/main" id="{A0F3CD7C-360E-D075-D49A-916313004A43}"/>
              </a:ext>
            </a:extLst>
          </p:cNvPr>
          <p:cNvSpPr/>
          <p:nvPr/>
        </p:nvSpPr>
        <p:spPr>
          <a:xfrm>
            <a:off x="118872" y="768096"/>
            <a:ext cx="2468880" cy="146304"/>
          </a:xfrm>
          <a:prstGeom prst="rect">
            <a:avLst/>
          </a:prstGeom>
          <a:noFill/>
          <a:ln/>
        </p:spPr>
        <p:txBody>
          <a:bodyPr wrap="square" lIns="0" tIns="0" rIns="0" bIns="0" rtlCol="0" anchor="ctr"/>
          <a:lstStyle/>
          <a:p>
            <a:pPr marL="0" indent="0">
              <a:buNone/>
            </a:pPr>
            <a:r>
              <a:rPr lang="es-419" sz="650" b="1" kern="0" spc="250" noProof="0" dirty="0">
                <a:solidFill>
                  <a:srgbClr val="8FAECB"/>
                </a:solidFill>
                <a:latin typeface="Montserrat" pitchFamily="34" charset="0"/>
                <a:ea typeface="Montserrat" pitchFamily="34" charset="-122"/>
                <a:cs typeface="Montserrat" pitchFamily="34" charset="-120"/>
              </a:rPr>
              <a:t>UBICACIÓN EN MÉXICO</a:t>
            </a:r>
            <a:endParaRPr lang="es-419" sz="650" noProof="0" dirty="0"/>
          </a:p>
        </p:txBody>
      </p:sp>
      <p:sp>
        <p:nvSpPr>
          <p:cNvPr id="12" name="Text 9">
            <a:extLst>
              <a:ext uri="{FF2B5EF4-FFF2-40B4-BE49-F238E27FC236}">
                <a16:creationId xmlns:a16="http://schemas.microsoft.com/office/drawing/2014/main" id="{7AF62736-A381-5CAB-77F1-1C0C70535B42}"/>
              </a:ext>
            </a:extLst>
          </p:cNvPr>
          <p:cNvSpPr/>
          <p:nvPr/>
        </p:nvSpPr>
        <p:spPr>
          <a:xfrm>
            <a:off x="73152" y="2944368"/>
            <a:ext cx="2633472" cy="182880"/>
          </a:xfrm>
          <a:prstGeom prst="rect">
            <a:avLst/>
          </a:prstGeom>
          <a:noFill/>
          <a:ln/>
        </p:spPr>
        <p:txBody>
          <a:bodyPr wrap="square" lIns="0" tIns="0" rIns="0" bIns="0" rtlCol="0" anchor="ctr"/>
          <a:lstStyle/>
          <a:p>
            <a:pPr marL="0" indent="0" algn="ctr">
              <a:buNone/>
            </a:pPr>
            <a:r>
              <a:rPr lang="es-419" sz="750" b="1" kern="0" spc="200" noProof="0" dirty="0">
                <a:solidFill>
                  <a:srgbClr val="EB6C01"/>
                </a:solidFill>
                <a:latin typeface="Montserrat" pitchFamily="34" charset="0"/>
              </a:rPr>
              <a:t>MONTERREY</a:t>
            </a:r>
            <a:endParaRPr lang="es-419" sz="750" noProof="0" dirty="0"/>
          </a:p>
        </p:txBody>
      </p:sp>
      <p:sp>
        <p:nvSpPr>
          <p:cNvPr id="13" name="Text 10">
            <a:extLst>
              <a:ext uri="{FF2B5EF4-FFF2-40B4-BE49-F238E27FC236}">
                <a16:creationId xmlns:a16="http://schemas.microsoft.com/office/drawing/2014/main" id="{1D799156-47C3-C64F-A548-C23385D3DE0D}"/>
              </a:ext>
            </a:extLst>
          </p:cNvPr>
          <p:cNvSpPr/>
          <p:nvPr/>
        </p:nvSpPr>
        <p:spPr>
          <a:xfrm>
            <a:off x="2944368" y="859536"/>
            <a:ext cx="1353312" cy="164592"/>
          </a:xfrm>
          <a:prstGeom prst="rect">
            <a:avLst/>
          </a:prstGeom>
          <a:noFill/>
          <a:ln/>
        </p:spPr>
        <p:txBody>
          <a:bodyPr wrap="square" lIns="0" tIns="0" rIns="0" bIns="0" rtlCol="0" anchor="ctr"/>
          <a:lstStyle/>
          <a:p>
            <a:pPr marL="0" indent="0">
              <a:buNone/>
            </a:pPr>
            <a:r>
              <a:rPr lang="es-419" sz="650" b="1" kern="0" spc="250" noProof="0" dirty="0">
                <a:solidFill>
                  <a:srgbClr val="EB6C01"/>
                </a:solidFill>
                <a:latin typeface="Montserrat" pitchFamily="34" charset="0"/>
                <a:ea typeface="Montserrat" pitchFamily="34" charset="-122"/>
                <a:cs typeface="Montserrat" pitchFamily="34" charset="-120"/>
              </a:rPr>
              <a:t>PROYECTO ACTIVO</a:t>
            </a:r>
            <a:endParaRPr lang="es-419" sz="650" noProof="0" dirty="0"/>
          </a:p>
        </p:txBody>
      </p:sp>
      <p:sp>
        <p:nvSpPr>
          <p:cNvPr id="14" name="Shape 11">
            <a:extLst>
              <a:ext uri="{FF2B5EF4-FFF2-40B4-BE49-F238E27FC236}">
                <a16:creationId xmlns:a16="http://schemas.microsoft.com/office/drawing/2014/main" id="{4E05955B-7FB5-7C28-8B97-AF37BDE1CBCB}"/>
              </a:ext>
            </a:extLst>
          </p:cNvPr>
          <p:cNvSpPr/>
          <p:nvPr/>
        </p:nvSpPr>
        <p:spPr>
          <a:xfrm>
            <a:off x="2944368" y="1024128"/>
            <a:ext cx="987552" cy="16459"/>
          </a:xfrm>
          <a:prstGeom prst="rect">
            <a:avLst/>
          </a:prstGeom>
          <a:solidFill>
            <a:srgbClr val="EB6C01"/>
          </a:solidFill>
          <a:ln w="12700">
            <a:solidFill>
              <a:srgbClr val="EB6C01"/>
            </a:solidFill>
            <a:prstDash val="solid"/>
          </a:ln>
        </p:spPr>
        <p:txBody>
          <a:bodyPr/>
          <a:lstStyle/>
          <a:p>
            <a:endParaRPr lang="es-419" noProof="0" dirty="0"/>
          </a:p>
        </p:txBody>
      </p:sp>
      <p:sp>
        <p:nvSpPr>
          <p:cNvPr id="15" name="Shape 12">
            <a:extLst>
              <a:ext uri="{FF2B5EF4-FFF2-40B4-BE49-F238E27FC236}">
                <a16:creationId xmlns:a16="http://schemas.microsoft.com/office/drawing/2014/main" id="{6EF42078-D51C-DBE3-E976-833B938F962F}"/>
              </a:ext>
            </a:extLst>
          </p:cNvPr>
          <p:cNvSpPr/>
          <p:nvPr/>
        </p:nvSpPr>
        <p:spPr>
          <a:xfrm>
            <a:off x="2944368" y="1115568"/>
            <a:ext cx="6035040" cy="603504"/>
          </a:xfrm>
          <a:prstGeom prst="rect">
            <a:avLst/>
          </a:prstGeom>
          <a:solidFill>
            <a:srgbClr val="E5EFF8"/>
          </a:solidFill>
          <a:ln w="12700">
            <a:solidFill>
              <a:srgbClr val="A8C0D8"/>
            </a:solidFill>
            <a:prstDash val="solid"/>
          </a:ln>
        </p:spPr>
        <p:txBody>
          <a:bodyPr/>
          <a:lstStyle/>
          <a:p>
            <a:endParaRPr lang="es-419" noProof="0" dirty="0"/>
          </a:p>
        </p:txBody>
      </p:sp>
      <p:sp>
        <p:nvSpPr>
          <p:cNvPr id="16" name="Text 13">
            <a:extLst>
              <a:ext uri="{FF2B5EF4-FFF2-40B4-BE49-F238E27FC236}">
                <a16:creationId xmlns:a16="http://schemas.microsoft.com/office/drawing/2014/main" id="{5156BADD-EFA1-CEEB-DEE3-1A1823392970}"/>
              </a:ext>
            </a:extLst>
          </p:cNvPr>
          <p:cNvSpPr/>
          <p:nvPr/>
        </p:nvSpPr>
        <p:spPr>
          <a:xfrm>
            <a:off x="3054096" y="1170432"/>
            <a:ext cx="5815584" cy="493776"/>
          </a:xfrm>
          <a:prstGeom prst="rect">
            <a:avLst/>
          </a:prstGeom>
          <a:noFill/>
          <a:ln/>
        </p:spPr>
        <p:txBody>
          <a:bodyPr wrap="square" lIns="0" tIns="0" rIns="0" bIns="0" rtlCol="0" anchor="ctr"/>
          <a:lstStyle/>
          <a:p>
            <a:pPr marL="0" indent="0">
              <a:buNone/>
            </a:pPr>
            <a:r>
              <a:rPr lang="es-419" sz="1500" b="1" noProof="0" dirty="0">
                <a:solidFill>
                  <a:srgbClr val="9BB5CC"/>
                </a:solidFill>
                <a:latin typeface="Montserrat" pitchFamily="34" charset="0"/>
                <a:ea typeface="Montserrat" pitchFamily="34" charset="-122"/>
                <a:cs typeface="Montserrat" pitchFamily="34" charset="-120"/>
              </a:rPr>
              <a:t>[Nombre del Proyecto / Actividad]</a:t>
            </a:r>
            <a:endParaRPr lang="es-419" sz="1500" noProof="0" dirty="0"/>
          </a:p>
        </p:txBody>
      </p:sp>
      <p:sp>
        <p:nvSpPr>
          <p:cNvPr id="17" name="Shape 14">
            <a:extLst>
              <a:ext uri="{FF2B5EF4-FFF2-40B4-BE49-F238E27FC236}">
                <a16:creationId xmlns:a16="http://schemas.microsoft.com/office/drawing/2014/main" id="{F5B6C27B-2C06-1D51-4B82-1B28E7FE9411}"/>
              </a:ext>
            </a:extLst>
          </p:cNvPr>
          <p:cNvSpPr/>
          <p:nvPr/>
        </p:nvSpPr>
        <p:spPr>
          <a:xfrm>
            <a:off x="2944368" y="1837944"/>
            <a:ext cx="91440" cy="91440"/>
          </a:xfrm>
          <a:prstGeom prst="ellipse">
            <a:avLst/>
          </a:prstGeom>
          <a:solidFill>
            <a:srgbClr val="A8C0D8"/>
          </a:solidFill>
          <a:ln w="12700">
            <a:solidFill>
              <a:srgbClr val="A8C0D8"/>
            </a:solidFill>
            <a:prstDash val="solid"/>
          </a:ln>
        </p:spPr>
        <p:txBody>
          <a:bodyPr/>
          <a:lstStyle/>
          <a:p>
            <a:endParaRPr lang="es-419" noProof="0" dirty="0"/>
          </a:p>
        </p:txBody>
      </p:sp>
      <p:sp>
        <p:nvSpPr>
          <p:cNvPr id="18" name="Text 15">
            <a:extLst>
              <a:ext uri="{FF2B5EF4-FFF2-40B4-BE49-F238E27FC236}">
                <a16:creationId xmlns:a16="http://schemas.microsoft.com/office/drawing/2014/main" id="{989E1975-54D9-A243-B128-1BCFCAE19F4F}"/>
              </a:ext>
            </a:extLst>
          </p:cNvPr>
          <p:cNvSpPr/>
          <p:nvPr/>
        </p:nvSpPr>
        <p:spPr>
          <a:xfrm>
            <a:off x="3099816" y="1819656"/>
            <a:ext cx="2743200" cy="137160"/>
          </a:xfrm>
          <a:prstGeom prst="rect">
            <a:avLst/>
          </a:prstGeom>
          <a:noFill/>
          <a:ln/>
        </p:spPr>
        <p:txBody>
          <a:bodyPr wrap="square" lIns="0" tIns="0" rIns="0" bIns="0" rtlCol="0" anchor="ctr"/>
          <a:lstStyle/>
          <a:p>
            <a:pPr marL="0" indent="0">
              <a:buNone/>
            </a:pPr>
            <a:r>
              <a:rPr lang="es-419" sz="850" b="1" kern="0" spc="100" noProof="0" dirty="0">
                <a:solidFill>
                  <a:srgbClr val="A8C0D8"/>
                </a:solidFill>
                <a:latin typeface="Montserrat" pitchFamily="34" charset="0"/>
                <a:ea typeface="Montserrat" pitchFamily="34" charset="-122"/>
                <a:cs typeface="Montserrat" pitchFamily="34" charset="-120"/>
              </a:rPr>
              <a:t>[ESTADO DEL PROYECTO]</a:t>
            </a:r>
            <a:endParaRPr lang="es-419" sz="850" noProof="0" dirty="0"/>
          </a:p>
        </p:txBody>
      </p:sp>
      <p:sp>
        <p:nvSpPr>
          <p:cNvPr id="19" name="Shape 16">
            <a:extLst>
              <a:ext uri="{FF2B5EF4-FFF2-40B4-BE49-F238E27FC236}">
                <a16:creationId xmlns:a16="http://schemas.microsoft.com/office/drawing/2014/main" id="{C4848F00-36F2-ECBE-FBF1-A55043C0E709}"/>
              </a:ext>
            </a:extLst>
          </p:cNvPr>
          <p:cNvSpPr/>
          <p:nvPr/>
        </p:nvSpPr>
        <p:spPr>
          <a:xfrm>
            <a:off x="2944368" y="2057400"/>
            <a:ext cx="25603" cy="658368"/>
          </a:xfrm>
          <a:prstGeom prst="rect">
            <a:avLst/>
          </a:prstGeom>
          <a:solidFill>
            <a:srgbClr val="A8C0D8"/>
          </a:solidFill>
          <a:ln w="12700">
            <a:solidFill>
              <a:srgbClr val="A8C0D8"/>
            </a:solidFill>
            <a:prstDash val="solid"/>
          </a:ln>
        </p:spPr>
        <p:txBody>
          <a:bodyPr/>
          <a:lstStyle/>
          <a:p>
            <a:endParaRPr lang="es-419" noProof="0" dirty="0"/>
          </a:p>
        </p:txBody>
      </p:sp>
      <p:sp>
        <p:nvSpPr>
          <p:cNvPr id="20" name="Text 17">
            <a:extLst>
              <a:ext uri="{FF2B5EF4-FFF2-40B4-BE49-F238E27FC236}">
                <a16:creationId xmlns:a16="http://schemas.microsoft.com/office/drawing/2014/main" id="{D39693FD-1608-7142-1117-0321ED73AA42}"/>
              </a:ext>
            </a:extLst>
          </p:cNvPr>
          <p:cNvSpPr/>
          <p:nvPr/>
        </p:nvSpPr>
        <p:spPr>
          <a:xfrm>
            <a:off x="3035808" y="2057400"/>
            <a:ext cx="5925312" cy="658368"/>
          </a:xfrm>
          <a:prstGeom prst="rect">
            <a:avLst/>
          </a:prstGeom>
          <a:noFill/>
          <a:ln/>
        </p:spPr>
        <p:txBody>
          <a:bodyPr wrap="square" rtlCol="0" anchor="ctr"/>
          <a:lstStyle/>
          <a:p>
            <a:pPr marL="0" indent="0">
              <a:buNone/>
            </a:pPr>
            <a:r>
              <a:rPr lang="es-419" sz="950" i="1" noProof="0" dirty="0">
                <a:solidFill>
                  <a:srgbClr val="A8BDD0"/>
                </a:solidFill>
                <a:latin typeface="Montserrat" pitchFamily="34" charset="0"/>
                <a:ea typeface="Montserrat" pitchFamily="34" charset="-122"/>
                <a:cs typeface="Montserrat" pitchFamily="34" charset="-120"/>
              </a:rPr>
              <a:t>Describa aquí el avance semanal, actividades realizadas,</a:t>
            </a:r>
            <a:endParaRPr lang="es-419" sz="950" noProof="0" dirty="0"/>
          </a:p>
          <a:p>
            <a:pPr marL="0" indent="0">
              <a:buNone/>
            </a:pPr>
            <a:r>
              <a:rPr lang="es-419" sz="950" i="1" noProof="0" dirty="0">
                <a:solidFill>
                  <a:srgbClr val="A8BDD0"/>
                </a:solidFill>
                <a:latin typeface="Montserrat" pitchFamily="34" charset="0"/>
                <a:ea typeface="Montserrat" pitchFamily="34" charset="-122"/>
                <a:cs typeface="Montserrat" pitchFamily="34" charset="-120"/>
              </a:rPr>
              <a:t>pagos, documentación o incidencias del proyecto.</a:t>
            </a:r>
            <a:endParaRPr lang="es-419" sz="950" noProof="0" dirty="0"/>
          </a:p>
        </p:txBody>
      </p:sp>
      <p:sp>
        <p:nvSpPr>
          <p:cNvPr id="21" name="Text 18">
            <a:extLst>
              <a:ext uri="{FF2B5EF4-FFF2-40B4-BE49-F238E27FC236}">
                <a16:creationId xmlns:a16="http://schemas.microsoft.com/office/drawing/2014/main" id="{AFB5F5F3-9E71-5228-87DF-AD481DB63AEF}"/>
              </a:ext>
            </a:extLst>
          </p:cNvPr>
          <p:cNvSpPr/>
          <p:nvPr/>
        </p:nvSpPr>
        <p:spPr>
          <a:xfrm>
            <a:off x="2944368" y="2834640"/>
            <a:ext cx="1828800" cy="164592"/>
          </a:xfrm>
          <a:prstGeom prst="rect">
            <a:avLst/>
          </a:prstGeom>
          <a:noFill/>
          <a:ln/>
        </p:spPr>
        <p:txBody>
          <a:bodyPr wrap="square" lIns="0" tIns="0" rIns="0" bIns="0" rtlCol="0" anchor="ctr"/>
          <a:lstStyle/>
          <a:p>
            <a:pPr marL="0" indent="0">
              <a:buNone/>
            </a:pPr>
            <a:r>
              <a:rPr lang="es-419" sz="650" b="1" kern="0" spc="250" noProof="0" dirty="0">
                <a:solidFill>
                  <a:srgbClr val="EB6C01"/>
                </a:solidFill>
                <a:latin typeface="Montserrat" pitchFamily="34" charset="0"/>
                <a:ea typeface="Montserrat" pitchFamily="34" charset="-122"/>
                <a:cs typeface="Montserrat" pitchFamily="34" charset="-120"/>
              </a:rPr>
              <a:t>FOTOGRAFÍAS DE AVANCE</a:t>
            </a:r>
            <a:endParaRPr lang="es-419" sz="650" noProof="0" dirty="0"/>
          </a:p>
        </p:txBody>
      </p:sp>
      <p:sp>
        <p:nvSpPr>
          <p:cNvPr id="22" name="Shape 19">
            <a:extLst>
              <a:ext uri="{FF2B5EF4-FFF2-40B4-BE49-F238E27FC236}">
                <a16:creationId xmlns:a16="http://schemas.microsoft.com/office/drawing/2014/main" id="{8F743A84-0788-0919-643C-C3B0D1A2647D}"/>
              </a:ext>
            </a:extLst>
          </p:cNvPr>
          <p:cNvSpPr/>
          <p:nvPr/>
        </p:nvSpPr>
        <p:spPr>
          <a:xfrm>
            <a:off x="2944368" y="3008376"/>
            <a:ext cx="1481328" cy="16459"/>
          </a:xfrm>
          <a:prstGeom prst="rect">
            <a:avLst/>
          </a:prstGeom>
          <a:solidFill>
            <a:srgbClr val="EB6C01"/>
          </a:solidFill>
          <a:ln w="12700">
            <a:solidFill>
              <a:srgbClr val="EB6C01"/>
            </a:solidFill>
            <a:prstDash val="solid"/>
          </a:ln>
        </p:spPr>
        <p:txBody>
          <a:bodyPr/>
          <a:lstStyle/>
          <a:p>
            <a:endParaRPr lang="es-419" noProof="0" dirty="0"/>
          </a:p>
        </p:txBody>
      </p:sp>
      <p:sp>
        <p:nvSpPr>
          <p:cNvPr id="23" name="Shape 20">
            <a:extLst>
              <a:ext uri="{FF2B5EF4-FFF2-40B4-BE49-F238E27FC236}">
                <a16:creationId xmlns:a16="http://schemas.microsoft.com/office/drawing/2014/main" id="{64B001FA-1521-7FBA-BDC2-50E07253DA4A}"/>
              </a:ext>
            </a:extLst>
          </p:cNvPr>
          <p:cNvSpPr/>
          <p:nvPr/>
        </p:nvSpPr>
        <p:spPr>
          <a:xfrm>
            <a:off x="2944368"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24" name="Image 1" descr="preencoded.png">
            <a:extLst>
              <a:ext uri="{FF2B5EF4-FFF2-40B4-BE49-F238E27FC236}">
                <a16:creationId xmlns:a16="http://schemas.microsoft.com/office/drawing/2014/main" id="{8DC212FA-2D8F-8B4C-1046-A18AD2E61F70}"/>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797808" y="3593592"/>
            <a:ext cx="256032" cy="256032"/>
          </a:xfrm>
          <a:prstGeom prst="rect">
            <a:avLst/>
          </a:prstGeom>
        </p:spPr>
      </p:pic>
      <p:sp>
        <p:nvSpPr>
          <p:cNvPr id="25" name="Text 21">
            <a:extLst>
              <a:ext uri="{FF2B5EF4-FFF2-40B4-BE49-F238E27FC236}">
                <a16:creationId xmlns:a16="http://schemas.microsoft.com/office/drawing/2014/main" id="{FEDD8777-10CA-B163-3DED-69EDB5AF7C2C}"/>
              </a:ext>
            </a:extLst>
          </p:cNvPr>
          <p:cNvSpPr/>
          <p:nvPr/>
        </p:nvSpPr>
        <p:spPr>
          <a:xfrm>
            <a:off x="2944368"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26" name="Shape 22">
            <a:extLst>
              <a:ext uri="{FF2B5EF4-FFF2-40B4-BE49-F238E27FC236}">
                <a16:creationId xmlns:a16="http://schemas.microsoft.com/office/drawing/2014/main" id="{DFD635CC-81ED-27F8-B7A0-4E06ECF71F80}"/>
              </a:ext>
            </a:extLst>
          </p:cNvPr>
          <p:cNvSpPr/>
          <p:nvPr/>
        </p:nvSpPr>
        <p:spPr>
          <a:xfrm>
            <a:off x="4980432"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27" name="Image 2" descr="preencoded.png">
            <a:extLst>
              <a:ext uri="{FF2B5EF4-FFF2-40B4-BE49-F238E27FC236}">
                <a16:creationId xmlns:a16="http://schemas.microsoft.com/office/drawing/2014/main" id="{3E61BCBD-836D-161B-CCF2-F59CCC1068C4}"/>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833872" y="3593592"/>
            <a:ext cx="256032" cy="256032"/>
          </a:xfrm>
          <a:prstGeom prst="rect">
            <a:avLst/>
          </a:prstGeom>
        </p:spPr>
      </p:pic>
      <p:sp>
        <p:nvSpPr>
          <p:cNvPr id="28" name="Text 23">
            <a:extLst>
              <a:ext uri="{FF2B5EF4-FFF2-40B4-BE49-F238E27FC236}">
                <a16:creationId xmlns:a16="http://schemas.microsoft.com/office/drawing/2014/main" id="{BCF3BEFF-D73C-C2EA-6C0C-2BE7D140CB9D}"/>
              </a:ext>
            </a:extLst>
          </p:cNvPr>
          <p:cNvSpPr/>
          <p:nvPr/>
        </p:nvSpPr>
        <p:spPr>
          <a:xfrm>
            <a:off x="4980432"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29" name="Shape 24">
            <a:extLst>
              <a:ext uri="{FF2B5EF4-FFF2-40B4-BE49-F238E27FC236}">
                <a16:creationId xmlns:a16="http://schemas.microsoft.com/office/drawing/2014/main" id="{D2E1CD1A-D0F5-6162-6B19-F5FF59DD7B4B}"/>
              </a:ext>
            </a:extLst>
          </p:cNvPr>
          <p:cNvSpPr/>
          <p:nvPr/>
        </p:nvSpPr>
        <p:spPr>
          <a:xfrm>
            <a:off x="7016496"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30" name="Image 3" descr="preencoded.png">
            <a:extLst>
              <a:ext uri="{FF2B5EF4-FFF2-40B4-BE49-F238E27FC236}">
                <a16:creationId xmlns:a16="http://schemas.microsoft.com/office/drawing/2014/main" id="{498F763D-D6E7-ACC5-A061-7D3C43E87DBD}"/>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7869936" y="3593592"/>
            <a:ext cx="256032" cy="256032"/>
          </a:xfrm>
          <a:prstGeom prst="rect">
            <a:avLst/>
          </a:prstGeom>
        </p:spPr>
      </p:pic>
      <p:sp>
        <p:nvSpPr>
          <p:cNvPr id="31" name="Text 25">
            <a:extLst>
              <a:ext uri="{FF2B5EF4-FFF2-40B4-BE49-F238E27FC236}">
                <a16:creationId xmlns:a16="http://schemas.microsoft.com/office/drawing/2014/main" id="{F6F33A2B-B89C-CD2B-043A-5310CF506B81}"/>
              </a:ext>
            </a:extLst>
          </p:cNvPr>
          <p:cNvSpPr/>
          <p:nvPr/>
        </p:nvSpPr>
        <p:spPr>
          <a:xfrm>
            <a:off x="7016496"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32" name="Shape 26">
            <a:extLst>
              <a:ext uri="{FF2B5EF4-FFF2-40B4-BE49-F238E27FC236}">
                <a16:creationId xmlns:a16="http://schemas.microsoft.com/office/drawing/2014/main" id="{8E9F7D99-00E4-3177-3437-F972F44C8076}"/>
              </a:ext>
            </a:extLst>
          </p:cNvPr>
          <p:cNvSpPr/>
          <p:nvPr/>
        </p:nvSpPr>
        <p:spPr>
          <a:xfrm>
            <a:off x="0" y="4873752"/>
            <a:ext cx="9144000" cy="269748"/>
          </a:xfrm>
          <a:prstGeom prst="rect">
            <a:avLst/>
          </a:prstGeom>
          <a:solidFill>
            <a:srgbClr val="1A3464"/>
          </a:solidFill>
          <a:ln w="12700">
            <a:solidFill>
              <a:srgbClr val="1A3464"/>
            </a:solidFill>
            <a:prstDash val="solid"/>
          </a:ln>
        </p:spPr>
        <p:txBody>
          <a:bodyPr/>
          <a:lstStyle/>
          <a:p>
            <a:endParaRPr lang="es-419" noProof="0" dirty="0"/>
          </a:p>
        </p:txBody>
      </p:sp>
      <p:sp>
        <p:nvSpPr>
          <p:cNvPr id="33" name="Text 27">
            <a:extLst>
              <a:ext uri="{FF2B5EF4-FFF2-40B4-BE49-F238E27FC236}">
                <a16:creationId xmlns:a16="http://schemas.microsoft.com/office/drawing/2014/main" id="{79CB69C7-F67A-F7D1-0544-2BF57BD4455F}"/>
              </a:ext>
            </a:extLst>
          </p:cNvPr>
          <p:cNvSpPr/>
          <p:nvPr/>
        </p:nvSpPr>
        <p:spPr>
          <a:xfrm>
            <a:off x="384048" y="4901184"/>
            <a:ext cx="5029200" cy="182880"/>
          </a:xfrm>
          <a:prstGeom prst="rect">
            <a:avLst/>
          </a:prstGeom>
          <a:noFill/>
          <a:ln/>
        </p:spPr>
        <p:txBody>
          <a:bodyPr wrap="square" lIns="0" tIns="0" rIns="0" bIns="0" rtlCol="0" anchor="ctr"/>
          <a:lstStyle/>
          <a:p>
            <a:pPr marL="0" indent="0">
              <a:buNone/>
            </a:pPr>
            <a:r>
              <a:rPr lang="es-419" sz="700" kern="0" spc="150" noProof="0" dirty="0">
                <a:solidFill>
                  <a:srgbClr val="8FAECB"/>
                </a:solidFill>
                <a:latin typeface="Montserrat" pitchFamily="34" charset="0"/>
                <a:ea typeface="Montserrat" pitchFamily="34" charset="-122"/>
                <a:cs typeface="Montserrat" pitchFamily="34" charset="-120"/>
              </a:rPr>
              <a:t>COORDINACIÓN DE OBRAS Y MANTENIMIENTO RCMA</a:t>
            </a:r>
            <a:endParaRPr lang="es-419" sz="700" noProof="0" dirty="0"/>
          </a:p>
        </p:txBody>
      </p:sp>
      <p:sp>
        <p:nvSpPr>
          <p:cNvPr id="34" name="Shape 28">
            <a:extLst>
              <a:ext uri="{FF2B5EF4-FFF2-40B4-BE49-F238E27FC236}">
                <a16:creationId xmlns:a16="http://schemas.microsoft.com/office/drawing/2014/main" id="{428E8CC6-8516-8852-C7A7-145FA8D5659D}"/>
              </a:ext>
            </a:extLst>
          </p:cNvPr>
          <p:cNvSpPr/>
          <p:nvPr/>
        </p:nvSpPr>
        <p:spPr>
          <a:xfrm>
            <a:off x="5559552" y="4974336"/>
            <a:ext cx="5486" cy="100584"/>
          </a:xfrm>
          <a:prstGeom prst="rect">
            <a:avLst/>
          </a:prstGeom>
          <a:solidFill>
            <a:srgbClr val="8FAECB"/>
          </a:solidFill>
          <a:ln w="12700">
            <a:solidFill>
              <a:srgbClr val="8FAECB"/>
            </a:solidFill>
            <a:prstDash val="solid"/>
          </a:ln>
        </p:spPr>
        <p:txBody>
          <a:bodyPr/>
          <a:lstStyle/>
          <a:p>
            <a:endParaRPr lang="es-419" noProof="0" dirty="0"/>
          </a:p>
        </p:txBody>
      </p:sp>
      <p:sp>
        <p:nvSpPr>
          <p:cNvPr id="35" name="Text 29">
            <a:extLst>
              <a:ext uri="{FF2B5EF4-FFF2-40B4-BE49-F238E27FC236}">
                <a16:creationId xmlns:a16="http://schemas.microsoft.com/office/drawing/2014/main" id="{D4591AE9-2AD5-D311-35CE-4AF70CDA2607}"/>
              </a:ext>
            </a:extLst>
          </p:cNvPr>
          <p:cNvSpPr/>
          <p:nvPr/>
        </p:nvSpPr>
        <p:spPr>
          <a:xfrm>
            <a:off x="5650992" y="4901184"/>
            <a:ext cx="2286000" cy="182880"/>
          </a:xfrm>
          <a:prstGeom prst="rect">
            <a:avLst/>
          </a:prstGeom>
          <a:noFill/>
          <a:ln/>
        </p:spPr>
        <p:txBody>
          <a:bodyPr wrap="square" lIns="0" tIns="0" rIns="0" bIns="0" rtlCol="0" anchor="ctr"/>
          <a:lstStyle/>
          <a:p>
            <a:pPr marL="0" indent="0">
              <a:buNone/>
            </a:pPr>
            <a:r>
              <a:rPr lang="es-419" sz="700" kern="0" spc="150" noProof="0" dirty="0">
                <a:solidFill>
                  <a:srgbClr val="8FAECB"/>
                </a:solidFill>
                <a:latin typeface="Montserrat" pitchFamily="34" charset="0"/>
                <a:ea typeface="Montserrat" pitchFamily="34" charset="-122"/>
                <a:cs typeface="Montserrat" pitchFamily="34" charset="-120"/>
              </a:rPr>
              <a:t>Mano Amiga</a:t>
            </a:r>
            <a:endParaRPr lang="es-419" sz="700" noProof="0" dirty="0"/>
          </a:p>
        </p:txBody>
      </p:sp>
      <p:sp>
        <p:nvSpPr>
          <p:cNvPr id="43" name="Forma libre: forma 42">
            <a:extLst>
              <a:ext uri="{FF2B5EF4-FFF2-40B4-BE49-F238E27FC236}">
                <a16:creationId xmlns:a16="http://schemas.microsoft.com/office/drawing/2014/main" id="{2D5469C6-B80F-6467-B97D-0E8E33FF1D28}"/>
              </a:ext>
            </a:extLst>
          </p:cNvPr>
          <p:cNvSpPr/>
          <p:nvPr/>
        </p:nvSpPr>
        <p:spPr>
          <a:xfrm>
            <a:off x="1596105" y="2222074"/>
            <a:ext cx="193086" cy="261624"/>
          </a:xfrm>
          <a:custGeom>
            <a:avLst/>
            <a:gdLst>
              <a:gd name="csX0" fmla="*/ 47363 w 193086"/>
              <a:gd name="csY0" fmla="*/ 258865 h 261624"/>
              <a:gd name="csX1" fmla="*/ 34066 w 193086"/>
              <a:gd name="csY1" fmla="*/ 253627 h 261624"/>
              <a:gd name="csX2" fmla="*/ 25677 w 193086"/>
              <a:gd name="csY2" fmla="*/ 249703 h 261624"/>
              <a:gd name="csX3" fmla="*/ 12838 w 193086"/>
              <a:gd name="csY3" fmla="*/ 237813 h 261624"/>
              <a:gd name="csX4" fmla="*/ 0 w 193086"/>
              <a:gd name="csY4" fmla="*/ 228023 h 261624"/>
              <a:gd name="csX5" fmla="*/ 10590 w 193086"/>
              <a:gd name="csY5" fmla="*/ 222007 h 261624"/>
              <a:gd name="csX6" fmla="*/ 24311 w 193086"/>
              <a:gd name="csY6" fmla="*/ 218591 h 261624"/>
              <a:gd name="csX7" fmla="*/ 30840 w 193086"/>
              <a:gd name="csY7" fmla="*/ 210994 h 261624"/>
              <a:gd name="csX8" fmla="*/ 34002 w 193086"/>
              <a:gd name="csY8" fmla="*/ 201034 h 261624"/>
              <a:gd name="csX9" fmla="*/ 34055 w 193086"/>
              <a:gd name="csY9" fmla="*/ 192894 h 261624"/>
              <a:gd name="csX10" fmla="*/ 33474 w 193086"/>
              <a:gd name="csY10" fmla="*/ 186352 h 261624"/>
              <a:gd name="csX11" fmla="*/ 36002 w 193086"/>
              <a:gd name="csY11" fmla="*/ 155255 h 261624"/>
              <a:gd name="csX12" fmla="*/ 40814 w 193086"/>
              <a:gd name="csY12" fmla="*/ 125721 h 261624"/>
              <a:gd name="csX13" fmla="*/ 52906 w 193086"/>
              <a:gd name="csY13" fmla="*/ 136226 h 261624"/>
              <a:gd name="csX14" fmla="*/ 67584 w 193086"/>
              <a:gd name="csY14" fmla="*/ 150557 h 261624"/>
              <a:gd name="csX15" fmla="*/ 85050 w 193086"/>
              <a:gd name="csY15" fmla="*/ 148575 h 261624"/>
              <a:gd name="csX16" fmla="*/ 92615 w 193086"/>
              <a:gd name="csY16" fmla="*/ 147623 h 261624"/>
              <a:gd name="csX17" fmla="*/ 103162 w 193086"/>
              <a:gd name="csY17" fmla="*/ 143713 h 261624"/>
              <a:gd name="csX18" fmla="*/ 110991 w 193086"/>
              <a:gd name="csY18" fmla="*/ 139409 h 261624"/>
              <a:gd name="csX19" fmla="*/ 118857 w 193086"/>
              <a:gd name="csY19" fmla="*/ 137039 h 261624"/>
              <a:gd name="csX20" fmla="*/ 114946 w 193086"/>
              <a:gd name="csY20" fmla="*/ 126979 h 261624"/>
              <a:gd name="csX21" fmla="*/ 104278 w 193086"/>
              <a:gd name="csY21" fmla="*/ 120558 h 261624"/>
              <a:gd name="csX22" fmla="*/ 100539 w 193086"/>
              <a:gd name="csY22" fmla="*/ 116814 h 261624"/>
              <a:gd name="csX23" fmla="*/ 87769 w 193086"/>
              <a:gd name="csY23" fmla="*/ 107211 h 261624"/>
              <a:gd name="csX24" fmla="*/ 75649 w 193086"/>
              <a:gd name="csY24" fmla="*/ 82459 h 261624"/>
              <a:gd name="csX25" fmla="*/ 81162 w 193086"/>
              <a:gd name="csY25" fmla="*/ 66581 h 261624"/>
              <a:gd name="csX26" fmla="*/ 76956 w 193086"/>
              <a:gd name="csY26" fmla="*/ 53086 h 261624"/>
              <a:gd name="csX27" fmla="*/ 74281 w 193086"/>
              <a:gd name="csY27" fmla="*/ 48335 h 261624"/>
              <a:gd name="csX28" fmla="*/ 98388 w 193086"/>
              <a:gd name="csY28" fmla="*/ 21931 h 261624"/>
              <a:gd name="csX29" fmla="*/ 99033 w 193086"/>
              <a:gd name="csY29" fmla="*/ 12782 h 261624"/>
              <a:gd name="csX30" fmla="*/ 112340 w 193086"/>
              <a:gd name="csY30" fmla="*/ 234 h 261624"/>
              <a:gd name="csX31" fmla="*/ 115367 w 193086"/>
              <a:gd name="csY31" fmla="*/ 7384 h 261624"/>
              <a:gd name="csX32" fmla="*/ 123019 w 193086"/>
              <a:gd name="csY32" fmla="*/ 18442 h 261624"/>
              <a:gd name="csX33" fmla="*/ 122268 w 193086"/>
              <a:gd name="csY33" fmla="*/ 30221 h 261624"/>
              <a:gd name="csX34" fmla="*/ 113949 w 193086"/>
              <a:gd name="csY34" fmla="*/ 45287 h 261624"/>
              <a:gd name="csX35" fmla="*/ 120402 w 193086"/>
              <a:gd name="csY35" fmla="*/ 65276 h 261624"/>
              <a:gd name="csX36" fmla="*/ 138506 w 193086"/>
              <a:gd name="csY36" fmla="*/ 64867 h 261624"/>
              <a:gd name="csX37" fmla="*/ 143345 w 193086"/>
              <a:gd name="csY37" fmla="*/ 58224 h 261624"/>
              <a:gd name="csX38" fmla="*/ 152274 w 193086"/>
              <a:gd name="csY38" fmla="*/ 62931 h 261624"/>
              <a:gd name="csX39" fmla="*/ 162130 w 193086"/>
              <a:gd name="csY39" fmla="*/ 68135 h 261624"/>
              <a:gd name="csX40" fmla="*/ 158059 w 193086"/>
              <a:gd name="csY40" fmla="*/ 75879 h 261624"/>
              <a:gd name="csX41" fmla="*/ 142387 w 193086"/>
              <a:gd name="csY41" fmla="*/ 123139 h 261624"/>
              <a:gd name="csX42" fmla="*/ 161574 w 193086"/>
              <a:gd name="csY42" fmla="*/ 140138 h 261624"/>
              <a:gd name="csX43" fmla="*/ 162505 w 193086"/>
              <a:gd name="csY43" fmla="*/ 150542 h 261624"/>
              <a:gd name="csX44" fmla="*/ 151065 w 193086"/>
              <a:gd name="csY44" fmla="*/ 162165 h 261624"/>
              <a:gd name="csX45" fmla="*/ 147000 w 193086"/>
              <a:gd name="csY45" fmla="*/ 176069 h 261624"/>
              <a:gd name="csX46" fmla="*/ 151074 w 193086"/>
              <a:gd name="csY46" fmla="*/ 198795 h 261624"/>
              <a:gd name="csX47" fmla="*/ 161382 w 193086"/>
              <a:gd name="csY47" fmla="*/ 209212 h 261624"/>
              <a:gd name="csX48" fmla="*/ 180801 w 193086"/>
              <a:gd name="csY48" fmla="*/ 215310 h 261624"/>
              <a:gd name="csX49" fmla="*/ 191062 w 193086"/>
              <a:gd name="csY49" fmla="*/ 220266 h 261624"/>
              <a:gd name="csX50" fmla="*/ 186266 w 193086"/>
              <a:gd name="csY50" fmla="*/ 234411 h 261624"/>
              <a:gd name="csX51" fmla="*/ 146648 w 193086"/>
              <a:gd name="csY51" fmla="*/ 241973 h 261624"/>
              <a:gd name="csX52" fmla="*/ 130308 w 193086"/>
              <a:gd name="csY52" fmla="*/ 244333 h 261624"/>
              <a:gd name="csX53" fmla="*/ 120069 w 193086"/>
              <a:gd name="csY53" fmla="*/ 230760 h 261624"/>
              <a:gd name="csX54" fmla="*/ 99204 w 193086"/>
              <a:gd name="csY54" fmla="*/ 236809 h 261624"/>
              <a:gd name="csX55" fmla="*/ 99051 w 193086"/>
              <a:gd name="csY55" fmla="*/ 250983 h 261624"/>
              <a:gd name="csX56" fmla="*/ 92202 w 193086"/>
              <a:gd name="csY56" fmla="*/ 257021 h 261624"/>
              <a:gd name="csX57" fmla="*/ 61602 w 193086"/>
              <a:gd name="csY57" fmla="*/ 257374 h 261624"/>
              <a:gd name="csX58" fmla="*/ 47363 w 193086"/>
              <a:gd name="csY58" fmla="*/ 258865 h 2616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Lst>
            <a:rect l="l" t="t" r="r" b="b"/>
            <a:pathLst>
              <a:path w="193086" h="261624">
                <a:moveTo>
                  <a:pt x="47363" y="258865"/>
                </a:moveTo>
                <a:cubicBezTo>
                  <a:pt x="44664" y="256988"/>
                  <a:pt x="38681" y="254631"/>
                  <a:pt x="34066" y="253627"/>
                </a:cubicBezTo>
                <a:cubicBezTo>
                  <a:pt x="29452" y="252623"/>
                  <a:pt x="25677" y="250857"/>
                  <a:pt x="25677" y="249703"/>
                </a:cubicBezTo>
                <a:cubicBezTo>
                  <a:pt x="25677" y="248548"/>
                  <a:pt x="19899" y="243198"/>
                  <a:pt x="12838" y="237813"/>
                </a:cubicBezTo>
                <a:lnTo>
                  <a:pt x="0" y="228023"/>
                </a:lnTo>
                <a:lnTo>
                  <a:pt x="10590" y="222007"/>
                </a:lnTo>
                <a:cubicBezTo>
                  <a:pt x="17972" y="217814"/>
                  <a:pt x="22129" y="216779"/>
                  <a:pt x="24311" y="218591"/>
                </a:cubicBezTo>
                <a:cubicBezTo>
                  <a:pt x="28477" y="222048"/>
                  <a:pt x="30840" y="219299"/>
                  <a:pt x="30840" y="210994"/>
                </a:cubicBezTo>
                <a:cubicBezTo>
                  <a:pt x="30840" y="207256"/>
                  <a:pt x="32263" y="202774"/>
                  <a:pt x="34002" y="201034"/>
                </a:cubicBezTo>
                <a:cubicBezTo>
                  <a:pt x="36474" y="198562"/>
                  <a:pt x="36486" y="196787"/>
                  <a:pt x="34055" y="192894"/>
                </a:cubicBezTo>
                <a:cubicBezTo>
                  <a:pt x="32093" y="189753"/>
                  <a:pt x="31879" y="187338"/>
                  <a:pt x="33474" y="186352"/>
                </a:cubicBezTo>
                <a:cubicBezTo>
                  <a:pt x="34886" y="185479"/>
                  <a:pt x="36002" y="171748"/>
                  <a:pt x="36002" y="155255"/>
                </a:cubicBezTo>
                <a:cubicBezTo>
                  <a:pt x="36002" y="128160"/>
                  <a:pt x="36400" y="125721"/>
                  <a:pt x="40814" y="125721"/>
                </a:cubicBezTo>
                <a:cubicBezTo>
                  <a:pt x="43528" y="125721"/>
                  <a:pt x="48800" y="130301"/>
                  <a:pt x="52906" y="136226"/>
                </a:cubicBezTo>
                <a:cubicBezTo>
                  <a:pt x="56911" y="142004"/>
                  <a:pt x="63516" y="148453"/>
                  <a:pt x="67584" y="150557"/>
                </a:cubicBezTo>
                <a:cubicBezTo>
                  <a:pt x="75108" y="154448"/>
                  <a:pt x="85050" y="153319"/>
                  <a:pt x="85050" y="148575"/>
                </a:cubicBezTo>
                <a:cubicBezTo>
                  <a:pt x="85050" y="147029"/>
                  <a:pt x="88138" y="146640"/>
                  <a:pt x="92615" y="147623"/>
                </a:cubicBezTo>
                <a:cubicBezTo>
                  <a:pt x="98706" y="148961"/>
                  <a:pt x="100761" y="148199"/>
                  <a:pt x="103162" y="143713"/>
                </a:cubicBezTo>
                <a:cubicBezTo>
                  <a:pt x="105115" y="140063"/>
                  <a:pt x="107816" y="138578"/>
                  <a:pt x="110991" y="139409"/>
                </a:cubicBezTo>
                <a:cubicBezTo>
                  <a:pt x="113656" y="140106"/>
                  <a:pt x="117196" y="139039"/>
                  <a:pt x="118857" y="137039"/>
                </a:cubicBezTo>
                <a:cubicBezTo>
                  <a:pt x="121254" y="134150"/>
                  <a:pt x="120449" y="132080"/>
                  <a:pt x="114946" y="126979"/>
                </a:cubicBezTo>
                <a:cubicBezTo>
                  <a:pt x="111135" y="123448"/>
                  <a:pt x="106335" y="120558"/>
                  <a:pt x="104278" y="120558"/>
                </a:cubicBezTo>
                <a:cubicBezTo>
                  <a:pt x="102221" y="120558"/>
                  <a:pt x="100539" y="118873"/>
                  <a:pt x="100539" y="116814"/>
                </a:cubicBezTo>
                <a:cubicBezTo>
                  <a:pt x="100539" y="114754"/>
                  <a:pt x="94792" y="110433"/>
                  <a:pt x="87769" y="107211"/>
                </a:cubicBezTo>
                <a:cubicBezTo>
                  <a:pt x="73337" y="100591"/>
                  <a:pt x="69935" y="93642"/>
                  <a:pt x="75649" y="82459"/>
                </a:cubicBezTo>
                <a:cubicBezTo>
                  <a:pt x="77638" y="78567"/>
                  <a:pt x="80119" y="71422"/>
                  <a:pt x="81162" y="66581"/>
                </a:cubicBezTo>
                <a:cubicBezTo>
                  <a:pt x="82769" y="59128"/>
                  <a:pt x="82125" y="57061"/>
                  <a:pt x="76956" y="53086"/>
                </a:cubicBezTo>
                <a:cubicBezTo>
                  <a:pt x="73561" y="50475"/>
                  <a:pt x="72374" y="48366"/>
                  <a:pt x="74281" y="48335"/>
                </a:cubicBezTo>
                <a:cubicBezTo>
                  <a:pt x="79014" y="48255"/>
                  <a:pt x="97860" y="27614"/>
                  <a:pt x="98388" y="21931"/>
                </a:cubicBezTo>
                <a:cubicBezTo>
                  <a:pt x="98624" y="19384"/>
                  <a:pt x="98915" y="15267"/>
                  <a:pt x="99033" y="12782"/>
                </a:cubicBezTo>
                <a:cubicBezTo>
                  <a:pt x="99328" y="6580"/>
                  <a:pt x="107875" y="-1480"/>
                  <a:pt x="112340" y="234"/>
                </a:cubicBezTo>
                <a:cubicBezTo>
                  <a:pt x="114351" y="1006"/>
                  <a:pt x="115714" y="4223"/>
                  <a:pt x="115367" y="7384"/>
                </a:cubicBezTo>
                <a:cubicBezTo>
                  <a:pt x="114925" y="11414"/>
                  <a:pt x="117211" y="14717"/>
                  <a:pt x="123019" y="18442"/>
                </a:cubicBezTo>
                <a:cubicBezTo>
                  <a:pt x="132830" y="24734"/>
                  <a:pt x="132594" y="28432"/>
                  <a:pt x="122268" y="30221"/>
                </a:cubicBezTo>
                <a:cubicBezTo>
                  <a:pt x="115180" y="31449"/>
                  <a:pt x="114690" y="32336"/>
                  <a:pt x="113949" y="45287"/>
                </a:cubicBezTo>
                <a:cubicBezTo>
                  <a:pt x="113241" y="57646"/>
                  <a:pt x="113899" y="59682"/>
                  <a:pt x="120402" y="65276"/>
                </a:cubicBezTo>
                <a:cubicBezTo>
                  <a:pt x="129577" y="73166"/>
                  <a:pt x="132509" y="73100"/>
                  <a:pt x="138506" y="64867"/>
                </a:cubicBezTo>
                <a:lnTo>
                  <a:pt x="143345" y="58224"/>
                </a:lnTo>
                <a:lnTo>
                  <a:pt x="152274" y="62931"/>
                </a:lnTo>
                <a:cubicBezTo>
                  <a:pt x="157185" y="65520"/>
                  <a:pt x="161620" y="67861"/>
                  <a:pt x="162130" y="68135"/>
                </a:cubicBezTo>
                <a:cubicBezTo>
                  <a:pt x="162640" y="68408"/>
                  <a:pt x="160808" y="71893"/>
                  <a:pt x="158059" y="75879"/>
                </a:cubicBezTo>
                <a:cubicBezTo>
                  <a:pt x="151713" y="85081"/>
                  <a:pt x="141902" y="114664"/>
                  <a:pt x="142387" y="123139"/>
                </a:cubicBezTo>
                <a:cubicBezTo>
                  <a:pt x="142935" y="132744"/>
                  <a:pt x="146254" y="135684"/>
                  <a:pt x="161574" y="140138"/>
                </a:cubicBezTo>
                <a:cubicBezTo>
                  <a:pt x="177125" y="144659"/>
                  <a:pt x="177438" y="148154"/>
                  <a:pt x="162505" y="150542"/>
                </a:cubicBezTo>
                <a:cubicBezTo>
                  <a:pt x="152866" y="152083"/>
                  <a:pt x="147932" y="157096"/>
                  <a:pt x="151065" y="162165"/>
                </a:cubicBezTo>
                <a:cubicBezTo>
                  <a:pt x="151887" y="163495"/>
                  <a:pt x="150058" y="169752"/>
                  <a:pt x="147000" y="176069"/>
                </a:cubicBezTo>
                <a:cubicBezTo>
                  <a:pt x="140040" y="190447"/>
                  <a:pt x="141019" y="195911"/>
                  <a:pt x="151074" y="198795"/>
                </a:cubicBezTo>
                <a:cubicBezTo>
                  <a:pt x="156834" y="200447"/>
                  <a:pt x="159631" y="203274"/>
                  <a:pt x="161382" y="209212"/>
                </a:cubicBezTo>
                <a:cubicBezTo>
                  <a:pt x="163891" y="217725"/>
                  <a:pt x="167253" y="218781"/>
                  <a:pt x="180801" y="215310"/>
                </a:cubicBezTo>
                <a:cubicBezTo>
                  <a:pt x="186270" y="213909"/>
                  <a:pt x="188145" y="214815"/>
                  <a:pt x="191062" y="220266"/>
                </a:cubicBezTo>
                <a:cubicBezTo>
                  <a:pt x="194411" y="226524"/>
                  <a:pt x="194115" y="227399"/>
                  <a:pt x="186266" y="234411"/>
                </a:cubicBezTo>
                <a:cubicBezTo>
                  <a:pt x="177581" y="242171"/>
                  <a:pt x="173505" y="242950"/>
                  <a:pt x="146648" y="241973"/>
                </a:cubicBezTo>
                <a:cubicBezTo>
                  <a:pt x="138138" y="241664"/>
                  <a:pt x="131353" y="242644"/>
                  <a:pt x="130308" y="244333"/>
                </a:cubicBezTo>
                <a:cubicBezTo>
                  <a:pt x="127797" y="248397"/>
                  <a:pt x="118188" y="235660"/>
                  <a:pt x="120069" y="230760"/>
                </a:cubicBezTo>
                <a:cubicBezTo>
                  <a:pt x="124398" y="219478"/>
                  <a:pt x="105303" y="225013"/>
                  <a:pt x="99204" y="236809"/>
                </a:cubicBezTo>
                <a:cubicBezTo>
                  <a:pt x="95428" y="244110"/>
                  <a:pt x="95414" y="245432"/>
                  <a:pt x="99051" y="250983"/>
                </a:cubicBezTo>
                <a:cubicBezTo>
                  <a:pt x="103916" y="258408"/>
                  <a:pt x="100434" y="261478"/>
                  <a:pt x="92202" y="257021"/>
                </a:cubicBezTo>
                <a:cubicBezTo>
                  <a:pt x="83927" y="252540"/>
                  <a:pt x="66492" y="252742"/>
                  <a:pt x="61602" y="257374"/>
                </a:cubicBezTo>
                <a:cubicBezTo>
                  <a:pt x="56090" y="262596"/>
                  <a:pt x="53167" y="262902"/>
                  <a:pt x="47363" y="258865"/>
                </a:cubicBezTo>
                <a:close/>
              </a:path>
            </a:pathLst>
          </a:custGeom>
          <a:solidFill>
            <a:srgbClr val="B9B9B9"/>
          </a:solidFill>
          <a:ln w="5163" cap="flat">
            <a:noFill/>
            <a:prstDash val="solid"/>
            <a:miter/>
          </a:ln>
        </p:spPr>
        <p:txBody>
          <a:bodyPr/>
          <a:lstStyle/>
          <a:p>
            <a:endParaRPr lang="es-419" noProof="0" dirty="0"/>
          </a:p>
        </p:txBody>
      </p:sp>
      <p:sp>
        <p:nvSpPr>
          <p:cNvPr id="44" name="Forma libre: forma 43">
            <a:extLst>
              <a:ext uri="{FF2B5EF4-FFF2-40B4-BE49-F238E27FC236}">
                <a16:creationId xmlns:a16="http://schemas.microsoft.com/office/drawing/2014/main" id="{5C541236-9A3B-165B-BF52-6264AE4190DD}"/>
              </a:ext>
            </a:extLst>
          </p:cNvPr>
          <p:cNvSpPr/>
          <p:nvPr/>
        </p:nvSpPr>
        <p:spPr>
          <a:xfrm>
            <a:off x="1103504" y="2345749"/>
            <a:ext cx="95653" cy="64838"/>
          </a:xfrm>
          <a:custGeom>
            <a:avLst/>
            <a:gdLst>
              <a:gd name="csX0" fmla="*/ 71219 w 95653"/>
              <a:gd name="csY0" fmla="*/ 62506 h 64838"/>
              <a:gd name="csX1" fmla="*/ 62655 w 95653"/>
              <a:gd name="csY1" fmla="*/ 53685 h 64838"/>
              <a:gd name="csX2" fmla="*/ 57443 w 95653"/>
              <a:gd name="csY2" fmla="*/ 48511 h 64838"/>
              <a:gd name="csX3" fmla="*/ 51242 w 95653"/>
              <a:gd name="csY3" fmla="*/ 43994 h 64838"/>
              <a:gd name="csX4" fmla="*/ 48532 w 95653"/>
              <a:gd name="csY4" fmla="*/ 43994 h 64838"/>
              <a:gd name="csX5" fmla="*/ 36926 w 95653"/>
              <a:gd name="csY5" fmla="*/ 44510 h 64838"/>
              <a:gd name="csX6" fmla="*/ 28785 w 95653"/>
              <a:gd name="csY6" fmla="*/ 36765 h 64838"/>
              <a:gd name="csX7" fmla="*/ 27076 w 95653"/>
              <a:gd name="csY7" fmla="*/ 32629 h 64838"/>
              <a:gd name="csX8" fmla="*/ 11500 w 95653"/>
              <a:gd name="csY8" fmla="*/ 28262 h 64838"/>
              <a:gd name="csX9" fmla="*/ 1174 w 95653"/>
              <a:gd name="csY9" fmla="*/ 25068 h 64838"/>
              <a:gd name="csX10" fmla="*/ 31004 w 95653"/>
              <a:gd name="csY10" fmla="*/ 14820 h 64838"/>
              <a:gd name="csX11" fmla="*/ 49970 w 95653"/>
              <a:gd name="csY11" fmla="*/ 6499 h 64838"/>
              <a:gd name="csX12" fmla="*/ 60293 w 95653"/>
              <a:gd name="csY12" fmla="*/ 3207 h 64838"/>
              <a:gd name="csX13" fmla="*/ 79487 w 95653"/>
              <a:gd name="csY13" fmla="*/ 1724 h 64838"/>
              <a:gd name="csX14" fmla="*/ 95469 w 95653"/>
              <a:gd name="csY14" fmla="*/ 24677 h 64838"/>
              <a:gd name="csX15" fmla="*/ 92590 w 95653"/>
              <a:gd name="csY15" fmla="*/ 45837 h 64838"/>
              <a:gd name="csX16" fmla="*/ 88748 w 95653"/>
              <a:gd name="csY16" fmla="*/ 52688 h 64838"/>
              <a:gd name="csX17" fmla="*/ 82592 w 95653"/>
              <a:gd name="csY17" fmla="*/ 62155 h 64838"/>
              <a:gd name="csX18" fmla="*/ 71219 w 95653"/>
              <a:gd name="csY18" fmla="*/ 62506 h 648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95653" h="64838">
                <a:moveTo>
                  <a:pt x="71219" y="62506"/>
                </a:moveTo>
                <a:cubicBezTo>
                  <a:pt x="67412" y="60499"/>
                  <a:pt x="63558" y="56530"/>
                  <a:pt x="62655" y="53685"/>
                </a:cubicBezTo>
                <a:cubicBezTo>
                  <a:pt x="61752" y="50839"/>
                  <a:pt x="59407" y="48511"/>
                  <a:pt x="57443" y="48511"/>
                </a:cubicBezTo>
                <a:cubicBezTo>
                  <a:pt x="55480" y="48511"/>
                  <a:pt x="52689" y="46478"/>
                  <a:pt x="51242" y="43994"/>
                </a:cubicBezTo>
                <a:cubicBezTo>
                  <a:pt x="48736" y="39691"/>
                  <a:pt x="48607" y="39691"/>
                  <a:pt x="48532" y="43994"/>
                </a:cubicBezTo>
                <a:cubicBezTo>
                  <a:pt x="48437" y="49469"/>
                  <a:pt x="48761" y="49455"/>
                  <a:pt x="36926" y="44510"/>
                </a:cubicBezTo>
                <a:cubicBezTo>
                  <a:pt x="30451" y="41804"/>
                  <a:pt x="27814" y="39296"/>
                  <a:pt x="28785" y="36765"/>
                </a:cubicBezTo>
                <a:cubicBezTo>
                  <a:pt x="29575" y="34707"/>
                  <a:pt x="28806" y="32846"/>
                  <a:pt x="27076" y="32629"/>
                </a:cubicBezTo>
                <a:cubicBezTo>
                  <a:pt x="21029" y="31874"/>
                  <a:pt x="18714" y="31225"/>
                  <a:pt x="11500" y="28262"/>
                </a:cubicBezTo>
                <a:cubicBezTo>
                  <a:pt x="7503" y="26621"/>
                  <a:pt x="2857" y="25183"/>
                  <a:pt x="1174" y="25068"/>
                </a:cubicBezTo>
                <a:cubicBezTo>
                  <a:pt x="-4949" y="24646"/>
                  <a:pt x="14045" y="18121"/>
                  <a:pt x="31004" y="14820"/>
                </a:cubicBezTo>
                <a:cubicBezTo>
                  <a:pt x="44060" y="12279"/>
                  <a:pt x="48794" y="10202"/>
                  <a:pt x="49970" y="6499"/>
                </a:cubicBezTo>
                <a:cubicBezTo>
                  <a:pt x="51256" y="2445"/>
                  <a:pt x="53098" y="1858"/>
                  <a:pt x="60293" y="3207"/>
                </a:cubicBezTo>
                <a:cubicBezTo>
                  <a:pt x="65110" y="4111"/>
                  <a:pt x="73747" y="3443"/>
                  <a:pt x="79487" y="1724"/>
                </a:cubicBezTo>
                <a:cubicBezTo>
                  <a:pt x="94315" y="-2719"/>
                  <a:pt x="96385" y="255"/>
                  <a:pt x="95469" y="24677"/>
                </a:cubicBezTo>
                <a:cubicBezTo>
                  <a:pt x="95060" y="35554"/>
                  <a:pt x="93765" y="45076"/>
                  <a:pt x="92590" y="45837"/>
                </a:cubicBezTo>
                <a:cubicBezTo>
                  <a:pt x="91414" y="46598"/>
                  <a:pt x="89686" y="49681"/>
                  <a:pt x="88748" y="52688"/>
                </a:cubicBezTo>
                <a:cubicBezTo>
                  <a:pt x="87811" y="55696"/>
                  <a:pt x="85041" y="59955"/>
                  <a:pt x="82592" y="62155"/>
                </a:cubicBezTo>
                <a:cubicBezTo>
                  <a:pt x="78702" y="65649"/>
                  <a:pt x="77268" y="65693"/>
                  <a:pt x="71219" y="62506"/>
                </a:cubicBezTo>
                <a:close/>
              </a:path>
            </a:pathLst>
          </a:custGeom>
          <a:solidFill>
            <a:srgbClr val="B9B9B9"/>
          </a:solidFill>
          <a:ln w="5163" cap="flat">
            <a:noFill/>
            <a:prstDash val="solid"/>
            <a:miter/>
          </a:ln>
        </p:spPr>
        <p:txBody>
          <a:bodyPr/>
          <a:lstStyle/>
          <a:p>
            <a:endParaRPr lang="es-419" noProof="0" dirty="0"/>
          </a:p>
        </p:txBody>
      </p:sp>
      <p:sp>
        <p:nvSpPr>
          <p:cNvPr id="45" name="Forma libre: forma 44">
            <a:extLst>
              <a:ext uri="{FF2B5EF4-FFF2-40B4-BE49-F238E27FC236}">
                <a16:creationId xmlns:a16="http://schemas.microsoft.com/office/drawing/2014/main" id="{04608650-FB8C-0B66-8B96-CD1C15921623}"/>
              </a:ext>
            </a:extLst>
          </p:cNvPr>
          <p:cNvSpPr/>
          <p:nvPr/>
        </p:nvSpPr>
        <p:spPr>
          <a:xfrm>
            <a:off x="1015863" y="2030672"/>
            <a:ext cx="364335" cy="362024"/>
          </a:xfrm>
          <a:custGeom>
            <a:avLst/>
            <a:gdLst>
              <a:gd name="csX0" fmla="*/ 185142 w 364335"/>
              <a:gd name="csY0" fmla="*/ 358570 h 362024"/>
              <a:gd name="csX1" fmla="*/ 187621 w 364335"/>
              <a:gd name="csY1" fmla="*/ 340898 h 362024"/>
              <a:gd name="csX2" fmla="*/ 186283 w 364335"/>
              <a:gd name="csY2" fmla="*/ 320178 h 362024"/>
              <a:gd name="csX3" fmla="*/ 182466 w 364335"/>
              <a:gd name="csY3" fmla="*/ 312528 h 362024"/>
              <a:gd name="csX4" fmla="*/ 160064 w 364335"/>
              <a:gd name="csY4" fmla="*/ 313164 h 362024"/>
              <a:gd name="csX5" fmla="*/ 135394 w 364335"/>
              <a:gd name="csY5" fmla="*/ 318882 h 362024"/>
              <a:gd name="csX6" fmla="*/ 107653 w 364335"/>
              <a:gd name="csY6" fmla="*/ 328620 h 362024"/>
              <a:gd name="csX7" fmla="*/ 77975 w 364335"/>
              <a:gd name="csY7" fmla="*/ 329071 h 362024"/>
              <a:gd name="csX8" fmla="*/ 69734 w 364335"/>
              <a:gd name="csY8" fmla="*/ 324866 h 362024"/>
              <a:gd name="csX9" fmla="*/ 48325 w 364335"/>
              <a:gd name="csY9" fmla="*/ 303007 h 362024"/>
              <a:gd name="csX10" fmla="*/ 38186 w 364335"/>
              <a:gd name="csY10" fmla="*/ 292203 h 362024"/>
              <a:gd name="csX11" fmla="*/ 25184 w 364335"/>
              <a:gd name="csY11" fmla="*/ 273778 h 362024"/>
              <a:gd name="csX12" fmla="*/ 11540 w 364335"/>
              <a:gd name="csY12" fmla="*/ 253016 h 362024"/>
              <a:gd name="csX13" fmla="*/ 9603 w 364335"/>
              <a:gd name="csY13" fmla="*/ 246065 h 362024"/>
              <a:gd name="csX14" fmla="*/ 4075 w 364335"/>
              <a:gd name="csY14" fmla="*/ 230604 h 362024"/>
              <a:gd name="csX15" fmla="*/ 2870 w 364335"/>
              <a:gd name="csY15" fmla="*/ 216903 h 362024"/>
              <a:gd name="csX16" fmla="*/ 19099 w 364335"/>
              <a:gd name="csY16" fmla="*/ 209992 h 362024"/>
              <a:gd name="csX17" fmla="*/ 33857 w 364335"/>
              <a:gd name="csY17" fmla="*/ 202727 h 362024"/>
              <a:gd name="csX18" fmla="*/ 62323 w 364335"/>
              <a:gd name="csY18" fmla="*/ 175142 h 362024"/>
              <a:gd name="csX19" fmla="*/ 75732 w 364335"/>
              <a:gd name="csY19" fmla="*/ 169793 h 362024"/>
              <a:gd name="csX20" fmla="*/ 107485 w 364335"/>
              <a:gd name="csY20" fmla="*/ 178512 h 362024"/>
              <a:gd name="csX21" fmla="*/ 118888 w 364335"/>
              <a:gd name="csY21" fmla="*/ 188952 h 362024"/>
              <a:gd name="csX22" fmla="*/ 122369 w 364335"/>
              <a:gd name="csY22" fmla="*/ 177011 h 362024"/>
              <a:gd name="csX23" fmla="*/ 128391 w 364335"/>
              <a:gd name="csY23" fmla="*/ 163500 h 362024"/>
              <a:gd name="csX24" fmla="*/ 127169 w 364335"/>
              <a:gd name="csY24" fmla="*/ 147778 h 362024"/>
              <a:gd name="csX25" fmla="*/ 130389 w 364335"/>
              <a:gd name="csY25" fmla="*/ 138750 h 362024"/>
              <a:gd name="csX26" fmla="*/ 147714 w 364335"/>
              <a:gd name="csY26" fmla="*/ 129037 h 362024"/>
              <a:gd name="csX27" fmla="*/ 142395 w 364335"/>
              <a:gd name="csY27" fmla="*/ 116273 h 362024"/>
              <a:gd name="csX28" fmla="*/ 138322 w 364335"/>
              <a:gd name="csY28" fmla="*/ 100445 h 362024"/>
              <a:gd name="csX29" fmla="*/ 132219 w 364335"/>
              <a:gd name="csY29" fmla="*/ 77384 h 362024"/>
              <a:gd name="csX30" fmla="*/ 123182 w 364335"/>
              <a:gd name="csY30" fmla="*/ 67380 h 362024"/>
              <a:gd name="csX31" fmla="*/ 127316 w 364335"/>
              <a:gd name="csY31" fmla="*/ 49072 h 362024"/>
              <a:gd name="csX32" fmla="*/ 149002 w 364335"/>
              <a:gd name="csY32" fmla="*/ 26791 h 362024"/>
              <a:gd name="csX33" fmla="*/ 156308 w 364335"/>
              <a:gd name="csY33" fmla="*/ 19245 h 362024"/>
              <a:gd name="csX34" fmla="*/ 153995 w 364335"/>
              <a:gd name="csY34" fmla="*/ 9825 h 362024"/>
              <a:gd name="csX35" fmla="*/ 161050 w 364335"/>
              <a:gd name="csY35" fmla="*/ 76 h 362024"/>
              <a:gd name="csX36" fmla="*/ 166583 w 364335"/>
              <a:gd name="csY36" fmla="*/ 7348 h 362024"/>
              <a:gd name="csX37" fmla="*/ 154998 w 364335"/>
              <a:gd name="csY37" fmla="*/ 39300 h 362024"/>
              <a:gd name="csX38" fmla="*/ 157050 w 364335"/>
              <a:gd name="csY38" fmla="*/ 45546 h 362024"/>
              <a:gd name="csX39" fmla="*/ 169737 w 364335"/>
              <a:gd name="csY39" fmla="*/ 24492 h 362024"/>
              <a:gd name="csX40" fmla="*/ 176182 w 364335"/>
              <a:gd name="csY40" fmla="*/ 20317 h 362024"/>
              <a:gd name="csX41" fmla="*/ 177678 w 364335"/>
              <a:gd name="csY41" fmla="*/ 26406 h 362024"/>
              <a:gd name="csX42" fmla="*/ 173510 w 364335"/>
              <a:gd name="csY42" fmla="*/ 43871 h 362024"/>
              <a:gd name="csX43" fmla="*/ 171706 w 364335"/>
              <a:gd name="csY43" fmla="*/ 58451 h 362024"/>
              <a:gd name="csX44" fmla="*/ 179820 w 364335"/>
              <a:gd name="csY44" fmla="*/ 60233 h 362024"/>
              <a:gd name="csX45" fmla="*/ 195468 w 364335"/>
              <a:gd name="csY45" fmla="*/ 47665 h 362024"/>
              <a:gd name="csX46" fmla="*/ 212893 w 364335"/>
              <a:gd name="csY46" fmla="*/ 36256 h 362024"/>
              <a:gd name="csX47" fmla="*/ 215787 w 364335"/>
              <a:gd name="csY47" fmla="*/ 59322 h 362024"/>
              <a:gd name="csX48" fmla="*/ 202515 w 364335"/>
              <a:gd name="csY48" fmla="*/ 73785 h 362024"/>
              <a:gd name="csX49" fmla="*/ 193598 w 364335"/>
              <a:gd name="csY49" fmla="*/ 76402 h 362024"/>
              <a:gd name="csX50" fmla="*/ 196544 w 364335"/>
              <a:gd name="csY50" fmla="*/ 79629 h 362024"/>
              <a:gd name="csX51" fmla="*/ 200631 w 364335"/>
              <a:gd name="csY51" fmla="*/ 82161 h 362024"/>
              <a:gd name="csX52" fmla="*/ 183851 w 364335"/>
              <a:gd name="csY52" fmla="*/ 86694 h 362024"/>
              <a:gd name="csX53" fmla="*/ 179447 w 364335"/>
              <a:gd name="csY53" fmla="*/ 90600 h 362024"/>
              <a:gd name="csX54" fmla="*/ 177337 w 364335"/>
              <a:gd name="csY54" fmla="*/ 95117 h 362024"/>
              <a:gd name="csX55" fmla="*/ 175970 w 364335"/>
              <a:gd name="csY55" fmla="*/ 99847 h 362024"/>
              <a:gd name="csX56" fmla="*/ 172279 w 364335"/>
              <a:gd name="csY56" fmla="*/ 109275 h 362024"/>
              <a:gd name="csX57" fmla="*/ 162736 w 364335"/>
              <a:gd name="csY57" fmla="*/ 127778 h 362024"/>
              <a:gd name="csX58" fmla="*/ 154984 w 364335"/>
              <a:gd name="csY58" fmla="*/ 141584 h 362024"/>
              <a:gd name="csX59" fmla="*/ 157382 w 364335"/>
              <a:gd name="csY59" fmla="*/ 150820 h 362024"/>
              <a:gd name="csX60" fmla="*/ 166003 w 364335"/>
              <a:gd name="csY60" fmla="*/ 156522 h 362024"/>
              <a:gd name="csX61" fmla="*/ 178921 w 364335"/>
              <a:gd name="csY61" fmla="*/ 158229 h 362024"/>
              <a:gd name="csX62" fmla="*/ 200631 w 364335"/>
              <a:gd name="csY62" fmla="*/ 155851 h 362024"/>
              <a:gd name="csX63" fmla="*/ 253127 w 364335"/>
              <a:gd name="csY63" fmla="*/ 145110 h 362024"/>
              <a:gd name="csX64" fmla="*/ 260004 w 364335"/>
              <a:gd name="csY64" fmla="*/ 117060 h 362024"/>
              <a:gd name="csX65" fmla="*/ 261186 w 364335"/>
              <a:gd name="csY65" fmla="*/ 105023 h 362024"/>
              <a:gd name="csX66" fmla="*/ 280779 w 364335"/>
              <a:gd name="csY66" fmla="*/ 107831 h 362024"/>
              <a:gd name="csX67" fmla="*/ 316123 w 364335"/>
              <a:gd name="csY67" fmla="*/ 101238 h 362024"/>
              <a:gd name="csX68" fmla="*/ 332436 w 364335"/>
              <a:gd name="csY68" fmla="*/ 86525 h 362024"/>
              <a:gd name="csX69" fmla="*/ 340656 w 364335"/>
              <a:gd name="csY69" fmla="*/ 79224 h 362024"/>
              <a:gd name="csX70" fmla="*/ 348855 w 364335"/>
              <a:gd name="csY70" fmla="*/ 87171 h 362024"/>
              <a:gd name="csX71" fmla="*/ 361269 w 364335"/>
              <a:gd name="csY71" fmla="*/ 95117 h 362024"/>
              <a:gd name="csX72" fmla="*/ 363171 w 364335"/>
              <a:gd name="csY72" fmla="*/ 103178 h 362024"/>
              <a:gd name="csX73" fmla="*/ 356290 w 364335"/>
              <a:gd name="csY73" fmla="*/ 118022 h 362024"/>
              <a:gd name="csX74" fmla="*/ 352528 w 364335"/>
              <a:gd name="csY74" fmla="*/ 135380 h 362024"/>
              <a:gd name="csX75" fmla="*/ 345616 w 364335"/>
              <a:gd name="csY75" fmla="*/ 149152 h 362024"/>
              <a:gd name="csX76" fmla="*/ 336399 w 364335"/>
              <a:gd name="csY76" fmla="*/ 158318 h 362024"/>
              <a:gd name="csX77" fmla="*/ 325505 w 364335"/>
              <a:gd name="csY77" fmla="*/ 175523 h 362024"/>
              <a:gd name="csX78" fmla="*/ 315430 w 364335"/>
              <a:gd name="csY78" fmla="*/ 204352 h 362024"/>
              <a:gd name="csX79" fmla="*/ 313994 w 364335"/>
              <a:gd name="csY79" fmla="*/ 218773 h 362024"/>
              <a:gd name="csX80" fmla="*/ 296375 w 364335"/>
              <a:gd name="csY80" fmla="*/ 228175 h 362024"/>
              <a:gd name="csX81" fmla="*/ 265231 w 364335"/>
              <a:gd name="csY81" fmla="*/ 238311 h 362024"/>
              <a:gd name="csX82" fmla="*/ 244951 w 364335"/>
              <a:gd name="csY82" fmla="*/ 244768 h 362024"/>
              <a:gd name="csX83" fmla="*/ 219261 w 364335"/>
              <a:gd name="csY83" fmla="*/ 258588 h 362024"/>
              <a:gd name="csX84" fmla="*/ 224662 w 364335"/>
              <a:gd name="csY84" fmla="*/ 270643 h 362024"/>
              <a:gd name="csX85" fmla="*/ 242353 w 364335"/>
              <a:gd name="csY85" fmla="*/ 274944 h 362024"/>
              <a:gd name="csX86" fmla="*/ 251900 w 364335"/>
              <a:gd name="csY86" fmla="*/ 285801 h 362024"/>
              <a:gd name="csX87" fmla="*/ 252381 w 364335"/>
              <a:gd name="csY87" fmla="*/ 304719 h 362024"/>
              <a:gd name="csX88" fmla="*/ 261267 w 364335"/>
              <a:gd name="csY88" fmla="*/ 315608 h 362024"/>
              <a:gd name="csX89" fmla="*/ 268876 w 364335"/>
              <a:gd name="csY89" fmla="*/ 316858 h 362024"/>
              <a:gd name="csX90" fmla="*/ 252027 w 364335"/>
              <a:gd name="csY90" fmla="*/ 336142 h 362024"/>
              <a:gd name="csX91" fmla="*/ 230251 w 364335"/>
              <a:gd name="csY91" fmla="*/ 349333 h 362024"/>
              <a:gd name="csX92" fmla="*/ 209844 w 364335"/>
              <a:gd name="csY92" fmla="*/ 359530 h 362024"/>
              <a:gd name="csX93" fmla="*/ 194478 w 364335"/>
              <a:gd name="csY93" fmla="*/ 360594 h 362024"/>
              <a:gd name="csX94" fmla="*/ 185142 w 364335"/>
              <a:gd name="csY94" fmla="*/ 358570 h 362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364335" h="362024">
                <a:moveTo>
                  <a:pt x="185142" y="358570"/>
                </a:moveTo>
                <a:cubicBezTo>
                  <a:pt x="185142" y="356038"/>
                  <a:pt x="186257" y="348086"/>
                  <a:pt x="187621" y="340898"/>
                </a:cubicBezTo>
                <a:cubicBezTo>
                  <a:pt x="189559" y="330679"/>
                  <a:pt x="189267" y="326160"/>
                  <a:pt x="186283" y="320178"/>
                </a:cubicBezTo>
                <a:lnTo>
                  <a:pt x="182466" y="312528"/>
                </a:lnTo>
                <a:lnTo>
                  <a:pt x="160064" y="313164"/>
                </a:lnTo>
                <a:cubicBezTo>
                  <a:pt x="140617" y="313716"/>
                  <a:pt x="137363" y="314470"/>
                  <a:pt x="135394" y="318882"/>
                </a:cubicBezTo>
                <a:cubicBezTo>
                  <a:pt x="133601" y="322902"/>
                  <a:pt x="127800" y="324938"/>
                  <a:pt x="107653" y="328620"/>
                </a:cubicBezTo>
                <a:cubicBezTo>
                  <a:pt x="84116" y="332921"/>
                  <a:pt x="81860" y="332955"/>
                  <a:pt x="77975" y="329071"/>
                </a:cubicBezTo>
                <a:cubicBezTo>
                  <a:pt x="75663" y="326758"/>
                  <a:pt x="71954" y="324866"/>
                  <a:pt x="69734" y="324866"/>
                </a:cubicBezTo>
                <a:cubicBezTo>
                  <a:pt x="64790" y="324866"/>
                  <a:pt x="53564" y="313404"/>
                  <a:pt x="48325" y="303007"/>
                </a:cubicBezTo>
                <a:cubicBezTo>
                  <a:pt x="46195" y="298781"/>
                  <a:pt x="41633" y="293919"/>
                  <a:pt x="38186" y="292203"/>
                </a:cubicBezTo>
                <a:cubicBezTo>
                  <a:pt x="31831" y="289039"/>
                  <a:pt x="25350" y="279856"/>
                  <a:pt x="25184" y="273778"/>
                </a:cubicBezTo>
                <a:cubicBezTo>
                  <a:pt x="25085" y="270192"/>
                  <a:pt x="14730" y="254434"/>
                  <a:pt x="11540" y="253016"/>
                </a:cubicBezTo>
                <a:cubicBezTo>
                  <a:pt x="10475" y="252543"/>
                  <a:pt x="9603" y="249415"/>
                  <a:pt x="9603" y="246065"/>
                </a:cubicBezTo>
                <a:cubicBezTo>
                  <a:pt x="9603" y="242715"/>
                  <a:pt x="7116" y="235757"/>
                  <a:pt x="4075" y="230604"/>
                </a:cubicBezTo>
                <a:cubicBezTo>
                  <a:pt x="-1096" y="221839"/>
                  <a:pt x="-1174" y="220953"/>
                  <a:pt x="2870" y="216903"/>
                </a:cubicBezTo>
                <a:cubicBezTo>
                  <a:pt x="5247" y="214522"/>
                  <a:pt x="12551" y="211412"/>
                  <a:pt x="19099" y="209992"/>
                </a:cubicBezTo>
                <a:cubicBezTo>
                  <a:pt x="25650" y="208572"/>
                  <a:pt x="32288" y="205304"/>
                  <a:pt x="33857" y="202727"/>
                </a:cubicBezTo>
                <a:cubicBezTo>
                  <a:pt x="40254" y="192222"/>
                  <a:pt x="57879" y="175142"/>
                  <a:pt x="62323" y="175142"/>
                </a:cubicBezTo>
                <a:cubicBezTo>
                  <a:pt x="64938" y="175142"/>
                  <a:pt x="70972" y="172735"/>
                  <a:pt x="75732" y="169793"/>
                </a:cubicBezTo>
                <a:cubicBezTo>
                  <a:pt x="86563" y="163099"/>
                  <a:pt x="92402" y="164703"/>
                  <a:pt x="107485" y="178512"/>
                </a:cubicBezTo>
                <a:lnTo>
                  <a:pt x="118888" y="188952"/>
                </a:lnTo>
                <a:lnTo>
                  <a:pt x="122369" y="177011"/>
                </a:lnTo>
                <a:cubicBezTo>
                  <a:pt x="124284" y="170444"/>
                  <a:pt x="126994" y="164364"/>
                  <a:pt x="128391" y="163500"/>
                </a:cubicBezTo>
                <a:cubicBezTo>
                  <a:pt x="132170" y="161165"/>
                  <a:pt x="131464" y="152072"/>
                  <a:pt x="127169" y="147778"/>
                </a:cubicBezTo>
                <a:cubicBezTo>
                  <a:pt x="122214" y="142823"/>
                  <a:pt x="124785" y="135614"/>
                  <a:pt x="130389" y="138750"/>
                </a:cubicBezTo>
                <a:cubicBezTo>
                  <a:pt x="136409" y="142119"/>
                  <a:pt x="145744" y="136885"/>
                  <a:pt x="147714" y="129037"/>
                </a:cubicBezTo>
                <a:cubicBezTo>
                  <a:pt x="149051" y="123709"/>
                  <a:pt x="147940" y="121043"/>
                  <a:pt x="142395" y="116273"/>
                </a:cubicBezTo>
                <a:cubicBezTo>
                  <a:pt x="135828" y="110625"/>
                  <a:pt x="135571" y="109625"/>
                  <a:pt x="138322" y="100445"/>
                </a:cubicBezTo>
                <a:cubicBezTo>
                  <a:pt x="142194" y="87522"/>
                  <a:pt x="142531" y="88798"/>
                  <a:pt x="132219" y="77384"/>
                </a:cubicBezTo>
                <a:lnTo>
                  <a:pt x="123182" y="67380"/>
                </a:lnTo>
                <a:lnTo>
                  <a:pt x="127316" y="49072"/>
                </a:lnTo>
                <a:cubicBezTo>
                  <a:pt x="131667" y="29805"/>
                  <a:pt x="134422" y="26975"/>
                  <a:pt x="149002" y="26791"/>
                </a:cubicBezTo>
                <a:cubicBezTo>
                  <a:pt x="154177" y="26725"/>
                  <a:pt x="155624" y="25231"/>
                  <a:pt x="156308" y="19245"/>
                </a:cubicBezTo>
                <a:cubicBezTo>
                  <a:pt x="156776" y="15139"/>
                  <a:pt x="155736" y="10900"/>
                  <a:pt x="153995" y="9825"/>
                </a:cubicBezTo>
                <a:cubicBezTo>
                  <a:pt x="148346" y="6334"/>
                  <a:pt x="153520" y="-815"/>
                  <a:pt x="161050" y="76"/>
                </a:cubicBezTo>
                <a:cubicBezTo>
                  <a:pt x="168082" y="908"/>
                  <a:pt x="172982" y="7348"/>
                  <a:pt x="166583" y="7348"/>
                </a:cubicBezTo>
                <a:cubicBezTo>
                  <a:pt x="163388" y="7348"/>
                  <a:pt x="159114" y="19135"/>
                  <a:pt x="154998" y="39300"/>
                </a:cubicBezTo>
                <a:cubicBezTo>
                  <a:pt x="153853" y="44911"/>
                  <a:pt x="154355" y="46439"/>
                  <a:pt x="157050" y="45546"/>
                </a:cubicBezTo>
                <a:cubicBezTo>
                  <a:pt x="160851" y="44288"/>
                  <a:pt x="165520" y="36539"/>
                  <a:pt x="169737" y="24492"/>
                </a:cubicBezTo>
                <a:cubicBezTo>
                  <a:pt x="171898" y="18321"/>
                  <a:pt x="172952" y="17637"/>
                  <a:pt x="176182" y="20317"/>
                </a:cubicBezTo>
                <a:cubicBezTo>
                  <a:pt x="178636" y="22355"/>
                  <a:pt x="179182" y="24572"/>
                  <a:pt x="177678" y="26406"/>
                </a:cubicBezTo>
                <a:cubicBezTo>
                  <a:pt x="176378" y="27992"/>
                  <a:pt x="174502" y="35852"/>
                  <a:pt x="173510" y="43871"/>
                </a:cubicBezTo>
                <a:lnTo>
                  <a:pt x="171706" y="58451"/>
                </a:lnTo>
                <a:lnTo>
                  <a:pt x="179820" y="60233"/>
                </a:lnTo>
                <a:cubicBezTo>
                  <a:pt x="190172" y="62507"/>
                  <a:pt x="195468" y="58253"/>
                  <a:pt x="195468" y="47665"/>
                </a:cubicBezTo>
                <a:cubicBezTo>
                  <a:pt x="195468" y="37295"/>
                  <a:pt x="201609" y="33273"/>
                  <a:pt x="212893" y="36256"/>
                </a:cubicBezTo>
                <a:cubicBezTo>
                  <a:pt x="222809" y="38877"/>
                  <a:pt x="222920" y="39758"/>
                  <a:pt x="215787" y="59322"/>
                </a:cubicBezTo>
                <a:cubicBezTo>
                  <a:pt x="210635" y="73452"/>
                  <a:pt x="209804" y="74357"/>
                  <a:pt x="202515" y="73785"/>
                </a:cubicBezTo>
                <a:cubicBezTo>
                  <a:pt x="198132" y="73441"/>
                  <a:pt x="194241" y="74583"/>
                  <a:pt x="193598" y="76402"/>
                </a:cubicBezTo>
                <a:cubicBezTo>
                  <a:pt x="192970" y="78177"/>
                  <a:pt x="194295" y="79629"/>
                  <a:pt x="196544" y="79629"/>
                </a:cubicBezTo>
                <a:cubicBezTo>
                  <a:pt x="198791" y="79629"/>
                  <a:pt x="200631" y="80768"/>
                  <a:pt x="200631" y="82161"/>
                </a:cubicBezTo>
                <a:cubicBezTo>
                  <a:pt x="200631" y="85088"/>
                  <a:pt x="191380" y="87587"/>
                  <a:pt x="183851" y="86694"/>
                </a:cubicBezTo>
                <a:cubicBezTo>
                  <a:pt x="180197" y="86261"/>
                  <a:pt x="178910" y="87403"/>
                  <a:pt x="179447" y="90600"/>
                </a:cubicBezTo>
                <a:cubicBezTo>
                  <a:pt x="179864" y="93084"/>
                  <a:pt x="178915" y="95117"/>
                  <a:pt x="177337" y="95117"/>
                </a:cubicBezTo>
                <a:cubicBezTo>
                  <a:pt x="175731" y="95117"/>
                  <a:pt x="175129" y="97199"/>
                  <a:pt x="175970" y="99847"/>
                </a:cubicBezTo>
                <a:cubicBezTo>
                  <a:pt x="176899" y="102775"/>
                  <a:pt x="175493" y="106367"/>
                  <a:pt x="172279" y="109275"/>
                </a:cubicBezTo>
                <a:cubicBezTo>
                  <a:pt x="169424" y="111859"/>
                  <a:pt x="165130" y="120185"/>
                  <a:pt x="162736" y="127778"/>
                </a:cubicBezTo>
                <a:cubicBezTo>
                  <a:pt x="160343" y="135371"/>
                  <a:pt x="156854" y="141584"/>
                  <a:pt x="154984" y="141584"/>
                </a:cubicBezTo>
                <a:cubicBezTo>
                  <a:pt x="149300" y="141584"/>
                  <a:pt x="151188" y="148854"/>
                  <a:pt x="157382" y="150820"/>
                </a:cubicBezTo>
                <a:cubicBezTo>
                  <a:pt x="160571" y="151832"/>
                  <a:pt x="164451" y="154398"/>
                  <a:pt x="166003" y="156522"/>
                </a:cubicBezTo>
                <a:cubicBezTo>
                  <a:pt x="168191" y="159513"/>
                  <a:pt x="171101" y="159898"/>
                  <a:pt x="178921" y="158229"/>
                </a:cubicBezTo>
                <a:cubicBezTo>
                  <a:pt x="184472" y="157045"/>
                  <a:pt x="194242" y="155975"/>
                  <a:pt x="200631" y="155851"/>
                </a:cubicBezTo>
                <a:cubicBezTo>
                  <a:pt x="239506" y="155102"/>
                  <a:pt x="240586" y="154881"/>
                  <a:pt x="253127" y="145110"/>
                </a:cubicBezTo>
                <a:cubicBezTo>
                  <a:pt x="266671" y="134558"/>
                  <a:pt x="268972" y="125175"/>
                  <a:pt x="260004" y="117060"/>
                </a:cubicBezTo>
                <a:cubicBezTo>
                  <a:pt x="253254" y="110951"/>
                  <a:pt x="253492" y="108529"/>
                  <a:pt x="261186" y="105023"/>
                </a:cubicBezTo>
                <a:cubicBezTo>
                  <a:pt x="266361" y="102665"/>
                  <a:pt x="269974" y="103183"/>
                  <a:pt x="280779" y="107831"/>
                </a:cubicBezTo>
                <a:cubicBezTo>
                  <a:pt x="296129" y="114435"/>
                  <a:pt x="303140" y="113127"/>
                  <a:pt x="316123" y="101238"/>
                </a:cubicBezTo>
                <a:cubicBezTo>
                  <a:pt x="320574" y="97162"/>
                  <a:pt x="327915" y="90541"/>
                  <a:pt x="332436" y="86525"/>
                </a:cubicBezTo>
                <a:lnTo>
                  <a:pt x="340656" y="79224"/>
                </a:lnTo>
                <a:lnTo>
                  <a:pt x="348855" y="87171"/>
                </a:lnTo>
                <a:cubicBezTo>
                  <a:pt x="353365" y="91541"/>
                  <a:pt x="358951" y="95117"/>
                  <a:pt x="361269" y="95117"/>
                </a:cubicBezTo>
                <a:cubicBezTo>
                  <a:pt x="364761" y="95117"/>
                  <a:pt x="365087" y="96499"/>
                  <a:pt x="363171" y="103178"/>
                </a:cubicBezTo>
                <a:cubicBezTo>
                  <a:pt x="361900" y="107612"/>
                  <a:pt x="358803" y="114292"/>
                  <a:pt x="356290" y="118022"/>
                </a:cubicBezTo>
                <a:cubicBezTo>
                  <a:pt x="353286" y="122482"/>
                  <a:pt x="351997" y="128425"/>
                  <a:pt x="352528" y="135380"/>
                </a:cubicBezTo>
                <a:cubicBezTo>
                  <a:pt x="353262" y="145010"/>
                  <a:pt x="352644" y="146241"/>
                  <a:pt x="345616" y="149152"/>
                </a:cubicBezTo>
                <a:cubicBezTo>
                  <a:pt x="341239" y="150965"/>
                  <a:pt x="337248" y="154934"/>
                  <a:pt x="336399" y="158318"/>
                </a:cubicBezTo>
                <a:cubicBezTo>
                  <a:pt x="335575" y="161601"/>
                  <a:pt x="330673" y="169343"/>
                  <a:pt x="325505" y="175523"/>
                </a:cubicBezTo>
                <a:cubicBezTo>
                  <a:pt x="311850" y="191852"/>
                  <a:pt x="310247" y="196441"/>
                  <a:pt x="315430" y="204352"/>
                </a:cubicBezTo>
                <a:cubicBezTo>
                  <a:pt x="319567" y="210666"/>
                  <a:pt x="319502" y="211324"/>
                  <a:pt x="313994" y="218773"/>
                </a:cubicBezTo>
                <a:cubicBezTo>
                  <a:pt x="309522" y="224822"/>
                  <a:pt x="305556" y="226939"/>
                  <a:pt x="296375" y="228175"/>
                </a:cubicBezTo>
                <a:cubicBezTo>
                  <a:pt x="280209" y="230353"/>
                  <a:pt x="268738" y="234086"/>
                  <a:pt x="265231" y="238311"/>
                </a:cubicBezTo>
                <a:cubicBezTo>
                  <a:pt x="263619" y="240253"/>
                  <a:pt x="254493" y="243158"/>
                  <a:pt x="244951" y="244768"/>
                </a:cubicBezTo>
                <a:cubicBezTo>
                  <a:pt x="224827" y="248162"/>
                  <a:pt x="223542" y="248854"/>
                  <a:pt x="219261" y="258588"/>
                </a:cubicBezTo>
                <a:cubicBezTo>
                  <a:pt x="215450" y="267254"/>
                  <a:pt x="216976" y="270661"/>
                  <a:pt x="224662" y="270643"/>
                </a:cubicBezTo>
                <a:cubicBezTo>
                  <a:pt x="227772" y="270636"/>
                  <a:pt x="235733" y="272571"/>
                  <a:pt x="242353" y="274944"/>
                </a:cubicBezTo>
                <a:cubicBezTo>
                  <a:pt x="253677" y="279002"/>
                  <a:pt x="254241" y="279644"/>
                  <a:pt x="251900" y="285801"/>
                </a:cubicBezTo>
                <a:cubicBezTo>
                  <a:pt x="250237" y="290175"/>
                  <a:pt x="250396" y="296447"/>
                  <a:pt x="252381" y="304719"/>
                </a:cubicBezTo>
                <a:cubicBezTo>
                  <a:pt x="255038" y="315794"/>
                  <a:pt x="255971" y="316937"/>
                  <a:pt x="261267" y="315608"/>
                </a:cubicBezTo>
                <a:cubicBezTo>
                  <a:pt x="264522" y="314791"/>
                  <a:pt x="267946" y="315353"/>
                  <a:pt x="268876" y="316858"/>
                </a:cubicBezTo>
                <a:cubicBezTo>
                  <a:pt x="271618" y="321295"/>
                  <a:pt x="260047" y="334538"/>
                  <a:pt x="252027" y="336142"/>
                </a:cubicBezTo>
                <a:cubicBezTo>
                  <a:pt x="247958" y="336956"/>
                  <a:pt x="238159" y="342892"/>
                  <a:pt x="230251" y="349333"/>
                </a:cubicBezTo>
                <a:cubicBezTo>
                  <a:pt x="219279" y="358270"/>
                  <a:pt x="214445" y="360685"/>
                  <a:pt x="209844" y="359530"/>
                </a:cubicBezTo>
                <a:cubicBezTo>
                  <a:pt x="206527" y="358698"/>
                  <a:pt x="199613" y="359176"/>
                  <a:pt x="194478" y="360594"/>
                </a:cubicBezTo>
                <a:cubicBezTo>
                  <a:pt x="186278" y="362858"/>
                  <a:pt x="185142" y="362612"/>
                  <a:pt x="185142" y="358570"/>
                </a:cubicBezTo>
                <a:close/>
              </a:path>
            </a:pathLst>
          </a:custGeom>
          <a:solidFill>
            <a:srgbClr val="B9B9B9"/>
          </a:solidFill>
          <a:ln w="5163" cap="flat">
            <a:noFill/>
            <a:prstDash val="solid"/>
            <a:miter/>
          </a:ln>
        </p:spPr>
        <p:txBody>
          <a:bodyPr/>
          <a:lstStyle/>
          <a:p>
            <a:endParaRPr lang="es-419" noProof="0" dirty="0"/>
          </a:p>
        </p:txBody>
      </p:sp>
      <p:sp>
        <p:nvSpPr>
          <p:cNvPr id="46" name="Forma libre: forma 45">
            <a:extLst>
              <a:ext uri="{FF2B5EF4-FFF2-40B4-BE49-F238E27FC236}">
                <a16:creationId xmlns:a16="http://schemas.microsoft.com/office/drawing/2014/main" id="{E58169B4-26DB-54C6-DC38-93691B89ABDB}"/>
              </a:ext>
            </a:extLst>
          </p:cNvPr>
          <p:cNvSpPr/>
          <p:nvPr/>
        </p:nvSpPr>
        <p:spPr>
          <a:xfrm>
            <a:off x="1331227" y="2128697"/>
            <a:ext cx="198884" cy="167193"/>
          </a:xfrm>
          <a:custGeom>
            <a:avLst/>
            <a:gdLst>
              <a:gd name="csX0" fmla="*/ 102761 w 198884"/>
              <a:gd name="csY0" fmla="*/ 161938 h 167193"/>
              <a:gd name="csX1" fmla="*/ 88269 w 198884"/>
              <a:gd name="csY1" fmla="*/ 157454 h 167193"/>
              <a:gd name="csX2" fmla="*/ 69481 w 198884"/>
              <a:gd name="csY2" fmla="*/ 161146 h 167193"/>
              <a:gd name="csX3" fmla="*/ 60039 w 198884"/>
              <a:gd name="csY3" fmla="*/ 160242 h 167193"/>
              <a:gd name="csX4" fmla="*/ 55236 w 198884"/>
              <a:gd name="csY4" fmla="*/ 148107 h 167193"/>
              <a:gd name="csX5" fmla="*/ 50480 w 198884"/>
              <a:gd name="csY5" fmla="*/ 138608 h 167193"/>
              <a:gd name="csX6" fmla="*/ 28907 w 198884"/>
              <a:gd name="csY6" fmla="*/ 140363 h 167193"/>
              <a:gd name="csX7" fmla="*/ 11289 w 198884"/>
              <a:gd name="csY7" fmla="*/ 137781 h 167193"/>
              <a:gd name="csX8" fmla="*/ 6827 w 198884"/>
              <a:gd name="csY8" fmla="*/ 131288 h 167193"/>
              <a:gd name="csX9" fmla="*/ 1775 w 198884"/>
              <a:gd name="csY9" fmla="*/ 129012 h 167193"/>
              <a:gd name="csX10" fmla="*/ 4158 w 198884"/>
              <a:gd name="csY10" fmla="*/ 118778 h 167193"/>
              <a:gd name="csX11" fmla="*/ 5752 w 198884"/>
              <a:gd name="csY11" fmla="*/ 106007 h 167193"/>
              <a:gd name="csX12" fmla="*/ 11789 w 198884"/>
              <a:gd name="csY12" fmla="*/ 81269 h 167193"/>
              <a:gd name="csX13" fmla="*/ 23630 w 198884"/>
              <a:gd name="csY13" fmla="*/ 62821 h 167193"/>
              <a:gd name="csX14" fmla="*/ 32410 w 198884"/>
              <a:gd name="csY14" fmla="*/ 53884 h 167193"/>
              <a:gd name="csX15" fmla="*/ 41084 w 198884"/>
              <a:gd name="csY15" fmla="*/ 33929 h 167193"/>
              <a:gd name="csX16" fmla="*/ 44790 w 198884"/>
              <a:gd name="csY16" fmla="*/ 21065 h 167193"/>
              <a:gd name="csX17" fmla="*/ 50866 w 198884"/>
              <a:gd name="csY17" fmla="*/ 7384 h 167193"/>
              <a:gd name="csX18" fmla="*/ 69085 w 198884"/>
              <a:gd name="csY18" fmla="*/ 3371 h 167193"/>
              <a:gd name="csX19" fmla="*/ 83968 w 198884"/>
              <a:gd name="csY19" fmla="*/ 7430 h 167193"/>
              <a:gd name="csX20" fmla="*/ 103250 w 198884"/>
              <a:gd name="csY20" fmla="*/ 16788 h 167193"/>
              <a:gd name="csX21" fmla="*/ 120904 w 198884"/>
              <a:gd name="csY21" fmla="*/ 28277 h 167193"/>
              <a:gd name="csX22" fmla="*/ 134887 w 198884"/>
              <a:gd name="csY22" fmla="*/ 23438 h 167193"/>
              <a:gd name="csX23" fmla="*/ 159058 w 198884"/>
              <a:gd name="csY23" fmla="*/ 20032 h 167193"/>
              <a:gd name="csX24" fmla="*/ 176483 w 198884"/>
              <a:gd name="csY24" fmla="*/ 28515 h 167193"/>
              <a:gd name="csX25" fmla="*/ 192460 w 198884"/>
              <a:gd name="csY25" fmla="*/ 37014 h 167193"/>
              <a:gd name="csX26" fmla="*/ 196332 w 198884"/>
              <a:gd name="csY26" fmla="*/ 44480 h 167193"/>
              <a:gd name="csX27" fmla="*/ 196153 w 198884"/>
              <a:gd name="csY27" fmla="*/ 52404 h 167193"/>
              <a:gd name="csX28" fmla="*/ 187288 w 198884"/>
              <a:gd name="csY28" fmla="*/ 53879 h 167193"/>
              <a:gd name="csX29" fmla="*/ 174390 w 198884"/>
              <a:gd name="csY29" fmla="*/ 56149 h 167193"/>
              <a:gd name="csX30" fmla="*/ 170518 w 198884"/>
              <a:gd name="csY30" fmla="*/ 64210 h 167193"/>
              <a:gd name="csX31" fmla="*/ 166645 w 198884"/>
              <a:gd name="csY31" fmla="*/ 72206 h 167193"/>
              <a:gd name="csX32" fmla="*/ 158901 w 198884"/>
              <a:gd name="csY32" fmla="*/ 75439 h 167193"/>
              <a:gd name="csX33" fmla="*/ 151157 w 198884"/>
              <a:gd name="csY33" fmla="*/ 76992 h 167193"/>
              <a:gd name="csX34" fmla="*/ 142182 w 198884"/>
              <a:gd name="csY34" fmla="*/ 79321 h 167193"/>
              <a:gd name="csX35" fmla="*/ 127056 w 198884"/>
              <a:gd name="csY35" fmla="*/ 97769 h 167193"/>
              <a:gd name="csX36" fmla="*/ 130544 w 198884"/>
              <a:gd name="csY36" fmla="*/ 109385 h 167193"/>
              <a:gd name="csX37" fmla="*/ 134269 w 198884"/>
              <a:gd name="csY37" fmla="*/ 120288 h 167193"/>
              <a:gd name="csX38" fmla="*/ 148765 w 198884"/>
              <a:gd name="csY38" fmla="*/ 140043 h 167193"/>
              <a:gd name="csX39" fmla="*/ 155377 w 198884"/>
              <a:gd name="csY39" fmla="*/ 157142 h 167193"/>
              <a:gd name="csX40" fmla="*/ 143045 w 198884"/>
              <a:gd name="csY40" fmla="*/ 162040 h 167193"/>
              <a:gd name="csX41" fmla="*/ 102761 w 198884"/>
              <a:gd name="csY41" fmla="*/ 161938 h 167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Lst>
            <a:rect l="l" t="t" r="r" b="b"/>
            <a:pathLst>
              <a:path w="198884" h="167193">
                <a:moveTo>
                  <a:pt x="102761" y="161938"/>
                </a:moveTo>
                <a:cubicBezTo>
                  <a:pt x="101767" y="158136"/>
                  <a:pt x="99022" y="157287"/>
                  <a:pt x="88269" y="157454"/>
                </a:cubicBezTo>
                <a:cubicBezTo>
                  <a:pt x="80973" y="157567"/>
                  <a:pt x="72518" y="159228"/>
                  <a:pt x="69481" y="161146"/>
                </a:cubicBezTo>
                <a:cubicBezTo>
                  <a:pt x="64710" y="164157"/>
                  <a:pt x="63423" y="164033"/>
                  <a:pt x="60039" y="160242"/>
                </a:cubicBezTo>
                <a:cubicBezTo>
                  <a:pt x="57884" y="157827"/>
                  <a:pt x="55723" y="152366"/>
                  <a:pt x="55236" y="148107"/>
                </a:cubicBezTo>
                <a:cubicBezTo>
                  <a:pt x="54750" y="143848"/>
                  <a:pt x="52610" y="139573"/>
                  <a:pt x="50480" y="138608"/>
                </a:cubicBezTo>
                <a:cubicBezTo>
                  <a:pt x="43634" y="135506"/>
                  <a:pt x="32890" y="136379"/>
                  <a:pt x="28907" y="140363"/>
                </a:cubicBezTo>
                <a:cubicBezTo>
                  <a:pt x="22942" y="146328"/>
                  <a:pt x="14628" y="145109"/>
                  <a:pt x="11289" y="137781"/>
                </a:cubicBezTo>
                <a:cubicBezTo>
                  <a:pt x="9671" y="134232"/>
                  <a:pt x="7664" y="131310"/>
                  <a:pt x="6827" y="131288"/>
                </a:cubicBezTo>
                <a:cubicBezTo>
                  <a:pt x="5990" y="131266"/>
                  <a:pt x="3716" y="130242"/>
                  <a:pt x="1775" y="129012"/>
                </a:cubicBezTo>
                <a:cubicBezTo>
                  <a:pt x="-1083" y="127202"/>
                  <a:pt x="-629" y="125253"/>
                  <a:pt x="4158" y="118778"/>
                </a:cubicBezTo>
                <a:cubicBezTo>
                  <a:pt x="9713" y="111264"/>
                  <a:pt x="9810" y="110491"/>
                  <a:pt x="5752" y="106007"/>
                </a:cubicBezTo>
                <a:cubicBezTo>
                  <a:pt x="-610" y="98977"/>
                  <a:pt x="325" y="95142"/>
                  <a:pt x="11789" y="81269"/>
                </a:cubicBezTo>
                <a:cubicBezTo>
                  <a:pt x="17485" y="74376"/>
                  <a:pt x="22814" y="66074"/>
                  <a:pt x="23630" y="62821"/>
                </a:cubicBezTo>
                <a:cubicBezTo>
                  <a:pt x="24447" y="59568"/>
                  <a:pt x="28398" y="55546"/>
                  <a:pt x="32410" y="53884"/>
                </a:cubicBezTo>
                <a:cubicBezTo>
                  <a:pt x="40181" y="50665"/>
                  <a:pt x="43478" y="43081"/>
                  <a:pt x="41084" y="33929"/>
                </a:cubicBezTo>
                <a:cubicBezTo>
                  <a:pt x="40186" y="30493"/>
                  <a:pt x="41619" y="25519"/>
                  <a:pt x="44790" y="21065"/>
                </a:cubicBezTo>
                <a:cubicBezTo>
                  <a:pt x="47634" y="17072"/>
                  <a:pt x="50368" y="10915"/>
                  <a:pt x="50866" y="7384"/>
                </a:cubicBezTo>
                <a:cubicBezTo>
                  <a:pt x="51978" y="-503"/>
                  <a:pt x="60785" y="-2442"/>
                  <a:pt x="69085" y="3371"/>
                </a:cubicBezTo>
                <a:cubicBezTo>
                  <a:pt x="72262" y="5597"/>
                  <a:pt x="78960" y="7424"/>
                  <a:pt x="83968" y="7430"/>
                </a:cubicBezTo>
                <a:cubicBezTo>
                  <a:pt x="90827" y="7440"/>
                  <a:pt x="95585" y="9748"/>
                  <a:pt x="103250" y="16788"/>
                </a:cubicBezTo>
                <a:cubicBezTo>
                  <a:pt x="108847" y="21927"/>
                  <a:pt x="116791" y="27098"/>
                  <a:pt x="120904" y="28277"/>
                </a:cubicBezTo>
                <a:cubicBezTo>
                  <a:pt x="127215" y="30087"/>
                  <a:pt x="129398" y="29332"/>
                  <a:pt x="134887" y="23438"/>
                </a:cubicBezTo>
                <a:cubicBezTo>
                  <a:pt x="142030" y="15767"/>
                  <a:pt x="156507" y="13727"/>
                  <a:pt x="159058" y="20032"/>
                </a:cubicBezTo>
                <a:cubicBezTo>
                  <a:pt x="159855" y="22000"/>
                  <a:pt x="167696" y="25818"/>
                  <a:pt x="176483" y="28515"/>
                </a:cubicBezTo>
                <a:cubicBezTo>
                  <a:pt x="186066" y="31457"/>
                  <a:pt x="192460" y="34858"/>
                  <a:pt x="192460" y="37014"/>
                </a:cubicBezTo>
                <a:cubicBezTo>
                  <a:pt x="192460" y="38991"/>
                  <a:pt x="194203" y="42351"/>
                  <a:pt x="196332" y="44480"/>
                </a:cubicBezTo>
                <a:cubicBezTo>
                  <a:pt x="199774" y="47922"/>
                  <a:pt x="199754" y="48803"/>
                  <a:pt x="196153" y="52404"/>
                </a:cubicBezTo>
                <a:cubicBezTo>
                  <a:pt x="193159" y="55398"/>
                  <a:pt x="190845" y="55783"/>
                  <a:pt x="187288" y="53879"/>
                </a:cubicBezTo>
                <a:cubicBezTo>
                  <a:pt x="179800" y="49872"/>
                  <a:pt x="174390" y="50824"/>
                  <a:pt x="174390" y="56149"/>
                </a:cubicBezTo>
                <a:cubicBezTo>
                  <a:pt x="174390" y="58815"/>
                  <a:pt x="172647" y="62442"/>
                  <a:pt x="170518" y="64210"/>
                </a:cubicBezTo>
                <a:cubicBezTo>
                  <a:pt x="168388" y="65977"/>
                  <a:pt x="166645" y="69575"/>
                  <a:pt x="166645" y="72206"/>
                </a:cubicBezTo>
                <a:cubicBezTo>
                  <a:pt x="166645" y="76143"/>
                  <a:pt x="165276" y="76714"/>
                  <a:pt x="158901" y="75439"/>
                </a:cubicBezTo>
                <a:cubicBezTo>
                  <a:pt x="153734" y="74406"/>
                  <a:pt x="151157" y="74922"/>
                  <a:pt x="151157" y="76992"/>
                </a:cubicBezTo>
                <a:cubicBezTo>
                  <a:pt x="151157" y="78961"/>
                  <a:pt x="147877" y="79812"/>
                  <a:pt x="142182" y="79321"/>
                </a:cubicBezTo>
                <a:cubicBezTo>
                  <a:pt x="130428" y="78308"/>
                  <a:pt x="124889" y="85064"/>
                  <a:pt x="127056" y="97769"/>
                </a:cubicBezTo>
                <a:cubicBezTo>
                  <a:pt x="127904" y="102738"/>
                  <a:pt x="129473" y="107965"/>
                  <a:pt x="130544" y="109385"/>
                </a:cubicBezTo>
                <a:cubicBezTo>
                  <a:pt x="131614" y="110805"/>
                  <a:pt x="133291" y="115711"/>
                  <a:pt x="134269" y="120288"/>
                </a:cubicBezTo>
                <a:cubicBezTo>
                  <a:pt x="135415" y="125645"/>
                  <a:pt x="140578" y="132682"/>
                  <a:pt x="148765" y="140043"/>
                </a:cubicBezTo>
                <a:cubicBezTo>
                  <a:pt x="162833" y="152691"/>
                  <a:pt x="164554" y="157142"/>
                  <a:pt x="155377" y="157142"/>
                </a:cubicBezTo>
                <a:cubicBezTo>
                  <a:pt x="152019" y="157142"/>
                  <a:pt x="146470" y="159346"/>
                  <a:pt x="143045" y="162040"/>
                </a:cubicBezTo>
                <a:cubicBezTo>
                  <a:pt x="134241" y="168966"/>
                  <a:pt x="104579" y="168891"/>
                  <a:pt x="102761" y="161938"/>
                </a:cubicBezTo>
                <a:close/>
              </a:path>
            </a:pathLst>
          </a:custGeom>
          <a:solidFill>
            <a:srgbClr val="B9B9B9"/>
          </a:solidFill>
          <a:ln w="5163" cap="flat">
            <a:noFill/>
            <a:prstDash val="solid"/>
            <a:miter/>
          </a:ln>
        </p:spPr>
        <p:txBody>
          <a:bodyPr/>
          <a:lstStyle/>
          <a:p>
            <a:endParaRPr lang="es-419" noProof="0" dirty="0"/>
          </a:p>
        </p:txBody>
      </p:sp>
      <p:sp>
        <p:nvSpPr>
          <p:cNvPr id="47" name="Forma libre: forma 46">
            <a:extLst>
              <a:ext uri="{FF2B5EF4-FFF2-40B4-BE49-F238E27FC236}">
                <a16:creationId xmlns:a16="http://schemas.microsoft.com/office/drawing/2014/main" id="{C47ECE09-9907-C372-0B3A-E43A98D2FF7F}"/>
              </a:ext>
            </a:extLst>
          </p:cNvPr>
          <p:cNvSpPr/>
          <p:nvPr/>
        </p:nvSpPr>
        <p:spPr>
          <a:xfrm>
            <a:off x="1461542" y="2144566"/>
            <a:ext cx="129500" cy="144710"/>
          </a:xfrm>
          <a:custGeom>
            <a:avLst/>
            <a:gdLst>
              <a:gd name="csX0" fmla="*/ 39451 w 129500"/>
              <a:gd name="csY0" fmla="*/ 143362 h 144710"/>
              <a:gd name="csX1" fmla="*/ 36297 w 129500"/>
              <a:gd name="csY1" fmla="*/ 137530 h 144710"/>
              <a:gd name="csX2" fmla="*/ 22310 w 129500"/>
              <a:gd name="csY2" fmla="*/ 122582 h 144710"/>
              <a:gd name="csX3" fmla="*/ 6555 w 129500"/>
              <a:gd name="csY3" fmla="*/ 101930 h 144710"/>
              <a:gd name="csX4" fmla="*/ 2723 w 129500"/>
              <a:gd name="csY4" fmla="*/ 90935 h 144710"/>
              <a:gd name="csX5" fmla="*/ 1214 w 129500"/>
              <a:gd name="csY5" fmla="*/ 71343 h 144710"/>
              <a:gd name="csX6" fmla="*/ 12550 w 129500"/>
              <a:gd name="csY6" fmla="*/ 66880 h 144710"/>
              <a:gd name="csX7" fmla="*/ 22940 w 129500"/>
              <a:gd name="csY7" fmla="*/ 63986 h 144710"/>
              <a:gd name="csX8" fmla="*/ 31348 w 129500"/>
              <a:gd name="csY8" fmla="*/ 62963 h 144710"/>
              <a:gd name="csX9" fmla="*/ 38911 w 129500"/>
              <a:gd name="csY9" fmla="*/ 59306 h 144710"/>
              <a:gd name="csX10" fmla="*/ 42783 w 129500"/>
              <a:gd name="csY10" fmla="*/ 50923 h 144710"/>
              <a:gd name="csX11" fmla="*/ 46656 w 129500"/>
              <a:gd name="csY11" fmla="*/ 42586 h 144710"/>
              <a:gd name="csX12" fmla="*/ 51173 w 129500"/>
              <a:gd name="csY12" fmla="*/ 39323 h 144710"/>
              <a:gd name="csX13" fmla="*/ 69566 w 129500"/>
              <a:gd name="csY13" fmla="*/ 37767 h 144710"/>
              <a:gd name="csX14" fmla="*/ 69872 w 129500"/>
              <a:gd name="csY14" fmla="*/ 27120 h 144710"/>
              <a:gd name="csX15" fmla="*/ 67231 w 129500"/>
              <a:gd name="csY15" fmla="*/ 13692 h 144710"/>
              <a:gd name="csX16" fmla="*/ 69736 w 129500"/>
              <a:gd name="csY16" fmla="*/ 7102 h 144710"/>
              <a:gd name="csX17" fmla="*/ 81814 w 129500"/>
              <a:gd name="csY17" fmla="*/ 13524 h 144710"/>
              <a:gd name="csX18" fmla="*/ 100866 w 129500"/>
              <a:gd name="csY18" fmla="*/ 15068 h 144710"/>
              <a:gd name="csX19" fmla="*/ 113355 w 129500"/>
              <a:gd name="csY19" fmla="*/ 326 h 144710"/>
              <a:gd name="csX20" fmla="*/ 116355 w 129500"/>
              <a:gd name="csY20" fmla="*/ 6085 h 144710"/>
              <a:gd name="csX21" fmla="*/ 122928 w 129500"/>
              <a:gd name="csY21" fmla="*/ 21207 h 144710"/>
              <a:gd name="csX22" fmla="*/ 129501 w 129500"/>
              <a:gd name="csY22" fmla="*/ 32422 h 144710"/>
              <a:gd name="csX23" fmla="*/ 122289 w 129500"/>
              <a:gd name="csY23" fmla="*/ 39110 h 144710"/>
              <a:gd name="csX24" fmla="*/ 114210 w 129500"/>
              <a:gd name="csY24" fmla="*/ 43197 h 144710"/>
              <a:gd name="csX25" fmla="*/ 100996 w 129500"/>
              <a:gd name="csY25" fmla="*/ 50277 h 144710"/>
              <a:gd name="csX26" fmla="*/ 91480 w 129500"/>
              <a:gd name="csY26" fmla="*/ 69527 h 144710"/>
              <a:gd name="csX27" fmla="*/ 86825 w 129500"/>
              <a:gd name="csY27" fmla="*/ 82667 h 144710"/>
              <a:gd name="csX28" fmla="*/ 75170 w 129500"/>
              <a:gd name="csY28" fmla="*/ 92424 h 144710"/>
              <a:gd name="csX29" fmla="*/ 62144 w 129500"/>
              <a:gd name="csY29" fmla="*/ 108405 h 144710"/>
              <a:gd name="csX30" fmla="*/ 58272 w 129500"/>
              <a:gd name="csY30" fmla="*/ 119688 h 144710"/>
              <a:gd name="csX31" fmla="*/ 54400 w 129500"/>
              <a:gd name="csY31" fmla="*/ 127352 h 144710"/>
              <a:gd name="csX32" fmla="*/ 52416 w 129500"/>
              <a:gd name="csY32" fmla="*/ 133529 h 144710"/>
              <a:gd name="csX33" fmla="*/ 46503 w 129500"/>
              <a:gd name="csY33" fmla="*/ 140006 h 144710"/>
              <a:gd name="csX34" fmla="*/ 39451 w 129500"/>
              <a:gd name="csY34" fmla="*/ 143362 h 1447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129500" h="144710">
                <a:moveTo>
                  <a:pt x="39451" y="143362"/>
                </a:moveTo>
                <a:cubicBezTo>
                  <a:pt x="37734" y="141645"/>
                  <a:pt x="36315" y="139021"/>
                  <a:pt x="36297" y="137530"/>
                </a:cubicBezTo>
                <a:cubicBezTo>
                  <a:pt x="36279" y="136040"/>
                  <a:pt x="29985" y="129313"/>
                  <a:pt x="22310" y="122582"/>
                </a:cubicBezTo>
                <a:cubicBezTo>
                  <a:pt x="12868" y="114302"/>
                  <a:pt x="7773" y="107623"/>
                  <a:pt x="6555" y="101930"/>
                </a:cubicBezTo>
                <a:cubicBezTo>
                  <a:pt x="5566" y="97303"/>
                  <a:pt x="3842" y="92355"/>
                  <a:pt x="2723" y="90935"/>
                </a:cubicBezTo>
                <a:cubicBezTo>
                  <a:pt x="-91" y="87360"/>
                  <a:pt x="-945" y="76286"/>
                  <a:pt x="1214" y="71343"/>
                </a:cubicBezTo>
                <a:cubicBezTo>
                  <a:pt x="2338" y="68767"/>
                  <a:pt x="6560" y="67105"/>
                  <a:pt x="12550" y="66880"/>
                </a:cubicBezTo>
                <a:cubicBezTo>
                  <a:pt x="17800" y="66683"/>
                  <a:pt x="22476" y="65380"/>
                  <a:pt x="22940" y="63986"/>
                </a:cubicBezTo>
                <a:cubicBezTo>
                  <a:pt x="23405" y="62591"/>
                  <a:pt x="27189" y="62131"/>
                  <a:pt x="31348" y="62963"/>
                </a:cubicBezTo>
                <a:cubicBezTo>
                  <a:pt x="37697" y="64232"/>
                  <a:pt x="38911" y="63645"/>
                  <a:pt x="38911" y="59306"/>
                </a:cubicBezTo>
                <a:cubicBezTo>
                  <a:pt x="38911" y="56463"/>
                  <a:pt x="40654" y="52690"/>
                  <a:pt x="42783" y="50923"/>
                </a:cubicBezTo>
                <a:cubicBezTo>
                  <a:pt x="44913" y="49155"/>
                  <a:pt x="46656" y="45404"/>
                  <a:pt x="46656" y="42586"/>
                </a:cubicBezTo>
                <a:cubicBezTo>
                  <a:pt x="46656" y="38720"/>
                  <a:pt x="47764" y="37919"/>
                  <a:pt x="51173" y="39323"/>
                </a:cubicBezTo>
                <a:cubicBezTo>
                  <a:pt x="61512" y="43579"/>
                  <a:pt x="64377" y="43337"/>
                  <a:pt x="69566" y="37767"/>
                </a:cubicBezTo>
                <a:cubicBezTo>
                  <a:pt x="75009" y="31925"/>
                  <a:pt x="75010" y="31906"/>
                  <a:pt x="69872" y="27120"/>
                </a:cubicBezTo>
                <a:cubicBezTo>
                  <a:pt x="63882" y="21540"/>
                  <a:pt x="64007" y="22172"/>
                  <a:pt x="67231" y="13692"/>
                </a:cubicBezTo>
                <a:lnTo>
                  <a:pt x="69736" y="7102"/>
                </a:lnTo>
                <a:lnTo>
                  <a:pt x="81814" y="13524"/>
                </a:lnTo>
                <a:cubicBezTo>
                  <a:pt x="96277" y="21214"/>
                  <a:pt x="100866" y="21586"/>
                  <a:pt x="100866" y="15068"/>
                </a:cubicBezTo>
                <a:cubicBezTo>
                  <a:pt x="100866" y="8386"/>
                  <a:pt x="109640" y="-1970"/>
                  <a:pt x="113355" y="326"/>
                </a:cubicBezTo>
                <a:cubicBezTo>
                  <a:pt x="115005" y="1346"/>
                  <a:pt x="116355" y="3937"/>
                  <a:pt x="116355" y="6085"/>
                </a:cubicBezTo>
                <a:cubicBezTo>
                  <a:pt x="116355" y="8233"/>
                  <a:pt x="119313" y="15038"/>
                  <a:pt x="122928" y="21207"/>
                </a:cubicBezTo>
                <a:lnTo>
                  <a:pt x="129501" y="32422"/>
                </a:lnTo>
                <a:lnTo>
                  <a:pt x="122289" y="39110"/>
                </a:lnTo>
                <a:cubicBezTo>
                  <a:pt x="118322" y="42788"/>
                  <a:pt x="114687" y="44627"/>
                  <a:pt x="114210" y="43197"/>
                </a:cubicBezTo>
                <a:cubicBezTo>
                  <a:pt x="112111" y="36901"/>
                  <a:pt x="104310" y="41081"/>
                  <a:pt x="100996" y="50277"/>
                </a:cubicBezTo>
                <a:cubicBezTo>
                  <a:pt x="99077" y="55602"/>
                  <a:pt x="94795" y="64264"/>
                  <a:pt x="91480" y="69527"/>
                </a:cubicBezTo>
                <a:cubicBezTo>
                  <a:pt x="88166" y="74789"/>
                  <a:pt x="86071" y="80703"/>
                  <a:pt x="86825" y="82667"/>
                </a:cubicBezTo>
                <a:cubicBezTo>
                  <a:pt x="87734" y="85037"/>
                  <a:pt x="83812" y="88321"/>
                  <a:pt x="75170" y="92424"/>
                </a:cubicBezTo>
                <a:cubicBezTo>
                  <a:pt x="62898" y="98250"/>
                  <a:pt x="62144" y="99174"/>
                  <a:pt x="62144" y="108405"/>
                </a:cubicBezTo>
                <a:cubicBezTo>
                  <a:pt x="62144" y="114732"/>
                  <a:pt x="60773" y="118729"/>
                  <a:pt x="58272" y="119688"/>
                </a:cubicBezTo>
                <a:cubicBezTo>
                  <a:pt x="56143" y="120506"/>
                  <a:pt x="54400" y="123954"/>
                  <a:pt x="54400" y="127352"/>
                </a:cubicBezTo>
                <a:cubicBezTo>
                  <a:pt x="54400" y="130749"/>
                  <a:pt x="53507" y="133529"/>
                  <a:pt x="52416" y="133529"/>
                </a:cubicBezTo>
                <a:cubicBezTo>
                  <a:pt x="51325" y="133529"/>
                  <a:pt x="48664" y="136444"/>
                  <a:pt x="46503" y="140006"/>
                </a:cubicBezTo>
                <a:cubicBezTo>
                  <a:pt x="43429" y="145071"/>
                  <a:pt x="41892" y="145803"/>
                  <a:pt x="39451" y="143362"/>
                </a:cubicBezTo>
                <a:close/>
              </a:path>
            </a:pathLst>
          </a:custGeom>
          <a:solidFill>
            <a:srgbClr val="B9B9B9"/>
          </a:solidFill>
          <a:ln w="5163" cap="flat">
            <a:noFill/>
            <a:prstDash val="solid"/>
            <a:miter/>
          </a:ln>
        </p:spPr>
        <p:txBody>
          <a:bodyPr/>
          <a:lstStyle/>
          <a:p>
            <a:endParaRPr lang="es-419" noProof="0" dirty="0"/>
          </a:p>
        </p:txBody>
      </p:sp>
      <p:sp>
        <p:nvSpPr>
          <p:cNvPr id="48" name="Forma libre: forma 47">
            <a:extLst>
              <a:ext uri="{FF2B5EF4-FFF2-40B4-BE49-F238E27FC236}">
                <a16:creationId xmlns:a16="http://schemas.microsoft.com/office/drawing/2014/main" id="{7F06A989-AA0C-A0A2-28BC-66BA74B96E6F}"/>
              </a:ext>
            </a:extLst>
          </p:cNvPr>
          <p:cNvSpPr/>
          <p:nvPr/>
        </p:nvSpPr>
        <p:spPr>
          <a:xfrm>
            <a:off x="2333829" y="2099494"/>
            <a:ext cx="245950" cy="186219"/>
          </a:xfrm>
          <a:custGeom>
            <a:avLst/>
            <a:gdLst>
              <a:gd name="csX0" fmla="*/ 63193 w 245950"/>
              <a:gd name="csY0" fmla="*/ 151536 h 186219"/>
              <a:gd name="csX1" fmla="*/ 28715 w 245950"/>
              <a:gd name="csY1" fmla="*/ 120621 h 186219"/>
              <a:gd name="csX2" fmla="*/ 15073 w 245950"/>
              <a:gd name="csY2" fmla="*/ 124390 h 186219"/>
              <a:gd name="csX3" fmla="*/ 5596 w 245950"/>
              <a:gd name="csY3" fmla="*/ 124390 h 186219"/>
              <a:gd name="csX4" fmla="*/ 5596 w 245950"/>
              <a:gd name="csY4" fmla="*/ 107763 h 186219"/>
              <a:gd name="csX5" fmla="*/ 3015 w 245950"/>
              <a:gd name="csY5" fmla="*/ 89541 h 186219"/>
              <a:gd name="csX6" fmla="*/ 11404 w 245950"/>
              <a:gd name="csY6" fmla="*/ 63244 h 186219"/>
              <a:gd name="csX7" fmla="*/ 106611 w 245950"/>
              <a:gd name="csY7" fmla="*/ 25070 h 186219"/>
              <a:gd name="csX8" fmla="*/ 133716 w 245950"/>
              <a:gd name="csY8" fmla="*/ 14252 h 186219"/>
              <a:gd name="csX9" fmla="*/ 160483 w 245950"/>
              <a:gd name="csY9" fmla="*/ 1908 h 186219"/>
              <a:gd name="csX10" fmla="*/ 238554 w 245950"/>
              <a:gd name="csY10" fmla="*/ 11931 h 186219"/>
              <a:gd name="csX11" fmla="*/ 245107 w 245950"/>
              <a:gd name="csY11" fmla="*/ 29136 h 186219"/>
              <a:gd name="csX12" fmla="*/ 240861 w 245950"/>
              <a:gd name="csY12" fmla="*/ 62435 h 186219"/>
              <a:gd name="csX13" fmla="*/ 234529 w 245950"/>
              <a:gd name="csY13" fmla="*/ 81796 h 186219"/>
              <a:gd name="csX14" fmla="*/ 183096 w 245950"/>
              <a:gd name="csY14" fmla="*/ 120518 h 186219"/>
              <a:gd name="csX15" fmla="*/ 112584 w 245950"/>
              <a:gd name="csY15" fmla="*/ 172730 h 186219"/>
              <a:gd name="csX16" fmla="*/ 93505 w 245950"/>
              <a:gd name="csY16" fmla="*/ 186220 h 186219"/>
              <a:gd name="csX17" fmla="*/ 63193 w 245950"/>
              <a:gd name="csY17" fmla="*/ 151536 h 1862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245950" h="186219">
                <a:moveTo>
                  <a:pt x="63193" y="151536"/>
                </a:moveTo>
                <a:cubicBezTo>
                  <a:pt x="35962" y="120379"/>
                  <a:pt x="32456" y="117236"/>
                  <a:pt x="28715" y="120621"/>
                </a:cubicBezTo>
                <a:cubicBezTo>
                  <a:pt x="26425" y="122694"/>
                  <a:pt x="20286" y="124390"/>
                  <a:pt x="15073" y="124390"/>
                </a:cubicBezTo>
                <a:lnTo>
                  <a:pt x="5596" y="124390"/>
                </a:lnTo>
                <a:lnTo>
                  <a:pt x="5596" y="107763"/>
                </a:lnTo>
                <a:cubicBezTo>
                  <a:pt x="5596" y="98618"/>
                  <a:pt x="4435" y="90418"/>
                  <a:pt x="3015" y="89541"/>
                </a:cubicBezTo>
                <a:cubicBezTo>
                  <a:pt x="-3245" y="85672"/>
                  <a:pt x="575" y="73700"/>
                  <a:pt x="11404" y="63244"/>
                </a:cubicBezTo>
                <a:cubicBezTo>
                  <a:pt x="30218" y="45081"/>
                  <a:pt x="67101" y="30293"/>
                  <a:pt x="106611" y="25070"/>
                </a:cubicBezTo>
                <a:cubicBezTo>
                  <a:pt x="113529" y="24155"/>
                  <a:pt x="124948" y="19598"/>
                  <a:pt x="133716" y="14252"/>
                </a:cubicBezTo>
                <a:cubicBezTo>
                  <a:pt x="142049" y="9172"/>
                  <a:pt x="154094" y="3617"/>
                  <a:pt x="160483" y="1908"/>
                </a:cubicBezTo>
                <a:cubicBezTo>
                  <a:pt x="179743" y="-3243"/>
                  <a:pt x="225908" y="2684"/>
                  <a:pt x="238554" y="11931"/>
                </a:cubicBezTo>
                <a:cubicBezTo>
                  <a:pt x="241216" y="13878"/>
                  <a:pt x="243864" y="20830"/>
                  <a:pt x="245107" y="29136"/>
                </a:cubicBezTo>
                <a:cubicBezTo>
                  <a:pt x="246841" y="40720"/>
                  <a:pt x="246124" y="46345"/>
                  <a:pt x="240861" y="62435"/>
                </a:cubicBezTo>
                <a:lnTo>
                  <a:pt x="234529" y="81796"/>
                </a:lnTo>
                <a:lnTo>
                  <a:pt x="183096" y="120518"/>
                </a:lnTo>
                <a:cubicBezTo>
                  <a:pt x="154808" y="141815"/>
                  <a:pt x="123078" y="165310"/>
                  <a:pt x="112584" y="172730"/>
                </a:cubicBezTo>
                <a:lnTo>
                  <a:pt x="93505" y="186220"/>
                </a:lnTo>
                <a:lnTo>
                  <a:pt x="63193" y="151536"/>
                </a:lnTo>
                <a:close/>
              </a:path>
            </a:pathLst>
          </a:custGeom>
          <a:solidFill>
            <a:srgbClr val="B9B9B9"/>
          </a:solidFill>
          <a:ln w="5163" cap="flat">
            <a:noFill/>
            <a:prstDash val="solid"/>
            <a:miter/>
          </a:ln>
        </p:spPr>
        <p:txBody>
          <a:bodyPr/>
          <a:lstStyle/>
          <a:p>
            <a:endParaRPr lang="es-419" noProof="0" dirty="0"/>
          </a:p>
        </p:txBody>
      </p:sp>
      <p:sp>
        <p:nvSpPr>
          <p:cNvPr id="49" name="Forma libre: forma 48">
            <a:extLst>
              <a:ext uri="{FF2B5EF4-FFF2-40B4-BE49-F238E27FC236}">
                <a16:creationId xmlns:a16="http://schemas.microsoft.com/office/drawing/2014/main" id="{23E866A0-DCF3-69D9-2D1C-78606B2727F9}"/>
              </a:ext>
            </a:extLst>
          </p:cNvPr>
          <p:cNvSpPr/>
          <p:nvPr/>
        </p:nvSpPr>
        <p:spPr>
          <a:xfrm>
            <a:off x="2334670" y="2196667"/>
            <a:ext cx="1839" cy="7968"/>
          </a:xfrm>
          <a:custGeom>
            <a:avLst/>
            <a:gdLst>
              <a:gd name="csX0" fmla="*/ 0 w 1839"/>
              <a:gd name="csY0" fmla="*/ 3984 h 7968"/>
              <a:gd name="csX1" fmla="*/ 1302 w 1839"/>
              <a:gd name="csY1" fmla="*/ 757 h 7968"/>
              <a:gd name="csX2" fmla="*/ 1302 w 1839"/>
              <a:gd name="csY2" fmla="*/ 7211 h 7968"/>
              <a:gd name="csX3" fmla="*/ 0 w 1839"/>
              <a:gd name="csY3" fmla="*/ 3984 h 7968"/>
            </a:gdLst>
            <a:ahLst/>
            <a:cxnLst>
              <a:cxn ang="0">
                <a:pos x="csX0" y="csY0"/>
              </a:cxn>
              <a:cxn ang="0">
                <a:pos x="csX1" y="csY1"/>
              </a:cxn>
              <a:cxn ang="0">
                <a:pos x="csX2" y="csY2"/>
              </a:cxn>
              <a:cxn ang="0">
                <a:pos x="csX3" y="csY3"/>
              </a:cxn>
            </a:cxnLst>
            <a:rect l="l" t="t" r="r" b="b"/>
            <a:pathLst>
              <a:path w="1839" h="7968">
                <a:moveTo>
                  <a:pt x="0" y="3984"/>
                </a:moveTo>
                <a:cubicBezTo>
                  <a:pt x="0" y="435"/>
                  <a:pt x="586" y="-1017"/>
                  <a:pt x="1302" y="757"/>
                </a:cubicBezTo>
                <a:cubicBezTo>
                  <a:pt x="2018" y="2532"/>
                  <a:pt x="2018" y="5436"/>
                  <a:pt x="1302" y="7211"/>
                </a:cubicBezTo>
                <a:cubicBezTo>
                  <a:pt x="586" y="8986"/>
                  <a:pt x="0" y="7534"/>
                  <a:pt x="0" y="3984"/>
                </a:cubicBezTo>
                <a:close/>
              </a:path>
            </a:pathLst>
          </a:custGeom>
          <a:solidFill>
            <a:srgbClr val="B9B9B9"/>
          </a:solidFill>
          <a:ln w="5163" cap="flat">
            <a:noFill/>
            <a:prstDash val="solid"/>
            <a:miter/>
          </a:ln>
        </p:spPr>
        <p:txBody>
          <a:bodyPr/>
          <a:lstStyle/>
          <a:p>
            <a:endParaRPr lang="es-419" noProof="0" dirty="0"/>
          </a:p>
        </p:txBody>
      </p:sp>
      <p:sp>
        <p:nvSpPr>
          <p:cNvPr id="50" name="Forma libre: forma 49">
            <a:extLst>
              <a:ext uri="{FF2B5EF4-FFF2-40B4-BE49-F238E27FC236}">
                <a16:creationId xmlns:a16="http://schemas.microsoft.com/office/drawing/2014/main" id="{38ECA32D-32AF-D6ED-7F6B-ACB75F89D4EA}"/>
              </a:ext>
            </a:extLst>
          </p:cNvPr>
          <p:cNvSpPr/>
          <p:nvPr/>
        </p:nvSpPr>
        <p:spPr>
          <a:xfrm>
            <a:off x="1309468" y="1877186"/>
            <a:ext cx="342958" cy="300162"/>
          </a:xfrm>
          <a:custGeom>
            <a:avLst/>
            <a:gdLst>
              <a:gd name="csX0" fmla="*/ 295686 w 342958"/>
              <a:gd name="csY0" fmla="*/ 296278 h 300162"/>
              <a:gd name="csX1" fmla="*/ 285863 w 342958"/>
              <a:gd name="csY1" fmla="*/ 292488 h 300162"/>
              <a:gd name="csX2" fmla="*/ 274573 w 342958"/>
              <a:gd name="csY2" fmla="*/ 278339 h 300162"/>
              <a:gd name="csX3" fmla="*/ 265490 w 342958"/>
              <a:gd name="csY3" fmla="*/ 262580 h 300162"/>
              <a:gd name="csX4" fmla="*/ 250359 w 342958"/>
              <a:gd name="csY4" fmla="*/ 277449 h 300162"/>
              <a:gd name="csX5" fmla="*/ 232353 w 342958"/>
              <a:gd name="csY5" fmla="*/ 275755 h 300162"/>
              <a:gd name="csX6" fmla="*/ 216800 w 342958"/>
              <a:gd name="csY6" fmla="*/ 278780 h 300162"/>
              <a:gd name="csX7" fmla="*/ 197688 w 342958"/>
              <a:gd name="csY7" fmla="*/ 275445 h 300162"/>
              <a:gd name="csX8" fmla="*/ 186717 w 342958"/>
              <a:gd name="csY8" fmla="*/ 271836 h 300162"/>
              <a:gd name="csX9" fmla="*/ 183241 w 342958"/>
              <a:gd name="csY9" fmla="*/ 267964 h 300162"/>
              <a:gd name="csX10" fmla="*/ 171812 w 342958"/>
              <a:gd name="csY10" fmla="*/ 264092 h 300162"/>
              <a:gd name="csX11" fmla="*/ 155307 w 342958"/>
              <a:gd name="csY11" fmla="*/ 270545 h 300162"/>
              <a:gd name="csX12" fmla="*/ 128918 w 342958"/>
              <a:gd name="csY12" fmla="*/ 266264 h 300162"/>
              <a:gd name="csX13" fmla="*/ 106345 w 342958"/>
              <a:gd name="csY13" fmla="*/ 255141 h 300162"/>
              <a:gd name="csX14" fmla="*/ 91555 w 342958"/>
              <a:gd name="csY14" fmla="*/ 250269 h 300162"/>
              <a:gd name="csX15" fmla="*/ 81548 w 342958"/>
              <a:gd name="csY15" fmla="*/ 247474 h 300162"/>
              <a:gd name="csX16" fmla="*/ 78435 w 342958"/>
              <a:gd name="csY16" fmla="*/ 239429 h 300162"/>
              <a:gd name="csX17" fmla="*/ 82408 w 342958"/>
              <a:gd name="csY17" fmla="*/ 200657 h 300162"/>
              <a:gd name="csX18" fmla="*/ 83563 w 342958"/>
              <a:gd name="csY18" fmla="*/ 189030 h 300162"/>
              <a:gd name="csX19" fmla="*/ 79311 w 342958"/>
              <a:gd name="csY19" fmla="*/ 164140 h 300162"/>
              <a:gd name="csX20" fmla="*/ 69658 w 342958"/>
              <a:gd name="csY20" fmla="*/ 165664 h 300162"/>
              <a:gd name="csX21" fmla="*/ 52863 w 342958"/>
              <a:gd name="csY21" fmla="*/ 178880 h 300162"/>
              <a:gd name="csX22" fmla="*/ 46310 w 342958"/>
              <a:gd name="csY22" fmla="*/ 180840 h 300162"/>
              <a:gd name="csX23" fmla="*/ 41273 w 342958"/>
              <a:gd name="csY23" fmla="*/ 176042 h 300162"/>
              <a:gd name="csX24" fmla="*/ 28735 w 342958"/>
              <a:gd name="csY24" fmla="*/ 163573 h 300162"/>
              <a:gd name="csX25" fmla="*/ 8346 w 342958"/>
              <a:gd name="csY25" fmla="*/ 134458 h 300162"/>
              <a:gd name="csX26" fmla="*/ 3097 w 342958"/>
              <a:gd name="csY26" fmla="*/ 117621 h 300162"/>
              <a:gd name="csX27" fmla="*/ 147 w 342958"/>
              <a:gd name="csY27" fmla="*/ 113613 h 300162"/>
              <a:gd name="csX28" fmla="*/ 21165 w 342958"/>
              <a:gd name="csY28" fmla="*/ 104003 h 300162"/>
              <a:gd name="csX29" fmla="*/ 72335 w 342958"/>
              <a:gd name="csY29" fmla="*/ 73250 h 300162"/>
              <a:gd name="csX30" fmla="*/ 93508 w 342958"/>
              <a:gd name="csY30" fmla="*/ 38847 h 300162"/>
              <a:gd name="csX31" fmla="*/ 97565 w 342958"/>
              <a:gd name="csY31" fmla="*/ 29800 h 300162"/>
              <a:gd name="csX32" fmla="*/ 109742 w 342958"/>
              <a:gd name="csY32" fmla="*/ 18194 h 300162"/>
              <a:gd name="csX33" fmla="*/ 113822 w 342958"/>
              <a:gd name="csY33" fmla="*/ 11110 h 300162"/>
              <a:gd name="csX34" fmla="*/ 121678 w 342958"/>
              <a:gd name="csY34" fmla="*/ 5555 h 300162"/>
              <a:gd name="csX35" fmla="*/ 127233 w 342958"/>
              <a:gd name="csY35" fmla="*/ 0 h 300162"/>
              <a:gd name="csX36" fmla="*/ 134516 w 342958"/>
              <a:gd name="csY36" fmla="*/ 8782 h 300162"/>
              <a:gd name="csX37" fmla="*/ 141869 w 342958"/>
              <a:gd name="csY37" fmla="*/ 33944 h 300162"/>
              <a:gd name="csX38" fmla="*/ 147505 w 342958"/>
              <a:gd name="csY38" fmla="*/ 58144 h 300162"/>
              <a:gd name="csX39" fmla="*/ 152804 w 342958"/>
              <a:gd name="csY39" fmla="*/ 90810 h 300162"/>
              <a:gd name="csX40" fmla="*/ 162764 w 342958"/>
              <a:gd name="csY40" fmla="*/ 124694 h 300162"/>
              <a:gd name="csX41" fmla="*/ 170334 w 342958"/>
              <a:gd name="csY41" fmla="*/ 121832 h 300162"/>
              <a:gd name="csX42" fmla="*/ 185393 w 342958"/>
              <a:gd name="csY42" fmla="*/ 124884 h 300162"/>
              <a:gd name="csX43" fmla="*/ 190271 w 342958"/>
              <a:gd name="csY43" fmla="*/ 127275 h 300162"/>
              <a:gd name="csX44" fmla="*/ 201229 w 342958"/>
              <a:gd name="csY44" fmla="*/ 139721 h 300162"/>
              <a:gd name="csX45" fmla="*/ 197439 w 342958"/>
              <a:gd name="csY45" fmla="*/ 147005 h 300162"/>
              <a:gd name="csX46" fmla="*/ 196794 w 342958"/>
              <a:gd name="csY46" fmla="*/ 162615 h 300162"/>
              <a:gd name="csX47" fmla="*/ 220205 w 342958"/>
              <a:gd name="csY47" fmla="*/ 171185 h 300162"/>
              <a:gd name="csX48" fmla="*/ 242581 w 342958"/>
              <a:gd name="csY48" fmla="*/ 173796 h 300162"/>
              <a:gd name="csX49" fmla="*/ 259092 w 342958"/>
              <a:gd name="csY49" fmla="*/ 186698 h 300162"/>
              <a:gd name="csX50" fmla="*/ 273592 w 342958"/>
              <a:gd name="csY50" fmla="*/ 197707 h 300162"/>
              <a:gd name="csX51" fmla="*/ 304244 w 342958"/>
              <a:gd name="csY51" fmla="*/ 198591 h 300162"/>
              <a:gd name="csX52" fmla="*/ 333285 w 342958"/>
              <a:gd name="csY52" fmla="*/ 203946 h 300162"/>
              <a:gd name="csX53" fmla="*/ 339205 w 342958"/>
              <a:gd name="csY53" fmla="*/ 216060 h 300162"/>
              <a:gd name="csX54" fmla="*/ 336274 w 342958"/>
              <a:gd name="csY54" fmla="*/ 220854 h 300162"/>
              <a:gd name="csX55" fmla="*/ 328850 w 342958"/>
              <a:gd name="csY55" fmla="*/ 233114 h 300162"/>
              <a:gd name="csX56" fmla="*/ 326965 w 342958"/>
              <a:gd name="csY56" fmla="*/ 236341 h 300162"/>
              <a:gd name="csX57" fmla="*/ 329181 w 342958"/>
              <a:gd name="csY57" fmla="*/ 240859 h 300162"/>
              <a:gd name="csX58" fmla="*/ 331403 w 342958"/>
              <a:gd name="csY58" fmla="*/ 248187 h 300162"/>
              <a:gd name="csX59" fmla="*/ 328049 w 342958"/>
              <a:gd name="csY59" fmla="*/ 258014 h 300162"/>
              <a:gd name="csX60" fmla="*/ 326532 w 342958"/>
              <a:gd name="csY60" fmla="*/ 276244 h 300162"/>
              <a:gd name="csX61" fmla="*/ 325085 w 342958"/>
              <a:gd name="csY61" fmla="*/ 283496 h 300162"/>
              <a:gd name="csX62" fmla="*/ 321398 w 342958"/>
              <a:gd name="csY62" fmla="*/ 292711 h 300162"/>
              <a:gd name="csX63" fmla="*/ 311874 w 342958"/>
              <a:gd name="csY63" fmla="*/ 300150 h 300162"/>
              <a:gd name="csX64" fmla="*/ 295686 w 342958"/>
              <a:gd name="csY64" fmla="*/ 296278 h 3001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Lst>
            <a:rect l="l" t="t" r="r" b="b"/>
            <a:pathLst>
              <a:path w="342958" h="300162">
                <a:moveTo>
                  <a:pt x="295686" y="296278"/>
                </a:moveTo>
                <a:cubicBezTo>
                  <a:pt x="292930" y="294193"/>
                  <a:pt x="288510" y="292488"/>
                  <a:pt x="285863" y="292488"/>
                </a:cubicBezTo>
                <a:cubicBezTo>
                  <a:pt x="282541" y="292488"/>
                  <a:pt x="279045" y="288107"/>
                  <a:pt x="274573" y="278339"/>
                </a:cubicBezTo>
                <a:cubicBezTo>
                  <a:pt x="271011" y="270557"/>
                  <a:pt x="266923" y="263466"/>
                  <a:pt x="265490" y="262580"/>
                </a:cubicBezTo>
                <a:cubicBezTo>
                  <a:pt x="261887" y="260353"/>
                  <a:pt x="250359" y="271682"/>
                  <a:pt x="250359" y="277449"/>
                </a:cubicBezTo>
                <a:cubicBezTo>
                  <a:pt x="250359" y="284106"/>
                  <a:pt x="242694" y="283385"/>
                  <a:pt x="232353" y="275755"/>
                </a:cubicBezTo>
                <a:cubicBezTo>
                  <a:pt x="223375" y="269132"/>
                  <a:pt x="216800" y="270410"/>
                  <a:pt x="216800" y="278780"/>
                </a:cubicBezTo>
                <a:cubicBezTo>
                  <a:pt x="216800" y="282868"/>
                  <a:pt x="211006" y="281857"/>
                  <a:pt x="197688" y="275445"/>
                </a:cubicBezTo>
                <a:cubicBezTo>
                  <a:pt x="193566" y="273460"/>
                  <a:pt x="188628" y="271836"/>
                  <a:pt x="186717" y="271836"/>
                </a:cubicBezTo>
                <a:cubicBezTo>
                  <a:pt x="184805" y="271836"/>
                  <a:pt x="183241" y="270094"/>
                  <a:pt x="183241" y="267964"/>
                </a:cubicBezTo>
                <a:cubicBezTo>
                  <a:pt x="183241" y="265105"/>
                  <a:pt x="180251" y="264092"/>
                  <a:pt x="171812" y="264092"/>
                </a:cubicBezTo>
                <a:cubicBezTo>
                  <a:pt x="162696" y="264092"/>
                  <a:pt x="159356" y="265398"/>
                  <a:pt x="155307" y="270545"/>
                </a:cubicBezTo>
                <a:cubicBezTo>
                  <a:pt x="148138" y="279659"/>
                  <a:pt x="141633" y="278604"/>
                  <a:pt x="128918" y="266264"/>
                </a:cubicBezTo>
                <a:cubicBezTo>
                  <a:pt x="119547" y="257171"/>
                  <a:pt x="116097" y="255470"/>
                  <a:pt x="106345" y="255141"/>
                </a:cubicBezTo>
                <a:cubicBezTo>
                  <a:pt x="98734" y="254884"/>
                  <a:pt x="93722" y="253233"/>
                  <a:pt x="91555" y="250269"/>
                </a:cubicBezTo>
                <a:cubicBezTo>
                  <a:pt x="89207" y="247058"/>
                  <a:pt x="86367" y="246265"/>
                  <a:pt x="81548" y="247474"/>
                </a:cubicBezTo>
                <a:cubicBezTo>
                  <a:pt x="74001" y="249368"/>
                  <a:pt x="73102" y="247043"/>
                  <a:pt x="78435" y="239429"/>
                </a:cubicBezTo>
                <a:cubicBezTo>
                  <a:pt x="83856" y="231688"/>
                  <a:pt x="86528" y="205621"/>
                  <a:pt x="82408" y="200657"/>
                </a:cubicBezTo>
                <a:cubicBezTo>
                  <a:pt x="79647" y="197331"/>
                  <a:pt x="79847" y="195321"/>
                  <a:pt x="83563" y="189030"/>
                </a:cubicBezTo>
                <a:cubicBezTo>
                  <a:pt x="88650" y="180419"/>
                  <a:pt x="87374" y="172952"/>
                  <a:pt x="79311" y="164140"/>
                </a:cubicBezTo>
                <a:cubicBezTo>
                  <a:pt x="73608" y="157907"/>
                  <a:pt x="69658" y="158530"/>
                  <a:pt x="69658" y="165664"/>
                </a:cubicBezTo>
                <a:cubicBezTo>
                  <a:pt x="69658" y="171138"/>
                  <a:pt x="55140" y="182563"/>
                  <a:pt x="52863" y="178880"/>
                </a:cubicBezTo>
                <a:cubicBezTo>
                  <a:pt x="50323" y="174770"/>
                  <a:pt x="46434" y="175933"/>
                  <a:pt x="46310" y="180840"/>
                </a:cubicBezTo>
                <a:cubicBezTo>
                  <a:pt x="46241" y="183582"/>
                  <a:pt x="44262" y="181697"/>
                  <a:pt x="41273" y="176042"/>
                </a:cubicBezTo>
                <a:cubicBezTo>
                  <a:pt x="38533" y="170858"/>
                  <a:pt x="32973" y="165329"/>
                  <a:pt x="28735" y="163573"/>
                </a:cubicBezTo>
                <a:cubicBezTo>
                  <a:pt x="15748" y="158193"/>
                  <a:pt x="9667" y="149510"/>
                  <a:pt x="8346" y="134458"/>
                </a:cubicBezTo>
                <a:cubicBezTo>
                  <a:pt x="7635" y="126353"/>
                  <a:pt x="5506" y="119523"/>
                  <a:pt x="3097" y="117621"/>
                </a:cubicBezTo>
                <a:cubicBezTo>
                  <a:pt x="868" y="115861"/>
                  <a:pt x="-459" y="114058"/>
                  <a:pt x="147" y="113613"/>
                </a:cubicBezTo>
                <a:cubicBezTo>
                  <a:pt x="7952" y="107892"/>
                  <a:pt x="16388" y="104034"/>
                  <a:pt x="21165" y="104003"/>
                </a:cubicBezTo>
                <a:cubicBezTo>
                  <a:pt x="38718" y="103886"/>
                  <a:pt x="49596" y="97348"/>
                  <a:pt x="72335" y="73250"/>
                </a:cubicBezTo>
                <a:cubicBezTo>
                  <a:pt x="94445" y="49819"/>
                  <a:pt x="94883" y="49106"/>
                  <a:pt x="93508" y="38847"/>
                </a:cubicBezTo>
                <a:cubicBezTo>
                  <a:pt x="92208" y="29159"/>
                  <a:pt x="92513" y="28479"/>
                  <a:pt x="97565" y="29800"/>
                </a:cubicBezTo>
                <a:cubicBezTo>
                  <a:pt x="103852" y="31444"/>
                  <a:pt x="107223" y="28231"/>
                  <a:pt x="109742" y="18194"/>
                </a:cubicBezTo>
                <a:cubicBezTo>
                  <a:pt x="110720" y="14298"/>
                  <a:pt x="112556" y="11110"/>
                  <a:pt x="113822" y="11110"/>
                </a:cubicBezTo>
                <a:cubicBezTo>
                  <a:pt x="115088" y="11110"/>
                  <a:pt x="118623" y="8610"/>
                  <a:pt x="121678" y="5555"/>
                </a:cubicBezTo>
                <a:lnTo>
                  <a:pt x="127233" y="0"/>
                </a:lnTo>
                <a:lnTo>
                  <a:pt x="134516" y="8782"/>
                </a:lnTo>
                <a:cubicBezTo>
                  <a:pt x="140793" y="16350"/>
                  <a:pt x="141809" y="19826"/>
                  <a:pt x="141869" y="33944"/>
                </a:cubicBezTo>
                <a:cubicBezTo>
                  <a:pt x="141922" y="46507"/>
                  <a:pt x="143236" y="52147"/>
                  <a:pt x="147505" y="58144"/>
                </a:cubicBezTo>
                <a:cubicBezTo>
                  <a:pt x="152339" y="64931"/>
                  <a:pt x="153038" y="69240"/>
                  <a:pt x="152804" y="90810"/>
                </a:cubicBezTo>
                <a:cubicBezTo>
                  <a:pt x="152465" y="122159"/>
                  <a:pt x="153210" y="124694"/>
                  <a:pt x="162764" y="124694"/>
                </a:cubicBezTo>
                <a:cubicBezTo>
                  <a:pt x="166927" y="124694"/>
                  <a:pt x="170334" y="123406"/>
                  <a:pt x="170334" y="121832"/>
                </a:cubicBezTo>
                <a:cubicBezTo>
                  <a:pt x="170334" y="118431"/>
                  <a:pt x="184072" y="121216"/>
                  <a:pt x="185393" y="124884"/>
                </a:cubicBezTo>
                <a:cubicBezTo>
                  <a:pt x="185866" y="126199"/>
                  <a:pt x="188061" y="127275"/>
                  <a:pt x="190271" y="127275"/>
                </a:cubicBezTo>
                <a:cubicBezTo>
                  <a:pt x="194758" y="127275"/>
                  <a:pt x="201103" y="134482"/>
                  <a:pt x="201229" y="139721"/>
                </a:cubicBezTo>
                <a:cubicBezTo>
                  <a:pt x="201275" y="141597"/>
                  <a:pt x="199569" y="144875"/>
                  <a:pt x="197439" y="147005"/>
                </a:cubicBezTo>
                <a:cubicBezTo>
                  <a:pt x="192728" y="151716"/>
                  <a:pt x="192413" y="159339"/>
                  <a:pt x="196794" y="162615"/>
                </a:cubicBezTo>
                <a:cubicBezTo>
                  <a:pt x="198569" y="163942"/>
                  <a:pt x="209104" y="167799"/>
                  <a:pt x="220205" y="171185"/>
                </a:cubicBezTo>
                <a:cubicBezTo>
                  <a:pt x="236917" y="176284"/>
                  <a:pt x="240766" y="176733"/>
                  <a:pt x="242581" y="173796"/>
                </a:cubicBezTo>
                <a:cubicBezTo>
                  <a:pt x="245948" y="168348"/>
                  <a:pt x="255565" y="175863"/>
                  <a:pt x="259092" y="186698"/>
                </a:cubicBezTo>
                <a:cubicBezTo>
                  <a:pt x="261627" y="194485"/>
                  <a:pt x="263378" y="195815"/>
                  <a:pt x="273592" y="197707"/>
                </a:cubicBezTo>
                <a:cubicBezTo>
                  <a:pt x="279981" y="198890"/>
                  <a:pt x="293775" y="199289"/>
                  <a:pt x="304244" y="198591"/>
                </a:cubicBezTo>
                <a:cubicBezTo>
                  <a:pt x="321502" y="197442"/>
                  <a:pt x="324213" y="197942"/>
                  <a:pt x="333285" y="203946"/>
                </a:cubicBezTo>
                <a:cubicBezTo>
                  <a:pt x="344213" y="211177"/>
                  <a:pt x="345431" y="213671"/>
                  <a:pt x="339205" y="216060"/>
                </a:cubicBezTo>
                <a:cubicBezTo>
                  <a:pt x="336957" y="216923"/>
                  <a:pt x="335638" y="219080"/>
                  <a:pt x="336274" y="220854"/>
                </a:cubicBezTo>
                <a:cubicBezTo>
                  <a:pt x="337968" y="225576"/>
                  <a:pt x="333403" y="233114"/>
                  <a:pt x="328850" y="233114"/>
                </a:cubicBezTo>
                <a:cubicBezTo>
                  <a:pt x="326331" y="233114"/>
                  <a:pt x="325653" y="234275"/>
                  <a:pt x="326965" y="236341"/>
                </a:cubicBezTo>
                <a:cubicBezTo>
                  <a:pt x="328092" y="238116"/>
                  <a:pt x="329089" y="240149"/>
                  <a:pt x="329181" y="240859"/>
                </a:cubicBezTo>
                <a:cubicBezTo>
                  <a:pt x="329272" y="241569"/>
                  <a:pt x="330272" y="244866"/>
                  <a:pt x="331403" y="248187"/>
                </a:cubicBezTo>
                <a:cubicBezTo>
                  <a:pt x="332991" y="252852"/>
                  <a:pt x="332229" y="255087"/>
                  <a:pt x="328049" y="258014"/>
                </a:cubicBezTo>
                <a:cubicBezTo>
                  <a:pt x="321663" y="262487"/>
                  <a:pt x="321157" y="268570"/>
                  <a:pt x="326532" y="276244"/>
                </a:cubicBezTo>
                <a:cubicBezTo>
                  <a:pt x="330115" y="281360"/>
                  <a:pt x="330000" y="281936"/>
                  <a:pt x="325085" y="283496"/>
                </a:cubicBezTo>
                <a:cubicBezTo>
                  <a:pt x="320727" y="284879"/>
                  <a:pt x="320050" y="286571"/>
                  <a:pt x="321398" y="292711"/>
                </a:cubicBezTo>
                <a:cubicBezTo>
                  <a:pt x="323026" y="300123"/>
                  <a:pt x="322888" y="300231"/>
                  <a:pt x="311874" y="300150"/>
                </a:cubicBezTo>
                <a:cubicBezTo>
                  <a:pt x="305727" y="300105"/>
                  <a:pt x="298443" y="298362"/>
                  <a:pt x="295686" y="296278"/>
                </a:cubicBezTo>
                <a:close/>
              </a:path>
            </a:pathLst>
          </a:custGeom>
          <a:solidFill>
            <a:srgbClr val="B9B9B9"/>
          </a:solidFill>
          <a:ln w="5163" cap="flat">
            <a:noFill/>
            <a:prstDash val="solid"/>
            <a:miter/>
          </a:ln>
        </p:spPr>
        <p:txBody>
          <a:bodyPr/>
          <a:lstStyle/>
          <a:p>
            <a:endParaRPr lang="es-419" noProof="0" dirty="0"/>
          </a:p>
        </p:txBody>
      </p:sp>
      <p:sp>
        <p:nvSpPr>
          <p:cNvPr id="51" name="Forma libre: forma 50">
            <a:extLst>
              <a:ext uri="{FF2B5EF4-FFF2-40B4-BE49-F238E27FC236}">
                <a16:creationId xmlns:a16="http://schemas.microsoft.com/office/drawing/2014/main" id="{11358E21-54B4-54E4-84F6-BBE7ACFDCE29}"/>
              </a:ext>
            </a:extLst>
          </p:cNvPr>
          <p:cNvSpPr/>
          <p:nvPr/>
        </p:nvSpPr>
        <p:spPr>
          <a:xfrm>
            <a:off x="1257795" y="2071057"/>
            <a:ext cx="87522" cy="67430"/>
          </a:xfrm>
          <a:custGeom>
            <a:avLst/>
            <a:gdLst>
              <a:gd name="csX0" fmla="*/ 3976 w 87522"/>
              <a:gd name="csY0" fmla="*/ 62589 h 67430"/>
              <a:gd name="csX1" fmla="*/ 1611 w 87522"/>
              <a:gd name="csY1" fmla="*/ 35473 h 67430"/>
              <a:gd name="csX2" fmla="*/ 13354 w 87522"/>
              <a:gd name="csY2" fmla="*/ 26110 h 67430"/>
              <a:gd name="csX3" fmla="*/ 24928 w 87522"/>
              <a:gd name="csY3" fmla="*/ 17185 h 67430"/>
              <a:gd name="csX4" fmla="*/ 28816 w 87522"/>
              <a:gd name="csY4" fmla="*/ 13430 h 67430"/>
              <a:gd name="csX5" fmla="*/ 55396 w 87522"/>
              <a:gd name="csY5" fmla="*/ 696 h 67430"/>
              <a:gd name="csX6" fmla="*/ 76595 w 87522"/>
              <a:gd name="csY6" fmla="*/ 27413 h 67430"/>
              <a:gd name="csX7" fmla="*/ 81474 w 87522"/>
              <a:gd name="csY7" fmla="*/ 35237 h 67430"/>
              <a:gd name="csX8" fmla="*/ 81963 w 87522"/>
              <a:gd name="csY8" fmla="*/ 49346 h 67430"/>
              <a:gd name="csX9" fmla="*/ 69036 w 87522"/>
              <a:gd name="csY9" fmla="*/ 59608 h 67430"/>
              <a:gd name="csX10" fmla="*/ 36947 w 87522"/>
              <a:gd name="csY10" fmla="*/ 62618 h 67430"/>
              <a:gd name="csX11" fmla="*/ 17042 w 87522"/>
              <a:gd name="csY11" fmla="*/ 62345 h 67430"/>
              <a:gd name="csX12" fmla="*/ 3976 w 87522"/>
              <a:gd name="csY12" fmla="*/ 62589 h 67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7522" h="67430">
                <a:moveTo>
                  <a:pt x="3976" y="62589"/>
                </a:moveTo>
                <a:cubicBezTo>
                  <a:pt x="-42" y="58150"/>
                  <a:pt x="-1347" y="43182"/>
                  <a:pt x="1611" y="35473"/>
                </a:cubicBezTo>
                <a:cubicBezTo>
                  <a:pt x="2496" y="33167"/>
                  <a:pt x="7780" y="28954"/>
                  <a:pt x="13354" y="26110"/>
                </a:cubicBezTo>
                <a:cubicBezTo>
                  <a:pt x="18927" y="23267"/>
                  <a:pt x="24135" y="19251"/>
                  <a:pt x="24928" y="17185"/>
                </a:cubicBezTo>
                <a:cubicBezTo>
                  <a:pt x="25721" y="15120"/>
                  <a:pt x="27470" y="13430"/>
                  <a:pt x="28816" y="13430"/>
                </a:cubicBezTo>
                <a:cubicBezTo>
                  <a:pt x="32726" y="13430"/>
                  <a:pt x="53752" y="3357"/>
                  <a:pt x="55396" y="696"/>
                </a:cubicBezTo>
                <a:cubicBezTo>
                  <a:pt x="58624" y="-4526"/>
                  <a:pt x="78997" y="21152"/>
                  <a:pt x="76595" y="27413"/>
                </a:cubicBezTo>
                <a:cubicBezTo>
                  <a:pt x="75767" y="29569"/>
                  <a:pt x="77801" y="32831"/>
                  <a:pt x="81474" y="35237"/>
                </a:cubicBezTo>
                <a:cubicBezTo>
                  <a:pt x="89349" y="40396"/>
                  <a:pt x="89558" y="46431"/>
                  <a:pt x="81963" y="49346"/>
                </a:cubicBezTo>
                <a:cubicBezTo>
                  <a:pt x="78769" y="50572"/>
                  <a:pt x="72952" y="55190"/>
                  <a:pt x="69036" y="59608"/>
                </a:cubicBezTo>
                <a:cubicBezTo>
                  <a:pt x="60658" y="69060"/>
                  <a:pt x="52768" y="69801"/>
                  <a:pt x="36947" y="62618"/>
                </a:cubicBezTo>
                <a:cubicBezTo>
                  <a:pt x="26493" y="57872"/>
                  <a:pt x="25833" y="57863"/>
                  <a:pt x="17042" y="62345"/>
                </a:cubicBezTo>
                <a:cubicBezTo>
                  <a:pt x="8489" y="66705"/>
                  <a:pt x="7714" y="66720"/>
                  <a:pt x="3976" y="62589"/>
                </a:cubicBezTo>
                <a:close/>
              </a:path>
            </a:pathLst>
          </a:custGeom>
          <a:solidFill>
            <a:srgbClr val="B9B9B9"/>
          </a:solidFill>
          <a:ln w="5163" cap="flat">
            <a:noFill/>
            <a:prstDash val="solid"/>
            <a:miter/>
          </a:ln>
        </p:spPr>
        <p:txBody>
          <a:bodyPr/>
          <a:lstStyle/>
          <a:p>
            <a:endParaRPr lang="es-419" noProof="0" dirty="0"/>
          </a:p>
        </p:txBody>
      </p:sp>
      <p:sp>
        <p:nvSpPr>
          <p:cNvPr id="52" name="Forma libre: forma 51">
            <a:extLst>
              <a:ext uri="{FF2B5EF4-FFF2-40B4-BE49-F238E27FC236}">
                <a16:creationId xmlns:a16="http://schemas.microsoft.com/office/drawing/2014/main" id="{DE1FEC92-E62B-2E72-2BF4-5A0F76CB8651}"/>
              </a:ext>
            </a:extLst>
          </p:cNvPr>
          <p:cNvSpPr/>
          <p:nvPr/>
        </p:nvSpPr>
        <p:spPr>
          <a:xfrm>
            <a:off x="1498388" y="1582666"/>
            <a:ext cx="245235" cy="503912"/>
          </a:xfrm>
          <a:custGeom>
            <a:avLst/>
            <a:gdLst>
              <a:gd name="csX0" fmla="*/ 181623 w 245235"/>
              <a:gd name="csY0" fmla="*/ 494203 h 503912"/>
              <a:gd name="csX1" fmla="*/ 158452 w 245235"/>
              <a:gd name="csY1" fmla="*/ 485687 h 503912"/>
              <a:gd name="csX2" fmla="*/ 148342 w 245235"/>
              <a:gd name="csY2" fmla="*/ 487770 h 503912"/>
              <a:gd name="csX3" fmla="*/ 119521 w 245235"/>
              <a:gd name="csY3" fmla="*/ 489801 h 503912"/>
              <a:gd name="csX4" fmla="*/ 87472 w 245235"/>
              <a:gd name="csY4" fmla="*/ 489620 h 503912"/>
              <a:gd name="csX5" fmla="*/ 73190 w 245235"/>
              <a:gd name="csY5" fmla="*/ 478988 h 503912"/>
              <a:gd name="csX6" fmla="*/ 52773 w 245235"/>
              <a:gd name="csY6" fmla="*/ 460575 h 503912"/>
              <a:gd name="csX7" fmla="*/ 49575 w 245235"/>
              <a:gd name="csY7" fmla="*/ 464677 h 503912"/>
              <a:gd name="csX8" fmla="*/ 47915 w 245235"/>
              <a:gd name="csY8" fmla="*/ 467591 h 503912"/>
              <a:gd name="csX9" fmla="*/ 13036 w 245235"/>
              <a:gd name="csY9" fmla="*/ 456319 h 503912"/>
              <a:gd name="csX10" fmla="*/ 12217 w 245235"/>
              <a:gd name="csY10" fmla="*/ 442447 h 503912"/>
              <a:gd name="csX11" fmla="*/ 16234 w 245235"/>
              <a:gd name="csY11" fmla="*/ 437376 h 503912"/>
              <a:gd name="csX12" fmla="*/ 3077 w 245235"/>
              <a:gd name="csY12" fmla="*/ 417673 h 503912"/>
              <a:gd name="csX13" fmla="*/ 0 w 245235"/>
              <a:gd name="csY13" fmla="*/ 409784 h 503912"/>
              <a:gd name="csX14" fmla="*/ 6196 w 245235"/>
              <a:gd name="csY14" fmla="*/ 402269 h 503912"/>
              <a:gd name="csX15" fmla="*/ 12532 w 245235"/>
              <a:gd name="csY15" fmla="*/ 401839 h 503912"/>
              <a:gd name="csX16" fmla="*/ 13332 w 245235"/>
              <a:gd name="csY16" fmla="*/ 389178 h 503912"/>
              <a:gd name="csX17" fmla="*/ 18583 w 245235"/>
              <a:gd name="csY17" fmla="*/ 371495 h 503912"/>
              <a:gd name="csX18" fmla="*/ 33934 w 245235"/>
              <a:gd name="csY18" fmla="*/ 366100 h 503912"/>
              <a:gd name="csX19" fmla="*/ 49768 w 245235"/>
              <a:gd name="csY19" fmla="*/ 361841 h 503912"/>
              <a:gd name="csX20" fmla="*/ 46692 w 245235"/>
              <a:gd name="csY20" fmla="*/ 337409 h 503912"/>
              <a:gd name="csX21" fmla="*/ 42031 w 245235"/>
              <a:gd name="csY21" fmla="*/ 321770 h 503912"/>
              <a:gd name="csX22" fmla="*/ 39524 w 245235"/>
              <a:gd name="csY22" fmla="*/ 295336 h 503912"/>
              <a:gd name="csX23" fmla="*/ 41858 w 245235"/>
              <a:gd name="csY23" fmla="*/ 287644 h 503912"/>
              <a:gd name="csX24" fmla="*/ 57042 w 245235"/>
              <a:gd name="csY24" fmla="*/ 277265 h 503912"/>
              <a:gd name="csX25" fmla="*/ 69737 w 245235"/>
              <a:gd name="csY25" fmla="*/ 269502 h 503912"/>
              <a:gd name="csX26" fmla="*/ 79509 w 245235"/>
              <a:gd name="csY26" fmla="*/ 253317 h 503912"/>
              <a:gd name="csX27" fmla="*/ 95370 w 245235"/>
              <a:gd name="csY27" fmla="*/ 241529 h 503912"/>
              <a:gd name="csX28" fmla="*/ 141543 w 245235"/>
              <a:gd name="csY28" fmla="*/ 207386 h 503912"/>
              <a:gd name="csX29" fmla="*/ 135987 w 245235"/>
              <a:gd name="csY29" fmla="*/ 199791 h 503912"/>
              <a:gd name="csX30" fmla="*/ 127900 w 245235"/>
              <a:gd name="csY30" fmla="*/ 166538 h 503912"/>
              <a:gd name="csX31" fmla="*/ 127266 w 245235"/>
              <a:gd name="csY31" fmla="*/ 150064 h 503912"/>
              <a:gd name="csX32" fmla="*/ 118230 w 245235"/>
              <a:gd name="csY32" fmla="*/ 149351 h 503912"/>
              <a:gd name="csX33" fmla="*/ 106311 w 245235"/>
              <a:gd name="csY33" fmla="*/ 151014 h 503912"/>
              <a:gd name="csX34" fmla="*/ 100187 w 245235"/>
              <a:gd name="csY34" fmla="*/ 149485 h 503912"/>
              <a:gd name="csX35" fmla="*/ 89795 w 245235"/>
              <a:gd name="csY35" fmla="*/ 145581 h 503912"/>
              <a:gd name="csX36" fmla="*/ 79509 w 245235"/>
              <a:gd name="csY36" fmla="*/ 132462 h 503912"/>
              <a:gd name="csX37" fmla="*/ 74746 w 245235"/>
              <a:gd name="csY37" fmla="*/ 127510 h 503912"/>
              <a:gd name="csX38" fmla="*/ 61439 w 245235"/>
              <a:gd name="csY38" fmla="*/ 106041 h 503912"/>
              <a:gd name="csX39" fmla="*/ 51376 w 245235"/>
              <a:gd name="csY39" fmla="*/ 92403 h 503912"/>
              <a:gd name="csX40" fmla="*/ 43631 w 245235"/>
              <a:gd name="csY40" fmla="*/ 82710 h 503912"/>
              <a:gd name="csX41" fmla="*/ 40756 w 245235"/>
              <a:gd name="csY41" fmla="*/ 70719 h 503912"/>
              <a:gd name="csX42" fmla="*/ 37174 w 245235"/>
              <a:gd name="csY42" fmla="*/ 60642 h 503912"/>
              <a:gd name="csX43" fmla="*/ 23391 w 245235"/>
              <a:gd name="csY43" fmla="*/ 17685 h 503912"/>
              <a:gd name="csX44" fmla="*/ 16983 w 245235"/>
              <a:gd name="csY44" fmla="*/ 12409 h 503912"/>
              <a:gd name="csX45" fmla="*/ 27512 w 245235"/>
              <a:gd name="csY45" fmla="*/ 5441 h 503912"/>
              <a:gd name="csX46" fmla="*/ 44577 w 245235"/>
              <a:gd name="csY46" fmla="*/ 1452 h 503912"/>
              <a:gd name="csX47" fmla="*/ 51418 w 245235"/>
              <a:gd name="csY47" fmla="*/ 21016 h 503912"/>
              <a:gd name="csX48" fmla="*/ 53995 w 245235"/>
              <a:gd name="csY48" fmla="*/ 32559 h 503912"/>
              <a:gd name="csX49" fmla="*/ 56749 w 245235"/>
              <a:gd name="csY49" fmla="*/ 46824 h 503912"/>
              <a:gd name="csX50" fmla="*/ 61515 w 245235"/>
              <a:gd name="csY50" fmla="*/ 64401 h 503912"/>
              <a:gd name="csX51" fmla="*/ 66783 w 245235"/>
              <a:gd name="csY51" fmla="*/ 80478 h 503912"/>
              <a:gd name="csX52" fmla="*/ 69183 w 245235"/>
              <a:gd name="csY52" fmla="*/ 82335 h 503912"/>
              <a:gd name="csX53" fmla="*/ 72797 w 245235"/>
              <a:gd name="csY53" fmla="*/ 89434 h 503912"/>
              <a:gd name="csX54" fmla="*/ 77368 w 245235"/>
              <a:gd name="csY54" fmla="*/ 95891 h 503912"/>
              <a:gd name="csX55" fmla="*/ 83382 w 245235"/>
              <a:gd name="csY55" fmla="*/ 106862 h 503912"/>
              <a:gd name="csX56" fmla="*/ 91209 w 245235"/>
              <a:gd name="csY56" fmla="*/ 114603 h 503912"/>
              <a:gd name="csX57" fmla="*/ 115649 w 245235"/>
              <a:gd name="csY57" fmla="*/ 125394 h 503912"/>
              <a:gd name="csX58" fmla="*/ 132428 w 245235"/>
              <a:gd name="csY58" fmla="*/ 131624 h 503912"/>
              <a:gd name="csX59" fmla="*/ 150553 w 245235"/>
              <a:gd name="csY59" fmla="*/ 139348 h 503912"/>
              <a:gd name="csX60" fmla="*/ 176368 w 245235"/>
              <a:gd name="csY60" fmla="*/ 146927 h 503912"/>
              <a:gd name="csX61" fmla="*/ 211382 w 245235"/>
              <a:gd name="csY61" fmla="*/ 156343 h 503912"/>
              <a:gd name="csX62" fmla="*/ 230401 w 245235"/>
              <a:gd name="csY62" fmla="*/ 161456 h 503912"/>
              <a:gd name="csX63" fmla="*/ 244475 w 245235"/>
              <a:gd name="csY63" fmla="*/ 154799 h 503912"/>
              <a:gd name="csX64" fmla="*/ 229656 w 245235"/>
              <a:gd name="csY64" fmla="*/ 212698 h 503912"/>
              <a:gd name="csX65" fmla="*/ 216833 w 245235"/>
              <a:gd name="csY65" fmla="*/ 242385 h 503912"/>
              <a:gd name="csX66" fmla="*/ 205960 w 245235"/>
              <a:gd name="csY66" fmla="*/ 288674 h 503912"/>
              <a:gd name="csX67" fmla="*/ 203418 w 245235"/>
              <a:gd name="csY67" fmla="*/ 300468 h 503912"/>
              <a:gd name="csX68" fmla="*/ 200956 w 245235"/>
              <a:gd name="csY68" fmla="*/ 300468 h 503912"/>
              <a:gd name="csX69" fmla="*/ 214917 w 245235"/>
              <a:gd name="csY69" fmla="*/ 237240 h 503912"/>
              <a:gd name="csX70" fmla="*/ 224070 w 245235"/>
              <a:gd name="csY70" fmla="*/ 211401 h 503912"/>
              <a:gd name="csX71" fmla="*/ 218637 w 245235"/>
              <a:gd name="csY71" fmla="*/ 205384 h 503912"/>
              <a:gd name="csX72" fmla="*/ 214956 w 245235"/>
              <a:gd name="csY72" fmla="*/ 204826 h 503912"/>
              <a:gd name="csX73" fmla="*/ 214905 w 245235"/>
              <a:gd name="csY73" fmla="*/ 215873 h 503912"/>
              <a:gd name="csX74" fmla="*/ 213101 w 245235"/>
              <a:gd name="csY74" fmla="*/ 224084 h 503912"/>
              <a:gd name="csX75" fmla="*/ 208491 w 245235"/>
              <a:gd name="csY75" fmla="*/ 218391 h 503912"/>
              <a:gd name="csX76" fmla="*/ 197466 w 245235"/>
              <a:gd name="csY76" fmla="*/ 218019 h 503912"/>
              <a:gd name="csX77" fmla="*/ 199747 w 245235"/>
              <a:gd name="csY77" fmla="*/ 224749 h 503912"/>
              <a:gd name="csX78" fmla="*/ 203418 w 245235"/>
              <a:gd name="csY78" fmla="*/ 228616 h 503912"/>
              <a:gd name="csX79" fmla="*/ 201015 w 245235"/>
              <a:gd name="csY79" fmla="*/ 229588 h 503912"/>
              <a:gd name="csX80" fmla="*/ 196991 w 245235"/>
              <a:gd name="csY80" fmla="*/ 230726 h 503912"/>
              <a:gd name="csX81" fmla="*/ 198308 w 245235"/>
              <a:gd name="csY81" fmla="*/ 233350 h 503912"/>
              <a:gd name="csX82" fmla="*/ 199523 w 245235"/>
              <a:gd name="csY82" fmla="*/ 241200 h 503912"/>
              <a:gd name="csX83" fmla="*/ 200899 w 245235"/>
              <a:gd name="csY83" fmla="*/ 252786 h 503912"/>
              <a:gd name="csX84" fmla="*/ 200228 w 245235"/>
              <a:gd name="csY84" fmla="*/ 257969 h 503912"/>
              <a:gd name="csX85" fmla="*/ 197509 w 245235"/>
              <a:gd name="csY85" fmla="*/ 272843 h 503912"/>
              <a:gd name="csX86" fmla="*/ 194340 w 245235"/>
              <a:gd name="csY86" fmla="*/ 281107 h 503912"/>
              <a:gd name="csX87" fmla="*/ 191370 w 245235"/>
              <a:gd name="csY87" fmla="*/ 292273 h 503912"/>
              <a:gd name="csX88" fmla="*/ 195674 w 245235"/>
              <a:gd name="csY88" fmla="*/ 307167 h 503912"/>
              <a:gd name="csX89" fmla="*/ 199681 w 245235"/>
              <a:gd name="csY89" fmla="*/ 306687 h 503912"/>
              <a:gd name="csX90" fmla="*/ 200986 w 245235"/>
              <a:gd name="csY90" fmla="*/ 320424 h 503912"/>
              <a:gd name="csX91" fmla="*/ 197882 w 245235"/>
              <a:gd name="csY91" fmla="*/ 340480 h 503912"/>
              <a:gd name="csX92" fmla="*/ 197480 w 245235"/>
              <a:gd name="csY92" fmla="*/ 350806 h 503912"/>
              <a:gd name="csX93" fmla="*/ 195674 w 245235"/>
              <a:gd name="csY93" fmla="*/ 339189 h 503912"/>
              <a:gd name="csX94" fmla="*/ 193480 w 245235"/>
              <a:gd name="csY94" fmla="*/ 360201 h 503912"/>
              <a:gd name="csX95" fmla="*/ 197184 w 245235"/>
              <a:gd name="csY95" fmla="*/ 414396 h 503912"/>
              <a:gd name="csX96" fmla="*/ 198086 w 245235"/>
              <a:gd name="csY96" fmla="*/ 450991 h 503912"/>
              <a:gd name="csX97" fmla="*/ 192986 w 245235"/>
              <a:gd name="csY97" fmla="*/ 462927 h 503912"/>
              <a:gd name="csX98" fmla="*/ 186260 w 245235"/>
              <a:gd name="csY98" fmla="*/ 476652 h 503912"/>
              <a:gd name="csX99" fmla="*/ 187756 w 245235"/>
              <a:gd name="csY99" fmla="*/ 481169 h 503912"/>
              <a:gd name="csX100" fmla="*/ 190891 w 245235"/>
              <a:gd name="csY100" fmla="*/ 476652 h 503912"/>
              <a:gd name="csX101" fmla="*/ 193026 w 245235"/>
              <a:gd name="csY101" fmla="*/ 487623 h 503912"/>
              <a:gd name="csX102" fmla="*/ 194241 w 245235"/>
              <a:gd name="csY102" fmla="*/ 503884 h 503912"/>
              <a:gd name="csX103" fmla="*/ 181623 w 245235"/>
              <a:gd name="csY103" fmla="*/ 494203 h 5039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Lst>
            <a:rect l="l" t="t" r="r" b="b"/>
            <a:pathLst>
              <a:path w="245235" h="503912">
                <a:moveTo>
                  <a:pt x="181623" y="494203"/>
                </a:moveTo>
                <a:cubicBezTo>
                  <a:pt x="170080" y="484213"/>
                  <a:pt x="162664" y="481487"/>
                  <a:pt x="158452" y="485687"/>
                </a:cubicBezTo>
                <a:cubicBezTo>
                  <a:pt x="157384" y="486752"/>
                  <a:pt x="152834" y="487689"/>
                  <a:pt x="148342" y="487770"/>
                </a:cubicBezTo>
                <a:cubicBezTo>
                  <a:pt x="143849" y="487851"/>
                  <a:pt x="130880" y="488765"/>
                  <a:pt x="119521" y="489801"/>
                </a:cubicBezTo>
                <a:cubicBezTo>
                  <a:pt x="108163" y="490837"/>
                  <a:pt x="93741" y="490755"/>
                  <a:pt x="87472" y="489620"/>
                </a:cubicBezTo>
                <a:cubicBezTo>
                  <a:pt x="77605" y="487832"/>
                  <a:pt x="75687" y="486404"/>
                  <a:pt x="73190" y="478988"/>
                </a:cubicBezTo>
                <a:cubicBezTo>
                  <a:pt x="70001" y="469517"/>
                  <a:pt x="60184" y="460664"/>
                  <a:pt x="52773" y="460575"/>
                </a:cubicBezTo>
                <a:cubicBezTo>
                  <a:pt x="49415" y="460535"/>
                  <a:pt x="48457" y="461764"/>
                  <a:pt x="49575" y="464677"/>
                </a:cubicBezTo>
                <a:cubicBezTo>
                  <a:pt x="50616" y="467390"/>
                  <a:pt x="50039" y="468403"/>
                  <a:pt x="47915" y="467591"/>
                </a:cubicBezTo>
                <a:cubicBezTo>
                  <a:pt x="43178" y="465778"/>
                  <a:pt x="16822" y="457260"/>
                  <a:pt x="13036" y="456319"/>
                </a:cubicBezTo>
                <a:cubicBezTo>
                  <a:pt x="9334" y="455399"/>
                  <a:pt x="8569" y="442447"/>
                  <a:pt x="12217" y="442447"/>
                </a:cubicBezTo>
                <a:cubicBezTo>
                  <a:pt x="13541" y="442447"/>
                  <a:pt x="15349" y="440165"/>
                  <a:pt x="16234" y="437376"/>
                </a:cubicBezTo>
                <a:cubicBezTo>
                  <a:pt x="18137" y="431382"/>
                  <a:pt x="7778" y="415870"/>
                  <a:pt x="3077" y="417673"/>
                </a:cubicBezTo>
                <a:cubicBezTo>
                  <a:pt x="1055" y="418449"/>
                  <a:pt x="0" y="415744"/>
                  <a:pt x="0" y="409784"/>
                </a:cubicBezTo>
                <a:cubicBezTo>
                  <a:pt x="0" y="401499"/>
                  <a:pt x="536" y="400849"/>
                  <a:pt x="6196" y="402269"/>
                </a:cubicBezTo>
                <a:cubicBezTo>
                  <a:pt x="9603" y="403124"/>
                  <a:pt x="12454" y="402931"/>
                  <a:pt x="12532" y="401839"/>
                </a:cubicBezTo>
                <a:cubicBezTo>
                  <a:pt x="12609" y="400747"/>
                  <a:pt x="12969" y="395050"/>
                  <a:pt x="13332" y="389178"/>
                </a:cubicBezTo>
                <a:cubicBezTo>
                  <a:pt x="13694" y="383307"/>
                  <a:pt x="16057" y="375349"/>
                  <a:pt x="18583" y="371495"/>
                </a:cubicBezTo>
                <a:cubicBezTo>
                  <a:pt x="22726" y="365172"/>
                  <a:pt x="24227" y="364644"/>
                  <a:pt x="33934" y="366100"/>
                </a:cubicBezTo>
                <a:cubicBezTo>
                  <a:pt x="43066" y="367469"/>
                  <a:pt x="45460" y="366825"/>
                  <a:pt x="49768" y="361841"/>
                </a:cubicBezTo>
                <a:cubicBezTo>
                  <a:pt x="55970" y="354665"/>
                  <a:pt x="55203" y="348567"/>
                  <a:pt x="46692" y="337409"/>
                </a:cubicBezTo>
                <a:cubicBezTo>
                  <a:pt x="41680" y="330837"/>
                  <a:pt x="40608" y="327241"/>
                  <a:pt x="42031" y="321770"/>
                </a:cubicBezTo>
                <a:cubicBezTo>
                  <a:pt x="45168" y="309711"/>
                  <a:pt x="44306" y="300620"/>
                  <a:pt x="39524" y="295336"/>
                </a:cubicBezTo>
                <a:cubicBezTo>
                  <a:pt x="35095" y="290442"/>
                  <a:pt x="35173" y="290185"/>
                  <a:pt x="41858" y="287644"/>
                </a:cubicBezTo>
                <a:cubicBezTo>
                  <a:pt x="45661" y="286198"/>
                  <a:pt x="52494" y="281527"/>
                  <a:pt x="57042" y="277265"/>
                </a:cubicBezTo>
                <a:cubicBezTo>
                  <a:pt x="61590" y="273002"/>
                  <a:pt x="67303" y="269509"/>
                  <a:pt x="69737" y="269502"/>
                </a:cubicBezTo>
                <a:cubicBezTo>
                  <a:pt x="74976" y="269488"/>
                  <a:pt x="79509" y="261980"/>
                  <a:pt x="79509" y="253317"/>
                </a:cubicBezTo>
                <a:cubicBezTo>
                  <a:pt x="79509" y="246749"/>
                  <a:pt x="88587" y="240002"/>
                  <a:pt x="95370" y="241529"/>
                </a:cubicBezTo>
                <a:cubicBezTo>
                  <a:pt x="99614" y="242485"/>
                  <a:pt x="137917" y="214161"/>
                  <a:pt x="141543" y="207386"/>
                </a:cubicBezTo>
                <a:cubicBezTo>
                  <a:pt x="144262" y="202307"/>
                  <a:pt x="142422" y="199791"/>
                  <a:pt x="135987" y="199791"/>
                </a:cubicBezTo>
                <a:cubicBezTo>
                  <a:pt x="130714" y="199791"/>
                  <a:pt x="128893" y="192306"/>
                  <a:pt x="127900" y="166538"/>
                </a:cubicBezTo>
                <a:lnTo>
                  <a:pt x="127266" y="150064"/>
                </a:lnTo>
                <a:lnTo>
                  <a:pt x="118230" y="149351"/>
                </a:lnTo>
                <a:cubicBezTo>
                  <a:pt x="113261" y="148959"/>
                  <a:pt x="107898" y="149707"/>
                  <a:pt x="106311" y="151014"/>
                </a:cubicBezTo>
                <a:cubicBezTo>
                  <a:pt x="104470" y="152530"/>
                  <a:pt x="102255" y="151977"/>
                  <a:pt x="100187" y="149485"/>
                </a:cubicBezTo>
                <a:cubicBezTo>
                  <a:pt x="98405" y="147337"/>
                  <a:pt x="93728" y="145581"/>
                  <a:pt x="89795" y="145581"/>
                </a:cubicBezTo>
                <a:cubicBezTo>
                  <a:pt x="82532" y="145581"/>
                  <a:pt x="79509" y="141725"/>
                  <a:pt x="79509" y="132462"/>
                </a:cubicBezTo>
                <a:cubicBezTo>
                  <a:pt x="79509" y="129370"/>
                  <a:pt x="77720" y="127510"/>
                  <a:pt x="74746" y="127510"/>
                </a:cubicBezTo>
                <a:cubicBezTo>
                  <a:pt x="66661" y="127510"/>
                  <a:pt x="61439" y="119085"/>
                  <a:pt x="61439" y="106041"/>
                </a:cubicBezTo>
                <a:cubicBezTo>
                  <a:pt x="61439" y="94056"/>
                  <a:pt x="61402" y="94007"/>
                  <a:pt x="51376" y="92403"/>
                </a:cubicBezTo>
                <a:cubicBezTo>
                  <a:pt x="41507" y="90825"/>
                  <a:pt x="41357" y="90638"/>
                  <a:pt x="43631" y="82710"/>
                </a:cubicBezTo>
                <a:cubicBezTo>
                  <a:pt x="46841" y="71517"/>
                  <a:pt x="46650" y="70719"/>
                  <a:pt x="40756" y="70719"/>
                </a:cubicBezTo>
                <a:cubicBezTo>
                  <a:pt x="36165" y="70719"/>
                  <a:pt x="35750" y="69551"/>
                  <a:pt x="37174" y="60642"/>
                </a:cubicBezTo>
                <a:cubicBezTo>
                  <a:pt x="39267" y="47555"/>
                  <a:pt x="31942" y="24727"/>
                  <a:pt x="23391" y="17685"/>
                </a:cubicBezTo>
                <a:lnTo>
                  <a:pt x="16983" y="12409"/>
                </a:lnTo>
                <a:lnTo>
                  <a:pt x="27512" y="5441"/>
                </a:lnTo>
                <a:cubicBezTo>
                  <a:pt x="36589" y="-566"/>
                  <a:pt x="38942" y="-1116"/>
                  <a:pt x="44577" y="1452"/>
                </a:cubicBezTo>
                <a:cubicBezTo>
                  <a:pt x="50920" y="4342"/>
                  <a:pt x="52469" y="8771"/>
                  <a:pt x="51418" y="21016"/>
                </a:cubicBezTo>
                <a:cubicBezTo>
                  <a:pt x="51144" y="24205"/>
                  <a:pt x="52304" y="29399"/>
                  <a:pt x="53995" y="32559"/>
                </a:cubicBezTo>
                <a:cubicBezTo>
                  <a:pt x="55686" y="35718"/>
                  <a:pt x="56925" y="42138"/>
                  <a:pt x="56749" y="46824"/>
                </a:cubicBezTo>
                <a:cubicBezTo>
                  <a:pt x="56573" y="51511"/>
                  <a:pt x="58717" y="59420"/>
                  <a:pt x="61515" y="64401"/>
                </a:cubicBezTo>
                <a:cubicBezTo>
                  <a:pt x="64313" y="69382"/>
                  <a:pt x="66683" y="76616"/>
                  <a:pt x="66783" y="80478"/>
                </a:cubicBezTo>
                <a:cubicBezTo>
                  <a:pt x="66944" y="86723"/>
                  <a:pt x="67209" y="86928"/>
                  <a:pt x="69183" y="82335"/>
                </a:cubicBezTo>
                <a:cubicBezTo>
                  <a:pt x="71476" y="76999"/>
                  <a:pt x="71863" y="77758"/>
                  <a:pt x="72797" y="89434"/>
                </a:cubicBezTo>
                <a:cubicBezTo>
                  <a:pt x="72939" y="91209"/>
                  <a:pt x="74996" y="94114"/>
                  <a:pt x="77368" y="95891"/>
                </a:cubicBezTo>
                <a:cubicBezTo>
                  <a:pt x="79740" y="97667"/>
                  <a:pt x="82447" y="102604"/>
                  <a:pt x="83382" y="106862"/>
                </a:cubicBezTo>
                <a:cubicBezTo>
                  <a:pt x="84688" y="112811"/>
                  <a:pt x="86501" y="114603"/>
                  <a:pt x="91209" y="114603"/>
                </a:cubicBezTo>
                <a:cubicBezTo>
                  <a:pt x="99379" y="114603"/>
                  <a:pt x="110872" y="119677"/>
                  <a:pt x="115649" y="125394"/>
                </a:cubicBezTo>
                <a:cubicBezTo>
                  <a:pt x="117952" y="128149"/>
                  <a:pt x="124752" y="130674"/>
                  <a:pt x="132428" y="131624"/>
                </a:cubicBezTo>
                <a:cubicBezTo>
                  <a:pt x="141521" y="132750"/>
                  <a:pt x="146878" y="135032"/>
                  <a:pt x="150553" y="139348"/>
                </a:cubicBezTo>
                <a:cubicBezTo>
                  <a:pt x="154982" y="144548"/>
                  <a:pt x="158885" y="145694"/>
                  <a:pt x="176368" y="146927"/>
                </a:cubicBezTo>
                <a:cubicBezTo>
                  <a:pt x="205380" y="148973"/>
                  <a:pt x="204499" y="148736"/>
                  <a:pt x="211382" y="156343"/>
                </a:cubicBezTo>
                <a:cubicBezTo>
                  <a:pt x="219859" y="165712"/>
                  <a:pt x="228327" y="167989"/>
                  <a:pt x="230401" y="161456"/>
                </a:cubicBezTo>
                <a:cubicBezTo>
                  <a:pt x="231901" y="156729"/>
                  <a:pt x="241748" y="152072"/>
                  <a:pt x="244475" y="154799"/>
                </a:cubicBezTo>
                <a:cubicBezTo>
                  <a:pt x="248005" y="158329"/>
                  <a:pt x="238595" y="195092"/>
                  <a:pt x="229656" y="212698"/>
                </a:cubicBezTo>
                <a:cubicBezTo>
                  <a:pt x="224250" y="223347"/>
                  <a:pt x="218479" y="236706"/>
                  <a:pt x="216833" y="242385"/>
                </a:cubicBezTo>
                <a:cubicBezTo>
                  <a:pt x="208092" y="272545"/>
                  <a:pt x="205996" y="281464"/>
                  <a:pt x="205960" y="288674"/>
                </a:cubicBezTo>
                <a:cubicBezTo>
                  <a:pt x="205939" y="293031"/>
                  <a:pt x="204795" y="298338"/>
                  <a:pt x="203418" y="300468"/>
                </a:cubicBezTo>
                <a:cubicBezTo>
                  <a:pt x="201194" y="303910"/>
                  <a:pt x="200920" y="303910"/>
                  <a:pt x="200956" y="300468"/>
                </a:cubicBezTo>
                <a:cubicBezTo>
                  <a:pt x="201123" y="284393"/>
                  <a:pt x="207229" y="256741"/>
                  <a:pt x="214917" y="237240"/>
                </a:cubicBezTo>
                <a:cubicBezTo>
                  <a:pt x="219951" y="224471"/>
                  <a:pt x="224070" y="212844"/>
                  <a:pt x="224070" y="211401"/>
                </a:cubicBezTo>
                <a:cubicBezTo>
                  <a:pt x="224070" y="209958"/>
                  <a:pt x="221625" y="207250"/>
                  <a:pt x="218637" y="205384"/>
                </a:cubicBezTo>
                <a:cubicBezTo>
                  <a:pt x="215583" y="203477"/>
                  <a:pt x="213971" y="203233"/>
                  <a:pt x="214956" y="204826"/>
                </a:cubicBezTo>
                <a:cubicBezTo>
                  <a:pt x="215920" y="206386"/>
                  <a:pt x="215897" y="211356"/>
                  <a:pt x="214905" y="215873"/>
                </a:cubicBezTo>
                <a:lnTo>
                  <a:pt x="213101" y="224084"/>
                </a:lnTo>
                <a:lnTo>
                  <a:pt x="208491" y="218391"/>
                </a:lnTo>
                <a:cubicBezTo>
                  <a:pt x="202731" y="211277"/>
                  <a:pt x="199260" y="211160"/>
                  <a:pt x="197466" y="218019"/>
                </a:cubicBezTo>
                <a:cubicBezTo>
                  <a:pt x="196615" y="221276"/>
                  <a:pt x="197499" y="223887"/>
                  <a:pt x="199747" y="224749"/>
                </a:cubicBezTo>
                <a:cubicBezTo>
                  <a:pt x="201766" y="225524"/>
                  <a:pt x="203418" y="227264"/>
                  <a:pt x="203418" y="228616"/>
                </a:cubicBezTo>
                <a:cubicBezTo>
                  <a:pt x="203418" y="229967"/>
                  <a:pt x="202337" y="230405"/>
                  <a:pt x="201015" y="229588"/>
                </a:cubicBezTo>
                <a:cubicBezTo>
                  <a:pt x="199694" y="228771"/>
                  <a:pt x="197882" y="229283"/>
                  <a:pt x="196991" y="230726"/>
                </a:cubicBezTo>
                <a:cubicBezTo>
                  <a:pt x="196099" y="232169"/>
                  <a:pt x="196692" y="233350"/>
                  <a:pt x="198308" y="233350"/>
                </a:cubicBezTo>
                <a:cubicBezTo>
                  <a:pt x="200240" y="233350"/>
                  <a:pt x="200656" y="236041"/>
                  <a:pt x="199523" y="241200"/>
                </a:cubicBezTo>
                <a:cubicBezTo>
                  <a:pt x="198474" y="245978"/>
                  <a:pt x="199012" y="250512"/>
                  <a:pt x="200899" y="252786"/>
                </a:cubicBezTo>
                <a:cubicBezTo>
                  <a:pt x="203352" y="255741"/>
                  <a:pt x="203212" y="256824"/>
                  <a:pt x="200228" y="257969"/>
                </a:cubicBezTo>
                <a:cubicBezTo>
                  <a:pt x="197388" y="259059"/>
                  <a:pt x="196716" y="262734"/>
                  <a:pt x="197509" y="272843"/>
                </a:cubicBezTo>
                <a:cubicBezTo>
                  <a:pt x="198508" y="285590"/>
                  <a:pt x="198348" y="286008"/>
                  <a:pt x="194340" y="281107"/>
                </a:cubicBezTo>
                <a:cubicBezTo>
                  <a:pt x="190355" y="276233"/>
                  <a:pt x="190188" y="276860"/>
                  <a:pt x="191370" y="292273"/>
                </a:cubicBezTo>
                <a:cubicBezTo>
                  <a:pt x="192505" y="307076"/>
                  <a:pt x="195674" y="318043"/>
                  <a:pt x="195674" y="307167"/>
                </a:cubicBezTo>
                <a:cubicBezTo>
                  <a:pt x="195674" y="303112"/>
                  <a:pt x="196059" y="303066"/>
                  <a:pt x="199681" y="306687"/>
                </a:cubicBezTo>
                <a:cubicBezTo>
                  <a:pt x="202942" y="309948"/>
                  <a:pt x="203185" y="312507"/>
                  <a:pt x="200986" y="320424"/>
                </a:cubicBezTo>
                <a:cubicBezTo>
                  <a:pt x="199500" y="325776"/>
                  <a:pt x="198103" y="334801"/>
                  <a:pt x="197882" y="340480"/>
                </a:cubicBezTo>
                <a:lnTo>
                  <a:pt x="197480" y="350806"/>
                </a:lnTo>
                <a:lnTo>
                  <a:pt x="195674" y="339189"/>
                </a:lnTo>
                <a:cubicBezTo>
                  <a:pt x="194403" y="331014"/>
                  <a:pt x="193753" y="337239"/>
                  <a:pt x="193480" y="360201"/>
                </a:cubicBezTo>
                <a:cubicBezTo>
                  <a:pt x="193236" y="380786"/>
                  <a:pt x="194603" y="400790"/>
                  <a:pt x="197184" y="414396"/>
                </a:cubicBezTo>
                <a:cubicBezTo>
                  <a:pt x="200612" y="432468"/>
                  <a:pt x="200758" y="438399"/>
                  <a:pt x="198086" y="450991"/>
                </a:cubicBezTo>
                <a:cubicBezTo>
                  <a:pt x="196258" y="459605"/>
                  <a:pt x="194082" y="464699"/>
                  <a:pt x="192986" y="462927"/>
                </a:cubicBezTo>
                <a:cubicBezTo>
                  <a:pt x="191158" y="459970"/>
                  <a:pt x="190587" y="461135"/>
                  <a:pt x="186260" y="476652"/>
                </a:cubicBezTo>
                <a:cubicBezTo>
                  <a:pt x="185567" y="479136"/>
                  <a:pt x="186240" y="481169"/>
                  <a:pt x="187756" y="481169"/>
                </a:cubicBezTo>
                <a:cubicBezTo>
                  <a:pt x="189271" y="481169"/>
                  <a:pt x="190682" y="479136"/>
                  <a:pt x="190891" y="476652"/>
                </a:cubicBezTo>
                <a:cubicBezTo>
                  <a:pt x="191099" y="474167"/>
                  <a:pt x="192060" y="479104"/>
                  <a:pt x="193026" y="487623"/>
                </a:cubicBezTo>
                <a:cubicBezTo>
                  <a:pt x="193992" y="496142"/>
                  <a:pt x="194538" y="503459"/>
                  <a:pt x="194241" y="503884"/>
                </a:cubicBezTo>
                <a:cubicBezTo>
                  <a:pt x="193943" y="504308"/>
                  <a:pt x="188265" y="499952"/>
                  <a:pt x="181623" y="494203"/>
                </a:cubicBezTo>
                <a:close/>
              </a:path>
            </a:pathLst>
          </a:custGeom>
          <a:solidFill>
            <a:srgbClr val="B9B9B9"/>
          </a:solidFill>
          <a:ln w="5163" cap="flat">
            <a:noFill/>
            <a:prstDash val="solid"/>
            <a:miter/>
          </a:ln>
        </p:spPr>
        <p:txBody>
          <a:bodyPr/>
          <a:lstStyle/>
          <a:p>
            <a:endParaRPr lang="es-419" noProof="0" dirty="0"/>
          </a:p>
        </p:txBody>
      </p:sp>
      <p:sp>
        <p:nvSpPr>
          <p:cNvPr id="53" name="Forma libre: forma 52">
            <a:extLst>
              <a:ext uri="{FF2B5EF4-FFF2-40B4-BE49-F238E27FC236}">
                <a16:creationId xmlns:a16="http://schemas.microsoft.com/office/drawing/2014/main" id="{F49E566C-E6C7-F0D0-3FC3-4D0E0FA78F9C}"/>
              </a:ext>
            </a:extLst>
          </p:cNvPr>
          <p:cNvSpPr/>
          <p:nvPr/>
        </p:nvSpPr>
        <p:spPr>
          <a:xfrm>
            <a:off x="920115" y="1646957"/>
            <a:ext cx="379561" cy="415583"/>
          </a:xfrm>
          <a:custGeom>
            <a:avLst/>
            <a:gdLst>
              <a:gd name="csX0" fmla="*/ 203090 w 379561"/>
              <a:gd name="csY0" fmla="*/ 414284 h 415583"/>
              <a:gd name="csX1" fmla="*/ 197077 w 379561"/>
              <a:gd name="csY1" fmla="*/ 404675 h 415583"/>
              <a:gd name="csX2" fmla="*/ 192271 w 379561"/>
              <a:gd name="csY2" fmla="*/ 395646 h 415583"/>
              <a:gd name="csX3" fmla="*/ 171007 w 379561"/>
              <a:gd name="csY3" fmla="*/ 397866 h 415583"/>
              <a:gd name="csX4" fmla="*/ 166946 w 379561"/>
              <a:gd name="csY4" fmla="*/ 392738 h 415583"/>
              <a:gd name="csX5" fmla="*/ 171214 w 379561"/>
              <a:gd name="csY5" fmla="*/ 375323 h 415583"/>
              <a:gd name="csX6" fmla="*/ 168526 w 379561"/>
              <a:gd name="csY6" fmla="*/ 359903 h 415583"/>
              <a:gd name="csX7" fmla="*/ 135682 w 379561"/>
              <a:gd name="csY7" fmla="*/ 348579 h 415583"/>
              <a:gd name="csX8" fmla="*/ 130456 w 379561"/>
              <a:gd name="csY8" fmla="*/ 344743 h 415583"/>
              <a:gd name="csX9" fmla="*/ 123707 w 379561"/>
              <a:gd name="csY9" fmla="*/ 339434 h 415583"/>
              <a:gd name="csX10" fmla="*/ 111898 w 379561"/>
              <a:gd name="csY10" fmla="*/ 326710 h 415583"/>
              <a:gd name="csX11" fmla="*/ 102819 w 379561"/>
              <a:gd name="csY11" fmla="*/ 312359 h 415583"/>
              <a:gd name="csX12" fmla="*/ 100189 w 379561"/>
              <a:gd name="csY12" fmla="*/ 303716 h 415583"/>
              <a:gd name="csX13" fmla="*/ 96495 w 379561"/>
              <a:gd name="csY13" fmla="*/ 291424 h 415583"/>
              <a:gd name="csX14" fmla="*/ 91114 w 379561"/>
              <a:gd name="csY14" fmla="*/ 269668 h 415583"/>
              <a:gd name="csX15" fmla="*/ 73368 w 379561"/>
              <a:gd name="csY15" fmla="*/ 228658 h 415583"/>
              <a:gd name="csX16" fmla="*/ 56149 w 379561"/>
              <a:gd name="csY16" fmla="*/ 225592 h 415583"/>
              <a:gd name="csX17" fmla="*/ 38234 w 379561"/>
              <a:gd name="csY17" fmla="*/ 218995 h 415583"/>
              <a:gd name="csX18" fmla="*/ 14702 w 379561"/>
              <a:gd name="csY18" fmla="*/ 179229 h 415583"/>
              <a:gd name="csX19" fmla="*/ 4675 w 379561"/>
              <a:gd name="csY19" fmla="*/ 165798 h 415583"/>
              <a:gd name="csX20" fmla="*/ 1771 w 379561"/>
              <a:gd name="csY20" fmla="*/ 155184 h 415583"/>
              <a:gd name="csX21" fmla="*/ 712 w 379561"/>
              <a:gd name="csY21" fmla="*/ 126667 h 415583"/>
              <a:gd name="csX22" fmla="*/ 2557 w 379561"/>
              <a:gd name="csY22" fmla="*/ 104522 h 415583"/>
              <a:gd name="csX23" fmla="*/ 16402 w 379561"/>
              <a:gd name="csY23" fmla="*/ 104522 h 415583"/>
              <a:gd name="csX24" fmla="*/ 46584 w 379561"/>
              <a:gd name="csY24" fmla="*/ 95540 h 415583"/>
              <a:gd name="csX25" fmla="*/ 48520 w 379561"/>
              <a:gd name="csY25" fmla="*/ 81044 h 415583"/>
              <a:gd name="csX26" fmla="*/ 53693 w 379561"/>
              <a:gd name="csY26" fmla="*/ 64536 h 415583"/>
              <a:gd name="csX27" fmla="*/ 57236 w 379561"/>
              <a:gd name="csY27" fmla="*/ 49938 h 415583"/>
              <a:gd name="csX28" fmla="*/ 61307 w 379561"/>
              <a:gd name="csY28" fmla="*/ 39986 h 415583"/>
              <a:gd name="csX29" fmla="*/ 72238 w 379561"/>
              <a:gd name="csY29" fmla="*/ 37166 h 415583"/>
              <a:gd name="csX30" fmla="*/ 75921 w 379561"/>
              <a:gd name="csY30" fmla="*/ 26420 h 415583"/>
              <a:gd name="csX31" fmla="*/ 86217 w 379561"/>
              <a:gd name="csY31" fmla="*/ 9008 h 415583"/>
              <a:gd name="csX32" fmla="*/ 91229 w 379561"/>
              <a:gd name="csY32" fmla="*/ 3610 h 415583"/>
              <a:gd name="csX33" fmla="*/ 100572 w 379561"/>
              <a:gd name="csY33" fmla="*/ 6016 h 415583"/>
              <a:gd name="csX34" fmla="*/ 115842 w 379561"/>
              <a:gd name="csY34" fmla="*/ 15498 h 415583"/>
              <a:gd name="csX35" fmla="*/ 130061 w 379561"/>
              <a:gd name="csY35" fmla="*/ 25801 h 415583"/>
              <a:gd name="csX36" fmla="*/ 153502 w 379561"/>
              <a:gd name="csY36" fmla="*/ 36020 h 415583"/>
              <a:gd name="csX37" fmla="*/ 166647 w 379561"/>
              <a:gd name="csY37" fmla="*/ 35196 h 415583"/>
              <a:gd name="csX38" fmla="*/ 177014 w 379561"/>
              <a:gd name="csY38" fmla="*/ 35079 h 415583"/>
              <a:gd name="csX39" fmla="*/ 199575 w 379561"/>
              <a:gd name="csY39" fmla="*/ 42570 h 415583"/>
              <a:gd name="csX40" fmla="*/ 223114 w 379561"/>
              <a:gd name="csY40" fmla="*/ 30983 h 415583"/>
              <a:gd name="csX41" fmla="*/ 243392 w 379561"/>
              <a:gd name="csY41" fmla="*/ 13562 h 415583"/>
              <a:gd name="csX42" fmla="*/ 257664 w 379561"/>
              <a:gd name="csY42" fmla="*/ 14175 h 415583"/>
              <a:gd name="csX43" fmla="*/ 270020 w 379561"/>
              <a:gd name="csY43" fmla="*/ 16753 h 415583"/>
              <a:gd name="csX44" fmla="*/ 290519 w 379561"/>
              <a:gd name="csY44" fmla="*/ 30455 h 415583"/>
              <a:gd name="csX45" fmla="*/ 307913 w 379561"/>
              <a:gd name="csY45" fmla="*/ 52734 h 415583"/>
              <a:gd name="csX46" fmla="*/ 307918 w 379561"/>
              <a:gd name="csY46" fmla="*/ 71135 h 415583"/>
              <a:gd name="csX47" fmla="*/ 305239 w 379561"/>
              <a:gd name="csY47" fmla="*/ 92635 h 415583"/>
              <a:gd name="csX48" fmla="*/ 300393 w 379561"/>
              <a:gd name="csY48" fmla="*/ 116124 h 415583"/>
              <a:gd name="csX49" fmla="*/ 296534 w 379561"/>
              <a:gd name="csY49" fmla="*/ 139467 h 415583"/>
              <a:gd name="csX50" fmla="*/ 294862 w 379561"/>
              <a:gd name="csY50" fmla="*/ 144381 h 415583"/>
              <a:gd name="csX51" fmla="*/ 302443 w 379561"/>
              <a:gd name="csY51" fmla="*/ 174221 h 415583"/>
              <a:gd name="csX52" fmla="*/ 331579 w 379561"/>
              <a:gd name="csY52" fmla="*/ 200036 h 415583"/>
              <a:gd name="csX53" fmla="*/ 345885 w 379561"/>
              <a:gd name="csY53" fmla="*/ 204322 h 415583"/>
              <a:gd name="csX54" fmla="*/ 358173 w 379561"/>
              <a:gd name="csY54" fmla="*/ 192088 h 415583"/>
              <a:gd name="csX55" fmla="*/ 365209 w 379561"/>
              <a:gd name="csY55" fmla="*/ 177533 h 415583"/>
              <a:gd name="csX56" fmla="*/ 378528 w 379561"/>
              <a:gd name="csY56" fmla="*/ 217259 h 415583"/>
              <a:gd name="csX57" fmla="*/ 379561 w 379561"/>
              <a:gd name="csY57" fmla="*/ 233192 h 415583"/>
              <a:gd name="csX58" fmla="*/ 368302 w 379561"/>
              <a:gd name="csY58" fmla="*/ 234810 h 415583"/>
              <a:gd name="csX59" fmla="*/ 342845 w 379561"/>
              <a:gd name="csY59" fmla="*/ 234877 h 415583"/>
              <a:gd name="csX60" fmla="*/ 294625 w 379561"/>
              <a:gd name="csY60" fmla="*/ 235311 h 415583"/>
              <a:gd name="csX61" fmla="*/ 265550 w 379561"/>
              <a:gd name="csY61" fmla="*/ 264572 h 415583"/>
              <a:gd name="csX62" fmla="*/ 257155 w 379561"/>
              <a:gd name="csY62" fmla="*/ 290178 h 415583"/>
              <a:gd name="csX63" fmla="*/ 253059 w 379561"/>
              <a:gd name="csY63" fmla="*/ 303293 h 415583"/>
              <a:gd name="csX64" fmla="*/ 248021 w 379561"/>
              <a:gd name="csY64" fmla="*/ 307811 h 415583"/>
              <a:gd name="csX65" fmla="*/ 241573 w 379561"/>
              <a:gd name="csY65" fmla="*/ 316201 h 415583"/>
              <a:gd name="csX66" fmla="*/ 230054 w 379561"/>
              <a:gd name="csY66" fmla="*/ 378609 h 415583"/>
              <a:gd name="csX67" fmla="*/ 225886 w 379561"/>
              <a:gd name="csY67" fmla="*/ 411224 h 415583"/>
              <a:gd name="csX68" fmla="*/ 203090 w 379561"/>
              <a:gd name="csY68" fmla="*/ 414284 h 4155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Lst>
            <a:rect l="l" t="t" r="r" b="b"/>
            <a:pathLst>
              <a:path w="379561" h="415583">
                <a:moveTo>
                  <a:pt x="203090" y="414284"/>
                </a:moveTo>
                <a:cubicBezTo>
                  <a:pt x="200763" y="412907"/>
                  <a:pt x="198058" y="408583"/>
                  <a:pt x="197077" y="404675"/>
                </a:cubicBezTo>
                <a:cubicBezTo>
                  <a:pt x="196096" y="400766"/>
                  <a:pt x="193933" y="396703"/>
                  <a:pt x="192271" y="395646"/>
                </a:cubicBezTo>
                <a:cubicBezTo>
                  <a:pt x="187214" y="392429"/>
                  <a:pt x="177806" y="393412"/>
                  <a:pt x="171007" y="397866"/>
                </a:cubicBezTo>
                <a:cubicBezTo>
                  <a:pt x="162395" y="403509"/>
                  <a:pt x="159848" y="400293"/>
                  <a:pt x="166946" y="392738"/>
                </a:cubicBezTo>
                <a:cubicBezTo>
                  <a:pt x="171625" y="387757"/>
                  <a:pt x="172379" y="384679"/>
                  <a:pt x="171214" y="375323"/>
                </a:cubicBezTo>
                <a:cubicBezTo>
                  <a:pt x="170436" y="369072"/>
                  <a:pt x="169226" y="362133"/>
                  <a:pt x="168526" y="359903"/>
                </a:cubicBezTo>
                <a:cubicBezTo>
                  <a:pt x="167058" y="355229"/>
                  <a:pt x="141404" y="346384"/>
                  <a:pt x="135682" y="348579"/>
                </a:cubicBezTo>
                <a:cubicBezTo>
                  <a:pt x="133235" y="349518"/>
                  <a:pt x="131342" y="348128"/>
                  <a:pt x="130456" y="344743"/>
                </a:cubicBezTo>
                <a:cubicBezTo>
                  <a:pt x="129618" y="341535"/>
                  <a:pt x="126946" y="339434"/>
                  <a:pt x="123707" y="339434"/>
                </a:cubicBezTo>
                <a:cubicBezTo>
                  <a:pt x="119877" y="339434"/>
                  <a:pt x="116504" y="335800"/>
                  <a:pt x="111898" y="326710"/>
                </a:cubicBezTo>
                <a:cubicBezTo>
                  <a:pt x="108351" y="319711"/>
                  <a:pt x="104266" y="313253"/>
                  <a:pt x="102819" y="312359"/>
                </a:cubicBezTo>
                <a:cubicBezTo>
                  <a:pt x="101373" y="311465"/>
                  <a:pt x="100189" y="307575"/>
                  <a:pt x="100189" y="303716"/>
                </a:cubicBezTo>
                <a:cubicBezTo>
                  <a:pt x="100189" y="299856"/>
                  <a:pt x="98526" y="294325"/>
                  <a:pt x="96495" y="291424"/>
                </a:cubicBezTo>
                <a:cubicBezTo>
                  <a:pt x="94463" y="288523"/>
                  <a:pt x="92041" y="278733"/>
                  <a:pt x="91114" y="269668"/>
                </a:cubicBezTo>
                <a:cubicBezTo>
                  <a:pt x="89247" y="251425"/>
                  <a:pt x="83480" y="238096"/>
                  <a:pt x="73368" y="228658"/>
                </a:cubicBezTo>
                <a:cubicBezTo>
                  <a:pt x="67157" y="222862"/>
                  <a:pt x="65968" y="222650"/>
                  <a:pt x="56149" y="225592"/>
                </a:cubicBezTo>
                <a:cubicBezTo>
                  <a:pt x="44901" y="228962"/>
                  <a:pt x="38234" y="226507"/>
                  <a:pt x="38234" y="218995"/>
                </a:cubicBezTo>
                <a:cubicBezTo>
                  <a:pt x="38234" y="211509"/>
                  <a:pt x="24381" y="188100"/>
                  <a:pt x="14702" y="179229"/>
                </a:cubicBezTo>
                <a:cubicBezTo>
                  <a:pt x="9187" y="174175"/>
                  <a:pt x="4675" y="168131"/>
                  <a:pt x="4675" y="165798"/>
                </a:cubicBezTo>
                <a:cubicBezTo>
                  <a:pt x="4675" y="163466"/>
                  <a:pt x="3368" y="158689"/>
                  <a:pt x="1771" y="155184"/>
                </a:cubicBezTo>
                <a:cubicBezTo>
                  <a:pt x="-157" y="150952"/>
                  <a:pt x="-513" y="141373"/>
                  <a:pt x="712" y="126667"/>
                </a:cubicBezTo>
                <a:lnTo>
                  <a:pt x="2557" y="104522"/>
                </a:lnTo>
                <a:lnTo>
                  <a:pt x="16402" y="104522"/>
                </a:lnTo>
                <a:cubicBezTo>
                  <a:pt x="30035" y="104522"/>
                  <a:pt x="42866" y="100703"/>
                  <a:pt x="46584" y="95540"/>
                </a:cubicBezTo>
                <a:cubicBezTo>
                  <a:pt x="47627" y="94091"/>
                  <a:pt x="48499" y="87568"/>
                  <a:pt x="48520" y="81044"/>
                </a:cubicBezTo>
                <a:cubicBezTo>
                  <a:pt x="48549" y="72518"/>
                  <a:pt x="50004" y="67875"/>
                  <a:pt x="53693" y="64536"/>
                </a:cubicBezTo>
                <a:cubicBezTo>
                  <a:pt x="57798" y="60822"/>
                  <a:pt x="58508" y="57895"/>
                  <a:pt x="57236" y="49938"/>
                </a:cubicBezTo>
                <a:cubicBezTo>
                  <a:pt x="55795" y="40930"/>
                  <a:pt x="56182" y="39986"/>
                  <a:pt x="61307" y="39986"/>
                </a:cubicBezTo>
                <a:cubicBezTo>
                  <a:pt x="64421" y="39986"/>
                  <a:pt x="69340" y="38717"/>
                  <a:pt x="72238" y="37166"/>
                </a:cubicBezTo>
                <a:cubicBezTo>
                  <a:pt x="76432" y="34922"/>
                  <a:pt x="77183" y="32731"/>
                  <a:pt x="75921" y="26420"/>
                </a:cubicBezTo>
                <a:cubicBezTo>
                  <a:pt x="74260" y="18119"/>
                  <a:pt x="79648" y="9008"/>
                  <a:pt x="86217" y="9008"/>
                </a:cubicBezTo>
                <a:cubicBezTo>
                  <a:pt x="88031" y="9008"/>
                  <a:pt x="90286" y="6579"/>
                  <a:pt x="91229" y="3610"/>
                </a:cubicBezTo>
                <a:cubicBezTo>
                  <a:pt x="92878" y="-1587"/>
                  <a:pt x="93226" y="-1498"/>
                  <a:pt x="100572" y="6016"/>
                </a:cubicBezTo>
                <a:cubicBezTo>
                  <a:pt x="104769" y="10308"/>
                  <a:pt x="111640" y="14575"/>
                  <a:pt x="115842" y="15498"/>
                </a:cubicBezTo>
                <a:cubicBezTo>
                  <a:pt x="120151" y="16445"/>
                  <a:pt x="126350" y="20937"/>
                  <a:pt x="130061" y="25801"/>
                </a:cubicBezTo>
                <a:cubicBezTo>
                  <a:pt x="137904" y="36084"/>
                  <a:pt x="151245" y="41900"/>
                  <a:pt x="153502" y="36020"/>
                </a:cubicBezTo>
                <a:cubicBezTo>
                  <a:pt x="155231" y="31515"/>
                  <a:pt x="162509" y="31058"/>
                  <a:pt x="166647" y="35196"/>
                </a:cubicBezTo>
                <a:cubicBezTo>
                  <a:pt x="168865" y="37413"/>
                  <a:pt x="171448" y="37384"/>
                  <a:pt x="177014" y="35079"/>
                </a:cubicBezTo>
                <a:cubicBezTo>
                  <a:pt x="186293" y="31236"/>
                  <a:pt x="197119" y="34830"/>
                  <a:pt x="199575" y="42570"/>
                </a:cubicBezTo>
                <a:cubicBezTo>
                  <a:pt x="202586" y="52057"/>
                  <a:pt x="211392" y="47722"/>
                  <a:pt x="223114" y="30983"/>
                </a:cubicBezTo>
                <a:cubicBezTo>
                  <a:pt x="231922" y="18404"/>
                  <a:pt x="235698" y="15160"/>
                  <a:pt x="243392" y="13562"/>
                </a:cubicBezTo>
                <a:cubicBezTo>
                  <a:pt x="248841" y="12430"/>
                  <a:pt x="254889" y="12690"/>
                  <a:pt x="257664" y="14175"/>
                </a:cubicBezTo>
                <a:cubicBezTo>
                  <a:pt x="260313" y="15593"/>
                  <a:pt x="265874" y="16753"/>
                  <a:pt x="270020" y="16753"/>
                </a:cubicBezTo>
                <a:cubicBezTo>
                  <a:pt x="275778" y="16753"/>
                  <a:pt x="280624" y="19992"/>
                  <a:pt x="290519" y="30455"/>
                </a:cubicBezTo>
                <a:cubicBezTo>
                  <a:pt x="297647" y="37991"/>
                  <a:pt x="305474" y="48017"/>
                  <a:pt x="307913" y="52734"/>
                </a:cubicBezTo>
                <a:cubicBezTo>
                  <a:pt x="312104" y="60839"/>
                  <a:pt x="312105" y="61851"/>
                  <a:pt x="307918" y="71135"/>
                </a:cubicBezTo>
                <a:cubicBezTo>
                  <a:pt x="304686" y="78303"/>
                  <a:pt x="303961" y="84117"/>
                  <a:pt x="305239" y="92635"/>
                </a:cubicBezTo>
                <a:cubicBezTo>
                  <a:pt x="306699" y="102374"/>
                  <a:pt x="305896" y="106269"/>
                  <a:pt x="300393" y="116124"/>
                </a:cubicBezTo>
                <a:cubicBezTo>
                  <a:pt x="293385" y="128678"/>
                  <a:pt x="292058" y="136701"/>
                  <a:pt x="296534" y="139467"/>
                </a:cubicBezTo>
                <a:cubicBezTo>
                  <a:pt x="298276" y="140544"/>
                  <a:pt x="297669" y="142329"/>
                  <a:pt x="294862" y="144381"/>
                </a:cubicBezTo>
                <a:cubicBezTo>
                  <a:pt x="289162" y="148549"/>
                  <a:pt x="291010" y="155821"/>
                  <a:pt x="302443" y="174221"/>
                </a:cubicBezTo>
                <a:cubicBezTo>
                  <a:pt x="315893" y="195868"/>
                  <a:pt x="320598" y="200036"/>
                  <a:pt x="331579" y="200036"/>
                </a:cubicBezTo>
                <a:cubicBezTo>
                  <a:pt x="336873" y="200036"/>
                  <a:pt x="343264" y="201951"/>
                  <a:pt x="345885" y="204322"/>
                </a:cubicBezTo>
                <a:cubicBezTo>
                  <a:pt x="351730" y="209612"/>
                  <a:pt x="352148" y="209195"/>
                  <a:pt x="358173" y="192088"/>
                </a:cubicBezTo>
                <a:cubicBezTo>
                  <a:pt x="360854" y="184473"/>
                  <a:pt x="364021" y="177924"/>
                  <a:pt x="365209" y="177533"/>
                </a:cubicBezTo>
                <a:cubicBezTo>
                  <a:pt x="369150" y="176239"/>
                  <a:pt x="377478" y="201079"/>
                  <a:pt x="378528" y="217259"/>
                </a:cubicBezTo>
                <a:lnTo>
                  <a:pt x="379561" y="233192"/>
                </a:lnTo>
                <a:lnTo>
                  <a:pt x="368302" y="234810"/>
                </a:lnTo>
                <a:cubicBezTo>
                  <a:pt x="362110" y="235699"/>
                  <a:pt x="350654" y="235730"/>
                  <a:pt x="342845" y="234877"/>
                </a:cubicBezTo>
                <a:cubicBezTo>
                  <a:pt x="300900" y="230295"/>
                  <a:pt x="296475" y="230334"/>
                  <a:pt x="294625" y="235311"/>
                </a:cubicBezTo>
                <a:cubicBezTo>
                  <a:pt x="292370" y="241375"/>
                  <a:pt x="269321" y="264572"/>
                  <a:pt x="265550" y="264572"/>
                </a:cubicBezTo>
                <a:cubicBezTo>
                  <a:pt x="261474" y="264572"/>
                  <a:pt x="258070" y="274955"/>
                  <a:pt x="257155" y="290178"/>
                </a:cubicBezTo>
                <a:cubicBezTo>
                  <a:pt x="256642" y="298710"/>
                  <a:pt x="255211" y="303293"/>
                  <a:pt x="253059" y="303293"/>
                </a:cubicBezTo>
                <a:cubicBezTo>
                  <a:pt x="251239" y="303294"/>
                  <a:pt x="248973" y="305327"/>
                  <a:pt x="248021" y="307811"/>
                </a:cubicBezTo>
                <a:cubicBezTo>
                  <a:pt x="247070" y="310296"/>
                  <a:pt x="244168" y="314071"/>
                  <a:pt x="241573" y="316201"/>
                </a:cubicBezTo>
                <a:cubicBezTo>
                  <a:pt x="235220" y="321415"/>
                  <a:pt x="231367" y="342287"/>
                  <a:pt x="230054" y="378609"/>
                </a:cubicBezTo>
                <a:cubicBezTo>
                  <a:pt x="229366" y="397612"/>
                  <a:pt x="227827" y="409663"/>
                  <a:pt x="225886" y="411224"/>
                </a:cubicBezTo>
                <a:cubicBezTo>
                  <a:pt x="220922" y="415217"/>
                  <a:pt x="207671" y="416995"/>
                  <a:pt x="203090" y="414284"/>
                </a:cubicBezTo>
                <a:close/>
              </a:path>
            </a:pathLst>
          </a:custGeom>
          <a:solidFill>
            <a:srgbClr val="B9B9B9"/>
          </a:solidFill>
          <a:ln w="5163" cap="flat">
            <a:noFill/>
            <a:prstDash val="solid"/>
            <a:miter/>
          </a:ln>
        </p:spPr>
        <p:txBody>
          <a:bodyPr/>
          <a:lstStyle/>
          <a:p>
            <a:endParaRPr lang="es-419" noProof="0" dirty="0"/>
          </a:p>
        </p:txBody>
      </p:sp>
      <p:sp>
        <p:nvSpPr>
          <p:cNvPr id="54" name="Forma libre: forma 53">
            <a:extLst>
              <a:ext uri="{FF2B5EF4-FFF2-40B4-BE49-F238E27FC236}">
                <a16:creationId xmlns:a16="http://schemas.microsoft.com/office/drawing/2014/main" id="{5F259139-4B92-499C-8F8B-3C14B9260665}"/>
              </a:ext>
            </a:extLst>
          </p:cNvPr>
          <p:cNvSpPr/>
          <p:nvPr/>
        </p:nvSpPr>
        <p:spPr>
          <a:xfrm>
            <a:off x="845627" y="1846993"/>
            <a:ext cx="4301" cy="5162"/>
          </a:xfrm>
          <a:custGeom>
            <a:avLst/>
            <a:gdLst>
              <a:gd name="csX0" fmla="*/ 4301 w 4301"/>
              <a:gd name="csY0" fmla="*/ 2581 h 5162"/>
              <a:gd name="csX1" fmla="*/ 1567 w 4301"/>
              <a:gd name="csY1" fmla="*/ 0 h 5162"/>
              <a:gd name="csX2" fmla="*/ 429 w 4301"/>
              <a:gd name="csY2" fmla="*/ 2581 h 5162"/>
              <a:gd name="csX3" fmla="*/ 3163 w 4301"/>
              <a:gd name="csY3" fmla="*/ 5163 h 5162"/>
              <a:gd name="csX4" fmla="*/ 4301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4301" y="2581"/>
                </a:moveTo>
                <a:cubicBezTo>
                  <a:pt x="4301" y="1162"/>
                  <a:pt x="3071" y="0"/>
                  <a:pt x="1567" y="0"/>
                </a:cubicBezTo>
                <a:cubicBezTo>
                  <a:pt x="64" y="0"/>
                  <a:pt x="-449" y="1162"/>
                  <a:pt x="429" y="2581"/>
                </a:cubicBezTo>
                <a:cubicBezTo>
                  <a:pt x="1306" y="4001"/>
                  <a:pt x="2537" y="5163"/>
                  <a:pt x="3163" y="5163"/>
                </a:cubicBezTo>
                <a:cubicBezTo>
                  <a:pt x="3789" y="5163"/>
                  <a:pt x="4301" y="4001"/>
                  <a:pt x="4301" y="2581"/>
                </a:cubicBezTo>
                <a:close/>
              </a:path>
            </a:pathLst>
          </a:custGeom>
          <a:solidFill>
            <a:srgbClr val="00C100"/>
          </a:solidFill>
          <a:ln w="5163" cap="flat">
            <a:noFill/>
            <a:prstDash val="solid"/>
            <a:miter/>
          </a:ln>
        </p:spPr>
        <p:txBody>
          <a:bodyPr/>
          <a:lstStyle/>
          <a:p>
            <a:endParaRPr lang="es-419" noProof="0" dirty="0"/>
          </a:p>
        </p:txBody>
      </p:sp>
      <p:sp>
        <p:nvSpPr>
          <p:cNvPr id="55" name="Forma libre: forma 54">
            <a:extLst>
              <a:ext uri="{FF2B5EF4-FFF2-40B4-BE49-F238E27FC236}">
                <a16:creationId xmlns:a16="http://schemas.microsoft.com/office/drawing/2014/main" id="{5BE38090-8D92-FE4E-4333-5E069F9BB22C}"/>
              </a:ext>
            </a:extLst>
          </p:cNvPr>
          <p:cNvSpPr/>
          <p:nvPr/>
        </p:nvSpPr>
        <p:spPr>
          <a:xfrm>
            <a:off x="1407174" y="1572075"/>
            <a:ext cx="229470" cy="427142"/>
          </a:xfrm>
          <a:custGeom>
            <a:avLst/>
            <a:gdLst>
              <a:gd name="csX0" fmla="*/ 59479 w 229470"/>
              <a:gd name="csY0" fmla="*/ 423996 h 427142"/>
              <a:gd name="csX1" fmla="*/ 59694 w 229470"/>
              <a:gd name="csY1" fmla="*/ 396698 h 427142"/>
              <a:gd name="csX2" fmla="*/ 53195 w 229470"/>
              <a:gd name="csY2" fmla="*/ 362114 h 427142"/>
              <a:gd name="csX3" fmla="*/ 47446 w 229470"/>
              <a:gd name="csY3" fmla="*/ 337138 h 427142"/>
              <a:gd name="csX4" fmla="*/ 40306 w 229470"/>
              <a:gd name="csY4" fmla="*/ 312349 h 427142"/>
              <a:gd name="csX5" fmla="*/ 32609 w 229470"/>
              <a:gd name="csY5" fmla="*/ 289116 h 427142"/>
              <a:gd name="csX6" fmla="*/ 35070 w 229470"/>
              <a:gd name="csY6" fmla="*/ 271899 h 427142"/>
              <a:gd name="csX7" fmla="*/ 32418 w 229470"/>
              <a:gd name="csY7" fmla="*/ 260780 h 427142"/>
              <a:gd name="csX8" fmla="*/ 33172 w 229470"/>
              <a:gd name="csY8" fmla="*/ 247019 h 427142"/>
              <a:gd name="csX9" fmla="*/ 57856 w 229470"/>
              <a:gd name="csY9" fmla="*/ 240981 h 427142"/>
              <a:gd name="csX10" fmla="*/ 80243 w 229470"/>
              <a:gd name="csY10" fmla="*/ 236439 h 427142"/>
              <a:gd name="csX11" fmla="*/ 76436 w 229470"/>
              <a:gd name="csY11" fmla="*/ 228427 h 427142"/>
              <a:gd name="csX12" fmla="*/ 66283 w 229470"/>
              <a:gd name="csY12" fmla="*/ 225870 h 427142"/>
              <a:gd name="csX13" fmla="*/ 61369 w 229470"/>
              <a:gd name="csY13" fmla="*/ 221998 h 427142"/>
              <a:gd name="csX14" fmla="*/ 54487 w 229470"/>
              <a:gd name="csY14" fmla="*/ 218126 h 427142"/>
              <a:gd name="csX15" fmla="*/ 50882 w 229470"/>
              <a:gd name="csY15" fmla="*/ 215226 h 427142"/>
              <a:gd name="csX16" fmla="*/ 39078 w 229470"/>
              <a:gd name="csY16" fmla="*/ 199827 h 427142"/>
              <a:gd name="csX17" fmla="*/ 27028 w 229470"/>
              <a:gd name="csY17" fmla="*/ 179593 h 427142"/>
              <a:gd name="csX18" fmla="*/ 26078 w 229470"/>
              <a:gd name="csY18" fmla="*/ 170317 h 427142"/>
              <a:gd name="csX19" fmla="*/ 23581 w 229470"/>
              <a:gd name="csY19" fmla="*/ 162984 h 427142"/>
              <a:gd name="csX20" fmla="*/ 11790 w 229470"/>
              <a:gd name="csY20" fmla="*/ 145065 h 427142"/>
              <a:gd name="csX21" fmla="*/ 0 w 229470"/>
              <a:gd name="csY21" fmla="*/ 132934 h 427142"/>
              <a:gd name="csX22" fmla="*/ 16266 w 229470"/>
              <a:gd name="csY22" fmla="*/ 118970 h 427142"/>
              <a:gd name="csX23" fmla="*/ 37313 w 229470"/>
              <a:gd name="csY23" fmla="*/ 107565 h 427142"/>
              <a:gd name="csX24" fmla="*/ 42526 w 229470"/>
              <a:gd name="csY24" fmla="*/ 109268 h 427142"/>
              <a:gd name="csX25" fmla="*/ 48759 w 229470"/>
              <a:gd name="csY25" fmla="*/ 100129 h 427142"/>
              <a:gd name="csX26" fmla="*/ 49251 w 229470"/>
              <a:gd name="csY26" fmla="*/ 64399 h 427142"/>
              <a:gd name="csX27" fmla="*/ 38960 w 229470"/>
              <a:gd name="csY27" fmla="*/ 62708 h 427142"/>
              <a:gd name="csX28" fmla="*/ 28744 w 229470"/>
              <a:gd name="csY28" fmla="*/ 61040 h 427142"/>
              <a:gd name="csX29" fmla="*/ 53379 w 229470"/>
              <a:gd name="csY29" fmla="*/ 39197 h 427142"/>
              <a:gd name="csX30" fmla="*/ 71905 w 229470"/>
              <a:gd name="csY30" fmla="*/ 19485 h 427142"/>
              <a:gd name="csX31" fmla="*/ 90959 w 229470"/>
              <a:gd name="csY31" fmla="*/ 8717 h 427142"/>
              <a:gd name="csX32" fmla="*/ 109824 w 229470"/>
              <a:gd name="csY32" fmla="*/ 6256 h 427142"/>
              <a:gd name="csX33" fmla="*/ 121001 w 229470"/>
              <a:gd name="csY33" fmla="*/ 2822 h 427142"/>
              <a:gd name="csX34" fmla="*/ 122428 w 229470"/>
              <a:gd name="csY34" fmla="*/ 8347 h 427142"/>
              <a:gd name="csX35" fmla="*/ 111269 w 229470"/>
              <a:gd name="csY35" fmla="*/ 31492 h 427142"/>
              <a:gd name="csX36" fmla="*/ 125654 w 229470"/>
              <a:gd name="csY36" fmla="*/ 68353 h 427142"/>
              <a:gd name="csX37" fmla="*/ 129394 w 229470"/>
              <a:gd name="csY37" fmla="*/ 83822 h 427142"/>
              <a:gd name="csX38" fmla="*/ 132621 w 229470"/>
              <a:gd name="csY38" fmla="*/ 87380 h 427142"/>
              <a:gd name="csX39" fmla="*/ 129420 w 229470"/>
              <a:gd name="csY39" fmla="*/ 96950 h 427142"/>
              <a:gd name="csX40" fmla="*/ 135228 w 229470"/>
              <a:gd name="csY40" fmla="*/ 104581 h 427142"/>
              <a:gd name="csX41" fmla="*/ 149666 w 229470"/>
              <a:gd name="csY41" fmla="*/ 122913 h 427142"/>
              <a:gd name="csX42" fmla="*/ 159752 w 229470"/>
              <a:gd name="csY42" fmla="*/ 139280 h 427142"/>
              <a:gd name="csX43" fmla="*/ 168181 w 229470"/>
              <a:gd name="csY43" fmla="*/ 148315 h 427142"/>
              <a:gd name="csX44" fmla="*/ 179067 w 229470"/>
              <a:gd name="csY44" fmla="*/ 159986 h 427142"/>
              <a:gd name="csX45" fmla="*/ 189769 w 229470"/>
              <a:gd name="csY45" fmla="*/ 164249 h 427142"/>
              <a:gd name="csX46" fmla="*/ 197030 w 229470"/>
              <a:gd name="csY46" fmla="*/ 167037 h 427142"/>
              <a:gd name="csX47" fmla="*/ 208574 w 229470"/>
              <a:gd name="csY47" fmla="*/ 163915 h 427142"/>
              <a:gd name="csX48" fmla="*/ 216996 w 229470"/>
              <a:gd name="csY48" fmla="*/ 163915 h 427142"/>
              <a:gd name="csX49" fmla="*/ 217738 w 229470"/>
              <a:gd name="csY49" fmla="*/ 187794 h 427142"/>
              <a:gd name="csX50" fmla="*/ 224437 w 229470"/>
              <a:gd name="csY50" fmla="*/ 212516 h 427142"/>
              <a:gd name="csX51" fmla="*/ 229386 w 229470"/>
              <a:gd name="csY51" fmla="*/ 216389 h 427142"/>
              <a:gd name="csX52" fmla="*/ 185958 w 229470"/>
              <a:gd name="csY52" fmla="*/ 248433 h 427142"/>
              <a:gd name="csX53" fmla="*/ 168142 w 229470"/>
              <a:gd name="csY53" fmla="*/ 261325 h 427142"/>
              <a:gd name="csX54" fmla="*/ 158371 w 229470"/>
              <a:gd name="csY54" fmla="*/ 277501 h 427142"/>
              <a:gd name="csX55" fmla="*/ 143795 w 229470"/>
              <a:gd name="csY55" fmla="*/ 286536 h 427142"/>
              <a:gd name="csX56" fmla="*/ 128870 w 229470"/>
              <a:gd name="csY56" fmla="*/ 295569 h 427142"/>
              <a:gd name="csX57" fmla="*/ 127129 w 229470"/>
              <a:gd name="csY57" fmla="*/ 308193 h 427142"/>
              <a:gd name="csX58" fmla="*/ 130400 w 229470"/>
              <a:gd name="csY58" fmla="*/ 326436 h 427142"/>
              <a:gd name="csX59" fmla="*/ 134994 w 229470"/>
              <a:gd name="csY59" fmla="*/ 349937 h 427142"/>
              <a:gd name="csX60" fmla="*/ 142327 w 229470"/>
              <a:gd name="csY60" fmla="*/ 362849 h 427142"/>
              <a:gd name="csX61" fmla="*/ 123210 w 229470"/>
              <a:gd name="csY61" fmla="*/ 373013 h 427142"/>
              <a:gd name="csX62" fmla="*/ 101651 w 229470"/>
              <a:gd name="csY62" fmla="*/ 397639 h 427142"/>
              <a:gd name="csX63" fmla="*/ 95883 w 229470"/>
              <a:gd name="csY63" fmla="*/ 407869 h 427142"/>
              <a:gd name="csX64" fmla="*/ 86571 w 229470"/>
              <a:gd name="csY64" fmla="*/ 418453 h 427142"/>
              <a:gd name="csX65" fmla="*/ 80167 w 229470"/>
              <a:gd name="csY65" fmla="*/ 421479 h 427142"/>
              <a:gd name="csX66" fmla="*/ 70822 w 229470"/>
              <a:gd name="csY66" fmla="*/ 423763 h 427142"/>
              <a:gd name="csX67" fmla="*/ 59479 w 229470"/>
              <a:gd name="csY67" fmla="*/ 423996 h 42714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Lst>
            <a:rect l="l" t="t" r="r" b="b"/>
            <a:pathLst>
              <a:path w="229470" h="427142">
                <a:moveTo>
                  <a:pt x="59479" y="423996"/>
                </a:moveTo>
                <a:cubicBezTo>
                  <a:pt x="59345" y="422222"/>
                  <a:pt x="59442" y="409937"/>
                  <a:pt x="59694" y="396698"/>
                </a:cubicBezTo>
                <a:cubicBezTo>
                  <a:pt x="60117" y="374482"/>
                  <a:pt x="59616" y="371817"/>
                  <a:pt x="53195" y="362114"/>
                </a:cubicBezTo>
                <a:cubicBezTo>
                  <a:pt x="47165" y="353002"/>
                  <a:pt x="46399" y="349674"/>
                  <a:pt x="47446" y="337138"/>
                </a:cubicBezTo>
                <a:cubicBezTo>
                  <a:pt x="48558" y="323819"/>
                  <a:pt x="47993" y="321857"/>
                  <a:pt x="40306" y="312349"/>
                </a:cubicBezTo>
                <a:cubicBezTo>
                  <a:pt x="33058" y="303383"/>
                  <a:pt x="32044" y="300323"/>
                  <a:pt x="32609" y="289116"/>
                </a:cubicBezTo>
                <a:cubicBezTo>
                  <a:pt x="32967" y="282017"/>
                  <a:pt x="34074" y="274269"/>
                  <a:pt x="35070" y="271899"/>
                </a:cubicBezTo>
                <a:cubicBezTo>
                  <a:pt x="36124" y="269390"/>
                  <a:pt x="35017" y="264746"/>
                  <a:pt x="32418" y="260780"/>
                </a:cubicBezTo>
                <a:cubicBezTo>
                  <a:pt x="28144" y="254257"/>
                  <a:pt x="28176" y="253678"/>
                  <a:pt x="33172" y="247019"/>
                </a:cubicBezTo>
                <a:cubicBezTo>
                  <a:pt x="38159" y="240374"/>
                  <a:pt x="39247" y="240108"/>
                  <a:pt x="57856" y="240981"/>
                </a:cubicBezTo>
                <a:cubicBezTo>
                  <a:pt x="75524" y="241809"/>
                  <a:pt x="77593" y="241390"/>
                  <a:pt x="80243" y="236439"/>
                </a:cubicBezTo>
                <a:cubicBezTo>
                  <a:pt x="82790" y="231679"/>
                  <a:pt x="82305" y="230659"/>
                  <a:pt x="76436" y="228427"/>
                </a:cubicBezTo>
                <a:cubicBezTo>
                  <a:pt x="72737" y="227021"/>
                  <a:pt x="68168" y="225870"/>
                  <a:pt x="66283" y="225870"/>
                </a:cubicBezTo>
                <a:cubicBezTo>
                  <a:pt x="64397" y="225870"/>
                  <a:pt x="62186" y="224127"/>
                  <a:pt x="61369" y="221998"/>
                </a:cubicBezTo>
                <a:cubicBezTo>
                  <a:pt x="60552" y="219868"/>
                  <a:pt x="57455" y="218126"/>
                  <a:pt x="54487" y="218126"/>
                </a:cubicBezTo>
                <a:cubicBezTo>
                  <a:pt x="51152" y="218126"/>
                  <a:pt x="49775" y="217018"/>
                  <a:pt x="50882" y="215226"/>
                </a:cubicBezTo>
                <a:cubicBezTo>
                  <a:pt x="51914" y="213556"/>
                  <a:pt x="46909" y="207027"/>
                  <a:pt x="39078" y="199827"/>
                </a:cubicBezTo>
                <a:cubicBezTo>
                  <a:pt x="27017" y="188739"/>
                  <a:pt x="25656" y="186453"/>
                  <a:pt x="27028" y="179593"/>
                </a:cubicBezTo>
                <a:cubicBezTo>
                  <a:pt x="27878" y="175340"/>
                  <a:pt x="27451" y="171165"/>
                  <a:pt x="26078" y="170317"/>
                </a:cubicBezTo>
                <a:cubicBezTo>
                  <a:pt x="24704" y="169468"/>
                  <a:pt x="23581" y="166168"/>
                  <a:pt x="23581" y="162984"/>
                </a:cubicBezTo>
                <a:cubicBezTo>
                  <a:pt x="23581" y="159602"/>
                  <a:pt x="18679" y="152152"/>
                  <a:pt x="11790" y="145065"/>
                </a:cubicBezTo>
                <a:lnTo>
                  <a:pt x="0" y="132934"/>
                </a:lnTo>
                <a:lnTo>
                  <a:pt x="16266" y="118970"/>
                </a:lnTo>
                <a:cubicBezTo>
                  <a:pt x="29571" y="107549"/>
                  <a:pt x="33403" y="105472"/>
                  <a:pt x="37313" y="107565"/>
                </a:cubicBezTo>
                <a:cubicBezTo>
                  <a:pt x="39942" y="108972"/>
                  <a:pt x="42288" y="109738"/>
                  <a:pt x="42526" y="109268"/>
                </a:cubicBezTo>
                <a:cubicBezTo>
                  <a:pt x="42764" y="108799"/>
                  <a:pt x="45569" y="104686"/>
                  <a:pt x="48759" y="100129"/>
                </a:cubicBezTo>
                <a:cubicBezTo>
                  <a:pt x="56473" y="89108"/>
                  <a:pt x="56720" y="71159"/>
                  <a:pt x="49251" y="64399"/>
                </a:cubicBezTo>
                <a:cubicBezTo>
                  <a:pt x="44880" y="60443"/>
                  <a:pt x="43064" y="60145"/>
                  <a:pt x="38960" y="62708"/>
                </a:cubicBezTo>
                <a:cubicBezTo>
                  <a:pt x="31928" y="67099"/>
                  <a:pt x="28744" y="66579"/>
                  <a:pt x="28744" y="61040"/>
                </a:cubicBezTo>
                <a:cubicBezTo>
                  <a:pt x="28744" y="53145"/>
                  <a:pt x="42480" y="40966"/>
                  <a:pt x="53379" y="39197"/>
                </a:cubicBezTo>
                <a:cubicBezTo>
                  <a:pt x="66115" y="37130"/>
                  <a:pt x="70109" y="32880"/>
                  <a:pt x="71905" y="19485"/>
                </a:cubicBezTo>
                <a:cubicBezTo>
                  <a:pt x="73827" y="5162"/>
                  <a:pt x="82115" y="478"/>
                  <a:pt x="90959" y="8717"/>
                </a:cubicBezTo>
                <a:cubicBezTo>
                  <a:pt x="98823" y="16043"/>
                  <a:pt x="101930" y="15638"/>
                  <a:pt x="109824" y="6256"/>
                </a:cubicBezTo>
                <a:cubicBezTo>
                  <a:pt x="116173" y="-1290"/>
                  <a:pt x="116721" y="-1458"/>
                  <a:pt x="121001" y="2822"/>
                </a:cubicBezTo>
                <a:cubicBezTo>
                  <a:pt x="124083" y="5904"/>
                  <a:pt x="124533" y="7646"/>
                  <a:pt x="122428" y="8347"/>
                </a:cubicBezTo>
                <a:cubicBezTo>
                  <a:pt x="108913" y="12852"/>
                  <a:pt x="101196" y="28858"/>
                  <a:pt x="111269" y="31492"/>
                </a:cubicBezTo>
                <a:cubicBezTo>
                  <a:pt x="117751" y="33187"/>
                  <a:pt x="127868" y="59114"/>
                  <a:pt x="125654" y="68353"/>
                </a:cubicBezTo>
                <a:cubicBezTo>
                  <a:pt x="122658" y="80848"/>
                  <a:pt x="122997" y="82249"/>
                  <a:pt x="129394" y="83822"/>
                </a:cubicBezTo>
                <a:cubicBezTo>
                  <a:pt x="133741" y="84890"/>
                  <a:pt x="134786" y="86042"/>
                  <a:pt x="132621" y="87380"/>
                </a:cubicBezTo>
                <a:cubicBezTo>
                  <a:pt x="130861" y="88468"/>
                  <a:pt x="129420" y="92774"/>
                  <a:pt x="129420" y="96950"/>
                </a:cubicBezTo>
                <a:cubicBezTo>
                  <a:pt x="129420" y="103090"/>
                  <a:pt x="130531" y="104549"/>
                  <a:pt x="135228" y="104581"/>
                </a:cubicBezTo>
                <a:cubicBezTo>
                  <a:pt x="144939" y="104647"/>
                  <a:pt x="147895" y="108401"/>
                  <a:pt x="149666" y="122913"/>
                </a:cubicBezTo>
                <a:cubicBezTo>
                  <a:pt x="151241" y="135814"/>
                  <a:pt x="151964" y="136987"/>
                  <a:pt x="159752" y="139280"/>
                </a:cubicBezTo>
                <a:cubicBezTo>
                  <a:pt x="166352" y="141223"/>
                  <a:pt x="168150" y="143150"/>
                  <a:pt x="168181" y="148315"/>
                </a:cubicBezTo>
                <a:cubicBezTo>
                  <a:pt x="168242" y="158306"/>
                  <a:pt x="171565" y="161869"/>
                  <a:pt x="179067" y="159986"/>
                </a:cubicBezTo>
                <a:cubicBezTo>
                  <a:pt x="184111" y="158720"/>
                  <a:pt x="186588" y="159706"/>
                  <a:pt x="189769" y="164249"/>
                </a:cubicBezTo>
                <a:cubicBezTo>
                  <a:pt x="193006" y="168870"/>
                  <a:pt x="194589" y="169478"/>
                  <a:pt x="197030" y="167037"/>
                </a:cubicBezTo>
                <a:cubicBezTo>
                  <a:pt x="198747" y="165320"/>
                  <a:pt x="203942" y="163915"/>
                  <a:pt x="208574" y="163915"/>
                </a:cubicBezTo>
                <a:lnTo>
                  <a:pt x="216996" y="163915"/>
                </a:lnTo>
                <a:lnTo>
                  <a:pt x="217738" y="187794"/>
                </a:lnTo>
                <a:cubicBezTo>
                  <a:pt x="218444" y="210514"/>
                  <a:pt x="218769" y="211713"/>
                  <a:pt x="224437" y="212516"/>
                </a:cubicBezTo>
                <a:cubicBezTo>
                  <a:pt x="227714" y="212981"/>
                  <a:pt x="229940" y="214723"/>
                  <a:pt x="229386" y="216389"/>
                </a:cubicBezTo>
                <a:cubicBezTo>
                  <a:pt x="227670" y="221537"/>
                  <a:pt x="190328" y="249091"/>
                  <a:pt x="185958" y="248433"/>
                </a:cubicBezTo>
                <a:cubicBezTo>
                  <a:pt x="178411" y="247297"/>
                  <a:pt x="168142" y="254728"/>
                  <a:pt x="168142" y="261325"/>
                </a:cubicBezTo>
                <a:cubicBezTo>
                  <a:pt x="168142" y="269993"/>
                  <a:pt x="163608" y="277499"/>
                  <a:pt x="158371" y="277501"/>
                </a:cubicBezTo>
                <a:cubicBezTo>
                  <a:pt x="155936" y="277502"/>
                  <a:pt x="149377" y="281568"/>
                  <a:pt x="143795" y="286536"/>
                </a:cubicBezTo>
                <a:cubicBezTo>
                  <a:pt x="138212" y="291504"/>
                  <a:pt x="131496" y="295569"/>
                  <a:pt x="128870" y="295569"/>
                </a:cubicBezTo>
                <a:cubicBezTo>
                  <a:pt x="121381" y="295569"/>
                  <a:pt x="120392" y="302737"/>
                  <a:pt x="127129" y="308193"/>
                </a:cubicBezTo>
                <a:cubicBezTo>
                  <a:pt x="132769" y="312760"/>
                  <a:pt x="132971" y="313884"/>
                  <a:pt x="130400" y="326436"/>
                </a:cubicBezTo>
                <a:cubicBezTo>
                  <a:pt x="127799" y="339132"/>
                  <a:pt x="128033" y="340327"/>
                  <a:pt x="134994" y="349937"/>
                </a:cubicBezTo>
                <a:cubicBezTo>
                  <a:pt x="139027" y="355505"/>
                  <a:pt x="142327" y="361315"/>
                  <a:pt x="142327" y="362849"/>
                </a:cubicBezTo>
                <a:cubicBezTo>
                  <a:pt x="142327" y="368872"/>
                  <a:pt x="134539" y="373013"/>
                  <a:pt x="123210" y="373013"/>
                </a:cubicBezTo>
                <a:cubicBezTo>
                  <a:pt x="109180" y="373013"/>
                  <a:pt x="103724" y="379244"/>
                  <a:pt x="101651" y="397639"/>
                </a:cubicBezTo>
                <a:cubicBezTo>
                  <a:pt x="100573" y="407198"/>
                  <a:pt x="99540" y="409030"/>
                  <a:pt x="95883" y="407869"/>
                </a:cubicBezTo>
                <a:cubicBezTo>
                  <a:pt x="90324" y="406105"/>
                  <a:pt x="84411" y="412825"/>
                  <a:pt x="86571" y="418453"/>
                </a:cubicBezTo>
                <a:cubicBezTo>
                  <a:pt x="87898" y="421912"/>
                  <a:pt x="86764" y="422448"/>
                  <a:pt x="80167" y="421479"/>
                </a:cubicBezTo>
                <a:cubicBezTo>
                  <a:pt x="74953" y="420714"/>
                  <a:pt x="71686" y="421512"/>
                  <a:pt x="70822" y="423763"/>
                </a:cubicBezTo>
                <a:cubicBezTo>
                  <a:pt x="69146" y="428132"/>
                  <a:pt x="59804" y="428324"/>
                  <a:pt x="59479" y="423996"/>
                </a:cubicBezTo>
                <a:close/>
              </a:path>
            </a:pathLst>
          </a:custGeom>
          <a:solidFill>
            <a:srgbClr val="B9B9B9"/>
          </a:solidFill>
          <a:ln w="5163" cap="flat">
            <a:noFill/>
            <a:prstDash val="solid"/>
            <a:miter/>
          </a:ln>
        </p:spPr>
        <p:txBody>
          <a:bodyPr/>
          <a:lstStyle/>
          <a:p>
            <a:endParaRPr lang="es-419" noProof="0" dirty="0"/>
          </a:p>
        </p:txBody>
      </p:sp>
      <p:sp>
        <p:nvSpPr>
          <p:cNvPr id="56" name="Forma libre: forma 55">
            <a:extLst>
              <a:ext uri="{FF2B5EF4-FFF2-40B4-BE49-F238E27FC236}">
                <a16:creationId xmlns:a16="http://schemas.microsoft.com/office/drawing/2014/main" id="{510910CB-FE40-E649-3081-998ADA3797D0}"/>
              </a:ext>
            </a:extLst>
          </p:cNvPr>
          <p:cNvSpPr/>
          <p:nvPr/>
        </p:nvSpPr>
        <p:spPr>
          <a:xfrm>
            <a:off x="1184880" y="1375117"/>
            <a:ext cx="334306" cy="498738"/>
          </a:xfrm>
          <a:custGeom>
            <a:avLst/>
            <a:gdLst>
              <a:gd name="csX0" fmla="*/ 247743 w 334306"/>
              <a:gd name="csY0" fmla="*/ 496867 h 498738"/>
              <a:gd name="csX1" fmla="*/ 240505 w 334306"/>
              <a:gd name="csY1" fmla="*/ 493884 h 498738"/>
              <a:gd name="csX2" fmla="*/ 219827 w 334306"/>
              <a:gd name="csY2" fmla="*/ 476477 h 498738"/>
              <a:gd name="csX3" fmla="*/ 204292 w 334306"/>
              <a:gd name="csY3" fmla="*/ 470138 h 498738"/>
              <a:gd name="csX4" fmla="*/ 191180 w 334306"/>
              <a:gd name="csY4" fmla="*/ 465927 h 498738"/>
              <a:gd name="csX5" fmla="*/ 185245 w 334306"/>
              <a:gd name="csY5" fmla="*/ 460255 h 498738"/>
              <a:gd name="csX6" fmla="*/ 179372 w 334306"/>
              <a:gd name="csY6" fmla="*/ 456383 h 498738"/>
              <a:gd name="csX7" fmla="*/ 119384 w 334306"/>
              <a:gd name="csY7" fmla="*/ 437991 h 498738"/>
              <a:gd name="csX8" fmla="*/ 89617 w 334306"/>
              <a:gd name="csY8" fmla="*/ 463480 h 498738"/>
              <a:gd name="csX9" fmla="*/ 81270 w 334306"/>
              <a:gd name="csY9" fmla="*/ 471310 h 498738"/>
              <a:gd name="csX10" fmla="*/ 65769 w 334306"/>
              <a:gd name="csY10" fmla="*/ 466800 h 498738"/>
              <a:gd name="csX11" fmla="*/ 41569 w 334306"/>
              <a:gd name="csY11" fmla="*/ 444771 h 498738"/>
              <a:gd name="csX12" fmla="*/ 29063 w 334306"/>
              <a:gd name="csY12" fmla="*/ 422183 h 498738"/>
              <a:gd name="csX13" fmla="*/ 35486 w 334306"/>
              <a:gd name="csY13" fmla="*/ 420247 h 498738"/>
              <a:gd name="csX14" fmla="*/ 36311 w 334306"/>
              <a:gd name="csY14" fmla="*/ 410716 h 498738"/>
              <a:gd name="csX15" fmla="*/ 30682 w 334306"/>
              <a:gd name="csY15" fmla="*/ 404725 h 498738"/>
              <a:gd name="csX16" fmla="*/ 36945 w 334306"/>
              <a:gd name="csY16" fmla="*/ 393771 h 498738"/>
              <a:gd name="csX17" fmla="*/ 44969 w 334306"/>
              <a:gd name="csY17" fmla="*/ 363455 h 498738"/>
              <a:gd name="csX18" fmla="*/ 48481 w 334306"/>
              <a:gd name="csY18" fmla="*/ 335841 h 498738"/>
              <a:gd name="csX19" fmla="*/ 28755 w 334306"/>
              <a:gd name="csY19" fmla="*/ 300210 h 498738"/>
              <a:gd name="csX20" fmla="*/ 9477 w 334306"/>
              <a:gd name="csY20" fmla="*/ 236920 h 498738"/>
              <a:gd name="csX21" fmla="*/ 0 w 334306"/>
              <a:gd name="csY21" fmla="*/ 183956 h 498738"/>
              <a:gd name="csX22" fmla="*/ 8603 w 334306"/>
              <a:gd name="csY22" fmla="*/ 171093 h 498738"/>
              <a:gd name="csX23" fmla="*/ 19247 w 334306"/>
              <a:gd name="csY23" fmla="*/ 157370 h 498738"/>
              <a:gd name="csX24" fmla="*/ 21288 w 334306"/>
              <a:gd name="csY24" fmla="*/ 154226 h 498738"/>
              <a:gd name="csX25" fmla="*/ 42935 w 334306"/>
              <a:gd name="csY25" fmla="*/ 118946 h 498738"/>
              <a:gd name="csX26" fmla="*/ 66467 w 334306"/>
              <a:gd name="csY26" fmla="*/ 79496 h 498738"/>
              <a:gd name="csX27" fmla="*/ 76541 w 334306"/>
              <a:gd name="csY27" fmla="*/ 65175 h 498738"/>
              <a:gd name="csX28" fmla="*/ 97572 w 334306"/>
              <a:gd name="csY28" fmla="*/ 34163 h 498738"/>
              <a:gd name="csX29" fmla="*/ 112627 w 334306"/>
              <a:gd name="csY29" fmla="*/ 9814 h 498738"/>
              <a:gd name="csX30" fmla="*/ 119648 w 334306"/>
              <a:gd name="csY30" fmla="*/ 4329 h 498738"/>
              <a:gd name="csX31" fmla="*/ 132858 w 334306"/>
              <a:gd name="csY31" fmla="*/ 713 h 498738"/>
              <a:gd name="csX32" fmla="*/ 193546 w 334306"/>
              <a:gd name="csY32" fmla="*/ 5578 h 498738"/>
              <a:gd name="csX33" fmla="*/ 220060 w 334306"/>
              <a:gd name="csY33" fmla="*/ 20523 h 498738"/>
              <a:gd name="csX34" fmla="*/ 224578 w 334306"/>
              <a:gd name="csY34" fmla="*/ 25298 h 498738"/>
              <a:gd name="csX35" fmla="*/ 221567 w 334306"/>
              <a:gd name="csY35" fmla="*/ 31335 h 498738"/>
              <a:gd name="csX36" fmla="*/ 217338 w 334306"/>
              <a:gd name="csY36" fmla="*/ 39397 h 498738"/>
              <a:gd name="csX37" fmla="*/ 222891 w 334306"/>
              <a:gd name="csY37" fmla="*/ 37878 h 498738"/>
              <a:gd name="csX38" fmla="*/ 225189 w 334306"/>
              <a:gd name="csY38" fmla="*/ 36902 h 498738"/>
              <a:gd name="csX39" fmla="*/ 234581 w 334306"/>
              <a:gd name="csY39" fmla="*/ 40152 h 498738"/>
              <a:gd name="csX40" fmla="*/ 261177 w 334306"/>
              <a:gd name="csY40" fmla="*/ 57181 h 498738"/>
              <a:gd name="csX41" fmla="*/ 267817 w 334306"/>
              <a:gd name="csY41" fmla="*/ 67059 h 498738"/>
              <a:gd name="csX42" fmla="*/ 274280 w 334306"/>
              <a:gd name="csY42" fmla="*/ 79049 h 498738"/>
              <a:gd name="csX43" fmla="*/ 279443 w 334306"/>
              <a:gd name="csY43" fmla="*/ 91820 h 498738"/>
              <a:gd name="csX44" fmla="*/ 284596 w 334306"/>
              <a:gd name="csY44" fmla="*/ 105775 h 498738"/>
              <a:gd name="csX45" fmla="*/ 291417 w 334306"/>
              <a:gd name="csY45" fmla="*/ 120219 h 498738"/>
              <a:gd name="csX46" fmla="*/ 298659 w 334306"/>
              <a:gd name="csY46" fmla="*/ 133370 h 498738"/>
              <a:gd name="csX47" fmla="*/ 314425 w 334306"/>
              <a:gd name="csY47" fmla="*/ 156674 h 498738"/>
              <a:gd name="csX48" fmla="*/ 323321 w 334306"/>
              <a:gd name="csY48" fmla="*/ 164371 h 498738"/>
              <a:gd name="csX49" fmla="*/ 329277 w 334306"/>
              <a:gd name="csY49" fmla="*/ 172896 h 498738"/>
              <a:gd name="csX50" fmla="*/ 327346 w 334306"/>
              <a:gd name="csY50" fmla="*/ 203260 h 498738"/>
              <a:gd name="csX51" fmla="*/ 321564 w 334306"/>
              <a:gd name="csY51" fmla="*/ 208691 h 498738"/>
              <a:gd name="csX52" fmla="*/ 314839 w 334306"/>
              <a:gd name="csY52" fmla="*/ 201967 h 498738"/>
              <a:gd name="csX53" fmla="*/ 300945 w 334306"/>
              <a:gd name="csY53" fmla="*/ 198679 h 498738"/>
              <a:gd name="csX54" fmla="*/ 291854 w 334306"/>
              <a:gd name="csY54" fmla="*/ 213362 h 498738"/>
              <a:gd name="csX55" fmla="*/ 273477 w 334306"/>
              <a:gd name="csY55" fmla="*/ 233193 h 498738"/>
              <a:gd name="csX56" fmla="*/ 248561 w 334306"/>
              <a:gd name="csY56" fmla="*/ 258261 h 498738"/>
              <a:gd name="csX57" fmla="*/ 254757 w 334306"/>
              <a:gd name="csY57" fmla="*/ 265360 h 498738"/>
              <a:gd name="csX58" fmla="*/ 262758 w 334306"/>
              <a:gd name="csY58" fmla="*/ 262611 h 498738"/>
              <a:gd name="csX59" fmla="*/ 269300 w 334306"/>
              <a:gd name="csY59" fmla="*/ 264243 h 498738"/>
              <a:gd name="csX60" fmla="*/ 257492 w 334306"/>
              <a:gd name="csY60" fmla="*/ 300210 h 498738"/>
              <a:gd name="csX61" fmla="*/ 220205 w 334306"/>
              <a:gd name="csY61" fmla="*/ 329428 h 498738"/>
              <a:gd name="csX62" fmla="*/ 231476 w 334306"/>
              <a:gd name="csY62" fmla="*/ 344578 h 498738"/>
              <a:gd name="csX63" fmla="*/ 244540 w 334306"/>
              <a:gd name="csY63" fmla="*/ 369570 h 498738"/>
              <a:gd name="csX64" fmla="*/ 259568 w 334306"/>
              <a:gd name="csY64" fmla="*/ 400936 h 498738"/>
              <a:gd name="csX65" fmla="*/ 267812 w 334306"/>
              <a:gd name="csY65" fmla="*/ 410972 h 498738"/>
              <a:gd name="csX66" fmla="*/ 272980 w 334306"/>
              <a:gd name="csY66" fmla="*/ 418667 h 498738"/>
              <a:gd name="csX67" fmla="*/ 279745 w 334306"/>
              <a:gd name="csY67" fmla="*/ 423732 h 498738"/>
              <a:gd name="csX68" fmla="*/ 289553 w 334306"/>
              <a:gd name="csY68" fmla="*/ 427604 h 498738"/>
              <a:gd name="csX69" fmla="*/ 298277 w 334306"/>
              <a:gd name="csY69" fmla="*/ 431864 h 498738"/>
              <a:gd name="csX70" fmla="*/ 272913 w 334306"/>
              <a:gd name="csY70" fmla="*/ 433099 h 498738"/>
              <a:gd name="csX71" fmla="*/ 253686 w 334306"/>
              <a:gd name="csY71" fmla="*/ 440109 h 498738"/>
              <a:gd name="csX72" fmla="*/ 252360 w 334306"/>
              <a:gd name="csY72" fmla="*/ 461577 h 498738"/>
              <a:gd name="csX73" fmla="*/ 253346 w 334306"/>
              <a:gd name="csY73" fmla="*/ 468333 h 498738"/>
              <a:gd name="csX74" fmla="*/ 251680 w 334306"/>
              <a:gd name="csY74" fmla="*/ 476637 h 498738"/>
              <a:gd name="csX75" fmla="*/ 251259 w 334306"/>
              <a:gd name="csY75" fmla="*/ 491494 h 498738"/>
              <a:gd name="csX76" fmla="*/ 247743 w 334306"/>
              <a:gd name="csY76" fmla="*/ 496867 h 4987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Lst>
            <a:rect l="l" t="t" r="r" b="b"/>
            <a:pathLst>
              <a:path w="334306" h="498738">
                <a:moveTo>
                  <a:pt x="247743" y="496867"/>
                </a:moveTo>
                <a:cubicBezTo>
                  <a:pt x="246424" y="493506"/>
                  <a:pt x="244367" y="492659"/>
                  <a:pt x="240505" y="493884"/>
                </a:cubicBezTo>
                <a:cubicBezTo>
                  <a:pt x="234008" y="495946"/>
                  <a:pt x="224617" y="488040"/>
                  <a:pt x="219827" y="476477"/>
                </a:cubicBezTo>
                <a:cubicBezTo>
                  <a:pt x="216729" y="468997"/>
                  <a:pt x="216097" y="468739"/>
                  <a:pt x="204292" y="470138"/>
                </a:cubicBezTo>
                <a:cubicBezTo>
                  <a:pt x="193057" y="471468"/>
                  <a:pt x="191916" y="471102"/>
                  <a:pt x="191180" y="465927"/>
                </a:cubicBezTo>
                <a:cubicBezTo>
                  <a:pt x="190659" y="462266"/>
                  <a:pt x="188558" y="460258"/>
                  <a:pt x="185245" y="460255"/>
                </a:cubicBezTo>
                <a:cubicBezTo>
                  <a:pt x="182424" y="460253"/>
                  <a:pt x="179781" y="458510"/>
                  <a:pt x="179372" y="456383"/>
                </a:cubicBezTo>
                <a:cubicBezTo>
                  <a:pt x="178300" y="450818"/>
                  <a:pt x="133997" y="437235"/>
                  <a:pt x="119384" y="437991"/>
                </a:cubicBezTo>
                <a:cubicBezTo>
                  <a:pt x="99217" y="439035"/>
                  <a:pt x="100133" y="438251"/>
                  <a:pt x="89617" y="463480"/>
                </a:cubicBezTo>
                <a:cubicBezTo>
                  <a:pt x="85806" y="472621"/>
                  <a:pt x="84419" y="473923"/>
                  <a:pt x="81270" y="471310"/>
                </a:cubicBezTo>
                <a:cubicBezTo>
                  <a:pt x="79194" y="469587"/>
                  <a:pt x="72218" y="467557"/>
                  <a:pt x="65769" y="466800"/>
                </a:cubicBezTo>
                <a:cubicBezTo>
                  <a:pt x="54283" y="465451"/>
                  <a:pt x="53791" y="465003"/>
                  <a:pt x="41569" y="444771"/>
                </a:cubicBezTo>
                <a:cubicBezTo>
                  <a:pt x="34707" y="433413"/>
                  <a:pt x="29080" y="423248"/>
                  <a:pt x="29063" y="422183"/>
                </a:cubicBezTo>
                <a:cubicBezTo>
                  <a:pt x="29046" y="421119"/>
                  <a:pt x="31937" y="420247"/>
                  <a:pt x="35486" y="420247"/>
                </a:cubicBezTo>
                <a:cubicBezTo>
                  <a:pt x="43403" y="420247"/>
                  <a:pt x="43560" y="418433"/>
                  <a:pt x="36311" y="410716"/>
                </a:cubicBezTo>
                <a:lnTo>
                  <a:pt x="30682" y="404725"/>
                </a:lnTo>
                <a:lnTo>
                  <a:pt x="36945" y="393771"/>
                </a:lnTo>
                <a:cubicBezTo>
                  <a:pt x="41241" y="386255"/>
                  <a:pt x="43760" y="376739"/>
                  <a:pt x="44969" y="363455"/>
                </a:cubicBezTo>
                <a:cubicBezTo>
                  <a:pt x="45939" y="352807"/>
                  <a:pt x="47519" y="340381"/>
                  <a:pt x="48481" y="335841"/>
                </a:cubicBezTo>
                <a:cubicBezTo>
                  <a:pt x="50445" y="326577"/>
                  <a:pt x="45773" y="318139"/>
                  <a:pt x="28755" y="300210"/>
                </a:cubicBezTo>
                <a:cubicBezTo>
                  <a:pt x="18993" y="289925"/>
                  <a:pt x="18916" y="289673"/>
                  <a:pt x="9477" y="236920"/>
                </a:cubicBezTo>
                <a:lnTo>
                  <a:pt x="0" y="183956"/>
                </a:lnTo>
                <a:lnTo>
                  <a:pt x="8603" y="171093"/>
                </a:lnTo>
                <a:cubicBezTo>
                  <a:pt x="13334" y="164019"/>
                  <a:pt x="18124" y="157843"/>
                  <a:pt x="19247" y="157370"/>
                </a:cubicBezTo>
                <a:cubicBezTo>
                  <a:pt x="20370" y="156896"/>
                  <a:pt x="21288" y="155482"/>
                  <a:pt x="21288" y="154226"/>
                </a:cubicBezTo>
                <a:cubicBezTo>
                  <a:pt x="21288" y="152970"/>
                  <a:pt x="31029" y="137094"/>
                  <a:pt x="42935" y="118946"/>
                </a:cubicBezTo>
                <a:cubicBezTo>
                  <a:pt x="54840" y="100798"/>
                  <a:pt x="65430" y="83045"/>
                  <a:pt x="66467" y="79496"/>
                </a:cubicBezTo>
                <a:cubicBezTo>
                  <a:pt x="67505" y="75946"/>
                  <a:pt x="72038" y="69502"/>
                  <a:pt x="76541" y="65175"/>
                </a:cubicBezTo>
                <a:cubicBezTo>
                  <a:pt x="87950" y="54213"/>
                  <a:pt x="95497" y="43084"/>
                  <a:pt x="97572" y="34163"/>
                </a:cubicBezTo>
                <a:cubicBezTo>
                  <a:pt x="99599" y="25448"/>
                  <a:pt x="109249" y="9841"/>
                  <a:pt x="112627" y="9814"/>
                </a:cubicBezTo>
                <a:cubicBezTo>
                  <a:pt x="113880" y="9805"/>
                  <a:pt x="117040" y="7336"/>
                  <a:pt x="119648" y="4329"/>
                </a:cubicBezTo>
                <a:cubicBezTo>
                  <a:pt x="123477" y="-86"/>
                  <a:pt x="126019" y="-782"/>
                  <a:pt x="132858" y="713"/>
                </a:cubicBezTo>
                <a:cubicBezTo>
                  <a:pt x="141063" y="2507"/>
                  <a:pt x="160286" y="4048"/>
                  <a:pt x="193546" y="5578"/>
                </a:cubicBezTo>
                <a:cubicBezTo>
                  <a:pt x="210737" y="6368"/>
                  <a:pt x="220060" y="11623"/>
                  <a:pt x="220060" y="20523"/>
                </a:cubicBezTo>
                <a:cubicBezTo>
                  <a:pt x="220060" y="23333"/>
                  <a:pt x="221912" y="25291"/>
                  <a:pt x="224578" y="25298"/>
                </a:cubicBezTo>
                <a:cubicBezTo>
                  <a:pt x="228025" y="25308"/>
                  <a:pt x="227313" y="26737"/>
                  <a:pt x="221567" y="31335"/>
                </a:cubicBezTo>
                <a:cubicBezTo>
                  <a:pt x="216052" y="35748"/>
                  <a:pt x="214921" y="37903"/>
                  <a:pt x="217338" y="39397"/>
                </a:cubicBezTo>
                <a:cubicBezTo>
                  <a:pt x="219279" y="40596"/>
                  <a:pt x="221565" y="39971"/>
                  <a:pt x="222891" y="37878"/>
                </a:cubicBezTo>
                <a:cubicBezTo>
                  <a:pt x="224130" y="35921"/>
                  <a:pt x="225164" y="35482"/>
                  <a:pt x="225189" y="36902"/>
                </a:cubicBezTo>
                <a:cubicBezTo>
                  <a:pt x="225213" y="38322"/>
                  <a:pt x="229440" y="39784"/>
                  <a:pt x="234581" y="40152"/>
                </a:cubicBezTo>
                <a:cubicBezTo>
                  <a:pt x="243367" y="40781"/>
                  <a:pt x="260731" y="51899"/>
                  <a:pt x="261177" y="57181"/>
                </a:cubicBezTo>
                <a:cubicBezTo>
                  <a:pt x="261279" y="58396"/>
                  <a:pt x="264267" y="62841"/>
                  <a:pt x="267817" y="67059"/>
                </a:cubicBezTo>
                <a:cubicBezTo>
                  <a:pt x="271366" y="71278"/>
                  <a:pt x="274275" y="76673"/>
                  <a:pt x="274280" y="79049"/>
                </a:cubicBezTo>
                <a:cubicBezTo>
                  <a:pt x="274285" y="81424"/>
                  <a:pt x="276609" y="87172"/>
                  <a:pt x="279443" y="91820"/>
                </a:cubicBezTo>
                <a:cubicBezTo>
                  <a:pt x="282277" y="96469"/>
                  <a:pt x="284596" y="102748"/>
                  <a:pt x="284596" y="105775"/>
                </a:cubicBezTo>
                <a:cubicBezTo>
                  <a:pt x="284596" y="108801"/>
                  <a:pt x="287666" y="115301"/>
                  <a:pt x="291417" y="120219"/>
                </a:cubicBezTo>
                <a:cubicBezTo>
                  <a:pt x="295169" y="125138"/>
                  <a:pt x="298428" y="131056"/>
                  <a:pt x="298659" y="133370"/>
                </a:cubicBezTo>
                <a:cubicBezTo>
                  <a:pt x="299477" y="141547"/>
                  <a:pt x="305637" y="150653"/>
                  <a:pt x="314425" y="156674"/>
                </a:cubicBezTo>
                <a:cubicBezTo>
                  <a:pt x="319316" y="160026"/>
                  <a:pt x="323320" y="163489"/>
                  <a:pt x="323321" y="164371"/>
                </a:cubicBezTo>
                <a:cubicBezTo>
                  <a:pt x="323323" y="165253"/>
                  <a:pt x="326003" y="169089"/>
                  <a:pt x="329277" y="172896"/>
                </a:cubicBezTo>
                <a:cubicBezTo>
                  <a:pt x="336682" y="181505"/>
                  <a:pt x="335803" y="195314"/>
                  <a:pt x="327346" y="203260"/>
                </a:cubicBezTo>
                <a:lnTo>
                  <a:pt x="321564" y="208691"/>
                </a:lnTo>
                <a:lnTo>
                  <a:pt x="314839" y="201967"/>
                </a:lnTo>
                <a:cubicBezTo>
                  <a:pt x="308661" y="195789"/>
                  <a:pt x="307532" y="195522"/>
                  <a:pt x="300945" y="198679"/>
                </a:cubicBezTo>
                <a:cubicBezTo>
                  <a:pt x="295346" y="201363"/>
                  <a:pt x="293353" y="204582"/>
                  <a:pt x="291854" y="213362"/>
                </a:cubicBezTo>
                <a:cubicBezTo>
                  <a:pt x="289357" y="227993"/>
                  <a:pt x="286547" y="231025"/>
                  <a:pt x="273477" y="233193"/>
                </a:cubicBezTo>
                <a:cubicBezTo>
                  <a:pt x="260663" y="235319"/>
                  <a:pt x="248722" y="247333"/>
                  <a:pt x="248561" y="258261"/>
                </a:cubicBezTo>
                <a:cubicBezTo>
                  <a:pt x="248475" y="264096"/>
                  <a:pt x="249579" y="265360"/>
                  <a:pt x="254757" y="265360"/>
                </a:cubicBezTo>
                <a:cubicBezTo>
                  <a:pt x="258223" y="265360"/>
                  <a:pt x="261823" y="264123"/>
                  <a:pt x="262758" y="262611"/>
                </a:cubicBezTo>
                <a:cubicBezTo>
                  <a:pt x="263872" y="260808"/>
                  <a:pt x="266124" y="261370"/>
                  <a:pt x="269300" y="264243"/>
                </a:cubicBezTo>
                <a:cubicBezTo>
                  <a:pt x="279445" y="273424"/>
                  <a:pt x="270651" y="300210"/>
                  <a:pt x="257492" y="300210"/>
                </a:cubicBezTo>
                <a:cubicBezTo>
                  <a:pt x="250513" y="300210"/>
                  <a:pt x="220446" y="323770"/>
                  <a:pt x="220205" y="329428"/>
                </a:cubicBezTo>
                <a:cubicBezTo>
                  <a:pt x="220125" y="331300"/>
                  <a:pt x="225197" y="338118"/>
                  <a:pt x="231476" y="344578"/>
                </a:cubicBezTo>
                <a:cubicBezTo>
                  <a:pt x="241029" y="354406"/>
                  <a:pt x="243162" y="358486"/>
                  <a:pt x="244540" y="369570"/>
                </a:cubicBezTo>
                <a:cubicBezTo>
                  <a:pt x="246852" y="388171"/>
                  <a:pt x="250097" y="394944"/>
                  <a:pt x="259568" y="400936"/>
                </a:cubicBezTo>
                <a:cubicBezTo>
                  <a:pt x="264099" y="403804"/>
                  <a:pt x="267809" y="408320"/>
                  <a:pt x="267812" y="410972"/>
                </a:cubicBezTo>
                <a:cubicBezTo>
                  <a:pt x="267815" y="413625"/>
                  <a:pt x="270140" y="417087"/>
                  <a:pt x="272980" y="418667"/>
                </a:cubicBezTo>
                <a:cubicBezTo>
                  <a:pt x="275819" y="420246"/>
                  <a:pt x="278864" y="422525"/>
                  <a:pt x="279745" y="423732"/>
                </a:cubicBezTo>
                <a:cubicBezTo>
                  <a:pt x="280626" y="424939"/>
                  <a:pt x="285040" y="426681"/>
                  <a:pt x="289553" y="427604"/>
                </a:cubicBezTo>
                <a:cubicBezTo>
                  <a:pt x="294067" y="428527"/>
                  <a:pt x="297992" y="430444"/>
                  <a:pt x="298277" y="431864"/>
                </a:cubicBezTo>
                <a:cubicBezTo>
                  <a:pt x="299018" y="435562"/>
                  <a:pt x="277163" y="436626"/>
                  <a:pt x="272913" y="433099"/>
                </a:cubicBezTo>
                <a:cubicBezTo>
                  <a:pt x="268101" y="429105"/>
                  <a:pt x="260026" y="432049"/>
                  <a:pt x="253686" y="440109"/>
                </a:cubicBezTo>
                <a:cubicBezTo>
                  <a:pt x="247489" y="447987"/>
                  <a:pt x="246928" y="457069"/>
                  <a:pt x="252360" y="461577"/>
                </a:cubicBezTo>
                <a:cubicBezTo>
                  <a:pt x="255321" y="464035"/>
                  <a:pt x="255560" y="465666"/>
                  <a:pt x="253346" y="468333"/>
                </a:cubicBezTo>
                <a:cubicBezTo>
                  <a:pt x="251741" y="470267"/>
                  <a:pt x="250992" y="474004"/>
                  <a:pt x="251680" y="476637"/>
                </a:cubicBezTo>
                <a:cubicBezTo>
                  <a:pt x="252369" y="479271"/>
                  <a:pt x="252179" y="485956"/>
                  <a:pt x="251259" y="491494"/>
                </a:cubicBezTo>
                <a:cubicBezTo>
                  <a:pt x="249997" y="499087"/>
                  <a:pt x="249133" y="500409"/>
                  <a:pt x="247743" y="496867"/>
                </a:cubicBezTo>
                <a:close/>
              </a:path>
            </a:pathLst>
          </a:custGeom>
          <a:solidFill>
            <a:srgbClr val="B9B9B9"/>
          </a:solidFill>
          <a:ln w="5163" cap="flat">
            <a:noFill/>
            <a:prstDash val="solid"/>
            <a:miter/>
          </a:ln>
        </p:spPr>
        <p:txBody>
          <a:bodyPr/>
          <a:lstStyle/>
          <a:p>
            <a:endParaRPr lang="es-419" noProof="0" dirty="0"/>
          </a:p>
        </p:txBody>
      </p:sp>
      <p:grpSp>
        <p:nvGrpSpPr>
          <p:cNvPr id="57" name="Gráfico 39">
            <a:extLst>
              <a:ext uri="{FF2B5EF4-FFF2-40B4-BE49-F238E27FC236}">
                <a16:creationId xmlns:a16="http://schemas.microsoft.com/office/drawing/2014/main" id="{D2CFE22E-D3E4-5521-74CC-286C09E697D8}"/>
              </a:ext>
            </a:extLst>
          </p:cNvPr>
          <p:cNvGrpSpPr/>
          <p:nvPr/>
        </p:nvGrpSpPr>
        <p:grpSpPr>
          <a:xfrm>
            <a:off x="726816" y="1624037"/>
            <a:ext cx="321478" cy="429471"/>
            <a:chOff x="726816" y="1624037"/>
            <a:chExt cx="321478" cy="429471"/>
          </a:xfrm>
          <a:solidFill>
            <a:srgbClr val="B9B9B9"/>
          </a:solidFill>
        </p:grpSpPr>
        <p:sp>
          <p:nvSpPr>
            <p:cNvPr id="58" name="Forma libre: forma 57">
              <a:extLst>
                <a:ext uri="{FF2B5EF4-FFF2-40B4-BE49-F238E27FC236}">
                  <a16:creationId xmlns:a16="http://schemas.microsoft.com/office/drawing/2014/main" id="{62A96141-5686-0B8F-EA24-09D6A3F061DA}"/>
                </a:ext>
              </a:extLst>
            </p:cNvPr>
            <p:cNvSpPr/>
            <p:nvPr/>
          </p:nvSpPr>
          <p:spPr>
            <a:xfrm>
              <a:off x="726816" y="1624037"/>
              <a:ext cx="321478" cy="429471"/>
            </a:xfrm>
            <a:custGeom>
              <a:avLst/>
              <a:gdLst>
                <a:gd name="csX0" fmla="*/ 298651 w 321478"/>
                <a:gd name="csY0" fmla="*/ 424657 h 429471"/>
                <a:gd name="csX1" fmla="*/ 285240 w 321478"/>
                <a:gd name="csY1" fmla="*/ 406239 h 429471"/>
                <a:gd name="csX2" fmla="*/ 285795 w 321478"/>
                <a:gd name="csY2" fmla="*/ 410173 h 429471"/>
                <a:gd name="csX3" fmla="*/ 287678 w 321478"/>
                <a:gd name="csY3" fmla="*/ 415491 h 429471"/>
                <a:gd name="csX4" fmla="*/ 268647 w 321478"/>
                <a:gd name="csY4" fmla="*/ 394065 h 429471"/>
                <a:gd name="csX5" fmla="*/ 249603 w 321478"/>
                <a:gd name="csY5" fmla="*/ 371546 h 429471"/>
                <a:gd name="csX6" fmla="*/ 255246 w 321478"/>
                <a:gd name="csY6" fmla="*/ 382701 h 429471"/>
                <a:gd name="csX7" fmla="*/ 260888 w 321478"/>
                <a:gd name="csY7" fmla="*/ 392041 h 429471"/>
                <a:gd name="csX8" fmla="*/ 254982 w 321478"/>
                <a:gd name="csY8" fmla="*/ 386884 h 429471"/>
                <a:gd name="csX9" fmla="*/ 245088 w 321478"/>
                <a:gd name="csY9" fmla="*/ 373977 h 429471"/>
                <a:gd name="csX10" fmla="*/ 227283 w 321478"/>
                <a:gd name="csY10" fmla="*/ 350451 h 429471"/>
                <a:gd name="csX11" fmla="*/ 213463 w 321478"/>
                <a:gd name="csY11" fmla="*/ 331266 h 429471"/>
                <a:gd name="csX12" fmla="*/ 191325 w 321478"/>
                <a:gd name="csY12" fmla="*/ 295282 h 429471"/>
                <a:gd name="csX13" fmla="*/ 182351 w 321478"/>
                <a:gd name="csY13" fmla="*/ 288640 h 429471"/>
                <a:gd name="csX14" fmla="*/ 181003 w 321478"/>
                <a:gd name="csY14" fmla="*/ 283904 h 429471"/>
                <a:gd name="csX15" fmla="*/ 179966 w 321478"/>
                <a:gd name="csY15" fmla="*/ 277802 h 429471"/>
                <a:gd name="csX16" fmla="*/ 170951 w 321478"/>
                <a:gd name="csY16" fmla="*/ 271038 h 429471"/>
                <a:gd name="csX17" fmla="*/ 164513 w 321478"/>
                <a:gd name="csY17" fmla="*/ 268249 h 429471"/>
                <a:gd name="csX18" fmla="*/ 156542 w 321478"/>
                <a:gd name="csY18" fmla="*/ 264259 h 429471"/>
                <a:gd name="csX19" fmla="*/ 146588 w 321478"/>
                <a:gd name="csY19" fmla="*/ 257160 h 429471"/>
                <a:gd name="csX20" fmla="*/ 135566 w 321478"/>
                <a:gd name="csY20" fmla="*/ 244331 h 429471"/>
                <a:gd name="csX21" fmla="*/ 140198 w 321478"/>
                <a:gd name="csY21" fmla="*/ 240806 h 429471"/>
                <a:gd name="csX22" fmla="*/ 149956 w 321478"/>
                <a:gd name="csY22" fmla="*/ 243611 h 429471"/>
                <a:gd name="csX23" fmla="*/ 139967 w 321478"/>
                <a:gd name="csY23" fmla="*/ 232769 h 429471"/>
                <a:gd name="csX24" fmla="*/ 129672 w 321478"/>
                <a:gd name="csY24" fmla="*/ 230788 h 429471"/>
                <a:gd name="csX25" fmla="*/ 122631 w 321478"/>
                <a:gd name="csY25" fmla="*/ 229456 h 429471"/>
                <a:gd name="csX26" fmla="*/ 114075 w 321478"/>
                <a:gd name="csY26" fmla="*/ 225535 h 429471"/>
                <a:gd name="csX27" fmla="*/ 112561 w 321478"/>
                <a:gd name="csY27" fmla="*/ 210989 h 429471"/>
                <a:gd name="csX28" fmla="*/ 113046 w 321478"/>
                <a:gd name="csY28" fmla="*/ 198950 h 429471"/>
                <a:gd name="csX29" fmla="*/ 110205 w 321478"/>
                <a:gd name="csY29" fmla="*/ 203079 h 429471"/>
                <a:gd name="csX30" fmla="*/ 107624 w 321478"/>
                <a:gd name="csY30" fmla="*/ 210049 h 429471"/>
                <a:gd name="csX31" fmla="*/ 105042 w 321478"/>
                <a:gd name="csY31" fmla="*/ 205992 h 429471"/>
                <a:gd name="csX32" fmla="*/ 101146 w 321478"/>
                <a:gd name="csY32" fmla="*/ 198040 h 429471"/>
                <a:gd name="csX33" fmla="*/ 106495 w 321478"/>
                <a:gd name="csY33" fmla="*/ 192040 h 429471"/>
                <a:gd name="csX34" fmla="*/ 110185 w 321478"/>
                <a:gd name="csY34" fmla="*/ 189360 h 429471"/>
                <a:gd name="csX35" fmla="*/ 105416 w 321478"/>
                <a:gd name="csY35" fmla="*/ 184234 h 429471"/>
                <a:gd name="csX36" fmla="*/ 94806 w 321478"/>
                <a:gd name="csY36" fmla="*/ 176570 h 429471"/>
                <a:gd name="csX37" fmla="*/ 84222 w 321478"/>
                <a:gd name="csY37" fmla="*/ 170141 h 429471"/>
                <a:gd name="csX38" fmla="*/ 77400 w 321478"/>
                <a:gd name="csY38" fmla="*/ 165246 h 429471"/>
                <a:gd name="csX39" fmla="*/ 66830 w 321478"/>
                <a:gd name="csY39" fmla="*/ 157291 h 429471"/>
                <a:gd name="csX40" fmla="*/ 62321 w 321478"/>
                <a:gd name="csY40" fmla="*/ 153462 h 429471"/>
                <a:gd name="csX41" fmla="*/ 58487 w 321478"/>
                <a:gd name="csY41" fmla="*/ 146011 h 429471"/>
                <a:gd name="csX42" fmla="*/ 53413 w 321478"/>
                <a:gd name="csY42" fmla="*/ 136585 h 429471"/>
                <a:gd name="csX43" fmla="*/ 46519 w 321478"/>
                <a:gd name="csY43" fmla="*/ 136694 h 429471"/>
                <a:gd name="csX44" fmla="*/ 42767 w 321478"/>
                <a:gd name="csY44" fmla="*/ 137339 h 429471"/>
                <a:gd name="csX45" fmla="*/ 40545 w 321478"/>
                <a:gd name="csY45" fmla="*/ 138358 h 429471"/>
                <a:gd name="csX46" fmla="*/ 34194 w 321478"/>
                <a:gd name="csY46" fmla="*/ 139945 h 429471"/>
                <a:gd name="csX47" fmla="*/ 30312 w 321478"/>
                <a:gd name="csY47" fmla="*/ 128691 h 429471"/>
                <a:gd name="csX48" fmla="*/ 32982 w 321478"/>
                <a:gd name="csY48" fmla="*/ 121125 h 429471"/>
                <a:gd name="csX49" fmla="*/ 29550 w 321478"/>
                <a:gd name="csY49" fmla="*/ 122878 h 429471"/>
                <a:gd name="csX50" fmla="*/ 21151 w 321478"/>
                <a:gd name="csY50" fmla="*/ 122752 h 429471"/>
                <a:gd name="csX51" fmla="*/ 17154 w 321478"/>
                <a:gd name="csY51" fmla="*/ 123427 h 429471"/>
                <a:gd name="csX52" fmla="*/ 6342 w 321478"/>
                <a:gd name="csY52" fmla="*/ 119543 h 429471"/>
                <a:gd name="csX53" fmla="*/ 4365 w 321478"/>
                <a:gd name="csY53" fmla="*/ 113226 h 429471"/>
                <a:gd name="csX54" fmla="*/ 10819 w 321478"/>
                <a:gd name="csY54" fmla="*/ 114808 h 429471"/>
                <a:gd name="csX55" fmla="*/ 4707 w 321478"/>
                <a:gd name="csY55" fmla="*/ 109494 h 429471"/>
                <a:gd name="csX56" fmla="*/ 1796 w 321478"/>
                <a:gd name="csY56" fmla="*/ 100322 h 429471"/>
                <a:gd name="csX57" fmla="*/ 1838 w 321478"/>
                <a:gd name="csY57" fmla="*/ 92658 h 429471"/>
                <a:gd name="csX58" fmla="*/ 4233 w 321478"/>
                <a:gd name="csY58" fmla="*/ 77378 h 429471"/>
                <a:gd name="csX59" fmla="*/ 13902 w 321478"/>
                <a:gd name="csY59" fmla="*/ 62490 h 429471"/>
                <a:gd name="csX60" fmla="*/ 16192 w 321478"/>
                <a:gd name="csY60" fmla="*/ 65508 h 429471"/>
                <a:gd name="csX61" fmla="*/ 14368 w 321478"/>
                <a:gd name="csY61" fmla="*/ 71941 h 429471"/>
                <a:gd name="csX62" fmla="*/ 19324 w 321478"/>
                <a:gd name="csY62" fmla="*/ 65780 h 429471"/>
                <a:gd name="csX63" fmla="*/ 24280 w 321478"/>
                <a:gd name="csY63" fmla="*/ 59619 h 429471"/>
                <a:gd name="csX64" fmla="*/ 25989 w 321478"/>
                <a:gd name="csY64" fmla="*/ 66426 h 429471"/>
                <a:gd name="csX65" fmla="*/ 30049 w 321478"/>
                <a:gd name="csY65" fmla="*/ 73232 h 429471"/>
                <a:gd name="csX66" fmla="*/ 30241 w 321478"/>
                <a:gd name="csY66" fmla="*/ 65700 h 429471"/>
                <a:gd name="csX67" fmla="*/ 47033 w 321478"/>
                <a:gd name="csY67" fmla="*/ 46164 h 429471"/>
                <a:gd name="csX68" fmla="*/ 89508 w 321478"/>
                <a:gd name="csY68" fmla="*/ 4943 h 429471"/>
                <a:gd name="csX69" fmla="*/ 99998 w 321478"/>
                <a:gd name="csY69" fmla="*/ 2688 h 429471"/>
                <a:gd name="csX70" fmla="*/ 114706 w 321478"/>
                <a:gd name="csY70" fmla="*/ 3716 h 429471"/>
                <a:gd name="csX71" fmla="*/ 123108 w 321478"/>
                <a:gd name="csY71" fmla="*/ 2764 h 429471"/>
                <a:gd name="csX72" fmla="*/ 137332 w 321478"/>
                <a:gd name="csY72" fmla="*/ 60759 h 429471"/>
                <a:gd name="csX73" fmla="*/ 159468 w 321478"/>
                <a:gd name="csY73" fmla="*/ 80313 h 429471"/>
                <a:gd name="csX74" fmla="*/ 174324 w 321478"/>
                <a:gd name="csY74" fmla="*/ 89973 h 429471"/>
                <a:gd name="csX75" fmla="*/ 184004 w 321478"/>
                <a:gd name="csY75" fmla="*/ 107383 h 429471"/>
                <a:gd name="csX76" fmla="*/ 190190 w 321478"/>
                <a:gd name="csY76" fmla="*/ 148735 h 429471"/>
                <a:gd name="csX77" fmla="*/ 191494 w 321478"/>
                <a:gd name="csY77" fmla="*/ 177131 h 429471"/>
                <a:gd name="csX78" fmla="*/ 195355 w 321478"/>
                <a:gd name="csY78" fmla="*/ 191824 h 429471"/>
                <a:gd name="csX79" fmla="*/ 205385 w 321478"/>
                <a:gd name="csY79" fmla="*/ 204731 h 429471"/>
                <a:gd name="csX80" fmla="*/ 224780 w 321478"/>
                <a:gd name="csY80" fmla="*/ 233927 h 429471"/>
                <a:gd name="csX81" fmla="*/ 251313 w 321478"/>
                <a:gd name="csY81" fmla="*/ 251602 h 429471"/>
                <a:gd name="csX82" fmla="*/ 265826 w 321478"/>
                <a:gd name="csY82" fmla="*/ 256119 h 429471"/>
                <a:gd name="csX83" fmla="*/ 280190 w 321478"/>
                <a:gd name="csY83" fmla="*/ 283901 h 429471"/>
                <a:gd name="csX84" fmla="*/ 287275 w 321478"/>
                <a:gd name="csY84" fmla="*/ 317016 h 429471"/>
                <a:gd name="csX85" fmla="*/ 290907 w 321478"/>
                <a:gd name="csY85" fmla="*/ 329217 h 429471"/>
                <a:gd name="csX86" fmla="*/ 293537 w 321478"/>
                <a:gd name="csY86" fmla="*/ 337861 h 429471"/>
                <a:gd name="csX87" fmla="*/ 302616 w 321478"/>
                <a:gd name="csY87" fmla="*/ 352211 h 429471"/>
                <a:gd name="csX88" fmla="*/ 314264 w 321478"/>
                <a:gd name="csY88" fmla="*/ 364936 h 429471"/>
                <a:gd name="csX89" fmla="*/ 319645 w 321478"/>
                <a:gd name="csY89" fmla="*/ 375951 h 429471"/>
                <a:gd name="csX90" fmla="*/ 316721 w 321478"/>
                <a:gd name="csY90" fmla="*/ 384238 h 429471"/>
                <a:gd name="csX91" fmla="*/ 312540 w 321478"/>
                <a:gd name="csY91" fmla="*/ 395571 h 429471"/>
                <a:gd name="csX92" fmla="*/ 312871 w 321478"/>
                <a:gd name="csY92" fmla="*/ 424954 h 429471"/>
                <a:gd name="csX93" fmla="*/ 306671 w 321478"/>
                <a:gd name="csY93" fmla="*/ 429472 h 429471"/>
                <a:gd name="csX94" fmla="*/ 298651 w 321478"/>
                <a:gd name="csY94" fmla="*/ 424657 h 4294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321478" h="429471">
                  <a:moveTo>
                    <a:pt x="298651" y="424657"/>
                  </a:moveTo>
                  <a:cubicBezTo>
                    <a:pt x="298651" y="419121"/>
                    <a:pt x="289271" y="406239"/>
                    <a:pt x="285240" y="406239"/>
                  </a:cubicBezTo>
                  <a:cubicBezTo>
                    <a:pt x="283590" y="406239"/>
                    <a:pt x="283808" y="407778"/>
                    <a:pt x="285795" y="410173"/>
                  </a:cubicBezTo>
                  <a:cubicBezTo>
                    <a:pt x="287591" y="412337"/>
                    <a:pt x="288438" y="414730"/>
                    <a:pt x="287678" y="415491"/>
                  </a:cubicBezTo>
                  <a:cubicBezTo>
                    <a:pt x="285539" y="417629"/>
                    <a:pt x="270321" y="400495"/>
                    <a:pt x="268647" y="394065"/>
                  </a:cubicBezTo>
                  <a:cubicBezTo>
                    <a:pt x="267226" y="388605"/>
                    <a:pt x="249603" y="367767"/>
                    <a:pt x="249603" y="371546"/>
                  </a:cubicBezTo>
                  <a:cubicBezTo>
                    <a:pt x="249603" y="372545"/>
                    <a:pt x="252142" y="377564"/>
                    <a:pt x="255246" y="382701"/>
                  </a:cubicBezTo>
                  <a:lnTo>
                    <a:pt x="260888" y="392041"/>
                  </a:lnTo>
                  <a:lnTo>
                    <a:pt x="254982" y="386884"/>
                  </a:lnTo>
                  <a:cubicBezTo>
                    <a:pt x="251733" y="384048"/>
                    <a:pt x="247281" y="378240"/>
                    <a:pt x="245088" y="373977"/>
                  </a:cubicBezTo>
                  <a:cubicBezTo>
                    <a:pt x="242896" y="369714"/>
                    <a:pt x="234883" y="359128"/>
                    <a:pt x="227283" y="350451"/>
                  </a:cubicBezTo>
                  <a:cubicBezTo>
                    <a:pt x="219682" y="341775"/>
                    <a:pt x="213463" y="333142"/>
                    <a:pt x="213463" y="331266"/>
                  </a:cubicBezTo>
                  <a:cubicBezTo>
                    <a:pt x="213463" y="326133"/>
                    <a:pt x="194515" y="295333"/>
                    <a:pt x="191325" y="295282"/>
                  </a:cubicBezTo>
                  <a:cubicBezTo>
                    <a:pt x="189798" y="295257"/>
                    <a:pt x="185760" y="292268"/>
                    <a:pt x="182351" y="288640"/>
                  </a:cubicBezTo>
                  <a:cubicBezTo>
                    <a:pt x="177259" y="283219"/>
                    <a:pt x="177019" y="282375"/>
                    <a:pt x="181003" y="283904"/>
                  </a:cubicBezTo>
                  <a:cubicBezTo>
                    <a:pt x="185315" y="285558"/>
                    <a:pt x="185200" y="284882"/>
                    <a:pt x="179966" y="277802"/>
                  </a:cubicBezTo>
                  <a:cubicBezTo>
                    <a:pt x="176728" y="273422"/>
                    <a:pt x="172671" y="270378"/>
                    <a:pt x="170951" y="271038"/>
                  </a:cubicBezTo>
                  <a:cubicBezTo>
                    <a:pt x="169231" y="271698"/>
                    <a:pt x="166334" y="270443"/>
                    <a:pt x="164513" y="268249"/>
                  </a:cubicBezTo>
                  <a:cubicBezTo>
                    <a:pt x="162692" y="266054"/>
                    <a:pt x="159105" y="264259"/>
                    <a:pt x="156542" y="264259"/>
                  </a:cubicBezTo>
                  <a:cubicBezTo>
                    <a:pt x="153980" y="264259"/>
                    <a:pt x="149500" y="261065"/>
                    <a:pt x="146588" y="257160"/>
                  </a:cubicBezTo>
                  <a:cubicBezTo>
                    <a:pt x="143676" y="253256"/>
                    <a:pt x="138716" y="247482"/>
                    <a:pt x="135566" y="244331"/>
                  </a:cubicBezTo>
                  <a:cubicBezTo>
                    <a:pt x="127839" y="236597"/>
                    <a:pt x="131401" y="233886"/>
                    <a:pt x="140198" y="240806"/>
                  </a:cubicBezTo>
                  <a:cubicBezTo>
                    <a:pt x="145135" y="244689"/>
                    <a:pt x="148042" y="245525"/>
                    <a:pt x="149956" y="243611"/>
                  </a:cubicBezTo>
                  <a:cubicBezTo>
                    <a:pt x="154558" y="239009"/>
                    <a:pt x="147985" y="231874"/>
                    <a:pt x="139967" y="232769"/>
                  </a:cubicBezTo>
                  <a:cubicBezTo>
                    <a:pt x="136133" y="233196"/>
                    <a:pt x="131500" y="232305"/>
                    <a:pt x="129672" y="230788"/>
                  </a:cubicBezTo>
                  <a:cubicBezTo>
                    <a:pt x="127844" y="229271"/>
                    <a:pt x="124675" y="228672"/>
                    <a:pt x="122631" y="229456"/>
                  </a:cubicBezTo>
                  <a:cubicBezTo>
                    <a:pt x="120587" y="230241"/>
                    <a:pt x="116736" y="228476"/>
                    <a:pt x="114075" y="225535"/>
                  </a:cubicBezTo>
                  <a:cubicBezTo>
                    <a:pt x="109769" y="220777"/>
                    <a:pt x="109602" y="219173"/>
                    <a:pt x="112561" y="210989"/>
                  </a:cubicBezTo>
                  <a:cubicBezTo>
                    <a:pt x="114982" y="204297"/>
                    <a:pt x="115114" y="201018"/>
                    <a:pt x="113046" y="198950"/>
                  </a:cubicBezTo>
                  <a:cubicBezTo>
                    <a:pt x="110979" y="196883"/>
                    <a:pt x="110205" y="198007"/>
                    <a:pt x="110205" y="203079"/>
                  </a:cubicBezTo>
                  <a:cubicBezTo>
                    <a:pt x="110205" y="206912"/>
                    <a:pt x="109043" y="210049"/>
                    <a:pt x="107624" y="210049"/>
                  </a:cubicBezTo>
                  <a:cubicBezTo>
                    <a:pt x="106204" y="210049"/>
                    <a:pt x="105042" y="208223"/>
                    <a:pt x="105042" y="205992"/>
                  </a:cubicBezTo>
                  <a:cubicBezTo>
                    <a:pt x="105042" y="203761"/>
                    <a:pt x="103289" y="200182"/>
                    <a:pt x="101146" y="198040"/>
                  </a:cubicBezTo>
                  <a:cubicBezTo>
                    <a:pt x="95668" y="192562"/>
                    <a:pt x="98756" y="189098"/>
                    <a:pt x="106495" y="192040"/>
                  </a:cubicBezTo>
                  <a:cubicBezTo>
                    <a:pt x="112388" y="194281"/>
                    <a:pt x="112698" y="194056"/>
                    <a:pt x="110185" y="189360"/>
                  </a:cubicBezTo>
                  <a:cubicBezTo>
                    <a:pt x="108676" y="186541"/>
                    <a:pt x="106530" y="184234"/>
                    <a:pt x="105416" y="184234"/>
                  </a:cubicBezTo>
                  <a:cubicBezTo>
                    <a:pt x="104302" y="184234"/>
                    <a:pt x="99527" y="180785"/>
                    <a:pt x="94806" y="176570"/>
                  </a:cubicBezTo>
                  <a:cubicBezTo>
                    <a:pt x="90084" y="172354"/>
                    <a:pt x="85321" y="169461"/>
                    <a:pt x="84222" y="170141"/>
                  </a:cubicBezTo>
                  <a:cubicBezTo>
                    <a:pt x="83122" y="170820"/>
                    <a:pt x="80052" y="168617"/>
                    <a:pt x="77400" y="165246"/>
                  </a:cubicBezTo>
                  <a:cubicBezTo>
                    <a:pt x="74748" y="161874"/>
                    <a:pt x="69991" y="158294"/>
                    <a:pt x="66830" y="157291"/>
                  </a:cubicBezTo>
                  <a:cubicBezTo>
                    <a:pt x="63669" y="156287"/>
                    <a:pt x="61640" y="154564"/>
                    <a:pt x="62321" y="153462"/>
                  </a:cubicBezTo>
                  <a:cubicBezTo>
                    <a:pt x="63003" y="152359"/>
                    <a:pt x="61277" y="149007"/>
                    <a:pt x="58487" y="146011"/>
                  </a:cubicBezTo>
                  <a:cubicBezTo>
                    <a:pt x="55696" y="143016"/>
                    <a:pt x="53413" y="138774"/>
                    <a:pt x="53413" y="136585"/>
                  </a:cubicBezTo>
                  <a:cubicBezTo>
                    <a:pt x="53413" y="131375"/>
                    <a:pt x="48531" y="131452"/>
                    <a:pt x="46519" y="136694"/>
                  </a:cubicBezTo>
                  <a:cubicBezTo>
                    <a:pt x="45256" y="139986"/>
                    <a:pt x="44525" y="140111"/>
                    <a:pt x="42767" y="137339"/>
                  </a:cubicBezTo>
                  <a:cubicBezTo>
                    <a:pt x="41090" y="134693"/>
                    <a:pt x="40576" y="134929"/>
                    <a:pt x="40545" y="138358"/>
                  </a:cubicBezTo>
                  <a:cubicBezTo>
                    <a:pt x="40512" y="142152"/>
                    <a:pt x="39561" y="142390"/>
                    <a:pt x="34194" y="139945"/>
                  </a:cubicBezTo>
                  <a:cubicBezTo>
                    <a:pt x="25899" y="136165"/>
                    <a:pt x="24011" y="130691"/>
                    <a:pt x="30312" y="128691"/>
                  </a:cubicBezTo>
                  <a:cubicBezTo>
                    <a:pt x="35660" y="126994"/>
                    <a:pt x="36881" y="123535"/>
                    <a:pt x="32982" y="121125"/>
                  </a:cubicBezTo>
                  <a:cubicBezTo>
                    <a:pt x="31683" y="120322"/>
                    <a:pt x="30139" y="121111"/>
                    <a:pt x="29550" y="122878"/>
                  </a:cubicBezTo>
                  <a:cubicBezTo>
                    <a:pt x="28702" y="125423"/>
                    <a:pt x="26957" y="125397"/>
                    <a:pt x="21151" y="122752"/>
                  </a:cubicBezTo>
                  <a:cubicBezTo>
                    <a:pt x="14600" y="119767"/>
                    <a:pt x="14176" y="119839"/>
                    <a:pt x="17154" y="123427"/>
                  </a:cubicBezTo>
                  <a:cubicBezTo>
                    <a:pt x="23195" y="130706"/>
                    <a:pt x="15185" y="127829"/>
                    <a:pt x="6342" y="119543"/>
                  </a:cubicBezTo>
                  <a:cubicBezTo>
                    <a:pt x="-1702" y="112007"/>
                    <a:pt x="-1792" y="111717"/>
                    <a:pt x="4365" y="113226"/>
                  </a:cubicBezTo>
                  <a:lnTo>
                    <a:pt x="10819" y="114808"/>
                  </a:lnTo>
                  <a:lnTo>
                    <a:pt x="4707" y="109494"/>
                  </a:lnTo>
                  <a:cubicBezTo>
                    <a:pt x="-312" y="105131"/>
                    <a:pt x="-833" y="103490"/>
                    <a:pt x="1796" y="100322"/>
                  </a:cubicBezTo>
                  <a:cubicBezTo>
                    <a:pt x="4323" y="97278"/>
                    <a:pt x="4332" y="95662"/>
                    <a:pt x="1838" y="92658"/>
                  </a:cubicBezTo>
                  <a:cubicBezTo>
                    <a:pt x="-700" y="89600"/>
                    <a:pt x="-229" y="86595"/>
                    <a:pt x="4233" y="77378"/>
                  </a:cubicBezTo>
                  <a:cubicBezTo>
                    <a:pt x="7287" y="71068"/>
                    <a:pt x="11639" y="64368"/>
                    <a:pt x="13902" y="62490"/>
                  </a:cubicBezTo>
                  <a:cubicBezTo>
                    <a:pt x="17532" y="59477"/>
                    <a:pt x="17802" y="59833"/>
                    <a:pt x="16192" y="65508"/>
                  </a:cubicBezTo>
                  <a:lnTo>
                    <a:pt x="14368" y="71941"/>
                  </a:lnTo>
                  <a:lnTo>
                    <a:pt x="19324" y="65780"/>
                  </a:lnTo>
                  <a:lnTo>
                    <a:pt x="24280" y="59619"/>
                  </a:lnTo>
                  <a:lnTo>
                    <a:pt x="25989" y="66426"/>
                  </a:lnTo>
                  <a:cubicBezTo>
                    <a:pt x="26928" y="70169"/>
                    <a:pt x="28755" y="73232"/>
                    <a:pt x="30049" y="73232"/>
                  </a:cubicBezTo>
                  <a:cubicBezTo>
                    <a:pt x="31420" y="73232"/>
                    <a:pt x="31500" y="70091"/>
                    <a:pt x="30241" y="65700"/>
                  </a:cubicBezTo>
                  <a:cubicBezTo>
                    <a:pt x="28162" y="58450"/>
                    <a:pt x="28788" y="57720"/>
                    <a:pt x="47033" y="46164"/>
                  </a:cubicBezTo>
                  <a:cubicBezTo>
                    <a:pt x="66934" y="33559"/>
                    <a:pt x="85466" y="15573"/>
                    <a:pt x="89508" y="4943"/>
                  </a:cubicBezTo>
                  <a:cubicBezTo>
                    <a:pt x="91833" y="-1172"/>
                    <a:pt x="92131" y="-1236"/>
                    <a:pt x="99998" y="2688"/>
                  </a:cubicBezTo>
                  <a:cubicBezTo>
                    <a:pt x="106503" y="5933"/>
                    <a:pt x="109396" y="6135"/>
                    <a:pt x="114706" y="3716"/>
                  </a:cubicBezTo>
                  <a:cubicBezTo>
                    <a:pt x="118341" y="2059"/>
                    <a:pt x="122122" y="1631"/>
                    <a:pt x="123108" y="2764"/>
                  </a:cubicBezTo>
                  <a:cubicBezTo>
                    <a:pt x="125561" y="5583"/>
                    <a:pt x="135461" y="45948"/>
                    <a:pt x="137332" y="60759"/>
                  </a:cubicBezTo>
                  <a:cubicBezTo>
                    <a:pt x="139199" y="75538"/>
                    <a:pt x="141734" y="77777"/>
                    <a:pt x="159468" y="80313"/>
                  </a:cubicBezTo>
                  <a:cubicBezTo>
                    <a:pt x="172513" y="82178"/>
                    <a:pt x="173509" y="82826"/>
                    <a:pt x="174324" y="89973"/>
                  </a:cubicBezTo>
                  <a:cubicBezTo>
                    <a:pt x="174804" y="94187"/>
                    <a:pt x="179160" y="102021"/>
                    <a:pt x="184004" y="107383"/>
                  </a:cubicBezTo>
                  <a:cubicBezTo>
                    <a:pt x="193664" y="118075"/>
                    <a:pt x="194152" y="121338"/>
                    <a:pt x="190190" y="148735"/>
                  </a:cubicBezTo>
                  <a:cubicBezTo>
                    <a:pt x="188197" y="162515"/>
                    <a:pt x="188470" y="168448"/>
                    <a:pt x="191494" y="177131"/>
                  </a:cubicBezTo>
                  <a:cubicBezTo>
                    <a:pt x="193597" y="183167"/>
                    <a:pt x="195335" y="189779"/>
                    <a:pt x="195355" y="191824"/>
                  </a:cubicBezTo>
                  <a:cubicBezTo>
                    <a:pt x="195376" y="193868"/>
                    <a:pt x="199889" y="199676"/>
                    <a:pt x="205385" y="204731"/>
                  </a:cubicBezTo>
                  <a:cubicBezTo>
                    <a:pt x="211344" y="210212"/>
                    <a:pt x="219172" y="221995"/>
                    <a:pt x="224780" y="233927"/>
                  </a:cubicBezTo>
                  <a:cubicBezTo>
                    <a:pt x="234706" y="255043"/>
                    <a:pt x="236093" y="255967"/>
                    <a:pt x="251313" y="251602"/>
                  </a:cubicBezTo>
                  <a:cubicBezTo>
                    <a:pt x="258379" y="249575"/>
                    <a:pt x="260277" y="250166"/>
                    <a:pt x="265826" y="256119"/>
                  </a:cubicBezTo>
                  <a:cubicBezTo>
                    <a:pt x="272628" y="263417"/>
                    <a:pt x="281243" y="280080"/>
                    <a:pt x="280190" y="283901"/>
                  </a:cubicBezTo>
                  <a:cubicBezTo>
                    <a:pt x="278841" y="288796"/>
                    <a:pt x="283826" y="312090"/>
                    <a:pt x="287275" y="317016"/>
                  </a:cubicBezTo>
                  <a:cubicBezTo>
                    <a:pt x="289273" y="319867"/>
                    <a:pt x="290907" y="325358"/>
                    <a:pt x="290907" y="329217"/>
                  </a:cubicBezTo>
                  <a:cubicBezTo>
                    <a:pt x="290907" y="333077"/>
                    <a:pt x="292090" y="336967"/>
                    <a:pt x="293537" y="337861"/>
                  </a:cubicBezTo>
                  <a:cubicBezTo>
                    <a:pt x="294984" y="338755"/>
                    <a:pt x="299069" y="345213"/>
                    <a:pt x="302616" y="352211"/>
                  </a:cubicBezTo>
                  <a:cubicBezTo>
                    <a:pt x="307126" y="361111"/>
                    <a:pt x="310627" y="364936"/>
                    <a:pt x="314264" y="364936"/>
                  </a:cubicBezTo>
                  <a:cubicBezTo>
                    <a:pt x="320436" y="364936"/>
                    <a:pt x="323792" y="371805"/>
                    <a:pt x="319645" y="375951"/>
                  </a:cubicBezTo>
                  <a:cubicBezTo>
                    <a:pt x="318037" y="377560"/>
                    <a:pt x="316721" y="381289"/>
                    <a:pt x="316721" y="384238"/>
                  </a:cubicBezTo>
                  <a:cubicBezTo>
                    <a:pt x="316721" y="387188"/>
                    <a:pt x="314840" y="392287"/>
                    <a:pt x="312540" y="395571"/>
                  </a:cubicBezTo>
                  <a:cubicBezTo>
                    <a:pt x="308425" y="401445"/>
                    <a:pt x="308570" y="414286"/>
                    <a:pt x="312871" y="424954"/>
                  </a:cubicBezTo>
                  <a:cubicBezTo>
                    <a:pt x="314372" y="428678"/>
                    <a:pt x="313283" y="429472"/>
                    <a:pt x="306671" y="429472"/>
                  </a:cubicBezTo>
                  <a:cubicBezTo>
                    <a:pt x="300565" y="429472"/>
                    <a:pt x="298651" y="428323"/>
                    <a:pt x="298651" y="424657"/>
                  </a:cubicBezTo>
                  <a:close/>
                </a:path>
              </a:pathLst>
            </a:custGeom>
            <a:solidFill>
              <a:srgbClr val="B9B9B9"/>
            </a:solidFill>
            <a:ln w="5163" cap="flat">
              <a:noFill/>
              <a:prstDash val="solid"/>
              <a:miter/>
            </a:ln>
          </p:spPr>
          <p:txBody>
            <a:bodyPr/>
            <a:lstStyle/>
            <a:p>
              <a:endParaRPr lang="es-419" noProof="0" dirty="0"/>
            </a:p>
          </p:txBody>
        </p:sp>
        <p:sp>
          <p:nvSpPr>
            <p:cNvPr id="59" name="Forma libre: forma 58">
              <a:extLst>
                <a:ext uri="{FF2B5EF4-FFF2-40B4-BE49-F238E27FC236}">
                  <a16:creationId xmlns:a16="http://schemas.microsoft.com/office/drawing/2014/main" id="{2D8D5637-3132-D34C-C8AC-CD638C92B88B}"/>
                </a:ext>
              </a:extLst>
            </p:cNvPr>
            <p:cNvSpPr/>
            <p:nvPr/>
          </p:nvSpPr>
          <p:spPr>
            <a:xfrm>
              <a:off x="812163" y="1806340"/>
              <a:ext cx="15955" cy="30179"/>
            </a:xfrm>
            <a:custGeom>
              <a:avLst/>
              <a:gdLst>
                <a:gd name="csX0" fmla="*/ 12859 w 15955"/>
                <a:gd name="csY0" fmla="*/ 27128 h 30179"/>
                <a:gd name="csX1" fmla="*/ 45 w 15955"/>
                <a:gd name="csY1" fmla="*/ 70 h 30179"/>
                <a:gd name="csX2" fmla="*/ 15145 w 15955"/>
                <a:gd name="csY2" fmla="*/ 24519 h 30179"/>
                <a:gd name="csX3" fmla="*/ 12859 w 15955"/>
                <a:gd name="csY3" fmla="*/ 27128 h 30179"/>
              </a:gdLst>
              <a:ahLst/>
              <a:cxnLst>
                <a:cxn ang="0">
                  <a:pos x="csX0" y="csY0"/>
                </a:cxn>
                <a:cxn ang="0">
                  <a:pos x="csX1" y="csY1"/>
                </a:cxn>
                <a:cxn ang="0">
                  <a:pos x="csX2" y="csY2"/>
                </a:cxn>
                <a:cxn ang="0">
                  <a:pos x="csX3" y="csY3"/>
                </a:cxn>
              </a:cxnLst>
              <a:rect l="l" t="t" r="r" b="b"/>
              <a:pathLst>
                <a:path w="15955" h="30179">
                  <a:moveTo>
                    <a:pt x="12859" y="27128"/>
                  </a:moveTo>
                  <a:cubicBezTo>
                    <a:pt x="8119" y="19457"/>
                    <a:pt x="-707" y="822"/>
                    <a:pt x="45" y="70"/>
                  </a:cubicBezTo>
                  <a:cubicBezTo>
                    <a:pt x="1430" y="-1315"/>
                    <a:pt x="13563" y="18330"/>
                    <a:pt x="15145" y="24519"/>
                  </a:cubicBezTo>
                  <a:cubicBezTo>
                    <a:pt x="16793" y="30962"/>
                    <a:pt x="15876" y="32008"/>
                    <a:pt x="12859" y="27128"/>
                  </a:cubicBezTo>
                  <a:close/>
                </a:path>
              </a:pathLst>
            </a:custGeom>
            <a:solidFill>
              <a:srgbClr val="B9B9B9"/>
            </a:solidFill>
            <a:ln w="5163" cap="flat">
              <a:noFill/>
              <a:prstDash val="solid"/>
              <a:miter/>
            </a:ln>
          </p:spPr>
          <p:txBody>
            <a:bodyPr/>
            <a:lstStyle/>
            <a:p>
              <a:endParaRPr lang="es-419" noProof="0" dirty="0"/>
            </a:p>
          </p:txBody>
        </p:sp>
      </p:grpSp>
      <p:sp>
        <p:nvSpPr>
          <p:cNvPr id="60" name="Forma libre: forma 59">
            <a:extLst>
              <a:ext uri="{FF2B5EF4-FFF2-40B4-BE49-F238E27FC236}">
                <a16:creationId xmlns:a16="http://schemas.microsoft.com/office/drawing/2014/main" id="{7723335B-5049-7F55-8E2B-3E4D861CBE25}"/>
              </a:ext>
            </a:extLst>
          </p:cNvPr>
          <p:cNvSpPr/>
          <p:nvPr/>
        </p:nvSpPr>
        <p:spPr>
          <a:xfrm>
            <a:off x="781520" y="1178397"/>
            <a:ext cx="460893" cy="570101"/>
          </a:xfrm>
          <a:custGeom>
            <a:avLst/>
            <a:gdLst>
              <a:gd name="csX0" fmla="*/ 151660 w 460893"/>
              <a:gd name="csY0" fmla="*/ 568610 h 570101"/>
              <a:gd name="csX1" fmla="*/ 140689 w 460893"/>
              <a:gd name="csY1" fmla="*/ 563178 h 570101"/>
              <a:gd name="csX2" fmla="*/ 131877 w 460893"/>
              <a:gd name="csY2" fmla="*/ 549661 h 570101"/>
              <a:gd name="csX3" fmla="*/ 122196 w 460893"/>
              <a:gd name="csY3" fmla="*/ 532968 h 570101"/>
              <a:gd name="csX4" fmla="*/ 107130 w 460893"/>
              <a:gd name="csY4" fmla="*/ 523131 h 570101"/>
              <a:gd name="csX5" fmla="*/ 89869 w 460893"/>
              <a:gd name="csY5" fmla="*/ 518421 h 570101"/>
              <a:gd name="csX6" fmla="*/ 85076 w 460893"/>
              <a:gd name="csY6" fmla="*/ 501266 h 570101"/>
              <a:gd name="csX7" fmla="*/ 77677 w 460893"/>
              <a:gd name="csY7" fmla="*/ 465952 h 570101"/>
              <a:gd name="csX8" fmla="*/ 72006 w 460893"/>
              <a:gd name="csY8" fmla="*/ 445300 h 570101"/>
              <a:gd name="csX9" fmla="*/ 58957 w 460893"/>
              <a:gd name="csY9" fmla="*/ 446095 h 570101"/>
              <a:gd name="csX10" fmla="*/ 35144 w 460893"/>
              <a:gd name="csY10" fmla="*/ 436548 h 570101"/>
              <a:gd name="csX11" fmla="*/ 24381 w 460893"/>
              <a:gd name="csY11" fmla="*/ 426207 h 570101"/>
              <a:gd name="csX12" fmla="*/ 26114 w 460893"/>
              <a:gd name="csY12" fmla="*/ 405421 h 570101"/>
              <a:gd name="csX13" fmla="*/ 25165 w 460893"/>
              <a:gd name="csY13" fmla="*/ 384636 h 570101"/>
              <a:gd name="csX14" fmla="*/ 17520 w 460893"/>
              <a:gd name="csY14" fmla="*/ 374956 h 570101"/>
              <a:gd name="csX15" fmla="*/ 6475 w 460893"/>
              <a:gd name="csY15" fmla="*/ 353942 h 570101"/>
              <a:gd name="csX16" fmla="*/ 196 w 460893"/>
              <a:gd name="csY16" fmla="*/ 332000 h 570101"/>
              <a:gd name="csX17" fmla="*/ 0 w 460893"/>
              <a:gd name="csY17" fmla="*/ 321391 h 570101"/>
              <a:gd name="csX18" fmla="*/ 20006 w 460893"/>
              <a:gd name="csY18" fmla="*/ 322209 h 570101"/>
              <a:gd name="csX19" fmla="*/ 37306 w 460893"/>
              <a:gd name="csY19" fmla="*/ 304003 h 570101"/>
              <a:gd name="csX20" fmla="*/ 36933 w 460893"/>
              <a:gd name="csY20" fmla="*/ 289805 h 570101"/>
              <a:gd name="csX21" fmla="*/ 37690 w 460893"/>
              <a:gd name="csY21" fmla="*/ 253719 h 570101"/>
              <a:gd name="csX22" fmla="*/ 41303 w 460893"/>
              <a:gd name="csY22" fmla="*/ 221451 h 570101"/>
              <a:gd name="csX23" fmla="*/ 48412 w 460893"/>
              <a:gd name="csY23" fmla="*/ 202644 h 570101"/>
              <a:gd name="csX24" fmla="*/ 48257 w 460893"/>
              <a:gd name="csY24" fmla="*/ 124622 h 570101"/>
              <a:gd name="csX25" fmla="*/ 40464 w 460893"/>
              <a:gd name="csY25" fmla="*/ 83859 h 570101"/>
              <a:gd name="csX26" fmla="*/ 52830 w 460893"/>
              <a:gd name="csY26" fmla="*/ 45160 h 570101"/>
              <a:gd name="csX27" fmla="*/ 63246 w 460893"/>
              <a:gd name="csY27" fmla="*/ 46920 h 570101"/>
              <a:gd name="csX28" fmla="*/ 63246 w 460893"/>
              <a:gd name="csY28" fmla="*/ 23460 h 570101"/>
              <a:gd name="csX29" fmla="*/ 66672 w 460893"/>
              <a:gd name="csY29" fmla="*/ 0 h 570101"/>
              <a:gd name="csX30" fmla="*/ 126691 w 460893"/>
              <a:gd name="csY30" fmla="*/ 3798 h 570101"/>
              <a:gd name="csX31" fmla="*/ 203405 w 460893"/>
              <a:gd name="csY31" fmla="*/ 8311 h 570101"/>
              <a:gd name="csX32" fmla="*/ 223527 w 460893"/>
              <a:gd name="csY32" fmla="*/ 9026 h 570101"/>
              <a:gd name="csX33" fmla="*/ 229665 w 460893"/>
              <a:gd name="csY33" fmla="*/ 21938 h 570101"/>
              <a:gd name="csX34" fmla="*/ 254984 w 460893"/>
              <a:gd name="csY34" fmla="*/ 54210 h 570101"/>
              <a:gd name="csX35" fmla="*/ 267180 w 460893"/>
              <a:gd name="csY35" fmla="*/ 65624 h 570101"/>
              <a:gd name="csX36" fmla="*/ 283960 w 460893"/>
              <a:gd name="csY36" fmla="*/ 83994 h 570101"/>
              <a:gd name="csX37" fmla="*/ 300739 w 460893"/>
              <a:gd name="csY37" fmla="*/ 103278 h 570101"/>
              <a:gd name="csX38" fmla="*/ 307688 w 460893"/>
              <a:gd name="csY38" fmla="*/ 107024 h 570101"/>
              <a:gd name="csX39" fmla="*/ 338320 w 460893"/>
              <a:gd name="csY39" fmla="*/ 140082 h 570101"/>
              <a:gd name="csX40" fmla="*/ 345307 w 460893"/>
              <a:gd name="csY40" fmla="*/ 156757 h 570101"/>
              <a:gd name="csX41" fmla="*/ 350264 w 460893"/>
              <a:gd name="csY41" fmla="*/ 174757 h 570101"/>
              <a:gd name="csX42" fmla="*/ 353728 w 460893"/>
              <a:gd name="csY42" fmla="*/ 192882 h 570101"/>
              <a:gd name="csX43" fmla="*/ 357557 w 460893"/>
              <a:gd name="csY43" fmla="*/ 206186 h 570101"/>
              <a:gd name="csX44" fmla="*/ 373046 w 460893"/>
              <a:gd name="csY44" fmla="*/ 221653 h 570101"/>
              <a:gd name="csX45" fmla="*/ 388508 w 460893"/>
              <a:gd name="csY45" fmla="*/ 235073 h 570101"/>
              <a:gd name="csX46" fmla="*/ 408536 w 460893"/>
              <a:gd name="csY46" fmla="*/ 251563 h 570101"/>
              <a:gd name="csX47" fmla="*/ 419486 w 460893"/>
              <a:gd name="csY47" fmla="*/ 258145 h 570101"/>
              <a:gd name="csX48" fmla="*/ 429612 w 460893"/>
              <a:gd name="csY48" fmla="*/ 264555 h 570101"/>
              <a:gd name="csX49" fmla="*/ 440498 w 460893"/>
              <a:gd name="csY49" fmla="*/ 270196 h 570101"/>
              <a:gd name="csX50" fmla="*/ 458638 w 460893"/>
              <a:gd name="csY50" fmla="*/ 279871 h 570101"/>
              <a:gd name="csX51" fmla="*/ 433706 w 460893"/>
              <a:gd name="csY51" fmla="*/ 328123 h 570101"/>
              <a:gd name="csX52" fmla="*/ 401785 w 460893"/>
              <a:gd name="csY52" fmla="*/ 376892 h 570101"/>
              <a:gd name="csX53" fmla="*/ 408173 w 460893"/>
              <a:gd name="csY53" fmla="*/ 427230 h 570101"/>
              <a:gd name="csX54" fmla="*/ 407224 w 460893"/>
              <a:gd name="csY54" fmla="*/ 481463 h 570101"/>
              <a:gd name="csX55" fmla="*/ 357001 w 460893"/>
              <a:gd name="csY55" fmla="*/ 500599 h 570101"/>
              <a:gd name="csX56" fmla="*/ 339993 w 460893"/>
              <a:gd name="csY56" fmla="*/ 507393 h 570101"/>
              <a:gd name="csX57" fmla="*/ 315871 w 460893"/>
              <a:gd name="csY57" fmla="*/ 500146 h 570101"/>
              <a:gd name="csX58" fmla="*/ 305685 w 460893"/>
              <a:gd name="csY58" fmla="*/ 499249 h 570101"/>
              <a:gd name="csX59" fmla="*/ 291896 w 460893"/>
              <a:gd name="csY59" fmla="*/ 499687 h 570101"/>
              <a:gd name="csX60" fmla="*/ 270870 w 460893"/>
              <a:gd name="csY60" fmla="*/ 491757 h 570101"/>
              <a:gd name="csX61" fmla="*/ 256706 w 460893"/>
              <a:gd name="csY61" fmla="*/ 481408 h 570101"/>
              <a:gd name="csX62" fmla="*/ 242051 w 460893"/>
              <a:gd name="csY62" fmla="*/ 472207 h 570101"/>
              <a:gd name="csX63" fmla="*/ 227525 w 460893"/>
              <a:gd name="csY63" fmla="*/ 468533 h 570101"/>
              <a:gd name="csX64" fmla="*/ 222731 w 460893"/>
              <a:gd name="csY64" fmla="*/ 472486 h 570101"/>
              <a:gd name="csX65" fmla="*/ 210984 w 460893"/>
              <a:gd name="csY65" fmla="*/ 493362 h 570101"/>
              <a:gd name="csX66" fmla="*/ 200162 w 460893"/>
              <a:gd name="csY66" fmla="*/ 504374 h 570101"/>
              <a:gd name="csX67" fmla="*/ 192160 w 460893"/>
              <a:gd name="csY67" fmla="*/ 516880 h 570101"/>
              <a:gd name="csX68" fmla="*/ 189436 w 460893"/>
              <a:gd name="csY68" fmla="*/ 530760 h 570101"/>
              <a:gd name="csX69" fmla="*/ 184534 w 460893"/>
              <a:gd name="csY69" fmla="*/ 547022 h 570101"/>
              <a:gd name="csX70" fmla="*/ 182598 w 460893"/>
              <a:gd name="csY70" fmla="*/ 561518 h 570101"/>
              <a:gd name="csX71" fmla="*/ 164446 w 460893"/>
              <a:gd name="csY71" fmla="*/ 570049 h 570101"/>
              <a:gd name="csX72" fmla="*/ 151660 w 460893"/>
              <a:gd name="csY72" fmla="*/ 568610 h 5701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Lst>
            <a:rect l="l" t="t" r="r" b="b"/>
            <a:pathLst>
              <a:path w="460893" h="570101">
                <a:moveTo>
                  <a:pt x="151660" y="568610"/>
                </a:moveTo>
                <a:cubicBezTo>
                  <a:pt x="143384" y="567865"/>
                  <a:pt x="140689" y="566530"/>
                  <a:pt x="140689" y="563178"/>
                </a:cubicBezTo>
                <a:cubicBezTo>
                  <a:pt x="140689" y="560733"/>
                  <a:pt x="136724" y="554651"/>
                  <a:pt x="131877" y="549661"/>
                </a:cubicBezTo>
                <a:cubicBezTo>
                  <a:pt x="126875" y="544511"/>
                  <a:pt x="122689" y="537293"/>
                  <a:pt x="122196" y="532968"/>
                </a:cubicBezTo>
                <a:cubicBezTo>
                  <a:pt x="121389" y="525881"/>
                  <a:pt x="120335" y="525192"/>
                  <a:pt x="107130" y="523131"/>
                </a:cubicBezTo>
                <a:cubicBezTo>
                  <a:pt x="99321" y="521912"/>
                  <a:pt x="91554" y="519792"/>
                  <a:pt x="89869" y="518421"/>
                </a:cubicBezTo>
                <a:cubicBezTo>
                  <a:pt x="88184" y="517050"/>
                  <a:pt x="86027" y="509330"/>
                  <a:pt x="85076" y="501266"/>
                </a:cubicBezTo>
                <a:cubicBezTo>
                  <a:pt x="84126" y="493202"/>
                  <a:pt x="80796" y="477310"/>
                  <a:pt x="77677" y="465952"/>
                </a:cubicBezTo>
                <a:lnTo>
                  <a:pt x="72006" y="445300"/>
                </a:lnTo>
                <a:lnTo>
                  <a:pt x="58957" y="446095"/>
                </a:lnTo>
                <a:cubicBezTo>
                  <a:pt x="46778" y="446836"/>
                  <a:pt x="45189" y="446199"/>
                  <a:pt x="35144" y="436548"/>
                </a:cubicBezTo>
                <a:lnTo>
                  <a:pt x="24381" y="426207"/>
                </a:lnTo>
                <a:lnTo>
                  <a:pt x="26114" y="405421"/>
                </a:lnTo>
                <a:cubicBezTo>
                  <a:pt x="27263" y="391650"/>
                  <a:pt x="26942" y="384636"/>
                  <a:pt x="25165" y="384636"/>
                </a:cubicBezTo>
                <a:cubicBezTo>
                  <a:pt x="23689" y="384636"/>
                  <a:pt x="20249" y="380280"/>
                  <a:pt x="17520" y="374956"/>
                </a:cubicBezTo>
                <a:cubicBezTo>
                  <a:pt x="14791" y="369631"/>
                  <a:pt x="9821" y="360175"/>
                  <a:pt x="6475" y="353942"/>
                </a:cubicBezTo>
                <a:cubicBezTo>
                  <a:pt x="3106" y="347664"/>
                  <a:pt x="305" y="337877"/>
                  <a:pt x="196" y="332000"/>
                </a:cubicBezTo>
                <a:lnTo>
                  <a:pt x="0" y="321391"/>
                </a:lnTo>
                <a:lnTo>
                  <a:pt x="20006" y="322209"/>
                </a:lnTo>
                <a:cubicBezTo>
                  <a:pt x="42391" y="323125"/>
                  <a:pt x="42565" y="322942"/>
                  <a:pt x="37306" y="304003"/>
                </a:cubicBezTo>
                <a:cubicBezTo>
                  <a:pt x="35685" y="298169"/>
                  <a:pt x="35538" y="292562"/>
                  <a:pt x="36933" y="289805"/>
                </a:cubicBezTo>
                <a:cubicBezTo>
                  <a:pt x="38201" y="287300"/>
                  <a:pt x="38542" y="271061"/>
                  <a:pt x="37690" y="253719"/>
                </a:cubicBezTo>
                <a:cubicBezTo>
                  <a:pt x="36207" y="223555"/>
                  <a:pt x="36364" y="222156"/>
                  <a:pt x="41303" y="221451"/>
                </a:cubicBezTo>
                <a:cubicBezTo>
                  <a:pt x="45680" y="220826"/>
                  <a:pt x="46762" y="217964"/>
                  <a:pt x="48412" y="202644"/>
                </a:cubicBezTo>
                <a:cubicBezTo>
                  <a:pt x="51806" y="171127"/>
                  <a:pt x="51726" y="130863"/>
                  <a:pt x="48257" y="124622"/>
                </a:cubicBezTo>
                <a:cubicBezTo>
                  <a:pt x="46501" y="121464"/>
                  <a:pt x="42994" y="103121"/>
                  <a:pt x="40464" y="83859"/>
                </a:cubicBezTo>
                <a:cubicBezTo>
                  <a:pt x="35209" y="43860"/>
                  <a:pt x="35717" y="42269"/>
                  <a:pt x="52830" y="45160"/>
                </a:cubicBezTo>
                <a:lnTo>
                  <a:pt x="63246" y="46920"/>
                </a:lnTo>
                <a:lnTo>
                  <a:pt x="63246" y="23460"/>
                </a:lnTo>
                <a:cubicBezTo>
                  <a:pt x="63246" y="5683"/>
                  <a:pt x="64076" y="0"/>
                  <a:pt x="66672" y="0"/>
                </a:cubicBezTo>
                <a:cubicBezTo>
                  <a:pt x="68557" y="0"/>
                  <a:pt x="95565" y="1709"/>
                  <a:pt x="126691" y="3798"/>
                </a:cubicBezTo>
                <a:cubicBezTo>
                  <a:pt x="157817" y="5887"/>
                  <a:pt x="192338" y="7917"/>
                  <a:pt x="203405" y="8311"/>
                </a:cubicBezTo>
                <a:lnTo>
                  <a:pt x="223527" y="9026"/>
                </a:lnTo>
                <a:lnTo>
                  <a:pt x="229665" y="21938"/>
                </a:lnTo>
                <a:cubicBezTo>
                  <a:pt x="235583" y="34389"/>
                  <a:pt x="251134" y="54210"/>
                  <a:pt x="254984" y="54210"/>
                </a:cubicBezTo>
                <a:cubicBezTo>
                  <a:pt x="256963" y="54210"/>
                  <a:pt x="267180" y="63772"/>
                  <a:pt x="267180" y="65624"/>
                </a:cubicBezTo>
                <a:cubicBezTo>
                  <a:pt x="267180" y="66222"/>
                  <a:pt x="274731" y="74489"/>
                  <a:pt x="283960" y="83994"/>
                </a:cubicBezTo>
                <a:cubicBezTo>
                  <a:pt x="293188" y="93499"/>
                  <a:pt x="300739" y="102177"/>
                  <a:pt x="300739" y="103278"/>
                </a:cubicBezTo>
                <a:cubicBezTo>
                  <a:pt x="300739" y="104379"/>
                  <a:pt x="303866" y="106065"/>
                  <a:pt x="307688" y="107024"/>
                </a:cubicBezTo>
                <a:cubicBezTo>
                  <a:pt x="316754" y="109299"/>
                  <a:pt x="336159" y="130241"/>
                  <a:pt x="338320" y="140082"/>
                </a:cubicBezTo>
                <a:cubicBezTo>
                  <a:pt x="339250" y="144316"/>
                  <a:pt x="342394" y="151820"/>
                  <a:pt x="345307" y="156757"/>
                </a:cubicBezTo>
                <a:cubicBezTo>
                  <a:pt x="348253" y="161749"/>
                  <a:pt x="350453" y="169738"/>
                  <a:pt x="350264" y="174757"/>
                </a:cubicBezTo>
                <a:cubicBezTo>
                  <a:pt x="350078" y="179720"/>
                  <a:pt x="351636" y="187876"/>
                  <a:pt x="353728" y="192882"/>
                </a:cubicBezTo>
                <a:cubicBezTo>
                  <a:pt x="355820" y="197888"/>
                  <a:pt x="357543" y="203875"/>
                  <a:pt x="357557" y="206186"/>
                </a:cubicBezTo>
                <a:cubicBezTo>
                  <a:pt x="357572" y="208497"/>
                  <a:pt x="364542" y="215457"/>
                  <a:pt x="373046" y="221653"/>
                </a:cubicBezTo>
                <a:cubicBezTo>
                  <a:pt x="381550" y="227849"/>
                  <a:pt x="388508" y="233888"/>
                  <a:pt x="388508" y="235073"/>
                </a:cubicBezTo>
                <a:cubicBezTo>
                  <a:pt x="388508" y="239850"/>
                  <a:pt x="400638" y="249837"/>
                  <a:pt x="408536" y="251563"/>
                </a:cubicBezTo>
                <a:cubicBezTo>
                  <a:pt x="413162" y="252574"/>
                  <a:pt x="418090" y="255536"/>
                  <a:pt x="419486" y="258145"/>
                </a:cubicBezTo>
                <a:cubicBezTo>
                  <a:pt x="420882" y="260754"/>
                  <a:pt x="425439" y="263638"/>
                  <a:pt x="429612" y="264555"/>
                </a:cubicBezTo>
                <a:cubicBezTo>
                  <a:pt x="433785" y="265471"/>
                  <a:pt x="438684" y="268010"/>
                  <a:pt x="440498" y="270196"/>
                </a:cubicBezTo>
                <a:cubicBezTo>
                  <a:pt x="443409" y="273704"/>
                  <a:pt x="453843" y="279268"/>
                  <a:pt x="458638" y="279871"/>
                </a:cubicBezTo>
                <a:cubicBezTo>
                  <a:pt x="464237" y="280575"/>
                  <a:pt x="460647" y="287523"/>
                  <a:pt x="433706" y="328123"/>
                </a:cubicBezTo>
                <a:cubicBezTo>
                  <a:pt x="417320" y="352816"/>
                  <a:pt x="402956" y="374762"/>
                  <a:pt x="401785" y="376892"/>
                </a:cubicBezTo>
                <a:cubicBezTo>
                  <a:pt x="400523" y="379188"/>
                  <a:pt x="403122" y="399673"/>
                  <a:pt x="408173" y="427230"/>
                </a:cubicBezTo>
                <a:cubicBezTo>
                  <a:pt x="419157" y="487163"/>
                  <a:pt x="419215" y="483871"/>
                  <a:pt x="407224" y="481463"/>
                </a:cubicBezTo>
                <a:cubicBezTo>
                  <a:pt x="377101" y="475416"/>
                  <a:pt x="375238" y="476126"/>
                  <a:pt x="357001" y="500599"/>
                </a:cubicBezTo>
                <a:cubicBezTo>
                  <a:pt x="346599" y="514558"/>
                  <a:pt x="343773" y="515687"/>
                  <a:pt x="339993" y="507393"/>
                </a:cubicBezTo>
                <a:cubicBezTo>
                  <a:pt x="336462" y="499643"/>
                  <a:pt x="325739" y="496421"/>
                  <a:pt x="315871" y="500146"/>
                </a:cubicBezTo>
                <a:cubicBezTo>
                  <a:pt x="310307" y="502246"/>
                  <a:pt x="308004" y="502043"/>
                  <a:pt x="305685" y="499249"/>
                </a:cubicBezTo>
                <a:cubicBezTo>
                  <a:pt x="301762" y="494522"/>
                  <a:pt x="296907" y="494676"/>
                  <a:pt x="291896" y="499687"/>
                </a:cubicBezTo>
                <a:cubicBezTo>
                  <a:pt x="286395" y="505188"/>
                  <a:pt x="278982" y="502392"/>
                  <a:pt x="270870" y="491757"/>
                </a:cubicBezTo>
                <a:cubicBezTo>
                  <a:pt x="267159" y="486892"/>
                  <a:pt x="260921" y="482334"/>
                  <a:pt x="256706" y="481408"/>
                </a:cubicBezTo>
                <a:cubicBezTo>
                  <a:pt x="252563" y="480498"/>
                  <a:pt x="245969" y="476358"/>
                  <a:pt x="242051" y="472207"/>
                </a:cubicBezTo>
                <a:cubicBezTo>
                  <a:pt x="234140" y="463825"/>
                  <a:pt x="229757" y="462717"/>
                  <a:pt x="227525" y="468533"/>
                </a:cubicBezTo>
                <a:cubicBezTo>
                  <a:pt x="226708" y="470663"/>
                  <a:pt x="224550" y="472442"/>
                  <a:pt x="222731" y="472486"/>
                </a:cubicBezTo>
                <a:cubicBezTo>
                  <a:pt x="216831" y="472631"/>
                  <a:pt x="209780" y="485162"/>
                  <a:pt x="210984" y="493362"/>
                </a:cubicBezTo>
                <a:cubicBezTo>
                  <a:pt x="212266" y="502098"/>
                  <a:pt x="211304" y="503076"/>
                  <a:pt x="200162" y="504374"/>
                </a:cubicBezTo>
                <a:cubicBezTo>
                  <a:pt x="189734" y="505588"/>
                  <a:pt x="189645" y="505728"/>
                  <a:pt x="192160" y="516880"/>
                </a:cubicBezTo>
                <a:cubicBezTo>
                  <a:pt x="193910" y="524639"/>
                  <a:pt x="193416" y="527159"/>
                  <a:pt x="189436" y="530760"/>
                </a:cubicBezTo>
                <a:cubicBezTo>
                  <a:pt x="186033" y="533840"/>
                  <a:pt x="184562" y="538720"/>
                  <a:pt x="184534" y="547022"/>
                </a:cubicBezTo>
                <a:cubicBezTo>
                  <a:pt x="184512" y="553546"/>
                  <a:pt x="183641" y="560069"/>
                  <a:pt x="182598" y="561518"/>
                </a:cubicBezTo>
                <a:cubicBezTo>
                  <a:pt x="180445" y="564508"/>
                  <a:pt x="167199" y="570734"/>
                  <a:pt x="164446" y="570049"/>
                </a:cubicBezTo>
                <a:cubicBezTo>
                  <a:pt x="163448" y="569801"/>
                  <a:pt x="157694" y="569154"/>
                  <a:pt x="151660" y="568610"/>
                </a:cubicBezTo>
                <a:close/>
              </a:path>
            </a:pathLst>
          </a:custGeom>
          <a:solidFill>
            <a:srgbClr val="B9B9B9"/>
          </a:solidFill>
          <a:ln w="5163" cap="flat">
            <a:noFill/>
            <a:prstDash val="solid"/>
            <a:miter/>
          </a:ln>
        </p:spPr>
        <p:txBody>
          <a:bodyPr/>
          <a:lstStyle/>
          <a:p>
            <a:endParaRPr lang="es-419" noProof="0" dirty="0"/>
          </a:p>
        </p:txBody>
      </p:sp>
      <p:sp>
        <p:nvSpPr>
          <p:cNvPr id="61" name="Forma libre: forma 60">
            <a:extLst>
              <a:ext uri="{FF2B5EF4-FFF2-40B4-BE49-F238E27FC236}">
                <a16:creationId xmlns:a16="http://schemas.microsoft.com/office/drawing/2014/main" id="{5E92910B-9C66-EE13-E713-743D4E3BD6B4}"/>
              </a:ext>
            </a:extLst>
          </p:cNvPr>
          <p:cNvSpPr/>
          <p:nvPr/>
        </p:nvSpPr>
        <p:spPr>
          <a:xfrm>
            <a:off x="2038384" y="2469122"/>
            <a:ext cx="332998" cy="314936"/>
          </a:xfrm>
          <a:custGeom>
            <a:avLst/>
            <a:gdLst>
              <a:gd name="csX0" fmla="*/ 150508 w 332998"/>
              <a:gd name="csY0" fmla="*/ 295153 h 314936"/>
              <a:gd name="csX1" fmla="*/ 122921 w 332998"/>
              <a:gd name="csY1" fmla="*/ 269012 h 314936"/>
              <a:gd name="csX2" fmla="*/ 122279 w 332998"/>
              <a:gd name="csY2" fmla="*/ 264031 h 314936"/>
              <a:gd name="csX3" fmla="*/ 126546 w 332998"/>
              <a:gd name="csY3" fmla="*/ 262908 h 314936"/>
              <a:gd name="csX4" fmla="*/ 106954 w 332998"/>
              <a:gd name="csY4" fmla="*/ 254224 h 314936"/>
              <a:gd name="csX5" fmla="*/ 78561 w 332998"/>
              <a:gd name="csY5" fmla="*/ 232541 h 314936"/>
              <a:gd name="csX6" fmla="*/ 60903 w 332998"/>
              <a:gd name="csY6" fmla="*/ 216842 h 314936"/>
              <a:gd name="csX7" fmla="*/ 60455 w 332998"/>
              <a:gd name="csY7" fmla="*/ 213585 h 314936"/>
              <a:gd name="csX8" fmla="*/ 56711 w 332998"/>
              <a:gd name="csY8" fmla="*/ 207285 h 314936"/>
              <a:gd name="csX9" fmla="*/ 53349 w 332998"/>
              <a:gd name="csY9" fmla="*/ 207961 h 314936"/>
              <a:gd name="csX10" fmla="*/ 34703 w 332998"/>
              <a:gd name="csY10" fmla="*/ 200142 h 314936"/>
              <a:gd name="csX11" fmla="*/ 16028 w 332998"/>
              <a:gd name="csY11" fmla="*/ 187234 h 314936"/>
              <a:gd name="csX12" fmla="*/ 16436 w 332998"/>
              <a:gd name="csY12" fmla="*/ 184359 h 314936"/>
              <a:gd name="csX13" fmla="*/ 14549 w 332998"/>
              <a:gd name="csY13" fmla="*/ 178120 h 314936"/>
              <a:gd name="csX14" fmla="*/ 7908 w 332998"/>
              <a:gd name="csY14" fmla="*/ 171021 h 314936"/>
              <a:gd name="csX15" fmla="*/ 2407 w 332998"/>
              <a:gd name="csY15" fmla="*/ 154470 h 314936"/>
              <a:gd name="csX16" fmla="*/ 6812 w 332998"/>
              <a:gd name="csY16" fmla="*/ 119621 h 314936"/>
              <a:gd name="csX17" fmla="*/ 17071 w 332998"/>
              <a:gd name="csY17" fmla="*/ 91641 h 314936"/>
              <a:gd name="csX18" fmla="*/ 20635 w 332998"/>
              <a:gd name="csY18" fmla="*/ 82008 h 314936"/>
              <a:gd name="csX19" fmla="*/ 29523 w 332998"/>
              <a:gd name="csY19" fmla="*/ 71230 h 314936"/>
              <a:gd name="csX20" fmla="*/ 42896 w 332998"/>
              <a:gd name="csY20" fmla="*/ 48085 h 314936"/>
              <a:gd name="csX21" fmla="*/ 49532 w 332998"/>
              <a:gd name="csY21" fmla="*/ 35969 h 314936"/>
              <a:gd name="csX22" fmla="*/ 54906 w 332998"/>
              <a:gd name="csY22" fmla="*/ 23257 h 314936"/>
              <a:gd name="csX23" fmla="*/ 66531 w 332998"/>
              <a:gd name="csY23" fmla="*/ 0 h 314936"/>
              <a:gd name="csX24" fmla="*/ 82468 w 332998"/>
              <a:gd name="csY24" fmla="*/ 19425 h 314936"/>
              <a:gd name="csX25" fmla="*/ 95351 w 332998"/>
              <a:gd name="csY25" fmla="*/ 43885 h 314936"/>
              <a:gd name="csX26" fmla="*/ 106141 w 332998"/>
              <a:gd name="csY26" fmla="*/ 49048 h 314936"/>
              <a:gd name="csX27" fmla="*/ 113640 w 332998"/>
              <a:gd name="csY27" fmla="*/ 54166 h 314936"/>
              <a:gd name="csX28" fmla="*/ 132249 w 332998"/>
              <a:gd name="csY28" fmla="*/ 34653 h 314936"/>
              <a:gd name="csX29" fmla="*/ 156404 w 332998"/>
              <a:gd name="csY29" fmla="*/ 10326 h 314936"/>
              <a:gd name="csX30" fmla="*/ 168334 w 332998"/>
              <a:gd name="csY30" fmla="*/ 6060 h 314936"/>
              <a:gd name="csX31" fmla="*/ 186389 w 332998"/>
              <a:gd name="csY31" fmla="*/ 9933 h 314936"/>
              <a:gd name="csX32" fmla="*/ 200349 w 332998"/>
              <a:gd name="csY32" fmla="*/ 18070 h 314936"/>
              <a:gd name="csX33" fmla="*/ 204999 w 332998"/>
              <a:gd name="csY33" fmla="*/ 30473 h 314936"/>
              <a:gd name="csX34" fmla="*/ 218185 w 332998"/>
              <a:gd name="csY34" fmla="*/ 43802 h 314936"/>
              <a:gd name="csX35" fmla="*/ 227241 w 332998"/>
              <a:gd name="csY35" fmla="*/ 50036 h 314936"/>
              <a:gd name="csX36" fmla="*/ 238424 w 332998"/>
              <a:gd name="csY36" fmla="*/ 60571 h 314936"/>
              <a:gd name="csX37" fmla="*/ 261581 w 332998"/>
              <a:gd name="csY37" fmla="*/ 79599 h 314936"/>
              <a:gd name="csX38" fmla="*/ 276424 w 332998"/>
              <a:gd name="csY38" fmla="*/ 89453 h 314936"/>
              <a:gd name="csX39" fmla="*/ 280389 w 332998"/>
              <a:gd name="csY39" fmla="*/ 90232 h 314936"/>
              <a:gd name="csX40" fmla="*/ 288978 w 332998"/>
              <a:gd name="csY40" fmla="*/ 95366 h 314936"/>
              <a:gd name="csX41" fmla="*/ 309784 w 332998"/>
              <a:gd name="csY41" fmla="*/ 117828 h 314936"/>
              <a:gd name="csX42" fmla="*/ 323208 w 332998"/>
              <a:gd name="csY42" fmla="*/ 127731 h 314936"/>
              <a:gd name="csX43" fmla="*/ 330610 w 332998"/>
              <a:gd name="csY43" fmla="*/ 136947 h 314936"/>
              <a:gd name="csX44" fmla="*/ 327230 w 332998"/>
              <a:gd name="csY44" fmla="*/ 153094 h 314936"/>
              <a:gd name="csX45" fmla="*/ 328146 w 332998"/>
              <a:gd name="csY45" fmla="*/ 164492 h 314936"/>
              <a:gd name="csX46" fmla="*/ 285552 w 332998"/>
              <a:gd name="csY46" fmla="*/ 166189 h 314936"/>
              <a:gd name="csX47" fmla="*/ 228050 w 332998"/>
              <a:gd name="csY47" fmla="*/ 169472 h 314936"/>
              <a:gd name="csX48" fmla="*/ 213142 w 332998"/>
              <a:gd name="csY48" fmla="*/ 171057 h 314936"/>
              <a:gd name="csX49" fmla="*/ 197915 w 332998"/>
              <a:gd name="csY49" fmla="*/ 199758 h 314936"/>
              <a:gd name="csX50" fmla="*/ 180329 w 332998"/>
              <a:gd name="csY50" fmla="*/ 231127 h 314936"/>
              <a:gd name="csX51" fmla="*/ 181055 w 332998"/>
              <a:gd name="csY51" fmla="*/ 253031 h 314936"/>
              <a:gd name="csX52" fmla="*/ 185000 w 332998"/>
              <a:gd name="csY52" fmla="*/ 272477 h 314936"/>
              <a:gd name="csX53" fmla="*/ 182260 w 332998"/>
              <a:gd name="csY53" fmla="*/ 301769 h 314936"/>
              <a:gd name="csX54" fmla="*/ 174070 w 332998"/>
              <a:gd name="csY54" fmla="*/ 314937 h 314936"/>
              <a:gd name="csX55" fmla="*/ 150508 w 332998"/>
              <a:gd name="csY55" fmla="*/ 295153 h 3149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Lst>
            <a:rect l="l" t="t" r="r" b="b"/>
            <a:pathLst>
              <a:path w="332998" h="314936">
                <a:moveTo>
                  <a:pt x="150508" y="295153"/>
                </a:moveTo>
                <a:cubicBezTo>
                  <a:pt x="138884" y="284272"/>
                  <a:pt x="126470" y="272508"/>
                  <a:pt x="122921" y="269012"/>
                </a:cubicBezTo>
                <a:cubicBezTo>
                  <a:pt x="116541" y="262727"/>
                  <a:pt x="116534" y="262670"/>
                  <a:pt x="122279" y="264031"/>
                </a:cubicBezTo>
                <a:cubicBezTo>
                  <a:pt x="125681" y="264837"/>
                  <a:pt x="127450" y="264371"/>
                  <a:pt x="126546" y="262908"/>
                </a:cubicBezTo>
                <a:cubicBezTo>
                  <a:pt x="124960" y="260342"/>
                  <a:pt x="114693" y="255791"/>
                  <a:pt x="106954" y="254224"/>
                </a:cubicBezTo>
                <a:cubicBezTo>
                  <a:pt x="98738" y="252560"/>
                  <a:pt x="93040" y="248209"/>
                  <a:pt x="78561" y="232541"/>
                </a:cubicBezTo>
                <a:cubicBezTo>
                  <a:pt x="70581" y="223906"/>
                  <a:pt x="62635" y="216842"/>
                  <a:pt x="60903" y="216842"/>
                </a:cubicBezTo>
                <a:cubicBezTo>
                  <a:pt x="58660" y="216842"/>
                  <a:pt x="58531" y="215904"/>
                  <a:pt x="60455" y="213585"/>
                </a:cubicBezTo>
                <a:cubicBezTo>
                  <a:pt x="62461" y="211169"/>
                  <a:pt x="61494" y="209543"/>
                  <a:pt x="56711" y="207285"/>
                </a:cubicBezTo>
                <a:cubicBezTo>
                  <a:pt x="51186" y="204678"/>
                  <a:pt x="50705" y="204775"/>
                  <a:pt x="53349" y="207961"/>
                </a:cubicBezTo>
                <a:cubicBezTo>
                  <a:pt x="59572" y="215458"/>
                  <a:pt x="50558" y="211678"/>
                  <a:pt x="34703" y="200142"/>
                </a:cubicBezTo>
                <a:cubicBezTo>
                  <a:pt x="25983" y="193796"/>
                  <a:pt x="17579" y="187988"/>
                  <a:pt x="16028" y="187234"/>
                </a:cubicBezTo>
                <a:cubicBezTo>
                  <a:pt x="14108" y="186301"/>
                  <a:pt x="14238" y="185384"/>
                  <a:pt x="16436" y="184359"/>
                </a:cubicBezTo>
                <a:cubicBezTo>
                  <a:pt x="21429" y="182028"/>
                  <a:pt x="20247" y="178120"/>
                  <a:pt x="14549" y="178120"/>
                </a:cubicBezTo>
                <a:cubicBezTo>
                  <a:pt x="11062" y="178120"/>
                  <a:pt x="8950" y="175862"/>
                  <a:pt x="7908" y="171021"/>
                </a:cubicBezTo>
                <a:cubicBezTo>
                  <a:pt x="7068" y="167117"/>
                  <a:pt x="4593" y="159669"/>
                  <a:pt x="2407" y="154470"/>
                </a:cubicBezTo>
                <a:cubicBezTo>
                  <a:pt x="-1401" y="145413"/>
                  <a:pt x="-1217" y="143959"/>
                  <a:pt x="6812" y="119621"/>
                </a:cubicBezTo>
                <a:cubicBezTo>
                  <a:pt x="11420" y="105652"/>
                  <a:pt x="16036" y="93061"/>
                  <a:pt x="17071" y="91641"/>
                </a:cubicBezTo>
                <a:cubicBezTo>
                  <a:pt x="18105" y="90222"/>
                  <a:pt x="19709" y="85887"/>
                  <a:pt x="20635" y="82008"/>
                </a:cubicBezTo>
                <a:cubicBezTo>
                  <a:pt x="21600" y="77965"/>
                  <a:pt x="25393" y="73366"/>
                  <a:pt x="29523" y="71230"/>
                </a:cubicBezTo>
                <a:cubicBezTo>
                  <a:pt x="37293" y="67213"/>
                  <a:pt x="42896" y="57515"/>
                  <a:pt x="42896" y="48085"/>
                </a:cubicBezTo>
                <a:cubicBezTo>
                  <a:pt x="42896" y="44850"/>
                  <a:pt x="45882" y="39398"/>
                  <a:pt x="49532" y="35969"/>
                </a:cubicBezTo>
                <a:cubicBezTo>
                  <a:pt x="54317" y="31473"/>
                  <a:pt x="55816" y="27929"/>
                  <a:pt x="54906" y="23257"/>
                </a:cubicBezTo>
                <a:cubicBezTo>
                  <a:pt x="53161" y="14292"/>
                  <a:pt x="60305" y="0"/>
                  <a:pt x="66531" y="0"/>
                </a:cubicBezTo>
                <a:cubicBezTo>
                  <a:pt x="74307" y="0"/>
                  <a:pt x="80918" y="8058"/>
                  <a:pt x="82468" y="19425"/>
                </a:cubicBezTo>
                <a:cubicBezTo>
                  <a:pt x="84849" y="36891"/>
                  <a:pt x="88533" y="43885"/>
                  <a:pt x="95351" y="43885"/>
                </a:cubicBezTo>
                <a:cubicBezTo>
                  <a:pt x="98716" y="43885"/>
                  <a:pt x="103572" y="46208"/>
                  <a:pt x="106141" y="49048"/>
                </a:cubicBezTo>
                <a:cubicBezTo>
                  <a:pt x="108711" y="51887"/>
                  <a:pt x="112086" y="54190"/>
                  <a:pt x="113640" y="54166"/>
                </a:cubicBezTo>
                <a:cubicBezTo>
                  <a:pt x="117209" y="54110"/>
                  <a:pt x="125915" y="44980"/>
                  <a:pt x="132249" y="34653"/>
                </a:cubicBezTo>
                <a:cubicBezTo>
                  <a:pt x="141121" y="20185"/>
                  <a:pt x="150911" y="10326"/>
                  <a:pt x="156404" y="10326"/>
                </a:cubicBezTo>
                <a:cubicBezTo>
                  <a:pt x="159385" y="10326"/>
                  <a:pt x="164754" y="8406"/>
                  <a:pt x="168334" y="6060"/>
                </a:cubicBezTo>
                <a:cubicBezTo>
                  <a:pt x="174611" y="1948"/>
                  <a:pt x="175258" y="2087"/>
                  <a:pt x="186389" y="9933"/>
                </a:cubicBezTo>
                <a:cubicBezTo>
                  <a:pt x="192739" y="14408"/>
                  <a:pt x="199021" y="18070"/>
                  <a:pt x="200349" y="18070"/>
                </a:cubicBezTo>
                <a:cubicBezTo>
                  <a:pt x="204669" y="18070"/>
                  <a:pt x="208141" y="27331"/>
                  <a:pt x="204999" y="30473"/>
                </a:cubicBezTo>
                <a:cubicBezTo>
                  <a:pt x="200842" y="34630"/>
                  <a:pt x="205908" y="39750"/>
                  <a:pt x="218185" y="43802"/>
                </a:cubicBezTo>
                <a:cubicBezTo>
                  <a:pt x="223767" y="45645"/>
                  <a:pt x="227842" y="48450"/>
                  <a:pt x="227241" y="50036"/>
                </a:cubicBezTo>
                <a:cubicBezTo>
                  <a:pt x="226639" y="51622"/>
                  <a:pt x="231671" y="56363"/>
                  <a:pt x="238424" y="60571"/>
                </a:cubicBezTo>
                <a:cubicBezTo>
                  <a:pt x="245177" y="64780"/>
                  <a:pt x="255598" y="73342"/>
                  <a:pt x="261581" y="79599"/>
                </a:cubicBezTo>
                <a:cubicBezTo>
                  <a:pt x="268586" y="86925"/>
                  <a:pt x="273870" y="90433"/>
                  <a:pt x="276424" y="89453"/>
                </a:cubicBezTo>
                <a:cubicBezTo>
                  <a:pt x="278605" y="88616"/>
                  <a:pt x="280389" y="88966"/>
                  <a:pt x="280389" y="90232"/>
                </a:cubicBezTo>
                <a:cubicBezTo>
                  <a:pt x="280389" y="91497"/>
                  <a:pt x="284254" y="93807"/>
                  <a:pt x="288978" y="95366"/>
                </a:cubicBezTo>
                <a:cubicBezTo>
                  <a:pt x="297678" y="98238"/>
                  <a:pt x="306636" y="107909"/>
                  <a:pt x="309784" y="117828"/>
                </a:cubicBezTo>
                <a:cubicBezTo>
                  <a:pt x="310845" y="121169"/>
                  <a:pt x="316015" y="124983"/>
                  <a:pt x="323208" y="127731"/>
                </a:cubicBezTo>
                <a:cubicBezTo>
                  <a:pt x="334331" y="131978"/>
                  <a:pt x="334696" y="132432"/>
                  <a:pt x="330610" y="136947"/>
                </a:cubicBezTo>
                <a:cubicBezTo>
                  <a:pt x="327588" y="140286"/>
                  <a:pt x="326585" y="145078"/>
                  <a:pt x="327230" y="153094"/>
                </a:cubicBezTo>
                <a:lnTo>
                  <a:pt x="328146" y="164492"/>
                </a:lnTo>
                <a:lnTo>
                  <a:pt x="285552" y="166189"/>
                </a:lnTo>
                <a:cubicBezTo>
                  <a:pt x="262126" y="167123"/>
                  <a:pt x="236250" y="168600"/>
                  <a:pt x="228050" y="169472"/>
                </a:cubicBezTo>
                <a:lnTo>
                  <a:pt x="213142" y="171057"/>
                </a:lnTo>
                <a:lnTo>
                  <a:pt x="197915" y="199758"/>
                </a:lnTo>
                <a:cubicBezTo>
                  <a:pt x="189539" y="215543"/>
                  <a:pt x="181626" y="229659"/>
                  <a:pt x="180329" y="231127"/>
                </a:cubicBezTo>
                <a:cubicBezTo>
                  <a:pt x="174323" y="237923"/>
                  <a:pt x="174624" y="246989"/>
                  <a:pt x="181055" y="253031"/>
                </a:cubicBezTo>
                <a:cubicBezTo>
                  <a:pt x="187596" y="259176"/>
                  <a:pt x="189401" y="268075"/>
                  <a:pt x="185000" y="272477"/>
                </a:cubicBezTo>
                <a:cubicBezTo>
                  <a:pt x="182808" y="274669"/>
                  <a:pt x="182167" y="281522"/>
                  <a:pt x="182260" y="301769"/>
                </a:cubicBezTo>
                <a:cubicBezTo>
                  <a:pt x="182290" y="308297"/>
                  <a:pt x="178160" y="314937"/>
                  <a:pt x="174070" y="314937"/>
                </a:cubicBezTo>
                <a:cubicBezTo>
                  <a:pt x="172734" y="314937"/>
                  <a:pt x="162131" y="306034"/>
                  <a:pt x="150508" y="295153"/>
                </a:cubicBezTo>
                <a:close/>
              </a:path>
            </a:pathLst>
          </a:custGeom>
          <a:solidFill>
            <a:srgbClr val="B9B9B9"/>
          </a:solidFill>
          <a:ln w="5163" cap="flat">
            <a:noFill/>
            <a:prstDash val="solid"/>
            <a:miter/>
          </a:ln>
        </p:spPr>
        <p:txBody>
          <a:bodyPr/>
          <a:lstStyle/>
          <a:p>
            <a:endParaRPr lang="es-419" noProof="0" dirty="0"/>
          </a:p>
        </p:txBody>
      </p:sp>
      <p:sp>
        <p:nvSpPr>
          <p:cNvPr id="62" name="Forma libre: forma 61">
            <a:extLst>
              <a:ext uri="{FF2B5EF4-FFF2-40B4-BE49-F238E27FC236}">
                <a16:creationId xmlns:a16="http://schemas.microsoft.com/office/drawing/2014/main" id="{D17E7077-B15C-0725-4FF7-087586F668E6}"/>
              </a:ext>
            </a:extLst>
          </p:cNvPr>
          <p:cNvSpPr/>
          <p:nvPr/>
        </p:nvSpPr>
        <p:spPr>
          <a:xfrm>
            <a:off x="1645015" y="2415517"/>
            <a:ext cx="409424" cy="276749"/>
          </a:xfrm>
          <a:custGeom>
            <a:avLst/>
            <a:gdLst>
              <a:gd name="csX0" fmla="*/ 169694 w 409424"/>
              <a:gd name="csY0" fmla="*/ 275279 h 276749"/>
              <a:gd name="csX1" fmla="*/ 152536 w 409424"/>
              <a:gd name="csY1" fmla="*/ 270490 h 276749"/>
              <a:gd name="csX2" fmla="*/ 128939 w 409424"/>
              <a:gd name="csY2" fmla="*/ 261017 h 276749"/>
              <a:gd name="csX3" fmla="*/ 97253 w 409424"/>
              <a:gd name="csY3" fmla="*/ 251980 h 276749"/>
              <a:gd name="csX4" fmla="*/ 66316 w 409424"/>
              <a:gd name="csY4" fmla="*/ 248914 h 276749"/>
              <a:gd name="csX5" fmla="*/ 49536 w 409424"/>
              <a:gd name="csY5" fmla="*/ 241356 h 276749"/>
              <a:gd name="csX6" fmla="*/ 12262 w 409424"/>
              <a:gd name="csY6" fmla="*/ 223990 h 276749"/>
              <a:gd name="csX7" fmla="*/ 0 w 409424"/>
              <a:gd name="csY7" fmla="*/ 222341 h 276749"/>
              <a:gd name="csX8" fmla="*/ 5808 w 409424"/>
              <a:gd name="csY8" fmla="*/ 214784 h 276749"/>
              <a:gd name="csX9" fmla="*/ 14198 w 409424"/>
              <a:gd name="csY9" fmla="*/ 206134 h 276749"/>
              <a:gd name="csX10" fmla="*/ 30441 w 409424"/>
              <a:gd name="csY10" fmla="*/ 191104 h 276749"/>
              <a:gd name="csX11" fmla="*/ 44102 w 409424"/>
              <a:gd name="csY11" fmla="*/ 178805 h 276749"/>
              <a:gd name="csX12" fmla="*/ 41686 w 409424"/>
              <a:gd name="csY12" fmla="*/ 166228 h 276749"/>
              <a:gd name="csX13" fmla="*/ 27640 w 409424"/>
              <a:gd name="csY13" fmla="*/ 142994 h 276749"/>
              <a:gd name="csX14" fmla="*/ 10050 w 409424"/>
              <a:gd name="csY14" fmla="*/ 94836 h 276749"/>
              <a:gd name="csX15" fmla="*/ 25607 w 409424"/>
              <a:gd name="csY15" fmla="*/ 63931 h 276749"/>
              <a:gd name="csX16" fmla="*/ 43054 w 409424"/>
              <a:gd name="csY16" fmla="*/ 67030 h 276749"/>
              <a:gd name="csX17" fmla="*/ 54130 w 409424"/>
              <a:gd name="csY17" fmla="*/ 57326 h 276749"/>
              <a:gd name="csX18" fmla="*/ 54400 w 409424"/>
              <a:gd name="csY18" fmla="*/ 43740 h 276749"/>
              <a:gd name="csX19" fmla="*/ 67118 w 409424"/>
              <a:gd name="csY19" fmla="*/ 40356 h 276749"/>
              <a:gd name="csX20" fmla="*/ 69858 w 409424"/>
              <a:gd name="csY20" fmla="*/ 47250 h 276749"/>
              <a:gd name="csX21" fmla="*/ 74957 w 409424"/>
              <a:gd name="csY21" fmla="*/ 55146 h 276749"/>
              <a:gd name="csX22" fmla="*/ 85078 w 409424"/>
              <a:gd name="csY22" fmla="*/ 56392 h 276749"/>
              <a:gd name="csX23" fmla="*/ 108275 w 409424"/>
              <a:gd name="csY23" fmla="*/ 51828 h 276749"/>
              <a:gd name="csX24" fmla="*/ 135859 w 409424"/>
              <a:gd name="csY24" fmla="*/ 46965 h 276749"/>
              <a:gd name="csX25" fmla="*/ 159928 w 409424"/>
              <a:gd name="csY25" fmla="*/ 4926 h 276749"/>
              <a:gd name="csX26" fmla="*/ 164133 w 409424"/>
              <a:gd name="csY26" fmla="*/ 409 h 276749"/>
              <a:gd name="csX27" fmla="*/ 170486 w 409424"/>
              <a:gd name="csY27" fmla="*/ 1976 h 276749"/>
              <a:gd name="csX28" fmla="*/ 183283 w 409424"/>
              <a:gd name="csY28" fmla="*/ 17951 h 276749"/>
              <a:gd name="csX29" fmla="*/ 185999 w 409424"/>
              <a:gd name="csY29" fmla="*/ 22627 h 276749"/>
              <a:gd name="csX30" fmla="*/ 191478 w 409424"/>
              <a:gd name="csY30" fmla="*/ 30556 h 276749"/>
              <a:gd name="csX31" fmla="*/ 217371 w 409424"/>
              <a:gd name="csY31" fmla="*/ 43279 h 276749"/>
              <a:gd name="csX32" fmla="*/ 231319 w 409424"/>
              <a:gd name="csY32" fmla="*/ 47797 h 276749"/>
              <a:gd name="csX33" fmla="*/ 231065 w 409424"/>
              <a:gd name="csY33" fmla="*/ 71654 h 276749"/>
              <a:gd name="csX34" fmla="*/ 232914 w 409424"/>
              <a:gd name="csY34" fmla="*/ 94162 h 276749"/>
              <a:gd name="csX35" fmla="*/ 264097 w 409424"/>
              <a:gd name="csY35" fmla="*/ 98422 h 276749"/>
              <a:gd name="csX36" fmla="*/ 290859 w 409424"/>
              <a:gd name="csY36" fmla="*/ 85458 h 276749"/>
              <a:gd name="csX37" fmla="*/ 289553 w 409424"/>
              <a:gd name="csY37" fmla="*/ 87164 h 276749"/>
              <a:gd name="csX38" fmla="*/ 313001 w 409424"/>
              <a:gd name="csY38" fmla="*/ 117924 h 276749"/>
              <a:gd name="csX39" fmla="*/ 320100 w 409424"/>
              <a:gd name="csY39" fmla="*/ 125822 h 276749"/>
              <a:gd name="csX40" fmla="*/ 323327 w 409424"/>
              <a:gd name="csY40" fmla="*/ 131062 h 276749"/>
              <a:gd name="csX41" fmla="*/ 409403 w 409424"/>
              <a:gd name="csY41" fmla="*/ 134303 h 276749"/>
              <a:gd name="csX42" fmla="*/ 398626 w 409424"/>
              <a:gd name="csY42" fmla="*/ 166622 h 276749"/>
              <a:gd name="csX43" fmla="*/ 387152 w 409424"/>
              <a:gd name="csY43" fmla="*/ 198243 h 276749"/>
              <a:gd name="csX44" fmla="*/ 392348 w 409424"/>
              <a:gd name="csY44" fmla="*/ 208428 h 276749"/>
              <a:gd name="csX45" fmla="*/ 395238 w 409424"/>
              <a:gd name="csY45" fmla="*/ 226562 h 276749"/>
              <a:gd name="csX46" fmla="*/ 391384 w 409424"/>
              <a:gd name="csY46" fmla="*/ 222526 h 276749"/>
              <a:gd name="csX47" fmla="*/ 386991 w 409424"/>
              <a:gd name="csY47" fmla="*/ 220249 h 276749"/>
              <a:gd name="csX48" fmla="*/ 376751 w 409424"/>
              <a:gd name="csY48" fmla="*/ 216540 h 276749"/>
              <a:gd name="csX49" fmla="*/ 366566 w 409424"/>
              <a:gd name="csY49" fmla="*/ 215027 h 276749"/>
              <a:gd name="csX50" fmla="*/ 371084 w 409424"/>
              <a:gd name="csY50" fmla="*/ 220497 h 276749"/>
              <a:gd name="csX51" fmla="*/ 400125 w 409424"/>
              <a:gd name="csY51" fmla="*/ 234526 h 276749"/>
              <a:gd name="csX52" fmla="*/ 382700 w 409424"/>
              <a:gd name="csY52" fmla="*/ 228973 h 276749"/>
              <a:gd name="csX53" fmla="*/ 356240 w 409424"/>
              <a:gd name="csY53" fmla="*/ 221430 h 276749"/>
              <a:gd name="csX54" fmla="*/ 344640 w 409424"/>
              <a:gd name="csY54" fmla="*/ 215296 h 276749"/>
              <a:gd name="csX55" fmla="*/ 351310 w 409424"/>
              <a:gd name="csY55" fmla="*/ 215089 h 276749"/>
              <a:gd name="csX56" fmla="*/ 353659 w 409424"/>
              <a:gd name="csY56" fmla="*/ 213898 h 276749"/>
              <a:gd name="csX57" fmla="*/ 348281 w 409424"/>
              <a:gd name="csY57" fmla="*/ 208377 h 276749"/>
              <a:gd name="csX58" fmla="*/ 338397 w 409424"/>
              <a:gd name="csY58" fmla="*/ 209577 h 276749"/>
              <a:gd name="csX59" fmla="*/ 330426 w 409424"/>
              <a:gd name="csY59" fmla="*/ 208411 h 276749"/>
              <a:gd name="csX60" fmla="*/ 317751 w 409424"/>
              <a:gd name="csY60" fmla="*/ 206264 h 276749"/>
              <a:gd name="csX61" fmla="*/ 320963 w 409424"/>
              <a:gd name="csY61" fmla="*/ 214760 h 276749"/>
              <a:gd name="csX62" fmla="*/ 323972 w 409424"/>
              <a:gd name="csY62" fmla="*/ 215747 h 276749"/>
              <a:gd name="csX63" fmla="*/ 314937 w 409424"/>
              <a:gd name="csY63" fmla="*/ 219599 h 276749"/>
              <a:gd name="csX64" fmla="*/ 321391 w 409424"/>
              <a:gd name="csY64" fmla="*/ 219864 h 276749"/>
              <a:gd name="csX65" fmla="*/ 330426 w 409424"/>
              <a:gd name="csY65" fmla="*/ 221426 h 276749"/>
              <a:gd name="csX66" fmla="*/ 310754 w 409424"/>
              <a:gd name="csY66" fmla="*/ 223941 h 276749"/>
              <a:gd name="csX67" fmla="*/ 284939 w 409424"/>
              <a:gd name="csY67" fmla="*/ 234304 h 276749"/>
              <a:gd name="csX68" fmla="*/ 270316 w 409424"/>
              <a:gd name="csY68" fmla="*/ 244630 h 276749"/>
              <a:gd name="csX69" fmla="*/ 259397 w 409424"/>
              <a:gd name="csY69" fmla="*/ 248767 h 276749"/>
              <a:gd name="csX70" fmla="*/ 242736 w 409424"/>
              <a:gd name="csY70" fmla="*/ 255227 h 276749"/>
              <a:gd name="csX71" fmla="*/ 220097 w 409424"/>
              <a:gd name="csY71" fmla="*/ 265079 h 276749"/>
              <a:gd name="csX72" fmla="*/ 198772 w 409424"/>
              <a:gd name="csY72" fmla="*/ 274061 h 276749"/>
              <a:gd name="csX73" fmla="*/ 169694 w 409424"/>
              <a:gd name="csY73" fmla="*/ 275279 h 2767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Lst>
            <a:rect l="l" t="t" r="r" b="b"/>
            <a:pathLst>
              <a:path w="409424" h="276749">
                <a:moveTo>
                  <a:pt x="169694" y="275279"/>
                </a:moveTo>
                <a:cubicBezTo>
                  <a:pt x="167412" y="274002"/>
                  <a:pt x="159691" y="271847"/>
                  <a:pt x="152536" y="270490"/>
                </a:cubicBezTo>
                <a:cubicBezTo>
                  <a:pt x="145381" y="269133"/>
                  <a:pt x="134762" y="264870"/>
                  <a:pt x="128939" y="261017"/>
                </a:cubicBezTo>
                <a:cubicBezTo>
                  <a:pt x="120697" y="255563"/>
                  <a:pt x="113680" y="253561"/>
                  <a:pt x="97253" y="251980"/>
                </a:cubicBezTo>
                <a:cubicBezTo>
                  <a:pt x="85648" y="250863"/>
                  <a:pt x="71726" y="249483"/>
                  <a:pt x="66316" y="248914"/>
                </a:cubicBezTo>
                <a:cubicBezTo>
                  <a:pt x="60430" y="248295"/>
                  <a:pt x="53691" y="245260"/>
                  <a:pt x="49536" y="241356"/>
                </a:cubicBezTo>
                <a:cubicBezTo>
                  <a:pt x="36860" y="229445"/>
                  <a:pt x="25174" y="224000"/>
                  <a:pt x="12262" y="223990"/>
                </a:cubicBezTo>
                <a:cubicBezTo>
                  <a:pt x="5518" y="223985"/>
                  <a:pt x="0" y="223243"/>
                  <a:pt x="0" y="222341"/>
                </a:cubicBezTo>
                <a:cubicBezTo>
                  <a:pt x="0" y="221438"/>
                  <a:pt x="2614" y="218038"/>
                  <a:pt x="5808" y="214784"/>
                </a:cubicBezTo>
                <a:cubicBezTo>
                  <a:pt x="9003" y="211529"/>
                  <a:pt x="12778" y="207637"/>
                  <a:pt x="14198" y="206134"/>
                </a:cubicBezTo>
                <a:cubicBezTo>
                  <a:pt x="15618" y="204632"/>
                  <a:pt x="22927" y="197868"/>
                  <a:pt x="30441" y="191104"/>
                </a:cubicBezTo>
                <a:lnTo>
                  <a:pt x="44102" y="178805"/>
                </a:lnTo>
                <a:lnTo>
                  <a:pt x="41686" y="166228"/>
                </a:lnTo>
                <a:cubicBezTo>
                  <a:pt x="39751" y="156152"/>
                  <a:pt x="36957" y="151530"/>
                  <a:pt x="27640" y="142994"/>
                </a:cubicBezTo>
                <a:cubicBezTo>
                  <a:pt x="14024" y="130519"/>
                  <a:pt x="10714" y="121458"/>
                  <a:pt x="10050" y="94836"/>
                </a:cubicBezTo>
                <a:cubicBezTo>
                  <a:pt x="9450" y="70766"/>
                  <a:pt x="12891" y="63931"/>
                  <a:pt x="25607" y="63931"/>
                </a:cubicBezTo>
                <a:cubicBezTo>
                  <a:pt x="30489" y="63931"/>
                  <a:pt x="38340" y="65326"/>
                  <a:pt x="43054" y="67030"/>
                </a:cubicBezTo>
                <a:cubicBezTo>
                  <a:pt x="54638" y="71219"/>
                  <a:pt x="59354" y="67087"/>
                  <a:pt x="54130" y="57326"/>
                </a:cubicBezTo>
                <a:cubicBezTo>
                  <a:pt x="51035" y="51543"/>
                  <a:pt x="51072" y="49668"/>
                  <a:pt x="54400" y="43740"/>
                </a:cubicBezTo>
                <a:cubicBezTo>
                  <a:pt x="59239" y="35118"/>
                  <a:pt x="67118" y="33022"/>
                  <a:pt x="67118" y="40356"/>
                </a:cubicBezTo>
                <a:cubicBezTo>
                  <a:pt x="67118" y="43216"/>
                  <a:pt x="68351" y="46318"/>
                  <a:pt x="69858" y="47250"/>
                </a:cubicBezTo>
                <a:cubicBezTo>
                  <a:pt x="71366" y="48181"/>
                  <a:pt x="73660" y="51735"/>
                  <a:pt x="74957" y="55146"/>
                </a:cubicBezTo>
                <a:cubicBezTo>
                  <a:pt x="77803" y="62631"/>
                  <a:pt x="81496" y="63085"/>
                  <a:pt x="85078" y="56392"/>
                </a:cubicBezTo>
                <a:cubicBezTo>
                  <a:pt x="87383" y="52084"/>
                  <a:pt x="90423" y="51486"/>
                  <a:pt x="108275" y="51828"/>
                </a:cubicBezTo>
                <a:cubicBezTo>
                  <a:pt x="125309" y="52154"/>
                  <a:pt x="130021" y="51323"/>
                  <a:pt x="135859" y="46965"/>
                </a:cubicBezTo>
                <a:cubicBezTo>
                  <a:pt x="144210" y="40730"/>
                  <a:pt x="159754" y="13580"/>
                  <a:pt x="159928" y="4926"/>
                </a:cubicBezTo>
                <a:cubicBezTo>
                  <a:pt x="160018" y="462"/>
                  <a:pt x="161137" y="-741"/>
                  <a:pt x="164133" y="409"/>
                </a:cubicBezTo>
                <a:cubicBezTo>
                  <a:pt x="166379" y="1271"/>
                  <a:pt x="169238" y="1976"/>
                  <a:pt x="170486" y="1976"/>
                </a:cubicBezTo>
                <a:cubicBezTo>
                  <a:pt x="174404" y="1976"/>
                  <a:pt x="183283" y="13060"/>
                  <a:pt x="183283" y="17951"/>
                </a:cubicBezTo>
                <a:cubicBezTo>
                  <a:pt x="183283" y="20523"/>
                  <a:pt x="184505" y="22627"/>
                  <a:pt x="185999" y="22627"/>
                </a:cubicBezTo>
                <a:cubicBezTo>
                  <a:pt x="187493" y="22627"/>
                  <a:pt x="189958" y="26195"/>
                  <a:pt x="191478" y="30556"/>
                </a:cubicBezTo>
                <a:cubicBezTo>
                  <a:pt x="194632" y="39603"/>
                  <a:pt x="202114" y="43279"/>
                  <a:pt x="217371" y="43279"/>
                </a:cubicBezTo>
                <a:cubicBezTo>
                  <a:pt x="224361" y="43279"/>
                  <a:pt x="229040" y="44794"/>
                  <a:pt x="231319" y="47797"/>
                </a:cubicBezTo>
                <a:cubicBezTo>
                  <a:pt x="235951" y="53900"/>
                  <a:pt x="235804" y="67721"/>
                  <a:pt x="231065" y="71654"/>
                </a:cubicBezTo>
                <a:cubicBezTo>
                  <a:pt x="227042" y="74993"/>
                  <a:pt x="227738" y="83470"/>
                  <a:pt x="232914" y="94162"/>
                </a:cubicBezTo>
                <a:cubicBezTo>
                  <a:pt x="236944" y="102487"/>
                  <a:pt x="256280" y="105129"/>
                  <a:pt x="264097" y="98422"/>
                </a:cubicBezTo>
                <a:cubicBezTo>
                  <a:pt x="272137" y="91525"/>
                  <a:pt x="288836" y="83435"/>
                  <a:pt x="290859" y="85458"/>
                </a:cubicBezTo>
                <a:cubicBezTo>
                  <a:pt x="291797" y="86396"/>
                  <a:pt x="291209" y="87164"/>
                  <a:pt x="289553" y="87164"/>
                </a:cubicBezTo>
                <a:cubicBezTo>
                  <a:pt x="278849" y="87164"/>
                  <a:pt x="297992" y="112276"/>
                  <a:pt x="313001" y="117924"/>
                </a:cubicBezTo>
                <a:cubicBezTo>
                  <a:pt x="317528" y="119627"/>
                  <a:pt x="320100" y="122488"/>
                  <a:pt x="320100" y="125822"/>
                </a:cubicBezTo>
                <a:cubicBezTo>
                  <a:pt x="320100" y="128696"/>
                  <a:pt x="321552" y="131055"/>
                  <a:pt x="323327" y="131062"/>
                </a:cubicBezTo>
                <a:cubicBezTo>
                  <a:pt x="338940" y="131129"/>
                  <a:pt x="408862" y="133762"/>
                  <a:pt x="409403" y="134303"/>
                </a:cubicBezTo>
                <a:cubicBezTo>
                  <a:pt x="409786" y="134687"/>
                  <a:pt x="404937" y="149230"/>
                  <a:pt x="398626" y="166622"/>
                </a:cubicBezTo>
                <a:lnTo>
                  <a:pt x="387152" y="198243"/>
                </a:lnTo>
                <a:lnTo>
                  <a:pt x="392348" y="208428"/>
                </a:lnTo>
                <a:cubicBezTo>
                  <a:pt x="397867" y="219247"/>
                  <a:pt x="399033" y="226562"/>
                  <a:pt x="395238" y="226562"/>
                </a:cubicBezTo>
                <a:cubicBezTo>
                  <a:pt x="393970" y="226562"/>
                  <a:pt x="392236" y="224746"/>
                  <a:pt x="391384" y="222526"/>
                </a:cubicBezTo>
                <a:cubicBezTo>
                  <a:pt x="390533" y="220307"/>
                  <a:pt x="388555" y="219282"/>
                  <a:pt x="386991" y="220249"/>
                </a:cubicBezTo>
                <a:cubicBezTo>
                  <a:pt x="385426" y="221216"/>
                  <a:pt x="380818" y="219547"/>
                  <a:pt x="376751" y="216540"/>
                </a:cubicBezTo>
                <a:cubicBezTo>
                  <a:pt x="367939" y="210026"/>
                  <a:pt x="366566" y="209821"/>
                  <a:pt x="366566" y="215027"/>
                </a:cubicBezTo>
                <a:cubicBezTo>
                  <a:pt x="366566" y="217201"/>
                  <a:pt x="368599" y="219663"/>
                  <a:pt x="371084" y="220497"/>
                </a:cubicBezTo>
                <a:cubicBezTo>
                  <a:pt x="382593" y="224364"/>
                  <a:pt x="400125" y="232833"/>
                  <a:pt x="400125" y="234526"/>
                </a:cubicBezTo>
                <a:cubicBezTo>
                  <a:pt x="400125" y="235560"/>
                  <a:pt x="392284" y="233061"/>
                  <a:pt x="382700" y="228973"/>
                </a:cubicBezTo>
                <a:cubicBezTo>
                  <a:pt x="373117" y="224884"/>
                  <a:pt x="361210" y="221490"/>
                  <a:pt x="356240" y="221430"/>
                </a:cubicBezTo>
                <a:cubicBezTo>
                  <a:pt x="344962" y="221293"/>
                  <a:pt x="338255" y="217747"/>
                  <a:pt x="344640" y="215296"/>
                </a:cubicBezTo>
                <a:cubicBezTo>
                  <a:pt x="347017" y="214384"/>
                  <a:pt x="350019" y="214291"/>
                  <a:pt x="351310" y="215089"/>
                </a:cubicBezTo>
                <a:cubicBezTo>
                  <a:pt x="352602" y="215888"/>
                  <a:pt x="353659" y="215352"/>
                  <a:pt x="353659" y="213898"/>
                </a:cubicBezTo>
                <a:cubicBezTo>
                  <a:pt x="353659" y="212444"/>
                  <a:pt x="351239" y="209960"/>
                  <a:pt x="348281" y="208377"/>
                </a:cubicBezTo>
                <a:cubicBezTo>
                  <a:pt x="344050" y="206113"/>
                  <a:pt x="341943" y="206369"/>
                  <a:pt x="338397" y="209577"/>
                </a:cubicBezTo>
                <a:cubicBezTo>
                  <a:pt x="332399" y="215006"/>
                  <a:pt x="330426" y="214717"/>
                  <a:pt x="330426" y="208411"/>
                </a:cubicBezTo>
                <a:cubicBezTo>
                  <a:pt x="330426" y="200483"/>
                  <a:pt x="323396" y="199293"/>
                  <a:pt x="317751" y="206264"/>
                </a:cubicBezTo>
                <a:cubicBezTo>
                  <a:pt x="311888" y="213504"/>
                  <a:pt x="313243" y="217088"/>
                  <a:pt x="320963" y="214760"/>
                </a:cubicBezTo>
                <a:cubicBezTo>
                  <a:pt x="324787" y="213607"/>
                  <a:pt x="325738" y="213919"/>
                  <a:pt x="323972" y="215747"/>
                </a:cubicBezTo>
                <a:cubicBezTo>
                  <a:pt x="322552" y="217218"/>
                  <a:pt x="318487" y="218951"/>
                  <a:pt x="314937" y="219599"/>
                </a:cubicBezTo>
                <a:cubicBezTo>
                  <a:pt x="311388" y="220248"/>
                  <a:pt x="314292" y="220366"/>
                  <a:pt x="321391" y="219864"/>
                </a:cubicBezTo>
                <a:cubicBezTo>
                  <a:pt x="330318" y="219231"/>
                  <a:pt x="333104" y="219713"/>
                  <a:pt x="330426" y="221426"/>
                </a:cubicBezTo>
                <a:cubicBezTo>
                  <a:pt x="328296" y="222787"/>
                  <a:pt x="319444" y="223919"/>
                  <a:pt x="310754" y="223941"/>
                </a:cubicBezTo>
                <a:cubicBezTo>
                  <a:pt x="295733" y="223979"/>
                  <a:pt x="294460" y="224490"/>
                  <a:pt x="284939" y="234304"/>
                </a:cubicBezTo>
                <a:cubicBezTo>
                  <a:pt x="279431" y="239982"/>
                  <a:pt x="272851" y="244629"/>
                  <a:pt x="270316" y="244630"/>
                </a:cubicBezTo>
                <a:cubicBezTo>
                  <a:pt x="267782" y="244631"/>
                  <a:pt x="262868" y="246493"/>
                  <a:pt x="259397" y="248767"/>
                </a:cubicBezTo>
                <a:cubicBezTo>
                  <a:pt x="255927" y="251041"/>
                  <a:pt x="248429" y="253948"/>
                  <a:pt x="242736" y="255227"/>
                </a:cubicBezTo>
                <a:cubicBezTo>
                  <a:pt x="237044" y="256506"/>
                  <a:pt x="226856" y="260940"/>
                  <a:pt x="220097" y="265079"/>
                </a:cubicBezTo>
                <a:cubicBezTo>
                  <a:pt x="213337" y="269219"/>
                  <a:pt x="203741" y="273261"/>
                  <a:pt x="198772" y="274061"/>
                </a:cubicBezTo>
                <a:cubicBezTo>
                  <a:pt x="178742" y="277289"/>
                  <a:pt x="173664" y="277501"/>
                  <a:pt x="169694" y="275279"/>
                </a:cubicBezTo>
                <a:close/>
              </a:path>
            </a:pathLst>
          </a:custGeom>
          <a:solidFill>
            <a:srgbClr val="B9B9B9"/>
          </a:solidFill>
          <a:ln w="5163" cap="flat">
            <a:noFill/>
            <a:prstDash val="solid"/>
            <a:miter/>
          </a:ln>
        </p:spPr>
        <p:txBody>
          <a:bodyPr/>
          <a:lstStyle/>
          <a:p>
            <a:endParaRPr lang="es-419" noProof="0" dirty="0"/>
          </a:p>
        </p:txBody>
      </p:sp>
      <p:sp>
        <p:nvSpPr>
          <p:cNvPr id="63" name="Forma libre: forma 62">
            <a:extLst>
              <a:ext uri="{FF2B5EF4-FFF2-40B4-BE49-F238E27FC236}">
                <a16:creationId xmlns:a16="http://schemas.microsoft.com/office/drawing/2014/main" id="{F8C41B07-85D5-B30D-3F3D-B8D2D17DF8D2}"/>
              </a:ext>
            </a:extLst>
          </p:cNvPr>
          <p:cNvSpPr/>
          <p:nvPr/>
        </p:nvSpPr>
        <p:spPr>
          <a:xfrm>
            <a:off x="1324915" y="2412330"/>
            <a:ext cx="357764" cy="223095"/>
          </a:xfrm>
          <a:custGeom>
            <a:avLst/>
            <a:gdLst>
              <a:gd name="csX0" fmla="*/ 310749 w 357764"/>
              <a:gd name="csY0" fmla="*/ 220821 h 223095"/>
              <a:gd name="csX1" fmla="*/ 306750 w 357764"/>
              <a:gd name="csY1" fmla="*/ 216842 h 223095"/>
              <a:gd name="csX2" fmla="*/ 298107 w 357764"/>
              <a:gd name="csY2" fmla="*/ 209508 h 223095"/>
              <a:gd name="csX3" fmla="*/ 280348 w 357764"/>
              <a:gd name="csY3" fmla="*/ 201999 h 223095"/>
              <a:gd name="csX4" fmla="*/ 262845 w 357764"/>
              <a:gd name="csY4" fmla="*/ 196313 h 223095"/>
              <a:gd name="csX5" fmla="*/ 256032 w 357764"/>
              <a:gd name="csY5" fmla="*/ 193496 h 223095"/>
              <a:gd name="csX6" fmla="*/ 242886 w 357764"/>
              <a:gd name="csY6" fmla="*/ 190679 h 223095"/>
              <a:gd name="csX7" fmla="*/ 229978 w 357764"/>
              <a:gd name="csY7" fmla="*/ 186722 h 223095"/>
              <a:gd name="csX8" fmla="*/ 220854 w 357764"/>
              <a:gd name="csY8" fmla="*/ 186091 h 223095"/>
              <a:gd name="csX9" fmla="*/ 209097 w 357764"/>
              <a:gd name="csY9" fmla="*/ 183130 h 223095"/>
              <a:gd name="csX10" fmla="*/ 214906 w 357764"/>
              <a:gd name="csY10" fmla="*/ 187877 h 223095"/>
              <a:gd name="csX11" fmla="*/ 215222 w 357764"/>
              <a:gd name="csY11" fmla="*/ 190853 h 223095"/>
              <a:gd name="csX12" fmla="*/ 206349 w 357764"/>
              <a:gd name="csY12" fmla="*/ 186954 h 223095"/>
              <a:gd name="csX13" fmla="*/ 189899 w 357764"/>
              <a:gd name="csY13" fmla="*/ 176334 h 223095"/>
              <a:gd name="csX14" fmla="*/ 172154 w 357764"/>
              <a:gd name="csY14" fmla="*/ 165667 h 223095"/>
              <a:gd name="csX15" fmla="*/ 165494 w 357764"/>
              <a:gd name="csY15" fmla="*/ 164758 h 223095"/>
              <a:gd name="csX16" fmla="*/ 154887 w 357764"/>
              <a:gd name="csY16" fmla="*/ 162867 h 223095"/>
              <a:gd name="csX17" fmla="*/ 146116 w 357764"/>
              <a:gd name="csY17" fmla="*/ 160825 h 223095"/>
              <a:gd name="csX18" fmla="*/ 117490 w 357764"/>
              <a:gd name="csY18" fmla="*/ 151278 h 223095"/>
              <a:gd name="csX19" fmla="*/ 95284 w 357764"/>
              <a:gd name="csY19" fmla="*/ 141980 h 223095"/>
              <a:gd name="csX20" fmla="*/ 92932 w 357764"/>
              <a:gd name="csY20" fmla="*/ 138216 h 223095"/>
              <a:gd name="csX21" fmla="*/ 81316 w 357764"/>
              <a:gd name="csY21" fmla="*/ 127645 h 223095"/>
              <a:gd name="csX22" fmla="*/ 69699 w 357764"/>
              <a:gd name="csY22" fmla="*/ 117508 h 223095"/>
              <a:gd name="csX23" fmla="*/ 49682 w 357764"/>
              <a:gd name="csY23" fmla="*/ 104238 h 223095"/>
              <a:gd name="csX24" fmla="*/ 33940 w 357764"/>
              <a:gd name="csY24" fmla="*/ 91155 h 223095"/>
              <a:gd name="csX25" fmla="*/ 3571 w 357764"/>
              <a:gd name="csY25" fmla="*/ 73330 h 223095"/>
              <a:gd name="csX26" fmla="*/ 0 w 357764"/>
              <a:gd name="csY26" fmla="*/ 65812 h 223095"/>
              <a:gd name="csX27" fmla="*/ 7287 w 357764"/>
              <a:gd name="csY27" fmla="*/ 53156 h 223095"/>
              <a:gd name="csX28" fmla="*/ 18044 w 357764"/>
              <a:gd name="csY28" fmla="*/ 33495 h 223095"/>
              <a:gd name="csX29" fmla="*/ 19421 w 357764"/>
              <a:gd name="csY29" fmla="*/ 20586 h 223095"/>
              <a:gd name="csX30" fmla="*/ 43911 w 357764"/>
              <a:gd name="csY30" fmla="*/ 20678 h 223095"/>
              <a:gd name="csX31" fmla="*/ 60045 w 357764"/>
              <a:gd name="csY31" fmla="*/ 24079 h 223095"/>
              <a:gd name="csX32" fmla="*/ 132045 w 357764"/>
              <a:gd name="csY32" fmla="*/ 29780 h 223095"/>
              <a:gd name="csX33" fmla="*/ 140624 w 357764"/>
              <a:gd name="csY33" fmla="*/ 26018 h 223095"/>
              <a:gd name="csX34" fmla="*/ 141619 w 357764"/>
              <a:gd name="csY34" fmla="*/ 13502 h 223095"/>
              <a:gd name="csX35" fmla="*/ 147260 w 357764"/>
              <a:gd name="csY35" fmla="*/ 0 h 223095"/>
              <a:gd name="csX36" fmla="*/ 157468 w 357764"/>
              <a:gd name="csY36" fmla="*/ 24790 h 223095"/>
              <a:gd name="csX37" fmla="*/ 164323 w 357764"/>
              <a:gd name="csY37" fmla="*/ 32600 h 223095"/>
              <a:gd name="csX38" fmla="*/ 177876 w 357764"/>
              <a:gd name="csY38" fmla="*/ 26172 h 223095"/>
              <a:gd name="csX39" fmla="*/ 195232 w 357764"/>
              <a:gd name="csY39" fmla="*/ 18047 h 223095"/>
              <a:gd name="csX40" fmla="*/ 208905 w 357764"/>
              <a:gd name="csY40" fmla="*/ 10791 h 223095"/>
              <a:gd name="csX41" fmla="*/ 219887 w 357764"/>
              <a:gd name="csY41" fmla="*/ 4680 h 223095"/>
              <a:gd name="csX42" fmla="*/ 238661 w 357764"/>
              <a:gd name="csY42" fmla="*/ 20265 h 223095"/>
              <a:gd name="csX43" fmla="*/ 254397 w 357764"/>
              <a:gd name="csY43" fmla="*/ 25712 h 223095"/>
              <a:gd name="csX44" fmla="*/ 258145 w 357764"/>
              <a:gd name="csY44" fmla="*/ 24934 h 223095"/>
              <a:gd name="csX45" fmla="*/ 286337 w 357764"/>
              <a:gd name="csY45" fmla="*/ 54210 h 223095"/>
              <a:gd name="csX46" fmla="*/ 292234 w 357764"/>
              <a:gd name="csY46" fmla="*/ 58728 h 223095"/>
              <a:gd name="csX47" fmla="*/ 311147 w 357764"/>
              <a:gd name="csY47" fmla="*/ 69699 h 223095"/>
              <a:gd name="csX48" fmla="*/ 321808 w 357764"/>
              <a:gd name="csY48" fmla="*/ 76335 h 223095"/>
              <a:gd name="csX49" fmla="*/ 326980 w 357764"/>
              <a:gd name="csY49" fmla="*/ 102795 h 223095"/>
              <a:gd name="csX50" fmla="*/ 329261 w 357764"/>
              <a:gd name="csY50" fmla="*/ 127630 h 223095"/>
              <a:gd name="csX51" fmla="*/ 333007 w 357764"/>
              <a:gd name="csY51" fmla="*/ 137310 h 223095"/>
              <a:gd name="csX52" fmla="*/ 335120 w 357764"/>
              <a:gd name="csY52" fmla="*/ 141980 h 223095"/>
              <a:gd name="csX53" fmla="*/ 346410 w 357764"/>
              <a:gd name="csY53" fmla="*/ 150369 h 223095"/>
              <a:gd name="csX54" fmla="*/ 357125 w 357764"/>
              <a:gd name="csY54" fmla="*/ 170794 h 223095"/>
              <a:gd name="csX55" fmla="*/ 348644 w 357764"/>
              <a:gd name="csY55" fmla="*/ 191877 h 223095"/>
              <a:gd name="csX56" fmla="*/ 333236 w 357764"/>
              <a:gd name="csY56" fmla="*/ 203812 h 223095"/>
              <a:gd name="csX57" fmla="*/ 327844 w 357764"/>
              <a:gd name="csY57" fmla="*/ 209994 h 223095"/>
              <a:gd name="csX58" fmla="*/ 320060 w 357764"/>
              <a:gd name="csY58" fmla="*/ 219045 h 223095"/>
              <a:gd name="csX59" fmla="*/ 310749 w 357764"/>
              <a:gd name="csY59" fmla="*/ 220821 h 2230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Lst>
            <a:rect l="l" t="t" r="r" b="b"/>
            <a:pathLst>
              <a:path w="357764" h="223095">
                <a:moveTo>
                  <a:pt x="310749" y="220821"/>
                </a:moveTo>
                <a:cubicBezTo>
                  <a:pt x="309909" y="218632"/>
                  <a:pt x="308109" y="216842"/>
                  <a:pt x="306750" y="216842"/>
                </a:cubicBezTo>
                <a:cubicBezTo>
                  <a:pt x="305390" y="216842"/>
                  <a:pt x="301501" y="213542"/>
                  <a:pt x="298107" y="209508"/>
                </a:cubicBezTo>
                <a:cubicBezTo>
                  <a:pt x="293077" y="203531"/>
                  <a:pt x="289793" y="202142"/>
                  <a:pt x="280348" y="201999"/>
                </a:cubicBezTo>
                <a:cubicBezTo>
                  <a:pt x="272259" y="201877"/>
                  <a:pt x="266975" y="200160"/>
                  <a:pt x="262845" y="196313"/>
                </a:cubicBezTo>
                <a:cubicBezTo>
                  <a:pt x="259591" y="193282"/>
                  <a:pt x="256525" y="192014"/>
                  <a:pt x="256032" y="193496"/>
                </a:cubicBezTo>
                <a:cubicBezTo>
                  <a:pt x="254564" y="197900"/>
                  <a:pt x="248378" y="196574"/>
                  <a:pt x="242886" y="190679"/>
                </a:cubicBezTo>
                <a:cubicBezTo>
                  <a:pt x="238972" y="186478"/>
                  <a:pt x="235903" y="185537"/>
                  <a:pt x="229978" y="186722"/>
                </a:cubicBezTo>
                <a:cubicBezTo>
                  <a:pt x="225703" y="187577"/>
                  <a:pt x="221597" y="187293"/>
                  <a:pt x="220854" y="186091"/>
                </a:cubicBezTo>
                <a:cubicBezTo>
                  <a:pt x="219048" y="183170"/>
                  <a:pt x="209097" y="180663"/>
                  <a:pt x="209097" y="183130"/>
                </a:cubicBezTo>
                <a:cubicBezTo>
                  <a:pt x="209097" y="184200"/>
                  <a:pt x="211711" y="186336"/>
                  <a:pt x="214906" y="187877"/>
                </a:cubicBezTo>
                <a:cubicBezTo>
                  <a:pt x="220644" y="190644"/>
                  <a:pt x="220647" y="190680"/>
                  <a:pt x="215222" y="190853"/>
                </a:cubicBezTo>
                <a:cubicBezTo>
                  <a:pt x="212201" y="190949"/>
                  <a:pt x="208208" y="189194"/>
                  <a:pt x="206349" y="186954"/>
                </a:cubicBezTo>
                <a:cubicBezTo>
                  <a:pt x="204489" y="184713"/>
                  <a:pt x="197087" y="179934"/>
                  <a:pt x="189899" y="176334"/>
                </a:cubicBezTo>
                <a:cubicBezTo>
                  <a:pt x="182711" y="172733"/>
                  <a:pt x="174726" y="167933"/>
                  <a:pt x="172154" y="165667"/>
                </a:cubicBezTo>
                <a:cubicBezTo>
                  <a:pt x="168546" y="162487"/>
                  <a:pt x="167026" y="162279"/>
                  <a:pt x="165494" y="164758"/>
                </a:cubicBezTo>
                <a:cubicBezTo>
                  <a:pt x="163542" y="167916"/>
                  <a:pt x="154887" y="166373"/>
                  <a:pt x="154887" y="162867"/>
                </a:cubicBezTo>
                <a:cubicBezTo>
                  <a:pt x="154887" y="161880"/>
                  <a:pt x="150940" y="160961"/>
                  <a:pt x="146116" y="160825"/>
                </a:cubicBezTo>
                <a:cubicBezTo>
                  <a:pt x="141292" y="160688"/>
                  <a:pt x="128410" y="156392"/>
                  <a:pt x="117490" y="151278"/>
                </a:cubicBezTo>
                <a:cubicBezTo>
                  <a:pt x="106570" y="146164"/>
                  <a:pt x="96577" y="141980"/>
                  <a:pt x="95284" y="141980"/>
                </a:cubicBezTo>
                <a:cubicBezTo>
                  <a:pt x="93990" y="141980"/>
                  <a:pt x="92932" y="140286"/>
                  <a:pt x="92932" y="138216"/>
                </a:cubicBezTo>
                <a:cubicBezTo>
                  <a:pt x="92932" y="136147"/>
                  <a:pt x="87705" y="131390"/>
                  <a:pt x="81316" y="127645"/>
                </a:cubicBezTo>
                <a:cubicBezTo>
                  <a:pt x="74927" y="123901"/>
                  <a:pt x="69699" y="119339"/>
                  <a:pt x="69699" y="117508"/>
                </a:cubicBezTo>
                <a:cubicBezTo>
                  <a:pt x="69699" y="113290"/>
                  <a:pt x="58936" y="106155"/>
                  <a:pt x="49682" y="104238"/>
                </a:cubicBezTo>
                <a:cubicBezTo>
                  <a:pt x="45282" y="103326"/>
                  <a:pt x="39312" y="98365"/>
                  <a:pt x="33940" y="91155"/>
                </a:cubicBezTo>
                <a:cubicBezTo>
                  <a:pt x="25287" y="79543"/>
                  <a:pt x="10302" y="70747"/>
                  <a:pt x="3571" y="73330"/>
                </a:cubicBezTo>
                <a:cubicBezTo>
                  <a:pt x="957" y="74333"/>
                  <a:pt x="0" y="72319"/>
                  <a:pt x="0" y="65812"/>
                </a:cubicBezTo>
                <a:cubicBezTo>
                  <a:pt x="0" y="58672"/>
                  <a:pt x="1433" y="56184"/>
                  <a:pt x="7287" y="53156"/>
                </a:cubicBezTo>
                <a:cubicBezTo>
                  <a:pt x="19411" y="46887"/>
                  <a:pt x="21790" y="42538"/>
                  <a:pt x="18044" y="33495"/>
                </a:cubicBezTo>
                <a:cubicBezTo>
                  <a:pt x="15244" y="26735"/>
                  <a:pt x="15429" y="24996"/>
                  <a:pt x="19421" y="20586"/>
                </a:cubicBezTo>
                <a:cubicBezTo>
                  <a:pt x="25368" y="14014"/>
                  <a:pt x="37292" y="14059"/>
                  <a:pt x="43911" y="20678"/>
                </a:cubicBezTo>
                <a:cubicBezTo>
                  <a:pt x="48190" y="24957"/>
                  <a:pt x="51021" y="25553"/>
                  <a:pt x="60045" y="24079"/>
                </a:cubicBezTo>
                <a:cubicBezTo>
                  <a:pt x="79921" y="20832"/>
                  <a:pt x="103607" y="22707"/>
                  <a:pt x="132045" y="29780"/>
                </a:cubicBezTo>
                <a:cubicBezTo>
                  <a:pt x="137569" y="31154"/>
                  <a:pt x="139225" y="30428"/>
                  <a:pt x="140624" y="26018"/>
                </a:cubicBezTo>
                <a:cubicBezTo>
                  <a:pt x="141578" y="23013"/>
                  <a:pt x="142026" y="17381"/>
                  <a:pt x="141619" y="13502"/>
                </a:cubicBezTo>
                <a:cubicBezTo>
                  <a:pt x="140830" y="5985"/>
                  <a:pt x="143331" y="0"/>
                  <a:pt x="147260" y="0"/>
                </a:cubicBezTo>
                <a:cubicBezTo>
                  <a:pt x="150433" y="0"/>
                  <a:pt x="157468" y="17085"/>
                  <a:pt x="157468" y="24790"/>
                </a:cubicBezTo>
                <a:cubicBezTo>
                  <a:pt x="157468" y="29227"/>
                  <a:pt x="159328" y="31346"/>
                  <a:pt x="164323" y="32600"/>
                </a:cubicBezTo>
                <a:cubicBezTo>
                  <a:pt x="169965" y="34015"/>
                  <a:pt x="172364" y="32878"/>
                  <a:pt x="177876" y="26172"/>
                </a:cubicBezTo>
                <a:cubicBezTo>
                  <a:pt x="183430" y="19415"/>
                  <a:pt x="186393" y="18028"/>
                  <a:pt x="195232" y="18047"/>
                </a:cubicBezTo>
                <a:cubicBezTo>
                  <a:pt x="204499" y="18067"/>
                  <a:pt x="206283" y="17120"/>
                  <a:pt x="208905" y="10791"/>
                </a:cubicBezTo>
                <a:cubicBezTo>
                  <a:pt x="211484" y="4565"/>
                  <a:pt x="213074" y="3680"/>
                  <a:pt x="219887" y="4680"/>
                </a:cubicBezTo>
                <a:cubicBezTo>
                  <a:pt x="228665" y="5969"/>
                  <a:pt x="236077" y="12121"/>
                  <a:pt x="238661" y="20265"/>
                </a:cubicBezTo>
                <a:cubicBezTo>
                  <a:pt x="240752" y="26852"/>
                  <a:pt x="249411" y="29849"/>
                  <a:pt x="254397" y="25712"/>
                </a:cubicBezTo>
                <a:cubicBezTo>
                  <a:pt x="256458" y="24001"/>
                  <a:pt x="258145" y="23651"/>
                  <a:pt x="258145" y="24934"/>
                </a:cubicBezTo>
                <a:cubicBezTo>
                  <a:pt x="258145" y="28142"/>
                  <a:pt x="283247" y="54210"/>
                  <a:pt x="286337" y="54210"/>
                </a:cubicBezTo>
                <a:cubicBezTo>
                  <a:pt x="287708" y="54210"/>
                  <a:pt x="290362" y="56243"/>
                  <a:pt x="292234" y="58728"/>
                </a:cubicBezTo>
                <a:cubicBezTo>
                  <a:pt x="296425" y="64288"/>
                  <a:pt x="305753" y="69699"/>
                  <a:pt x="311147" y="69699"/>
                </a:cubicBezTo>
                <a:cubicBezTo>
                  <a:pt x="313361" y="69699"/>
                  <a:pt x="318158" y="72685"/>
                  <a:pt x="321808" y="76335"/>
                </a:cubicBezTo>
                <a:cubicBezTo>
                  <a:pt x="328098" y="82626"/>
                  <a:pt x="328367" y="84002"/>
                  <a:pt x="326980" y="102795"/>
                </a:cubicBezTo>
                <a:cubicBezTo>
                  <a:pt x="325865" y="117888"/>
                  <a:pt x="326410" y="123815"/>
                  <a:pt x="329261" y="127630"/>
                </a:cubicBezTo>
                <a:cubicBezTo>
                  <a:pt x="331322" y="130386"/>
                  <a:pt x="333007" y="134742"/>
                  <a:pt x="333007" y="137310"/>
                </a:cubicBezTo>
                <a:cubicBezTo>
                  <a:pt x="333007" y="139879"/>
                  <a:pt x="333958" y="141980"/>
                  <a:pt x="335120" y="141980"/>
                </a:cubicBezTo>
                <a:cubicBezTo>
                  <a:pt x="336282" y="141980"/>
                  <a:pt x="341362" y="145755"/>
                  <a:pt x="346410" y="150369"/>
                </a:cubicBezTo>
                <a:cubicBezTo>
                  <a:pt x="353607" y="156948"/>
                  <a:pt x="355920" y="161358"/>
                  <a:pt x="357125" y="170794"/>
                </a:cubicBezTo>
                <a:cubicBezTo>
                  <a:pt x="358591" y="182285"/>
                  <a:pt x="358209" y="183236"/>
                  <a:pt x="348644" y="191877"/>
                </a:cubicBezTo>
                <a:cubicBezTo>
                  <a:pt x="343134" y="196855"/>
                  <a:pt x="336201" y="202226"/>
                  <a:pt x="333236" y="203812"/>
                </a:cubicBezTo>
                <a:cubicBezTo>
                  <a:pt x="330270" y="205399"/>
                  <a:pt x="327844" y="208181"/>
                  <a:pt x="327844" y="209994"/>
                </a:cubicBezTo>
                <a:cubicBezTo>
                  <a:pt x="327844" y="211806"/>
                  <a:pt x="324341" y="215879"/>
                  <a:pt x="320060" y="219045"/>
                </a:cubicBezTo>
                <a:cubicBezTo>
                  <a:pt x="313416" y="223957"/>
                  <a:pt x="312052" y="224217"/>
                  <a:pt x="310749" y="220821"/>
                </a:cubicBezTo>
                <a:close/>
              </a:path>
            </a:pathLst>
          </a:custGeom>
          <a:solidFill>
            <a:srgbClr val="B9B9B9"/>
          </a:solidFill>
          <a:ln w="5163" cap="flat">
            <a:noFill/>
            <a:prstDash val="solid"/>
            <a:miter/>
          </a:ln>
        </p:spPr>
        <p:txBody>
          <a:bodyPr/>
          <a:lstStyle/>
          <a:p>
            <a:endParaRPr lang="es-419" noProof="0" dirty="0"/>
          </a:p>
        </p:txBody>
      </p:sp>
      <p:sp>
        <p:nvSpPr>
          <p:cNvPr id="64" name="Forma libre: forma 63">
            <a:extLst>
              <a:ext uri="{FF2B5EF4-FFF2-40B4-BE49-F238E27FC236}">
                <a16:creationId xmlns:a16="http://schemas.microsoft.com/office/drawing/2014/main" id="{49893AA4-2905-12E5-7CB8-C3790DE43EA0}"/>
              </a:ext>
            </a:extLst>
          </p:cNvPr>
          <p:cNvSpPr/>
          <p:nvPr/>
        </p:nvSpPr>
        <p:spPr>
          <a:xfrm>
            <a:off x="2030531" y="2394260"/>
            <a:ext cx="276109" cy="131653"/>
          </a:xfrm>
          <a:custGeom>
            <a:avLst/>
            <a:gdLst>
              <a:gd name="csX0" fmla="*/ 240916 w 276109"/>
              <a:gd name="csY0" fmla="*/ 129933 h 131653"/>
              <a:gd name="csX1" fmla="*/ 239195 w 276109"/>
              <a:gd name="csY1" fmla="*/ 124013 h 131653"/>
              <a:gd name="csX2" fmla="*/ 228223 w 276109"/>
              <a:gd name="csY2" fmla="*/ 115744 h 131653"/>
              <a:gd name="csX3" fmla="*/ 217897 w 276109"/>
              <a:gd name="csY3" fmla="*/ 106005 h 131653"/>
              <a:gd name="csX4" fmla="*/ 210063 w 276109"/>
              <a:gd name="csY4" fmla="*/ 90246 h 131653"/>
              <a:gd name="csX5" fmla="*/ 197989 w 276109"/>
              <a:gd name="csY5" fmla="*/ 82502 h 131653"/>
              <a:gd name="csX6" fmla="*/ 171181 w 276109"/>
              <a:gd name="csY6" fmla="*/ 78639 h 131653"/>
              <a:gd name="csX7" fmla="*/ 162540 w 276109"/>
              <a:gd name="csY7" fmla="*/ 80766 h 131653"/>
              <a:gd name="csX8" fmla="*/ 140024 w 276109"/>
              <a:gd name="csY8" fmla="*/ 103258 h 131653"/>
              <a:gd name="csX9" fmla="*/ 121107 w 276109"/>
              <a:gd name="csY9" fmla="*/ 123910 h 131653"/>
              <a:gd name="csX10" fmla="*/ 115285 w 276109"/>
              <a:gd name="csY10" fmla="*/ 120037 h 131653"/>
              <a:gd name="csX11" fmla="*/ 106086 w 276109"/>
              <a:gd name="csY11" fmla="*/ 116165 h 131653"/>
              <a:gd name="csX12" fmla="*/ 95488 w 276109"/>
              <a:gd name="csY12" fmla="*/ 97511 h 131653"/>
              <a:gd name="csX13" fmla="*/ 74161 w 276109"/>
              <a:gd name="csY13" fmla="*/ 72281 h 131653"/>
              <a:gd name="csX14" fmla="*/ 62180 w 276109"/>
              <a:gd name="csY14" fmla="*/ 80383 h 131653"/>
              <a:gd name="csX15" fmla="*/ 59403 w 276109"/>
              <a:gd name="csY15" fmla="*/ 95543 h 131653"/>
              <a:gd name="csX16" fmla="*/ 54777 w 276109"/>
              <a:gd name="csY16" fmla="*/ 108274 h 131653"/>
              <a:gd name="csX17" fmla="*/ 46950 w 276109"/>
              <a:gd name="csY17" fmla="*/ 122154 h 131653"/>
              <a:gd name="csX18" fmla="*/ 45160 w 276109"/>
              <a:gd name="csY18" fmla="*/ 130363 h 131653"/>
              <a:gd name="csX19" fmla="*/ 42524 w 276109"/>
              <a:gd name="csY19" fmla="*/ 123910 h 131653"/>
              <a:gd name="csX20" fmla="*/ 27585 w 276109"/>
              <a:gd name="csY20" fmla="*/ 101648 h 131653"/>
              <a:gd name="csX21" fmla="*/ 3541 w 276109"/>
              <a:gd name="csY21" fmla="*/ 71617 h 131653"/>
              <a:gd name="csX22" fmla="*/ 489 w 276109"/>
              <a:gd name="csY22" fmla="*/ 57859 h 131653"/>
              <a:gd name="csX23" fmla="*/ 5896 w 276109"/>
              <a:gd name="csY23" fmla="*/ 47783 h 131653"/>
              <a:gd name="csX24" fmla="*/ 14046 w 276109"/>
              <a:gd name="csY24" fmla="*/ 46070 h 131653"/>
              <a:gd name="csX25" fmla="*/ 24934 w 276109"/>
              <a:gd name="csY25" fmla="*/ 43885 h 131653"/>
              <a:gd name="csX26" fmla="*/ 35503 w 276109"/>
              <a:gd name="csY26" fmla="*/ 38722 h 131653"/>
              <a:gd name="csX27" fmla="*/ 41946 w 276109"/>
              <a:gd name="csY27" fmla="*/ 35764 h 131653"/>
              <a:gd name="csX28" fmla="*/ 25819 w 276109"/>
              <a:gd name="csY28" fmla="*/ 37615 h 131653"/>
              <a:gd name="csX29" fmla="*/ 26045 w 276109"/>
              <a:gd name="csY29" fmla="*/ 35947 h 131653"/>
              <a:gd name="csX30" fmla="*/ 73982 w 276109"/>
              <a:gd name="csY30" fmla="*/ 25857 h 131653"/>
              <a:gd name="csX31" fmla="*/ 76916 w 276109"/>
              <a:gd name="csY31" fmla="*/ 28123 h 131653"/>
              <a:gd name="csX32" fmla="*/ 76893 w 276109"/>
              <a:gd name="csY32" fmla="*/ 31518 h 131653"/>
              <a:gd name="csX33" fmla="*/ 83755 w 276109"/>
              <a:gd name="csY33" fmla="*/ 29317 h 131653"/>
              <a:gd name="csX34" fmla="*/ 96686 w 276109"/>
              <a:gd name="csY34" fmla="*/ 23336 h 131653"/>
              <a:gd name="csX35" fmla="*/ 114106 w 276109"/>
              <a:gd name="csY35" fmla="*/ 13587 h 131653"/>
              <a:gd name="csX36" fmla="*/ 134447 w 276109"/>
              <a:gd name="csY36" fmla="*/ 0 h 131653"/>
              <a:gd name="csX37" fmla="*/ 136418 w 276109"/>
              <a:gd name="csY37" fmla="*/ 8390 h 131653"/>
              <a:gd name="csX38" fmla="*/ 147553 w 276109"/>
              <a:gd name="csY38" fmla="*/ 17557 h 131653"/>
              <a:gd name="csX39" fmla="*/ 164372 w 276109"/>
              <a:gd name="csY39" fmla="*/ 37279 h 131653"/>
              <a:gd name="csX40" fmla="*/ 179001 w 276109"/>
              <a:gd name="csY40" fmla="*/ 58990 h 131653"/>
              <a:gd name="csX41" fmla="*/ 191415 w 276109"/>
              <a:gd name="csY41" fmla="*/ 67081 h 131653"/>
              <a:gd name="csX42" fmla="*/ 215539 w 276109"/>
              <a:gd name="csY42" fmla="*/ 67434 h 131653"/>
              <a:gd name="csX43" fmla="*/ 218120 w 276109"/>
              <a:gd name="csY43" fmla="*/ 59084 h 131653"/>
              <a:gd name="csX44" fmla="*/ 224155 w 276109"/>
              <a:gd name="csY44" fmla="*/ 52122 h 131653"/>
              <a:gd name="csX45" fmla="*/ 241477 w 276109"/>
              <a:gd name="csY45" fmla="*/ 56639 h 131653"/>
              <a:gd name="csX46" fmla="*/ 260758 w 276109"/>
              <a:gd name="csY46" fmla="*/ 61955 h 131653"/>
              <a:gd name="csX47" fmla="*/ 271115 w 276109"/>
              <a:gd name="csY47" fmla="*/ 65853 h 131653"/>
              <a:gd name="csX48" fmla="*/ 274360 w 276109"/>
              <a:gd name="csY48" fmla="*/ 100702 h 131653"/>
              <a:gd name="csX49" fmla="*/ 276110 w 276109"/>
              <a:gd name="csY49" fmla="*/ 131654 h 131653"/>
              <a:gd name="csX50" fmla="*/ 259373 w 276109"/>
              <a:gd name="csY50" fmla="*/ 131654 h 131653"/>
              <a:gd name="csX51" fmla="*/ 240916 w 276109"/>
              <a:gd name="csY51" fmla="*/ 129933 h 1316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Lst>
            <a:rect l="l" t="t" r="r" b="b"/>
            <a:pathLst>
              <a:path w="276109" h="131653">
                <a:moveTo>
                  <a:pt x="240916" y="129933"/>
                </a:moveTo>
                <a:cubicBezTo>
                  <a:pt x="239969" y="128986"/>
                  <a:pt x="239195" y="126322"/>
                  <a:pt x="239195" y="124013"/>
                </a:cubicBezTo>
                <a:cubicBezTo>
                  <a:pt x="239195" y="121432"/>
                  <a:pt x="234966" y="118245"/>
                  <a:pt x="228223" y="115744"/>
                </a:cubicBezTo>
                <a:cubicBezTo>
                  <a:pt x="219440" y="112485"/>
                  <a:pt x="217381" y="110543"/>
                  <a:pt x="217897" y="106005"/>
                </a:cubicBezTo>
                <a:cubicBezTo>
                  <a:pt x="218682" y="99107"/>
                  <a:pt x="214348" y="90389"/>
                  <a:pt x="210063" y="90246"/>
                </a:cubicBezTo>
                <a:cubicBezTo>
                  <a:pt x="208338" y="90188"/>
                  <a:pt x="202905" y="86703"/>
                  <a:pt x="197989" y="82502"/>
                </a:cubicBezTo>
                <a:cubicBezTo>
                  <a:pt x="188345" y="74258"/>
                  <a:pt x="178782" y="72880"/>
                  <a:pt x="171181" y="78639"/>
                </a:cubicBezTo>
                <a:cubicBezTo>
                  <a:pt x="168558" y="80626"/>
                  <a:pt x="164670" y="81583"/>
                  <a:pt x="162540" y="80766"/>
                </a:cubicBezTo>
                <a:cubicBezTo>
                  <a:pt x="158541" y="79232"/>
                  <a:pt x="151258" y="86508"/>
                  <a:pt x="140024" y="103258"/>
                </a:cubicBezTo>
                <a:cubicBezTo>
                  <a:pt x="131601" y="115819"/>
                  <a:pt x="124189" y="123910"/>
                  <a:pt x="121107" y="123910"/>
                </a:cubicBezTo>
                <a:cubicBezTo>
                  <a:pt x="119672" y="123910"/>
                  <a:pt x="117052" y="122167"/>
                  <a:pt x="115285" y="120037"/>
                </a:cubicBezTo>
                <a:cubicBezTo>
                  <a:pt x="113517" y="117908"/>
                  <a:pt x="109378" y="116165"/>
                  <a:pt x="106086" y="116165"/>
                </a:cubicBezTo>
                <a:cubicBezTo>
                  <a:pt x="98470" y="116165"/>
                  <a:pt x="97317" y="114137"/>
                  <a:pt x="95488" y="97511"/>
                </a:cubicBezTo>
                <a:cubicBezTo>
                  <a:pt x="93708" y="81325"/>
                  <a:pt x="86063" y="72281"/>
                  <a:pt x="74161" y="72281"/>
                </a:cubicBezTo>
                <a:cubicBezTo>
                  <a:pt x="68039" y="72281"/>
                  <a:pt x="65473" y="74016"/>
                  <a:pt x="62180" y="80383"/>
                </a:cubicBezTo>
                <a:cubicBezTo>
                  <a:pt x="59748" y="85087"/>
                  <a:pt x="58583" y="91445"/>
                  <a:pt x="59403" y="95543"/>
                </a:cubicBezTo>
                <a:cubicBezTo>
                  <a:pt x="60452" y="100790"/>
                  <a:pt x="59265" y="104058"/>
                  <a:pt x="54777" y="108274"/>
                </a:cubicBezTo>
                <a:cubicBezTo>
                  <a:pt x="51457" y="111393"/>
                  <a:pt x="47935" y="117640"/>
                  <a:pt x="46950" y="122154"/>
                </a:cubicBezTo>
                <a:lnTo>
                  <a:pt x="45160" y="130363"/>
                </a:lnTo>
                <a:lnTo>
                  <a:pt x="42524" y="123910"/>
                </a:lnTo>
                <a:cubicBezTo>
                  <a:pt x="37073" y="110563"/>
                  <a:pt x="32979" y="104462"/>
                  <a:pt x="27585" y="101648"/>
                </a:cubicBezTo>
                <a:cubicBezTo>
                  <a:pt x="17943" y="96616"/>
                  <a:pt x="4895" y="80319"/>
                  <a:pt x="3541" y="71617"/>
                </a:cubicBezTo>
                <a:cubicBezTo>
                  <a:pt x="2825" y="67013"/>
                  <a:pt x="1452" y="60822"/>
                  <a:pt x="489" y="57859"/>
                </a:cubicBezTo>
                <a:cubicBezTo>
                  <a:pt x="-848" y="53746"/>
                  <a:pt x="431" y="51364"/>
                  <a:pt x="5896" y="47783"/>
                </a:cubicBezTo>
                <a:cubicBezTo>
                  <a:pt x="10761" y="44595"/>
                  <a:pt x="13372" y="44047"/>
                  <a:pt x="14046" y="46070"/>
                </a:cubicBezTo>
                <a:cubicBezTo>
                  <a:pt x="15462" y="50316"/>
                  <a:pt x="18138" y="49779"/>
                  <a:pt x="24934" y="43885"/>
                </a:cubicBezTo>
                <a:cubicBezTo>
                  <a:pt x="28208" y="41045"/>
                  <a:pt x="32964" y="38722"/>
                  <a:pt x="35503" y="38722"/>
                </a:cubicBezTo>
                <a:cubicBezTo>
                  <a:pt x="38041" y="38722"/>
                  <a:pt x="40941" y="37391"/>
                  <a:pt x="41946" y="35764"/>
                </a:cubicBezTo>
                <a:cubicBezTo>
                  <a:pt x="43722" y="32890"/>
                  <a:pt x="39180" y="33412"/>
                  <a:pt x="25819" y="37615"/>
                </a:cubicBezTo>
                <a:cubicBezTo>
                  <a:pt x="21516" y="38969"/>
                  <a:pt x="21538" y="38810"/>
                  <a:pt x="26045" y="35947"/>
                </a:cubicBezTo>
                <a:cubicBezTo>
                  <a:pt x="31416" y="32535"/>
                  <a:pt x="63427" y="25797"/>
                  <a:pt x="73982" y="25857"/>
                </a:cubicBezTo>
                <a:cubicBezTo>
                  <a:pt x="78607" y="25883"/>
                  <a:pt x="79439" y="26525"/>
                  <a:pt x="76916" y="28123"/>
                </a:cubicBezTo>
                <a:cubicBezTo>
                  <a:pt x="73965" y="29993"/>
                  <a:pt x="73961" y="30540"/>
                  <a:pt x="76893" y="31518"/>
                </a:cubicBezTo>
                <a:cubicBezTo>
                  <a:pt x="78816" y="32159"/>
                  <a:pt x="81904" y="31168"/>
                  <a:pt x="83755" y="29317"/>
                </a:cubicBezTo>
                <a:cubicBezTo>
                  <a:pt x="85607" y="27466"/>
                  <a:pt x="91425" y="24774"/>
                  <a:pt x="96686" y="23336"/>
                </a:cubicBezTo>
                <a:cubicBezTo>
                  <a:pt x="101946" y="21898"/>
                  <a:pt x="109785" y="17511"/>
                  <a:pt x="114106" y="13587"/>
                </a:cubicBezTo>
                <a:cubicBezTo>
                  <a:pt x="121455" y="6915"/>
                  <a:pt x="131807" y="0"/>
                  <a:pt x="134447" y="0"/>
                </a:cubicBezTo>
                <a:cubicBezTo>
                  <a:pt x="135087" y="0"/>
                  <a:pt x="135973" y="3775"/>
                  <a:pt x="136418" y="8390"/>
                </a:cubicBezTo>
                <a:cubicBezTo>
                  <a:pt x="137168" y="16168"/>
                  <a:pt x="137980" y="16836"/>
                  <a:pt x="147553" y="17557"/>
                </a:cubicBezTo>
                <a:cubicBezTo>
                  <a:pt x="160105" y="18501"/>
                  <a:pt x="164320" y="23444"/>
                  <a:pt x="164372" y="37279"/>
                </a:cubicBezTo>
                <a:cubicBezTo>
                  <a:pt x="164422" y="50382"/>
                  <a:pt x="165667" y="52231"/>
                  <a:pt x="179001" y="58990"/>
                </a:cubicBezTo>
                <a:cubicBezTo>
                  <a:pt x="184939" y="62000"/>
                  <a:pt x="190525" y="65641"/>
                  <a:pt x="191415" y="67081"/>
                </a:cubicBezTo>
                <a:cubicBezTo>
                  <a:pt x="193368" y="70242"/>
                  <a:pt x="210709" y="70495"/>
                  <a:pt x="215539" y="67434"/>
                </a:cubicBezTo>
                <a:cubicBezTo>
                  <a:pt x="217436" y="66231"/>
                  <a:pt x="218597" y="62474"/>
                  <a:pt x="218120" y="59084"/>
                </a:cubicBezTo>
                <a:cubicBezTo>
                  <a:pt x="217412" y="54054"/>
                  <a:pt x="218522" y="52773"/>
                  <a:pt x="224155" y="52122"/>
                </a:cubicBezTo>
                <a:cubicBezTo>
                  <a:pt x="227952" y="51683"/>
                  <a:pt x="235747" y="53716"/>
                  <a:pt x="241477" y="56639"/>
                </a:cubicBezTo>
                <a:cubicBezTo>
                  <a:pt x="247208" y="59563"/>
                  <a:pt x="255884" y="61955"/>
                  <a:pt x="260758" y="61955"/>
                </a:cubicBezTo>
                <a:cubicBezTo>
                  <a:pt x="266280" y="61955"/>
                  <a:pt x="270184" y="63424"/>
                  <a:pt x="271115" y="65853"/>
                </a:cubicBezTo>
                <a:cubicBezTo>
                  <a:pt x="271938" y="67996"/>
                  <a:pt x="273398" y="83679"/>
                  <a:pt x="274360" y="100702"/>
                </a:cubicBezTo>
                <a:lnTo>
                  <a:pt x="276110" y="131654"/>
                </a:lnTo>
                <a:lnTo>
                  <a:pt x="259373" y="131654"/>
                </a:lnTo>
                <a:cubicBezTo>
                  <a:pt x="250168" y="131654"/>
                  <a:pt x="241862" y="130880"/>
                  <a:pt x="240916" y="129933"/>
                </a:cubicBezTo>
                <a:close/>
              </a:path>
            </a:pathLst>
          </a:custGeom>
          <a:solidFill>
            <a:srgbClr val="B9B9B9"/>
          </a:solidFill>
          <a:ln w="5163" cap="flat">
            <a:noFill/>
            <a:prstDash val="solid"/>
            <a:miter/>
          </a:ln>
        </p:spPr>
        <p:txBody>
          <a:bodyPr/>
          <a:lstStyle/>
          <a:p>
            <a:endParaRPr lang="es-419" noProof="0" dirty="0"/>
          </a:p>
        </p:txBody>
      </p:sp>
      <p:sp>
        <p:nvSpPr>
          <p:cNvPr id="65" name="Forma libre: forma 64">
            <a:extLst>
              <a:ext uri="{FF2B5EF4-FFF2-40B4-BE49-F238E27FC236}">
                <a16:creationId xmlns:a16="http://schemas.microsoft.com/office/drawing/2014/main" id="{3ADAD2B6-3ADF-84CB-3367-347D419964A0}"/>
              </a:ext>
            </a:extLst>
          </p:cNvPr>
          <p:cNvSpPr/>
          <p:nvPr/>
        </p:nvSpPr>
        <p:spPr>
          <a:xfrm>
            <a:off x="1184484" y="2261861"/>
            <a:ext cx="318490" cy="227740"/>
          </a:xfrm>
          <a:custGeom>
            <a:avLst/>
            <a:gdLst>
              <a:gd name="csX0" fmla="*/ 114616 w 318490"/>
              <a:gd name="csY0" fmla="*/ 224041 h 227740"/>
              <a:gd name="csX1" fmla="*/ 98063 w 318490"/>
              <a:gd name="csY1" fmla="*/ 220365 h 227740"/>
              <a:gd name="csX2" fmla="*/ 78702 w 318490"/>
              <a:gd name="csY2" fmla="*/ 212689 h 227740"/>
              <a:gd name="csX3" fmla="*/ 52720 w 318490"/>
              <a:gd name="csY3" fmla="*/ 202264 h 227740"/>
              <a:gd name="csX4" fmla="*/ 16521 w 318490"/>
              <a:gd name="csY4" fmla="*/ 184010 h 227740"/>
              <a:gd name="csX5" fmla="*/ 9212 w 318490"/>
              <a:gd name="csY5" fmla="*/ 173147 h 227740"/>
              <a:gd name="csX6" fmla="*/ 4642 w 318490"/>
              <a:gd name="csY6" fmla="*/ 147730 h 227740"/>
              <a:gd name="csX7" fmla="*/ 11809 w 318490"/>
              <a:gd name="csY7" fmla="*/ 137502 h 227740"/>
              <a:gd name="csX8" fmla="*/ 21183 w 318490"/>
              <a:gd name="csY8" fmla="*/ 134430 h 227740"/>
              <a:gd name="csX9" fmla="*/ 31013 w 318490"/>
              <a:gd name="csY9" fmla="*/ 131925 h 227740"/>
              <a:gd name="csX10" fmla="*/ 40878 w 318490"/>
              <a:gd name="csY10" fmla="*/ 131248 h 227740"/>
              <a:gd name="csX11" fmla="*/ 63873 w 318490"/>
              <a:gd name="csY11" fmla="*/ 121001 h 227740"/>
              <a:gd name="csX12" fmla="*/ 83748 w 318490"/>
              <a:gd name="csY12" fmla="*/ 109166 h 227740"/>
              <a:gd name="csX13" fmla="*/ 103738 w 318490"/>
              <a:gd name="csY13" fmla="*/ 85934 h 227740"/>
              <a:gd name="csX14" fmla="*/ 95901 w 318490"/>
              <a:gd name="csY14" fmla="*/ 79966 h 227740"/>
              <a:gd name="csX15" fmla="*/ 88802 w 318490"/>
              <a:gd name="csY15" fmla="*/ 74674 h 227740"/>
              <a:gd name="csX16" fmla="*/ 86125 w 318490"/>
              <a:gd name="csY16" fmla="*/ 66219 h 227740"/>
              <a:gd name="csX17" fmla="*/ 86125 w 318490"/>
              <a:gd name="csY17" fmla="*/ 56499 h 227740"/>
              <a:gd name="csX18" fmla="*/ 88802 w 318490"/>
              <a:gd name="csY18" fmla="*/ 47540 h 227740"/>
              <a:gd name="csX19" fmla="*/ 60913 w 318490"/>
              <a:gd name="csY19" fmla="*/ 35309 h 227740"/>
              <a:gd name="csX20" fmla="*/ 56419 w 318490"/>
              <a:gd name="csY20" fmla="*/ 24926 h 227740"/>
              <a:gd name="csX21" fmla="*/ 74769 w 318490"/>
              <a:gd name="csY21" fmla="*/ 18056 h 227740"/>
              <a:gd name="csX22" fmla="*/ 99155 w 318490"/>
              <a:gd name="csY22" fmla="*/ 10069 h 227740"/>
              <a:gd name="csX23" fmla="*/ 128747 w 318490"/>
              <a:gd name="csY23" fmla="*/ 1794 h 227740"/>
              <a:gd name="csX24" fmla="*/ 148545 w 318490"/>
              <a:gd name="csY24" fmla="*/ 0 h 227740"/>
              <a:gd name="csX25" fmla="*/ 155959 w 318490"/>
              <a:gd name="csY25" fmla="*/ 8117 h 227740"/>
              <a:gd name="csX26" fmla="*/ 176571 w 318490"/>
              <a:gd name="csY26" fmla="*/ 11071 h 227740"/>
              <a:gd name="csX27" fmla="*/ 199804 w 318490"/>
              <a:gd name="csY27" fmla="*/ 21145 h 227740"/>
              <a:gd name="csX28" fmla="*/ 218086 w 318490"/>
              <a:gd name="csY28" fmla="*/ 31610 h 227740"/>
              <a:gd name="csX29" fmla="*/ 246412 w 318490"/>
              <a:gd name="csY29" fmla="*/ 32163 h 227740"/>
              <a:gd name="csX30" fmla="*/ 266539 w 318490"/>
              <a:gd name="csY30" fmla="*/ 37891 h 227740"/>
              <a:gd name="csX31" fmla="*/ 290777 w 318490"/>
              <a:gd name="csY31" fmla="*/ 32555 h 227740"/>
              <a:gd name="csX32" fmla="*/ 315453 w 318490"/>
              <a:gd name="csY32" fmla="*/ 29658 h 227740"/>
              <a:gd name="csX33" fmla="*/ 315970 w 318490"/>
              <a:gd name="csY33" fmla="*/ 49793 h 227740"/>
              <a:gd name="csX34" fmla="*/ 313388 w 318490"/>
              <a:gd name="csY34" fmla="*/ 54741 h 227740"/>
              <a:gd name="csX35" fmla="*/ 311088 w 318490"/>
              <a:gd name="csY35" fmla="*/ 60549 h 227740"/>
              <a:gd name="csX36" fmla="*/ 306292 w 318490"/>
              <a:gd name="csY36" fmla="*/ 87865 h 227740"/>
              <a:gd name="csX37" fmla="*/ 284623 w 318490"/>
              <a:gd name="csY37" fmla="*/ 147819 h 227740"/>
              <a:gd name="csX38" fmla="*/ 277248 w 318490"/>
              <a:gd name="csY38" fmla="*/ 167736 h 227740"/>
              <a:gd name="csX39" fmla="*/ 272730 w 318490"/>
              <a:gd name="csY39" fmla="*/ 177484 h 227740"/>
              <a:gd name="csX40" fmla="*/ 214235 w 318490"/>
              <a:gd name="csY40" fmla="*/ 170076 h 227740"/>
              <a:gd name="csX41" fmla="*/ 184978 w 318490"/>
              <a:gd name="csY41" fmla="*/ 166604 h 227740"/>
              <a:gd name="csX42" fmla="*/ 157292 w 318490"/>
              <a:gd name="csY42" fmla="*/ 168449 h 227740"/>
              <a:gd name="csX43" fmla="*/ 156212 w 318490"/>
              <a:gd name="csY43" fmla="*/ 189010 h 227740"/>
              <a:gd name="csX44" fmla="*/ 147530 w 318490"/>
              <a:gd name="csY44" fmla="*/ 199123 h 227740"/>
              <a:gd name="csX45" fmla="*/ 137850 w 318490"/>
              <a:gd name="csY45" fmla="*/ 216729 h 227740"/>
              <a:gd name="csX46" fmla="*/ 130751 w 318490"/>
              <a:gd name="csY46" fmla="*/ 227717 h 227740"/>
              <a:gd name="csX47" fmla="*/ 114616 w 318490"/>
              <a:gd name="csY47" fmla="*/ 224041 h 2277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Lst>
            <a:rect l="l" t="t" r="r" b="b"/>
            <a:pathLst>
              <a:path w="318490" h="227740">
                <a:moveTo>
                  <a:pt x="114616" y="224041"/>
                </a:moveTo>
                <a:cubicBezTo>
                  <a:pt x="109647" y="222127"/>
                  <a:pt x="102198" y="220473"/>
                  <a:pt x="98063" y="220365"/>
                </a:cubicBezTo>
                <a:cubicBezTo>
                  <a:pt x="93928" y="220257"/>
                  <a:pt x="85216" y="216803"/>
                  <a:pt x="78702" y="212689"/>
                </a:cubicBezTo>
                <a:cubicBezTo>
                  <a:pt x="72189" y="208575"/>
                  <a:pt x="60497" y="203884"/>
                  <a:pt x="52720" y="202264"/>
                </a:cubicBezTo>
                <a:cubicBezTo>
                  <a:pt x="38260" y="199253"/>
                  <a:pt x="16521" y="188291"/>
                  <a:pt x="16521" y="184010"/>
                </a:cubicBezTo>
                <a:cubicBezTo>
                  <a:pt x="16521" y="182699"/>
                  <a:pt x="13232" y="177811"/>
                  <a:pt x="9212" y="173147"/>
                </a:cubicBezTo>
                <a:cubicBezTo>
                  <a:pt x="-1729" y="160453"/>
                  <a:pt x="-2493" y="156209"/>
                  <a:pt x="4642" y="147730"/>
                </a:cubicBezTo>
                <a:cubicBezTo>
                  <a:pt x="8064" y="143663"/>
                  <a:pt x="11290" y="139060"/>
                  <a:pt x="11809" y="137502"/>
                </a:cubicBezTo>
                <a:cubicBezTo>
                  <a:pt x="12328" y="135944"/>
                  <a:pt x="16546" y="134562"/>
                  <a:pt x="21183" y="134430"/>
                </a:cubicBezTo>
                <a:cubicBezTo>
                  <a:pt x="25819" y="134298"/>
                  <a:pt x="30243" y="133171"/>
                  <a:pt x="31013" y="131925"/>
                </a:cubicBezTo>
                <a:cubicBezTo>
                  <a:pt x="31783" y="130679"/>
                  <a:pt x="36222" y="130374"/>
                  <a:pt x="40878" y="131248"/>
                </a:cubicBezTo>
                <a:cubicBezTo>
                  <a:pt x="48236" y="132628"/>
                  <a:pt x="51244" y="131288"/>
                  <a:pt x="63873" y="121001"/>
                </a:cubicBezTo>
                <a:cubicBezTo>
                  <a:pt x="71865" y="114492"/>
                  <a:pt x="80808" y="109166"/>
                  <a:pt x="83748" y="109166"/>
                </a:cubicBezTo>
                <a:cubicBezTo>
                  <a:pt x="91503" y="109166"/>
                  <a:pt x="104649" y="93888"/>
                  <a:pt x="103738" y="85934"/>
                </a:cubicBezTo>
                <a:cubicBezTo>
                  <a:pt x="103134" y="80649"/>
                  <a:pt x="101713" y="79568"/>
                  <a:pt x="95901" y="79966"/>
                </a:cubicBezTo>
                <a:cubicBezTo>
                  <a:pt x="90126" y="80361"/>
                  <a:pt x="88802" y="79374"/>
                  <a:pt x="88802" y="74674"/>
                </a:cubicBezTo>
                <a:cubicBezTo>
                  <a:pt x="88802" y="71496"/>
                  <a:pt x="87597" y="67691"/>
                  <a:pt x="86125" y="66219"/>
                </a:cubicBezTo>
                <a:cubicBezTo>
                  <a:pt x="84276" y="64370"/>
                  <a:pt x="84276" y="61362"/>
                  <a:pt x="86125" y="56499"/>
                </a:cubicBezTo>
                <a:cubicBezTo>
                  <a:pt x="87597" y="52626"/>
                  <a:pt x="88802" y="48595"/>
                  <a:pt x="88802" y="47540"/>
                </a:cubicBezTo>
                <a:cubicBezTo>
                  <a:pt x="88802" y="45033"/>
                  <a:pt x="71424" y="37411"/>
                  <a:pt x="60913" y="35309"/>
                </a:cubicBezTo>
                <a:cubicBezTo>
                  <a:pt x="51581" y="33443"/>
                  <a:pt x="51150" y="32448"/>
                  <a:pt x="56419" y="24926"/>
                </a:cubicBezTo>
                <a:cubicBezTo>
                  <a:pt x="59183" y="20980"/>
                  <a:pt x="64034" y="19164"/>
                  <a:pt x="74769" y="18056"/>
                </a:cubicBezTo>
                <a:cubicBezTo>
                  <a:pt x="84042" y="17099"/>
                  <a:pt x="92933" y="14187"/>
                  <a:pt x="99155" y="10069"/>
                </a:cubicBezTo>
                <a:cubicBezTo>
                  <a:pt x="106450" y="5242"/>
                  <a:pt x="114000" y="3130"/>
                  <a:pt x="128747" y="1794"/>
                </a:cubicBezTo>
                <a:lnTo>
                  <a:pt x="148545" y="0"/>
                </a:lnTo>
                <a:lnTo>
                  <a:pt x="155959" y="8117"/>
                </a:lnTo>
                <a:cubicBezTo>
                  <a:pt x="164608" y="17586"/>
                  <a:pt x="168428" y="18134"/>
                  <a:pt x="176571" y="11071"/>
                </a:cubicBezTo>
                <a:cubicBezTo>
                  <a:pt x="187391" y="1687"/>
                  <a:pt x="199804" y="7069"/>
                  <a:pt x="199804" y="21145"/>
                </a:cubicBezTo>
                <a:cubicBezTo>
                  <a:pt x="199804" y="30772"/>
                  <a:pt x="209395" y="36261"/>
                  <a:pt x="218086" y="31610"/>
                </a:cubicBezTo>
                <a:cubicBezTo>
                  <a:pt x="228270" y="26160"/>
                  <a:pt x="241869" y="26426"/>
                  <a:pt x="246412" y="32163"/>
                </a:cubicBezTo>
                <a:cubicBezTo>
                  <a:pt x="249505" y="36068"/>
                  <a:pt x="254126" y="37384"/>
                  <a:pt x="266539" y="37891"/>
                </a:cubicBezTo>
                <a:cubicBezTo>
                  <a:pt x="279978" y="38440"/>
                  <a:pt x="284000" y="37555"/>
                  <a:pt x="290777" y="32555"/>
                </a:cubicBezTo>
                <a:cubicBezTo>
                  <a:pt x="299613" y="26036"/>
                  <a:pt x="310548" y="24752"/>
                  <a:pt x="315453" y="29658"/>
                </a:cubicBezTo>
                <a:cubicBezTo>
                  <a:pt x="319191" y="33396"/>
                  <a:pt x="319612" y="49793"/>
                  <a:pt x="315970" y="49793"/>
                </a:cubicBezTo>
                <a:cubicBezTo>
                  <a:pt x="314550" y="49793"/>
                  <a:pt x="313388" y="52020"/>
                  <a:pt x="313388" y="54741"/>
                </a:cubicBezTo>
                <a:cubicBezTo>
                  <a:pt x="313388" y="57462"/>
                  <a:pt x="312353" y="60076"/>
                  <a:pt x="311088" y="60549"/>
                </a:cubicBezTo>
                <a:cubicBezTo>
                  <a:pt x="309822" y="61023"/>
                  <a:pt x="307664" y="73315"/>
                  <a:pt x="306292" y="87865"/>
                </a:cubicBezTo>
                <a:cubicBezTo>
                  <a:pt x="303509" y="117372"/>
                  <a:pt x="292552" y="147689"/>
                  <a:pt x="284623" y="147819"/>
                </a:cubicBezTo>
                <a:cubicBezTo>
                  <a:pt x="279191" y="147908"/>
                  <a:pt x="277248" y="153157"/>
                  <a:pt x="277248" y="167736"/>
                </a:cubicBezTo>
                <a:cubicBezTo>
                  <a:pt x="277248" y="177878"/>
                  <a:pt x="276652" y="179163"/>
                  <a:pt x="272730" y="177484"/>
                </a:cubicBezTo>
                <a:cubicBezTo>
                  <a:pt x="262382" y="173052"/>
                  <a:pt x="240695" y="170306"/>
                  <a:pt x="214235" y="170076"/>
                </a:cubicBezTo>
                <a:cubicBezTo>
                  <a:pt x="194190" y="169901"/>
                  <a:pt x="185756" y="168900"/>
                  <a:pt x="184978" y="166604"/>
                </a:cubicBezTo>
                <a:cubicBezTo>
                  <a:pt x="183149" y="161204"/>
                  <a:pt x="162610" y="162574"/>
                  <a:pt x="157292" y="168449"/>
                </a:cubicBezTo>
                <a:cubicBezTo>
                  <a:pt x="153074" y="173111"/>
                  <a:pt x="152885" y="176707"/>
                  <a:pt x="156212" y="189010"/>
                </a:cubicBezTo>
                <a:cubicBezTo>
                  <a:pt x="156777" y="191099"/>
                  <a:pt x="153007" y="195490"/>
                  <a:pt x="147530" y="199123"/>
                </a:cubicBezTo>
                <a:cubicBezTo>
                  <a:pt x="138821" y="204900"/>
                  <a:pt x="137850" y="206668"/>
                  <a:pt x="137850" y="216729"/>
                </a:cubicBezTo>
                <a:cubicBezTo>
                  <a:pt x="137850" y="227257"/>
                  <a:pt x="137433" y="227902"/>
                  <a:pt x="130751" y="227717"/>
                </a:cubicBezTo>
                <a:cubicBezTo>
                  <a:pt x="126846" y="227609"/>
                  <a:pt x="119586" y="225955"/>
                  <a:pt x="114616" y="224041"/>
                </a:cubicBezTo>
                <a:close/>
              </a:path>
            </a:pathLst>
          </a:custGeom>
          <a:solidFill>
            <a:srgbClr val="B9B9B9"/>
          </a:solidFill>
          <a:ln w="5163" cap="flat">
            <a:noFill/>
            <a:prstDash val="solid"/>
            <a:miter/>
          </a:ln>
        </p:spPr>
        <p:txBody>
          <a:bodyPr/>
          <a:lstStyle/>
          <a:p>
            <a:endParaRPr lang="es-419" noProof="0" dirty="0"/>
          </a:p>
        </p:txBody>
      </p:sp>
      <p:sp>
        <p:nvSpPr>
          <p:cNvPr id="66" name="Forma libre: forma 65">
            <a:extLst>
              <a:ext uri="{FF2B5EF4-FFF2-40B4-BE49-F238E27FC236}">
                <a16:creationId xmlns:a16="http://schemas.microsoft.com/office/drawing/2014/main" id="{3C3B786B-CB2C-5B41-8270-58B62E61DCFD}"/>
              </a:ext>
            </a:extLst>
          </p:cNvPr>
          <p:cNvSpPr/>
          <p:nvPr/>
        </p:nvSpPr>
        <p:spPr>
          <a:xfrm>
            <a:off x="1557246" y="2384328"/>
            <a:ext cx="70794" cy="61560"/>
          </a:xfrm>
          <a:custGeom>
            <a:avLst/>
            <a:gdLst>
              <a:gd name="csX0" fmla="*/ 30977 w 70794"/>
              <a:gd name="csY0" fmla="*/ 53817 h 61560"/>
              <a:gd name="csX1" fmla="*/ 18070 w 70794"/>
              <a:gd name="csY1" fmla="*/ 49863 h 61560"/>
              <a:gd name="csX2" fmla="*/ 14198 w 70794"/>
              <a:gd name="csY2" fmla="*/ 52169 h 61560"/>
              <a:gd name="csX3" fmla="*/ 10326 w 70794"/>
              <a:gd name="csY3" fmla="*/ 47062 h 61560"/>
              <a:gd name="csX4" fmla="*/ 5163 w 70794"/>
              <a:gd name="csY4" fmla="*/ 39020 h 61560"/>
              <a:gd name="csX5" fmla="*/ 0 w 70794"/>
              <a:gd name="csY5" fmla="*/ 32748 h 61560"/>
              <a:gd name="csX6" fmla="*/ 10326 w 70794"/>
              <a:gd name="csY6" fmla="*/ 18967 h 61560"/>
              <a:gd name="csX7" fmla="*/ 20652 w 70794"/>
              <a:gd name="csY7" fmla="*/ 3034 h 61560"/>
              <a:gd name="csX8" fmla="*/ 30332 w 70794"/>
              <a:gd name="csY8" fmla="*/ 698 h 61560"/>
              <a:gd name="csX9" fmla="*/ 54210 w 70794"/>
              <a:gd name="csY9" fmla="*/ 10137 h 61560"/>
              <a:gd name="csX10" fmla="*/ 63267 w 70794"/>
              <a:gd name="csY10" fmla="*/ 15095 h 61560"/>
              <a:gd name="csX11" fmla="*/ 69100 w 70794"/>
              <a:gd name="csY11" fmla="*/ 20258 h 61560"/>
              <a:gd name="csX12" fmla="*/ 69100 w 70794"/>
              <a:gd name="csY12" fmla="*/ 30584 h 61560"/>
              <a:gd name="csX13" fmla="*/ 69721 w 70794"/>
              <a:gd name="csY13" fmla="*/ 35746 h 61560"/>
              <a:gd name="csX14" fmla="*/ 67118 w 70794"/>
              <a:gd name="csY14" fmla="*/ 44803 h 61560"/>
              <a:gd name="csX15" fmla="*/ 61618 w 70794"/>
              <a:gd name="csY15" fmla="*/ 50612 h 61560"/>
              <a:gd name="csX16" fmla="*/ 54931 w 70794"/>
              <a:gd name="csY16" fmla="*/ 50644 h 61560"/>
              <a:gd name="csX17" fmla="*/ 37735 w 70794"/>
              <a:gd name="csY17" fmla="*/ 61561 h 61560"/>
              <a:gd name="csX18" fmla="*/ 30977 w 70794"/>
              <a:gd name="csY18" fmla="*/ 53817 h 615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70794" h="61560">
                <a:moveTo>
                  <a:pt x="30977" y="53817"/>
                </a:moveTo>
                <a:cubicBezTo>
                  <a:pt x="25158" y="45644"/>
                  <a:pt x="18070" y="43473"/>
                  <a:pt x="18070" y="49863"/>
                </a:cubicBezTo>
                <a:cubicBezTo>
                  <a:pt x="18070" y="52173"/>
                  <a:pt x="16557" y="53074"/>
                  <a:pt x="14198" y="52169"/>
                </a:cubicBezTo>
                <a:cubicBezTo>
                  <a:pt x="12068" y="51351"/>
                  <a:pt x="10326" y="49053"/>
                  <a:pt x="10326" y="47062"/>
                </a:cubicBezTo>
                <a:cubicBezTo>
                  <a:pt x="10326" y="45070"/>
                  <a:pt x="8003" y="41451"/>
                  <a:pt x="5163" y="39020"/>
                </a:cubicBezTo>
                <a:cubicBezTo>
                  <a:pt x="2323" y="36588"/>
                  <a:pt x="0" y="33766"/>
                  <a:pt x="0" y="32748"/>
                </a:cubicBezTo>
                <a:cubicBezTo>
                  <a:pt x="0" y="31730"/>
                  <a:pt x="4647" y="25529"/>
                  <a:pt x="10326" y="18967"/>
                </a:cubicBezTo>
                <a:cubicBezTo>
                  <a:pt x="16005" y="12405"/>
                  <a:pt x="20652" y="5235"/>
                  <a:pt x="20652" y="3034"/>
                </a:cubicBezTo>
                <a:cubicBezTo>
                  <a:pt x="20652" y="-166"/>
                  <a:pt x="22592" y="-634"/>
                  <a:pt x="30332" y="698"/>
                </a:cubicBezTo>
                <a:cubicBezTo>
                  <a:pt x="52748" y="4557"/>
                  <a:pt x="54210" y="5134"/>
                  <a:pt x="54210" y="10137"/>
                </a:cubicBezTo>
                <a:cubicBezTo>
                  <a:pt x="54210" y="14084"/>
                  <a:pt x="56056" y="15095"/>
                  <a:pt x="63267" y="15095"/>
                </a:cubicBezTo>
                <a:cubicBezTo>
                  <a:pt x="71678" y="15095"/>
                  <a:pt x="72094" y="15463"/>
                  <a:pt x="69100" y="20258"/>
                </a:cubicBezTo>
                <a:cubicBezTo>
                  <a:pt x="66522" y="24386"/>
                  <a:pt x="66522" y="26456"/>
                  <a:pt x="69100" y="30584"/>
                </a:cubicBezTo>
                <a:cubicBezTo>
                  <a:pt x="71011" y="33644"/>
                  <a:pt x="71264" y="35746"/>
                  <a:pt x="69721" y="35746"/>
                </a:cubicBezTo>
                <a:cubicBezTo>
                  <a:pt x="68289" y="35746"/>
                  <a:pt x="67118" y="39822"/>
                  <a:pt x="67118" y="44803"/>
                </a:cubicBezTo>
                <a:cubicBezTo>
                  <a:pt x="67118" y="53341"/>
                  <a:pt x="66802" y="53674"/>
                  <a:pt x="61618" y="50612"/>
                </a:cubicBezTo>
                <a:cubicBezTo>
                  <a:pt x="57188" y="47995"/>
                  <a:pt x="55886" y="48002"/>
                  <a:pt x="54931" y="50644"/>
                </a:cubicBezTo>
                <a:cubicBezTo>
                  <a:pt x="53898" y="53500"/>
                  <a:pt x="41201" y="61561"/>
                  <a:pt x="37735" y="61561"/>
                </a:cubicBezTo>
                <a:cubicBezTo>
                  <a:pt x="37051" y="61561"/>
                  <a:pt x="34010" y="58076"/>
                  <a:pt x="30977" y="53817"/>
                </a:cubicBezTo>
                <a:close/>
              </a:path>
            </a:pathLst>
          </a:custGeom>
          <a:solidFill>
            <a:srgbClr val="B9B9B9"/>
          </a:solidFill>
          <a:ln w="5163" cap="flat">
            <a:noFill/>
            <a:prstDash val="solid"/>
            <a:miter/>
          </a:ln>
        </p:spPr>
        <p:txBody>
          <a:bodyPr/>
          <a:lstStyle/>
          <a:p>
            <a:endParaRPr lang="es-419" noProof="0" dirty="0"/>
          </a:p>
        </p:txBody>
      </p:sp>
      <p:sp>
        <p:nvSpPr>
          <p:cNvPr id="67" name="Forma libre: forma 66">
            <a:extLst>
              <a:ext uri="{FF2B5EF4-FFF2-40B4-BE49-F238E27FC236}">
                <a16:creationId xmlns:a16="http://schemas.microsoft.com/office/drawing/2014/main" id="{63D89DD5-0711-1823-D7D5-8E511DC2FA42}"/>
              </a:ext>
            </a:extLst>
          </p:cNvPr>
          <p:cNvSpPr/>
          <p:nvPr/>
        </p:nvSpPr>
        <p:spPr>
          <a:xfrm>
            <a:off x="1478193" y="2273156"/>
            <a:ext cx="153622" cy="170128"/>
          </a:xfrm>
          <a:custGeom>
            <a:avLst/>
            <a:gdLst>
              <a:gd name="csX0" fmla="*/ 8493 w 153622"/>
              <a:gd name="csY0" fmla="*/ 168431 h 170128"/>
              <a:gd name="csX1" fmla="*/ 6772 w 153622"/>
              <a:gd name="csY1" fmla="*/ 161418 h 170128"/>
              <a:gd name="csX2" fmla="*/ 2681 w 153622"/>
              <a:gd name="csY2" fmla="*/ 145415 h 170128"/>
              <a:gd name="csX3" fmla="*/ 5459 w 153622"/>
              <a:gd name="csY3" fmla="*/ 121148 h 170128"/>
              <a:gd name="csX4" fmla="*/ 14777 w 153622"/>
              <a:gd name="csY4" fmla="*/ 82726 h 170128"/>
              <a:gd name="csX5" fmla="*/ 25155 w 153622"/>
              <a:gd name="csY5" fmla="*/ 43661 h 170128"/>
              <a:gd name="csX6" fmla="*/ 27423 w 153622"/>
              <a:gd name="csY6" fmla="*/ 32229 h 170128"/>
              <a:gd name="csX7" fmla="*/ 31172 w 153622"/>
              <a:gd name="csY7" fmla="*/ 17047 h 170128"/>
              <a:gd name="csX8" fmla="*/ 33221 w 153622"/>
              <a:gd name="csY8" fmla="*/ 11598 h 170128"/>
              <a:gd name="csX9" fmla="*/ 37362 w 153622"/>
              <a:gd name="csY9" fmla="*/ 8370 h 170128"/>
              <a:gd name="csX10" fmla="*/ 41848 w 153622"/>
              <a:gd name="csY10" fmla="*/ 3309 h 170128"/>
              <a:gd name="csX11" fmla="*/ 51947 w 153622"/>
              <a:gd name="csY11" fmla="*/ 4939 h 170128"/>
              <a:gd name="csX12" fmla="*/ 67990 w 153622"/>
              <a:gd name="csY12" fmla="*/ 10085 h 170128"/>
              <a:gd name="csX13" fmla="*/ 82983 w 153622"/>
              <a:gd name="csY13" fmla="*/ 28865 h 170128"/>
              <a:gd name="csX14" fmla="*/ 93236 w 153622"/>
              <a:gd name="csY14" fmla="*/ 38498 h 170128"/>
              <a:gd name="csX15" fmla="*/ 103025 w 153622"/>
              <a:gd name="csY15" fmla="*/ 33366 h 170128"/>
              <a:gd name="csX16" fmla="*/ 120832 w 153622"/>
              <a:gd name="csY16" fmla="*/ 24595 h 170128"/>
              <a:gd name="csX17" fmla="*/ 122064 w 153622"/>
              <a:gd name="csY17" fmla="*/ 33182 h 170128"/>
              <a:gd name="csX18" fmla="*/ 135261 w 153622"/>
              <a:gd name="csY18" fmla="*/ 39968 h 170128"/>
              <a:gd name="csX19" fmla="*/ 152396 w 153622"/>
              <a:gd name="csY19" fmla="*/ 46930 h 170128"/>
              <a:gd name="csX20" fmla="*/ 149002 w 153622"/>
              <a:gd name="csY20" fmla="*/ 58232 h 170128"/>
              <a:gd name="csX21" fmla="*/ 146552 w 153622"/>
              <a:gd name="csY21" fmla="*/ 64545 h 170128"/>
              <a:gd name="csX22" fmla="*/ 148358 w 153622"/>
              <a:gd name="csY22" fmla="*/ 121402 h 170128"/>
              <a:gd name="csX23" fmla="*/ 135844 w 153622"/>
              <a:gd name="csY23" fmla="*/ 118523 h 170128"/>
              <a:gd name="csX24" fmla="*/ 131972 w 153622"/>
              <a:gd name="csY24" fmla="*/ 113360 h 170128"/>
              <a:gd name="csX25" fmla="*/ 128062 w 153622"/>
              <a:gd name="csY25" fmla="*/ 103679 h 170128"/>
              <a:gd name="csX26" fmla="*/ 124378 w 153622"/>
              <a:gd name="csY26" fmla="*/ 87545 h 170128"/>
              <a:gd name="csX27" fmla="*/ 116378 w 153622"/>
              <a:gd name="csY27" fmla="*/ 72702 h 170128"/>
              <a:gd name="csX28" fmla="*/ 107448 w 153622"/>
              <a:gd name="csY28" fmla="*/ 67912 h 170128"/>
              <a:gd name="csX29" fmla="*/ 99376 w 153622"/>
              <a:gd name="csY29" fmla="*/ 80152 h 170128"/>
              <a:gd name="csX30" fmla="*/ 94468 w 153622"/>
              <a:gd name="csY30" fmla="*/ 101141 h 170128"/>
              <a:gd name="csX31" fmla="*/ 81766 w 153622"/>
              <a:gd name="csY31" fmla="*/ 133635 h 170128"/>
              <a:gd name="csX32" fmla="*/ 65090 w 153622"/>
              <a:gd name="csY32" fmla="*/ 140680 h 170128"/>
              <a:gd name="csX33" fmla="*/ 53260 w 153622"/>
              <a:gd name="csY33" fmla="*/ 146865 h 170128"/>
              <a:gd name="csX34" fmla="*/ 38902 w 153622"/>
              <a:gd name="csY34" fmla="*/ 154663 h 170128"/>
              <a:gd name="csX35" fmla="*/ 22260 w 153622"/>
              <a:gd name="csY35" fmla="*/ 162407 h 170128"/>
              <a:gd name="csX36" fmla="*/ 8493 w 153622"/>
              <a:gd name="csY36" fmla="*/ 168431 h 17012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Lst>
            <a:rect l="l" t="t" r="r" b="b"/>
            <a:pathLst>
              <a:path w="153622" h="170128">
                <a:moveTo>
                  <a:pt x="8493" y="168431"/>
                </a:moveTo>
                <a:cubicBezTo>
                  <a:pt x="7546" y="167484"/>
                  <a:pt x="6772" y="164329"/>
                  <a:pt x="6772" y="161418"/>
                </a:cubicBezTo>
                <a:cubicBezTo>
                  <a:pt x="6772" y="158508"/>
                  <a:pt x="4931" y="151306"/>
                  <a:pt x="2681" y="145415"/>
                </a:cubicBezTo>
                <a:cubicBezTo>
                  <a:pt x="-1298" y="134996"/>
                  <a:pt x="-1222" y="134332"/>
                  <a:pt x="5459" y="121148"/>
                </a:cubicBezTo>
                <a:cubicBezTo>
                  <a:pt x="10516" y="111168"/>
                  <a:pt x="12973" y="101035"/>
                  <a:pt x="14777" y="82726"/>
                </a:cubicBezTo>
                <a:cubicBezTo>
                  <a:pt x="17244" y="57676"/>
                  <a:pt x="20967" y="43661"/>
                  <a:pt x="25155" y="43661"/>
                </a:cubicBezTo>
                <a:cubicBezTo>
                  <a:pt x="26403" y="43661"/>
                  <a:pt x="27423" y="38516"/>
                  <a:pt x="27423" y="32229"/>
                </a:cubicBezTo>
                <a:cubicBezTo>
                  <a:pt x="27423" y="25675"/>
                  <a:pt x="29023" y="19196"/>
                  <a:pt x="31172" y="17047"/>
                </a:cubicBezTo>
                <a:cubicBezTo>
                  <a:pt x="33235" y="14985"/>
                  <a:pt x="34156" y="12533"/>
                  <a:pt x="33221" y="11598"/>
                </a:cubicBezTo>
                <a:cubicBezTo>
                  <a:pt x="32286" y="10662"/>
                  <a:pt x="34150" y="9210"/>
                  <a:pt x="37362" y="8370"/>
                </a:cubicBezTo>
                <a:cubicBezTo>
                  <a:pt x="40925" y="7438"/>
                  <a:pt x="42675" y="5464"/>
                  <a:pt x="41848" y="3309"/>
                </a:cubicBezTo>
                <a:cubicBezTo>
                  <a:pt x="39982" y="-1555"/>
                  <a:pt x="42837" y="-1094"/>
                  <a:pt x="51947" y="4939"/>
                </a:cubicBezTo>
                <a:cubicBezTo>
                  <a:pt x="56206" y="7760"/>
                  <a:pt x="63426" y="10076"/>
                  <a:pt x="67990" y="10085"/>
                </a:cubicBezTo>
                <a:cubicBezTo>
                  <a:pt x="77231" y="10104"/>
                  <a:pt x="80149" y="13759"/>
                  <a:pt x="82983" y="28865"/>
                </a:cubicBezTo>
                <a:cubicBezTo>
                  <a:pt x="84632" y="37657"/>
                  <a:pt x="85527" y="38498"/>
                  <a:pt x="93236" y="38498"/>
                </a:cubicBezTo>
                <a:cubicBezTo>
                  <a:pt x="99495" y="38498"/>
                  <a:pt x="102031" y="37168"/>
                  <a:pt x="103025" y="33366"/>
                </a:cubicBezTo>
                <a:cubicBezTo>
                  <a:pt x="104466" y="27855"/>
                  <a:pt x="116509" y="21923"/>
                  <a:pt x="120832" y="24595"/>
                </a:cubicBezTo>
                <a:cubicBezTo>
                  <a:pt x="122276" y="25487"/>
                  <a:pt x="122830" y="29351"/>
                  <a:pt x="122064" y="33182"/>
                </a:cubicBezTo>
                <a:cubicBezTo>
                  <a:pt x="120679" y="40107"/>
                  <a:pt x="120757" y="40147"/>
                  <a:pt x="135261" y="39968"/>
                </a:cubicBezTo>
                <a:cubicBezTo>
                  <a:pt x="148934" y="39800"/>
                  <a:pt x="150012" y="40238"/>
                  <a:pt x="152396" y="46930"/>
                </a:cubicBezTo>
                <a:cubicBezTo>
                  <a:pt x="154575" y="53045"/>
                  <a:pt x="154087" y="54670"/>
                  <a:pt x="149002" y="58232"/>
                </a:cubicBezTo>
                <a:cubicBezTo>
                  <a:pt x="144363" y="61481"/>
                  <a:pt x="143827" y="62863"/>
                  <a:pt x="146552" y="64545"/>
                </a:cubicBezTo>
                <a:cubicBezTo>
                  <a:pt x="151618" y="67671"/>
                  <a:pt x="153227" y="118317"/>
                  <a:pt x="148358" y="121402"/>
                </a:cubicBezTo>
                <a:cubicBezTo>
                  <a:pt x="142062" y="125392"/>
                  <a:pt x="135844" y="123962"/>
                  <a:pt x="135844" y="118523"/>
                </a:cubicBezTo>
                <a:cubicBezTo>
                  <a:pt x="135844" y="115655"/>
                  <a:pt x="134123" y="113360"/>
                  <a:pt x="131972" y="113360"/>
                </a:cubicBezTo>
                <a:cubicBezTo>
                  <a:pt x="129225" y="113360"/>
                  <a:pt x="128089" y="110546"/>
                  <a:pt x="128062" y="103679"/>
                </a:cubicBezTo>
                <a:cubicBezTo>
                  <a:pt x="128041" y="98355"/>
                  <a:pt x="126383" y="91095"/>
                  <a:pt x="124378" y="87545"/>
                </a:cubicBezTo>
                <a:cubicBezTo>
                  <a:pt x="122373" y="83996"/>
                  <a:pt x="118773" y="77316"/>
                  <a:pt x="116378" y="72702"/>
                </a:cubicBezTo>
                <a:cubicBezTo>
                  <a:pt x="111867" y="64011"/>
                  <a:pt x="107448" y="61641"/>
                  <a:pt x="107448" y="67912"/>
                </a:cubicBezTo>
                <a:cubicBezTo>
                  <a:pt x="107448" y="69891"/>
                  <a:pt x="103816" y="75399"/>
                  <a:pt x="99376" y="80152"/>
                </a:cubicBezTo>
                <a:cubicBezTo>
                  <a:pt x="91445" y="88642"/>
                  <a:pt x="91359" y="89010"/>
                  <a:pt x="94468" y="101141"/>
                </a:cubicBezTo>
                <a:cubicBezTo>
                  <a:pt x="97988" y="114877"/>
                  <a:pt x="97068" y="117230"/>
                  <a:pt x="81766" y="133635"/>
                </a:cubicBezTo>
                <a:cubicBezTo>
                  <a:pt x="74766" y="141139"/>
                  <a:pt x="72544" y="142078"/>
                  <a:pt x="65090" y="140680"/>
                </a:cubicBezTo>
                <a:cubicBezTo>
                  <a:pt x="57313" y="139221"/>
                  <a:pt x="56181" y="139812"/>
                  <a:pt x="53260" y="146865"/>
                </a:cubicBezTo>
                <a:cubicBezTo>
                  <a:pt x="50372" y="153836"/>
                  <a:pt x="48850" y="154663"/>
                  <a:pt x="38902" y="154663"/>
                </a:cubicBezTo>
                <a:cubicBezTo>
                  <a:pt x="29485" y="154663"/>
                  <a:pt x="26927" y="155853"/>
                  <a:pt x="22260" y="162407"/>
                </a:cubicBezTo>
                <a:cubicBezTo>
                  <a:pt x="16933" y="169889"/>
                  <a:pt x="12076" y="172014"/>
                  <a:pt x="8493" y="168431"/>
                </a:cubicBezTo>
                <a:close/>
              </a:path>
            </a:pathLst>
          </a:custGeom>
          <a:solidFill>
            <a:srgbClr val="B9B9B9"/>
          </a:solidFill>
          <a:ln w="5163" cap="flat">
            <a:noFill/>
            <a:prstDash val="solid"/>
            <a:miter/>
          </a:ln>
        </p:spPr>
        <p:txBody>
          <a:bodyPr/>
          <a:lstStyle/>
          <a:p>
            <a:endParaRPr lang="es-419" noProof="0" dirty="0"/>
          </a:p>
        </p:txBody>
      </p:sp>
      <p:grpSp>
        <p:nvGrpSpPr>
          <p:cNvPr id="68" name="Gráfico 39">
            <a:extLst>
              <a:ext uri="{FF2B5EF4-FFF2-40B4-BE49-F238E27FC236}">
                <a16:creationId xmlns:a16="http://schemas.microsoft.com/office/drawing/2014/main" id="{836243E8-216A-C4C6-9E47-26A099684739}"/>
              </a:ext>
            </a:extLst>
          </p:cNvPr>
          <p:cNvGrpSpPr/>
          <p:nvPr/>
        </p:nvGrpSpPr>
        <p:grpSpPr>
          <a:xfrm>
            <a:off x="2169009" y="2212045"/>
            <a:ext cx="273705" cy="260208"/>
            <a:chOff x="2169009" y="2212045"/>
            <a:chExt cx="273705" cy="260208"/>
          </a:xfrm>
          <a:solidFill>
            <a:srgbClr val="B9B9B9"/>
          </a:solidFill>
        </p:grpSpPr>
        <p:sp>
          <p:nvSpPr>
            <p:cNvPr id="69" name="Forma libre: forma 68">
              <a:extLst>
                <a:ext uri="{FF2B5EF4-FFF2-40B4-BE49-F238E27FC236}">
                  <a16:creationId xmlns:a16="http://schemas.microsoft.com/office/drawing/2014/main" id="{4E2B026E-C483-D740-299E-D7CC5357120D}"/>
                </a:ext>
              </a:extLst>
            </p:cNvPr>
            <p:cNvSpPr/>
            <p:nvPr/>
          </p:nvSpPr>
          <p:spPr>
            <a:xfrm>
              <a:off x="2169009" y="2212045"/>
              <a:ext cx="273705" cy="260208"/>
            </a:xfrm>
            <a:custGeom>
              <a:avLst/>
              <a:gdLst>
                <a:gd name="csX0" fmla="*/ 136396 w 273705"/>
                <a:gd name="csY0" fmla="*/ 251544 h 260208"/>
                <a:gd name="csX1" fmla="*/ 123951 w 273705"/>
                <a:gd name="csY1" fmla="*/ 241399 h 260208"/>
                <a:gd name="csX2" fmla="*/ 100178 w 273705"/>
                <a:gd name="csY2" fmla="*/ 233837 h 260208"/>
                <a:gd name="csX3" fmla="*/ 81199 w 273705"/>
                <a:gd name="csY3" fmla="*/ 230865 h 260208"/>
                <a:gd name="csX4" fmla="*/ 75979 w 273705"/>
                <a:gd name="csY4" fmla="*/ 240363 h 260208"/>
                <a:gd name="csX5" fmla="*/ 67894 w 273705"/>
                <a:gd name="csY5" fmla="*/ 246752 h 260208"/>
                <a:gd name="csX6" fmla="*/ 29911 w 273705"/>
                <a:gd name="csY6" fmla="*/ 227450 h 260208"/>
                <a:gd name="csX7" fmla="*/ 28472 w 273705"/>
                <a:gd name="csY7" fmla="*/ 213064 h 260208"/>
                <a:gd name="csX8" fmla="*/ 12481 w 273705"/>
                <a:gd name="csY8" fmla="*/ 197704 h 260208"/>
                <a:gd name="csX9" fmla="*/ 1103 w 273705"/>
                <a:gd name="csY9" fmla="*/ 191257 h 260208"/>
                <a:gd name="csX10" fmla="*/ 24560 w 273705"/>
                <a:gd name="csY10" fmla="*/ 177413 h 260208"/>
                <a:gd name="csX11" fmla="*/ 49357 w 273705"/>
                <a:gd name="csY11" fmla="*/ 181249 h 260208"/>
                <a:gd name="csX12" fmla="*/ 33383 w 273705"/>
                <a:gd name="csY12" fmla="*/ 188440 h 260208"/>
                <a:gd name="csX13" fmla="*/ 18111 w 273705"/>
                <a:gd name="csY13" fmla="*/ 189801 h 260208"/>
                <a:gd name="csX14" fmla="*/ 23379 w 273705"/>
                <a:gd name="csY14" fmla="*/ 191217 h 260208"/>
                <a:gd name="csX15" fmla="*/ 42338 w 273705"/>
                <a:gd name="csY15" fmla="*/ 193852 h 260208"/>
                <a:gd name="csX16" fmla="*/ 54801 w 273705"/>
                <a:gd name="csY16" fmla="*/ 205031 h 260208"/>
                <a:gd name="csX17" fmla="*/ 53572 w 273705"/>
                <a:gd name="csY17" fmla="*/ 211902 h 260208"/>
                <a:gd name="csX18" fmla="*/ 58745 w 273705"/>
                <a:gd name="csY18" fmla="*/ 206739 h 260208"/>
                <a:gd name="csX19" fmla="*/ 62804 w 273705"/>
                <a:gd name="csY19" fmla="*/ 199640 h 260208"/>
                <a:gd name="csX20" fmla="*/ 78923 w 273705"/>
                <a:gd name="csY20" fmla="*/ 200342 h 260208"/>
                <a:gd name="csX21" fmla="*/ 84524 w 273705"/>
                <a:gd name="csY21" fmla="*/ 197871 h 260208"/>
                <a:gd name="csX22" fmla="*/ 91725 w 273705"/>
                <a:gd name="csY22" fmla="*/ 189946 h 260208"/>
                <a:gd name="csX23" fmla="*/ 100403 w 273705"/>
                <a:gd name="csY23" fmla="*/ 165765 h 260208"/>
                <a:gd name="csX24" fmla="*/ 96700 w 273705"/>
                <a:gd name="csY24" fmla="*/ 159218 h 260208"/>
                <a:gd name="csX25" fmla="*/ 94398 w 273705"/>
                <a:gd name="csY25" fmla="*/ 157998 h 260208"/>
                <a:gd name="csX26" fmla="*/ 90392 w 273705"/>
                <a:gd name="csY26" fmla="*/ 161840 h 260208"/>
                <a:gd name="csX27" fmla="*/ 87810 w 273705"/>
                <a:gd name="csY27" fmla="*/ 164145 h 260208"/>
                <a:gd name="csX28" fmla="*/ 100799 w 273705"/>
                <a:gd name="csY28" fmla="*/ 149016 h 260208"/>
                <a:gd name="csX29" fmla="*/ 118746 w 273705"/>
                <a:gd name="csY29" fmla="*/ 138331 h 260208"/>
                <a:gd name="csX30" fmla="*/ 133646 w 273705"/>
                <a:gd name="csY30" fmla="*/ 125809 h 260208"/>
                <a:gd name="csX31" fmla="*/ 149004 w 273705"/>
                <a:gd name="csY31" fmla="*/ 91807 h 260208"/>
                <a:gd name="csX32" fmla="*/ 157715 w 273705"/>
                <a:gd name="csY32" fmla="*/ 65895 h 260208"/>
                <a:gd name="csX33" fmla="*/ 163243 w 273705"/>
                <a:gd name="csY33" fmla="*/ 33397 h 260208"/>
                <a:gd name="csX34" fmla="*/ 165326 w 273705"/>
                <a:gd name="csY34" fmla="*/ 1486 h 260208"/>
                <a:gd name="csX35" fmla="*/ 167796 w 273705"/>
                <a:gd name="csY35" fmla="*/ 6032 h 260208"/>
                <a:gd name="csX36" fmla="*/ 180226 w 273705"/>
                <a:gd name="csY36" fmla="*/ 14421 h 260208"/>
                <a:gd name="csX37" fmla="*/ 195070 w 273705"/>
                <a:gd name="csY37" fmla="*/ 12027 h 260208"/>
                <a:gd name="csX38" fmla="*/ 227557 w 273705"/>
                <a:gd name="csY38" fmla="*/ 43889 h 260208"/>
                <a:gd name="csX39" fmla="*/ 257592 w 273705"/>
                <a:gd name="csY39" fmla="*/ 78146 h 260208"/>
                <a:gd name="csX40" fmla="*/ 261681 w 273705"/>
                <a:gd name="csY40" fmla="*/ 107593 h 260208"/>
                <a:gd name="csX41" fmla="*/ 273489 w 273705"/>
                <a:gd name="csY41" fmla="*/ 250266 h 260208"/>
                <a:gd name="csX42" fmla="*/ 218174 w 273705"/>
                <a:gd name="csY42" fmla="*/ 254247 h 260208"/>
                <a:gd name="csX43" fmla="*/ 150594 w 273705"/>
                <a:gd name="csY43" fmla="*/ 258722 h 260208"/>
                <a:gd name="csX44" fmla="*/ 137226 w 273705"/>
                <a:gd name="csY44" fmla="*/ 260208 h 260208"/>
                <a:gd name="csX45" fmla="*/ 136396 w 273705"/>
                <a:gd name="csY45" fmla="*/ 251544 h 2602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Lst>
              <a:rect l="l" t="t" r="r" b="b"/>
              <a:pathLst>
                <a:path w="273705" h="260208">
                  <a:moveTo>
                    <a:pt x="136396" y="251544"/>
                  </a:moveTo>
                  <a:cubicBezTo>
                    <a:pt x="135615" y="243380"/>
                    <a:pt x="134897" y="242794"/>
                    <a:pt x="123951" y="241399"/>
                  </a:cubicBezTo>
                  <a:cubicBezTo>
                    <a:pt x="117562" y="240584"/>
                    <a:pt x="106864" y="237181"/>
                    <a:pt x="100178" y="233837"/>
                  </a:cubicBezTo>
                  <a:cubicBezTo>
                    <a:pt x="89763" y="228627"/>
                    <a:pt x="87046" y="228201"/>
                    <a:pt x="81199" y="230865"/>
                  </a:cubicBezTo>
                  <a:cubicBezTo>
                    <a:pt x="75659" y="233390"/>
                    <a:pt x="74677" y="235176"/>
                    <a:pt x="75979" y="240363"/>
                  </a:cubicBezTo>
                  <a:cubicBezTo>
                    <a:pt x="77472" y="246311"/>
                    <a:pt x="76914" y="246752"/>
                    <a:pt x="67894" y="246752"/>
                  </a:cubicBezTo>
                  <a:cubicBezTo>
                    <a:pt x="55809" y="246752"/>
                    <a:pt x="31822" y="234563"/>
                    <a:pt x="29911" y="227450"/>
                  </a:cubicBezTo>
                  <a:cubicBezTo>
                    <a:pt x="29139" y="224578"/>
                    <a:pt x="28492" y="218104"/>
                    <a:pt x="28472" y="213064"/>
                  </a:cubicBezTo>
                  <a:cubicBezTo>
                    <a:pt x="28427" y="201349"/>
                    <a:pt x="24633" y="197704"/>
                    <a:pt x="12481" y="197704"/>
                  </a:cubicBezTo>
                  <a:cubicBezTo>
                    <a:pt x="4225" y="197704"/>
                    <a:pt x="2471" y="196710"/>
                    <a:pt x="1103" y="191257"/>
                  </a:cubicBezTo>
                  <a:cubicBezTo>
                    <a:pt x="-2114" y="178441"/>
                    <a:pt x="578" y="176853"/>
                    <a:pt x="24560" y="177413"/>
                  </a:cubicBezTo>
                  <a:cubicBezTo>
                    <a:pt x="38820" y="177746"/>
                    <a:pt x="47574" y="179100"/>
                    <a:pt x="49357" y="181249"/>
                  </a:cubicBezTo>
                  <a:cubicBezTo>
                    <a:pt x="54736" y="187730"/>
                    <a:pt x="49187" y="190228"/>
                    <a:pt x="33383" y="188440"/>
                  </a:cubicBezTo>
                  <a:cubicBezTo>
                    <a:pt x="22288" y="187184"/>
                    <a:pt x="18111" y="187556"/>
                    <a:pt x="18111" y="189801"/>
                  </a:cubicBezTo>
                  <a:cubicBezTo>
                    <a:pt x="18111" y="191735"/>
                    <a:pt x="20080" y="192265"/>
                    <a:pt x="23379" y="191217"/>
                  </a:cubicBezTo>
                  <a:cubicBezTo>
                    <a:pt x="26276" y="190298"/>
                    <a:pt x="34808" y="191483"/>
                    <a:pt x="42338" y="193852"/>
                  </a:cubicBezTo>
                  <a:cubicBezTo>
                    <a:pt x="54989" y="197831"/>
                    <a:pt x="55937" y="198681"/>
                    <a:pt x="54801" y="205031"/>
                  </a:cubicBezTo>
                  <a:lnTo>
                    <a:pt x="53572" y="211902"/>
                  </a:lnTo>
                  <a:lnTo>
                    <a:pt x="58745" y="206739"/>
                  </a:lnTo>
                  <a:cubicBezTo>
                    <a:pt x="61590" y="203900"/>
                    <a:pt x="63416" y="200705"/>
                    <a:pt x="62804" y="199640"/>
                  </a:cubicBezTo>
                  <a:cubicBezTo>
                    <a:pt x="61196" y="196843"/>
                    <a:pt x="70823" y="197262"/>
                    <a:pt x="78923" y="200342"/>
                  </a:cubicBezTo>
                  <a:cubicBezTo>
                    <a:pt x="85153" y="202711"/>
                    <a:pt x="85724" y="202459"/>
                    <a:pt x="84524" y="197871"/>
                  </a:cubicBezTo>
                  <a:cubicBezTo>
                    <a:pt x="83478" y="193868"/>
                    <a:pt x="85034" y="192154"/>
                    <a:pt x="91725" y="189946"/>
                  </a:cubicBezTo>
                  <a:cubicBezTo>
                    <a:pt x="104380" y="185769"/>
                    <a:pt x="109318" y="172009"/>
                    <a:pt x="100403" y="165765"/>
                  </a:cubicBezTo>
                  <a:cubicBezTo>
                    <a:pt x="97428" y="163681"/>
                    <a:pt x="95762" y="160736"/>
                    <a:pt x="96700" y="159218"/>
                  </a:cubicBezTo>
                  <a:cubicBezTo>
                    <a:pt x="97747" y="157525"/>
                    <a:pt x="96859" y="157053"/>
                    <a:pt x="94398" y="157998"/>
                  </a:cubicBezTo>
                  <a:cubicBezTo>
                    <a:pt x="92194" y="158843"/>
                    <a:pt x="90392" y="160572"/>
                    <a:pt x="90392" y="161840"/>
                  </a:cubicBezTo>
                  <a:cubicBezTo>
                    <a:pt x="90392" y="163108"/>
                    <a:pt x="89230" y="164145"/>
                    <a:pt x="87810" y="164145"/>
                  </a:cubicBezTo>
                  <a:cubicBezTo>
                    <a:pt x="81811" y="164145"/>
                    <a:pt x="86198" y="159036"/>
                    <a:pt x="100799" y="149016"/>
                  </a:cubicBezTo>
                  <a:cubicBezTo>
                    <a:pt x="109362" y="143139"/>
                    <a:pt x="117438" y="138331"/>
                    <a:pt x="118746" y="138331"/>
                  </a:cubicBezTo>
                  <a:cubicBezTo>
                    <a:pt x="120053" y="138331"/>
                    <a:pt x="126758" y="132696"/>
                    <a:pt x="133646" y="125809"/>
                  </a:cubicBezTo>
                  <a:cubicBezTo>
                    <a:pt x="145786" y="113669"/>
                    <a:pt x="146254" y="112631"/>
                    <a:pt x="149004" y="91807"/>
                  </a:cubicBezTo>
                  <a:cubicBezTo>
                    <a:pt x="151298" y="74430"/>
                    <a:pt x="152962" y="69481"/>
                    <a:pt x="157715" y="65895"/>
                  </a:cubicBezTo>
                  <a:cubicBezTo>
                    <a:pt x="163239" y="61729"/>
                    <a:pt x="163570" y="59784"/>
                    <a:pt x="163243" y="33397"/>
                  </a:cubicBezTo>
                  <a:cubicBezTo>
                    <a:pt x="163052" y="17960"/>
                    <a:pt x="163989" y="3600"/>
                    <a:pt x="165326" y="1486"/>
                  </a:cubicBezTo>
                  <a:cubicBezTo>
                    <a:pt x="167138" y="-1380"/>
                    <a:pt x="167766" y="-224"/>
                    <a:pt x="167796" y="6032"/>
                  </a:cubicBezTo>
                  <a:cubicBezTo>
                    <a:pt x="167835" y="14326"/>
                    <a:pt x="167976" y="14421"/>
                    <a:pt x="180226" y="14421"/>
                  </a:cubicBezTo>
                  <a:cubicBezTo>
                    <a:pt x="187041" y="14421"/>
                    <a:pt x="193721" y="13344"/>
                    <a:pt x="195070" y="12027"/>
                  </a:cubicBezTo>
                  <a:cubicBezTo>
                    <a:pt x="196598" y="10534"/>
                    <a:pt x="208840" y="22541"/>
                    <a:pt x="227557" y="43889"/>
                  </a:cubicBezTo>
                  <a:lnTo>
                    <a:pt x="257592" y="78146"/>
                  </a:lnTo>
                  <a:lnTo>
                    <a:pt x="261681" y="107593"/>
                  </a:lnTo>
                  <a:cubicBezTo>
                    <a:pt x="266251" y="140497"/>
                    <a:pt x="275208" y="248724"/>
                    <a:pt x="273489" y="250266"/>
                  </a:cubicBezTo>
                  <a:cubicBezTo>
                    <a:pt x="272881" y="250811"/>
                    <a:pt x="247989" y="252602"/>
                    <a:pt x="218174" y="254247"/>
                  </a:cubicBezTo>
                  <a:cubicBezTo>
                    <a:pt x="188358" y="255891"/>
                    <a:pt x="157947" y="257905"/>
                    <a:pt x="150594" y="258722"/>
                  </a:cubicBezTo>
                  <a:lnTo>
                    <a:pt x="137226" y="260208"/>
                  </a:lnTo>
                  <a:lnTo>
                    <a:pt x="136396" y="251544"/>
                  </a:lnTo>
                  <a:close/>
                </a:path>
              </a:pathLst>
            </a:custGeom>
            <a:solidFill>
              <a:srgbClr val="B9B9B9"/>
            </a:solidFill>
            <a:ln w="5163" cap="flat">
              <a:noFill/>
              <a:prstDash val="solid"/>
              <a:miter/>
            </a:ln>
          </p:spPr>
          <p:txBody>
            <a:bodyPr/>
            <a:lstStyle/>
            <a:p>
              <a:endParaRPr lang="es-419" noProof="0" dirty="0"/>
            </a:p>
          </p:txBody>
        </p:sp>
        <p:sp>
          <p:nvSpPr>
            <p:cNvPr id="70" name="Forma libre: forma 69">
              <a:extLst>
                <a:ext uri="{FF2B5EF4-FFF2-40B4-BE49-F238E27FC236}">
                  <a16:creationId xmlns:a16="http://schemas.microsoft.com/office/drawing/2014/main" id="{635D1ADB-7F70-7C9F-72A2-3D622C98140A}"/>
                </a:ext>
              </a:extLst>
            </p:cNvPr>
            <p:cNvSpPr/>
            <p:nvPr/>
          </p:nvSpPr>
          <p:spPr>
            <a:xfrm>
              <a:off x="2221969" y="2379232"/>
              <a:ext cx="29491" cy="17638"/>
            </a:xfrm>
            <a:custGeom>
              <a:avLst/>
              <a:gdLst>
                <a:gd name="csX0" fmla="*/ 10326 w 29491"/>
                <a:gd name="csY0" fmla="*/ 11251 h 17638"/>
                <a:gd name="csX1" fmla="*/ 23663 w 29491"/>
                <a:gd name="csY1" fmla="*/ 4783 h 17638"/>
                <a:gd name="csX2" fmla="*/ 27977 w 29491"/>
                <a:gd name="csY2" fmla="*/ 1475 h 17638"/>
                <a:gd name="csX3" fmla="*/ 29483 w 29491"/>
                <a:gd name="csY3" fmla="*/ 1025 h 17638"/>
                <a:gd name="csX4" fmla="*/ 8425 w 29491"/>
                <a:gd name="csY4" fmla="*/ 16751 h 17638"/>
                <a:gd name="csX5" fmla="*/ 0 w 29491"/>
                <a:gd name="csY5" fmla="*/ 17639 h 17638"/>
                <a:gd name="csX6" fmla="*/ 10326 w 29491"/>
                <a:gd name="csY6" fmla="*/ 11251 h 17638"/>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9491" h="17638">
                  <a:moveTo>
                    <a:pt x="10326" y="11251"/>
                  </a:moveTo>
                  <a:cubicBezTo>
                    <a:pt x="16005" y="7738"/>
                    <a:pt x="22007" y="4827"/>
                    <a:pt x="23663" y="4783"/>
                  </a:cubicBezTo>
                  <a:cubicBezTo>
                    <a:pt x="25320" y="4738"/>
                    <a:pt x="27261" y="3250"/>
                    <a:pt x="27977" y="1475"/>
                  </a:cubicBezTo>
                  <a:cubicBezTo>
                    <a:pt x="28693" y="-299"/>
                    <a:pt x="29371" y="-502"/>
                    <a:pt x="29483" y="1025"/>
                  </a:cubicBezTo>
                  <a:cubicBezTo>
                    <a:pt x="29861" y="6183"/>
                    <a:pt x="16907" y="15857"/>
                    <a:pt x="8425" y="16751"/>
                  </a:cubicBezTo>
                  <a:lnTo>
                    <a:pt x="0" y="17639"/>
                  </a:lnTo>
                  <a:lnTo>
                    <a:pt x="10326" y="11251"/>
                  </a:lnTo>
                  <a:close/>
                </a:path>
              </a:pathLst>
            </a:custGeom>
            <a:solidFill>
              <a:srgbClr val="B9B9B9"/>
            </a:solidFill>
            <a:ln w="5163" cap="flat">
              <a:noFill/>
              <a:prstDash val="solid"/>
              <a:miter/>
            </a:ln>
          </p:spPr>
          <p:txBody>
            <a:bodyPr/>
            <a:lstStyle/>
            <a:p>
              <a:endParaRPr lang="es-419" noProof="0" dirty="0"/>
            </a:p>
          </p:txBody>
        </p:sp>
      </p:grpSp>
      <p:sp>
        <p:nvSpPr>
          <p:cNvPr id="71" name="Forma libre: forma 70">
            <a:extLst>
              <a:ext uri="{FF2B5EF4-FFF2-40B4-BE49-F238E27FC236}">
                <a16:creationId xmlns:a16="http://schemas.microsoft.com/office/drawing/2014/main" id="{D1E3BD10-E0D4-E851-EBEB-7ABC74D99054}"/>
              </a:ext>
            </a:extLst>
          </p:cNvPr>
          <p:cNvSpPr/>
          <p:nvPr/>
        </p:nvSpPr>
        <p:spPr>
          <a:xfrm>
            <a:off x="1574029" y="2346575"/>
            <a:ext cx="28491" cy="35790"/>
          </a:xfrm>
          <a:custGeom>
            <a:avLst/>
            <a:gdLst>
              <a:gd name="csX0" fmla="*/ 11768 w 28491"/>
              <a:gd name="csY0" fmla="*/ 34872 h 35790"/>
              <a:gd name="csX1" fmla="*/ 805 w 28491"/>
              <a:gd name="csY1" fmla="*/ 25413 h 35790"/>
              <a:gd name="csX2" fmla="*/ 7669 w 28491"/>
              <a:gd name="csY2" fmla="*/ 7571 h 35790"/>
              <a:gd name="csX3" fmla="*/ 18379 w 28491"/>
              <a:gd name="csY3" fmla="*/ 2738 h 35790"/>
              <a:gd name="csX4" fmla="*/ 23574 w 28491"/>
              <a:gd name="csY4" fmla="*/ 11696 h 35790"/>
              <a:gd name="csX5" fmla="*/ 28193 w 28491"/>
              <a:gd name="csY5" fmla="*/ 24987 h 35790"/>
              <a:gd name="csX6" fmla="*/ 11768 w 28491"/>
              <a:gd name="csY6" fmla="*/ 34872 h 35790"/>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8491" h="35790">
                <a:moveTo>
                  <a:pt x="11768" y="34872"/>
                </a:moveTo>
                <a:cubicBezTo>
                  <a:pt x="4464" y="33733"/>
                  <a:pt x="2519" y="32055"/>
                  <a:pt x="805" y="25413"/>
                </a:cubicBezTo>
                <a:cubicBezTo>
                  <a:pt x="-1017" y="18356"/>
                  <a:pt x="-153" y="16110"/>
                  <a:pt x="7669" y="7571"/>
                </a:cubicBezTo>
                <a:cubicBezTo>
                  <a:pt x="15700" y="-1197"/>
                  <a:pt x="16797" y="-1692"/>
                  <a:pt x="18379" y="2738"/>
                </a:cubicBezTo>
                <a:cubicBezTo>
                  <a:pt x="19348" y="5452"/>
                  <a:pt x="21686" y="9483"/>
                  <a:pt x="23574" y="11696"/>
                </a:cubicBezTo>
                <a:cubicBezTo>
                  <a:pt x="25461" y="13908"/>
                  <a:pt x="27540" y="19890"/>
                  <a:pt x="28193" y="24987"/>
                </a:cubicBezTo>
                <a:cubicBezTo>
                  <a:pt x="29539" y="35505"/>
                  <a:pt x="26717" y="37203"/>
                  <a:pt x="11768" y="34872"/>
                </a:cubicBezTo>
                <a:close/>
              </a:path>
            </a:pathLst>
          </a:custGeom>
          <a:solidFill>
            <a:srgbClr val="CCCCCC"/>
          </a:solidFill>
          <a:ln w="5163" cap="flat">
            <a:noFill/>
            <a:prstDash val="solid"/>
            <a:miter/>
          </a:ln>
        </p:spPr>
        <p:txBody>
          <a:bodyPr/>
          <a:lstStyle/>
          <a:p>
            <a:endParaRPr lang="es-419" noProof="0" dirty="0"/>
          </a:p>
        </p:txBody>
      </p:sp>
      <p:sp>
        <p:nvSpPr>
          <p:cNvPr id="72" name="Forma libre: forma 71">
            <a:extLst>
              <a:ext uri="{FF2B5EF4-FFF2-40B4-BE49-F238E27FC236}">
                <a16:creationId xmlns:a16="http://schemas.microsoft.com/office/drawing/2014/main" id="{B9F7A1F6-A060-5349-67A2-07AB8F89B058}"/>
              </a:ext>
            </a:extLst>
          </p:cNvPr>
          <p:cNvSpPr/>
          <p:nvPr/>
        </p:nvSpPr>
        <p:spPr>
          <a:xfrm>
            <a:off x="1629800" y="2326596"/>
            <a:ext cx="82332" cy="45198"/>
          </a:xfrm>
          <a:custGeom>
            <a:avLst/>
            <a:gdLst>
              <a:gd name="csX0" fmla="*/ 35828 w 82332"/>
              <a:gd name="csY0" fmla="*/ 43172 h 45198"/>
              <a:gd name="csX1" fmla="*/ 20861 w 82332"/>
              <a:gd name="csY1" fmla="*/ 27939 h 45198"/>
              <a:gd name="csX2" fmla="*/ 6710 w 82332"/>
              <a:gd name="csY2" fmla="*/ 16733 h 45198"/>
              <a:gd name="csX3" fmla="*/ 200 w 82332"/>
              <a:gd name="csY3" fmla="*/ 11518 h 45198"/>
              <a:gd name="csX4" fmla="*/ 11960 w 82332"/>
              <a:gd name="csY4" fmla="*/ 5709 h 45198"/>
              <a:gd name="csX5" fmla="*/ 29437 w 82332"/>
              <a:gd name="csY5" fmla="*/ 2139 h 45198"/>
              <a:gd name="csX6" fmla="*/ 38320 w 82332"/>
              <a:gd name="csY6" fmla="*/ 692 h 45198"/>
              <a:gd name="csX7" fmla="*/ 49592 w 82332"/>
              <a:gd name="csY7" fmla="*/ 4355 h 45198"/>
              <a:gd name="csX8" fmla="*/ 61209 w 82332"/>
              <a:gd name="csY8" fmla="*/ 13550 h 45198"/>
              <a:gd name="csX9" fmla="*/ 68838 w 82332"/>
              <a:gd name="csY9" fmla="*/ 19970 h 45198"/>
              <a:gd name="csX10" fmla="*/ 82332 w 82332"/>
              <a:gd name="csY10" fmla="*/ 30233 h 45198"/>
              <a:gd name="csX11" fmla="*/ 75901 w 82332"/>
              <a:gd name="csY11" fmla="*/ 31524 h 45198"/>
              <a:gd name="csX12" fmla="*/ 66358 w 82332"/>
              <a:gd name="csY12" fmla="*/ 36506 h 45198"/>
              <a:gd name="csX13" fmla="*/ 58348 w 82332"/>
              <a:gd name="csY13" fmla="*/ 38866 h 45198"/>
              <a:gd name="csX14" fmla="*/ 47885 w 82332"/>
              <a:gd name="csY14" fmla="*/ 41425 h 45198"/>
              <a:gd name="csX15" fmla="*/ 35828 w 82332"/>
              <a:gd name="csY15" fmla="*/ 43172 h 4519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82332" h="45198">
                <a:moveTo>
                  <a:pt x="35828" y="43172"/>
                </a:moveTo>
                <a:cubicBezTo>
                  <a:pt x="32257" y="41284"/>
                  <a:pt x="25522" y="34429"/>
                  <a:pt x="20861" y="27939"/>
                </a:cubicBezTo>
                <a:cubicBezTo>
                  <a:pt x="14698" y="19357"/>
                  <a:pt x="10840" y="16301"/>
                  <a:pt x="6710" y="16733"/>
                </a:cubicBezTo>
                <a:cubicBezTo>
                  <a:pt x="2564" y="17166"/>
                  <a:pt x="809" y="15760"/>
                  <a:pt x="200" y="11518"/>
                </a:cubicBezTo>
                <a:cubicBezTo>
                  <a:pt x="-566" y="6174"/>
                  <a:pt x="375" y="5709"/>
                  <a:pt x="11960" y="5709"/>
                </a:cubicBezTo>
                <a:cubicBezTo>
                  <a:pt x="18887" y="5709"/>
                  <a:pt x="26751" y="4102"/>
                  <a:pt x="29437" y="2139"/>
                </a:cubicBezTo>
                <a:cubicBezTo>
                  <a:pt x="32427" y="-48"/>
                  <a:pt x="35871" y="-609"/>
                  <a:pt x="38320" y="692"/>
                </a:cubicBezTo>
                <a:cubicBezTo>
                  <a:pt x="40520" y="1860"/>
                  <a:pt x="45592" y="3509"/>
                  <a:pt x="49592" y="4355"/>
                </a:cubicBezTo>
                <a:cubicBezTo>
                  <a:pt x="53972" y="5282"/>
                  <a:pt x="58593" y="8940"/>
                  <a:pt x="61209" y="13550"/>
                </a:cubicBezTo>
                <a:cubicBezTo>
                  <a:pt x="63598" y="17761"/>
                  <a:pt x="67032" y="20650"/>
                  <a:pt x="68838" y="19970"/>
                </a:cubicBezTo>
                <a:cubicBezTo>
                  <a:pt x="71755" y="18872"/>
                  <a:pt x="82332" y="26917"/>
                  <a:pt x="82332" y="30233"/>
                </a:cubicBezTo>
                <a:cubicBezTo>
                  <a:pt x="82332" y="30943"/>
                  <a:pt x="79438" y="31524"/>
                  <a:pt x="75901" y="31524"/>
                </a:cubicBezTo>
                <a:cubicBezTo>
                  <a:pt x="72343" y="31524"/>
                  <a:pt x="68079" y="33750"/>
                  <a:pt x="66358" y="36506"/>
                </a:cubicBezTo>
                <a:cubicBezTo>
                  <a:pt x="63915" y="40418"/>
                  <a:pt x="62194" y="40925"/>
                  <a:pt x="58348" y="38866"/>
                </a:cubicBezTo>
                <a:cubicBezTo>
                  <a:pt x="54563" y="36841"/>
                  <a:pt x="52184" y="37422"/>
                  <a:pt x="47885" y="41425"/>
                </a:cubicBezTo>
                <a:cubicBezTo>
                  <a:pt x="42972" y="45999"/>
                  <a:pt x="41560" y="46204"/>
                  <a:pt x="35828" y="43172"/>
                </a:cubicBezTo>
                <a:close/>
              </a:path>
            </a:pathLst>
          </a:custGeom>
          <a:solidFill>
            <a:srgbClr val="B9B9B9"/>
          </a:solidFill>
          <a:ln w="5163" cap="flat">
            <a:noFill/>
            <a:prstDash val="solid"/>
            <a:miter/>
          </a:ln>
        </p:spPr>
        <p:txBody>
          <a:bodyPr/>
          <a:lstStyle/>
          <a:p>
            <a:endParaRPr lang="es-419" noProof="0" dirty="0"/>
          </a:p>
        </p:txBody>
      </p:sp>
      <p:sp>
        <p:nvSpPr>
          <p:cNvPr id="73" name="Forma libre: forma 72">
            <a:extLst>
              <a:ext uri="{FF2B5EF4-FFF2-40B4-BE49-F238E27FC236}">
                <a16:creationId xmlns:a16="http://schemas.microsoft.com/office/drawing/2014/main" id="{66230659-7AC9-C78A-C192-292E565DDC90}"/>
              </a:ext>
            </a:extLst>
          </p:cNvPr>
          <p:cNvSpPr/>
          <p:nvPr/>
        </p:nvSpPr>
        <p:spPr>
          <a:xfrm>
            <a:off x="1522864" y="2163021"/>
            <a:ext cx="166771" cy="166600"/>
          </a:xfrm>
          <a:custGeom>
            <a:avLst/>
            <a:gdLst>
              <a:gd name="csX0" fmla="*/ 112825 w 166771"/>
              <a:gd name="csY0" fmla="*/ 162186 h 166600"/>
              <a:gd name="csX1" fmla="*/ 93810 w 166771"/>
              <a:gd name="csY1" fmla="*/ 146052 h 166600"/>
              <a:gd name="csX2" fmla="*/ 80847 w 166771"/>
              <a:gd name="csY2" fmla="*/ 139517 h 166600"/>
              <a:gd name="csX3" fmla="*/ 77061 w 166771"/>
              <a:gd name="csY3" fmla="*/ 131529 h 166600"/>
              <a:gd name="csX4" fmla="*/ 56324 w 166771"/>
              <a:gd name="csY4" fmla="*/ 140503 h 166600"/>
              <a:gd name="csX5" fmla="*/ 40835 w 166771"/>
              <a:gd name="csY5" fmla="*/ 134435 h 166600"/>
              <a:gd name="csX6" fmla="*/ 25839 w 166771"/>
              <a:gd name="csY6" fmla="*/ 117575 h 166600"/>
              <a:gd name="csX7" fmla="*/ 603 w 166771"/>
              <a:gd name="csY7" fmla="*/ 103594 h 166600"/>
              <a:gd name="csX8" fmla="*/ 3427 w 166771"/>
              <a:gd name="csY8" fmla="*/ 92334 h 166600"/>
              <a:gd name="csX9" fmla="*/ 16980 w 166771"/>
              <a:gd name="csY9" fmla="*/ 76064 h 166600"/>
              <a:gd name="csX10" fmla="*/ 29744 w 166771"/>
              <a:gd name="csY10" fmla="*/ 65065 h 166600"/>
              <a:gd name="csX11" fmla="*/ 36843 w 166771"/>
              <a:gd name="csY11" fmla="*/ 46479 h 166600"/>
              <a:gd name="csX12" fmla="*/ 44707 w 166771"/>
              <a:gd name="csY12" fmla="*/ 28415 h 166600"/>
              <a:gd name="csX13" fmla="*/ 49507 w 166771"/>
              <a:gd name="csY13" fmla="*/ 27678 h 166600"/>
              <a:gd name="csX14" fmla="*/ 60947 w 166771"/>
              <a:gd name="csY14" fmla="*/ 25763 h 166600"/>
              <a:gd name="csX15" fmla="*/ 70323 w 166771"/>
              <a:gd name="csY15" fmla="*/ 14969 h 166600"/>
              <a:gd name="csX16" fmla="*/ 78890 w 166771"/>
              <a:gd name="csY16" fmla="*/ 12726 h 166600"/>
              <a:gd name="csX17" fmla="*/ 98544 w 166771"/>
              <a:gd name="csY17" fmla="*/ 17873 h 166600"/>
              <a:gd name="csX18" fmla="*/ 112369 w 166771"/>
              <a:gd name="csY18" fmla="*/ 19382 h 166600"/>
              <a:gd name="csX19" fmla="*/ 111333 w 166771"/>
              <a:gd name="csY19" fmla="*/ 10510 h 166600"/>
              <a:gd name="csX20" fmla="*/ 113560 w 166771"/>
              <a:gd name="csY20" fmla="*/ 387 h 166600"/>
              <a:gd name="csX21" fmla="*/ 117960 w 166771"/>
              <a:gd name="csY21" fmla="*/ 7843 h 166600"/>
              <a:gd name="csX22" fmla="*/ 132949 w 166771"/>
              <a:gd name="csY22" fmla="*/ 23283 h 166600"/>
              <a:gd name="csX23" fmla="*/ 137639 w 166771"/>
              <a:gd name="csY23" fmla="*/ 24249 h 166600"/>
              <a:gd name="csX24" fmla="*/ 142971 w 166771"/>
              <a:gd name="csY24" fmla="*/ 28097 h 166600"/>
              <a:gd name="csX25" fmla="*/ 144280 w 166771"/>
              <a:gd name="csY25" fmla="*/ 37270 h 166600"/>
              <a:gd name="csX26" fmla="*/ 141806 w 166771"/>
              <a:gd name="csY26" fmla="*/ 49084 h 166600"/>
              <a:gd name="csX27" fmla="*/ 134976 w 166771"/>
              <a:gd name="csY27" fmla="*/ 50495 h 166600"/>
              <a:gd name="csX28" fmla="*/ 125814 w 166771"/>
              <a:gd name="csY28" fmla="*/ 54367 h 166600"/>
              <a:gd name="csX29" fmla="*/ 117982 w 166771"/>
              <a:gd name="csY29" fmla="*/ 60864 h 166600"/>
              <a:gd name="csX30" fmla="*/ 114406 w 166771"/>
              <a:gd name="csY30" fmla="*/ 64736 h 166600"/>
              <a:gd name="csX31" fmla="*/ 118081 w 166771"/>
              <a:gd name="csY31" fmla="*/ 68608 h 166600"/>
              <a:gd name="csX32" fmla="*/ 117880 w 166771"/>
              <a:gd name="csY32" fmla="*/ 76375 h 166600"/>
              <a:gd name="csX33" fmla="*/ 120902 w 166771"/>
              <a:gd name="csY33" fmla="*/ 101250 h 166600"/>
              <a:gd name="csX34" fmla="*/ 146578 w 166771"/>
              <a:gd name="csY34" fmla="*/ 85070 h 166600"/>
              <a:gd name="csX35" fmla="*/ 165866 w 166771"/>
              <a:gd name="csY35" fmla="*/ 78619 h 166600"/>
              <a:gd name="csX36" fmla="*/ 158858 w 166771"/>
              <a:gd name="csY36" fmla="*/ 93393 h 166600"/>
              <a:gd name="csX37" fmla="*/ 145606 w 166771"/>
              <a:gd name="csY37" fmla="*/ 103389 h 166600"/>
              <a:gd name="csX38" fmla="*/ 146405 w 166771"/>
              <a:gd name="csY38" fmla="*/ 113844 h 166600"/>
              <a:gd name="csX39" fmla="*/ 151373 w 166771"/>
              <a:gd name="csY39" fmla="*/ 126271 h 166600"/>
              <a:gd name="csX40" fmla="*/ 146320 w 166771"/>
              <a:gd name="csY40" fmla="*/ 138511 h 166600"/>
              <a:gd name="csX41" fmla="*/ 142802 w 166771"/>
              <a:gd name="csY41" fmla="*/ 150216 h 166600"/>
              <a:gd name="csX42" fmla="*/ 135305 w 166771"/>
              <a:gd name="csY42" fmla="*/ 162275 h 166600"/>
              <a:gd name="csX43" fmla="*/ 112825 w 166771"/>
              <a:gd name="csY43" fmla="*/ 162186 h 1666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66771" h="166600">
                <a:moveTo>
                  <a:pt x="112825" y="162186"/>
                </a:moveTo>
                <a:cubicBezTo>
                  <a:pt x="107924" y="146593"/>
                  <a:pt x="107287" y="146052"/>
                  <a:pt x="93810" y="146052"/>
                </a:cubicBezTo>
                <a:cubicBezTo>
                  <a:pt x="81661" y="146052"/>
                  <a:pt x="80847" y="145641"/>
                  <a:pt x="80847" y="139517"/>
                </a:cubicBezTo>
                <a:cubicBezTo>
                  <a:pt x="80847" y="135923"/>
                  <a:pt x="79143" y="132329"/>
                  <a:pt x="77061" y="131529"/>
                </a:cubicBezTo>
                <a:cubicBezTo>
                  <a:pt x="70944" y="129182"/>
                  <a:pt x="59116" y="134300"/>
                  <a:pt x="56324" y="140503"/>
                </a:cubicBezTo>
                <a:cubicBezTo>
                  <a:pt x="52116" y="149848"/>
                  <a:pt x="43882" y="146622"/>
                  <a:pt x="40835" y="134435"/>
                </a:cubicBezTo>
                <a:cubicBezTo>
                  <a:pt x="37208" y="119926"/>
                  <a:pt x="35198" y="117667"/>
                  <a:pt x="25839" y="117575"/>
                </a:cubicBezTo>
                <a:cubicBezTo>
                  <a:pt x="16487" y="117484"/>
                  <a:pt x="-3740" y="106278"/>
                  <a:pt x="603" y="103594"/>
                </a:cubicBezTo>
                <a:cubicBezTo>
                  <a:pt x="2143" y="102641"/>
                  <a:pt x="3414" y="97575"/>
                  <a:pt x="3427" y="92334"/>
                </a:cubicBezTo>
                <a:cubicBezTo>
                  <a:pt x="3448" y="83428"/>
                  <a:pt x="4333" y="82366"/>
                  <a:pt x="16980" y="76064"/>
                </a:cubicBezTo>
                <a:cubicBezTo>
                  <a:pt x="26201" y="71468"/>
                  <a:pt x="30266" y="67966"/>
                  <a:pt x="29744" y="65065"/>
                </a:cubicBezTo>
                <a:cubicBezTo>
                  <a:pt x="29324" y="62724"/>
                  <a:pt x="32518" y="54360"/>
                  <a:pt x="36843" y="46479"/>
                </a:cubicBezTo>
                <a:cubicBezTo>
                  <a:pt x="41168" y="38598"/>
                  <a:pt x="44707" y="30469"/>
                  <a:pt x="44707" y="28415"/>
                </a:cubicBezTo>
                <a:cubicBezTo>
                  <a:pt x="44707" y="25420"/>
                  <a:pt x="45659" y="25274"/>
                  <a:pt x="49507" y="27678"/>
                </a:cubicBezTo>
                <a:cubicBezTo>
                  <a:pt x="53370" y="30090"/>
                  <a:pt x="55603" y="29716"/>
                  <a:pt x="60947" y="25763"/>
                </a:cubicBezTo>
                <a:cubicBezTo>
                  <a:pt x="64599" y="23062"/>
                  <a:pt x="68819" y="18205"/>
                  <a:pt x="70323" y="14969"/>
                </a:cubicBezTo>
                <a:cubicBezTo>
                  <a:pt x="72821" y="9600"/>
                  <a:pt x="73567" y="9404"/>
                  <a:pt x="78890" y="12726"/>
                </a:cubicBezTo>
                <a:cubicBezTo>
                  <a:pt x="82096" y="14727"/>
                  <a:pt x="90941" y="17044"/>
                  <a:pt x="98544" y="17873"/>
                </a:cubicBezTo>
                <a:lnTo>
                  <a:pt x="112369" y="19382"/>
                </a:lnTo>
                <a:lnTo>
                  <a:pt x="111333" y="10510"/>
                </a:lnTo>
                <a:cubicBezTo>
                  <a:pt x="110680" y="4917"/>
                  <a:pt x="111503" y="1176"/>
                  <a:pt x="113560" y="387"/>
                </a:cubicBezTo>
                <a:cubicBezTo>
                  <a:pt x="117812" y="-1245"/>
                  <a:pt x="120015" y="2488"/>
                  <a:pt x="117960" y="7843"/>
                </a:cubicBezTo>
                <a:cubicBezTo>
                  <a:pt x="115692" y="13753"/>
                  <a:pt x="126829" y="25225"/>
                  <a:pt x="132949" y="23283"/>
                </a:cubicBezTo>
                <a:cubicBezTo>
                  <a:pt x="135529" y="22464"/>
                  <a:pt x="137639" y="22899"/>
                  <a:pt x="137639" y="24249"/>
                </a:cubicBezTo>
                <a:cubicBezTo>
                  <a:pt x="137639" y="25599"/>
                  <a:pt x="140039" y="27330"/>
                  <a:pt x="142971" y="28097"/>
                </a:cubicBezTo>
                <a:cubicBezTo>
                  <a:pt x="148037" y="29422"/>
                  <a:pt x="148102" y="29879"/>
                  <a:pt x="144280" y="37270"/>
                </a:cubicBezTo>
                <a:cubicBezTo>
                  <a:pt x="142067" y="41548"/>
                  <a:pt x="140954" y="46864"/>
                  <a:pt x="141806" y="49084"/>
                </a:cubicBezTo>
                <a:cubicBezTo>
                  <a:pt x="143608" y="53779"/>
                  <a:pt x="141808" y="54151"/>
                  <a:pt x="134976" y="50495"/>
                </a:cubicBezTo>
                <a:cubicBezTo>
                  <a:pt x="130992" y="48362"/>
                  <a:pt x="129272" y="49089"/>
                  <a:pt x="125814" y="54367"/>
                </a:cubicBezTo>
                <a:cubicBezTo>
                  <a:pt x="123473" y="57940"/>
                  <a:pt x="119948" y="60864"/>
                  <a:pt x="117982" y="60864"/>
                </a:cubicBezTo>
                <a:cubicBezTo>
                  <a:pt x="116015" y="60864"/>
                  <a:pt x="114406" y="62606"/>
                  <a:pt x="114406" y="64736"/>
                </a:cubicBezTo>
                <a:cubicBezTo>
                  <a:pt x="114406" y="66866"/>
                  <a:pt x="116060" y="68608"/>
                  <a:pt x="118081" y="68608"/>
                </a:cubicBezTo>
                <a:cubicBezTo>
                  <a:pt x="121214" y="68608"/>
                  <a:pt x="121185" y="69751"/>
                  <a:pt x="117880" y="76375"/>
                </a:cubicBezTo>
                <a:cubicBezTo>
                  <a:pt x="113557" y="85043"/>
                  <a:pt x="115262" y="99086"/>
                  <a:pt x="120902" y="101250"/>
                </a:cubicBezTo>
                <a:cubicBezTo>
                  <a:pt x="125974" y="103196"/>
                  <a:pt x="134577" y="97775"/>
                  <a:pt x="146578" y="85070"/>
                </a:cubicBezTo>
                <a:cubicBezTo>
                  <a:pt x="158352" y="72606"/>
                  <a:pt x="161996" y="71387"/>
                  <a:pt x="165866" y="78619"/>
                </a:cubicBezTo>
                <a:cubicBezTo>
                  <a:pt x="167980" y="82568"/>
                  <a:pt x="166683" y="85304"/>
                  <a:pt x="158858" y="93393"/>
                </a:cubicBezTo>
                <a:cubicBezTo>
                  <a:pt x="153577" y="98853"/>
                  <a:pt x="147613" y="103351"/>
                  <a:pt x="145606" y="103389"/>
                </a:cubicBezTo>
                <a:cubicBezTo>
                  <a:pt x="139218" y="103509"/>
                  <a:pt x="139670" y="109432"/>
                  <a:pt x="146405" y="113844"/>
                </a:cubicBezTo>
                <a:cubicBezTo>
                  <a:pt x="151813" y="117388"/>
                  <a:pt x="152650" y="119482"/>
                  <a:pt x="151373" y="126271"/>
                </a:cubicBezTo>
                <a:cubicBezTo>
                  <a:pt x="150529" y="130761"/>
                  <a:pt x="148255" y="136269"/>
                  <a:pt x="146320" y="138511"/>
                </a:cubicBezTo>
                <a:cubicBezTo>
                  <a:pt x="144385" y="140752"/>
                  <a:pt x="142802" y="146020"/>
                  <a:pt x="142802" y="150216"/>
                </a:cubicBezTo>
                <a:cubicBezTo>
                  <a:pt x="142802" y="155900"/>
                  <a:pt x="140890" y="158975"/>
                  <a:pt x="135305" y="162275"/>
                </a:cubicBezTo>
                <a:cubicBezTo>
                  <a:pt x="125481" y="168078"/>
                  <a:pt x="114663" y="168035"/>
                  <a:pt x="112825" y="162186"/>
                </a:cubicBezTo>
                <a:close/>
              </a:path>
            </a:pathLst>
          </a:custGeom>
          <a:solidFill>
            <a:srgbClr val="B9B9B9"/>
          </a:solidFill>
          <a:ln w="5163" cap="flat">
            <a:noFill/>
            <a:prstDash val="solid"/>
            <a:miter/>
          </a:ln>
        </p:spPr>
        <p:txBody>
          <a:bodyPr/>
          <a:lstStyle/>
          <a:p>
            <a:endParaRPr lang="es-419" noProof="0" dirty="0"/>
          </a:p>
        </p:txBody>
      </p:sp>
      <p:sp>
        <p:nvSpPr>
          <p:cNvPr id="74" name="Forma libre: forma 73">
            <a:extLst>
              <a:ext uri="{FF2B5EF4-FFF2-40B4-BE49-F238E27FC236}">
                <a16:creationId xmlns:a16="http://schemas.microsoft.com/office/drawing/2014/main" id="{38555053-5BEF-90F0-EF91-93A7CA7D0E60}"/>
              </a:ext>
            </a:extLst>
          </p:cNvPr>
          <p:cNvSpPr/>
          <p:nvPr/>
        </p:nvSpPr>
        <p:spPr>
          <a:xfrm>
            <a:off x="1152549" y="1816032"/>
            <a:ext cx="278306" cy="369963"/>
          </a:xfrm>
          <a:custGeom>
            <a:avLst/>
            <a:gdLst>
              <a:gd name="csX0" fmla="*/ 34904 w 278306"/>
              <a:gd name="csY0" fmla="*/ 369743 h 369963"/>
              <a:gd name="csX1" fmla="*/ 30386 w 278306"/>
              <a:gd name="csY1" fmla="*/ 366534 h 369963"/>
              <a:gd name="csX2" fmla="*/ 24882 w 278306"/>
              <a:gd name="csY2" fmla="*/ 362569 h 369963"/>
              <a:gd name="csX3" fmla="*/ 21927 w 278306"/>
              <a:gd name="csY3" fmla="*/ 359169 h 369963"/>
              <a:gd name="csX4" fmla="*/ 27578 w 278306"/>
              <a:gd name="csY4" fmla="*/ 347996 h 369963"/>
              <a:gd name="csX5" fmla="*/ 35410 w 278306"/>
              <a:gd name="csY5" fmla="*/ 332463 h 369963"/>
              <a:gd name="csX6" fmla="*/ 46301 w 278306"/>
              <a:gd name="csY6" fmla="*/ 305733 h 369963"/>
              <a:gd name="csX7" fmla="*/ 51274 w 278306"/>
              <a:gd name="csY7" fmla="*/ 305469 h 369963"/>
              <a:gd name="csX8" fmla="*/ 85602 w 278306"/>
              <a:gd name="csY8" fmla="*/ 259605 h 369963"/>
              <a:gd name="csX9" fmla="*/ 77041 w 278306"/>
              <a:gd name="csY9" fmla="*/ 247151 h 369963"/>
              <a:gd name="csX10" fmla="*/ 56201 w 278306"/>
              <a:gd name="csY10" fmla="*/ 259540 h 369963"/>
              <a:gd name="csX11" fmla="*/ 43804 w 278306"/>
              <a:gd name="csY11" fmla="*/ 271918 h 369963"/>
              <a:gd name="csX12" fmla="*/ 42369 w 278306"/>
              <a:gd name="csY12" fmla="*/ 249815 h 369963"/>
              <a:gd name="csX13" fmla="*/ 41724 w 278306"/>
              <a:gd name="csY13" fmla="*/ 231013 h 369963"/>
              <a:gd name="csX14" fmla="*/ 29106 w 278306"/>
              <a:gd name="csY14" fmla="*/ 240028 h 369963"/>
              <a:gd name="csX15" fmla="*/ 22444 w 278306"/>
              <a:gd name="csY15" fmla="*/ 254379 h 369963"/>
              <a:gd name="csX16" fmla="*/ 24802 w 278306"/>
              <a:gd name="csY16" fmla="*/ 241025 h 369963"/>
              <a:gd name="csX17" fmla="*/ 33753 w 278306"/>
              <a:gd name="csY17" fmla="*/ 223416 h 369963"/>
              <a:gd name="csX18" fmla="*/ 20060 w 278306"/>
              <a:gd name="csY18" fmla="*/ 211002 h 369963"/>
              <a:gd name="csX19" fmla="*/ 12798 w 278306"/>
              <a:gd name="csY19" fmla="*/ 218762 h 369963"/>
              <a:gd name="csX20" fmla="*/ 14913 w 278306"/>
              <a:gd name="csY20" fmla="*/ 227151 h 369963"/>
              <a:gd name="csX21" fmla="*/ 17013 w 278306"/>
              <a:gd name="csY21" fmla="*/ 232960 h 369963"/>
              <a:gd name="csX22" fmla="*/ 9735 w 278306"/>
              <a:gd name="csY22" fmla="*/ 237857 h 369963"/>
              <a:gd name="csX23" fmla="*/ 1293 w 278306"/>
              <a:gd name="csY23" fmla="*/ 233984 h 369963"/>
              <a:gd name="csX24" fmla="*/ 5050 w 278306"/>
              <a:gd name="csY24" fmla="*/ 166825 h 369963"/>
              <a:gd name="csX25" fmla="*/ 13098 w 278306"/>
              <a:gd name="csY25" fmla="*/ 148470 h 369963"/>
              <a:gd name="csX26" fmla="*/ 17479 w 278306"/>
              <a:gd name="csY26" fmla="*/ 142324 h 369963"/>
              <a:gd name="csX27" fmla="*/ 23957 w 278306"/>
              <a:gd name="csY27" fmla="*/ 139382 h 369963"/>
              <a:gd name="csX28" fmla="*/ 29365 w 278306"/>
              <a:gd name="csY28" fmla="*/ 127120 h 369963"/>
              <a:gd name="csX29" fmla="*/ 37749 w 278306"/>
              <a:gd name="csY29" fmla="*/ 97729 h 369963"/>
              <a:gd name="csX30" fmla="*/ 49507 w 278306"/>
              <a:gd name="csY30" fmla="*/ 88122 h 369963"/>
              <a:gd name="csX31" fmla="*/ 58774 w 278306"/>
              <a:gd name="csY31" fmla="*/ 77796 h 369963"/>
              <a:gd name="csX32" fmla="*/ 64863 w 278306"/>
              <a:gd name="csY32" fmla="*/ 68721 h 369963"/>
              <a:gd name="csX33" fmla="*/ 80119 w 278306"/>
              <a:gd name="csY33" fmla="*/ 65404 h 369963"/>
              <a:gd name="csX34" fmla="*/ 105248 w 278306"/>
              <a:gd name="csY34" fmla="*/ 69057 h 369963"/>
              <a:gd name="csX35" fmla="*/ 132354 w 278306"/>
              <a:gd name="csY35" fmla="*/ 69793 h 369963"/>
              <a:gd name="csX36" fmla="*/ 147842 w 278306"/>
              <a:gd name="csY36" fmla="*/ 68392 h 369963"/>
              <a:gd name="csX37" fmla="*/ 148600 w 278306"/>
              <a:gd name="csY37" fmla="*/ 51194 h 369963"/>
              <a:gd name="csX38" fmla="*/ 143045 w 278306"/>
              <a:gd name="csY38" fmla="*/ 18458 h 369963"/>
              <a:gd name="csX39" fmla="*/ 138200 w 278306"/>
              <a:gd name="csY39" fmla="*/ 1452 h 369963"/>
              <a:gd name="csX40" fmla="*/ 176238 w 278306"/>
              <a:gd name="csY40" fmla="*/ 4099 h 369963"/>
              <a:gd name="csX41" fmla="*/ 200117 w 278306"/>
              <a:gd name="csY41" fmla="*/ 11594 h 369963"/>
              <a:gd name="csX42" fmla="*/ 208506 w 278306"/>
              <a:gd name="csY42" fmla="*/ 17328 h 369963"/>
              <a:gd name="csX43" fmla="*/ 213126 w 278306"/>
              <a:gd name="csY43" fmla="*/ 22327 h 369963"/>
              <a:gd name="csX44" fmla="*/ 220224 w 278306"/>
              <a:gd name="csY44" fmla="*/ 29184 h 369963"/>
              <a:gd name="csX45" fmla="*/ 234966 w 278306"/>
              <a:gd name="csY45" fmla="*/ 33975 h 369963"/>
              <a:gd name="csX46" fmla="*/ 247228 w 278306"/>
              <a:gd name="csY46" fmla="*/ 35904 h 369963"/>
              <a:gd name="csX47" fmla="*/ 256714 w 278306"/>
              <a:gd name="csY47" fmla="*/ 49191 h 369963"/>
              <a:gd name="csX48" fmla="*/ 272203 w 278306"/>
              <a:gd name="csY48" fmla="*/ 58184 h 369963"/>
              <a:gd name="csX49" fmla="*/ 271714 w 278306"/>
              <a:gd name="csY49" fmla="*/ 67589 h 369963"/>
              <a:gd name="csX50" fmla="*/ 263105 w 278306"/>
              <a:gd name="csY50" fmla="*/ 78504 h 369963"/>
              <a:gd name="csX51" fmla="*/ 254303 w 278306"/>
              <a:gd name="csY51" fmla="*/ 85750 h 369963"/>
              <a:gd name="csX52" fmla="*/ 246105 w 278306"/>
              <a:gd name="csY52" fmla="*/ 101699 h 369963"/>
              <a:gd name="csX53" fmla="*/ 227494 w 278306"/>
              <a:gd name="csY53" fmla="*/ 130702 h 369963"/>
              <a:gd name="csX54" fmla="*/ 183924 w 278306"/>
              <a:gd name="csY54" fmla="*/ 160034 h 369963"/>
              <a:gd name="csX55" fmla="*/ 153537 w 278306"/>
              <a:gd name="csY55" fmla="*/ 173778 h 369963"/>
              <a:gd name="csX56" fmla="*/ 157053 w 278306"/>
              <a:gd name="csY56" fmla="*/ 181528 h 369963"/>
              <a:gd name="csX57" fmla="*/ 160436 w 278306"/>
              <a:gd name="csY57" fmla="*/ 193225 h 369963"/>
              <a:gd name="csX58" fmla="*/ 180263 w 278306"/>
              <a:gd name="csY58" fmla="*/ 225950 h 369963"/>
              <a:gd name="csX59" fmla="*/ 194663 w 278306"/>
              <a:gd name="csY59" fmla="*/ 239264 h 369963"/>
              <a:gd name="csX60" fmla="*/ 204770 w 278306"/>
              <a:gd name="csY60" fmla="*/ 247088 h 369963"/>
              <a:gd name="csX61" fmla="*/ 210897 w 278306"/>
              <a:gd name="csY61" fmla="*/ 244424 h 369963"/>
              <a:gd name="csX62" fmla="*/ 229158 w 278306"/>
              <a:gd name="csY62" fmla="*/ 228391 h 369963"/>
              <a:gd name="csX63" fmla="*/ 234321 w 278306"/>
              <a:gd name="csY63" fmla="*/ 228442 h 369963"/>
              <a:gd name="csX64" fmla="*/ 234966 w 278306"/>
              <a:gd name="csY64" fmla="*/ 250091 h 369963"/>
              <a:gd name="csX65" fmla="*/ 235014 w 278306"/>
              <a:gd name="csY65" fmla="*/ 261191 h 369963"/>
              <a:gd name="csX66" fmla="*/ 230353 w 278306"/>
              <a:gd name="csY66" fmla="*/ 300578 h 369963"/>
              <a:gd name="csX67" fmla="*/ 224337 w 278306"/>
              <a:gd name="csY67" fmla="*/ 308123 h 369963"/>
              <a:gd name="csX68" fmla="*/ 215823 w 278306"/>
              <a:gd name="csY68" fmla="*/ 299799 h 369963"/>
              <a:gd name="csX69" fmla="*/ 202099 w 278306"/>
              <a:gd name="csY69" fmla="*/ 292094 h 369963"/>
              <a:gd name="csX70" fmla="*/ 185246 w 278306"/>
              <a:gd name="csY70" fmla="*/ 278805 h 369963"/>
              <a:gd name="csX71" fmla="*/ 173928 w 278306"/>
              <a:gd name="csY71" fmla="*/ 260086 h 369963"/>
              <a:gd name="csX72" fmla="*/ 159486 w 278306"/>
              <a:gd name="csY72" fmla="*/ 251642 h 369963"/>
              <a:gd name="csX73" fmla="*/ 135920 w 278306"/>
              <a:gd name="csY73" fmla="*/ 263292 h 369963"/>
              <a:gd name="csX74" fmla="*/ 128496 w 278306"/>
              <a:gd name="csY74" fmla="*/ 268428 h 369963"/>
              <a:gd name="csX75" fmla="*/ 118324 w 278306"/>
              <a:gd name="csY75" fmla="*/ 277403 h 369963"/>
              <a:gd name="csX76" fmla="*/ 102749 w 278306"/>
              <a:gd name="csY76" fmla="*/ 302843 h 369963"/>
              <a:gd name="csX77" fmla="*/ 111986 w 278306"/>
              <a:gd name="csY77" fmla="*/ 325389 h 369963"/>
              <a:gd name="csX78" fmla="*/ 124791 w 278306"/>
              <a:gd name="csY78" fmla="*/ 345325 h 369963"/>
              <a:gd name="csX79" fmla="*/ 112525 w 278306"/>
              <a:gd name="csY79" fmla="*/ 358252 h 369963"/>
              <a:gd name="csX80" fmla="*/ 61364 w 278306"/>
              <a:gd name="csY80" fmla="*/ 367059 h 369963"/>
              <a:gd name="csX81" fmla="*/ 45875 w 278306"/>
              <a:gd name="csY81" fmla="*/ 368630 h 369963"/>
              <a:gd name="csX82" fmla="*/ 34904 w 278306"/>
              <a:gd name="csY82" fmla="*/ 369743 h 3699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Lst>
            <a:rect l="l" t="t" r="r" b="b"/>
            <a:pathLst>
              <a:path w="278306" h="369963">
                <a:moveTo>
                  <a:pt x="34904" y="369743"/>
                </a:moveTo>
                <a:cubicBezTo>
                  <a:pt x="32419" y="369198"/>
                  <a:pt x="30386" y="367754"/>
                  <a:pt x="30386" y="366534"/>
                </a:cubicBezTo>
                <a:cubicBezTo>
                  <a:pt x="30386" y="365314"/>
                  <a:pt x="27909" y="363530"/>
                  <a:pt x="24882" y="362569"/>
                </a:cubicBezTo>
                <a:cubicBezTo>
                  <a:pt x="21855" y="361609"/>
                  <a:pt x="20525" y="360078"/>
                  <a:pt x="21927" y="359169"/>
                </a:cubicBezTo>
                <a:cubicBezTo>
                  <a:pt x="23328" y="358259"/>
                  <a:pt x="25871" y="353231"/>
                  <a:pt x="27578" y="347996"/>
                </a:cubicBezTo>
                <a:cubicBezTo>
                  <a:pt x="29284" y="342760"/>
                  <a:pt x="32809" y="335771"/>
                  <a:pt x="35410" y="332463"/>
                </a:cubicBezTo>
                <a:cubicBezTo>
                  <a:pt x="41776" y="324371"/>
                  <a:pt x="48428" y="308044"/>
                  <a:pt x="46301" y="305733"/>
                </a:cubicBezTo>
                <a:cubicBezTo>
                  <a:pt x="45357" y="304708"/>
                  <a:pt x="47595" y="304589"/>
                  <a:pt x="51274" y="305469"/>
                </a:cubicBezTo>
                <a:cubicBezTo>
                  <a:pt x="65489" y="308870"/>
                  <a:pt x="84946" y="282874"/>
                  <a:pt x="85602" y="259605"/>
                </a:cubicBezTo>
                <a:cubicBezTo>
                  <a:pt x="85868" y="250143"/>
                  <a:pt x="85296" y="249310"/>
                  <a:pt x="77041" y="247151"/>
                </a:cubicBezTo>
                <a:cubicBezTo>
                  <a:pt x="64390" y="243842"/>
                  <a:pt x="56201" y="248710"/>
                  <a:pt x="56201" y="259540"/>
                </a:cubicBezTo>
                <a:cubicBezTo>
                  <a:pt x="56201" y="269382"/>
                  <a:pt x="51616" y="273960"/>
                  <a:pt x="43804" y="271918"/>
                </a:cubicBezTo>
                <a:cubicBezTo>
                  <a:pt x="37009" y="270141"/>
                  <a:pt x="36944" y="269149"/>
                  <a:pt x="42369" y="249815"/>
                </a:cubicBezTo>
                <a:cubicBezTo>
                  <a:pt x="46434" y="235327"/>
                  <a:pt x="46408" y="234559"/>
                  <a:pt x="41724" y="231013"/>
                </a:cubicBezTo>
                <a:cubicBezTo>
                  <a:pt x="34464" y="225517"/>
                  <a:pt x="33758" y="226021"/>
                  <a:pt x="29106" y="240028"/>
                </a:cubicBezTo>
                <a:cubicBezTo>
                  <a:pt x="26753" y="247111"/>
                  <a:pt x="23756" y="253568"/>
                  <a:pt x="22444" y="254379"/>
                </a:cubicBezTo>
                <a:cubicBezTo>
                  <a:pt x="19454" y="256227"/>
                  <a:pt x="19357" y="256781"/>
                  <a:pt x="24802" y="241025"/>
                </a:cubicBezTo>
                <a:cubicBezTo>
                  <a:pt x="27318" y="233748"/>
                  <a:pt x="31345" y="225823"/>
                  <a:pt x="33753" y="223416"/>
                </a:cubicBezTo>
                <a:cubicBezTo>
                  <a:pt x="41536" y="215633"/>
                  <a:pt x="38403" y="212792"/>
                  <a:pt x="20060" y="211002"/>
                </a:cubicBezTo>
                <a:cubicBezTo>
                  <a:pt x="14508" y="210460"/>
                  <a:pt x="13494" y="211544"/>
                  <a:pt x="12798" y="218762"/>
                </a:cubicBezTo>
                <a:cubicBezTo>
                  <a:pt x="12315" y="223766"/>
                  <a:pt x="13169" y="227151"/>
                  <a:pt x="14913" y="227151"/>
                </a:cubicBezTo>
                <a:cubicBezTo>
                  <a:pt x="16522" y="227151"/>
                  <a:pt x="17467" y="229765"/>
                  <a:pt x="17013" y="232960"/>
                </a:cubicBezTo>
                <a:cubicBezTo>
                  <a:pt x="16365" y="237521"/>
                  <a:pt x="14803" y="238572"/>
                  <a:pt x="9735" y="237857"/>
                </a:cubicBezTo>
                <a:cubicBezTo>
                  <a:pt x="6185" y="237355"/>
                  <a:pt x="2386" y="235613"/>
                  <a:pt x="1293" y="233984"/>
                </a:cubicBezTo>
                <a:cubicBezTo>
                  <a:pt x="-1682" y="229553"/>
                  <a:pt x="858" y="184145"/>
                  <a:pt x="5050" y="166825"/>
                </a:cubicBezTo>
                <a:cubicBezTo>
                  <a:pt x="7067" y="158491"/>
                  <a:pt x="10689" y="150232"/>
                  <a:pt x="13098" y="148470"/>
                </a:cubicBezTo>
                <a:cubicBezTo>
                  <a:pt x="15508" y="146708"/>
                  <a:pt x="17479" y="143943"/>
                  <a:pt x="17479" y="142324"/>
                </a:cubicBezTo>
                <a:cubicBezTo>
                  <a:pt x="17479" y="140706"/>
                  <a:pt x="20394" y="139382"/>
                  <a:pt x="23957" y="139382"/>
                </a:cubicBezTo>
                <a:cubicBezTo>
                  <a:pt x="30115" y="139382"/>
                  <a:pt x="30383" y="138776"/>
                  <a:pt x="29365" y="127120"/>
                </a:cubicBezTo>
                <a:cubicBezTo>
                  <a:pt x="27807" y="109281"/>
                  <a:pt x="29957" y="101744"/>
                  <a:pt x="37749" y="97729"/>
                </a:cubicBezTo>
                <a:cubicBezTo>
                  <a:pt x="41508" y="95792"/>
                  <a:pt x="46799" y="91468"/>
                  <a:pt x="49507" y="88122"/>
                </a:cubicBezTo>
                <a:cubicBezTo>
                  <a:pt x="52214" y="84775"/>
                  <a:pt x="56385" y="80128"/>
                  <a:pt x="58774" y="77796"/>
                </a:cubicBezTo>
                <a:cubicBezTo>
                  <a:pt x="61163" y="75463"/>
                  <a:pt x="63903" y="71380"/>
                  <a:pt x="64863" y="68721"/>
                </a:cubicBezTo>
                <a:cubicBezTo>
                  <a:pt x="66368" y="64550"/>
                  <a:pt x="68459" y="64095"/>
                  <a:pt x="80119" y="65404"/>
                </a:cubicBezTo>
                <a:cubicBezTo>
                  <a:pt x="87551" y="66238"/>
                  <a:pt x="98859" y="67882"/>
                  <a:pt x="105248" y="69057"/>
                </a:cubicBezTo>
                <a:cubicBezTo>
                  <a:pt x="111637" y="70233"/>
                  <a:pt x="123835" y="70564"/>
                  <a:pt x="132354" y="69793"/>
                </a:cubicBezTo>
                <a:lnTo>
                  <a:pt x="147842" y="68392"/>
                </a:lnTo>
                <a:lnTo>
                  <a:pt x="148600" y="51194"/>
                </a:lnTo>
                <a:cubicBezTo>
                  <a:pt x="149196" y="37679"/>
                  <a:pt x="148006" y="30668"/>
                  <a:pt x="143045" y="18458"/>
                </a:cubicBezTo>
                <a:cubicBezTo>
                  <a:pt x="139573" y="9912"/>
                  <a:pt x="137392" y="2259"/>
                  <a:pt x="138200" y="1452"/>
                </a:cubicBezTo>
                <a:cubicBezTo>
                  <a:pt x="141102" y="-1451"/>
                  <a:pt x="166125" y="290"/>
                  <a:pt x="176238" y="4099"/>
                </a:cubicBezTo>
                <a:cubicBezTo>
                  <a:pt x="189419" y="9062"/>
                  <a:pt x="190086" y="9272"/>
                  <a:pt x="200117" y="11594"/>
                </a:cubicBezTo>
                <a:cubicBezTo>
                  <a:pt x="204892" y="12700"/>
                  <a:pt x="208506" y="15170"/>
                  <a:pt x="208506" y="17328"/>
                </a:cubicBezTo>
                <a:cubicBezTo>
                  <a:pt x="208506" y="19413"/>
                  <a:pt x="210585" y="21662"/>
                  <a:pt x="213126" y="22327"/>
                </a:cubicBezTo>
                <a:cubicBezTo>
                  <a:pt x="215666" y="22991"/>
                  <a:pt x="218861" y="26077"/>
                  <a:pt x="220224" y="29184"/>
                </a:cubicBezTo>
                <a:cubicBezTo>
                  <a:pt x="222363" y="34057"/>
                  <a:pt x="224390" y="34715"/>
                  <a:pt x="234966" y="33975"/>
                </a:cubicBezTo>
                <a:cubicBezTo>
                  <a:pt x="242553" y="33444"/>
                  <a:pt x="247228" y="34179"/>
                  <a:pt x="247228" y="35904"/>
                </a:cubicBezTo>
                <a:cubicBezTo>
                  <a:pt x="247228" y="37437"/>
                  <a:pt x="251497" y="43416"/>
                  <a:pt x="256714" y="49191"/>
                </a:cubicBezTo>
                <a:cubicBezTo>
                  <a:pt x="264193" y="57469"/>
                  <a:pt x="267470" y="59372"/>
                  <a:pt x="272203" y="58184"/>
                </a:cubicBezTo>
                <a:cubicBezTo>
                  <a:pt x="280616" y="56072"/>
                  <a:pt x="280219" y="63714"/>
                  <a:pt x="271714" y="67589"/>
                </a:cubicBezTo>
                <a:cubicBezTo>
                  <a:pt x="267863" y="69343"/>
                  <a:pt x="264361" y="73784"/>
                  <a:pt x="263105" y="78504"/>
                </a:cubicBezTo>
                <a:cubicBezTo>
                  <a:pt x="261351" y="85098"/>
                  <a:pt x="259842" y="86340"/>
                  <a:pt x="254303" y="85750"/>
                </a:cubicBezTo>
                <a:cubicBezTo>
                  <a:pt x="246592" y="84928"/>
                  <a:pt x="243436" y="91067"/>
                  <a:pt x="246105" y="101699"/>
                </a:cubicBezTo>
                <a:cubicBezTo>
                  <a:pt x="247533" y="107389"/>
                  <a:pt x="244867" y="111544"/>
                  <a:pt x="227494" y="130702"/>
                </a:cubicBezTo>
                <a:cubicBezTo>
                  <a:pt x="207371" y="152893"/>
                  <a:pt x="196764" y="160034"/>
                  <a:pt x="183924" y="160034"/>
                </a:cubicBezTo>
                <a:cubicBezTo>
                  <a:pt x="175394" y="160034"/>
                  <a:pt x="155328" y="169109"/>
                  <a:pt x="153537" y="173778"/>
                </a:cubicBezTo>
                <a:cubicBezTo>
                  <a:pt x="152784" y="175740"/>
                  <a:pt x="154366" y="179227"/>
                  <a:pt x="157053" y="181528"/>
                </a:cubicBezTo>
                <a:cubicBezTo>
                  <a:pt x="160618" y="184580"/>
                  <a:pt x="161532" y="187741"/>
                  <a:pt x="160436" y="193225"/>
                </a:cubicBezTo>
                <a:cubicBezTo>
                  <a:pt x="158065" y="205081"/>
                  <a:pt x="165477" y="217314"/>
                  <a:pt x="180263" y="225950"/>
                </a:cubicBezTo>
                <a:cubicBezTo>
                  <a:pt x="187814" y="230360"/>
                  <a:pt x="193823" y="235916"/>
                  <a:pt x="194663" y="239264"/>
                </a:cubicBezTo>
                <a:cubicBezTo>
                  <a:pt x="196711" y="247420"/>
                  <a:pt x="202826" y="252154"/>
                  <a:pt x="204770" y="247088"/>
                </a:cubicBezTo>
                <a:cubicBezTo>
                  <a:pt x="205617" y="244882"/>
                  <a:pt x="208258" y="243734"/>
                  <a:pt x="210897" y="244424"/>
                </a:cubicBezTo>
                <a:cubicBezTo>
                  <a:pt x="216566" y="245906"/>
                  <a:pt x="229158" y="234851"/>
                  <a:pt x="229158" y="228391"/>
                </a:cubicBezTo>
                <a:cubicBezTo>
                  <a:pt x="229158" y="223967"/>
                  <a:pt x="229378" y="223969"/>
                  <a:pt x="234321" y="228442"/>
                </a:cubicBezTo>
                <a:cubicBezTo>
                  <a:pt x="240730" y="234242"/>
                  <a:pt x="241099" y="246636"/>
                  <a:pt x="234966" y="250091"/>
                </a:cubicBezTo>
                <a:cubicBezTo>
                  <a:pt x="230667" y="252513"/>
                  <a:pt x="230669" y="253050"/>
                  <a:pt x="235014" y="261191"/>
                </a:cubicBezTo>
                <a:cubicBezTo>
                  <a:pt x="240871" y="272165"/>
                  <a:pt x="238755" y="290041"/>
                  <a:pt x="230353" y="300578"/>
                </a:cubicBezTo>
                <a:lnTo>
                  <a:pt x="224337" y="308123"/>
                </a:lnTo>
                <a:lnTo>
                  <a:pt x="215823" y="299799"/>
                </a:lnTo>
                <a:cubicBezTo>
                  <a:pt x="210927" y="295013"/>
                  <a:pt x="205095" y="291738"/>
                  <a:pt x="202099" y="292094"/>
                </a:cubicBezTo>
                <a:cubicBezTo>
                  <a:pt x="194035" y="293052"/>
                  <a:pt x="185277" y="286146"/>
                  <a:pt x="185246" y="278805"/>
                </a:cubicBezTo>
                <a:cubicBezTo>
                  <a:pt x="185229" y="274767"/>
                  <a:pt x="180965" y="267715"/>
                  <a:pt x="173928" y="260086"/>
                </a:cubicBezTo>
                <a:cubicBezTo>
                  <a:pt x="164333" y="249682"/>
                  <a:pt x="162165" y="248415"/>
                  <a:pt x="159486" y="251642"/>
                </a:cubicBezTo>
                <a:cubicBezTo>
                  <a:pt x="155362" y="256612"/>
                  <a:pt x="141849" y="263292"/>
                  <a:pt x="135920" y="263292"/>
                </a:cubicBezTo>
                <a:cubicBezTo>
                  <a:pt x="133348" y="263292"/>
                  <a:pt x="130007" y="265603"/>
                  <a:pt x="128496" y="268428"/>
                </a:cubicBezTo>
                <a:cubicBezTo>
                  <a:pt x="126984" y="271253"/>
                  <a:pt x="122406" y="275292"/>
                  <a:pt x="118324" y="277403"/>
                </a:cubicBezTo>
                <a:cubicBezTo>
                  <a:pt x="105333" y="284120"/>
                  <a:pt x="102661" y="288486"/>
                  <a:pt x="102749" y="302843"/>
                </a:cubicBezTo>
                <a:cubicBezTo>
                  <a:pt x="102826" y="315405"/>
                  <a:pt x="106784" y="325066"/>
                  <a:pt x="111986" y="325389"/>
                </a:cubicBezTo>
                <a:cubicBezTo>
                  <a:pt x="116589" y="325676"/>
                  <a:pt x="126252" y="340721"/>
                  <a:pt x="124791" y="345325"/>
                </a:cubicBezTo>
                <a:cubicBezTo>
                  <a:pt x="123983" y="347870"/>
                  <a:pt x="118463" y="353688"/>
                  <a:pt x="112525" y="358252"/>
                </a:cubicBezTo>
                <a:cubicBezTo>
                  <a:pt x="101535" y="366699"/>
                  <a:pt x="89725" y="368732"/>
                  <a:pt x="61364" y="367059"/>
                </a:cubicBezTo>
                <a:cubicBezTo>
                  <a:pt x="56394" y="366766"/>
                  <a:pt x="49424" y="367473"/>
                  <a:pt x="45875" y="368630"/>
                </a:cubicBezTo>
                <a:cubicBezTo>
                  <a:pt x="42325" y="369787"/>
                  <a:pt x="37388" y="370288"/>
                  <a:pt x="34904" y="369743"/>
                </a:cubicBezTo>
                <a:close/>
              </a:path>
            </a:pathLst>
          </a:custGeom>
          <a:solidFill>
            <a:srgbClr val="B9B9B9"/>
          </a:solidFill>
          <a:ln w="5163" cap="flat">
            <a:noFill/>
            <a:prstDash val="solid"/>
            <a:miter/>
          </a:ln>
        </p:spPr>
        <p:txBody>
          <a:bodyPr/>
          <a:lstStyle/>
          <a:p>
            <a:endParaRPr lang="es-419" noProof="0" dirty="0"/>
          </a:p>
        </p:txBody>
      </p:sp>
      <p:grpSp>
        <p:nvGrpSpPr>
          <p:cNvPr id="75" name="Gráfico 39">
            <a:extLst>
              <a:ext uri="{FF2B5EF4-FFF2-40B4-BE49-F238E27FC236}">
                <a16:creationId xmlns:a16="http://schemas.microsoft.com/office/drawing/2014/main" id="{7282EA15-A1B7-571F-4E72-4B7DEEF36F55}"/>
              </a:ext>
            </a:extLst>
          </p:cNvPr>
          <p:cNvGrpSpPr/>
          <p:nvPr/>
        </p:nvGrpSpPr>
        <p:grpSpPr>
          <a:xfrm>
            <a:off x="1634957" y="2069316"/>
            <a:ext cx="438046" cy="474569"/>
            <a:chOff x="1634957" y="2069316"/>
            <a:chExt cx="438046" cy="474569"/>
          </a:xfrm>
        </p:grpSpPr>
        <p:sp>
          <p:nvSpPr>
            <p:cNvPr id="76" name="Forma libre: forma 75">
              <a:extLst>
                <a:ext uri="{FF2B5EF4-FFF2-40B4-BE49-F238E27FC236}">
                  <a16:creationId xmlns:a16="http://schemas.microsoft.com/office/drawing/2014/main" id="{C86A51CF-3BB9-66FD-2081-7437F6C911FC}"/>
                </a:ext>
              </a:extLst>
            </p:cNvPr>
            <p:cNvSpPr/>
            <p:nvPr/>
          </p:nvSpPr>
          <p:spPr>
            <a:xfrm>
              <a:off x="1634957" y="2069316"/>
              <a:ext cx="438046" cy="474569"/>
            </a:xfrm>
            <a:custGeom>
              <a:avLst/>
              <a:gdLst>
                <a:gd name="csX0" fmla="*/ 332739 w 438046"/>
                <a:gd name="csY0" fmla="*/ 469202 h 474569"/>
                <a:gd name="csX1" fmla="*/ 324349 w 438046"/>
                <a:gd name="csY1" fmla="*/ 460541 h 474569"/>
                <a:gd name="csX2" fmla="*/ 306954 w 438046"/>
                <a:gd name="csY2" fmla="*/ 447652 h 474569"/>
                <a:gd name="csX3" fmla="*/ 301522 w 438046"/>
                <a:gd name="csY3" fmla="*/ 436095 h 474569"/>
                <a:gd name="csX4" fmla="*/ 298287 w 438046"/>
                <a:gd name="csY4" fmla="*/ 425621 h 474569"/>
                <a:gd name="csX5" fmla="*/ 291436 w 438046"/>
                <a:gd name="csY5" fmla="*/ 429493 h 474569"/>
                <a:gd name="csX6" fmla="*/ 284162 w 438046"/>
                <a:gd name="csY6" fmla="*/ 433365 h 474569"/>
                <a:gd name="csX7" fmla="*/ 273181 w 438046"/>
                <a:gd name="csY7" fmla="*/ 439996 h 474569"/>
                <a:gd name="csX8" fmla="*/ 246542 w 438046"/>
                <a:gd name="csY8" fmla="*/ 415677 h 474569"/>
                <a:gd name="csX9" fmla="*/ 247543 w 438046"/>
                <a:gd name="csY9" fmla="*/ 398488 h 474569"/>
                <a:gd name="csX10" fmla="*/ 227242 w 438046"/>
                <a:gd name="csY10" fmla="*/ 385770 h 474569"/>
                <a:gd name="csX11" fmla="*/ 216574 w 438046"/>
                <a:gd name="csY11" fmla="*/ 384267 h 474569"/>
                <a:gd name="csX12" fmla="*/ 211411 w 438046"/>
                <a:gd name="csY12" fmla="*/ 381736 h 474569"/>
                <a:gd name="csX13" fmla="*/ 206248 w 438046"/>
                <a:gd name="csY13" fmla="*/ 377864 h 474569"/>
                <a:gd name="csX14" fmla="*/ 201085 w 438046"/>
                <a:gd name="csY14" fmla="*/ 368829 h 474569"/>
                <a:gd name="csX15" fmla="*/ 195840 w 438046"/>
                <a:gd name="csY15" fmla="*/ 360439 h 474569"/>
                <a:gd name="csX16" fmla="*/ 179383 w 438046"/>
                <a:gd name="csY16" fmla="*/ 344572 h 474569"/>
                <a:gd name="csX17" fmla="*/ 166056 w 438046"/>
                <a:gd name="csY17" fmla="*/ 347532 h 474569"/>
                <a:gd name="csX18" fmla="*/ 162127 w 438046"/>
                <a:gd name="csY18" fmla="*/ 363514 h 474569"/>
                <a:gd name="csX19" fmla="*/ 156676 w 438046"/>
                <a:gd name="csY19" fmla="*/ 372397 h 474569"/>
                <a:gd name="csX20" fmla="*/ 152333 w 438046"/>
                <a:gd name="csY20" fmla="*/ 366640 h 474569"/>
                <a:gd name="csX21" fmla="*/ 138487 w 438046"/>
                <a:gd name="csY21" fmla="*/ 364853 h 474569"/>
                <a:gd name="csX22" fmla="*/ 126312 w 438046"/>
                <a:gd name="csY22" fmla="*/ 363833 h 474569"/>
                <a:gd name="csX23" fmla="*/ 123641 w 438046"/>
                <a:gd name="csY23" fmla="*/ 355006 h 474569"/>
                <a:gd name="csX24" fmla="*/ 115723 w 438046"/>
                <a:gd name="csY24" fmla="*/ 349430 h 474569"/>
                <a:gd name="csX25" fmla="*/ 110493 w 438046"/>
                <a:gd name="csY25" fmla="*/ 333027 h 474569"/>
                <a:gd name="csX26" fmla="*/ 115897 w 438046"/>
                <a:gd name="csY26" fmla="*/ 317692 h 474569"/>
                <a:gd name="csX27" fmla="*/ 126868 w 438046"/>
                <a:gd name="csY27" fmla="*/ 306474 h 474569"/>
                <a:gd name="csX28" fmla="*/ 128005 w 438046"/>
                <a:gd name="csY28" fmla="*/ 290864 h 474569"/>
                <a:gd name="csX29" fmla="*/ 107467 w 438046"/>
                <a:gd name="csY29" fmla="*/ 276906 h 474569"/>
                <a:gd name="csX30" fmla="*/ 125531 w 438046"/>
                <a:gd name="csY30" fmla="*/ 228226 h 474569"/>
                <a:gd name="csX31" fmla="*/ 128516 w 438046"/>
                <a:gd name="csY31" fmla="*/ 218872 h 474569"/>
                <a:gd name="csX32" fmla="*/ 122054 w 438046"/>
                <a:gd name="csY32" fmla="*/ 216563 h 474569"/>
                <a:gd name="csX33" fmla="*/ 112602 w 438046"/>
                <a:gd name="csY33" fmla="*/ 211354 h 474569"/>
                <a:gd name="csX34" fmla="*/ 97827 w 438046"/>
                <a:gd name="csY34" fmla="*/ 212411 h 474569"/>
                <a:gd name="csX35" fmla="*/ 87566 w 438046"/>
                <a:gd name="csY35" fmla="*/ 216588 h 474569"/>
                <a:gd name="csX36" fmla="*/ 80430 w 438046"/>
                <a:gd name="csY36" fmla="*/ 211038 h 474569"/>
                <a:gd name="csX37" fmla="*/ 79784 w 438046"/>
                <a:gd name="csY37" fmla="*/ 198453 h 474569"/>
                <a:gd name="csX38" fmla="*/ 82015 w 438046"/>
                <a:gd name="csY38" fmla="*/ 188949 h 474569"/>
                <a:gd name="csX39" fmla="*/ 89966 w 438046"/>
                <a:gd name="csY39" fmla="*/ 185629 h 474569"/>
                <a:gd name="csX40" fmla="*/ 87641 w 438046"/>
                <a:gd name="csY40" fmla="*/ 169636 h 474569"/>
                <a:gd name="csX41" fmla="*/ 79292 w 438046"/>
                <a:gd name="csY41" fmla="*/ 156728 h 474569"/>
                <a:gd name="csX42" fmla="*/ 72462 w 438046"/>
                <a:gd name="csY42" fmla="*/ 148956 h 474569"/>
                <a:gd name="csX43" fmla="*/ 56524 w 438046"/>
                <a:gd name="csY43" fmla="*/ 163920 h 474569"/>
                <a:gd name="csX44" fmla="*/ 52658 w 438046"/>
                <a:gd name="csY44" fmla="*/ 164900 h 474569"/>
                <a:gd name="csX45" fmla="*/ 39697 w 438046"/>
                <a:gd name="csY45" fmla="*/ 168628 h 474569"/>
                <a:gd name="csX46" fmla="*/ 26748 w 438046"/>
                <a:gd name="csY46" fmla="*/ 181448 h 474569"/>
                <a:gd name="csX47" fmla="*/ 16403 w 438046"/>
                <a:gd name="csY47" fmla="*/ 190289 h 474569"/>
                <a:gd name="csX48" fmla="*/ 7343 w 438046"/>
                <a:gd name="csY48" fmla="*/ 186486 h 474569"/>
                <a:gd name="csX49" fmla="*/ 9965 w 438046"/>
                <a:gd name="csY49" fmla="*/ 170925 h 474569"/>
                <a:gd name="csX50" fmla="*/ 15158 w 438046"/>
                <a:gd name="csY50" fmla="*/ 162124 h 474569"/>
                <a:gd name="csX51" fmla="*/ 9381 w 438046"/>
                <a:gd name="csY51" fmla="*/ 159801 h 474569"/>
                <a:gd name="csX52" fmla="*/ 7807 w 438046"/>
                <a:gd name="csY52" fmla="*/ 157314 h 474569"/>
                <a:gd name="csX53" fmla="*/ 15681 w 438046"/>
                <a:gd name="csY53" fmla="*/ 151621 h 474569"/>
                <a:gd name="csX54" fmla="*/ 24691 w 438046"/>
                <a:gd name="csY54" fmla="*/ 148948 h 474569"/>
                <a:gd name="csX55" fmla="*/ 33291 w 438046"/>
                <a:gd name="csY55" fmla="*/ 142643 h 474569"/>
                <a:gd name="csX56" fmla="*/ 36252 w 438046"/>
                <a:gd name="csY56" fmla="*/ 130243 h 474569"/>
                <a:gd name="csX57" fmla="*/ 35959 w 438046"/>
                <a:gd name="csY57" fmla="*/ 119824 h 474569"/>
                <a:gd name="csX58" fmla="*/ 30417 w 438046"/>
                <a:gd name="csY58" fmla="*/ 117319 h 474569"/>
                <a:gd name="csX59" fmla="*/ 28128 w 438046"/>
                <a:gd name="csY59" fmla="*/ 114535 h 474569"/>
                <a:gd name="csX60" fmla="*/ 22780 w 438046"/>
                <a:gd name="csY60" fmla="*/ 112034 h 474569"/>
                <a:gd name="csX61" fmla="*/ 9335 w 438046"/>
                <a:gd name="csY61" fmla="*/ 100263 h 474569"/>
                <a:gd name="csX62" fmla="*/ 5316 w 438046"/>
                <a:gd name="csY62" fmla="*/ 85099 h 474569"/>
                <a:gd name="csX63" fmla="*/ 0 w 438046"/>
                <a:gd name="csY63" fmla="*/ 74899 h 474569"/>
                <a:gd name="csX64" fmla="*/ 5230 w 438046"/>
                <a:gd name="csY64" fmla="*/ 68250 h 474569"/>
                <a:gd name="csX65" fmla="*/ 8777 w 438046"/>
                <a:gd name="csY65" fmla="*/ 53938 h 474569"/>
                <a:gd name="csX66" fmla="*/ 11157 w 438046"/>
                <a:gd name="csY66" fmla="*/ 40474 h 474569"/>
                <a:gd name="csX67" fmla="*/ 15221 w 438046"/>
                <a:gd name="csY67" fmla="*/ 30361 h 474569"/>
                <a:gd name="csX68" fmla="*/ 19093 w 438046"/>
                <a:gd name="csY68" fmla="*/ 24563 h 474569"/>
                <a:gd name="csX69" fmla="*/ 13331 w 438046"/>
                <a:gd name="csY69" fmla="*/ 11391 h 474569"/>
                <a:gd name="csX70" fmla="*/ 15610 w 438046"/>
                <a:gd name="csY70" fmla="*/ 4739 h 474569"/>
                <a:gd name="csX71" fmla="*/ 24152 w 438046"/>
                <a:gd name="csY71" fmla="*/ 2431 h 474569"/>
                <a:gd name="csX72" fmla="*/ 42643 w 438046"/>
                <a:gd name="csY72" fmla="*/ 10008 h 474569"/>
                <a:gd name="csX73" fmla="*/ 58021 w 438046"/>
                <a:gd name="csY73" fmla="*/ 20333 h 474569"/>
                <a:gd name="csX74" fmla="*/ 76259 w 438046"/>
                <a:gd name="csY74" fmla="*/ 58909 h 474569"/>
                <a:gd name="csX75" fmla="*/ 87417 w 438046"/>
                <a:gd name="csY75" fmla="*/ 80908 h 474569"/>
                <a:gd name="csX76" fmla="*/ 99122 w 438046"/>
                <a:gd name="csY76" fmla="*/ 102996 h 474569"/>
                <a:gd name="csX77" fmla="*/ 103913 w 438046"/>
                <a:gd name="csY77" fmla="*/ 110684 h 474569"/>
                <a:gd name="csX78" fmla="*/ 102362 w 438046"/>
                <a:gd name="csY78" fmla="*/ 90033 h 474569"/>
                <a:gd name="csX79" fmla="*/ 92203 w 438046"/>
                <a:gd name="csY79" fmla="*/ 66799 h 474569"/>
                <a:gd name="csX80" fmla="*/ 83568 w 438046"/>
                <a:gd name="csY80" fmla="*/ 60346 h 474569"/>
                <a:gd name="csX81" fmla="*/ 86838 w 438046"/>
                <a:gd name="csY81" fmla="*/ 69381 h 474569"/>
                <a:gd name="csX82" fmla="*/ 85111 w 438046"/>
                <a:gd name="csY82" fmla="*/ 70354 h 474569"/>
                <a:gd name="csX83" fmla="*/ 81250 w 438046"/>
                <a:gd name="csY83" fmla="*/ 58738 h 474569"/>
                <a:gd name="csX84" fmla="*/ 73693 w 438046"/>
                <a:gd name="csY84" fmla="*/ 39979 h 474569"/>
                <a:gd name="csX85" fmla="*/ 66850 w 438046"/>
                <a:gd name="csY85" fmla="*/ 27201 h 474569"/>
                <a:gd name="csX86" fmla="*/ 80920 w 438046"/>
                <a:gd name="csY86" fmla="*/ 44489 h 474569"/>
                <a:gd name="csX87" fmla="*/ 99162 w 438046"/>
                <a:gd name="csY87" fmla="*/ 64586 h 474569"/>
                <a:gd name="csX88" fmla="*/ 107565 w 438046"/>
                <a:gd name="csY88" fmla="*/ 86419 h 474569"/>
                <a:gd name="csX89" fmla="*/ 116108 w 438046"/>
                <a:gd name="csY89" fmla="*/ 138203 h 474569"/>
                <a:gd name="csX90" fmla="*/ 121060 w 438046"/>
                <a:gd name="csY90" fmla="*/ 151411 h 474569"/>
                <a:gd name="csX91" fmla="*/ 135828 w 438046"/>
                <a:gd name="csY91" fmla="*/ 169580 h 474569"/>
                <a:gd name="csX92" fmla="*/ 173747 w 438046"/>
                <a:gd name="csY92" fmla="*/ 217637 h 474569"/>
                <a:gd name="csX93" fmla="*/ 186052 w 438046"/>
                <a:gd name="csY93" fmla="*/ 237240 h 474569"/>
                <a:gd name="csX94" fmla="*/ 192809 w 438046"/>
                <a:gd name="csY94" fmla="*/ 259193 h 474569"/>
                <a:gd name="csX95" fmla="*/ 202887 w 438046"/>
                <a:gd name="csY95" fmla="*/ 280570 h 474569"/>
                <a:gd name="csX96" fmla="*/ 215434 w 438046"/>
                <a:gd name="csY96" fmla="*/ 294429 h 474569"/>
                <a:gd name="csX97" fmla="*/ 223898 w 438046"/>
                <a:gd name="csY97" fmla="*/ 302869 h 474569"/>
                <a:gd name="csX98" fmla="*/ 231639 w 438046"/>
                <a:gd name="csY98" fmla="*/ 310848 h 474569"/>
                <a:gd name="csX99" fmla="*/ 241066 w 438046"/>
                <a:gd name="csY99" fmla="*/ 319770 h 474569"/>
                <a:gd name="csX100" fmla="*/ 242388 w 438046"/>
                <a:gd name="csY100" fmla="*/ 323654 h 474569"/>
                <a:gd name="csX101" fmla="*/ 237225 w 438046"/>
                <a:gd name="csY101" fmla="*/ 324770 h 474569"/>
                <a:gd name="csX102" fmla="*/ 239807 w 438046"/>
                <a:gd name="csY102" fmla="*/ 327526 h 474569"/>
                <a:gd name="csX103" fmla="*/ 241743 w 438046"/>
                <a:gd name="csY103" fmla="*/ 330724 h 474569"/>
                <a:gd name="csX104" fmla="*/ 248333 w 438046"/>
                <a:gd name="csY104" fmla="*/ 333103 h 474569"/>
                <a:gd name="csX105" fmla="*/ 259724 w 438046"/>
                <a:gd name="csY105" fmla="*/ 335713 h 474569"/>
                <a:gd name="csX106" fmla="*/ 262612 w 438046"/>
                <a:gd name="csY106" fmla="*/ 335270 h 474569"/>
                <a:gd name="csX107" fmla="*/ 255739 w 438046"/>
                <a:gd name="csY107" fmla="*/ 330573 h 474569"/>
                <a:gd name="csX108" fmla="*/ 250133 w 438046"/>
                <a:gd name="csY108" fmla="*/ 327461 h 474569"/>
                <a:gd name="csX109" fmla="*/ 260301 w 438046"/>
                <a:gd name="csY109" fmla="*/ 328761 h 474569"/>
                <a:gd name="csX110" fmla="*/ 284960 w 438046"/>
                <a:gd name="csY110" fmla="*/ 330853 h 474569"/>
                <a:gd name="csX111" fmla="*/ 308115 w 438046"/>
                <a:gd name="csY111" fmla="*/ 337754 h 474569"/>
                <a:gd name="csX112" fmla="*/ 325378 w 438046"/>
                <a:gd name="csY112" fmla="*/ 347910 h 474569"/>
                <a:gd name="csX113" fmla="*/ 336932 w 438046"/>
                <a:gd name="csY113" fmla="*/ 355594 h 474569"/>
                <a:gd name="csX114" fmla="*/ 342564 w 438046"/>
                <a:gd name="csY114" fmla="*/ 364198 h 474569"/>
                <a:gd name="csX115" fmla="*/ 343743 w 438046"/>
                <a:gd name="csY115" fmla="*/ 371080 h 474569"/>
                <a:gd name="csX116" fmla="*/ 344358 w 438046"/>
                <a:gd name="csY116" fmla="*/ 373363 h 474569"/>
                <a:gd name="csX117" fmla="*/ 350269 w 438046"/>
                <a:gd name="csY117" fmla="*/ 376862 h 474569"/>
                <a:gd name="csX118" fmla="*/ 372627 w 438046"/>
                <a:gd name="csY118" fmla="*/ 380540 h 474569"/>
                <a:gd name="csX119" fmla="*/ 391189 w 438046"/>
                <a:gd name="csY119" fmla="*/ 378801 h 474569"/>
                <a:gd name="csX120" fmla="*/ 394232 w 438046"/>
                <a:gd name="csY120" fmla="*/ 388958 h 474569"/>
                <a:gd name="csX121" fmla="*/ 397318 w 438046"/>
                <a:gd name="csY121" fmla="*/ 403978 h 474569"/>
                <a:gd name="csX122" fmla="*/ 409224 w 438046"/>
                <a:gd name="csY122" fmla="*/ 419167 h 474569"/>
                <a:gd name="csX123" fmla="*/ 434929 w 438046"/>
                <a:gd name="csY123" fmla="*/ 450207 h 474569"/>
                <a:gd name="csX124" fmla="*/ 429332 w 438046"/>
                <a:gd name="csY124" fmla="*/ 469288 h 474569"/>
                <a:gd name="csX125" fmla="*/ 376412 w 438046"/>
                <a:gd name="csY125" fmla="*/ 474534 h 474569"/>
                <a:gd name="csX126" fmla="*/ 332739 w 438046"/>
                <a:gd name="csY126" fmla="*/ 469202 h 47456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438046" h="474569">
                  <a:moveTo>
                    <a:pt x="332739" y="469202"/>
                  </a:moveTo>
                  <a:cubicBezTo>
                    <a:pt x="332739" y="465869"/>
                    <a:pt x="329807" y="462843"/>
                    <a:pt x="324349" y="460541"/>
                  </a:cubicBezTo>
                  <a:cubicBezTo>
                    <a:pt x="319735" y="458594"/>
                    <a:pt x="311907" y="452795"/>
                    <a:pt x="306954" y="447652"/>
                  </a:cubicBezTo>
                  <a:cubicBezTo>
                    <a:pt x="299888" y="440316"/>
                    <a:pt x="298719" y="437828"/>
                    <a:pt x="301522" y="436095"/>
                  </a:cubicBezTo>
                  <a:cubicBezTo>
                    <a:pt x="305823" y="433437"/>
                    <a:pt x="303408" y="425621"/>
                    <a:pt x="298287" y="425621"/>
                  </a:cubicBezTo>
                  <a:cubicBezTo>
                    <a:pt x="296286" y="425621"/>
                    <a:pt x="293203" y="427364"/>
                    <a:pt x="291436" y="429493"/>
                  </a:cubicBezTo>
                  <a:cubicBezTo>
                    <a:pt x="289668" y="431623"/>
                    <a:pt x="286395" y="433365"/>
                    <a:pt x="284162" y="433365"/>
                  </a:cubicBezTo>
                  <a:cubicBezTo>
                    <a:pt x="281929" y="433365"/>
                    <a:pt x="276987" y="436349"/>
                    <a:pt x="273181" y="439996"/>
                  </a:cubicBezTo>
                  <a:cubicBezTo>
                    <a:pt x="256469" y="456007"/>
                    <a:pt x="233183" y="434749"/>
                    <a:pt x="246542" y="415677"/>
                  </a:cubicBezTo>
                  <a:cubicBezTo>
                    <a:pt x="250094" y="410606"/>
                    <a:pt x="250239" y="408115"/>
                    <a:pt x="247543" y="398488"/>
                  </a:cubicBezTo>
                  <a:cubicBezTo>
                    <a:pt x="243936" y="385603"/>
                    <a:pt x="241942" y="384354"/>
                    <a:pt x="227242" y="385770"/>
                  </a:cubicBezTo>
                  <a:cubicBezTo>
                    <a:pt x="221295" y="386343"/>
                    <a:pt x="216574" y="385678"/>
                    <a:pt x="216574" y="384267"/>
                  </a:cubicBezTo>
                  <a:cubicBezTo>
                    <a:pt x="216574" y="382875"/>
                    <a:pt x="214251" y="381736"/>
                    <a:pt x="211411" y="381736"/>
                  </a:cubicBezTo>
                  <a:cubicBezTo>
                    <a:pt x="208543" y="381736"/>
                    <a:pt x="206248" y="380015"/>
                    <a:pt x="206248" y="377864"/>
                  </a:cubicBezTo>
                  <a:cubicBezTo>
                    <a:pt x="206248" y="375735"/>
                    <a:pt x="203925" y="371669"/>
                    <a:pt x="201085" y="368829"/>
                  </a:cubicBezTo>
                  <a:cubicBezTo>
                    <a:pt x="198245" y="365990"/>
                    <a:pt x="195885" y="362214"/>
                    <a:pt x="195840" y="360439"/>
                  </a:cubicBezTo>
                  <a:cubicBezTo>
                    <a:pt x="195695" y="354744"/>
                    <a:pt x="189552" y="348821"/>
                    <a:pt x="179383" y="344572"/>
                  </a:cubicBezTo>
                  <a:cubicBezTo>
                    <a:pt x="165908" y="338942"/>
                    <a:pt x="164292" y="339301"/>
                    <a:pt x="166056" y="347532"/>
                  </a:cubicBezTo>
                  <a:cubicBezTo>
                    <a:pt x="167087" y="352339"/>
                    <a:pt x="165818" y="357500"/>
                    <a:pt x="162127" y="363514"/>
                  </a:cubicBezTo>
                  <a:lnTo>
                    <a:pt x="156676" y="372397"/>
                  </a:lnTo>
                  <a:lnTo>
                    <a:pt x="152333" y="366640"/>
                  </a:lnTo>
                  <a:cubicBezTo>
                    <a:pt x="148166" y="361115"/>
                    <a:pt x="147605" y="361043"/>
                    <a:pt x="138487" y="364853"/>
                  </a:cubicBezTo>
                  <a:cubicBezTo>
                    <a:pt x="129534" y="368594"/>
                    <a:pt x="128828" y="368535"/>
                    <a:pt x="126312" y="363833"/>
                  </a:cubicBezTo>
                  <a:cubicBezTo>
                    <a:pt x="124843" y="361088"/>
                    <a:pt x="123641" y="357116"/>
                    <a:pt x="123641" y="355006"/>
                  </a:cubicBezTo>
                  <a:cubicBezTo>
                    <a:pt x="123641" y="352823"/>
                    <a:pt x="120228" y="350420"/>
                    <a:pt x="115723" y="349430"/>
                  </a:cubicBezTo>
                  <a:cubicBezTo>
                    <a:pt x="105375" y="347157"/>
                    <a:pt x="103846" y="342362"/>
                    <a:pt x="110493" y="333027"/>
                  </a:cubicBezTo>
                  <a:cubicBezTo>
                    <a:pt x="113465" y="328853"/>
                    <a:pt x="115897" y="321952"/>
                    <a:pt x="115897" y="317692"/>
                  </a:cubicBezTo>
                  <a:cubicBezTo>
                    <a:pt x="115897" y="310844"/>
                    <a:pt x="117170" y="309543"/>
                    <a:pt x="126868" y="306474"/>
                  </a:cubicBezTo>
                  <a:cubicBezTo>
                    <a:pt x="141640" y="301799"/>
                    <a:pt x="142221" y="293818"/>
                    <a:pt x="128005" y="290864"/>
                  </a:cubicBezTo>
                  <a:cubicBezTo>
                    <a:pt x="113703" y="287893"/>
                    <a:pt x="108950" y="284662"/>
                    <a:pt x="107467" y="276906"/>
                  </a:cubicBezTo>
                  <a:cubicBezTo>
                    <a:pt x="105739" y="267867"/>
                    <a:pt x="117059" y="237363"/>
                    <a:pt x="125531" y="228226"/>
                  </a:cubicBezTo>
                  <a:cubicBezTo>
                    <a:pt x="130828" y="222513"/>
                    <a:pt x="131406" y="220702"/>
                    <a:pt x="128516" y="218872"/>
                  </a:cubicBezTo>
                  <a:cubicBezTo>
                    <a:pt x="126545" y="217624"/>
                    <a:pt x="123637" y="216585"/>
                    <a:pt x="122054" y="216563"/>
                  </a:cubicBezTo>
                  <a:cubicBezTo>
                    <a:pt x="120470" y="216541"/>
                    <a:pt x="116217" y="214197"/>
                    <a:pt x="112602" y="211354"/>
                  </a:cubicBezTo>
                  <a:cubicBezTo>
                    <a:pt x="105961" y="206129"/>
                    <a:pt x="97827" y="206711"/>
                    <a:pt x="97827" y="212411"/>
                  </a:cubicBezTo>
                  <a:cubicBezTo>
                    <a:pt x="97827" y="219059"/>
                    <a:pt x="92291" y="221313"/>
                    <a:pt x="87566" y="216588"/>
                  </a:cubicBezTo>
                  <a:cubicBezTo>
                    <a:pt x="85046" y="214068"/>
                    <a:pt x="81835" y="211570"/>
                    <a:pt x="80430" y="211038"/>
                  </a:cubicBezTo>
                  <a:cubicBezTo>
                    <a:pt x="78870" y="210447"/>
                    <a:pt x="78619" y="205549"/>
                    <a:pt x="79784" y="198453"/>
                  </a:cubicBezTo>
                  <a:cubicBezTo>
                    <a:pt x="80834" y="192064"/>
                    <a:pt x="81838" y="187787"/>
                    <a:pt x="82015" y="188949"/>
                  </a:cubicBezTo>
                  <a:cubicBezTo>
                    <a:pt x="82193" y="190110"/>
                    <a:pt x="85771" y="188616"/>
                    <a:pt x="89966" y="185629"/>
                  </a:cubicBezTo>
                  <a:cubicBezTo>
                    <a:pt x="98750" y="179374"/>
                    <a:pt x="98211" y="175668"/>
                    <a:pt x="87641" y="169636"/>
                  </a:cubicBezTo>
                  <a:cubicBezTo>
                    <a:pt x="82102" y="166474"/>
                    <a:pt x="79900" y="163069"/>
                    <a:pt x="79292" y="156728"/>
                  </a:cubicBezTo>
                  <a:cubicBezTo>
                    <a:pt x="78587" y="149374"/>
                    <a:pt x="77588" y="148238"/>
                    <a:pt x="72462" y="148956"/>
                  </a:cubicBezTo>
                  <a:cubicBezTo>
                    <a:pt x="65224" y="149970"/>
                    <a:pt x="56524" y="158137"/>
                    <a:pt x="56524" y="163920"/>
                  </a:cubicBezTo>
                  <a:cubicBezTo>
                    <a:pt x="56524" y="167347"/>
                    <a:pt x="55821" y="167525"/>
                    <a:pt x="52658" y="164900"/>
                  </a:cubicBezTo>
                  <a:cubicBezTo>
                    <a:pt x="49486" y="162267"/>
                    <a:pt x="47159" y="162936"/>
                    <a:pt x="39697" y="168628"/>
                  </a:cubicBezTo>
                  <a:cubicBezTo>
                    <a:pt x="34695" y="172443"/>
                    <a:pt x="28868" y="178212"/>
                    <a:pt x="26748" y="181448"/>
                  </a:cubicBezTo>
                  <a:cubicBezTo>
                    <a:pt x="24627" y="184684"/>
                    <a:pt x="19972" y="188663"/>
                    <a:pt x="16403" y="190289"/>
                  </a:cubicBezTo>
                  <a:cubicBezTo>
                    <a:pt x="10541" y="192960"/>
                    <a:pt x="9664" y="192592"/>
                    <a:pt x="7343" y="186486"/>
                  </a:cubicBezTo>
                  <a:cubicBezTo>
                    <a:pt x="5309" y="181137"/>
                    <a:pt x="5857" y="177888"/>
                    <a:pt x="9965" y="170925"/>
                  </a:cubicBezTo>
                  <a:lnTo>
                    <a:pt x="15158" y="162124"/>
                  </a:lnTo>
                  <a:lnTo>
                    <a:pt x="9381" y="159801"/>
                  </a:lnTo>
                  <a:cubicBezTo>
                    <a:pt x="5449" y="158219"/>
                    <a:pt x="4946" y="157425"/>
                    <a:pt x="7807" y="157314"/>
                  </a:cubicBezTo>
                  <a:cubicBezTo>
                    <a:pt x="10118" y="157224"/>
                    <a:pt x="13662" y="154662"/>
                    <a:pt x="15681" y="151621"/>
                  </a:cubicBezTo>
                  <a:cubicBezTo>
                    <a:pt x="18731" y="147026"/>
                    <a:pt x="20256" y="146574"/>
                    <a:pt x="24691" y="148948"/>
                  </a:cubicBezTo>
                  <a:cubicBezTo>
                    <a:pt x="31018" y="152334"/>
                    <a:pt x="33291" y="150668"/>
                    <a:pt x="33291" y="142643"/>
                  </a:cubicBezTo>
                  <a:cubicBezTo>
                    <a:pt x="33291" y="139397"/>
                    <a:pt x="34623" y="133817"/>
                    <a:pt x="36252" y="130243"/>
                  </a:cubicBezTo>
                  <a:cubicBezTo>
                    <a:pt x="38533" y="125236"/>
                    <a:pt x="38466" y="122844"/>
                    <a:pt x="35959" y="119824"/>
                  </a:cubicBezTo>
                  <a:cubicBezTo>
                    <a:pt x="34170" y="117668"/>
                    <a:pt x="31676" y="116540"/>
                    <a:pt x="30417" y="117319"/>
                  </a:cubicBezTo>
                  <a:cubicBezTo>
                    <a:pt x="29158" y="118097"/>
                    <a:pt x="28128" y="116844"/>
                    <a:pt x="28128" y="114535"/>
                  </a:cubicBezTo>
                  <a:cubicBezTo>
                    <a:pt x="28128" y="111463"/>
                    <a:pt x="26693" y="110792"/>
                    <a:pt x="22780" y="112034"/>
                  </a:cubicBezTo>
                  <a:cubicBezTo>
                    <a:pt x="15848" y="114234"/>
                    <a:pt x="7575" y="106991"/>
                    <a:pt x="9335" y="100263"/>
                  </a:cubicBezTo>
                  <a:cubicBezTo>
                    <a:pt x="10049" y="97533"/>
                    <a:pt x="8241" y="90709"/>
                    <a:pt x="5316" y="85099"/>
                  </a:cubicBezTo>
                  <a:lnTo>
                    <a:pt x="0" y="74899"/>
                  </a:lnTo>
                  <a:lnTo>
                    <a:pt x="5230" y="68250"/>
                  </a:lnTo>
                  <a:cubicBezTo>
                    <a:pt x="9068" y="63371"/>
                    <a:pt x="10012" y="59562"/>
                    <a:pt x="8777" y="53938"/>
                  </a:cubicBezTo>
                  <a:cubicBezTo>
                    <a:pt x="7655" y="48830"/>
                    <a:pt x="8449" y="44342"/>
                    <a:pt x="11157" y="40474"/>
                  </a:cubicBezTo>
                  <a:cubicBezTo>
                    <a:pt x="13392" y="37284"/>
                    <a:pt x="15221" y="32733"/>
                    <a:pt x="15221" y="30361"/>
                  </a:cubicBezTo>
                  <a:cubicBezTo>
                    <a:pt x="15221" y="27989"/>
                    <a:pt x="16963" y="25380"/>
                    <a:pt x="19093" y="24563"/>
                  </a:cubicBezTo>
                  <a:cubicBezTo>
                    <a:pt x="25297" y="22182"/>
                    <a:pt x="23642" y="18398"/>
                    <a:pt x="13331" y="11391"/>
                  </a:cubicBezTo>
                  <a:cubicBezTo>
                    <a:pt x="3467" y="4689"/>
                    <a:pt x="3713" y="3972"/>
                    <a:pt x="15610" y="4739"/>
                  </a:cubicBezTo>
                  <a:cubicBezTo>
                    <a:pt x="19374" y="4981"/>
                    <a:pt x="23217" y="3943"/>
                    <a:pt x="24152" y="2431"/>
                  </a:cubicBezTo>
                  <a:cubicBezTo>
                    <a:pt x="26872" y="-1970"/>
                    <a:pt x="29405" y="-932"/>
                    <a:pt x="42643" y="10008"/>
                  </a:cubicBezTo>
                  <a:cubicBezTo>
                    <a:pt x="49515" y="15687"/>
                    <a:pt x="56436" y="20333"/>
                    <a:pt x="58021" y="20333"/>
                  </a:cubicBezTo>
                  <a:cubicBezTo>
                    <a:pt x="61009" y="20333"/>
                    <a:pt x="65792" y="30450"/>
                    <a:pt x="76259" y="58909"/>
                  </a:cubicBezTo>
                  <a:cubicBezTo>
                    <a:pt x="79624" y="68058"/>
                    <a:pt x="84645" y="77957"/>
                    <a:pt x="87417" y="80908"/>
                  </a:cubicBezTo>
                  <a:cubicBezTo>
                    <a:pt x="90189" y="83859"/>
                    <a:pt x="95457" y="93799"/>
                    <a:pt x="99122" y="102996"/>
                  </a:cubicBezTo>
                  <a:cubicBezTo>
                    <a:pt x="103054" y="112863"/>
                    <a:pt x="105019" y="116015"/>
                    <a:pt x="103913" y="110684"/>
                  </a:cubicBezTo>
                  <a:cubicBezTo>
                    <a:pt x="102883" y="105715"/>
                    <a:pt x="102185" y="96422"/>
                    <a:pt x="102362" y="90033"/>
                  </a:cubicBezTo>
                  <a:cubicBezTo>
                    <a:pt x="102644" y="79863"/>
                    <a:pt x="101378" y="76968"/>
                    <a:pt x="92203" y="66799"/>
                  </a:cubicBezTo>
                  <a:cubicBezTo>
                    <a:pt x="86438" y="60410"/>
                    <a:pt x="82553" y="57506"/>
                    <a:pt x="83568" y="60346"/>
                  </a:cubicBezTo>
                  <a:cubicBezTo>
                    <a:pt x="84584" y="63185"/>
                    <a:pt x="86055" y="67251"/>
                    <a:pt x="86838" y="69381"/>
                  </a:cubicBezTo>
                  <a:cubicBezTo>
                    <a:pt x="87916" y="72315"/>
                    <a:pt x="87498" y="72550"/>
                    <a:pt x="85111" y="70354"/>
                  </a:cubicBezTo>
                  <a:cubicBezTo>
                    <a:pt x="83379" y="68760"/>
                    <a:pt x="81641" y="63533"/>
                    <a:pt x="81250" y="58738"/>
                  </a:cubicBezTo>
                  <a:cubicBezTo>
                    <a:pt x="80858" y="53943"/>
                    <a:pt x="77457" y="45502"/>
                    <a:pt x="73693" y="39979"/>
                  </a:cubicBezTo>
                  <a:cubicBezTo>
                    <a:pt x="69929" y="34457"/>
                    <a:pt x="66850" y="28707"/>
                    <a:pt x="66850" y="27201"/>
                  </a:cubicBezTo>
                  <a:cubicBezTo>
                    <a:pt x="66850" y="23517"/>
                    <a:pt x="69162" y="26358"/>
                    <a:pt x="80920" y="44489"/>
                  </a:cubicBezTo>
                  <a:cubicBezTo>
                    <a:pt x="86314" y="52805"/>
                    <a:pt x="94522" y="61849"/>
                    <a:pt x="99162" y="64586"/>
                  </a:cubicBezTo>
                  <a:cubicBezTo>
                    <a:pt x="108835" y="70294"/>
                    <a:pt x="111618" y="77524"/>
                    <a:pt x="107565" y="86419"/>
                  </a:cubicBezTo>
                  <a:cubicBezTo>
                    <a:pt x="104001" y="94242"/>
                    <a:pt x="108931" y="124125"/>
                    <a:pt x="116108" y="138203"/>
                  </a:cubicBezTo>
                  <a:cubicBezTo>
                    <a:pt x="118832" y="143545"/>
                    <a:pt x="121060" y="149489"/>
                    <a:pt x="121060" y="151411"/>
                  </a:cubicBezTo>
                  <a:cubicBezTo>
                    <a:pt x="121060" y="153333"/>
                    <a:pt x="127706" y="161509"/>
                    <a:pt x="135828" y="169580"/>
                  </a:cubicBezTo>
                  <a:cubicBezTo>
                    <a:pt x="153391" y="187033"/>
                    <a:pt x="164572" y="201203"/>
                    <a:pt x="173747" y="217637"/>
                  </a:cubicBezTo>
                  <a:cubicBezTo>
                    <a:pt x="177457" y="224283"/>
                    <a:pt x="182994" y="233104"/>
                    <a:pt x="186052" y="237240"/>
                  </a:cubicBezTo>
                  <a:cubicBezTo>
                    <a:pt x="189610" y="242051"/>
                    <a:pt x="192043" y="249958"/>
                    <a:pt x="192809" y="259193"/>
                  </a:cubicBezTo>
                  <a:cubicBezTo>
                    <a:pt x="193864" y="271919"/>
                    <a:pt x="195056" y="274447"/>
                    <a:pt x="202887" y="280570"/>
                  </a:cubicBezTo>
                  <a:cubicBezTo>
                    <a:pt x="207772" y="284389"/>
                    <a:pt x="213418" y="290626"/>
                    <a:pt x="215434" y="294429"/>
                  </a:cubicBezTo>
                  <a:cubicBezTo>
                    <a:pt x="217449" y="298233"/>
                    <a:pt x="221258" y="302031"/>
                    <a:pt x="223898" y="302869"/>
                  </a:cubicBezTo>
                  <a:cubicBezTo>
                    <a:pt x="226538" y="303707"/>
                    <a:pt x="230021" y="307297"/>
                    <a:pt x="231639" y="310848"/>
                  </a:cubicBezTo>
                  <a:cubicBezTo>
                    <a:pt x="233257" y="314399"/>
                    <a:pt x="237499" y="318413"/>
                    <a:pt x="241066" y="319770"/>
                  </a:cubicBezTo>
                  <a:cubicBezTo>
                    <a:pt x="248737" y="322686"/>
                    <a:pt x="249875" y="326030"/>
                    <a:pt x="242388" y="323654"/>
                  </a:cubicBezTo>
                  <a:cubicBezTo>
                    <a:pt x="239427" y="322714"/>
                    <a:pt x="237225" y="323190"/>
                    <a:pt x="237225" y="324770"/>
                  </a:cubicBezTo>
                  <a:cubicBezTo>
                    <a:pt x="237225" y="326286"/>
                    <a:pt x="238387" y="327526"/>
                    <a:pt x="239807" y="327526"/>
                  </a:cubicBezTo>
                  <a:cubicBezTo>
                    <a:pt x="241227" y="327526"/>
                    <a:pt x="242098" y="328965"/>
                    <a:pt x="241743" y="330724"/>
                  </a:cubicBezTo>
                  <a:cubicBezTo>
                    <a:pt x="241323" y="332806"/>
                    <a:pt x="243624" y="333637"/>
                    <a:pt x="248333" y="333103"/>
                  </a:cubicBezTo>
                  <a:cubicBezTo>
                    <a:pt x="252313" y="332652"/>
                    <a:pt x="257439" y="333827"/>
                    <a:pt x="259724" y="335713"/>
                  </a:cubicBezTo>
                  <a:cubicBezTo>
                    <a:pt x="263236" y="338612"/>
                    <a:pt x="263683" y="338543"/>
                    <a:pt x="262612" y="335270"/>
                  </a:cubicBezTo>
                  <a:cubicBezTo>
                    <a:pt x="261915" y="333141"/>
                    <a:pt x="258822" y="331027"/>
                    <a:pt x="255739" y="330573"/>
                  </a:cubicBezTo>
                  <a:cubicBezTo>
                    <a:pt x="252655" y="330119"/>
                    <a:pt x="250133" y="328719"/>
                    <a:pt x="250133" y="327461"/>
                  </a:cubicBezTo>
                  <a:cubicBezTo>
                    <a:pt x="250133" y="326203"/>
                    <a:pt x="254708" y="326788"/>
                    <a:pt x="260301" y="328761"/>
                  </a:cubicBezTo>
                  <a:cubicBezTo>
                    <a:pt x="266891" y="331086"/>
                    <a:pt x="275567" y="331822"/>
                    <a:pt x="284960" y="330853"/>
                  </a:cubicBezTo>
                  <a:cubicBezTo>
                    <a:pt x="298714" y="329433"/>
                    <a:pt x="299892" y="329784"/>
                    <a:pt x="308115" y="337754"/>
                  </a:cubicBezTo>
                  <a:cubicBezTo>
                    <a:pt x="312880" y="342373"/>
                    <a:pt x="320648" y="346943"/>
                    <a:pt x="325378" y="347910"/>
                  </a:cubicBezTo>
                  <a:cubicBezTo>
                    <a:pt x="330622" y="348983"/>
                    <a:pt x="335130" y="351981"/>
                    <a:pt x="336932" y="355594"/>
                  </a:cubicBezTo>
                  <a:cubicBezTo>
                    <a:pt x="338556" y="358853"/>
                    <a:pt x="341091" y="362725"/>
                    <a:pt x="342564" y="364198"/>
                  </a:cubicBezTo>
                  <a:cubicBezTo>
                    <a:pt x="344037" y="365671"/>
                    <a:pt x="344568" y="368768"/>
                    <a:pt x="343743" y="371080"/>
                  </a:cubicBezTo>
                  <a:cubicBezTo>
                    <a:pt x="342917" y="373391"/>
                    <a:pt x="343194" y="374419"/>
                    <a:pt x="344358" y="373363"/>
                  </a:cubicBezTo>
                  <a:cubicBezTo>
                    <a:pt x="345522" y="372307"/>
                    <a:pt x="348182" y="373882"/>
                    <a:pt x="350269" y="376862"/>
                  </a:cubicBezTo>
                  <a:cubicBezTo>
                    <a:pt x="353742" y="381821"/>
                    <a:pt x="355637" y="382132"/>
                    <a:pt x="372627" y="380540"/>
                  </a:cubicBezTo>
                  <a:lnTo>
                    <a:pt x="391189" y="378801"/>
                  </a:lnTo>
                  <a:lnTo>
                    <a:pt x="394232" y="388958"/>
                  </a:lnTo>
                  <a:cubicBezTo>
                    <a:pt x="395906" y="394544"/>
                    <a:pt x="397295" y="401303"/>
                    <a:pt x="397318" y="403978"/>
                  </a:cubicBezTo>
                  <a:cubicBezTo>
                    <a:pt x="397342" y="406653"/>
                    <a:pt x="402699" y="413488"/>
                    <a:pt x="409224" y="419167"/>
                  </a:cubicBezTo>
                  <a:cubicBezTo>
                    <a:pt x="427997" y="435508"/>
                    <a:pt x="431130" y="439291"/>
                    <a:pt x="434929" y="450207"/>
                  </a:cubicBezTo>
                  <a:cubicBezTo>
                    <a:pt x="439665" y="463816"/>
                    <a:pt x="439887" y="463061"/>
                    <a:pt x="429332" y="469288"/>
                  </a:cubicBezTo>
                  <a:cubicBezTo>
                    <a:pt x="420856" y="474289"/>
                    <a:pt x="416443" y="474727"/>
                    <a:pt x="376412" y="474534"/>
                  </a:cubicBezTo>
                  <a:cubicBezTo>
                    <a:pt x="334645" y="474334"/>
                    <a:pt x="332739" y="474101"/>
                    <a:pt x="332739" y="469202"/>
                  </a:cubicBezTo>
                  <a:close/>
                </a:path>
              </a:pathLst>
            </a:custGeom>
            <a:solidFill>
              <a:srgbClr val="B9B9B9"/>
            </a:solidFill>
            <a:ln w="5163" cap="flat">
              <a:noFill/>
              <a:prstDash val="solid"/>
              <a:miter/>
            </a:ln>
          </p:spPr>
          <p:txBody>
            <a:bodyPr/>
            <a:lstStyle/>
            <a:p>
              <a:endParaRPr lang="es-419" noProof="0" dirty="0"/>
            </a:p>
          </p:txBody>
        </p:sp>
        <p:sp>
          <p:nvSpPr>
            <p:cNvPr id="77" name="Forma libre: forma 76">
              <a:extLst>
                <a:ext uri="{FF2B5EF4-FFF2-40B4-BE49-F238E27FC236}">
                  <a16:creationId xmlns:a16="http://schemas.microsoft.com/office/drawing/2014/main" id="{140AB8A8-EC5A-2E2F-A35E-AE1D1C4A1BB8}"/>
                </a:ext>
              </a:extLst>
            </p:cNvPr>
            <p:cNvSpPr/>
            <p:nvPr/>
          </p:nvSpPr>
          <p:spPr>
            <a:xfrm>
              <a:off x="1730874" y="2149721"/>
              <a:ext cx="4491" cy="9472"/>
            </a:xfrm>
            <a:custGeom>
              <a:avLst/>
              <a:gdLst>
                <a:gd name="csX0" fmla="*/ 480 w 4491"/>
                <a:gd name="csY0" fmla="*/ 6821 h 9472"/>
                <a:gd name="csX1" fmla="*/ 1619 w 4491"/>
                <a:gd name="csY1" fmla="*/ 1142 h 9472"/>
                <a:gd name="csX2" fmla="*/ 4491 w 4491"/>
                <a:gd name="csY2" fmla="*/ 3948 h 9472"/>
                <a:gd name="csX3" fmla="*/ 480 w 4491"/>
                <a:gd name="csY3" fmla="*/ 6821 h 9472"/>
              </a:gdLst>
              <a:ahLst/>
              <a:cxnLst>
                <a:cxn ang="0">
                  <a:pos x="csX0" y="csY0"/>
                </a:cxn>
                <a:cxn ang="0">
                  <a:pos x="csX1" y="csY1"/>
                </a:cxn>
                <a:cxn ang="0">
                  <a:pos x="csX2" y="csY2"/>
                </a:cxn>
                <a:cxn ang="0">
                  <a:pos x="csX3" y="csY3"/>
                </a:cxn>
              </a:cxnLst>
              <a:rect l="l" t="t" r="r" b="b"/>
              <a:pathLst>
                <a:path w="4491" h="9472">
                  <a:moveTo>
                    <a:pt x="480" y="6821"/>
                  </a:moveTo>
                  <a:cubicBezTo>
                    <a:pt x="-474" y="5277"/>
                    <a:pt x="39" y="2722"/>
                    <a:pt x="1619" y="1142"/>
                  </a:cubicBezTo>
                  <a:cubicBezTo>
                    <a:pt x="3728" y="-968"/>
                    <a:pt x="4491" y="-222"/>
                    <a:pt x="4491" y="3948"/>
                  </a:cubicBezTo>
                  <a:cubicBezTo>
                    <a:pt x="4491" y="10181"/>
                    <a:pt x="3150" y="11141"/>
                    <a:pt x="480" y="6821"/>
                  </a:cubicBezTo>
                  <a:close/>
                </a:path>
              </a:pathLst>
            </a:custGeom>
            <a:solidFill>
              <a:srgbClr val="00C100"/>
            </a:solidFill>
            <a:ln w="5163" cap="flat">
              <a:noFill/>
              <a:prstDash val="solid"/>
              <a:miter/>
            </a:ln>
          </p:spPr>
          <p:txBody>
            <a:bodyPr/>
            <a:lstStyle/>
            <a:p>
              <a:endParaRPr lang="es-419" noProof="0" dirty="0"/>
            </a:p>
          </p:txBody>
        </p:sp>
      </p:grpSp>
      <p:grpSp>
        <p:nvGrpSpPr>
          <p:cNvPr id="78" name="Gráfico 39">
            <a:extLst>
              <a:ext uri="{FF2B5EF4-FFF2-40B4-BE49-F238E27FC236}">
                <a16:creationId xmlns:a16="http://schemas.microsoft.com/office/drawing/2014/main" id="{1EF5AC6E-545A-AF15-7780-096CE6F0FB93}"/>
              </a:ext>
            </a:extLst>
          </p:cNvPr>
          <p:cNvGrpSpPr/>
          <p:nvPr/>
        </p:nvGrpSpPr>
        <p:grpSpPr>
          <a:xfrm>
            <a:off x="2429776" y="2092540"/>
            <a:ext cx="224135" cy="371419"/>
            <a:chOff x="2429776" y="2092540"/>
            <a:chExt cx="224135" cy="371419"/>
          </a:xfrm>
          <a:solidFill>
            <a:srgbClr val="B9B9B9"/>
          </a:solidFill>
        </p:grpSpPr>
        <p:sp>
          <p:nvSpPr>
            <p:cNvPr id="79" name="Forma libre: forma 78">
              <a:extLst>
                <a:ext uri="{FF2B5EF4-FFF2-40B4-BE49-F238E27FC236}">
                  <a16:creationId xmlns:a16="http://schemas.microsoft.com/office/drawing/2014/main" id="{3F2CB2BA-1342-3D9B-4027-4AB9875C810E}"/>
                </a:ext>
              </a:extLst>
            </p:cNvPr>
            <p:cNvSpPr/>
            <p:nvPr/>
          </p:nvSpPr>
          <p:spPr>
            <a:xfrm>
              <a:off x="2429776" y="2092540"/>
              <a:ext cx="213820" cy="371419"/>
            </a:xfrm>
            <a:custGeom>
              <a:avLst/>
              <a:gdLst>
                <a:gd name="csX0" fmla="*/ 16950 w 213820"/>
                <a:gd name="csY0" fmla="*/ 360449 h 371419"/>
                <a:gd name="csX1" fmla="*/ 11453 w 213820"/>
                <a:gd name="csY1" fmla="*/ 297848 h 371419"/>
                <a:gd name="csX2" fmla="*/ 3696 w 213820"/>
                <a:gd name="csY2" fmla="*/ 222369 h 371419"/>
                <a:gd name="csX3" fmla="*/ 0 w 213820"/>
                <a:gd name="csY3" fmla="*/ 197274 h 371419"/>
                <a:gd name="csX4" fmla="*/ 19120 w 213820"/>
                <a:gd name="csY4" fmla="*/ 182403 h 371419"/>
                <a:gd name="csX5" fmla="*/ 138310 w 213820"/>
                <a:gd name="csY5" fmla="*/ 92657 h 371419"/>
                <a:gd name="csX6" fmla="*/ 152643 w 213820"/>
                <a:gd name="csY6" fmla="*/ 35441 h 371419"/>
                <a:gd name="csX7" fmla="*/ 150658 w 213820"/>
                <a:gd name="csY7" fmla="*/ 20853 h 371419"/>
                <a:gd name="csX8" fmla="*/ 160369 w 213820"/>
                <a:gd name="csY8" fmla="*/ 19300 h 371419"/>
                <a:gd name="csX9" fmla="*/ 171671 w 213820"/>
                <a:gd name="csY9" fmla="*/ 15173 h 371419"/>
                <a:gd name="csX10" fmla="*/ 158173 w 213820"/>
                <a:gd name="csY10" fmla="*/ 10308 h 371419"/>
                <a:gd name="csX11" fmla="*/ 132945 w 213820"/>
                <a:gd name="csY11" fmla="*/ 8975 h 371419"/>
                <a:gd name="csX12" fmla="*/ 120037 w 213820"/>
                <a:gd name="csY12" fmla="*/ 5453 h 371419"/>
                <a:gd name="csX13" fmla="*/ 136817 w 213820"/>
                <a:gd name="csY13" fmla="*/ 5689 h 371419"/>
                <a:gd name="csX14" fmla="*/ 168222 w 213820"/>
                <a:gd name="csY14" fmla="*/ 2321 h 371419"/>
                <a:gd name="csX15" fmla="*/ 193336 w 213820"/>
                <a:gd name="csY15" fmla="*/ 5657 h 371419"/>
                <a:gd name="csX16" fmla="*/ 207546 w 213820"/>
                <a:gd name="csY16" fmla="*/ 12598 h 371419"/>
                <a:gd name="csX17" fmla="*/ 213132 w 213820"/>
                <a:gd name="csY17" fmla="*/ 30004 h 371419"/>
                <a:gd name="csX18" fmla="*/ 187630 w 213820"/>
                <a:gd name="csY18" fmla="*/ 96831 h 371419"/>
                <a:gd name="csX19" fmla="*/ 176562 w 213820"/>
                <a:gd name="csY19" fmla="*/ 115211 h 371419"/>
                <a:gd name="csX20" fmla="*/ 172870 w 213820"/>
                <a:gd name="csY20" fmla="*/ 123601 h 371419"/>
                <a:gd name="csX21" fmla="*/ 166261 w 213820"/>
                <a:gd name="csY21" fmla="*/ 157642 h 371419"/>
                <a:gd name="csX22" fmla="*/ 166219 w 213820"/>
                <a:gd name="csY22" fmla="*/ 169421 h 371419"/>
                <a:gd name="csX23" fmla="*/ 156436 w 213820"/>
                <a:gd name="csY23" fmla="*/ 177166 h 371419"/>
                <a:gd name="csX24" fmla="*/ 152486 w 213820"/>
                <a:gd name="csY24" fmla="*/ 184910 h 371419"/>
                <a:gd name="csX25" fmla="*/ 149724 w 213820"/>
                <a:gd name="csY25" fmla="*/ 180392 h 371419"/>
                <a:gd name="csX26" fmla="*/ 150673 w 213820"/>
                <a:gd name="csY26" fmla="*/ 190434 h 371419"/>
                <a:gd name="csX27" fmla="*/ 157540 w 213820"/>
                <a:gd name="csY27" fmla="*/ 189342 h 371419"/>
                <a:gd name="csX28" fmla="*/ 164336 w 213820"/>
                <a:gd name="csY28" fmla="*/ 186648 h 371419"/>
                <a:gd name="csX29" fmla="*/ 167794 w 213820"/>
                <a:gd name="csY29" fmla="*/ 183969 h 371419"/>
                <a:gd name="csX30" fmla="*/ 171021 w 213820"/>
                <a:gd name="csY30" fmla="*/ 181048 h 371419"/>
                <a:gd name="csX31" fmla="*/ 159467 w 213820"/>
                <a:gd name="csY31" fmla="*/ 208029 h 371419"/>
                <a:gd name="csX32" fmla="*/ 153370 w 213820"/>
                <a:gd name="csY32" fmla="*/ 220699 h 371419"/>
                <a:gd name="csX33" fmla="*/ 158583 w 213820"/>
                <a:gd name="csY33" fmla="*/ 221050 h 371419"/>
                <a:gd name="csX34" fmla="*/ 167434 w 213820"/>
                <a:gd name="csY34" fmla="*/ 216533 h 371419"/>
                <a:gd name="csX35" fmla="*/ 167794 w 213820"/>
                <a:gd name="csY35" fmla="*/ 224277 h 371419"/>
                <a:gd name="csX36" fmla="*/ 162477 w 213820"/>
                <a:gd name="csY36" fmla="*/ 240411 h 371419"/>
                <a:gd name="csX37" fmla="*/ 159980 w 213820"/>
                <a:gd name="csY37" fmla="*/ 264290 h 371419"/>
                <a:gd name="csX38" fmla="*/ 154702 w 213820"/>
                <a:gd name="csY38" fmla="*/ 297848 h 371419"/>
                <a:gd name="csX39" fmla="*/ 147143 w 213820"/>
                <a:gd name="csY39" fmla="*/ 319016 h 371419"/>
                <a:gd name="csX40" fmla="*/ 144561 w 213820"/>
                <a:gd name="csY40" fmla="*/ 314628 h 371419"/>
                <a:gd name="csX41" fmla="*/ 142397 w 213820"/>
                <a:gd name="csY41" fmla="*/ 312692 h 371419"/>
                <a:gd name="csX42" fmla="*/ 133654 w 213820"/>
                <a:gd name="csY42" fmla="*/ 296518 h 371419"/>
                <a:gd name="csX43" fmla="*/ 127870 w 213820"/>
                <a:gd name="csY43" fmla="*/ 279915 h 371419"/>
                <a:gd name="csX44" fmla="*/ 129246 w 213820"/>
                <a:gd name="csY44" fmla="*/ 255255 h 371419"/>
                <a:gd name="csX45" fmla="*/ 125242 w 213820"/>
                <a:gd name="csY45" fmla="*/ 260285 h 371419"/>
                <a:gd name="csX46" fmla="*/ 118479 w 213820"/>
                <a:gd name="csY46" fmla="*/ 266956 h 371419"/>
                <a:gd name="csX47" fmla="*/ 115990 w 213820"/>
                <a:gd name="csY47" fmla="*/ 271823 h 371419"/>
                <a:gd name="csX48" fmla="*/ 103625 w 213820"/>
                <a:gd name="csY48" fmla="*/ 299151 h 371419"/>
                <a:gd name="csX49" fmla="*/ 93086 w 213820"/>
                <a:gd name="csY49" fmla="*/ 304140 h 371419"/>
                <a:gd name="csX50" fmla="*/ 86910 w 213820"/>
                <a:gd name="csY50" fmla="*/ 313522 h 371419"/>
                <a:gd name="csX51" fmla="*/ 79326 w 213820"/>
                <a:gd name="csY51" fmla="*/ 328399 h 371419"/>
                <a:gd name="csX52" fmla="*/ 69895 w 213820"/>
                <a:gd name="csY52" fmla="*/ 347747 h 371419"/>
                <a:gd name="csX53" fmla="*/ 51629 w 213820"/>
                <a:gd name="csY53" fmla="*/ 357222 h 371419"/>
                <a:gd name="csX54" fmla="*/ 36622 w 213820"/>
                <a:gd name="csY54" fmla="*/ 363051 h 371419"/>
                <a:gd name="csX55" fmla="*/ 27100 w 213820"/>
                <a:gd name="csY55" fmla="*/ 371420 h 371419"/>
                <a:gd name="csX56" fmla="*/ 16950 w 213820"/>
                <a:gd name="csY56" fmla="*/ 360449 h 3714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Lst>
              <a:rect l="l" t="t" r="r" b="b"/>
              <a:pathLst>
                <a:path w="213820" h="371419">
                  <a:moveTo>
                    <a:pt x="16950" y="360449"/>
                  </a:moveTo>
                  <a:cubicBezTo>
                    <a:pt x="16160" y="354414"/>
                    <a:pt x="13687" y="326244"/>
                    <a:pt x="11453" y="297848"/>
                  </a:cubicBezTo>
                  <a:cubicBezTo>
                    <a:pt x="9219" y="269452"/>
                    <a:pt x="5728" y="235487"/>
                    <a:pt x="3696" y="222369"/>
                  </a:cubicBezTo>
                  <a:cubicBezTo>
                    <a:pt x="1663" y="209251"/>
                    <a:pt x="0" y="197958"/>
                    <a:pt x="0" y="197274"/>
                  </a:cubicBezTo>
                  <a:cubicBezTo>
                    <a:pt x="0" y="196590"/>
                    <a:pt x="8604" y="189898"/>
                    <a:pt x="19120" y="182403"/>
                  </a:cubicBezTo>
                  <a:cubicBezTo>
                    <a:pt x="45138" y="163860"/>
                    <a:pt x="131668" y="98706"/>
                    <a:pt x="138310" y="92657"/>
                  </a:cubicBezTo>
                  <a:cubicBezTo>
                    <a:pt x="147047" y="84700"/>
                    <a:pt x="155017" y="52884"/>
                    <a:pt x="152643" y="35441"/>
                  </a:cubicBezTo>
                  <a:lnTo>
                    <a:pt x="150658" y="20853"/>
                  </a:lnTo>
                  <a:lnTo>
                    <a:pt x="160369" y="19300"/>
                  </a:lnTo>
                  <a:cubicBezTo>
                    <a:pt x="165710" y="18446"/>
                    <a:pt x="170796" y="16589"/>
                    <a:pt x="171671" y="15173"/>
                  </a:cubicBezTo>
                  <a:cubicBezTo>
                    <a:pt x="174939" y="9885"/>
                    <a:pt x="170188" y="8173"/>
                    <a:pt x="158173" y="10308"/>
                  </a:cubicBezTo>
                  <a:cubicBezTo>
                    <a:pt x="149606" y="11830"/>
                    <a:pt x="141919" y="11424"/>
                    <a:pt x="132945" y="8975"/>
                  </a:cubicBezTo>
                  <a:lnTo>
                    <a:pt x="120037" y="5453"/>
                  </a:lnTo>
                  <a:lnTo>
                    <a:pt x="136817" y="5689"/>
                  </a:lnTo>
                  <a:cubicBezTo>
                    <a:pt x="146045" y="5819"/>
                    <a:pt x="160178" y="4304"/>
                    <a:pt x="168222" y="2321"/>
                  </a:cubicBezTo>
                  <a:cubicBezTo>
                    <a:pt x="182583" y="-1218"/>
                    <a:pt x="183037" y="-1158"/>
                    <a:pt x="193336" y="5657"/>
                  </a:cubicBezTo>
                  <a:cubicBezTo>
                    <a:pt x="199104" y="9475"/>
                    <a:pt x="205499" y="12598"/>
                    <a:pt x="207546" y="12598"/>
                  </a:cubicBezTo>
                  <a:cubicBezTo>
                    <a:pt x="210236" y="12598"/>
                    <a:pt x="211785" y="17427"/>
                    <a:pt x="213132" y="30004"/>
                  </a:cubicBezTo>
                  <a:cubicBezTo>
                    <a:pt x="216062" y="57367"/>
                    <a:pt x="210014" y="73217"/>
                    <a:pt x="187630" y="96831"/>
                  </a:cubicBezTo>
                  <a:cubicBezTo>
                    <a:pt x="182422" y="102326"/>
                    <a:pt x="177441" y="110596"/>
                    <a:pt x="176562" y="115211"/>
                  </a:cubicBezTo>
                  <a:cubicBezTo>
                    <a:pt x="175683" y="119825"/>
                    <a:pt x="174022" y="123601"/>
                    <a:pt x="172870" y="123601"/>
                  </a:cubicBezTo>
                  <a:cubicBezTo>
                    <a:pt x="168512" y="123601"/>
                    <a:pt x="164964" y="141879"/>
                    <a:pt x="166261" y="157642"/>
                  </a:cubicBezTo>
                  <a:cubicBezTo>
                    <a:pt x="166999" y="166605"/>
                    <a:pt x="166980" y="171906"/>
                    <a:pt x="166219" y="169421"/>
                  </a:cubicBezTo>
                  <a:cubicBezTo>
                    <a:pt x="163842" y="161666"/>
                    <a:pt x="160352" y="164428"/>
                    <a:pt x="156436" y="177166"/>
                  </a:cubicBezTo>
                  <a:cubicBezTo>
                    <a:pt x="154362" y="183910"/>
                    <a:pt x="152584" y="187395"/>
                    <a:pt x="152486" y="184910"/>
                  </a:cubicBezTo>
                  <a:cubicBezTo>
                    <a:pt x="152387" y="182425"/>
                    <a:pt x="151144" y="180392"/>
                    <a:pt x="149724" y="180392"/>
                  </a:cubicBezTo>
                  <a:cubicBezTo>
                    <a:pt x="145947" y="180392"/>
                    <a:pt x="146574" y="187032"/>
                    <a:pt x="150673" y="190434"/>
                  </a:cubicBezTo>
                  <a:cubicBezTo>
                    <a:pt x="153362" y="192666"/>
                    <a:pt x="154997" y="192406"/>
                    <a:pt x="157540" y="189342"/>
                  </a:cubicBezTo>
                  <a:cubicBezTo>
                    <a:pt x="159375" y="187130"/>
                    <a:pt x="162434" y="185918"/>
                    <a:pt x="164336" y="186648"/>
                  </a:cubicBezTo>
                  <a:cubicBezTo>
                    <a:pt x="166311" y="187405"/>
                    <a:pt x="167794" y="186256"/>
                    <a:pt x="167794" y="183969"/>
                  </a:cubicBezTo>
                  <a:cubicBezTo>
                    <a:pt x="167794" y="181765"/>
                    <a:pt x="169246" y="180451"/>
                    <a:pt x="171021" y="181048"/>
                  </a:cubicBezTo>
                  <a:cubicBezTo>
                    <a:pt x="178588" y="183594"/>
                    <a:pt x="167396" y="209728"/>
                    <a:pt x="159467" y="208029"/>
                  </a:cubicBezTo>
                  <a:cubicBezTo>
                    <a:pt x="155365" y="207150"/>
                    <a:pt x="151352" y="215489"/>
                    <a:pt x="153370" y="220699"/>
                  </a:cubicBezTo>
                  <a:cubicBezTo>
                    <a:pt x="155154" y="225305"/>
                    <a:pt x="155436" y="225324"/>
                    <a:pt x="158583" y="221050"/>
                  </a:cubicBezTo>
                  <a:cubicBezTo>
                    <a:pt x="160413" y="218566"/>
                    <a:pt x="164395" y="216533"/>
                    <a:pt x="167434" y="216533"/>
                  </a:cubicBezTo>
                  <a:cubicBezTo>
                    <a:pt x="174275" y="216533"/>
                    <a:pt x="174331" y="217740"/>
                    <a:pt x="167794" y="224277"/>
                  </a:cubicBezTo>
                  <a:cubicBezTo>
                    <a:pt x="164323" y="227748"/>
                    <a:pt x="162581" y="233035"/>
                    <a:pt x="162477" y="240411"/>
                  </a:cubicBezTo>
                  <a:cubicBezTo>
                    <a:pt x="162393" y="246445"/>
                    <a:pt x="161269" y="257191"/>
                    <a:pt x="159980" y="264290"/>
                  </a:cubicBezTo>
                  <a:cubicBezTo>
                    <a:pt x="158691" y="271389"/>
                    <a:pt x="156316" y="286490"/>
                    <a:pt x="154702" y="297848"/>
                  </a:cubicBezTo>
                  <a:cubicBezTo>
                    <a:pt x="152051" y="316511"/>
                    <a:pt x="147143" y="330254"/>
                    <a:pt x="147143" y="319016"/>
                  </a:cubicBezTo>
                  <a:cubicBezTo>
                    <a:pt x="147143" y="316603"/>
                    <a:pt x="145981" y="314628"/>
                    <a:pt x="144561" y="314628"/>
                  </a:cubicBezTo>
                  <a:cubicBezTo>
                    <a:pt x="143141" y="314628"/>
                    <a:pt x="142167" y="313757"/>
                    <a:pt x="142397" y="312692"/>
                  </a:cubicBezTo>
                  <a:cubicBezTo>
                    <a:pt x="143282" y="308582"/>
                    <a:pt x="136781" y="296556"/>
                    <a:pt x="133654" y="296518"/>
                  </a:cubicBezTo>
                  <a:cubicBezTo>
                    <a:pt x="125264" y="296417"/>
                    <a:pt x="123998" y="292782"/>
                    <a:pt x="127870" y="279915"/>
                  </a:cubicBezTo>
                  <a:cubicBezTo>
                    <a:pt x="132191" y="265558"/>
                    <a:pt x="132766" y="255255"/>
                    <a:pt x="129246" y="255255"/>
                  </a:cubicBezTo>
                  <a:cubicBezTo>
                    <a:pt x="127923" y="255255"/>
                    <a:pt x="126121" y="257518"/>
                    <a:pt x="125242" y="260285"/>
                  </a:cubicBezTo>
                  <a:cubicBezTo>
                    <a:pt x="124364" y="263052"/>
                    <a:pt x="121321" y="266054"/>
                    <a:pt x="118479" y="266956"/>
                  </a:cubicBezTo>
                  <a:cubicBezTo>
                    <a:pt x="114695" y="268157"/>
                    <a:pt x="114029" y="269460"/>
                    <a:pt x="115990" y="271823"/>
                  </a:cubicBezTo>
                  <a:cubicBezTo>
                    <a:pt x="120178" y="276868"/>
                    <a:pt x="111817" y="295346"/>
                    <a:pt x="103625" y="299151"/>
                  </a:cubicBezTo>
                  <a:cubicBezTo>
                    <a:pt x="99874" y="300894"/>
                    <a:pt x="95131" y="303139"/>
                    <a:pt x="93086" y="304140"/>
                  </a:cubicBezTo>
                  <a:cubicBezTo>
                    <a:pt x="91041" y="305142"/>
                    <a:pt x="88261" y="309364"/>
                    <a:pt x="86910" y="313522"/>
                  </a:cubicBezTo>
                  <a:cubicBezTo>
                    <a:pt x="85558" y="317680"/>
                    <a:pt x="82145" y="324374"/>
                    <a:pt x="79326" y="328399"/>
                  </a:cubicBezTo>
                  <a:cubicBezTo>
                    <a:pt x="76507" y="332423"/>
                    <a:pt x="72263" y="341130"/>
                    <a:pt x="69895" y="347747"/>
                  </a:cubicBezTo>
                  <a:cubicBezTo>
                    <a:pt x="65145" y="361024"/>
                    <a:pt x="59224" y="364095"/>
                    <a:pt x="51629" y="357222"/>
                  </a:cubicBezTo>
                  <a:cubicBezTo>
                    <a:pt x="44314" y="350602"/>
                    <a:pt x="37572" y="353221"/>
                    <a:pt x="36622" y="363051"/>
                  </a:cubicBezTo>
                  <a:cubicBezTo>
                    <a:pt x="35885" y="370676"/>
                    <a:pt x="35039" y="371420"/>
                    <a:pt x="27100" y="371420"/>
                  </a:cubicBezTo>
                  <a:cubicBezTo>
                    <a:pt x="18795" y="371420"/>
                    <a:pt x="18319" y="370905"/>
                    <a:pt x="16950" y="360449"/>
                  </a:cubicBezTo>
                  <a:close/>
                </a:path>
              </a:pathLst>
            </a:custGeom>
            <a:solidFill>
              <a:srgbClr val="B9B9B9"/>
            </a:solidFill>
            <a:ln w="5163" cap="flat">
              <a:noFill/>
              <a:prstDash val="solid"/>
              <a:miter/>
            </a:ln>
          </p:spPr>
          <p:txBody>
            <a:bodyPr/>
            <a:lstStyle/>
            <a:p>
              <a:endParaRPr lang="es-419" noProof="0" dirty="0"/>
            </a:p>
          </p:txBody>
        </p:sp>
        <p:sp>
          <p:nvSpPr>
            <p:cNvPr id="80" name="Forma libre: forma 79">
              <a:extLst>
                <a:ext uri="{FF2B5EF4-FFF2-40B4-BE49-F238E27FC236}">
                  <a16:creationId xmlns:a16="http://schemas.microsoft.com/office/drawing/2014/main" id="{7596A99F-71F5-3460-C330-E8DEDA5F11A7}"/>
                </a:ext>
              </a:extLst>
            </p:cNvPr>
            <p:cNvSpPr/>
            <p:nvPr/>
          </p:nvSpPr>
          <p:spPr>
            <a:xfrm>
              <a:off x="2598432" y="2301328"/>
              <a:ext cx="4301" cy="5162"/>
            </a:xfrm>
            <a:custGeom>
              <a:avLst/>
              <a:gdLst>
                <a:gd name="csX0" fmla="*/ 429 w 4301"/>
                <a:gd name="csY0" fmla="*/ 2581 h 5162"/>
                <a:gd name="csX1" fmla="*/ 1567 w 4301"/>
                <a:gd name="csY1" fmla="*/ 0 h 5162"/>
                <a:gd name="csX2" fmla="*/ 4301 w 4301"/>
                <a:gd name="csY2" fmla="*/ 2581 h 5162"/>
                <a:gd name="csX3" fmla="*/ 3163 w 4301"/>
                <a:gd name="csY3" fmla="*/ 5163 h 5162"/>
                <a:gd name="csX4" fmla="*/ 429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429" y="2581"/>
                  </a:moveTo>
                  <a:cubicBezTo>
                    <a:pt x="-448" y="1162"/>
                    <a:pt x="64" y="0"/>
                    <a:pt x="1567" y="0"/>
                  </a:cubicBezTo>
                  <a:cubicBezTo>
                    <a:pt x="3071" y="0"/>
                    <a:pt x="4301" y="1162"/>
                    <a:pt x="4301" y="2581"/>
                  </a:cubicBezTo>
                  <a:cubicBezTo>
                    <a:pt x="4301" y="4001"/>
                    <a:pt x="3789" y="5163"/>
                    <a:pt x="3163" y="5163"/>
                  </a:cubicBezTo>
                  <a:cubicBezTo>
                    <a:pt x="2537" y="5163"/>
                    <a:pt x="1307" y="4001"/>
                    <a:pt x="429" y="2581"/>
                  </a:cubicBezTo>
                  <a:close/>
                </a:path>
              </a:pathLst>
            </a:custGeom>
            <a:solidFill>
              <a:srgbClr val="B9B9B9"/>
            </a:solidFill>
            <a:ln w="5163" cap="flat">
              <a:noFill/>
              <a:prstDash val="solid"/>
              <a:miter/>
            </a:ln>
          </p:spPr>
          <p:txBody>
            <a:bodyPr/>
            <a:lstStyle/>
            <a:p>
              <a:endParaRPr lang="es-419" noProof="0" dirty="0"/>
            </a:p>
          </p:txBody>
        </p:sp>
        <p:sp>
          <p:nvSpPr>
            <p:cNvPr id="81" name="Forma libre: forma 80">
              <a:extLst>
                <a:ext uri="{FF2B5EF4-FFF2-40B4-BE49-F238E27FC236}">
                  <a16:creationId xmlns:a16="http://schemas.microsoft.com/office/drawing/2014/main" id="{22AF6B31-AC56-B7CD-860D-C159773AD3C8}"/>
                </a:ext>
              </a:extLst>
            </p:cNvPr>
            <p:cNvSpPr/>
            <p:nvPr/>
          </p:nvSpPr>
          <p:spPr>
            <a:xfrm>
              <a:off x="2631714" y="2178527"/>
              <a:ext cx="22197" cy="31992"/>
            </a:xfrm>
            <a:custGeom>
              <a:avLst/>
              <a:gdLst>
                <a:gd name="csX0" fmla="*/ 471 w 22197"/>
                <a:gd name="csY0" fmla="*/ 28899 h 31992"/>
                <a:gd name="csX1" fmla="*/ 9355 w 22197"/>
                <a:gd name="csY1" fmla="*/ 4976 h 31992"/>
                <a:gd name="csX2" fmla="*/ 18130 w 22197"/>
                <a:gd name="csY2" fmla="*/ 1262 h 31992"/>
                <a:gd name="csX3" fmla="*/ 15361 w 22197"/>
                <a:gd name="csY3" fmla="*/ 16772 h 31992"/>
                <a:gd name="csX4" fmla="*/ 471 w 22197"/>
                <a:gd name="csY4" fmla="*/ 28899 h 31992"/>
              </a:gdLst>
              <a:ahLst/>
              <a:cxnLst>
                <a:cxn ang="0">
                  <a:pos x="csX0" y="csY0"/>
                </a:cxn>
                <a:cxn ang="0">
                  <a:pos x="csX1" y="csY1"/>
                </a:cxn>
                <a:cxn ang="0">
                  <a:pos x="csX2" y="csY2"/>
                </a:cxn>
                <a:cxn ang="0">
                  <a:pos x="csX3" y="csY3"/>
                </a:cxn>
                <a:cxn ang="0">
                  <a:pos x="csX4" y="csY4"/>
                </a:cxn>
              </a:cxnLst>
              <a:rect l="l" t="t" r="r" b="b"/>
              <a:pathLst>
                <a:path w="22197" h="31992">
                  <a:moveTo>
                    <a:pt x="471" y="28899"/>
                  </a:moveTo>
                  <a:cubicBezTo>
                    <a:pt x="-1762" y="23078"/>
                    <a:pt x="4399" y="6487"/>
                    <a:pt x="9355" y="4976"/>
                  </a:cubicBezTo>
                  <a:cubicBezTo>
                    <a:pt x="11697" y="4262"/>
                    <a:pt x="15646" y="2591"/>
                    <a:pt x="18130" y="1262"/>
                  </a:cubicBezTo>
                  <a:cubicBezTo>
                    <a:pt x="24115" y="-1937"/>
                    <a:pt x="23741" y="160"/>
                    <a:pt x="15361" y="16772"/>
                  </a:cubicBezTo>
                  <a:cubicBezTo>
                    <a:pt x="7920" y="31524"/>
                    <a:pt x="3013" y="35521"/>
                    <a:pt x="471" y="28899"/>
                  </a:cubicBezTo>
                  <a:close/>
                </a:path>
              </a:pathLst>
            </a:custGeom>
            <a:solidFill>
              <a:srgbClr val="B9B9B9"/>
            </a:solidFill>
            <a:ln w="5163" cap="flat">
              <a:noFill/>
              <a:prstDash val="solid"/>
              <a:miter/>
            </a:ln>
          </p:spPr>
          <p:txBody>
            <a:bodyPr/>
            <a:lstStyle/>
            <a:p>
              <a:endParaRPr lang="es-419" noProof="0" dirty="0"/>
            </a:p>
          </p:txBody>
        </p:sp>
        <p:sp>
          <p:nvSpPr>
            <p:cNvPr id="82" name="Forma libre: forma 81">
              <a:extLst>
                <a:ext uri="{FF2B5EF4-FFF2-40B4-BE49-F238E27FC236}">
                  <a16:creationId xmlns:a16="http://schemas.microsoft.com/office/drawing/2014/main" id="{2E0DBAD3-7E3B-08CB-E861-EB91EF191965}"/>
                </a:ext>
              </a:extLst>
            </p:cNvPr>
            <p:cNvSpPr/>
            <p:nvPr/>
          </p:nvSpPr>
          <p:spPr>
            <a:xfrm>
              <a:off x="2646618" y="2128371"/>
              <a:ext cx="5162" cy="6756"/>
            </a:xfrm>
            <a:custGeom>
              <a:avLst/>
              <a:gdLst>
                <a:gd name="csX0" fmla="*/ 0 w 5162"/>
                <a:gd name="csY0" fmla="*/ 4025 h 6756"/>
                <a:gd name="csX1" fmla="*/ 2581 w 5162"/>
                <a:gd name="csY1" fmla="*/ 0 h 6756"/>
                <a:gd name="csX2" fmla="*/ 5163 w 5162"/>
                <a:gd name="csY2" fmla="*/ 2429 h 6756"/>
                <a:gd name="csX3" fmla="*/ 2581 w 5162"/>
                <a:gd name="csY3" fmla="*/ 6454 h 6756"/>
                <a:gd name="csX4" fmla="*/ 0 w 5162"/>
                <a:gd name="csY4" fmla="*/ 4025 h 6756"/>
              </a:gdLst>
              <a:ahLst/>
              <a:cxnLst>
                <a:cxn ang="0">
                  <a:pos x="csX0" y="csY0"/>
                </a:cxn>
                <a:cxn ang="0">
                  <a:pos x="csX1" y="csY1"/>
                </a:cxn>
                <a:cxn ang="0">
                  <a:pos x="csX2" y="csY2"/>
                </a:cxn>
                <a:cxn ang="0">
                  <a:pos x="csX3" y="csY3"/>
                </a:cxn>
                <a:cxn ang="0">
                  <a:pos x="csX4" y="csY4"/>
                </a:cxn>
              </a:cxnLst>
              <a:rect l="l" t="t" r="r" b="b"/>
              <a:pathLst>
                <a:path w="5162" h="6756">
                  <a:moveTo>
                    <a:pt x="0" y="4025"/>
                  </a:moveTo>
                  <a:cubicBezTo>
                    <a:pt x="0" y="1811"/>
                    <a:pt x="1162" y="0"/>
                    <a:pt x="2581" y="0"/>
                  </a:cubicBezTo>
                  <a:cubicBezTo>
                    <a:pt x="4001" y="0"/>
                    <a:pt x="5163" y="1093"/>
                    <a:pt x="5163" y="2429"/>
                  </a:cubicBezTo>
                  <a:cubicBezTo>
                    <a:pt x="5163" y="3765"/>
                    <a:pt x="4001" y="5576"/>
                    <a:pt x="2581" y="6454"/>
                  </a:cubicBezTo>
                  <a:cubicBezTo>
                    <a:pt x="1162" y="7331"/>
                    <a:pt x="0" y="6238"/>
                    <a:pt x="0" y="4025"/>
                  </a:cubicBezTo>
                  <a:close/>
                </a:path>
              </a:pathLst>
            </a:custGeom>
            <a:solidFill>
              <a:srgbClr val="B9B9B9"/>
            </a:solidFill>
            <a:ln w="5163" cap="flat">
              <a:noFill/>
              <a:prstDash val="solid"/>
              <a:miter/>
            </a:ln>
          </p:spPr>
          <p:txBody>
            <a:bodyPr/>
            <a:lstStyle/>
            <a:p>
              <a:endParaRPr lang="es-419" noProof="0" dirty="0"/>
            </a:p>
          </p:txBody>
        </p:sp>
        <p:sp>
          <p:nvSpPr>
            <p:cNvPr id="83" name="Forma libre: forma 82">
              <a:extLst>
                <a:ext uri="{FF2B5EF4-FFF2-40B4-BE49-F238E27FC236}">
                  <a16:creationId xmlns:a16="http://schemas.microsoft.com/office/drawing/2014/main" id="{59281C8E-89CC-D1F6-329F-80316497A096}"/>
                </a:ext>
              </a:extLst>
            </p:cNvPr>
            <p:cNvSpPr/>
            <p:nvPr/>
          </p:nvSpPr>
          <p:spPr>
            <a:xfrm>
              <a:off x="2646618" y="2110301"/>
              <a:ext cx="4301" cy="5162"/>
            </a:xfrm>
            <a:custGeom>
              <a:avLst/>
              <a:gdLst>
                <a:gd name="csX0" fmla="*/ 0 w 4301"/>
                <a:gd name="csY0" fmla="*/ 2581 h 5162"/>
                <a:gd name="csX1" fmla="*/ 1138 w 4301"/>
                <a:gd name="csY1" fmla="*/ 0 h 5162"/>
                <a:gd name="csX2" fmla="*/ 3872 w 4301"/>
                <a:gd name="csY2" fmla="*/ 2581 h 5162"/>
                <a:gd name="csX3" fmla="*/ 2734 w 4301"/>
                <a:gd name="csY3" fmla="*/ 5163 h 5162"/>
                <a:gd name="csX4" fmla="*/ 0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0" y="2581"/>
                  </a:moveTo>
                  <a:cubicBezTo>
                    <a:pt x="0" y="1162"/>
                    <a:pt x="512" y="0"/>
                    <a:pt x="1138" y="0"/>
                  </a:cubicBezTo>
                  <a:cubicBezTo>
                    <a:pt x="1765" y="0"/>
                    <a:pt x="2995" y="1162"/>
                    <a:pt x="3872" y="2581"/>
                  </a:cubicBezTo>
                  <a:cubicBezTo>
                    <a:pt x="4750" y="4001"/>
                    <a:pt x="4237" y="5163"/>
                    <a:pt x="2734" y="5163"/>
                  </a:cubicBezTo>
                  <a:cubicBezTo>
                    <a:pt x="1230" y="5163"/>
                    <a:pt x="0" y="4001"/>
                    <a:pt x="0" y="2581"/>
                  </a:cubicBezTo>
                  <a:close/>
                </a:path>
              </a:pathLst>
            </a:custGeom>
            <a:solidFill>
              <a:srgbClr val="B9B9B9"/>
            </a:solidFill>
            <a:ln w="5163" cap="flat">
              <a:noFill/>
              <a:prstDash val="solid"/>
              <a:miter/>
            </a:ln>
          </p:spPr>
          <p:txBody>
            <a:bodyPr/>
            <a:lstStyle/>
            <a:p>
              <a:endParaRPr lang="es-419" noProof="0" dirty="0"/>
            </a:p>
          </p:txBody>
        </p:sp>
      </p:grpSp>
      <p:grpSp>
        <p:nvGrpSpPr>
          <p:cNvPr id="84" name="Gráfico 39">
            <a:extLst>
              <a:ext uri="{FF2B5EF4-FFF2-40B4-BE49-F238E27FC236}">
                <a16:creationId xmlns:a16="http://schemas.microsoft.com/office/drawing/2014/main" id="{8A478E5F-6129-57F1-8DE7-5E99F929B8B7}"/>
              </a:ext>
            </a:extLst>
          </p:cNvPr>
          <p:cNvGrpSpPr/>
          <p:nvPr/>
        </p:nvGrpSpPr>
        <p:grpSpPr>
          <a:xfrm>
            <a:off x="924790" y="1999612"/>
            <a:ext cx="235561" cy="223008"/>
            <a:chOff x="924790" y="1999612"/>
            <a:chExt cx="235561" cy="223008"/>
          </a:xfrm>
          <a:solidFill>
            <a:srgbClr val="B9B9B9"/>
          </a:solidFill>
        </p:grpSpPr>
        <p:sp>
          <p:nvSpPr>
            <p:cNvPr id="85" name="Forma libre: forma 84">
              <a:extLst>
                <a:ext uri="{FF2B5EF4-FFF2-40B4-BE49-F238E27FC236}">
                  <a16:creationId xmlns:a16="http://schemas.microsoft.com/office/drawing/2014/main" id="{0B141EA8-C12F-8C94-F4B5-EAEF47764823}"/>
                </a:ext>
              </a:extLst>
            </p:cNvPr>
            <p:cNvSpPr/>
            <p:nvPr/>
          </p:nvSpPr>
          <p:spPr>
            <a:xfrm>
              <a:off x="1018216" y="1999612"/>
              <a:ext cx="142135" cy="223008"/>
            </a:xfrm>
            <a:custGeom>
              <a:avLst/>
              <a:gdLst>
                <a:gd name="csX0" fmla="*/ 33142 w 142135"/>
                <a:gd name="csY0" fmla="*/ 222624 h 223008"/>
                <a:gd name="csX1" fmla="*/ 24030 w 142135"/>
                <a:gd name="csY1" fmla="*/ 217989 h 223008"/>
                <a:gd name="csX2" fmla="*/ 15077 w 142135"/>
                <a:gd name="csY2" fmla="*/ 214475 h 223008"/>
                <a:gd name="csX3" fmla="*/ 28065 w 142135"/>
                <a:gd name="csY3" fmla="*/ 199749 h 223008"/>
                <a:gd name="csX4" fmla="*/ 39623 w 142135"/>
                <a:gd name="csY4" fmla="*/ 181324 h 223008"/>
                <a:gd name="csX5" fmla="*/ 40552 w 142135"/>
                <a:gd name="csY5" fmla="*/ 163618 h 223008"/>
                <a:gd name="csX6" fmla="*/ 38270 w 142135"/>
                <a:gd name="csY6" fmla="*/ 146871 h 223008"/>
                <a:gd name="csX7" fmla="*/ 31342 w 142135"/>
                <a:gd name="csY7" fmla="*/ 141344 h 223008"/>
                <a:gd name="csX8" fmla="*/ 23064 w 142135"/>
                <a:gd name="csY8" fmla="*/ 130695 h 223008"/>
                <a:gd name="csX9" fmla="*/ 21238 w 142135"/>
                <a:gd name="csY9" fmla="*/ 121015 h 223008"/>
                <a:gd name="csX10" fmla="*/ 21448 w 142135"/>
                <a:gd name="csY10" fmla="*/ 110689 h 223008"/>
                <a:gd name="csX11" fmla="*/ 17417 w 142135"/>
                <a:gd name="csY11" fmla="*/ 113600 h 223008"/>
                <a:gd name="csX12" fmla="*/ 6090 w 142135"/>
                <a:gd name="csY12" fmla="*/ 75839 h 223008"/>
                <a:gd name="csX13" fmla="*/ 446 w 142135"/>
                <a:gd name="csY13" fmla="*/ 49379 h 223008"/>
                <a:gd name="csX14" fmla="*/ 1787 w 142135"/>
                <a:gd name="csY14" fmla="*/ 43571 h 223008"/>
                <a:gd name="csX15" fmla="*/ 4669 w 142135"/>
                <a:gd name="csY15" fmla="*/ 50173 h 223008"/>
                <a:gd name="csX16" fmla="*/ 15640 w 142135"/>
                <a:gd name="csY16" fmla="*/ 55981 h 223008"/>
                <a:gd name="csX17" fmla="*/ 25590 w 142135"/>
                <a:gd name="csY17" fmla="*/ 51315 h 223008"/>
                <a:gd name="csX18" fmla="*/ 21927 w 142135"/>
                <a:gd name="csY18" fmla="*/ 38128 h 223008"/>
                <a:gd name="csX19" fmla="*/ 25126 w 142135"/>
                <a:gd name="csY19" fmla="*/ 20612 h 223008"/>
                <a:gd name="csX20" fmla="*/ 29635 w 142135"/>
                <a:gd name="csY20" fmla="*/ 8944 h 223008"/>
                <a:gd name="csX21" fmla="*/ 56601 w 142135"/>
                <a:gd name="csY21" fmla="*/ 2664 h 223008"/>
                <a:gd name="csX22" fmla="*/ 68014 w 142135"/>
                <a:gd name="csY22" fmla="*/ 14926 h 223008"/>
                <a:gd name="csX23" fmla="*/ 70397 w 142135"/>
                <a:gd name="csY23" fmla="*/ 28730 h 223008"/>
                <a:gd name="csX24" fmla="*/ 64799 w 142135"/>
                <a:gd name="csY24" fmla="*/ 38367 h 223008"/>
                <a:gd name="csX25" fmla="*/ 76515 w 142135"/>
                <a:gd name="csY25" fmla="*/ 47199 h 223008"/>
                <a:gd name="csX26" fmla="*/ 95020 w 142135"/>
                <a:gd name="csY26" fmla="*/ 52596 h 223008"/>
                <a:gd name="csX27" fmla="*/ 116723 w 142135"/>
                <a:gd name="csY27" fmla="*/ 66052 h 223008"/>
                <a:gd name="csX28" fmla="*/ 125419 w 142135"/>
                <a:gd name="csY28" fmla="*/ 64641 h 223008"/>
                <a:gd name="csX29" fmla="*/ 121867 w 142135"/>
                <a:gd name="csY29" fmla="*/ 77984 h 223008"/>
                <a:gd name="csX30" fmla="*/ 126198 w 142135"/>
                <a:gd name="csY30" fmla="*/ 109560 h 223008"/>
                <a:gd name="csX31" fmla="*/ 132452 w 142135"/>
                <a:gd name="csY31" fmla="*/ 130811 h 223008"/>
                <a:gd name="csX32" fmla="*/ 137172 w 142135"/>
                <a:gd name="csY32" fmla="*/ 149525 h 223008"/>
                <a:gd name="csX33" fmla="*/ 126264 w 142135"/>
                <a:gd name="csY33" fmla="*/ 165042 h 223008"/>
                <a:gd name="csX34" fmla="*/ 119713 w 142135"/>
                <a:gd name="csY34" fmla="*/ 162318 h 223008"/>
                <a:gd name="csX35" fmla="*/ 122125 w 142135"/>
                <a:gd name="csY35" fmla="*/ 181310 h 223008"/>
                <a:gd name="csX36" fmla="*/ 122395 w 142135"/>
                <a:gd name="csY36" fmla="*/ 193071 h 223008"/>
                <a:gd name="csX37" fmla="*/ 117050 w 142135"/>
                <a:gd name="csY37" fmla="*/ 205350 h 223008"/>
                <a:gd name="csX38" fmla="*/ 115307 w 142135"/>
                <a:gd name="csY38" fmla="*/ 214639 h 223008"/>
                <a:gd name="csX39" fmla="*/ 105608 w 142135"/>
                <a:gd name="csY39" fmla="*/ 205168 h 223008"/>
                <a:gd name="csX40" fmla="*/ 70306 w 142135"/>
                <a:gd name="csY40" fmla="*/ 198146 h 223008"/>
                <a:gd name="csX41" fmla="*/ 57886 w 142135"/>
                <a:gd name="csY41" fmla="*/ 203581 h 223008"/>
                <a:gd name="csX42" fmla="*/ 42822 w 142135"/>
                <a:gd name="csY42" fmla="*/ 214552 h 223008"/>
                <a:gd name="csX43" fmla="*/ 33142 w 142135"/>
                <a:gd name="csY43" fmla="*/ 222624 h 2230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42135" h="223008">
                  <a:moveTo>
                    <a:pt x="33142" y="222624"/>
                  </a:moveTo>
                  <a:cubicBezTo>
                    <a:pt x="33100" y="221007"/>
                    <a:pt x="28999" y="218922"/>
                    <a:pt x="24030" y="217989"/>
                  </a:cubicBezTo>
                  <a:cubicBezTo>
                    <a:pt x="19061" y="217057"/>
                    <a:pt x="15032" y="215476"/>
                    <a:pt x="15077" y="214475"/>
                  </a:cubicBezTo>
                  <a:cubicBezTo>
                    <a:pt x="15123" y="213475"/>
                    <a:pt x="20967" y="206848"/>
                    <a:pt x="28065" y="199749"/>
                  </a:cubicBezTo>
                  <a:cubicBezTo>
                    <a:pt x="37756" y="190056"/>
                    <a:pt x="40635" y="185467"/>
                    <a:pt x="39623" y="181324"/>
                  </a:cubicBezTo>
                  <a:cubicBezTo>
                    <a:pt x="38882" y="178289"/>
                    <a:pt x="39300" y="170321"/>
                    <a:pt x="40552" y="163618"/>
                  </a:cubicBezTo>
                  <a:cubicBezTo>
                    <a:pt x="42457" y="153420"/>
                    <a:pt x="42085" y="150686"/>
                    <a:pt x="38270" y="146871"/>
                  </a:cubicBezTo>
                  <a:cubicBezTo>
                    <a:pt x="35762" y="144363"/>
                    <a:pt x="32644" y="141876"/>
                    <a:pt x="31342" y="141344"/>
                  </a:cubicBezTo>
                  <a:cubicBezTo>
                    <a:pt x="30039" y="140811"/>
                    <a:pt x="26314" y="136019"/>
                    <a:pt x="23064" y="130695"/>
                  </a:cubicBezTo>
                  <a:cubicBezTo>
                    <a:pt x="18146" y="122638"/>
                    <a:pt x="17840" y="121015"/>
                    <a:pt x="21238" y="121015"/>
                  </a:cubicBezTo>
                  <a:cubicBezTo>
                    <a:pt x="26407" y="121015"/>
                    <a:pt x="26532" y="114908"/>
                    <a:pt x="21448" y="110689"/>
                  </a:cubicBezTo>
                  <a:cubicBezTo>
                    <a:pt x="18195" y="107989"/>
                    <a:pt x="17551" y="108454"/>
                    <a:pt x="17417" y="113600"/>
                  </a:cubicBezTo>
                  <a:cubicBezTo>
                    <a:pt x="17202" y="121855"/>
                    <a:pt x="11362" y="102386"/>
                    <a:pt x="6090" y="75839"/>
                  </a:cubicBezTo>
                  <a:cubicBezTo>
                    <a:pt x="3834" y="64481"/>
                    <a:pt x="1295" y="52574"/>
                    <a:pt x="446" y="49379"/>
                  </a:cubicBezTo>
                  <a:cubicBezTo>
                    <a:pt x="-477" y="45903"/>
                    <a:pt x="61" y="43571"/>
                    <a:pt x="1787" y="43571"/>
                  </a:cubicBezTo>
                  <a:cubicBezTo>
                    <a:pt x="3372" y="43571"/>
                    <a:pt x="4669" y="46542"/>
                    <a:pt x="4669" y="50173"/>
                  </a:cubicBezTo>
                  <a:cubicBezTo>
                    <a:pt x="4669" y="56344"/>
                    <a:pt x="5386" y="56723"/>
                    <a:pt x="15640" y="55981"/>
                  </a:cubicBezTo>
                  <a:cubicBezTo>
                    <a:pt x="23894" y="55384"/>
                    <a:pt x="26358" y="54229"/>
                    <a:pt x="25590" y="51315"/>
                  </a:cubicBezTo>
                  <a:cubicBezTo>
                    <a:pt x="25028" y="49186"/>
                    <a:pt x="23380" y="43251"/>
                    <a:pt x="21927" y="38128"/>
                  </a:cubicBezTo>
                  <a:cubicBezTo>
                    <a:pt x="19644" y="30074"/>
                    <a:pt x="20076" y="27703"/>
                    <a:pt x="25126" y="20612"/>
                  </a:cubicBezTo>
                  <a:cubicBezTo>
                    <a:pt x="28338" y="16101"/>
                    <a:pt x="30367" y="10851"/>
                    <a:pt x="29635" y="8944"/>
                  </a:cubicBezTo>
                  <a:cubicBezTo>
                    <a:pt x="26306" y="269"/>
                    <a:pt x="38854" y="-2653"/>
                    <a:pt x="56601" y="2664"/>
                  </a:cubicBezTo>
                  <a:cubicBezTo>
                    <a:pt x="65243" y="5253"/>
                    <a:pt x="66731" y="6851"/>
                    <a:pt x="68014" y="14926"/>
                  </a:cubicBezTo>
                  <a:cubicBezTo>
                    <a:pt x="68826" y="20032"/>
                    <a:pt x="69898" y="26244"/>
                    <a:pt x="70397" y="28730"/>
                  </a:cubicBezTo>
                  <a:cubicBezTo>
                    <a:pt x="70908" y="31276"/>
                    <a:pt x="68463" y="35485"/>
                    <a:pt x="64799" y="38367"/>
                  </a:cubicBezTo>
                  <a:cubicBezTo>
                    <a:pt x="52677" y="47902"/>
                    <a:pt x="63675" y="56192"/>
                    <a:pt x="76515" y="47199"/>
                  </a:cubicBezTo>
                  <a:cubicBezTo>
                    <a:pt x="84862" y="41352"/>
                    <a:pt x="95020" y="44315"/>
                    <a:pt x="95020" y="52596"/>
                  </a:cubicBezTo>
                  <a:cubicBezTo>
                    <a:pt x="95020" y="61383"/>
                    <a:pt x="105491" y="67875"/>
                    <a:pt x="116723" y="66052"/>
                  </a:cubicBezTo>
                  <a:lnTo>
                    <a:pt x="125419" y="64641"/>
                  </a:lnTo>
                  <a:lnTo>
                    <a:pt x="121867" y="77984"/>
                  </a:lnTo>
                  <a:cubicBezTo>
                    <a:pt x="116766" y="97143"/>
                    <a:pt x="117305" y="101074"/>
                    <a:pt x="126198" y="109560"/>
                  </a:cubicBezTo>
                  <a:cubicBezTo>
                    <a:pt x="133696" y="116715"/>
                    <a:pt x="134049" y="117914"/>
                    <a:pt x="132452" y="130811"/>
                  </a:cubicBezTo>
                  <a:cubicBezTo>
                    <a:pt x="130905" y="143306"/>
                    <a:pt x="131310" y="144914"/>
                    <a:pt x="137172" y="149525"/>
                  </a:cubicBezTo>
                  <a:cubicBezTo>
                    <a:pt x="148350" y="158317"/>
                    <a:pt x="138877" y="171792"/>
                    <a:pt x="126264" y="165042"/>
                  </a:cubicBezTo>
                  <a:cubicBezTo>
                    <a:pt x="123464" y="163544"/>
                    <a:pt x="120516" y="162318"/>
                    <a:pt x="119713" y="162318"/>
                  </a:cubicBezTo>
                  <a:cubicBezTo>
                    <a:pt x="116537" y="162318"/>
                    <a:pt x="118487" y="177672"/>
                    <a:pt x="122125" y="181310"/>
                  </a:cubicBezTo>
                  <a:cubicBezTo>
                    <a:pt x="126947" y="186132"/>
                    <a:pt x="127019" y="189234"/>
                    <a:pt x="122395" y="193071"/>
                  </a:cubicBezTo>
                  <a:cubicBezTo>
                    <a:pt x="120414" y="194715"/>
                    <a:pt x="118009" y="200241"/>
                    <a:pt x="117050" y="205350"/>
                  </a:cubicBezTo>
                  <a:lnTo>
                    <a:pt x="115307" y="214639"/>
                  </a:lnTo>
                  <a:lnTo>
                    <a:pt x="105608" y="205168"/>
                  </a:lnTo>
                  <a:cubicBezTo>
                    <a:pt x="93087" y="192941"/>
                    <a:pt x="80185" y="190375"/>
                    <a:pt x="70306" y="198146"/>
                  </a:cubicBezTo>
                  <a:cubicBezTo>
                    <a:pt x="66478" y="201157"/>
                    <a:pt x="60889" y="203603"/>
                    <a:pt x="57886" y="203581"/>
                  </a:cubicBezTo>
                  <a:cubicBezTo>
                    <a:pt x="54649" y="203557"/>
                    <a:pt x="48516" y="208024"/>
                    <a:pt x="42822" y="214552"/>
                  </a:cubicBezTo>
                  <a:cubicBezTo>
                    <a:pt x="37540" y="220608"/>
                    <a:pt x="33184" y="224241"/>
                    <a:pt x="33142" y="222624"/>
                  </a:cubicBezTo>
                  <a:close/>
                </a:path>
              </a:pathLst>
            </a:custGeom>
            <a:solidFill>
              <a:srgbClr val="B9B9B9"/>
            </a:solidFill>
            <a:ln w="5163" cap="flat">
              <a:noFill/>
              <a:prstDash val="solid"/>
              <a:miter/>
            </a:ln>
          </p:spPr>
          <p:txBody>
            <a:bodyPr/>
            <a:lstStyle/>
            <a:p>
              <a:endParaRPr lang="es-419" noProof="0" dirty="0"/>
            </a:p>
          </p:txBody>
        </p:sp>
        <p:sp>
          <p:nvSpPr>
            <p:cNvPr id="86" name="Forma libre: forma 85">
              <a:extLst>
                <a:ext uri="{FF2B5EF4-FFF2-40B4-BE49-F238E27FC236}">
                  <a16:creationId xmlns:a16="http://schemas.microsoft.com/office/drawing/2014/main" id="{DB9844CD-E706-E52C-BF3E-B38751C8AFEE}"/>
                </a:ext>
              </a:extLst>
            </p:cNvPr>
            <p:cNvSpPr/>
            <p:nvPr/>
          </p:nvSpPr>
          <p:spPr>
            <a:xfrm>
              <a:off x="976738" y="2149266"/>
              <a:ext cx="9026" cy="7395"/>
            </a:xfrm>
            <a:custGeom>
              <a:avLst/>
              <a:gdLst>
                <a:gd name="csX0" fmla="*/ 866 w 9026"/>
                <a:gd name="csY0" fmla="*/ 4748 h 7395"/>
                <a:gd name="csX1" fmla="*/ 6187 w 9026"/>
                <a:gd name="csY1" fmla="*/ 710 h 7395"/>
                <a:gd name="csX2" fmla="*/ 8728 w 9026"/>
                <a:gd name="csY2" fmla="*/ 4901 h 7395"/>
                <a:gd name="csX3" fmla="*/ 866 w 9026"/>
                <a:gd name="csY3" fmla="*/ 4748 h 7395"/>
              </a:gdLst>
              <a:ahLst/>
              <a:cxnLst>
                <a:cxn ang="0">
                  <a:pos x="csX0" y="csY0"/>
                </a:cxn>
                <a:cxn ang="0">
                  <a:pos x="csX1" y="csY1"/>
                </a:cxn>
                <a:cxn ang="0">
                  <a:pos x="csX2" y="csY2"/>
                </a:cxn>
                <a:cxn ang="0">
                  <a:pos x="csX3" y="csY3"/>
                </a:cxn>
              </a:cxnLst>
              <a:rect l="l" t="t" r="r" b="b"/>
              <a:pathLst>
                <a:path w="9026" h="7395">
                  <a:moveTo>
                    <a:pt x="866" y="4748"/>
                  </a:moveTo>
                  <a:cubicBezTo>
                    <a:pt x="-1510" y="904"/>
                    <a:pt x="1245" y="-1186"/>
                    <a:pt x="6187" y="710"/>
                  </a:cubicBezTo>
                  <a:cubicBezTo>
                    <a:pt x="8468" y="1586"/>
                    <a:pt x="9611" y="3472"/>
                    <a:pt x="8728" y="4901"/>
                  </a:cubicBezTo>
                  <a:cubicBezTo>
                    <a:pt x="6635" y="8287"/>
                    <a:pt x="3009" y="8216"/>
                    <a:pt x="866" y="4748"/>
                  </a:cubicBezTo>
                  <a:close/>
                </a:path>
              </a:pathLst>
            </a:custGeom>
            <a:solidFill>
              <a:srgbClr val="B9B9B9"/>
            </a:solidFill>
            <a:ln w="5163" cap="flat">
              <a:noFill/>
              <a:prstDash val="solid"/>
              <a:miter/>
            </a:ln>
          </p:spPr>
          <p:txBody>
            <a:bodyPr/>
            <a:lstStyle/>
            <a:p>
              <a:endParaRPr lang="es-419" noProof="0" dirty="0"/>
            </a:p>
          </p:txBody>
        </p:sp>
        <p:sp>
          <p:nvSpPr>
            <p:cNvPr id="87" name="Forma libre: forma 86">
              <a:extLst>
                <a:ext uri="{FF2B5EF4-FFF2-40B4-BE49-F238E27FC236}">
                  <a16:creationId xmlns:a16="http://schemas.microsoft.com/office/drawing/2014/main" id="{456F336B-0B37-94E3-7409-34160E59E19E}"/>
                </a:ext>
              </a:extLst>
            </p:cNvPr>
            <p:cNvSpPr/>
            <p:nvPr/>
          </p:nvSpPr>
          <p:spPr>
            <a:xfrm>
              <a:off x="958388" y="2135665"/>
              <a:ext cx="19364" cy="11047"/>
            </a:xfrm>
            <a:custGeom>
              <a:avLst/>
              <a:gdLst>
                <a:gd name="csX0" fmla="*/ 0 w 19364"/>
                <a:gd name="csY0" fmla="*/ 8841 h 11047"/>
                <a:gd name="csX1" fmla="*/ 17408 w 19364"/>
                <a:gd name="csY1" fmla="*/ 154 h 11047"/>
                <a:gd name="csX2" fmla="*/ 17432 w 19364"/>
                <a:gd name="csY2" fmla="*/ 5614 h 11047"/>
                <a:gd name="csX3" fmla="*/ 0 w 19364"/>
                <a:gd name="csY3" fmla="*/ 8841 h 11047"/>
              </a:gdLst>
              <a:ahLst/>
              <a:cxnLst>
                <a:cxn ang="0">
                  <a:pos x="csX0" y="csY0"/>
                </a:cxn>
                <a:cxn ang="0">
                  <a:pos x="csX1" y="csY1"/>
                </a:cxn>
                <a:cxn ang="0">
                  <a:pos x="csX2" y="csY2"/>
                </a:cxn>
                <a:cxn ang="0">
                  <a:pos x="csX3" y="csY3"/>
                </a:cxn>
              </a:cxnLst>
              <a:rect l="l" t="t" r="r" b="b"/>
              <a:pathLst>
                <a:path w="19364" h="11047">
                  <a:moveTo>
                    <a:pt x="0" y="8841"/>
                  </a:moveTo>
                  <a:cubicBezTo>
                    <a:pt x="126" y="2682"/>
                    <a:pt x="7086" y="-791"/>
                    <a:pt x="17408" y="154"/>
                  </a:cubicBezTo>
                  <a:cubicBezTo>
                    <a:pt x="20010" y="392"/>
                    <a:pt x="20015" y="1478"/>
                    <a:pt x="17432" y="5614"/>
                  </a:cubicBezTo>
                  <a:cubicBezTo>
                    <a:pt x="14357" y="10538"/>
                    <a:pt x="-89" y="13212"/>
                    <a:pt x="0" y="8841"/>
                  </a:cubicBezTo>
                  <a:close/>
                </a:path>
              </a:pathLst>
            </a:custGeom>
            <a:solidFill>
              <a:srgbClr val="B9B9B9"/>
            </a:solidFill>
            <a:ln w="5163" cap="flat">
              <a:noFill/>
              <a:prstDash val="solid"/>
              <a:miter/>
            </a:ln>
          </p:spPr>
          <p:txBody>
            <a:bodyPr/>
            <a:lstStyle/>
            <a:p>
              <a:endParaRPr lang="es-419" noProof="0" dirty="0"/>
            </a:p>
          </p:txBody>
        </p:sp>
        <p:sp>
          <p:nvSpPr>
            <p:cNvPr id="88" name="Forma libre: forma 87">
              <a:extLst>
                <a:ext uri="{FF2B5EF4-FFF2-40B4-BE49-F238E27FC236}">
                  <a16:creationId xmlns:a16="http://schemas.microsoft.com/office/drawing/2014/main" id="{FDE3DAF5-2FD7-2534-95CD-E63590A54AFE}"/>
                </a:ext>
              </a:extLst>
            </p:cNvPr>
            <p:cNvSpPr/>
            <p:nvPr/>
          </p:nvSpPr>
          <p:spPr>
            <a:xfrm>
              <a:off x="938010" y="2110987"/>
              <a:ext cx="18997" cy="19965"/>
            </a:xfrm>
            <a:custGeom>
              <a:avLst/>
              <a:gdLst>
                <a:gd name="csX0" fmla="*/ 2787 w 18997"/>
                <a:gd name="csY0" fmla="*/ 11392 h 19965"/>
                <a:gd name="csX1" fmla="*/ 4678 w 18997"/>
                <a:gd name="csY1" fmla="*/ 36 h 19965"/>
                <a:gd name="csX2" fmla="*/ 17544 w 18997"/>
                <a:gd name="csY2" fmla="*/ 12951 h 19965"/>
                <a:gd name="csX3" fmla="*/ 13049 w 18997"/>
                <a:gd name="csY3" fmla="*/ 19965 h 19965"/>
                <a:gd name="csX4" fmla="*/ 2787 w 18997"/>
                <a:gd name="csY4" fmla="*/ 11392 h 19965"/>
              </a:gdLst>
              <a:ahLst/>
              <a:cxnLst>
                <a:cxn ang="0">
                  <a:pos x="csX0" y="csY0"/>
                </a:cxn>
                <a:cxn ang="0">
                  <a:pos x="csX1" y="csY1"/>
                </a:cxn>
                <a:cxn ang="0">
                  <a:pos x="csX2" y="csY2"/>
                </a:cxn>
                <a:cxn ang="0">
                  <a:pos x="csX3" y="csY3"/>
                </a:cxn>
                <a:cxn ang="0">
                  <a:pos x="csX4" y="csY4"/>
                </a:cxn>
              </a:cxnLst>
              <a:rect l="l" t="t" r="r" b="b"/>
              <a:pathLst>
                <a:path w="18997" h="19965">
                  <a:moveTo>
                    <a:pt x="2787" y="11392"/>
                  </a:moveTo>
                  <a:cubicBezTo>
                    <a:pt x="-1192" y="389"/>
                    <a:pt x="-1207" y="479"/>
                    <a:pt x="4678" y="36"/>
                  </a:cubicBezTo>
                  <a:cubicBezTo>
                    <a:pt x="10396" y="-395"/>
                    <a:pt x="13750" y="2973"/>
                    <a:pt x="17544" y="12951"/>
                  </a:cubicBezTo>
                  <a:cubicBezTo>
                    <a:pt x="20048" y="19537"/>
                    <a:pt x="19774" y="19965"/>
                    <a:pt x="13049" y="19965"/>
                  </a:cubicBezTo>
                  <a:cubicBezTo>
                    <a:pt x="7281" y="19965"/>
                    <a:pt x="5284" y="18297"/>
                    <a:pt x="2787" y="11392"/>
                  </a:cubicBezTo>
                  <a:close/>
                </a:path>
              </a:pathLst>
            </a:custGeom>
            <a:solidFill>
              <a:srgbClr val="B9B9B9"/>
            </a:solidFill>
            <a:ln w="5163" cap="flat">
              <a:noFill/>
              <a:prstDash val="solid"/>
              <a:miter/>
            </a:ln>
          </p:spPr>
          <p:txBody>
            <a:bodyPr/>
            <a:lstStyle/>
            <a:p>
              <a:endParaRPr lang="es-419" noProof="0" dirty="0"/>
            </a:p>
          </p:txBody>
        </p:sp>
        <p:sp>
          <p:nvSpPr>
            <p:cNvPr id="89" name="Forma libre: forma 88">
              <a:extLst>
                <a:ext uri="{FF2B5EF4-FFF2-40B4-BE49-F238E27FC236}">
                  <a16:creationId xmlns:a16="http://schemas.microsoft.com/office/drawing/2014/main" id="{B5EAA155-DBA2-A405-E070-784E58AF5E4A}"/>
                </a:ext>
              </a:extLst>
            </p:cNvPr>
            <p:cNvSpPr/>
            <p:nvPr/>
          </p:nvSpPr>
          <p:spPr>
            <a:xfrm>
              <a:off x="924790" y="2098451"/>
              <a:ext cx="5162" cy="9268"/>
            </a:xfrm>
            <a:custGeom>
              <a:avLst/>
              <a:gdLst>
                <a:gd name="csX0" fmla="*/ 0 w 5162"/>
                <a:gd name="csY0" fmla="*/ 3953 h 9268"/>
                <a:gd name="csX1" fmla="*/ 2581 w 5162"/>
                <a:gd name="csY1" fmla="*/ 233 h 9268"/>
                <a:gd name="csX2" fmla="*/ 5163 w 5162"/>
                <a:gd name="csY2" fmla="*/ 5549 h 9268"/>
                <a:gd name="csX3" fmla="*/ 2581 w 5162"/>
                <a:gd name="csY3" fmla="*/ 9269 h 9268"/>
                <a:gd name="csX4" fmla="*/ 0 w 5162"/>
                <a:gd name="csY4" fmla="*/ 3953 h 9268"/>
              </a:gdLst>
              <a:ahLst/>
              <a:cxnLst>
                <a:cxn ang="0">
                  <a:pos x="csX0" y="csY0"/>
                </a:cxn>
                <a:cxn ang="0">
                  <a:pos x="csX1" y="csY1"/>
                </a:cxn>
                <a:cxn ang="0">
                  <a:pos x="csX2" y="csY2"/>
                </a:cxn>
                <a:cxn ang="0">
                  <a:pos x="csX3" y="csY3"/>
                </a:cxn>
                <a:cxn ang="0">
                  <a:pos x="csX4" y="csY4"/>
                </a:cxn>
              </a:cxnLst>
              <a:rect l="l" t="t" r="r" b="b"/>
              <a:pathLst>
                <a:path w="5162" h="9268">
                  <a:moveTo>
                    <a:pt x="0" y="3953"/>
                  </a:moveTo>
                  <a:cubicBezTo>
                    <a:pt x="0" y="1030"/>
                    <a:pt x="1162" y="-644"/>
                    <a:pt x="2581" y="233"/>
                  </a:cubicBezTo>
                  <a:cubicBezTo>
                    <a:pt x="4001" y="1111"/>
                    <a:pt x="5163" y="3503"/>
                    <a:pt x="5163" y="5549"/>
                  </a:cubicBezTo>
                  <a:cubicBezTo>
                    <a:pt x="5163" y="7595"/>
                    <a:pt x="4001" y="9269"/>
                    <a:pt x="2581" y="9269"/>
                  </a:cubicBezTo>
                  <a:cubicBezTo>
                    <a:pt x="1162" y="9269"/>
                    <a:pt x="0" y="6877"/>
                    <a:pt x="0" y="3953"/>
                  </a:cubicBezTo>
                  <a:close/>
                </a:path>
              </a:pathLst>
            </a:custGeom>
            <a:solidFill>
              <a:srgbClr val="B9B9B9"/>
            </a:solidFill>
            <a:ln w="5163" cap="flat">
              <a:noFill/>
              <a:prstDash val="solid"/>
              <a:miter/>
            </a:ln>
          </p:spPr>
          <p:txBody>
            <a:bodyPr/>
            <a:lstStyle/>
            <a:p>
              <a:endParaRPr lang="es-419" noProof="0" dirty="0"/>
            </a:p>
          </p:txBody>
        </p:sp>
      </p:grpSp>
      <p:grpSp>
        <p:nvGrpSpPr>
          <p:cNvPr id="90" name="Gráfico 39">
            <a:extLst>
              <a:ext uri="{FF2B5EF4-FFF2-40B4-BE49-F238E27FC236}">
                <a16:creationId xmlns:a16="http://schemas.microsoft.com/office/drawing/2014/main" id="{6E08D6D8-5D42-2C8C-B3C2-399C7F666C3A}"/>
              </a:ext>
            </a:extLst>
          </p:cNvPr>
          <p:cNvGrpSpPr/>
          <p:nvPr/>
        </p:nvGrpSpPr>
        <p:grpSpPr>
          <a:xfrm>
            <a:off x="281340" y="1474182"/>
            <a:ext cx="428841" cy="522535"/>
            <a:chOff x="281340" y="1474182"/>
            <a:chExt cx="428841" cy="522535"/>
          </a:xfrm>
          <a:solidFill>
            <a:srgbClr val="B9B9B9"/>
          </a:solidFill>
        </p:grpSpPr>
        <p:grpSp>
          <p:nvGrpSpPr>
            <p:cNvPr id="91" name="Gráfico 39">
              <a:extLst>
                <a:ext uri="{FF2B5EF4-FFF2-40B4-BE49-F238E27FC236}">
                  <a16:creationId xmlns:a16="http://schemas.microsoft.com/office/drawing/2014/main" id="{69E7A4AD-487E-95A1-1C8D-F7265AA46A6F}"/>
                </a:ext>
              </a:extLst>
            </p:cNvPr>
            <p:cNvGrpSpPr/>
            <p:nvPr/>
          </p:nvGrpSpPr>
          <p:grpSpPr>
            <a:xfrm>
              <a:off x="281340" y="1474182"/>
              <a:ext cx="428841" cy="522535"/>
              <a:chOff x="281340" y="1474182"/>
              <a:chExt cx="428841" cy="522535"/>
            </a:xfrm>
            <a:solidFill>
              <a:srgbClr val="B9B9B9"/>
            </a:solidFill>
          </p:grpSpPr>
          <p:sp>
            <p:nvSpPr>
              <p:cNvPr id="92" name="Forma libre: forma 91">
                <a:extLst>
                  <a:ext uri="{FF2B5EF4-FFF2-40B4-BE49-F238E27FC236}">
                    <a16:creationId xmlns:a16="http://schemas.microsoft.com/office/drawing/2014/main" id="{7C7111A7-BF54-B81F-92ED-FB431341FC27}"/>
                  </a:ext>
                </a:extLst>
              </p:cNvPr>
              <p:cNvSpPr/>
              <p:nvPr/>
            </p:nvSpPr>
            <p:spPr>
              <a:xfrm>
                <a:off x="281340" y="1474182"/>
                <a:ext cx="428841" cy="522535"/>
              </a:xfrm>
              <a:custGeom>
                <a:avLst/>
                <a:gdLst>
                  <a:gd name="csX0" fmla="*/ 375000 w 428841"/>
                  <a:gd name="csY0" fmla="*/ 516104 h 522535"/>
                  <a:gd name="csX1" fmla="*/ 367101 w 428841"/>
                  <a:gd name="csY1" fmla="*/ 496098 h 522535"/>
                  <a:gd name="csX2" fmla="*/ 357849 w 428841"/>
                  <a:gd name="csY2" fmla="*/ 467300 h 522535"/>
                  <a:gd name="csX3" fmla="*/ 337807 w 428841"/>
                  <a:gd name="csY3" fmla="*/ 445109 h 522535"/>
                  <a:gd name="csX4" fmla="*/ 320489 w 428841"/>
                  <a:gd name="csY4" fmla="*/ 429036 h 522535"/>
                  <a:gd name="csX5" fmla="*/ 269809 w 428841"/>
                  <a:gd name="csY5" fmla="*/ 379110 h 522535"/>
                  <a:gd name="csX6" fmla="*/ 248488 w 428841"/>
                  <a:gd name="csY6" fmla="*/ 370097 h 522535"/>
                  <a:gd name="csX7" fmla="*/ 256878 w 428841"/>
                  <a:gd name="csY7" fmla="*/ 370327 h 522535"/>
                  <a:gd name="csX8" fmla="*/ 265267 w 428841"/>
                  <a:gd name="csY8" fmla="*/ 372646 h 522535"/>
                  <a:gd name="csX9" fmla="*/ 258168 w 428841"/>
                  <a:gd name="csY9" fmla="*/ 366399 h 522535"/>
                  <a:gd name="csX10" fmla="*/ 251069 w 428841"/>
                  <a:gd name="csY10" fmla="*/ 355305 h 522535"/>
                  <a:gd name="csX11" fmla="*/ 237556 w 428841"/>
                  <a:gd name="csY11" fmla="*/ 353450 h 522535"/>
                  <a:gd name="csX12" fmla="*/ 235538 w 428841"/>
                  <a:gd name="csY12" fmla="*/ 349578 h 522535"/>
                  <a:gd name="csX13" fmla="*/ 231626 w 428841"/>
                  <a:gd name="csY13" fmla="*/ 338114 h 522535"/>
                  <a:gd name="csX14" fmla="*/ 227531 w 428841"/>
                  <a:gd name="csY14" fmla="*/ 327788 h 522535"/>
                  <a:gd name="csX15" fmla="*/ 225255 w 428841"/>
                  <a:gd name="csY15" fmla="*/ 330217 h 522535"/>
                  <a:gd name="csX16" fmla="*/ 222797 w 428841"/>
                  <a:gd name="csY16" fmla="*/ 331508 h 522535"/>
                  <a:gd name="csX17" fmla="*/ 220276 w 428841"/>
                  <a:gd name="csY17" fmla="*/ 330217 h 522535"/>
                  <a:gd name="csX18" fmla="*/ 216375 w 428841"/>
                  <a:gd name="csY18" fmla="*/ 326968 h 522535"/>
                  <a:gd name="csX19" fmla="*/ 212138 w 428841"/>
                  <a:gd name="csY19" fmla="*/ 320021 h 522535"/>
                  <a:gd name="csX20" fmla="*/ 209766 w 428841"/>
                  <a:gd name="csY20" fmla="*/ 317462 h 522535"/>
                  <a:gd name="csX21" fmla="*/ 212670 w 428841"/>
                  <a:gd name="csY21" fmla="*/ 314083 h 522535"/>
                  <a:gd name="csX22" fmla="*/ 216877 w 428841"/>
                  <a:gd name="csY22" fmla="*/ 311142 h 522535"/>
                  <a:gd name="csX23" fmla="*/ 215264 w 428841"/>
                  <a:gd name="csY23" fmla="*/ 309359 h 522535"/>
                  <a:gd name="csX24" fmla="*/ 217511 w 428841"/>
                  <a:gd name="csY24" fmla="*/ 291496 h 522535"/>
                  <a:gd name="csX25" fmla="*/ 222673 w 428841"/>
                  <a:gd name="csY25" fmla="*/ 271731 h 522535"/>
                  <a:gd name="csX26" fmla="*/ 225571 w 428841"/>
                  <a:gd name="csY26" fmla="*/ 266972 h 522535"/>
                  <a:gd name="csX27" fmla="*/ 225255 w 428841"/>
                  <a:gd name="csY27" fmla="*/ 263100 h 522535"/>
                  <a:gd name="csX28" fmla="*/ 224939 w 428841"/>
                  <a:gd name="csY28" fmla="*/ 259227 h 522535"/>
                  <a:gd name="csX29" fmla="*/ 227470 w 428841"/>
                  <a:gd name="csY29" fmla="*/ 246966 h 522535"/>
                  <a:gd name="csX30" fmla="*/ 227104 w 428841"/>
                  <a:gd name="csY30" fmla="*/ 234704 h 522535"/>
                  <a:gd name="csX31" fmla="*/ 225255 w 428841"/>
                  <a:gd name="csY31" fmla="*/ 245029 h 522535"/>
                  <a:gd name="csX32" fmla="*/ 222926 w 428841"/>
                  <a:gd name="csY32" fmla="*/ 241157 h 522535"/>
                  <a:gd name="csX33" fmla="*/ 213514 w 428841"/>
                  <a:gd name="csY33" fmla="*/ 204198 h 522535"/>
                  <a:gd name="csX34" fmla="*/ 207511 w 428841"/>
                  <a:gd name="csY34" fmla="*/ 195911 h 522535"/>
                  <a:gd name="csX35" fmla="*/ 199366 w 428841"/>
                  <a:gd name="csY35" fmla="*/ 188261 h 522535"/>
                  <a:gd name="csX36" fmla="*/ 189814 w 428841"/>
                  <a:gd name="csY36" fmla="*/ 185143 h 522535"/>
                  <a:gd name="csX37" fmla="*/ 177824 w 428841"/>
                  <a:gd name="csY37" fmla="*/ 176701 h 522535"/>
                  <a:gd name="csX38" fmla="*/ 173385 w 428841"/>
                  <a:gd name="csY38" fmla="*/ 171969 h 522535"/>
                  <a:gd name="csX39" fmla="*/ 172244 w 428841"/>
                  <a:gd name="csY39" fmla="*/ 166295 h 522535"/>
                  <a:gd name="csX40" fmla="*/ 157189 w 428841"/>
                  <a:gd name="csY40" fmla="*/ 154717 h 522535"/>
                  <a:gd name="csX41" fmla="*/ 154290 w 428841"/>
                  <a:gd name="csY41" fmla="*/ 143110 h 522535"/>
                  <a:gd name="csX42" fmla="*/ 153437 w 428841"/>
                  <a:gd name="csY42" fmla="*/ 130888 h 522535"/>
                  <a:gd name="csX43" fmla="*/ 150373 w 428841"/>
                  <a:gd name="csY43" fmla="*/ 128835 h 522535"/>
                  <a:gd name="csX44" fmla="*/ 148457 w 428841"/>
                  <a:gd name="csY44" fmla="*/ 125777 h 522535"/>
                  <a:gd name="csX45" fmla="*/ 150890 w 428841"/>
                  <a:gd name="csY45" fmla="*/ 109503 h 522535"/>
                  <a:gd name="csX46" fmla="*/ 144325 w 428841"/>
                  <a:gd name="csY46" fmla="*/ 119656 h 522535"/>
                  <a:gd name="csX47" fmla="*/ 132054 w 428841"/>
                  <a:gd name="csY47" fmla="*/ 127093 h 522535"/>
                  <a:gd name="csX48" fmla="*/ 125630 w 428841"/>
                  <a:gd name="csY48" fmla="*/ 120812 h 522535"/>
                  <a:gd name="csX49" fmla="*/ 123207 w 428841"/>
                  <a:gd name="csY49" fmla="*/ 117248 h 522535"/>
                  <a:gd name="csX50" fmla="*/ 119415 w 428841"/>
                  <a:gd name="csY50" fmla="*/ 121894 h 522535"/>
                  <a:gd name="csX51" fmla="*/ 116519 w 428841"/>
                  <a:gd name="csY51" fmla="*/ 129437 h 522535"/>
                  <a:gd name="csX52" fmla="*/ 107977 w 428841"/>
                  <a:gd name="csY52" fmla="*/ 127285 h 522535"/>
                  <a:gd name="csX53" fmla="*/ 105433 w 428841"/>
                  <a:gd name="csY53" fmla="*/ 123427 h 522535"/>
                  <a:gd name="csX54" fmla="*/ 96024 w 428841"/>
                  <a:gd name="csY54" fmla="*/ 113119 h 522535"/>
                  <a:gd name="csX55" fmla="*/ 84566 w 428841"/>
                  <a:gd name="csY55" fmla="*/ 104340 h 522535"/>
                  <a:gd name="csX56" fmla="*/ 73108 w 428841"/>
                  <a:gd name="csY56" fmla="*/ 95562 h 522535"/>
                  <a:gd name="csX57" fmla="*/ 56725 w 428841"/>
                  <a:gd name="csY57" fmla="*/ 85124 h 522535"/>
                  <a:gd name="csX58" fmla="*/ 41890 w 428841"/>
                  <a:gd name="csY58" fmla="*/ 66163 h 522535"/>
                  <a:gd name="csX59" fmla="*/ 28677 w 428841"/>
                  <a:gd name="csY59" fmla="*/ 46701 h 522535"/>
                  <a:gd name="csX60" fmla="*/ 19131 w 428841"/>
                  <a:gd name="csY60" fmla="*/ 37238 h 522535"/>
                  <a:gd name="csX61" fmla="*/ 12905 w 428841"/>
                  <a:gd name="csY61" fmla="*/ 29478 h 522535"/>
                  <a:gd name="csX62" fmla="*/ 565 w 428841"/>
                  <a:gd name="csY62" fmla="*/ 12763 h 522535"/>
                  <a:gd name="csX63" fmla="*/ 24931 w 428841"/>
                  <a:gd name="csY63" fmla="*/ 17586 h 522535"/>
                  <a:gd name="csX64" fmla="*/ 53740 w 428841"/>
                  <a:gd name="csY64" fmla="*/ 17944 h 522535"/>
                  <a:gd name="csX65" fmla="*/ 62623 w 428841"/>
                  <a:gd name="csY65" fmla="*/ 19236 h 522535"/>
                  <a:gd name="csX66" fmla="*/ 68432 w 428841"/>
                  <a:gd name="csY66" fmla="*/ 26677 h 522535"/>
                  <a:gd name="csX67" fmla="*/ 76711 w 428841"/>
                  <a:gd name="csY67" fmla="*/ 24137 h 522535"/>
                  <a:gd name="csX68" fmla="*/ 79251 w 428841"/>
                  <a:gd name="csY68" fmla="*/ 21734 h 522535"/>
                  <a:gd name="csX69" fmla="*/ 83275 w 428841"/>
                  <a:gd name="csY69" fmla="*/ 19103 h 522535"/>
                  <a:gd name="csX70" fmla="*/ 76792 w 428841"/>
                  <a:gd name="csY70" fmla="*/ 18100 h 522535"/>
                  <a:gd name="csX71" fmla="*/ 72078 w 428841"/>
                  <a:gd name="csY71" fmla="*/ 15119 h 522535"/>
                  <a:gd name="csX72" fmla="*/ 69501 w 428841"/>
                  <a:gd name="csY72" fmla="*/ 12179 h 522535"/>
                  <a:gd name="csX73" fmla="*/ 70989 w 428841"/>
                  <a:gd name="csY73" fmla="*/ 5916 h 522535"/>
                  <a:gd name="csX74" fmla="*/ 77646 w 428841"/>
                  <a:gd name="csY74" fmla="*/ 3402 h 522535"/>
                  <a:gd name="csX75" fmla="*/ 139275 w 428841"/>
                  <a:gd name="csY75" fmla="*/ 15638 h 522535"/>
                  <a:gd name="csX76" fmla="*/ 187630 w 428841"/>
                  <a:gd name="csY76" fmla="*/ 22047 h 522535"/>
                  <a:gd name="csX77" fmla="*/ 207209 w 428841"/>
                  <a:gd name="csY77" fmla="*/ 56596 h 522535"/>
                  <a:gd name="csX78" fmla="*/ 227114 w 428841"/>
                  <a:gd name="csY78" fmla="*/ 93147 h 522535"/>
                  <a:gd name="csX79" fmla="*/ 237157 w 428841"/>
                  <a:gd name="csY79" fmla="*/ 106748 h 522535"/>
                  <a:gd name="csX80" fmla="*/ 244314 w 428841"/>
                  <a:gd name="csY80" fmla="*/ 119404 h 522535"/>
                  <a:gd name="csX81" fmla="*/ 245646 w 428841"/>
                  <a:gd name="csY81" fmla="*/ 128703 h 522535"/>
                  <a:gd name="csX82" fmla="*/ 248545 w 428841"/>
                  <a:gd name="csY82" fmla="*/ 142569 h 522535"/>
                  <a:gd name="csX83" fmla="*/ 261330 w 428841"/>
                  <a:gd name="csY83" fmla="*/ 164801 h 522535"/>
                  <a:gd name="csX84" fmla="*/ 258888 w 428841"/>
                  <a:gd name="csY84" fmla="*/ 155359 h 522535"/>
                  <a:gd name="csX85" fmla="*/ 255800 w 428841"/>
                  <a:gd name="csY85" fmla="*/ 130155 h 522535"/>
                  <a:gd name="csX86" fmla="*/ 275961 w 428841"/>
                  <a:gd name="csY86" fmla="*/ 158456 h 522535"/>
                  <a:gd name="csX87" fmla="*/ 281077 w 428841"/>
                  <a:gd name="csY87" fmla="*/ 166295 h 522535"/>
                  <a:gd name="csX88" fmla="*/ 284516 w 428841"/>
                  <a:gd name="csY88" fmla="*/ 174685 h 522535"/>
                  <a:gd name="csX89" fmla="*/ 290330 w 428841"/>
                  <a:gd name="csY89" fmla="*/ 206853 h 522535"/>
                  <a:gd name="csX90" fmla="*/ 289732 w 428841"/>
                  <a:gd name="csY90" fmla="*/ 219395 h 522535"/>
                  <a:gd name="csX91" fmla="*/ 295284 w 428841"/>
                  <a:gd name="csY91" fmla="*/ 246624 h 522535"/>
                  <a:gd name="csX92" fmla="*/ 307839 w 428841"/>
                  <a:gd name="csY92" fmla="*/ 265674 h 522535"/>
                  <a:gd name="csX93" fmla="*/ 311998 w 428841"/>
                  <a:gd name="csY93" fmla="*/ 272749 h 522535"/>
                  <a:gd name="csX94" fmla="*/ 323310 w 428841"/>
                  <a:gd name="csY94" fmla="*/ 313772 h 522535"/>
                  <a:gd name="csX95" fmla="*/ 331080 w 428841"/>
                  <a:gd name="csY95" fmla="*/ 343142 h 522535"/>
                  <a:gd name="csX96" fmla="*/ 329774 w 428841"/>
                  <a:gd name="csY96" fmla="*/ 364390 h 522535"/>
                  <a:gd name="csX97" fmla="*/ 349986 w 428841"/>
                  <a:gd name="csY97" fmla="*/ 396248 h 522535"/>
                  <a:gd name="csX98" fmla="*/ 354973 w 428841"/>
                  <a:gd name="csY98" fmla="*/ 397754 h 522535"/>
                  <a:gd name="csX99" fmla="*/ 357026 w 428841"/>
                  <a:gd name="csY99" fmla="*/ 403789 h 522535"/>
                  <a:gd name="csX100" fmla="*/ 360843 w 428841"/>
                  <a:gd name="csY100" fmla="*/ 395399 h 522535"/>
                  <a:gd name="csX101" fmla="*/ 361835 w 428841"/>
                  <a:gd name="csY101" fmla="*/ 383279 h 522535"/>
                  <a:gd name="csX102" fmla="*/ 377379 w 428841"/>
                  <a:gd name="csY102" fmla="*/ 393272 h 522535"/>
                  <a:gd name="csX103" fmla="*/ 390468 w 428841"/>
                  <a:gd name="csY103" fmla="*/ 410555 h 522535"/>
                  <a:gd name="csX104" fmla="*/ 396921 w 428841"/>
                  <a:gd name="csY104" fmla="*/ 414114 h 522535"/>
                  <a:gd name="csX105" fmla="*/ 403375 w 428841"/>
                  <a:gd name="csY105" fmla="*/ 419847 h 522535"/>
                  <a:gd name="csX106" fmla="*/ 406602 w 428841"/>
                  <a:gd name="csY106" fmla="*/ 439662 h 522535"/>
                  <a:gd name="csX107" fmla="*/ 418087 w 428841"/>
                  <a:gd name="csY107" fmla="*/ 458630 h 522535"/>
                  <a:gd name="csX108" fmla="*/ 419011 w 428841"/>
                  <a:gd name="csY108" fmla="*/ 503820 h 522535"/>
                  <a:gd name="csX109" fmla="*/ 409820 w 428841"/>
                  <a:gd name="csY109" fmla="*/ 509628 h 522535"/>
                  <a:gd name="csX110" fmla="*/ 394580 w 428841"/>
                  <a:gd name="csY110" fmla="*/ 516082 h 522535"/>
                  <a:gd name="csX111" fmla="*/ 382031 w 428841"/>
                  <a:gd name="csY111" fmla="*/ 522535 h 522535"/>
                  <a:gd name="csX112" fmla="*/ 375000 w 428841"/>
                  <a:gd name="csY112" fmla="*/ 516104 h 5225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Lst>
                <a:rect l="l" t="t" r="r" b="b"/>
                <a:pathLst>
                  <a:path w="428841" h="522535">
                    <a:moveTo>
                      <a:pt x="375000" y="516104"/>
                    </a:moveTo>
                    <a:cubicBezTo>
                      <a:pt x="371085" y="511937"/>
                      <a:pt x="368304" y="504894"/>
                      <a:pt x="367101" y="496098"/>
                    </a:cubicBezTo>
                    <a:cubicBezTo>
                      <a:pt x="366079" y="488632"/>
                      <a:pt x="361916" y="475673"/>
                      <a:pt x="357849" y="467300"/>
                    </a:cubicBezTo>
                    <a:cubicBezTo>
                      <a:pt x="351802" y="454850"/>
                      <a:pt x="348152" y="450809"/>
                      <a:pt x="337807" y="445109"/>
                    </a:cubicBezTo>
                    <a:cubicBezTo>
                      <a:pt x="329743" y="440665"/>
                      <a:pt x="323467" y="434840"/>
                      <a:pt x="320489" y="429036"/>
                    </a:cubicBezTo>
                    <a:cubicBezTo>
                      <a:pt x="313727" y="415856"/>
                      <a:pt x="278311" y="380967"/>
                      <a:pt x="269809" y="379110"/>
                    </a:cubicBezTo>
                    <a:cubicBezTo>
                      <a:pt x="258622" y="376667"/>
                      <a:pt x="248488" y="372383"/>
                      <a:pt x="248488" y="370097"/>
                    </a:cubicBezTo>
                    <a:cubicBezTo>
                      <a:pt x="248488" y="368948"/>
                      <a:pt x="252263" y="369052"/>
                      <a:pt x="256878" y="370327"/>
                    </a:cubicBezTo>
                    <a:lnTo>
                      <a:pt x="265267" y="372646"/>
                    </a:lnTo>
                    <a:lnTo>
                      <a:pt x="258168" y="366399"/>
                    </a:lnTo>
                    <a:cubicBezTo>
                      <a:pt x="254264" y="362963"/>
                      <a:pt x="251069" y="357971"/>
                      <a:pt x="251069" y="355305"/>
                    </a:cubicBezTo>
                    <a:cubicBezTo>
                      <a:pt x="251069" y="350053"/>
                      <a:pt x="241061" y="348679"/>
                      <a:pt x="237556" y="353450"/>
                    </a:cubicBezTo>
                    <a:cubicBezTo>
                      <a:pt x="236513" y="354870"/>
                      <a:pt x="235605" y="353128"/>
                      <a:pt x="235538" y="349578"/>
                    </a:cubicBezTo>
                    <a:cubicBezTo>
                      <a:pt x="235471" y="346029"/>
                      <a:pt x="233711" y="340870"/>
                      <a:pt x="231626" y="338114"/>
                    </a:cubicBezTo>
                    <a:cubicBezTo>
                      <a:pt x="229542" y="335358"/>
                      <a:pt x="227699" y="330711"/>
                      <a:pt x="227531" y="327788"/>
                    </a:cubicBezTo>
                    <a:cubicBezTo>
                      <a:pt x="227316" y="324054"/>
                      <a:pt x="226639" y="324776"/>
                      <a:pt x="225255" y="330217"/>
                    </a:cubicBezTo>
                    <a:cubicBezTo>
                      <a:pt x="223398" y="337513"/>
                      <a:pt x="223256" y="337588"/>
                      <a:pt x="222797" y="331508"/>
                    </a:cubicBezTo>
                    <a:cubicBezTo>
                      <a:pt x="222352" y="325610"/>
                      <a:pt x="222136" y="325499"/>
                      <a:pt x="220276" y="330217"/>
                    </a:cubicBezTo>
                    <a:cubicBezTo>
                      <a:pt x="218499" y="334726"/>
                      <a:pt x="218005" y="334315"/>
                      <a:pt x="216375" y="326968"/>
                    </a:cubicBezTo>
                    <a:cubicBezTo>
                      <a:pt x="215349" y="322341"/>
                      <a:pt x="213442" y="319215"/>
                      <a:pt x="212138" y="320021"/>
                    </a:cubicBezTo>
                    <a:cubicBezTo>
                      <a:pt x="210833" y="320827"/>
                      <a:pt x="209766" y="319676"/>
                      <a:pt x="209766" y="317462"/>
                    </a:cubicBezTo>
                    <a:cubicBezTo>
                      <a:pt x="209766" y="315249"/>
                      <a:pt x="211073" y="313728"/>
                      <a:pt x="212670" y="314083"/>
                    </a:cubicBezTo>
                    <a:cubicBezTo>
                      <a:pt x="214268" y="314438"/>
                      <a:pt x="216161" y="313115"/>
                      <a:pt x="216877" y="311142"/>
                    </a:cubicBezTo>
                    <a:cubicBezTo>
                      <a:pt x="217675" y="308946"/>
                      <a:pt x="217050" y="308255"/>
                      <a:pt x="215264" y="309359"/>
                    </a:cubicBezTo>
                    <a:cubicBezTo>
                      <a:pt x="211189" y="311878"/>
                      <a:pt x="211586" y="308715"/>
                      <a:pt x="217511" y="291496"/>
                    </a:cubicBezTo>
                    <a:cubicBezTo>
                      <a:pt x="220350" y="283242"/>
                      <a:pt x="222673" y="274348"/>
                      <a:pt x="222673" y="271731"/>
                    </a:cubicBezTo>
                    <a:cubicBezTo>
                      <a:pt x="222673" y="269113"/>
                      <a:pt x="223977" y="266972"/>
                      <a:pt x="225571" y="266972"/>
                    </a:cubicBezTo>
                    <a:cubicBezTo>
                      <a:pt x="227573" y="266972"/>
                      <a:pt x="227475" y="265775"/>
                      <a:pt x="225255" y="263100"/>
                    </a:cubicBezTo>
                    <a:cubicBezTo>
                      <a:pt x="223035" y="260424"/>
                      <a:pt x="222937" y="259227"/>
                      <a:pt x="224939" y="259227"/>
                    </a:cubicBezTo>
                    <a:cubicBezTo>
                      <a:pt x="226726" y="259227"/>
                      <a:pt x="227696" y="254529"/>
                      <a:pt x="227470" y="246966"/>
                    </a:cubicBezTo>
                    <a:lnTo>
                      <a:pt x="227104" y="234704"/>
                    </a:lnTo>
                    <a:lnTo>
                      <a:pt x="225255" y="245029"/>
                    </a:lnTo>
                    <a:cubicBezTo>
                      <a:pt x="223422" y="255266"/>
                      <a:pt x="223402" y="255233"/>
                      <a:pt x="222926" y="241157"/>
                    </a:cubicBezTo>
                    <a:cubicBezTo>
                      <a:pt x="222330" y="223537"/>
                      <a:pt x="217100" y="203003"/>
                      <a:pt x="213514" y="204198"/>
                    </a:cubicBezTo>
                    <a:cubicBezTo>
                      <a:pt x="212038" y="204690"/>
                      <a:pt x="209337" y="200961"/>
                      <a:pt x="207511" y="195911"/>
                    </a:cubicBezTo>
                    <a:cubicBezTo>
                      <a:pt x="204912" y="188724"/>
                      <a:pt x="203143" y="187062"/>
                      <a:pt x="199366" y="188261"/>
                    </a:cubicBezTo>
                    <a:cubicBezTo>
                      <a:pt x="196479" y="189177"/>
                      <a:pt x="192643" y="187925"/>
                      <a:pt x="189814" y="185143"/>
                    </a:cubicBezTo>
                    <a:cubicBezTo>
                      <a:pt x="187213" y="182586"/>
                      <a:pt x="181818" y="178787"/>
                      <a:pt x="177824" y="176701"/>
                    </a:cubicBezTo>
                    <a:cubicBezTo>
                      <a:pt x="173830" y="174616"/>
                      <a:pt x="171833" y="172486"/>
                      <a:pt x="173385" y="171969"/>
                    </a:cubicBezTo>
                    <a:cubicBezTo>
                      <a:pt x="177632" y="170553"/>
                      <a:pt x="176775" y="166295"/>
                      <a:pt x="172244" y="166295"/>
                    </a:cubicBezTo>
                    <a:cubicBezTo>
                      <a:pt x="165904" y="166295"/>
                      <a:pt x="155744" y="158482"/>
                      <a:pt x="157189" y="154717"/>
                    </a:cubicBezTo>
                    <a:cubicBezTo>
                      <a:pt x="157916" y="152822"/>
                      <a:pt x="156611" y="147599"/>
                      <a:pt x="154290" y="143110"/>
                    </a:cubicBezTo>
                    <a:cubicBezTo>
                      <a:pt x="150789" y="136341"/>
                      <a:pt x="150644" y="134254"/>
                      <a:pt x="153437" y="130888"/>
                    </a:cubicBezTo>
                    <a:cubicBezTo>
                      <a:pt x="156396" y="127323"/>
                      <a:pt x="156023" y="127073"/>
                      <a:pt x="150373" y="128835"/>
                    </a:cubicBezTo>
                    <a:cubicBezTo>
                      <a:pt x="144136" y="130780"/>
                      <a:pt x="144078" y="130686"/>
                      <a:pt x="148457" y="125777"/>
                    </a:cubicBezTo>
                    <a:cubicBezTo>
                      <a:pt x="153040" y="120640"/>
                      <a:pt x="154705" y="109503"/>
                      <a:pt x="150890" y="109503"/>
                    </a:cubicBezTo>
                    <a:cubicBezTo>
                      <a:pt x="149743" y="109503"/>
                      <a:pt x="146789" y="114072"/>
                      <a:pt x="144325" y="119656"/>
                    </a:cubicBezTo>
                    <a:cubicBezTo>
                      <a:pt x="140017" y="129421"/>
                      <a:pt x="139548" y="129705"/>
                      <a:pt x="132054" y="127093"/>
                    </a:cubicBezTo>
                    <a:cubicBezTo>
                      <a:pt x="127075" y="125357"/>
                      <a:pt x="124756" y="123090"/>
                      <a:pt x="125630" y="120812"/>
                    </a:cubicBezTo>
                    <a:cubicBezTo>
                      <a:pt x="126411" y="118778"/>
                      <a:pt x="125370" y="117248"/>
                      <a:pt x="123207" y="117248"/>
                    </a:cubicBezTo>
                    <a:cubicBezTo>
                      <a:pt x="121121" y="117248"/>
                      <a:pt x="119415" y="119339"/>
                      <a:pt x="119415" y="121894"/>
                    </a:cubicBezTo>
                    <a:cubicBezTo>
                      <a:pt x="119415" y="124450"/>
                      <a:pt x="118112" y="127844"/>
                      <a:pt x="116519" y="129437"/>
                    </a:cubicBezTo>
                    <a:cubicBezTo>
                      <a:pt x="113230" y="132727"/>
                      <a:pt x="105775" y="130849"/>
                      <a:pt x="107977" y="127285"/>
                    </a:cubicBezTo>
                    <a:cubicBezTo>
                      <a:pt x="108769" y="126004"/>
                      <a:pt x="107624" y="124268"/>
                      <a:pt x="105433" y="123427"/>
                    </a:cubicBezTo>
                    <a:cubicBezTo>
                      <a:pt x="103242" y="122586"/>
                      <a:pt x="99008" y="117948"/>
                      <a:pt x="96024" y="113119"/>
                    </a:cubicBezTo>
                    <a:cubicBezTo>
                      <a:pt x="92358" y="107187"/>
                      <a:pt x="88642" y="104340"/>
                      <a:pt x="84566" y="104340"/>
                    </a:cubicBezTo>
                    <a:cubicBezTo>
                      <a:pt x="80490" y="104340"/>
                      <a:pt x="76774" y="101493"/>
                      <a:pt x="73108" y="95562"/>
                    </a:cubicBezTo>
                    <a:cubicBezTo>
                      <a:pt x="67387" y="86305"/>
                      <a:pt x="62222" y="83015"/>
                      <a:pt x="56725" y="85124"/>
                    </a:cubicBezTo>
                    <a:cubicBezTo>
                      <a:pt x="50606" y="87472"/>
                      <a:pt x="41978" y="76444"/>
                      <a:pt x="41890" y="66163"/>
                    </a:cubicBezTo>
                    <a:cubicBezTo>
                      <a:pt x="41792" y="54708"/>
                      <a:pt x="37917" y="49001"/>
                      <a:pt x="28677" y="46701"/>
                    </a:cubicBezTo>
                    <a:cubicBezTo>
                      <a:pt x="24172" y="45580"/>
                      <a:pt x="20912" y="42349"/>
                      <a:pt x="19131" y="37238"/>
                    </a:cubicBezTo>
                    <a:cubicBezTo>
                      <a:pt x="17643" y="32970"/>
                      <a:pt x="14841" y="29478"/>
                      <a:pt x="12905" y="29478"/>
                    </a:cubicBezTo>
                    <a:cubicBezTo>
                      <a:pt x="8305" y="29478"/>
                      <a:pt x="-2593" y="14715"/>
                      <a:pt x="565" y="12763"/>
                    </a:cubicBezTo>
                    <a:cubicBezTo>
                      <a:pt x="3818" y="10752"/>
                      <a:pt x="12858" y="12542"/>
                      <a:pt x="24931" y="17586"/>
                    </a:cubicBezTo>
                    <a:cubicBezTo>
                      <a:pt x="37286" y="22748"/>
                      <a:pt x="47225" y="22872"/>
                      <a:pt x="53740" y="17944"/>
                    </a:cubicBezTo>
                    <a:cubicBezTo>
                      <a:pt x="60581" y="12770"/>
                      <a:pt x="62623" y="13067"/>
                      <a:pt x="62623" y="19236"/>
                    </a:cubicBezTo>
                    <a:cubicBezTo>
                      <a:pt x="62623" y="22305"/>
                      <a:pt x="65034" y="25393"/>
                      <a:pt x="68432" y="26677"/>
                    </a:cubicBezTo>
                    <a:cubicBezTo>
                      <a:pt x="74871" y="29111"/>
                      <a:pt x="79002" y="27843"/>
                      <a:pt x="76711" y="24137"/>
                    </a:cubicBezTo>
                    <a:cubicBezTo>
                      <a:pt x="75894" y="22815"/>
                      <a:pt x="77037" y="21734"/>
                      <a:pt x="79251" y="21734"/>
                    </a:cubicBezTo>
                    <a:cubicBezTo>
                      <a:pt x="81464" y="21734"/>
                      <a:pt x="83275" y="20550"/>
                      <a:pt x="83275" y="19103"/>
                    </a:cubicBezTo>
                    <a:cubicBezTo>
                      <a:pt x="83275" y="17583"/>
                      <a:pt x="80538" y="17160"/>
                      <a:pt x="76792" y="18100"/>
                    </a:cubicBezTo>
                    <a:cubicBezTo>
                      <a:pt x="71329" y="19471"/>
                      <a:pt x="70588" y="19002"/>
                      <a:pt x="72078" y="15119"/>
                    </a:cubicBezTo>
                    <a:cubicBezTo>
                      <a:pt x="73452" y="11539"/>
                      <a:pt x="72877" y="10883"/>
                      <a:pt x="69501" y="12179"/>
                    </a:cubicBezTo>
                    <a:cubicBezTo>
                      <a:pt x="66052" y="13503"/>
                      <a:pt x="66358" y="12212"/>
                      <a:pt x="70989" y="5916"/>
                    </a:cubicBezTo>
                    <a:cubicBezTo>
                      <a:pt x="76351" y="-1376"/>
                      <a:pt x="76888" y="-1579"/>
                      <a:pt x="77646" y="3402"/>
                    </a:cubicBezTo>
                    <a:cubicBezTo>
                      <a:pt x="78672" y="10145"/>
                      <a:pt x="78784" y="10167"/>
                      <a:pt x="139275" y="15638"/>
                    </a:cubicBezTo>
                    <a:cubicBezTo>
                      <a:pt x="166526" y="18103"/>
                      <a:pt x="188286" y="20987"/>
                      <a:pt x="187630" y="22047"/>
                    </a:cubicBezTo>
                    <a:cubicBezTo>
                      <a:pt x="185081" y="26172"/>
                      <a:pt x="200296" y="53021"/>
                      <a:pt x="207209" y="56596"/>
                    </a:cubicBezTo>
                    <a:cubicBezTo>
                      <a:pt x="214767" y="60504"/>
                      <a:pt x="224810" y="78946"/>
                      <a:pt x="227114" y="93147"/>
                    </a:cubicBezTo>
                    <a:cubicBezTo>
                      <a:pt x="228108" y="99272"/>
                      <a:pt x="230904" y="103059"/>
                      <a:pt x="237157" y="106748"/>
                    </a:cubicBezTo>
                    <a:cubicBezTo>
                      <a:pt x="244668" y="111180"/>
                      <a:pt x="245621" y="112866"/>
                      <a:pt x="244314" y="119404"/>
                    </a:cubicBezTo>
                    <a:cubicBezTo>
                      <a:pt x="243448" y="123731"/>
                      <a:pt x="244017" y="127696"/>
                      <a:pt x="245646" y="128703"/>
                    </a:cubicBezTo>
                    <a:cubicBezTo>
                      <a:pt x="247209" y="129669"/>
                      <a:pt x="248514" y="135909"/>
                      <a:pt x="248545" y="142569"/>
                    </a:cubicBezTo>
                    <a:cubicBezTo>
                      <a:pt x="248610" y="156222"/>
                      <a:pt x="256380" y="169733"/>
                      <a:pt x="261330" y="164801"/>
                    </a:cubicBezTo>
                    <a:cubicBezTo>
                      <a:pt x="263334" y="162805"/>
                      <a:pt x="262643" y="160133"/>
                      <a:pt x="258888" y="155359"/>
                    </a:cubicBezTo>
                    <a:cubicBezTo>
                      <a:pt x="253728" y="148800"/>
                      <a:pt x="251444" y="130155"/>
                      <a:pt x="255800" y="130155"/>
                    </a:cubicBezTo>
                    <a:cubicBezTo>
                      <a:pt x="259829" y="130155"/>
                      <a:pt x="274389" y="150593"/>
                      <a:pt x="275961" y="158456"/>
                    </a:cubicBezTo>
                    <a:cubicBezTo>
                      <a:pt x="276824" y="162768"/>
                      <a:pt x="279126" y="166295"/>
                      <a:pt x="281077" y="166295"/>
                    </a:cubicBezTo>
                    <a:cubicBezTo>
                      <a:pt x="283382" y="166295"/>
                      <a:pt x="284587" y="169236"/>
                      <a:pt x="284516" y="174685"/>
                    </a:cubicBezTo>
                    <a:cubicBezTo>
                      <a:pt x="284361" y="186530"/>
                      <a:pt x="287367" y="203159"/>
                      <a:pt x="290330" y="206853"/>
                    </a:cubicBezTo>
                    <a:cubicBezTo>
                      <a:pt x="291973" y="208901"/>
                      <a:pt x="291767" y="213229"/>
                      <a:pt x="289732" y="219395"/>
                    </a:cubicBezTo>
                    <a:cubicBezTo>
                      <a:pt x="286869" y="228068"/>
                      <a:pt x="287307" y="230214"/>
                      <a:pt x="295284" y="246624"/>
                    </a:cubicBezTo>
                    <a:cubicBezTo>
                      <a:pt x="300047" y="256421"/>
                      <a:pt x="305697" y="264994"/>
                      <a:pt x="307839" y="265674"/>
                    </a:cubicBezTo>
                    <a:cubicBezTo>
                      <a:pt x="309981" y="266354"/>
                      <a:pt x="311853" y="269538"/>
                      <a:pt x="311998" y="272749"/>
                    </a:cubicBezTo>
                    <a:cubicBezTo>
                      <a:pt x="312747" y="289262"/>
                      <a:pt x="316417" y="302569"/>
                      <a:pt x="323310" y="313772"/>
                    </a:cubicBezTo>
                    <a:cubicBezTo>
                      <a:pt x="332864" y="329298"/>
                      <a:pt x="335210" y="338166"/>
                      <a:pt x="331080" y="343142"/>
                    </a:cubicBezTo>
                    <a:cubicBezTo>
                      <a:pt x="328823" y="345861"/>
                      <a:pt x="328447" y="351993"/>
                      <a:pt x="329774" y="364390"/>
                    </a:cubicBezTo>
                    <a:cubicBezTo>
                      <a:pt x="332100" y="386110"/>
                      <a:pt x="338349" y="395959"/>
                      <a:pt x="349986" y="396248"/>
                    </a:cubicBezTo>
                    <a:cubicBezTo>
                      <a:pt x="354503" y="396360"/>
                      <a:pt x="356748" y="397038"/>
                      <a:pt x="354973" y="397754"/>
                    </a:cubicBezTo>
                    <a:cubicBezTo>
                      <a:pt x="349867" y="399814"/>
                      <a:pt x="351219" y="403789"/>
                      <a:pt x="357026" y="403789"/>
                    </a:cubicBezTo>
                    <a:cubicBezTo>
                      <a:pt x="361562" y="403789"/>
                      <a:pt x="362100" y="402606"/>
                      <a:pt x="360843" y="395399"/>
                    </a:cubicBezTo>
                    <a:cubicBezTo>
                      <a:pt x="360039" y="390785"/>
                      <a:pt x="360485" y="385331"/>
                      <a:pt x="361835" y="383279"/>
                    </a:cubicBezTo>
                    <a:cubicBezTo>
                      <a:pt x="363800" y="380292"/>
                      <a:pt x="366898" y="382284"/>
                      <a:pt x="377379" y="393272"/>
                    </a:cubicBezTo>
                    <a:cubicBezTo>
                      <a:pt x="384578" y="400820"/>
                      <a:pt x="390468" y="408598"/>
                      <a:pt x="390468" y="410555"/>
                    </a:cubicBezTo>
                    <a:cubicBezTo>
                      <a:pt x="390468" y="412631"/>
                      <a:pt x="393158" y="414114"/>
                      <a:pt x="396921" y="414114"/>
                    </a:cubicBezTo>
                    <a:cubicBezTo>
                      <a:pt x="401868" y="414114"/>
                      <a:pt x="403375" y="415453"/>
                      <a:pt x="403375" y="419847"/>
                    </a:cubicBezTo>
                    <a:cubicBezTo>
                      <a:pt x="403375" y="423000"/>
                      <a:pt x="404827" y="431917"/>
                      <a:pt x="406602" y="439662"/>
                    </a:cubicBezTo>
                    <a:cubicBezTo>
                      <a:pt x="409222" y="451096"/>
                      <a:pt x="411381" y="454663"/>
                      <a:pt x="418087" y="458630"/>
                    </a:cubicBezTo>
                    <a:cubicBezTo>
                      <a:pt x="432031" y="466881"/>
                      <a:pt x="432496" y="489608"/>
                      <a:pt x="419011" y="503820"/>
                    </a:cubicBezTo>
                    <a:cubicBezTo>
                      <a:pt x="415980" y="507014"/>
                      <a:pt x="411844" y="509628"/>
                      <a:pt x="409820" y="509628"/>
                    </a:cubicBezTo>
                    <a:cubicBezTo>
                      <a:pt x="407796" y="509628"/>
                      <a:pt x="400938" y="512532"/>
                      <a:pt x="394580" y="516082"/>
                    </a:cubicBezTo>
                    <a:cubicBezTo>
                      <a:pt x="388222" y="519631"/>
                      <a:pt x="382575" y="522535"/>
                      <a:pt x="382031" y="522535"/>
                    </a:cubicBezTo>
                    <a:cubicBezTo>
                      <a:pt x="381487" y="522535"/>
                      <a:pt x="378323" y="519641"/>
                      <a:pt x="375000" y="516104"/>
                    </a:cubicBezTo>
                    <a:close/>
                  </a:path>
                </a:pathLst>
              </a:custGeom>
              <a:solidFill>
                <a:srgbClr val="B9B9B9"/>
              </a:solidFill>
              <a:ln w="5163" cap="flat">
                <a:noFill/>
                <a:prstDash val="solid"/>
                <a:miter/>
              </a:ln>
            </p:spPr>
            <p:txBody>
              <a:bodyPr/>
              <a:lstStyle/>
              <a:p>
                <a:endParaRPr lang="es-419" noProof="0" dirty="0"/>
              </a:p>
            </p:txBody>
          </p:sp>
          <p:sp>
            <p:nvSpPr>
              <p:cNvPr id="93" name="Forma libre: forma 92">
                <a:extLst>
                  <a:ext uri="{FF2B5EF4-FFF2-40B4-BE49-F238E27FC236}">
                    <a16:creationId xmlns:a16="http://schemas.microsoft.com/office/drawing/2014/main" id="{4D1497B4-31AC-5677-DDFA-2B4087CA0411}"/>
                  </a:ext>
                </a:extLst>
              </p:cNvPr>
              <p:cNvSpPr/>
              <p:nvPr/>
            </p:nvSpPr>
            <p:spPr>
              <a:xfrm>
                <a:off x="675648" y="1860606"/>
                <a:ext cx="11408" cy="19945"/>
              </a:xfrm>
              <a:custGeom>
                <a:avLst/>
                <a:gdLst>
                  <a:gd name="csX0" fmla="*/ 2146 w 11408"/>
                  <a:gd name="csY0" fmla="*/ 10289 h 19945"/>
                  <a:gd name="csX1" fmla="*/ 6337 w 11408"/>
                  <a:gd name="csY1" fmla="*/ 7392 h 19945"/>
                  <a:gd name="csX2" fmla="*/ 8408 w 11408"/>
                  <a:gd name="csY2" fmla="*/ 19945 h 19945"/>
                  <a:gd name="csX3" fmla="*/ 2146 w 11408"/>
                  <a:gd name="csY3" fmla="*/ 10289 h 19945"/>
                </a:gdLst>
                <a:ahLst/>
                <a:cxnLst>
                  <a:cxn ang="0">
                    <a:pos x="csX0" y="csY0"/>
                  </a:cxn>
                  <a:cxn ang="0">
                    <a:pos x="csX1" y="csY1"/>
                  </a:cxn>
                  <a:cxn ang="0">
                    <a:pos x="csX2" y="csY2"/>
                  </a:cxn>
                  <a:cxn ang="0">
                    <a:pos x="csX3" y="csY3"/>
                  </a:cxn>
                </a:cxnLst>
                <a:rect l="l" t="t" r="r" b="b"/>
                <a:pathLst>
                  <a:path w="11408" h="19945">
                    <a:moveTo>
                      <a:pt x="2146" y="10289"/>
                    </a:moveTo>
                    <a:cubicBezTo>
                      <a:pt x="-1802" y="-2324"/>
                      <a:pt x="-243" y="-3401"/>
                      <a:pt x="6337" y="7392"/>
                    </a:cubicBezTo>
                    <a:cubicBezTo>
                      <a:pt x="12476" y="17462"/>
                      <a:pt x="12886" y="19945"/>
                      <a:pt x="8408" y="19945"/>
                    </a:cubicBezTo>
                    <a:cubicBezTo>
                      <a:pt x="6626" y="19945"/>
                      <a:pt x="3808" y="15600"/>
                      <a:pt x="2146" y="10289"/>
                    </a:cubicBezTo>
                    <a:close/>
                  </a:path>
                </a:pathLst>
              </a:custGeom>
              <a:solidFill>
                <a:srgbClr val="B9B9B9"/>
              </a:solidFill>
              <a:ln w="5163" cap="flat">
                <a:noFill/>
                <a:prstDash val="solid"/>
                <a:miter/>
              </a:ln>
            </p:spPr>
            <p:txBody>
              <a:bodyPr/>
              <a:lstStyle/>
              <a:p>
                <a:endParaRPr lang="es-419" noProof="0" dirty="0"/>
              </a:p>
            </p:txBody>
          </p:sp>
          <p:sp>
            <p:nvSpPr>
              <p:cNvPr id="94" name="Forma libre: forma 93">
                <a:extLst>
                  <a:ext uri="{FF2B5EF4-FFF2-40B4-BE49-F238E27FC236}">
                    <a16:creationId xmlns:a16="http://schemas.microsoft.com/office/drawing/2014/main" id="{5BE09A63-F358-D5F9-E48C-E6E2979A8D21}"/>
                  </a:ext>
                </a:extLst>
              </p:cNvPr>
              <p:cNvSpPr/>
              <p:nvPr/>
            </p:nvSpPr>
            <p:spPr>
              <a:xfrm>
                <a:off x="517039" y="1839249"/>
                <a:ext cx="11082" cy="12784"/>
              </a:xfrm>
              <a:custGeom>
                <a:avLst/>
                <a:gdLst>
                  <a:gd name="csX0" fmla="*/ 4154 w 11082"/>
                  <a:gd name="csY0" fmla="*/ 8186 h 12784"/>
                  <a:gd name="csX1" fmla="*/ 2167 w 11082"/>
                  <a:gd name="csY1" fmla="*/ 0 h 12784"/>
                  <a:gd name="csX2" fmla="*/ 8680 w 11082"/>
                  <a:gd name="csY2" fmla="*/ 6454 h 12784"/>
                  <a:gd name="csX3" fmla="*/ 4154 w 11082"/>
                  <a:gd name="csY3" fmla="*/ 8186 h 12784"/>
                </a:gdLst>
                <a:ahLst/>
                <a:cxnLst>
                  <a:cxn ang="0">
                    <a:pos x="csX0" y="csY0"/>
                  </a:cxn>
                  <a:cxn ang="0">
                    <a:pos x="csX1" y="csY1"/>
                  </a:cxn>
                  <a:cxn ang="0">
                    <a:pos x="csX2" y="csY2"/>
                  </a:cxn>
                  <a:cxn ang="0">
                    <a:pos x="csX3" y="csY3"/>
                  </a:cxn>
                </a:cxnLst>
                <a:rect l="l" t="t" r="r" b="b"/>
                <a:pathLst>
                  <a:path w="11082" h="12784">
                    <a:moveTo>
                      <a:pt x="4154" y="8186"/>
                    </a:moveTo>
                    <a:cubicBezTo>
                      <a:pt x="-584" y="2950"/>
                      <a:pt x="-1300" y="0"/>
                      <a:pt x="2167" y="0"/>
                    </a:cubicBezTo>
                    <a:cubicBezTo>
                      <a:pt x="3423" y="0"/>
                      <a:pt x="6354" y="2904"/>
                      <a:pt x="8680" y="6454"/>
                    </a:cubicBezTo>
                    <a:cubicBezTo>
                      <a:pt x="13580" y="13931"/>
                      <a:pt x="10441" y="15133"/>
                      <a:pt x="4154" y="8186"/>
                    </a:cubicBezTo>
                    <a:close/>
                  </a:path>
                </a:pathLst>
              </a:custGeom>
              <a:solidFill>
                <a:srgbClr val="B9B9B9"/>
              </a:solidFill>
              <a:ln w="5163" cap="flat">
                <a:noFill/>
                <a:prstDash val="solid"/>
                <a:miter/>
              </a:ln>
            </p:spPr>
            <p:txBody>
              <a:bodyPr/>
              <a:lstStyle/>
              <a:p>
                <a:endParaRPr lang="es-419" noProof="0" dirty="0"/>
              </a:p>
            </p:txBody>
          </p:sp>
          <p:sp>
            <p:nvSpPr>
              <p:cNvPr id="95" name="Forma libre: forma 94">
                <a:extLst>
                  <a:ext uri="{FF2B5EF4-FFF2-40B4-BE49-F238E27FC236}">
                    <a16:creationId xmlns:a16="http://schemas.microsoft.com/office/drawing/2014/main" id="{FD04F73B-C64F-80B0-0C10-0DE1F3DA3CA0}"/>
                  </a:ext>
                </a:extLst>
              </p:cNvPr>
              <p:cNvSpPr/>
              <p:nvPr/>
            </p:nvSpPr>
            <p:spPr>
              <a:xfrm>
                <a:off x="633440" y="1833111"/>
                <a:ext cx="12552" cy="18971"/>
              </a:xfrm>
              <a:custGeom>
                <a:avLst/>
                <a:gdLst>
                  <a:gd name="csX0" fmla="*/ 3996 w 12552"/>
                  <a:gd name="csY0" fmla="*/ 9922 h 18971"/>
                  <a:gd name="csX1" fmla="*/ 6099 w 12552"/>
                  <a:gd name="csY1" fmla="*/ 5082 h 18971"/>
                  <a:gd name="csX2" fmla="*/ 12553 w 12552"/>
                  <a:gd name="csY2" fmla="*/ 15290 h 18971"/>
                  <a:gd name="csX3" fmla="*/ 3996 w 12552"/>
                  <a:gd name="csY3" fmla="*/ 9922 h 18971"/>
                </a:gdLst>
                <a:ahLst/>
                <a:cxnLst>
                  <a:cxn ang="0">
                    <a:pos x="csX0" y="csY0"/>
                  </a:cxn>
                  <a:cxn ang="0">
                    <a:pos x="csX1" y="csY1"/>
                  </a:cxn>
                  <a:cxn ang="0">
                    <a:pos x="csX2" y="csY2"/>
                  </a:cxn>
                  <a:cxn ang="0">
                    <a:pos x="csX3" y="csY3"/>
                  </a:cxn>
                </a:cxnLst>
                <a:rect l="l" t="t" r="r" b="b"/>
                <a:pathLst>
                  <a:path w="12552" h="18971">
                    <a:moveTo>
                      <a:pt x="3996" y="9922"/>
                    </a:moveTo>
                    <a:cubicBezTo>
                      <a:pt x="-1733" y="-2091"/>
                      <a:pt x="-1533" y="-2550"/>
                      <a:pt x="6099" y="5082"/>
                    </a:cubicBezTo>
                    <a:cubicBezTo>
                      <a:pt x="9649" y="8631"/>
                      <a:pt x="12553" y="13225"/>
                      <a:pt x="12553" y="15290"/>
                    </a:cubicBezTo>
                    <a:cubicBezTo>
                      <a:pt x="12553" y="21885"/>
                      <a:pt x="8483" y="19332"/>
                      <a:pt x="3996" y="9922"/>
                    </a:cubicBezTo>
                    <a:close/>
                  </a:path>
                </a:pathLst>
              </a:custGeom>
              <a:solidFill>
                <a:srgbClr val="B9B9B9"/>
              </a:solidFill>
              <a:ln w="5163" cap="flat">
                <a:noFill/>
                <a:prstDash val="solid"/>
                <a:miter/>
              </a:ln>
            </p:spPr>
            <p:txBody>
              <a:bodyPr/>
              <a:lstStyle/>
              <a:p>
                <a:endParaRPr lang="es-419" noProof="0" dirty="0"/>
              </a:p>
            </p:txBody>
          </p:sp>
          <p:sp>
            <p:nvSpPr>
              <p:cNvPr id="96" name="Forma libre: forma 95">
                <a:extLst>
                  <a:ext uri="{FF2B5EF4-FFF2-40B4-BE49-F238E27FC236}">
                    <a16:creationId xmlns:a16="http://schemas.microsoft.com/office/drawing/2014/main" id="{81F0E4D9-6FE7-E1E9-A08D-B97BC80E8AEC}"/>
                  </a:ext>
                </a:extLst>
              </p:cNvPr>
              <p:cNvSpPr/>
              <p:nvPr/>
            </p:nvSpPr>
            <p:spPr>
              <a:xfrm>
                <a:off x="499513" y="1824179"/>
                <a:ext cx="16487" cy="10786"/>
              </a:xfrm>
              <a:custGeom>
                <a:avLst/>
                <a:gdLst>
                  <a:gd name="csX0" fmla="*/ 5790 w 16487"/>
                  <a:gd name="csY0" fmla="*/ 5576 h 10786"/>
                  <a:gd name="csX1" fmla="*/ 4501 w 16487"/>
                  <a:gd name="csY1" fmla="*/ 936 h 10786"/>
                  <a:gd name="csX2" fmla="*/ 15719 w 16487"/>
                  <a:gd name="csY2" fmla="*/ 10646 h 10786"/>
                  <a:gd name="csX3" fmla="*/ 5790 w 16487"/>
                  <a:gd name="csY3" fmla="*/ 5576 h 10786"/>
                </a:gdLst>
                <a:ahLst/>
                <a:cxnLst>
                  <a:cxn ang="0">
                    <a:pos x="csX0" y="csY0"/>
                  </a:cxn>
                  <a:cxn ang="0">
                    <a:pos x="csX1" y="csY1"/>
                  </a:cxn>
                  <a:cxn ang="0">
                    <a:pos x="csX2" y="csY2"/>
                  </a:cxn>
                  <a:cxn ang="0">
                    <a:pos x="csX3" y="csY3"/>
                  </a:cxn>
                </a:cxnLst>
                <a:rect l="l" t="t" r="r" b="b"/>
                <a:pathLst>
                  <a:path w="16487" h="10786">
                    <a:moveTo>
                      <a:pt x="5790" y="5576"/>
                    </a:moveTo>
                    <a:cubicBezTo>
                      <a:pt x="-1676" y="-615"/>
                      <a:pt x="-1722" y="-781"/>
                      <a:pt x="4501" y="936"/>
                    </a:cubicBezTo>
                    <a:cubicBezTo>
                      <a:pt x="12209" y="3063"/>
                      <a:pt x="18782" y="8753"/>
                      <a:pt x="15719" y="10646"/>
                    </a:cubicBezTo>
                    <a:cubicBezTo>
                      <a:pt x="14517" y="11389"/>
                      <a:pt x="10049" y="9107"/>
                      <a:pt x="5790" y="5576"/>
                    </a:cubicBezTo>
                    <a:close/>
                  </a:path>
                </a:pathLst>
              </a:custGeom>
              <a:solidFill>
                <a:srgbClr val="B9B9B9"/>
              </a:solidFill>
              <a:ln w="5163" cap="flat">
                <a:noFill/>
                <a:prstDash val="solid"/>
                <a:miter/>
              </a:ln>
            </p:spPr>
            <p:txBody>
              <a:bodyPr/>
              <a:lstStyle/>
              <a:p>
                <a:endParaRPr lang="es-419" noProof="0" dirty="0"/>
              </a:p>
            </p:txBody>
          </p:sp>
          <p:sp>
            <p:nvSpPr>
              <p:cNvPr id="97" name="Forma libre: forma 96">
                <a:extLst>
                  <a:ext uri="{FF2B5EF4-FFF2-40B4-BE49-F238E27FC236}">
                    <a16:creationId xmlns:a16="http://schemas.microsoft.com/office/drawing/2014/main" id="{28A2E2B1-3CCC-6D7A-B2C4-D3B317717C87}"/>
                  </a:ext>
                </a:extLst>
              </p:cNvPr>
              <p:cNvSpPr/>
              <p:nvPr/>
            </p:nvSpPr>
            <p:spPr>
              <a:xfrm>
                <a:off x="478303" y="1760241"/>
                <a:ext cx="17819" cy="62484"/>
              </a:xfrm>
              <a:custGeom>
                <a:avLst/>
                <a:gdLst>
                  <a:gd name="csX0" fmla="*/ 12817 w 17819"/>
                  <a:gd name="csY0" fmla="*/ 59663 h 62484"/>
                  <a:gd name="csX1" fmla="*/ 8906 w 17819"/>
                  <a:gd name="csY1" fmla="*/ 49920 h 62484"/>
                  <a:gd name="csX2" fmla="*/ 3768 w 17819"/>
                  <a:gd name="csY2" fmla="*/ 41934 h 62484"/>
                  <a:gd name="csX3" fmla="*/ 2261 w 17819"/>
                  <a:gd name="csY3" fmla="*/ 33152 h 62484"/>
                  <a:gd name="csX4" fmla="*/ 8278 w 17819"/>
                  <a:gd name="csY4" fmla="*/ 19635 h 62484"/>
                  <a:gd name="csX5" fmla="*/ 14954 w 17819"/>
                  <a:gd name="csY5" fmla="*/ 4146 h 62484"/>
                  <a:gd name="csX6" fmla="*/ 16371 w 17819"/>
                  <a:gd name="csY6" fmla="*/ 6727 h 62484"/>
                  <a:gd name="csX7" fmla="*/ 10951 w 17819"/>
                  <a:gd name="csY7" fmla="*/ 23219 h 62484"/>
                  <a:gd name="csX8" fmla="*/ 9971 w 17819"/>
                  <a:gd name="csY8" fmla="*/ 36893 h 62484"/>
                  <a:gd name="csX9" fmla="*/ 12803 w 17819"/>
                  <a:gd name="csY9" fmla="*/ 48926 h 62484"/>
                  <a:gd name="csX10" fmla="*/ 15858 w 17819"/>
                  <a:gd name="csY10" fmla="*/ 57797 h 62484"/>
                  <a:gd name="csX11" fmla="*/ 17517 w 17819"/>
                  <a:gd name="csY11" fmla="*/ 62248 h 62484"/>
                  <a:gd name="csX12" fmla="*/ 12817 w 17819"/>
                  <a:gd name="csY12" fmla="*/ 59663 h 624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7819" h="62484">
                    <a:moveTo>
                      <a:pt x="12817" y="59663"/>
                    </a:moveTo>
                    <a:cubicBezTo>
                      <a:pt x="10999" y="57473"/>
                      <a:pt x="9240" y="53089"/>
                      <a:pt x="8906" y="49920"/>
                    </a:cubicBezTo>
                    <a:cubicBezTo>
                      <a:pt x="7921" y="40559"/>
                      <a:pt x="7808" y="40384"/>
                      <a:pt x="3768" y="41934"/>
                    </a:cubicBezTo>
                    <a:cubicBezTo>
                      <a:pt x="-606" y="43612"/>
                      <a:pt x="-1257" y="39820"/>
                      <a:pt x="2261" y="33152"/>
                    </a:cubicBezTo>
                    <a:cubicBezTo>
                      <a:pt x="3561" y="30687"/>
                      <a:pt x="6269" y="24604"/>
                      <a:pt x="8278" y="19635"/>
                    </a:cubicBezTo>
                    <a:cubicBezTo>
                      <a:pt x="10287" y="14665"/>
                      <a:pt x="13291" y="7695"/>
                      <a:pt x="14954" y="4146"/>
                    </a:cubicBezTo>
                    <a:cubicBezTo>
                      <a:pt x="17758" y="-1839"/>
                      <a:pt x="17861" y="-1651"/>
                      <a:pt x="16371" y="6727"/>
                    </a:cubicBezTo>
                    <a:cubicBezTo>
                      <a:pt x="15486" y="11697"/>
                      <a:pt x="13047" y="19118"/>
                      <a:pt x="10951" y="23219"/>
                    </a:cubicBezTo>
                    <a:cubicBezTo>
                      <a:pt x="8012" y="28966"/>
                      <a:pt x="7787" y="32101"/>
                      <a:pt x="9971" y="36893"/>
                    </a:cubicBezTo>
                    <a:cubicBezTo>
                      <a:pt x="11529" y="40313"/>
                      <a:pt x="12803" y="45728"/>
                      <a:pt x="12803" y="48926"/>
                    </a:cubicBezTo>
                    <a:cubicBezTo>
                      <a:pt x="12803" y="52125"/>
                      <a:pt x="14178" y="56117"/>
                      <a:pt x="15858" y="57797"/>
                    </a:cubicBezTo>
                    <a:cubicBezTo>
                      <a:pt x="17538" y="59477"/>
                      <a:pt x="18285" y="61480"/>
                      <a:pt x="17517" y="62248"/>
                    </a:cubicBezTo>
                    <a:cubicBezTo>
                      <a:pt x="16749" y="63016"/>
                      <a:pt x="14634" y="61852"/>
                      <a:pt x="12817" y="59663"/>
                    </a:cubicBezTo>
                    <a:close/>
                  </a:path>
                </a:pathLst>
              </a:custGeom>
              <a:solidFill>
                <a:srgbClr val="B9B9B9"/>
              </a:solidFill>
              <a:ln w="5163" cap="flat">
                <a:noFill/>
                <a:prstDash val="solid"/>
                <a:miter/>
              </a:ln>
            </p:spPr>
            <p:txBody>
              <a:bodyPr/>
              <a:lstStyle/>
              <a:p>
                <a:endParaRPr lang="es-419" noProof="0" dirty="0"/>
              </a:p>
            </p:txBody>
          </p:sp>
          <p:sp>
            <p:nvSpPr>
              <p:cNvPr id="98" name="Forma libre: forma 97">
                <a:extLst>
                  <a:ext uri="{FF2B5EF4-FFF2-40B4-BE49-F238E27FC236}">
                    <a16:creationId xmlns:a16="http://schemas.microsoft.com/office/drawing/2014/main" id="{A7328EA4-AD50-B0FC-07CC-5A15812B2A45}"/>
                  </a:ext>
                </a:extLst>
              </p:cNvPr>
              <p:cNvSpPr/>
              <p:nvPr/>
            </p:nvSpPr>
            <p:spPr>
              <a:xfrm>
                <a:off x="610272" y="1785879"/>
                <a:ext cx="19431" cy="24201"/>
              </a:xfrm>
              <a:custGeom>
                <a:avLst/>
                <a:gdLst>
                  <a:gd name="csX0" fmla="*/ 12977 w 19431"/>
                  <a:gd name="csY0" fmla="*/ 20895 h 24201"/>
                  <a:gd name="csX1" fmla="*/ 7325 w 19431"/>
                  <a:gd name="csY1" fmla="*/ 14059 h 24201"/>
                  <a:gd name="csX2" fmla="*/ 3038 w 19431"/>
                  <a:gd name="csY2" fmla="*/ 6445 h 24201"/>
                  <a:gd name="csX3" fmla="*/ 7745 w 19431"/>
                  <a:gd name="csY3" fmla="*/ 1409 h 24201"/>
                  <a:gd name="csX4" fmla="*/ 17054 w 19431"/>
                  <a:gd name="csY4" fmla="*/ 13612 h 24201"/>
                  <a:gd name="csX5" fmla="*/ 19347 w 19431"/>
                  <a:gd name="csY5" fmla="*/ 24137 h 24201"/>
                  <a:gd name="csX6" fmla="*/ 12977 w 19431"/>
                  <a:gd name="csY6" fmla="*/ 20895 h 24201"/>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9431" h="24201">
                    <a:moveTo>
                      <a:pt x="12977" y="20895"/>
                    </a:moveTo>
                    <a:cubicBezTo>
                      <a:pt x="9869" y="18718"/>
                      <a:pt x="7325" y="15642"/>
                      <a:pt x="7325" y="14059"/>
                    </a:cubicBezTo>
                    <a:cubicBezTo>
                      <a:pt x="7325" y="12477"/>
                      <a:pt x="5396" y="9050"/>
                      <a:pt x="3038" y="6445"/>
                    </a:cubicBezTo>
                    <a:cubicBezTo>
                      <a:pt x="-2384" y="453"/>
                      <a:pt x="-388" y="-1683"/>
                      <a:pt x="7745" y="1409"/>
                    </a:cubicBezTo>
                    <a:cubicBezTo>
                      <a:pt x="11871" y="2978"/>
                      <a:pt x="15083" y="7189"/>
                      <a:pt x="17054" y="13612"/>
                    </a:cubicBezTo>
                    <a:cubicBezTo>
                      <a:pt x="18710" y="19007"/>
                      <a:pt x="19742" y="23743"/>
                      <a:pt x="19347" y="24137"/>
                    </a:cubicBezTo>
                    <a:cubicBezTo>
                      <a:pt x="18953" y="24532"/>
                      <a:pt x="16086" y="23073"/>
                      <a:pt x="12977" y="20895"/>
                    </a:cubicBezTo>
                    <a:close/>
                  </a:path>
                </a:pathLst>
              </a:custGeom>
              <a:solidFill>
                <a:srgbClr val="B9B9B9"/>
              </a:solidFill>
              <a:ln w="5163" cap="flat">
                <a:noFill/>
                <a:prstDash val="solid"/>
                <a:miter/>
              </a:ln>
            </p:spPr>
            <p:txBody>
              <a:bodyPr/>
              <a:lstStyle/>
              <a:p>
                <a:endParaRPr lang="es-419" noProof="0" dirty="0"/>
              </a:p>
            </p:txBody>
          </p:sp>
          <p:sp>
            <p:nvSpPr>
              <p:cNvPr id="99" name="Forma libre: forma 98">
                <a:extLst>
                  <a:ext uri="{FF2B5EF4-FFF2-40B4-BE49-F238E27FC236}">
                    <a16:creationId xmlns:a16="http://schemas.microsoft.com/office/drawing/2014/main" id="{C42E6180-2E44-08AE-727C-4EA664D2E5D6}"/>
                  </a:ext>
                </a:extLst>
              </p:cNvPr>
              <p:cNvSpPr/>
              <p:nvPr/>
            </p:nvSpPr>
            <p:spPr>
              <a:xfrm>
                <a:off x="615016" y="1765374"/>
                <a:ext cx="5162" cy="6756"/>
              </a:xfrm>
              <a:custGeom>
                <a:avLst/>
                <a:gdLst>
                  <a:gd name="csX0" fmla="*/ 0 w 5162"/>
                  <a:gd name="csY0" fmla="*/ 4328 h 6756"/>
                  <a:gd name="csX1" fmla="*/ 2581 w 5162"/>
                  <a:gd name="csY1" fmla="*/ 303 h 6756"/>
                  <a:gd name="csX2" fmla="*/ 5163 w 5162"/>
                  <a:gd name="csY2" fmla="*/ 2732 h 6756"/>
                  <a:gd name="csX3" fmla="*/ 2581 w 5162"/>
                  <a:gd name="csY3" fmla="*/ 6757 h 6756"/>
                  <a:gd name="csX4" fmla="*/ 0 w 5162"/>
                  <a:gd name="csY4" fmla="*/ 4328 h 6756"/>
                </a:gdLst>
                <a:ahLst/>
                <a:cxnLst>
                  <a:cxn ang="0">
                    <a:pos x="csX0" y="csY0"/>
                  </a:cxn>
                  <a:cxn ang="0">
                    <a:pos x="csX1" y="csY1"/>
                  </a:cxn>
                  <a:cxn ang="0">
                    <a:pos x="csX2" y="csY2"/>
                  </a:cxn>
                  <a:cxn ang="0">
                    <a:pos x="csX3" y="csY3"/>
                  </a:cxn>
                  <a:cxn ang="0">
                    <a:pos x="csX4" y="csY4"/>
                  </a:cxn>
                </a:cxnLst>
                <a:rect l="l" t="t" r="r" b="b"/>
                <a:pathLst>
                  <a:path w="5162" h="6756">
                    <a:moveTo>
                      <a:pt x="0" y="4328"/>
                    </a:moveTo>
                    <a:cubicBezTo>
                      <a:pt x="0" y="2992"/>
                      <a:pt x="1162" y="1181"/>
                      <a:pt x="2581" y="303"/>
                    </a:cubicBezTo>
                    <a:cubicBezTo>
                      <a:pt x="4001" y="-574"/>
                      <a:pt x="5163" y="519"/>
                      <a:pt x="5163" y="2732"/>
                    </a:cubicBezTo>
                    <a:cubicBezTo>
                      <a:pt x="5163" y="4946"/>
                      <a:pt x="4001" y="6757"/>
                      <a:pt x="2581" y="6757"/>
                    </a:cubicBezTo>
                    <a:cubicBezTo>
                      <a:pt x="1162" y="6757"/>
                      <a:pt x="0" y="5664"/>
                      <a:pt x="0" y="4328"/>
                    </a:cubicBezTo>
                    <a:close/>
                  </a:path>
                </a:pathLst>
              </a:custGeom>
              <a:solidFill>
                <a:srgbClr val="B9B9B9"/>
              </a:solidFill>
              <a:ln w="5163" cap="flat">
                <a:noFill/>
                <a:prstDash val="solid"/>
                <a:miter/>
              </a:ln>
            </p:spPr>
            <p:txBody>
              <a:bodyPr/>
              <a:lstStyle/>
              <a:p>
                <a:endParaRPr lang="es-419" noProof="0" dirty="0"/>
              </a:p>
            </p:txBody>
          </p:sp>
          <p:sp>
            <p:nvSpPr>
              <p:cNvPr id="100" name="Forma libre: forma 99">
                <a:extLst>
                  <a:ext uri="{FF2B5EF4-FFF2-40B4-BE49-F238E27FC236}">
                    <a16:creationId xmlns:a16="http://schemas.microsoft.com/office/drawing/2014/main" id="{637EAB43-2001-185B-A3B4-211906FE38D1}"/>
                  </a:ext>
                </a:extLst>
              </p:cNvPr>
              <p:cNvSpPr/>
              <p:nvPr/>
            </p:nvSpPr>
            <p:spPr>
              <a:xfrm>
                <a:off x="496444" y="1737058"/>
                <a:ext cx="4812" cy="15975"/>
              </a:xfrm>
              <a:custGeom>
                <a:avLst/>
                <a:gdLst>
                  <a:gd name="csX0" fmla="*/ 6 w 4812"/>
                  <a:gd name="csY0" fmla="*/ 12637 h 15975"/>
                  <a:gd name="csX1" fmla="*/ 2406 w 4812"/>
                  <a:gd name="csY1" fmla="*/ 2804 h 15975"/>
                  <a:gd name="csX2" fmla="*/ 4806 w 4812"/>
                  <a:gd name="csY2" fmla="*/ 5879 h 15975"/>
                  <a:gd name="csX3" fmla="*/ 2406 w 4812"/>
                  <a:gd name="csY3" fmla="*/ 15712 h 15975"/>
                  <a:gd name="csX4" fmla="*/ 6 w 4812"/>
                  <a:gd name="csY4" fmla="*/ 12637 h 15975"/>
                </a:gdLst>
                <a:ahLst/>
                <a:cxnLst>
                  <a:cxn ang="0">
                    <a:pos x="csX0" y="csY0"/>
                  </a:cxn>
                  <a:cxn ang="0">
                    <a:pos x="csX1" y="csY1"/>
                  </a:cxn>
                  <a:cxn ang="0">
                    <a:pos x="csX2" y="csY2"/>
                  </a:cxn>
                  <a:cxn ang="0">
                    <a:pos x="csX3" y="csY3"/>
                  </a:cxn>
                  <a:cxn ang="0">
                    <a:pos x="csX4" y="csY4"/>
                  </a:cxn>
                </a:cxnLst>
                <a:rect l="l" t="t" r="r" b="b"/>
                <a:pathLst>
                  <a:path w="4812" h="15975">
                    <a:moveTo>
                      <a:pt x="6" y="12637"/>
                    </a:moveTo>
                    <a:cubicBezTo>
                      <a:pt x="106" y="10069"/>
                      <a:pt x="1186" y="5644"/>
                      <a:pt x="2406" y="2804"/>
                    </a:cubicBezTo>
                    <a:cubicBezTo>
                      <a:pt x="4277" y="-1548"/>
                      <a:pt x="4653" y="-1065"/>
                      <a:pt x="4806" y="5879"/>
                    </a:cubicBezTo>
                    <a:cubicBezTo>
                      <a:pt x="4906" y="10409"/>
                      <a:pt x="3826" y="14834"/>
                      <a:pt x="2406" y="15712"/>
                    </a:cubicBezTo>
                    <a:cubicBezTo>
                      <a:pt x="987" y="16589"/>
                      <a:pt x="-93" y="15206"/>
                      <a:pt x="6" y="12637"/>
                    </a:cubicBezTo>
                    <a:close/>
                  </a:path>
                </a:pathLst>
              </a:custGeom>
              <a:solidFill>
                <a:srgbClr val="B9B9B9"/>
              </a:solidFill>
              <a:ln w="5163" cap="flat">
                <a:noFill/>
                <a:prstDash val="solid"/>
                <a:miter/>
              </a:ln>
            </p:spPr>
            <p:txBody>
              <a:bodyPr/>
              <a:lstStyle/>
              <a:p>
                <a:endParaRPr lang="es-419" noProof="0" dirty="0"/>
              </a:p>
            </p:txBody>
          </p:sp>
          <p:sp>
            <p:nvSpPr>
              <p:cNvPr id="101" name="Forma libre: forma 100">
                <a:extLst>
                  <a:ext uri="{FF2B5EF4-FFF2-40B4-BE49-F238E27FC236}">
                    <a16:creationId xmlns:a16="http://schemas.microsoft.com/office/drawing/2014/main" id="{DA69C0BD-45F0-3EA8-6237-09E1F6B68652}"/>
                  </a:ext>
                </a:extLst>
              </p:cNvPr>
              <p:cNvSpPr/>
              <p:nvPr/>
            </p:nvSpPr>
            <p:spPr>
              <a:xfrm>
                <a:off x="610293" y="1727161"/>
                <a:ext cx="5615" cy="11379"/>
              </a:xfrm>
              <a:custGeom>
                <a:avLst/>
                <a:gdLst>
                  <a:gd name="csX0" fmla="*/ 427 w 5615"/>
                  <a:gd name="csY0" fmla="*/ 7365 h 11379"/>
                  <a:gd name="csX1" fmla="*/ 1464 w 5615"/>
                  <a:gd name="csY1" fmla="*/ 731 h 11379"/>
                  <a:gd name="csX2" fmla="*/ 5321 w 5615"/>
                  <a:gd name="csY2" fmla="*/ 4777 h 11379"/>
                  <a:gd name="csX3" fmla="*/ 427 w 5615"/>
                  <a:gd name="csY3" fmla="*/ 7365 h 11379"/>
                </a:gdLst>
                <a:ahLst/>
                <a:cxnLst>
                  <a:cxn ang="0">
                    <a:pos x="csX0" y="csY0"/>
                  </a:cxn>
                  <a:cxn ang="0">
                    <a:pos x="csX1" y="csY1"/>
                  </a:cxn>
                  <a:cxn ang="0">
                    <a:pos x="csX2" y="csY2"/>
                  </a:cxn>
                  <a:cxn ang="0">
                    <a:pos x="csX3" y="csY3"/>
                  </a:cxn>
                </a:cxnLst>
                <a:rect l="l" t="t" r="r" b="b"/>
                <a:pathLst>
                  <a:path w="5615" h="11379">
                    <a:moveTo>
                      <a:pt x="427" y="7365"/>
                    </a:moveTo>
                    <a:cubicBezTo>
                      <a:pt x="-426" y="5140"/>
                      <a:pt x="40" y="2155"/>
                      <a:pt x="1464" y="731"/>
                    </a:cubicBezTo>
                    <a:cubicBezTo>
                      <a:pt x="3194" y="-1000"/>
                      <a:pt x="4473" y="341"/>
                      <a:pt x="5321" y="4777"/>
                    </a:cubicBezTo>
                    <a:cubicBezTo>
                      <a:pt x="6696" y="11973"/>
                      <a:pt x="2955" y="13952"/>
                      <a:pt x="427" y="7365"/>
                    </a:cubicBezTo>
                    <a:close/>
                  </a:path>
                </a:pathLst>
              </a:custGeom>
              <a:solidFill>
                <a:srgbClr val="B9B9B9"/>
              </a:solidFill>
              <a:ln w="5163" cap="flat">
                <a:noFill/>
                <a:prstDash val="solid"/>
                <a:miter/>
              </a:ln>
            </p:spPr>
            <p:txBody>
              <a:bodyPr/>
              <a:lstStyle/>
              <a:p>
                <a:endParaRPr lang="es-419" noProof="0" dirty="0"/>
              </a:p>
            </p:txBody>
          </p:sp>
          <p:sp>
            <p:nvSpPr>
              <p:cNvPr id="102" name="Forma libre: forma 101">
                <a:extLst>
                  <a:ext uri="{FF2B5EF4-FFF2-40B4-BE49-F238E27FC236}">
                    <a16:creationId xmlns:a16="http://schemas.microsoft.com/office/drawing/2014/main" id="{941B4FB3-80F6-4BDA-0BAA-CBF4F6AE3B45}"/>
                  </a:ext>
                </a:extLst>
              </p:cNvPr>
              <p:cNvSpPr/>
              <p:nvPr/>
            </p:nvSpPr>
            <p:spPr>
              <a:xfrm>
                <a:off x="589201" y="1723083"/>
                <a:ext cx="5162" cy="7744"/>
              </a:xfrm>
              <a:custGeom>
                <a:avLst/>
                <a:gdLst>
                  <a:gd name="csX0" fmla="*/ 0 w 5162"/>
                  <a:gd name="csY0" fmla="*/ 3872 h 7744"/>
                  <a:gd name="csX1" fmla="*/ 2581 w 5162"/>
                  <a:gd name="csY1" fmla="*/ 0 h 7744"/>
                  <a:gd name="csX2" fmla="*/ 5163 w 5162"/>
                  <a:gd name="csY2" fmla="*/ 3872 h 7744"/>
                  <a:gd name="csX3" fmla="*/ 2581 w 5162"/>
                  <a:gd name="csY3" fmla="*/ 7744 h 7744"/>
                  <a:gd name="csX4" fmla="*/ 0 w 5162"/>
                  <a:gd name="csY4" fmla="*/ 3872 h 7744"/>
                </a:gdLst>
                <a:ahLst/>
                <a:cxnLst>
                  <a:cxn ang="0">
                    <a:pos x="csX0" y="csY0"/>
                  </a:cxn>
                  <a:cxn ang="0">
                    <a:pos x="csX1" y="csY1"/>
                  </a:cxn>
                  <a:cxn ang="0">
                    <a:pos x="csX2" y="csY2"/>
                  </a:cxn>
                  <a:cxn ang="0">
                    <a:pos x="csX3" y="csY3"/>
                  </a:cxn>
                  <a:cxn ang="0">
                    <a:pos x="csX4" y="csY4"/>
                  </a:cxn>
                </a:cxnLst>
                <a:rect l="l" t="t" r="r" b="b"/>
                <a:pathLst>
                  <a:path w="5162" h="7744">
                    <a:moveTo>
                      <a:pt x="0" y="3872"/>
                    </a:moveTo>
                    <a:cubicBezTo>
                      <a:pt x="0" y="1742"/>
                      <a:pt x="1162" y="0"/>
                      <a:pt x="2581" y="0"/>
                    </a:cubicBezTo>
                    <a:cubicBezTo>
                      <a:pt x="4001" y="0"/>
                      <a:pt x="5163" y="1742"/>
                      <a:pt x="5163" y="3872"/>
                    </a:cubicBezTo>
                    <a:cubicBezTo>
                      <a:pt x="5163" y="6002"/>
                      <a:pt x="4001" y="7744"/>
                      <a:pt x="2581" y="7744"/>
                    </a:cubicBezTo>
                    <a:cubicBezTo>
                      <a:pt x="1162" y="7744"/>
                      <a:pt x="0" y="6002"/>
                      <a:pt x="0" y="3872"/>
                    </a:cubicBezTo>
                    <a:close/>
                  </a:path>
                </a:pathLst>
              </a:custGeom>
              <a:solidFill>
                <a:srgbClr val="B9B9B9"/>
              </a:solidFill>
              <a:ln w="5163" cap="flat">
                <a:noFill/>
                <a:prstDash val="solid"/>
                <a:miter/>
              </a:ln>
            </p:spPr>
            <p:txBody>
              <a:bodyPr/>
              <a:lstStyle/>
              <a:p>
                <a:endParaRPr lang="es-419" noProof="0" dirty="0"/>
              </a:p>
            </p:txBody>
          </p:sp>
          <p:sp>
            <p:nvSpPr>
              <p:cNvPr id="103" name="Forma libre: forma 102">
                <a:extLst>
                  <a:ext uri="{FF2B5EF4-FFF2-40B4-BE49-F238E27FC236}">
                    <a16:creationId xmlns:a16="http://schemas.microsoft.com/office/drawing/2014/main" id="{138935E9-E88C-DFAE-6E69-D380E2382673}"/>
                  </a:ext>
                </a:extLst>
              </p:cNvPr>
              <p:cNvSpPr/>
              <p:nvPr/>
            </p:nvSpPr>
            <p:spPr>
              <a:xfrm>
                <a:off x="576294" y="1689525"/>
                <a:ext cx="15348" cy="20423"/>
              </a:xfrm>
              <a:custGeom>
                <a:avLst/>
                <a:gdLst>
                  <a:gd name="csX0" fmla="*/ 0 w 15348"/>
                  <a:gd name="csY0" fmla="*/ 17942 h 20423"/>
                  <a:gd name="csX1" fmla="*/ 11683 w 15348"/>
                  <a:gd name="csY1" fmla="*/ 0 h 20423"/>
                  <a:gd name="csX2" fmla="*/ 8918 w 15348"/>
                  <a:gd name="csY2" fmla="*/ 14081 h 20423"/>
                  <a:gd name="csX3" fmla="*/ 0 w 15348"/>
                  <a:gd name="csY3" fmla="*/ 17942 h 20423"/>
                </a:gdLst>
                <a:ahLst/>
                <a:cxnLst>
                  <a:cxn ang="0">
                    <a:pos x="csX0" y="csY0"/>
                  </a:cxn>
                  <a:cxn ang="0">
                    <a:pos x="csX1" y="csY1"/>
                  </a:cxn>
                  <a:cxn ang="0">
                    <a:pos x="csX2" y="csY2"/>
                  </a:cxn>
                  <a:cxn ang="0">
                    <a:pos x="csX3" y="csY3"/>
                  </a:cxn>
                </a:cxnLst>
                <a:rect l="l" t="t" r="r" b="b"/>
                <a:pathLst>
                  <a:path w="15348" h="20423">
                    <a:moveTo>
                      <a:pt x="0" y="17942"/>
                    </a:moveTo>
                    <a:cubicBezTo>
                      <a:pt x="0" y="12328"/>
                      <a:pt x="8027" y="0"/>
                      <a:pt x="11683" y="0"/>
                    </a:cubicBezTo>
                    <a:cubicBezTo>
                      <a:pt x="17539" y="0"/>
                      <a:pt x="16205" y="6793"/>
                      <a:pt x="8918" y="14081"/>
                    </a:cubicBezTo>
                    <a:cubicBezTo>
                      <a:pt x="1711" y="21287"/>
                      <a:pt x="0" y="22028"/>
                      <a:pt x="0" y="17942"/>
                    </a:cubicBezTo>
                    <a:close/>
                  </a:path>
                </a:pathLst>
              </a:custGeom>
              <a:solidFill>
                <a:srgbClr val="B9B9B9"/>
              </a:solidFill>
              <a:ln w="5163" cap="flat">
                <a:noFill/>
                <a:prstDash val="solid"/>
                <a:miter/>
              </a:ln>
            </p:spPr>
            <p:txBody>
              <a:bodyPr/>
              <a:lstStyle/>
              <a:p>
                <a:endParaRPr lang="es-419" noProof="0" dirty="0"/>
              </a:p>
            </p:txBody>
          </p:sp>
        </p:grpSp>
        <p:sp>
          <p:nvSpPr>
            <p:cNvPr id="104" name="Forma libre: forma 103">
              <a:extLst>
                <a:ext uri="{FF2B5EF4-FFF2-40B4-BE49-F238E27FC236}">
                  <a16:creationId xmlns:a16="http://schemas.microsoft.com/office/drawing/2014/main" id="{1DA7CA7B-3996-0E7A-9340-225F31C89AD5}"/>
                </a:ext>
              </a:extLst>
            </p:cNvPr>
            <p:cNvSpPr/>
            <p:nvPr/>
          </p:nvSpPr>
          <p:spPr>
            <a:xfrm>
              <a:off x="516921" y="1569184"/>
              <a:ext cx="5162" cy="6756"/>
            </a:xfrm>
            <a:custGeom>
              <a:avLst/>
              <a:gdLst>
                <a:gd name="csX0" fmla="*/ 0 w 5162"/>
                <a:gd name="csY0" fmla="*/ 2732 h 6756"/>
                <a:gd name="csX1" fmla="*/ 2581 w 5162"/>
                <a:gd name="csY1" fmla="*/ 303 h 6756"/>
                <a:gd name="csX2" fmla="*/ 5163 w 5162"/>
                <a:gd name="csY2" fmla="*/ 4328 h 6756"/>
                <a:gd name="csX3" fmla="*/ 2581 w 5162"/>
                <a:gd name="csY3" fmla="*/ 6757 h 6756"/>
                <a:gd name="csX4" fmla="*/ 0 w 5162"/>
                <a:gd name="csY4" fmla="*/ 2732 h 6756"/>
              </a:gdLst>
              <a:ahLst/>
              <a:cxnLst>
                <a:cxn ang="0">
                  <a:pos x="csX0" y="csY0"/>
                </a:cxn>
                <a:cxn ang="0">
                  <a:pos x="csX1" y="csY1"/>
                </a:cxn>
                <a:cxn ang="0">
                  <a:pos x="csX2" y="csY2"/>
                </a:cxn>
                <a:cxn ang="0">
                  <a:pos x="csX3" y="csY3"/>
                </a:cxn>
                <a:cxn ang="0">
                  <a:pos x="csX4" y="csY4"/>
                </a:cxn>
              </a:cxnLst>
              <a:rect l="l" t="t" r="r" b="b"/>
              <a:pathLst>
                <a:path w="5162" h="6756">
                  <a:moveTo>
                    <a:pt x="0" y="2732"/>
                  </a:moveTo>
                  <a:cubicBezTo>
                    <a:pt x="0" y="519"/>
                    <a:pt x="1162" y="-574"/>
                    <a:pt x="2581" y="303"/>
                  </a:cubicBezTo>
                  <a:cubicBezTo>
                    <a:pt x="4001" y="1181"/>
                    <a:pt x="5163" y="2992"/>
                    <a:pt x="5163" y="4328"/>
                  </a:cubicBezTo>
                  <a:cubicBezTo>
                    <a:pt x="5163" y="5664"/>
                    <a:pt x="4001" y="6757"/>
                    <a:pt x="2581" y="6757"/>
                  </a:cubicBezTo>
                  <a:cubicBezTo>
                    <a:pt x="1162" y="6757"/>
                    <a:pt x="0" y="4946"/>
                    <a:pt x="0" y="2732"/>
                  </a:cubicBezTo>
                  <a:close/>
                </a:path>
              </a:pathLst>
            </a:custGeom>
            <a:solidFill>
              <a:srgbClr val="B9B9B9"/>
            </a:solidFill>
            <a:ln w="5163" cap="flat">
              <a:noFill/>
              <a:prstDash val="solid"/>
              <a:miter/>
            </a:ln>
          </p:spPr>
          <p:txBody>
            <a:bodyPr/>
            <a:lstStyle/>
            <a:p>
              <a:endParaRPr lang="es-419" noProof="0" dirty="0"/>
            </a:p>
          </p:txBody>
        </p:sp>
      </p:grpSp>
      <p:sp>
        <p:nvSpPr>
          <p:cNvPr id="105" name="Forma libre: forma 104">
            <a:extLst>
              <a:ext uri="{FF2B5EF4-FFF2-40B4-BE49-F238E27FC236}">
                <a16:creationId xmlns:a16="http://schemas.microsoft.com/office/drawing/2014/main" id="{221B3B59-D0D1-569F-DB11-0894DA206485}"/>
              </a:ext>
            </a:extLst>
          </p:cNvPr>
          <p:cNvSpPr/>
          <p:nvPr/>
        </p:nvSpPr>
        <p:spPr>
          <a:xfrm>
            <a:off x="466238" y="1431499"/>
            <a:ext cx="11558" cy="7543"/>
          </a:xfrm>
          <a:custGeom>
            <a:avLst/>
            <a:gdLst>
              <a:gd name="csX0" fmla="*/ 1635 w 11558"/>
              <a:gd name="csY0" fmla="*/ 3752 h 7543"/>
              <a:gd name="csX1" fmla="*/ 8241 w 11558"/>
              <a:gd name="csY1" fmla="*/ 3670 h 7543"/>
              <a:gd name="csX2" fmla="*/ 9050 w 11558"/>
              <a:gd name="csY2" fmla="*/ 7542 h 7543"/>
              <a:gd name="csX3" fmla="*/ 1635 w 11558"/>
              <a:gd name="csY3" fmla="*/ 3752 h 7543"/>
            </a:gdLst>
            <a:ahLst/>
            <a:cxnLst>
              <a:cxn ang="0">
                <a:pos x="csX0" y="csY0"/>
              </a:cxn>
              <a:cxn ang="0">
                <a:pos x="csX1" y="csY1"/>
              </a:cxn>
              <a:cxn ang="0">
                <a:pos x="csX2" y="csY2"/>
              </a:cxn>
              <a:cxn ang="0">
                <a:pos x="csX3" y="csY3"/>
              </a:cxn>
            </a:cxnLst>
            <a:rect l="l" t="t" r="r" b="b"/>
            <a:pathLst>
              <a:path w="11558" h="7543">
                <a:moveTo>
                  <a:pt x="1635" y="3752"/>
                </a:moveTo>
                <a:cubicBezTo>
                  <a:pt x="-2484" y="-1211"/>
                  <a:pt x="1718" y="-1263"/>
                  <a:pt x="8241" y="3670"/>
                </a:cubicBezTo>
                <a:cubicBezTo>
                  <a:pt x="12450" y="6854"/>
                  <a:pt x="12580" y="7473"/>
                  <a:pt x="9050" y="7542"/>
                </a:cubicBezTo>
                <a:cubicBezTo>
                  <a:pt x="6739" y="7587"/>
                  <a:pt x="3403" y="5882"/>
                  <a:pt x="1635" y="3752"/>
                </a:cubicBezTo>
                <a:close/>
              </a:path>
            </a:pathLst>
          </a:custGeom>
          <a:solidFill>
            <a:srgbClr val="B9B9B9"/>
          </a:solidFill>
          <a:ln w="5163" cap="flat">
            <a:noFill/>
            <a:prstDash val="solid"/>
            <a:miter/>
          </a:ln>
        </p:spPr>
        <p:txBody>
          <a:bodyPr/>
          <a:lstStyle/>
          <a:p>
            <a:endParaRPr lang="es-419" noProof="0" dirty="0"/>
          </a:p>
        </p:txBody>
      </p:sp>
      <p:grpSp>
        <p:nvGrpSpPr>
          <p:cNvPr id="106" name="Gráfico 39">
            <a:extLst>
              <a:ext uri="{FF2B5EF4-FFF2-40B4-BE49-F238E27FC236}">
                <a16:creationId xmlns:a16="http://schemas.microsoft.com/office/drawing/2014/main" id="{241FB805-90D7-5971-A0F1-57B1C43F5E25}"/>
              </a:ext>
            </a:extLst>
          </p:cNvPr>
          <p:cNvGrpSpPr/>
          <p:nvPr/>
        </p:nvGrpSpPr>
        <p:grpSpPr>
          <a:xfrm>
            <a:off x="73152" y="1028824"/>
            <a:ext cx="399884" cy="461679"/>
            <a:chOff x="73152" y="1028824"/>
            <a:chExt cx="399884" cy="461679"/>
          </a:xfrm>
          <a:solidFill>
            <a:srgbClr val="B9B9B9"/>
          </a:solidFill>
        </p:grpSpPr>
        <p:sp>
          <p:nvSpPr>
            <p:cNvPr id="107" name="Forma libre: forma 106">
              <a:extLst>
                <a:ext uri="{FF2B5EF4-FFF2-40B4-BE49-F238E27FC236}">
                  <a16:creationId xmlns:a16="http://schemas.microsoft.com/office/drawing/2014/main" id="{E1E9B4A7-FB25-C295-23B4-CD98E89111DD}"/>
                </a:ext>
              </a:extLst>
            </p:cNvPr>
            <p:cNvSpPr/>
            <p:nvPr/>
          </p:nvSpPr>
          <p:spPr>
            <a:xfrm>
              <a:off x="176169" y="1028824"/>
              <a:ext cx="296866" cy="461679"/>
            </a:xfrm>
            <a:custGeom>
              <a:avLst/>
              <a:gdLst>
                <a:gd name="csX0" fmla="*/ 234204 w 296866"/>
                <a:gd name="csY0" fmla="*/ 456793 h 461679"/>
                <a:gd name="csX1" fmla="*/ 189641 w 296866"/>
                <a:gd name="csY1" fmla="*/ 451076 h 461679"/>
                <a:gd name="csX2" fmla="*/ 192285 w 296866"/>
                <a:gd name="csY2" fmla="*/ 440463 h 461679"/>
                <a:gd name="csX3" fmla="*/ 192319 w 296866"/>
                <a:gd name="csY3" fmla="*/ 432599 h 461679"/>
                <a:gd name="csX4" fmla="*/ 190826 w 296866"/>
                <a:gd name="csY4" fmla="*/ 424368 h 461679"/>
                <a:gd name="csX5" fmla="*/ 194908 w 296866"/>
                <a:gd name="csY5" fmla="*/ 412652 h 461679"/>
                <a:gd name="csX6" fmla="*/ 188729 w 296866"/>
                <a:gd name="csY6" fmla="*/ 395950 h 461679"/>
                <a:gd name="csX7" fmla="*/ 175616 w 296866"/>
                <a:gd name="csY7" fmla="*/ 376348 h 461679"/>
                <a:gd name="csX8" fmla="*/ 165432 w 296866"/>
                <a:gd name="csY8" fmla="*/ 362612 h 461679"/>
                <a:gd name="csX9" fmla="*/ 157619 w 296866"/>
                <a:gd name="csY9" fmla="*/ 354047 h 461679"/>
                <a:gd name="csX10" fmla="*/ 123850 w 296866"/>
                <a:gd name="csY10" fmla="*/ 312204 h 461679"/>
                <a:gd name="csX11" fmla="*/ 110408 w 296866"/>
                <a:gd name="csY11" fmla="*/ 302524 h 461679"/>
                <a:gd name="csX12" fmla="*/ 90624 w 296866"/>
                <a:gd name="csY12" fmla="*/ 283830 h 461679"/>
                <a:gd name="csX13" fmla="*/ 80025 w 296866"/>
                <a:gd name="csY13" fmla="*/ 265391 h 461679"/>
                <a:gd name="csX14" fmla="*/ 76089 w 296866"/>
                <a:gd name="csY14" fmla="*/ 254455 h 461679"/>
                <a:gd name="csX15" fmla="*/ 73345 w 296866"/>
                <a:gd name="csY15" fmla="*/ 247079 h 461679"/>
                <a:gd name="csX16" fmla="*/ 72109 w 296866"/>
                <a:gd name="csY16" fmla="*/ 214519 h 461679"/>
                <a:gd name="csX17" fmla="*/ 68319 w 296866"/>
                <a:gd name="csY17" fmla="*/ 206510 h 461679"/>
                <a:gd name="csX18" fmla="*/ 67160 w 296866"/>
                <a:gd name="csY18" fmla="*/ 202519 h 461679"/>
                <a:gd name="csX19" fmla="*/ 64536 w 296866"/>
                <a:gd name="csY19" fmla="*/ 206365 h 461679"/>
                <a:gd name="csX20" fmla="*/ 61955 w 296866"/>
                <a:gd name="csY20" fmla="*/ 210237 h 461679"/>
                <a:gd name="csX21" fmla="*/ 59373 w 296866"/>
                <a:gd name="csY21" fmla="*/ 190811 h 461679"/>
                <a:gd name="csX22" fmla="*/ 48569 w 296866"/>
                <a:gd name="csY22" fmla="*/ 154736 h 461679"/>
                <a:gd name="csX23" fmla="*/ 46466 w 296866"/>
                <a:gd name="csY23" fmla="*/ 141789 h 461679"/>
                <a:gd name="csX24" fmla="*/ 38475 w 296866"/>
                <a:gd name="csY24" fmla="*/ 114684 h 461679"/>
                <a:gd name="csX25" fmla="*/ 28150 w 296866"/>
                <a:gd name="csY25" fmla="*/ 99082 h 461679"/>
                <a:gd name="csX26" fmla="*/ 25815 w 296866"/>
                <a:gd name="csY26" fmla="*/ 89273 h 461679"/>
                <a:gd name="csX27" fmla="*/ 22760 w 296866"/>
                <a:gd name="csY27" fmla="*/ 77852 h 461679"/>
                <a:gd name="csX28" fmla="*/ 21512 w 296866"/>
                <a:gd name="csY28" fmla="*/ 72990 h 461679"/>
                <a:gd name="csX29" fmla="*/ 26374 w 296866"/>
                <a:gd name="csY29" fmla="*/ 74238 h 461679"/>
                <a:gd name="csX30" fmla="*/ 33559 w 296866"/>
                <a:gd name="csY30" fmla="*/ 72129 h 461679"/>
                <a:gd name="csX31" fmla="*/ 29687 w 296866"/>
                <a:gd name="csY31" fmla="*/ 66967 h 461679"/>
                <a:gd name="csX32" fmla="*/ 25815 w 296866"/>
                <a:gd name="csY32" fmla="*/ 64277 h 461679"/>
                <a:gd name="csX33" fmla="*/ 20828 w 296866"/>
                <a:gd name="csY33" fmla="*/ 56236 h 461679"/>
                <a:gd name="csX34" fmla="*/ 14159 w 296866"/>
                <a:gd name="csY34" fmla="*/ 40210 h 461679"/>
                <a:gd name="csX35" fmla="*/ 6238 w 296866"/>
                <a:gd name="csY35" fmla="*/ 17321 h 461679"/>
                <a:gd name="csX36" fmla="*/ 0 w 296866"/>
                <a:gd name="csY36" fmla="*/ 2478 h 461679"/>
                <a:gd name="csX37" fmla="*/ 99386 w 296866"/>
                <a:gd name="csY37" fmla="*/ 3758 h 461679"/>
                <a:gd name="csX38" fmla="*/ 191027 w 296866"/>
                <a:gd name="csY38" fmla="*/ 12449 h 461679"/>
                <a:gd name="csX39" fmla="*/ 178059 w 296866"/>
                <a:gd name="csY39" fmla="*/ 27807 h 461679"/>
                <a:gd name="csX40" fmla="*/ 167369 w 296866"/>
                <a:gd name="csY40" fmla="*/ 45725 h 461679"/>
                <a:gd name="csX41" fmla="*/ 163079 w 296866"/>
                <a:gd name="csY41" fmla="*/ 80524 h 461679"/>
                <a:gd name="csX42" fmla="*/ 162631 w 296866"/>
                <a:gd name="csY42" fmla="*/ 83796 h 461679"/>
                <a:gd name="csX43" fmla="*/ 171021 w 296866"/>
                <a:gd name="csY43" fmla="*/ 93315 h 461679"/>
                <a:gd name="csX44" fmla="*/ 173406 w 296866"/>
                <a:gd name="csY44" fmla="*/ 109690 h 461679"/>
                <a:gd name="csX45" fmla="*/ 164850 w 296866"/>
                <a:gd name="csY45" fmla="*/ 145701 h 461679"/>
                <a:gd name="csX46" fmla="*/ 169084 w 296866"/>
                <a:gd name="csY46" fmla="*/ 169291 h 461679"/>
                <a:gd name="csX47" fmla="*/ 171477 w 296866"/>
                <a:gd name="csY47" fmla="*/ 213103 h 461679"/>
                <a:gd name="csX48" fmla="*/ 174210 w 296866"/>
                <a:gd name="csY48" fmla="*/ 257046 h 461679"/>
                <a:gd name="csX49" fmla="*/ 178120 w 296866"/>
                <a:gd name="csY49" fmla="*/ 261958 h 461679"/>
                <a:gd name="csX50" fmla="*/ 182243 w 296866"/>
                <a:gd name="csY50" fmla="*/ 269492 h 461679"/>
                <a:gd name="csX51" fmla="*/ 184937 w 296866"/>
                <a:gd name="csY51" fmla="*/ 277338 h 461679"/>
                <a:gd name="csX52" fmla="*/ 193415 w 296866"/>
                <a:gd name="csY52" fmla="*/ 285510 h 461679"/>
                <a:gd name="csX53" fmla="*/ 199664 w 296866"/>
                <a:gd name="csY53" fmla="*/ 290658 h 461679"/>
                <a:gd name="csX54" fmla="*/ 207927 w 296866"/>
                <a:gd name="csY54" fmla="*/ 300943 h 461679"/>
                <a:gd name="csX55" fmla="*/ 219722 w 296866"/>
                <a:gd name="csY55" fmla="*/ 315205 h 461679"/>
                <a:gd name="csX56" fmla="*/ 234342 w 296866"/>
                <a:gd name="csY56" fmla="*/ 331253 h 461679"/>
                <a:gd name="csX57" fmla="*/ 242348 w 296866"/>
                <a:gd name="csY57" fmla="*/ 342893 h 461679"/>
                <a:gd name="csX58" fmla="*/ 243886 w 296866"/>
                <a:gd name="csY58" fmla="*/ 354430 h 461679"/>
                <a:gd name="csX59" fmla="*/ 242906 w 296866"/>
                <a:gd name="csY59" fmla="*/ 363679 h 461679"/>
                <a:gd name="csX60" fmla="*/ 242638 w 296866"/>
                <a:gd name="csY60" fmla="*/ 372819 h 461679"/>
                <a:gd name="csX61" fmla="*/ 248980 w 296866"/>
                <a:gd name="csY61" fmla="*/ 375191 h 461679"/>
                <a:gd name="csX62" fmla="*/ 256854 w 296866"/>
                <a:gd name="csY62" fmla="*/ 380201 h 461679"/>
                <a:gd name="csX63" fmla="*/ 262017 w 296866"/>
                <a:gd name="csY63" fmla="*/ 385776 h 461679"/>
                <a:gd name="csX64" fmla="*/ 267554 w 296866"/>
                <a:gd name="csY64" fmla="*/ 396801 h 461679"/>
                <a:gd name="csX65" fmla="*/ 281559 w 296866"/>
                <a:gd name="csY65" fmla="*/ 416793 h 461679"/>
                <a:gd name="csX66" fmla="*/ 290755 w 296866"/>
                <a:gd name="csY66" fmla="*/ 428632 h 461679"/>
                <a:gd name="csX67" fmla="*/ 294624 w 296866"/>
                <a:gd name="csY67" fmla="*/ 440196 h 461679"/>
                <a:gd name="csX68" fmla="*/ 296867 w 296866"/>
                <a:gd name="csY68" fmla="*/ 451755 h 461679"/>
                <a:gd name="csX69" fmla="*/ 287186 w 296866"/>
                <a:gd name="csY69" fmla="*/ 461588 h 461679"/>
                <a:gd name="csX70" fmla="*/ 234204 w 296866"/>
                <a:gd name="csY70" fmla="*/ 456793 h 4616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Lst>
              <a:rect l="l" t="t" r="r" b="b"/>
              <a:pathLst>
                <a:path w="296866" h="461679">
                  <a:moveTo>
                    <a:pt x="234204" y="456793"/>
                  </a:moveTo>
                  <a:cubicBezTo>
                    <a:pt x="210389" y="454343"/>
                    <a:pt x="190335" y="451771"/>
                    <a:pt x="189641" y="451076"/>
                  </a:cubicBezTo>
                  <a:cubicBezTo>
                    <a:pt x="188946" y="450382"/>
                    <a:pt x="190136" y="445606"/>
                    <a:pt x="192285" y="440463"/>
                  </a:cubicBezTo>
                  <a:cubicBezTo>
                    <a:pt x="195748" y="432175"/>
                    <a:pt x="195752" y="431281"/>
                    <a:pt x="192319" y="432599"/>
                  </a:cubicBezTo>
                  <a:cubicBezTo>
                    <a:pt x="188021" y="434248"/>
                    <a:pt x="186953" y="428358"/>
                    <a:pt x="190826" y="424368"/>
                  </a:cubicBezTo>
                  <a:cubicBezTo>
                    <a:pt x="192136" y="423019"/>
                    <a:pt x="193972" y="417747"/>
                    <a:pt x="194908" y="412652"/>
                  </a:cubicBezTo>
                  <a:cubicBezTo>
                    <a:pt x="196394" y="404559"/>
                    <a:pt x="195613" y="402447"/>
                    <a:pt x="188729" y="395950"/>
                  </a:cubicBezTo>
                  <a:cubicBezTo>
                    <a:pt x="184395" y="391860"/>
                    <a:pt x="178494" y="383039"/>
                    <a:pt x="175616" y="376348"/>
                  </a:cubicBezTo>
                  <a:cubicBezTo>
                    <a:pt x="172738" y="369658"/>
                    <a:pt x="168155" y="363476"/>
                    <a:pt x="165432" y="362612"/>
                  </a:cubicBezTo>
                  <a:cubicBezTo>
                    <a:pt x="162709" y="361748"/>
                    <a:pt x="159193" y="357894"/>
                    <a:pt x="157619" y="354047"/>
                  </a:cubicBezTo>
                  <a:cubicBezTo>
                    <a:pt x="149821" y="334997"/>
                    <a:pt x="131426" y="312204"/>
                    <a:pt x="123850" y="312204"/>
                  </a:cubicBezTo>
                  <a:cubicBezTo>
                    <a:pt x="121509" y="312204"/>
                    <a:pt x="115460" y="307848"/>
                    <a:pt x="110408" y="302524"/>
                  </a:cubicBezTo>
                  <a:cubicBezTo>
                    <a:pt x="105356" y="297200"/>
                    <a:pt x="96453" y="288788"/>
                    <a:pt x="90624" y="283830"/>
                  </a:cubicBezTo>
                  <a:cubicBezTo>
                    <a:pt x="81794" y="276321"/>
                    <a:pt x="80025" y="273244"/>
                    <a:pt x="80025" y="265391"/>
                  </a:cubicBezTo>
                  <a:cubicBezTo>
                    <a:pt x="80025" y="259326"/>
                    <a:pt x="78622" y="255426"/>
                    <a:pt x="76089" y="254455"/>
                  </a:cubicBezTo>
                  <a:cubicBezTo>
                    <a:pt x="73596" y="253498"/>
                    <a:pt x="72591" y="250794"/>
                    <a:pt x="73345" y="247079"/>
                  </a:cubicBezTo>
                  <a:cubicBezTo>
                    <a:pt x="77548" y="226392"/>
                    <a:pt x="77309" y="220102"/>
                    <a:pt x="72109" y="214519"/>
                  </a:cubicBezTo>
                  <a:cubicBezTo>
                    <a:pt x="69219" y="211417"/>
                    <a:pt x="67513" y="207813"/>
                    <a:pt x="68319" y="206510"/>
                  </a:cubicBezTo>
                  <a:cubicBezTo>
                    <a:pt x="69124" y="205206"/>
                    <a:pt x="68603" y="203410"/>
                    <a:pt x="67160" y="202519"/>
                  </a:cubicBezTo>
                  <a:cubicBezTo>
                    <a:pt x="65698" y="201615"/>
                    <a:pt x="64536" y="203319"/>
                    <a:pt x="64536" y="206365"/>
                  </a:cubicBezTo>
                  <a:cubicBezTo>
                    <a:pt x="64536" y="209372"/>
                    <a:pt x="63375" y="211114"/>
                    <a:pt x="61955" y="210237"/>
                  </a:cubicBezTo>
                  <a:cubicBezTo>
                    <a:pt x="60535" y="209360"/>
                    <a:pt x="59373" y="200618"/>
                    <a:pt x="59373" y="190811"/>
                  </a:cubicBezTo>
                  <a:cubicBezTo>
                    <a:pt x="59373" y="173740"/>
                    <a:pt x="53682" y="154736"/>
                    <a:pt x="48569" y="154736"/>
                  </a:cubicBezTo>
                  <a:cubicBezTo>
                    <a:pt x="47413" y="154736"/>
                    <a:pt x="46466" y="148910"/>
                    <a:pt x="46466" y="141789"/>
                  </a:cubicBezTo>
                  <a:cubicBezTo>
                    <a:pt x="46466" y="132086"/>
                    <a:pt x="44464" y="125296"/>
                    <a:pt x="38475" y="114684"/>
                  </a:cubicBezTo>
                  <a:cubicBezTo>
                    <a:pt x="34080" y="106897"/>
                    <a:pt x="29434" y="99876"/>
                    <a:pt x="28150" y="99082"/>
                  </a:cubicBezTo>
                  <a:cubicBezTo>
                    <a:pt x="26865" y="98289"/>
                    <a:pt x="25815" y="93874"/>
                    <a:pt x="25815" y="89273"/>
                  </a:cubicBezTo>
                  <a:cubicBezTo>
                    <a:pt x="25815" y="84671"/>
                    <a:pt x="24440" y="79532"/>
                    <a:pt x="22760" y="77852"/>
                  </a:cubicBezTo>
                  <a:cubicBezTo>
                    <a:pt x="21080" y="76172"/>
                    <a:pt x="20518" y="73984"/>
                    <a:pt x="21512" y="72990"/>
                  </a:cubicBezTo>
                  <a:cubicBezTo>
                    <a:pt x="22506" y="71996"/>
                    <a:pt x="24694" y="72558"/>
                    <a:pt x="26374" y="74238"/>
                  </a:cubicBezTo>
                  <a:cubicBezTo>
                    <a:pt x="30884" y="78748"/>
                    <a:pt x="33559" y="77963"/>
                    <a:pt x="33559" y="72129"/>
                  </a:cubicBezTo>
                  <a:cubicBezTo>
                    <a:pt x="33559" y="69261"/>
                    <a:pt x="31838" y="66967"/>
                    <a:pt x="29687" y="66967"/>
                  </a:cubicBezTo>
                  <a:cubicBezTo>
                    <a:pt x="27557" y="66967"/>
                    <a:pt x="25815" y="65756"/>
                    <a:pt x="25815" y="64277"/>
                  </a:cubicBezTo>
                  <a:cubicBezTo>
                    <a:pt x="25815" y="62798"/>
                    <a:pt x="23571" y="59179"/>
                    <a:pt x="20828" y="56236"/>
                  </a:cubicBezTo>
                  <a:cubicBezTo>
                    <a:pt x="18086" y="53292"/>
                    <a:pt x="15085" y="46080"/>
                    <a:pt x="14159" y="40210"/>
                  </a:cubicBezTo>
                  <a:cubicBezTo>
                    <a:pt x="13233" y="34339"/>
                    <a:pt x="9669" y="24039"/>
                    <a:pt x="6238" y="17321"/>
                  </a:cubicBezTo>
                  <a:cubicBezTo>
                    <a:pt x="2807" y="10603"/>
                    <a:pt x="0" y="3924"/>
                    <a:pt x="0" y="2478"/>
                  </a:cubicBezTo>
                  <a:cubicBezTo>
                    <a:pt x="0" y="-1152"/>
                    <a:pt x="23478" y="-850"/>
                    <a:pt x="99386" y="3758"/>
                  </a:cubicBezTo>
                  <a:cubicBezTo>
                    <a:pt x="175010" y="8348"/>
                    <a:pt x="191027" y="9867"/>
                    <a:pt x="191027" y="12449"/>
                  </a:cubicBezTo>
                  <a:cubicBezTo>
                    <a:pt x="191027" y="13496"/>
                    <a:pt x="185192" y="20407"/>
                    <a:pt x="178059" y="27807"/>
                  </a:cubicBezTo>
                  <a:cubicBezTo>
                    <a:pt x="167978" y="38266"/>
                    <a:pt x="165598" y="42256"/>
                    <a:pt x="167369" y="45725"/>
                  </a:cubicBezTo>
                  <a:cubicBezTo>
                    <a:pt x="174634" y="59948"/>
                    <a:pt x="171699" y="83751"/>
                    <a:pt x="163079" y="80524"/>
                  </a:cubicBezTo>
                  <a:cubicBezTo>
                    <a:pt x="159180" y="79065"/>
                    <a:pt x="159137" y="79384"/>
                    <a:pt x="162631" y="83796"/>
                  </a:cubicBezTo>
                  <a:cubicBezTo>
                    <a:pt x="164761" y="86485"/>
                    <a:pt x="168536" y="90769"/>
                    <a:pt x="171021" y="93315"/>
                  </a:cubicBezTo>
                  <a:cubicBezTo>
                    <a:pt x="175834" y="98246"/>
                    <a:pt x="176913" y="105657"/>
                    <a:pt x="173406" y="109690"/>
                  </a:cubicBezTo>
                  <a:cubicBezTo>
                    <a:pt x="169336" y="114370"/>
                    <a:pt x="164942" y="132862"/>
                    <a:pt x="164850" y="145701"/>
                  </a:cubicBezTo>
                  <a:cubicBezTo>
                    <a:pt x="164711" y="165107"/>
                    <a:pt x="165194" y="167798"/>
                    <a:pt x="169084" y="169291"/>
                  </a:cubicBezTo>
                  <a:cubicBezTo>
                    <a:pt x="171992" y="170406"/>
                    <a:pt x="172437" y="178546"/>
                    <a:pt x="171477" y="213103"/>
                  </a:cubicBezTo>
                  <a:cubicBezTo>
                    <a:pt x="170471" y="249367"/>
                    <a:pt x="170869" y="255764"/>
                    <a:pt x="174210" y="257046"/>
                  </a:cubicBezTo>
                  <a:cubicBezTo>
                    <a:pt x="176360" y="257871"/>
                    <a:pt x="178120" y="260081"/>
                    <a:pt x="178120" y="261958"/>
                  </a:cubicBezTo>
                  <a:cubicBezTo>
                    <a:pt x="178120" y="263834"/>
                    <a:pt x="179975" y="267225"/>
                    <a:pt x="182243" y="269492"/>
                  </a:cubicBezTo>
                  <a:cubicBezTo>
                    <a:pt x="184511" y="271760"/>
                    <a:pt x="185723" y="275291"/>
                    <a:pt x="184937" y="277338"/>
                  </a:cubicBezTo>
                  <a:cubicBezTo>
                    <a:pt x="183466" y="281172"/>
                    <a:pt x="186953" y="284533"/>
                    <a:pt x="193415" y="285510"/>
                  </a:cubicBezTo>
                  <a:cubicBezTo>
                    <a:pt x="195439" y="285815"/>
                    <a:pt x="198251" y="288132"/>
                    <a:pt x="199664" y="290658"/>
                  </a:cubicBezTo>
                  <a:cubicBezTo>
                    <a:pt x="201078" y="293183"/>
                    <a:pt x="204796" y="297811"/>
                    <a:pt x="207927" y="300943"/>
                  </a:cubicBezTo>
                  <a:cubicBezTo>
                    <a:pt x="211058" y="304074"/>
                    <a:pt x="216366" y="310492"/>
                    <a:pt x="219722" y="315205"/>
                  </a:cubicBezTo>
                  <a:cubicBezTo>
                    <a:pt x="223078" y="319918"/>
                    <a:pt x="229657" y="327140"/>
                    <a:pt x="234342" y="331253"/>
                  </a:cubicBezTo>
                  <a:cubicBezTo>
                    <a:pt x="239027" y="335367"/>
                    <a:pt x="242630" y="340605"/>
                    <a:pt x="242348" y="342893"/>
                  </a:cubicBezTo>
                  <a:cubicBezTo>
                    <a:pt x="242066" y="345182"/>
                    <a:pt x="242758" y="350373"/>
                    <a:pt x="243886" y="354430"/>
                  </a:cubicBezTo>
                  <a:cubicBezTo>
                    <a:pt x="245242" y="359308"/>
                    <a:pt x="244910" y="362440"/>
                    <a:pt x="242906" y="363679"/>
                  </a:cubicBezTo>
                  <a:cubicBezTo>
                    <a:pt x="240669" y="365062"/>
                    <a:pt x="240599" y="367456"/>
                    <a:pt x="242638" y="372819"/>
                  </a:cubicBezTo>
                  <a:cubicBezTo>
                    <a:pt x="245274" y="379752"/>
                    <a:pt x="245565" y="379861"/>
                    <a:pt x="248980" y="375191"/>
                  </a:cubicBezTo>
                  <a:cubicBezTo>
                    <a:pt x="253071" y="369596"/>
                    <a:pt x="256854" y="372003"/>
                    <a:pt x="256854" y="380201"/>
                  </a:cubicBezTo>
                  <a:cubicBezTo>
                    <a:pt x="256854" y="384054"/>
                    <a:pt x="258448" y="385776"/>
                    <a:pt x="262017" y="385776"/>
                  </a:cubicBezTo>
                  <a:cubicBezTo>
                    <a:pt x="266316" y="385777"/>
                    <a:pt x="267243" y="387623"/>
                    <a:pt x="267554" y="396801"/>
                  </a:cubicBezTo>
                  <a:cubicBezTo>
                    <a:pt x="267995" y="409833"/>
                    <a:pt x="271290" y="414537"/>
                    <a:pt x="281559" y="416793"/>
                  </a:cubicBezTo>
                  <a:cubicBezTo>
                    <a:pt x="287964" y="418199"/>
                    <a:pt x="289378" y="420020"/>
                    <a:pt x="290755" y="428632"/>
                  </a:cubicBezTo>
                  <a:cubicBezTo>
                    <a:pt x="291650" y="434230"/>
                    <a:pt x="293391" y="439433"/>
                    <a:pt x="294624" y="440196"/>
                  </a:cubicBezTo>
                  <a:cubicBezTo>
                    <a:pt x="295858" y="440958"/>
                    <a:pt x="296867" y="446160"/>
                    <a:pt x="296867" y="451755"/>
                  </a:cubicBezTo>
                  <a:cubicBezTo>
                    <a:pt x="296867" y="461851"/>
                    <a:pt x="296793" y="461926"/>
                    <a:pt x="287186" y="461588"/>
                  </a:cubicBezTo>
                  <a:cubicBezTo>
                    <a:pt x="281862" y="461400"/>
                    <a:pt x="258020" y="459243"/>
                    <a:pt x="234204" y="456793"/>
                  </a:cubicBezTo>
                  <a:close/>
                </a:path>
              </a:pathLst>
            </a:custGeom>
            <a:solidFill>
              <a:srgbClr val="B9B9B9"/>
            </a:solidFill>
            <a:ln w="5163" cap="flat">
              <a:noFill/>
              <a:prstDash val="solid"/>
              <a:miter/>
            </a:ln>
          </p:spPr>
          <p:txBody>
            <a:bodyPr/>
            <a:lstStyle/>
            <a:p>
              <a:endParaRPr lang="es-419" noProof="0" dirty="0"/>
            </a:p>
          </p:txBody>
        </p:sp>
        <p:sp>
          <p:nvSpPr>
            <p:cNvPr id="108" name="Forma libre: forma 107">
              <a:extLst>
                <a:ext uri="{FF2B5EF4-FFF2-40B4-BE49-F238E27FC236}">
                  <a16:creationId xmlns:a16="http://schemas.microsoft.com/office/drawing/2014/main" id="{6FB9DFAE-A3B6-1EDA-3F1C-080F563616E0}"/>
                </a:ext>
              </a:extLst>
            </p:cNvPr>
            <p:cNvSpPr/>
            <p:nvPr/>
          </p:nvSpPr>
          <p:spPr>
            <a:xfrm>
              <a:off x="259777" y="1434618"/>
              <a:ext cx="20905" cy="34765"/>
            </a:xfrm>
            <a:custGeom>
              <a:avLst/>
              <a:gdLst>
                <a:gd name="csX0" fmla="*/ 7343 w 20905"/>
                <a:gd name="csY0" fmla="*/ 31742 h 34765"/>
                <a:gd name="csX1" fmla="*/ 5095 w 20905"/>
                <a:gd name="csY1" fmla="*/ 22712 h 34765"/>
                <a:gd name="csX2" fmla="*/ 11946 w 20905"/>
                <a:gd name="csY2" fmla="*/ 12959 h 34765"/>
                <a:gd name="csX3" fmla="*/ 17992 w 20905"/>
                <a:gd name="csY3" fmla="*/ 1997 h 34765"/>
                <a:gd name="csX4" fmla="*/ 19063 w 20905"/>
                <a:gd name="csY4" fmla="*/ 27093 h 34765"/>
                <a:gd name="csX5" fmla="*/ 7343 w 20905"/>
                <a:gd name="csY5" fmla="*/ 31742 h 34765"/>
              </a:gdLst>
              <a:ahLst/>
              <a:cxnLst>
                <a:cxn ang="0">
                  <a:pos x="csX0" y="csY0"/>
                </a:cxn>
                <a:cxn ang="0">
                  <a:pos x="csX1" y="csY1"/>
                </a:cxn>
                <a:cxn ang="0">
                  <a:pos x="csX2" y="csY2"/>
                </a:cxn>
                <a:cxn ang="0">
                  <a:pos x="csX3" y="csY3"/>
                </a:cxn>
                <a:cxn ang="0">
                  <a:pos x="csX4" y="csY4"/>
                </a:cxn>
                <a:cxn ang="0">
                  <a:pos x="csX5" y="csY5"/>
                </a:cxn>
              </a:cxnLst>
              <a:rect l="l" t="t" r="r" b="b"/>
              <a:pathLst>
                <a:path w="20905" h="34765">
                  <a:moveTo>
                    <a:pt x="7343" y="31742"/>
                  </a:moveTo>
                  <a:cubicBezTo>
                    <a:pt x="-1878" y="26647"/>
                    <a:pt x="-2170" y="25474"/>
                    <a:pt x="5095" y="22712"/>
                  </a:cubicBezTo>
                  <a:cubicBezTo>
                    <a:pt x="10179" y="20779"/>
                    <a:pt x="11916" y="18306"/>
                    <a:pt x="11946" y="12959"/>
                  </a:cubicBezTo>
                  <a:cubicBezTo>
                    <a:pt x="11996" y="3833"/>
                    <a:pt x="16177" y="-3749"/>
                    <a:pt x="17992" y="1997"/>
                  </a:cubicBezTo>
                  <a:cubicBezTo>
                    <a:pt x="21527" y="13191"/>
                    <a:pt x="21797" y="19522"/>
                    <a:pt x="19063" y="27093"/>
                  </a:cubicBezTo>
                  <a:cubicBezTo>
                    <a:pt x="15722" y="36343"/>
                    <a:pt x="15691" y="36355"/>
                    <a:pt x="7343" y="31742"/>
                  </a:cubicBezTo>
                  <a:close/>
                </a:path>
              </a:pathLst>
            </a:custGeom>
            <a:solidFill>
              <a:srgbClr val="B9B9B9"/>
            </a:solidFill>
            <a:ln w="5163" cap="flat">
              <a:noFill/>
              <a:prstDash val="solid"/>
              <a:miter/>
            </a:ln>
          </p:spPr>
          <p:txBody>
            <a:bodyPr/>
            <a:lstStyle/>
            <a:p>
              <a:endParaRPr lang="es-419" noProof="0" dirty="0"/>
            </a:p>
          </p:txBody>
        </p:sp>
        <p:sp>
          <p:nvSpPr>
            <p:cNvPr id="109" name="Forma libre: forma 108">
              <a:extLst>
                <a:ext uri="{FF2B5EF4-FFF2-40B4-BE49-F238E27FC236}">
                  <a16:creationId xmlns:a16="http://schemas.microsoft.com/office/drawing/2014/main" id="{06B56F6E-83E2-C5BC-79F3-96805DF0F6C8}"/>
                </a:ext>
              </a:extLst>
            </p:cNvPr>
            <p:cNvSpPr/>
            <p:nvPr/>
          </p:nvSpPr>
          <p:spPr>
            <a:xfrm>
              <a:off x="73152" y="1375664"/>
              <a:ext cx="14357" cy="42577"/>
            </a:xfrm>
            <a:custGeom>
              <a:avLst/>
              <a:gdLst>
                <a:gd name="csX0" fmla="*/ 7495 w 14357"/>
                <a:gd name="csY0" fmla="*/ 37645 h 42577"/>
                <a:gd name="csX1" fmla="*/ 3632 w 14357"/>
                <a:gd name="csY1" fmla="*/ 24738 h 42577"/>
                <a:gd name="csX2" fmla="*/ 3632 w 14357"/>
                <a:gd name="csY2" fmla="*/ 1505 h 42577"/>
                <a:gd name="csX3" fmla="*/ 7504 w 14357"/>
                <a:gd name="csY3" fmla="*/ 6137 h 42577"/>
                <a:gd name="csX4" fmla="*/ 10146 w 14357"/>
                <a:gd name="csY4" fmla="*/ 14863 h 42577"/>
                <a:gd name="csX5" fmla="*/ 11643 w 14357"/>
                <a:gd name="csY5" fmla="*/ 38936 h 42577"/>
                <a:gd name="csX6" fmla="*/ 7495 w 14357"/>
                <a:gd name="csY6" fmla="*/ 37645 h 42577"/>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4357" h="42577">
                  <a:moveTo>
                    <a:pt x="7495" y="37645"/>
                  </a:moveTo>
                  <a:cubicBezTo>
                    <a:pt x="7399" y="34096"/>
                    <a:pt x="5661" y="28288"/>
                    <a:pt x="3632" y="24738"/>
                  </a:cubicBezTo>
                  <a:cubicBezTo>
                    <a:pt x="-1211" y="16267"/>
                    <a:pt x="-1211" y="5524"/>
                    <a:pt x="3632" y="1505"/>
                  </a:cubicBezTo>
                  <a:cubicBezTo>
                    <a:pt x="6929" y="-1232"/>
                    <a:pt x="7504" y="-544"/>
                    <a:pt x="7504" y="6137"/>
                  </a:cubicBezTo>
                  <a:cubicBezTo>
                    <a:pt x="7504" y="10452"/>
                    <a:pt x="8693" y="14378"/>
                    <a:pt x="10146" y="14863"/>
                  </a:cubicBezTo>
                  <a:cubicBezTo>
                    <a:pt x="14898" y="16447"/>
                    <a:pt x="15948" y="33343"/>
                    <a:pt x="11643" y="38936"/>
                  </a:cubicBezTo>
                  <a:cubicBezTo>
                    <a:pt x="7745" y="44000"/>
                    <a:pt x="7665" y="43975"/>
                    <a:pt x="7495" y="37645"/>
                  </a:cubicBezTo>
                  <a:close/>
                </a:path>
              </a:pathLst>
            </a:custGeom>
            <a:solidFill>
              <a:srgbClr val="B9B9B9"/>
            </a:solidFill>
            <a:ln w="5163" cap="flat">
              <a:noFill/>
              <a:prstDash val="solid"/>
              <a:miter/>
            </a:ln>
          </p:spPr>
          <p:txBody>
            <a:bodyPr/>
            <a:lstStyle/>
            <a:p>
              <a:endParaRPr lang="es-419" noProof="0" dirty="0"/>
            </a:p>
          </p:txBody>
        </p:sp>
        <p:sp>
          <p:nvSpPr>
            <p:cNvPr id="110" name="Forma libre: forma 109">
              <a:extLst>
                <a:ext uri="{FF2B5EF4-FFF2-40B4-BE49-F238E27FC236}">
                  <a16:creationId xmlns:a16="http://schemas.microsoft.com/office/drawing/2014/main" id="{1522ADF0-0F10-841E-18B1-EC0E6695DB49}"/>
                </a:ext>
              </a:extLst>
            </p:cNvPr>
            <p:cNvSpPr/>
            <p:nvPr/>
          </p:nvSpPr>
          <p:spPr>
            <a:xfrm>
              <a:off x="420547" y="1341567"/>
              <a:ext cx="36589" cy="57857"/>
            </a:xfrm>
            <a:custGeom>
              <a:avLst/>
              <a:gdLst>
                <a:gd name="csX0" fmla="*/ 24033 w 36589"/>
                <a:gd name="csY0" fmla="*/ 48231 h 57857"/>
                <a:gd name="csX1" fmla="*/ 8875 w 36589"/>
                <a:gd name="csY1" fmla="*/ 31730 h 57857"/>
                <a:gd name="csX2" fmla="*/ 2815 w 36589"/>
                <a:gd name="csY2" fmla="*/ 140 h 57857"/>
                <a:gd name="csX3" fmla="*/ 18571 w 36589"/>
                <a:gd name="csY3" fmla="*/ 17532 h 57857"/>
                <a:gd name="csX4" fmla="*/ 26156 w 36589"/>
                <a:gd name="csY4" fmla="*/ 27858 h 57857"/>
                <a:gd name="csX5" fmla="*/ 32361 w 36589"/>
                <a:gd name="csY5" fmla="*/ 36599 h 57857"/>
                <a:gd name="csX6" fmla="*/ 34380 w 36589"/>
                <a:gd name="csY6" fmla="*/ 51018 h 57857"/>
                <a:gd name="csX7" fmla="*/ 24033 w 36589"/>
                <a:gd name="csY7" fmla="*/ 48231 h 578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6589" h="57857">
                  <a:moveTo>
                    <a:pt x="24033" y="48231"/>
                  </a:moveTo>
                  <a:cubicBezTo>
                    <a:pt x="18251" y="41995"/>
                    <a:pt x="11430" y="34569"/>
                    <a:pt x="8875" y="31730"/>
                  </a:cubicBezTo>
                  <a:cubicBezTo>
                    <a:pt x="870" y="22831"/>
                    <a:pt x="-3051" y="2391"/>
                    <a:pt x="2815" y="140"/>
                  </a:cubicBezTo>
                  <a:cubicBezTo>
                    <a:pt x="7073" y="-1494"/>
                    <a:pt x="18931" y="11596"/>
                    <a:pt x="18571" y="17532"/>
                  </a:cubicBezTo>
                  <a:cubicBezTo>
                    <a:pt x="18043" y="26212"/>
                    <a:pt x="19252" y="27858"/>
                    <a:pt x="26156" y="27858"/>
                  </a:cubicBezTo>
                  <a:cubicBezTo>
                    <a:pt x="32848" y="27858"/>
                    <a:pt x="33306" y="28504"/>
                    <a:pt x="32361" y="36599"/>
                  </a:cubicBezTo>
                  <a:cubicBezTo>
                    <a:pt x="31800" y="41406"/>
                    <a:pt x="32708" y="47895"/>
                    <a:pt x="34380" y="51018"/>
                  </a:cubicBezTo>
                  <a:cubicBezTo>
                    <a:pt x="39819" y="61181"/>
                    <a:pt x="34782" y="59825"/>
                    <a:pt x="24033" y="48231"/>
                  </a:cubicBezTo>
                  <a:close/>
                </a:path>
              </a:pathLst>
            </a:custGeom>
            <a:solidFill>
              <a:srgbClr val="B9B9B9"/>
            </a:solidFill>
            <a:ln w="5163" cap="flat">
              <a:noFill/>
              <a:prstDash val="solid"/>
              <a:miter/>
            </a:ln>
          </p:spPr>
          <p:txBody>
            <a:bodyPr/>
            <a:lstStyle/>
            <a:p>
              <a:endParaRPr lang="es-419" noProof="0" dirty="0"/>
            </a:p>
          </p:txBody>
        </p:sp>
      </p:grpSp>
      <p:grpSp>
        <p:nvGrpSpPr>
          <p:cNvPr id="111" name="Gráfico 39">
            <a:extLst>
              <a:ext uri="{FF2B5EF4-FFF2-40B4-BE49-F238E27FC236}">
                <a16:creationId xmlns:a16="http://schemas.microsoft.com/office/drawing/2014/main" id="{6C8B67C3-8E9C-8DE2-625C-C04B94E1F9BE}"/>
              </a:ext>
            </a:extLst>
          </p:cNvPr>
          <p:cNvGrpSpPr/>
          <p:nvPr/>
        </p:nvGrpSpPr>
        <p:grpSpPr>
          <a:xfrm>
            <a:off x="347681" y="1057339"/>
            <a:ext cx="481325" cy="621418"/>
            <a:chOff x="347681" y="1057339"/>
            <a:chExt cx="481325" cy="621418"/>
          </a:xfrm>
          <a:solidFill>
            <a:srgbClr val="B9B9B9"/>
          </a:solidFill>
        </p:grpSpPr>
        <p:grpSp>
          <p:nvGrpSpPr>
            <p:cNvPr id="112" name="Gráfico 39">
              <a:extLst>
                <a:ext uri="{FF2B5EF4-FFF2-40B4-BE49-F238E27FC236}">
                  <a16:creationId xmlns:a16="http://schemas.microsoft.com/office/drawing/2014/main" id="{F226DFBC-6756-6228-D8A0-4E03AEEE47E7}"/>
                </a:ext>
              </a:extLst>
            </p:cNvPr>
            <p:cNvGrpSpPr/>
            <p:nvPr/>
          </p:nvGrpSpPr>
          <p:grpSpPr>
            <a:xfrm>
              <a:off x="492211" y="1384222"/>
              <a:ext cx="33498" cy="51895"/>
              <a:chOff x="492211" y="1384222"/>
              <a:chExt cx="33498" cy="51895"/>
            </a:xfrm>
            <a:solidFill>
              <a:srgbClr val="B9B9B9"/>
            </a:solidFill>
          </p:grpSpPr>
          <p:sp>
            <p:nvSpPr>
              <p:cNvPr id="113" name="Forma libre: forma 112">
                <a:extLst>
                  <a:ext uri="{FF2B5EF4-FFF2-40B4-BE49-F238E27FC236}">
                    <a16:creationId xmlns:a16="http://schemas.microsoft.com/office/drawing/2014/main" id="{4F05B287-E1B1-B688-7018-CA30D4F0FF3E}"/>
                  </a:ext>
                </a:extLst>
              </p:cNvPr>
              <p:cNvSpPr/>
              <p:nvPr/>
            </p:nvSpPr>
            <p:spPr>
              <a:xfrm>
                <a:off x="492211" y="1428798"/>
                <a:ext cx="6246" cy="7319"/>
              </a:xfrm>
              <a:custGeom>
                <a:avLst/>
                <a:gdLst>
                  <a:gd name="csX0" fmla="*/ 460 w 6246"/>
                  <a:gd name="csY0" fmla="*/ 4088 h 7319"/>
                  <a:gd name="csX1" fmla="*/ 4549 w 6246"/>
                  <a:gd name="csY1" fmla="*/ 0 h 7319"/>
                  <a:gd name="csX2" fmla="*/ 1959 w 6246"/>
                  <a:gd name="csY2" fmla="*/ 7153 h 7319"/>
                  <a:gd name="csX3" fmla="*/ 460 w 6246"/>
                  <a:gd name="csY3" fmla="*/ 4088 h 7319"/>
                </a:gdLst>
                <a:ahLst/>
                <a:cxnLst>
                  <a:cxn ang="0">
                    <a:pos x="csX0" y="csY0"/>
                  </a:cxn>
                  <a:cxn ang="0">
                    <a:pos x="csX1" y="csY1"/>
                  </a:cxn>
                  <a:cxn ang="0">
                    <a:pos x="csX2" y="csY2"/>
                  </a:cxn>
                  <a:cxn ang="0">
                    <a:pos x="csX3" y="csY3"/>
                  </a:cxn>
                </a:cxnLst>
                <a:rect l="l" t="t" r="r" b="b"/>
                <a:pathLst>
                  <a:path w="6246" h="7319">
                    <a:moveTo>
                      <a:pt x="460" y="4088"/>
                    </a:moveTo>
                    <a:cubicBezTo>
                      <a:pt x="1323" y="1840"/>
                      <a:pt x="3163" y="0"/>
                      <a:pt x="4549" y="0"/>
                    </a:cubicBezTo>
                    <a:cubicBezTo>
                      <a:pt x="7942" y="0"/>
                      <a:pt x="5818" y="5867"/>
                      <a:pt x="1959" y="7153"/>
                    </a:cubicBezTo>
                    <a:cubicBezTo>
                      <a:pt x="72" y="7782"/>
                      <a:pt x="-505" y="6602"/>
                      <a:pt x="460" y="4088"/>
                    </a:cubicBezTo>
                    <a:close/>
                  </a:path>
                </a:pathLst>
              </a:custGeom>
              <a:solidFill>
                <a:srgbClr val="B9B9B9"/>
              </a:solidFill>
              <a:ln w="5163" cap="flat">
                <a:noFill/>
                <a:prstDash val="solid"/>
                <a:miter/>
              </a:ln>
            </p:spPr>
            <p:txBody>
              <a:bodyPr/>
              <a:lstStyle/>
              <a:p>
                <a:endParaRPr lang="es-419" noProof="0" dirty="0"/>
              </a:p>
            </p:txBody>
          </p:sp>
          <p:sp>
            <p:nvSpPr>
              <p:cNvPr id="114" name="Forma libre: forma 113">
                <a:extLst>
                  <a:ext uri="{FF2B5EF4-FFF2-40B4-BE49-F238E27FC236}">
                    <a16:creationId xmlns:a16="http://schemas.microsoft.com/office/drawing/2014/main" id="{A469318B-0E8C-A071-6C84-A75A2C4B6DDB}"/>
                  </a:ext>
                </a:extLst>
              </p:cNvPr>
              <p:cNvSpPr/>
              <p:nvPr/>
            </p:nvSpPr>
            <p:spPr>
              <a:xfrm>
                <a:off x="495379" y="1384222"/>
                <a:ext cx="30331" cy="44105"/>
              </a:xfrm>
              <a:custGeom>
                <a:avLst/>
                <a:gdLst>
                  <a:gd name="csX0" fmla="*/ 10578 w 30331"/>
                  <a:gd name="csY0" fmla="*/ 40845 h 44105"/>
                  <a:gd name="csX1" fmla="*/ 3426 w 30331"/>
                  <a:gd name="csY1" fmla="*/ 27268 h 44105"/>
                  <a:gd name="csX2" fmla="*/ 8634 w 30331"/>
                  <a:gd name="csY2" fmla="*/ 13316 h 44105"/>
                  <a:gd name="csX3" fmla="*/ 25629 w 30331"/>
                  <a:gd name="csY3" fmla="*/ 1695 h 44105"/>
                  <a:gd name="csX4" fmla="*/ 27283 w 30331"/>
                  <a:gd name="csY4" fmla="*/ 34769 h 44105"/>
                  <a:gd name="csX5" fmla="*/ 10578 w 30331"/>
                  <a:gd name="csY5" fmla="*/ 40845 h 44105"/>
                </a:gdLst>
                <a:ahLst/>
                <a:cxnLst>
                  <a:cxn ang="0">
                    <a:pos x="csX0" y="csY0"/>
                  </a:cxn>
                  <a:cxn ang="0">
                    <a:pos x="csX1" y="csY1"/>
                  </a:cxn>
                  <a:cxn ang="0">
                    <a:pos x="csX2" y="csY2"/>
                  </a:cxn>
                  <a:cxn ang="0">
                    <a:pos x="csX3" y="csY3"/>
                  </a:cxn>
                  <a:cxn ang="0">
                    <a:pos x="csX4" y="csY4"/>
                  </a:cxn>
                  <a:cxn ang="0">
                    <a:pos x="csX5" y="csY5"/>
                  </a:cxn>
                </a:cxnLst>
                <a:rect l="l" t="t" r="r" b="b"/>
                <a:pathLst>
                  <a:path w="30331" h="44105">
                    <a:moveTo>
                      <a:pt x="10578" y="40845"/>
                    </a:moveTo>
                    <a:cubicBezTo>
                      <a:pt x="-1917" y="34327"/>
                      <a:pt x="-2001" y="34167"/>
                      <a:pt x="3426" y="27268"/>
                    </a:cubicBezTo>
                    <a:cubicBezTo>
                      <a:pt x="6291" y="23626"/>
                      <a:pt x="8634" y="17348"/>
                      <a:pt x="8634" y="13316"/>
                    </a:cubicBezTo>
                    <a:cubicBezTo>
                      <a:pt x="8634" y="4586"/>
                      <a:pt x="20679" y="-3650"/>
                      <a:pt x="25629" y="1695"/>
                    </a:cubicBezTo>
                    <a:cubicBezTo>
                      <a:pt x="31123" y="7627"/>
                      <a:pt x="31970" y="24580"/>
                      <a:pt x="27283" y="34769"/>
                    </a:cubicBezTo>
                    <a:cubicBezTo>
                      <a:pt x="22315" y="45567"/>
                      <a:pt x="20734" y="46142"/>
                      <a:pt x="10578" y="40845"/>
                    </a:cubicBezTo>
                    <a:close/>
                  </a:path>
                </a:pathLst>
              </a:custGeom>
              <a:solidFill>
                <a:srgbClr val="B9B9B9"/>
              </a:solidFill>
              <a:ln w="5163" cap="flat">
                <a:noFill/>
                <a:prstDash val="solid"/>
                <a:miter/>
              </a:ln>
            </p:spPr>
            <p:txBody>
              <a:bodyPr/>
              <a:lstStyle/>
              <a:p>
                <a:endParaRPr lang="es-419" noProof="0" dirty="0"/>
              </a:p>
            </p:txBody>
          </p:sp>
        </p:grpSp>
        <p:grpSp>
          <p:nvGrpSpPr>
            <p:cNvPr id="115" name="Gráfico 39">
              <a:extLst>
                <a:ext uri="{FF2B5EF4-FFF2-40B4-BE49-F238E27FC236}">
                  <a16:creationId xmlns:a16="http://schemas.microsoft.com/office/drawing/2014/main" id="{D0950C08-A885-CA08-709D-CD19E250AE0F}"/>
                </a:ext>
              </a:extLst>
            </p:cNvPr>
            <p:cNvGrpSpPr/>
            <p:nvPr/>
          </p:nvGrpSpPr>
          <p:grpSpPr>
            <a:xfrm>
              <a:off x="347681" y="1057339"/>
              <a:ext cx="481325" cy="621418"/>
              <a:chOff x="347681" y="1057339"/>
              <a:chExt cx="481325" cy="621418"/>
            </a:xfrm>
            <a:solidFill>
              <a:srgbClr val="B9B9B9"/>
            </a:solidFill>
          </p:grpSpPr>
          <p:sp>
            <p:nvSpPr>
              <p:cNvPr id="116" name="Forma libre: forma 115">
                <a:extLst>
                  <a:ext uri="{FF2B5EF4-FFF2-40B4-BE49-F238E27FC236}">
                    <a16:creationId xmlns:a16="http://schemas.microsoft.com/office/drawing/2014/main" id="{0107F006-1A80-2C27-8E1C-96A40F311C1D}"/>
                  </a:ext>
                </a:extLst>
              </p:cNvPr>
              <p:cNvSpPr/>
              <p:nvPr/>
            </p:nvSpPr>
            <p:spPr>
              <a:xfrm>
                <a:off x="347681" y="1057339"/>
                <a:ext cx="481325" cy="621418"/>
              </a:xfrm>
              <a:custGeom>
                <a:avLst/>
                <a:gdLst>
                  <a:gd name="csX0" fmla="*/ 392709 w 481325"/>
                  <a:gd name="csY0" fmla="*/ 609477 h 621418"/>
                  <a:gd name="csX1" fmla="*/ 388957 w 481325"/>
                  <a:gd name="csY1" fmla="*/ 594848 h 621418"/>
                  <a:gd name="csX2" fmla="*/ 382520 w 481325"/>
                  <a:gd name="csY2" fmla="*/ 582680 h 621418"/>
                  <a:gd name="csX3" fmla="*/ 381003 w 481325"/>
                  <a:gd name="csY3" fmla="*/ 575394 h 621418"/>
                  <a:gd name="csX4" fmla="*/ 376772 w 481325"/>
                  <a:gd name="csY4" fmla="*/ 573517 h 621418"/>
                  <a:gd name="csX5" fmla="*/ 372471 w 481325"/>
                  <a:gd name="csY5" fmla="*/ 575078 h 621418"/>
                  <a:gd name="csX6" fmla="*/ 371638 w 481325"/>
                  <a:gd name="csY6" fmla="*/ 577600 h 621418"/>
                  <a:gd name="csX7" fmla="*/ 373727 w 481325"/>
                  <a:gd name="csY7" fmla="*/ 583138 h 621418"/>
                  <a:gd name="csX8" fmla="*/ 369193 w 481325"/>
                  <a:gd name="csY8" fmla="*/ 580381 h 621418"/>
                  <a:gd name="csX9" fmla="*/ 364289 w 481325"/>
                  <a:gd name="csY9" fmla="*/ 578851 h 621418"/>
                  <a:gd name="csX10" fmla="*/ 358202 w 481325"/>
                  <a:gd name="csY10" fmla="*/ 578294 h 621418"/>
                  <a:gd name="csX11" fmla="*/ 344811 w 481325"/>
                  <a:gd name="csY11" fmla="*/ 546998 h 621418"/>
                  <a:gd name="csX12" fmla="*/ 347360 w 481325"/>
                  <a:gd name="csY12" fmla="*/ 544424 h 621418"/>
                  <a:gd name="csX13" fmla="*/ 329284 w 481325"/>
                  <a:gd name="csY13" fmla="*/ 536840 h 621418"/>
                  <a:gd name="csX14" fmla="*/ 312504 w 481325"/>
                  <a:gd name="csY14" fmla="*/ 531378 h 621418"/>
                  <a:gd name="csX15" fmla="*/ 299274 w 481325"/>
                  <a:gd name="csY15" fmla="*/ 523870 h 621418"/>
                  <a:gd name="csX16" fmla="*/ 298267 w 481325"/>
                  <a:gd name="csY16" fmla="*/ 519838 h 621418"/>
                  <a:gd name="csX17" fmla="*/ 294146 w 481325"/>
                  <a:gd name="csY17" fmla="*/ 506308 h 621418"/>
                  <a:gd name="csX18" fmla="*/ 290635 w 481325"/>
                  <a:gd name="csY18" fmla="*/ 495822 h 621418"/>
                  <a:gd name="csX19" fmla="*/ 290295 w 481325"/>
                  <a:gd name="csY19" fmla="*/ 485043 h 621418"/>
                  <a:gd name="csX20" fmla="*/ 292460 w 481325"/>
                  <a:gd name="csY20" fmla="*/ 479235 h 621418"/>
                  <a:gd name="csX21" fmla="*/ 293954 w 481325"/>
                  <a:gd name="csY21" fmla="*/ 469554 h 621418"/>
                  <a:gd name="csX22" fmla="*/ 288754 w 481325"/>
                  <a:gd name="csY22" fmla="*/ 460702 h 621418"/>
                  <a:gd name="csX23" fmla="*/ 283583 w 481325"/>
                  <a:gd name="csY23" fmla="*/ 460065 h 621418"/>
                  <a:gd name="csX24" fmla="*/ 278874 w 481325"/>
                  <a:gd name="csY24" fmla="*/ 460231 h 621418"/>
                  <a:gd name="csX25" fmla="*/ 272498 w 481325"/>
                  <a:gd name="csY25" fmla="*/ 449744 h 621418"/>
                  <a:gd name="csX26" fmla="*/ 269740 w 481325"/>
                  <a:gd name="csY26" fmla="*/ 445139 h 621418"/>
                  <a:gd name="csX27" fmla="*/ 268211 w 481325"/>
                  <a:gd name="csY27" fmla="*/ 450043 h 621418"/>
                  <a:gd name="csX28" fmla="*/ 267044 w 481325"/>
                  <a:gd name="csY28" fmla="*/ 456881 h 621418"/>
                  <a:gd name="csX29" fmla="*/ 259538 w 481325"/>
                  <a:gd name="csY29" fmla="*/ 454425 h 621418"/>
                  <a:gd name="csX30" fmla="*/ 254428 w 481325"/>
                  <a:gd name="csY30" fmla="*/ 444654 h 621418"/>
                  <a:gd name="csX31" fmla="*/ 249421 w 481325"/>
                  <a:gd name="csY31" fmla="*/ 443656 h 621418"/>
                  <a:gd name="csX32" fmla="*/ 238700 w 481325"/>
                  <a:gd name="csY32" fmla="*/ 428558 h 621418"/>
                  <a:gd name="csX33" fmla="*/ 224166 w 481325"/>
                  <a:gd name="csY33" fmla="*/ 409935 h 621418"/>
                  <a:gd name="csX34" fmla="*/ 213124 w 481325"/>
                  <a:gd name="csY34" fmla="*/ 401065 h 621418"/>
                  <a:gd name="csX35" fmla="*/ 206671 w 481325"/>
                  <a:gd name="csY35" fmla="*/ 388468 h 621418"/>
                  <a:gd name="csX36" fmla="*/ 204242 w 481325"/>
                  <a:gd name="csY36" fmla="*/ 374041 h 621418"/>
                  <a:gd name="csX37" fmla="*/ 206562 w 481325"/>
                  <a:gd name="csY37" fmla="*/ 371283 h 621418"/>
                  <a:gd name="csX38" fmla="*/ 201394 w 481325"/>
                  <a:gd name="csY38" fmla="*/ 369855 h 621418"/>
                  <a:gd name="csX39" fmla="*/ 181743 w 481325"/>
                  <a:gd name="csY39" fmla="*/ 350072 h 621418"/>
                  <a:gd name="csX40" fmla="*/ 180840 w 481325"/>
                  <a:gd name="csY40" fmla="*/ 340015 h 621418"/>
                  <a:gd name="csX41" fmla="*/ 168342 w 481325"/>
                  <a:gd name="csY41" fmla="*/ 316750 h 621418"/>
                  <a:gd name="csX42" fmla="*/ 162786 w 481325"/>
                  <a:gd name="csY42" fmla="*/ 304341 h 621418"/>
                  <a:gd name="csX43" fmla="*/ 153959 w 481325"/>
                  <a:gd name="csY43" fmla="*/ 280463 h 621418"/>
                  <a:gd name="csX44" fmla="*/ 143231 w 481325"/>
                  <a:gd name="csY44" fmla="*/ 268201 h 621418"/>
                  <a:gd name="csX45" fmla="*/ 141096 w 481325"/>
                  <a:gd name="csY45" fmla="*/ 246493 h 621418"/>
                  <a:gd name="csX46" fmla="*/ 133510 w 481325"/>
                  <a:gd name="csY46" fmla="*/ 215932 h 621418"/>
                  <a:gd name="csX47" fmla="*/ 125786 w 481325"/>
                  <a:gd name="csY47" fmla="*/ 201792 h 621418"/>
                  <a:gd name="csX48" fmla="*/ 113580 w 481325"/>
                  <a:gd name="csY48" fmla="*/ 175023 h 621418"/>
                  <a:gd name="csX49" fmla="*/ 104703 w 481325"/>
                  <a:gd name="csY49" fmla="*/ 151035 h 621418"/>
                  <a:gd name="csX50" fmla="*/ 100240 w 481325"/>
                  <a:gd name="csY50" fmla="*/ 135893 h 621418"/>
                  <a:gd name="csX51" fmla="*/ 100240 w 481325"/>
                  <a:gd name="csY51" fmla="*/ 128463 h 621418"/>
                  <a:gd name="csX52" fmla="*/ 99247 w 481325"/>
                  <a:gd name="csY52" fmla="*/ 115142 h 621418"/>
                  <a:gd name="csX53" fmla="*/ 93791 w 481325"/>
                  <a:gd name="csY53" fmla="*/ 109442 h 621418"/>
                  <a:gd name="csX54" fmla="*/ 95549 w 481325"/>
                  <a:gd name="csY54" fmla="*/ 115250 h 621418"/>
                  <a:gd name="csX55" fmla="*/ 90800 w 481325"/>
                  <a:gd name="csY55" fmla="*/ 117023 h 621418"/>
                  <a:gd name="csX56" fmla="*/ 87172 w 481325"/>
                  <a:gd name="csY56" fmla="*/ 114272 h 621418"/>
                  <a:gd name="csX57" fmla="*/ 67148 w 481325"/>
                  <a:gd name="csY57" fmla="*/ 111209 h 621418"/>
                  <a:gd name="csX58" fmla="*/ 49971 w 481325"/>
                  <a:gd name="csY58" fmla="*/ 100232 h 621418"/>
                  <a:gd name="csX59" fmla="*/ 44090 w 481325"/>
                  <a:gd name="csY59" fmla="*/ 90574 h 621418"/>
                  <a:gd name="csX60" fmla="*/ 35863 w 481325"/>
                  <a:gd name="csY60" fmla="*/ 83433 h 621418"/>
                  <a:gd name="csX61" fmla="*/ 32588 w 481325"/>
                  <a:gd name="csY61" fmla="*/ 82069 h 621418"/>
                  <a:gd name="csX62" fmla="*/ 11771 w 481325"/>
                  <a:gd name="csY62" fmla="*/ 68233 h 621418"/>
                  <a:gd name="csX63" fmla="*/ 5348 w 481325"/>
                  <a:gd name="csY63" fmla="*/ 59589 h 621418"/>
                  <a:gd name="csX64" fmla="*/ 1583 w 481325"/>
                  <a:gd name="csY64" fmla="*/ 46912 h 621418"/>
                  <a:gd name="csX65" fmla="*/ 325 w 481325"/>
                  <a:gd name="csY65" fmla="*/ 17525 h 621418"/>
                  <a:gd name="csX66" fmla="*/ 4538 w 481325"/>
                  <a:gd name="csY66" fmla="*/ 6689 h 621418"/>
                  <a:gd name="csX67" fmla="*/ 10480 w 481325"/>
                  <a:gd name="csY67" fmla="*/ 0 h 621418"/>
                  <a:gd name="csX68" fmla="*/ 53074 w 481325"/>
                  <a:gd name="csY68" fmla="*/ 22147 h 621418"/>
                  <a:gd name="csX69" fmla="*/ 133099 w 481325"/>
                  <a:gd name="csY69" fmla="*/ 64285 h 621418"/>
                  <a:gd name="csX70" fmla="*/ 308638 w 481325"/>
                  <a:gd name="csY70" fmla="*/ 150152 h 621418"/>
                  <a:gd name="csX71" fmla="*/ 460324 w 481325"/>
                  <a:gd name="csY71" fmla="*/ 163865 h 621418"/>
                  <a:gd name="csX72" fmla="*/ 466125 w 481325"/>
                  <a:gd name="csY72" fmla="*/ 170071 h 621418"/>
                  <a:gd name="csX73" fmla="*/ 465714 w 481325"/>
                  <a:gd name="csY73" fmla="*/ 176317 h 621418"/>
                  <a:gd name="csX74" fmla="*/ 471176 w 481325"/>
                  <a:gd name="csY74" fmla="*/ 205515 h 621418"/>
                  <a:gd name="csX75" fmla="*/ 478356 w 481325"/>
                  <a:gd name="csY75" fmla="*/ 244968 h 621418"/>
                  <a:gd name="csX76" fmla="*/ 480666 w 481325"/>
                  <a:gd name="csY76" fmla="*/ 291434 h 621418"/>
                  <a:gd name="csX77" fmla="*/ 471606 w 481325"/>
                  <a:gd name="csY77" fmla="*/ 339879 h 621418"/>
                  <a:gd name="csX78" fmla="*/ 467718 w 481325"/>
                  <a:gd name="csY78" fmla="*/ 346935 h 621418"/>
                  <a:gd name="csX79" fmla="*/ 468256 w 481325"/>
                  <a:gd name="csY79" fmla="*/ 419216 h 621418"/>
                  <a:gd name="csX80" fmla="*/ 469120 w 481325"/>
                  <a:gd name="csY80" fmla="*/ 434705 h 621418"/>
                  <a:gd name="csX81" fmla="*/ 451760 w 481325"/>
                  <a:gd name="csY81" fmla="*/ 439004 h 621418"/>
                  <a:gd name="csX82" fmla="*/ 430017 w 481325"/>
                  <a:gd name="csY82" fmla="*/ 458164 h 621418"/>
                  <a:gd name="csX83" fmla="*/ 441207 w 481325"/>
                  <a:gd name="csY83" fmla="*/ 484914 h 621418"/>
                  <a:gd name="csX84" fmla="*/ 455538 w 481325"/>
                  <a:gd name="csY84" fmla="*/ 533438 h 621418"/>
                  <a:gd name="csX85" fmla="*/ 463393 w 481325"/>
                  <a:gd name="csY85" fmla="*/ 557324 h 621418"/>
                  <a:gd name="csX86" fmla="*/ 466107 w 481325"/>
                  <a:gd name="csY86" fmla="*/ 564704 h 621418"/>
                  <a:gd name="csX87" fmla="*/ 427332 w 481325"/>
                  <a:gd name="csY87" fmla="*/ 607875 h 621418"/>
                  <a:gd name="csX88" fmla="*/ 408378 w 481325"/>
                  <a:gd name="csY88" fmla="*/ 619278 h 621418"/>
                  <a:gd name="csX89" fmla="*/ 406733 w 481325"/>
                  <a:gd name="csY89" fmla="*/ 612610 h 621418"/>
                  <a:gd name="csX90" fmla="*/ 398989 w 481325"/>
                  <a:gd name="csY90" fmla="*/ 614115 h 621418"/>
                  <a:gd name="csX91" fmla="*/ 394277 w 481325"/>
                  <a:gd name="csY91" fmla="*/ 621279 h 621418"/>
                  <a:gd name="csX92" fmla="*/ 392709 w 481325"/>
                  <a:gd name="csY92" fmla="*/ 609477 h 62141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Lst>
                <a:rect l="l" t="t" r="r" b="b"/>
                <a:pathLst>
                  <a:path w="481325" h="621418">
                    <a:moveTo>
                      <a:pt x="392709" y="609477"/>
                    </a:moveTo>
                    <a:cubicBezTo>
                      <a:pt x="394253" y="597840"/>
                      <a:pt x="393887" y="596413"/>
                      <a:pt x="388957" y="594848"/>
                    </a:cubicBezTo>
                    <a:cubicBezTo>
                      <a:pt x="381454" y="592467"/>
                      <a:pt x="376874" y="583809"/>
                      <a:pt x="382520" y="582680"/>
                    </a:cubicBezTo>
                    <a:cubicBezTo>
                      <a:pt x="386074" y="581969"/>
                      <a:pt x="385853" y="580904"/>
                      <a:pt x="381003" y="575394"/>
                    </a:cubicBezTo>
                    <a:cubicBezTo>
                      <a:pt x="377016" y="570863"/>
                      <a:pt x="375755" y="570304"/>
                      <a:pt x="376772" y="573517"/>
                    </a:cubicBezTo>
                    <a:cubicBezTo>
                      <a:pt x="378038" y="577517"/>
                      <a:pt x="377495" y="577714"/>
                      <a:pt x="372471" y="575078"/>
                    </a:cubicBezTo>
                    <a:cubicBezTo>
                      <a:pt x="366755" y="572079"/>
                      <a:pt x="366750" y="572094"/>
                      <a:pt x="371638" y="577600"/>
                    </a:cubicBezTo>
                    <a:cubicBezTo>
                      <a:pt x="374343" y="580646"/>
                      <a:pt x="375283" y="583138"/>
                      <a:pt x="373727" y="583138"/>
                    </a:cubicBezTo>
                    <a:cubicBezTo>
                      <a:pt x="372171" y="583138"/>
                      <a:pt x="370131" y="581897"/>
                      <a:pt x="369193" y="580381"/>
                    </a:cubicBezTo>
                    <a:cubicBezTo>
                      <a:pt x="368256" y="578864"/>
                      <a:pt x="366049" y="578176"/>
                      <a:pt x="364289" y="578851"/>
                    </a:cubicBezTo>
                    <a:cubicBezTo>
                      <a:pt x="362530" y="579526"/>
                      <a:pt x="359790" y="579276"/>
                      <a:pt x="358202" y="578294"/>
                    </a:cubicBezTo>
                    <a:cubicBezTo>
                      <a:pt x="354056" y="575732"/>
                      <a:pt x="341762" y="546998"/>
                      <a:pt x="344811" y="546998"/>
                    </a:cubicBezTo>
                    <a:cubicBezTo>
                      <a:pt x="346213" y="546998"/>
                      <a:pt x="347360" y="545839"/>
                      <a:pt x="347360" y="544424"/>
                    </a:cubicBezTo>
                    <a:cubicBezTo>
                      <a:pt x="347360" y="541126"/>
                      <a:pt x="331006" y="534265"/>
                      <a:pt x="329284" y="536840"/>
                    </a:cubicBezTo>
                    <a:cubicBezTo>
                      <a:pt x="328570" y="537907"/>
                      <a:pt x="321020" y="535449"/>
                      <a:pt x="312504" y="531378"/>
                    </a:cubicBezTo>
                    <a:cubicBezTo>
                      <a:pt x="303989" y="527306"/>
                      <a:pt x="298035" y="523928"/>
                      <a:pt x="299274" y="523870"/>
                    </a:cubicBezTo>
                    <a:cubicBezTo>
                      <a:pt x="300512" y="523812"/>
                      <a:pt x="300059" y="521998"/>
                      <a:pt x="298267" y="519838"/>
                    </a:cubicBezTo>
                    <a:cubicBezTo>
                      <a:pt x="296474" y="517678"/>
                      <a:pt x="294620" y="511589"/>
                      <a:pt x="294146" y="506308"/>
                    </a:cubicBezTo>
                    <a:cubicBezTo>
                      <a:pt x="293672" y="501026"/>
                      <a:pt x="292092" y="496307"/>
                      <a:pt x="290635" y="495822"/>
                    </a:cubicBezTo>
                    <a:cubicBezTo>
                      <a:pt x="287387" y="494739"/>
                      <a:pt x="287081" y="485043"/>
                      <a:pt x="290295" y="485043"/>
                    </a:cubicBezTo>
                    <a:cubicBezTo>
                      <a:pt x="291564" y="485043"/>
                      <a:pt x="292539" y="482429"/>
                      <a:pt x="292460" y="479235"/>
                    </a:cubicBezTo>
                    <a:cubicBezTo>
                      <a:pt x="292381" y="476040"/>
                      <a:pt x="293054" y="471684"/>
                      <a:pt x="293954" y="469554"/>
                    </a:cubicBezTo>
                    <a:cubicBezTo>
                      <a:pt x="294994" y="467095"/>
                      <a:pt x="293096" y="463864"/>
                      <a:pt x="288754" y="460702"/>
                    </a:cubicBezTo>
                    <a:cubicBezTo>
                      <a:pt x="282831" y="456387"/>
                      <a:pt x="282139" y="456302"/>
                      <a:pt x="283583" y="460065"/>
                    </a:cubicBezTo>
                    <a:cubicBezTo>
                      <a:pt x="285131" y="464099"/>
                      <a:pt x="284795" y="464110"/>
                      <a:pt x="278874" y="460231"/>
                    </a:cubicBezTo>
                    <a:cubicBezTo>
                      <a:pt x="274972" y="457675"/>
                      <a:pt x="272498" y="453605"/>
                      <a:pt x="272498" y="449744"/>
                    </a:cubicBezTo>
                    <a:cubicBezTo>
                      <a:pt x="272498" y="445927"/>
                      <a:pt x="271409" y="444108"/>
                      <a:pt x="269740" y="445139"/>
                    </a:cubicBezTo>
                    <a:cubicBezTo>
                      <a:pt x="268224" y="446077"/>
                      <a:pt x="267535" y="448283"/>
                      <a:pt x="268211" y="450043"/>
                    </a:cubicBezTo>
                    <a:cubicBezTo>
                      <a:pt x="268886" y="451803"/>
                      <a:pt x="268361" y="454880"/>
                      <a:pt x="267044" y="456881"/>
                    </a:cubicBezTo>
                    <a:cubicBezTo>
                      <a:pt x="265087" y="459853"/>
                      <a:pt x="263712" y="459403"/>
                      <a:pt x="259538" y="454425"/>
                    </a:cubicBezTo>
                    <a:cubicBezTo>
                      <a:pt x="256727" y="451073"/>
                      <a:pt x="254428" y="446676"/>
                      <a:pt x="254428" y="444654"/>
                    </a:cubicBezTo>
                    <a:cubicBezTo>
                      <a:pt x="254428" y="441815"/>
                      <a:pt x="253286" y="441587"/>
                      <a:pt x="249421" y="443656"/>
                    </a:cubicBezTo>
                    <a:cubicBezTo>
                      <a:pt x="243479" y="446836"/>
                      <a:pt x="243193" y="446433"/>
                      <a:pt x="238700" y="428558"/>
                    </a:cubicBezTo>
                    <a:cubicBezTo>
                      <a:pt x="235500" y="415829"/>
                      <a:pt x="234285" y="414272"/>
                      <a:pt x="224166" y="409935"/>
                    </a:cubicBezTo>
                    <a:cubicBezTo>
                      <a:pt x="217728" y="407175"/>
                      <a:pt x="213124" y="403477"/>
                      <a:pt x="213124" y="401065"/>
                    </a:cubicBezTo>
                    <a:cubicBezTo>
                      <a:pt x="213124" y="398790"/>
                      <a:pt x="210220" y="393122"/>
                      <a:pt x="206671" y="388468"/>
                    </a:cubicBezTo>
                    <a:cubicBezTo>
                      <a:pt x="199265" y="378758"/>
                      <a:pt x="198471" y="374041"/>
                      <a:pt x="204242" y="374041"/>
                    </a:cubicBezTo>
                    <a:cubicBezTo>
                      <a:pt x="206455" y="374041"/>
                      <a:pt x="207499" y="372800"/>
                      <a:pt x="206562" y="371283"/>
                    </a:cubicBezTo>
                    <a:cubicBezTo>
                      <a:pt x="205625" y="369767"/>
                      <a:pt x="203299" y="369124"/>
                      <a:pt x="201394" y="369855"/>
                    </a:cubicBezTo>
                    <a:cubicBezTo>
                      <a:pt x="197850" y="371215"/>
                      <a:pt x="182472" y="355734"/>
                      <a:pt x="181743" y="350072"/>
                    </a:cubicBezTo>
                    <a:cubicBezTo>
                      <a:pt x="181521" y="348347"/>
                      <a:pt x="181114" y="343821"/>
                      <a:pt x="180840" y="340015"/>
                    </a:cubicBezTo>
                    <a:cubicBezTo>
                      <a:pt x="179988" y="328208"/>
                      <a:pt x="174287" y="317597"/>
                      <a:pt x="168342" y="316750"/>
                    </a:cubicBezTo>
                    <a:cubicBezTo>
                      <a:pt x="163596" y="316073"/>
                      <a:pt x="162786" y="314266"/>
                      <a:pt x="162786" y="304341"/>
                    </a:cubicBezTo>
                    <a:cubicBezTo>
                      <a:pt x="162786" y="295229"/>
                      <a:pt x="160883" y="290082"/>
                      <a:pt x="153959" y="280463"/>
                    </a:cubicBezTo>
                    <a:cubicBezTo>
                      <a:pt x="149104" y="273719"/>
                      <a:pt x="144276" y="268201"/>
                      <a:pt x="143231" y="268201"/>
                    </a:cubicBezTo>
                    <a:cubicBezTo>
                      <a:pt x="142186" y="268201"/>
                      <a:pt x="141225" y="258432"/>
                      <a:pt x="141096" y="246493"/>
                    </a:cubicBezTo>
                    <a:cubicBezTo>
                      <a:pt x="140831" y="221943"/>
                      <a:pt x="139743" y="217562"/>
                      <a:pt x="133510" y="215932"/>
                    </a:cubicBezTo>
                    <a:cubicBezTo>
                      <a:pt x="130755" y="215211"/>
                      <a:pt x="127873" y="209936"/>
                      <a:pt x="125786" y="201792"/>
                    </a:cubicBezTo>
                    <a:cubicBezTo>
                      <a:pt x="123955" y="194647"/>
                      <a:pt x="118462" y="182601"/>
                      <a:pt x="113580" y="175023"/>
                    </a:cubicBezTo>
                    <a:cubicBezTo>
                      <a:pt x="107284" y="165251"/>
                      <a:pt x="104703" y="158277"/>
                      <a:pt x="104703" y="151035"/>
                    </a:cubicBezTo>
                    <a:cubicBezTo>
                      <a:pt x="104703" y="144982"/>
                      <a:pt x="102887" y="138818"/>
                      <a:pt x="100240" y="135893"/>
                    </a:cubicBezTo>
                    <a:cubicBezTo>
                      <a:pt x="96009" y="131218"/>
                      <a:pt x="96009" y="130831"/>
                      <a:pt x="100240" y="128463"/>
                    </a:cubicBezTo>
                    <a:cubicBezTo>
                      <a:pt x="106103" y="125181"/>
                      <a:pt x="105871" y="122062"/>
                      <a:pt x="99247" y="115142"/>
                    </a:cubicBezTo>
                    <a:lnTo>
                      <a:pt x="93791" y="109442"/>
                    </a:lnTo>
                    <a:lnTo>
                      <a:pt x="95549" y="115250"/>
                    </a:lnTo>
                    <a:cubicBezTo>
                      <a:pt x="97517" y="121752"/>
                      <a:pt x="93229" y="123352"/>
                      <a:pt x="90800" y="117023"/>
                    </a:cubicBezTo>
                    <a:cubicBezTo>
                      <a:pt x="89948" y="114803"/>
                      <a:pt x="88316" y="113565"/>
                      <a:pt x="87172" y="114272"/>
                    </a:cubicBezTo>
                    <a:cubicBezTo>
                      <a:pt x="86029" y="114978"/>
                      <a:pt x="77018" y="113600"/>
                      <a:pt x="67148" y="111209"/>
                    </a:cubicBezTo>
                    <a:cubicBezTo>
                      <a:pt x="50330" y="107134"/>
                      <a:pt x="49251" y="106444"/>
                      <a:pt x="49971" y="100232"/>
                    </a:cubicBezTo>
                    <a:cubicBezTo>
                      <a:pt x="50552" y="95214"/>
                      <a:pt x="49124" y="92867"/>
                      <a:pt x="44090" y="90574"/>
                    </a:cubicBezTo>
                    <a:cubicBezTo>
                      <a:pt x="40433" y="88908"/>
                      <a:pt x="36731" y="85694"/>
                      <a:pt x="35863" y="83433"/>
                    </a:cubicBezTo>
                    <a:cubicBezTo>
                      <a:pt x="34873" y="80853"/>
                      <a:pt x="33654" y="80345"/>
                      <a:pt x="32588" y="82069"/>
                    </a:cubicBezTo>
                    <a:cubicBezTo>
                      <a:pt x="30403" y="85606"/>
                      <a:pt x="11771" y="73222"/>
                      <a:pt x="11771" y="68233"/>
                    </a:cubicBezTo>
                    <a:cubicBezTo>
                      <a:pt x="11771" y="66258"/>
                      <a:pt x="8881" y="62368"/>
                      <a:pt x="5348" y="59589"/>
                    </a:cubicBezTo>
                    <a:cubicBezTo>
                      <a:pt x="-304" y="55143"/>
                      <a:pt x="-756" y="53621"/>
                      <a:pt x="1583" y="46912"/>
                    </a:cubicBezTo>
                    <a:cubicBezTo>
                      <a:pt x="4225" y="39332"/>
                      <a:pt x="3631" y="25451"/>
                      <a:pt x="325" y="17525"/>
                    </a:cubicBezTo>
                    <a:cubicBezTo>
                      <a:pt x="-744" y="14961"/>
                      <a:pt x="864" y="10824"/>
                      <a:pt x="4538" y="6689"/>
                    </a:cubicBezTo>
                    <a:lnTo>
                      <a:pt x="10480" y="0"/>
                    </a:lnTo>
                    <a:lnTo>
                      <a:pt x="53074" y="22147"/>
                    </a:lnTo>
                    <a:cubicBezTo>
                      <a:pt x="76501" y="34328"/>
                      <a:pt x="112512" y="53290"/>
                      <a:pt x="133099" y="64285"/>
                    </a:cubicBezTo>
                    <a:cubicBezTo>
                      <a:pt x="293633" y="150024"/>
                      <a:pt x="290844" y="148660"/>
                      <a:pt x="308638" y="150152"/>
                    </a:cubicBezTo>
                    <a:cubicBezTo>
                      <a:pt x="379829" y="156121"/>
                      <a:pt x="453326" y="162765"/>
                      <a:pt x="460324" y="163865"/>
                    </a:cubicBezTo>
                    <a:cubicBezTo>
                      <a:pt x="467642" y="165014"/>
                      <a:pt x="468398" y="165824"/>
                      <a:pt x="466125" y="170071"/>
                    </a:cubicBezTo>
                    <a:cubicBezTo>
                      <a:pt x="464688" y="172758"/>
                      <a:pt x="464502" y="175568"/>
                      <a:pt x="465714" y="176317"/>
                    </a:cubicBezTo>
                    <a:cubicBezTo>
                      <a:pt x="466925" y="177066"/>
                      <a:pt x="469383" y="190205"/>
                      <a:pt x="471176" y="205515"/>
                    </a:cubicBezTo>
                    <a:cubicBezTo>
                      <a:pt x="472969" y="220825"/>
                      <a:pt x="476200" y="238579"/>
                      <a:pt x="478356" y="244968"/>
                    </a:cubicBezTo>
                    <a:cubicBezTo>
                      <a:pt x="481464" y="254178"/>
                      <a:pt x="481943" y="263804"/>
                      <a:pt x="480666" y="291434"/>
                    </a:cubicBezTo>
                    <a:cubicBezTo>
                      <a:pt x="478736" y="333232"/>
                      <a:pt x="477318" y="340812"/>
                      <a:pt x="471606" y="339879"/>
                    </a:cubicBezTo>
                    <a:cubicBezTo>
                      <a:pt x="468443" y="339362"/>
                      <a:pt x="467477" y="341115"/>
                      <a:pt x="467718" y="346935"/>
                    </a:cubicBezTo>
                    <a:cubicBezTo>
                      <a:pt x="467998" y="353675"/>
                      <a:pt x="468241" y="386395"/>
                      <a:pt x="468256" y="419216"/>
                    </a:cubicBezTo>
                    <a:cubicBezTo>
                      <a:pt x="468259" y="424895"/>
                      <a:pt x="468647" y="431865"/>
                      <a:pt x="469120" y="434705"/>
                    </a:cubicBezTo>
                    <a:cubicBezTo>
                      <a:pt x="469922" y="439526"/>
                      <a:pt x="468775" y="439811"/>
                      <a:pt x="451760" y="439004"/>
                    </a:cubicBezTo>
                    <a:cubicBezTo>
                      <a:pt x="428789" y="437915"/>
                      <a:pt x="426025" y="440351"/>
                      <a:pt x="430017" y="458164"/>
                    </a:cubicBezTo>
                    <a:cubicBezTo>
                      <a:pt x="431548" y="464996"/>
                      <a:pt x="436584" y="477034"/>
                      <a:pt x="441207" y="484914"/>
                    </a:cubicBezTo>
                    <a:cubicBezTo>
                      <a:pt x="456169" y="510414"/>
                      <a:pt x="459720" y="522439"/>
                      <a:pt x="455538" y="533438"/>
                    </a:cubicBezTo>
                    <a:cubicBezTo>
                      <a:pt x="452990" y="540141"/>
                      <a:pt x="458641" y="557324"/>
                      <a:pt x="463393" y="557324"/>
                    </a:cubicBezTo>
                    <a:cubicBezTo>
                      <a:pt x="464886" y="557324"/>
                      <a:pt x="466107" y="560645"/>
                      <a:pt x="466107" y="564704"/>
                    </a:cubicBezTo>
                    <a:cubicBezTo>
                      <a:pt x="466107" y="574709"/>
                      <a:pt x="449340" y="593376"/>
                      <a:pt x="427332" y="607875"/>
                    </a:cubicBezTo>
                    <a:cubicBezTo>
                      <a:pt x="417812" y="614147"/>
                      <a:pt x="409283" y="619278"/>
                      <a:pt x="408378" y="619278"/>
                    </a:cubicBezTo>
                    <a:cubicBezTo>
                      <a:pt x="407473" y="619278"/>
                      <a:pt x="406733" y="616277"/>
                      <a:pt x="406733" y="612610"/>
                    </a:cubicBezTo>
                    <a:cubicBezTo>
                      <a:pt x="406733" y="604379"/>
                      <a:pt x="401025" y="605489"/>
                      <a:pt x="398989" y="614115"/>
                    </a:cubicBezTo>
                    <a:cubicBezTo>
                      <a:pt x="398201" y="617454"/>
                      <a:pt x="396080" y="620678"/>
                      <a:pt x="394277" y="621279"/>
                    </a:cubicBezTo>
                    <a:cubicBezTo>
                      <a:pt x="391773" y="622114"/>
                      <a:pt x="391403" y="619327"/>
                      <a:pt x="392709" y="609477"/>
                    </a:cubicBezTo>
                    <a:close/>
                  </a:path>
                </a:pathLst>
              </a:custGeom>
              <a:solidFill>
                <a:srgbClr val="B9B9B9"/>
              </a:solidFill>
              <a:ln w="5163" cap="flat">
                <a:noFill/>
                <a:prstDash val="solid"/>
                <a:miter/>
              </a:ln>
            </p:spPr>
            <p:txBody>
              <a:bodyPr/>
              <a:lstStyle/>
              <a:p>
                <a:endParaRPr lang="es-419" noProof="0" dirty="0"/>
              </a:p>
            </p:txBody>
          </p:sp>
          <p:sp>
            <p:nvSpPr>
              <p:cNvPr id="117" name="Forma libre: forma 116">
                <a:extLst>
                  <a:ext uri="{FF2B5EF4-FFF2-40B4-BE49-F238E27FC236}">
                    <a16:creationId xmlns:a16="http://schemas.microsoft.com/office/drawing/2014/main" id="{F773B7EA-4803-A96E-25D7-5B1DC97D58E8}"/>
                  </a:ext>
                </a:extLst>
              </p:cNvPr>
              <p:cNvSpPr/>
              <p:nvPr/>
            </p:nvSpPr>
            <p:spPr>
              <a:xfrm>
                <a:off x="356836" y="1137381"/>
                <a:ext cx="20516" cy="20135"/>
              </a:xfrm>
              <a:custGeom>
                <a:avLst/>
                <a:gdLst>
                  <a:gd name="csX0" fmla="*/ 3031 w 20516"/>
                  <a:gd name="csY0" fmla="*/ 13790 h 20135"/>
                  <a:gd name="csX1" fmla="*/ 11787 w 20516"/>
                  <a:gd name="csY1" fmla="*/ 6812 h 20135"/>
                  <a:gd name="csX2" fmla="*/ 16388 w 20516"/>
                  <a:gd name="csY2" fmla="*/ 8970 h 20135"/>
                  <a:gd name="csX3" fmla="*/ 17667 w 20516"/>
                  <a:gd name="csY3" fmla="*/ 5896 h 20135"/>
                  <a:gd name="csX4" fmla="*/ 16630 w 20516"/>
                  <a:gd name="csY4" fmla="*/ 16309 h 20135"/>
                  <a:gd name="csX5" fmla="*/ 3031 w 20516"/>
                  <a:gd name="csY5" fmla="*/ 13790 h 20135"/>
                </a:gdLst>
                <a:ahLst/>
                <a:cxnLst>
                  <a:cxn ang="0">
                    <a:pos x="csX0" y="csY0"/>
                  </a:cxn>
                  <a:cxn ang="0">
                    <a:pos x="csX1" y="csY1"/>
                  </a:cxn>
                  <a:cxn ang="0">
                    <a:pos x="csX2" y="csY2"/>
                  </a:cxn>
                  <a:cxn ang="0">
                    <a:pos x="csX3" y="csY3"/>
                  </a:cxn>
                  <a:cxn ang="0">
                    <a:pos x="csX4" y="csY4"/>
                  </a:cxn>
                  <a:cxn ang="0">
                    <a:pos x="csX5" y="csY5"/>
                  </a:cxn>
                </a:cxnLst>
                <a:rect l="l" t="t" r="r" b="b"/>
                <a:pathLst>
                  <a:path w="20516" h="20135">
                    <a:moveTo>
                      <a:pt x="3031" y="13790"/>
                    </a:moveTo>
                    <a:cubicBezTo>
                      <a:pt x="-3651" y="-875"/>
                      <a:pt x="1356" y="-4865"/>
                      <a:pt x="11787" y="6812"/>
                    </a:cubicBezTo>
                    <a:cubicBezTo>
                      <a:pt x="16355" y="11926"/>
                      <a:pt x="17642" y="12530"/>
                      <a:pt x="16388" y="8970"/>
                    </a:cubicBezTo>
                    <a:cubicBezTo>
                      <a:pt x="15184" y="5554"/>
                      <a:pt x="15578" y="4605"/>
                      <a:pt x="17667" y="5896"/>
                    </a:cubicBezTo>
                    <a:cubicBezTo>
                      <a:pt x="21766" y="8429"/>
                      <a:pt x="21462" y="11477"/>
                      <a:pt x="16630" y="16309"/>
                    </a:cubicBezTo>
                    <a:cubicBezTo>
                      <a:pt x="10809" y="22130"/>
                      <a:pt x="6464" y="21325"/>
                      <a:pt x="3031" y="13790"/>
                    </a:cubicBezTo>
                    <a:close/>
                  </a:path>
                </a:pathLst>
              </a:custGeom>
              <a:solidFill>
                <a:srgbClr val="B9B9B9"/>
              </a:solidFill>
              <a:ln w="5163" cap="flat">
                <a:noFill/>
                <a:prstDash val="solid"/>
                <a:miter/>
              </a:ln>
            </p:spPr>
            <p:txBody>
              <a:bodyPr/>
              <a:lstStyle/>
              <a:p>
                <a:endParaRPr lang="es-419" noProof="0" dirty="0"/>
              </a:p>
            </p:txBody>
          </p:sp>
        </p:grpSp>
      </p:grpSp>
      <p:grpSp>
        <p:nvGrpSpPr>
          <p:cNvPr id="36" name="Group 45">
            <a:extLst>
              <a:ext uri="{FF2B5EF4-FFF2-40B4-BE49-F238E27FC236}">
                <a16:creationId xmlns:a16="http://schemas.microsoft.com/office/drawing/2014/main" id="{C85BD588-90AA-DF10-0080-A30FF088155C}"/>
              </a:ext>
            </a:extLst>
          </p:cNvPr>
          <p:cNvGrpSpPr>
            <a:grpSpLocks noChangeAspect="1"/>
          </p:cNvGrpSpPr>
          <p:nvPr/>
        </p:nvGrpSpPr>
        <p:grpSpPr>
          <a:xfrm>
            <a:off x="1416345" y="1431499"/>
            <a:ext cx="213038" cy="337620"/>
            <a:chOff x="0" y="26670"/>
            <a:chExt cx="3924300" cy="6219190"/>
          </a:xfrm>
        </p:grpSpPr>
        <p:sp>
          <p:nvSpPr>
            <p:cNvPr id="37" name="Freeform 46">
              <a:extLst>
                <a:ext uri="{FF2B5EF4-FFF2-40B4-BE49-F238E27FC236}">
                  <a16:creationId xmlns:a16="http://schemas.microsoft.com/office/drawing/2014/main" id="{623A44EC-2A86-33CE-266B-E1928E6C0D2A}"/>
                </a:ext>
              </a:extLst>
            </p:cNvPr>
            <p:cNvSpPr/>
            <p:nvPr/>
          </p:nvSpPr>
          <p:spPr>
            <a:xfrm>
              <a:off x="0" y="26670"/>
              <a:ext cx="3924300" cy="6219190"/>
            </a:xfrm>
            <a:custGeom>
              <a:avLst/>
              <a:gdLst/>
              <a:ahLst/>
              <a:cxnLst/>
              <a:rect l="l" t="t" r="r" b="b"/>
              <a:pathLst>
                <a:path w="3924300" h="6219190">
                  <a:moveTo>
                    <a:pt x="3924300" y="1962150"/>
                  </a:moveTo>
                  <a:cubicBezTo>
                    <a:pt x="3924300" y="878840"/>
                    <a:pt x="3045460" y="0"/>
                    <a:pt x="1962150" y="0"/>
                  </a:cubicBezTo>
                  <a:cubicBezTo>
                    <a:pt x="878840" y="0"/>
                    <a:pt x="0" y="878840"/>
                    <a:pt x="0" y="1962150"/>
                  </a:cubicBezTo>
                  <a:cubicBezTo>
                    <a:pt x="0" y="2974340"/>
                    <a:pt x="765810" y="3807460"/>
                    <a:pt x="1750060" y="3912870"/>
                  </a:cubicBezTo>
                  <a:lnTo>
                    <a:pt x="1962150" y="6219190"/>
                  </a:lnTo>
                  <a:lnTo>
                    <a:pt x="2174240" y="3912870"/>
                  </a:lnTo>
                  <a:cubicBezTo>
                    <a:pt x="3158490" y="3807460"/>
                    <a:pt x="3924300" y="2974340"/>
                    <a:pt x="3924300" y="1962150"/>
                  </a:cubicBezTo>
                  <a:close/>
                </a:path>
              </a:pathLst>
            </a:custGeom>
            <a:solidFill>
              <a:srgbClr val="EB6C01"/>
            </a:solidFill>
          </p:spPr>
          <p:txBody>
            <a:bodyPr/>
            <a:lstStyle/>
            <a:p>
              <a:endParaRPr lang="es-419" noProof="0" dirty="0"/>
            </a:p>
          </p:txBody>
        </p:sp>
        <p:sp>
          <p:nvSpPr>
            <p:cNvPr id="38" name="Freeform 47">
              <a:extLst>
                <a:ext uri="{FF2B5EF4-FFF2-40B4-BE49-F238E27FC236}">
                  <a16:creationId xmlns:a16="http://schemas.microsoft.com/office/drawing/2014/main" id="{18A1D1F4-3AF3-344B-0C3C-8B285CE3F6E2}"/>
                </a:ext>
              </a:extLst>
            </p:cNvPr>
            <p:cNvSpPr/>
            <p:nvPr/>
          </p:nvSpPr>
          <p:spPr>
            <a:xfrm>
              <a:off x="340744" y="374636"/>
              <a:ext cx="3242813" cy="3228370"/>
            </a:xfrm>
            <a:custGeom>
              <a:avLst/>
              <a:gdLst/>
              <a:ahLst/>
              <a:cxnLst/>
              <a:rect l="l" t="t" r="r" b="b"/>
              <a:pathLst>
                <a:path w="3242810" h="3228373">
                  <a:moveTo>
                    <a:pt x="1621405" y="16"/>
                  </a:moveTo>
                  <a:cubicBezTo>
                    <a:pt x="1042998" y="-2571"/>
                    <a:pt x="507417" y="304521"/>
                    <a:pt x="217465" y="805010"/>
                  </a:cubicBezTo>
                  <a:cubicBezTo>
                    <a:pt x="-72488" y="1305499"/>
                    <a:pt x="-72488" y="1922874"/>
                    <a:pt x="217465" y="2423362"/>
                  </a:cubicBezTo>
                  <a:cubicBezTo>
                    <a:pt x="507417" y="2923851"/>
                    <a:pt x="1042998" y="3230943"/>
                    <a:pt x="1621405" y="3228356"/>
                  </a:cubicBezTo>
                  <a:cubicBezTo>
                    <a:pt x="2199812" y="3230943"/>
                    <a:pt x="2735392" y="2923851"/>
                    <a:pt x="3025345" y="2423362"/>
                  </a:cubicBezTo>
                  <a:cubicBezTo>
                    <a:pt x="3315298" y="1922874"/>
                    <a:pt x="3315298" y="1305499"/>
                    <a:pt x="3025345" y="805010"/>
                  </a:cubicBezTo>
                  <a:cubicBezTo>
                    <a:pt x="2735392" y="304522"/>
                    <a:pt x="2199812" y="-2571"/>
                    <a:pt x="1621405" y="16"/>
                  </a:cubicBezTo>
                  <a:close/>
                </a:path>
              </a:pathLst>
            </a:custGeom>
            <a:blipFill>
              <a:blip r:embed="rId5"/>
              <a:stretch>
                <a:fillRect l="-28801" r="-28801" b="-58308"/>
              </a:stretch>
            </a:blipFill>
          </p:spPr>
          <p:txBody>
            <a:bodyPr/>
            <a:lstStyle/>
            <a:p>
              <a:endParaRPr lang="es-419" noProof="0" dirty="0"/>
            </a:p>
          </p:txBody>
        </p:sp>
      </p:grpSp>
    </p:spTree>
    <p:extLst>
      <p:ext uri="{BB962C8B-B14F-4D97-AF65-F5344CB8AC3E}">
        <p14:creationId xmlns:p14="http://schemas.microsoft.com/office/powerpoint/2010/main" val="27560090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nodeType="with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wipe(down)">
                                      <p:cBhvr>
                                        <p:cTn id="7" dur="580">
                                          <p:stCondLst>
                                            <p:cond delay="0"/>
                                          </p:stCondLst>
                                        </p:cTn>
                                        <p:tgtEl>
                                          <p:spTgt spid="36"/>
                                        </p:tgtEl>
                                      </p:cBhvr>
                                    </p:animEffect>
                                    <p:anim calcmode="lin" valueType="num">
                                      <p:cBhvr>
                                        <p:cTn id="8" dur="1822" tmFilter="0,0; 0.14,0.36; 0.43,0.73; 0.71,0.91; 1.0,1.0">
                                          <p:stCondLst>
                                            <p:cond delay="0"/>
                                          </p:stCondLst>
                                        </p:cTn>
                                        <p:tgtEl>
                                          <p:spTgt spid="36"/>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36"/>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36"/>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36"/>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36"/>
                                        </p:tgtEl>
                                        <p:attrNameLst>
                                          <p:attrName>ppt_y</p:attrName>
                                        </p:attrNameLst>
                                      </p:cBhvr>
                                      <p:tavLst>
                                        <p:tav tm="0" fmla="#ppt_y-sin(pi*$)/81">
                                          <p:val>
                                            <p:fltVal val="0"/>
                                          </p:val>
                                        </p:tav>
                                        <p:tav tm="100000">
                                          <p:val>
                                            <p:fltVal val="1"/>
                                          </p:val>
                                        </p:tav>
                                      </p:tavLst>
                                    </p:anim>
                                    <p:animScale>
                                      <p:cBhvr>
                                        <p:cTn id="13" dur="26">
                                          <p:stCondLst>
                                            <p:cond delay="650"/>
                                          </p:stCondLst>
                                        </p:cTn>
                                        <p:tgtEl>
                                          <p:spTgt spid="36"/>
                                        </p:tgtEl>
                                      </p:cBhvr>
                                      <p:to x="100000" y="60000"/>
                                    </p:animScale>
                                    <p:animScale>
                                      <p:cBhvr>
                                        <p:cTn id="14" dur="166" decel="50000">
                                          <p:stCondLst>
                                            <p:cond delay="676"/>
                                          </p:stCondLst>
                                        </p:cTn>
                                        <p:tgtEl>
                                          <p:spTgt spid="36"/>
                                        </p:tgtEl>
                                      </p:cBhvr>
                                      <p:to x="100000" y="100000"/>
                                    </p:animScale>
                                    <p:animScale>
                                      <p:cBhvr>
                                        <p:cTn id="15" dur="26">
                                          <p:stCondLst>
                                            <p:cond delay="1312"/>
                                          </p:stCondLst>
                                        </p:cTn>
                                        <p:tgtEl>
                                          <p:spTgt spid="36"/>
                                        </p:tgtEl>
                                      </p:cBhvr>
                                      <p:to x="100000" y="80000"/>
                                    </p:animScale>
                                    <p:animScale>
                                      <p:cBhvr>
                                        <p:cTn id="16" dur="166" decel="50000">
                                          <p:stCondLst>
                                            <p:cond delay="1338"/>
                                          </p:stCondLst>
                                        </p:cTn>
                                        <p:tgtEl>
                                          <p:spTgt spid="36"/>
                                        </p:tgtEl>
                                      </p:cBhvr>
                                      <p:to x="100000" y="100000"/>
                                    </p:animScale>
                                    <p:animScale>
                                      <p:cBhvr>
                                        <p:cTn id="17" dur="26">
                                          <p:stCondLst>
                                            <p:cond delay="1642"/>
                                          </p:stCondLst>
                                        </p:cTn>
                                        <p:tgtEl>
                                          <p:spTgt spid="36"/>
                                        </p:tgtEl>
                                      </p:cBhvr>
                                      <p:to x="100000" y="90000"/>
                                    </p:animScale>
                                    <p:animScale>
                                      <p:cBhvr>
                                        <p:cTn id="18" dur="166" decel="50000">
                                          <p:stCondLst>
                                            <p:cond delay="1668"/>
                                          </p:stCondLst>
                                        </p:cTn>
                                        <p:tgtEl>
                                          <p:spTgt spid="36"/>
                                        </p:tgtEl>
                                      </p:cBhvr>
                                      <p:to x="100000" y="100000"/>
                                    </p:animScale>
                                    <p:animScale>
                                      <p:cBhvr>
                                        <p:cTn id="19" dur="26">
                                          <p:stCondLst>
                                            <p:cond delay="1808"/>
                                          </p:stCondLst>
                                        </p:cTn>
                                        <p:tgtEl>
                                          <p:spTgt spid="36"/>
                                        </p:tgtEl>
                                      </p:cBhvr>
                                      <p:to x="100000" y="95000"/>
                                    </p:animScale>
                                    <p:animScale>
                                      <p:cBhvr>
                                        <p:cTn id="20" dur="166" decel="50000">
                                          <p:stCondLst>
                                            <p:cond delay="1834"/>
                                          </p:stCondLst>
                                        </p:cTn>
                                        <p:tgtEl>
                                          <p:spTgt spid="36"/>
                                        </p:tgtEl>
                                      </p:cBhvr>
                                      <p:to x="100000" y="100000"/>
                                    </p:animScale>
                                  </p:childTnLst>
                                </p:cTn>
                              </p:par>
                            </p:childTnLst>
                          </p:cTn>
                        </p:par>
                        <p:par>
                          <p:cTn id="21" fill="hold">
                            <p:stCondLst>
                              <p:cond delay="2000"/>
                            </p:stCondLst>
                            <p:childTnLst>
                              <p:par>
                                <p:cTn id="22" presetID="35" presetClass="emph" presetSubtype="0" repeatCount="indefinite" fill="hold" grpId="0" nodeType="afterEffect">
                                  <p:stCondLst>
                                    <p:cond delay="0"/>
                                  </p:stCondLst>
                                  <p:childTnLst>
                                    <p:anim calcmode="discrete" valueType="str">
                                      <p:cBhvr>
                                        <p:cTn id="23" dur="1000" fill="hold"/>
                                        <p:tgtEl>
                                          <p:spTgt spid="55"/>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bg>
      <p:bgPr>
        <a:solidFill>
          <a:srgbClr val="F0F6FC"/>
        </a:solidFill>
        <a:effectLst/>
      </p:bgPr>
    </p:bg>
    <p:spTree>
      <p:nvGrpSpPr>
        <p:cNvPr id="1" name="">
          <a:extLst>
            <a:ext uri="{FF2B5EF4-FFF2-40B4-BE49-F238E27FC236}">
              <a16:creationId xmlns:a16="http://schemas.microsoft.com/office/drawing/2014/main" id="{A4B69BE6-7AA3-A8E8-8CBA-EAFC3E87D731}"/>
            </a:ext>
          </a:extLst>
        </p:cNvPr>
        <p:cNvGrpSpPr/>
        <p:nvPr/>
      </p:nvGrpSpPr>
      <p:grpSpPr>
        <a:xfrm>
          <a:off x="0" y="0"/>
          <a:ext cx="0" cy="0"/>
          <a:chOff x="0" y="0"/>
          <a:chExt cx="0" cy="0"/>
        </a:xfrm>
      </p:grpSpPr>
      <p:sp>
        <p:nvSpPr>
          <p:cNvPr id="2" name="Shape 0">
            <a:extLst>
              <a:ext uri="{FF2B5EF4-FFF2-40B4-BE49-F238E27FC236}">
                <a16:creationId xmlns:a16="http://schemas.microsoft.com/office/drawing/2014/main" id="{58300CE6-2779-B9B4-FC13-D7ECA80F7C72}"/>
              </a:ext>
            </a:extLst>
          </p:cNvPr>
          <p:cNvSpPr/>
          <p:nvPr/>
        </p:nvSpPr>
        <p:spPr>
          <a:xfrm>
            <a:off x="0" y="0"/>
            <a:ext cx="9144000" cy="38405"/>
          </a:xfrm>
          <a:prstGeom prst="rect">
            <a:avLst/>
          </a:prstGeom>
          <a:solidFill>
            <a:srgbClr val="EB6C01"/>
          </a:solidFill>
          <a:ln w="12700">
            <a:solidFill>
              <a:srgbClr val="EB6C01"/>
            </a:solidFill>
            <a:prstDash val="solid"/>
          </a:ln>
        </p:spPr>
        <p:txBody>
          <a:bodyPr/>
          <a:lstStyle/>
          <a:p>
            <a:endParaRPr lang="es-419" noProof="0" dirty="0"/>
          </a:p>
        </p:txBody>
      </p:sp>
      <p:sp>
        <p:nvSpPr>
          <p:cNvPr id="3" name="Shape 1">
            <a:extLst>
              <a:ext uri="{FF2B5EF4-FFF2-40B4-BE49-F238E27FC236}">
                <a16:creationId xmlns:a16="http://schemas.microsoft.com/office/drawing/2014/main" id="{78E299AE-E8C2-B87B-8484-3653917E12EE}"/>
              </a:ext>
            </a:extLst>
          </p:cNvPr>
          <p:cNvSpPr/>
          <p:nvPr/>
        </p:nvSpPr>
        <p:spPr>
          <a:xfrm>
            <a:off x="0" y="38405"/>
            <a:ext cx="9144000" cy="667512"/>
          </a:xfrm>
          <a:prstGeom prst="rect">
            <a:avLst/>
          </a:prstGeom>
          <a:solidFill>
            <a:srgbClr val="1A3464"/>
          </a:solidFill>
          <a:ln w="12700">
            <a:solidFill>
              <a:srgbClr val="1A3464"/>
            </a:solidFill>
            <a:prstDash val="solid"/>
          </a:ln>
        </p:spPr>
        <p:txBody>
          <a:bodyPr/>
          <a:lstStyle/>
          <a:p>
            <a:endParaRPr lang="es-419" noProof="0" dirty="0"/>
          </a:p>
        </p:txBody>
      </p:sp>
      <p:sp>
        <p:nvSpPr>
          <p:cNvPr id="4" name="Shape 2">
            <a:extLst>
              <a:ext uri="{FF2B5EF4-FFF2-40B4-BE49-F238E27FC236}">
                <a16:creationId xmlns:a16="http://schemas.microsoft.com/office/drawing/2014/main" id="{134CF8B2-369F-AACA-C624-4CC4BB6A3A10}"/>
              </a:ext>
            </a:extLst>
          </p:cNvPr>
          <p:cNvSpPr/>
          <p:nvPr/>
        </p:nvSpPr>
        <p:spPr>
          <a:xfrm>
            <a:off x="384048" y="117043"/>
            <a:ext cx="685800" cy="237744"/>
          </a:xfrm>
          <a:prstGeom prst="rect">
            <a:avLst/>
          </a:prstGeom>
          <a:solidFill>
            <a:srgbClr val="EB6C01"/>
          </a:solidFill>
          <a:ln w="12700">
            <a:solidFill>
              <a:srgbClr val="EB6C01"/>
            </a:solidFill>
            <a:prstDash val="solid"/>
          </a:ln>
        </p:spPr>
        <p:txBody>
          <a:bodyPr/>
          <a:lstStyle/>
          <a:p>
            <a:endParaRPr lang="es-419" noProof="0" dirty="0"/>
          </a:p>
        </p:txBody>
      </p:sp>
      <p:sp>
        <p:nvSpPr>
          <p:cNvPr id="5" name="Text 3">
            <a:extLst>
              <a:ext uri="{FF2B5EF4-FFF2-40B4-BE49-F238E27FC236}">
                <a16:creationId xmlns:a16="http://schemas.microsoft.com/office/drawing/2014/main" id="{665DDEA6-0D84-287B-A60C-18C76C18BF4F}"/>
              </a:ext>
            </a:extLst>
          </p:cNvPr>
          <p:cNvSpPr/>
          <p:nvPr/>
        </p:nvSpPr>
        <p:spPr>
          <a:xfrm>
            <a:off x="384048" y="117043"/>
            <a:ext cx="685800" cy="237744"/>
          </a:xfrm>
          <a:prstGeom prst="rect">
            <a:avLst/>
          </a:prstGeom>
          <a:noFill/>
          <a:ln/>
        </p:spPr>
        <p:txBody>
          <a:bodyPr wrap="square" lIns="0" tIns="0" rIns="0" bIns="0" rtlCol="0" anchor="ctr"/>
          <a:lstStyle/>
          <a:p>
            <a:pPr marL="0" indent="0" algn="ctr">
              <a:buNone/>
            </a:pPr>
            <a:r>
              <a:rPr lang="es-419" sz="650" b="1" kern="0" spc="150" noProof="0" dirty="0">
                <a:solidFill>
                  <a:srgbClr val="FFFFFF"/>
                </a:solidFill>
                <a:latin typeface="Montserrat" pitchFamily="34" charset="0"/>
                <a:ea typeface="Montserrat" pitchFamily="34" charset="-122"/>
                <a:cs typeface="Montserrat" pitchFamily="34" charset="-120"/>
              </a:rPr>
              <a:t>T. NORTE</a:t>
            </a:r>
            <a:endParaRPr lang="es-419" sz="650" noProof="0" dirty="0"/>
          </a:p>
        </p:txBody>
      </p:sp>
      <p:sp>
        <p:nvSpPr>
          <p:cNvPr id="6" name="Text 4">
            <a:extLst>
              <a:ext uri="{FF2B5EF4-FFF2-40B4-BE49-F238E27FC236}">
                <a16:creationId xmlns:a16="http://schemas.microsoft.com/office/drawing/2014/main" id="{5F137D7B-8FBA-C92D-5A9F-3735EB30D77B}"/>
              </a:ext>
            </a:extLst>
          </p:cNvPr>
          <p:cNvSpPr/>
          <p:nvPr/>
        </p:nvSpPr>
        <p:spPr>
          <a:xfrm>
            <a:off x="1170432" y="91440"/>
            <a:ext cx="5029200" cy="402336"/>
          </a:xfrm>
          <a:prstGeom prst="rect">
            <a:avLst/>
          </a:prstGeom>
          <a:noFill/>
          <a:ln/>
        </p:spPr>
        <p:txBody>
          <a:bodyPr wrap="square" lIns="0" tIns="0" rIns="0" bIns="0" rtlCol="0" anchor="ctr"/>
          <a:lstStyle/>
          <a:p>
            <a:pPr marL="0" indent="0">
              <a:buNone/>
            </a:pPr>
            <a:r>
              <a:rPr lang="es-419" sz="2000" b="1" noProof="0" dirty="0">
                <a:solidFill>
                  <a:srgbClr val="FFFFFF"/>
                </a:solidFill>
                <a:latin typeface="Montserrat" pitchFamily="34" charset="0"/>
                <a:ea typeface="Montserrat" pitchFamily="34" charset="-122"/>
                <a:cs typeface="Montserrat" pitchFamily="34" charset="-120"/>
              </a:rPr>
              <a:t>MA </a:t>
            </a:r>
            <a:r>
              <a:rPr lang="es-419" sz="2000" b="1" dirty="0">
                <a:solidFill>
                  <a:srgbClr val="FFFFFF"/>
                </a:solidFill>
                <a:latin typeface="Montserrat" pitchFamily="34" charset="0"/>
                <a:ea typeface="Montserrat" pitchFamily="34" charset="-122"/>
                <a:cs typeface="Montserrat" pitchFamily="34" charset="-120"/>
              </a:rPr>
              <a:t>SANTA CATARINA</a:t>
            </a:r>
            <a:endParaRPr lang="es-419" sz="2000" noProof="0" dirty="0"/>
          </a:p>
        </p:txBody>
      </p:sp>
      <p:sp>
        <p:nvSpPr>
          <p:cNvPr id="7" name="Text 5">
            <a:extLst>
              <a:ext uri="{FF2B5EF4-FFF2-40B4-BE49-F238E27FC236}">
                <a16:creationId xmlns:a16="http://schemas.microsoft.com/office/drawing/2014/main" id="{2CF98B96-2C7D-7DDF-46D9-A5545C42FA8D}"/>
              </a:ext>
            </a:extLst>
          </p:cNvPr>
          <p:cNvSpPr/>
          <p:nvPr/>
        </p:nvSpPr>
        <p:spPr>
          <a:xfrm>
            <a:off x="1170432" y="475488"/>
            <a:ext cx="3200400" cy="182880"/>
          </a:xfrm>
          <a:prstGeom prst="rect">
            <a:avLst/>
          </a:prstGeom>
          <a:noFill/>
          <a:ln/>
        </p:spPr>
        <p:txBody>
          <a:bodyPr wrap="square" lIns="0" tIns="0" rIns="0" bIns="0" rtlCol="0" anchor="ctr"/>
          <a:lstStyle/>
          <a:p>
            <a:pPr marL="0" indent="0">
              <a:buNone/>
            </a:pPr>
            <a:r>
              <a:rPr lang="es-419" sz="950" noProof="0" dirty="0">
                <a:solidFill>
                  <a:srgbClr val="8FAECB"/>
                </a:solidFill>
                <a:latin typeface="Montserrat" pitchFamily="34" charset="0"/>
              </a:rPr>
              <a:t>Nuevo León </a:t>
            </a:r>
            <a:endParaRPr lang="es-419" sz="950" noProof="0" dirty="0"/>
          </a:p>
        </p:txBody>
      </p:sp>
      <p:sp>
        <p:nvSpPr>
          <p:cNvPr id="8" name="Text 6">
            <a:extLst>
              <a:ext uri="{FF2B5EF4-FFF2-40B4-BE49-F238E27FC236}">
                <a16:creationId xmlns:a16="http://schemas.microsoft.com/office/drawing/2014/main" id="{35CB3C04-0A05-924C-BB06-2FF98C4882E6}"/>
              </a:ext>
            </a:extLst>
          </p:cNvPr>
          <p:cNvSpPr/>
          <p:nvPr/>
        </p:nvSpPr>
        <p:spPr>
          <a:xfrm>
            <a:off x="7132320" y="246888"/>
            <a:ext cx="1828800" cy="182880"/>
          </a:xfrm>
          <a:prstGeom prst="rect">
            <a:avLst/>
          </a:prstGeom>
          <a:noFill/>
          <a:ln/>
        </p:spPr>
        <p:txBody>
          <a:bodyPr wrap="square" lIns="0" tIns="0" rIns="0" bIns="0" rtlCol="0" anchor="ctr"/>
          <a:lstStyle/>
          <a:p>
            <a:pPr marL="0" indent="0" algn="r">
              <a:buNone/>
            </a:pPr>
            <a:r>
              <a:rPr lang="es-419" sz="700" b="1" kern="0" spc="150" noProof="0" dirty="0">
                <a:solidFill>
                  <a:srgbClr val="EB6C01"/>
                </a:solidFill>
                <a:latin typeface="Montserrat" pitchFamily="34" charset="0"/>
                <a:ea typeface="Montserrat" pitchFamily="34" charset="-122"/>
                <a:cs typeface="Montserrat" pitchFamily="34" charset="-120"/>
              </a:rPr>
              <a:t>SEMANA 18  ·  2025</a:t>
            </a:r>
            <a:endParaRPr lang="es-419" sz="700" noProof="0" dirty="0"/>
          </a:p>
        </p:txBody>
      </p:sp>
      <p:sp>
        <p:nvSpPr>
          <p:cNvPr id="9" name="Shape 7">
            <a:extLst>
              <a:ext uri="{FF2B5EF4-FFF2-40B4-BE49-F238E27FC236}">
                <a16:creationId xmlns:a16="http://schemas.microsoft.com/office/drawing/2014/main" id="{009348CA-1C79-35CA-69D3-BB0B6A0BA791}"/>
              </a:ext>
            </a:extLst>
          </p:cNvPr>
          <p:cNvSpPr/>
          <p:nvPr/>
        </p:nvSpPr>
        <p:spPr>
          <a:xfrm>
            <a:off x="0" y="705917"/>
            <a:ext cx="2779776" cy="4163263"/>
          </a:xfrm>
          <a:prstGeom prst="rect">
            <a:avLst/>
          </a:prstGeom>
          <a:solidFill>
            <a:srgbClr val="FFFFFF"/>
          </a:solidFill>
          <a:ln w="12700">
            <a:solidFill>
              <a:srgbClr val="D4E4F2"/>
            </a:solidFill>
            <a:prstDash val="solid"/>
          </a:ln>
        </p:spPr>
        <p:txBody>
          <a:bodyPr/>
          <a:lstStyle/>
          <a:p>
            <a:endParaRPr lang="es-419" noProof="0" dirty="0"/>
          </a:p>
        </p:txBody>
      </p:sp>
      <p:sp>
        <p:nvSpPr>
          <p:cNvPr id="10" name="Text 8">
            <a:extLst>
              <a:ext uri="{FF2B5EF4-FFF2-40B4-BE49-F238E27FC236}">
                <a16:creationId xmlns:a16="http://schemas.microsoft.com/office/drawing/2014/main" id="{88E118B1-1E72-7A6C-B4B8-4E9B2E80C054}"/>
              </a:ext>
            </a:extLst>
          </p:cNvPr>
          <p:cNvSpPr/>
          <p:nvPr/>
        </p:nvSpPr>
        <p:spPr>
          <a:xfrm>
            <a:off x="118872" y="768096"/>
            <a:ext cx="2468880" cy="146304"/>
          </a:xfrm>
          <a:prstGeom prst="rect">
            <a:avLst/>
          </a:prstGeom>
          <a:noFill/>
          <a:ln/>
        </p:spPr>
        <p:txBody>
          <a:bodyPr wrap="square" lIns="0" tIns="0" rIns="0" bIns="0" rtlCol="0" anchor="ctr"/>
          <a:lstStyle/>
          <a:p>
            <a:pPr marL="0" indent="0">
              <a:buNone/>
            </a:pPr>
            <a:r>
              <a:rPr lang="es-419" sz="650" b="1" kern="0" spc="250" noProof="0" dirty="0">
                <a:solidFill>
                  <a:srgbClr val="8FAECB"/>
                </a:solidFill>
                <a:latin typeface="Montserrat" pitchFamily="34" charset="0"/>
                <a:ea typeface="Montserrat" pitchFamily="34" charset="-122"/>
                <a:cs typeface="Montserrat" pitchFamily="34" charset="-120"/>
              </a:rPr>
              <a:t>UBICACIÓN EN MÉXICO</a:t>
            </a:r>
            <a:endParaRPr lang="es-419" sz="650" noProof="0" dirty="0"/>
          </a:p>
        </p:txBody>
      </p:sp>
      <p:sp>
        <p:nvSpPr>
          <p:cNvPr id="12" name="Text 9">
            <a:extLst>
              <a:ext uri="{FF2B5EF4-FFF2-40B4-BE49-F238E27FC236}">
                <a16:creationId xmlns:a16="http://schemas.microsoft.com/office/drawing/2014/main" id="{12E50276-CCCA-1633-7026-0282085A4875}"/>
              </a:ext>
            </a:extLst>
          </p:cNvPr>
          <p:cNvSpPr/>
          <p:nvPr/>
        </p:nvSpPr>
        <p:spPr>
          <a:xfrm>
            <a:off x="73152" y="2944368"/>
            <a:ext cx="2633472" cy="182880"/>
          </a:xfrm>
          <a:prstGeom prst="rect">
            <a:avLst/>
          </a:prstGeom>
          <a:noFill/>
          <a:ln/>
        </p:spPr>
        <p:txBody>
          <a:bodyPr wrap="square" lIns="0" tIns="0" rIns="0" bIns="0" rtlCol="0" anchor="ctr"/>
          <a:lstStyle/>
          <a:p>
            <a:pPr marL="0" indent="0" algn="ctr">
              <a:buNone/>
            </a:pPr>
            <a:r>
              <a:rPr lang="es-419" sz="750" b="1" kern="0" spc="200" dirty="0">
                <a:solidFill>
                  <a:srgbClr val="EB6C01"/>
                </a:solidFill>
                <a:latin typeface="Montserrat" pitchFamily="34" charset="0"/>
              </a:rPr>
              <a:t>SANTA CATARINA</a:t>
            </a:r>
            <a:endParaRPr lang="es-419" sz="750" noProof="0" dirty="0"/>
          </a:p>
        </p:txBody>
      </p:sp>
      <p:sp>
        <p:nvSpPr>
          <p:cNvPr id="13" name="Text 10">
            <a:extLst>
              <a:ext uri="{FF2B5EF4-FFF2-40B4-BE49-F238E27FC236}">
                <a16:creationId xmlns:a16="http://schemas.microsoft.com/office/drawing/2014/main" id="{13848258-8FDA-05AC-D32D-838BB5E8E4D6}"/>
              </a:ext>
            </a:extLst>
          </p:cNvPr>
          <p:cNvSpPr/>
          <p:nvPr/>
        </p:nvSpPr>
        <p:spPr>
          <a:xfrm>
            <a:off x="2944368" y="859536"/>
            <a:ext cx="1353312" cy="164592"/>
          </a:xfrm>
          <a:prstGeom prst="rect">
            <a:avLst/>
          </a:prstGeom>
          <a:noFill/>
          <a:ln/>
        </p:spPr>
        <p:txBody>
          <a:bodyPr wrap="square" lIns="0" tIns="0" rIns="0" bIns="0" rtlCol="0" anchor="ctr"/>
          <a:lstStyle/>
          <a:p>
            <a:pPr marL="0" indent="0">
              <a:buNone/>
            </a:pPr>
            <a:r>
              <a:rPr lang="es-419" sz="650" b="1" kern="0" spc="250" noProof="0" dirty="0">
                <a:solidFill>
                  <a:srgbClr val="EB6C01"/>
                </a:solidFill>
                <a:latin typeface="Montserrat" pitchFamily="34" charset="0"/>
                <a:ea typeface="Montserrat" pitchFamily="34" charset="-122"/>
                <a:cs typeface="Montserrat" pitchFamily="34" charset="-120"/>
              </a:rPr>
              <a:t>PROYECTO ACTIVO</a:t>
            </a:r>
            <a:endParaRPr lang="es-419" sz="650" noProof="0" dirty="0"/>
          </a:p>
        </p:txBody>
      </p:sp>
      <p:sp>
        <p:nvSpPr>
          <p:cNvPr id="14" name="Shape 11">
            <a:extLst>
              <a:ext uri="{FF2B5EF4-FFF2-40B4-BE49-F238E27FC236}">
                <a16:creationId xmlns:a16="http://schemas.microsoft.com/office/drawing/2014/main" id="{E6F517B5-FC5E-6FCE-8066-15196A9050CE}"/>
              </a:ext>
            </a:extLst>
          </p:cNvPr>
          <p:cNvSpPr/>
          <p:nvPr/>
        </p:nvSpPr>
        <p:spPr>
          <a:xfrm>
            <a:off x="2944368" y="1024128"/>
            <a:ext cx="987552" cy="16459"/>
          </a:xfrm>
          <a:prstGeom prst="rect">
            <a:avLst/>
          </a:prstGeom>
          <a:solidFill>
            <a:srgbClr val="EB6C01"/>
          </a:solidFill>
          <a:ln w="12700">
            <a:solidFill>
              <a:srgbClr val="EB6C01"/>
            </a:solidFill>
            <a:prstDash val="solid"/>
          </a:ln>
        </p:spPr>
        <p:txBody>
          <a:bodyPr/>
          <a:lstStyle/>
          <a:p>
            <a:endParaRPr lang="es-419" noProof="0" dirty="0"/>
          </a:p>
        </p:txBody>
      </p:sp>
      <p:sp>
        <p:nvSpPr>
          <p:cNvPr id="15" name="Shape 12">
            <a:extLst>
              <a:ext uri="{FF2B5EF4-FFF2-40B4-BE49-F238E27FC236}">
                <a16:creationId xmlns:a16="http://schemas.microsoft.com/office/drawing/2014/main" id="{84A6C4ED-FB35-AE8B-19FE-657A926C6047}"/>
              </a:ext>
            </a:extLst>
          </p:cNvPr>
          <p:cNvSpPr/>
          <p:nvPr/>
        </p:nvSpPr>
        <p:spPr>
          <a:xfrm>
            <a:off x="2944368" y="1115568"/>
            <a:ext cx="6035040" cy="603504"/>
          </a:xfrm>
          <a:prstGeom prst="rect">
            <a:avLst/>
          </a:prstGeom>
          <a:solidFill>
            <a:srgbClr val="E5EFF8"/>
          </a:solidFill>
          <a:ln w="12700">
            <a:solidFill>
              <a:srgbClr val="A8C0D8"/>
            </a:solidFill>
            <a:prstDash val="solid"/>
          </a:ln>
        </p:spPr>
        <p:txBody>
          <a:bodyPr/>
          <a:lstStyle/>
          <a:p>
            <a:endParaRPr lang="es-419" noProof="0" dirty="0"/>
          </a:p>
        </p:txBody>
      </p:sp>
      <p:sp>
        <p:nvSpPr>
          <p:cNvPr id="16" name="Text 13">
            <a:extLst>
              <a:ext uri="{FF2B5EF4-FFF2-40B4-BE49-F238E27FC236}">
                <a16:creationId xmlns:a16="http://schemas.microsoft.com/office/drawing/2014/main" id="{B377527D-EAE4-F4BA-7709-8A5210C33424}"/>
              </a:ext>
            </a:extLst>
          </p:cNvPr>
          <p:cNvSpPr/>
          <p:nvPr/>
        </p:nvSpPr>
        <p:spPr>
          <a:xfrm>
            <a:off x="3054096" y="1170432"/>
            <a:ext cx="5815584" cy="493776"/>
          </a:xfrm>
          <a:prstGeom prst="rect">
            <a:avLst/>
          </a:prstGeom>
          <a:noFill/>
          <a:ln/>
        </p:spPr>
        <p:txBody>
          <a:bodyPr wrap="square" lIns="0" tIns="0" rIns="0" bIns="0" rtlCol="0" anchor="ctr"/>
          <a:lstStyle/>
          <a:p>
            <a:pPr marL="0" indent="0">
              <a:buNone/>
            </a:pPr>
            <a:r>
              <a:rPr lang="es-419" sz="1500" b="1" noProof="0" dirty="0">
                <a:solidFill>
                  <a:srgbClr val="9BB5CC"/>
                </a:solidFill>
                <a:latin typeface="Montserrat" pitchFamily="34" charset="0"/>
                <a:ea typeface="Montserrat" pitchFamily="34" charset="-122"/>
                <a:cs typeface="Montserrat" pitchFamily="34" charset="-120"/>
              </a:rPr>
              <a:t>[Nombre del Proyecto / Actividad]</a:t>
            </a:r>
            <a:endParaRPr lang="es-419" sz="1500" noProof="0" dirty="0"/>
          </a:p>
        </p:txBody>
      </p:sp>
      <p:sp>
        <p:nvSpPr>
          <p:cNvPr id="17" name="Shape 14">
            <a:extLst>
              <a:ext uri="{FF2B5EF4-FFF2-40B4-BE49-F238E27FC236}">
                <a16:creationId xmlns:a16="http://schemas.microsoft.com/office/drawing/2014/main" id="{CFC530FC-BB1E-16D6-4A19-0D5E1BD346F9}"/>
              </a:ext>
            </a:extLst>
          </p:cNvPr>
          <p:cNvSpPr/>
          <p:nvPr/>
        </p:nvSpPr>
        <p:spPr>
          <a:xfrm>
            <a:off x="2944368" y="1837944"/>
            <a:ext cx="91440" cy="91440"/>
          </a:xfrm>
          <a:prstGeom prst="ellipse">
            <a:avLst/>
          </a:prstGeom>
          <a:solidFill>
            <a:srgbClr val="A8C0D8"/>
          </a:solidFill>
          <a:ln w="12700">
            <a:solidFill>
              <a:srgbClr val="A8C0D8"/>
            </a:solidFill>
            <a:prstDash val="solid"/>
          </a:ln>
        </p:spPr>
        <p:txBody>
          <a:bodyPr/>
          <a:lstStyle/>
          <a:p>
            <a:endParaRPr lang="es-419" noProof="0" dirty="0"/>
          </a:p>
        </p:txBody>
      </p:sp>
      <p:sp>
        <p:nvSpPr>
          <p:cNvPr id="18" name="Text 15">
            <a:extLst>
              <a:ext uri="{FF2B5EF4-FFF2-40B4-BE49-F238E27FC236}">
                <a16:creationId xmlns:a16="http://schemas.microsoft.com/office/drawing/2014/main" id="{4A8887FF-70C1-936C-0B17-6EDDF6B16B1E}"/>
              </a:ext>
            </a:extLst>
          </p:cNvPr>
          <p:cNvSpPr/>
          <p:nvPr/>
        </p:nvSpPr>
        <p:spPr>
          <a:xfrm>
            <a:off x="3099816" y="1819656"/>
            <a:ext cx="2743200" cy="137160"/>
          </a:xfrm>
          <a:prstGeom prst="rect">
            <a:avLst/>
          </a:prstGeom>
          <a:noFill/>
          <a:ln/>
        </p:spPr>
        <p:txBody>
          <a:bodyPr wrap="square" lIns="0" tIns="0" rIns="0" bIns="0" rtlCol="0" anchor="ctr"/>
          <a:lstStyle/>
          <a:p>
            <a:pPr marL="0" indent="0">
              <a:buNone/>
            </a:pPr>
            <a:r>
              <a:rPr lang="es-419" sz="850" b="1" kern="0" spc="100" noProof="0" dirty="0">
                <a:solidFill>
                  <a:srgbClr val="A8C0D8"/>
                </a:solidFill>
                <a:latin typeface="Montserrat" pitchFamily="34" charset="0"/>
                <a:ea typeface="Montserrat" pitchFamily="34" charset="-122"/>
                <a:cs typeface="Montserrat" pitchFamily="34" charset="-120"/>
              </a:rPr>
              <a:t>[ESTADO DEL PROYECTO]</a:t>
            </a:r>
            <a:endParaRPr lang="es-419" sz="850" noProof="0" dirty="0"/>
          </a:p>
        </p:txBody>
      </p:sp>
      <p:sp>
        <p:nvSpPr>
          <p:cNvPr id="19" name="Shape 16">
            <a:extLst>
              <a:ext uri="{FF2B5EF4-FFF2-40B4-BE49-F238E27FC236}">
                <a16:creationId xmlns:a16="http://schemas.microsoft.com/office/drawing/2014/main" id="{E8D439E2-5D7D-D38A-7C02-40DD8A4C05B5}"/>
              </a:ext>
            </a:extLst>
          </p:cNvPr>
          <p:cNvSpPr/>
          <p:nvPr/>
        </p:nvSpPr>
        <p:spPr>
          <a:xfrm>
            <a:off x="2944368" y="2057400"/>
            <a:ext cx="25603" cy="658368"/>
          </a:xfrm>
          <a:prstGeom prst="rect">
            <a:avLst/>
          </a:prstGeom>
          <a:solidFill>
            <a:srgbClr val="A8C0D8"/>
          </a:solidFill>
          <a:ln w="12700">
            <a:solidFill>
              <a:srgbClr val="A8C0D8"/>
            </a:solidFill>
            <a:prstDash val="solid"/>
          </a:ln>
        </p:spPr>
        <p:txBody>
          <a:bodyPr/>
          <a:lstStyle/>
          <a:p>
            <a:endParaRPr lang="es-419" noProof="0" dirty="0"/>
          </a:p>
        </p:txBody>
      </p:sp>
      <p:sp>
        <p:nvSpPr>
          <p:cNvPr id="20" name="Text 17">
            <a:extLst>
              <a:ext uri="{FF2B5EF4-FFF2-40B4-BE49-F238E27FC236}">
                <a16:creationId xmlns:a16="http://schemas.microsoft.com/office/drawing/2014/main" id="{766204C3-8BF7-B4E3-5D28-C9BB4E852B3B}"/>
              </a:ext>
            </a:extLst>
          </p:cNvPr>
          <p:cNvSpPr/>
          <p:nvPr/>
        </p:nvSpPr>
        <p:spPr>
          <a:xfrm>
            <a:off x="3035808" y="2057400"/>
            <a:ext cx="5925312" cy="658368"/>
          </a:xfrm>
          <a:prstGeom prst="rect">
            <a:avLst/>
          </a:prstGeom>
          <a:noFill/>
          <a:ln/>
        </p:spPr>
        <p:txBody>
          <a:bodyPr wrap="square" rtlCol="0" anchor="ctr"/>
          <a:lstStyle/>
          <a:p>
            <a:pPr marL="0" indent="0">
              <a:buNone/>
            </a:pPr>
            <a:r>
              <a:rPr lang="es-419" sz="950" i="1" noProof="0" dirty="0">
                <a:solidFill>
                  <a:srgbClr val="A8BDD0"/>
                </a:solidFill>
                <a:latin typeface="Montserrat" pitchFamily="34" charset="0"/>
                <a:ea typeface="Montserrat" pitchFamily="34" charset="-122"/>
                <a:cs typeface="Montserrat" pitchFamily="34" charset="-120"/>
              </a:rPr>
              <a:t>Describa aquí el avance semanal, actividades realizadas,</a:t>
            </a:r>
            <a:endParaRPr lang="es-419" sz="950" noProof="0" dirty="0"/>
          </a:p>
          <a:p>
            <a:pPr marL="0" indent="0">
              <a:buNone/>
            </a:pPr>
            <a:r>
              <a:rPr lang="es-419" sz="950" i="1" noProof="0" dirty="0">
                <a:solidFill>
                  <a:srgbClr val="A8BDD0"/>
                </a:solidFill>
                <a:latin typeface="Montserrat" pitchFamily="34" charset="0"/>
                <a:ea typeface="Montserrat" pitchFamily="34" charset="-122"/>
                <a:cs typeface="Montserrat" pitchFamily="34" charset="-120"/>
              </a:rPr>
              <a:t>pagos, documentación o incidencias del proyecto.</a:t>
            </a:r>
            <a:endParaRPr lang="es-419" sz="950" noProof="0" dirty="0"/>
          </a:p>
        </p:txBody>
      </p:sp>
      <p:sp>
        <p:nvSpPr>
          <p:cNvPr id="21" name="Text 18">
            <a:extLst>
              <a:ext uri="{FF2B5EF4-FFF2-40B4-BE49-F238E27FC236}">
                <a16:creationId xmlns:a16="http://schemas.microsoft.com/office/drawing/2014/main" id="{9BB3CE60-0F4C-245E-3103-6130DEF1D331}"/>
              </a:ext>
            </a:extLst>
          </p:cNvPr>
          <p:cNvSpPr/>
          <p:nvPr/>
        </p:nvSpPr>
        <p:spPr>
          <a:xfrm>
            <a:off x="2944368" y="2834640"/>
            <a:ext cx="1828800" cy="164592"/>
          </a:xfrm>
          <a:prstGeom prst="rect">
            <a:avLst/>
          </a:prstGeom>
          <a:noFill/>
          <a:ln/>
        </p:spPr>
        <p:txBody>
          <a:bodyPr wrap="square" lIns="0" tIns="0" rIns="0" bIns="0" rtlCol="0" anchor="ctr"/>
          <a:lstStyle/>
          <a:p>
            <a:pPr marL="0" indent="0">
              <a:buNone/>
            </a:pPr>
            <a:r>
              <a:rPr lang="es-419" sz="650" b="1" kern="0" spc="250" noProof="0" dirty="0">
                <a:solidFill>
                  <a:srgbClr val="EB6C01"/>
                </a:solidFill>
                <a:latin typeface="Montserrat" pitchFamily="34" charset="0"/>
                <a:ea typeface="Montserrat" pitchFamily="34" charset="-122"/>
                <a:cs typeface="Montserrat" pitchFamily="34" charset="-120"/>
              </a:rPr>
              <a:t>FOTOGRAFÍAS DE AVANCE</a:t>
            </a:r>
            <a:endParaRPr lang="es-419" sz="650" noProof="0" dirty="0"/>
          </a:p>
        </p:txBody>
      </p:sp>
      <p:sp>
        <p:nvSpPr>
          <p:cNvPr id="22" name="Shape 19">
            <a:extLst>
              <a:ext uri="{FF2B5EF4-FFF2-40B4-BE49-F238E27FC236}">
                <a16:creationId xmlns:a16="http://schemas.microsoft.com/office/drawing/2014/main" id="{8BBE75A3-E2E6-5AEA-54D5-606CEE1A05C0}"/>
              </a:ext>
            </a:extLst>
          </p:cNvPr>
          <p:cNvSpPr/>
          <p:nvPr/>
        </p:nvSpPr>
        <p:spPr>
          <a:xfrm>
            <a:off x="2944368" y="3008376"/>
            <a:ext cx="1481328" cy="16459"/>
          </a:xfrm>
          <a:prstGeom prst="rect">
            <a:avLst/>
          </a:prstGeom>
          <a:solidFill>
            <a:srgbClr val="EB6C01"/>
          </a:solidFill>
          <a:ln w="12700">
            <a:solidFill>
              <a:srgbClr val="EB6C01"/>
            </a:solidFill>
            <a:prstDash val="solid"/>
          </a:ln>
        </p:spPr>
        <p:txBody>
          <a:bodyPr/>
          <a:lstStyle/>
          <a:p>
            <a:endParaRPr lang="es-419" noProof="0" dirty="0"/>
          </a:p>
        </p:txBody>
      </p:sp>
      <p:sp>
        <p:nvSpPr>
          <p:cNvPr id="23" name="Shape 20">
            <a:extLst>
              <a:ext uri="{FF2B5EF4-FFF2-40B4-BE49-F238E27FC236}">
                <a16:creationId xmlns:a16="http://schemas.microsoft.com/office/drawing/2014/main" id="{89C84CBE-AAD8-C1BA-D33B-B5D9A71525AD}"/>
              </a:ext>
            </a:extLst>
          </p:cNvPr>
          <p:cNvSpPr/>
          <p:nvPr/>
        </p:nvSpPr>
        <p:spPr>
          <a:xfrm>
            <a:off x="2944368"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24" name="Image 1" descr="preencoded.png">
            <a:extLst>
              <a:ext uri="{FF2B5EF4-FFF2-40B4-BE49-F238E27FC236}">
                <a16:creationId xmlns:a16="http://schemas.microsoft.com/office/drawing/2014/main" id="{FA72AC78-7875-E964-F27B-B69B627FD96F}"/>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797808" y="3593592"/>
            <a:ext cx="256032" cy="256032"/>
          </a:xfrm>
          <a:prstGeom prst="rect">
            <a:avLst/>
          </a:prstGeom>
        </p:spPr>
      </p:pic>
      <p:sp>
        <p:nvSpPr>
          <p:cNvPr id="25" name="Text 21">
            <a:extLst>
              <a:ext uri="{FF2B5EF4-FFF2-40B4-BE49-F238E27FC236}">
                <a16:creationId xmlns:a16="http://schemas.microsoft.com/office/drawing/2014/main" id="{9267C490-CA3C-54CC-DAD3-373693E98A3B}"/>
              </a:ext>
            </a:extLst>
          </p:cNvPr>
          <p:cNvSpPr/>
          <p:nvPr/>
        </p:nvSpPr>
        <p:spPr>
          <a:xfrm>
            <a:off x="2944368"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26" name="Shape 22">
            <a:extLst>
              <a:ext uri="{FF2B5EF4-FFF2-40B4-BE49-F238E27FC236}">
                <a16:creationId xmlns:a16="http://schemas.microsoft.com/office/drawing/2014/main" id="{D284507F-A2D1-B639-77D4-57A3FAC9347C}"/>
              </a:ext>
            </a:extLst>
          </p:cNvPr>
          <p:cNvSpPr/>
          <p:nvPr/>
        </p:nvSpPr>
        <p:spPr>
          <a:xfrm>
            <a:off x="4980432"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27" name="Image 2" descr="preencoded.png">
            <a:extLst>
              <a:ext uri="{FF2B5EF4-FFF2-40B4-BE49-F238E27FC236}">
                <a16:creationId xmlns:a16="http://schemas.microsoft.com/office/drawing/2014/main" id="{E1965740-9431-94A5-2BEC-EA80823FA1B6}"/>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833872" y="3593592"/>
            <a:ext cx="256032" cy="256032"/>
          </a:xfrm>
          <a:prstGeom prst="rect">
            <a:avLst/>
          </a:prstGeom>
        </p:spPr>
      </p:pic>
      <p:sp>
        <p:nvSpPr>
          <p:cNvPr id="28" name="Text 23">
            <a:extLst>
              <a:ext uri="{FF2B5EF4-FFF2-40B4-BE49-F238E27FC236}">
                <a16:creationId xmlns:a16="http://schemas.microsoft.com/office/drawing/2014/main" id="{08EABC7D-CF41-5DF8-ABA9-F6CE5F9A7196}"/>
              </a:ext>
            </a:extLst>
          </p:cNvPr>
          <p:cNvSpPr/>
          <p:nvPr/>
        </p:nvSpPr>
        <p:spPr>
          <a:xfrm>
            <a:off x="4980432"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29" name="Shape 24">
            <a:extLst>
              <a:ext uri="{FF2B5EF4-FFF2-40B4-BE49-F238E27FC236}">
                <a16:creationId xmlns:a16="http://schemas.microsoft.com/office/drawing/2014/main" id="{EB4C2180-B9CE-831A-EA5C-CDD4F492E835}"/>
              </a:ext>
            </a:extLst>
          </p:cNvPr>
          <p:cNvSpPr/>
          <p:nvPr/>
        </p:nvSpPr>
        <p:spPr>
          <a:xfrm>
            <a:off x="7016496"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30" name="Image 3" descr="preencoded.png">
            <a:extLst>
              <a:ext uri="{FF2B5EF4-FFF2-40B4-BE49-F238E27FC236}">
                <a16:creationId xmlns:a16="http://schemas.microsoft.com/office/drawing/2014/main" id="{2FD0B05D-9B8A-77B8-50C9-520C782BB0A1}"/>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7869936" y="3593592"/>
            <a:ext cx="256032" cy="256032"/>
          </a:xfrm>
          <a:prstGeom prst="rect">
            <a:avLst/>
          </a:prstGeom>
        </p:spPr>
      </p:pic>
      <p:sp>
        <p:nvSpPr>
          <p:cNvPr id="31" name="Text 25">
            <a:extLst>
              <a:ext uri="{FF2B5EF4-FFF2-40B4-BE49-F238E27FC236}">
                <a16:creationId xmlns:a16="http://schemas.microsoft.com/office/drawing/2014/main" id="{53C3F1A2-E300-7ABE-7E3C-DE29760F9D6C}"/>
              </a:ext>
            </a:extLst>
          </p:cNvPr>
          <p:cNvSpPr/>
          <p:nvPr/>
        </p:nvSpPr>
        <p:spPr>
          <a:xfrm>
            <a:off x="7016496"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32" name="Shape 26">
            <a:extLst>
              <a:ext uri="{FF2B5EF4-FFF2-40B4-BE49-F238E27FC236}">
                <a16:creationId xmlns:a16="http://schemas.microsoft.com/office/drawing/2014/main" id="{7E5824E6-DA84-A79F-7F8D-086C35986D94}"/>
              </a:ext>
            </a:extLst>
          </p:cNvPr>
          <p:cNvSpPr/>
          <p:nvPr/>
        </p:nvSpPr>
        <p:spPr>
          <a:xfrm>
            <a:off x="0" y="4873752"/>
            <a:ext cx="9144000" cy="269748"/>
          </a:xfrm>
          <a:prstGeom prst="rect">
            <a:avLst/>
          </a:prstGeom>
          <a:solidFill>
            <a:srgbClr val="1A3464"/>
          </a:solidFill>
          <a:ln w="12700">
            <a:solidFill>
              <a:srgbClr val="1A3464"/>
            </a:solidFill>
            <a:prstDash val="solid"/>
          </a:ln>
        </p:spPr>
        <p:txBody>
          <a:bodyPr/>
          <a:lstStyle/>
          <a:p>
            <a:endParaRPr lang="es-419" noProof="0" dirty="0"/>
          </a:p>
        </p:txBody>
      </p:sp>
      <p:sp>
        <p:nvSpPr>
          <p:cNvPr id="33" name="Text 27">
            <a:extLst>
              <a:ext uri="{FF2B5EF4-FFF2-40B4-BE49-F238E27FC236}">
                <a16:creationId xmlns:a16="http://schemas.microsoft.com/office/drawing/2014/main" id="{DE08FD91-5874-0AB5-9448-CE651A77A87B}"/>
              </a:ext>
            </a:extLst>
          </p:cNvPr>
          <p:cNvSpPr/>
          <p:nvPr/>
        </p:nvSpPr>
        <p:spPr>
          <a:xfrm>
            <a:off x="384048" y="4901184"/>
            <a:ext cx="5029200" cy="182880"/>
          </a:xfrm>
          <a:prstGeom prst="rect">
            <a:avLst/>
          </a:prstGeom>
          <a:noFill/>
          <a:ln/>
        </p:spPr>
        <p:txBody>
          <a:bodyPr wrap="square" lIns="0" tIns="0" rIns="0" bIns="0" rtlCol="0" anchor="ctr"/>
          <a:lstStyle/>
          <a:p>
            <a:pPr marL="0" indent="0">
              <a:buNone/>
            </a:pPr>
            <a:r>
              <a:rPr lang="es-419" sz="700" kern="0" spc="150" noProof="0" dirty="0">
                <a:solidFill>
                  <a:srgbClr val="8FAECB"/>
                </a:solidFill>
                <a:latin typeface="Montserrat" pitchFamily="34" charset="0"/>
                <a:ea typeface="Montserrat" pitchFamily="34" charset="-122"/>
                <a:cs typeface="Montserrat" pitchFamily="34" charset="-120"/>
              </a:rPr>
              <a:t>COORDINACIÓN DE OBRAS Y MANTENIMIENTO RCMA</a:t>
            </a:r>
            <a:endParaRPr lang="es-419" sz="700" noProof="0" dirty="0"/>
          </a:p>
        </p:txBody>
      </p:sp>
      <p:sp>
        <p:nvSpPr>
          <p:cNvPr id="34" name="Shape 28">
            <a:extLst>
              <a:ext uri="{FF2B5EF4-FFF2-40B4-BE49-F238E27FC236}">
                <a16:creationId xmlns:a16="http://schemas.microsoft.com/office/drawing/2014/main" id="{8AF98495-3E37-768A-26F7-6CA892049A6F}"/>
              </a:ext>
            </a:extLst>
          </p:cNvPr>
          <p:cNvSpPr/>
          <p:nvPr/>
        </p:nvSpPr>
        <p:spPr>
          <a:xfrm>
            <a:off x="5559552" y="4974336"/>
            <a:ext cx="5486" cy="100584"/>
          </a:xfrm>
          <a:prstGeom prst="rect">
            <a:avLst/>
          </a:prstGeom>
          <a:solidFill>
            <a:srgbClr val="8FAECB"/>
          </a:solidFill>
          <a:ln w="12700">
            <a:solidFill>
              <a:srgbClr val="8FAECB"/>
            </a:solidFill>
            <a:prstDash val="solid"/>
          </a:ln>
        </p:spPr>
        <p:txBody>
          <a:bodyPr/>
          <a:lstStyle/>
          <a:p>
            <a:endParaRPr lang="es-419" noProof="0" dirty="0"/>
          </a:p>
        </p:txBody>
      </p:sp>
      <p:sp>
        <p:nvSpPr>
          <p:cNvPr id="35" name="Text 29">
            <a:extLst>
              <a:ext uri="{FF2B5EF4-FFF2-40B4-BE49-F238E27FC236}">
                <a16:creationId xmlns:a16="http://schemas.microsoft.com/office/drawing/2014/main" id="{B1C42688-BEA2-2376-B5C8-BE5AE48389C8}"/>
              </a:ext>
            </a:extLst>
          </p:cNvPr>
          <p:cNvSpPr/>
          <p:nvPr/>
        </p:nvSpPr>
        <p:spPr>
          <a:xfrm>
            <a:off x="5650992" y="4901184"/>
            <a:ext cx="2286000" cy="182880"/>
          </a:xfrm>
          <a:prstGeom prst="rect">
            <a:avLst/>
          </a:prstGeom>
          <a:noFill/>
          <a:ln/>
        </p:spPr>
        <p:txBody>
          <a:bodyPr wrap="square" lIns="0" tIns="0" rIns="0" bIns="0" rtlCol="0" anchor="ctr"/>
          <a:lstStyle/>
          <a:p>
            <a:pPr marL="0" indent="0">
              <a:buNone/>
            </a:pPr>
            <a:r>
              <a:rPr lang="es-419" sz="700" kern="0" spc="150" noProof="0" dirty="0">
                <a:solidFill>
                  <a:srgbClr val="8FAECB"/>
                </a:solidFill>
                <a:latin typeface="Montserrat" pitchFamily="34" charset="0"/>
                <a:ea typeface="Montserrat" pitchFamily="34" charset="-122"/>
                <a:cs typeface="Montserrat" pitchFamily="34" charset="-120"/>
              </a:rPr>
              <a:t>Mano Amiga</a:t>
            </a:r>
            <a:endParaRPr lang="es-419" sz="700" noProof="0" dirty="0"/>
          </a:p>
        </p:txBody>
      </p:sp>
      <p:sp>
        <p:nvSpPr>
          <p:cNvPr id="43" name="Forma libre: forma 42">
            <a:extLst>
              <a:ext uri="{FF2B5EF4-FFF2-40B4-BE49-F238E27FC236}">
                <a16:creationId xmlns:a16="http://schemas.microsoft.com/office/drawing/2014/main" id="{1CAF3075-6DB2-A7EE-A3B0-26FEC8778635}"/>
              </a:ext>
            </a:extLst>
          </p:cNvPr>
          <p:cNvSpPr/>
          <p:nvPr/>
        </p:nvSpPr>
        <p:spPr>
          <a:xfrm>
            <a:off x="1596105" y="2222074"/>
            <a:ext cx="193086" cy="261624"/>
          </a:xfrm>
          <a:custGeom>
            <a:avLst/>
            <a:gdLst>
              <a:gd name="csX0" fmla="*/ 47363 w 193086"/>
              <a:gd name="csY0" fmla="*/ 258865 h 261624"/>
              <a:gd name="csX1" fmla="*/ 34066 w 193086"/>
              <a:gd name="csY1" fmla="*/ 253627 h 261624"/>
              <a:gd name="csX2" fmla="*/ 25677 w 193086"/>
              <a:gd name="csY2" fmla="*/ 249703 h 261624"/>
              <a:gd name="csX3" fmla="*/ 12838 w 193086"/>
              <a:gd name="csY3" fmla="*/ 237813 h 261624"/>
              <a:gd name="csX4" fmla="*/ 0 w 193086"/>
              <a:gd name="csY4" fmla="*/ 228023 h 261624"/>
              <a:gd name="csX5" fmla="*/ 10590 w 193086"/>
              <a:gd name="csY5" fmla="*/ 222007 h 261624"/>
              <a:gd name="csX6" fmla="*/ 24311 w 193086"/>
              <a:gd name="csY6" fmla="*/ 218591 h 261624"/>
              <a:gd name="csX7" fmla="*/ 30840 w 193086"/>
              <a:gd name="csY7" fmla="*/ 210994 h 261624"/>
              <a:gd name="csX8" fmla="*/ 34002 w 193086"/>
              <a:gd name="csY8" fmla="*/ 201034 h 261624"/>
              <a:gd name="csX9" fmla="*/ 34055 w 193086"/>
              <a:gd name="csY9" fmla="*/ 192894 h 261624"/>
              <a:gd name="csX10" fmla="*/ 33474 w 193086"/>
              <a:gd name="csY10" fmla="*/ 186352 h 261624"/>
              <a:gd name="csX11" fmla="*/ 36002 w 193086"/>
              <a:gd name="csY11" fmla="*/ 155255 h 261624"/>
              <a:gd name="csX12" fmla="*/ 40814 w 193086"/>
              <a:gd name="csY12" fmla="*/ 125721 h 261624"/>
              <a:gd name="csX13" fmla="*/ 52906 w 193086"/>
              <a:gd name="csY13" fmla="*/ 136226 h 261624"/>
              <a:gd name="csX14" fmla="*/ 67584 w 193086"/>
              <a:gd name="csY14" fmla="*/ 150557 h 261624"/>
              <a:gd name="csX15" fmla="*/ 85050 w 193086"/>
              <a:gd name="csY15" fmla="*/ 148575 h 261624"/>
              <a:gd name="csX16" fmla="*/ 92615 w 193086"/>
              <a:gd name="csY16" fmla="*/ 147623 h 261624"/>
              <a:gd name="csX17" fmla="*/ 103162 w 193086"/>
              <a:gd name="csY17" fmla="*/ 143713 h 261624"/>
              <a:gd name="csX18" fmla="*/ 110991 w 193086"/>
              <a:gd name="csY18" fmla="*/ 139409 h 261624"/>
              <a:gd name="csX19" fmla="*/ 118857 w 193086"/>
              <a:gd name="csY19" fmla="*/ 137039 h 261624"/>
              <a:gd name="csX20" fmla="*/ 114946 w 193086"/>
              <a:gd name="csY20" fmla="*/ 126979 h 261624"/>
              <a:gd name="csX21" fmla="*/ 104278 w 193086"/>
              <a:gd name="csY21" fmla="*/ 120558 h 261624"/>
              <a:gd name="csX22" fmla="*/ 100539 w 193086"/>
              <a:gd name="csY22" fmla="*/ 116814 h 261624"/>
              <a:gd name="csX23" fmla="*/ 87769 w 193086"/>
              <a:gd name="csY23" fmla="*/ 107211 h 261624"/>
              <a:gd name="csX24" fmla="*/ 75649 w 193086"/>
              <a:gd name="csY24" fmla="*/ 82459 h 261624"/>
              <a:gd name="csX25" fmla="*/ 81162 w 193086"/>
              <a:gd name="csY25" fmla="*/ 66581 h 261624"/>
              <a:gd name="csX26" fmla="*/ 76956 w 193086"/>
              <a:gd name="csY26" fmla="*/ 53086 h 261624"/>
              <a:gd name="csX27" fmla="*/ 74281 w 193086"/>
              <a:gd name="csY27" fmla="*/ 48335 h 261624"/>
              <a:gd name="csX28" fmla="*/ 98388 w 193086"/>
              <a:gd name="csY28" fmla="*/ 21931 h 261624"/>
              <a:gd name="csX29" fmla="*/ 99033 w 193086"/>
              <a:gd name="csY29" fmla="*/ 12782 h 261624"/>
              <a:gd name="csX30" fmla="*/ 112340 w 193086"/>
              <a:gd name="csY30" fmla="*/ 234 h 261624"/>
              <a:gd name="csX31" fmla="*/ 115367 w 193086"/>
              <a:gd name="csY31" fmla="*/ 7384 h 261624"/>
              <a:gd name="csX32" fmla="*/ 123019 w 193086"/>
              <a:gd name="csY32" fmla="*/ 18442 h 261624"/>
              <a:gd name="csX33" fmla="*/ 122268 w 193086"/>
              <a:gd name="csY33" fmla="*/ 30221 h 261624"/>
              <a:gd name="csX34" fmla="*/ 113949 w 193086"/>
              <a:gd name="csY34" fmla="*/ 45287 h 261624"/>
              <a:gd name="csX35" fmla="*/ 120402 w 193086"/>
              <a:gd name="csY35" fmla="*/ 65276 h 261624"/>
              <a:gd name="csX36" fmla="*/ 138506 w 193086"/>
              <a:gd name="csY36" fmla="*/ 64867 h 261624"/>
              <a:gd name="csX37" fmla="*/ 143345 w 193086"/>
              <a:gd name="csY37" fmla="*/ 58224 h 261624"/>
              <a:gd name="csX38" fmla="*/ 152274 w 193086"/>
              <a:gd name="csY38" fmla="*/ 62931 h 261624"/>
              <a:gd name="csX39" fmla="*/ 162130 w 193086"/>
              <a:gd name="csY39" fmla="*/ 68135 h 261624"/>
              <a:gd name="csX40" fmla="*/ 158059 w 193086"/>
              <a:gd name="csY40" fmla="*/ 75879 h 261624"/>
              <a:gd name="csX41" fmla="*/ 142387 w 193086"/>
              <a:gd name="csY41" fmla="*/ 123139 h 261624"/>
              <a:gd name="csX42" fmla="*/ 161574 w 193086"/>
              <a:gd name="csY42" fmla="*/ 140138 h 261624"/>
              <a:gd name="csX43" fmla="*/ 162505 w 193086"/>
              <a:gd name="csY43" fmla="*/ 150542 h 261624"/>
              <a:gd name="csX44" fmla="*/ 151065 w 193086"/>
              <a:gd name="csY44" fmla="*/ 162165 h 261624"/>
              <a:gd name="csX45" fmla="*/ 147000 w 193086"/>
              <a:gd name="csY45" fmla="*/ 176069 h 261624"/>
              <a:gd name="csX46" fmla="*/ 151074 w 193086"/>
              <a:gd name="csY46" fmla="*/ 198795 h 261624"/>
              <a:gd name="csX47" fmla="*/ 161382 w 193086"/>
              <a:gd name="csY47" fmla="*/ 209212 h 261624"/>
              <a:gd name="csX48" fmla="*/ 180801 w 193086"/>
              <a:gd name="csY48" fmla="*/ 215310 h 261624"/>
              <a:gd name="csX49" fmla="*/ 191062 w 193086"/>
              <a:gd name="csY49" fmla="*/ 220266 h 261624"/>
              <a:gd name="csX50" fmla="*/ 186266 w 193086"/>
              <a:gd name="csY50" fmla="*/ 234411 h 261624"/>
              <a:gd name="csX51" fmla="*/ 146648 w 193086"/>
              <a:gd name="csY51" fmla="*/ 241973 h 261624"/>
              <a:gd name="csX52" fmla="*/ 130308 w 193086"/>
              <a:gd name="csY52" fmla="*/ 244333 h 261624"/>
              <a:gd name="csX53" fmla="*/ 120069 w 193086"/>
              <a:gd name="csY53" fmla="*/ 230760 h 261624"/>
              <a:gd name="csX54" fmla="*/ 99204 w 193086"/>
              <a:gd name="csY54" fmla="*/ 236809 h 261624"/>
              <a:gd name="csX55" fmla="*/ 99051 w 193086"/>
              <a:gd name="csY55" fmla="*/ 250983 h 261624"/>
              <a:gd name="csX56" fmla="*/ 92202 w 193086"/>
              <a:gd name="csY56" fmla="*/ 257021 h 261624"/>
              <a:gd name="csX57" fmla="*/ 61602 w 193086"/>
              <a:gd name="csY57" fmla="*/ 257374 h 261624"/>
              <a:gd name="csX58" fmla="*/ 47363 w 193086"/>
              <a:gd name="csY58" fmla="*/ 258865 h 2616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Lst>
            <a:rect l="l" t="t" r="r" b="b"/>
            <a:pathLst>
              <a:path w="193086" h="261624">
                <a:moveTo>
                  <a:pt x="47363" y="258865"/>
                </a:moveTo>
                <a:cubicBezTo>
                  <a:pt x="44664" y="256988"/>
                  <a:pt x="38681" y="254631"/>
                  <a:pt x="34066" y="253627"/>
                </a:cubicBezTo>
                <a:cubicBezTo>
                  <a:pt x="29452" y="252623"/>
                  <a:pt x="25677" y="250857"/>
                  <a:pt x="25677" y="249703"/>
                </a:cubicBezTo>
                <a:cubicBezTo>
                  <a:pt x="25677" y="248548"/>
                  <a:pt x="19899" y="243198"/>
                  <a:pt x="12838" y="237813"/>
                </a:cubicBezTo>
                <a:lnTo>
                  <a:pt x="0" y="228023"/>
                </a:lnTo>
                <a:lnTo>
                  <a:pt x="10590" y="222007"/>
                </a:lnTo>
                <a:cubicBezTo>
                  <a:pt x="17972" y="217814"/>
                  <a:pt x="22129" y="216779"/>
                  <a:pt x="24311" y="218591"/>
                </a:cubicBezTo>
                <a:cubicBezTo>
                  <a:pt x="28477" y="222048"/>
                  <a:pt x="30840" y="219299"/>
                  <a:pt x="30840" y="210994"/>
                </a:cubicBezTo>
                <a:cubicBezTo>
                  <a:pt x="30840" y="207256"/>
                  <a:pt x="32263" y="202774"/>
                  <a:pt x="34002" y="201034"/>
                </a:cubicBezTo>
                <a:cubicBezTo>
                  <a:pt x="36474" y="198562"/>
                  <a:pt x="36486" y="196787"/>
                  <a:pt x="34055" y="192894"/>
                </a:cubicBezTo>
                <a:cubicBezTo>
                  <a:pt x="32093" y="189753"/>
                  <a:pt x="31879" y="187338"/>
                  <a:pt x="33474" y="186352"/>
                </a:cubicBezTo>
                <a:cubicBezTo>
                  <a:pt x="34886" y="185479"/>
                  <a:pt x="36002" y="171748"/>
                  <a:pt x="36002" y="155255"/>
                </a:cubicBezTo>
                <a:cubicBezTo>
                  <a:pt x="36002" y="128160"/>
                  <a:pt x="36400" y="125721"/>
                  <a:pt x="40814" y="125721"/>
                </a:cubicBezTo>
                <a:cubicBezTo>
                  <a:pt x="43528" y="125721"/>
                  <a:pt x="48800" y="130301"/>
                  <a:pt x="52906" y="136226"/>
                </a:cubicBezTo>
                <a:cubicBezTo>
                  <a:pt x="56911" y="142004"/>
                  <a:pt x="63516" y="148453"/>
                  <a:pt x="67584" y="150557"/>
                </a:cubicBezTo>
                <a:cubicBezTo>
                  <a:pt x="75108" y="154448"/>
                  <a:pt x="85050" y="153319"/>
                  <a:pt x="85050" y="148575"/>
                </a:cubicBezTo>
                <a:cubicBezTo>
                  <a:pt x="85050" y="147029"/>
                  <a:pt x="88138" y="146640"/>
                  <a:pt x="92615" y="147623"/>
                </a:cubicBezTo>
                <a:cubicBezTo>
                  <a:pt x="98706" y="148961"/>
                  <a:pt x="100761" y="148199"/>
                  <a:pt x="103162" y="143713"/>
                </a:cubicBezTo>
                <a:cubicBezTo>
                  <a:pt x="105115" y="140063"/>
                  <a:pt x="107816" y="138578"/>
                  <a:pt x="110991" y="139409"/>
                </a:cubicBezTo>
                <a:cubicBezTo>
                  <a:pt x="113656" y="140106"/>
                  <a:pt x="117196" y="139039"/>
                  <a:pt x="118857" y="137039"/>
                </a:cubicBezTo>
                <a:cubicBezTo>
                  <a:pt x="121254" y="134150"/>
                  <a:pt x="120449" y="132080"/>
                  <a:pt x="114946" y="126979"/>
                </a:cubicBezTo>
                <a:cubicBezTo>
                  <a:pt x="111135" y="123448"/>
                  <a:pt x="106335" y="120558"/>
                  <a:pt x="104278" y="120558"/>
                </a:cubicBezTo>
                <a:cubicBezTo>
                  <a:pt x="102221" y="120558"/>
                  <a:pt x="100539" y="118873"/>
                  <a:pt x="100539" y="116814"/>
                </a:cubicBezTo>
                <a:cubicBezTo>
                  <a:pt x="100539" y="114754"/>
                  <a:pt x="94792" y="110433"/>
                  <a:pt x="87769" y="107211"/>
                </a:cubicBezTo>
                <a:cubicBezTo>
                  <a:pt x="73337" y="100591"/>
                  <a:pt x="69935" y="93642"/>
                  <a:pt x="75649" y="82459"/>
                </a:cubicBezTo>
                <a:cubicBezTo>
                  <a:pt x="77638" y="78567"/>
                  <a:pt x="80119" y="71422"/>
                  <a:pt x="81162" y="66581"/>
                </a:cubicBezTo>
                <a:cubicBezTo>
                  <a:pt x="82769" y="59128"/>
                  <a:pt x="82125" y="57061"/>
                  <a:pt x="76956" y="53086"/>
                </a:cubicBezTo>
                <a:cubicBezTo>
                  <a:pt x="73561" y="50475"/>
                  <a:pt x="72374" y="48366"/>
                  <a:pt x="74281" y="48335"/>
                </a:cubicBezTo>
                <a:cubicBezTo>
                  <a:pt x="79014" y="48255"/>
                  <a:pt x="97860" y="27614"/>
                  <a:pt x="98388" y="21931"/>
                </a:cubicBezTo>
                <a:cubicBezTo>
                  <a:pt x="98624" y="19384"/>
                  <a:pt x="98915" y="15267"/>
                  <a:pt x="99033" y="12782"/>
                </a:cubicBezTo>
                <a:cubicBezTo>
                  <a:pt x="99328" y="6580"/>
                  <a:pt x="107875" y="-1480"/>
                  <a:pt x="112340" y="234"/>
                </a:cubicBezTo>
                <a:cubicBezTo>
                  <a:pt x="114351" y="1006"/>
                  <a:pt x="115714" y="4223"/>
                  <a:pt x="115367" y="7384"/>
                </a:cubicBezTo>
                <a:cubicBezTo>
                  <a:pt x="114925" y="11414"/>
                  <a:pt x="117211" y="14717"/>
                  <a:pt x="123019" y="18442"/>
                </a:cubicBezTo>
                <a:cubicBezTo>
                  <a:pt x="132830" y="24734"/>
                  <a:pt x="132594" y="28432"/>
                  <a:pt x="122268" y="30221"/>
                </a:cubicBezTo>
                <a:cubicBezTo>
                  <a:pt x="115180" y="31449"/>
                  <a:pt x="114690" y="32336"/>
                  <a:pt x="113949" y="45287"/>
                </a:cubicBezTo>
                <a:cubicBezTo>
                  <a:pt x="113241" y="57646"/>
                  <a:pt x="113899" y="59682"/>
                  <a:pt x="120402" y="65276"/>
                </a:cubicBezTo>
                <a:cubicBezTo>
                  <a:pt x="129577" y="73166"/>
                  <a:pt x="132509" y="73100"/>
                  <a:pt x="138506" y="64867"/>
                </a:cubicBezTo>
                <a:lnTo>
                  <a:pt x="143345" y="58224"/>
                </a:lnTo>
                <a:lnTo>
                  <a:pt x="152274" y="62931"/>
                </a:lnTo>
                <a:cubicBezTo>
                  <a:pt x="157185" y="65520"/>
                  <a:pt x="161620" y="67861"/>
                  <a:pt x="162130" y="68135"/>
                </a:cubicBezTo>
                <a:cubicBezTo>
                  <a:pt x="162640" y="68408"/>
                  <a:pt x="160808" y="71893"/>
                  <a:pt x="158059" y="75879"/>
                </a:cubicBezTo>
                <a:cubicBezTo>
                  <a:pt x="151713" y="85081"/>
                  <a:pt x="141902" y="114664"/>
                  <a:pt x="142387" y="123139"/>
                </a:cubicBezTo>
                <a:cubicBezTo>
                  <a:pt x="142935" y="132744"/>
                  <a:pt x="146254" y="135684"/>
                  <a:pt x="161574" y="140138"/>
                </a:cubicBezTo>
                <a:cubicBezTo>
                  <a:pt x="177125" y="144659"/>
                  <a:pt x="177438" y="148154"/>
                  <a:pt x="162505" y="150542"/>
                </a:cubicBezTo>
                <a:cubicBezTo>
                  <a:pt x="152866" y="152083"/>
                  <a:pt x="147932" y="157096"/>
                  <a:pt x="151065" y="162165"/>
                </a:cubicBezTo>
                <a:cubicBezTo>
                  <a:pt x="151887" y="163495"/>
                  <a:pt x="150058" y="169752"/>
                  <a:pt x="147000" y="176069"/>
                </a:cubicBezTo>
                <a:cubicBezTo>
                  <a:pt x="140040" y="190447"/>
                  <a:pt x="141019" y="195911"/>
                  <a:pt x="151074" y="198795"/>
                </a:cubicBezTo>
                <a:cubicBezTo>
                  <a:pt x="156834" y="200447"/>
                  <a:pt x="159631" y="203274"/>
                  <a:pt x="161382" y="209212"/>
                </a:cubicBezTo>
                <a:cubicBezTo>
                  <a:pt x="163891" y="217725"/>
                  <a:pt x="167253" y="218781"/>
                  <a:pt x="180801" y="215310"/>
                </a:cubicBezTo>
                <a:cubicBezTo>
                  <a:pt x="186270" y="213909"/>
                  <a:pt x="188145" y="214815"/>
                  <a:pt x="191062" y="220266"/>
                </a:cubicBezTo>
                <a:cubicBezTo>
                  <a:pt x="194411" y="226524"/>
                  <a:pt x="194115" y="227399"/>
                  <a:pt x="186266" y="234411"/>
                </a:cubicBezTo>
                <a:cubicBezTo>
                  <a:pt x="177581" y="242171"/>
                  <a:pt x="173505" y="242950"/>
                  <a:pt x="146648" y="241973"/>
                </a:cubicBezTo>
                <a:cubicBezTo>
                  <a:pt x="138138" y="241664"/>
                  <a:pt x="131353" y="242644"/>
                  <a:pt x="130308" y="244333"/>
                </a:cubicBezTo>
                <a:cubicBezTo>
                  <a:pt x="127797" y="248397"/>
                  <a:pt x="118188" y="235660"/>
                  <a:pt x="120069" y="230760"/>
                </a:cubicBezTo>
                <a:cubicBezTo>
                  <a:pt x="124398" y="219478"/>
                  <a:pt x="105303" y="225013"/>
                  <a:pt x="99204" y="236809"/>
                </a:cubicBezTo>
                <a:cubicBezTo>
                  <a:pt x="95428" y="244110"/>
                  <a:pt x="95414" y="245432"/>
                  <a:pt x="99051" y="250983"/>
                </a:cubicBezTo>
                <a:cubicBezTo>
                  <a:pt x="103916" y="258408"/>
                  <a:pt x="100434" y="261478"/>
                  <a:pt x="92202" y="257021"/>
                </a:cubicBezTo>
                <a:cubicBezTo>
                  <a:pt x="83927" y="252540"/>
                  <a:pt x="66492" y="252742"/>
                  <a:pt x="61602" y="257374"/>
                </a:cubicBezTo>
                <a:cubicBezTo>
                  <a:pt x="56090" y="262596"/>
                  <a:pt x="53167" y="262902"/>
                  <a:pt x="47363" y="258865"/>
                </a:cubicBezTo>
                <a:close/>
              </a:path>
            </a:pathLst>
          </a:custGeom>
          <a:solidFill>
            <a:srgbClr val="B9B9B9"/>
          </a:solidFill>
          <a:ln w="5163" cap="flat">
            <a:noFill/>
            <a:prstDash val="solid"/>
            <a:miter/>
          </a:ln>
        </p:spPr>
        <p:txBody>
          <a:bodyPr/>
          <a:lstStyle/>
          <a:p>
            <a:endParaRPr lang="es-419" noProof="0" dirty="0"/>
          </a:p>
        </p:txBody>
      </p:sp>
      <p:sp>
        <p:nvSpPr>
          <p:cNvPr id="44" name="Forma libre: forma 43">
            <a:extLst>
              <a:ext uri="{FF2B5EF4-FFF2-40B4-BE49-F238E27FC236}">
                <a16:creationId xmlns:a16="http://schemas.microsoft.com/office/drawing/2014/main" id="{6C4577C0-BEEF-0B49-4938-C418DCA23AC9}"/>
              </a:ext>
            </a:extLst>
          </p:cNvPr>
          <p:cNvSpPr/>
          <p:nvPr/>
        </p:nvSpPr>
        <p:spPr>
          <a:xfrm>
            <a:off x="1103504" y="2345749"/>
            <a:ext cx="95653" cy="64838"/>
          </a:xfrm>
          <a:custGeom>
            <a:avLst/>
            <a:gdLst>
              <a:gd name="csX0" fmla="*/ 71219 w 95653"/>
              <a:gd name="csY0" fmla="*/ 62506 h 64838"/>
              <a:gd name="csX1" fmla="*/ 62655 w 95653"/>
              <a:gd name="csY1" fmla="*/ 53685 h 64838"/>
              <a:gd name="csX2" fmla="*/ 57443 w 95653"/>
              <a:gd name="csY2" fmla="*/ 48511 h 64838"/>
              <a:gd name="csX3" fmla="*/ 51242 w 95653"/>
              <a:gd name="csY3" fmla="*/ 43994 h 64838"/>
              <a:gd name="csX4" fmla="*/ 48532 w 95653"/>
              <a:gd name="csY4" fmla="*/ 43994 h 64838"/>
              <a:gd name="csX5" fmla="*/ 36926 w 95653"/>
              <a:gd name="csY5" fmla="*/ 44510 h 64838"/>
              <a:gd name="csX6" fmla="*/ 28785 w 95653"/>
              <a:gd name="csY6" fmla="*/ 36765 h 64838"/>
              <a:gd name="csX7" fmla="*/ 27076 w 95653"/>
              <a:gd name="csY7" fmla="*/ 32629 h 64838"/>
              <a:gd name="csX8" fmla="*/ 11500 w 95653"/>
              <a:gd name="csY8" fmla="*/ 28262 h 64838"/>
              <a:gd name="csX9" fmla="*/ 1174 w 95653"/>
              <a:gd name="csY9" fmla="*/ 25068 h 64838"/>
              <a:gd name="csX10" fmla="*/ 31004 w 95653"/>
              <a:gd name="csY10" fmla="*/ 14820 h 64838"/>
              <a:gd name="csX11" fmla="*/ 49970 w 95653"/>
              <a:gd name="csY11" fmla="*/ 6499 h 64838"/>
              <a:gd name="csX12" fmla="*/ 60293 w 95653"/>
              <a:gd name="csY12" fmla="*/ 3207 h 64838"/>
              <a:gd name="csX13" fmla="*/ 79487 w 95653"/>
              <a:gd name="csY13" fmla="*/ 1724 h 64838"/>
              <a:gd name="csX14" fmla="*/ 95469 w 95653"/>
              <a:gd name="csY14" fmla="*/ 24677 h 64838"/>
              <a:gd name="csX15" fmla="*/ 92590 w 95653"/>
              <a:gd name="csY15" fmla="*/ 45837 h 64838"/>
              <a:gd name="csX16" fmla="*/ 88748 w 95653"/>
              <a:gd name="csY16" fmla="*/ 52688 h 64838"/>
              <a:gd name="csX17" fmla="*/ 82592 w 95653"/>
              <a:gd name="csY17" fmla="*/ 62155 h 64838"/>
              <a:gd name="csX18" fmla="*/ 71219 w 95653"/>
              <a:gd name="csY18" fmla="*/ 62506 h 648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95653" h="64838">
                <a:moveTo>
                  <a:pt x="71219" y="62506"/>
                </a:moveTo>
                <a:cubicBezTo>
                  <a:pt x="67412" y="60499"/>
                  <a:pt x="63558" y="56530"/>
                  <a:pt x="62655" y="53685"/>
                </a:cubicBezTo>
                <a:cubicBezTo>
                  <a:pt x="61752" y="50839"/>
                  <a:pt x="59407" y="48511"/>
                  <a:pt x="57443" y="48511"/>
                </a:cubicBezTo>
                <a:cubicBezTo>
                  <a:pt x="55480" y="48511"/>
                  <a:pt x="52689" y="46478"/>
                  <a:pt x="51242" y="43994"/>
                </a:cubicBezTo>
                <a:cubicBezTo>
                  <a:pt x="48736" y="39691"/>
                  <a:pt x="48607" y="39691"/>
                  <a:pt x="48532" y="43994"/>
                </a:cubicBezTo>
                <a:cubicBezTo>
                  <a:pt x="48437" y="49469"/>
                  <a:pt x="48761" y="49455"/>
                  <a:pt x="36926" y="44510"/>
                </a:cubicBezTo>
                <a:cubicBezTo>
                  <a:pt x="30451" y="41804"/>
                  <a:pt x="27814" y="39296"/>
                  <a:pt x="28785" y="36765"/>
                </a:cubicBezTo>
                <a:cubicBezTo>
                  <a:pt x="29575" y="34707"/>
                  <a:pt x="28806" y="32846"/>
                  <a:pt x="27076" y="32629"/>
                </a:cubicBezTo>
                <a:cubicBezTo>
                  <a:pt x="21029" y="31874"/>
                  <a:pt x="18714" y="31225"/>
                  <a:pt x="11500" y="28262"/>
                </a:cubicBezTo>
                <a:cubicBezTo>
                  <a:pt x="7503" y="26621"/>
                  <a:pt x="2857" y="25183"/>
                  <a:pt x="1174" y="25068"/>
                </a:cubicBezTo>
                <a:cubicBezTo>
                  <a:pt x="-4949" y="24646"/>
                  <a:pt x="14045" y="18121"/>
                  <a:pt x="31004" y="14820"/>
                </a:cubicBezTo>
                <a:cubicBezTo>
                  <a:pt x="44060" y="12279"/>
                  <a:pt x="48794" y="10202"/>
                  <a:pt x="49970" y="6499"/>
                </a:cubicBezTo>
                <a:cubicBezTo>
                  <a:pt x="51256" y="2445"/>
                  <a:pt x="53098" y="1858"/>
                  <a:pt x="60293" y="3207"/>
                </a:cubicBezTo>
                <a:cubicBezTo>
                  <a:pt x="65110" y="4111"/>
                  <a:pt x="73747" y="3443"/>
                  <a:pt x="79487" y="1724"/>
                </a:cubicBezTo>
                <a:cubicBezTo>
                  <a:pt x="94315" y="-2719"/>
                  <a:pt x="96385" y="255"/>
                  <a:pt x="95469" y="24677"/>
                </a:cubicBezTo>
                <a:cubicBezTo>
                  <a:pt x="95060" y="35554"/>
                  <a:pt x="93765" y="45076"/>
                  <a:pt x="92590" y="45837"/>
                </a:cubicBezTo>
                <a:cubicBezTo>
                  <a:pt x="91414" y="46598"/>
                  <a:pt x="89686" y="49681"/>
                  <a:pt x="88748" y="52688"/>
                </a:cubicBezTo>
                <a:cubicBezTo>
                  <a:pt x="87811" y="55696"/>
                  <a:pt x="85041" y="59955"/>
                  <a:pt x="82592" y="62155"/>
                </a:cubicBezTo>
                <a:cubicBezTo>
                  <a:pt x="78702" y="65649"/>
                  <a:pt x="77268" y="65693"/>
                  <a:pt x="71219" y="62506"/>
                </a:cubicBezTo>
                <a:close/>
              </a:path>
            </a:pathLst>
          </a:custGeom>
          <a:solidFill>
            <a:srgbClr val="B9B9B9"/>
          </a:solidFill>
          <a:ln w="5163" cap="flat">
            <a:noFill/>
            <a:prstDash val="solid"/>
            <a:miter/>
          </a:ln>
        </p:spPr>
        <p:txBody>
          <a:bodyPr/>
          <a:lstStyle/>
          <a:p>
            <a:endParaRPr lang="es-419" noProof="0" dirty="0"/>
          </a:p>
        </p:txBody>
      </p:sp>
      <p:sp>
        <p:nvSpPr>
          <p:cNvPr id="45" name="Forma libre: forma 44">
            <a:extLst>
              <a:ext uri="{FF2B5EF4-FFF2-40B4-BE49-F238E27FC236}">
                <a16:creationId xmlns:a16="http://schemas.microsoft.com/office/drawing/2014/main" id="{3A56CC63-3419-2C53-232C-257272ED70C3}"/>
              </a:ext>
            </a:extLst>
          </p:cNvPr>
          <p:cNvSpPr/>
          <p:nvPr/>
        </p:nvSpPr>
        <p:spPr>
          <a:xfrm>
            <a:off x="1015863" y="2030672"/>
            <a:ext cx="364335" cy="362024"/>
          </a:xfrm>
          <a:custGeom>
            <a:avLst/>
            <a:gdLst>
              <a:gd name="csX0" fmla="*/ 185142 w 364335"/>
              <a:gd name="csY0" fmla="*/ 358570 h 362024"/>
              <a:gd name="csX1" fmla="*/ 187621 w 364335"/>
              <a:gd name="csY1" fmla="*/ 340898 h 362024"/>
              <a:gd name="csX2" fmla="*/ 186283 w 364335"/>
              <a:gd name="csY2" fmla="*/ 320178 h 362024"/>
              <a:gd name="csX3" fmla="*/ 182466 w 364335"/>
              <a:gd name="csY3" fmla="*/ 312528 h 362024"/>
              <a:gd name="csX4" fmla="*/ 160064 w 364335"/>
              <a:gd name="csY4" fmla="*/ 313164 h 362024"/>
              <a:gd name="csX5" fmla="*/ 135394 w 364335"/>
              <a:gd name="csY5" fmla="*/ 318882 h 362024"/>
              <a:gd name="csX6" fmla="*/ 107653 w 364335"/>
              <a:gd name="csY6" fmla="*/ 328620 h 362024"/>
              <a:gd name="csX7" fmla="*/ 77975 w 364335"/>
              <a:gd name="csY7" fmla="*/ 329071 h 362024"/>
              <a:gd name="csX8" fmla="*/ 69734 w 364335"/>
              <a:gd name="csY8" fmla="*/ 324866 h 362024"/>
              <a:gd name="csX9" fmla="*/ 48325 w 364335"/>
              <a:gd name="csY9" fmla="*/ 303007 h 362024"/>
              <a:gd name="csX10" fmla="*/ 38186 w 364335"/>
              <a:gd name="csY10" fmla="*/ 292203 h 362024"/>
              <a:gd name="csX11" fmla="*/ 25184 w 364335"/>
              <a:gd name="csY11" fmla="*/ 273778 h 362024"/>
              <a:gd name="csX12" fmla="*/ 11540 w 364335"/>
              <a:gd name="csY12" fmla="*/ 253016 h 362024"/>
              <a:gd name="csX13" fmla="*/ 9603 w 364335"/>
              <a:gd name="csY13" fmla="*/ 246065 h 362024"/>
              <a:gd name="csX14" fmla="*/ 4075 w 364335"/>
              <a:gd name="csY14" fmla="*/ 230604 h 362024"/>
              <a:gd name="csX15" fmla="*/ 2870 w 364335"/>
              <a:gd name="csY15" fmla="*/ 216903 h 362024"/>
              <a:gd name="csX16" fmla="*/ 19099 w 364335"/>
              <a:gd name="csY16" fmla="*/ 209992 h 362024"/>
              <a:gd name="csX17" fmla="*/ 33857 w 364335"/>
              <a:gd name="csY17" fmla="*/ 202727 h 362024"/>
              <a:gd name="csX18" fmla="*/ 62323 w 364335"/>
              <a:gd name="csY18" fmla="*/ 175142 h 362024"/>
              <a:gd name="csX19" fmla="*/ 75732 w 364335"/>
              <a:gd name="csY19" fmla="*/ 169793 h 362024"/>
              <a:gd name="csX20" fmla="*/ 107485 w 364335"/>
              <a:gd name="csY20" fmla="*/ 178512 h 362024"/>
              <a:gd name="csX21" fmla="*/ 118888 w 364335"/>
              <a:gd name="csY21" fmla="*/ 188952 h 362024"/>
              <a:gd name="csX22" fmla="*/ 122369 w 364335"/>
              <a:gd name="csY22" fmla="*/ 177011 h 362024"/>
              <a:gd name="csX23" fmla="*/ 128391 w 364335"/>
              <a:gd name="csY23" fmla="*/ 163500 h 362024"/>
              <a:gd name="csX24" fmla="*/ 127169 w 364335"/>
              <a:gd name="csY24" fmla="*/ 147778 h 362024"/>
              <a:gd name="csX25" fmla="*/ 130389 w 364335"/>
              <a:gd name="csY25" fmla="*/ 138750 h 362024"/>
              <a:gd name="csX26" fmla="*/ 147714 w 364335"/>
              <a:gd name="csY26" fmla="*/ 129037 h 362024"/>
              <a:gd name="csX27" fmla="*/ 142395 w 364335"/>
              <a:gd name="csY27" fmla="*/ 116273 h 362024"/>
              <a:gd name="csX28" fmla="*/ 138322 w 364335"/>
              <a:gd name="csY28" fmla="*/ 100445 h 362024"/>
              <a:gd name="csX29" fmla="*/ 132219 w 364335"/>
              <a:gd name="csY29" fmla="*/ 77384 h 362024"/>
              <a:gd name="csX30" fmla="*/ 123182 w 364335"/>
              <a:gd name="csY30" fmla="*/ 67380 h 362024"/>
              <a:gd name="csX31" fmla="*/ 127316 w 364335"/>
              <a:gd name="csY31" fmla="*/ 49072 h 362024"/>
              <a:gd name="csX32" fmla="*/ 149002 w 364335"/>
              <a:gd name="csY32" fmla="*/ 26791 h 362024"/>
              <a:gd name="csX33" fmla="*/ 156308 w 364335"/>
              <a:gd name="csY33" fmla="*/ 19245 h 362024"/>
              <a:gd name="csX34" fmla="*/ 153995 w 364335"/>
              <a:gd name="csY34" fmla="*/ 9825 h 362024"/>
              <a:gd name="csX35" fmla="*/ 161050 w 364335"/>
              <a:gd name="csY35" fmla="*/ 76 h 362024"/>
              <a:gd name="csX36" fmla="*/ 166583 w 364335"/>
              <a:gd name="csY36" fmla="*/ 7348 h 362024"/>
              <a:gd name="csX37" fmla="*/ 154998 w 364335"/>
              <a:gd name="csY37" fmla="*/ 39300 h 362024"/>
              <a:gd name="csX38" fmla="*/ 157050 w 364335"/>
              <a:gd name="csY38" fmla="*/ 45546 h 362024"/>
              <a:gd name="csX39" fmla="*/ 169737 w 364335"/>
              <a:gd name="csY39" fmla="*/ 24492 h 362024"/>
              <a:gd name="csX40" fmla="*/ 176182 w 364335"/>
              <a:gd name="csY40" fmla="*/ 20317 h 362024"/>
              <a:gd name="csX41" fmla="*/ 177678 w 364335"/>
              <a:gd name="csY41" fmla="*/ 26406 h 362024"/>
              <a:gd name="csX42" fmla="*/ 173510 w 364335"/>
              <a:gd name="csY42" fmla="*/ 43871 h 362024"/>
              <a:gd name="csX43" fmla="*/ 171706 w 364335"/>
              <a:gd name="csY43" fmla="*/ 58451 h 362024"/>
              <a:gd name="csX44" fmla="*/ 179820 w 364335"/>
              <a:gd name="csY44" fmla="*/ 60233 h 362024"/>
              <a:gd name="csX45" fmla="*/ 195468 w 364335"/>
              <a:gd name="csY45" fmla="*/ 47665 h 362024"/>
              <a:gd name="csX46" fmla="*/ 212893 w 364335"/>
              <a:gd name="csY46" fmla="*/ 36256 h 362024"/>
              <a:gd name="csX47" fmla="*/ 215787 w 364335"/>
              <a:gd name="csY47" fmla="*/ 59322 h 362024"/>
              <a:gd name="csX48" fmla="*/ 202515 w 364335"/>
              <a:gd name="csY48" fmla="*/ 73785 h 362024"/>
              <a:gd name="csX49" fmla="*/ 193598 w 364335"/>
              <a:gd name="csY49" fmla="*/ 76402 h 362024"/>
              <a:gd name="csX50" fmla="*/ 196544 w 364335"/>
              <a:gd name="csY50" fmla="*/ 79629 h 362024"/>
              <a:gd name="csX51" fmla="*/ 200631 w 364335"/>
              <a:gd name="csY51" fmla="*/ 82161 h 362024"/>
              <a:gd name="csX52" fmla="*/ 183851 w 364335"/>
              <a:gd name="csY52" fmla="*/ 86694 h 362024"/>
              <a:gd name="csX53" fmla="*/ 179447 w 364335"/>
              <a:gd name="csY53" fmla="*/ 90600 h 362024"/>
              <a:gd name="csX54" fmla="*/ 177337 w 364335"/>
              <a:gd name="csY54" fmla="*/ 95117 h 362024"/>
              <a:gd name="csX55" fmla="*/ 175970 w 364335"/>
              <a:gd name="csY55" fmla="*/ 99847 h 362024"/>
              <a:gd name="csX56" fmla="*/ 172279 w 364335"/>
              <a:gd name="csY56" fmla="*/ 109275 h 362024"/>
              <a:gd name="csX57" fmla="*/ 162736 w 364335"/>
              <a:gd name="csY57" fmla="*/ 127778 h 362024"/>
              <a:gd name="csX58" fmla="*/ 154984 w 364335"/>
              <a:gd name="csY58" fmla="*/ 141584 h 362024"/>
              <a:gd name="csX59" fmla="*/ 157382 w 364335"/>
              <a:gd name="csY59" fmla="*/ 150820 h 362024"/>
              <a:gd name="csX60" fmla="*/ 166003 w 364335"/>
              <a:gd name="csY60" fmla="*/ 156522 h 362024"/>
              <a:gd name="csX61" fmla="*/ 178921 w 364335"/>
              <a:gd name="csY61" fmla="*/ 158229 h 362024"/>
              <a:gd name="csX62" fmla="*/ 200631 w 364335"/>
              <a:gd name="csY62" fmla="*/ 155851 h 362024"/>
              <a:gd name="csX63" fmla="*/ 253127 w 364335"/>
              <a:gd name="csY63" fmla="*/ 145110 h 362024"/>
              <a:gd name="csX64" fmla="*/ 260004 w 364335"/>
              <a:gd name="csY64" fmla="*/ 117060 h 362024"/>
              <a:gd name="csX65" fmla="*/ 261186 w 364335"/>
              <a:gd name="csY65" fmla="*/ 105023 h 362024"/>
              <a:gd name="csX66" fmla="*/ 280779 w 364335"/>
              <a:gd name="csY66" fmla="*/ 107831 h 362024"/>
              <a:gd name="csX67" fmla="*/ 316123 w 364335"/>
              <a:gd name="csY67" fmla="*/ 101238 h 362024"/>
              <a:gd name="csX68" fmla="*/ 332436 w 364335"/>
              <a:gd name="csY68" fmla="*/ 86525 h 362024"/>
              <a:gd name="csX69" fmla="*/ 340656 w 364335"/>
              <a:gd name="csY69" fmla="*/ 79224 h 362024"/>
              <a:gd name="csX70" fmla="*/ 348855 w 364335"/>
              <a:gd name="csY70" fmla="*/ 87171 h 362024"/>
              <a:gd name="csX71" fmla="*/ 361269 w 364335"/>
              <a:gd name="csY71" fmla="*/ 95117 h 362024"/>
              <a:gd name="csX72" fmla="*/ 363171 w 364335"/>
              <a:gd name="csY72" fmla="*/ 103178 h 362024"/>
              <a:gd name="csX73" fmla="*/ 356290 w 364335"/>
              <a:gd name="csY73" fmla="*/ 118022 h 362024"/>
              <a:gd name="csX74" fmla="*/ 352528 w 364335"/>
              <a:gd name="csY74" fmla="*/ 135380 h 362024"/>
              <a:gd name="csX75" fmla="*/ 345616 w 364335"/>
              <a:gd name="csY75" fmla="*/ 149152 h 362024"/>
              <a:gd name="csX76" fmla="*/ 336399 w 364335"/>
              <a:gd name="csY76" fmla="*/ 158318 h 362024"/>
              <a:gd name="csX77" fmla="*/ 325505 w 364335"/>
              <a:gd name="csY77" fmla="*/ 175523 h 362024"/>
              <a:gd name="csX78" fmla="*/ 315430 w 364335"/>
              <a:gd name="csY78" fmla="*/ 204352 h 362024"/>
              <a:gd name="csX79" fmla="*/ 313994 w 364335"/>
              <a:gd name="csY79" fmla="*/ 218773 h 362024"/>
              <a:gd name="csX80" fmla="*/ 296375 w 364335"/>
              <a:gd name="csY80" fmla="*/ 228175 h 362024"/>
              <a:gd name="csX81" fmla="*/ 265231 w 364335"/>
              <a:gd name="csY81" fmla="*/ 238311 h 362024"/>
              <a:gd name="csX82" fmla="*/ 244951 w 364335"/>
              <a:gd name="csY82" fmla="*/ 244768 h 362024"/>
              <a:gd name="csX83" fmla="*/ 219261 w 364335"/>
              <a:gd name="csY83" fmla="*/ 258588 h 362024"/>
              <a:gd name="csX84" fmla="*/ 224662 w 364335"/>
              <a:gd name="csY84" fmla="*/ 270643 h 362024"/>
              <a:gd name="csX85" fmla="*/ 242353 w 364335"/>
              <a:gd name="csY85" fmla="*/ 274944 h 362024"/>
              <a:gd name="csX86" fmla="*/ 251900 w 364335"/>
              <a:gd name="csY86" fmla="*/ 285801 h 362024"/>
              <a:gd name="csX87" fmla="*/ 252381 w 364335"/>
              <a:gd name="csY87" fmla="*/ 304719 h 362024"/>
              <a:gd name="csX88" fmla="*/ 261267 w 364335"/>
              <a:gd name="csY88" fmla="*/ 315608 h 362024"/>
              <a:gd name="csX89" fmla="*/ 268876 w 364335"/>
              <a:gd name="csY89" fmla="*/ 316858 h 362024"/>
              <a:gd name="csX90" fmla="*/ 252027 w 364335"/>
              <a:gd name="csY90" fmla="*/ 336142 h 362024"/>
              <a:gd name="csX91" fmla="*/ 230251 w 364335"/>
              <a:gd name="csY91" fmla="*/ 349333 h 362024"/>
              <a:gd name="csX92" fmla="*/ 209844 w 364335"/>
              <a:gd name="csY92" fmla="*/ 359530 h 362024"/>
              <a:gd name="csX93" fmla="*/ 194478 w 364335"/>
              <a:gd name="csY93" fmla="*/ 360594 h 362024"/>
              <a:gd name="csX94" fmla="*/ 185142 w 364335"/>
              <a:gd name="csY94" fmla="*/ 358570 h 362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364335" h="362024">
                <a:moveTo>
                  <a:pt x="185142" y="358570"/>
                </a:moveTo>
                <a:cubicBezTo>
                  <a:pt x="185142" y="356038"/>
                  <a:pt x="186257" y="348086"/>
                  <a:pt x="187621" y="340898"/>
                </a:cubicBezTo>
                <a:cubicBezTo>
                  <a:pt x="189559" y="330679"/>
                  <a:pt x="189267" y="326160"/>
                  <a:pt x="186283" y="320178"/>
                </a:cubicBezTo>
                <a:lnTo>
                  <a:pt x="182466" y="312528"/>
                </a:lnTo>
                <a:lnTo>
                  <a:pt x="160064" y="313164"/>
                </a:lnTo>
                <a:cubicBezTo>
                  <a:pt x="140617" y="313716"/>
                  <a:pt x="137363" y="314470"/>
                  <a:pt x="135394" y="318882"/>
                </a:cubicBezTo>
                <a:cubicBezTo>
                  <a:pt x="133601" y="322902"/>
                  <a:pt x="127800" y="324938"/>
                  <a:pt x="107653" y="328620"/>
                </a:cubicBezTo>
                <a:cubicBezTo>
                  <a:pt x="84116" y="332921"/>
                  <a:pt x="81860" y="332955"/>
                  <a:pt x="77975" y="329071"/>
                </a:cubicBezTo>
                <a:cubicBezTo>
                  <a:pt x="75663" y="326758"/>
                  <a:pt x="71954" y="324866"/>
                  <a:pt x="69734" y="324866"/>
                </a:cubicBezTo>
                <a:cubicBezTo>
                  <a:pt x="64790" y="324866"/>
                  <a:pt x="53564" y="313404"/>
                  <a:pt x="48325" y="303007"/>
                </a:cubicBezTo>
                <a:cubicBezTo>
                  <a:pt x="46195" y="298781"/>
                  <a:pt x="41633" y="293919"/>
                  <a:pt x="38186" y="292203"/>
                </a:cubicBezTo>
                <a:cubicBezTo>
                  <a:pt x="31831" y="289039"/>
                  <a:pt x="25350" y="279856"/>
                  <a:pt x="25184" y="273778"/>
                </a:cubicBezTo>
                <a:cubicBezTo>
                  <a:pt x="25085" y="270192"/>
                  <a:pt x="14730" y="254434"/>
                  <a:pt x="11540" y="253016"/>
                </a:cubicBezTo>
                <a:cubicBezTo>
                  <a:pt x="10475" y="252543"/>
                  <a:pt x="9603" y="249415"/>
                  <a:pt x="9603" y="246065"/>
                </a:cubicBezTo>
                <a:cubicBezTo>
                  <a:pt x="9603" y="242715"/>
                  <a:pt x="7116" y="235757"/>
                  <a:pt x="4075" y="230604"/>
                </a:cubicBezTo>
                <a:cubicBezTo>
                  <a:pt x="-1096" y="221839"/>
                  <a:pt x="-1174" y="220953"/>
                  <a:pt x="2870" y="216903"/>
                </a:cubicBezTo>
                <a:cubicBezTo>
                  <a:pt x="5247" y="214522"/>
                  <a:pt x="12551" y="211412"/>
                  <a:pt x="19099" y="209992"/>
                </a:cubicBezTo>
                <a:cubicBezTo>
                  <a:pt x="25650" y="208572"/>
                  <a:pt x="32288" y="205304"/>
                  <a:pt x="33857" y="202727"/>
                </a:cubicBezTo>
                <a:cubicBezTo>
                  <a:pt x="40254" y="192222"/>
                  <a:pt x="57879" y="175142"/>
                  <a:pt x="62323" y="175142"/>
                </a:cubicBezTo>
                <a:cubicBezTo>
                  <a:pt x="64938" y="175142"/>
                  <a:pt x="70972" y="172735"/>
                  <a:pt x="75732" y="169793"/>
                </a:cubicBezTo>
                <a:cubicBezTo>
                  <a:pt x="86563" y="163099"/>
                  <a:pt x="92402" y="164703"/>
                  <a:pt x="107485" y="178512"/>
                </a:cubicBezTo>
                <a:lnTo>
                  <a:pt x="118888" y="188952"/>
                </a:lnTo>
                <a:lnTo>
                  <a:pt x="122369" y="177011"/>
                </a:lnTo>
                <a:cubicBezTo>
                  <a:pt x="124284" y="170444"/>
                  <a:pt x="126994" y="164364"/>
                  <a:pt x="128391" y="163500"/>
                </a:cubicBezTo>
                <a:cubicBezTo>
                  <a:pt x="132170" y="161165"/>
                  <a:pt x="131464" y="152072"/>
                  <a:pt x="127169" y="147778"/>
                </a:cubicBezTo>
                <a:cubicBezTo>
                  <a:pt x="122214" y="142823"/>
                  <a:pt x="124785" y="135614"/>
                  <a:pt x="130389" y="138750"/>
                </a:cubicBezTo>
                <a:cubicBezTo>
                  <a:pt x="136409" y="142119"/>
                  <a:pt x="145744" y="136885"/>
                  <a:pt x="147714" y="129037"/>
                </a:cubicBezTo>
                <a:cubicBezTo>
                  <a:pt x="149051" y="123709"/>
                  <a:pt x="147940" y="121043"/>
                  <a:pt x="142395" y="116273"/>
                </a:cubicBezTo>
                <a:cubicBezTo>
                  <a:pt x="135828" y="110625"/>
                  <a:pt x="135571" y="109625"/>
                  <a:pt x="138322" y="100445"/>
                </a:cubicBezTo>
                <a:cubicBezTo>
                  <a:pt x="142194" y="87522"/>
                  <a:pt x="142531" y="88798"/>
                  <a:pt x="132219" y="77384"/>
                </a:cubicBezTo>
                <a:lnTo>
                  <a:pt x="123182" y="67380"/>
                </a:lnTo>
                <a:lnTo>
                  <a:pt x="127316" y="49072"/>
                </a:lnTo>
                <a:cubicBezTo>
                  <a:pt x="131667" y="29805"/>
                  <a:pt x="134422" y="26975"/>
                  <a:pt x="149002" y="26791"/>
                </a:cubicBezTo>
                <a:cubicBezTo>
                  <a:pt x="154177" y="26725"/>
                  <a:pt x="155624" y="25231"/>
                  <a:pt x="156308" y="19245"/>
                </a:cubicBezTo>
                <a:cubicBezTo>
                  <a:pt x="156776" y="15139"/>
                  <a:pt x="155736" y="10900"/>
                  <a:pt x="153995" y="9825"/>
                </a:cubicBezTo>
                <a:cubicBezTo>
                  <a:pt x="148346" y="6334"/>
                  <a:pt x="153520" y="-815"/>
                  <a:pt x="161050" y="76"/>
                </a:cubicBezTo>
                <a:cubicBezTo>
                  <a:pt x="168082" y="908"/>
                  <a:pt x="172982" y="7348"/>
                  <a:pt x="166583" y="7348"/>
                </a:cubicBezTo>
                <a:cubicBezTo>
                  <a:pt x="163388" y="7348"/>
                  <a:pt x="159114" y="19135"/>
                  <a:pt x="154998" y="39300"/>
                </a:cubicBezTo>
                <a:cubicBezTo>
                  <a:pt x="153853" y="44911"/>
                  <a:pt x="154355" y="46439"/>
                  <a:pt x="157050" y="45546"/>
                </a:cubicBezTo>
                <a:cubicBezTo>
                  <a:pt x="160851" y="44288"/>
                  <a:pt x="165520" y="36539"/>
                  <a:pt x="169737" y="24492"/>
                </a:cubicBezTo>
                <a:cubicBezTo>
                  <a:pt x="171898" y="18321"/>
                  <a:pt x="172952" y="17637"/>
                  <a:pt x="176182" y="20317"/>
                </a:cubicBezTo>
                <a:cubicBezTo>
                  <a:pt x="178636" y="22355"/>
                  <a:pt x="179182" y="24572"/>
                  <a:pt x="177678" y="26406"/>
                </a:cubicBezTo>
                <a:cubicBezTo>
                  <a:pt x="176378" y="27992"/>
                  <a:pt x="174502" y="35852"/>
                  <a:pt x="173510" y="43871"/>
                </a:cubicBezTo>
                <a:lnTo>
                  <a:pt x="171706" y="58451"/>
                </a:lnTo>
                <a:lnTo>
                  <a:pt x="179820" y="60233"/>
                </a:lnTo>
                <a:cubicBezTo>
                  <a:pt x="190172" y="62507"/>
                  <a:pt x="195468" y="58253"/>
                  <a:pt x="195468" y="47665"/>
                </a:cubicBezTo>
                <a:cubicBezTo>
                  <a:pt x="195468" y="37295"/>
                  <a:pt x="201609" y="33273"/>
                  <a:pt x="212893" y="36256"/>
                </a:cubicBezTo>
                <a:cubicBezTo>
                  <a:pt x="222809" y="38877"/>
                  <a:pt x="222920" y="39758"/>
                  <a:pt x="215787" y="59322"/>
                </a:cubicBezTo>
                <a:cubicBezTo>
                  <a:pt x="210635" y="73452"/>
                  <a:pt x="209804" y="74357"/>
                  <a:pt x="202515" y="73785"/>
                </a:cubicBezTo>
                <a:cubicBezTo>
                  <a:pt x="198132" y="73441"/>
                  <a:pt x="194241" y="74583"/>
                  <a:pt x="193598" y="76402"/>
                </a:cubicBezTo>
                <a:cubicBezTo>
                  <a:pt x="192970" y="78177"/>
                  <a:pt x="194295" y="79629"/>
                  <a:pt x="196544" y="79629"/>
                </a:cubicBezTo>
                <a:cubicBezTo>
                  <a:pt x="198791" y="79629"/>
                  <a:pt x="200631" y="80768"/>
                  <a:pt x="200631" y="82161"/>
                </a:cubicBezTo>
                <a:cubicBezTo>
                  <a:pt x="200631" y="85088"/>
                  <a:pt x="191380" y="87587"/>
                  <a:pt x="183851" y="86694"/>
                </a:cubicBezTo>
                <a:cubicBezTo>
                  <a:pt x="180197" y="86261"/>
                  <a:pt x="178910" y="87403"/>
                  <a:pt x="179447" y="90600"/>
                </a:cubicBezTo>
                <a:cubicBezTo>
                  <a:pt x="179864" y="93084"/>
                  <a:pt x="178915" y="95117"/>
                  <a:pt x="177337" y="95117"/>
                </a:cubicBezTo>
                <a:cubicBezTo>
                  <a:pt x="175731" y="95117"/>
                  <a:pt x="175129" y="97199"/>
                  <a:pt x="175970" y="99847"/>
                </a:cubicBezTo>
                <a:cubicBezTo>
                  <a:pt x="176899" y="102775"/>
                  <a:pt x="175493" y="106367"/>
                  <a:pt x="172279" y="109275"/>
                </a:cubicBezTo>
                <a:cubicBezTo>
                  <a:pt x="169424" y="111859"/>
                  <a:pt x="165130" y="120185"/>
                  <a:pt x="162736" y="127778"/>
                </a:cubicBezTo>
                <a:cubicBezTo>
                  <a:pt x="160343" y="135371"/>
                  <a:pt x="156854" y="141584"/>
                  <a:pt x="154984" y="141584"/>
                </a:cubicBezTo>
                <a:cubicBezTo>
                  <a:pt x="149300" y="141584"/>
                  <a:pt x="151188" y="148854"/>
                  <a:pt x="157382" y="150820"/>
                </a:cubicBezTo>
                <a:cubicBezTo>
                  <a:pt x="160571" y="151832"/>
                  <a:pt x="164451" y="154398"/>
                  <a:pt x="166003" y="156522"/>
                </a:cubicBezTo>
                <a:cubicBezTo>
                  <a:pt x="168191" y="159513"/>
                  <a:pt x="171101" y="159898"/>
                  <a:pt x="178921" y="158229"/>
                </a:cubicBezTo>
                <a:cubicBezTo>
                  <a:pt x="184472" y="157045"/>
                  <a:pt x="194242" y="155975"/>
                  <a:pt x="200631" y="155851"/>
                </a:cubicBezTo>
                <a:cubicBezTo>
                  <a:pt x="239506" y="155102"/>
                  <a:pt x="240586" y="154881"/>
                  <a:pt x="253127" y="145110"/>
                </a:cubicBezTo>
                <a:cubicBezTo>
                  <a:pt x="266671" y="134558"/>
                  <a:pt x="268972" y="125175"/>
                  <a:pt x="260004" y="117060"/>
                </a:cubicBezTo>
                <a:cubicBezTo>
                  <a:pt x="253254" y="110951"/>
                  <a:pt x="253492" y="108529"/>
                  <a:pt x="261186" y="105023"/>
                </a:cubicBezTo>
                <a:cubicBezTo>
                  <a:pt x="266361" y="102665"/>
                  <a:pt x="269974" y="103183"/>
                  <a:pt x="280779" y="107831"/>
                </a:cubicBezTo>
                <a:cubicBezTo>
                  <a:pt x="296129" y="114435"/>
                  <a:pt x="303140" y="113127"/>
                  <a:pt x="316123" y="101238"/>
                </a:cubicBezTo>
                <a:cubicBezTo>
                  <a:pt x="320574" y="97162"/>
                  <a:pt x="327915" y="90541"/>
                  <a:pt x="332436" y="86525"/>
                </a:cubicBezTo>
                <a:lnTo>
                  <a:pt x="340656" y="79224"/>
                </a:lnTo>
                <a:lnTo>
                  <a:pt x="348855" y="87171"/>
                </a:lnTo>
                <a:cubicBezTo>
                  <a:pt x="353365" y="91541"/>
                  <a:pt x="358951" y="95117"/>
                  <a:pt x="361269" y="95117"/>
                </a:cubicBezTo>
                <a:cubicBezTo>
                  <a:pt x="364761" y="95117"/>
                  <a:pt x="365087" y="96499"/>
                  <a:pt x="363171" y="103178"/>
                </a:cubicBezTo>
                <a:cubicBezTo>
                  <a:pt x="361900" y="107612"/>
                  <a:pt x="358803" y="114292"/>
                  <a:pt x="356290" y="118022"/>
                </a:cubicBezTo>
                <a:cubicBezTo>
                  <a:pt x="353286" y="122482"/>
                  <a:pt x="351997" y="128425"/>
                  <a:pt x="352528" y="135380"/>
                </a:cubicBezTo>
                <a:cubicBezTo>
                  <a:pt x="353262" y="145010"/>
                  <a:pt x="352644" y="146241"/>
                  <a:pt x="345616" y="149152"/>
                </a:cubicBezTo>
                <a:cubicBezTo>
                  <a:pt x="341239" y="150965"/>
                  <a:pt x="337248" y="154934"/>
                  <a:pt x="336399" y="158318"/>
                </a:cubicBezTo>
                <a:cubicBezTo>
                  <a:pt x="335575" y="161601"/>
                  <a:pt x="330673" y="169343"/>
                  <a:pt x="325505" y="175523"/>
                </a:cubicBezTo>
                <a:cubicBezTo>
                  <a:pt x="311850" y="191852"/>
                  <a:pt x="310247" y="196441"/>
                  <a:pt x="315430" y="204352"/>
                </a:cubicBezTo>
                <a:cubicBezTo>
                  <a:pt x="319567" y="210666"/>
                  <a:pt x="319502" y="211324"/>
                  <a:pt x="313994" y="218773"/>
                </a:cubicBezTo>
                <a:cubicBezTo>
                  <a:pt x="309522" y="224822"/>
                  <a:pt x="305556" y="226939"/>
                  <a:pt x="296375" y="228175"/>
                </a:cubicBezTo>
                <a:cubicBezTo>
                  <a:pt x="280209" y="230353"/>
                  <a:pt x="268738" y="234086"/>
                  <a:pt x="265231" y="238311"/>
                </a:cubicBezTo>
                <a:cubicBezTo>
                  <a:pt x="263619" y="240253"/>
                  <a:pt x="254493" y="243158"/>
                  <a:pt x="244951" y="244768"/>
                </a:cubicBezTo>
                <a:cubicBezTo>
                  <a:pt x="224827" y="248162"/>
                  <a:pt x="223542" y="248854"/>
                  <a:pt x="219261" y="258588"/>
                </a:cubicBezTo>
                <a:cubicBezTo>
                  <a:pt x="215450" y="267254"/>
                  <a:pt x="216976" y="270661"/>
                  <a:pt x="224662" y="270643"/>
                </a:cubicBezTo>
                <a:cubicBezTo>
                  <a:pt x="227772" y="270636"/>
                  <a:pt x="235733" y="272571"/>
                  <a:pt x="242353" y="274944"/>
                </a:cubicBezTo>
                <a:cubicBezTo>
                  <a:pt x="253677" y="279002"/>
                  <a:pt x="254241" y="279644"/>
                  <a:pt x="251900" y="285801"/>
                </a:cubicBezTo>
                <a:cubicBezTo>
                  <a:pt x="250237" y="290175"/>
                  <a:pt x="250396" y="296447"/>
                  <a:pt x="252381" y="304719"/>
                </a:cubicBezTo>
                <a:cubicBezTo>
                  <a:pt x="255038" y="315794"/>
                  <a:pt x="255971" y="316937"/>
                  <a:pt x="261267" y="315608"/>
                </a:cubicBezTo>
                <a:cubicBezTo>
                  <a:pt x="264522" y="314791"/>
                  <a:pt x="267946" y="315353"/>
                  <a:pt x="268876" y="316858"/>
                </a:cubicBezTo>
                <a:cubicBezTo>
                  <a:pt x="271618" y="321295"/>
                  <a:pt x="260047" y="334538"/>
                  <a:pt x="252027" y="336142"/>
                </a:cubicBezTo>
                <a:cubicBezTo>
                  <a:pt x="247958" y="336956"/>
                  <a:pt x="238159" y="342892"/>
                  <a:pt x="230251" y="349333"/>
                </a:cubicBezTo>
                <a:cubicBezTo>
                  <a:pt x="219279" y="358270"/>
                  <a:pt x="214445" y="360685"/>
                  <a:pt x="209844" y="359530"/>
                </a:cubicBezTo>
                <a:cubicBezTo>
                  <a:pt x="206527" y="358698"/>
                  <a:pt x="199613" y="359176"/>
                  <a:pt x="194478" y="360594"/>
                </a:cubicBezTo>
                <a:cubicBezTo>
                  <a:pt x="186278" y="362858"/>
                  <a:pt x="185142" y="362612"/>
                  <a:pt x="185142" y="358570"/>
                </a:cubicBezTo>
                <a:close/>
              </a:path>
            </a:pathLst>
          </a:custGeom>
          <a:solidFill>
            <a:srgbClr val="B9B9B9"/>
          </a:solidFill>
          <a:ln w="5163" cap="flat">
            <a:noFill/>
            <a:prstDash val="solid"/>
            <a:miter/>
          </a:ln>
        </p:spPr>
        <p:txBody>
          <a:bodyPr/>
          <a:lstStyle/>
          <a:p>
            <a:endParaRPr lang="es-419" noProof="0" dirty="0"/>
          </a:p>
        </p:txBody>
      </p:sp>
      <p:sp>
        <p:nvSpPr>
          <p:cNvPr id="46" name="Forma libre: forma 45">
            <a:extLst>
              <a:ext uri="{FF2B5EF4-FFF2-40B4-BE49-F238E27FC236}">
                <a16:creationId xmlns:a16="http://schemas.microsoft.com/office/drawing/2014/main" id="{21C1E75F-BD6D-687F-A5C9-8E7C98A76B95}"/>
              </a:ext>
            </a:extLst>
          </p:cNvPr>
          <p:cNvSpPr/>
          <p:nvPr/>
        </p:nvSpPr>
        <p:spPr>
          <a:xfrm>
            <a:off x="1331227" y="2128697"/>
            <a:ext cx="198884" cy="167193"/>
          </a:xfrm>
          <a:custGeom>
            <a:avLst/>
            <a:gdLst>
              <a:gd name="csX0" fmla="*/ 102761 w 198884"/>
              <a:gd name="csY0" fmla="*/ 161938 h 167193"/>
              <a:gd name="csX1" fmla="*/ 88269 w 198884"/>
              <a:gd name="csY1" fmla="*/ 157454 h 167193"/>
              <a:gd name="csX2" fmla="*/ 69481 w 198884"/>
              <a:gd name="csY2" fmla="*/ 161146 h 167193"/>
              <a:gd name="csX3" fmla="*/ 60039 w 198884"/>
              <a:gd name="csY3" fmla="*/ 160242 h 167193"/>
              <a:gd name="csX4" fmla="*/ 55236 w 198884"/>
              <a:gd name="csY4" fmla="*/ 148107 h 167193"/>
              <a:gd name="csX5" fmla="*/ 50480 w 198884"/>
              <a:gd name="csY5" fmla="*/ 138608 h 167193"/>
              <a:gd name="csX6" fmla="*/ 28907 w 198884"/>
              <a:gd name="csY6" fmla="*/ 140363 h 167193"/>
              <a:gd name="csX7" fmla="*/ 11289 w 198884"/>
              <a:gd name="csY7" fmla="*/ 137781 h 167193"/>
              <a:gd name="csX8" fmla="*/ 6827 w 198884"/>
              <a:gd name="csY8" fmla="*/ 131288 h 167193"/>
              <a:gd name="csX9" fmla="*/ 1775 w 198884"/>
              <a:gd name="csY9" fmla="*/ 129012 h 167193"/>
              <a:gd name="csX10" fmla="*/ 4158 w 198884"/>
              <a:gd name="csY10" fmla="*/ 118778 h 167193"/>
              <a:gd name="csX11" fmla="*/ 5752 w 198884"/>
              <a:gd name="csY11" fmla="*/ 106007 h 167193"/>
              <a:gd name="csX12" fmla="*/ 11789 w 198884"/>
              <a:gd name="csY12" fmla="*/ 81269 h 167193"/>
              <a:gd name="csX13" fmla="*/ 23630 w 198884"/>
              <a:gd name="csY13" fmla="*/ 62821 h 167193"/>
              <a:gd name="csX14" fmla="*/ 32410 w 198884"/>
              <a:gd name="csY14" fmla="*/ 53884 h 167193"/>
              <a:gd name="csX15" fmla="*/ 41084 w 198884"/>
              <a:gd name="csY15" fmla="*/ 33929 h 167193"/>
              <a:gd name="csX16" fmla="*/ 44790 w 198884"/>
              <a:gd name="csY16" fmla="*/ 21065 h 167193"/>
              <a:gd name="csX17" fmla="*/ 50866 w 198884"/>
              <a:gd name="csY17" fmla="*/ 7384 h 167193"/>
              <a:gd name="csX18" fmla="*/ 69085 w 198884"/>
              <a:gd name="csY18" fmla="*/ 3371 h 167193"/>
              <a:gd name="csX19" fmla="*/ 83968 w 198884"/>
              <a:gd name="csY19" fmla="*/ 7430 h 167193"/>
              <a:gd name="csX20" fmla="*/ 103250 w 198884"/>
              <a:gd name="csY20" fmla="*/ 16788 h 167193"/>
              <a:gd name="csX21" fmla="*/ 120904 w 198884"/>
              <a:gd name="csY21" fmla="*/ 28277 h 167193"/>
              <a:gd name="csX22" fmla="*/ 134887 w 198884"/>
              <a:gd name="csY22" fmla="*/ 23438 h 167193"/>
              <a:gd name="csX23" fmla="*/ 159058 w 198884"/>
              <a:gd name="csY23" fmla="*/ 20032 h 167193"/>
              <a:gd name="csX24" fmla="*/ 176483 w 198884"/>
              <a:gd name="csY24" fmla="*/ 28515 h 167193"/>
              <a:gd name="csX25" fmla="*/ 192460 w 198884"/>
              <a:gd name="csY25" fmla="*/ 37014 h 167193"/>
              <a:gd name="csX26" fmla="*/ 196332 w 198884"/>
              <a:gd name="csY26" fmla="*/ 44480 h 167193"/>
              <a:gd name="csX27" fmla="*/ 196153 w 198884"/>
              <a:gd name="csY27" fmla="*/ 52404 h 167193"/>
              <a:gd name="csX28" fmla="*/ 187288 w 198884"/>
              <a:gd name="csY28" fmla="*/ 53879 h 167193"/>
              <a:gd name="csX29" fmla="*/ 174390 w 198884"/>
              <a:gd name="csY29" fmla="*/ 56149 h 167193"/>
              <a:gd name="csX30" fmla="*/ 170518 w 198884"/>
              <a:gd name="csY30" fmla="*/ 64210 h 167193"/>
              <a:gd name="csX31" fmla="*/ 166645 w 198884"/>
              <a:gd name="csY31" fmla="*/ 72206 h 167193"/>
              <a:gd name="csX32" fmla="*/ 158901 w 198884"/>
              <a:gd name="csY32" fmla="*/ 75439 h 167193"/>
              <a:gd name="csX33" fmla="*/ 151157 w 198884"/>
              <a:gd name="csY33" fmla="*/ 76992 h 167193"/>
              <a:gd name="csX34" fmla="*/ 142182 w 198884"/>
              <a:gd name="csY34" fmla="*/ 79321 h 167193"/>
              <a:gd name="csX35" fmla="*/ 127056 w 198884"/>
              <a:gd name="csY35" fmla="*/ 97769 h 167193"/>
              <a:gd name="csX36" fmla="*/ 130544 w 198884"/>
              <a:gd name="csY36" fmla="*/ 109385 h 167193"/>
              <a:gd name="csX37" fmla="*/ 134269 w 198884"/>
              <a:gd name="csY37" fmla="*/ 120288 h 167193"/>
              <a:gd name="csX38" fmla="*/ 148765 w 198884"/>
              <a:gd name="csY38" fmla="*/ 140043 h 167193"/>
              <a:gd name="csX39" fmla="*/ 155377 w 198884"/>
              <a:gd name="csY39" fmla="*/ 157142 h 167193"/>
              <a:gd name="csX40" fmla="*/ 143045 w 198884"/>
              <a:gd name="csY40" fmla="*/ 162040 h 167193"/>
              <a:gd name="csX41" fmla="*/ 102761 w 198884"/>
              <a:gd name="csY41" fmla="*/ 161938 h 167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Lst>
            <a:rect l="l" t="t" r="r" b="b"/>
            <a:pathLst>
              <a:path w="198884" h="167193">
                <a:moveTo>
                  <a:pt x="102761" y="161938"/>
                </a:moveTo>
                <a:cubicBezTo>
                  <a:pt x="101767" y="158136"/>
                  <a:pt x="99022" y="157287"/>
                  <a:pt x="88269" y="157454"/>
                </a:cubicBezTo>
                <a:cubicBezTo>
                  <a:pt x="80973" y="157567"/>
                  <a:pt x="72518" y="159228"/>
                  <a:pt x="69481" y="161146"/>
                </a:cubicBezTo>
                <a:cubicBezTo>
                  <a:pt x="64710" y="164157"/>
                  <a:pt x="63423" y="164033"/>
                  <a:pt x="60039" y="160242"/>
                </a:cubicBezTo>
                <a:cubicBezTo>
                  <a:pt x="57884" y="157827"/>
                  <a:pt x="55723" y="152366"/>
                  <a:pt x="55236" y="148107"/>
                </a:cubicBezTo>
                <a:cubicBezTo>
                  <a:pt x="54750" y="143848"/>
                  <a:pt x="52610" y="139573"/>
                  <a:pt x="50480" y="138608"/>
                </a:cubicBezTo>
                <a:cubicBezTo>
                  <a:pt x="43634" y="135506"/>
                  <a:pt x="32890" y="136379"/>
                  <a:pt x="28907" y="140363"/>
                </a:cubicBezTo>
                <a:cubicBezTo>
                  <a:pt x="22942" y="146328"/>
                  <a:pt x="14628" y="145109"/>
                  <a:pt x="11289" y="137781"/>
                </a:cubicBezTo>
                <a:cubicBezTo>
                  <a:pt x="9671" y="134232"/>
                  <a:pt x="7664" y="131310"/>
                  <a:pt x="6827" y="131288"/>
                </a:cubicBezTo>
                <a:cubicBezTo>
                  <a:pt x="5990" y="131266"/>
                  <a:pt x="3716" y="130242"/>
                  <a:pt x="1775" y="129012"/>
                </a:cubicBezTo>
                <a:cubicBezTo>
                  <a:pt x="-1083" y="127202"/>
                  <a:pt x="-629" y="125253"/>
                  <a:pt x="4158" y="118778"/>
                </a:cubicBezTo>
                <a:cubicBezTo>
                  <a:pt x="9713" y="111264"/>
                  <a:pt x="9810" y="110491"/>
                  <a:pt x="5752" y="106007"/>
                </a:cubicBezTo>
                <a:cubicBezTo>
                  <a:pt x="-610" y="98977"/>
                  <a:pt x="325" y="95142"/>
                  <a:pt x="11789" y="81269"/>
                </a:cubicBezTo>
                <a:cubicBezTo>
                  <a:pt x="17485" y="74376"/>
                  <a:pt x="22814" y="66074"/>
                  <a:pt x="23630" y="62821"/>
                </a:cubicBezTo>
                <a:cubicBezTo>
                  <a:pt x="24447" y="59568"/>
                  <a:pt x="28398" y="55546"/>
                  <a:pt x="32410" y="53884"/>
                </a:cubicBezTo>
                <a:cubicBezTo>
                  <a:pt x="40181" y="50665"/>
                  <a:pt x="43478" y="43081"/>
                  <a:pt x="41084" y="33929"/>
                </a:cubicBezTo>
                <a:cubicBezTo>
                  <a:pt x="40186" y="30493"/>
                  <a:pt x="41619" y="25519"/>
                  <a:pt x="44790" y="21065"/>
                </a:cubicBezTo>
                <a:cubicBezTo>
                  <a:pt x="47634" y="17072"/>
                  <a:pt x="50368" y="10915"/>
                  <a:pt x="50866" y="7384"/>
                </a:cubicBezTo>
                <a:cubicBezTo>
                  <a:pt x="51978" y="-503"/>
                  <a:pt x="60785" y="-2442"/>
                  <a:pt x="69085" y="3371"/>
                </a:cubicBezTo>
                <a:cubicBezTo>
                  <a:pt x="72262" y="5597"/>
                  <a:pt x="78960" y="7424"/>
                  <a:pt x="83968" y="7430"/>
                </a:cubicBezTo>
                <a:cubicBezTo>
                  <a:pt x="90827" y="7440"/>
                  <a:pt x="95585" y="9748"/>
                  <a:pt x="103250" y="16788"/>
                </a:cubicBezTo>
                <a:cubicBezTo>
                  <a:pt x="108847" y="21927"/>
                  <a:pt x="116791" y="27098"/>
                  <a:pt x="120904" y="28277"/>
                </a:cubicBezTo>
                <a:cubicBezTo>
                  <a:pt x="127215" y="30087"/>
                  <a:pt x="129398" y="29332"/>
                  <a:pt x="134887" y="23438"/>
                </a:cubicBezTo>
                <a:cubicBezTo>
                  <a:pt x="142030" y="15767"/>
                  <a:pt x="156507" y="13727"/>
                  <a:pt x="159058" y="20032"/>
                </a:cubicBezTo>
                <a:cubicBezTo>
                  <a:pt x="159855" y="22000"/>
                  <a:pt x="167696" y="25818"/>
                  <a:pt x="176483" y="28515"/>
                </a:cubicBezTo>
                <a:cubicBezTo>
                  <a:pt x="186066" y="31457"/>
                  <a:pt x="192460" y="34858"/>
                  <a:pt x="192460" y="37014"/>
                </a:cubicBezTo>
                <a:cubicBezTo>
                  <a:pt x="192460" y="38991"/>
                  <a:pt x="194203" y="42351"/>
                  <a:pt x="196332" y="44480"/>
                </a:cubicBezTo>
                <a:cubicBezTo>
                  <a:pt x="199774" y="47922"/>
                  <a:pt x="199754" y="48803"/>
                  <a:pt x="196153" y="52404"/>
                </a:cubicBezTo>
                <a:cubicBezTo>
                  <a:pt x="193159" y="55398"/>
                  <a:pt x="190845" y="55783"/>
                  <a:pt x="187288" y="53879"/>
                </a:cubicBezTo>
                <a:cubicBezTo>
                  <a:pt x="179800" y="49872"/>
                  <a:pt x="174390" y="50824"/>
                  <a:pt x="174390" y="56149"/>
                </a:cubicBezTo>
                <a:cubicBezTo>
                  <a:pt x="174390" y="58815"/>
                  <a:pt x="172647" y="62442"/>
                  <a:pt x="170518" y="64210"/>
                </a:cubicBezTo>
                <a:cubicBezTo>
                  <a:pt x="168388" y="65977"/>
                  <a:pt x="166645" y="69575"/>
                  <a:pt x="166645" y="72206"/>
                </a:cubicBezTo>
                <a:cubicBezTo>
                  <a:pt x="166645" y="76143"/>
                  <a:pt x="165276" y="76714"/>
                  <a:pt x="158901" y="75439"/>
                </a:cubicBezTo>
                <a:cubicBezTo>
                  <a:pt x="153734" y="74406"/>
                  <a:pt x="151157" y="74922"/>
                  <a:pt x="151157" y="76992"/>
                </a:cubicBezTo>
                <a:cubicBezTo>
                  <a:pt x="151157" y="78961"/>
                  <a:pt x="147877" y="79812"/>
                  <a:pt x="142182" y="79321"/>
                </a:cubicBezTo>
                <a:cubicBezTo>
                  <a:pt x="130428" y="78308"/>
                  <a:pt x="124889" y="85064"/>
                  <a:pt x="127056" y="97769"/>
                </a:cubicBezTo>
                <a:cubicBezTo>
                  <a:pt x="127904" y="102738"/>
                  <a:pt x="129473" y="107965"/>
                  <a:pt x="130544" y="109385"/>
                </a:cubicBezTo>
                <a:cubicBezTo>
                  <a:pt x="131614" y="110805"/>
                  <a:pt x="133291" y="115711"/>
                  <a:pt x="134269" y="120288"/>
                </a:cubicBezTo>
                <a:cubicBezTo>
                  <a:pt x="135415" y="125645"/>
                  <a:pt x="140578" y="132682"/>
                  <a:pt x="148765" y="140043"/>
                </a:cubicBezTo>
                <a:cubicBezTo>
                  <a:pt x="162833" y="152691"/>
                  <a:pt x="164554" y="157142"/>
                  <a:pt x="155377" y="157142"/>
                </a:cubicBezTo>
                <a:cubicBezTo>
                  <a:pt x="152019" y="157142"/>
                  <a:pt x="146470" y="159346"/>
                  <a:pt x="143045" y="162040"/>
                </a:cubicBezTo>
                <a:cubicBezTo>
                  <a:pt x="134241" y="168966"/>
                  <a:pt x="104579" y="168891"/>
                  <a:pt x="102761" y="161938"/>
                </a:cubicBezTo>
                <a:close/>
              </a:path>
            </a:pathLst>
          </a:custGeom>
          <a:solidFill>
            <a:srgbClr val="B9B9B9"/>
          </a:solidFill>
          <a:ln w="5163" cap="flat">
            <a:noFill/>
            <a:prstDash val="solid"/>
            <a:miter/>
          </a:ln>
        </p:spPr>
        <p:txBody>
          <a:bodyPr/>
          <a:lstStyle/>
          <a:p>
            <a:endParaRPr lang="es-419" noProof="0" dirty="0"/>
          </a:p>
        </p:txBody>
      </p:sp>
      <p:sp>
        <p:nvSpPr>
          <p:cNvPr id="47" name="Forma libre: forma 46">
            <a:extLst>
              <a:ext uri="{FF2B5EF4-FFF2-40B4-BE49-F238E27FC236}">
                <a16:creationId xmlns:a16="http://schemas.microsoft.com/office/drawing/2014/main" id="{4E3C87B8-4209-4CA8-6DB2-76AF8F21357D}"/>
              </a:ext>
            </a:extLst>
          </p:cNvPr>
          <p:cNvSpPr/>
          <p:nvPr/>
        </p:nvSpPr>
        <p:spPr>
          <a:xfrm>
            <a:off x="1461542" y="2144566"/>
            <a:ext cx="129500" cy="144710"/>
          </a:xfrm>
          <a:custGeom>
            <a:avLst/>
            <a:gdLst>
              <a:gd name="csX0" fmla="*/ 39451 w 129500"/>
              <a:gd name="csY0" fmla="*/ 143362 h 144710"/>
              <a:gd name="csX1" fmla="*/ 36297 w 129500"/>
              <a:gd name="csY1" fmla="*/ 137530 h 144710"/>
              <a:gd name="csX2" fmla="*/ 22310 w 129500"/>
              <a:gd name="csY2" fmla="*/ 122582 h 144710"/>
              <a:gd name="csX3" fmla="*/ 6555 w 129500"/>
              <a:gd name="csY3" fmla="*/ 101930 h 144710"/>
              <a:gd name="csX4" fmla="*/ 2723 w 129500"/>
              <a:gd name="csY4" fmla="*/ 90935 h 144710"/>
              <a:gd name="csX5" fmla="*/ 1214 w 129500"/>
              <a:gd name="csY5" fmla="*/ 71343 h 144710"/>
              <a:gd name="csX6" fmla="*/ 12550 w 129500"/>
              <a:gd name="csY6" fmla="*/ 66880 h 144710"/>
              <a:gd name="csX7" fmla="*/ 22940 w 129500"/>
              <a:gd name="csY7" fmla="*/ 63986 h 144710"/>
              <a:gd name="csX8" fmla="*/ 31348 w 129500"/>
              <a:gd name="csY8" fmla="*/ 62963 h 144710"/>
              <a:gd name="csX9" fmla="*/ 38911 w 129500"/>
              <a:gd name="csY9" fmla="*/ 59306 h 144710"/>
              <a:gd name="csX10" fmla="*/ 42783 w 129500"/>
              <a:gd name="csY10" fmla="*/ 50923 h 144710"/>
              <a:gd name="csX11" fmla="*/ 46656 w 129500"/>
              <a:gd name="csY11" fmla="*/ 42586 h 144710"/>
              <a:gd name="csX12" fmla="*/ 51173 w 129500"/>
              <a:gd name="csY12" fmla="*/ 39323 h 144710"/>
              <a:gd name="csX13" fmla="*/ 69566 w 129500"/>
              <a:gd name="csY13" fmla="*/ 37767 h 144710"/>
              <a:gd name="csX14" fmla="*/ 69872 w 129500"/>
              <a:gd name="csY14" fmla="*/ 27120 h 144710"/>
              <a:gd name="csX15" fmla="*/ 67231 w 129500"/>
              <a:gd name="csY15" fmla="*/ 13692 h 144710"/>
              <a:gd name="csX16" fmla="*/ 69736 w 129500"/>
              <a:gd name="csY16" fmla="*/ 7102 h 144710"/>
              <a:gd name="csX17" fmla="*/ 81814 w 129500"/>
              <a:gd name="csY17" fmla="*/ 13524 h 144710"/>
              <a:gd name="csX18" fmla="*/ 100866 w 129500"/>
              <a:gd name="csY18" fmla="*/ 15068 h 144710"/>
              <a:gd name="csX19" fmla="*/ 113355 w 129500"/>
              <a:gd name="csY19" fmla="*/ 326 h 144710"/>
              <a:gd name="csX20" fmla="*/ 116355 w 129500"/>
              <a:gd name="csY20" fmla="*/ 6085 h 144710"/>
              <a:gd name="csX21" fmla="*/ 122928 w 129500"/>
              <a:gd name="csY21" fmla="*/ 21207 h 144710"/>
              <a:gd name="csX22" fmla="*/ 129501 w 129500"/>
              <a:gd name="csY22" fmla="*/ 32422 h 144710"/>
              <a:gd name="csX23" fmla="*/ 122289 w 129500"/>
              <a:gd name="csY23" fmla="*/ 39110 h 144710"/>
              <a:gd name="csX24" fmla="*/ 114210 w 129500"/>
              <a:gd name="csY24" fmla="*/ 43197 h 144710"/>
              <a:gd name="csX25" fmla="*/ 100996 w 129500"/>
              <a:gd name="csY25" fmla="*/ 50277 h 144710"/>
              <a:gd name="csX26" fmla="*/ 91480 w 129500"/>
              <a:gd name="csY26" fmla="*/ 69527 h 144710"/>
              <a:gd name="csX27" fmla="*/ 86825 w 129500"/>
              <a:gd name="csY27" fmla="*/ 82667 h 144710"/>
              <a:gd name="csX28" fmla="*/ 75170 w 129500"/>
              <a:gd name="csY28" fmla="*/ 92424 h 144710"/>
              <a:gd name="csX29" fmla="*/ 62144 w 129500"/>
              <a:gd name="csY29" fmla="*/ 108405 h 144710"/>
              <a:gd name="csX30" fmla="*/ 58272 w 129500"/>
              <a:gd name="csY30" fmla="*/ 119688 h 144710"/>
              <a:gd name="csX31" fmla="*/ 54400 w 129500"/>
              <a:gd name="csY31" fmla="*/ 127352 h 144710"/>
              <a:gd name="csX32" fmla="*/ 52416 w 129500"/>
              <a:gd name="csY32" fmla="*/ 133529 h 144710"/>
              <a:gd name="csX33" fmla="*/ 46503 w 129500"/>
              <a:gd name="csY33" fmla="*/ 140006 h 144710"/>
              <a:gd name="csX34" fmla="*/ 39451 w 129500"/>
              <a:gd name="csY34" fmla="*/ 143362 h 1447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129500" h="144710">
                <a:moveTo>
                  <a:pt x="39451" y="143362"/>
                </a:moveTo>
                <a:cubicBezTo>
                  <a:pt x="37734" y="141645"/>
                  <a:pt x="36315" y="139021"/>
                  <a:pt x="36297" y="137530"/>
                </a:cubicBezTo>
                <a:cubicBezTo>
                  <a:pt x="36279" y="136040"/>
                  <a:pt x="29985" y="129313"/>
                  <a:pt x="22310" y="122582"/>
                </a:cubicBezTo>
                <a:cubicBezTo>
                  <a:pt x="12868" y="114302"/>
                  <a:pt x="7773" y="107623"/>
                  <a:pt x="6555" y="101930"/>
                </a:cubicBezTo>
                <a:cubicBezTo>
                  <a:pt x="5566" y="97303"/>
                  <a:pt x="3842" y="92355"/>
                  <a:pt x="2723" y="90935"/>
                </a:cubicBezTo>
                <a:cubicBezTo>
                  <a:pt x="-91" y="87360"/>
                  <a:pt x="-945" y="76286"/>
                  <a:pt x="1214" y="71343"/>
                </a:cubicBezTo>
                <a:cubicBezTo>
                  <a:pt x="2338" y="68767"/>
                  <a:pt x="6560" y="67105"/>
                  <a:pt x="12550" y="66880"/>
                </a:cubicBezTo>
                <a:cubicBezTo>
                  <a:pt x="17800" y="66683"/>
                  <a:pt x="22476" y="65380"/>
                  <a:pt x="22940" y="63986"/>
                </a:cubicBezTo>
                <a:cubicBezTo>
                  <a:pt x="23405" y="62591"/>
                  <a:pt x="27189" y="62131"/>
                  <a:pt x="31348" y="62963"/>
                </a:cubicBezTo>
                <a:cubicBezTo>
                  <a:pt x="37697" y="64232"/>
                  <a:pt x="38911" y="63645"/>
                  <a:pt x="38911" y="59306"/>
                </a:cubicBezTo>
                <a:cubicBezTo>
                  <a:pt x="38911" y="56463"/>
                  <a:pt x="40654" y="52690"/>
                  <a:pt x="42783" y="50923"/>
                </a:cubicBezTo>
                <a:cubicBezTo>
                  <a:pt x="44913" y="49155"/>
                  <a:pt x="46656" y="45404"/>
                  <a:pt x="46656" y="42586"/>
                </a:cubicBezTo>
                <a:cubicBezTo>
                  <a:pt x="46656" y="38720"/>
                  <a:pt x="47764" y="37919"/>
                  <a:pt x="51173" y="39323"/>
                </a:cubicBezTo>
                <a:cubicBezTo>
                  <a:pt x="61512" y="43579"/>
                  <a:pt x="64377" y="43337"/>
                  <a:pt x="69566" y="37767"/>
                </a:cubicBezTo>
                <a:cubicBezTo>
                  <a:pt x="75009" y="31925"/>
                  <a:pt x="75010" y="31906"/>
                  <a:pt x="69872" y="27120"/>
                </a:cubicBezTo>
                <a:cubicBezTo>
                  <a:pt x="63882" y="21540"/>
                  <a:pt x="64007" y="22172"/>
                  <a:pt x="67231" y="13692"/>
                </a:cubicBezTo>
                <a:lnTo>
                  <a:pt x="69736" y="7102"/>
                </a:lnTo>
                <a:lnTo>
                  <a:pt x="81814" y="13524"/>
                </a:lnTo>
                <a:cubicBezTo>
                  <a:pt x="96277" y="21214"/>
                  <a:pt x="100866" y="21586"/>
                  <a:pt x="100866" y="15068"/>
                </a:cubicBezTo>
                <a:cubicBezTo>
                  <a:pt x="100866" y="8386"/>
                  <a:pt x="109640" y="-1970"/>
                  <a:pt x="113355" y="326"/>
                </a:cubicBezTo>
                <a:cubicBezTo>
                  <a:pt x="115005" y="1346"/>
                  <a:pt x="116355" y="3937"/>
                  <a:pt x="116355" y="6085"/>
                </a:cubicBezTo>
                <a:cubicBezTo>
                  <a:pt x="116355" y="8233"/>
                  <a:pt x="119313" y="15038"/>
                  <a:pt x="122928" y="21207"/>
                </a:cubicBezTo>
                <a:lnTo>
                  <a:pt x="129501" y="32422"/>
                </a:lnTo>
                <a:lnTo>
                  <a:pt x="122289" y="39110"/>
                </a:lnTo>
                <a:cubicBezTo>
                  <a:pt x="118322" y="42788"/>
                  <a:pt x="114687" y="44627"/>
                  <a:pt x="114210" y="43197"/>
                </a:cubicBezTo>
                <a:cubicBezTo>
                  <a:pt x="112111" y="36901"/>
                  <a:pt x="104310" y="41081"/>
                  <a:pt x="100996" y="50277"/>
                </a:cubicBezTo>
                <a:cubicBezTo>
                  <a:pt x="99077" y="55602"/>
                  <a:pt x="94795" y="64264"/>
                  <a:pt x="91480" y="69527"/>
                </a:cubicBezTo>
                <a:cubicBezTo>
                  <a:pt x="88166" y="74789"/>
                  <a:pt x="86071" y="80703"/>
                  <a:pt x="86825" y="82667"/>
                </a:cubicBezTo>
                <a:cubicBezTo>
                  <a:pt x="87734" y="85037"/>
                  <a:pt x="83812" y="88321"/>
                  <a:pt x="75170" y="92424"/>
                </a:cubicBezTo>
                <a:cubicBezTo>
                  <a:pt x="62898" y="98250"/>
                  <a:pt x="62144" y="99174"/>
                  <a:pt x="62144" y="108405"/>
                </a:cubicBezTo>
                <a:cubicBezTo>
                  <a:pt x="62144" y="114732"/>
                  <a:pt x="60773" y="118729"/>
                  <a:pt x="58272" y="119688"/>
                </a:cubicBezTo>
                <a:cubicBezTo>
                  <a:pt x="56143" y="120506"/>
                  <a:pt x="54400" y="123954"/>
                  <a:pt x="54400" y="127352"/>
                </a:cubicBezTo>
                <a:cubicBezTo>
                  <a:pt x="54400" y="130749"/>
                  <a:pt x="53507" y="133529"/>
                  <a:pt x="52416" y="133529"/>
                </a:cubicBezTo>
                <a:cubicBezTo>
                  <a:pt x="51325" y="133529"/>
                  <a:pt x="48664" y="136444"/>
                  <a:pt x="46503" y="140006"/>
                </a:cubicBezTo>
                <a:cubicBezTo>
                  <a:pt x="43429" y="145071"/>
                  <a:pt x="41892" y="145803"/>
                  <a:pt x="39451" y="143362"/>
                </a:cubicBezTo>
                <a:close/>
              </a:path>
            </a:pathLst>
          </a:custGeom>
          <a:solidFill>
            <a:srgbClr val="B9B9B9"/>
          </a:solidFill>
          <a:ln w="5163" cap="flat">
            <a:noFill/>
            <a:prstDash val="solid"/>
            <a:miter/>
          </a:ln>
        </p:spPr>
        <p:txBody>
          <a:bodyPr/>
          <a:lstStyle/>
          <a:p>
            <a:endParaRPr lang="es-419" noProof="0" dirty="0"/>
          </a:p>
        </p:txBody>
      </p:sp>
      <p:sp>
        <p:nvSpPr>
          <p:cNvPr id="48" name="Forma libre: forma 47">
            <a:extLst>
              <a:ext uri="{FF2B5EF4-FFF2-40B4-BE49-F238E27FC236}">
                <a16:creationId xmlns:a16="http://schemas.microsoft.com/office/drawing/2014/main" id="{56B715AA-35D8-84C2-B24B-B2BA649A206C}"/>
              </a:ext>
            </a:extLst>
          </p:cNvPr>
          <p:cNvSpPr/>
          <p:nvPr/>
        </p:nvSpPr>
        <p:spPr>
          <a:xfrm>
            <a:off x="2333829" y="2099494"/>
            <a:ext cx="245950" cy="186219"/>
          </a:xfrm>
          <a:custGeom>
            <a:avLst/>
            <a:gdLst>
              <a:gd name="csX0" fmla="*/ 63193 w 245950"/>
              <a:gd name="csY0" fmla="*/ 151536 h 186219"/>
              <a:gd name="csX1" fmla="*/ 28715 w 245950"/>
              <a:gd name="csY1" fmla="*/ 120621 h 186219"/>
              <a:gd name="csX2" fmla="*/ 15073 w 245950"/>
              <a:gd name="csY2" fmla="*/ 124390 h 186219"/>
              <a:gd name="csX3" fmla="*/ 5596 w 245950"/>
              <a:gd name="csY3" fmla="*/ 124390 h 186219"/>
              <a:gd name="csX4" fmla="*/ 5596 w 245950"/>
              <a:gd name="csY4" fmla="*/ 107763 h 186219"/>
              <a:gd name="csX5" fmla="*/ 3015 w 245950"/>
              <a:gd name="csY5" fmla="*/ 89541 h 186219"/>
              <a:gd name="csX6" fmla="*/ 11404 w 245950"/>
              <a:gd name="csY6" fmla="*/ 63244 h 186219"/>
              <a:gd name="csX7" fmla="*/ 106611 w 245950"/>
              <a:gd name="csY7" fmla="*/ 25070 h 186219"/>
              <a:gd name="csX8" fmla="*/ 133716 w 245950"/>
              <a:gd name="csY8" fmla="*/ 14252 h 186219"/>
              <a:gd name="csX9" fmla="*/ 160483 w 245950"/>
              <a:gd name="csY9" fmla="*/ 1908 h 186219"/>
              <a:gd name="csX10" fmla="*/ 238554 w 245950"/>
              <a:gd name="csY10" fmla="*/ 11931 h 186219"/>
              <a:gd name="csX11" fmla="*/ 245107 w 245950"/>
              <a:gd name="csY11" fmla="*/ 29136 h 186219"/>
              <a:gd name="csX12" fmla="*/ 240861 w 245950"/>
              <a:gd name="csY12" fmla="*/ 62435 h 186219"/>
              <a:gd name="csX13" fmla="*/ 234529 w 245950"/>
              <a:gd name="csY13" fmla="*/ 81796 h 186219"/>
              <a:gd name="csX14" fmla="*/ 183096 w 245950"/>
              <a:gd name="csY14" fmla="*/ 120518 h 186219"/>
              <a:gd name="csX15" fmla="*/ 112584 w 245950"/>
              <a:gd name="csY15" fmla="*/ 172730 h 186219"/>
              <a:gd name="csX16" fmla="*/ 93505 w 245950"/>
              <a:gd name="csY16" fmla="*/ 186220 h 186219"/>
              <a:gd name="csX17" fmla="*/ 63193 w 245950"/>
              <a:gd name="csY17" fmla="*/ 151536 h 1862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245950" h="186219">
                <a:moveTo>
                  <a:pt x="63193" y="151536"/>
                </a:moveTo>
                <a:cubicBezTo>
                  <a:pt x="35962" y="120379"/>
                  <a:pt x="32456" y="117236"/>
                  <a:pt x="28715" y="120621"/>
                </a:cubicBezTo>
                <a:cubicBezTo>
                  <a:pt x="26425" y="122694"/>
                  <a:pt x="20286" y="124390"/>
                  <a:pt x="15073" y="124390"/>
                </a:cubicBezTo>
                <a:lnTo>
                  <a:pt x="5596" y="124390"/>
                </a:lnTo>
                <a:lnTo>
                  <a:pt x="5596" y="107763"/>
                </a:lnTo>
                <a:cubicBezTo>
                  <a:pt x="5596" y="98618"/>
                  <a:pt x="4435" y="90418"/>
                  <a:pt x="3015" y="89541"/>
                </a:cubicBezTo>
                <a:cubicBezTo>
                  <a:pt x="-3245" y="85672"/>
                  <a:pt x="575" y="73700"/>
                  <a:pt x="11404" y="63244"/>
                </a:cubicBezTo>
                <a:cubicBezTo>
                  <a:pt x="30218" y="45081"/>
                  <a:pt x="67101" y="30293"/>
                  <a:pt x="106611" y="25070"/>
                </a:cubicBezTo>
                <a:cubicBezTo>
                  <a:pt x="113529" y="24155"/>
                  <a:pt x="124948" y="19598"/>
                  <a:pt x="133716" y="14252"/>
                </a:cubicBezTo>
                <a:cubicBezTo>
                  <a:pt x="142049" y="9172"/>
                  <a:pt x="154094" y="3617"/>
                  <a:pt x="160483" y="1908"/>
                </a:cubicBezTo>
                <a:cubicBezTo>
                  <a:pt x="179743" y="-3243"/>
                  <a:pt x="225908" y="2684"/>
                  <a:pt x="238554" y="11931"/>
                </a:cubicBezTo>
                <a:cubicBezTo>
                  <a:pt x="241216" y="13878"/>
                  <a:pt x="243864" y="20830"/>
                  <a:pt x="245107" y="29136"/>
                </a:cubicBezTo>
                <a:cubicBezTo>
                  <a:pt x="246841" y="40720"/>
                  <a:pt x="246124" y="46345"/>
                  <a:pt x="240861" y="62435"/>
                </a:cubicBezTo>
                <a:lnTo>
                  <a:pt x="234529" y="81796"/>
                </a:lnTo>
                <a:lnTo>
                  <a:pt x="183096" y="120518"/>
                </a:lnTo>
                <a:cubicBezTo>
                  <a:pt x="154808" y="141815"/>
                  <a:pt x="123078" y="165310"/>
                  <a:pt x="112584" y="172730"/>
                </a:cubicBezTo>
                <a:lnTo>
                  <a:pt x="93505" y="186220"/>
                </a:lnTo>
                <a:lnTo>
                  <a:pt x="63193" y="151536"/>
                </a:lnTo>
                <a:close/>
              </a:path>
            </a:pathLst>
          </a:custGeom>
          <a:solidFill>
            <a:srgbClr val="B9B9B9"/>
          </a:solidFill>
          <a:ln w="5163" cap="flat">
            <a:noFill/>
            <a:prstDash val="solid"/>
            <a:miter/>
          </a:ln>
        </p:spPr>
        <p:txBody>
          <a:bodyPr/>
          <a:lstStyle/>
          <a:p>
            <a:endParaRPr lang="es-419" noProof="0" dirty="0"/>
          </a:p>
        </p:txBody>
      </p:sp>
      <p:sp>
        <p:nvSpPr>
          <p:cNvPr id="49" name="Forma libre: forma 48">
            <a:extLst>
              <a:ext uri="{FF2B5EF4-FFF2-40B4-BE49-F238E27FC236}">
                <a16:creationId xmlns:a16="http://schemas.microsoft.com/office/drawing/2014/main" id="{021795C2-3582-FB62-9E86-7DFBC3A0A254}"/>
              </a:ext>
            </a:extLst>
          </p:cNvPr>
          <p:cNvSpPr/>
          <p:nvPr/>
        </p:nvSpPr>
        <p:spPr>
          <a:xfrm>
            <a:off x="2334670" y="2196667"/>
            <a:ext cx="1839" cy="7968"/>
          </a:xfrm>
          <a:custGeom>
            <a:avLst/>
            <a:gdLst>
              <a:gd name="csX0" fmla="*/ 0 w 1839"/>
              <a:gd name="csY0" fmla="*/ 3984 h 7968"/>
              <a:gd name="csX1" fmla="*/ 1302 w 1839"/>
              <a:gd name="csY1" fmla="*/ 757 h 7968"/>
              <a:gd name="csX2" fmla="*/ 1302 w 1839"/>
              <a:gd name="csY2" fmla="*/ 7211 h 7968"/>
              <a:gd name="csX3" fmla="*/ 0 w 1839"/>
              <a:gd name="csY3" fmla="*/ 3984 h 7968"/>
            </a:gdLst>
            <a:ahLst/>
            <a:cxnLst>
              <a:cxn ang="0">
                <a:pos x="csX0" y="csY0"/>
              </a:cxn>
              <a:cxn ang="0">
                <a:pos x="csX1" y="csY1"/>
              </a:cxn>
              <a:cxn ang="0">
                <a:pos x="csX2" y="csY2"/>
              </a:cxn>
              <a:cxn ang="0">
                <a:pos x="csX3" y="csY3"/>
              </a:cxn>
            </a:cxnLst>
            <a:rect l="l" t="t" r="r" b="b"/>
            <a:pathLst>
              <a:path w="1839" h="7968">
                <a:moveTo>
                  <a:pt x="0" y="3984"/>
                </a:moveTo>
                <a:cubicBezTo>
                  <a:pt x="0" y="435"/>
                  <a:pt x="586" y="-1017"/>
                  <a:pt x="1302" y="757"/>
                </a:cubicBezTo>
                <a:cubicBezTo>
                  <a:pt x="2018" y="2532"/>
                  <a:pt x="2018" y="5436"/>
                  <a:pt x="1302" y="7211"/>
                </a:cubicBezTo>
                <a:cubicBezTo>
                  <a:pt x="586" y="8986"/>
                  <a:pt x="0" y="7534"/>
                  <a:pt x="0" y="3984"/>
                </a:cubicBezTo>
                <a:close/>
              </a:path>
            </a:pathLst>
          </a:custGeom>
          <a:solidFill>
            <a:srgbClr val="B9B9B9"/>
          </a:solidFill>
          <a:ln w="5163" cap="flat">
            <a:noFill/>
            <a:prstDash val="solid"/>
            <a:miter/>
          </a:ln>
        </p:spPr>
        <p:txBody>
          <a:bodyPr/>
          <a:lstStyle/>
          <a:p>
            <a:endParaRPr lang="es-419" noProof="0" dirty="0"/>
          </a:p>
        </p:txBody>
      </p:sp>
      <p:sp>
        <p:nvSpPr>
          <p:cNvPr id="50" name="Forma libre: forma 49">
            <a:extLst>
              <a:ext uri="{FF2B5EF4-FFF2-40B4-BE49-F238E27FC236}">
                <a16:creationId xmlns:a16="http://schemas.microsoft.com/office/drawing/2014/main" id="{176D1D06-3A42-44B7-4C4F-6F1466366656}"/>
              </a:ext>
            </a:extLst>
          </p:cNvPr>
          <p:cNvSpPr/>
          <p:nvPr/>
        </p:nvSpPr>
        <p:spPr>
          <a:xfrm>
            <a:off x="1309468" y="1877186"/>
            <a:ext cx="342958" cy="300162"/>
          </a:xfrm>
          <a:custGeom>
            <a:avLst/>
            <a:gdLst>
              <a:gd name="csX0" fmla="*/ 295686 w 342958"/>
              <a:gd name="csY0" fmla="*/ 296278 h 300162"/>
              <a:gd name="csX1" fmla="*/ 285863 w 342958"/>
              <a:gd name="csY1" fmla="*/ 292488 h 300162"/>
              <a:gd name="csX2" fmla="*/ 274573 w 342958"/>
              <a:gd name="csY2" fmla="*/ 278339 h 300162"/>
              <a:gd name="csX3" fmla="*/ 265490 w 342958"/>
              <a:gd name="csY3" fmla="*/ 262580 h 300162"/>
              <a:gd name="csX4" fmla="*/ 250359 w 342958"/>
              <a:gd name="csY4" fmla="*/ 277449 h 300162"/>
              <a:gd name="csX5" fmla="*/ 232353 w 342958"/>
              <a:gd name="csY5" fmla="*/ 275755 h 300162"/>
              <a:gd name="csX6" fmla="*/ 216800 w 342958"/>
              <a:gd name="csY6" fmla="*/ 278780 h 300162"/>
              <a:gd name="csX7" fmla="*/ 197688 w 342958"/>
              <a:gd name="csY7" fmla="*/ 275445 h 300162"/>
              <a:gd name="csX8" fmla="*/ 186717 w 342958"/>
              <a:gd name="csY8" fmla="*/ 271836 h 300162"/>
              <a:gd name="csX9" fmla="*/ 183241 w 342958"/>
              <a:gd name="csY9" fmla="*/ 267964 h 300162"/>
              <a:gd name="csX10" fmla="*/ 171812 w 342958"/>
              <a:gd name="csY10" fmla="*/ 264092 h 300162"/>
              <a:gd name="csX11" fmla="*/ 155307 w 342958"/>
              <a:gd name="csY11" fmla="*/ 270545 h 300162"/>
              <a:gd name="csX12" fmla="*/ 128918 w 342958"/>
              <a:gd name="csY12" fmla="*/ 266264 h 300162"/>
              <a:gd name="csX13" fmla="*/ 106345 w 342958"/>
              <a:gd name="csY13" fmla="*/ 255141 h 300162"/>
              <a:gd name="csX14" fmla="*/ 91555 w 342958"/>
              <a:gd name="csY14" fmla="*/ 250269 h 300162"/>
              <a:gd name="csX15" fmla="*/ 81548 w 342958"/>
              <a:gd name="csY15" fmla="*/ 247474 h 300162"/>
              <a:gd name="csX16" fmla="*/ 78435 w 342958"/>
              <a:gd name="csY16" fmla="*/ 239429 h 300162"/>
              <a:gd name="csX17" fmla="*/ 82408 w 342958"/>
              <a:gd name="csY17" fmla="*/ 200657 h 300162"/>
              <a:gd name="csX18" fmla="*/ 83563 w 342958"/>
              <a:gd name="csY18" fmla="*/ 189030 h 300162"/>
              <a:gd name="csX19" fmla="*/ 79311 w 342958"/>
              <a:gd name="csY19" fmla="*/ 164140 h 300162"/>
              <a:gd name="csX20" fmla="*/ 69658 w 342958"/>
              <a:gd name="csY20" fmla="*/ 165664 h 300162"/>
              <a:gd name="csX21" fmla="*/ 52863 w 342958"/>
              <a:gd name="csY21" fmla="*/ 178880 h 300162"/>
              <a:gd name="csX22" fmla="*/ 46310 w 342958"/>
              <a:gd name="csY22" fmla="*/ 180840 h 300162"/>
              <a:gd name="csX23" fmla="*/ 41273 w 342958"/>
              <a:gd name="csY23" fmla="*/ 176042 h 300162"/>
              <a:gd name="csX24" fmla="*/ 28735 w 342958"/>
              <a:gd name="csY24" fmla="*/ 163573 h 300162"/>
              <a:gd name="csX25" fmla="*/ 8346 w 342958"/>
              <a:gd name="csY25" fmla="*/ 134458 h 300162"/>
              <a:gd name="csX26" fmla="*/ 3097 w 342958"/>
              <a:gd name="csY26" fmla="*/ 117621 h 300162"/>
              <a:gd name="csX27" fmla="*/ 147 w 342958"/>
              <a:gd name="csY27" fmla="*/ 113613 h 300162"/>
              <a:gd name="csX28" fmla="*/ 21165 w 342958"/>
              <a:gd name="csY28" fmla="*/ 104003 h 300162"/>
              <a:gd name="csX29" fmla="*/ 72335 w 342958"/>
              <a:gd name="csY29" fmla="*/ 73250 h 300162"/>
              <a:gd name="csX30" fmla="*/ 93508 w 342958"/>
              <a:gd name="csY30" fmla="*/ 38847 h 300162"/>
              <a:gd name="csX31" fmla="*/ 97565 w 342958"/>
              <a:gd name="csY31" fmla="*/ 29800 h 300162"/>
              <a:gd name="csX32" fmla="*/ 109742 w 342958"/>
              <a:gd name="csY32" fmla="*/ 18194 h 300162"/>
              <a:gd name="csX33" fmla="*/ 113822 w 342958"/>
              <a:gd name="csY33" fmla="*/ 11110 h 300162"/>
              <a:gd name="csX34" fmla="*/ 121678 w 342958"/>
              <a:gd name="csY34" fmla="*/ 5555 h 300162"/>
              <a:gd name="csX35" fmla="*/ 127233 w 342958"/>
              <a:gd name="csY35" fmla="*/ 0 h 300162"/>
              <a:gd name="csX36" fmla="*/ 134516 w 342958"/>
              <a:gd name="csY36" fmla="*/ 8782 h 300162"/>
              <a:gd name="csX37" fmla="*/ 141869 w 342958"/>
              <a:gd name="csY37" fmla="*/ 33944 h 300162"/>
              <a:gd name="csX38" fmla="*/ 147505 w 342958"/>
              <a:gd name="csY38" fmla="*/ 58144 h 300162"/>
              <a:gd name="csX39" fmla="*/ 152804 w 342958"/>
              <a:gd name="csY39" fmla="*/ 90810 h 300162"/>
              <a:gd name="csX40" fmla="*/ 162764 w 342958"/>
              <a:gd name="csY40" fmla="*/ 124694 h 300162"/>
              <a:gd name="csX41" fmla="*/ 170334 w 342958"/>
              <a:gd name="csY41" fmla="*/ 121832 h 300162"/>
              <a:gd name="csX42" fmla="*/ 185393 w 342958"/>
              <a:gd name="csY42" fmla="*/ 124884 h 300162"/>
              <a:gd name="csX43" fmla="*/ 190271 w 342958"/>
              <a:gd name="csY43" fmla="*/ 127275 h 300162"/>
              <a:gd name="csX44" fmla="*/ 201229 w 342958"/>
              <a:gd name="csY44" fmla="*/ 139721 h 300162"/>
              <a:gd name="csX45" fmla="*/ 197439 w 342958"/>
              <a:gd name="csY45" fmla="*/ 147005 h 300162"/>
              <a:gd name="csX46" fmla="*/ 196794 w 342958"/>
              <a:gd name="csY46" fmla="*/ 162615 h 300162"/>
              <a:gd name="csX47" fmla="*/ 220205 w 342958"/>
              <a:gd name="csY47" fmla="*/ 171185 h 300162"/>
              <a:gd name="csX48" fmla="*/ 242581 w 342958"/>
              <a:gd name="csY48" fmla="*/ 173796 h 300162"/>
              <a:gd name="csX49" fmla="*/ 259092 w 342958"/>
              <a:gd name="csY49" fmla="*/ 186698 h 300162"/>
              <a:gd name="csX50" fmla="*/ 273592 w 342958"/>
              <a:gd name="csY50" fmla="*/ 197707 h 300162"/>
              <a:gd name="csX51" fmla="*/ 304244 w 342958"/>
              <a:gd name="csY51" fmla="*/ 198591 h 300162"/>
              <a:gd name="csX52" fmla="*/ 333285 w 342958"/>
              <a:gd name="csY52" fmla="*/ 203946 h 300162"/>
              <a:gd name="csX53" fmla="*/ 339205 w 342958"/>
              <a:gd name="csY53" fmla="*/ 216060 h 300162"/>
              <a:gd name="csX54" fmla="*/ 336274 w 342958"/>
              <a:gd name="csY54" fmla="*/ 220854 h 300162"/>
              <a:gd name="csX55" fmla="*/ 328850 w 342958"/>
              <a:gd name="csY55" fmla="*/ 233114 h 300162"/>
              <a:gd name="csX56" fmla="*/ 326965 w 342958"/>
              <a:gd name="csY56" fmla="*/ 236341 h 300162"/>
              <a:gd name="csX57" fmla="*/ 329181 w 342958"/>
              <a:gd name="csY57" fmla="*/ 240859 h 300162"/>
              <a:gd name="csX58" fmla="*/ 331403 w 342958"/>
              <a:gd name="csY58" fmla="*/ 248187 h 300162"/>
              <a:gd name="csX59" fmla="*/ 328049 w 342958"/>
              <a:gd name="csY59" fmla="*/ 258014 h 300162"/>
              <a:gd name="csX60" fmla="*/ 326532 w 342958"/>
              <a:gd name="csY60" fmla="*/ 276244 h 300162"/>
              <a:gd name="csX61" fmla="*/ 325085 w 342958"/>
              <a:gd name="csY61" fmla="*/ 283496 h 300162"/>
              <a:gd name="csX62" fmla="*/ 321398 w 342958"/>
              <a:gd name="csY62" fmla="*/ 292711 h 300162"/>
              <a:gd name="csX63" fmla="*/ 311874 w 342958"/>
              <a:gd name="csY63" fmla="*/ 300150 h 300162"/>
              <a:gd name="csX64" fmla="*/ 295686 w 342958"/>
              <a:gd name="csY64" fmla="*/ 296278 h 3001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Lst>
            <a:rect l="l" t="t" r="r" b="b"/>
            <a:pathLst>
              <a:path w="342958" h="300162">
                <a:moveTo>
                  <a:pt x="295686" y="296278"/>
                </a:moveTo>
                <a:cubicBezTo>
                  <a:pt x="292930" y="294193"/>
                  <a:pt x="288510" y="292488"/>
                  <a:pt x="285863" y="292488"/>
                </a:cubicBezTo>
                <a:cubicBezTo>
                  <a:pt x="282541" y="292488"/>
                  <a:pt x="279045" y="288107"/>
                  <a:pt x="274573" y="278339"/>
                </a:cubicBezTo>
                <a:cubicBezTo>
                  <a:pt x="271011" y="270557"/>
                  <a:pt x="266923" y="263466"/>
                  <a:pt x="265490" y="262580"/>
                </a:cubicBezTo>
                <a:cubicBezTo>
                  <a:pt x="261887" y="260353"/>
                  <a:pt x="250359" y="271682"/>
                  <a:pt x="250359" y="277449"/>
                </a:cubicBezTo>
                <a:cubicBezTo>
                  <a:pt x="250359" y="284106"/>
                  <a:pt x="242694" y="283385"/>
                  <a:pt x="232353" y="275755"/>
                </a:cubicBezTo>
                <a:cubicBezTo>
                  <a:pt x="223375" y="269132"/>
                  <a:pt x="216800" y="270410"/>
                  <a:pt x="216800" y="278780"/>
                </a:cubicBezTo>
                <a:cubicBezTo>
                  <a:pt x="216800" y="282868"/>
                  <a:pt x="211006" y="281857"/>
                  <a:pt x="197688" y="275445"/>
                </a:cubicBezTo>
                <a:cubicBezTo>
                  <a:pt x="193566" y="273460"/>
                  <a:pt x="188628" y="271836"/>
                  <a:pt x="186717" y="271836"/>
                </a:cubicBezTo>
                <a:cubicBezTo>
                  <a:pt x="184805" y="271836"/>
                  <a:pt x="183241" y="270094"/>
                  <a:pt x="183241" y="267964"/>
                </a:cubicBezTo>
                <a:cubicBezTo>
                  <a:pt x="183241" y="265105"/>
                  <a:pt x="180251" y="264092"/>
                  <a:pt x="171812" y="264092"/>
                </a:cubicBezTo>
                <a:cubicBezTo>
                  <a:pt x="162696" y="264092"/>
                  <a:pt x="159356" y="265398"/>
                  <a:pt x="155307" y="270545"/>
                </a:cubicBezTo>
                <a:cubicBezTo>
                  <a:pt x="148138" y="279659"/>
                  <a:pt x="141633" y="278604"/>
                  <a:pt x="128918" y="266264"/>
                </a:cubicBezTo>
                <a:cubicBezTo>
                  <a:pt x="119547" y="257171"/>
                  <a:pt x="116097" y="255470"/>
                  <a:pt x="106345" y="255141"/>
                </a:cubicBezTo>
                <a:cubicBezTo>
                  <a:pt x="98734" y="254884"/>
                  <a:pt x="93722" y="253233"/>
                  <a:pt x="91555" y="250269"/>
                </a:cubicBezTo>
                <a:cubicBezTo>
                  <a:pt x="89207" y="247058"/>
                  <a:pt x="86367" y="246265"/>
                  <a:pt x="81548" y="247474"/>
                </a:cubicBezTo>
                <a:cubicBezTo>
                  <a:pt x="74001" y="249368"/>
                  <a:pt x="73102" y="247043"/>
                  <a:pt x="78435" y="239429"/>
                </a:cubicBezTo>
                <a:cubicBezTo>
                  <a:pt x="83856" y="231688"/>
                  <a:pt x="86528" y="205621"/>
                  <a:pt x="82408" y="200657"/>
                </a:cubicBezTo>
                <a:cubicBezTo>
                  <a:pt x="79647" y="197331"/>
                  <a:pt x="79847" y="195321"/>
                  <a:pt x="83563" y="189030"/>
                </a:cubicBezTo>
                <a:cubicBezTo>
                  <a:pt x="88650" y="180419"/>
                  <a:pt x="87374" y="172952"/>
                  <a:pt x="79311" y="164140"/>
                </a:cubicBezTo>
                <a:cubicBezTo>
                  <a:pt x="73608" y="157907"/>
                  <a:pt x="69658" y="158530"/>
                  <a:pt x="69658" y="165664"/>
                </a:cubicBezTo>
                <a:cubicBezTo>
                  <a:pt x="69658" y="171138"/>
                  <a:pt x="55140" y="182563"/>
                  <a:pt x="52863" y="178880"/>
                </a:cubicBezTo>
                <a:cubicBezTo>
                  <a:pt x="50323" y="174770"/>
                  <a:pt x="46434" y="175933"/>
                  <a:pt x="46310" y="180840"/>
                </a:cubicBezTo>
                <a:cubicBezTo>
                  <a:pt x="46241" y="183582"/>
                  <a:pt x="44262" y="181697"/>
                  <a:pt x="41273" y="176042"/>
                </a:cubicBezTo>
                <a:cubicBezTo>
                  <a:pt x="38533" y="170858"/>
                  <a:pt x="32973" y="165329"/>
                  <a:pt x="28735" y="163573"/>
                </a:cubicBezTo>
                <a:cubicBezTo>
                  <a:pt x="15748" y="158193"/>
                  <a:pt x="9667" y="149510"/>
                  <a:pt x="8346" y="134458"/>
                </a:cubicBezTo>
                <a:cubicBezTo>
                  <a:pt x="7635" y="126353"/>
                  <a:pt x="5506" y="119523"/>
                  <a:pt x="3097" y="117621"/>
                </a:cubicBezTo>
                <a:cubicBezTo>
                  <a:pt x="868" y="115861"/>
                  <a:pt x="-459" y="114058"/>
                  <a:pt x="147" y="113613"/>
                </a:cubicBezTo>
                <a:cubicBezTo>
                  <a:pt x="7952" y="107892"/>
                  <a:pt x="16388" y="104034"/>
                  <a:pt x="21165" y="104003"/>
                </a:cubicBezTo>
                <a:cubicBezTo>
                  <a:pt x="38718" y="103886"/>
                  <a:pt x="49596" y="97348"/>
                  <a:pt x="72335" y="73250"/>
                </a:cubicBezTo>
                <a:cubicBezTo>
                  <a:pt x="94445" y="49819"/>
                  <a:pt x="94883" y="49106"/>
                  <a:pt x="93508" y="38847"/>
                </a:cubicBezTo>
                <a:cubicBezTo>
                  <a:pt x="92208" y="29159"/>
                  <a:pt x="92513" y="28479"/>
                  <a:pt x="97565" y="29800"/>
                </a:cubicBezTo>
                <a:cubicBezTo>
                  <a:pt x="103852" y="31444"/>
                  <a:pt x="107223" y="28231"/>
                  <a:pt x="109742" y="18194"/>
                </a:cubicBezTo>
                <a:cubicBezTo>
                  <a:pt x="110720" y="14298"/>
                  <a:pt x="112556" y="11110"/>
                  <a:pt x="113822" y="11110"/>
                </a:cubicBezTo>
                <a:cubicBezTo>
                  <a:pt x="115088" y="11110"/>
                  <a:pt x="118623" y="8610"/>
                  <a:pt x="121678" y="5555"/>
                </a:cubicBezTo>
                <a:lnTo>
                  <a:pt x="127233" y="0"/>
                </a:lnTo>
                <a:lnTo>
                  <a:pt x="134516" y="8782"/>
                </a:lnTo>
                <a:cubicBezTo>
                  <a:pt x="140793" y="16350"/>
                  <a:pt x="141809" y="19826"/>
                  <a:pt x="141869" y="33944"/>
                </a:cubicBezTo>
                <a:cubicBezTo>
                  <a:pt x="141922" y="46507"/>
                  <a:pt x="143236" y="52147"/>
                  <a:pt x="147505" y="58144"/>
                </a:cubicBezTo>
                <a:cubicBezTo>
                  <a:pt x="152339" y="64931"/>
                  <a:pt x="153038" y="69240"/>
                  <a:pt x="152804" y="90810"/>
                </a:cubicBezTo>
                <a:cubicBezTo>
                  <a:pt x="152465" y="122159"/>
                  <a:pt x="153210" y="124694"/>
                  <a:pt x="162764" y="124694"/>
                </a:cubicBezTo>
                <a:cubicBezTo>
                  <a:pt x="166927" y="124694"/>
                  <a:pt x="170334" y="123406"/>
                  <a:pt x="170334" y="121832"/>
                </a:cubicBezTo>
                <a:cubicBezTo>
                  <a:pt x="170334" y="118431"/>
                  <a:pt x="184072" y="121216"/>
                  <a:pt x="185393" y="124884"/>
                </a:cubicBezTo>
                <a:cubicBezTo>
                  <a:pt x="185866" y="126199"/>
                  <a:pt x="188061" y="127275"/>
                  <a:pt x="190271" y="127275"/>
                </a:cubicBezTo>
                <a:cubicBezTo>
                  <a:pt x="194758" y="127275"/>
                  <a:pt x="201103" y="134482"/>
                  <a:pt x="201229" y="139721"/>
                </a:cubicBezTo>
                <a:cubicBezTo>
                  <a:pt x="201275" y="141597"/>
                  <a:pt x="199569" y="144875"/>
                  <a:pt x="197439" y="147005"/>
                </a:cubicBezTo>
                <a:cubicBezTo>
                  <a:pt x="192728" y="151716"/>
                  <a:pt x="192413" y="159339"/>
                  <a:pt x="196794" y="162615"/>
                </a:cubicBezTo>
                <a:cubicBezTo>
                  <a:pt x="198569" y="163942"/>
                  <a:pt x="209104" y="167799"/>
                  <a:pt x="220205" y="171185"/>
                </a:cubicBezTo>
                <a:cubicBezTo>
                  <a:pt x="236917" y="176284"/>
                  <a:pt x="240766" y="176733"/>
                  <a:pt x="242581" y="173796"/>
                </a:cubicBezTo>
                <a:cubicBezTo>
                  <a:pt x="245948" y="168348"/>
                  <a:pt x="255565" y="175863"/>
                  <a:pt x="259092" y="186698"/>
                </a:cubicBezTo>
                <a:cubicBezTo>
                  <a:pt x="261627" y="194485"/>
                  <a:pt x="263378" y="195815"/>
                  <a:pt x="273592" y="197707"/>
                </a:cubicBezTo>
                <a:cubicBezTo>
                  <a:pt x="279981" y="198890"/>
                  <a:pt x="293775" y="199289"/>
                  <a:pt x="304244" y="198591"/>
                </a:cubicBezTo>
                <a:cubicBezTo>
                  <a:pt x="321502" y="197442"/>
                  <a:pt x="324213" y="197942"/>
                  <a:pt x="333285" y="203946"/>
                </a:cubicBezTo>
                <a:cubicBezTo>
                  <a:pt x="344213" y="211177"/>
                  <a:pt x="345431" y="213671"/>
                  <a:pt x="339205" y="216060"/>
                </a:cubicBezTo>
                <a:cubicBezTo>
                  <a:pt x="336957" y="216923"/>
                  <a:pt x="335638" y="219080"/>
                  <a:pt x="336274" y="220854"/>
                </a:cubicBezTo>
                <a:cubicBezTo>
                  <a:pt x="337968" y="225576"/>
                  <a:pt x="333403" y="233114"/>
                  <a:pt x="328850" y="233114"/>
                </a:cubicBezTo>
                <a:cubicBezTo>
                  <a:pt x="326331" y="233114"/>
                  <a:pt x="325653" y="234275"/>
                  <a:pt x="326965" y="236341"/>
                </a:cubicBezTo>
                <a:cubicBezTo>
                  <a:pt x="328092" y="238116"/>
                  <a:pt x="329089" y="240149"/>
                  <a:pt x="329181" y="240859"/>
                </a:cubicBezTo>
                <a:cubicBezTo>
                  <a:pt x="329272" y="241569"/>
                  <a:pt x="330272" y="244866"/>
                  <a:pt x="331403" y="248187"/>
                </a:cubicBezTo>
                <a:cubicBezTo>
                  <a:pt x="332991" y="252852"/>
                  <a:pt x="332229" y="255087"/>
                  <a:pt x="328049" y="258014"/>
                </a:cubicBezTo>
                <a:cubicBezTo>
                  <a:pt x="321663" y="262487"/>
                  <a:pt x="321157" y="268570"/>
                  <a:pt x="326532" y="276244"/>
                </a:cubicBezTo>
                <a:cubicBezTo>
                  <a:pt x="330115" y="281360"/>
                  <a:pt x="330000" y="281936"/>
                  <a:pt x="325085" y="283496"/>
                </a:cubicBezTo>
                <a:cubicBezTo>
                  <a:pt x="320727" y="284879"/>
                  <a:pt x="320050" y="286571"/>
                  <a:pt x="321398" y="292711"/>
                </a:cubicBezTo>
                <a:cubicBezTo>
                  <a:pt x="323026" y="300123"/>
                  <a:pt x="322888" y="300231"/>
                  <a:pt x="311874" y="300150"/>
                </a:cubicBezTo>
                <a:cubicBezTo>
                  <a:pt x="305727" y="300105"/>
                  <a:pt x="298443" y="298362"/>
                  <a:pt x="295686" y="296278"/>
                </a:cubicBezTo>
                <a:close/>
              </a:path>
            </a:pathLst>
          </a:custGeom>
          <a:solidFill>
            <a:srgbClr val="B9B9B9"/>
          </a:solidFill>
          <a:ln w="5163" cap="flat">
            <a:noFill/>
            <a:prstDash val="solid"/>
            <a:miter/>
          </a:ln>
        </p:spPr>
        <p:txBody>
          <a:bodyPr/>
          <a:lstStyle/>
          <a:p>
            <a:endParaRPr lang="es-419" noProof="0" dirty="0"/>
          </a:p>
        </p:txBody>
      </p:sp>
      <p:sp>
        <p:nvSpPr>
          <p:cNvPr id="51" name="Forma libre: forma 50">
            <a:extLst>
              <a:ext uri="{FF2B5EF4-FFF2-40B4-BE49-F238E27FC236}">
                <a16:creationId xmlns:a16="http://schemas.microsoft.com/office/drawing/2014/main" id="{E9A9653B-24F4-4700-AFAE-6AF27634EEA6}"/>
              </a:ext>
            </a:extLst>
          </p:cNvPr>
          <p:cNvSpPr/>
          <p:nvPr/>
        </p:nvSpPr>
        <p:spPr>
          <a:xfrm>
            <a:off x="1257795" y="2071057"/>
            <a:ext cx="87522" cy="67430"/>
          </a:xfrm>
          <a:custGeom>
            <a:avLst/>
            <a:gdLst>
              <a:gd name="csX0" fmla="*/ 3976 w 87522"/>
              <a:gd name="csY0" fmla="*/ 62589 h 67430"/>
              <a:gd name="csX1" fmla="*/ 1611 w 87522"/>
              <a:gd name="csY1" fmla="*/ 35473 h 67430"/>
              <a:gd name="csX2" fmla="*/ 13354 w 87522"/>
              <a:gd name="csY2" fmla="*/ 26110 h 67430"/>
              <a:gd name="csX3" fmla="*/ 24928 w 87522"/>
              <a:gd name="csY3" fmla="*/ 17185 h 67430"/>
              <a:gd name="csX4" fmla="*/ 28816 w 87522"/>
              <a:gd name="csY4" fmla="*/ 13430 h 67430"/>
              <a:gd name="csX5" fmla="*/ 55396 w 87522"/>
              <a:gd name="csY5" fmla="*/ 696 h 67430"/>
              <a:gd name="csX6" fmla="*/ 76595 w 87522"/>
              <a:gd name="csY6" fmla="*/ 27413 h 67430"/>
              <a:gd name="csX7" fmla="*/ 81474 w 87522"/>
              <a:gd name="csY7" fmla="*/ 35237 h 67430"/>
              <a:gd name="csX8" fmla="*/ 81963 w 87522"/>
              <a:gd name="csY8" fmla="*/ 49346 h 67430"/>
              <a:gd name="csX9" fmla="*/ 69036 w 87522"/>
              <a:gd name="csY9" fmla="*/ 59608 h 67430"/>
              <a:gd name="csX10" fmla="*/ 36947 w 87522"/>
              <a:gd name="csY10" fmla="*/ 62618 h 67430"/>
              <a:gd name="csX11" fmla="*/ 17042 w 87522"/>
              <a:gd name="csY11" fmla="*/ 62345 h 67430"/>
              <a:gd name="csX12" fmla="*/ 3976 w 87522"/>
              <a:gd name="csY12" fmla="*/ 62589 h 67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7522" h="67430">
                <a:moveTo>
                  <a:pt x="3976" y="62589"/>
                </a:moveTo>
                <a:cubicBezTo>
                  <a:pt x="-42" y="58150"/>
                  <a:pt x="-1347" y="43182"/>
                  <a:pt x="1611" y="35473"/>
                </a:cubicBezTo>
                <a:cubicBezTo>
                  <a:pt x="2496" y="33167"/>
                  <a:pt x="7780" y="28954"/>
                  <a:pt x="13354" y="26110"/>
                </a:cubicBezTo>
                <a:cubicBezTo>
                  <a:pt x="18927" y="23267"/>
                  <a:pt x="24135" y="19251"/>
                  <a:pt x="24928" y="17185"/>
                </a:cubicBezTo>
                <a:cubicBezTo>
                  <a:pt x="25721" y="15120"/>
                  <a:pt x="27470" y="13430"/>
                  <a:pt x="28816" y="13430"/>
                </a:cubicBezTo>
                <a:cubicBezTo>
                  <a:pt x="32726" y="13430"/>
                  <a:pt x="53752" y="3357"/>
                  <a:pt x="55396" y="696"/>
                </a:cubicBezTo>
                <a:cubicBezTo>
                  <a:pt x="58624" y="-4526"/>
                  <a:pt x="78997" y="21152"/>
                  <a:pt x="76595" y="27413"/>
                </a:cubicBezTo>
                <a:cubicBezTo>
                  <a:pt x="75767" y="29569"/>
                  <a:pt x="77801" y="32831"/>
                  <a:pt x="81474" y="35237"/>
                </a:cubicBezTo>
                <a:cubicBezTo>
                  <a:pt x="89349" y="40396"/>
                  <a:pt x="89558" y="46431"/>
                  <a:pt x="81963" y="49346"/>
                </a:cubicBezTo>
                <a:cubicBezTo>
                  <a:pt x="78769" y="50572"/>
                  <a:pt x="72952" y="55190"/>
                  <a:pt x="69036" y="59608"/>
                </a:cubicBezTo>
                <a:cubicBezTo>
                  <a:pt x="60658" y="69060"/>
                  <a:pt x="52768" y="69801"/>
                  <a:pt x="36947" y="62618"/>
                </a:cubicBezTo>
                <a:cubicBezTo>
                  <a:pt x="26493" y="57872"/>
                  <a:pt x="25833" y="57863"/>
                  <a:pt x="17042" y="62345"/>
                </a:cubicBezTo>
                <a:cubicBezTo>
                  <a:pt x="8489" y="66705"/>
                  <a:pt x="7714" y="66720"/>
                  <a:pt x="3976" y="62589"/>
                </a:cubicBezTo>
                <a:close/>
              </a:path>
            </a:pathLst>
          </a:custGeom>
          <a:solidFill>
            <a:srgbClr val="B9B9B9"/>
          </a:solidFill>
          <a:ln w="5163" cap="flat">
            <a:noFill/>
            <a:prstDash val="solid"/>
            <a:miter/>
          </a:ln>
        </p:spPr>
        <p:txBody>
          <a:bodyPr/>
          <a:lstStyle/>
          <a:p>
            <a:endParaRPr lang="es-419" noProof="0" dirty="0"/>
          </a:p>
        </p:txBody>
      </p:sp>
      <p:sp>
        <p:nvSpPr>
          <p:cNvPr id="52" name="Forma libre: forma 51">
            <a:extLst>
              <a:ext uri="{FF2B5EF4-FFF2-40B4-BE49-F238E27FC236}">
                <a16:creationId xmlns:a16="http://schemas.microsoft.com/office/drawing/2014/main" id="{F5844942-6A57-071E-03D1-718AD63176A1}"/>
              </a:ext>
            </a:extLst>
          </p:cNvPr>
          <p:cNvSpPr/>
          <p:nvPr/>
        </p:nvSpPr>
        <p:spPr>
          <a:xfrm>
            <a:off x="1498388" y="1582666"/>
            <a:ext cx="245235" cy="503912"/>
          </a:xfrm>
          <a:custGeom>
            <a:avLst/>
            <a:gdLst>
              <a:gd name="csX0" fmla="*/ 181623 w 245235"/>
              <a:gd name="csY0" fmla="*/ 494203 h 503912"/>
              <a:gd name="csX1" fmla="*/ 158452 w 245235"/>
              <a:gd name="csY1" fmla="*/ 485687 h 503912"/>
              <a:gd name="csX2" fmla="*/ 148342 w 245235"/>
              <a:gd name="csY2" fmla="*/ 487770 h 503912"/>
              <a:gd name="csX3" fmla="*/ 119521 w 245235"/>
              <a:gd name="csY3" fmla="*/ 489801 h 503912"/>
              <a:gd name="csX4" fmla="*/ 87472 w 245235"/>
              <a:gd name="csY4" fmla="*/ 489620 h 503912"/>
              <a:gd name="csX5" fmla="*/ 73190 w 245235"/>
              <a:gd name="csY5" fmla="*/ 478988 h 503912"/>
              <a:gd name="csX6" fmla="*/ 52773 w 245235"/>
              <a:gd name="csY6" fmla="*/ 460575 h 503912"/>
              <a:gd name="csX7" fmla="*/ 49575 w 245235"/>
              <a:gd name="csY7" fmla="*/ 464677 h 503912"/>
              <a:gd name="csX8" fmla="*/ 47915 w 245235"/>
              <a:gd name="csY8" fmla="*/ 467591 h 503912"/>
              <a:gd name="csX9" fmla="*/ 13036 w 245235"/>
              <a:gd name="csY9" fmla="*/ 456319 h 503912"/>
              <a:gd name="csX10" fmla="*/ 12217 w 245235"/>
              <a:gd name="csY10" fmla="*/ 442447 h 503912"/>
              <a:gd name="csX11" fmla="*/ 16234 w 245235"/>
              <a:gd name="csY11" fmla="*/ 437376 h 503912"/>
              <a:gd name="csX12" fmla="*/ 3077 w 245235"/>
              <a:gd name="csY12" fmla="*/ 417673 h 503912"/>
              <a:gd name="csX13" fmla="*/ 0 w 245235"/>
              <a:gd name="csY13" fmla="*/ 409784 h 503912"/>
              <a:gd name="csX14" fmla="*/ 6196 w 245235"/>
              <a:gd name="csY14" fmla="*/ 402269 h 503912"/>
              <a:gd name="csX15" fmla="*/ 12532 w 245235"/>
              <a:gd name="csY15" fmla="*/ 401839 h 503912"/>
              <a:gd name="csX16" fmla="*/ 13332 w 245235"/>
              <a:gd name="csY16" fmla="*/ 389178 h 503912"/>
              <a:gd name="csX17" fmla="*/ 18583 w 245235"/>
              <a:gd name="csY17" fmla="*/ 371495 h 503912"/>
              <a:gd name="csX18" fmla="*/ 33934 w 245235"/>
              <a:gd name="csY18" fmla="*/ 366100 h 503912"/>
              <a:gd name="csX19" fmla="*/ 49768 w 245235"/>
              <a:gd name="csY19" fmla="*/ 361841 h 503912"/>
              <a:gd name="csX20" fmla="*/ 46692 w 245235"/>
              <a:gd name="csY20" fmla="*/ 337409 h 503912"/>
              <a:gd name="csX21" fmla="*/ 42031 w 245235"/>
              <a:gd name="csY21" fmla="*/ 321770 h 503912"/>
              <a:gd name="csX22" fmla="*/ 39524 w 245235"/>
              <a:gd name="csY22" fmla="*/ 295336 h 503912"/>
              <a:gd name="csX23" fmla="*/ 41858 w 245235"/>
              <a:gd name="csY23" fmla="*/ 287644 h 503912"/>
              <a:gd name="csX24" fmla="*/ 57042 w 245235"/>
              <a:gd name="csY24" fmla="*/ 277265 h 503912"/>
              <a:gd name="csX25" fmla="*/ 69737 w 245235"/>
              <a:gd name="csY25" fmla="*/ 269502 h 503912"/>
              <a:gd name="csX26" fmla="*/ 79509 w 245235"/>
              <a:gd name="csY26" fmla="*/ 253317 h 503912"/>
              <a:gd name="csX27" fmla="*/ 95370 w 245235"/>
              <a:gd name="csY27" fmla="*/ 241529 h 503912"/>
              <a:gd name="csX28" fmla="*/ 141543 w 245235"/>
              <a:gd name="csY28" fmla="*/ 207386 h 503912"/>
              <a:gd name="csX29" fmla="*/ 135987 w 245235"/>
              <a:gd name="csY29" fmla="*/ 199791 h 503912"/>
              <a:gd name="csX30" fmla="*/ 127900 w 245235"/>
              <a:gd name="csY30" fmla="*/ 166538 h 503912"/>
              <a:gd name="csX31" fmla="*/ 127266 w 245235"/>
              <a:gd name="csY31" fmla="*/ 150064 h 503912"/>
              <a:gd name="csX32" fmla="*/ 118230 w 245235"/>
              <a:gd name="csY32" fmla="*/ 149351 h 503912"/>
              <a:gd name="csX33" fmla="*/ 106311 w 245235"/>
              <a:gd name="csY33" fmla="*/ 151014 h 503912"/>
              <a:gd name="csX34" fmla="*/ 100187 w 245235"/>
              <a:gd name="csY34" fmla="*/ 149485 h 503912"/>
              <a:gd name="csX35" fmla="*/ 89795 w 245235"/>
              <a:gd name="csY35" fmla="*/ 145581 h 503912"/>
              <a:gd name="csX36" fmla="*/ 79509 w 245235"/>
              <a:gd name="csY36" fmla="*/ 132462 h 503912"/>
              <a:gd name="csX37" fmla="*/ 74746 w 245235"/>
              <a:gd name="csY37" fmla="*/ 127510 h 503912"/>
              <a:gd name="csX38" fmla="*/ 61439 w 245235"/>
              <a:gd name="csY38" fmla="*/ 106041 h 503912"/>
              <a:gd name="csX39" fmla="*/ 51376 w 245235"/>
              <a:gd name="csY39" fmla="*/ 92403 h 503912"/>
              <a:gd name="csX40" fmla="*/ 43631 w 245235"/>
              <a:gd name="csY40" fmla="*/ 82710 h 503912"/>
              <a:gd name="csX41" fmla="*/ 40756 w 245235"/>
              <a:gd name="csY41" fmla="*/ 70719 h 503912"/>
              <a:gd name="csX42" fmla="*/ 37174 w 245235"/>
              <a:gd name="csY42" fmla="*/ 60642 h 503912"/>
              <a:gd name="csX43" fmla="*/ 23391 w 245235"/>
              <a:gd name="csY43" fmla="*/ 17685 h 503912"/>
              <a:gd name="csX44" fmla="*/ 16983 w 245235"/>
              <a:gd name="csY44" fmla="*/ 12409 h 503912"/>
              <a:gd name="csX45" fmla="*/ 27512 w 245235"/>
              <a:gd name="csY45" fmla="*/ 5441 h 503912"/>
              <a:gd name="csX46" fmla="*/ 44577 w 245235"/>
              <a:gd name="csY46" fmla="*/ 1452 h 503912"/>
              <a:gd name="csX47" fmla="*/ 51418 w 245235"/>
              <a:gd name="csY47" fmla="*/ 21016 h 503912"/>
              <a:gd name="csX48" fmla="*/ 53995 w 245235"/>
              <a:gd name="csY48" fmla="*/ 32559 h 503912"/>
              <a:gd name="csX49" fmla="*/ 56749 w 245235"/>
              <a:gd name="csY49" fmla="*/ 46824 h 503912"/>
              <a:gd name="csX50" fmla="*/ 61515 w 245235"/>
              <a:gd name="csY50" fmla="*/ 64401 h 503912"/>
              <a:gd name="csX51" fmla="*/ 66783 w 245235"/>
              <a:gd name="csY51" fmla="*/ 80478 h 503912"/>
              <a:gd name="csX52" fmla="*/ 69183 w 245235"/>
              <a:gd name="csY52" fmla="*/ 82335 h 503912"/>
              <a:gd name="csX53" fmla="*/ 72797 w 245235"/>
              <a:gd name="csY53" fmla="*/ 89434 h 503912"/>
              <a:gd name="csX54" fmla="*/ 77368 w 245235"/>
              <a:gd name="csY54" fmla="*/ 95891 h 503912"/>
              <a:gd name="csX55" fmla="*/ 83382 w 245235"/>
              <a:gd name="csY55" fmla="*/ 106862 h 503912"/>
              <a:gd name="csX56" fmla="*/ 91209 w 245235"/>
              <a:gd name="csY56" fmla="*/ 114603 h 503912"/>
              <a:gd name="csX57" fmla="*/ 115649 w 245235"/>
              <a:gd name="csY57" fmla="*/ 125394 h 503912"/>
              <a:gd name="csX58" fmla="*/ 132428 w 245235"/>
              <a:gd name="csY58" fmla="*/ 131624 h 503912"/>
              <a:gd name="csX59" fmla="*/ 150553 w 245235"/>
              <a:gd name="csY59" fmla="*/ 139348 h 503912"/>
              <a:gd name="csX60" fmla="*/ 176368 w 245235"/>
              <a:gd name="csY60" fmla="*/ 146927 h 503912"/>
              <a:gd name="csX61" fmla="*/ 211382 w 245235"/>
              <a:gd name="csY61" fmla="*/ 156343 h 503912"/>
              <a:gd name="csX62" fmla="*/ 230401 w 245235"/>
              <a:gd name="csY62" fmla="*/ 161456 h 503912"/>
              <a:gd name="csX63" fmla="*/ 244475 w 245235"/>
              <a:gd name="csY63" fmla="*/ 154799 h 503912"/>
              <a:gd name="csX64" fmla="*/ 229656 w 245235"/>
              <a:gd name="csY64" fmla="*/ 212698 h 503912"/>
              <a:gd name="csX65" fmla="*/ 216833 w 245235"/>
              <a:gd name="csY65" fmla="*/ 242385 h 503912"/>
              <a:gd name="csX66" fmla="*/ 205960 w 245235"/>
              <a:gd name="csY66" fmla="*/ 288674 h 503912"/>
              <a:gd name="csX67" fmla="*/ 203418 w 245235"/>
              <a:gd name="csY67" fmla="*/ 300468 h 503912"/>
              <a:gd name="csX68" fmla="*/ 200956 w 245235"/>
              <a:gd name="csY68" fmla="*/ 300468 h 503912"/>
              <a:gd name="csX69" fmla="*/ 214917 w 245235"/>
              <a:gd name="csY69" fmla="*/ 237240 h 503912"/>
              <a:gd name="csX70" fmla="*/ 224070 w 245235"/>
              <a:gd name="csY70" fmla="*/ 211401 h 503912"/>
              <a:gd name="csX71" fmla="*/ 218637 w 245235"/>
              <a:gd name="csY71" fmla="*/ 205384 h 503912"/>
              <a:gd name="csX72" fmla="*/ 214956 w 245235"/>
              <a:gd name="csY72" fmla="*/ 204826 h 503912"/>
              <a:gd name="csX73" fmla="*/ 214905 w 245235"/>
              <a:gd name="csY73" fmla="*/ 215873 h 503912"/>
              <a:gd name="csX74" fmla="*/ 213101 w 245235"/>
              <a:gd name="csY74" fmla="*/ 224084 h 503912"/>
              <a:gd name="csX75" fmla="*/ 208491 w 245235"/>
              <a:gd name="csY75" fmla="*/ 218391 h 503912"/>
              <a:gd name="csX76" fmla="*/ 197466 w 245235"/>
              <a:gd name="csY76" fmla="*/ 218019 h 503912"/>
              <a:gd name="csX77" fmla="*/ 199747 w 245235"/>
              <a:gd name="csY77" fmla="*/ 224749 h 503912"/>
              <a:gd name="csX78" fmla="*/ 203418 w 245235"/>
              <a:gd name="csY78" fmla="*/ 228616 h 503912"/>
              <a:gd name="csX79" fmla="*/ 201015 w 245235"/>
              <a:gd name="csY79" fmla="*/ 229588 h 503912"/>
              <a:gd name="csX80" fmla="*/ 196991 w 245235"/>
              <a:gd name="csY80" fmla="*/ 230726 h 503912"/>
              <a:gd name="csX81" fmla="*/ 198308 w 245235"/>
              <a:gd name="csY81" fmla="*/ 233350 h 503912"/>
              <a:gd name="csX82" fmla="*/ 199523 w 245235"/>
              <a:gd name="csY82" fmla="*/ 241200 h 503912"/>
              <a:gd name="csX83" fmla="*/ 200899 w 245235"/>
              <a:gd name="csY83" fmla="*/ 252786 h 503912"/>
              <a:gd name="csX84" fmla="*/ 200228 w 245235"/>
              <a:gd name="csY84" fmla="*/ 257969 h 503912"/>
              <a:gd name="csX85" fmla="*/ 197509 w 245235"/>
              <a:gd name="csY85" fmla="*/ 272843 h 503912"/>
              <a:gd name="csX86" fmla="*/ 194340 w 245235"/>
              <a:gd name="csY86" fmla="*/ 281107 h 503912"/>
              <a:gd name="csX87" fmla="*/ 191370 w 245235"/>
              <a:gd name="csY87" fmla="*/ 292273 h 503912"/>
              <a:gd name="csX88" fmla="*/ 195674 w 245235"/>
              <a:gd name="csY88" fmla="*/ 307167 h 503912"/>
              <a:gd name="csX89" fmla="*/ 199681 w 245235"/>
              <a:gd name="csY89" fmla="*/ 306687 h 503912"/>
              <a:gd name="csX90" fmla="*/ 200986 w 245235"/>
              <a:gd name="csY90" fmla="*/ 320424 h 503912"/>
              <a:gd name="csX91" fmla="*/ 197882 w 245235"/>
              <a:gd name="csY91" fmla="*/ 340480 h 503912"/>
              <a:gd name="csX92" fmla="*/ 197480 w 245235"/>
              <a:gd name="csY92" fmla="*/ 350806 h 503912"/>
              <a:gd name="csX93" fmla="*/ 195674 w 245235"/>
              <a:gd name="csY93" fmla="*/ 339189 h 503912"/>
              <a:gd name="csX94" fmla="*/ 193480 w 245235"/>
              <a:gd name="csY94" fmla="*/ 360201 h 503912"/>
              <a:gd name="csX95" fmla="*/ 197184 w 245235"/>
              <a:gd name="csY95" fmla="*/ 414396 h 503912"/>
              <a:gd name="csX96" fmla="*/ 198086 w 245235"/>
              <a:gd name="csY96" fmla="*/ 450991 h 503912"/>
              <a:gd name="csX97" fmla="*/ 192986 w 245235"/>
              <a:gd name="csY97" fmla="*/ 462927 h 503912"/>
              <a:gd name="csX98" fmla="*/ 186260 w 245235"/>
              <a:gd name="csY98" fmla="*/ 476652 h 503912"/>
              <a:gd name="csX99" fmla="*/ 187756 w 245235"/>
              <a:gd name="csY99" fmla="*/ 481169 h 503912"/>
              <a:gd name="csX100" fmla="*/ 190891 w 245235"/>
              <a:gd name="csY100" fmla="*/ 476652 h 503912"/>
              <a:gd name="csX101" fmla="*/ 193026 w 245235"/>
              <a:gd name="csY101" fmla="*/ 487623 h 503912"/>
              <a:gd name="csX102" fmla="*/ 194241 w 245235"/>
              <a:gd name="csY102" fmla="*/ 503884 h 503912"/>
              <a:gd name="csX103" fmla="*/ 181623 w 245235"/>
              <a:gd name="csY103" fmla="*/ 494203 h 5039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Lst>
            <a:rect l="l" t="t" r="r" b="b"/>
            <a:pathLst>
              <a:path w="245235" h="503912">
                <a:moveTo>
                  <a:pt x="181623" y="494203"/>
                </a:moveTo>
                <a:cubicBezTo>
                  <a:pt x="170080" y="484213"/>
                  <a:pt x="162664" y="481487"/>
                  <a:pt x="158452" y="485687"/>
                </a:cubicBezTo>
                <a:cubicBezTo>
                  <a:pt x="157384" y="486752"/>
                  <a:pt x="152834" y="487689"/>
                  <a:pt x="148342" y="487770"/>
                </a:cubicBezTo>
                <a:cubicBezTo>
                  <a:pt x="143849" y="487851"/>
                  <a:pt x="130880" y="488765"/>
                  <a:pt x="119521" y="489801"/>
                </a:cubicBezTo>
                <a:cubicBezTo>
                  <a:pt x="108163" y="490837"/>
                  <a:pt x="93741" y="490755"/>
                  <a:pt x="87472" y="489620"/>
                </a:cubicBezTo>
                <a:cubicBezTo>
                  <a:pt x="77605" y="487832"/>
                  <a:pt x="75687" y="486404"/>
                  <a:pt x="73190" y="478988"/>
                </a:cubicBezTo>
                <a:cubicBezTo>
                  <a:pt x="70001" y="469517"/>
                  <a:pt x="60184" y="460664"/>
                  <a:pt x="52773" y="460575"/>
                </a:cubicBezTo>
                <a:cubicBezTo>
                  <a:pt x="49415" y="460535"/>
                  <a:pt x="48457" y="461764"/>
                  <a:pt x="49575" y="464677"/>
                </a:cubicBezTo>
                <a:cubicBezTo>
                  <a:pt x="50616" y="467390"/>
                  <a:pt x="50039" y="468403"/>
                  <a:pt x="47915" y="467591"/>
                </a:cubicBezTo>
                <a:cubicBezTo>
                  <a:pt x="43178" y="465778"/>
                  <a:pt x="16822" y="457260"/>
                  <a:pt x="13036" y="456319"/>
                </a:cubicBezTo>
                <a:cubicBezTo>
                  <a:pt x="9334" y="455399"/>
                  <a:pt x="8569" y="442447"/>
                  <a:pt x="12217" y="442447"/>
                </a:cubicBezTo>
                <a:cubicBezTo>
                  <a:pt x="13541" y="442447"/>
                  <a:pt x="15349" y="440165"/>
                  <a:pt x="16234" y="437376"/>
                </a:cubicBezTo>
                <a:cubicBezTo>
                  <a:pt x="18137" y="431382"/>
                  <a:pt x="7778" y="415870"/>
                  <a:pt x="3077" y="417673"/>
                </a:cubicBezTo>
                <a:cubicBezTo>
                  <a:pt x="1055" y="418449"/>
                  <a:pt x="0" y="415744"/>
                  <a:pt x="0" y="409784"/>
                </a:cubicBezTo>
                <a:cubicBezTo>
                  <a:pt x="0" y="401499"/>
                  <a:pt x="536" y="400849"/>
                  <a:pt x="6196" y="402269"/>
                </a:cubicBezTo>
                <a:cubicBezTo>
                  <a:pt x="9603" y="403124"/>
                  <a:pt x="12454" y="402931"/>
                  <a:pt x="12532" y="401839"/>
                </a:cubicBezTo>
                <a:cubicBezTo>
                  <a:pt x="12609" y="400747"/>
                  <a:pt x="12969" y="395050"/>
                  <a:pt x="13332" y="389178"/>
                </a:cubicBezTo>
                <a:cubicBezTo>
                  <a:pt x="13694" y="383307"/>
                  <a:pt x="16057" y="375349"/>
                  <a:pt x="18583" y="371495"/>
                </a:cubicBezTo>
                <a:cubicBezTo>
                  <a:pt x="22726" y="365172"/>
                  <a:pt x="24227" y="364644"/>
                  <a:pt x="33934" y="366100"/>
                </a:cubicBezTo>
                <a:cubicBezTo>
                  <a:pt x="43066" y="367469"/>
                  <a:pt x="45460" y="366825"/>
                  <a:pt x="49768" y="361841"/>
                </a:cubicBezTo>
                <a:cubicBezTo>
                  <a:pt x="55970" y="354665"/>
                  <a:pt x="55203" y="348567"/>
                  <a:pt x="46692" y="337409"/>
                </a:cubicBezTo>
                <a:cubicBezTo>
                  <a:pt x="41680" y="330837"/>
                  <a:pt x="40608" y="327241"/>
                  <a:pt x="42031" y="321770"/>
                </a:cubicBezTo>
                <a:cubicBezTo>
                  <a:pt x="45168" y="309711"/>
                  <a:pt x="44306" y="300620"/>
                  <a:pt x="39524" y="295336"/>
                </a:cubicBezTo>
                <a:cubicBezTo>
                  <a:pt x="35095" y="290442"/>
                  <a:pt x="35173" y="290185"/>
                  <a:pt x="41858" y="287644"/>
                </a:cubicBezTo>
                <a:cubicBezTo>
                  <a:pt x="45661" y="286198"/>
                  <a:pt x="52494" y="281527"/>
                  <a:pt x="57042" y="277265"/>
                </a:cubicBezTo>
                <a:cubicBezTo>
                  <a:pt x="61590" y="273002"/>
                  <a:pt x="67303" y="269509"/>
                  <a:pt x="69737" y="269502"/>
                </a:cubicBezTo>
                <a:cubicBezTo>
                  <a:pt x="74976" y="269488"/>
                  <a:pt x="79509" y="261980"/>
                  <a:pt x="79509" y="253317"/>
                </a:cubicBezTo>
                <a:cubicBezTo>
                  <a:pt x="79509" y="246749"/>
                  <a:pt x="88587" y="240002"/>
                  <a:pt x="95370" y="241529"/>
                </a:cubicBezTo>
                <a:cubicBezTo>
                  <a:pt x="99614" y="242485"/>
                  <a:pt x="137917" y="214161"/>
                  <a:pt x="141543" y="207386"/>
                </a:cubicBezTo>
                <a:cubicBezTo>
                  <a:pt x="144262" y="202307"/>
                  <a:pt x="142422" y="199791"/>
                  <a:pt x="135987" y="199791"/>
                </a:cubicBezTo>
                <a:cubicBezTo>
                  <a:pt x="130714" y="199791"/>
                  <a:pt x="128893" y="192306"/>
                  <a:pt x="127900" y="166538"/>
                </a:cubicBezTo>
                <a:lnTo>
                  <a:pt x="127266" y="150064"/>
                </a:lnTo>
                <a:lnTo>
                  <a:pt x="118230" y="149351"/>
                </a:lnTo>
                <a:cubicBezTo>
                  <a:pt x="113261" y="148959"/>
                  <a:pt x="107898" y="149707"/>
                  <a:pt x="106311" y="151014"/>
                </a:cubicBezTo>
                <a:cubicBezTo>
                  <a:pt x="104470" y="152530"/>
                  <a:pt x="102255" y="151977"/>
                  <a:pt x="100187" y="149485"/>
                </a:cubicBezTo>
                <a:cubicBezTo>
                  <a:pt x="98405" y="147337"/>
                  <a:pt x="93728" y="145581"/>
                  <a:pt x="89795" y="145581"/>
                </a:cubicBezTo>
                <a:cubicBezTo>
                  <a:pt x="82532" y="145581"/>
                  <a:pt x="79509" y="141725"/>
                  <a:pt x="79509" y="132462"/>
                </a:cubicBezTo>
                <a:cubicBezTo>
                  <a:pt x="79509" y="129370"/>
                  <a:pt x="77720" y="127510"/>
                  <a:pt x="74746" y="127510"/>
                </a:cubicBezTo>
                <a:cubicBezTo>
                  <a:pt x="66661" y="127510"/>
                  <a:pt x="61439" y="119085"/>
                  <a:pt x="61439" y="106041"/>
                </a:cubicBezTo>
                <a:cubicBezTo>
                  <a:pt x="61439" y="94056"/>
                  <a:pt x="61402" y="94007"/>
                  <a:pt x="51376" y="92403"/>
                </a:cubicBezTo>
                <a:cubicBezTo>
                  <a:pt x="41507" y="90825"/>
                  <a:pt x="41357" y="90638"/>
                  <a:pt x="43631" y="82710"/>
                </a:cubicBezTo>
                <a:cubicBezTo>
                  <a:pt x="46841" y="71517"/>
                  <a:pt x="46650" y="70719"/>
                  <a:pt x="40756" y="70719"/>
                </a:cubicBezTo>
                <a:cubicBezTo>
                  <a:pt x="36165" y="70719"/>
                  <a:pt x="35750" y="69551"/>
                  <a:pt x="37174" y="60642"/>
                </a:cubicBezTo>
                <a:cubicBezTo>
                  <a:pt x="39267" y="47555"/>
                  <a:pt x="31942" y="24727"/>
                  <a:pt x="23391" y="17685"/>
                </a:cubicBezTo>
                <a:lnTo>
                  <a:pt x="16983" y="12409"/>
                </a:lnTo>
                <a:lnTo>
                  <a:pt x="27512" y="5441"/>
                </a:lnTo>
                <a:cubicBezTo>
                  <a:pt x="36589" y="-566"/>
                  <a:pt x="38942" y="-1116"/>
                  <a:pt x="44577" y="1452"/>
                </a:cubicBezTo>
                <a:cubicBezTo>
                  <a:pt x="50920" y="4342"/>
                  <a:pt x="52469" y="8771"/>
                  <a:pt x="51418" y="21016"/>
                </a:cubicBezTo>
                <a:cubicBezTo>
                  <a:pt x="51144" y="24205"/>
                  <a:pt x="52304" y="29399"/>
                  <a:pt x="53995" y="32559"/>
                </a:cubicBezTo>
                <a:cubicBezTo>
                  <a:pt x="55686" y="35718"/>
                  <a:pt x="56925" y="42138"/>
                  <a:pt x="56749" y="46824"/>
                </a:cubicBezTo>
                <a:cubicBezTo>
                  <a:pt x="56573" y="51511"/>
                  <a:pt x="58717" y="59420"/>
                  <a:pt x="61515" y="64401"/>
                </a:cubicBezTo>
                <a:cubicBezTo>
                  <a:pt x="64313" y="69382"/>
                  <a:pt x="66683" y="76616"/>
                  <a:pt x="66783" y="80478"/>
                </a:cubicBezTo>
                <a:cubicBezTo>
                  <a:pt x="66944" y="86723"/>
                  <a:pt x="67209" y="86928"/>
                  <a:pt x="69183" y="82335"/>
                </a:cubicBezTo>
                <a:cubicBezTo>
                  <a:pt x="71476" y="76999"/>
                  <a:pt x="71863" y="77758"/>
                  <a:pt x="72797" y="89434"/>
                </a:cubicBezTo>
                <a:cubicBezTo>
                  <a:pt x="72939" y="91209"/>
                  <a:pt x="74996" y="94114"/>
                  <a:pt x="77368" y="95891"/>
                </a:cubicBezTo>
                <a:cubicBezTo>
                  <a:pt x="79740" y="97667"/>
                  <a:pt x="82447" y="102604"/>
                  <a:pt x="83382" y="106862"/>
                </a:cubicBezTo>
                <a:cubicBezTo>
                  <a:pt x="84688" y="112811"/>
                  <a:pt x="86501" y="114603"/>
                  <a:pt x="91209" y="114603"/>
                </a:cubicBezTo>
                <a:cubicBezTo>
                  <a:pt x="99379" y="114603"/>
                  <a:pt x="110872" y="119677"/>
                  <a:pt x="115649" y="125394"/>
                </a:cubicBezTo>
                <a:cubicBezTo>
                  <a:pt x="117952" y="128149"/>
                  <a:pt x="124752" y="130674"/>
                  <a:pt x="132428" y="131624"/>
                </a:cubicBezTo>
                <a:cubicBezTo>
                  <a:pt x="141521" y="132750"/>
                  <a:pt x="146878" y="135032"/>
                  <a:pt x="150553" y="139348"/>
                </a:cubicBezTo>
                <a:cubicBezTo>
                  <a:pt x="154982" y="144548"/>
                  <a:pt x="158885" y="145694"/>
                  <a:pt x="176368" y="146927"/>
                </a:cubicBezTo>
                <a:cubicBezTo>
                  <a:pt x="205380" y="148973"/>
                  <a:pt x="204499" y="148736"/>
                  <a:pt x="211382" y="156343"/>
                </a:cubicBezTo>
                <a:cubicBezTo>
                  <a:pt x="219859" y="165712"/>
                  <a:pt x="228327" y="167989"/>
                  <a:pt x="230401" y="161456"/>
                </a:cubicBezTo>
                <a:cubicBezTo>
                  <a:pt x="231901" y="156729"/>
                  <a:pt x="241748" y="152072"/>
                  <a:pt x="244475" y="154799"/>
                </a:cubicBezTo>
                <a:cubicBezTo>
                  <a:pt x="248005" y="158329"/>
                  <a:pt x="238595" y="195092"/>
                  <a:pt x="229656" y="212698"/>
                </a:cubicBezTo>
                <a:cubicBezTo>
                  <a:pt x="224250" y="223347"/>
                  <a:pt x="218479" y="236706"/>
                  <a:pt x="216833" y="242385"/>
                </a:cubicBezTo>
                <a:cubicBezTo>
                  <a:pt x="208092" y="272545"/>
                  <a:pt x="205996" y="281464"/>
                  <a:pt x="205960" y="288674"/>
                </a:cubicBezTo>
                <a:cubicBezTo>
                  <a:pt x="205939" y="293031"/>
                  <a:pt x="204795" y="298338"/>
                  <a:pt x="203418" y="300468"/>
                </a:cubicBezTo>
                <a:cubicBezTo>
                  <a:pt x="201194" y="303910"/>
                  <a:pt x="200920" y="303910"/>
                  <a:pt x="200956" y="300468"/>
                </a:cubicBezTo>
                <a:cubicBezTo>
                  <a:pt x="201123" y="284393"/>
                  <a:pt x="207229" y="256741"/>
                  <a:pt x="214917" y="237240"/>
                </a:cubicBezTo>
                <a:cubicBezTo>
                  <a:pt x="219951" y="224471"/>
                  <a:pt x="224070" y="212844"/>
                  <a:pt x="224070" y="211401"/>
                </a:cubicBezTo>
                <a:cubicBezTo>
                  <a:pt x="224070" y="209958"/>
                  <a:pt x="221625" y="207250"/>
                  <a:pt x="218637" y="205384"/>
                </a:cubicBezTo>
                <a:cubicBezTo>
                  <a:pt x="215583" y="203477"/>
                  <a:pt x="213971" y="203233"/>
                  <a:pt x="214956" y="204826"/>
                </a:cubicBezTo>
                <a:cubicBezTo>
                  <a:pt x="215920" y="206386"/>
                  <a:pt x="215897" y="211356"/>
                  <a:pt x="214905" y="215873"/>
                </a:cubicBezTo>
                <a:lnTo>
                  <a:pt x="213101" y="224084"/>
                </a:lnTo>
                <a:lnTo>
                  <a:pt x="208491" y="218391"/>
                </a:lnTo>
                <a:cubicBezTo>
                  <a:pt x="202731" y="211277"/>
                  <a:pt x="199260" y="211160"/>
                  <a:pt x="197466" y="218019"/>
                </a:cubicBezTo>
                <a:cubicBezTo>
                  <a:pt x="196615" y="221276"/>
                  <a:pt x="197499" y="223887"/>
                  <a:pt x="199747" y="224749"/>
                </a:cubicBezTo>
                <a:cubicBezTo>
                  <a:pt x="201766" y="225524"/>
                  <a:pt x="203418" y="227264"/>
                  <a:pt x="203418" y="228616"/>
                </a:cubicBezTo>
                <a:cubicBezTo>
                  <a:pt x="203418" y="229967"/>
                  <a:pt x="202337" y="230405"/>
                  <a:pt x="201015" y="229588"/>
                </a:cubicBezTo>
                <a:cubicBezTo>
                  <a:pt x="199694" y="228771"/>
                  <a:pt x="197882" y="229283"/>
                  <a:pt x="196991" y="230726"/>
                </a:cubicBezTo>
                <a:cubicBezTo>
                  <a:pt x="196099" y="232169"/>
                  <a:pt x="196692" y="233350"/>
                  <a:pt x="198308" y="233350"/>
                </a:cubicBezTo>
                <a:cubicBezTo>
                  <a:pt x="200240" y="233350"/>
                  <a:pt x="200656" y="236041"/>
                  <a:pt x="199523" y="241200"/>
                </a:cubicBezTo>
                <a:cubicBezTo>
                  <a:pt x="198474" y="245978"/>
                  <a:pt x="199012" y="250512"/>
                  <a:pt x="200899" y="252786"/>
                </a:cubicBezTo>
                <a:cubicBezTo>
                  <a:pt x="203352" y="255741"/>
                  <a:pt x="203212" y="256824"/>
                  <a:pt x="200228" y="257969"/>
                </a:cubicBezTo>
                <a:cubicBezTo>
                  <a:pt x="197388" y="259059"/>
                  <a:pt x="196716" y="262734"/>
                  <a:pt x="197509" y="272843"/>
                </a:cubicBezTo>
                <a:cubicBezTo>
                  <a:pt x="198508" y="285590"/>
                  <a:pt x="198348" y="286008"/>
                  <a:pt x="194340" y="281107"/>
                </a:cubicBezTo>
                <a:cubicBezTo>
                  <a:pt x="190355" y="276233"/>
                  <a:pt x="190188" y="276860"/>
                  <a:pt x="191370" y="292273"/>
                </a:cubicBezTo>
                <a:cubicBezTo>
                  <a:pt x="192505" y="307076"/>
                  <a:pt x="195674" y="318043"/>
                  <a:pt x="195674" y="307167"/>
                </a:cubicBezTo>
                <a:cubicBezTo>
                  <a:pt x="195674" y="303112"/>
                  <a:pt x="196059" y="303066"/>
                  <a:pt x="199681" y="306687"/>
                </a:cubicBezTo>
                <a:cubicBezTo>
                  <a:pt x="202942" y="309948"/>
                  <a:pt x="203185" y="312507"/>
                  <a:pt x="200986" y="320424"/>
                </a:cubicBezTo>
                <a:cubicBezTo>
                  <a:pt x="199500" y="325776"/>
                  <a:pt x="198103" y="334801"/>
                  <a:pt x="197882" y="340480"/>
                </a:cubicBezTo>
                <a:lnTo>
                  <a:pt x="197480" y="350806"/>
                </a:lnTo>
                <a:lnTo>
                  <a:pt x="195674" y="339189"/>
                </a:lnTo>
                <a:cubicBezTo>
                  <a:pt x="194403" y="331014"/>
                  <a:pt x="193753" y="337239"/>
                  <a:pt x="193480" y="360201"/>
                </a:cubicBezTo>
                <a:cubicBezTo>
                  <a:pt x="193236" y="380786"/>
                  <a:pt x="194603" y="400790"/>
                  <a:pt x="197184" y="414396"/>
                </a:cubicBezTo>
                <a:cubicBezTo>
                  <a:pt x="200612" y="432468"/>
                  <a:pt x="200758" y="438399"/>
                  <a:pt x="198086" y="450991"/>
                </a:cubicBezTo>
                <a:cubicBezTo>
                  <a:pt x="196258" y="459605"/>
                  <a:pt x="194082" y="464699"/>
                  <a:pt x="192986" y="462927"/>
                </a:cubicBezTo>
                <a:cubicBezTo>
                  <a:pt x="191158" y="459970"/>
                  <a:pt x="190587" y="461135"/>
                  <a:pt x="186260" y="476652"/>
                </a:cubicBezTo>
                <a:cubicBezTo>
                  <a:pt x="185567" y="479136"/>
                  <a:pt x="186240" y="481169"/>
                  <a:pt x="187756" y="481169"/>
                </a:cubicBezTo>
                <a:cubicBezTo>
                  <a:pt x="189271" y="481169"/>
                  <a:pt x="190682" y="479136"/>
                  <a:pt x="190891" y="476652"/>
                </a:cubicBezTo>
                <a:cubicBezTo>
                  <a:pt x="191099" y="474167"/>
                  <a:pt x="192060" y="479104"/>
                  <a:pt x="193026" y="487623"/>
                </a:cubicBezTo>
                <a:cubicBezTo>
                  <a:pt x="193992" y="496142"/>
                  <a:pt x="194538" y="503459"/>
                  <a:pt x="194241" y="503884"/>
                </a:cubicBezTo>
                <a:cubicBezTo>
                  <a:pt x="193943" y="504308"/>
                  <a:pt x="188265" y="499952"/>
                  <a:pt x="181623" y="494203"/>
                </a:cubicBezTo>
                <a:close/>
              </a:path>
            </a:pathLst>
          </a:custGeom>
          <a:solidFill>
            <a:srgbClr val="B9B9B9"/>
          </a:solidFill>
          <a:ln w="5163" cap="flat">
            <a:noFill/>
            <a:prstDash val="solid"/>
            <a:miter/>
          </a:ln>
        </p:spPr>
        <p:txBody>
          <a:bodyPr/>
          <a:lstStyle/>
          <a:p>
            <a:endParaRPr lang="es-419" noProof="0" dirty="0"/>
          </a:p>
        </p:txBody>
      </p:sp>
      <p:sp>
        <p:nvSpPr>
          <p:cNvPr id="53" name="Forma libre: forma 52">
            <a:extLst>
              <a:ext uri="{FF2B5EF4-FFF2-40B4-BE49-F238E27FC236}">
                <a16:creationId xmlns:a16="http://schemas.microsoft.com/office/drawing/2014/main" id="{3608B642-DD44-290A-9CDF-90007874C30B}"/>
              </a:ext>
            </a:extLst>
          </p:cNvPr>
          <p:cNvSpPr/>
          <p:nvPr/>
        </p:nvSpPr>
        <p:spPr>
          <a:xfrm>
            <a:off x="920115" y="1646957"/>
            <a:ext cx="379561" cy="415583"/>
          </a:xfrm>
          <a:custGeom>
            <a:avLst/>
            <a:gdLst>
              <a:gd name="csX0" fmla="*/ 203090 w 379561"/>
              <a:gd name="csY0" fmla="*/ 414284 h 415583"/>
              <a:gd name="csX1" fmla="*/ 197077 w 379561"/>
              <a:gd name="csY1" fmla="*/ 404675 h 415583"/>
              <a:gd name="csX2" fmla="*/ 192271 w 379561"/>
              <a:gd name="csY2" fmla="*/ 395646 h 415583"/>
              <a:gd name="csX3" fmla="*/ 171007 w 379561"/>
              <a:gd name="csY3" fmla="*/ 397866 h 415583"/>
              <a:gd name="csX4" fmla="*/ 166946 w 379561"/>
              <a:gd name="csY4" fmla="*/ 392738 h 415583"/>
              <a:gd name="csX5" fmla="*/ 171214 w 379561"/>
              <a:gd name="csY5" fmla="*/ 375323 h 415583"/>
              <a:gd name="csX6" fmla="*/ 168526 w 379561"/>
              <a:gd name="csY6" fmla="*/ 359903 h 415583"/>
              <a:gd name="csX7" fmla="*/ 135682 w 379561"/>
              <a:gd name="csY7" fmla="*/ 348579 h 415583"/>
              <a:gd name="csX8" fmla="*/ 130456 w 379561"/>
              <a:gd name="csY8" fmla="*/ 344743 h 415583"/>
              <a:gd name="csX9" fmla="*/ 123707 w 379561"/>
              <a:gd name="csY9" fmla="*/ 339434 h 415583"/>
              <a:gd name="csX10" fmla="*/ 111898 w 379561"/>
              <a:gd name="csY10" fmla="*/ 326710 h 415583"/>
              <a:gd name="csX11" fmla="*/ 102819 w 379561"/>
              <a:gd name="csY11" fmla="*/ 312359 h 415583"/>
              <a:gd name="csX12" fmla="*/ 100189 w 379561"/>
              <a:gd name="csY12" fmla="*/ 303716 h 415583"/>
              <a:gd name="csX13" fmla="*/ 96495 w 379561"/>
              <a:gd name="csY13" fmla="*/ 291424 h 415583"/>
              <a:gd name="csX14" fmla="*/ 91114 w 379561"/>
              <a:gd name="csY14" fmla="*/ 269668 h 415583"/>
              <a:gd name="csX15" fmla="*/ 73368 w 379561"/>
              <a:gd name="csY15" fmla="*/ 228658 h 415583"/>
              <a:gd name="csX16" fmla="*/ 56149 w 379561"/>
              <a:gd name="csY16" fmla="*/ 225592 h 415583"/>
              <a:gd name="csX17" fmla="*/ 38234 w 379561"/>
              <a:gd name="csY17" fmla="*/ 218995 h 415583"/>
              <a:gd name="csX18" fmla="*/ 14702 w 379561"/>
              <a:gd name="csY18" fmla="*/ 179229 h 415583"/>
              <a:gd name="csX19" fmla="*/ 4675 w 379561"/>
              <a:gd name="csY19" fmla="*/ 165798 h 415583"/>
              <a:gd name="csX20" fmla="*/ 1771 w 379561"/>
              <a:gd name="csY20" fmla="*/ 155184 h 415583"/>
              <a:gd name="csX21" fmla="*/ 712 w 379561"/>
              <a:gd name="csY21" fmla="*/ 126667 h 415583"/>
              <a:gd name="csX22" fmla="*/ 2557 w 379561"/>
              <a:gd name="csY22" fmla="*/ 104522 h 415583"/>
              <a:gd name="csX23" fmla="*/ 16402 w 379561"/>
              <a:gd name="csY23" fmla="*/ 104522 h 415583"/>
              <a:gd name="csX24" fmla="*/ 46584 w 379561"/>
              <a:gd name="csY24" fmla="*/ 95540 h 415583"/>
              <a:gd name="csX25" fmla="*/ 48520 w 379561"/>
              <a:gd name="csY25" fmla="*/ 81044 h 415583"/>
              <a:gd name="csX26" fmla="*/ 53693 w 379561"/>
              <a:gd name="csY26" fmla="*/ 64536 h 415583"/>
              <a:gd name="csX27" fmla="*/ 57236 w 379561"/>
              <a:gd name="csY27" fmla="*/ 49938 h 415583"/>
              <a:gd name="csX28" fmla="*/ 61307 w 379561"/>
              <a:gd name="csY28" fmla="*/ 39986 h 415583"/>
              <a:gd name="csX29" fmla="*/ 72238 w 379561"/>
              <a:gd name="csY29" fmla="*/ 37166 h 415583"/>
              <a:gd name="csX30" fmla="*/ 75921 w 379561"/>
              <a:gd name="csY30" fmla="*/ 26420 h 415583"/>
              <a:gd name="csX31" fmla="*/ 86217 w 379561"/>
              <a:gd name="csY31" fmla="*/ 9008 h 415583"/>
              <a:gd name="csX32" fmla="*/ 91229 w 379561"/>
              <a:gd name="csY32" fmla="*/ 3610 h 415583"/>
              <a:gd name="csX33" fmla="*/ 100572 w 379561"/>
              <a:gd name="csY33" fmla="*/ 6016 h 415583"/>
              <a:gd name="csX34" fmla="*/ 115842 w 379561"/>
              <a:gd name="csY34" fmla="*/ 15498 h 415583"/>
              <a:gd name="csX35" fmla="*/ 130061 w 379561"/>
              <a:gd name="csY35" fmla="*/ 25801 h 415583"/>
              <a:gd name="csX36" fmla="*/ 153502 w 379561"/>
              <a:gd name="csY36" fmla="*/ 36020 h 415583"/>
              <a:gd name="csX37" fmla="*/ 166647 w 379561"/>
              <a:gd name="csY37" fmla="*/ 35196 h 415583"/>
              <a:gd name="csX38" fmla="*/ 177014 w 379561"/>
              <a:gd name="csY38" fmla="*/ 35079 h 415583"/>
              <a:gd name="csX39" fmla="*/ 199575 w 379561"/>
              <a:gd name="csY39" fmla="*/ 42570 h 415583"/>
              <a:gd name="csX40" fmla="*/ 223114 w 379561"/>
              <a:gd name="csY40" fmla="*/ 30983 h 415583"/>
              <a:gd name="csX41" fmla="*/ 243392 w 379561"/>
              <a:gd name="csY41" fmla="*/ 13562 h 415583"/>
              <a:gd name="csX42" fmla="*/ 257664 w 379561"/>
              <a:gd name="csY42" fmla="*/ 14175 h 415583"/>
              <a:gd name="csX43" fmla="*/ 270020 w 379561"/>
              <a:gd name="csY43" fmla="*/ 16753 h 415583"/>
              <a:gd name="csX44" fmla="*/ 290519 w 379561"/>
              <a:gd name="csY44" fmla="*/ 30455 h 415583"/>
              <a:gd name="csX45" fmla="*/ 307913 w 379561"/>
              <a:gd name="csY45" fmla="*/ 52734 h 415583"/>
              <a:gd name="csX46" fmla="*/ 307918 w 379561"/>
              <a:gd name="csY46" fmla="*/ 71135 h 415583"/>
              <a:gd name="csX47" fmla="*/ 305239 w 379561"/>
              <a:gd name="csY47" fmla="*/ 92635 h 415583"/>
              <a:gd name="csX48" fmla="*/ 300393 w 379561"/>
              <a:gd name="csY48" fmla="*/ 116124 h 415583"/>
              <a:gd name="csX49" fmla="*/ 296534 w 379561"/>
              <a:gd name="csY49" fmla="*/ 139467 h 415583"/>
              <a:gd name="csX50" fmla="*/ 294862 w 379561"/>
              <a:gd name="csY50" fmla="*/ 144381 h 415583"/>
              <a:gd name="csX51" fmla="*/ 302443 w 379561"/>
              <a:gd name="csY51" fmla="*/ 174221 h 415583"/>
              <a:gd name="csX52" fmla="*/ 331579 w 379561"/>
              <a:gd name="csY52" fmla="*/ 200036 h 415583"/>
              <a:gd name="csX53" fmla="*/ 345885 w 379561"/>
              <a:gd name="csY53" fmla="*/ 204322 h 415583"/>
              <a:gd name="csX54" fmla="*/ 358173 w 379561"/>
              <a:gd name="csY54" fmla="*/ 192088 h 415583"/>
              <a:gd name="csX55" fmla="*/ 365209 w 379561"/>
              <a:gd name="csY55" fmla="*/ 177533 h 415583"/>
              <a:gd name="csX56" fmla="*/ 378528 w 379561"/>
              <a:gd name="csY56" fmla="*/ 217259 h 415583"/>
              <a:gd name="csX57" fmla="*/ 379561 w 379561"/>
              <a:gd name="csY57" fmla="*/ 233192 h 415583"/>
              <a:gd name="csX58" fmla="*/ 368302 w 379561"/>
              <a:gd name="csY58" fmla="*/ 234810 h 415583"/>
              <a:gd name="csX59" fmla="*/ 342845 w 379561"/>
              <a:gd name="csY59" fmla="*/ 234877 h 415583"/>
              <a:gd name="csX60" fmla="*/ 294625 w 379561"/>
              <a:gd name="csY60" fmla="*/ 235311 h 415583"/>
              <a:gd name="csX61" fmla="*/ 265550 w 379561"/>
              <a:gd name="csY61" fmla="*/ 264572 h 415583"/>
              <a:gd name="csX62" fmla="*/ 257155 w 379561"/>
              <a:gd name="csY62" fmla="*/ 290178 h 415583"/>
              <a:gd name="csX63" fmla="*/ 253059 w 379561"/>
              <a:gd name="csY63" fmla="*/ 303293 h 415583"/>
              <a:gd name="csX64" fmla="*/ 248021 w 379561"/>
              <a:gd name="csY64" fmla="*/ 307811 h 415583"/>
              <a:gd name="csX65" fmla="*/ 241573 w 379561"/>
              <a:gd name="csY65" fmla="*/ 316201 h 415583"/>
              <a:gd name="csX66" fmla="*/ 230054 w 379561"/>
              <a:gd name="csY66" fmla="*/ 378609 h 415583"/>
              <a:gd name="csX67" fmla="*/ 225886 w 379561"/>
              <a:gd name="csY67" fmla="*/ 411224 h 415583"/>
              <a:gd name="csX68" fmla="*/ 203090 w 379561"/>
              <a:gd name="csY68" fmla="*/ 414284 h 4155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Lst>
            <a:rect l="l" t="t" r="r" b="b"/>
            <a:pathLst>
              <a:path w="379561" h="415583">
                <a:moveTo>
                  <a:pt x="203090" y="414284"/>
                </a:moveTo>
                <a:cubicBezTo>
                  <a:pt x="200763" y="412907"/>
                  <a:pt x="198058" y="408583"/>
                  <a:pt x="197077" y="404675"/>
                </a:cubicBezTo>
                <a:cubicBezTo>
                  <a:pt x="196096" y="400766"/>
                  <a:pt x="193933" y="396703"/>
                  <a:pt x="192271" y="395646"/>
                </a:cubicBezTo>
                <a:cubicBezTo>
                  <a:pt x="187214" y="392429"/>
                  <a:pt x="177806" y="393412"/>
                  <a:pt x="171007" y="397866"/>
                </a:cubicBezTo>
                <a:cubicBezTo>
                  <a:pt x="162395" y="403509"/>
                  <a:pt x="159848" y="400293"/>
                  <a:pt x="166946" y="392738"/>
                </a:cubicBezTo>
                <a:cubicBezTo>
                  <a:pt x="171625" y="387757"/>
                  <a:pt x="172379" y="384679"/>
                  <a:pt x="171214" y="375323"/>
                </a:cubicBezTo>
                <a:cubicBezTo>
                  <a:pt x="170436" y="369072"/>
                  <a:pt x="169226" y="362133"/>
                  <a:pt x="168526" y="359903"/>
                </a:cubicBezTo>
                <a:cubicBezTo>
                  <a:pt x="167058" y="355229"/>
                  <a:pt x="141404" y="346384"/>
                  <a:pt x="135682" y="348579"/>
                </a:cubicBezTo>
                <a:cubicBezTo>
                  <a:pt x="133235" y="349518"/>
                  <a:pt x="131342" y="348128"/>
                  <a:pt x="130456" y="344743"/>
                </a:cubicBezTo>
                <a:cubicBezTo>
                  <a:pt x="129618" y="341535"/>
                  <a:pt x="126946" y="339434"/>
                  <a:pt x="123707" y="339434"/>
                </a:cubicBezTo>
                <a:cubicBezTo>
                  <a:pt x="119877" y="339434"/>
                  <a:pt x="116504" y="335800"/>
                  <a:pt x="111898" y="326710"/>
                </a:cubicBezTo>
                <a:cubicBezTo>
                  <a:pt x="108351" y="319711"/>
                  <a:pt x="104266" y="313253"/>
                  <a:pt x="102819" y="312359"/>
                </a:cubicBezTo>
                <a:cubicBezTo>
                  <a:pt x="101373" y="311465"/>
                  <a:pt x="100189" y="307575"/>
                  <a:pt x="100189" y="303716"/>
                </a:cubicBezTo>
                <a:cubicBezTo>
                  <a:pt x="100189" y="299856"/>
                  <a:pt x="98526" y="294325"/>
                  <a:pt x="96495" y="291424"/>
                </a:cubicBezTo>
                <a:cubicBezTo>
                  <a:pt x="94463" y="288523"/>
                  <a:pt x="92041" y="278733"/>
                  <a:pt x="91114" y="269668"/>
                </a:cubicBezTo>
                <a:cubicBezTo>
                  <a:pt x="89247" y="251425"/>
                  <a:pt x="83480" y="238096"/>
                  <a:pt x="73368" y="228658"/>
                </a:cubicBezTo>
                <a:cubicBezTo>
                  <a:pt x="67157" y="222862"/>
                  <a:pt x="65968" y="222650"/>
                  <a:pt x="56149" y="225592"/>
                </a:cubicBezTo>
                <a:cubicBezTo>
                  <a:pt x="44901" y="228962"/>
                  <a:pt x="38234" y="226507"/>
                  <a:pt x="38234" y="218995"/>
                </a:cubicBezTo>
                <a:cubicBezTo>
                  <a:pt x="38234" y="211509"/>
                  <a:pt x="24381" y="188100"/>
                  <a:pt x="14702" y="179229"/>
                </a:cubicBezTo>
                <a:cubicBezTo>
                  <a:pt x="9187" y="174175"/>
                  <a:pt x="4675" y="168131"/>
                  <a:pt x="4675" y="165798"/>
                </a:cubicBezTo>
                <a:cubicBezTo>
                  <a:pt x="4675" y="163466"/>
                  <a:pt x="3368" y="158689"/>
                  <a:pt x="1771" y="155184"/>
                </a:cubicBezTo>
                <a:cubicBezTo>
                  <a:pt x="-157" y="150952"/>
                  <a:pt x="-513" y="141373"/>
                  <a:pt x="712" y="126667"/>
                </a:cubicBezTo>
                <a:lnTo>
                  <a:pt x="2557" y="104522"/>
                </a:lnTo>
                <a:lnTo>
                  <a:pt x="16402" y="104522"/>
                </a:lnTo>
                <a:cubicBezTo>
                  <a:pt x="30035" y="104522"/>
                  <a:pt x="42866" y="100703"/>
                  <a:pt x="46584" y="95540"/>
                </a:cubicBezTo>
                <a:cubicBezTo>
                  <a:pt x="47627" y="94091"/>
                  <a:pt x="48499" y="87568"/>
                  <a:pt x="48520" y="81044"/>
                </a:cubicBezTo>
                <a:cubicBezTo>
                  <a:pt x="48549" y="72518"/>
                  <a:pt x="50004" y="67875"/>
                  <a:pt x="53693" y="64536"/>
                </a:cubicBezTo>
                <a:cubicBezTo>
                  <a:pt x="57798" y="60822"/>
                  <a:pt x="58508" y="57895"/>
                  <a:pt x="57236" y="49938"/>
                </a:cubicBezTo>
                <a:cubicBezTo>
                  <a:pt x="55795" y="40930"/>
                  <a:pt x="56182" y="39986"/>
                  <a:pt x="61307" y="39986"/>
                </a:cubicBezTo>
                <a:cubicBezTo>
                  <a:pt x="64421" y="39986"/>
                  <a:pt x="69340" y="38717"/>
                  <a:pt x="72238" y="37166"/>
                </a:cubicBezTo>
                <a:cubicBezTo>
                  <a:pt x="76432" y="34922"/>
                  <a:pt x="77183" y="32731"/>
                  <a:pt x="75921" y="26420"/>
                </a:cubicBezTo>
                <a:cubicBezTo>
                  <a:pt x="74260" y="18119"/>
                  <a:pt x="79648" y="9008"/>
                  <a:pt x="86217" y="9008"/>
                </a:cubicBezTo>
                <a:cubicBezTo>
                  <a:pt x="88031" y="9008"/>
                  <a:pt x="90286" y="6579"/>
                  <a:pt x="91229" y="3610"/>
                </a:cubicBezTo>
                <a:cubicBezTo>
                  <a:pt x="92878" y="-1587"/>
                  <a:pt x="93226" y="-1498"/>
                  <a:pt x="100572" y="6016"/>
                </a:cubicBezTo>
                <a:cubicBezTo>
                  <a:pt x="104769" y="10308"/>
                  <a:pt x="111640" y="14575"/>
                  <a:pt x="115842" y="15498"/>
                </a:cubicBezTo>
                <a:cubicBezTo>
                  <a:pt x="120151" y="16445"/>
                  <a:pt x="126350" y="20937"/>
                  <a:pt x="130061" y="25801"/>
                </a:cubicBezTo>
                <a:cubicBezTo>
                  <a:pt x="137904" y="36084"/>
                  <a:pt x="151245" y="41900"/>
                  <a:pt x="153502" y="36020"/>
                </a:cubicBezTo>
                <a:cubicBezTo>
                  <a:pt x="155231" y="31515"/>
                  <a:pt x="162509" y="31058"/>
                  <a:pt x="166647" y="35196"/>
                </a:cubicBezTo>
                <a:cubicBezTo>
                  <a:pt x="168865" y="37413"/>
                  <a:pt x="171448" y="37384"/>
                  <a:pt x="177014" y="35079"/>
                </a:cubicBezTo>
                <a:cubicBezTo>
                  <a:pt x="186293" y="31236"/>
                  <a:pt x="197119" y="34830"/>
                  <a:pt x="199575" y="42570"/>
                </a:cubicBezTo>
                <a:cubicBezTo>
                  <a:pt x="202586" y="52057"/>
                  <a:pt x="211392" y="47722"/>
                  <a:pt x="223114" y="30983"/>
                </a:cubicBezTo>
                <a:cubicBezTo>
                  <a:pt x="231922" y="18404"/>
                  <a:pt x="235698" y="15160"/>
                  <a:pt x="243392" y="13562"/>
                </a:cubicBezTo>
                <a:cubicBezTo>
                  <a:pt x="248841" y="12430"/>
                  <a:pt x="254889" y="12690"/>
                  <a:pt x="257664" y="14175"/>
                </a:cubicBezTo>
                <a:cubicBezTo>
                  <a:pt x="260313" y="15593"/>
                  <a:pt x="265874" y="16753"/>
                  <a:pt x="270020" y="16753"/>
                </a:cubicBezTo>
                <a:cubicBezTo>
                  <a:pt x="275778" y="16753"/>
                  <a:pt x="280624" y="19992"/>
                  <a:pt x="290519" y="30455"/>
                </a:cubicBezTo>
                <a:cubicBezTo>
                  <a:pt x="297647" y="37991"/>
                  <a:pt x="305474" y="48017"/>
                  <a:pt x="307913" y="52734"/>
                </a:cubicBezTo>
                <a:cubicBezTo>
                  <a:pt x="312104" y="60839"/>
                  <a:pt x="312105" y="61851"/>
                  <a:pt x="307918" y="71135"/>
                </a:cubicBezTo>
                <a:cubicBezTo>
                  <a:pt x="304686" y="78303"/>
                  <a:pt x="303961" y="84117"/>
                  <a:pt x="305239" y="92635"/>
                </a:cubicBezTo>
                <a:cubicBezTo>
                  <a:pt x="306699" y="102374"/>
                  <a:pt x="305896" y="106269"/>
                  <a:pt x="300393" y="116124"/>
                </a:cubicBezTo>
                <a:cubicBezTo>
                  <a:pt x="293385" y="128678"/>
                  <a:pt x="292058" y="136701"/>
                  <a:pt x="296534" y="139467"/>
                </a:cubicBezTo>
                <a:cubicBezTo>
                  <a:pt x="298276" y="140544"/>
                  <a:pt x="297669" y="142329"/>
                  <a:pt x="294862" y="144381"/>
                </a:cubicBezTo>
                <a:cubicBezTo>
                  <a:pt x="289162" y="148549"/>
                  <a:pt x="291010" y="155821"/>
                  <a:pt x="302443" y="174221"/>
                </a:cubicBezTo>
                <a:cubicBezTo>
                  <a:pt x="315893" y="195868"/>
                  <a:pt x="320598" y="200036"/>
                  <a:pt x="331579" y="200036"/>
                </a:cubicBezTo>
                <a:cubicBezTo>
                  <a:pt x="336873" y="200036"/>
                  <a:pt x="343264" y="201951"/>
                  <a:pt x="345885" y="204322"/>
                </a:cubicBezTo>
                <a:cubicBezTo>
                  <a:pt x="351730" y="209612"/>
                  <a:pt x="352148" y="209195"/>
                  <a:pt x="358173" y="192088"/>
                </a:cubicBezTo>
                <a:cubicBezTo>
                  <a:pt x="360854" y="184473"/>
                  <a:pt x="364021" y="177924"/>
                  <a:pt x="365209" y="177533"/>
                </a:cubicBezTo>
                <a:cubicBezTo>
                  <a:pt x="369150" y="176239"/>
                  <a:pt x="377478" y="201079"/>
                  <a:pt x="378528" y="217259"/>
                </a:cubicBezTo>
                <a:lnTo>
                  <a:pt x="379561" y="233192"/>
                </a:lnTo>
                <a:lnTo>
                  <a:pt x="368302" y="234810"/>
                </a:lnTo>
                <a:cubicBezTo>
                  <a:pt x="362110" y="235699"/>
                  <a:pt x="350654" y="235730"/>
                  <a:pt x="342845" y="234877"/>
                </a:cubicBezTo>
                <a:cubicBezTo>
                  <a:pt x="300900" y="230295"/>
                  <a:pt x="296475" y="230334"/>
                  <a:pt x="294625" y="235311"/>
                </a:cubicBezTo>
                <a:cubicBezTo>
                  <a:pt x="292370" y="241375"/>
                  <a:pt x="269321" y="264572"/>
                  <a:pt x="265550" y="264572"/>
                </a:cubicBezTo>
                <a:cubicBezTo>
                  <a:pt x="261474" y="264572"/>
                  <a:pt x="258070" y="274955"/>
                  <a:pt x="257155" y="290178"/>
                </a:cubicBezTo>
                <a:cubicBezTo>
                  <a:pt x="256642" y="298710"/>
                  <a:pt x="255211" y="303293"/>
                  <a:pt x="253059" y="303293"/>
                </a:cubicBezTo>
                <a:cubicBezTo>
                  <a:pt x="251239" y="303294"/>
                  <a:pt x="248973" y="305327"/>
                  <a:pt x="248021" y="307811"/>
                </a:cubicBezTo>
                <a:cubicBezTo>
                  <a:pt x="247070" y="310296"/>
                  <a:pt x="244168" y="314071"/>
                  <a:pt x="241573" y="316201"/>
                </a:cubicBezTo>
                <a:cubicBezTo>
                  <a:pt x="235220" y="321415"/>
                  <a:pt x="231367" y="342287"/>
                  <a:pt x="230054" y="378609"/>
                </a:cubicBezTo>
                <a:cubicBezTo>
                  <a:pt x="229366" y="397612"/>
                  <a:pt x="227827" y="409663"/>
                  <a:pt x="225886" y="411224"/>
                </a:cubicBezTo>
                <a:cubicBezTo>
                  <a:pt x="220922" y="415217"/>
                  <a:pt x="207671" y="416995"/>
                  <a:pt x="203090" y="414284"/>
                </a:cubicBezTo>
                <a:close/>
              </a:path>
            </a:pathLst>
          </a:custGeom>
          <a:solidFill>
            <a:srgbClr val="B9B9B9"/>
          </a:solidFill>
          <a:ln w="5163" cap="flat">
            <a:noFill/>
            <a:prstDash val="solid"/>
            <a:miter/>
          </a:ln>
        </p:spPr>
        <p:txBody>
          <a:bodyPr/>
          <a:lstStyle/>
          <a:p>
            <a:endParaRPr lang="es-419" noProof="0" dirty="0"/>
          </a:p>
        </p:txBody>
      </p:sp>
      <p:sp>
        <p:nvSpPr>
          <p:cNvPr id="54" name="Forma libre: forma 53">
            <a:extLst>
              <a:ext uri="{FF2B5EF4-FFF2-40B4-BE49-F238E27FC236}">
                <a16:creationId xmlns:a16="http://schemas.microsoft.com/office/drawing/2014/main" id="{3E7982D2-6298-6EDE-5853-5CC9891E4327}"/>
              </a:ext>
            </a:extLst>
          </p:cNvPr>
          <p:cNvSpPr/>
          <p:nvPr/>
        </p:nvSpPr>
        <p:spPr>
          <a:xfrm>
            <a:off x="845627" y="1846993"/>
            <a:ext cx="4301" cy="5162"/>
          </a:xfrm>
          <a:custGeom>
            <a:avLst/>
            <a:gdLst>
              <a:gd name="csX0" fmla="*/ 4301 w 4301"/>
              <a:gd name="csY0" fmla="*/ 2581 h 5162"/>
              <a:gd name="csX1" fmla="*/ 1567 w 4301"/>
              <a:gd name="csY1" fmla="*/ 0 h 5162"/>
              <a:gd name="csX2" fmla="*/ 429 w 4301"/>
              <a:gd name="csY2" fmla="*/ 2581 h 5162"/>
              <a:gd name="csX3" fmla="*/ 3163 w 4301"/>
              <a:gd name="csY3" fmla="*/ 5163 h 5162"/>
              <a:gd name="csX4" fmla="*/ 4301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4301" y="2581"/>
                </a:moveTo>
                <a:cubicBezTo>
                  <a:pt x="4301" y="1162"/>
                  <a:pt x="3071" y="0"/>
                  <a:pt x="1567" y="0"/>
                </a:cubicBezTo>
                <a:cubicBezTo>
                  <a:pt x="64" y="0"/>
                  <a:pt x="-449" y="1162"/>
                  <a:pt x="429" y="2581"/>
                </a:cubicBezTo>
                <a:cubicBezTo>
                  <a:pt x="1306" y="4001"/>
                  <a:pt x="2537" y="5163"/>
                  <a:pt x="3163" y="5163"/>
                </a:cubicBezTo>
                <a:cubicBezTo>
                  <a:pt x="3789" y="5163"/>
                  <a:pt x="4301" y="4001"/>
                  <a:pt x="4301" y="2581"/>
                </a:cubicBezTo>
                <a:close/>
              </a:path>
            </a:pathLst>
          </a:custGeom>
          <a:solidFill>
            <a:srgbClr val="00C100"/>
          </a:solidFill>
          <a:ln w="5163" cap="flat">
            <a:noFill/>
            <a:prstDash val="solid"/>
            <a:miter/>
          </a:ln>
        </p:spPr>
        <p:txBody>
          <a:bodyPr/>
          <a:lstStyle/>
          <a:p>
            <a:endParaRPr lang="es-419" noProof="0" dirty="0"/>
          </a:p>
        </p:txBody>
      </p:sp>
      <p:sp>
        <p:nvSpPr>
          <p:cNvPr id="55" name="Forma libre: forma 54">
            <a:extLst>
              <a:ext uri="{FF2B5EF4-FFF2-40B4-BE49-F238E27FC236}">
                <a16:creationId xmlns:a16="http://schemas.microsoft.com/office/drawing/2014/main" id="{2B449A52-5B8E-49FE-D656-FAECD4A21EE9}"/>
              </a:ext>
            </a:extLst>
          </p:cNvPr>
          <p:cNvSpPr/>
          <p:nvPr/>
        </p:nvSpPr>
        <p:spPr>
          <a:xfrm>
            <a:off x="1407174" y="1572075"/>
            <a:ext cx="229470" cy="427142"/>
          </a:xfrm>
          <a:custGeom>
            <a:avLst/>
            <a:gdLst>
              <a:gd name="csX0" fmla="*/ 59479 w 229470"/>
              <a:gd name="csY0" fmla="*/ 423996 h 427142"/>
              <a:gd name="csX1" fmla="*/ 59694 w 229470"/>
              <a:gd name="csY1" fmla="*/ 396698 h 427142"/>
              <a:gd name="csX2" fmla="*/ 53195 w 229470"/>
              <a:gd name="csY2" fmla="*/ 362114 h 427142"/>
              <a:gd name="csX3" fmla="*/ 47446 w 229470"/>
              <a:gd name="csY3" fmla="*/ 337138 h 427142"/>
              <a:gd name="csX4" fmla="*/ 40306 w 229470"/>
              <a:gd name="csY4" fmla="*/ 312349 h 427142"/>
              <a:gd name="csX5" fmla="*/ 32609 w 229470"/>
              <a:gd name="csY5" fmla="*/ 289116 h 427142"/>
              <a:gd name="csX6" fmla="*/ 35070 w 229470"/>
              <a:gd name="csY6" fmla="*/ 271899 h 427142"/>
              <a:gd name="csX7" fmla="*/ 32418 w 229470"/>
              <a:gd name="csY7" fmla="*/ 260780 h 427142"/>
              <a:gd name="csX8" fmla="*/ 33172 w 229470"/>
              <a:gd name="csY8" fmla="*/ 247019 h 427142"/>
              <a:gd name="csX9" fmla="*/ 57856 w 229470"/>
              <a:gd name="csY9" fmla="*/ 240981 h 427142"/>
              <a:gd name="csX10" fmla="*/ 80243 w 229470"/>
              <a:gd name="csY10" fmla="*/ 236439 h 427142"/>
              <a:gd name="csX11" fmla="*/ 76436 w 229470"/>
              <a:gd name="csY11" fmla="*/ 228427 h 427142"/>
              <a:gd name="csX12" fmla="*/ 66283 w 229470"/>
              <a:gd name="csY12" fmla="*/ 225870 h 427142"/>
              <a:gd name="csX13" fmla="*/ 61369 w 229470"/>
              <a:gd name="csY13" fmla="*/ 221998 h 427142"/>
              <a:gd name="csX14" fmla="*/ 54487 w 229470"/>
              <a:gd name="csY14" fmla="*/ 218126 h 427142"/>
              <a:gd name="csX15" fmla="*/ 50882 w 229470"/>
              <a:gd name="csY15" fmla="*/ 215226 h 427142"/>
              <a:gd name="csX16" fmla="*/ 39078 w 229470"/>
              <a:gd name="csY16" fmla="*/ 199827 h 427142"/>
              <a:gd name="csX17" fmla="*/ 27028 w 229470"/>
              <a:gd name="csY17" fmla="*/ 179593 h 427142"/>
              <a:gd name="csX18" fmla="*/ 26078 w 229470"/>
              <a:gd name="csY18" fmla="*/ 170317 h 427142"/>
              <a:gd name="csX19" fmla="*/ 23581 w 229470"/>
              <a:gd name="csY19" fmla="*/ 162984 h 427142"/>
              <a:gd name="csX20" fmla="*/ 11790 w 229470"/>
              <a:gd name="csY20" fmla="*/ 145065 h 427142"/>
              <a:gd name="csX21" fmla="*/ 0 w 229470"/>
              <a:gd name="csY21" fmla="*/ 132934 h 427142"/>
              <a:gd name="csX22" fmla="*/ 16266 w 229470"/>
              <a:gd name="csY22" fmla="*/ 118970 h 427142"/>
              <a:gd name="csX23" fmla="*/ 37313 w 229470"/>
              <a:gd name="csY23" fmla="*/ 107565 h 427142"/>
              <a:gd name="csX24" fmla="*/ 42526 w 229470"/>
              <a:gd name="csY24" fmla="*/ 109268 h 427142"/>
              <a:gd name="csX25" fmla="*/ 48759 w 229470"/>
              <a:gd name="csY25" fmla="*/ 100129 h 427142"/>
              <a:gd name="csX26" fmla="*/ 49251 w 229470"/>
              <a:gd name="csY26" fmla="*/ 64399 h 427142"/>
              <a:gd name="csX27" fmla="*/ 38960 w 229470"/>
              <a:gd name="csY27" fmla="*/ 62708 h 427142"/>
              <a:gd name="csX28" fmla="*/ 28744 w 229470"/>
              <a:gd name="csY28" fmla="*/ 61040 h 427142"/>
              <a:gd name="csX29" fmla="*/ 53379 w 229470"/>
              <a:gd name="csY29" fmla="*/ 39197 h 427142"/>
              <a:gd name="csX30" fmla="*/ 71905 w 229470"/>
              <a:gd name="csY30" fmla="*/ 19485 h 427142"/>
              <a:gd name="csX31" fmla="*/ 90959 w 229470"/>
              <a:gd name="csY31" fmla="*/ 8717 h 427142"/>
              <a:gd name="csX32" fmla="*/ 109824 w 229470"/>
              <a:gd name="csY32" fmla="*/ 6256 h 427142"/>
              <a:gd name="csX33" fmla="*/ 121001 w 229470"/>
              <a:gd name="csY33" fmla="*/ 2822 h 427142"/>
              <a:gd name="csX34" fmla="*/ 122428 w 229470"/>
              <a:gd name="csY34" fmla="*/ 8347 h 427142"/>
              <a:gd name="csX35" fmla="*/ 111269 w 229470"/>
              <a:gd name="csY35" fmla="*/ 31492 h 427142"/>
              <a:gd name="csX36" fmla="*/ 125654 w 229470"/>
              <a:gd name="csY36" fmla="*/ 68353 h 427142"/>
              <a:gd name="csX37" fmla="*/ 129394 w 229470"/>
              <a:gd name="csY37" fmla="*/ 83822 h 427142"/>
              <a:gd name="csX38" fmla="*/ 132621 w 229470"/>
              <a:gd name="csY38" fmla="*/ 87380 h 427142"/>
              <a:gd name="csX39" fmla="*/ 129420 w 229470"/>
              <a:gd name="csY39" fmla="*/ 96950 h 427142"/>
              <a:gd name="csX40" fmla="*/ 135228 w 229470"/>
              <a:gd name="csY40" fmla="*/ 104581 h 427142"/>
              <a:gd name="csX41" fmla="*/ 149666 w 229470"/>
              <a:gd name="csY41" fmla="*/ 122913 h 427142"/>
              <a:gd name="csX42" fmla="*/ 159752 w 229470"/>
              <a:gd name="csY42" fmla="*/ 139280 h 427142"/>
              <a:gd name="csX43" fmla="*/ 168181 w 229470"/>
              <a:gd name="csY43" fmla="*/ 148315 h 427142"/>
              <a:gd name="csX44" fmla="*/ 179067 w 229470"/>
              <a:gd name="csY44" fmla="*/ 159986 h 427142"/>
              <a:gd name="csX45" fmla="*/ 189769 w 229470"/>
              <a:gd name="csY45" fmla="*/ 164249 h 427142"/>
              <a:gd name="csX46" fmla="*/ 197030 w 229470"/>
              <a:gd name="csY46" fmla="*/ 167037 h 427142"/>
              <a:gd name="csX47" fmla="*/ 208574 w 229470"/>
              <a:gd name="csY47" fmla="*/ 163915 h 427142"/>
              <a:gd name="csX48" fmla="*/ 216996 w 229470"/>
              <a:gd name="csY48" fmla="*/ 163915 h 427142"/>
              <a:gd name="csX49" fmla="*/ 217738 w 229470"/>
              <a:gd name="csY49" fmla="*/ 187794 h 427142"/>
              <a:gd name="csX50" fmla="*/ 224437 w 229470"/>
              <a:gd name="csY50" fmla="*/ 212516 h 427142"/>
              <a:gd name="csX51" fmla="*/ 229386 w 229470"/>
              <a:gd name="csY51" fmla="*/ 216389 h 427142"/>
              <a:gd name="csX52" fmla="*/ 185958 w 229470"/>
              <a:gd name="csY52" fmla="*/ 248433 h 427142"/>
              <a:gd name="csX53" fmla="*/ 168142 w 229470"/>
              <a:gd name="csY53" fmla="*/ 261325 h 427142"/>
              <a:gd name="csX54" fmla="*/ 158371 w 229470"/>
              <a:gd name="csY54" fmla="*/ 277501 h 427142"/>
              <a:gd name="csX55" fmla="*/ 143795 w 229470"/>
              <a:gd name="csY55" fmla="*/ 286536 h 427142"/>
              <a:gd name="csX56" fmla="*/ 128870 w 229470"/>
              <a:gd name="csY56" fmla="*/ 295569 h 427142"/>
              <a:gd name="csX57" fmla="*/ 127129 w 229470"/>
              <a:gd name="csY57" fmla="*/ 308193 h 427142"/>
              <a:gd name="csX58" fmla="*/ 130400 w 229470"/>
              <a:gd name="csY58" fmla="*/ 326436 h 427142"/>
              <a:gd name="csX59" fmla="*/ 134994 w 229470"/>
              <a:gd name="csY59" fmla="*/ 349937 h 427142"/>
              <a:gd name="csX60" fmla="*/ 142327 w 229470"/>
              <a:gd name="csY60" fmla="*/ 362849 h 427142"/>
              <a:gd name="csX61" fmla="*/ 123210 w 229470"/>
              <a:gd name="csY61" fmla="*/ 373013 h 427142"/>
              <a:gd name="csX62" fmla="*/ 101651 w 229470"/>
              <a:gd name="csY62" fmla="*/ 397639 h 427142"/>
              <a:gd name="csX63" fmla="*/ 95883 w 229470"/>
              <a:gd name="csY63" fmla="*/ 407869 h 427142"/>
              <a:gd name="csX64" fmla="*/ 86571 w 229470"/>
              <a:gd name="csY64" fmla="*/ 418453 h 427142"/>
              <a:gd name="csX65" fmla="*/ 80167 w 229470"/>
              <a:gd name="csY65" fmla="*/ 421479 h 427142"/>
              <a:gd name="csX66" fmla="*/ 70822 w 229470"/>
              <a:gd name="csY66" fmla="*/ 423763 h 427142"/>
              <a:gd name="csX67" fmla="*/ 59479 w 229470"/>
              <a:gd name="csY67" fmla="*/ 423996 h 42714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Lst>
            <a:rect l="l" t="t" r="r" b="b"/>
            <a:pathLst>
              <a:path w="229470" h="427142">
                <a:moveTo>
                  <a:pt x="59479" y="423996"/>
                </a:moveTo>
                <a:cubicBezTo>
                  <a:pt x="59345" y="422222"/>
                  <a:pt x="59442" y="409937"/>
                  <a:pt x="59694" y="396698"/>
                </a:cubicBezTo>
                <a:cubicBezTo>
                  <a:pt x="60117" y="374482"/>
                  <a:pt x="59616" y="371817"/>
                  <a:pt x="53195" y="362114"/>
                </a:cubicBezTo>
                <a:cubicBezTo>
                  <a:pt x="47165" y="353002"/>
                  <a:pt x="46399" y="349674"/>
                  <a:pt x="47446" y="337138"/>
                </a:cubicBezTo>
                <a:cubicBezTo>
                  <a:pt x="48558" y="323819"/>
                  <a:pt x="47993" y="321857"/>
                  <a:pt x="40306" y="312349"/>
                </a:cubicBezTo>
                <a:cubicBezTo>
                  <a:pt x="33058" y="303383"/>
                  <a:pt x="32044" y="300323"/>
                  <a:pt x="32609" y="289116"/>
                </a:cubicBezTo>
                <a:cubicBezTo>
                  <a:pt x="32967" y="282017"/>
                  <a:pt x="34074" y="274269"/>
                  <a:pt x="35070" y="271899"/>
                </a:cubicBezTo>
                <a:cubicBezTo>
                  <a:pt x="36124" y="269390"/>
                  <a:pt x="35017" y="264746"/>
                  <a:pt x="32418" y="260780"/>
                </a:cubicBezTo>
                <a:cubicBezTo>
                  <a:pt x="28144" y="254257"/>
                  <a:pt x="28176" y="253678"/>
                  <a:pt x="33172" y="247019"/>
                </a:cubicBezTo>
                <a:cubicBezTo>
                  <a:pt x="38159" y="240374"/>
                  <a:pt x="39247" y="240108"/>
                  <a:pt x="57856" y="240981"/>
                </a:cubicBezTo>
                <a:cubicBezTo>
                  <a:pt x="75524" y="241809"/>
                  <a:pt x="77593" y="241390"/>
                  <a:pt x="80243" y="236439"/>
                </a:cubicBezTo>
                <a:cubicBezTo>
                  <a:pt x="82790" y="231679"/>
                  <a:pt x="82305" y="230659"/>
                  <a:pt x="76436" y="228427"/>
                </a:cubicBezTo>
                <a:cubicBezTo>
                  <a:pt x="72737" y="227021"/>
                  <a:pt x="68168" y="225870"/>
                  <a:pt x="66283" y="225870"/>
                </a:cubicBezTo>
                <a:cubicBezTo>
                  <a:pt x="64397" y="225870"/>
                  <a:pt x="62186" y="224127"/>
                  <a:pt x="61369" y="221998"/>
                </a:cubicBezTo>
                <a:cubicBezTo>
                  <a:pt x="60552" y="219868"/>
                  <a:pt x="57455" y="218126"/>
                  <a:pt x="54487" y="218126"/>
                </a:cubicBezTo>
                <a:cubicBezTo>
                  <a:pt x="51152" y="218126"/>
                  <a:pt x="49775" y="217018"/>
                  <a:pt x="50882" y="215226"/>
                </a:cubicBezTo>
                <a:cubicBezTo>
                  <a:pt x="51914" y="213556"/>
                  <a:pt x="46909" y="207027"/>
                  <a:pt x="39078" y="199827"/>
                </a:cubicBezTo>
                <a:cubicBezTo>
                  <a:pt x="27017" y="188739"/>
                  <a:pt x="25656" y="186453"/>
                  <a:pt x="27028" y="179593"/>
                </a:cubicBezTo>
                <a:cubicBezTo>
                  <a:pt x="27878" y="175340"/>
                  <a:pt x="27451" y="171165"/>
                  <a:pt x="26078" y="170317"/>
                </a:cubicBezTo>
                <a:cubicBezTo>
                  <a:pt x="24704" y="169468"/>
                  <a:pt x="23581" y="166168"/>
                  <a:pt x="23581" y="162984"/>
                </a:cubicBezTo>
                <a:cubicBezTo>
                  <a:pt x="23581" y="159602"/>
                  <a:pt x="18679" y="152152"/>
                  <a:pt x="11790" y="145065"/>
                </a:cubicBezTo>
                <a:lnTo>
                  <a:pt x="0" y="132934"/>
                </a:lnTo>
                <a:lnTo>
                  <a:pt x="16266" y="118970"/>
                </a:lnTo>
                <a:cubicBezTo>
                  <a:pt x="29571" y="107549"/>
                  <a:pt x="33403" y="105472"/>
                  <a:pt x="37313" y="107565"/>
                </a:cubicBezTo>
                <a:cubicBezTo>
                  <a:pt x="39942" y="108972"/>
                  <a:pt x="42288" y="109738"/>
                  <a:pt x="42526" y="109268"/>
                </a:cubicBezTo>
                <a:cubicBezTo>
                  <a:pt x="42764" y="108799"/>
                  <a:pt x="45569" y="104686"/>
                  <a:pt x="48759" y="100129"/>
                </a:cubicBezTo>
                <a:cubicBezTo>
                  <a:pt x="56473" y="89108"/>
                  <a:pt x="56720" y="71159"/>
                  <a:pt x="49251" y="64399"/>
                </a:cubicBezTo>
                <a:cubicBezTo>
                  <a:pt x="44880" y="60443"/>
                  <a:pt x="43064" y="60145"/>
                  <a:pt x="38960" y="62708"/>
                </a:cubicBezTo>
                <a:cubicBezTo>
                  <a:pt x="31928" y="67099"/>
                  <a:pt x="28744" y="66579"/>
                  <a:pt x="28744" y="61040"/>
                </a:cubicBezTo>
                <a:cubicBezTo>
                  <a:pt x="28744" y="53145"/>
                  <a:pt x="42480" y="40966"/>
                  <a:pt x="53379" y="39197"/>
                </a:cubicBezTo>
                <a:cubicBezTo>
                  <a:pt x="66115" y="37130"/>
                  <a:pt x="70109" y="32880"/>
                  <a:pt x="71905" y="19485"/>
                </a:cubicBezTo>
                <a:cubicBezTo>
                  <a:pt x="73827" y="5162"/>
                  <a:pt x="82115" y="478"/>
                  <a:pt x="90959" y="8717"/>
                </a:cubicBezTo>
                <a:cubicBezTo>
                  <a:pt x="98823" y="16043"/>
                  <a:pt x="101930" y="15638"/>
                  <a:pt x="109824" y="6256"/>
                </a:cubicBezTo>
                <a:cubicBezTo>
                  <a:pt x="116173" y="-1290"/>
                  <a:pt x="116721" y="-1458"/>
                  <a:pt x="121001" y="2822"/>
                </a:cubicBezTo>
                <a:cubicBezTo>
                  <a:pt x="124083" y="5904"/>
                  <a:pt x="124533" y="7646"/>
                  <a:pt x="122428" y="8347"/>
                </a:cubicBezTo>
                <a:cubicBezTo>
                  <a:pt x="108913" y="12852"/>
                  <a:pt x="101196" y="28858"/>
                  <a:pt x="111269" y="31492"/>
                </a:cubicBezTo>
                <a:cubicBezTo>
                  <a:pt x="117751" y="33187"/>
                  <a:pt x="127868" y="59114"/>
                  <a:pt x="125654" y="68353"/>
                </a:cubicBezTo>
                <a:cubicBezTo>
                  <a:pt x="122658" y="80848"/>
                  <a:pt x="122997" y="82249"/>
                  <a:pt x="129394" y="83822"/>
                </a:cubicBezTo>
                <a:cubicBezTo>
                  <a:pt x="133741" y="84890"/>
                  <a:pt x="134786" y="86042"/>
                  <a:pt x="132621" y="87380"/>
                </a:cubicBezTo>
                <a:cubicBezTo>
                  <a:pt x="130861" y="88468"/>
                  <a:pt x="129420" y="92774"/>
                  <a:pt x="129420" y="96950"/>
                </a:cubicBezTo>
                <a:cubicBezTo>
                  <a:pt x="129420" y="103090"/>
                  <a:pt x="130531" y="104549"/>
                  <a:pt x="135228" y="104581"/>
                </a:cubicBezTo>
                <a:cubicBezTo>
                  <a:pt x="144939" y="104647"/>
                  <a:pt x="147895" y="108401"/>
                  <a:pt x="149666" y="122913"/>
                </a:cubicBezTo>
                <a:cubicBezTo>
                  <a:pt x="151241" y="135814"/>
                  <a:pt x="151964" y="136987"/>
                  <a:pt x="159752" y="139280"/>
                </a:cubicBezTo>
                <a:cubicBezTo>
                  <a:pt x="166352" y="141223"/>
                  <a:pt x="168150" y="143150"/>
                  <a:pt x="168181" y="148315"/>
                </a:cubicBezTo>
                <a:cubicBezTo>
                  <a:pt x="168242" y="158306"/>
                  <a:pt x="171565" y="161869"/>
                  <a:pt x="179067" y="159986"/>
                </a:cubicBezTo>
                <a:cubicBezTo>
                  <a:pt x="184111" y="158720"/>
                  <a:pt x="186588" y="159706"/>
                  <a:pt x="189769" y="164249"/>
                </a:cubicBezTo>
                <a:cubicBezTo>
                  <a:pt x="193006" y="168870"/>
                  <a:pt x="194589" y="169478"/>
                  <a:pt x="197030" y="167037"/>
                </a:cubicBezTo>
                <a:cubicBezTo>
                  <a:pt x="198747" y="165320"/>
                  <a:pt x="203942" y="163915"/>
                  <a:pt x="208574" y="163915"/>
                </a:cubicBezTo>
                <a:lnTo>
                  <a:pt x="216996" y="163915"/>
                </a:lnTo>
                <a:lnTo>
                  <a:pt x="217738" y="187794"/>
                </a:lnTo>
                <a:cubicBezTo>
                  <a:pt x="218444" y="210514"/>
                  <a:pt x="218769" y="211713"/>
                  <a:pt x="224437" y="212516"/>
                </a:cubicBezTo>
                <a:cubicBezTo>
                  <a:pt x="227714" y="212981"/>
                  <a:pt x="229940" y="214723"/>
                  <a:pt x="229386" y="216389"/>
                </a:cubicBezTo>
                <a:cubicBezTo>
                  <a:pt x="227670" y="221537"/>
                  <a:pt x="190328" y="249091"/>
                  <a:pt x="185958" y="248433"/>
                </a:cubicBezTo>
                <a:cubicBezTo>
                  <a:pt x="178411" y="247297"/>
                  <a:pt x="168142" y="254728"/>
                  <a:pt x="168142" y="261325"/>
                </a:cubicBezTo>
                <a:cubicBezTo>
                  <a:pt x="168142" y="269993"/>
                  <a:pt x="163608" y="277499"/>
                  <a:pt x="158371" y="277501"/>
                </a:cubicBezTo>
                <a:cubicBezTo>
                  <a:pt x="155936" y="277502"/>
                  <a:pt x="149377" y="281568"/>
                  <a:pt x="143795" y="286536"/>
                </a:cubicBezTo>
                <a:cubicBezTo>
                  <a:pt x="138212" y="291504"/>
                  <a:pt x="131496" y="295569"/>
                  <a:pt x="128870" y="295569"/>
                </a:cubicBezTo>
                <a:cubicBezTo>
                  <a:pt x="121381" y="295569"/>
                  <a:pt x="120392" y="302737"/>
                  <a:pt x="127129" y="308193"/>
                </a:cubicBezTo>
                <a:cubicBezTo>
                  <a:pt x="132769" y="312760"/>
                  <a:pt x="132971" y="313884"/>
                  <a:pt x="130400" y="326436"/>
                </a:cubicBezTo>
                <a:cubicBezTo>
                  <a:pt x="127799" y="339132"/>
                  <a:pt x="128033" y="340327"/>
                  <a:pt x="134994" y="349937"/>
                </a:cubicBezTo>
                <a:cubicBezTo>
                  <a:pt x="139027" y="355505"/>
                  <a:pt x="142327" y="361315"/>
                  <a:pt x="142327" y="362849"/>
                </a:cubicBezTo>
                <a:cubicBezTo>
                  <a:pt x="142327" y="368872"/>
                  <a:pt x="134539" y="373013"/>
                  <a:pt x="123210" y="373013"/>
                </a:cubicBezTo>
                <a:cubicBezTo>
                  <a:pt x="109180" y="373013"/>
                  <a:pt x="103724" y="379244"/>
                  <a:pt x="101651" y="397639"/>
                </a:cubicBezTo>
                <a:cubicBezTo>
                  <a:pt x="100573" y="407198"/>
                  <a:pt x="99540" y="409030"/>
                  <a:pt x="95883" y="407869"/>
                </a:cubicBezTo>
                <a:cubicBezTo>
                  <a:pt x="90324" y="406105"/>
                  <a:pt x="84411" y="412825"/>
                  <a:pt x="86571" y="418453"/>
                </a:cubicBezTo>
                <a:cubicBezTo>
                  <a:pt x="87898" y="421912"/>
                  <a:pt x="86764" y="422448"/>
                  <a:pt x="80167" y="421479"/>
                </a:cubicBezTo>
                <a:cubicBezTo>
                  <a:pt x="74953" y="420714"/>
                  <a:pt x="71686" y="421512"/>
                  <a:pt x="70822" y="423763"/>
                </a:cubicBezTo>
                <a:cubicBezTo>
                  <a:pt x="69146" y="428132"/>
                  <a:pt x="59804" y="428324"/>
                  <a:pt x="59479" y="423996"/>
                </a:cubicBezTo>
                <a:close/>
              </a:path>
            </a:pathLst>
          </a:custGeom>
          <a:solidFill>
            <a:srgbClr val="B9B9B9"/>
          </a:solidFill>
          <a:ln w="5163" cap="flat">
            <a:noFill/>
            <a:prstDash val="solid"/>
            <a:miter/>
          </a:ln>
        </p:spPr>
        <p:txBody>
          <a:bodyPr/>
          <a:lstStyle/>
          <a:p>
            <a:endParaRPr lang="es-419" noProof="0" dirty="0"/>
          </a:p>
        </p:txBody>
      </p:sp>
      <p:sp>
        <p:nvSpPr>
          <p:cNvPr id="56" name="Forma libre: forma 55">
            <a:extLst>
              <a:ext uri="{FF2B5EF4-FFF2-40B4-BE49-F238E27FC236}">
                <a16:creationId xmlns:a16="http://schemas.microsoft.com/office/drawing/2014/main" id="{F9FBD48F-0373-9191-485F-E90FFC40CAEC}"/>
              </a:ext>
            </a:extLst>
          </p:cNvPr>
          <p:cNvSpPr/>
          <p:nvPr/>
        </p:nvSpPr>
        <p:spPr>
          <a:xfrm>
            <a:off x="1184880" y="1375117"/>
            <a:ext cx="334306" cy="498738"/>
          </a:xfrm>
          <a:custGeom>
            <a:avLst/>
            <a:gdLst>
              <a:gd name="csX0" fmla="*/ 247743 w 334306"/>
              <a:gd name="csY0" fmla="*/ 496867 h 498738"/>
              <a:gd name="csX1" fmla="*/ 240505 w 334306"/>
              <a:gd name="csY1" fmla="*/ 493884 h 498738"/>
              <a:gd name="csX2" fmla="*/ 219827 w 334306"/>
              <a:gd name="csY2" fmla="*/ 476477 h 498738"/>
              <a:gd name="csX3" fmla="*/ 204292 w 334306"/>
              <a:gd name="csY3" fmla="*/ 470138 h 498738"/>
              <a:gd name="csX4" fmla="*/ 191180 w 334306"/>
              <a:gd name="csY4" fmla="*/ 465927 h 498738"/>
              <a:gd name="csX5" fmla="*/ 185245 w 334306"/>
              <a:gd name="csY5" fmla="*/ 460255 h 498738"/>
              <a:gd name="csX6" fmla="*/ 179372 w 334306"/>
              <a:gd name="csY6" fmla="*/ 456383 h 498738"/>
              <a:gd name="csX7" fmla="*/ 119384 w 334306"/>
              <a:gd name="csY7" fmla="*/ 437991 h 498738"/>
              <a:gd name="csX8" fmla="*/ 89617 w 334306"/>
              <a:gd name="csY8" fmla="*/ 463480 h 498738"/>
              <a:gd name="csX9" fmla="*/ 81270 w 334306"/>
              <a:gd name="csY9" fmla="*/ 471310 h 498738"/>
              <a:gd name="csX10" fmla="*/ 65769 w 334306"/>
              <a:gd name="csY10" fmla="*/ 466800 h 498738"/>
              <a:gd name="csX11" fmla="*/ 41569 w 334306"/>
              <a:gd name="csY11" fmla="*/ 444771 h 498738"/>
              <a:gd name="csX12" fmla="*/ 29063 w 334306"/>
              <a:gd name="csY12" fmla="*/ 422183 h 498738"/>
              <a:gd name="csX13" fmla="*/ 35486 w 334306"/>
              <a:gd name="csY13" fmla="*/ 420247 h 498738"/>
              <a:gd name="csX14" fmla="*/ 36311 w 334306"/>
              <a:gd name="csY14" fmla="*/ 410716 h 498738"/>
              <a:gd name="csX15" fmla="*/ 30682 w 334306"/>
              <a:gd name="csY15" fmla="*/ 404725 h 498738"/>
              <a:gd name="csX16" fmla="*/ 36945 w 334306"/>
              <a:gd name="csY16" fmla="*/ 393771 h 498738"/>
              <a:gd name="csX17" fmla="*/ 44969 w 334306"/>
              <a:gd name="csY17" fmla="*/ 363455 h 498738"/>
              <a:gd name="csX18" fmla="*/ 48481 w 334306"/>
              <a:gd name="csY18" fmla="*/ 335841 h 498738"/>
              <a:gd name="csX19" fmla="*/ 28755 w 334306"/>
              <a:gd name="csY19" fmla="*/ 300210 h 498738"/>
              <a:gd name="csX20" fmla="*/ 9477 w 334306"/>
              <a:gd name="csY20" fmla="*/ 236920 h 498738"/>
              <a:gd name="csX21" fmla="*/ 0 w 334306"/>
              <a:gd name="csY21" fmla="*/ 183956 h 498738"/>
              <a:gd name="csX22" fmla="*/ 8603 w 334306"/>
              <a:gd name="csY22" fmla="*/ 171093 h 498738"/>
              <a:gd name="csX23" fmla="*/ 19247 w 334306"/>
              <a:gd name="csY23" fmla="*/ 157370 h 498738"/>
              <a:gd name="csX24" fmla="*/ 21288 w 334306"/>
              <a:gd name="csY24" fmla="*/ 154226 h 498738"/>
              <a:gd name="csX25" fmla="*/ 42935 w 334306"/>
              <a:gd name="csY25" fmla="*/ 118946 h 498738"/>
              <a:gd name="csX26" fmla="*/ 66467 w 334306"/>
              <a:gd name="csY26" fmla="*/ 79496 h 498738"/>
              <a:gd name="csX27" fmla="*/ 76541 w 334306"/>
              <a:gd name="csY27" fmla="*/ 65175 h 498738"/>
              <a:gd name="csX28" fmla="*/ 97572 w 334306"/>
              <a:gd name="csY28" fmla="*/ 34163 h 498738"/>
              <a:gd name="csX29" fmla="*/ 112627 w 334306"/>
              <a:gd name="csY29" fmla="*/ 9814 h 498738"/>
              <a:gd name="csX30" fmla="*/ 119648 w 334306"/>
              <a:gd name="csY30" fmla="*/ 4329 h 498738"/>
              <a:gd name="csX31" fmla="*/ 132858 w 334306"/>
              <a:gd name="csY31" fmla="*/ 713 h 498738"/>
              <a:gd name="csX32" fmla="*/ 193546 w 334306"/>
              <a:gd name="csY32" fmla="*/ 5578 h 498738"/>
              <a:gd name="csX33" fmla="*/ 220060 w 334306"/>
              <a:gd name="csY33" fmla="*/ 20523 h 498738"/>
              <a:gd name="csX34" fmla="*/ 224578 w 334306"/>
              <a:gd name="csY34" fmla="*/ 25298 h 498738"/>
              <a:gd name="csX35" fmla="*/ 221567 w 334306"/>
              <a:gd name="csY35" fmla="*/ 31335 h 498738"/>
              <a:gd name="csX36" fmla="*/ 217338 w 334306"/>
              <a:gd name="csY36" fmla="*/ 39397 h 498738"/>
              <a:gd name="csX37" fmla="*/ 222891 w 334306"/>
              <a:gd name="csY37" fmla="*/ 37878 h 498738"/>
              <a:gd name="csX38" fmla="*/ 225189 w 334306"/>
              <a:gd name="csY38" fmla="*/ 36902 h 498738"/>
              <a:gd name="csX39" fmla="*/ 234581 w 334306"/>
              <a:gd name="csY39" fmla="*/ 40152 h 498738"/>
              <a:gd name="csX40" fmla="*/ 261177 w 334306"/>
              <a:gd name="csY40" fmla="*/ 57181 h 498738"/>
              <a:gd name="csX41" fmla="*/ 267817 w 334306"/>
              <a:gd name="csY41" fmla="*/ 67059 h 498738"/>
              <a:gd name="csX42" fmla="*/ 274280 w 334306"/>
              <a:gd name="csY42" fmla="*/ 79049 h 498738"/>
              <a:gd name="csX43" fmla="*/ 279443 w 334306"/>
              <a:gd name="csY43" fmla="*/ 91820 h 498738"/>
              <a:gd name="csX44" fmla="*/ 284596 w 334306"/>
              <a:gd name="csY44" fmla="*/ 105775 h 498738"/>
              <a:gd name="csX45" fmla="*/ 291417 w 334306"/>
              <a:gd name="csY45" fmla="*/ 120219 h 498738"/>
              <a:gd name="csX46" fmla="*/ 298659 w 334306"/>
              <a:gd name="csY46" fmla="*/ 133370 h 498738"/>
              <a:gd name="csX47" fmla="*/ 314425 w 334306"/>
              <a:gd name="csY47" fmla="*/ 156674 h 498738"/>
              <a:gd name="csX48" fmla="*/ 323321 w 334306"/>
              <a:gd name="csY48" fmla="*/ 164371 h 498738"/>
              <a:gd name="csX49" fmla="*/ 329277 w 334306"/>
              <a:gd name="csY49" fmla="*/ 172896 h 498738"/>
              <a:gd name="csX50" fmla="*/ 327346 w 334306"/>
              <a:gd name="csY50" fmla="*/ 203260 h 498738"/>
              <a:gd name="csX51" fmla="*/ 321564 w 334306"/>
              <a:gd name="csY51" fmla="*/ 208691 h 498738"/>
              <a:gd name="csX52" fmla="*/ 314839 w 334306"/>
              <a:gd name="csY52" fmla="*/ 201967 h 498738"/>
              <a:gd name="csX53" fmla="*/ 300945 w 334306"/>
              <a:gd name="csY53" fmla="*/ 198679 h 498738"/>
              <a:gd name="csX54" fmla="*/ 291854 w 334306"/>
              <a:gd name="csY54" fmla="*/ 213362 h 498738"/>
              <a:gd name="csX55" fmla="*/ 273477 w 334306"/>
              <a:gd name="csY55" fmla="*/ 233193 h 498738"/>
              <a:gd name="csX56" fmla="*/ 248561 w 334306"/>
              <a:gd name="csY56" fmla="*/ 258261 h 498738"/>
              <a:gd name="csX57" fmla="*/ 254757 w 334306"/>
              <a:gd name="csY57" fmla="*/ 265360 h 498738"/>
              <a:gd name="csX58" fmla="*/ 262758 w 334306"/>
              <a:gd name="csY58" fmla="*/ 262611 h 498738"/>
              <a:gd name="csX59" fmla="*/ 269300 w 334306"/>
              <a:gd name="csY59" fmla="*/ 264243 h 498738"/>
              <a:gd name="csX60" fmla="*/ 257492 w 334306"/>
              <a:gd name="csY60" fmla="*/ 300210 h 498738"/>
              <a:gd name="csX61" fmla="*/ 220205 w 334306"/>
              <a:gd name="csY61" fmla="*/ 329428 h 498738"/>
              <a:gd name="csX62" fmla="*/ 231476 w 334306"/>
              <a:gd name="csY62" fmla="*/ 344578 h 498738"/>
              <a:gd name="csX63" fmla="*/ 244540 w 334306"/>
              <a:gd name="csY63" fmla="*/ 369570 h 498738"/>
              <a:gd name="csX64" fmla="*/ 259568 w 334306"/>
              <a:gd name="csY64" fmla="*/ 400936 h 498738"/>
              <a:gd name="csX65" fmla="*/ 267812 w 334306"/>
              <a:gd name="csY65" fmla="*/ 410972 h 498738"/>
              <a:gd name="csX66" fmla="*/ 272980 w 334306"/>
              <a:gd name="csY66" fmla="*/ 418667 h 498738"/>
              <a:gd name="csX67" fmla="*/ 279745 w 334306"/>
              <a:gd name="csY67" fmla="*/ 423732 h 498738"/>
              <a:gd name="csX68" fmla="*/ 289553 w 334306"/>
              <a:gd name="csY68" fmla="*/ 427604 h 498738"/>
              <a:gd name="csX69" fmla="*/ 298277 w 334306"/>
              <a:gd name="csY69" fmla="*/ 431864 h 498738"/>
              <a:gd name="csX70" fmla="*/ 272913 w 334306"/>
              <a:gd name="csY70" fmla="*/ 433099 h 498738"/>
              <a:gd name="csX71" fmla="*/ 253686 w 334306"/>
              <a:gd name="csY71" fmla="*/ 440109 h 498738"/>
              <a:gd name="csX72" fmla="*/ 252360 w 334306"/>
              <a:gd name="csY72" fmla="*/ 461577 h 498738"/>
              <a:gd name="csX73" fmla="*/ 253346 w 334306"/>
              <a:gd name="csY73" fmla="*/ 468333 h 498738"/>
              <a:gd name="csX74" fmla="*/ 251680 w 334306"/>
              <a:gd name="csY74" fmla="*/ 476637 h 498738"/>
              <a:gd name="csX75" fmla="*/ 251259 w 334306"/>
              <a:gd name="csY75" fmla="*/ 491494 h 498738"/>
              <a:gd name="csX76" fmla="*/ 247743 w 334306"/>
              <a:gd name="csY76" fmla="*/ 496867 h 4987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Lst>
            <a:rect l="l" t="t" r="r" b="b"/>
            <a:pathLst>
              <a:path w="334306" h="498738">
                <a:moveTo>
                  <a:pt x="247743" y="496867"/>
                </a:moveTo>
                <a:cubicBezTo>
                  <a:pt x="246424" y="493506"/>
                  <a:pt x="244367" y="492659"/>
                  <a:pt x="240505" y="493884"/>
                </a:cubicBezTo>
                <a:cubicBezTo>
                  <a:pt x="234008" y="495946"/>
                  <a:pt x="224617" y="488040"/>
                  <a:pt x="219827" y="476477"/>
                </a:cubicBezTo>
                <a:cubicBezTo>
                  <a:pt x="216729" y="468997"/>
                  <a:pt x="216097" y="468739"/>
                  <a:pt x="204292" y="470138"/>
                </a:cubicBezTo>
                <a:cubicBezTo>
                  <a:pt x="193057" y="471468"/>
                  <a:pt x="191916" y="471102"/>
                  <a:pt x="191180" y="465927"/>
                </a:cubicBezTo>
                <a:cubicBezTo>
                  <a:pt x="190659" y="462266"/>
                  <a:pt x="188558" y="460258"/>
                  <a:pt x="185245" y="460255"/>
                </a:cubicBezTo>
                <a:cubicBezTo>
                  <a:pt x="182424" y="460253"/>
                  <a:pt x="179781" y="458510"/>
                  <a:pt x="179372" y="456383"/>
                </a:cubicBezTo>
                <a:cubicBezTo>
                  <a:pt x="178300" y="450818"/>
                  <a:pt x="133997" y="437235"/>
                  <a:pt x="119384" y="437991"/>
                </a:cubicBezTo>
                <a:cubicBezTo>
                  <a:pt x="99217" y="439035"/>
                  <a:pt x="100133" y="438251"/>
                  <a:pt x="89617" y="463480"/>
                </a:cubicBezTo>
                <a:cubicBezTo>
                  <a:pt x="85806" y="472621"/>
                  <a:pt x="84419" y="473923"/>
                  <a:pt x="81270" y="471310"/>
                </a:cubicBezTo>
                <a:cubicBezTo>
                  <a:pt x="79194" y="469587"/>
                  <a:pt x="72218" y="467557"/>
                  <a:pt x="65769" y="466800"/>
                </a:cubicBezTo>
                <a:cubicBezTo>
                  <a:pt x="54283" y="465451"/>
                  <a:pt x="53791" y="465003"/>
                  <a:pt x="41569" y="444771"/>
                </a:cubicBezTo>
                <a:cubicBezTo>
                  <a:pt x="34707" y="433413"/>
                  <a:pt x="29080" y="423248"/>
                  <a:pt x="29063" y="422183"/>
                </a:cubicBezTo>
                <a:cubicBezTo>
                  <a:pt x="29046" y="421119"/>
                  <a:pt x="31937" y="420247"/>
                  <a:pt x="35486" y="420247"/>
                </a:cubicBezTo>
                <a:cubicBezTo>
                  <a:pt x="43403" y="420247"/>
                  <a:pt x="43560" y="418433"/>
                  <a:pt x="36311" y="410716"/>
                </a:cubicBezTo>
                <a:lnTo>
                  <a:pt x="30682" y="404725"/>
                </a:lnTo>
                <a:lnTo>
                  <a:pt x="36945" y="393771"/>
                </a:lnTo>
                <a:cubicBezTo>
                  <a:pt x="41241" y="386255"/>
                  <a:pt x="43760" y="376739"/>
                  <a:pt x="44969" y="363455"/>
                </a:cubicBezTo>
                <a:cubicBezTo>
                  <a:pt x="45939" y="352807"/>
                  <a:pt x="47519" y="340381"/>
                  <a:pt x="48481" y="335841"/>
                </a:cubicBezTo>
                <a:cubicBezTo>
                  <a:pt x="50445" y="326577"/>
                  <a:pt x="45773" y="318139"/>
                  <a:pt x="28755" y="300210"/>
                </a:cubicBezTo>
                <a:cubicBezTo>
                  <a:pt x="18993" y="289925"/>
                  <a:pt x="18916" y="289673"/>
                  <a:pt x="9477" y="236920"/>
                </a:cubicBezTo>
                <a:lnTo>
                  <a:pt x="0" y="183956"/>
                </a:lnTo>
                <a:lnTo>
                  <a:pt x="8603" y="171093"/>
                </a:lnTo>
                <a:cubicBezTo>
                  <a:pt x="13334" y="164019"/>
                  <a:pt x="18124" y="157843"/>
                  <a:pt x="19247" y="157370"/>
                </a:cubicBezTo>
                <a:cubicBezTo>
                  <a:pt x="20370" y="156896"/>
                  <a:pt x="21288" y="155482"/>
                  <a:pt x="21288" y="154226"/>
                </a:cubicBezTo>
                <a:cubicBezTo>
                  <a:pt x="21288" y="152970"/>
                  <a:pt x="31029" y="137094"/>
                  <a:pt x="42935" y="118946"/>
                </a:cubicBezTo>
                <a:cubicBezTo>
                  <a:pt x="54840" y="100798"/>
                  <a:pt x="65430" y="83045"/>
                  <a:pt x="66467" y="79496"/>
                </a:cubicBezTo>
                <a:cubicBezTo>
                  <a:pt x="67505" y="75946"/>
                  <a:pt x="72038" y="69502"/>
                  <a:pt x="76541" y="65175"/>
                </a:cubicBezTo>
                <a:cubicBezTo>
                  <a:pt x="87950" y="54213"/>
                  <a:pt x="95497" y="43084"/>
                  <a:pt x="97572" y="34163"/>
                </a:cubicBezTo>
                <a:cubicBezTo>
                  <a:pt x="99599" y="25448"/>
                  <a:pt x="109249" y="9841"/>
                  <a:pt x="112627" y="9814"/>
                </a:cubicBezTo>
                <a:cubicBezTo>
                  <a:pt x="113880" y="9805"/>
                  <a:pt x="117040" y="7336"/>
                  <a:pt x="119648" y="4329"/>
                </a:cubicBezTo>
                <a:cubicBezTo>
                  <a:pt x="123477" y="-86"/>
                  <a:pt x="126019" y="-782"/>
                  <a:pt x="132858" y="713"/>
                </a:cubicBezTo>
                <a:cubicBezTo>
                  <a:pt x="141063" y="2507"/>
                  <a:pt x="160286" y="4048"/>
                  <a:pt x="193546" y="5578"/>
                </a:cubicBezTo>
                <a:cubicBezTo>
                  <a:pt x="210737" y="6368"/>
                  <a:pt x="220060" y="11623"/>
                  <a:pt x="220060" y="20523"/>
                </a:cubicBezTo>
                <a:cubicBezTo>
                  <a:pt x="220060" y="23333"/>
                  <a:pt x="221912" y="25291"/>
                  <a:pt x="224578" y="25298"/>
                </a:cubicBezTo>
                <a:cubicBezTo>
                  <a:pt x="228025" y="25308"/>
                  <a:pt x="227313" y="26737"/>
                  <a:pt x="221567" y="31335"/>
                </a:cubicBezTo>
                <a:cubicBezTo>
                  <a:pt x="216052" y="35748"/>
                  <a:pt x="214921" y="37903"/>
                  <a:pt x="217338" y="39397"/>
                </a:cubicBezTo>
                <a:cubicBezTo>
                  <a:pt x="219279" y="40596"/>
                  <a:pt x="221565" y="39971"/>
                  <a:pt x="222891" y="37878"/>
                </a:cubicBezTo>
                <a:cubicBezTo>
                  <a:pt x="224130" y="35921"/>
                  <a:pt x="225164" y="35482"/>
                  <a:pt x="225189" y="36902"/>
                </a:cubicBezTo>
                <a:cubicBezTo>
                  <a:pt x="225213" y="38322"/>
                  <a:pt x="229440" y="39784"/>
                  <a:pt x="234581" y="40152"/>
                </a:cubicBezTo>
                <a:cubicBezTo>
                  <a:pt x="243367" y="40781"/>
                  <a:pt x="260731" y="51899"/>
                  <a:pt x="261177" y="57181"/>
                </a:cubicBezTo>
                <a:cubicBezTo>
                  <a:pt x="261279" y="58396"/>
                  <a:pt x="264267" y="62841"/>
                  <a:pt x="267817" y="67059"/>
                </a:cubicBezTo>
                <a:cubicBezTo>
                  <a:pt x="271366" y="71278"/>
                  <a:pt x="274275" y="76673"/>
                  <a:pt x="274280" y="79049"/>
                </a:cubicBezTo>
                <a:cubicBezTo>
                  <a:pt x="274285" y="81424"/>
                  <a:pt x="276609" y="87172"/>
                  <a:pt x="279443" y="91820"/>
                </a:cubicBezTo>
                <a:cubicBezTo>
                  <a:pt x="282277" y="96469"/>
                  <a:pt x="284596" y="102748"/>
                  <a:pt x="284596" y="105775"/>
                </a:cubicBezTo>
                <a:cubicBezTo>
                  <a:pt x="284596" y="108801"/>
                  <a:pt x="287666" y="115301"/>
                  <a:pt x="291417" y="120219"/>
                </a:cubicBezTo>
                <a:cubicBezTo>
                  <a:pt x="295169" y="125138"/>
                  <a:pt x="298428" y="131056"/>
                  <a:pt x="298659" y="133370"/>
                </a:cubicBezTo>
                <a:cubicBezTo>
                  <a:pt x="299477" y="141547"/>
                  <a:pt x="305637" y="150653"/>
                  <a:pt x="314425" y="156674"/>
                </a:cubicBezTo>
                <a:cubicBezTo>
                  <a:pt x="319316" y="160026"/>
                  <a:pt x="323320" y="163489"/>
                  <a:pt x="323321" y="164371"/>
                </a:cubicBezTo>
                <a:cubicBezTo>
                  <a:pt x="323323" y="165253"/>
                  <a:pt x="326003" y="169089"/>
                  <a:pt x="329277" y="172896"/>
                </a:cubicBezTo>
                <a:cubicBezTo>
                  <a:pt x="336682" y="181505"/>
                  <a:pt x="335803" y="195314"/>
                  <a:pt x="327346" y="203260"/>
                </a:cubicBezTo>
                <a:lnTo>
                  <a:pt x="321564" y="208691"/>
                </a:lnTo>
                <a:lnTo>
                  <a:pt x="314839" y="201967"/>
                </a:lnTo>
                <a:cubicBezTo>
                  <a:pt x="308661" y="195789"/>
                  <a:pt x="307532" y="195522"/>
                  <a:pt x="300945" y="198679"/>
                </a:cubicBezTo>
                <a:cubicBezTo>
                  <a:pt x="295346" y="201363"/>
                  <a:pt x="293353" y="204582"/>
                  <a:pt x="291854" y="213362"/>
                </a:cubicBezTo>
                <a:cubicBezTo>
                  <a:pt x="289357" y="227993"/>
                  <a:pt x="286547" y="231025"/>
                  <a:pt x="273477" y="233193"/>
                </a:cubicBezTo>
                <a:cubicBezTo>
                  <a:pt x="260663" y="235319"/>
                  <a:pt x="248722" y="247333"/>
                  <a:pt x="248561" y="258261"/>
                </a:cubicBezTo>
                <a:cubicBezTo>
                  <a:pt x="248475" y="264096"/>
                  <a:pt x="249579" y="265360"/>
                  <a:pt x="254757" y="265360"/>
                </a:cubicBezTo>
                <a:cubicBezTo>
                  <a:pt x="258223" y="265360"/>
                  <a:pt x="261823" y="264123"/>
                  <a:pt x="262758" y="262611"/>
                </a:cubicBezTo>
                <a:cubicBezTo>
                  <a:pt x="263872" y="260808"/>
                  <a:pt x="266124" y="261370"/>
                  <a:pt x="269300" y="264243"/>
                </a:cubicBezTo>
                <a:cubicBezTo>
                  <a:pt x="279445" y="273424"/>
                  <a:pt x="270651" y="300210"/>
                  <a:pt x="257492" y="300210"/>
                </a:cubicBezTo>
                <a:cubicBezTo>
                  <a:pt x="250513" y="300210"/>
                  <a:pt x="220446" y="323770"/>
                  <a:pt x="220205" y="329428"/>
                </a:cubicBezTo>
                <a:cubicBezTo>
                  <a:pt x="220125" y="331300"/>
                  <a:pt x="225197" y="338118"/>
                  <a:pt x="231476" y="344578"/>
                </a:cubicBezTo>
                <a:cubicBezTo>
                  <a:pt x="241029" y="354406"/>
                  <a:pt x="243162" y="358486"/>
                  <a:pt x="244540" y="369570"/>
                </a:cubicBezTo>
                <a:cubicBezTo>
                  <a:pt x="246852" y="388171"/>
                  <a:pt x="250097" y="394944"/>
                  <a:pt x="259568" y="400936"/>
                </a:cubicBezTo>
                <a:cubicBezTo>
                  <a:pt x="264099" y="403804"/>
                  <a:pt x="267809" y="408320"/>
                  <a:pt x="267812" y="410972"/>
                </a:cubicBezTo>
                <a:cubicBezTo>
                  <a:pt x="267815" y="413625"/>
                  <a:pt x="270140" y="417087"/>
                  <a:pt x="272980" y="418667"/>
                </a:cubicBezTo>
                <a:cubicBezTo>
                  <a:pt x="275819" y="420246"/>
                  <a:pt x="278864" y="422525"/>
                  <a:pt x="279745" y="423732"/>
                </a:cubicBezTo>
                <a:cubicBezTo>
                  <a:pt x="280626" y="424939"/>
                  <a:pt x="285040" y="426681"/>
                  <a:pt x="289553" y="427604"/>
                </a:cubicBezTo>
                <a:cubicBezTo>
                  <a:pt x="294067" y="428527"/>
                  <a:pt x="297992" y="430444"/>
                  <a:pt x="298277" y="431864"/>
                </a:cubicBezTo>
                <a:cubicBezTo>
                  <a:pt x="299018" y="435562"/>
                  <a:pt x="277163" y="436626"/>
                  <a:pt x="272913" y="433099"/>
                </a:cubicBezTo>
                <a:cubicBezTo>
                  <a:pt x="268101" y="429105"/>
                  <a:pt x="260026" y="432049"/>
                  <a:pt x="253686" y="440109"/>
                </a:cubicBezTo>
                <a:cubicBezTo>
                  <a:pt x="247489" y="447987"/>
                  <a:pt x="246928" y="457069"/>
                  <a:pt x="252360" y="461577"/>
                </a:cubicBezTo>
                <a:cubicBezTo>
                  <a:pt x="255321" y="464035"/>
                  <a:pt x="255560" y="465666"/>
                  <a:pt x="253346" y="468333"/>
                </a:cubicBezTo>
                <a:cubicBezTo>
                  <a:pt x="251741" y="470267"/>
                  <a:pt x="250992" y="474004"/>
                  <a:pt x="251680" y="476637"/>
                </a:cubicBezTo>
                <a:cubicBezTo>
                  <a:pt x="252369" y="479271"/>
                  <a:pt x="252179" y="485956"/>
                  <a:pt x="251259" y="491494"/>
                </a:cubicBezTo>
                <a:cubicBezTo>
                  <a:pt x="249997" y="499087"/>
                  <a:pt x="249133" y="500409"/>
                  <a:pt x="247743" y="496867"/>
                </a:cubicBezTo>
                <a:close/>
              </a:path>
            </a:pathLst>
          </a:custGeom>
          <a:solidFill>
            <a:srgbClr val="B9B9B9"/>
          </a:solidFill>
          <a:ln w="5163" cap="flat">
            <a:noFill/>
            <a:prstDash val="solid"/>
            <a:miter/>
          </a:ln>
        </p:spPr>
        <p:txBody>
          <a:bodyPr/>
          <a:lstStyle/>
          <a:p>
            <a:endParaRPr lang="es-419" noProof="0" dirty="0"/>
          </a:p>
        </p:txBody>
      </p:sp>
      <p:grpSp>
        <p:nvGrpSpPr>
          <p:cNvPr id="57" name="Gráfico 39">
            <a:extLst>
              <a:ext uri="{FF2B5EF4-FFF2-40B4-BE49-F238E27FC236}">
                <a16:creationId xmlns:a16="http://schemas.microsoft.com/office/drawing/2014/main" id="{F0F8C3CF-2D3E-3B96-CB20-69F12F785F79}"/>
              </a:ext>
            </a:extLst>
          </p:cNvPr>
          <p:cNvGrpSpPr/>
          <p:nvPr/>
        </p:nvGrpSpPr>
        <p:grpSpPr>
          <a:xfrm>
            <a:off x="726816" y="1624037"/>
            <a:ext cx="321478" cy="429471"/>
            <a:chOff x="726816" y="1624037"/>
            <a:chExt cx="321478" cy="429471"/>
          </a:xfrm>
          <a:solidFill>
            <a:srgbClr val="B9B9B9"/>
          </a:solidFill>
        </p:grpSpPr>
        <p:sp>
          <p:nvSpPr>
            <p:cNvPr id="58" name="Forma libre: forma 57">
              <a:extLst>
                <a:ext uri="{FF2B5EF4-FFF2-40B4-BE49-F238E27FC236}">
                  <a16:creationId xmlns:a16="http://schemas.microsoft.com/office/drawing/2014/main" id="{E55515A0-CC7A-535B-6A95-3DA8B02947FD}"/>
                </a:ext>
              </a:extLst>
            </p:cNvPr>
            <p:cNvSpPr/>
            <p:nvPr/>
          </p:nvSpPr>
          <p:spPr>
            <a:xfrm>
              <a:off x="726816" y="1624037"/>
              <a:ext cx="321478" cy="429471"/>
            </a:xfrm>
            <a:custGeom>
              <a:avLst/>
              <a:gdLst>
                <a:gd name="csX0" fmla="*/ 298651 w 321478"/>
                <a:gd name="csY0" fmla="*/ 424657 h 429471"/>
                <a:gd name="csX1" fmla="*/ 285240 w 321478"/>
                <a:gd name="csY1" fmla="*/ 406239 h 429471"/>
                <a:gd name="csX2" fmla="*/ 285795 w 321478"/>
                <a:gd name="csY2" fmla="*/ 410173 h 429471"/>
                <a:gd name="csX3" fmla="*/ 287678 w 321478"/>
                <a:gd name="csY3" fmla="*/ 415491 h 429471"/>
                <a:gd name="csX4" fmla="*/ 268647 w 321478"/>
                <a:gd name="csY4" fmla="*/ 394065 h 429471"/>
                <a:gd name="csX5" fmla="*/ 249603 w 321478"/>
                <a:gd name="csY5" fmla="*/ 371546 h 429471"/>
                <a:gd name="csX6" fmla="*/ 255246 w 321478"/>
                <a:gd name="csY6" fmla="*/ 382701 h 429471"/>
                <a:gd name="csX7" fmla="*/ 260888 w 321478"/>
                <a:gd name="csY7" fmla="*/ 392041 h 429471"/>
                <a:gd name="csX8" fmla="*/ 254982 w 321478"/>
                <a:gd name="csY8" fmla="*/ 386884 h 429471"/>
                <a:gd name="csX9" fmla="*/ 245088 w 321478"/>
                <a:gd name="csY9" fmla="*/ 373977 h 429471"/>
                <a:gd name="csX10" fmla="*/ 227283 w 321478"/>
                <a:gd name="csY10" fmla="*/ 350451 h 429471"/>
                <a:gd name="csX11" fmla="*/ 213463 w 321478"/>
                <a:gd name="csY11" fmla="*/ 331266 h 429471"/>
                <a:gd name="csX12" fmla="*/ 191325 w 321478"/>
                <a:gd name="csY12" fmla="*/ 295282 h 429471"/>
                <a:gd name="csX13" fmla="*/ 182351 w 321478"/>
                <a:gd name="csY13" fmla="*/ 288640 h 429471"/>
                <a:gd name="csX14" fmla="*/ 181003 w 321478"/>
                <a:gd name="csY14" fmla="*/ 283904 h 429471"/>
                <a:gd name="csX15" fmla="*/ 179966 w 321478"/>
                <a:gd name="csY15" fmla="*/ 277802 h 429471"/>
                <a:gd name="csX16" fmla="*/ 170951 w 321478"/>
                <a:gd name="csY16" fmla="*/ 271038 h 429471"/>
                <a:gd name="csX17" fmla="*/ 164513 w 321478"/>
                <a:gd name="csY17" fmla="*/ 268249 h 429471"/>
                <a:gd name="csX18" fmla="*/ 156542 w 321478"/>
                <a:gd name="csY18" fmla="*/ 264259 h 429471"/>
                <a:gd name="csX19" fmla="*/ 146588 w 321478"/>
                <a:gd name="csY19" fmla="*/ 257160 h 429471"/>
                <a:gd name="csX20" fmla="*/ 135566 w 321478"/>
                <a:gd name="csY20" fmla="*/ 244331 h 429471"/>
                <a:gd name="csX21" fmla="*/ 140198 w 321478"/>
                <a:gd name="csY21" fmla="*/ 240806 h 429471"/>
                <a:gd name="csX22" fmla="*/ 149956 w 321478"/>
                <a:gd name="csY22" fmla="*/ 243611 h 429471"/>
                <a:gd name="csX23" fmla="*/ 139967 w 321478"/>
                <a:gd name="csY23" fmla="*/ 232769 h 429471"/>
                <a:gd name="csX24" fmla="*/ 129672 w 321478"/>
                <a:gd name="csY24" fmla="*/ 230788 h 429471"/>
                <a:gd name="csX25" fmla="*/ 122631 w 321478"/>
                <a:gd name="csY25" fmla="*/ 229456 h 429471"/>
                <a:gd name="csX26" fmla="*/ 114075 w 321478"/>
                <a:gd name="csY26" fmla="*/ 225535 h 429471"/>
                <a:gd name="csX27" fmla="*/ 112561 w 321478"/>
                <a:gd name="csY27" fmla="*/ 210989 h 429471"/>
                <a:gd name="csX28" fmla="*/ 113046 w 321478"/>
                <a:gd name="csY28" fmla="*/ 198950 h 429471"/>
                <a:gd name="csX29" fmla="*/ 110205 w 321478"/>
                <a:gd name="csY29" fmla="*/ 203079 h 429471"/>
                <a:gd name="csX30" fmla="*/ 107624 w 321478"/>
                <a:gd name="csY30" fmla="*/ 210049 h 429471"/>
                <a:gd name="csX31" fmla="*/ 105042 w 321478"/>
                <a:gd name="csY31" fmla="*/ 205992 h 429471"/>
                <a:gd name="csX32" fmla="*/ 101146 w 321478"/>
                <a:gd name="csY32" fmla="*/ 198040 h 429471"/>
                <a:gd name="csX33" fmla="*/ 106495 w 321478"/>
                <a:gd name="csY33" fmla="*/ 192040 h 429471"/>
                <a:gd name="csX34" fmla="*/ 110185 w 321478"/>
                <a:gd name="csY34" fmla="*/ 189360 h 429471"/>
                <a:gd name="csX35" fmla="*/ 105416 w 321478"/>
                <a:gd name="csY35" fmla="*/ 184234 h 429471"/>
                <a:gd name="csX36" fmla="*/ 94806 w 321478"/>
                <a:gd name="csY36" fmla="*/ 176570 h 429471"/>
                <a:gd name="csX37" fmla="*/ 84222 w 321478"/>
                <a:gd name="csY37" fmla="*/ 170141 h 429471"/>
                <a:gd name="csX38" fmla="*/ 77400 w 321478"/>
                <a:gd name="csY38" fmla="*/ 165246 h 429471"/>
                <a:gd name="csX39" fmla="*/ 66830 w 321478"/>
                <a:gd name="csY39" fmla="*/ 157291 h 429471"/>
                <a:gd name="csX40" fmla="*/ 62321 w 321478"/>
                <a:gd name="csY40" fmla="*/ 153462 h 429471"/>
                <a:gd name="csX41" fmla="*/ 58487 w 321478"/>
                <a:gd name="csY41" fmla="*/ 146011 h 429471"/>
                <a:gd name="csX42" fmla="*/ 53413 w 321478"/>
                <a:gd name="csY42" fmla="*/ 136585 h 429471"/>
                <a:gd name="csX43" fmla="*/ 46519 w 321478"/>
                <a:gd name="csY43" fmla="*/ 136694 h 429471"/>
                <a:gd name="csX44" fmla="*/ 42767 w 321478"/>
                <a:gd name="csY44" fmla="*/ 137339 h 429471"/>
                <a:gd name="csX45" fmla="*/ 40545 w 321478"/>
                <a:gd name="csY45" fmla="*/ 138358 h 429471"/>
                <a:gd name="csX46" fmla="*/ 34194 w 321478"/>
                <a:gd name="csY46" fmla="*/ 139945 h 429471"/>
                <a:gd name="csX47" fmla="*/ 30312 w 321478"/>
                <a:gd name="csY47" fmla="*/ 128691 h 429471"/>
                <a:gd name="csX48" fmla="*/ 32982 w 321478"/>
                <a:gd name="csY48" fmla="*/ 121125 h 429471"/>
                <a:gd name="csX49" fmla="*/ 29550 w 321478"/>
                <a:gd name="csY49" fmla="*/ 122878 h 429471"/>
                <a:gd name="csX50" fmla="*/ 21151 w 321478"/>
                <a:gd name="csY50" fmla="*/ 122752 h 429471"/>
                <a:gd name="csX51" fmla="*/ 17154 w 321478"/>
                <a:gd name="csY51" fmla="*/ 123427 h 429471"/>
                <a:gd name="csX52" fmla="*/ 6342 w 321478"/>
                <a:gd name="csY52" fmla="*/ 119543 h 429471"/>
                <a:gd name="csX53" fmla="*/ 4365 w 321478"/>
                <a:gd name="csY53" fmla="*/ 113226 h 429471"/>
                <a:gd name="csX54" fmla="*/ 10819 w 321478"/>
                <a:gd name="csY54" fmla="*/ 114808 h 429471"/>
                <a:gd name="csX55" fmla="*/ 4707 w 321478"/>
                <a:gd name="csY55" fmla="*/ 109494 h 429471"/>
                <a:gd name="csX56" fmla="*/ 1796 w 321478"/>
                <a:gd name="csY56" fmla="*/ 100322 h 429471"/>
                <a:gd name="csX57" fmla="*/ 1838 w 321478"/>
                <a:gd name="csY57" fmla="*/ 92658 h 429471"/>
                <a:gd name="csX58" fmla="*/ 4233 w 321478"/>
                <a:gd name="csY58" fmla="*/ 77378 h 429471"/>
                <a:gd name="csX59" fmla="*/ 13902 w 321478"/>
                <a:gd name="csY59" fmla="*/ 62490 h 429471"/>
                <a:gd name="csX60" fmla="*/ 16192 w 321478"/>
                <a:gd name="csY60" fmla="*/ 65508 h 429471"/>
                <a:gd name="csX61" fmla="*/ 14368 w 321478"/>
                <a:gd name="csY61" fmla="*/ 71941 h 429471"/>
                <a:gd name="csX62" fmla="*/ 19324 w 321478"/>
                <a:gd name="csY62" fmla="*/ 65780 h 429471"/>
                <a:gd name="csX63" fmla="*/ 24280 w 321478"/>
                <a:gd name="csY63" fmla="*/ 59619 h 429471"/>
                <a:gd name="csX64" fmla="*/ 25989 w 321478"/>
                <a:gd name="csY64" fmla="*/ 66426 h 429471"/>
                <a:gd name="csX65" fmla="*/ 30049 w 321478"/>
                <a:gd name="csY65" fmla="*/ 73232 h 429471"/>
                <a:gd name="csX66" fmla="*/ 30241 w 321478"/>
                <a:gd name="csY66" fmla="*/ 65700 h 429471"/>
                <a:gd name="csX67" fmla="*/ 47033 w 321478"/>
                <a:gd name="csY67" fmla="*/ 46164 h 429471"/>
                <a:gd name="csX68" fmla="*/ 89508 w 321478"/>
                <a:gd name="csY68" fmla="*/ 4943 h 429471"/>
                <a:gd name="csX69" fmla="*/ 99998 w 321478"/>
                <a:gd name="csY69" fmla="*/ 2688 h 429471"/>
                <a:gd name="csX70" fmla="*/ 114706 w 321478"/>
                <a:gd name="csY70" fmla="*/ 3716 h 429471"/>
                <a:gd name="csX71" fmla="*/ 123108 w 321478"/>
                <a:gd name="csY71" fmla="*/ 2764 h 429471"/>
                <a:gd name="csX72" fmla="*/ 137332 w 321478"/>
                <a:gd name="csY72" fmla="*/ 60759 h 429471"/>
                <a:gd name="csX73" fmla="*/ 159468 w 321478"/>
                <a:gd name="csY73" fmla="*/ 80313 h 429471"/>
                <a:gd name="csX74" fmla="*/ 174324 w 321478"/>
                <a:gd name="csY74" fmla="*/ 89973 h 429471"/>
                <a:gd name="csX75" fmla="*/ 184004 w 321478"/>
                <a:gd name="csY75" fmla="*/ 107383 h 429471"/>
                <a:gd name="csX76" fmla="*/ 190190 w 321478"/>
                <a:gd name="csY76" fmla="*/ 148735 h 429471"/>
                <a:gd name="csX77" fmla="*/ 191494 w 321478"/>
                <a:gd name="csY77" fmla="*/ 177131 h 429471"/>
                <a:gd name="csX78" fmla="*/ 195355 w 321478"/>
                <a:gd name="csY78" fmla="*/ 191824 h 429471"/>
                <a:gd name="csX79" fmla="*/ 205385 w 321478"/>
                <a:gd name="csY79" fmla="*/ 204731 h 429471"/>
                <a:gd name="csX80" fmla="*/ 224780 w 321478"/>
                <a:gd name="csY80" fmla="*/ 233927 h 429471"/>
                <a:gd name="csX81" fmla="*/ 251313 w 321478"/>
                <a:gd name="csY81" fmla="*/ 251602 h 429471"/>
                <a:gd name="csX82" fmla="*/ 265826 w 321478"/>
                <a:gd name="csY82" fmla="*/ 256119 h 429471"/>
                <a:gd name="csX83" fmla="*/ 280190 w 321478"/>
                <a:gd name="csY83" fmla="*/ 283901 h 429471"/>
                <a:gd name="csX84" fmla="*/ 287275 w 321478"/>
                <a:gd name="csY84" fmla="*/ 317016 h 429471"/>
                <a:gd name="csX85" fmla="*/ 290907 w 321478"/>
                <a:gd name="csY85" fmla="*/ 329217 h 429471"/>
                <a:gd name="csX86" fmla="*/ 293537 w 321478"/>
                <a:gd name="csY86" fmla="*/ 337861 h 429471"/>
                <a:gd name="csX87" fmla="*/ 302616 w 321478"/>
                <a:gd name="csY87" fmla="*/ 352211 h 429471"/>
                <a:gd name="csX88" fmla="*/ 314264 w 321478"/>
                <a:gd name="csY88" fmla="*/ 364936 h 429471"/>
                <a:gd name="csX89" fmla="*/ 319645 w 321478"/>
                <a:gd name="csY89" fmla="*/ 375951 h 429471"/>
                <a:gd name="csX90" fmla="*/ 316721 w 321478"/>
                <a:gd name="csY90" fmla="*/ 384238 h 429471"/>
                <a:gd name="csX91" fmla="*/ 312540 w 321478"/>
                <a:gd name="csY91" fmla="*/ 395571 h 429471"/>
                <a:gd name="csX92" fmla="*/ 312871 w 321478"/>
                <a:gd name="csY92" fmla="*/ 424954 h 429471"/>
                <a:gd name="csX93" fmla="*/ 306671 w 321478"/>
                <a:gd name="csY93" fmla="*/ 429472 h 429471"/>
                <a:gd name="csX94" fmla="*/ 298651 w 321478"/>
                <a:gd name="csY94" fmla="*/ 424657 h 4294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321478" h="429471">
                  <a:moveTo>
                    <a:pt x="298651" y="424657"/>
                  </a:moveTo>
                  <a:cubicBezTo>
                    <a:pt x="298651" y="419121"/>
                    <a:pt x="289271" y="406239"/>
                    <a:pt x="285240" y="406239"/>
                  </a:cubicBezTo>
                  <a:cubicBezTo>
                    <a:pt x="283590" y="406239"/>
                    <a:pt x="283808" y="407778"/>
                    <a:pt x="285795" y="410173"/>
                  </a:cubicBezTo>
                  <a:cubicBezTo>
                    <a:pt x="287591" y="412337"/>
                    <a:pt x="288438" y="414730"/>
                    <a:pt x="287678" y="415491"/>
                  </a:cubicBezTo>
                  <a:cubicBezTo>
                    <a:pt x="285539" y="417629"/>
                    <a:pt x="270321" y="400495"/>
                    <a:pt x="268647" y="394065"/>
                  </a:cubicBezTo>
                  <a:cubicBezTo>
                    <a:pt x="267226" y="388605"/>
                    <a:pt x="249603" y="367767"/>
                    <a:pt x="249603" y="371546"/>
                  </a:cubicBezTo>
                  <a:cubicBezTo>
                    <a:pt x="249603" y="372545"/>
                    <a:pt x="252142" y="377564"/>
                    <a:pt x="255246" y="382701"/>
                  </a:cubicBezTo>
                  <a:lnTo>
                    <a:pt x="260888" y="392041"/>
                  </a:lnTo>
                  <a:lnTo>
                    <a:pt x="254982" y="386884"/>
                  </a:lnTo>
                  <a:cubicBezTo>
                    <a:pt x="251733" y="384048"/>
                    <a:pt x="247281" y="378240"/>
                    <a:pt x="245088" y="373977"/>
                  </a:cubicBezTo>
                  <a:cubicBezTo>
                    <a:pt x="242896" y="369714"/>
                    <a:pt x="234883" y="359128"/>
                    <a:pt x="227283" y="350451"/>
                  </a:cubicBezTo>
                  <a:cubicBezTo>
                    <a:pt x="219682" y="341775"/>
                    <a:pt x="213463" y="333142"/>
                    <a:pt x="213463" y="331266"/>
                  </a:cubicBezTo>
                  <a:cubicBezTo>
                    <a:pt x="213463" y="326133"/>
                    <a:pt x="194515" y="295333"/>
                    <a:pt x="191325" y="295282"/>
                  </a:cubicBezTo>
                  <a:cubicBezTo>
                    <a:pt x="189798" y="295257"/>
                    <a:pt x="185760" y="292268"/>
                    <a:pt x="182351" y="288640"/>
                  </a:cubicBezTo>
                  <a:cubicBezTo>
                    <a:pt x="177259" y="283219"/>
                    <a:pt x="177019" y="282375"/>
                    <a:pt x="181003" y="283904"/>
                  </a:cubicBezTo>
                  <a:cubicBezTo>
                    <a:pt x="185315" y="285558"/>
                    <a:pt x="185200" y="284882"/>
                    <a:pt x="179966" y="277802"/>
                  </a:cubicBezTo>
                  <a:cubicBezTo>
                    <a:pt x="176728" y="273422"/>
                    <a:pt x="172671" y="270378"/>
                    <a:pt x="170951" y="271038"/>
                  </a:cubicBezTo>
                  <a:cubicBezTo>
                    <a:pt x="169231" y="271698"/>
                    <a:pt x="166334" y="270443"/>
                    <a:pt x="164513" y="268249"/>
                  </a:cubicBezTo>
                  <a:cubicBezTo>
                    <a:pt x="162692" y="266054"/>
                    <a:pt x="159105" y="264259"/>
                    <a:pt x="156542" y="264259"/>
                  </a:cubicBezTo>
                  <a:cubicBezTo>
                    <a:pt x="153980" y="264259"/>
                    <a:pt x="149500" y="261065"/>
                    <a:pt x="146588" y="257160"/>
                  </a:cubicBezTo>
                  <a:cubicBezTo>
                    <a:pt x="143676" y="253256"/>
                    <a:pt x="138716" y="247482"/>
                    <a:pt x="135566" y="244331"/>
                  </a:cubicBezTo>
                  <a:cubicBezTo>
                    <a:pt x="127839" y="236597"/>
                    <a:pt x="131401" y="233886"/>
                    <a:pt x="140198" y="240806"/>
                  </a:cubicBezTo>
                  <a:cubicBezTo>
                    <a:pt x="145135" y="244689"/>
                    <a:pt x="148042" y="245525"/>
                    <a:pt x="149956" y="243611"/>
                  </a:cubicBezTo>
                  <a:cubicBezTo>
                    <a:pt x="154558" y="239009"/>
                    <a:pt x="147985" y="231874"/>
                    <a:pt x="139967" y="232769"/>
                  </a:cubicBezTo>
                  <a:cubicBezTo>
                    <a:pt x="136133" y="233196"/>
                    <a:pt x="131500" y="232305"/>
                    <a:pt x="129672" y="230788"/>
                  </a:cubicBezTo>
                  <a:cubicBezTo>
                    <a:pt x="127844" y="229271"/>
                    <a:pt x="124675" y="228672"/>
                    <a:pt x="122631" y="229456"/>
                  </a:cubicBezTo>
                  <a:cubicBezTo>
                    <a:pt x="120587" y="230241"/>
                    <a:pt x="116736" y="228476"/>
                    <a:pt x="114075" y="225535"/>
                  </a:cubicBezTo>
                  <a:cubicBezTo>
                    <a:pt x="109769" y="220777"/>
                    <a:pt x="109602" y="219173"/>
                    <a:pt x="112561" y="210989"/>
                  </a:cubicBezTo>
                  <a:cubicBezTo>
                    <a:pt x="114982" y="204297"/>
                    <a:pt x="115114" y="201018"/>
                    <a:pt x="113046" y="198950"/>
                  </a:cubicBezTo>
                  <a:cubicBezTo>
                    <a:pt x="110979" y="196883"/>
                    <a:pt x="110205" y="198007"/>
                    <a:pt x="110205" y="203079"/>
                  </a:cubicBezTo>
                  <a:cubicBezTo>
                    <a:pt x="110205" y="206912"/>
                    <a:pt x="109043" y="210049"/>
                    <a:pt x="107624" y="210049"/>
                  </a:cubicBezTo>
                  <a:cubicBezTo>
                    <a:pt x="106204" y="210049"/>
                    <a:pt x="105042" y="208223"/>
                    <a:pt x="105042" y="205992"/>
                  </a:cubicBezTo>
                  <a:cubicBezTo>
                    <a:pt x="105042" y="203761"/>
                    <a:pt x="103289" y="200182"/>
                    <a:pt x="101146" y="198040"/>
                  </a:cubicBezTo>
                  <a:cubicBezTo>
                    <a:pt x="95668" y="192562"/>
                    <a:pt x="98756" y="189098"/>
                    <a:pt x="106495" y="192040"/>
                  </a:cubicBezTo>
                  <a:cubicBezTo>
                    <a:pt x="112388" y="194281"/>
                    <a:pt x="112698" y="194056"/>
                    <a:pt x="110185" y="189360"/>
                  </a:cubicBezTo>
                  <a:cubicBezTo>
                    <a:pt x="108676" y="186541"/>
                    <a:pt x="106530" y="184234"/>
                    <a:pt x="105416" y="184234"/>
                  </a:cubicBezTo>
                  <a:cubicBezTo>
                    <a:pt x="104302" y="184234"/>
                    <a:pt x="99527" y="180785"/>
                    <a:pt x="94806" y="176570"/>
                  </a:cubicBezTo>
                  <a:cubicBezTo>
                    <a:pt x="90084" y="172354"/>
                    <a:pt x="85321" y="169461"/>
                    <a:pt x="84222" y="170141"/>
                  </a:cubicBezTo>
                  <a:cubicBezTo>
                    <a:pt x="83122" y="170820"/>
                    <a:pt x="80052" y="168617"/>
                    <a:pt x="77400" y="165246"/>
                  </a:cubicBezTo>
                  <a:cubicBezTo>
                    <a:pt x="74748" y="161874"/>
                    <a:pt x="69991" y="158294"/>
                    <a:pt x="66830" y="157291"/>
                  </a:cubicBezTo>
                  <a:cubicBezTo>
                    <a:pt x="63669" y="156287"/>
                    <a:pt x="61640" y="154564"/>
                    <a:pt x="62321" y="153462"/>
                  </a:cubicBezTo>
                  <a:cubicBezTo>
                    <a:pt x="63003" y="152359"/>
                    <a:pt x="61277" y="149007"/>
                    <a:pt x="58487" y="146011"/>
                  </a:cubicBezTo>
                  <a:cubicBezTo>
                    <a:pt x="55696" y="143016"/>
                    <a:pt x="53413" y="138774"/>
                    <a:pt x="53413" y="136585"/>
                  </a:cubicBezTo>
                  <a:cubicBezTo>
                    <a:pt x="53413" y="131375"/>
                    <a:pt x="48531" y="131452"/>
                    <a:pt x="46519" y="136694"/>
                  </a:cubicBezTo>
                  <a:cubicBezTo>
                    <a:pt x="45256" y="139986"/>
                    <a:pt x="44525" y="140111"/>
                    <a:pt x="42767" y="137339"/>
                  </a:cubicBezTo>
                  <a:cubicBezTo>
                    <a:pt x="41090" y="134693"/>
                    <a:pt x="40576" y="134929"/>
                    <a:pt x="40545" y="138358"/>
                  </a:cubicBezTo>
                  <a:cubicBezTo>
                    <a:pt x="40512" y="142152"/>
                    <a:pt x="39561" y="142390"/>
                    <a:pt x="34194" y="139945"/>
                  </a:cubicBezTo>
                  <a:cubicBezTo>
                    <a:pt x="25899" y="136165"/>
                    <a:pt x="24011" y="130691"/>
                    <a:pt x="30312" y="128691"/>
                  </a:cubicBezTo>
                  <a:cubicBezTo>
                    <a:pt x="35660" y="126994"/>
                    <a:pt x="36881" y="123535"/>
                    <a:pt x="32982" y="121125"/>
                  </a:cubicBezTo>
                  <a:cubicBezTo>
                    <a:pt x="31683" y="120322"/>
                    <a:pt x="30139" y="121111"/>
                    <a:pt x="29550" y="122878"/>
                  </a:cubicBezTo>
                  <a:cubicBezTo>
                    <a:pt x="28702" y="125423"/>
                    <a:pt x="26957" y="125397"/>
                    <a:pt x="21151" y="122752"/>
                  </a:cubicBezTo>
                  <a:cubicBezTo>
                    <a:pt x="14600" y="119767"/>
                    <a:pt x="14176" y="119839"/>
                    <a:pt x="17154" y="123427"/>
                  </a:cubicBezTo>
                  <a:cubicBezTo>
                    <a:pt x="23195" y="130706"/>
                    <a:pt x="15185" y="127829"/>
                    <a:pt x="6342" y="119543"/>
                  </a:cubicBezTo>
                  <a:cubicBezTo>
                    <a:pt x="-1702" y="112007"/>
                    <a:pt x="-1792" y="111717"/>
                    <a:pt x="4365" y="113226"/>
                  </a:cubicBezTo>
                  <a:lnTo>
                    <a:pt x="10819" y="114808"/>
                  </a:lnTo>
                  <a:lnTo>
                    <a:pt x="4707" y="109494"/>
                  </a:lnTo>
                  <a:cubicBezTo>
                    <a:pt x="-312" y="105131"/>
                    <a:pt x="-833" y="103490"/>
                    <a:pt x="1796" y="100322"/>
                  </a:cubicBezTo>
                  <a:cubicBezTo>
                    <a:pt x="4323" y="97278"/>
                    <a:pt x="4332" y="95662"/>
                    <a:pt x="1838" y="92658"/>
                  </a:cubicBezTo>
                  <a:cubicBezTo>
                    <a:pt x="-700" y="89600"/>
                    <a:pt x="-229" y="86595"/>
                    <a:pt x="4233" y="77378"/>
                  </a:cubicBezTo>
                  <a:cubicBezTo>
                    <a:pt x="7287" y="71068"/>
                    <a:pt x="11639" y="64368"/>
                    <a:pt x="13902" y="62490"/>
                  </a:cubicBezTo>
                  <a:cubicBezTo>
                    <a:pt x="17532" y="59477"/>
                    <a:pt x="17802" y="59833"/>
                    <a:pt x="16192" y="65508"/>
                  </a:cubicBezTo>
                  <a:lnTo>
                    <a:pt x="14368" y="71941"/>
                  </a:lnTo>
                  <a:lnTo>
                    <a:pt x="19324" y="65780"/>
                  </a:lnTo>
                  <a:lnTo>
                    <a:pt x="24280" y="59619"/>
                  </a:lnTo>
                  <a:lnTo>
                    <a:pt x="25989" y="66426"/>
                  </a:lnTo>
                  <a:cubicBezTo>
                    <a:pt x="26928" y="70169"/>
                    <a:pt x="28755" y="73232"/>
                    <a:pt x="30049" y="73232"/>
                  </a:cubicBezTo>
                  <a:cubicBezTo>
                    <a:pt x="31420" y="73232"/>
                    <a:pt x="31500" y="70091"/>
                    <a:pt x="30241" y="65700"/>
                  </a:cubicBezTo>
                  <a:cubicBezTo>
                    <a:pt x="28162" y="58450"/>
                    <a:pt x="28788" y="57720"/>
                    <a:pt x="47033" y="46164"/>
                  </a:cubicBezTo>
                  <a:cubicBezTo>
                    <a:pt x="66934" y="33559"/>
                    <a:pt x="85466" y="15573"/>
                    <a:pt x="89508" y="4943"/>
                  </a:cubicBezTo>
                  <a:cubicBezTo>
                    <a:pt x="91833" y="-1172"/>
                    <a:pt x="92131" y="-1236"/>
                    <a:pt x="99998" y="2688"/>
                  </a:cubicBezTo>
                  <a:cubicBezTo>
                    <a:pt x="106503" y="5933"/>
                    <a:pt x="109396" y="6135"/>
                    <a:pt x="114706" y="3716"/>
                  </a:cubicBezTo>
                  <a:cubicBezTo>
                    <a:pt x="118341" y="2059"/>
                    <a:pt x="122122" y="1631"/>
                    <a:pt x="123108" y="2764"/>
                  </a:cubicBezTo>
                  <a:cubicBezTo>
                    <a:pt x="125561" y="5583"/>
                    <a:pt x="135461" y="45948"/>
                    <a:pt x="137332" y="60759"/>
                  </a:cubicBezTo>
                  <a:cubicBezTo>
                    <a:pt x="139199" y="75538"/>
                    <a:pt x="141734" y="77777"/>
                    <a:pt x="159468" y="80313"/>
                  </a:cubicBezTo>
                  <a:cubicBezTo>
                    <a:pt x="172513" y="82178"/>
                    <a:pt x="173509" y="82826"/>
                    <a:pt x="174324" y="89973"/>
                  </a:cubicBezTo>
                  <a:cubicBezTo>
                    <a:pt x="174804" y="94187"/>
                    <a:pt x="179160" y="102021"/>
                    <a:pt x="184004" y="107383"/>
                  </a:cubicBezTo>
                  <a:cubicBezTo>
                    <a:pt x="193664" y="118075"/>
                    <a:pt x="194152" y="121338"/>
                    <a:pt x="190190" y="148735"/>
                  </a:cubicBezTo>
                  <a:cubicBezTo>
                    <a:pt x="188197" y="162515"/>
                    <a:pt x="188470" y="168448"/>
                    <a:pt x="191494" y="177131"/>
                  </a:cubicBezTo>
                  <a:cubicBezTo>
                    <a:pt x="193597" y="183167"/>
                    <a:pt x="195335" y="189779"/>
                    <a:pt x="195355" y="191824"/>
                  </a:cubicBezTo>
                  <a:cubicBezTo>
                    <a:pt x="195376" y="193868"/>
                    <a:pt x="199889" y="199676"/>
                    <a:pt x="205385" y="204731"/>
                  </a:cubicBezTo>
                  <a:cubicBezTo>
                    <a:pt x="211344" y="210212"/>
                    <a:pt x="219172" y="221995"/>
                    <a:pt x="224780" y="233927"/>
                  </a:cubicBezTo>
                  <a:cubicBezTo>
                    <a:pt x="234706" y="255043"/>
                    <a:pt x="236093" y="255967"/>
                    <a:pt x="251313" y="251602"/>
                  </a:cubicBezTo>
                  <a:cubicBezTo>
                    <a:pt x="258379" y="249575"/>
                    <a:pt x="260277" y="250166"/>
                    <a:pt x="265826" y="256119"/>
                  </a:cubicBezTo>
                  <a:cubicBezTo>
                    <a:pt x="272628" y="263417"/>
                    <a:pt x="281243" y="280080"/>
                    <a:pt x="280190" y="283901"/>
                  </a:cubicBezTo>
                  <a:cubicBezTo>
                    <a:pt x="278841" y="288796"/>
                    <a:pt x="283826" y="312090"/>
                    <a:pt x="287275" y="317016"/>
                  </a:cubicBezTo>
                  <a:cubicBezTo>
                    <a:pt x="289273" y="319867"/>
                    <a:pt x="290907" y="325358"/>
                    <a:pt x="290907" y="329217"/>
                  </a:cubicBezTo>
                  <a:cubicBezTo>
                    <a:pt x="290907" y="333077"/>
                    <a:pt x="292090" y="336967"/>
                    <a:pt x="293537" y="337861"/>
                  </a:cubicBezTo>
                  <a:cubicBezTo>
                    <a:pt x="294984" y="338755"/>
                    <a:pt x="299069" y="345213"/>
                    <a:pt x="302616" y="352211"/>
                  </a:cubicBezTo>
                  <a:cubicBezTo>
                    <a:pt x="307126" y="361111"/>
                    <a:pt x="310627" y="364936"/>
                    <a:pt x="314264" y="364936"/>
                  </a:cubicBezTo>
                  <a:cubicBezTo>
                    <a:pt x="320436" y="364936"/>
                    <a:pt x="323792" y="371805"/>
                    <a:pt x="319645" y="375951"/>
                  </a:cubicBezTo>
                  <a:cubicBezTo>
                    <a:pt x="318037" y="377560"/>
                    <a:pt x="316721" y="381289"/>
                    <a:pt x="316721" y="384238"/>
                  </a:cubicBezTo>
                  <a:cubicBezTo>
                    <a:pt x="316721" y="387188"/>
                    <a:pt x="314840" y="392287"/>
                    <a:pt x="312540" y="395571"/>
                  </a:cubicBezTo>
                  <a:cubicBezTo>
                    <a:pt x="308425" y="401445"/>
                    <a:pt x="308570" y="414286"/>
                    <a:pt x="312871" y="424954"/>
                  </a:cubicBezTo>
                  <a:cubicBezTo>
                    <a:pt x="314372" y="428678"/>
                    <a:pt x="313283" y="429472"/>
                    <a:pt x="306671" y="429472"/>
                  </a:cubicBezTo>
                  <a:cubicBezTo>
                    <a:pt x="300565" y="429472"/>
                    <a:pt x="298651" y="428323"/>
                    <a:pt x="298651" y="424657"/>
                  </a:cubicBezTo>
                  <a:close/>
                </a:path>
              </a:pathLst>
            </a:custGeom>
            <a:solidFill>
              <a:srgbClr val="B9B9B9"/>
            </a:solidFill>
            <a:ln w="5163" cap="flat">
              <a:noFill/>
              <a:prstDash val="solid"/>
              <a:miter/>
            </a:ln>
          </p:spPr>
          <p:txBody>
            <a:bodyPr/>
            <a:lstStyle/>
            <a:p>
              <a:endParaRPr lang="es-419" noProof="0" dirty="0"/>
            </a:p>
          </p:txBody>
        </p:sp>
        <p:sp>
          <p:nvSpPr>
            <p:cNvPr id="59" name="Forma libre: forma 58">
              <a:extLst>
                <a:ext uri="{FF2B5EF4-FFF2-40B4-BE49-F238E27FC236}">
                  <a16:creationId xmlns:a16="http://schemas.microsoft.com/office/drawing/2014/main" id="{57B24308-4EC5-C00A-F364-0499C032C1AA}"/>
                </a:ext>
              </a:extLst>
            </p:cNvPr>
            <p:cNvSpPr/>
            <p:nvPr/>
          </p:nvSpPr>
          <p:spPr>
            <a:xfrm>
              <a:off x="812163" y="1806340"/>
              <a:ext cx="15955" cy="30179"/>
            </a:xfrm>
            <a:custGeom>
              <a:avLst/>
              <a:gdLst>
                <a:gd name="csX0" fmla="*/ 12859 w 15955"/>
                <a:gd name="csY0" fmla="*/ 27128 h 30179"/>
                <a:gd name="csX1" fmla="*/ 45 w 15955"/>
                <a:gd name="csY1" fmla="*/ 70 h 30179"/>
                <a:gd name="csX2" fmla="*/ 15145 w 15955"/>
                <a:gd name="csY2" fmla="*/ 24519 h 30179"/>
                <a:gd name="csX3" fmla="*/ 12859 w 15955"/>
                <a:gd name="csY3" fmla="*/ 27128 h 30179"/>
              </a:gdLst>
              <a:ahLst/>
              <a:cxnLst>
                <a:cxn ang="0">
                  <a:pos x="csX0" y="csY0"/>
                </a:cxn>
                <a:cxn ang="0">
                  <a:pos x="csX1" y="csY1"/>
                </a:cxn>
                <a:cxn ang="0">
                  <a:pos x="csX2" y="csY2"/>
                </a:cxn>
                <a:cxn ang="0">
                  <a:pos x="csX3" y="csY3"/>
                </a:cxn>
              </a:cxnLst>
              <a:rect l="l" t="t" r="r" b="b"/>
              <a:pathLst>
                <a:path w="15955" h="30179">
                  <a:moveTo>
                    <a:pt x="12859" y="27128"/>
                  </a:moveTo>
                  <a:cubicBezTo>
                    <a:pt x="8119" y="19457"/>
                    <a:pt x="-707" y="822"/>
                    <a:pt x="45" y="70"/>
                  </a:cubicBezTo>
                  <a:cubicBezTo>
                    <a:pt x="1430" y="-1315"/>
                    <a:pt x="13563" y="18330"/>
                    <a:pt x="15145" y="24519"/>
                  </a:cubicBezTo>
                  <a:cubicBezTo>
                    <a:pt x="16793" y="30962"/>
                    <a:pt x="15876" y="32008"/>
                    <a:pt x="12859" y="27128"/>
                  </a:cubicBezTo>
                  <a:close/>
                </a:path>
              </a:pathLst>
            </a:custGeom>
            <a:solidFill>
              <a:srgbClr val="B9B9B9"/>
            </a:solidFill>
            <a:ln w="5163" cap="flat">
              <a:noFill/>
              <a:prstDash val="solid"/>
              <a:miter/>
            </a:ln>
          </p:spPr>
          <p:txBody>
            <a:bodyPr/>
            <a:lstStyle/>
            <a:p>
              <a:endParaRPr lang="es-419" noProof="0" dirty="0"/>
            </a:p>
          </p:txBody>
        </p:sp>
      </p:grpSp>
      <p:sp>
        <p:nvSpPr>
          <p:cNvPr id="60" name="Forma libre: forma 59">
            <a:extLst>
              <a:ext uri="{FF2B5EF4-FFF2-40B4-BE49-F238E27FC236}">
                <a16:creationId xmlns:a16="http://schemas.microsoft.com/office/drawing/2014/main" id="{1CA850BD-FCDA-66C3-54A3-C82BB4BE005F}"/>
              </a:ext>
            </a:extLst>
          </p:cNvPr>
          <p:cNvSpPr/>
          <p:nvPr/>
        </p:nvSpPr>
        <p:spPr>
          <a:xfrm>
            <a:off x="781520" y="1178397"/>
            <a:ext cx="460893" cy="570101"/>
          </a:xfrm>
          <a:custGeom>
            <a:avLst/>
            <a:gdLst>
              <a:gd name="csX0" fmla="*/ 151660 w 460893"/>
              <a:gd name="csY0" fmla="*/ 568610 h 570101"/>
              <a:gd name="csX1" fmla="*/ 140689 w 460893"/>
              <a:gd name="csY1" fmla="*/ 563178 h 570101"/>
              <a:gd name="csX2" fmla="*/ 131877 w 460893"/>
              <a:gd name="csY2" fmla="*/ 549661 h 570101"/>
              <a:gd name="csX3" fmla="*/ 122196 w 460893"/>
              <a:gd name="csY3" fmla="*/ 532968 h 570101"/>
              <a:gd name="csX4" fmla="*/ 107130 w 460893"/>
              <a:gd name="csY4" fmla="*/ 523131 h 570101"/>
              <a:gd name="csX5" fmla="*/ 89869 w 460893"/>
              <a:gd name="csY5" fmla="*/ 518421 h 570101"/>
              <a:gd name="csX6" fmla="*/ 85076 w 460893"/>
              <a:gd name="csY6" fmla="*/ 501266 h 570101"/>
              <a:gd name="csX7" fmla="*/ 77677 w 460893"/>
              <a:gd name="csY7" fmla="*/ 465952 h 570101"/>
              <a:gd name="csX8" fmla="*/ 72006 w 460893"/>
              <a:gd name="csY8" fmla="*/ 445300 h 570101"/>
              <a:gd name="csX9" fmla="*/ 58957 w 460893"/>
              <a:gd name="csY9" fmla="*/ 446095 h 570101"/>
              <a:gd name="csX10" fmla="*/ 35144 w 460893"/>
              <a:gd name="csY10" fmla="*/ 436548 h 570101"/>
              <a:gd name="csX11" fmla="*/ 24381 w 460893"/>
              <a:gd name="csY11" fmla="*/ 426207 h 570101"/>
              <a:gd name="csX12" fmla="*/ 26114 w 460893"/>
              <a:gd name="csY12" fmla="*/ 405421 h 570101"/>
              <a:gd name="csX13" fmla="*/ 25165 w 460893"/>
              <a:gd name="csY13" fmla="*/ 384636 h 570101"/>
              <a:gd name="csX14" fmla="*/ 17520 w 460893"/>
              <a:gd name="csY14" fmla="*/ 374956 h 570101"/>
              <a:gd name="csX15" fmla="*/ 6475 w 460893"/>
              <a:gd name="csY15" fmla="*/ 353942 h 570101"/>
              <a:gd name="csX16" fmla="*/ 196 w 460893"/>
              <a:gd name="csY16" fmla="*/ 332000 h 570101"/>
              <a:gd name="csX17" fmla="*/ 0 w 460893"/>
              <a:gd name="csY17" fmla="*/ 321391 h 570101"/>
              <a:gd name="csX18" fmla="*/ 20006 w 460893"/>
              <a:gd name="csY18" fmla="*/ 322209 h 570101"/>
              <a:gd name="csX19" fmla="*/ 37306 w 460893"/>
              <a:gd name="csY19" fmla="*/ 304003 h 570101"/>
              <a:gd name="csX20" fmla="*/ 36933 w 460893"/>
              <a:gd name="csY20" fmla="*/ 289805 h 570101"/>
              <a:gd name="csX21" fmla="*/ 37690 w 460893"/>
              <a:gd name="csY21" fmla="*/ 253719 h 570101"/>
              <a:gd name="csX22" fmla="*/ 41303 w 460893"/>
              <a:gd name="csY22" fmla="*/ 221451 h 570101"/>
              <a:gd name="csX23" fmla="*/ 48412 w 460893"/>
              <a:gd name="csY23" fmla="*/ 202644 h 570101"/>
              <a:gd name="csX24" fmla="*/ 48257 w 460893"/>
              <a:gd name="csY24" fmla="*/ 124622 h 570101"/>
              <a:gd name="csX25" fmla="*/ 40464 w 460893"/>
              <a:gd name="csY25" fmla="*/ 83859 h 570101"/>
              <a:gd name="csX26" fmla="*/ 52830 w 460893"/>
              <a:gd name="csY26" fmla="*/ 45160 h 570101"/>
              <a:gd name="csX27" fmla="*/ 63246 w 460893"/>
              <a:gd name="csY27" fmla="*/ 46920 h 570101"/>
              <a:gd name="csX28" fmla="*/ 63246 w 460893"/>
              <a:gd name="csY28" fmla="*/ 23460 h 570101"/>
              <a:gd name="csX29" fmla="*/ 66672 w 460893"/>
              <a:gd name="csY29" fmla="*/ 0 h 570101"/>
              <a:gd name="csX30" fmla="*/ 126691 w 460893"/>
              <a:gd name="csY30" fmla="*/ 3798 h 570101"/>
              <a:gd name="csX31" fmla="*/ 203405 w 460893"/>
              <a:gd name="csY31" fmla="*/ 8311 h 570101"/>
              <a:gd name="csX32" fmla="*/ 223527 w 460893"/>
              <a:gd name="csY32" fmla="*/ 9026 h 570101"/>
              <a:gd name="csX33" fmla="*/ 229665 w 460893"/>
              <a:gd name="csY33" fmla="*/ 21938 h 570101"/>
              <a:gd name="csX34" fmla="*/ 254984 w 460893"/>
              <a:gd name="csY34" fmla="*/ 54210 h 570101"/>
              <a:gd name="csX35" fmla="*/ 267180 w 460893"/>
              <a:gd name="csY35" fmla="*/ 65624 h 570101"/>
              <a:gd name="csX36" fmla="*/ 283960 w 460893"/>
              <a:gd name="csY36" fmla="*/ 83994 h 570101"/>
              <a:gd name="csX37" fmla="*/ 300739 w 460893"/>
              <a:gd name="csY37" fmla="*/ 103278 h 570101"/>
              <a:gd name="csX38" fmla="*/ 307688 w 460893"/>
              <a:gd name="csY38" fmla="*/ 107024 h 570101"/>
              <a:gd name="csX39" fmla="*/ 338320 w 460893"/>
              <a:gd name="csY39" fmla="*/ 140082 h 570101"/>
              <a:gd name="csX40" fmla="*/ 345307 w 460893"/>
              <a:gd name="csY40" fmla="*/ 156757 h 570101"/>
              <a:gd name="csX41" fmla="*/ 350264 w 460893"/>
              <a:gd name="csY41" fmla="*/ 174757 h 570101"/>
              <a:gd name="csX42" fmla="*/ 353728 w 460893"/>
              <a:gd name="csY42" fmla="*/ 192882 h 570101"/>
              <a:gd name="csX43" fmla="*/ 357557 w 460893"/>
              <a:gd name="csY43" fmla="*/ 206186 h 570101"/>
              <a:gd name="csX44" fmla="*/ 373046 w 460893"/>
              <a:gd name="csY44" fmla="*/ 221653 h 570101"/>
              <a:gd name="csX45" fmla="*/ 388508 w 460893"/>
              <a:gd name="csY45" fmla="*/ 235073 h 570101"/>
              <a:gd name="csX46" fmla="*/ 408536 w 460893"/>
              <a:gd name="csY46" fmla="*/ 251563 h 570101"/>
              <a:gd name="csX47" fmla="*/ 419486 w 460893"/>
              <a:gd name="csY47" fmla="*/ 258145 h 570101"/>
              <a:gd name="csX48" fmla="*/ 429612 w 460893"/>
              <a:gd name="csY48" fmla="*/ 264555 h 570101"/>
              <a:gd name="csX49" fmla="*/ 440498 w 460893"/>
              <a:gd name="csY49" fmla="*/ 270196 h 570101"/>
              <a:gd name="csX50" fmla="*/ 458638 w 460893"/>
              <a:gd name="csY50" fmla="*/ 279871 h 570101"/>
              <a:gd name="csX51" fmla="*/ 433706 w 460893"/>
              <a:gd name="csY51" fmla="*/ 328123 h 570101"/>
              <a:gd name="csX52" fmla="*/ 401785 w 460893"/>
              <a:gd name="csY52" fmla="*/ 376892 h 570101"/>
              <a:gd name="csX53" fmla="*/ 408173 w 460893"/>
              <a:gd name="csY53" fmla="*/ 427230 h 570101"/>
              <a:gd name="csX54" fmla="*/ 407224 w 460893"/>
              <a:gd name="csY54" fmla="*/ 481463 h 570101"/>
              <a:gd name="csX55" fmla="*/ 357001 w 460893"/>
              <a:gd name="csY55" fmla="*/ 500599 h 570101"/>
              <a:gd name="csX56" fmla="*/ 339993 w 460893"/>
              <a:gd name="csY56" fmla="*/ 507393 h 570101"/>
              <a:gd name="csX57" fmla="*/ 315871 w 460893"/>
              <a:gd name="csY57" fmla="*/ 500146 h 570101"/>
              <a:gd name="csX58" fmla="*/ 305685 w 460893"/>
              <a:gd name="csY58" fmla="*/ 499249 h 570101"/>
              <a:gd name="csX59" fmla="*/ 291896 w 460893"/>
              <a:gd name="csY59" fmla="*/ 499687 h 570101"/>
              <a:gd name="csX60" fmla="*/ 270870 w 460893"/>
              <a:gd name="csY60" fmla="*/ 491757 h 570101"/>
              <a:gd name="csX61" fmla="*/ 256706 w 460893"/>
              <a:gd name="csY61" fmla="*/ 481408 h 570101"/>
              <a:gd name="csX62" fmla="*/ 242051 w 460893"/>
              <a:gd name="csY62" fmla="*/ 472207 h 570101"/>
              <a:gd name="csX63" fmla="*/ 227525 w 460893"/>
              <a:gd name="csY63" fmla="*/ 468533 h 570101"/>
              <a:gd name="csX64" fmla="*/ 222731 w 460893"/>
              <a:gd name="csY64" fmla="*/ 472486 h 570101"/>
              <a:gd name="csX65" fmla="*/ 210984 w 460893"/>
              <a:gd name="csY65" fmla="*/ 493362 h 570101"/>
              <a:gd name="csX66" fmla="*/ 200162 w 460893"/>
              <a:gd name="csY66" fmla="*/ 504374 h 570101"/>
              <a:gd name="csX67" fmla="*/ 192160 w 460893"/>
              <a:gd name="csY67" fmla="*/ 516880 h 570101"/>
              <a:gd name="csX68" fmla="*/ 189436 w 460893"/>
              <a:gd name="csY68" fmla="*/ 530760 h 570101"/>
              <a:gd name="csX69" fmla="*/ 184534 w 460893"/>
              <a:gd name="csY69" fmla="*/ 547022 h 570101"/>
              <a:gd name="csX70" fmla="*/ 182598 w 460893"/>
              <a:gd name="csY70" fmla="*/ 561518 h 570101"/>
              <a:gd name="csX71" fmla="*/ 164446 w 460893"/>
              <a:gd name="csY71" fmla="*/ 570049 h 570101"/>
              <a:gd name="csX72" fmla="*/ 151660 w 460893"/>
              <a:gd name="csY72" fmla="*/ 568610 h 5701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Lst>
            <a:rect l="l" t="t" r="r" b="b"/>
            <a:pathLst>
              <a:path w="460893" h="570101">
                <a:moveTo>
                  <a:pt x="151660" y="568610"/>
                </a:moveTo>
                <a:cubicBezTo>
                  <a:pt x="143384" y="567865"/>
                  <a:pt x="140689" y="566530"/>
                  <a:pt x="140689" y="563178"/>
                </a:cubicBezTo>
                <a:cubicBezTo>
                  <a:pt x="140689" y="560733"/>
                  <a:pt x="136724" y="554651"/>
                  <a:pt x="131877" y="549661"/>
                </a:cubicBezTo>
                <a:cubicBezTo>
                  <a:pt x="126875" y="544511"/>
                  <a:pt x="122689" y="537293"/>
                  <a:pt x="122196" y="532968"/>
                </a:cubicBezTo>
                <a:cubicBezTo>
                  <a:pt x="121389" y="525881"/>
                  <a:pt x="120335" y="525192"/>
                  <a:pt x="107130" y="523131"/>
                </a:cubicBezTo>
                <a:cubicBezTo>
                  <a:pt x="99321" y="521912"/>
                  <a:pt x="91554" y="519792"/>
                  <a:pt x="89869" y="518421"/>
                </a:cubicBezTo>
                <a:cubicBezTo>
                  <a:pt x="88184" y="517050"/>
                  <a:pt x="86027" y="509330"/>
                  <a:pt x="85076" y="501266"/>
                </a:cubicBezTo>
                <a:cubicBezTo>
                  <a:pt x="84126" y="493202"/>
                  <a:pt x="80796" y="477310"/>
                  <a:pt x="77677" y="465952"/>
                </a:cubicBezTo>
                <a:lnTo>
                  <a:pt x="72006" y="445300"/>
                </a:lnTo>
                <a:lnTo>
                  <a:pt x="58957" y="446095"/>
                </a:lnTo>
                <a:cubicBezTo>
                  <a:pt x="46778" y="446836"/>
                  <a:pt x="45189" y="446199"/>
                  <a:pt x="35144" y="436548"/>
                </a:cubicBezTo>
                <a:lnTo>
                  <a:pt x="24381" y="426207"/>
                </a:lnTo>
                <a:lnTo>
                  <a:pt x="26114" y="405421"/>
                </a:lnTo>
                <a:cubicBezTo>
                  <a:pt x="27263" y="391650"/>
                  <a:pt x="26942" y="384636"/>
                  <a:pt x="25165" y="384636"/>
                </a:cubicBezTo>
                <a:cubicBezTo>
                  <a:pt x="23689" y="384636"/>
                  <a:pt x="20249" y="380280"/>
                  <a:pt x="17520" y="374956"/>
                </a:cubicBezTo>
                <a:cubicBezTo>
                  <a:pt x="14791" y="369631"/>
                  <a:pt x="9821" y="360175"/>
                  <a:pt x="6475" y="353942"/>
                </a:cubicBezTo>
                <a:cubicBezTo>
                  <a:pt x="3106" y="347664"/>
                  <a:pt x="305" y="337877"/>
                  <a:pt x="196" y="332000"/>
                </a:cubicBezTo>
                <a:lnTo>
                  <a:pt x="0" y="321391"/>
                </a:lnTo>
                <a:lnTo>
                  <a:pt x="20006" y="322209"/>
                </a:lnTo>
                <a:cubicBezTo>
                  <a:pt x="42391" y="323125"/>
                  <a:pt x="42565" y="322942"/>
                  <a:pt x="37306" y="304003"/>
                </a:cubicBezTo>
                <a:cubicBezTo>
                  <a:pt x="35685" y="298169"/>
                  <a:pt x="35538" y="292562"/>
                  <a:pt x="36933" y="289805"/>
                </a:cubicBezTo>
                <a:cubicBezTo>
                  <a:pt x="38201" y="287300"/>
                  <a:pt x="38542" y="271061"/>
                  <a:pt x="37690" y="253719"/>
                </a:cubicBezTo>
                <a:cubicBezTo>
                  <a:pt x="36207" y="223555"/>
                  <a:pt x="36364" y="222156"/>
                  <a:pt x="41303" y="221451"/>
                </a:cubicBezTo>
                <a:cubicBezTo>
                  <a:pt x="45680" y="220826"/>
                  <a:pt x="46762" y="217964"/>
                  <a:pt x="48412" y="202644"/>
                </a:cubicBezTo>
                <a:cubicBezTo>
                  <a:pt x="51806" y="171127"/>
                  <a:pt x="51726" y="130863"/>
                  <a:pt x="48257" y="124622"/>
                </a:cubicBezTo>
                <a:cubicBezTo>
                  <a:pt x="46501" y="121464"/>
                  <a:pt x="42994" y="103121"/>
                  <a:pt x="40464" y="83859"/>
                </a:cubicBezTo>
                <a:cubicBezTo>
                  <a:pt x="35209" y="43860"/>
                  <a:pt x="35717" y="42269"/>
                  <a:pt x="52830" y="45160"/>
                </a:cubicBezTo>
                <a:lnTo>
                  <a:pt x="63246" y="46920"/>
                </a:lnTo>
                <a:lnTo>
                  <a:pt x="63246" y="23460"/>
                </a:lnTo>
                <a:cubicBezTo>
                  <a:pt x="63246" y="5683"/>
                  <a:pt x="64076" y="0"/>
                  <a:pt x="66672" y="0"/>
                </a:cubicBezTo>
                <a:cubicBezTo>
                  <a:pt x="68557" y="0"/>
                  <a:pt x="95565" y="1709"/>
                  <a:pt x="126691" y="3798"/>
                </a:cubicBezTo>
                <a:cubicBezTo>
                  <a:pt x="157817" y="5887"/>
                  <a:pt x="192338" y="7917"/>
                  <a:pt x="203405" y="8311"/>
                </a:cubicBezTo>
                <a:lnTo>
                  <a:pt x="223527" y="9026"/>
                </a:lnTo>
                <a:lnTo>
                  <a:pt x="229665" y="21938"/>
                </a:lnTo>
                <a:cubicBezTo>
                  <a:pt x="235583" y="34389"/>
                  <a:pt x="251134" y="54210"/>
                  <a:pt x="254984" y="54210"/>
                </a:cubicBezTo>
                <a:cubicBezTo>
                  <a:pt x="256963" y="54210"/>
                  <a:pt x="267180" y="63772"/>
                  <a:pt x="267180" y="65624"/>
                </a:cubicBezTo>
                <a:cubicBezTo>
                  <a:pt x="267180" y="66222"/>
                  <a:pt x="274731" y="74489"/>
                  <a:pt x="283960" y="83994"/>
                </a:cubicBezTo>
                <a:cubicBezTo>
                  <a:pt x="293188" y="93499"/>
                  <a:pt x="300739" y="102177"/>
                  <a:pt x="300739" y="103278"/>
                </a:cubicBezTo>
                <a:cubicBezTo>
                  <a:pt x="300739" y="104379"/>
                  <a:pt x="303866" y="106065"/>
                  <a:pt x="307688" y="107024"/>
                </a:cubicBezTo>
                <a:cubicBezTo>
                  <a:pt x="316754" y="109299"/>
                  <a:pt x="336159" y="130241"/>
                  <a:pt x="338320" y="140082"/>
                </a:cubicBezTo>
                <a:cubicBezTo>
                  <a:pt x="339250" y="144316"/>
                  <a:pt x="342394" y="151820"/>
                  <a:pt x="345307" y="156757"/>
                </a:cubicBezTo>
                <a:cubicBezTo>
                  <a:pt x="348253" y="161749"/>
                  <a:pt x="350453" y="169738"/>
                  <a:pt x="350264" y="174757"/>
                </a:cubicBezTo>
                <a:cubicBezTo>
                  <a:pt x="350078" y="179720"/>
                  <a:pt x="351636" y="187876"/>
                  <a:pt x="353728" y="192882"/>
                </a:cubicBezTo>
                <a:cubicBezTo>
                  <a:pt x="355820" y="197888"/>
                  <a:pt x="357543" y="203875"/>
                  <a:pt x="357557" y="206186"/>
                </a:cubicBezTo>
                <a:cubicBezTo>
                  <a:pt x="357572" y="208497"/>
                  <a:pt x="364542" y="215457"/>
                  <a:pt x="373046" y="221653"/>
                </a:cubicBezTo>
                <a:cubicBezTo>
                  <a:pt x="381550" y="227849"/>
                  <a:pt x="388508" y="233888"/>
                  <a:pt x="388508" y="235073"/>
                </a:cubicBezTo>
                <a:cubicBezTo>
                  <a:pt x="388508" y="239850"/>
                  <a:pt x="400638" y="249837"/>
                  <a:pt x="408536" y="251563"/>
                </a:cubicBezTo>
                <a:cubicBezTo>
                  <a:pt x="413162" y="252574"/>
                  <a:pt x="418090" y="255536"/>
                  <a:pt x="419486" y="258145"/>
                </a:cubicBezTo>
                <a:cubicBezTo>
                  <a:pt x="420882" y="260754"/>
                  <a:pt x="425439" y="263638"/>
                  <a:pt x="429612" y="264555"/>
                </a:cubicBezTo>
                <a:cubicBezTo>
                  <a:pt x="433785" y="265471"/>
                  <a:pt x="438684" y="268010"/>
                  <a:pt x="440498" y="270196"/>
                </a:cubicBezTo>
                <a:cubicBezTo>
                  <a:pt x="443409" y="273704"/>
                  <a:pt x="453843" y="279268"/>
                  <a:pt x="458638" y="279871"/>
                </a:cubicBezTo>
                <a:cubicBezTo>
                  <a:pt x="464237" y="280575"/>
                  <a:pt x="460647" y="287523"/>
                  <a:pt x="433706" y="328123"/>
                </a:cubicBezTo>
                <a:cubicBezTo>
                  <a:pt x="417320" y="352816"/>
                  <a:pt x="402956" y="374762"/>
                  <a:pt x="401785" y="376892"/>
                </a:cubicBezTo>
                <a:cubicBezTo>
                  <a:pt x="400523" y="379188"/>
                  <a:pt x="403122" y="399673"/>
                  <a:pt x="408173" y="427230"/>
                </a:cubicBezTo>
                <a:cubicBezTo>
                  <a:pt x="419157" y="487163"/>
                  <a:pt x="419215" y="483871"/>
                  <a:pt x="407224" y="481463"/>
                </a:cubicBezTo>
                <a:cubicBezTo>
                  <a:pt x="377101" y="475416"/>
                  <a:pt x="375238" y="476126"/>
                  <a:pt x="357001" y="500599"/>
                </a:cubicBezTo>
                <a:cubicBezTo>
                  <a:pt x="346599" y="514558"/>
                  <a:pt x="343773" y="515687"/>
                  <a:pt x="339993" y="507393"/>
                </a:cubicBezTo>
                <a:cubicBezTo>
                  <a:pt x="336462" y="499643"/>
                  <a:pt x="325739" y="496421"/>
                  <a:pt x="315871" y="500146"/>
                </a:cubicBezTo>
                <a:cubicBezTo>
                  <a:pt x="310307" y="502246"/>
                  <a:pt x="308004" y="502043"/>
                  <a:pt x="305685" y="499249"/>
                </a:cubicBezTo>
                <a:cubicBezTo>
                  <a:pt x="301762" y="494522"/>
                  <a:pt x="296907" y="494676"/>
                  <a:pt x="291896" y="499687"/>
                </a:cubicBezTo>
                <a:cubicBezTo>
                  <a:pt x="286395" y="505188"/>
                  <a:pt x="278982" y="502392"/>
                  <a:pt x="270870" y="491757"/>
                </a:cubicBezTo>
                <a:cubicBezTo>
                  <a:pt x="267159" y="486892"/>
                  <a:pt x="260921" y="482334"/>
                  <a:pt x="256706" y="481408"/>
                </a:cubicBezTo>
                <a:cubicBezTo>
                  <a:pt x="252563" y="480498"/>
                  <a:pt x="245969" y="476358"/>
                  <a:pt x="242051" y="472207"/>
                </a:cubicBezTo>
                <a:cubicBezTo>
                  <a:pt x="234140" y="463825"/>
                  <a:pt x="229757" y="462717"/>
                  <a:pt x="227525" y="468533"/>
                </a:cubicBezTo>
                <a:cubicBezTo>
                  <a:pt x="226708" y="470663"/>
                  <a:pt x="224550" y="472442"/>
                  <a:pt x="222731" y="472486"/>
                </a:cubicBezTo>
                <a:cubicBezTo>
                  <a:pt x="216831" y="472631"/>
                  <a:pt x="209780" y="485162"/>
                  <a:pt x="210984" y="493362"/>
                </a:cubicBezTo>
                <a:cubicBezTo>
                  <a:pt x="212266" y="502098"/>
                  <a:pt x="211304" y="503076"/>
                  <a:pt x="200162" y="504374"/>
                </a:cubicBezTo>
                <a:cubicBezTo>
                  <a:pt x="189734" y="505588"/>
                  <a:pt x="189645" y="505728"/>
                  <a:pt x="192160" y="516880"/>
                </a:cubicBezTo>
                <a:cubicBezTo>
                  <a:pt x="193910" y="524639"/>
                  <a:pt x="193416" y="527159"/>
                  <a:pt x="189436" y="530760"/>
                </a:cubicBezTo>
                <a:cubicBezTo>
                  <a:pt x="186033" y="533840"/>
                  <a:pt x="184562" y="538720"/>
                  <a:pt x="184534" y="547022"/>
                </a:cubicBezTo>
                <a:cubicBezTo>
                  <a:pt x="184512" y="553546"/>
                  <a:pt x="183641" y="560069"/>
                  <a:pt x="182598" y="561518"/>
                </a:cubicBezTo>
                <a:cubicBezTo>
                  <a:pt x="180445" y="564508"/>
                  <a:pt x="167199" y="570734"/>
                  <a:pt x="164446" y="570049"/>
                </a:cubicBezTo>
                <a:cubicBezTo>
                  <a:pt x="163448" y="569801"/>
                  <a:pt x="157694" y="569154"/>
                  <a:pt x="151660" y="568610"/>
                </a:cubicBezTo>
                <a:close/>
              </a:path>
            </a:pathLst>
          </a:custGeom>
          <a:solidFill>
            <a:srgbClr val="B9B9B9"/>
          </a:solidFill>
          <a:ln w="5163" cap="flat">
            <a:noFill/>
            <a:prstDash val="solid"/>
            <a:miter/>
          </a:ln>
        </p:spPr>
        <p:txBody>
          <a:bodyPr/>
          <a:lstStyle/>
          <a:p>
            <a:endParaRPr lang="es-419" noProof="0" dirty="0"/>
          </a:p>
        </p:txBody>
      </p:sp>
      <p:sp>
        <p:nvSpPr>
          <p:cNvPr id="61" name="Forma libre: forma 60">
            <a:extLst>
              <a:ext uri="{FF2B5EF4-FFF2-40B4-BE49-F238E27FC236}">
                <a16:creationId xmlns:a16="http://schemas.microsoft.com/office/drawing/2014/main" id="{577496F9-1B10-5E58-1703-3F9EFECF4D79}"/>
              </a:ext>
            </a:extLst>
          </p:cNvPr>
          <p:cNvSpPr/>
          <p:nvPr/>
        </p:nvSpPr>
        <p:spPr>
          <a:xfrm>
            <a:off x="2038384" y="2469122"/>
            <a:ext cx="332998" cy="314936"/>
          </a:xfrm>
          <a:custGeom>
            <a:avLst/>
            <a:gdLst>
              <a:gd name="csX0" fmla="*/ 150508 w 332998"/>
              <a:gd name="csY0" fmla="*/ 295153 h 314936"/>
              <a:gd name="csX1" fmla="*/ 122921 w 332998"/>
              <a:gd name="csY1" fmla="*/ 269012 h 314936"/>
              <a:gd name="csX2" fmla="*/ 122279 w 332998"/>
              <a:gd name="csY2" fmla="*/ 264031 h 314936"/>
              <a:gd name="csX3" fmla="*/ 126546 w 332998"/>
              <a:gd name="csY3" fmla="*/ 262908 h 314936"/>
              <a:gd name="csX4" fmla="*/ 106954 w 332998"/>
              <a:gd name="csY4" fmla="*/ 254224 h 314936"/>
              <a:gd name="csX5" fmla="*/ 78561 w 332998"/>
              <a:gd name="csY5" fmla="*/ 232541 h 314936"/>
              <a:gd name="csX6" fmla="*/ 60903 w 332998"/>
              <a:gd name="csY6" fmla="*/ 216842 h 314936"/>
              <a:gd name="csX7" fmla="*/ 60455 w 332998"/>
              <a:gd name="csY7" fmla="*/ 213585 h 314936"/>
              <a:gd name="csX8" fmla="*/ 56711 w 332998"/>
              <a:gd name="csY8" fmla="*/ 207285 h 314936"/>
              <a:gd name="csX9" fmla="*/ 53349 w 332998"/>
              <a:gd name="csY9" fmla="*/ 207961 h 314936"/>
              <a:gd name="csX10" fmla="*/ 34703 w 332998"/>
              <a:gd name="csY10" fmla="*/ 200142 h 314936"/>
              <a:gd name="csX11" fmla="*/ 16028 w 332998"/>
              <a:gd name="csY11" fmla="*/ 187234 h 314936"/>
              <a:gd name="csX12" fmla="*/ 16436 w 332998"/>
              <a:gd name="csY12" fmla="*/ 184359 h 314936"/>
              <a:gd name="csX13" fmla="*/ 14549 w 332998"/>
              <a:gd name="csY13" fmla="*/ 178120 h 314936"/>
              <a:gd name="csX14" fmla="*/ 7908 w 332998"/>
              <a:gd name="csY14" fmla="*/ 171021 h 314936"/>
              <a:gd name="csX15" fmla="*/ 2407 w 332998"/>
              <a:gd name="csY15" fmla="*/ 154470 h 314936"/>
              <a:gd name="csX16" fmla="*/ 6812 w 332998"/>
              <a:gd name="csY16" fmla="*/ 119621 h 314936"/>
              <a:gd name="csX17" fmla="*/ 17071 w 332998"/>
              <a:gd name="csY17" fmla="*/ 91641 h 314936"/>
              <a:gd name="csX18" fmla="*/ 20635 w 332998"/>
              <a:gd name="csY18" fmla="*/ 82008 h 314936"/>
              <a:gd name="csX19" fmla="*/ 29523 w 332998"/>
              <a:gd name="csY19" fmla="*/ 71230 h 314936"/>
              <a:gd name="csX20" fmla="*/ 42896 w 332998"/>
              <a:gd name="csY20" fmla="*/ 48085 h 314936"/>
              <a:gd name="csX21" fmla="*/ 49532 w 332998"/>
              <a:gd name="csY21" fmla="*/ 35969 h 314936"/>
              <a:gd name="csX22" fmla="*/ 54906 w 332998"/>
              <a:gd name="csY22" fmla="*/ 23257 h 314936"/>
              <a:gd name="csX23" fmla="*/ 66531 w 332998"/>
              <a:gd name="csY23" fmla="*/ 0 h 314936"/>
              <a:gd name="csX24" fmla="*/ 82468 w 332998"/>
              <a:gd name="csY24" fmla="*/ 19425 h 314936"/>
              <a:gd name="csX25" fmla="*/ 95351 w 332998"/>
              <a:gd name="csY25" fmla="*/ 43885 h 314936"/>
              <a:gd name="csX26" fmla="*/ 106141 w 332998"/>
              <a:gd name="csY26" fmla="*/ 49048 h 314936"/>
              <a:gd name="csX27" fmla="*/ 113640 w 332998"/>
              <a:gd name="csY27" fmla="*/ 54166 h 314936"/>
              <a:gd name="csX28" fmla="*/ 132249 w 332998"/>
              <a:gd name="csY28" fmla="*/ 34653 h 314936"/>
              <a:gd name="csX29" fmla="*/ 156404 w 332998"/>
              <a:gd name="csY29" fmla="*/ 10326 h 314936"/>
              <a:gd name="csX30" fmla="*/ 168334 w 332998"/>
              <a:gd name="csY30" fmla="*/ 6060 h 314936"/>
              <a:gd name="csX31" fmla="*/ 186389 w 332998"/>
              <a:gd name="csY31" fmla="*/ 9933 h 314936"/>
              <a:gd name="csX32" fmla="*/ 200349 w 332998"/>
              <a:gd name="csY32" fmla="*/ 18070 h 314936"/>
              <a:gd name="csX33" fmla="*/ 204999 w 332998"/>
              <a:gd name="csY33" fmla="*/ 30473 h 314936"/>
              <a:gd name="csX34" fmla="*/ 218185 w 332998"/>
              <a:gd name="csY34" fmla="*/ 43802 h 314936"/>
              <a:gd name="csX35" fmla="*/ 227241 w 332998"/>
              <a:gd name="csY35" fmla="*/ 50036 h 314936"/>
              <a:gd name="csX36" fmla="*/ 238424 w 332998"/>
              <a:gd name="csY36" fmla="*/ 60571 h 314936"/>
              <a:gd name="csX37" fmla="*/ 261581 w 332998"/>
              <a:gd name="csY37" fmla="*/ 79599 h 314936"/>
              <a:gd name="csX38" fmla="*/ 276424 w 332998"/>
              <a:gd name="csY38" fmla="*/ 89453 h 314936"/>
              <a:gd name="csX39" fmla="*/ 280389 w 332998"/>
              <a:gd name="csY39" fmla="*/ 90232 h 314936"/>
              <a:gd name="csX40" fmla="*/ 288978 w 332998"/>
              <a:gd name="csY40" fmla="*/ 95366 h 314936"/>
              <a:gd name="csX41" fmla="*/ 309784 w 332998"/>
              <a:gd name="csY41" fmla="*/ 117828 h 314936"/>
              <a:gd name="csX42" fmla="*/ 323208 w 332998"/>
              <a:gd name="csY42" fmla="*/ 127731 h 314936"/>
              <a:gd name="csX43" fmla="*/ 330610 w 332998"/>
              <a:gd name="csY43" fmla="*/ 136947 h 314936"/>
              <a:gd name="csX44" fmla="*/ 327230 w 332998"/>
              <a:gd name="csY44" fmla="*/ 153094 h 314936"/>
              <a:gd name="csX45" fmla="*/ 328146 w 332998"/>
              <a:gd name="csY45" fmla="*/ 164492 h 314936"/>
              <a:gd name="csX46" fmla="*/ 285552 w 332998"/>
              <a:gd name="csY46" fmla="*/ 166189 h 314936"/>
              <a:gd name="csX47" fmla="*/ 228050 w 332998"/>
              <a:gd name="csY47" fmla="*/ 169472 h 314936"/>
              <a:gd name="csX48" fmla="*/ 213142 w 332998"/>
              <a:gd name="csY48" fmla="*/ 171057 h 314936"/>
              <a:gd name="csX49" fmla="*/ 197915 w 332998"/>
              <a:gd name="csY49" fmla="*/ 199758 h 314936"/>
              <a:gd name="csX50" fmla="*/ 180329 w 332998"/>
              <a:gd name="csY50" fmla="*/ 231127 h 314936"/>
              <a:gd name="csX51" fmla="*/ 181055 w 332998"/>
              <a:gd name="csY51" fmla="*/ 253031 h 314936"/>
              <a:gd name="csX52" fmla="*/ 185000 w 332998"/>
              <a:gd name="csY52" fmla="*/ 272477 h 314936"/>
              <a:gd name="csX53" fmla="*/ 182260 w 332998"/>
              <a:gd name="csY53" fmla="*/ 301769 h 314936"/>
              <a:gd name="csX54" fmla="*/ 174070 w 332998"/>
              <a:gd name="csY54" fmla="*/ 314937 h 314936"/>
              <a:gd name="csX55" fmla="*/ 150508 w 332998"/>
              <a:gd name="csY55" fmla="*/ 295153 h 3149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Lst>
            <a:rect l="l" t="t" r="r" b="b"/>
            <a:pathLst>
              <a:path w="332998" h="314936">
                <a:moveTo>
                  <a:pt x="150508" y="295153"/>
                </a:moveTo>
                <a:cubicBezTo>
                  <a:pt x="138884" y="284272"/>
                  <a:pt x="126470" y="272508"/>
                  <a:pt x="122921" y="269012"/>
                </a:cubicBezTo>
                <a:cubicBezTo>
                  <a:pt x="116541" y="262727"/>
                  <a:pt x="116534" y="262670"/>
                  <a:pt x="122279" y="264031"/>
                </a:cubicBezTo>
                <a:cubicBezTo>
                  <a:pt x="125681" y="264837"/>
                  <a:pt x="127450" y="264371"/>
                  <a:pt x="126546" y="262908"/>
                </a:cubicBezTo>
                <a:cubicBezTo>
                  <a:pt x="124960" y="260342"/>
                  <a:pt x="114693" y="255791"/>
                  <a:pt x="106954" y="254224"/>
                </a:cubicBezTo>
                <a:cubicBezTo>
                  <a:pt x="98738" y="252560"/>
                  <a:pt x="93040" y="248209"/>
                  <a:pt x="78561" y="232541"/>
                </a:cubicBezTo>
                <a:cubicBezTo>
                  <a:pt x="70581" y="223906"/>
                  <a:pt x="62635" y="216842"/>
                  <a:pt x="60903" y="216842"/>
                </a:cubicBezTo>
                <a:cubicBezTo>
                  <a:pt x="58660" y="216842"/>
                  <a:pt x="58531" y="215904"/>
                  <a:pt x="60455" y="213585"/>
                </a:cubicBezTo>
                <a:cubicBezTo>
                  <a:pt x="62461" y="211169"/>
                  <a:pt x="61494" y="209543"/>
                  <a:pt x="56711" y="207285"/>
                </a:cubicBezTo>
                <a:cubicBezTo>
                  <a:pt x="51186" y="204678"/>
                  <a:pt x="50705" y="204775"/>
                  <a:pt x="53349" y="207961"/>
                </a:cubicBezTo>
                <a:cubicBezTo>
                  <a:pt x="59572" y="215458"/>
                  <a:pt x="50558" y="211678"/>
                  <a:pt x="34703" y="200142"/>
                </a:cubicBezTo>
                <a:cubicBezTo>
                  <a:pt x="25983" y="193796"/>
                  <a:pt x="17579" y="187988"/>
                  <a:pt x="16028" y="187234"/>
                </a:cubicBezTo>
                <a:cubicBezTo>
                  <a:pt x="14108" y="186301"/>
                  <a:pt x="14238" y="185384"/>
                  <a:pt x="16436" y="184359"/>
                </a:cubicBezTo>
                <a:cubicBezTo>
                  <a:pt x="21429" y="182028"/>
                  <a:pt x="20247" y="178120"/>
                  <a:pt x="14549" y="178120"/>
                </a:cubicBezTo>
                <a:cubicBezTo>
                  <a:pt x="11062" y="178120"/>
                  <a:pt x="8950" y="175862"/>
                  <a:pt x="7908" y="171021"/>
                </a:cubicBezTo>
                <a:cubicBezTo>
                  <a:pt x="7068" y="167117"/>
                  <a:pt x="4593" y="159669"/>
                  <a:pt x="2407" y="154470"/>
                </a:cubicBezTo>
                <a:cubicBezTo>
                  <a:pt x="-1401" y="145413"/>
                  <a:pt x="-1217" y="143959"/>
                  <a:pt x="6812" y="119621"/>
                </a:cubicBezTo>
                <a:cubicBezTo>
                  <a:pt x="11420" y="105652"/>
                  <a:pt x="16036" y="93061"/>
                  <a:pt x="17071" y="91641"/>
                </a:cubicBezTo>
                <a:cubicBezTo>
                  <a:pt x="18105" y="90222"/>
                  <a:pt x="19709" y="85887"/>
                  <a:pt x="20635" y="82008"/>
                </a:cubicBezTo>
                <a:cubicBezTo>
                  <a:pt x="21600" y="77965"/>
                  <a:pt x="25393" y="73366"/>
                  <a:pt x="29523" y="71230"/>
                </a:cubicBezTo>
                <a:cubicBezTo>
                  <a:pt x="37293" y="67213"/>
                  <a:pt x="42896" y="57515"/>
                  <a:pt x="42896" y="48085"/>
                </a:cubicBezTo>
                <a:cubicBezTo>
                  <a:pt x="42896" y="44850"/>
                  <a:pt x="45882" y="39398"/>
                  <a:pt x="49532" y="35969"/>
                </a:cubicBezTo>
                <a:cubicBezTo>
                  <a:pt x="54317" y="31473"/>
                  <a:pt x="55816" y="27929"/>
                  <a:pt x="54906" y="23257"/>
                </a:cubicBezTo>
                <a:cubicBezTo>
                  <a:pt x="53161" y="14292"/>
                  <a:pt x="60305" y="0"/>
                  <a:pt x="66531" y="0"/>
                </a:cubicBezTo>
                <a:cubicBezTo>
                  <a:pt x="74307" y="0"/>
                  <a:pt x="80918" y="8058"/>
                  <a:pt x="82468" y="19425"/>
                </a:cubicBezTo>
                <a:cubicBezTo>
                  <a:pt x="84849" y="36891"/>
                  <a:pt x="88533" y="43885"/>
                  <a:pt x="95351" y="43885"/>
                </a:cubicBezTo>
                <a:cubicBezTo>
                  <a:pt x="98716" y="43885"/>
                  <a:pt x="103572" y="46208"/>
                  <a:pt x="106141" y="49048"/>
                </a:cubicBezTo>
                <a:cubicBezTo>
                  <a:pt x="108711" y="51887"/>
                  <a:pt x="112086" y="54190"/>
                  <a:pt x="113640" y="54166"/>
                </a:cubicBezTo>
                <a:cubicBezTo>
                  <a:pt x="117209" y="54110"/>
                  <a:pt x="125915" y="44980"/>
                  <a:pt x="132249" y="34653"/>
                </a:cubicBezTo>
                <a:cubicBezTo>
                  <a:pt x="141121" y="20185"/>
                  <a:pt x="150911" y="10326"/>
                  <a:pt x="156404" y="10326"/>
                </a:cubicBezTo>
                <a:cubicBezTo>
                  <a:pt x="159385" y="10326"/>
                  <a:pt x="164754" y="8406"/>
                  <a:pt x="168334" y="6060"/>
                </a:cubicBezTo>
                <a:cubicBezTo>
                  <a:pt x="174611" y="1948"/>
                  <a:pt x="175258" y="2087"/>
                  <a:pt x="186389" y="9933"/>
                </a:cubicBezTo>
                <a:cubicBezTo>
                  <a:pt x="192739" y="14408"/>
                  <a:pt x="199021" y="18070"/>
                  <a:pt x="200349" y="18070"/>
                </a:cubicBezTo>
                <a:cubicBezTo>
                  <a:pt x="204669" y="18070"/>
                  <a:pt x="208141" y="27331"/>
                  <a:pt x="204999" y="30473"/>
                </a:cubicBezTo>
                <a:cubicBezTo>
                  <a:pt x="200842" y="34630"/>
                  <a:pt x="205908" y="39750"/>
                  <a:pt x="218185" y="43802"/>
                </a:cubicBezTo>
                <a:cubicBezTo>
                  <a:pt x="223767" y="45645"/>
                  <a:pt x="227842" y="48450"/>
                  <a:pt x="227241" y="50036"/>
                </a:cubicBezTo>
                <a:cubicBezTo>
                  <a:pt x="226639" y="51622"/>
                  <a:pt x="231671" y="56363"/>
                  <a:pt x="238424" y="60571"/>
                </a:cubicBezTo>
                <a:cubicBezTo>
                  <a:pt x="245177" y="64780"/>
                  <a:pt x="255598" y="73342"/>
                  <a:pt x="261581" y="79599"/>
                </a:cubicBezTo>
                <a:cubicBezTo>
                  <a:pt x="268586" y="86925"/>
                  <a:pt x="273870" y="90433"/>
                  <a:pt x="276424" y="89453"/>
                </a:cubicBezTo>
                <a:cubicBezTo>
                  <a:pt x="278605" y="88616"/>
                  <a:pt x="280389" y="88966"/>
                  <a:pt x="280389" y="90232"/>
                </a:cubicBezTo>
                <a:cubicBezTo>
                  <a:pt x="280389" y="91497"/>
                  <a:pt x="284254" y="93807"/>
                  <a:pt x="288978" y="95366"/>
                </a:cubicBezTo>
                <a:cubicBezTo>
                  <a:pt x="297678" y="98238"/>
                  <a:pt x="306636" y="107909"/>
                  <a:pt x="309784" y="117828"/>
                </a:cubicBezTo>
                <a:cubicBezTo>
                  <a:pt x="310845" y="121169"/>
                  <a:pt x="316015" y="124983"/>
                  <a:pt x="323208" y="127731"/>
                </a:cubicBezTo>
                <a:cubicBezTo>
                  <a:pt x="334331" y="131978"/>
                  <a:pt x="334696" y="132432"/>
                  <a:pt x="330610" y="136947"/>
                </a:cubicBezTo>
                <a:cubicBezTo>
                  <a:pt x="327588" y="140286"/>
                  <a:pt x="326585" y="145078"/>
                  <a:pt x="327230" y="153094"/>
                </a:cubicBezTo>
                <a:lnTo>
                  <a:pt x="328146" y="164492"/>
                </a:lnTo>
                <a:lnTo>
                  <a:pt x="285552" y="166189"/>
                </a:lnTo>
                <a:cubicBezTo>
                  <a:pt x="262126" y="167123"/>
                  <a:pt x="236250" y="168600"/>
                  <a:pt x="228050" y="169472"/>
                </a:cubicBezTo>
                <a:lnTo>
                  <a:pt x="213142" y="171057"/>
                </a:lnTo>
                <a:lnTo>
                  <a:pt x="197915" y="199758"/>
                </a:lnTo>
                <a:cubicBezTo>
                  <a:pt x="189539" y="215543"/>
                  <a:pt x="181626" y="229659"/>
                  <a:pt x="180329" y="231127"/>
                </a:cubicBezTo>
                <a:cubicBezTo>
                  <a:pt x="174323" y="237923"/>
                  <a:pt x="174624" y="246989"/>
                  <a:pt x="181055" y="253031"/>
                </a:cubicBezTo>
                <a:cubicBezTo>
                  <a:pt x="187596" y="259176"/>
                  <a:pt x="189401" y="268075"/>
                  <a:pt x="185000" y="272477"/>
                </a:cubicBezTo>
                <a:cubicBezTo>
                  <a:pt x="182808" y="274669"/>
                  <a:pt x="182167" y="281522"/>
                  <a:pt x="182260" y="301769"/>
                </a:cubicBezTo>
                <a:cubicBezTo>
                  <a:pt x="182290" y="308297"/>
                  <a:pt x="178160" y="314937"/>
                  <a:pt x="174070" y="314937"/>
                </a:cubicBezTo>
                <a:cubicBezTo>
                  <a:pt x="172734" y="314937"/>
                  <a:pt x="162131" y="306034"/>
                  <a:pt x="150508" y="295153"/>
                </a:cubicBezTo>
                <a:close/>
              </a:path>
            </a:pathLst>
          </a:custGeom>
          <a:solidFill>
            <a:srgbClr val="B9B9B9"/>
          </a:solidFill>
          <a:ln w="5163" cap="flat">
            <a:noFill/>
            <a:prstDash val="solid"/>
            <a:miter/>
          </a:ln>
        </p:spPr>
        <p:txBody>
          <a:bodyPr/>
          <a:lstStyle/>
          <a:p>
            <a:endParaRPr lang="es-419" noProof="0" dirty="0"/>
          </a:p>
        </p:txBody>
      </p:sp>
      <p:sp>
        <p:nvSpPr>
          <p:cNvPr id="62" name="Forma libre: forma 61">
            <a:extLst>
              <a:ext uri="{FF2B5EF4-FFF2-40B4-BE49-F238E27FC236}">
                <a16:creationId xmlns:a16="http://schemas.microsoft.com/office/drawing/2014/main" id="{3764B25A-7B6C-4CD1-D74C-9943F91D1F5F}"/>
              </a:ext>
            </a:extLst>
          </p:cNvPr>
          <p:cNvSpPr/>
          <p:nvPr/>
        </p:nvSpPr>
        <p:spPr>
          <a:xfrm>
            <a:off x="1645015" y="2415517"/>
            <a:ext cx="409424" cy="276749"/>
          </a:xfrm>
          <a:custGeom>
            <a:avLst/>
            <a:gdLst>
              <a:gd name="csX0" fmla="*/ 169694 w 409424"/>
              <a:gd name="csY0" fmla="*/ 275279 h 276749"/>
              <a:gd name="csX1" fmla="*/ 152536 w 409424"/>
              <a:gd name="csY1" fmla="*/ 270490 h 276749"/>
              <a:gd name="csX2" fmla="*/ 128939 w 409424"/>
              <a:gd name="csY2" fmla="*/ 261017 h 276749"/>
              <a:gd name="csX3" fmla="*/ 97253 w 409424"/>
              <a:gd name="csY3" fmla="*/ 251980 h 276749"/>
              <a:gd name="csX4" fmla="*/ 66316 w 409424"/>
              <a:gd name="csY4" fmla="*/ 248914 h 276749"/>
              <a:gd name="csX5" fmla="*/ 49536 w 409424"/>
              <a:gd name="csY5" fmla="*/ 241356 h 276749"/>
              <a:gd name="csX6" fmla="*/ 12262 w 409424"/>
              <a:gd name="csY6" fmla="*/ 223990 h 276749"/>
              <a:gd name="csX7" fmla="*/ 0 w 409424"/>
              <a:gd name="csY7" fmla="*/ 222341 h 276749"/>
              <a:gd name="csX8" fmla="*/ 5808 w 409424"/>
              <a:gd name="csY8" fmla="*/ 214784 h 276749"/>
              <a:gd name="csX9" fmla="*/ 14198 w 409424"/>
              <a:gd name="csY9" fmla="*/ 206134 h 276749"/>
              <a:gd name="csX10" fmla="*/ 30441 w 409424"/>
              <a:gd name="csY10" fmla="*/ 191104 h 276749"/>
              <a:gd name="csX11" fmla="*/ 44102 w 409424"/>
              <a:gd name="csY11" fmla="*/ 178805 h 276749"/>
              <a:gd name="csX12" fmla="*/ 41686 w 409424"/>
              <a:gd name="csY12" fmla="*/ 166228 h 276749"/>
              <a:gd name="csX13" fmla="*/ 27640 w 409424"/>
              <a:gd name="csY13" fmla="*/ 142994 h 276749"/>
              <a:gd name="csX14" fmla="*/ 10050 w 409424"/>
              <a:gd name="csY14" fmla="*/ 94836 h 276749"/>
              <a:gd name="csX15" fmla="*/ 25607 w 409424"/>
              <a:gd name="csY15" fmla="*/ 63931 h 276749"/>
              <a:gd name="csX16" fmla="*/ 43054 w 409424"/>
              <a:gd name="csY16" fmla="*/ 67030 h 276749"/>
              <a:gd name="csX17" fmla="*/ 54130 w 409424"/>
              <a:gd name="csY17" fmla="*/ 57326 h 276749"/>
              <a:gd name="csX18" fmla="*/ 54400 w 409424"/>
              <a:gd name="csY18" fmla="*/ 43740 h 276749"/>
              <a:gd name="csX19" fmla="*/ 67118 w 409424"/>
              <a:gd name="csY19" fmla="*/ 40356 h 276749"/>
              <a:gd name="csX20" fmla="*/ 69858 w 409424"/>
              <a:gd name="csY20" fmla="*/ 47250 h 276749"/>
              <a:gd name="csX21" fmla="*/ 74957 w 409424"/>
              <a:gd name="csY21" fmla="*/ 55146 h 276749"/>
              <a:gd name="csX22" fmla="*/ 85078 w 409424"/>
              <a:gd name="csY22" fmla="*/ 56392 h 276749"/>
              <a:gd name="csX23" fmla="*/ 108275 w 409424"/>
              <a:gd name="csY23" fmla="*/ 51828 h 276749"/>
              <a:gd name="csX24" fmla="*/ 135859 w 409424"/>
              <a:gd name="csY24" fmla="*/ 46965 h 276749"/>
              <a:gd name="csX25" fmla="*/ 159928 w 409424"/>
              <a:gd name="csY25" fmla="*/ 4926 h 276749"/>
              <a:gd name="csX26" fmla="*/ 164133 w 409424"/>
              <a:gd name="csY26" fmla="*/ 409 h 276749"/>
              <a:gd name="csX27" fmla="*/ 170486 w 409424"/>
              <a:gd name="csY27" fmla="*/ 1976 h 276749"/>
              <a:gd name="csX28" fmla="*/ 183283 w 409424"/>
              <a:gd name="csY28" fmla="*/ 17951 h 276749"/>
              <a:gd name="csX29" fmla="*/ 185999 w 409424"/>
              <a:gd name="csY29" fmla="*/ 22627 h 276749"/>
              <a:gd name="csX30" fmla="*/ 191478 w 409424"/>
              <a:gd name="csY30" fmla="*/ 30556 h 276749"/>
              <a:gd name="csX31" fmla="*/ 217371 w 409424"/>
              <a:gd name="csY31" fmla="*/ 43279 h 276749"/>
              <a:gd name="csX32" fmla="*/ 231319 w 409424"/>
              <a:gd name="csY32" fmla="*/ 47797 h 276749"/>
              <a:gd name="csX33" fmla="*/ 231065 w 409424"/>
              <a:gd name="csY33" fmla="*/ 71654 h 276749"/>
              <a:gd name="csX34" fmla="*/ 232914 w 409424"/>
              <a:gd name="csY34" fmla="*/ 94162 h 276749"/>
              <a:gd name="csX35" fmla="*/ 264097 w 409424"/>
              <a:gd name="csY35" fmla="*/ 98422 h 276749"/>
              <a:gd name="csX36" fmla="*/ 290859 w 409424"/>
              <a:gd name="csY36" fmla="*/ 85458 h 276749"/>
              <a:gd name="csX37" fmla="*/ 289553 w 409424"/>
              <a:gd name="csY37" fmla="*/ 87164 h 276749"/>
              <a:gd name="csX38" fmla="*/ 313001 w 409424"/>
              <a:gd name="csY38" fmla="*/ 117924 h 276749"/>
              <a:gd name="csX39" fmla="*/ 320100 w 409424"/>
              <a:gd name="csY39" fmla="*/ 125822 h 276749"/>
              <a:gd name="csX40" fmla="*/ 323327 w 409424"/>
              <a:gd name="csY40" fmla="*/ 131062 h 276749"/>
              <a:gd name="csX41" fmla="*/ 409403 w 409424"/>
              <a:gd name="csY41" fmla="*/ 134303 h 276749"/>
              <a:gd name="csX42" fmla="*/ 398626 w 409424"/>
              <a:gd name="csY42" fmla="*/ 166622 h 276749"/>
              <a:gd name="csX43" fmla="*/ 387152 w 409424"/>
              <a:gd name="csY43" fmla="*/ 198243 h 276749"/>
              <a:gd name="csX44" fmla="*/ 392348 w 409424"/>
              <a:gd name="csY44" fmla="*/ 208428 h 276749"/>
              <a:gd name="csX45" fmla="*/ 395238 w 409424"/>
              <a:gd name="csY45" fmla="*/ 226562 h 276749"/>
              <a:gd name="csX46" fmla="*/ 391384 w 409424"/>
              <a:gd name="csY46" fmla="*/ 222526 h 276749"/>
              <a:gd name="csX47" fmla="*/ 386991 w 409424"/>
              <a:gd name="csY47" fmla="*/ 220249 h 276749"/>
              <a:gd name="csX48" fmla="*/ 376751 w 409424"/>
              <a:gd name="csY48" fmla="*/ 216540 h 276749"/>
              <a:gd name="csX49" fmla="*/ 366566 w 409424"/>
              <a:gd name="csY49" fmla="*/ 215027 h 276749"/>
              <a:gd name="csX50" fmla="*/ 371084 w 409424"/>
              <a:gd name="csY50" fmla="*/ 220497 h 276749"/>
              <a:gd name="csX51" fmla="*/ 400125 w 409424"/>
              <a:gd name="csY51" fmla="*/ 234526 h 276749"/>
              <a:gd name="csX52" fmla="*/ 382700 w 409424"/>
              <a:gd name="csY52" fmla="*/ 228973 h 276749"/>
              <a:gd name="csX53" fmla="*/ 356240 w 409424"/>
              <a:gd name="csY53" fmla="*/ 221430 h 276749"/>
              <a:gd name="csX54" fmla="*/ 344640 w 409424"/>
              <a:gd name="csY54" fmla="*/ 215296 h 276749"/>
              <a:gd name="csX55" fmla="*/ 351310 w 409424"/>
              <a:gd name="csY55" fmla="*/ 215089 h 276749"/>
              <a:gd name="csX56" fmla="*/ 353659 w 409424"/>
              <a:gd name="csY56" fmla="*/ 213898 h 276749"/>
              <a:gd name="csX57" fmla="*/ 348281 w 409424"/>
              <a:gd name="csY57" fmla="*/ 208377 h 276749"/>
              <a:gd name="csX58" fmla="*/ 338397 w 409424"/>
              <a:gd name="csY58" fmla="*/ 209577 h 276749"/>
              <a:gd name="csX59" fmla="*/ 330426 w 409424"/>
              <a:gd name="csY59" fmla="*/ 208411 h 276749"/>
              <a:gd name="csX60" fmla="*/ 317751 w 409424"/>
              <a:gd name="csY60" fmla="*/ 206264 h 276749"/>
              <a:gd name="csX61" fmla="*/ 320963 w 409424"/>
              <a:gd name="csY61" fmla="*/ 214760 h 276749"/>
              <a:gd name="csX62" fmla="*/ 323972 w 409424"/>
              <a:gd name="csY62" fmla="*/ 215747 h 276749"/>
              <a:gd name="csX63" fmla="*/ 314937 w 409424"/>
              <a:gd name="csY63" fmla="*/ 219599 h 276749"/>
              <a:gd name="csX64" fmla="*/ 321391 w 409424"/>
              <a:gd name="csY64" fmla="*/ 219864 h 276749"/>
              <a:gd name="csX65" fmla="*/ 330426 w 409424"/>
              <a:gd name="csY65" fmla="*/ 221426 h 276749"/>
              <a:gd name="csX66" fmla="*/ 310754 w 409424"/>
              <a:gd name="csY66" fmla="*/ 223941 h 276749"/>
              <a:gd name="csX67" fmla="*/ 284939 w 409424"/>
              <a:gd name="csY67" fmla="*/ 234304 h 276749"/>
              <a:gd name="csX68" fmla="*/ 270316 w 409424"/>
              <a:gd name="csY68" fmla="*/ 244630 h 276749"/>
              <a:gd name="csX69" fmla="*/ 259397 w 409424"/>
              <a:gd name="csY69" fmla="*/ 248767 h 276749"/>
              <a:gd name="csX70" fmla="*/ 242736 w 409424"/>
              <a:gd name="csY70" fmla="*/ 255227 h 276749"/>
              <a:gd name="csX71" fmla="*/ 220097 w 409424"/>
              <a:gd name="csY71" fmla="*/ 265079 h 276749"/>
              <a:gd name="csX72" fmla="*/ 198772 w 409424"/>
              <a:gd name="csY72" fmla="*/ 274061 h 276749"/>
              <a:gd name="csX73" fmla="*/ 169694 w 409424"/>
              <a:gd name="csY73" fmla="*/ 275279 h 2767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Lst>
            <a:rect l="l" t="t" r="r" b="b"/>
            <a:pathLst>
              <a:path w="409424" h="276749">
                <a:moveTo>
                  <a:pt x="169694" y="275279"/>
                </a:moveTo>
                <a:cubicBezTo>
                  <a:pt x="167412" y="274002"/>
                  <a:pt x="159691" y="271847"/>
                  <a:pt x="152536" y="270490"/>
                </a:cubicBezTo>
                <a:cubicBezTo>
                  <a:pt x="145381" y="269133"/>
                  <a:pt x="134762" y="264870"/>
                  <a:pt x="128939" y="261017"/>
                </a:cubicBezTo>
                <a:cubicBezTo>
                  <a:pt x="120697" y="255563"/>
                  <a:pt x="113680" y="253561"/>
                  <a:pt x="97253" y="251980"/>
                </a:cubicBezTo>
                <a:cubicBezTo>
                  <a:pt x="85648" y="250863"/>
                  <a:pt x="71726" y="249483"/>
                  <a:pt x="66316" y="248914"/>
                </a:cubicBezTo>
                <a:cubicBezTo>
                  <a:pt x="60430" y="248295"/>
                  <a:pt x="53691" y="245260"/>
                  <a:pt x="49536" y="241356"/>
                </a:cubicBezTo>
                <a:cubicBezTo>
                  <a:pt x="36860" y="229445"/>
                  <a:pt x="25174" y="224000"/>
                  <a:pt x="12262" y="223990"/>
                </a:cubicBezTo>
                <a:cubicBezTo>
                  <a:pt x="5518" y="223985"/>
                  <a:pt x="0" y="223243"/>
                  <a:pt x="0" y="222341"/>
                </a:cubicBezTo>
                <a:cubicBezTo>
                  <a:pt x="0" y="221438"/>
                  <a:pt x="2614" y="218038"/>
                  <a:pt x="5808" y="214784"/>
                </a:cubicBezTo>
                <a:cubicBezTo>
                  <a:pt x="9003" y="211529"/>
                  <a:pt x="12778" y="207637"/>
                  <a:pt x="14198" y="206134"/>
                </a:cubicBezTo>
                <a:cubicBezTo>
                  <a:pt x="15618" y="204632"/>
                  <a:pt x="22927" y="197868"/>
                  <a:pt x="30441" y="191104"/>
                </a:cubicBezTo>
                <a:lnTo>
                  <a:pt x="44102" y="178805"/>
                </a:lnTo>
                <a:lnTo>
                  <a:pt x="41686" y="166228"/>
                </a:lnTo>
                <a:cubicBezTo>
                  <a:pt x="39751" y="156152"/>
                  <a:pt x="36957" y="151530"/>
                  <a:pt x="27640" y="142994"/>
                </a:cubicBezTo>
                <a:cubicBezTo>
                  <a:pt x="14024" y="130519"/>
                  <a:pt x="10714" y="121458"/>
                  <a:pt x="10050" y="94836"/>
                </a:cubicBezTo>
                <a:cubicBezTo>
                  <a:pt x="9450" y="70766"/>
                  <a:pt x="12891" y="63931"/>
                  <a:pt x="25607" y="63931"/>
                </a:cubicBezTo>
                <a:cubicBezTo>
                  <a:pt x="30489" y="63931"/>
                  <a:pt x="38340" y="65326"/>
                  <a:pt x="43054" y="67030"/>
                </a:cubicBezTo>
                <a:cubicBezTo>
                  <a:pt x="54638" y="71219"/>
                  <a:pt x="59354" y="67087"/>
                  <a:pt x="54130" y="57326"/>
                </a:cubicBezTo>
                <a:cubicBezTo>
                  <a:pt x="51035" y="51543"/>
                  <a:pt x="51072" y="49668"/>
                  <a:pt x="54400" y="43740"/>
                </a:cubicBezTo>
                <a:cubicBezTo>
                  <a:pt x="59239" y="35118"/>
                  <a:pt x="67118" y="33022"/>
                  <a:pt x="67118" y="40356"/>
                </a:cubicBezTo>
                <a:cubicBezTo>
                  <a:pt x="67118" y="43216"/>
                  <a:pt x="68351" y="46318"/>
                  <a:pt x="69858" y="47250"/>
                </a:cubicBezTo>
                <a:cubicBezTo>
                  <a:pt x="71366" y="48181"/>
                  <a:pt x="73660" y="51735"/>
                  <a:pt x="74957" y="55146"/>
                </a:cubicBezTo>
                <a:cubicBezTo>
                  <a:pt x="77803" y="62631"/>
                  <a:pt x="81496" y="63085"/>
                  <a:pt x="85078" y="56392"/>
                </a:cubicBezTo>
                <a:cubicBezTo>
                  <a:pt x="87383" y="52084"/>
                  <a:pt x="90423" y="51486"/>
                  <a:pt x="108275" y="51828"/>
                </a:cubicBezTo>
                <a:cubicBezTo>
                  <a:pt x="125309" y="52154"/>
                  <a:pt x="130021" y="51323"/>
                  <a:pt x="135859" y="46965"/>
                </a:cubicBezTo>
                <a:cubicBezTo>
                  <a:pt x="144210" y="40730"/>
                  <a:pt x="159754" y="13580"/>
                  <a:pt x="159928" y="4926"/>
                </a:cubicBezTo>
                <a:cubicBezTo>
                  <a:pt x="160018" y="462"/>
                  <a:pt x="161137" y="-741"/>
                  <a:pt x="164133" y="409"/>
                </a:cubicBezTo>
                <a:cubicBezTo>
                  <a:pt x="166379" y="1271"/>
                  <a:pt x="169238" y="1976"/>
                  <a:pt x="170486" y="1976"/>
                </a:cubicBezTo>
                <a:cubicBezTo>
                  <a:pt x="174404" y="1976"/>
                  <a:pt x="183283" y="13060"/>
                  <a:pt x="183283" y="17951"/>
                </a:cubicBezTo>
                <a:cubicBezTo>
                  <a:pt x="183283" y="20523"/>
                  <a:pt x="184505" y="22627"/>
                  <a:pt x="185999" y="22627"/>
                </a:cubicBezTo>
                <a:cubicBezTo>
                  <a:pt x="187493" y="22627"/>
                  <a:pt x="189958" y="26195"/>
                  <a:pt x="191478" y="30556"/>
                </a:cubicBezTo>
                <a:cubicBezTo>
                  <a:pt x="194632" y="39603"/>
                  <a:pt x="202114" y="43279"/>
                  <a:pt x="217371" y="43279"/>
                </a:cubicBezTo>
                <a:cubicBezTo>
                  <a:pt x="224361" y="43279"/>
                  <a:pt x="229040" y="44794"/>
                  <a:pt x="231319" y="47797"/>
                </a:cubicBezTo>
                <a:cubicBezTo>
                  <a:pt x="235951" y="53900"/>
                  <a:pt x="235804" y="67721"/>
                  <a:pt x="231065" y="71654"/>
                </a:cubicBezTo>
                <a:cubicBezTo>
                  <a:pt x="227042" y="74993"/>
                  <a:pt x="227738" y="83470"/>
                  <a:pt x="232914" y="94162"/>
                </a:cubicBezTo>
                <a:cubicBezTo>
                  <a:pt x="236944" y="102487"/>
                  <a:pt x="256280" y="105129"/>
                  <a:pt x="264097" y="98422"/>
                </a:cubicBezTo>
                <a:cubicBezTo>
                  <a:pt x="272137" y="91525"/>
                  <a:pt x="288836" y="83435"/>
                  <a:pt x="290859" y="85458"/>
                </a:cubicBezTo>
                <a:cubicBezTo>
                  <a:pt x="291797" y="86396"/>
                  <a:pt x="291209" y="87164"/>
                  <a:pt x="289553" y="87164"/>
                </a:cubicBezTo>
                <a:cubicBezTo>
                  <a:pt x="278849" y="87164"/>
                  <a:pt x="297992" y="112276"/>
                  <a:pt x="313001" y="117924"/>
                </a:cubicBezTo>
                <a:cubicBezTo>
                  <a:pt x="317528" y="119627"/>
                  <a:pt x="320100" y="122488"/>
                  <a:pt x="320100" y="125822"/>
                </a:cubicBezTo>
                <a:cubicBezTo>
                  <a:pt x="320100" y="128696"/>
                  <a:pt x="321552" y="131055"/>
                  <a:pt x="323327" y="131062"/>
                </a:cubicBezTo>
                <a:cubicBezTo>
                  <a:pt x="338940" y="131129"/>
                  <a:pt x="408862" y="133762"/>
                  <a:pt x="409403" y="134303"/>
                </a:cubicBezTo>
                <a:cubicBezTo>
                  <a:pt x="409786" y="134687"/>
                  <a:pt x="404937" y="149230"/>
                  <a:pt x="398626" y="166622"/>
                </a:cubicBezTo>
                <a:lnTo>
                  <a:pt x="387152" y="198243"/>
                </a:lnTo>
                <a:lnTo>
                  <a:pt x="392348" y="208428"/>
                </a:lnTo>
                <a:cubicBezTo>
                  <a:pt x="397867" y="219247"/>
                  <a:pt x="399033" y="226562"/>
                  <a:pt x="395238" y="226562"/>
                </a:cubicBezTo>
                <a:cubicBezTo>
                  <a:pt x="393970" y="226562"/>
                  <a:pt x="392236" y="224746"/>
                  <a:pt x="391384" y="222526"/>
                </a:cubicBezTo>
                <a:cubicBezTo>
                  <a:pt x="390533" y="220307"/>
                  <a:pt x="388555" y="219282"/>
                  <a:pt x="386991" y="220249"/>
                </a:cubicBezTo>
                <a:cubicBezTo>
                  <a:pt x="385426" y="221216"/>
                  <a:pt x="380818" y="219547"/>
                  <a:pt x="376751" y="216540"/>
                </a:cubicBezTo>
                <a:cubicBezTo>
                  <a:pt x="367939" y="210026"/>
                  <a:pt x="366566" y="209821"/>
                  <a:pt x="366566" y="215027"/>
                </a:cubicBezTo>
                <a:cubicBezTo>
                  <a:pt x="366566" y="217201"/>
                  <a:pt x="368599" y="219663"/>
                  <a:pt x="371084" y="220497"/>
                </a:cubicBezTo>
                <a:cubicBezTo>
                  <a:pt x="382593" y="224364"/>
                  <a:pt x="400125" y="232833"/>
                  <a:pt x="400125" y="234526"/>
                </a:cubicBezTo>
                <a:cubicBezTo>
                  <a:pt x="400125" y="235560"/>
                  <a:pt x="392284" y="233061"/>
                  <a:pt x="382700" y="228973"/>
                </a:cubicBezTo>
                <a:cubicBezTo>
                  <a:pt x="373117" y="224884"/>
                  <a:pt x="361210" y="221490"/>
                  <a:pt x="356240" y="221430"/>
                </a:cubicBezTo>
                <a:cubicBezTo>
                  <a:pt x="344962" y="221293"/>
                  <a:pt x="338255" y="217747"/>
                  <a:pt x="344640" y="215296"/>
                </a:cubicBezTo>
                <a:cubicBezTo>
                  <a:pt x="347017" y="214384"/>
                  <a:pt x="350019" y="214291"/>
                  <a:pt x="351310" y="215089"/>
                </a:cubicBezTo>
                <a:cubicBezTo>
                  <a:pt x="352602" y="215888"/>
                  <a:pt x="353659" y="215352"/>
                  <a:pt x="353659" y="213898"/>
                </a:cubicBezTo>
                <a:cubicBezTo>
                  <a:pt x="353659" y="212444"/>
                  <a:pt x="351239" y="209960"/>
                  <a:pt x="348281" y="208377"/>
                </a:cubicBezTo>
                <a:cubicBezTo>
                  <a:pt x="344050" y="206113"/>
                  <a:pt x="341943" y="206369"/>
                  <a:pt x="338397" y="209577"/>
                </a:cubicBezTo>
                <a:cubicBezTo>
                  <a:pt x="332399" y="215006"/>
                  <a:pt x="330426" y="214717"/>
                  <a:pt x="330426" y="208411"/>
                </a:cubicBezTo>
                <a:cubicBezTo>
                  <a:pt x="330426" y="200483"/>
                  <a:pt x="323396" y="199293"/>
                  <a:pt x="317751" y="206264"/>
                </a:cubicBezTo>
                <a:cubicBezTo>
                  <a:pt x="311888" y="213504"/>
                  <a:pt x="313243" y="217088"/>
                  <a:pt x="320963" y="214760"/>
                </a:cubicBezTo>
                <a:cubicBezTo>
                  <a:pt x="324787" y="213607"/>
                  <a:pt x="325738" y="213919"/>
                  <a:pt x="323972" y="215747"/>
                </a:cubicBezTo>
                <a:cubicBezTo>
                  <a:pt x="322552" y="217218"/>
                  <a:pt x="318487" y="218951"/>
                  <a:pt x="314937" y="219599"/>
                </a:cubicBezTo>
                <a:cubicBezTo>
                  <a:pt x="311388" y="220248"/>
                  <a:pt x="314292" y="220366"/>
                  <a:pt x="321391" y="219864"/>
                </a:cubicBezTo>
                <a:cubicBezTo>
                  <a:pt x="330318" y="219231"/>
                  <a:pt x="333104" y="219713"/>
                  <a:pt x="330426" y="221426"/>
                </a:cubicBezTo>
                <a:cubicBezTo>
                  <a:pt x="328296" y="222787"/>
                  <a:pt x="319444" y="223919"/>
                  <a:pt x="310754" y="223941"/>
                </a:cubicBezTo>
                <a:cubicBezTo>
                  <a:pt x="295733" y="223979"/>
                  <a:pt x="294460" y="224490"/>
                  <a:pt x="284939" y="234304"/>
                </a:cubicBezTo>
                <a:cubicBezTo>
                  <a:pt x="279431" y="239982"/>
                  <a:pt x="272851" y="244629"/>
                  <a:pt x="270316" y="244630"/>
                </a:cubicBezTo>
                <a:cubicBezTo>
                  <a:pt x="267782" y="244631"/>
                  <a:pt x="262868" y="246493"/>
                  <a:pt x="259397" y="248767"/>
                </a:cubicBezTo>
                <a:cubicBezTo>
                  <a:pt x="255927" y="251041"/>
                  <a:pt x="248429" y="253948"/>
                  <a:pt x="242736" y="255227"/>
                </a:cubicBezTo>
                <a:cubicBezTo>
                  <a:pt x="237044" y="256506"/>
                  <a:pt x="226856" y="260940"/>
                  <a:pt x="220097" y="265079"/>
                </a:cubicBezTo>
                <a:cubicBezTo>
                  <a:pt x="213337" y="269219"/>
                  <a:pt x="203741" y="273261"/>
                  <a:pt x="198772" y="274061"/>
                </a:cubicBezTo>
                <a:cubicBezTo>
                  <a:pt x="178742" y="277289"/>
                  <a:pt x="173664" y="277501"/>
                  <a:pt x="169694" y="275279"/>
                </a:cubicBezTo>
                <a:close/>
              </a:path>
            </a:pathLst>
          </a:custGeom>
          <a:solidFill>
            <a:srgbClr val="B9B9B9"/>
          </a:solidFill>
          <a:ln w="5163" cap="flat">
            <a:noFill/>
            <a:prstDash val="solid"/>
            <a:miter/>
          </a:ln>
        </p:spPr>
        <p:txBody>
          <a:bodyPr/>
          <a:lstStyle/>
          <a:p>
            <a:endParaRPr lang="es-419" noProof="0" dirty="0"/>
          </a:p>
        </p:txBody>
      </p:sp>
      <p:sp>
        <p:nvSpPr>
          <p:cNvPr id="63" name="Forma libre: forma 62">
            <a:extLst>
              <a:ext uri="{FF2B5EF4-FFF2-40B4-BE49-F238E27FC236}">
                <a16:creationId xmlns:a16="http://schemas.microsoft.com/office/drawing/2014/main" id="{4C6F0F09-1EBC-BB36-3203-1B312406C45E}"/>
              </a:ext>
            </a:extLst>
          </p:cNvPr>
          <p:cNvSpPr/>
          <p:nvPr/>
        </p:nvSpPr>
        <p:spPr>
          <a:xfrm>
            <a:off x="1324915" y="2412330"/>
            <a:ext cx="357764" cy="223095"/>
          </a:xfrm>
          <a:custGeom>
            <a:avLst/>
            <a:gdLst>
              <a:gd name="csX0" fmla="*/ 310749 w 357764"/>
              <a:gd name="csY0" fmla="*/ 220821 h 223095"/>
              <a:gd name="csX1" fmla="*/ 306750 w 357764"/>
              <a:gd name="csY1" fmla="*/ 216842 h 223095"/>
              <a:gd name="csX2" fmla="*/ 298107 w 357764"/>
              <a:gd name="csY2" fmla="*/ 209508 h 223095"/>
              <a:gd name="csX3" fmla="*/ 280348 w 357764"/>
              <a:gd name="csY3" fmla="*/ 201999 h 223095"/>
              <a:gd name="csX4" fmla="*/ 262845 w 357764"/>
              <a:gd name="csY4" fmla="*/ 196313 h 223095"/>
              <a:gd name="csX5" fmla="*/ 256032 w 357764"/>
              <a:gd name="csY5" fmla="*/ 193496 h 223095"/>
              <a:gd name="csX6" fmla="*/ 242886 w 357764"/>
              <a:gd name="csY6" fmla="*/ 190679 h 223095"/>
              <a:gd name="csX7" fmla="*/ 229978 w 357764"/>
              <a:gd name="csY7" fmla="*/ 186722 h 223095"/>
              <a:gd name="csX8" fmla="*/ 220854 w 357764"/>
              <a:gd name="csY8" fmla="*/ 186091 h 223095"/>
              <a:gd name="csX9" fmla="*/ 209097 w 357764"/>
              <a:gd name="csY9" fmla="*/ 183130 h 223095"/>
              <a:gd name="csX10" fmla="*/ 214906 w 357764"/>
              <a:gd name="csY10" fmla="*/ 187877 h 223095"/>
              <a:gd name="csX11" fmla="*/ 215222 w 357764"/>
              <a:gd name="csY11" fmla="*/ 190853 h 223095"/>
              <a:gd name="csX12" fmla="*/ 206349 w 357764"/>
              <a:gd name="csY12" fmla="*/ 186954 h 223095"/>
              <a:gd name="csX13" fmla="*/ 189899 w 357764"/>
              <a:gd name="csY13" fmla="*/ 176334 h 223095"/>
              <a:gd name="csX14" fmla="*/ 172154 w 357764"/>
              <a:gd name="csY14" fmla="*/ 165667 h 223095"/>
              <a:gd name="csX15" fmla="*/ 165494 w 357764"/>
              <a:gd name="csY15" fmla="*/ 164758 h 223095"/>
              <a:gd name="csX16" fmla="*/ 154887 w 357764"/>
              <a:gd name="csY16" fmla="*/ 162867 h 223095"/>
              <a:gd name="csX17" fmla="*/ 146116 w 357764"/>
              <a:gd name="csY17" fmla="*/ 160825 h 223095"/>
              <a:gd name="csX18" fmla="*/ 117490 w 357764"/>
              <a:gd name="csY18" fmla="*/ 151278 h 223095"/>
              <a:gd name="csX19" fmla="*/ 95284 w 357764"/>
              <a:gd name="csY19" fmla="*/ 141980 h 223095"/>
              <a:gd name="csX20" fmla="*/ 92932 w 357764"/>
              <a:gd name="csY20" fmla="*/ 138216 h 223095"/>
              <a:gd name="csX21" fmla="*/ 81316 w 357764"/>
              <a:gd name="csY21" fmla="*/ 127645 h 223095"/>
              <a:gd name="csX22" fmla="*/ 69699 w 357764"/>
              <a:gd name="csY22" fmla="*/ 117508 h 223095"/>
              <a:gd name="csX23" fmla="*/ 49682 w 357764"/>
              <a:gd name="csY23" fmla="*/ 104238 h 223095"/>
              <a:gd name="csX24" fmla="*/ 33940 w 357764"/>
              <a:gd name="csY24" fmla="*/ 91155 h 223095"/>
              <a:gd name="csX25" fmla="*/ 3571 w 357764"/>
              <a:gd name="csY25" fmla="*/ 73330 h 223095"/>
              <a:gd name="csX26" fmla="*/ 0 w 357764"/>
              <a:gd name="csY26" fmla="*/ 65812 h 223095"/>
              <a:gd name="csX27" fmla="*/ 7287 w 357764"/>
              <a:gd name="csY27" fmla="*/ 53156 h 223095"/>
              <a:gd name="csX28" fmla="*/ 18044 w 357764"/>
              <a:gd name="csY28" fmla="*/ 33495 h 223095"/>
              <a:gd name="csX29" fmla="*/ 19421 w 357764"/>
              <a:gd name="csY29" fmla="*/ 20586 h 223095"/>
              <a:gd name="csX30" fmla="*/ 43911 w 357764"/>
              <a:gd name="csY30" fmla="*/ 20678 h 223095"/>
              <a:gd name="csX31" fmla="*/ 60045 w 357764"/>
              <a:gd name="csY31" fmla="*/ 24079 h 223095"/>
              <a:gd name="csX32" fmla="*/ 132045 w 357764"/>
              <a:gd name="csY32" fmla="*/ 29780 h 223095"/>
              <a:gd name="csX33" fmla="*/ 140624 w 357764"/>
              <a:gd name="csY33" fmla="*/ 26018 h 223095"/>
              <a:gd name="csX34" fmla="*/ 141619 w 357764"/>
              <a:gd name="csY34" fmla="*/ 13502 h 223095"/>
              <a:gd name="csX35" fmla="*/ 147260 w 357764"/>
              <a:gd name="csY35" fmla="*/ 0 h 223095"/>
              <a:gd name="csX36" fmla="*/ 157468 w 357764"/>
              <a:gd name="csY36" fmla="*/ 24790 h 223095"/>
              <a:gd name="csX37" fmla="*/ 164323 w 357764"/>
              <a:gd name="csY37" fmla="*/ 32600 h 223095"/>
              <a:gd name="csX38" fmla="*/ 177876 w 357764"/>
              <a:gd name="csY38" fmla="*/ 26172 h 223095"/>
              <a:gd name="csX39" fmla="*/ 195232 w 357764"/>
              <a:gd name="csY39" fmla="*/ 18047 h 223095"/>
              <a:gd name="csX40" fmla="*/ 208905 w 357764"/>
              <a:gd name="csY40" fmla="*/ 10791 h 223095"/>
              <a:gd name="csX41" fmla="*/ 219887 w 357764"/>
              <a:gd name="csY41" fmla="*/ 4680 h 223095"/>
              <a:gd name="csX42" fmla="*/ 238661 w 357764"/>
              <a:gd name="csY42" fmla="*/ 20265 h 223095"/>
              <a:gd name="csX43" fmla="*/ 254397 w 357764"/>
              <a:gd name="csY43" fmla="*/ 25712 h 223095"/>
              <a:gd name="csX44" fmla="*/ 258145 w 357764"/>
              <a:gd name="csY44" fmla="*/ 24934 h 223095"/>
              <a:gd name="csX45" fmla="*/ 286337 w 357764"/>
              <a:gd name="csY45" fmla="*/ 54210 h 223095"/>
              <a:gd name="csX46" fmla="*/ 292234 w 357764"/>
              <a:gd name="csY46" fmla="*/ 58728 h 223095"/>
              <a:gd name="csX47" fmla="*/ 311147 w 357764"/>
              <a:gd name="csY47" fmla="*/ 69699 h 223095"/>
              <a:gd name="csX48" fmla="*/ 321808 w 357764"/>
              <a:gd name="csY48" fmla="*/ 76335 h 223095"/>
              <a:gd name="csX49" fmla="*/ 326980 w 357764"/>
              <a:gd name="csY49" fmla="*/ 102795 h 223095"/>
              <a:gd name="csX50" fmla="*/ 329261 w 357764"/>
              <a:gd name="csY50" fmla="*/ 127630 h 223095"/>
              <a:gd name="csX51" fmla="*/ 333007 w 357764"/>
              <a:gd name="csY51" fmla="*/ 137310 h 223095"/>
              <a:gd name="csX52" fmla="*/ 335120 w 357764"/>
              <a:gd name="csY52" fmla="*/ 141980 h 223095"/>
              <a:gd name="csX53" fmla="*/ 346410 w 357764"/>
              <a:gd name="csY53" fmla="*/ 150369 h 223095"/>
              <a:gd name="csX54" fmla="*/ 357125 w 357764"/>
              <a:gd name="csY54" fmla="*/ 170794 h 223095"/>
              <a:gd name="csX55" fmla="*/ 348644 w 357764"/>
              <a:gd name="csY55" fmla="*/ 191877 h 223095"/>
              <a:gd name="csX56" fmla="*/ 333236 w 357764"/>
              <a:gd name="csY56" fmla="*/ 203812 h 223095"/>
              <a:gd name="csX57" fmla="*/ 327844 w 357764"/>
              <a:gd name="csY57" fmla="*/ 209994 h 223095"/>
              <a:gd name="csX58" fmla="*/ 320060 w 357764"/>
              <a:gd name="csY58" fmla="*/ 219045 h 223095"/>
              <a:gd name="csX59" fmla="*/ 310749 w 357764"/>
              <a:gd name="csY59" fmla="*/ 220821 h 2230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Lst>
            <a:rect l="l" t="t" r="r" b="b"/>
            <a:pathLst>
              <a:path w="357764" h="223095">
                <a:moveTo>
                  <a:pt x="310749" y="220821"/>
                </a:moveTo>
                <a:cubicBezTo>
                  <a:pt x="309909" y="218632"/>
                  <a:pt x="308109" y="216842"/>
                  <a:pt x="306750" y="216842"/>
                </a:cubicBezTo>
                <a:cubicBezTo>
                  <a:pt x="305390" y="216842"/>
                  <a:pt x="301501" y="213542"/>
                  <a:pt x="298107" y="209508"/>
                </a:cubicBezTo>
                <a:cubicBezTo>
                  <a:pt x="293077" y="203531"/>
                  <a:pt x="289793" y="202142"/>
                  <a:pt x="280348" y="201999"/>
                </a:cubicBezTo>
                <a:cubicBezTo>
                  <a:pt x="272259" y="201877"/>
                  <a:pt x="266975" y="200160"/>
                  <a:pt x="262845" y="196313"/>
                </a:cubicBezTo>
                <a:cubicBezTo>
                  <a:pt x="259591" y="193282"/>
                  <a:pt x="256525" y="192014"/>
                  <a:pt x="256032" y="193496"/>
                </a:cubicBezTo>
                <a:cubicBezTo>
                  <a:pt x="254564" y="197900"/>
                  <a:pt x="248378" y="196574"/>
                  <a:pt x="242886" y="190679"/>
                </a:cubicBezTo>
                <a:cubicBezTo>
                  <a:pt x="238972" y="186478"/>
                  <a:pt x="235903" y="185537"/>
                  <a:pt x="229978" y="186722"/>
                </a:cubicBezTo>
                <a:cubicBezTo>
                  <a:pt x="225703" y="187577"/>
                  <a:pt x="221597" y="187293"/>
                  <a:pt x="220854" y="186091"/>
                </a:cubicBezTo>
                <a:cubicBezTo>
                  <a:pt x="219048" y="183170"/>
                  <a:pt x="209097" y="180663"/>
                  <a:pt x="209097" y="183130"/>
                </a:cubicBezTo>
                <a:cubicBezTo>
                  <a:pt x="209097" y="184200"/>
                  <a:pt x="211711" y="186336"/>
                  <a:pt x="214906" y="187877"/>
                </a:cubicBezTo>
                <a:cubicBezTo>
                  <a:pt x="220644" y="190644"/>
                  <a:pt x="220647" y="190680"/>
                  <a:pt x="215222" y="190853"/>
                </a:cubicBezTo>
                <a:cubicBezTo>
                  <a:pt x="212201" y="190949"/>
                  <a:pt x="208208" y="189194"/>
                  <a:pt x="206349" y="186954"/>
                </a:cubicBezTo>
                <a:cubicBezTo>
                  <a:pt x="204489" y="184713"/>
                  <a:pt x="197087" y="179934"/>
                  <a:pt x="189899" y="176334"/>
                </a:cubicBezTo>
                <a:cubicBezTo>
                  <a:pt x="182711" y="172733"/>
                  <a:pt x="174726" y="167933"/>
                  <a:pt x="172154" y="165667"/>
                </a:cubicBezTo>
                <a:cubicBezTo>
                  <a:pt x="168546" y="162487"/>
                  <a:pt x="167026" y="162279"/>
                  <a:pt x="165494" y="164758"/>
                </a:cubicBezTo>
                <a:cubicBezTo>
                  <a:pt x="163542" y="167916"/>
                  <a:pt x="154887" y="166373"/>
                  <a:pt x="154887" y="162867"/>
                </a:cubicBezTo>
                <a:cubicBezTo>
                  <a:pt x="154887" y="161880"/>
                  <a:pt x="150940" y="160961"/>
                  <a:pt x="146116" y="160825"/>
                </a:cubicBezTo>
                <a:cubicBezTo>
                  <a:pt x="141292" y="160688"/>
                  <a:pt x="128410" y="156392"/>
                  <a:pt x="117490" y="151278"/>
                </a:cubicBezTo>
                <a:cubicBezTo>
                  <a:pt x="106570" y="146164"/>
                  <a:pt x="96577" y="141980"/>
                  <a:pt x="95284" y="141980"/>
                </a:cubicBezTo>
                <a:cubicBezTo>
                  <a:pt x="93990" y="141980"/>
                  <a:pt x="92932" y="140286"/>
                  <a:pt x="92932" y="138216"/>
                </a:cubicBezTo>
                <a:cubicBezTo>
                  <a:pt x="92932" y="136147"/>
                  <a:pt x="87705" y="131390"/>
                  <a:pt x="81316" y="127645"/>
                </a:cubicBezTo>
                <a:cubicBezTo>
                  <a:pt x="74927" y="123901"/>
                  <a:pt x="69699" y="119339"/>
                  <a:pt x="69699" y="117508"/>
                </a:cubicBezTo>
                <a:cubicBezTo>
                  <a:pt x="69699" y="113290"/>
                  <a:pt x="58936" y="106155"/>
                  <a:pt x="49682" y="104238"/>
                </a:cubicBezTo>
                <a:cubicBezTo>
                  <a:pt x="45282" y="103326"/>
                  <a:pt x="39312" y="98365"/>
                  <a:pt x="33940" y="91155"/>
                </a:cubicBezTo>
                <a:cubicBezTo>
                  <a:pt x="25287" y="79543"/>
                  <a:pt x="10302" y="70747"/>
                  <a:pt x="3571" y="73330"/>
                </a:cubicBezTo>
                <a:cubicBezTo>
                  <a:pt x="957" y="74333"/>
                  <a:pt x="0" y="72319"/>
                  <a:pt x="0" y="65812"/>
                </a:cubicBezTo>
                <a:cubicBezTo>
                  <a:pt x="0" y="58672"/>
                  <a:pt x="1433" y="56184"/>
                  <a:pt x="7287" y="53156"/>
                </a:cubicBezTo>
                <a:cubicBezTo>
                  <a:pt x="19411" y="46887"/>
                  <a:pt x="21790" y="42538"/>
                  <a:pt x="18044" y="33495"/>
                </a:cubicBezTo>
                <a:cubicBezTo>
                  <a:pt x="15244" y="26735"/>
                  <a:pt x="15429" y="24996"/>
                  <a:pt x="19421" y="20586"/>
                </a:cubicBezTo>
                <a:cubicBezTo>
                  <a:pt x="25368" y="14014"/>
                  <a:pt x="37292" y="14059"/>
                  <a:pt x="43911" y="20678"/>
                </a:cubicBezTo>
                <a:cubicBezTo>
                  <a:pt x="48190" y="24957"/>
                  <a:pt x="51021" y="25553"/>
                  <a:pt x="60045" y="24079"/>
                </a:cubicBezTo>
                <a:cubicBezTo>
                  <a:pt x="79921" y="20832"/>
                  <a:pt x="103607" y="22707"/>
                  <a:pt x="132045" y="29780"/>
                </a:cubicBezTo>
                <a:cubicBezTo>
                  <a:pt x="137569" y="31154"/>
                  <a:pt x="139225" y="30428"/>
                  <a:pt x="140624" y="26018"/>
                </a:cubicBezTo>
                <a:cubicBezTo>
                  <a:pt x="141578" y="23013"/>
                  <a:pt x="142026" y="17381"/>
                  <a:pt x="141619" y="13502"/>
                </a:cubicBezTo>
                <a:cubicBezTo>
                  <a:pt x="140830" y="5985"/>
                  <a:pt x="143331" y="0"/>
                  <a:pt x="147260" y="0"/>
                </a:cubicBezTo>
                <a:cubicBezTo>
                  <a:pt x="150433" y="0"/>
                  <a:pt x="157468" y="17085"/>
                  <a:pt x="157468" y="24790"/>
                </a:cubicBezTo>
                <a:cubicBezTo>
                  <a:pt x="157468" y="29227"/>
                  <a:pt x="159328" y="31346"/>
                  <a:pt x="164323" y="32600"/>
                </a:cubicBezTo>
                <a:cubicBezTo>
                  <a:pt x="169965" y="34015"/>
                  <a:pt x="172364" y="32878"/>
                  <a:pt x="177876" y="26172"/>
                </a:cubicBezTo>
                <a:cubicBezTo>
                  <a:pt x="183430" y="19415"/>
                  <a:pt x="186393" y="18028"/>
                  <a:pt x="195232" y="18047"/>
                </a:cubicBezTo>
                <a:cubicBezTo>
                  <a:pt x="204499" y="18067"/>
                  <a:pt x="206283" y="17120"/>
                  <a:pt x="208905" y="10791"/>
                </a:cubicBezTo>
                <a:cubicBezTo>
                  <a:pt x="211484" y="4565"/>
                  <a:pt x="213074" y="3680"/>
                  <a:pt x="219887" y="4680"/>
                </a:cubicBezTo>
                <a:cubicBezTo>
                  <a:pt x="228665" y="5969"/>
                  <a:pt x="236077" y="12121"/>
                  <a:pt x="238661" y="20265"/>
                </a:cubicBezTo>
                <a:cubicBezTo>
                  <a:pt x="240752" y="26852"/>
                  <a:pt x="249411" y="29849"/>
                  <a:pt x="254397" y="25712"/>
                </a:cubicBezTo>
                <a:cubicBezTo>
                  <a:pt x="256458" y="24001"/>
                  <a:pt x="258145" y="23651"/>
                  <a:pt x="258145" y="24934"/>
                </a:cubicBezTo>
                <a:cubicBezTo>
                  <a:pt x="258145" y="28142"/>
                  <a:pt x="283247" y="54210"/>
                  <a:pt x="286337" y="54210"/>
                </a:cubicBezTo>
                <a:cubicBezTo>
                  <a:pt x="287708" y="54210"/>
                  <a:pt x="290362" y="56243"/>
                  <a:pt x="292234" y="58728"/>
                </a:cubicBezTo>
                <a:cubicBezTo>
                  <a:pt x="296425" y="64288"/>
                  <a:pt x="305753" y="69699"/>
                  <a:pt x="311147" y="69699"/>
                </a:cubicBezTo>
                <a:cubicBezTo>
                  <a:pt x="313361" y="69699"/>
                  <a:pt x="318158" y="72685"/>
                  <a:pt x="321808" y="76335"/>
                </a:cubicBezTo>
                <a:cubicBezTo>
                  <a:pt x="328098" y="82626"/>
                  <a:pt x="328367" y="84002"/>
                  <a:pt x="326980" y="102795"/>
                </a:cubicBezTo>
                <a:cubicBezTo>
                  <a:pt x="325865" y="117888"/>
                  <a:pt x="326410" y="123815"/>
                  <a:pt x="329261" y="127630"/>
                </a:cubicBezTo>
                <a:cubicBezTo>
                  <a:pt x="331322" y="130386"/>
                  <a:pt x="333007" y="134742"/>
                  <a:pt x="333007" y="137310"/>
                </a:cubicBezTo>
                <a:cubicBezTo>
                  <a:pt x="333007" y="139879"/>
                  <a:pt x="333958" y="141980"/>
                  <a:pt x="335120" y="141980"/>
                </a:cubicBezTo>
                <a:cubicBezTo>
                  <a:pt x="336282" y="141980"/>
                  <a:pt x="341362" y="145755"/>
                  <a:pt x="346410" y="150369"/>
                </a:cubicBezTo>
                <a:cubicBezTo>
                  <a:pt x="353607" y="156948"/>
                  <a:pt x="355920" y="161358"/>
                  <a:pt x="357125" y="170794"/>
                </a:cubicBezTo>
                <a:cubicBezTo>
                  <a:pt x="358591" y="182285"/>
                  <a:pt x="358209" y="183236"/>
                  <a:pt x="348644" y="191877"/>
                </a:cubicBezTo>
                <a:cubicBezTo>
                  <a:pt x="343134" y="196855"/>
                  <a:pt x="336201" y="202226"/>
                  <a:pt x="333236" y="203812"/>
                </a:cubicBezTo>
                <a:cubicBezTo>
                  <a:pt x="330270" y="205399"/>
                  <a:pt x="327844" y="208181"/>
                  <a:pt x="327844" y="209994"/>
                </a:cubicBezTo>
                <a:cubicBezTo>
                  <a:pt x="327844" y="211806"/>
                  <a:pt x="324341" y="215879"/>
                  <a:pt x="320060" y="219045"/>
                </a:cubicBezTo>
                <a:cubicBezTo>
                  <a:pt x="313416" y="223957"/>
                  <a:pt x="312052" y="224217"/>
                  <a:pt x="310749" y="220821"/>
                </a:cubicBezTo>
                <a:close/>
              </a:path>
            </a:pathLst>
          </a:custGeom>
          <a:solidFill>
            <a:srgbClr val="B9B9B9"/>
          </a:solidFill>
          <a:ln w="5163" cap="flat">
            <a:noFill/>
            <a:prstDash val="solid"/>
            <a:miter/>
          </a:ln>
        </p:spPr>
        <p:txBody>
          <a:bodyPr/>
          <a:lstStyle/>
          <a:p>
            <a:endParaRPr lang="es-419" noProof="0" dirty="0"/>
          </a:p>
        </p:txBody>
      </p:sp>
      <p:sp>
        <p:nvSpPr>
          <p:cNvPr id="64" name="Forma libre: forma 63">
            <a:extLst>
              <a:ext uri="{FF2B5EF4-FFF2-40B4-BE49-F238E27FC236}">
                <a16:creationId xmlns:a16="http://schemas.microsoft.com/office/drawing/2014/main" id="{77209E49-4D2B-4C6D-E1D4-4237E7563F3E}"/>
              </a:ext>
            </a:extLst>
          </p:cNvPr>
          <p:cNvSpPr/>
          <p:nvPr/>
        </p:nvSpPr>
        <p:spPr>
          <a:xfrm>
            <a:off x="2030531" y="2394260"/>
            <a:ext cx="276109" cy="131653"/>
          </a:xfrm>
          <a:custGeom>
            <a:avLst/>
            <a:gdLst>
              <a:gd name="csX0" fmla="*/ 240916 w 276109"/>
              <a:gd name="csY0" fmla="*/ 129933 h 131653"/>
              <a:gd name="csX1" fmla="*/ 239195 w 276109"/>
              <a:gd name="csY1" fmla="*/ 124013 h 131653"/>
              <a:gd name="csX2" fmla="*/ 228223 w 276109"/>
              <a:gd name="csY2" fmla="*/ 115744 h 131653"/>
              <a:gd name="csX3" fmla="*/ 217897 w 276109"/>
              <a:gd name="csY3" fmla="*/ 106005 h 131653"/>
              <a:gd name="csX4" fmla="*/ 210063 w 276109"/>
              <a:gd name="csY4" fmla="*/ 90246 h 131653"/>
              <a:gd name="csX5" fmla="*/ 197989 w 276109"/>
              <a:gd name="csY5" fmla="*/ 82502 h 131653"/>
              <a:gd name="csX6" fmla="*/ 171181 w 276109"/>
              <a:gd name="csY6" fmla="*/ 78639 h 131653"/>
              <a:gd name="csX7" fmla="*/ 162540 w 276109"/>
              <a:gd name="csY7" fmla="*/ 80766 h 131653"/>
              <a:gd name="csX8" fmla="*/ 140024 w 276109"/>
              <a:gd name="csY8" fmla="*/ 103258 h 131653"/>
              <a:gd name="csX9" fmla="*/ 121107 w 276109"/>
              <a:gd name="csY9" fmla="*/ 123910 h 131653"/>
              <a:gd name="csX10" fmla="*/ 115285 w 276109"/>
              <a:gd name="csY10" fmla="*/ 120037 h 131653"/>
              <a:gd name="csX11" fmla="*/ 106086 w 276109"/>
              <a:gd name="csY11" fmla="*/ 116165 h 131653"/>
              <a:gd name="csX12" fmla="*/ 95488 w 276109"/>
              <a:gd name="csY12" fmla="*/ 97511 h 131653"/>
              <a:gd name="csX13" fmla="*/ 74161 w 276109"/>
              <a:gd name="csY13" fmla="*/ 72281 h 131653"/>
              <a:gd name="csX14" fmla="*/ 62180 w 276109"/>
              <a:gd name="csY14" fmla="*/ 80383 h 131653"/>
              <a:gd name="csX15" fmla="*/ 59403 w 276109"/>
              <a:gd name="csY15" fmla="*/ 95543 h 131653"/>
              <a:gd name="csX16" fmla="*/ 54777 w 276109"/>
              <a:gd name="csY16" fmla="*/ 108274 h 131653"/>
              <a:gd name="csX17" fmla="*/ 46950 w 276109"/>
              <a:gd name="csY17" fmla="*/ 122154 h 131653"/>
              <a:gd name="csX18" fmla="*/ 45160 w 276109"/>
              <a:gd name="csY18" fmla="*/ 130363 h 131653"/>
              <a:gd name="csX19" fmla="*/ 42524 w 276109"/>
              <a:gd name="csY19" fmla="*/ 123910 h 131653"/>
              <a:gd name="csX20" fmla="*/ 27585 w 276109"/>
              <a:gd name="csY20" fmla="*/ 101648 h 131653"/>
              <a:gd name="csX21" fmla="*/ 3541 w 276109"/>
              <a:gd name="csY21" fmla="*/ 71617 h 131653"/>
              <a:gd name="csX22" fmla="*/ 489 w 276109"/>
              <a:gd name="csY22" fmla="*/ 57859 h 131653"/>
              <a:gd name="csX23" fmla="*/ 5896 w 276109"/>
              <a:gd name="csY23" fmla="*/ 47783 h 131653"/>
              <a:gd name="csX24" fmla="*/ 14046 w 276109"/>
              <a:gd name="csY24" fmla="*/ 46070 h 131653"/>
              <a:gd name="csX25" fmla="*/ 24934 w 276109"/>
              <a:gd name="csY25" fmla="*/ 43885 h 131653"/>
              <a:gd name="csX26" fmla="*/ 35503 w 276109"/>
              <a:gd name="csY26" fmla="*/ 38722 h 131653"/>
              <a:gd name="csX27" fmla="*/ 41946 w 276109"/>
              <a:gd name="csY27" fmla="*/ 35764 h 131653"/>
              <a:gd name="csX28" fmla="*/ 25819 w 276109"/>
              <a:gd name="csY28" fmla="*/ 37615 h 131653"/>
              <a:gd name="csX29" fmla="*/ 26045 w 276109"/>
              <a:gd name="csY29" fmla="*/ 35947 h 131653"/>
              <a:gd name="csX30" fmla="*/ 73982 w 276109"/>
              <a:gd name="csY30" fmla="*/ 25857 h 131653"/>
              <a:gd name="csX31" fmla="*/ 76916 w 276109"/>
              <a:gd name="csY31" fmla="*/ 28123 h 131653"/>
              <a:gd name="csX32" fmla="*/ 76893 w 276109"/>
              <a:gd name="csY32" fmla="*/ 31518 h 131653"/>
              <a:gd name="csX33" fmla="*/ 83755 w 276109"/>
              <a:gd name="csY33" fmla="*/ 29317 h 131653"/>
              <a:gd name="csX34" fmla="*/ 96686 w 276109"/>
              <a:gd name="csY34" fmla="*/ 23336 h 131653"/>
              <a:gd name="csX35" fmla="*/ 114106 w 276109"/>
              <a:gd name="csY35" fmla="*/ 13587 h 131653"/>
              <a:gd name="csX36" fmla="*/ 134447 w 276109"/>
              <a:gd name="csY36" fmla="*/ 0 h 131653"/>
              <a:gd name="csX37" fmla="*/ 136418 w 276109"/>
              <a:gd name="csY37" fmla="*/ 8390 h 131653"/>
              <a:gd name="csX38" fmla="*/ 147553 w 276109"/>
              <a:gd name="csY38" fmla="*/ 17557 h 131653"/>
              <a:gd name="csX39" fmla="*/ 164372 w 276109"/>
              <a:gd name="csY39" fmla="*/ 37279 h 131653"/>
              <a:gd name="csX40" fmla="*/ 179001 w 276109"/>
              <a:gd name="csY40" fmla="*/ 58990 h 131653"/>
              <a:gd name="csX41" fmla="*/ 191415 w 276109"/>
              <a:gd name="csY41" fmla="*/ 67081 h 131653"/>
              <a:gd name="csX42" fmla="*/ 215539 w 276109"/>
              <a:gd name="csY42" fmla="*/ 67434 h 131653"/>
              <a:gd name="csX43" fmla="*/ 218120 w 276109"/>
              <a:gd name="csY43" fmla="*/ 59084 h 131653"/>
              <a:gd name="csX44" fmla="*/ 224155 w 276109"/>
              <a:gd name="csY44" fmla="*/ 52122 h 131653"/>
              <a:gd name="csX45" fmla="*/ 241477 w 276109"/>
              <a:gd name="csY45" fmla="*/ 56639 h 131653"/>
              <a:gd name="csX46" fmla="*/ 260758 w 276109"/>
              <a:gd name="csY46" fmla="*/ 61955 h 131653"/>
              <a:gd name="csX47" fmla="*/ 271115 w 276109"/>
              <a:gd name="csY47" fmla="*/ 65853 h 131653"/>
              <a:gd name="csX48" fmla="*/ 274360 w 276109"/>
              <a:gd name="csY48" fmla="*/ 100702 h 131653"/>
              <a:gd name="csX49" fmla="*/ 276110 w 276109"/>
              <a:gd name="csY49" fmla="*/ 131654 h 131653"/>
              <a:gd name="csX50" fmla="*/ 259373 w 276109"/>
              <a:gd name="csY50" fmla="*/ 131654 h 131653"/>
              <a:gd name="csX51" fmla="*/ 240916 w 276109"/>
              <a:gd name="csY51" fmla="*/ 129933 h 1316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Lst>
            <a:rect l="l" t="t" r="r" b="b"/>
            <a:pathLst>
              <a:path w="276109" h="131653">
                <a:moveTo>
                  <a:pt x="240916" y="129933"/>
                </a:moveTo>
                <a:cubicBezTo>
                  <a:pt x="239969" y="128986"/>
                  <a:pt x="239195" y="126322"/>
                  <a:pt x="239195" y="124013"/>
                </a:cubicBezTo>
                <a:cubicBezTo>
                  <a:pt x="239195" y="121432"/>
                  <a:pt x="234966" y="118245"/>
                  <a:pt x="228223" y="115744"/>
                </a:cubicBezTo>
                <a:cubicBezTo>
                  <a:pt x="219440" y="112485"/>
                  <a:pt x="217381" y="110543"/>
                  <a:pt x="217897" y="106005"/>
                </a:cubicBezTo>
                <a:cubicBezTo>
                  <a:pt x="218682" y="99107"/>
                  <a:pt x="214348" y="90389"/>
                  <a:pt x="210063" y="90246"/>
                </a:cubicBezTo>
                <a:cubicBezTo>
                  <a:pt x="208338" y="90188"/>
                  <a:pt x="202905" y="86703"/>
                  <a:pt x="197989" y="82502"/>
                </a:cubicBezTo>
                <a:cubicBezTo>
                  <a:pt x="188345" y="74258"/>
                  <a:pt x="178782" y="72880"/>
                  <a:pt x="171181" y="78639"/>
                </a:cubicBezTo>
                <a:cubicBezTo>
                  <a:pt x="168558" y="80626"/>
                  <a:pt x="164670" y="81583"/>
                  <a:pt x="162540" y="80766"/>
                </a:cubicBezTo>
                <a:cubicBezTo>
                  <a:pt x="158541" y="79232"/>
                  <a:pt x="151258" y="86508"/>
                  <a:pt x="140024" y="103258"/>
                </a:cubicBezTo>
                <a:cubicBezTo>
                  <a:pt x="131601" y="115819"/>
                  <a:pt x="124189" y="123910"/>
                  <a:pt x="121107" y="123910"/>
                </a:cubicBezTo>
                <a:cubicBezTo>
                  <a:pt x="119672" y="123910"/>
                  <a:pt x="117052" y="122167"/>
                  <a:pt x="115285" y="120037"/>
                </a:cubicBezTo>
                <a:cubicBezTo>
                  <a:pt x="113517" y="117908"/>
                  <a:pt x="109378" y="116165"/>
                  <a:pt x="106086" y="116165"/>
                </a:cubicBezTo>
                <a:cubicBezTo>
                  <a:pt x="98470" y="116165"/>
                  <a:pt x="97317" y="114137"/>
                  <a:pt x="95488" y="97511"/>
                </a:cubicBezTo>
                <a:cubicBezTo>
                  <a:pt x="93708" y="81325"/>
                  <a:pt x="86063" y="72281"/>
                  <a:pt x="74161" y="72281"/>
                </a:cubicBezTo>
                <a:cubicBezTo>
                  <a:pt x="68039" y="72281"/>
                  <a:pt x="65473" y="74016"/>
                  <a:pt x="62180" y="80383"/>
                </a:cubicBezTo>
                <a:cubicBezTo>
                  <a:pt x="59748" y="85087"/>
                  <a:pt x="58583" y="91445"/>
                  <a:pt x="59403" y="95543"/>
                </a:cubicBezTo>
                <a:cubicBezTo>
                  <a:pt x="60452" y="100790"/>
                  <a:pt x="59265" y="104058"/>
                  <a:pt x="54777" y="108274"/>
                </a:cubicBezTo>
                <a:cubicBezTo>
                  <a:pt x="51457" y="111393"/>
                  <a:pt x="47935" y="117640"/>
                  <a:pt x="46950" y="122154"/>
                </a:cubicBezTo>
                <a:lnTo>
                  <a:pt x="45160" y="130363"/>
                </a:lnTo>
                <a:lnTo>
                  <a:pt x="42524" y="123910"/>
                </a:lnTo>
                <a:cubicBezTo>
                  <a:pt x="37073" y="110563"/>
                  <a:pt x="32979" y="104462"/>
                  <a:pt x="27585" y="101648"/>
                </a:cubicBezTo>
                <a:cubicBezTo>
                  <a:pt x="17943" y="96616"/>
                  <a:pt x="4895" y="80319"/>
                  <a:pt x="3541" y="71617"/>
                </a:cubicBezTo>
                <a:cubicBezTo>
                  <a:pt x="2825" y="67013"/>
                  <a:pt x="1452" y="60822"/>
                  <a:pt x="489" y="57859"/>
                </a:cubicBezTo>
                <a:cubicBezTo>
                  <a:pt x="-848" y="53746"/>
                  <a:pt x="431" y="51364"/>
                  <a:pt x="5896" y="47783"/>
                </a:cubicBezTo>
                <a:cubicBezTo>
                  <a:pt x="10761" y="44595"/>
                  <a:pt x="13372" y="44047"/>
                  <a:pt x="14046" y="46070"/>
                </a:cubicBezTo>
                <a:cubicBezTo>
                  <a:pt x="15462" y="50316"/>
                  <a:pt x="18138" y="49779"/>
                  <a:pt x="24934" y="43885"/>
                </a:cubicBezTo>
                <a:cubicBezTo>
                  <a:pt x="28208" y="41045"/>
                  <a:pt x="32964" y="38722"/>
                  <a:pt x="35503" y="38722"/>
                </a:cubicBezTo>
                <a:cubicBezTo>
                  <a:pt x="38041" y="38722"/>
                  <a:pt x="40941" y="37391"/>
                  <a:pt x="41946" y="35764"/>
                </a:cubicBezTo>
                <a:cubicBezTo>
                  <a:pt x="43722" y="32890"/>
                  <a:pt x="39180" y="33412"/>
                  <a:pt x="25819" y="37615"/>
                </a:cubicBezTo>
                <a:cubicBezTo>
                  <a:pt x="21516" y="38969"/>
                  <a:pt x="21538" y="38810"/>
                  <a:pt x="26045" y="35947"/>
                </a:cubicBezTo>
                <a:cubicBezTo>
                  <a:pt x="31416" y="32535"/>
                  <a:pt x="63427" y="25797"/>
                  <a:pt x="73982" y="25857"/>
                </a:cubicBezTo>
                <a:cubicBezTo>
                  <a:pt x="78607" y="25883"/>
                  <a:pt x="79439" y="26525"/>
                  <a:pt x="76916" y="28123"/>
                </a:cubicBezTo>
                <a:cubicBezTo>
                  <a:pt x="73965" y="29993"/>
                  <a:pt x="73961" y="30540"/>
                  <a:pt x="76893" y="31518"/>
                </a:cubicBezTo>
                <a:cubicBezTo>
                  <a:pt x="78816" y="32159"/>
                  <a:pt x="81904" y="31168"/>
                  <a:pt x="83755" y="29317"/>
                </a:cubicBezTo>
                <a:cubicBezTo>
                  <a:pt x="85607" y="27466"/>
                  <a:pt x="91425" y="24774"/>
                  <a:pt x="96686" y="23336"/>
                </a:cubicBezTo>
                <a:cubicBezTo>
                  <a:pt x="101946" y="21898"/>
                  <a:pt x="109785" y="17511"/>
                  <a:pt x="114106" y="13587"/>
                </a:cubicBezTo>
                <a:cubicBezTo>
                  <a:pt x="121455" y="6915"/>
                  <a:pt x="131807" y="0"/>
                  <a:pt x="134447" y="0"/>
                </a:cubicBezTo>
                <a:cubicBezTo>
                  <a:pt x="135087" y="0"/>
                  <a:pt x="135973" y="3775"/>
                  <a:pt x="136418" y="8390"/>
                </a:cubicBezTo>
                <a:cubicBezTo>
                  <a:pt x="137168" y="16168"/>
                  <a:pt x="137980" y="16836"/>
                  <a:pt x="147553" y="17557"/>
                </a:cubicBezTo>
                <a:cubicBezTo>
                  <a:pt x="160105" y="18501"/>
                  <a:pt x="164320" y="23444"/>
                  <a:pt x="164372" y="37279"/>
                </a:cubicBezTo>
                <a:cubicBezTo>
                  <a:pt x="164422" y="50382"/>
                  <a:pt x="165667" y="52231"/>
                  <a:pt x="179001" y="58990"/>
                </a:cubicBezTo>
                <a:cubicBezTo>
                  <a:pt x="184939" y="62000"/>
                  <a:pt x="190525" y="65641"/>
                  <a:pt x="191415" y="67081"/>
                </a:cubicBezTo>
                <a:cubicBezTo>
                  <a:pt x="193368" y="70242"/>
                  <a:pt x="210709" y="70495"/>
                  <a:pt x="215539" y="67434"/>
                </a:cubicBezTo>
                <a:cubicBezTo>
                  <a:pt x="217436" y="66231"/>
                  <a:pt x="218597" y="62474"/>
                  <a:pt x="218120" y="59084"/>
                </a:cubicBezTo>
                <a:cubicBezTo>
                  <a:pt x="217412" y="54054"/>
                  <a:pt x="218522" y="52773"/>
                  <a:pt x="224155" y="52122"/>
                </a:cubicBezTo>
                <a:cubicBezTo>
                  <a:pt x="227952" y="51683"/>
                  <a:pt x="235747" y="53716"/>
                  <a:pt x="241477" y="56639"/>
                </a:cubicBezTo>
                <a:cubicBezTo>
                  <a:pt x="247208" y="59563"/>
                  <a:pt x="255884" y="61955"/>
                  <a:pt x="260758" y="61955"/>
                </a:cubicBezTo>
                <a:cubicBezTo>
                  <a:pt x="266280" y="61955"/>
                  <a:pt x="270184" y="63424"/>
                  <a:pt x="271115" y="65853"/>
                </a:cubicBezTo>
                <a:cubicBezTo>
                  <a:pt x="271938" y="67996"/>
                  <a:pt x="273398" y="83679"/>
                  <a:pt x="274360" y="100702"/>
                </a:cubicBezTo>
                <a:lnTo>
                  <a:pt x="276110" y="131654"/>
                </a:lnTo>
                <a:lnTo>
                  <a:pt x="259373" y="131654"/>
                </a:lnTo>
                <a:cubicBezTo>
                  <a:pt x="250168" y="131654"/>
                  <a:pt x="241862" y="130880"/>
                  <a:pt x="240916" y="129933"/>
                </a:cubicBezTo>
                <a:close/>
              </a:path>
            </a:pathLst>
          </a:custGeom>
          <a:solidFill>
            <a:srgbClr val="B9B9B9"/>
          </a:solidFill>
          <a:ln w="5163" cap="flat">
            <a:noFill/>
            <a:prstDash val="solid"/>
            <a:miter/>
          </a:ln>
        </p:spPr>
        <p:txBody>
          <a:bodyPr/>
          <a:lstStyle/>
          <a:p>
            <a:endParaRPr lang="es-419" noProof="0" dirty="0"/>
          </a:p>
        </p:txBody>
      </p:sp>
      <p:sp>
        <p:nvSpPr>
          <p:cNvPr id="65" name="Forma libre: forma 64">
            <a:extLst>
              <a:ext uri="{FF2B5EF4-FFF2-40B4-BE49-F238E27FC236}">
                <a16:creationId xmlns:a16="http://schemas.microsoft.com/office/drawing/2014/main" id="{15309908-F270-2C14-364C-91A8E1D81FB3}"/>
              </a:ext>
            </a:extLst>
          </p:cNvPr>
          <p:cNvSpPr/>
          <p:nvPr/>
        </p:nvSpPr>
        <p:spPr>
          <a:xfrm>
            <a:off x="1184484" y="2261861"/>
            <a:ext cx="318490" cy="227740"/>
          </a:xfrm>
          <a:custGeom>
            <a:avLst/>
            <a:gdLst>
              <a:gd name="csX0" fmla="*/ 114616 w 318490"/>
              <a:gd name="csY0" fmla="*/ 224041 h 227740"/>
              <a:gd name="csX1" fmla="*/ 98063 w 318490"/>
              <a:gd name="csY1" fmla="*/ 220365 h 227740"/>
              <a:gd name="csX2" fmla="*/ 78702 w 318490"/>
              <a:gd name="csY2" fmla="*/ 212689 h 227740"/>
              <a:gd name="csX3" fmla="*/ 52720 w 318490"/>
              <a:gd name="csY3" fmla="*/ 202264 h 227740"/>
              <a:gd name="csX4" fmla="*/ 16521 w 318490"/>
              <a:gd name="csY4" fmla="*/ 184010 h 227740"/>
              <a:gd name="csX5" fmla="*/ 9212 w 318490"/>
              <a:gd name="csY5" fmla="*/ 173147 h 227740"/>
              <a:gd name="csX6" fmla="*/ 4642 w 318490"/>
              <a:gd name="csY6" fmla="*/ 147730 h 227740"/>
              <a:gd name="csX7" fmla="*/ 11809 w 318490"/>
              <a:gd name="csY7" fmla="*/ 137502 h 227740"/>
              <a:gd name="csX8" fmla="*/ 21183 w 318490"/>
              <a:gd name="csY8" fmla="*/ 134430 h 227740"/>
              <a:gd name="csX9" fmla="*/ 31013 w 318490"/>
              <a:gd name="csY9" fmla="*/ 131925 h 227740"/>
              <a:gd name="csX10" fmla="*/ 40878 w 318490"/>
              <a:gd name="csY10" fmla="*/ 131248 h 227740"/>
              <a:gd name="csX11" fmla="*/ 63873 w 318490"/>
              <a:gd name="csY11" fmla="*/ 121001 h 227740"/>
              <a:gd name="csX12" fmla="*/ 83748 w 318490"/>
              <a:gd name="csY12" fmla="*/ 109166 h 227740"/>
              <a:gd name="csX13" fmla="*/ 103738 w 318490"/>
              <a:gd name="csY13" fmla="*/ 85934 h 227740"/>
              <a:gd name="csX14" fmla="*/ 95901 w 318490"/>
              <a:gd name="csY14" fmla="*/ 79966 h 227740"/>
              <a:gd name="csX15" fmla="*/ 88802 w 318490"/>
              <a:gd name="csY15" fmla="*/ 74674 h 227740"/>
              <a:gd name="csX16" fmla="*/ 86125 w 318490"/>
              <a:gd name="csY16" fmla="*/ 66219 h 227740"/>
              <a:gd name="csX17" fmla="*/ 86125 w 318490"/>
              <a:gd name="csY17" fmla="*/ 56499 h 227740"/>
              <a:gd name="csX18" fmla="*/ 88802 w 318490"/>
              <a:gd name="csY18" fmla="*/ 47540 h 227740"/>
              <a:gd name="csX19" fmla="*/ 60913 w 318490"/>
              <a:gd name="csY19" fmla="*/ 35309 h 227740"/>
              <a:gd name="csX20" fmla="*/ 56419 w 318490"/>
              <a:gd name="csY20" fmla="*/ 24926 h 227740"/>
              <a:gd name="csX21" fmla="*/ 74769 w 318490"/>
              <a:gd name="csY21" fmla="*/ 18056 h 227740"/>
              <a:gd name="csX22" fmla="*/ 99155 w 318490"/>
              <a:gd name="csY22" fmla="*/ 10069 h 227740"/>
              <a:gd name="csX23" fmla="*/ 128747 w 318490"/>
              <a:gd name="csY23" fmla="*/ 1794 h 227740"/>
              <a:gd name="csX24" fmla="*/ 148545 w 318490"/>
              <a:gd name="csY24" fmla="*/ 0 h 227740"/>
              <a:gd name="csX25" fmla="*/ 155959 w 318490"/>
              <a:gd name="csY25" fmla="*/ 8117 h 227740"/>
              <a:gd name="csX26" fmla="*/ 176571 w 318490"/>
              <a:gd name="csY26" fmla="*/ 11071 h 227740"/>
              <a:gd name="csX27" fmla="*/ 199804 w 318490"/>
              <a:gd name="csY27" fmla="*/ 21145 h 227740"/>
              <a:gd name="csX28" fmla="*/ 218086 w 318490"/>
              <a:gd name="csY28" fmla="*/ 31610 h 227740"/>
              <a:gd name="csX29" fmla="*/ 246412 w 318490"/>
              <a:gd name="csY29" fmla="*/ 32163 h 227740"/>
              <a:gd name="csX30" fmla="*/ 266539 w 318490"/>
              <a:gd name="csY30" fmla="*/ 37891 h 227740"/>
              <a:gd name="csX31" fmla="*/ 290777 w 318490"/>
              <a:gd name="csY31" fmla="*/ 32555 h 227740"/>
              <a:gd name="csX32" fmla="*/ 315453 w 318490"/>
              <a:gd name="csY32" fmla="*/ 29658 h 227740"/>
              <a:gd name="csX33" fmla="*/ 315970 w 318490"/>
              <a:gd name="csY33" fmla="*/ 49793 h 227740"/>
              <a:gd name="csX34" fmla="*/ 313388 w 318490"/>
              <a:gd name="csY34" fmla="*/ 54741 h 227740"/>
              <a:gd name="csX35" fmla="*/ 311088 w 318490"/>
              <a:gd name="csY35" fmla="*/ 60549 h 227740"/>
              <a:gd name="csX36" fmla="*/ 306292 w 318490"/>
              <a:gd name="csY36" fmla="*/ 87865 h 227740"/>
              <a:gd name="csX37" fmla="*/ 284623 w 318490"/>
              <a:gd name="csY37" fmla="*/ 147819 h 227740"/>
              <a:gd name="csX38" fmla="*/ 277248 w 318490"/>
              <a:gd name="csY38" fmla="*/ 167736 h 227740"/>
              <a:gd name="csX39" fmla="*/ 272730 w 318490"/>
              <a:gd name="csY39" fmla="*/ 177484 h 227740"/>
              <a:gd name="csX40" fmla="*/ 214235 w 318490"/>
              <a:gd name="csY40" fmla="*/ 170076 h 227740"/>
              <a:gd name="csX41" fmla="*/ 184978 w 318490"/>
              <a:gd name="csY41" fmla="*/ 166604 h 227740"/>
              <a:gd name="csX42" fmla="*/ 157292 w 318490"/>
              <a:gd name="csY42" fmla="*/ 168449 h 227740"/>
              <a:gd name="csX43" fmla="*/ 156212 w 318490"/>
              <a:gd name="csY43" fmla="*/ 189010 h 227740"/>
              <a:gd name="csX44" fmla="*/ 147530 w 318490"/>
              <a:gd name="csY44" fmla="*/ 199123 h 227740"/>
              <a:gd name="csX45" fmla="*/ 137850 w 318490"/>
              <a:gd name="csY45" fmla="*/ 216729 h 227740"/>
              <a:gd name="csX46" fmla="*/ 130751 w 318490"/>
              <a:gd name="csY46" fmla="*/ 227717 h 227740"/>
              <a:gd name="csX47" fmla="*/ 114616 w 318490"/>
              <a:gd name="csY47" fmla="*/ 224041 h 2277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Lst>
            <a:rect l="l" t="t" r="r" b="b"/>
            <a:pathLst>
              <a:path w="318490" h="227740">
                <a:moveTo>
                  <a:pt x="114616" y="224041"/>
                </a:moveTo>
                <a:cubicBezTo>
                  <a:pt x="109647" y="222127"/>
                  <a:pt x="102198" y="220473"/>
                  <a:pt x="98063" y="220365"/>
                </a:cubicBezTo>
                <a:cubicBezTo>
                  <a:pt x="93928" y="220257"/>
                  <a:pt x="85216" y="216803"/>
                  <a:pt x="78702" y="212689"/>
                </a:cubicBezTo>
                <a:cubicBezTo>
                  <a:pt x="72189" y="208575"/>
                  <a:pt x="60497" y="203884"/>
                  <a:pt x="52720" y="202264"/>
                </a:cubicBezTo>
                <a:cubicBezTo>
                  <a:pt x="38260" y="199253"/>
                  <a:pt x="16521" y="188291"/>
                  <a:pt x="16521" y="184010"/>
                </a:cubicBezTo>
                <a:cubicBezTo>
                  <a:pt x="16521" y="182699"/>
                  <a:pt x="13232" y="177811"/>
                  <a:pt x="9212" y="173147"/>
                </a:cubicBezTo>
                <a:cubicBezTo>
                  <a:pt x="-1729" y="160453"/>
                  <a:pt x="-2493" y="156209"/>
                  <a:pt x="4642" y="147730"/>
                </a:cubicBezTo>
                <a:cubicBezTo>
                  <a:pt x="8064" y="143663"/>
                  <a:pt x="11290" y="139060"/>
                  <a:pt x="11809" y="137502"/>
                </a:cubicBezTo>
                <a:cubicBezTo>
                  <a:pt x="12328" y="135944"/>
                  <a:pt x="16546" y="134562"/>
                  <a:pt x="21183" y="134430"/>
                </a:cubicBezTo>
                <a:cubicBezTo>
                  <a:pt x="25819" y="134298"/>
                  <a:pt x="30243" y="133171"/>
                  <a:pt x="31013" y="131925"/>
                </a:cubicBezTo>
                <a:cubicBezTo>
                  <a:pt x="31783" y="130679"/>
                  <a:pt x="36222" y="130374"/>
                  <a:pt x="40878" y="131248"/>
                </a:cubicBezTo>
                <a:cubicBezTo>
                  <a:pt x="48236" y="132628"/>
                  <a:pt x="51244" y="131288"/>
                  <a:pt x="63873" y="121001"/>
                </a:cubicBezTo>
                <a:cubicBezTo>
                  <a:pt x="71865" y="114492"/>
                  <a:pt x="80808" y="109166"/>
                  <a:pt x="83748" y="109166"/>
                </a:cubicBezTo>
                <a:cubicBezTo>
                  <a:pt x="91503" y="109166"/>
                  <a:pt x="104649" y="93888"/>
                  <a:pt x="103738" y="85934"/>
                </a:cubicBezTo>
                <a:cubicBezTo>
                  <a:pt x="103134" y="80649"/>
                  <a:pt x="101713" y="79568"/>
                  <a:pt x="95901" y="79966"/>
                </a:cubicBezTo>
                <a:cubicBezTo>
                  <a:pt x="90126" y="80361"/>
                  <a:pt x="88802" y="79374"/>
                  <a:pt x="88802" y="74674"/>
                </a:cubicBezTo>
                <a:cubicBezTo>
                  <a:pt x="88802" y="71496"/>
                  <a:pt x="87597" y="67691"/>
                  <a:pt x="86125" y="66219"/>
                </a:cubicBezTo>
                <a:cubicBezTo>
                  <a:pt x="84276" y="64370"/>
                  <a:pt x="84276" y="61362"/>
                  <a:pt x="86125" y="56499"/>
                </a:cubicBezTo>
                <a:cubicBezTo>
                  <a:pt x="87597" y="52626"/>
                  <a:pt x="88802" y="48595"/>
                  <a:pt x="88802" y="47540"/>
                </a:cubicBezTo>
                <a:cubicBezTo>
                  <a:pt x="88802" y="45033"/>
                  <a:pt x="71424" y="37411"/>
                  <a:pt x="60913" y="35309"/>
                </a:cubicBezTo>
                <a:cubicBezTo>
                  <a:pt x="51581" y="33443"/>
                  <a:pt x="51150" y="32448"/>
                  <a:pt x="56419" y="24926"/>
                </a:cubicBezTo>
                <a:cubicBezTo>
                  <a:pt x="59183" y="20980"/>
                  <a:pt x="64034" y="19164"/>
                  <a:pt x="74769" y="18056"/>
                </a:cubicBezTo>
                <a:cubicBezTo>
                  <a:pt x="84042" y="17099"/>
                  <a:pt x="92933" y="14187"/>
                  <a:pt x="99155" y="10069"/>
                </a:cubicBezTo>
                <a:cubicBezTo>
                  <a:pt x="106450" y="5242"/>
                  <a:pt x="114000" y="3130"/>
                  <a:pt x="128747" y="1794"/>
                </a:cubicBezTo>
                <a:lnTo>
                  <a:pt x="148545" y="0"/>
                </a:lnTo>
                <a:lnTo>
                  <a:pt x="155959" y="8117"/>
                </a:lnTo>
                <a:cubicBezTo>
                  <a:pt x="164608" y="17586"/>
                  <a:pt x="168428" y="18134"/>
                  <a:pt x="176571" y="11071"/>
                </a:cubicBezTo>
                <a:cubicBezTo>
                  <a:pt x="187391" y="1687"/>
                  <a:pt x="199804" y="7069"/>
                  <a:pt x="199804" y="21145"/>
                </a:cubicBezTo>
                <a:cubicBezTo>
                  <a:pt x="199804" y="30772"/>
                  <a:pt x="209395" y="36261"/>
                  <a:pt x="218086" y="31610"/>
                </a:cubicBezTo>
                <a:cubicBezTo>
                  <a:pt x="228270" y="26160"/>
                  <a:pt x="241869" y="26426"/>
                  <a:pt x="246412" y="32163"/>
                </a:cubicBezTo>
                <a:cubicBezTo>
                  <a:pt x="249505" y="36068"/>
                  <a:pt x="254126" y="37384"/>
                  <a:pt x="266539" y="37891"/>
                </a:cubicBezTo>
                <a:cubicBezTo>
                  <a:pt x="279978" y="38440"/>
                  <a:pt x="284000" y="37555"/>
                  <a:pt x="290777" y="32555"/>
                </a:cubicBezTo>
                <a:cubicBezTo>
                  <a:pt x="299613" y="26036"/>
                  <a:pt x="310548" y="24752"/>
                  <a:pt x="315453" y="29658"/>
                </a:cubicBezTo>
                <a:cubicBezTo>
                  <a:pt x="319191" y="33396"/>
                  <a:pt x="319612" y="49793"/>
                  <a:pt x="315970" y="49793"/>
                </a:cubicBezTo>
                <a:cubicBezTo>
                  <a:pt x="314550" y="49793"/>
                  <a:pt x="313388" y="52020"/>
                  <a:pt x="313388" y="54741"/>
                </a:cubicBezTo>
                <a:cubicBezTo>
                  <a:pt x="313388" y="57462"/>
                  <a:pt x="312353" y="60076"/>
                  <a:pt x="311088" y="60549"/>
                </a:cubicBezTo>
                <a:cubicBezTo>
                  <a:pt x="309822" y="61023"/>
                  <a:pt x="307664" y="73315"/>
                  <a:pt x="306292" y="87865"/>
                </a:cubicBezTo>
                <a:cubicBezTo>
                  <a:pt x="303509" y="117372"/>
                  <a:pt x="292552" y="147689"/>
                  <a:pt x="284623" y="147819"/>
                </a:cubicBezTo>
                <a:cubicBezTo>
                  <a:pt x="279191" y="147908"/>
                  <a:pt x="277248" y="153157"/>
                  <a:pt x="277248" y="167736"/>
                </a:cubicBezTo>
                <a:cubicBezTo>
                  <a:pt x="277248" y="177878"/>
                  <a:pt x="276652" y="179163"/>
                  <a:pt x="272730" y="177484"/>
                </a:cubicBezTo>
                <a:cubicBezTo>
                  <a:pt x="262382" y="173052"/>
                  <a:pt x="240695" y="170306"/>
                  <a:pt x="214235" y="170076"/>
                </a:cubicBezTo>
                <a:cubicBezTo>
                  <a:pt x="194190" y="169901"/>
                  <a:pt x="185756" y="168900"/>
                  <a:pt x="184978" y="166604"/>
                </a:cubicBezTo>
                <a:cubicBezTo>
                  <a:pt x="183149" y="161204"/>
                  <a:pt x="162610" y="162574"/>
                  <a:pt x="157292" y="168449"/>
                </a:cubicBezTo>
                <a:cubicBezTo>
                  <a:pt x="153074" y="173111"/>
                  <a:pt x="152885" y="176707"/>
                  <a:pt x="156212" y="189010"/>
                </a:cubicBezTo>
                <a:cubicBezTo>
                  <a:pt x="156777" y="191099"/>
                  <a:pt x="153007" y="195490"/>
                  <a:pt x="147530" y="199123"/>
                </a:cubicBezTo>
                <a:cubicBezTo>
                  <a:pt x="138821" y="204900"/>
                  <a:pt x="137850" y="206668"/>
                  <a:pt x="137850" y="216729"/>
                </a:cubicBezTo>
                <a:cubicBezTo>
                  <a:pt x="137850" y="227257"/>
                  <a:pt x="137433" y="227902"/>
                  <a:pt x="130751" y="227717"/>
                </a:cubicBezTo>
                <a:cubicBezTo>
                  <a:pt x="126846" y="227609"/>
                  <a:pt x="119586" y="225955"/>
                  <a:pt x="114616" y="224041"/>
                </a:cubicBezTo>
                <a:close/>
              </a:path>
            </a:pathLst>
          </a:custGeom>
          <a:solidFill>
            <a:srgbClr val="B9B9B9"/>
          </a:solidFill>
          <a:ln w="5163" cap="flat">
            <a:noFill/>
            <a:prstDash val="solid"/>
            <a:miter/>
          </a:ln>
        </p:spPr>
        <p:txBody>
          <a:bodyPr/>
          <a:lstStyle/>
          <a:p>
            <a:endParaRPr lang="es-419" noProof="0" dirty="0"/>
          </a:p>
        </p:txBody>
      </p:sp>
      <p:sp>
        <p:nvSpPr>
          <p:cNvPr id="66" name="Forma libre: forma 65">
            <a:extLst>
              <a:ext uri="{FF2B5EF4-FFF2-40B4-BE49-F238E27FC236}">
                <a16:creationId xmlns:a16="http://schemas.microsoft.com/office/drawing/2014/main" id="{97157724-DBC2-F197-3116-B449770D8FD2}"/>
              </a:ext>
            </a:extLst>
          </p:cNvPr>
          <p:cNvSpPr/>
          <p:nvPr/>
        </p:nvSpPr>
        <p:spPr>
          <a:xfrm>
            <a:off x="1557246" y="2384328"/>
            <a:ext cx="70794" cy="61560"/>
          </a:xfrm>
          <a:custGeom>
            <a:avLst/>
            <a:gdLst>
              <a:gd name="csX0" fmla="*/ 30977 w 70794"/>
              <a:gd name="csY0" fmla="*/ 53817 h 61560"/>
              <a:gd name="csX1" fmla="*/ 18070 w 70794"/>
              <a:gd name="csY1" fmla="*/ 49863 h 61560"/>
              <a:gd name="csX2" fmla="*/ 14198 w 70794"/>
              <a:gd name="csY2" fmla="*/ 52169 h 61560"/>
              <a:gd name="csX3" fmla="*/ 10326 w 70794"/>
              <a:gd name="csY3" fmla="*/ 47062 h 61560"/>
              <a:gd name="csX4" fmla="*/ 5163 w 70794"/>
              <a:gd name="csY4" fmla="*/ 39020 h 61560"/>
              <a:gd name="csX5" fmla="*/ 0 w 70794"/>
              <a:gd name="csY5" fmla="*/ 32748 h 61560"/>
              <a:gd name="csX6" fmla="*/ 10326 w 70794"/>
              <a:gd name="csY6" fmla="*/ 18967 h 61560"/>
              <a:gd name="csX7" fmla="*/ 20652 w 70794"/>
              <a:gd name="csY7" fmla="*/ 3034 h 61560"/>
              <a:gd name="csX8" fmla="*/ 30332 w 70794"/>
              <a:gd name="csY8" fmla="*/ 698 h 61560"/>
              <a:gd name="csX9" fmla="*/ 54210 w 70794"/>
              <a:gd name="csY9" fmla="*/ 10137 h 61560"/>
              <a:gd name="csX10" fmla="*/ 63267 w 70794"/>
              <a:gd name="csY10" fmla="*/ 15095 h 61560"/>
              <a:gd name="csX11" fmla="*/ 69100 w 70794"/>
              <a:gd name="csY11" fmla="*/ 20258 h 61560"/>
              <a:gd name="csX12" fmla="*/ 69100 w 70794"/>
              <a:gd name="csY12" fmla="*/ 30584 h 61560"/>
              <a:gd name="csX13" fmla="*/ 69721 w 70794"/>
              <a:gd name="csY13" fmla="*/ 35746 h 61560"/>
              <a:gd name="csX14" fmla="*/ 67118 w 70794"/>
              <a:gd name="csY14" fmla="*/ 44803 h 61560"/>
              <a:gd name="csX15" fmla="*/ 61618 w 70794"/>
              <a:gd name="csY15" fmla="*/ 50612 h 61560"/>
              <a:gd name="csX16" fmla="*/ 54931 w 70794"/>
              <a:gd name="csY16" fmla="*/ 50644 h 61560"/>
              <a:gd name="csX17" fmla="*/ 37735 w 70794"/>
              <a:gd name="csY17" fmla="*/ 61561 h 61560"/>
              <a:gd name="csX18" fmla="*/ 30977 w 70794"/>
              <a:gd name="csY18" fmla="*/ 53817 h 615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70794" h="61560">
                <a:moveTo>
                  <a:pt x="30977" y="53817"/>
                </a:moveTo>
                <a:cubicBezTo>
                  <a:pt x="25158" y="45644"/>
                  <a:pt x="18070" y="43473"/>
                  <a:pt x="18070" y="49863"/>
                </a:cubicBezTo>
                <a:cubicBezTo>
                  <a:pt x="18070" y="52173"/>
                  <a:pt x="16557" y="53074"/>
                  <a:pt x="14198" y="52169"/>
                </a:cubicBezTo>
                <a:cubicBezTo>
                  <a:pt x="12068" y="51351"/>
                  <a:pt x="10326" y="49053"/>
                  <a:pt x="10326" y="47062"/>
                </a:cubicBezTo>
                <a:cubicBezTo>
                  <a:pt x="10326" y="45070"/>
                  <a:pt x="8003" y="41451"/>
                  <a:pt x="5163" y="39020"/>
                </a:cubicBezTo>
                <a:cubicBezTo>
                  <a:pt x="2323" y="36588"/>
                  <a:pt x="0" y="33766"/>
                  <a:pt x="0" y="32748"/>
                </a:cubicBezTo>
                <a:cubicBezTo>
                  <a:pt x="0" y="31730"/>
                  <a:pt x="4647" y="25529"/>
                  <a:pt x="10326" y="18967"/>
                </a:cubicBezTo>
                <a:cubicBezTo>
                  <a:pt x="16005" y="12405"/>
                  <a:pt x="20652" y="5235"/>
                  <a:pt x="20652" y="3034"/>
                </a:cubicBezTo>
                <a:cubicBezTo>
                  <a:pt x="20652" y="-166"/>
                  <a:pt x="22592" y="-634"/>
                  <a:pt x="30332" y="698"/>
                </a:cubicBezTo>
                <a:cubicBezTo>
                  <a:pt x="52748" y="4557"/>
                  <a:pt x="54210" y="5134"/>
                  <a:pt x="54210" y="10137"/>
                </a:cubicBezTo>
                <a:cubicBezTo>
                  <a:pt x="54210" y="14084"/>
                  <a:pt x="56056" y="15095"/>
                  <a:pt x="63267" y="15095"/>
                </a:cubicBezTo>
                <a:cubicBezTo>
                  <a:pt x="71678" y="15095"/>
                  <a:pt x="72094" y="15463"/>
                  <a:pt x="69100" y="20258"/>
                </a:cubicBezTo>
                <a:cubicBezTo>
                  <a:pt x="66522" y="24386"/>
                  <a:pt x="66522" y="26456"/>
                  <a:pt x="69100" y="30584"/>
                </a:cubicBezTo>
                <a:cubicBezTo>
                  <a:pt x="71011" y="33644"/>
                  <a:pt x="71264" y="35746"/>
                  <a:pt x="69721" y="35746"/>
                </a:cubicBezTo>
                <a:cubicBezTo>
                  <a:pt x="68289" y="35746"/>
                  <a:pt x="67118" y="39822"/>
                  <a:pt x="67118" y="44803"/>
                </a:cubicBezTo>
                <a:cubicBezTo>
                  <a:pt x="67118" y="53341"/>
                  <a:pt x="66802" y="53674"/>
                  <a:pt x="61618" y="50612"/>
                </a:cubicBezTo>
                <a:cubicBezTo>
                  <a:pt x="57188" y="47995"/>
                  <a:pt x="55886" y="48002"/>
                  <a:pt x="54931" y="50644"/>
                </a:cubicBezTo>
                <a:cubicBezTo>
                  <a:pt x="53898" y="53500"/>
                  <a:pt x="41201" y="61561"/>
                  <a:pt x="37735" y="61561"/>
                </a:cubicBezTo>
                <a:cubicBezTo>
                  <a:pt x="37051" y="61561"/>
                  <a:pt x="34010" y="58076"/>
                  <a:pt x="30977" y="53817"/>
                </a:cubicBezTo>
                <a:close/>
              </a:path>
            </a:pathLst>
          </a:custGeom>
          <a:solidFill>
            <a:srgbClr val="B9B9B9"/>
          </a:solidFill>
          <a:ln w="5163" cap="flat">
            <a:noFill/>
            <a:prstDash val="solid"/>
            <a:miter/>
          </a:ln>
        </p:spPr>
        <p:txBody>
          <a:bodyPr/>
          <a:lstStyle/>
          <a:p>
            <a:endParaRPr lang="es-419" noProof="0" dirty="0"/>
          </a:p>
        </p:txBody>
      </p:sp>
      <p:sp>
        <p:nvSpPr>
          <p:cNvPr id="67" name="Forma libre: forma 66">
            <a:extLst>
              <a:ext uri="{FF2B5EF4-FFF2-40B4-BE49-F238E27FC236}">
                <a16:creationId xmlns:a16="http://schemas.microsoft.com/office/drawing/2014/main" id="{3ACBDB93-9625-176E-07E3-87A3F747808B}"/>
              </a:ext>
            </a:extLst>
          </p:cNvPr>
          <p:cNvSpPr/>
          <p:nvPr/>
        </p:nvSpPr>
        <p:spPr>
          <a:xfrm>
            <a:off x="1478193" y="2273156"/>
            <a:ext cx="153622" cy="170128"/>
          </a:xfrm>
          <a:custGeom>
            <a:avLst/>
            <a:gdLst>
              <a:gd name="csX0" fmla="*/ 8493 w 153622"/>
              <a:gd name="csY0" fmla="*/ 168431 h 170128"/>
              <a:gd name="csX1" fmla="*/ 6772 w 153622"/>
              <a:gd name="csY1" fmla="*/ 161418 h 170128"/>
              <a:gd name="csX2" fmla="*/ 2681 w 153622"/>
              <a:gd name="csY2" fmla="*/ 145415 h 170128"/>
              <a:gd name="csX3" fmla="*/ 5459 w 153622"/>
              <a:gd name="csY3" fmla="*/ 121148 h 170128"/>
              <a:gd name="csX4" fmla="*/ 14777 w 153622"/>
              <a:gd name="csY4" fmla="*/ 82726 h 170128"/>
              <a:gd name="csX5" fmla="*/ 25155 w 153622"/>
              <a:gd name="csY5" fmla="*/ 43661 h 170128"/>
              <a:gd name="csX6" fmla="*/ 27423 w 153622"/>
              <a:gd name="csY6" fmla="*/ 32229 h 170128"/>
              <a:gd name="csX7" fmla="*/ 31172 w 153622"/>
              <a:gd name="csY7" fmla="*/ 17047 h 170128"/>
              <a:gd name="csX8" fmla="*/ 33221 w 153622"/>
              <a:gd name="csY8" fmla="*/ 11598 h 170128"/>
              <a:gd name="csX9" fmla="*/ 37362 w 153622"/>
              <a:gd name="csY9" fmla="*/ 8370 h 170128"/>
              <a:gd name="csX10" fmla="*/ 41848 w 153622"/>
              <a:gd name="csY10" fmla="*/ 3309 h 170128"/>
              <a:gd name="csX11" fmla="*/ 51947 w 153622"/>
              <a:gd name="csY11" fmla="*/ 4939 h 170128"/>
              <a:gd name="csX12" fmla="*/ 67990 w 153622"/>
              <a:gd name="csY12" fmla="*/ 10085 h 170128"/>
              <a:gd name="csX13" fmla="*/ 82983 w 153622"/>
              <a:gd name="csY13" fmla="*/ 28865 h 170128"/>
              <a:gd name="csX14" fmla="*/ 93236 w 153622"/>
              <a:gd name="csY14" fmla="*/ 38498 h 170128"/>
              <a:gd name="csX15" fmla="*/ 103025 w 153622"/>
              <a:gd name="csY15" fmla="*/ 33366 h 170128"/>
              <a:gd name="csX16" fmla="*/ 120832 w 153622"/>
              <a:gd name="csY16" fmla="*/ 24595 h 170128"/>
              <a:gd name="csX17" fmla="*/ 122064 w 153622"/>
              <a:gd name="csY17" fmla="*/ 33182 h 170128"/>
              <a:gd name="csX18" fmla="*/ 135261 w 153622"/>
              <a:gd name="csY18" fmla="*/ 39968 h 170128"/>
              <a:gd name="csX19" fmla="*/ 152396 w 153622"/>
              <a:gd name="csY19" fmla="*/ 46930 h 170128"/>
              <a:gd name="csX20" fmla="*/ 149002 w 153622"/>
              <a:gd name="csY20" fmla="*/ 58232 h 170128"/>
              <a:gd name="csX21" fmla="*/ 146552 w 153622"/>
              <a:gd name="csY21" fmla="*/ 64545 h 170128"/>
              <a:gd name="csX22" fmla="*/ 148358 w 153622"/>
              <a:gd name="csY22" fmla="*/ 121402 h 170128"/>
              <a:gd name="csX23" fmla="*/ 135844 w 153622"/>
              <a:gd name="csY23" fmla="*/ 118523 h 170128"/>
              <a:gd name="csX24" fmla="*/ 131972 w 153622"/>
              <a:gd name="csY24" fmla="*/ 113360 h 170128"/>
              <a:gd name="csX25" fmla="*/ 128062 w 153622"/>
              <a:gd name="csY25" fmla="*/ 103679 h 170128"/>
              <a:gd name="csX26" fmla="*/ 124378 w 153622"/>
              <a:gd name="csY26" fmla="*/ 87545 h 170128"/>
              <a:gd name="csX27" fmla="*/ 116378 w 153622"/>
              <a:gd name="csY27" fmla="*/ 72702 h 170128"/>
              <a:gd name="csX28" fmla="*/ 107448 w 153622"/>
              <a:gd name="csY28" fmla="*/ 67912 h 170128"/>
              <a:gd name="csX29" fmla="*/ 99376 w 153622"/>
              <a:gd name="csY29" fmla="*/ 80152 h 170128"/>
              <a:gd name="csX30" fmla="*/ 94468 w 153622"/>
              <a:gd name="csY30" fmla="*/ 101141 h 170128"/>
              <a:gd name="csX31" fmla="*/ 81766 w 153622"/>
              <a:gd name="csY31" fmla="*/ 133635 h 170128"/>
              <a:gd name="csX32" fmla="*/ 65090 w 153622"/>
              <a:gd name="csY32" fmla="*/ 140680 h 170128"/>
              <a:gd name="csX33" fmla="*/ 53260 w 153622"/>
              <a:gd name="csY33" fmla="*/ 146865 h 170128"/>
              <a:gd name="csX34" fmla="*/ 38902 w 153622"/>
              <a:gd name="csY34" fmla="*/ 154663 h 170128"/>
              <a:gd name="csX35" fmla="*/ 22260 w 153622"/>
              <a:gd name="csY35" fmla="*/ 162407 h 170128"/>
              <a:gd name="csX36" fmla="*/ 8493 w 153622"/>
              <a:gd name="csY36" fmla="*/ 168431 h 17012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Lst>
            <a:rect l="l" t="t" r="r" b="b"/>
            <a:pathLst>
              <a:path w="153622" h="170128">
                <a:moveTo>
                  <a:pt x="8493" y="168431"/>
                </a:moveTo>
                <a:cubicBezTo>
                  <a:pt x="7546" y="167484"/>
                  <a:pt x="6772" y="164329"/>
                  <a:pt x="6772" y="161418"/>
                </a:cubicBezTo>
                <a:cubicBezTo>
                  <a:pt x="6772" y="158508"/>
                  <a:pt x="4931" y="151306"/>
                  <a:pt x="2681" y="145415"/>
                </a:cubicBezTo>
                <a:cubicBezTo>
                  <a:pt x="-1298" y="134996"/>
                  <a:pt x="-1222" y="134332"/>
                  <a:pt x="5459" y="121148"/>
                </a:cubicBezTo>
                <a:cubicBezTo>
                  <a:pt x="10516" y="111168"/>
                  <a:pt x="12973" y="101035"/>
                  <a:pt x="14777" y="82726"/>
                </a:cubicBezTo>
                <a:cubicBezTo>
                  <a:pt x="17244" y="57676"/>
                  <a:pt x="20967" y="43661"/>
                  <a:pt x="25155" y="43661"/>
                </a:cubicBezTo>
                <a:cubicBezTo>
                  <a:pt x="26403" y="43661"/>
                  <a:pt x="27423" y="38516"/>
                  <a:pt x="27423" y="32229"/>
                </a:cubicBezTo>
                <a:cubicBezTo>
                  <a:pt x="27423" y="25675"/>
                  <a:pt x="29023" y="19196"/>
                  <a:pt x="31172" y="17047"/>
                </a:cubicBezTo>
                <a:cubicBezTo>
                  <a:pt x="33235" y="14985"/>
                  <a:pt x="34156" y="12533"/>
                  <a:pt x="33221" y="11598"/>
                </a:cubicBezTo>
                <a:cubicBezTo>
                  <a:pt x="32286" y="10662"/>
                  <a:pt x="34150" y="9210"/>
                  <a:pt x="37362" y="8370"/>
                </a:cubicBezTo>
                <a:cubicBezTo>
                  <a:pt x="40925" y="7438"/>
                  <a:pt x="42675" y="5464"/>
                  <a:pt x="41848" y="3309"/>
                </a:cubicBezTo>
                <a:cubicBezTo>
                  <a:pt x="39982" y="-1555"/>
                  <a:pt x="42837" y="-1094"/>
                  <a:pt x="51947" y="4939"/>
                </a:cubicBezTo>
                <a:cubicBezTo>
                  <a:pt x="56206" y="7760"/>
                  <a:pt x="63426" y="10076"/>
                  <a:pt x="67990" y="10085"/>
                </a:cubicBezTo>
                <a:cubicBezTo>
                  <a:pt x="77231" y="10104"/>
                  <a:pt x="80149" y="13759"/>
                  <a:pt x="82983" y="28865"/>
                </a:cubicBezTo>
                <a:cubicBezTo>
                  <a:pt x="84632" y="37657"/>
                  <a:pt x="85527" y="38498"/>
                  <a:pt x="93236" y="38498"/>
                </a:cubicBezTo>
                <a:cubicBezTo>
                  <a:pt x="99495" y="38498"/>
                  <a:pt x="102031" y="37168"/>
                  <a:pt x="103025" y="33366"/>
                </a:cubicBezTo>
                <a:cubicBezTo>
                  <a:pt x="104466" y="27855"/>
                  <a:pt x="116509" y="21923"/>
                  <a:pt x="120832" y="24595"/>
                </a:cubicBezTo>
                <a:cubicBezTo>
                  <a:pt x="122276" y="25487"/>
                  <a:pt x="122830" y="29351"/>
                  <a:pt x="122064" y="33182"/>
                </a:cubicBezTo>
                <a:cubicBezTo>
                  <a:pt x="120679" y="40107"/>
                  <a:pt x="120757" y="40147"/>
                  <a:pt x="135261" y="39968"/>
                </a:cubicBezTo>
                <a:cubicBezTo>
                  <a:pt x="148934" y="39800"/>
                  <a:pt x="150012" y="40238"/>
                  <a:pt x="152396" y="46930"/>
                </a:cubicBezTo>
                <a:cubicBezTo>
                  <a:pt x="154575" y="53045"/>
                  <a:pt x="154087" y="54670"/>
                  <a:pt x="149002" y="58232"/>
                </a:cubicBezTo>
                <a:cubicBezTo>
                  <a:pt x="144363" y="61481"/>
                  <a:pt x="143827" y="62863"/>
                  <a:pt x="146552" y="64545"/>
                </a:cubicBezTo>
                <a:cubicBezTo>
                  <a:pt x="151618" y="67671"/>
                  <a:pt x="153227" y="118317"/>
                  <a:pt x="148358" y="121402"/>
                </a:cubicBezTo>
                <a:cubicBezTo>
                  <a:pt x="142062" y="125392"/>
                  <a:pt x="135844" y="123962"/>
                  <a:pt x="135844" y="118523"/>
                </a:cubicBezTo>
                <a:cubicBezTo>
                  <a:pt x="135844" y="115655"/>
                  <a:pt x="134123" y="113360"/>
                  <a:pt x="131972" y="113360"/>
                </a:cubicBezTo>
                <a:cubicBezTo>
                  <a:pt x="129225" y="113360"/>
                  <a:pt x="128089" y="110546"/>
                  <a:pt x="128062" y="103679"/>
                </a:cubicBezTo>
                <a:cubicBezTo>
                  <a:pt x="128041" y="98355"/>
                  <a:pt x="126383" y="91095"/>
                  <a:pt x="124378" y="87545"/>
                </a:cubicBezTo>
                <a:cubicBezTo>
                  <a:pt x="122373" y="83996"/>
                  <a:pt x="118773" y="77316"/>
                  <a:pt x="116378" y="72702"/>
                </a:cubicBezTo>
                <a:cubicBezTo>
                  <a:pt x="111867" y="64011"/>
                  <a:pt x="107448" y="61641"/>
                  <a:pt x="107448" y="67912"/>
                </a:cubicBezTo>
                <a:cubicBezTo>
                  <a:pt x="107448" y="69891"/>
                  <a:pt x="103816" y="75399"/>
                  <a:pt x="99376" y="80152"/>
                </a:cubicBezTo>
                <a:cubicBezTo>
                  <a:pt x="91445" y="88642"/>
                  <a:pt x="91359" y="89010"/>
                  <a:pt x="94468" y="101141"/>
                </a:cubicBezTo>
                <a:cubicBezTo>
                  <a:pt x="97988" y="114877"/>
                  <a:pt x="97068" y="117230"/>
                  <a:pt x="81766" y="133635"/>
                </a:cubicBezTo>
                <a:cubicBezTo>
                  <a:pt x="74766" y="141139"/>
                  <a:pt x="72544" y="142078"/>
                  <a:pt x="65090" y="140680"/>
                </a:cubicBezTo>
                <a:cubicBezTo>
                  <a:pt x="57313" y="139221"/>
                  <a:pt x="56181" y="139812"/>
                  <a:pt x="53260" y="146865"/>
                </a:cubicBezTo>
                <a:cubicBezTo>
                  <a:pt x="50372" y="153836"/>
                  <a:pt x="48850" y="154663"/>
                  <a:pt x="38902" y="154663"/>
                </a:cubicBezTo>
                <a:cubicBezTo>
                  <a:pt x="29485" y="154663"/>
                  <a:pt x="26927" y="155853"/>
                  <a:pt x="22260" y="162407"/>
                </a:cubicBezTo>
                <a:cubicBezTo>
                  <a:pt x="16933" y="169889"/>
                  <a:pt x="12076" y="172014"/>
                  <a:pt x="8493" y="168431"/>
                </a:cubicBezTo>
                <a:close/>
              </a:path>
            </a:pathLst>
          </a:custGeom>
          <a:solidFill>
            <a:srgbClr val="B9B9B9"/>
          </a:solidFill>
          <a:ln w="5163" cap="flat">
            <a:noFill/>
            <a:prstDash val="solid"/>
            <a:miter/>
          </a:ln>
        </p:spPr>
        <p:txBody>
          <a:bodyPr/>
          <a:lstStyle/>
          <a:p>
            <a:endParaRPr lang="es-419" noProof="0" dirty="0"/>
          </a:p>
        </p:txBody>
      </p:sp>
      <p:grpSp>
        <p:nvGrpSpPr>
          <p:cNvPr id="68" name="Gráfico 39">
            <a:extLst>
              <a:ext uri="{FF2B5EF4-FFF2-40B4-BE49-F238E27FC236}">
                <a16:creationId xmlns:a16="http://schemas.microsoft.com/office/drawing/2014/main" id="{3596034F-FCA2-0F21-6752-0851B31DEC60}"/>
              </a:ext>
            </a:extLst>
          </p:cNvPr>
          <p:cNvGrpSpPr/>
          <p:nvPr/>
        </p:nvGrpSpPr>
        <p:grpSpPr>
          <a:xfrm>
            <a:off x="2169009" y="2212045"/>
            <a:ext cx="273705" cy="260208"/>
            <a:chOff x="2169009" y="2212045"/>
            <a:chExt cx="273705" cy="260208"/>
          </a:xfrm>
          <a:solidFill>
            <a:srgbClr val="B9B9B9"/>
          </a:solidFill>
        </p:grpSpPr>
        <p:sp>
          <p:nvSpPr>
            <p:cNvPr id="69" name="Forma libre: forma 68">
              <a:extLst>
                <a:ext uri="{FF2B5EF4-FFF2-40B4-BE49-F238E27FC236}">
                  <a16:creationId xmlns:a16="http://schemas.microsoft.com/office/drawing/2014/main" id="{51CF7AD9-4D0E-84F9-61AC-A9EE3DA14A64}"/>
                </a:ext>
              </a:extLst>
            </p:cNvPr>
            <p:cNvSpPr/>
            <p:nvPr/>
          </p:nvSpPr>
          <p:spPr>
            <a:xfrm>
              <a:off x="2169009" y="2212045"/>
              <a:ext cx="273705" cy="260208"/>
            </a:xfrm>
            <a:custGeom>
              <a:avLst/>
              <a:gdLst>
                <a:gd name="csX0" fmla="*/ 136396 w 273705"/>
                <a:gd name="csY0" fmla="*/ 251544 h 260208"/>
                <a:gd name="csX1" fmla="*/ 123951 w 273705"/>
                <a:gd name="csY1" fmla="*/ 241399 h 260208"/>
                <a:gd name="csX2" fmla="*/ 100178 w 273705"/>
                <a:gd name="csY2" fmla="*/ 233837 h 260208"/>
                <a:gd name="csX3" fmla="*/ 81199 w 273705"/>
                <a:gd name="csY3" fmla="*/ 230865 h 260208"/>
                <a:gd name="csX4" fmla="*/ 75979 w 273705"/>
                <a:gd name="csY4" fmla="*/ 240363 h 260208"/>
                <a:gd name="csX5" fmla="*/ 67894 w 273705"/>
                <a:gd name="csY5" fmla="*/ 246752 h 260208"/>
                <a:gd name="csX6" fmla="*/ 29911 w 273705"/>
                <a:gd name="csY6" fmla="*/ 227450 h 260208"/>
                <a:gd name="csX7" fmla="*/ 28472 w 273705"/>
                <a:gd name="csY7" fmla="*/ 213064 h 260208"/>
                <a:gd name="csX8" fmla="*/ 12481 w 273705"/>
                <a:gd name="csY8" fmla="*/ 197704 h 260208"/>
                <a:gd name="csX9" fmla="*/ 1103 w 273705"/>
                <a:gd name="csY9" fmla="*/ 191257 h 260208"/>
                <a:gd name="csX10" fmla="*/ 24560 w 273705"/>
                <a:gd name="csY10" fmla="*/ 177413 h 260208"/>
                <a:gd name="csX11" fmla="*/ 49357 w 273705"/>
                <a:gd name="csY11" fmla="*/ 181249 h 260208"/>
                <a:gd name="csX12" fmla="*/ 33383 w 273705"/>
                <a:gd name="csY12" fmla="*/ 188440 h 260208"/>
                <a:gd name="csX13" fmla="*/ 18111 w 273705"/>
                <a:gd name="csY13" fmla="*/ 189801 h 260208"/>
                <a:gd name="csX14" fmla="*/ 23379 w 273705"/>
                <a:gd name="csY14" fmla="*/ 191217 h 260208"/>
                <a:gd name="csX15" fmla="*/ 42338 w 273705"/>
                <a:gd name="csY15" fmla="*/ 193852 h 260208"/>
                <a:gd name="csX16" fmla="*/ 54801 w 273705"/>
                <a:gd name="csY16" fmla="*/ 205031 h 260208"/>
                <a:gd name="csX17" fmla="*/ 53572 w 273705"/>
                <a:gd name="csY17" fmla="*/ 211902 h 260208"/>
                <a:gd name="csX18" fmla="*/ 58745 w 273705"/>
                <a:gd name="csY18" fmla="*/ 206739 h 260208"/>
                <a:gd name="csX19" fmla="*/ 62804 w 273705"/>
                <a:gd name="csY19" fmla="*/ 199640 h 260208"/>
                <a:gd name="csX20" fmla="*/ 78923 w 273705"/>
                <a:gd name="csY20" fmla="*/ 200342 h 260208"/>
                <a:gd name="csX21" fmla="*/ 84524 w 273705"/>
                <a:gd name="csY21" fmla="*/ 197871 h 260208"/>
                <a:gd name="csX22" fmla="*/ 91725 w 273705"/>
                <a:gd name="csY22" fmla="*/ 189946 h 260208"/>
                <a:gd name="csX23" fmla="*/ 100403 w 273705"/>
                <a:gd name="csY23" fmla="*/ 165765 h 260208"/>
                <a:gd name="csX24" fmla="*/ 96700 w 273705"/>
                <a:gd name="csY24" fmla="*/ 159218 h 260208"/>
                <a:gd name="csX25" fmla="*/ 94398 w 273705"/>
                <a:gd name="csY25" fmla="*/ 157998 h 260208"/>
                <a:gd name="csX26" fmla="*/ 90392 w 273705"/>
                <a:gd name="csY26" fmla="*/ 161840 h 260208"/>
                <a:gd name="csX27" fmla="*/ 87810 w 273705"/>
                <a:gd name="csY27" fmla="*/ 164145 h 260208"/>
                <a:gd name="csX28" fmla="*/ 100799 w 273705"/>
                <a:gd name="csY28" fmla="*/ 149016 h 260208"/>
                <a:gd name="csX29" fmla="*/ 118746 w 273705"/>
                <a:gd name="csY29" fmla="*/ 138331 h 260208"/>
                <a:gd name="csX30" fmla="*/ 133646 w 273705"/>
                <a:gd name="csY30" fmla="*/ 125809 h 260208"/>
                <a:gd name="csX31" fmla="*/ 149004 w 273705"/>
                <a:gd name="csY31" fmla="*/ 91807 h 260208"/>
                <a:gd name="csX32" fmla="*/ 157715 w 273705"/>
                <a:gd name="csY32" fmla="*/ 65895 h 260208"/>
                <a:gd name="csX33" fmla="*/ 163243 w 273705"/>
                <a:gd name="csY33" fmla="*/ 33397 h 260208"/>
                <a:gd name="csX34" fmla="*/ 165326 w 273705"/>
                <a:gd name="csY34" fmla="*/ 1486 h 260208"/>
                <a:gd name="csX35" fmla="*/ 167796 w 273705"/>
                <a:gd name="csY35" fmla="*/ 6032 h 260208"/>
                <a:gd name="csX36" fmla="*/ 180226 w 273705"/>
                <a:gd name="csY36" fmla="*/ 14421 h 260208"/>
                <a:gd name="csX37" fmla="*/ 195070 w 273705"/>
                <a:gd name="csY37" fmla="*/ 12027 h 260208"/>
                <a:gd name="csX38" fmla="*/ 227557 w 273705"/>
                <a:gd name="csY38" fmla="*/ 43889 h 260208"/>
                <a:gd name="csX39" fmla="*/ 257592 w 273705"/>
                <a:gd name="csY39" fmla="*/ 78146 h 260208"/>
                <a:gd name="csX40" fmla="*/ 261681 w 273705"/>
                <a:gd name="csY40" fmla="*/ 107593 h 260208"/>
                <a:gd name="csX41" fmla="*/ 273489 w 273705"/>
                <a:gd name="csY41" fmla="*/ 250266 h 260208"/>
                <a:gd name="csX42" fmla="*/ 218174 w 273705"/>
                <a:gd name="csY42" fmla="*/ 254247 h 260208"/>
                <a:gd name="csX43" fmla="*/ 150594 w 273705"/>
                <a:gd name="csY43" fmla="*/ 258722 h 260208"/>
                <a:gd name="csX44" fmla="*/ 137226 w 273705"/>
                <a:gd name="csY44" fmla="*/ 260208 h 260208"/>
                <a:gd name="csX45" fmla="*/ 136396 w 273705"/>
                <a:gd name="csY45" fmla="*/ 251544 h 2602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Lst>
              <a:rect l="l" t="t" r="r" b="b"/>
              <a:pathLst>
                <a:path w="273705" h="260208">
                  <a:moveTo>
                    <a:pt x="136396" y="251544"/>
                  </a:moveTo>
                  <a:cubicBezTo>
                    <a:pt x="135615" y="243380"/>
                    <a:pt x="134897" y="242794"/>
                    <a:pt x="123951" y="241399"/>
                  </a:cubicBezTo>
                  <a:cubicBezTo>
                    <a:pt x="117562" y="240584"/>
                    <a:pt x="106864" y="237181"/>
                    <a:pt x="100178" y="233837"/>
                  </a:cubicBezTo>
                  <a:cubicBezTo>
                    <a:pt x="89763" y="228627"/>
                    <a:pt x="87046" y="228201"/>
                    <a:pt x="81199" y="230865"/>
                  </a:cubicBezTo>
                  <a:cubicBezTo>
                    <a:pt x="75659" y="233390"/>
                    <a:pt x="74677" y="235176"/>
                    <a:pt x="75979" y="240363"/>
                  </a:cubicBezTo>
                  <a:cubicBezTo>
                    <a:pt x="77472" y="246311"/>
                    <a:pt x="76914" y="246752"/>
                    <a:pt x="67894" y="246752"/>
                  </a:cubicBezTo>
                  <a:cubicBezTo>
                    <a:pt x="55809" y="246752"/>
                    <a:pt x="31822" y="234563"/>
                    <a:pt x="29911" y="227450"/>
                  </a:cubicBezTo>
                  <a:cubicBezTo>
                    <a:pt x="29139" y="224578"/>
                    <a:pt x="28492" y="218104"/>
                    <a:pt x="28472" y="213064"/>
                  </a:cubicBezTo>
                  <a:cubicBezTo>
                    <a:pt x="28427" y="201349"/>
                    <a:pt x="24633" y="197704"/>
                    <a:pt x="12481" y="197704"/>
                  </a:cubicBezTo>
                  <a:cubicBezTo>
                    <a:pt x="4225" y="197704"/>
                    <a:pt x="2471" y="196710"/>
                    <a:pt x="1103" y="191257"/>
                  </a:cubicBezTo>
                  <a:cubicBezTo>
                    <a:pt x="-2114" y="178441"/>
                    <a:pt x="578" y="176853"/>
                    <a:pt x="24560" y="177413"/>
                  </a:cubicBezTo>
                  <a:cubicBezTo>
                    <a:pt x="38820" y="177746"/>
                    <a:pt x="47574" y="179100"/>
                    <a:pt x="49357" y="181249"/>
                  </a:cubicBezTo>
                  <a:cubicBezTo>
                    <a:pt x="54736" y="187730"/>
                    <a:pt x="49187" y="190228"/>
                    <a:pt x="33383" y="188440"/>
                  </a:cubicBezTo>
                  <a:cubicBezTo>
                    <a:pt x="22288" y="187184"/>
                    <a:pt x="18111" y="187556"/>
                    <a:pt x="18111" y="189801"/>
                  </a:cubicBezTo>
                  <a:cubicBezTo>
                    <a:pt x="18111" y="191735"/>
                    <a:pt x="20080" y="192265"/>
                    <a:pt x="23379" y="191217"/>
                  </a:cubicBezTo>
                  <a:cubicBezTo>
                    <a:pt x="26276" y="190298"/>
                    <a:pt x="34808" y="191483"/>
                    <a:pt x="42338" y="193852"/>
                  </a:cubicBezTo>
                  <a:cubicBezTo>
                    <a:pt x="54989" y="197831"/>
                    <a:pt x="55937" y="198681"/>
                    <a:pt x="54801" y="205031"/>
                  </a:cubicBezTo>
                  <a:lnTo>
                    <a:pt x="53572" y="211902"/>
                  </a:lnTo>
                  <a:lnTo>
                    <a:pt x="58745" y="206739"/>
                  </a:lnTo>
                  <a:cubicBezTo>
                    <a:pt x="61590" y="203900"/>
                    <a:pt x="63416" y="200705"/>
                    <a:pt x="62804" y="199640"/>
                  </a:cubicBezTo>
                  <a:cubicBezTo>
                    <a:pt x="61196" y="196843"/>
                    <a:pt x="70823" y="197262"/>
                    <a:pt x="78923" y="200342"/>
                  </a:cubicBezTo>
                  <a:cubicBezTo>
                    <a:pt x="85153" y="202711"/>
                    <a:pt x="85724" y="202459"/>
                    <a:pt x="84524" y="197871"/>
                  </a:cubicBezTo>
                  <a:cubicBezTo>
                    <a:pt x="83478" y="193868"/>
                    <a:pt x="85034" y="192154"/>
                    <a:pt x="91725" y="189946"/>
                  </a:cubicBezTo>
                  <a:cubicBezTo>
                    <a:pt x="104380" y="185769"/>
                    <a:pt x="109318" y="172009"/>
                    <a:pt x="100403" y="165765"/>
                  </a:cubicBezTo>
                  <a:cubicBezTo>
                    <a:pt x="97428" y="163681"/>
                    <a:pt x="95762" y="160736"/>
                    <a:pt x="96700" y="159218"/>
                  </a:cubicBezTo>
                  <a:cubicBezTo>
                    <a:pt x="97747" y="157525"/>
                    <a:pt x="96859" y="157053"/>
                    <a:pt x="94398" y="157998"/>
                  </a:cubicBezTo>
                  <a:cubicBezTo>
                    <a:pt x="92194" y="158843"/>
                    <a:pt x="90392" y="160572"/>
                    <a:pt x="90392" y="161840"/>
                  </a:cubicBezTo>
                  <a:cubicBezTo>
                    <a:pt x="90392" y="163108"/>
                    <a:pt x="89230" y="164145"/>
                    <a:pt x="87810" y="164145"/>
                  </a:cubicBezTo>
                  <a:cubicBezTo>
                    <a:pt x="81811" y="164145"/>
                    <a:pt x="86198" y="159036"/>
                    <a:pt x="100799" y="149016"/>
                  </a:cubicBezTo>
                  <a:cubicBezTo>
                    <a:pt x="109362" y="143139"/>
                    <a:pt x="117438" y="138331"/>
                    <a:pt x="118746" y="138331"/>
                  </a:cubicBezTo>
                  <a:cubicBezTo>
                    <a:pt x="120053" y="138331"/>
                    <a:pt x="126758" y="132696"/>
                    <a:pt x="133646" y="125809"/>
                  </a:cubicBezTo>
                  <a:cubicBezTo>
                    <a:pt x="145786" y="113669"/>
                    <a:pt x="146254" y="112631"/>
                    <a:pt x="149004" y="91807"/>
                  </a:cubicBezTo>
                  <a:cubicBezTo>
                    <a:pt x="151298" y="74430"/>
                    <a:pt x="152962" y="69481"/>
                    <a:pt x="157715" y="65895"/>
                  </a:cubicBezTo>
                  <a:cubicBezTo>
                    <a:pt x="163239" y="61729"/>
                    <a:pt x="163570" y="59784"/>
                    <a:pt x="163243" y="33397"/>
                  </a:cubicBezTo>
                  <a:cubicBezTo>
                    <a:pt x="163052" y="17960"/>
                    <a:pt x="163989" y="3600"/>
                    <a:pt x="165326" y="1486"/>
                  </a:cubicBezTo>
                  <a:cubicBezTo>
                    <a:pt x="167138" y="-1380"/>
                    <a:pt x="167766" y="-224"/>
                    <a:pt x="167796" y="6032"/>
                  </a:cubicBezTo>
                  <a:cubicBezTo>
                    <a:pt x="167835" y="14326"/>
                    <a:pt x="167976" y="14421"/>
                    <a:pt x="180226" y="14421"/>
                  </a:cubicBezTo>
                  <a:cubicBezTo>
                    <a:pt x="187041" y="14421"/>
                    <a:pt x="193721" y="13344"/>
                    <a:pt x="195070" y="12027"/>
                  </a:cubicBezTo>
                  <a:cubicBezTo>
                    <a:pt x="196598" y="10534"/>
                    <a:pt x="208840" y="22541"/>
                    <a:pt x="227557" y="43889"/>
                  </a:cubicBezTo>
                  <a:lnTo>
                    <a:pt x="257592" y="78146"/>
                  </a:lnTo>
                  <a:lnTo>
                    <a:pt x="261681" y="107593"/>
                  </a:lnTo>
                  <a:cubicBezTo>
                    <a:pt x="266251" y="140497"/>
                    <a:pt x="275208" y="248724"/>
                    <a:pt x="273489" y="250266"/>
                  </a:cubicBezTo>
                  <a:cubicBezTo>
                    <a:pt x="272881" y="250811"/>
                    <a:pt x="247989" y="252602"/>
                    <a:pt x="218174" y="254247"/>
                  </a:cubicBezTo>
                  <a:cubicBezTo>
                    <a:pt x="188358" y="255891"/>
                    <a:pt x="157947" y="257905"/>
                    <a:pt x="150594" y="258722"/>
                  </a:cubicBezTo>
                  <a:lnTo>
                    <a:pt x="137226" y="260208"/>
                  </a:lnTo>
                  <a:lnTo>
                    <a:pt x="136396" y="251544"/>
                  </a:lnTo>
                  <a:close/>
                </a:path>
              </a:pathLst>
            </a:custGeom>
            <a:solidFill>
              <a:srgbClr val="B9B9B9"/>
            </a:solidFill>
            <a:ln w="5163" cap="flat">
              <a:noFill/>
              <a:prstDash val="solid"/>
              <a:miter/>
            </a:ln>
          </p:spPr>
          <p:txBody>
            <a:bodyPr/>
            <a:lstStyle/>
            <a:p>
              <a:endParaRPr lang="es-419" noProof="0" dirty="0"/>
            </a:p>
          </p:txBody>
        </p:sp>
        <p:sp>
          <p:nvSpPr>
            <p:cNvPr id="70" name="Forma libre: forma 69">
              <a:extLst>
                <a:ext uri="{FF2B5EF4-FFF2-40B4-BE49-F238E27FC236}">
                  <a16:creationId xmlns:a16="http://schemas.microsoft.com/office/drawing/2014/main" id="{78970AD9-D581-A960-670B-88472016527A}"/>
                </a:ext>
              </a:extLst>
            </p:cNvPr>
            <p:cNvSpPr/>
            <p:nvPr/>
          </p:nvSpPr>
          <p:spPr>
            <a:xfrm>
              <a:off x="2221969" y="2379232"/>
              <a:ext cx="29491" cy="17638"/>
            </a:xfrm>
            <a:custGeom>
              <a:avLst/>
              <a:gdLst>
                <a:gd name="csX0" fmla="*/ 10326 w 29491"/>
                <a:gd name="csY0" fmla="*/ 11251 h 17638"/>
                <a:gd name="csX1" fmla="*/ 23663 w 29491"/>
                <a:gd name="csY1" fmla="*/ 4783 h 17638"/>
                <a:gd name="csX2" fmla="*/ 27977 w 29491"/>
                <a:gd name="csY2" fmla="*/ 1475 h 17638"/>
                <a:gd name="csX3" fmla="*/ 29483 w 29491"/>
                <a:gd name="csY3" fmla="*/ 1025 h 17638"/>
                <a:gd name="csX4" fmla="*/ 8425 w 29491"/>
                <a:gd name="csY4" fmla="*/ 16751 h 17638"/>
                <a:gd name="csX5" fmla="*/ 0 w 29491"/>
                <a:gd name="csY5" fmla="*/ 17639 h 17638"/>
                <a:gd name="csX6" fmla="*/ 10326 w 29491"/>
                <a:gd name="csY6" fmla="*/ 11251 h 17638"/>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9491" h="17638">
                  <a:moveTo>
                    <a:pt x="10326" y="11251"/>
                  </a:moveTo>
                  <a:cubicBezTo>
                    <a:pt x="16005" y="7738"/>
                    <a:pt x="22007" y="4827"/>
                    <a:pt x="23663" y="4783"/>
                  </a:cubicBezTo>
                  <a:cubicBezTo>
                    <a:pt x="25320" y="4738"/>
                    <a:pt x="27261" y="3250"/>
                    <a:pt x="27977" y="1475"/>
                  </a:cubicBezTo>
                  <a:cubicBezTo>
                    <a:pt x="28693" y="-299"/>
                    <a:pt x="29371" y="-502"/>
                    <a:pt x="29483" y="1025"/>
                  </a:cubicBezTo>
                  <a:cubicBezTo>
                    <a:pt x="29861" y="6183"/>
                    <a:pt x="16907" y="15857"/>
                    <a:pt x="8425" y="16751"/>
                  </a:cubicBezTo>
                  <a:lnTo>
                    <a:pt x="0" y="17639"/>
                  </a:lnTo>
                  <a:lnTo>
                    <a:pt x="10326" y="11251"/>
                  </a:lnTo>
                  <a:close/>
                </a:path>
              </a:pathLst>
            </a:custGeom>
            <a:solidFill>
              <a:srgbClr val="B9B9B9"/>
            </a:solidFill>
            <a:ln w="5163" cap="flat">
              <a:noFill/>
              <a:prstDash val="solid"/>
              <a:miter/>
            </a:ln>
          </p:spPr>
          <p:txBody>
            <a:bodyPr/>
            <a:lstStyle/>
            <a:p>
              <a:endParaRPr lang="es-419" noProof="0" dirty="0"/>
            </a:p>
          </p:txBody>
        </p:sp>
      </p:grpSp>
      <p:sp>
        <p:nvSpPr>
          <p:cNvPr id="71" name="Forma libre: forma 70">
            <a:extLst>
              <a:ext uri="{FF2B5EF4-FFF2-40B4-BE49-F238E27FC236}">
                <a16:creationId xmlns:a16="http://schemas.microsoft.com/office/drawing/2014/main" id="{7B5013CC-42BD-CE44-0C75-A5E2D3F43108}"/>
              </a:ext>
            </a:extLst>
          </p:cNvPr>
          <p:cNvSpPr/>
          <p:nvPr/>
        </p:nvSpPr>
        <p:spPr>
          <a:xfrm>
            <a:off x="1574029" y="2346575"/>
            <a:ext cx="28491" cy="35790"/>
          </a:xfrm>
          <a:custGeom>
            <a:avLst/>
            <a:gdLst>
              <a:gd name="csX0" fmla="*/ 11768 w 28491"/>
              <a:gd name="csY0" fmla="*/ 34872 h 35790"/>
              <a:gd name="csX1" fmla="*/ 805 w 28491"/>
              <a:gd name="csY1" fmla="*/ 25413 h 35790"/>
              <a:gd name="csX2" fmla="*/ 7669 w 28491"/>
              <a:gd name="csY2" fmla="*/ 7571 h 35790"/>
              <a:gd name="csX3" fmla="*/ 18379 w 28491"/>
              <a:gd name="csY3" fmla="*/ 2738 h 35790"/>
              <a:gd name="csX4" fmla="*/ 23574 w 28491"/>
              <a:gd name="csY4" fmla="*/ 11696 h 35790"/>
              <a:gd name="csX5" fmla="*/ 28193 w 28491"/>
              <a:gd name="csY5" fmla="*/ 24987 h 35790"/>
              <a:gd name="csX6" fmla="*/ 11768 w 28491"/>
              <a:gd name="csY6" fmla="*/ 34872 h 35790"/>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8491" h="35790">
                <a:moveTo>
                  <a:pt x="11768" y="34872"/>
                </a:moveTo>
                <a:cubicBezTo>
                  <a:pt x="4464" y="33733"/>
                  <a:pt x="2519" y="32055"/>
                  <a:pt x="805" y="25413"/>
                </a:cubicBezTo>
                <a:cubicBezTo>
                  <a:pt x="-1017" y="18356"/>
                  <a:pt x="-153" y="16110"/>
                  <a:pt x="7669" y="7571"/>
                </a:cubicBezTo>
                <a:cubicBezTo>
                  <a:pt x="15700" y="-1197"/>
                  <a:pt x="16797" y="-1692"/>
                  <a:pt x="18379" y="2738"/>
                </a:cubicBezTo>
                <a:cubicBezTo>
                  <a:pt x="19348" y="5452"/>
                  <a:pt x="21686" y="9483"/>
                  <a:pt x="23574" y="11696"/>
                </a:cubicBezTo>
                <a:cubicBezTo>
                  <a:pt x="25461" y="13908"/>
                  <a:pt x="27540" y="19890"/>
                  <a:pt x="28193" y="24987"/>
                </a:cubicBezTo>
                <a:cubicBezTo>
                  <a:pt x="29539" y="35505"/>
                  <a:pt x="26717" y="37203"/>
                  <a:pt x="11768" y="34872"/>
                </a:cubicBezTo>
                <a:close/>
              </a:path>
            </a:pathLst>
          </a:custGeom>
          <a:solidFill>
            <a:srgbClr val="CCCCCC"/>
          </a:solidFill>
          <a:ln w="5163" cap="flat">
            <a:noFill/>
            <a:prstDash val="solid"/>
            <a:miter/>
          </a:ln>
        </p:spPr>
        <p:txBody>
          <a:bodyPr/>
          <a:lstStyle/>
          <a:p>
            <a:endParaRPr lang="es-419" noProof="0" dirty="0"/>
          </a:p>
        </p:txBody>
      </p:sp>
      <p:sp>
        <p:nvSpPr>
          <p:cNvPr id="72" name="Forma libre: forma 71">
            <a:extLst>
              <a:ext uri="{FF2B5EF4-FFF2-40B4-BE49-F238E27FC236}">
                <a16:creationId xmlns:a16="http://schemas.microsoft.com/office/drawing/2014/main" id="{D80EDBD1-73C4-FB0B-19DB-43A4D975518F}"/>
              </a:ext>
            </a:extLst>
          </p:cNvPr>
          <p:cNvSpPr/>
          <p:nvPr/>
        </p:nvSpPr>
        <p:spPr>
          <a:xfrm>
            <a:off x="1629800" y="2326596"/>
            <a:ext cx="82332" cy="45198"/>
          </a:xfrm>
          <a:custGeom>
            <a:avLst/>
            <a:gdLst>
              <a:gd name="csX0" fmla="*/ 35828 w 82332"/>
              <a:gd name="csY0" fmla="*/ 43172 h 45198"/>
              <a:gd name="csX1" fmla="*/ 20861 w 82332"/>
              <a:gd name="csY1" fmla="*/ 27939 h 45198"/>
              <a:gd name="csX2" fmla="*/ 6710 w 82332"/>
              <a:gd name="csY2" fmla="*/ 16733 h 45198"/>
              <a:gd name="csX3" fmla="*/ 200 w 82332"/>
              <a:gd name="csY3" fmla="*/ 11518 h 45198"/>
              <a:gd name="csX4" fmla="*/ 11960 w 82332"/>
              <a:gd name="csY4" fmla="*/ 5709 h 45198"/>
              <a:gd name="csX5" fmla="*/ 29437 w 82332"/>
              <a:gd name="csY5" fmla="*/ 2139 h 45198"/>
              <a:gd name="csX6" fmla="*/ 38320 w 82332"/>
              <a:gd name="csY6" fmla="*/ 692 h 45198"/>
              <a:gd name="csX7" fmla="*/ 49592 w 82332"/>
              <a:gd name="csY7" fmla="*/ 4355 h 45198"/>
              <a:gd name="csX8" fmla="*/ 61209 w 82332"/>
              <a:gd name="csY8" fmla="*/ 13550 h 45198"/>
              <a:gd name="csX9" fmla="*/ 68838 w 82332"/>
              <a:gd name="csY9" fmla="*/ 19970 h 45198"/>
              <a:gd name="csX10" fmla="*/ 82332 w 82332"/>
              <a:gd name="csY10" fmla="*/ 30233 h 45198"/>
              <a:gd name="csX11" fmla="*/ 75901 w 82332"/>
              <a:gd name="csY11" fmla="*/ 31524 h 45198"/>
              <a:gd name="csX12" fmla="*/ 66358 w 82332"/>
              <a:gd name="csY12" fmla="*/ 36506 h 45198"/>
              <a:gd name="csX13" fmla="*/ 58348 w 82332"/>
              <a:gd name="csY13" fmla="*/ 38866 h 45198"/>
              <a:gd name="csX14" fmla="*/ 47885 w 82332"/>
              <a:gd name="csY14" fmla="*/ 41425 h 45198"/>
              <a:gd name="csX15" fmla="*/ 35828 w 82332"/>
              <a:gd name="csY15" fmla="*/ 43172 h 4519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82332" h="45198">
                <a:moveTo>
                  <a:pt x="35828" y="43172"/>
                </a:moveTo>
                <a:cubicBezTo>
                  <a:pt x="32257" y="41284"/>
                  <a:pt x="25522" y="34429"/>
                  <a:pt x="20861" y="27939"/>
                </a:cubicBezTo>
                <a:cubicBezTo>
                  <a:pt x="14698" y="19357"/>
                  <a:pt x="10840" y="16301"/>
                  <a:pt x="6710" y="16733"/>
                </a:cubicBezTo>
                <a:cubicBezTo>
                  <a:pt x="2564" y="17166"/>
                  <a:pt x="809" y="15760"/>
                  <a:pt x="200" y="11518"/>
                </a:cubicBezTo>
                <a:cubicBezTo>
                  <a:pt x="-566" y="6174"/>
                  <a:pt x="375" y="5709"/>
                  <a:pt x="11960" y="5709"/>
                </a:cubicBezTo>
                <a:cubicBezTo>
                  <a:pt x="18887" y="5709"/>
                  <a:pt x="26751" y="4102"/>
                  <a:pt x="29437" y="2139"/>
                </a:cubicBezTo>
                <a:cubicBezTo>
                  <a:pt x="32427" y="-48"/>
                  <a:pt x="35871" y="-609"/>
                  <a:pt x="38320" y="692"/>
                </a:cubicBezTo>
                <a:cubicBezTo>
                  <a:pt x="40520" y="1860"/>
                  <a:pt x="45592" y="3509"/>
                  <a:pt x="49592" y="4355"/>
                </a:cubicBezTo>
                <a:cubicBezTo>
                  <a:pt x="53972" y="5282"/>
                  <a:pt x="58593" y="8940"/>
                  <a:pt x="61209" y="13550"/>
                </a:cubicBezTo>
                <a:cubicBezTo>
                  <a:pt x="63598" y="17761"/>
                  <a:pt x="67032" y="20650"/>
                  <a:pt x="68838" y="19970"/>
                </a:cubicBezTo>
                <a:cubicBezTo>
                  <a:pt x="71755" y="18872"/>
                  <a:pt x="82332" y="26917"/>
                  <a:pt x="82332" y="30233"/>
                </a:cubicBezTo>
                <a:cubicBezTo>
                  <a:pt x="82332" y="30943"/>
                  <a:pt x="79438" y="31524"/>
                  <a:pt x="75901" y="31524"/>
                </a:cubicBezTo>
                <a:cubicBezTo>
                  <a:pt x="72343" y="31524"/>
                  <a:pt x="68079" y="33750"/>
                  <a:pt x="66358" y="36506"/>
                </a:cubicBezTo>
                <a:cubicBezTo>
                  <a:pt x="63915" y="40418"/>
                  <a:pt x="62194" y="40925"/>
                  <a:pt x="58348" y="38866"/>
                </a:cubicBezTo>
                <a:cubicBezTo>
                  <a:pt x="54563" y="36841"/>
                  <a:pt x="52184" y="37422"/>
                  <a:pt x="47885" y="41425"/>
                </a:cubicBezTo>
                <a:cubicBezTo>
                  <a:pt x="42972" y="45999"/>
                  <a:pt x="41560" y="46204"/>
                  <a:pt x="35828" y="43172"/>
                </a:cubicBezTo>
                <a:close/>
              </a:path>
            </a:pathLst>
          </a:custGeom>
          <a:solidFill>
            <a:srgbClr val="B9B9B9"/>
          </a:solidFill>
          <a:ln w="5163" cap="flat">
            <a:noFill/>
            <a:prstDash val="solid"/>
            <a:miter/>
          </a:ln>
        </p:spPr>
        <p:txBody>
          <a:bodyPr/>
          <a:lstStyle/>
          <a:p>
            <a:endParaRPr lang="es-419" noProof="0" dirty="0"/>
          </a:p>
        </p:txBody>
      </p:sp>
      <p:sp>
        <p:nvSpPr>
          <p:cNvPr id="73" name="Forma libre: forma 72">
            <a:extLst>
              <a:ext uri="{FF2B5EF4-FFF2-40B4-BE49-F238E27FC236}">
                <a16:creationId xmlns:a16="http://schemas.microsoft.com/office/drawing/2014/main" id="{97733A65-16A8-91A3-90DB-579CCBAF38FF}"/>
              </a:ext>
            </a:extLst>
          </p:cNvPr>
          <p:cNvSpPr/>
          <p:nvPr/>
        </p:nvSpPr>
        <p:spPr>
          <a:xfrm>
            <a:off x="1522864" y="2163021"/>
            <a:ext cx="166771" cy="166600"/>
          </a:xfrm>
          <a:custGeom>
            <a:avLst/>
            <a:gdLst>
              <a:gd name="csX0" fmla="*/ 112825 w 166771"/>
              <a:gd name="csY0" fmla="*/ 162186 h 166600"/>
              <a:gd name="csX1" fmla="*/ 93810 w 166771"/>
              <a:gd name="csY1" fmla="*/ 146052 h 166600"/>
              <a:gd name="csX2" fmla="*/ 80847 w 166771"/>
              <a:gd name="csY2" fmla="*/ 139517 h 166600"/>
              <a:gd name="csX3" fmla="*/ 77061 w 166771"/>
              <a:gd name="csY3" fmla="*/ 131529 h 166600"/>
              <a:gd name="csX4" fmla="*/ 56324 w 166771"/>
              <a:gd name="csY4" fmla="*/ 140503 h 166600"/>
              <a:gd name="csX5" fmla="*/ 40835 w 166771"/>
              <a:gd name="csY5" fmla="*/ 134435 h 166600"/>
              <a:gd name="csX6" fmla="*/ 25839 w 166771"/>
              <a:gd name="csY6" fmla="*/ 117575 h 166600"/>
              <a:gd name="csX7" fmla="*/ 603 w 166771"/>
              <a:gd name="csY7" fmla="*/ 103594 h 166600"/>
              <a:gd name="csX8" fmla="*/ 3427 w 166771"/>
              <a:gd name="csY8" fmla="*/ 92334 h 166600"/>
              <a:gd name="csX9" fmla="*/ 16980 w 166771"/>
              <a:gd name="csY9" fmla="*/ 76064 h 166600"/>
              <a:gd name="csX10" fmla="*/ 29744 w 166771"/>
              <a:gd name="csY10" fmla="*/ 65065 h 166600"/>
              <a:gd name="csX11" fmla="*/ 36843 w 166771"/>
              <a:gd name="csY11" fmla="*/ 46479 h 166600"/>
              <a:gd name="csX12" fmla="*/ 44707 w 166771"/>
              <a:gd name="csY12" fmla="*/ 28415 h 166600"/>
              <a:gd name="csX13" fmla="*/ 49507 w 166771"/>
              <a:gd name="csY13" fmla="*/ 27678 h 166600"/>
              <a:gd name="csX14" fmla="*/ 60947 w 166771"/>
              <a:gd name="csY14" fmla="*/ 25763 h 166600"/>
              <a:gd name="csX15" fmla="*/ 70323 w 166771"/>
              <a:gd name="csY15" fmla="*/ 14969 h 166600"/>
              <a:gd name="csX16" fmla="*/ 78890 w 166771"/>
              <a:gd name="csY16" fmla="*/ 12726 h 166600"/>
              <a:gd name="csX17" fmla="*/ 98544 w 166771"/>
              <a:gd name="csY17" fmla="*/ 17873 h 166600"/>
              <a:gd name="csX18" fmla="*/ 112369 w 166771"/>
              <a:gd name="csY18" fmla="*/ 19382 h 166600"/>
              <a:gd name="csX19" fmla="*/ 111333 w 166771"/>
              <a:gd name="csY19" fmla="*/ 10510 h 166600"/>
              <a:gd name="csX20" fmla="*/ 113560 w 166771"/>
              <a:gd name="csY20" fmla="*/ 387 h 166600"/>
              <a:gd name="csX21" fmla="*/ 117960 w 166771"/>
              <a:gd name="csY21" fmla="*/ 7843 h 166600"/>
              <a:gd name="csX22" fmla="*/ 132949 w 166771"/>
              <a:gd name="csY22" fmla="*/ 23283 h 166600"/>
              <a:gd name="csX23" fmla="*/ 137639 w 166771"/>
              <a:gd name="csY23" fmla="*/ 24249 h 166600"/>
              <a:gd name="csX24" fmla="*/ 142971 w 166771"/>
              <a:gd name="csY24" fmla="*/ 28097 h 166600"/>
              <a:gd name="csX25" fmla="*/ 144280 w 166771"/>
              <a:gd name="csY25" fmla="*/ 37270 h 166600"/>
              <a:gd name="csX26" fmla="*/ 141806 w 166771"/>
              <a:gd name="csY26" fmla="*/ 49084 h 166600"/>
              <a:gd name="csX27" fmla="*/ 134976 w 166771"/>
              <a:gd name="csY27" fmla="*/ 50495 h 166600"/>
              <a:gd name="csX28" fmla="*/ 125814 w 166771"/>
              <a:gd name="csY28" fmla="*/ 54367 h 166600"/>
              <a:gd name="csX29" fmla="*/ 117982 w 166771"/>
              <a:gd name="csY29" fmla="*/ 60864 h 166600"/>
              <a:gd name="csX30" fmla="*/ 114406 w 166771"/>
              <a:gd name="csY30" fmla="*/ 64736 h 166600"/>
              <a:gd name="csX31" fmla="*/ 118081 w 166771"/>
              <a:gd name="csY31" fmla="*/ 68608 h 166600"/>
              <a:gd name="csX32" fmla="*/ 117880 w 166771"/>
              <a:gd name="csY32" fmla="*/ 76375 h 166600"/>
              <a:gd name="csX33" fmla="*/ 120902 w 166771"/>
              <a:gd name="csY33" fmla="*/ 101250 h 166600"/>
              <a:gd name="csX34" fmla="*/ 146578 w 166771"/>
              <a:gd name="csY34" fmla="*/ 85070 h 166600"/>
              <a:gd name="csX35" fmla="*/ 165866 w 166771"/>
              <a:gd name="csY35" fmla="*/ 78619 h 166600"/>
              <a:gd name="csX36" fmla="*/ 158858 w 166771"/>
              <a:gd name="csY36" fmla="*/ 93393 h 166600"/>
              <a:gd name="csX37" fmla="*/ 145606 w 166771"/>
              <a:gd name="csY37" fmla="*/ 103389 h 166600"/>
              <a:gd name="csX38" fmla="*/ 146405 w 166771"/>
              <a:gd name="csY38" fmla="*/ 113844 h 166600"/>
              <a:gd name="csX39" fmla="*/ 151373 w 166771"/>
              <a:gd name="csY39" fmla="*/ 126271 h 166600"/>
              <a:gd name="csX40" fmla="*/ 146320 w 166771"/>
              <a:gd name="csY40" fmla="*/ 138511 h 166600"/>
              <a:gd name="csX41" fmla="*/ 142802 w 166771"/>
              <a:gd name="csY41" fmla="*/ 150216 h 166600"/>
              <a:gd name="csX42" fmla="*/ 135305 w 166771"/>
              <a:gd name="csY42" fmla="*/ 162275 h 166600"/>
              <a:gd name="csX43" fmla="*/ 112825 w 166771"/>
              <a:gd name="csY43" fmla="*/ 162186 h 1666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66771" h="166600">
                <a:moveTo>
                  <a:pt x="112825" y="162186"/>
                </a:moveTo>
                <a:cubicBezTo>
                  <a:pt x="107924" y="146593"/>
                  <a:pt x="107287" y="146052"/>
                  <a:pt x="93810" y="146052"/>
                </a:cubicBezTo>
                <a:cubicBezTo>
                  <a:pt x="81661" y="146052"/>
                  <a:pt x="80847" y="145641"/>
                  <a:pt x="80847" y="139517"/>
                </a:cubicBezTo>
                <a:cubicBezTo>
                  <a:pt x="80847" y="135923"/>
                  <a:pt x="79143" y="132329"/>
                  <a:pt x="77061" y="131529"/>
                </a:cubicBezTo>
                <a:cubicBezTo>
                  <a:pt x="70944" y="129182"/>
                  <a:pt x="59116" y="134300"/>
                  <a:pt x="56324" y="140503"/>
                </a:cubicBezTo>
                <a:cubicBezTo>
                  <a:pt x="52116" y="149848"/>
                  <a:pt x="43882" y="146622"/>
                  <a:pt x="40835" y="134435"/>
                </a:cubicBezTo>
                <a:cubicBezTo>
                  <a:pt x="37208" y="119926"/>
                  <a:pt x="35198" y="117667"/>
                  <a:pt x="25839" y="117575"/>
                </a:cubicBezTo>
                <a:cubicBezTo>
                  <a:pt x="16487" y="117484"/>
                  <a:pt x="-3740" y="106278"/>
                  <a:pt x="603" y="103594"/>
                </a:cubicBezTo>
                <a:cubicBezTo>
                  <a:pt x="2143" y="102641"/>
                  <a:pt x="3414" y="97575"/>
                  <a:pt x="3427" y="92334"/>
                </a:cubicBezTo>
                <a:cubicBezTo>
                  <a:pt x="3448" y="83428"/>
                  <a:pt x="4333" y="82366"/>
                  <a:pt x="16980" y="76064"/>
                </a:cubicBezTo>
                <a:cubicBezTo>
                  <a:pt x="26201" y="71468"/>
                  <a:pt x="30266" y="67966"/>
                  <a:pt x="29744" y="65065"/>
                </a:cubicBezTo>
                <a:cubicBezTo>
                  <a:pt x="29324" y="62724"/>
                  <a:pt x="32518" y="54360"/>
                  <a:pt x="36843" y="46479"/>
                </a:cubicBezTo>
                <a:cubicBezTo>
                  <a:pt x="41168" y="38598"/>
                  <a:pt x="44707" y="30469"/>
                  <a:pt x="44707" y="28415"/>
                </a:cubicBezTo>
                <a:cubicBezTo>
                  <a:pt x="44707" y="25420"/>
                  <a:pt x="45659" y="25274"/>
                  <a:pt x="49507" y="27678"/>
                </a:cubicBezTo>
                <a:cubicBezTo>
                  <a:pt x="53370" y="30090"/>
                  <a:pt x="55603" y="29716"/>
                  <a:pt x="60947" y="25763"/>
                </a:cubicBezTo>
                <a:cubicBezTo>
                  <a:pt x="64599" y="23062"/>
                  <a:pt x="68819" y="18205"/>
                  <a:pt x="70323" y="14969"/>
                </a:cubicBezTo>
                <a:cubicBezTo>
                  <a:pt x="72821" y="9600"/>
                  <a:pt x="73567" y="9404"/>
                  <a:pt x="78890" y="12726"/>
                </a:cubicBezTo>
                <a:cubicBezTo>
                  <a:pt x="82096" y="14727"/>
                  <a:pt x="90941" y="17044"/>
                  <a:pt x="98544" y="17873"/>
                </a:cubicBezTo>
                <a:lnTo>
                  <a:pt x="112369" y="19382"/>
                </a:lnTo>
                <a:lnTo>
                  <a:pt x="111333" y="10510"/>
                </a:lnTo>
                <a:cubicBezTo>
                  <a:pt x="110680" y="4917"/>
                  <a:pt x="111503" y="1176"/>
                  <a:pt x="113560" y="387"/>
                </a:cubicBezTo>
                <a:cubicBezTo>
                  <a:pt x="117812" y="-1245"/>
                  <a:pt x="120015" y="2488"/>
                  <a:pt x="117960" y="7843"/>
                </a:cubicBezTo>
                <a:cubicBezTo>
                  <a:pt x="115692" y="13753"/>
                  <a:pt x="126829" y="25225"/>
                  <a:pt x="132949" y="23283"/>
                </a:cubicBezTo>
                <a:cubicBezTo>
                  <a:pt x="135529" y="22464"/>
                  <a:pt x="137639" y="22899"/>
                  <a:pt x="137639" y="24249"/>
                </a:cubicBezTo>
                <a:cubicBezTo>
                  <a:pt x="137639" y="25599"/>
                  <a:pt x="140039" y="27330"/>
                  <a:pt x="142971" y="28097"/>
                </a:cubicBezTo>
                <a:cubicBezTo>
                  <a:pt x="148037" y="29422"/>
                  <a:pt x="148102" y="29879"/>
                  <a:pt x="144280" y="37270"/>
                </a:cubicBezTo>
                <a:cubicBezTo>
                  <a:pt x="142067" y="41548"/>
                  <a:pt x="140954" y="46864"/>
                  <a:pt x="141806" y="49084"/>
                </a:cubicBezTo>
                <a:cubicBezTo>
                  <a:pt x="143608" y="53779"/>
                  <a:pt x="141808" y="54151"/>
                  <a:pt x="134976" y="50495"/>
                </a:cubicBezTo>
                <a:cubicBezTo>
                  <a:pt x="130992" y="48362"/>
                  <a:pt x="129272" y="49089"/>
                  <a:pt x="125814" y="54367"/>
                </a:cubicBezTo>
                <a:cubicBezTo>
                  <a:pt x="123473" y="57940"/>
                  <a:pt x="119948" y="60864"/>
                  <a:pt x="117982" y="60864"/>
                </a:cubicBezTo>
                <a:cubicBezTo>
                  <a:pt x="116015" y="60864"/>
                  <a:pt x="114406" y="62606"/>
                  <a:pt x="114406" y="64736"/>
                </a:cubicBezTo>
                <a:cubicBezTo>
                  <a:pt x="114406" y="66866"/>
                  <a:pt x="116060" y="68608"/>
                  <a:pt x="118081" y="68608"/>
                </a:cubicBezTo>
                <a:cubicBezTo>
                  <a:pt x="121214" y="68608"/>
                  <a:pt x="121185" y="69751"/>
                  <a:pt x="117880" y="76375"/>
                </a:cubicBezTo>
                <a:cubicBezTo>
                  <a:pt x="113557" y="85043"/>
                  <a:pt x="115262" y="99086"/>
                  <a:pt x="120902" y="101250"/>
                </a:cubicBezTo>
                <a:cubicBezTo>
                  <a:pt x="125974" y="103196"/>
                  <a:pt x="134577" y="97775"/>
                  <a:pt x="146578" y="85070"/>
                </a:cubicBezTo>
                <a:cubicBezTo>
                  <a:pt x="158352" y="72606"/>
                  <a:pt x="161996" y="71387"/>
                  <a:pt x="165866" y="78619"/>
                </a:cubicBezTo>
                <a:cubicBezTo>
                  <a:pt x="167980" y="82568"/>
                  <a:pt x="166683" y="85304"/>
                  <a:pt x="158858" y="93393"/>
                </a:cubicBezTo>
                <a:cubicBezTo>
                  <a:pt x="153577" y="98853"/>
                  <a:pt x="147613" y="103351"/>
                  <a:pt x="145606" y="103389"/>
                </a:cubicBezTo>
                <a:cubicBezTo>
                  <a:pt x="139218" y="103509"/>
                  <a:pt x="139670" y="109432"/>
                  <a:pt x="146405" y="113844"/>
                </a:cubicBezTo>
                <a:cubicBezTo>
                  <a:pt x="151813" y="117388"/>
                  <a:pt x="152650" y="119482"/>
                  <a:pt x="151373" y="126271"/>
                </a:cubicBezTo>
                <a:cubicBezTo>
                  <a:pt x="150529" y="130761"/>
                  <a:pt x="148255" y="136269"/>
                  <a:pt x="146320" y="138511"/>
                </a:cubicBezTo>
                <a:cubicBezTo>
                  <a:pt x="144385" y="140752"/>
                  <a:pt x="142802" y="146020"/>
                  <a:pt x="142802" y="150216"/>
                </a:cubicBezTo>
                <a:cubicBezTo>
                  <a:pt x="142802" y="155900"/>
                  <a:pt x="140890" y="158975"/>
                  <a:pt x="135305" y="162275"/>
                </a:cubicBezTo>
                <a:cubicBezTo>
                  <a:pt x="125481" y="168078"/>
                  <a:pt x="114663" y="168035"/>
                  <a:pt x="112825" y="162186"/>
                </a:cubicBezTo>
                <a:close/>
              </a:path>
            </a:pathLst>
          </a:custGeom>
          <a:solidFill>
            <a:srgbClr val="B9B9B9"/>
          </a:solidFill>
          <a:ln w="5163" cap="flat">
            <a:noFill/>
            <a:prstDash val="solid"/>
            <a:miter/>
          </a:ln>
        </p:spPr>
        <p:txBody>
          <a:bodyPr/>
          <a:lstStyle/>
          <a:p>
            <a:endParaRPr lang="es-419" noProof="0" dirty="0"/>
          </a:p>
        </p:txBody>
      </p:sp>
      <p:sp>
        <p:nvSpPr>
          <p:cNvPr id="74" name="Forma libre: forma 73">
            <a:extLst>
              <a:ext uri="{FF2B5EF4-FFF2-40B4-BE49-F238E27FC236}">
                <a16:creationId xmlns:a16="http://schemas.microsoft.com/office/drawing/2014/main" id="{35A7B55E-592A-54F5-91C9-6FA3BAC13948}"/>
              </a:ext>
            </a:extLst>
          </p:cNvPr>
          <p:cNvSpPr/>
          <p:nvPr/>
        </p:nvSpPr>
        <p:spPr>
          <a:xfrm>
            <a:off x="1152549" y="1816032"/>
            <a:ext cx="278306" cy="369963"/>
          </a:xfrm>
          <a:custGeom>
            <a:avLst/>
            <a:gdLst>
              <a:gd name="csX0" fmla="*/ 34904 w 278306"/>
              <a:gd name="csY0" fmla="*/ 369743 h 369963"/>
              <a:gd name="csX1" fmla="*/ 30386 w 278306"/>
              <a:gd name="csY1" fmla="*/ 366534 h 369963"/>
              <a:gd name="csX2" fmla="*/ 24882 w 278306"/>
              <a:gd name="csY2" fmla="*/ 362569 h 369963"/>
              <a:gd name="csX3" fmla="*/ 21927 w 278306"/>
              <a:gd name="csY3" fmla="*/ 359169 h 369963"/>
              <a:gd name="csX4" fmla="*/ 27578 w 278306"/>
              <a:gd name="csY4" fmla="*/ 347996 h 369963"/>
              <a:gd name="csX5" fmla="*/ 35410 w 278306"/>
              <a:gd name="csY5" fmla="*/ 332463 h 369963"/>
              <a:gd name="csX6" fmla="*/ 46301 w 278306"/>
              <a:gd name="csY6" fmla="*/ 305733 h 369963"/>
              <a:gd name="csX7" fmla="*/ 51274 w 278306"/>
              <a:gd name="csY7" fmla="*/ 305469 h 369963"/>
              <a:gd name="csX8" fmla="*/ 85602 w 278306"/>
              <a:gd name="csY8" fmla="*/ 259605 h 369963"/>
              <a:gd name="csX9" fmla="*/ 77041 w 278306"/>
              <a:gd name="csY9" fmla="*/ 247151 h 369963"/>
              <a:gd name="csX10" fmla="*/ 56201 w 278306"/>
              <a:gd name="csY10" fmla="*/ 259540 h 369963"/>
              <a:gd name="csX11" fmla="*/ 43804 w 278306"/>
              <a:gd name="csY11" fmla="*/ 271918 h 369963"/>
              <a:gd name="csX12" fmla="*/ 42369 w 278306"/>
              <a:gd name="csY12" fmla="*/ 249815 h 369963"/>
              <a:gd name="csX13" fmla="*/ 41724 w 278306"/>
              <a:gd name="csY13" fmla="*/ 231013 h 369963"/>
              <a:gd name="csX14" fmla="*/ 29106 w 278306"/>
              <a:gd name="csY14" fmla="*/ 240028 h 369963"/>
              <a:gd name="csX15" fmla="*/ 22444 w 278306"/>
              <a:gd name="csY15" fmla="*/ 254379 h 369963"/>
              <a:gd name="csX16" fmla="*/ 24802 w 278306"/>
              <a:gd name="csY16" fmla="*/ 241025 h 369963"/>
              <a:gd name="csX17" fmla="*/ 33753 w 278306"/>
              <a:gd name="csY17" fmla="*/ 223416 h 369963"/>
              <a:gd name="csX18" fmla="*/ 20060 w 278306"/>
              <a:gd name="csY18" fmla="*/ 211002 h 369963"/>
              <a:gd name="csX19" fmla="*/ 12798 w 278306"/>
              <a:gd name="csY19" fmla="*/ 218762 h 369963"/>
              <a:gd name="csX20" fmla="*/ 14913 w 278306"/>
              <a:gd name="csY20" fmla="*/ 227151 h 369963"/>
              <a:gd name="csX21" fmla="*/ 17013 w 278306"/>
              <a:gd name="csY21" fmla="*/ 232960 h 369963"/>
              <a:gd name="csX22" fmla="*/ 9735 w 278306"/>
              <a:gd name="csY22" fmla="*/ 237857 h 369963"/>
              <a:gd name="csX23" fmla="*/ 1293 w 278306"/>
              <a:gd name="csY23" fmla="*/ 233984 h 369963"/>
              <a:gd name="csX24" fmla="*/ 5050 w 278306"/>
              <a:gd name="csY24" fmla="*/ 166825 h 369963"/>
              <a:gd name="csX25" fmla="*/ 13098 w 278306"/>
              <a:gd name="csY25" fmla="*/ 148470 h 369963"/>
              <a:gd name="csX26" fmla="*/ 17479 w 278306"/>
              <a:gd name="csY26" fmla="*/ 142324 h 369963"/>
              <a:gd name="csX27" fmla="*/ 23957 w 278306"/>
              <a:gd name="csY27" fmla="*/ 139382 h 369963"/>
              <a:gd name="csX28" fmla="*/ 29365 w 278306"/>
              <a:gd name="csY28" fmla="*/ 127120 h 369963"/>
              <a:gd name="csX29" fmla="*/ 37749 w 278306"/>
              <a:gd name="csY29" fmla="*/ 97729 h 369963"/>
              <a:gd name="csX30" fmla="*/ 49507 w 278306"/>
              <a:gd name="csY30" fmla="*/ 88122 h 369963"/>
              <a:gd name="csX31" fmla="*/ 58774 w 278306"/>
              <a:gd name="csY31" fmla="*/ 77796 h 369963"/>
              <a:gd name="csX32" fmla="*/ 64863 w 278306"/>
              <a:gd name="csY32" fmla="*/ 68721 h 369963"/>
              <a:gd name="csX33" fmla="*/ 80119 w 278306"/>
              <a:gd name="csY33" fmla="*/ 65404 h 369963"/>
              <a:gd name="csX34" fmla="*/ 105248 w 278306"/>
              <a:gd name="csY34" fmla="*/ 69057 h 369963"/>
              <a:gd name="csX35" fmla="*/ 132354 w 278306"/>
              <a:gd name="csY35" fmla="*/ 69793 h 369963"/>
              <a:gd name="csX36" fmla="*/ 147842 w 278306"/>
              <a:gd name="csY36" fmla="*/ 68392 h 369963"/>
              <a:gd name="csX37" fmla="*/ 148600 w 278306"/>
              <a:gd name="csY37" fmla="*/ 51194 h 369963"/>
              <a:gd name="csX38" fmla="*/ 143045 w 278306"/>
              <a:gd name="csY38" fmla="*/ 18458 h 369963"/>
              <a:gd name="csX39" fmla="*/ 138200 w 278306"/>
              <a:gd name="csY39" fmla="*/ 1452 h 369963"/>
              <a:gd name="csX40" fmla="*/ 176238 w 278306"/>
              <a:gd name="csY40" fmla="*/ 4099 h 369963"/>
              <a:gd name="csX41" fmla="*/ 200117 w 278306"/>
              <a:gd name="csY41" fmla="*/ 11594 h 369963"/>
              <a:gd name="csX42" fmla="*/ 208506 w 278306"/>
              <a:gd name="csY42" fmla="*/ 17328 h 369963"/>
              <a:gd name="csX43" fmla="*/ 213126 w 278306"/>
              <a:gd name="csY43" fmla="*/ 22327 h 369963"/>
              <a:gd name="csX44" fmla="*/ 220224 w 278306"/>
              <a:gd name="csY44" fmla="*/ 29184 h 369963"/>
              <a:gd name="csX45" fmla="*/ 234966 w 278306"/>
              <a:gd name="csY45" fmla="*/ 33975 h 369963"/>
              <a:gd name="csX46" fmla="*/ 247228 w 278306"/>
              <a:gd name="csY46" fmla="*/ 35904 h 369963"/>
              <a:gd name="csX47" fmla="*/ 256714 w 278306"/>
              <a:gd name="csY47" fmla="*/ 49191 h 369963"/>
              <a:gd name="csX48" fmla="*/ 272203 w 278306"/>
              <a:gd name="csY48" fmla="*/ 58184 h 369963"/>
              <a:gd name="csX49" fmla="*/ 271714 w 278306"/>
              <a:gd name="csY49" fmla="*/ 67589 h 369963"/>
              <a:gd name="csX50" fmla="*/ 263105 w 278306"/>
              <a:gd name="csY50" fmla="*/ 78504 h 369963"/>
              <a:gd name="csX51" fmla="*/ 254303 w 278306"/>
              <a:gd name="csY51" fmla="*/ 85750 h 369963"/>
              <a:gd name="csX52" fmla="*/ 246105 w 278306"/>
              <a:gd name="csY52" fmla="*/ 101699 h 369963"/>
              <a:gd name="csX53" fmla="*/ 227494 w 278306"/>
              <a:gd name="csY53" fmla="*/ 130702 h 369963"/>
              <a:gd name="csX54" fmla="*/ 183924 w 278306"/>
              <a:gd name="csY54" fmla="*/ 160034 h 369963"/>
              <a:gd name="csX55" fmla="*/ 153537 w 278306"/>
              <a:gd name="csY55" fmla="*/ 173778 h 369963"/>
              <a:gd name="csX56" fmla="*/ 157053 w 278306"/>
              <a:gd name="csY56" fmla="*/ 181528 h 369963"/>
              <a:gd name="csX57" fmla="*/ 160436 w 278306"/>
              <a:gd name="csY57" fmla="*/ 193225 h 369963"/>
              <a:gd name="csX58" fmla="*/ 180263 w 278306"/>
              <a:gd name="csY58" fmla="*/ 225950 h 369963"/>
              <a:gd name="csX59" fmla="*/ 194663 w 278306"/>
              <a:gd name="csY59" fmla="*/ 239264 h 369963"/>
              <a:gd name="csX60" fmla="*/ 204770 w 278306"/>
              <a:gd name="csY60" fmla="*/ 247088 h 369963"/>
              <a:gd name="csX61" fmla="*/ 210897 w 278306"/>
              <a:gd name="csY61" fmla="*/ 244424 h 369963"/>
              <a:gd name="csX62" fmla="*/ 229158 w 278306"/>
              <a:gd name="csY62" fmla="*/ 228391 h 369963"/>
              <a:gd name="csX63" fmla="*/ 234321 w 278306"/>
              <a:gd name="csY63" fmla="*/ 228442 h 369963"/>
              <a:gd name="csX64" fmla="*/ 234966 w 278306"/>
              <a:gd name="csY64" fmla="*/ 250091 h 369963"/>
              <a:gd name="csX65" fmla="*/ 235014 w 278306"/>
              <a:gd name="csY65" fmla="*/ 261191 h 369963"/>
              <a:gd name="csX66" fmla="*/ 230353 w 278306"/>
              <a:gd name="csY66" fmla="*/ 300578 h 369963"/>
              <a:gd name="csX67" fmla="*/ 224337 w 278306"/>
              <a:gd name="csY67" fmla="*/ 308123 h 369963"/>
              <a:gd name="csX68" fmla="*/ 215823 w 278306"/>
              <a:gd name="csY68" fmla="*/ 299799 h 369963"/>
              <a:gd name="csX69" fmla="*/ 202099 w 278306"/>
              <a:gd name="csY69" fmla="*/ 292094 h 369963"/>
              <a:gd name="csX70" fmla="*/ 185246 w 278306"/>
              <a:gd name="csY70" fmla="*/ 278805 h 369963"/>
              <a:gd name="csX71" fmla="*/ 173928 w 278306"/>
              <a:gd name="csY71" fmla="*/ 260086 h 369963"/>
              <a:gd name="csX72" fmla="*/ 159486 w 278306"/>
              <a:gd name="csY72" fmla="*/ 251642 h 369963"/>
              <a:gd name="csX73" fmla="*/ 135920 w 278306"/>
              <a:gd name="csY73" fmla="*/ 263292 h 369963"/>
              <a:gd name="csX74" fmla="*/ 128496 w 278306"/>
              <a:gd name="csY74" fmla="*/ 268428 h 369963"/>
              <a:gd name="csX75" fmla="*/ 118324 w 278306"/>
              <a:gd name="csY75" fmla="*/ 277403 h 369963"/>
              <a:gd name="csX76" fmla="*/ 102749 w 278306"/>
              <a:gd name="csY76" fmla="*/ 302843 h 369963"/>
              <a:gd name="csX77" fmla="*/ 111986 w 278306"/>
              <a:gd name="csY77" fmla="*/ 325389 h 369963"/>
              <a:gd name="csX78" fmla="*/ 124791 w 278306"/>
              <a:gd name="csY78" fmla="*/ 345325 h 369963"/>
              <a:gd name="csX79" fmla="*/ 112525 w 278306"/>
              <a:gd name="csY79" fmla="*/ 358252 h 369963"/>
              <a:gd name="csX80" fmla="*/ 61364 w 278306"/>
              <a:gd name="csY80" fmla="*/ 367059 h 369963"/>
              <a:gd name="csX81" fmla="*/ 45875 w 278306"/>
              <a:gd name="csY81" fmla="*/ 368630 h 369963"/>
              <a:gd name="csX82" fmla="*/ 34904 w 278306"/>
              <a:gd name="csY82" fmla="*/ 369743 h 3699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Lst>
            <a:rect l="l" t="t" r="r" b="b"/>
            <a:pathLst>
              <a:path w="278306" h="369963">
                <a:moveTo>
                  <a:pt x="34904" y="369743"/>
                </a:moveTo>
                <a:cubicBezTo>
                  <a:pt x="32419" y="369198"/>
                  <a:pt x="30386" y="367754"/>
                  <a:pt x="30386" y="366534"/>
                </a:cubicBezTo>
                <a:cubicBezTo>
                  <a:pt x="30386" y="365314"/>
                  <a:pt x="27909" y="363530"/>
                  <a:pt x="24882" y="362569"/>
                </a:cubicBezTo>
                <a:cubicBezTo>
                  <a:pt x="21855" y="361609"/>
                  <a:pt x="20525" y="360078"/>
                  <a:pt x="21927" y="359169"/>
                </a:cubicBezTo>
                <a:cubicBezTo>
                  <a:pt x="23328" y="358259"/>
                  <a:pt x="25871" y="353231"/>
                  <a:pt x="27578" y="347996"/>
                </a:cubicBezTo>
                <a:cubicBezTo>
                  <a:pt x="29284" y="342760"/>
                  <a:pt x="32809" y="335771"/>
                  <a:pt x="35410" y="332463"/>
                </a:cubicBezTo>
                <a:cubicBezTo>
                  <a:pt x="41776" y="324371"/>
                  <a:pt x="48428" y="308044"/>
                  <a:pt x="46301" y="305733"/>
                </a:cubicBezTo>
                <a:cubicBezTo>
                  <a:pt x="45357" y="304708"/>
                  <a:pt x="47595" y="304589"/>
                  <a:pt x="51274" y="305469"/>
                </a:cubicBezTo>
                <a:cubicBezTo>
                  <a:pt x="65489" y="308870"/>
                  <a:pt x="84946" y="282874"/>
                  <a:pt x="85602" y="259605"/>
                </a:cubicBezTo>
                <a:cubicBezTo>
                  <a:pt x="85868" y="250143"/>
                  <a:pt x="85296" y="249310"/>
                  <a:pt x="77041" y="247151"/>
                </a:cubicBezTo>
                <a:cubicBezTo>
                  <a:pt x="64390" y="243842"/>
                  <a:pt x="56201" y="248710"/>
                  <a:pt x="56201" y="259540"/>
                </a:cubicBezTo>
                <a:cubicBezTo>
                  <a:pt x="56201" y="269382"/>
                  <a:pt x="51616" y="273960"/>
                  <a:pt x="43804" y="271918"/>
                </a:cubicBezTo>
                <a:cubicBezTo>
                  <a:pt x="37009" y="270141"/>
                  <a:pt x="36944" y="269149"/>
                  <a:pt x="42369" y="249815"/>
                </a:cubicBezTo>
                <a:cubicBezTo>
                  <a:pt x="46434" y="235327"/>
                  <a:pt x="46408" y="234559"/>
                  <a:pt x="41724" y="231013"/>
                </a:cubicBezTo>
                <a:cubicBezTo>
                  <a:pt x="34464" y="225517"/>
                  <a:pt x="33758" y="226021"/>
                  <a:pt x="29106" y="240028"/>
                </a:cubicBezTo>
                <a:cubicBezTo>
                  <a:pt x="26753" y="247111"/>
                  <a:pt x="23756" y="253568"/>
                  <a:pt x="22444" y="254379"/>
                </a:cubicBezTo>
                <a:cubicBezTo>
                  <a:pt x="19454" y="256227"/>
                  <a:pt x="19357" y="256781"/>
                  <a:pt x="24802" y="241025"/>
                </a:cubicBezTo>
                <a:cubicBezTo>
                  <a:pt x="27318" y="233748"/>
                  <a:pt x="31345" y="225823"/>
                  <a:pt x="33753" y="223416"/>
                </a:cubicBezTo>
                <a:cubicBezTo>
                  <a:pt x="41536" y="215633"/>
                  <a:pt x="38403" y="212792"/>
                  <a:pt x="20060" y="211002"/>
                </a:cubicBezTo>
                <a:cubicBezTo>
                  <a:pt x="14508" y="210460"/>
                  <a:pt x="13494" y="211544"/>
                  <a:pt x="12798" y="218762"/>
                </a:cubicBezTo>
                <a:cubicBezTo>
                  <a:pt x="12315" y="223766"/>
                  <a:pt x="13169" y="227151"/>
                  <a:pt x="14913" y="227151"/>
                </a:cubicBezTo>
                <a:cubicBezTo>
                  <a:pt x="16522" y="227151"/>
                  <a:pt x="17467" y="229765"/>
                  <a:pt x="17013" y="232960"/>
                </a:cubicBezTo>
                <a:cubicBezTo>
                  <a:pt x="16365" y="237521"/>
                  <a:pt x="14803" y="238572"/>
                  <a:pt x="9735" y="237857"/>
                </a:cubicBezTo>
                <a:cubicBezTo>
                  <a:pt x="6185" y="237355"/>
                  <a:pt x="2386" y="235613"/>
                  <a:pt x="1293" y="233984"/>
                </a:cubicBezTo>
                <a:cubicBezTo>
                  <a:pt x="-1682" y="229553"/>
                  <a:pt x="858" y="184145"/>
                  <a:pt x="5050" y="166825"/>
                </a:cubicBezTo>
                <a:cubicBezTo>
                  <a:pt x="7067" y="158491"/>
                  <a:pt x="10689" y="150232"/>
                  <a:pt x="13098" y="148470"/>
                </a:cubicBezTo>
                <a:cubicBezTo>
                  <a:pt x="15508" y="146708"/>
                  <a:pt x="17479" y="143943"/>
                  <a:pt x="17479" y="142324"/>
                </a:cubicBezTo>
                <a:cubicBezTo>
                  <a:pt x="17479" y="140706"/>
                  <a:pt x="20394" y="139382"/>
                  <a:pt x="23957" y="139382"/>
                </a:cubicBezTo>
                <a:cubicBezTo>
                  <a:pt x="30115" y="139382"/>
                  <a:pt x="30383" y="138776"/>
                  <a:pt x="29365" y="127120"/>
                </a:cubicBezTo>
                <a:cubicBezTo>
                  <a:pt x="27807" y="109281"/>
                  <a:pt x="29957" y="101744"/>
                  <a:pt x="37749" y="97729"/>
                </a:cubicBezTo>
                <a:cubicBezTo>
                  <a:pt x="41508" y="95792"/>
                  <a:pt x="46799" y="91468"/>
                  <a:pt x="49507" y="88122"/>
                </a:cubicBezTo>
                <a:cubicBezTo>
                  <a:pt x="52214" y="84775"/>
                  <a:pt x="56385" y="80128"/>
                  <a:pt x="58774" y="77796"/>
                </a:cubicBezTo>
                <a:cubicBezTo>
                  <a:pt x="61163" y="75463"/>
                  <a:pt x="63903" y="71380"/>
                  <a:pt x="64863" y="68721"/>
                </a:cubicBezTo>
                <a:cubicBezTo>
                  <a:pt x="66368" y="64550"/>
                  <a:pt x="68459" y="64095"/>
                  <a:pt x="80119" y="65404"/>
                </a:cubicBezTo>
                <a:cubicBezTo>
                  <a:pt x="87551" y="66238"/>
                  <a:pt x="98859" y="67882"/>
                  <a:pt x="105248" y="69057"/>
                </a:cubicBezTo>
                <a:cubicBezTo>
                  <a:pt x="111637" y="70233"/>
                  <a:pt x="123835" y="70564"/>
                  <a:pt x="132354" y="69793"/>
                </a:cubicBezTo>
                <a:lnTo>
                  <a:pt x="147842" y="68392"/>
                </a:lnTo>
                <a:lnTo>
                  <a:pt x="148600" y="51194"/>
                </a:lnTo>
                <a:cubicBezTo>
                  <a:pt x="149196" y="37679"/>
                  <a:pt x="148006" y="30668"/>
                  <a:pt x="143045" y="18458"/>
                </a:cubicBezTo>
                <a:cubicBezTo>
                  <a:pt x="139573" y="9912"/>
                  <a:pt x="137392" y="2259"/>
                  <a:pt x="138200" y="1452"/>
                </a:cubicBezTo>
                <a:cubicBezTo>
                  <a:pt x="141102" y="-1451"/>
                  <a:pt x="166125" y="290"/>
                  <a:pt x="176238" y="4099"/>
                </a:cubicBezTo>
                <a:cubicBezTo>
                  <a:pt x="189419" y="9062"/>
                  <a:pt x="190086" y="9272"/>
                  <a:pt x="200117" y="11594"/>
                </a:cubicBezTo>
                <a:cubicBezTo>
                  <a:pt x="204892" y="12700"/>
                  <a:pt x="208506" y="15170"/>
                  <a:pt x="208506" y="17328"/>
                </a:cubicBezTo>
                <a:cubicBezTo>
                  <a:pt x="208506" y="19413"/>
                  <a:pt x="210585" y="21662"/>
                  <a:pt x="213126" y="22327"/>
                </a:cubicBezTo>
                <a:cubicBezTo>
                  <a:pt x="215666" y="22991"/>
                  <a:pt x="218861" y="26077"/>
                  <a:pt x="220224" y="29184"/>
                </a:cubicBezTo>
                <a:cubicBezTo>
                  <a:pt x="222363" y="34057"/>
                  <a:pt x="224390" y="34715"/>
                  <a:pt x="234966" y="33975"/>
                </a:cubicBezTo>
                <a:cubicBezTo>
                  <a:pt x="242553" y="33444"/>
                  <a:pt x="247228" y="34179"/>
                  <a:pt x="247228" y="35904"/>
                </a:cubicBezTo>
                <a:cubicBezTo>
                  <a:pt x="247228" y="37437"/>
                  <a:pt x="251497" y="43416"/>
                  <a:pt x="256714" y="49191"/>
                </a:cubicBezTo>
                <a:cubicBezTo>
                  <a:pt x="264193" y="57469"/>
                  <a:pt x="267470" y="59372"/>
                  <a:pt x="272203" y="58184"/>
                </a:cubicBezTo>
                <a:cubicBezTo>
                  <a:pt x="280616" y="56072"/>
                  <a:pt x="280219" y="63714"/>
                  <a:pt x="271714" y="67589"/>
                </a:cubicBezTo>
                <a:cubicBezTo>
                  <a:pt x="267863" y="69343"/>
                  <a:pt x="264361" y="73784"/>
                  <a:pt x="263105" y="78504"/>
                </a:cubicBezTo>
                <a:cubicBezTo>
                  <a:pt x="261351" y="85098"/>
                  <a:pt x="259842" y="86340"/>
                  <a:pt x="254303" y="85750"/>
                </a:cubicBezTo>
                <a:cubicBezTo>
                  <a:pt x="246592" y="84928"/>
                  <a:pt x="243436" y="91067"/>
                  <a:pt x="246105" y="101699"/>
                </a:cubicBezTo>
                <a:cubicBezTo>
                  <a:pt x="247533" y="107389"/>
                  <a:pt x="244867" y="111544"/>
                  <a:pt x="227494" y="130702"/>
                </a:cubicBezTo>
                <a:cubicBezTo>
                  <a:pt x="207371" y="152893"/>
                  <a:pt x="196764" y="160034"/>
                  <a:pt x="183924" y="160034"/>
                </a:cubicBezTo>
                <a:cubicBezTo>
                  <a:pt x="175394" y="160034"/>
                  <a:pt x="155328" y="169109"/>
                  <a:pt x="153537" y="173778"/>
                </a:cubicBezTo>
                <a:cubicBezTo>
                  <a:pt x="152784" y="175740"/>
                  <a:pt x="154366" y="179227"/>
                  <a:pt x="157053" y="181528"/>
                </a:cubicBezTo>
                <a:cubicBezTo>
                  <a:pt x="160618" y="184580"/>
                  <a:pt x="161532" y="187741"/>
                  <a:pt x="160436" y="193225"/>
                </a:cubicBezTo>
                <a:cubicBezTo>
                  <a:pt x="158065" y="205081"/>
                  <a:pt x="165477" y="217314"/>
                  <a:pt x="180263" y="225950"/>
                </a:cubicBezTo>
                <a:cubicBezTo>
                  <a:pt x="187814" y="230360"/>
                  <a:pt x="193823" y="235916"/>
                  <a:pt x="194663" y="239264"/>
                </a:cubicBezTo>
                <a:cubicBezTo>
                  <a:pt x="196711" y="247420"/>
                  <a:pt x="202826" y="252154"/>
                  <a:pt x="204770" y="247088"/>
                </a:cubicBezTo>
                <a:cubicBezTo>
                  <a:pt x="205617" y="244882"/>
                  <a:pt x="208258" y="243734"/>
                  <a:pt x="210897" y="244424"/>
                </a:cubicBezTo>
                <a:cubicBezTo>
                  <a:pt x="216566" y="245906"/>
                  <a:pt x="229158" y="234851"/>
                  <a:pt x="229158" y="228391"/>
                </a:cubicBezTo>
                <a:cubicBezTo>
                  <a:pt x="229158" y="223967"/>
                  <a:pt x="229378" y="223969"/>
                  <a:pt x="234321" y="228442"/>
                </a:cubicBezTo>
                <a:cubicBezTo>
                  <a:pt x="240730" y="234242"/>
                  <a:pt x="241099" y="246636"/>
                  <a:pt x="234966" y="250091"/>
                </a:cubicBezTo>
                <a:cubicBezTo>
                  <a:pt x="230667" y="252513"/>
                  <a:pt x="230669" y="253050"/>
                  <a:pt x="235014" y="261191"/>
                </a:cubicBezTo>
                <a:cubicBezTo>
                  <a:pt x="240871" y="272165"/>
                  <a:pt x="238755" y="290041"/>
                  <a:pt x="230353" y="300578"/>
                </a:cubicBezTo>
                <a:lnTo>
                  <a:pt x="224337" y="308123"/>
                </a:lnTo>
                <a:lnTo>
                  <a:pt x="215823" y="299799"/>
                </a:lnTo>
                <a:cubicBezTo>
                  <a:pt x="210927" y="295013"/>
                  <a:pt x="205095" y="291738"/>
                  <a:pt x="202099" y="292094"/>
                </a:cubicBezTo>
                <a:cubicBezTo>
                  <a:pt x="194035" y="293052"/>
                  <a:pt x="185277" y="286146"/>
                  <a:pt x="185246" y="278805"/>
                </a:cubicBezTo>
                <a:cubicBezTo>
                  <a:pt x="185229" y="274767"/>
                  <a:pt x="180965" y="267715"/>
                  <a:pt x="173928" y="260086"/>
                </a:cubicBezTo>
                <a:cubicBezTo>
                  <a:pt x="164333" y="249682"/>
                  <a:pt x="162165" y="248415"/>
                  <a:pt x="159486" y="251642"/>
                </a:cubicBezTo>
                <a:cubicBezTo>
                  <a:pt x="155362" y="256612"/>
                  <a:pt x="141849" y="263292"/>
                  <a:pt x="135920" y="263292"/>
                </a:cubicBezTo>
                <a:cubicBezTo>
                  <a:pt x="133348" y="263292"/>
                  <a:pt x="130007" y="265603"/>
                  <a:pt x="128496" y="268428"/>
                </a:cubicBezTo>
                <a:cubicBezTo>
                  <a:pt x="126984" y="271253"/>
                  <a:pt x="122406" y="275292"/>
                  <a:pt x="118324" y="277403"/>
                </a:cubicBezTo>
                <a:cubicBezTo>
                  <a:pt x="105333" y="284120"/>
                  <a:pt x="102661" y="288486"/>
                  <a:pt x="102749" y="302843"/>
                </a:cubicBezTo>
                <a:cubicBezTo>
                  <a:pt x="102826" y="315405"/>
                  <a:pt x="106784" y="325066"/>
                  <a:pt x="111986" y="325389"/>
                </a:cubicBezTo>
                <a:cubicBezTo>
                  <a:pt x="116589" y="325676"/>
                  <a:pt x="126252" y="340721"/>
                  <a:pt x="124791" y="345325"/>
                </a:cubicBezTo>
                <a:cubicBezTo>
                  <a:pt x="123983" y="347870"/>
                  <a:pt x="118463" y="353688"/>
                  <a:pt x="112525" y="358252"/>
                </a:cubicBezTo>
                <a:cubicBezTo>
                  <a:pt x="101535" y="366699"/>
                  <a:pt x="89725" y="368732"/>
                  <a:pt x="61364" y="367059"/>
                </a:cubicBezTo>
                <a:cubicBezTo>
                  <a:pt x="56394" y="366766"/>
                  <a:pt x="49424" y="367473"/>
                  <a:pt x="45875" y="368630"/>
                </a:cubicBezTo>
                <a:cubicBezTo>
                  <a:pt x="42325" y="369787"/>
                  <a:pt x="37388" y="370288"/>
                  <a:pt x="34904" y="369743"/>
                </a:cubicBezTo>
                <a:close/>
              </a:path>
            </a:pathLst>
          </a:custGeom>
          <a:solidFill>
            <a:srgbClr val="B9B9B9"/>
          </a:solidFill>
          <a:ln w="5163" cap="flat">
            <a:noFill/>
            <a:prstDash val="solid"/>
            <a:miter/>
          </a:ln>
        </p:spPr>
        <p:txBody>
          <a:bodyPr/>
          <a:lstStyle/>
          <a:p>
            <a:endParaRPr lang="es-419" noProof="0" dirty="0"/>
          </a:p>
        </p:txBody>
      </p:sp>
      <p:grpSp>
        <p:nvGrpSpPr>
          <p:cNvPr id="75" name="Gráfico 39">
            <a:extLst>
              <a:ext uri="{FF2B5EF4-FFF2-40B4-BE49-F238E27FC236}">
                <a16:creationId xmlns:a16="http://schemas.microsoft.com/office/drawing/2014/main" id="{4EA02A4F-80FE-D184-CA76-4540DE2DB2DB}"/>
              </a:ext>
            </a:extLst>
          </p:cNvPr>
          <p:cNvGrpSpPr/>
          <p:nvPr/>
        </p:nvGrpSpPr>
        <p:grpSpPr>
          <a:xfrm>
            <a:off x="1634957" y="2069316"/>
            <a:ext cx="438046" cy="474569"/>
            <a:chOff x="1634957" y="2069316"/>
            <a:chExt cx="438046" cy="474569"/>
          </a:xfrm>
        </p:grpSpPr>
        <p:sp>
          <p:nvSpPr>
            <p:cNvPr id="76" name="Forma libre: forma 75">
              <a:extLst>
                <a:ext uri="{FF2B5EF4-FFF2-40B4-BE49-F238E27FC236}">
                  <a16:creationId xmlns:a16="http://schemas.microsoft.com/office/drawing/2014/main" id="{E911F318-3193-6303-486A-DD6CEDB8D183}"/>
                </a:ext>
              </a:extLst>
            </p:cNvPr>
            <p:cNvSpPr/>
            <p:nvPr/>
          </p:nvSpPr>
          <p:spPr>
            <a:xfrm>
              <a:off x="1634957" y="2069316"/>
              <a:ext cx="438046" cy="474569"/>
            </a:xfrm>
            <a:custGeom>
              <a:avLst/>
              <a:gdLst>
                <a:gd name="csX0" fmla="*/ 332739 w 438046"/>
                <a:gd name="csY0" fmla="*/ 469202 h 474569"/>
                <a:gd name="csX1" fmla="*/ 324349 w 438046"/>
                <a:gd name="csY1" fmla="*/ 460541 h 474569"/>
                <a:gd name="csX2" fmla="*/ 306954 w 438046"/>
                <a:gd name="csY2" fmla="*/ 447652 h 474569"/>
                <a:gd name="csX3" fmla="*/ 301522 w 438046"/>
                <a:gd name="csY3" fmla="*/ 436095 h 474569"/>
                <a:gd name="csX4" fmla="*/ 298287 w 438046"/>
                <a:gd name="csY4" fmla="*/ 425621 h 474569"/>
                <a:gd name="csX5" fmla="*/ 291436 w 438046"/>
                <a:gd name="csY5" fmla="*/ 429493 h 474569"/>
                <a:gd name="csX6" fmla="*/ 284162 w 438046"/>
                <a:gd name="csY6" fmla="*/ 433365 h 474569"/>
                <a:gd name="csX7" fmla="*/ 273181 w 438046"/>
                <a:gd name="csY7" fmla="*/ 439996 h 474569"/>
                <a:gd name="csX8" fmla="*/ 246542 w 438046"/>
                <a:gd name="csY8" fmla="*/ 415677 h 474569"/>
                <a:gd name="csX9" fmla="*/ 247543 w 438046"/>
                <a:gd name="csY9" fmla="*/ 398488 h 474569"/>
                <a:gd name="csX10" fmla="*/ 227242 w 438046"/>
                <a:gd name="csY10" fmla="*/ 385770 h 474569"/>
                <a:gd name="csX11" fmla="*/ 216574 w 438046"/>
                <a:gd name="csY11" fmla="*/ 384267 h 474569"/>
                <a:gd name="csX12" fmla="*/ 211411 w 438046"/>
                <a:gd name="csY12" fmla="*/ 381736 h 474569"/>
                <a:gd name="csX13" fmla="*/ 206248 w 438046"/>
                <a:gd name="csY13" fmla="*/ 377864 h 474569"/>
                <a:gd name="csX14" fmla="*/ 201085 w 438046"/>
                <a:gd name="csY14" fmla="*/ 368829 h 474569"/>
                <a:gd name="csX15" fmla="*/ 195840 w 438046"/>
                <a:gd name="csY15" fmla="*/ 360439 h 474569"/>
                <a:gd name="csX16" fmla="*/ 179383 w 438046"/>
                <a:gd name="csY16" fmla="*/ 344572 h 474569"/>
                <a:gd name="csX17" fmla="*/ 166056 w 438046"/>
                <a:gd name="csY17" fmla="*/ 347532 h 474569"/>
                <a:gd name="csX18" fmla="*/ 162127 w 438046"/>
                <a:gd name="csY18" fmla="*/ 363514 h 474569"/>
                <a:gd name="csX19" fmla="*/ 156676 w 438046"/>
                <a:gd name="csY19" fmla="*/ 372397 h 474569"/>
                <a:gd name="csX20" fmla="*/ 152333 w 438046"/>
                <a:gd name="csY20" fmla="*/ 366640 h 474569"/>
                <a:gd name="csX21" fmla="*/ 138487 w 438046"/>
                <a:gd name="csY21" fmla="*/ 364853 h 474569"/>
                <a:gd name="csX22" fmla="*/ 126312 w 438046"/>
                <a:gd name="csY22" fmla="*/ 363833 h 474569"/>
                <a:gd name="csX23" fmla="*/ 123641 w 438046"/>
                <a:gd name="csY23" fmla="*/ 355006 h 474569"/>
                <a:gd name="csX24" fmla="*/ 115723 w 438046"/>
                <a:gd name="csY24" fmla="*/ 349430 h 474569"/>
                <a:gd name="csX25" fmla="*/ 110493 w 438046"/>
                <a:gd name="csY25" fmla="*/ 333027 h 474569"/>
                <a:gd name="csX26" fmla="*/ 115897 w 438046"/>
                <a:gd name="csY26" fmla="*/ 317692 h 474569"/>
                <a:gd name="csX27" fmla="*/ 126868 w 438046"/>
                <a:gd name="csY27" fmla="*/ 306474 h 474569"/>
                <a:gd name="csX28" fmla="*/ 128005 w 438046"/>
                <a:gd name="csY28" fmla="*/ 290864 h 474569"/>
                <a:gd name="csX29" fmla="*/ 107467 w 438046"/>
                <a:gd name="csY29" fmla="*/ 276906 h 474569"/>
                <a:gd name="csX30" fmla="*/ 125531 w 438046"/>
                <a:gd name="csY30" fmla="*/ 228226 h 474569"/>
                <a:gd name="csX31" fmla="*/ 128516 w 438046"/>
                <a:gd name="csY31" fmla="*/ 218872 h 474569"/>
                <a:gd name="csX32" fmla="*/ 122054 w 438046"/>
                <a:gd name="csY32" fmla="*/ 216563 h 474569"/>
                <a:gd name="csX33" fmla="*/ 112602 w 438046"/>
                <a:gd name="csY33" fmla="*/ 211354 h 474569"/>
                <a:gd name="csX34" fmla="*/ 97827 w 438046"/>
                <a:gd name="csY34" fmla="*/ 212411 h 474569"/>
                <a:gd name="csX35" fmla="*/ 87566 w 438046"/>
                <a:gd name="csY35" fmla="*/ 216588 h 474569"/>
                <a:gd name="csX36" fmla="*/ 80430 w 438046"/>
                <a:gd name="csY36" fmla="*/ 211038 h 474569"/>
                <a:gd name="csX37" fmla="*/ 79784 w 438046"/>
                <a:gd name="csY37" fmla="*/ 198453 h 474569"/>
                <a:gd name="csX38" fmla="*/ 82015 w 438046"/>
                <a:gd name="csY38" fmla="*/ 188949 h 474569"/>
                <a:gd name="csX39" fmla="*/ 89966 w 438046"/>
                <a:gd name="csY39" fmla="*/ 185629 h 474569"/>
                <a:gd name="csX40" fmla="*/ 87641 w 438046"/>
                <a:gd name="csY40" fmla="*/ 169636 h 474569"/>
                <a:gd name="csX41" fmla="*/ 79292 w 438046"/>
                <a:gd name="csY41" fmla="*/ 156728 h 474569"/>
                <a:gd name="csX42" fmla="*/ 72462 w 438046"/>
                <a:gd name="csY42" fmla="*/ 148956 h 474569"/>
                <a:gd name="csX43" fmla="*/ 56524 w 438046"/>
                <a:gd name="csY43" fmla="*/ 163920 h 474569"/>
                <a:gd name="csX44" fmla="*/ 52658 w 438046"/>
                <a:gd name="csY44" fmla="*/ 164900 h 474569"/>
                <a:gd name="csX45" fmla="*/ 39697 w 438046"/>
                <a:gd name="csY45" fmla="*/ 168628 h 474569"/>
                <a:gd name="csX46" fmla="*/ 26748 w 438046"/>
                <a:gd name="csY46" fmla="*/ 181448 h 474569"/>
                <a:gd name="csX47" fmla="*/ 16403 w 438046"/>
                <a:gd name="csY47" fmla="*/ 190289 h 474569"/>
                <a:gd name="csX48" fmla="*/ 7343 w 438046"/>
                <a:gd name="csY48" fmla="*/ 186486 h 474569"/>
                <a:gd name="csX49" fmla="*/ 9965 w 438046"/>
                <a:gd name="csY49" fmla="*/ 170925 h 474569"/>
                <a:gd name="csX50" fmla="*/ 15158 w 438046"/>
                <a:gd name="csY50" fmla="*/ 162124 h 474569"/>
                <a:gd name="csX51" fmla="*/ 9381 w 438046"/>
                <a:gd name="csY51" fmla="*/ 159801 h 474569"/>
                <a:gd name="csX52" fmla="*/ 7807 w 438046"/>
                <a:gd name="csY52" fmla="*/ 157314 h 474569"/>
                <a:gd name="csX53" fmla="*/ 15681 w 438046"/>
                <a:gd name="csY53" fmla="*/ 151621 h 474569"/>
                <a:gd name="csX54" fmla="*/ 24691 w 438046"/>
                <a:gd name="csY54" fmla="*/ 148948 h 474569"/>
                <a:gd name="csX55" fmla="*/ 33291 w 438046"/>
                <a:gd name="csY55" fmla="*/ 142643 h 474569"/>
                <a:gd name="csX56" fmla="*/ 36252 w 438046"/>
                <a:gd name="csY56" fmla="*/ 130243 h 474569"/>
                <a:gd name="csX57" fmla="*/ 35959 w 438046"/>
                <a:gd name="csY57" fmla="*/ 119824 h 474569"/>
                <a:gd name="csX58" fmla="*/ 30417 w 438046"/>
                <a:gd name="csY58" fmla="*/ 117319 h 474569"/>
                <a:gd name="csX59" fmla="*/ 28128 w 438046"/>
                <a:gd name="csY59" fmla="*/ 114535 h 474569"/>
                <a:gd name="csX60" fmla="*/ 22780 w 438046"/>
                <a:gd name="csY60" fmla="*/ 112034 h 474569"/>
                <a:gd name="csX61" fmla="*/ 9335 w 438046"/>
                <a:gd name="csY61" fmla="*/ 100263 h 474569"/>
                <a:gd name="csX62" fmla="*/ 5316 w 438046"/>
                <a:gd name="csY62" fmla="*/ 85099 h 474569"/>
                <a:gd name="csX63" fmla="*/ 0 w 438046"/>
                <a:gd name="csY63" fmla="*/ 74899 h 474569"/>
                <a:gd name="csX64" fmla="*/ 5230 w 438046"/>
                <a:gd name="csY64" fmla="*/ 68250 h 474569"/>
                <a:gd name="csX65" fmla="*/ 8777 w 438046"/>
                <a:gd name="csY65" fmla="*/ 53938 h 474569"/>
                <a:gd name="csX66" fmla="*/ 11157 w 438046"/>
                <a:gd name="csY66" fmla="*/ 40474 h 474569"/>
                <a:gd name="csX67" fmla="*/ 15221 w 438046"/>
                <a:gd name="csY67" fmla="*/ 30361 h 474569"/>
                <a:gd name="csX68" fmla="*/ 19093 w 438046"/>
                <a:gd name="csY68" fmla="*/ 24563 h 474569"/>
                <a:gd name="csX69" fmla="*/ 13331 w 438046"/>
                <a:gd name="csY69" fmla="*/ 11391 h 474569"/>
                <a:gd name="csX70" fmla="*/ 15610 w 438046"/>
                <a:gd name="csY70" fmla="*/ 4739 h 474569"/>
                <a:gd name="csX71" fmla="*/ 24152 w 438046"/>
                <a:gd name="csY71" fmla="*/ 2431 h 474569"/>
                <a:gd name="csX72" fmla="*/ 42643 w 438046"/>
                <a:gd name="csY72" fmla="*/ 10008 h 474569"/>
                <a:gd name="csX73" fmla="*/ 58021 w 438046"/>
                <a:gd name="csY73" fmla="*/ 20333 h 474569"/>
                <a:gd name="csX74" fmla="*/ 76259 w 438046"/>
                <a:gd name="csY74" fmla="*/ 58909 h 474569"/>
                <a:gd name="csX75" fmla="*/ 87417 w 438046"/>
                <a:gd name="csY75" fmla="*/ 80908 h 474569"/>
                <a:gd name="csX76" fmla="*/ 99122 w 438046"/>
                <a:gd name="csY76" fmla="*/ 102996 h 474569"/>
                <a:gd name="csX77" fmla="*/ 103913 w 438046"/>
                <a:gd name="csY77" fmla="*/ 110684 h 474569"/>
                <a:gd name="csX78" fmla="*/ 102362 w 438046"/>
                <a:gd name="csY78" fmla="*/ 90033 h 474569"/>
                <a:gd name="csX79" fmla="*/ 92203 w 438046"/>
                <a:gd name="csY79" fmla="*/ 66799 h 474569"/>
                <a:gd name="csX80" fmla="*/ 83568 w 438046"/>
                <a:gd name="csY80" fmla="*/ 60346 h 474569"/>
                <a:gd name="csX81" fmla="*/ 86838 w 438046"/>
                <a:gd name="csY81" fmla="*/ 69381 h 474569"/>
                <a:gd name="csX82" fmla="*/ 85111 w 438046"/>
                <a:gd name="csY82" fmla="*/ 70354 h 474569"/>
                <a:gd name="csX83" fmla="*/ 81250 w 438046"/>
                <a:gd name="csY83" fmla="*/ 58738 h 474569"/>
                <a:gd name="csX84" fmla="*/ 73693 w 438046"/>
                <a:gd name="csY84" fmla="*/ 39979 h 474569"/>
                <a:gd name="csX85" fmla="*/ 66850 w 438046"/>
                <a:gd name="csY85" fmla="*/ 27201 h 474569"/>
                <a:gd name="csX86" fmla="*/ 80920 w 438046"/>
                <a:gd name="csY86" fmla="*/ 44489 h 474569"/>
                <a:gd name="csX87" fmla="*/ 99162 w 438046"/>
                <a:gd name="csY87" fmla="*/ 64586 h 474569"/>
                <a:gd name="csX88" fmla="*/ 107565 w 438046"/>
                <a:gd name="csY88" fmla="*/ 86419 h 474569"/>
                <a:gd name="csX89" fmla="*/ 116108 w 438046"/>
                <a:gd name="csY89" fmla="*/ 138203 h 474569"/>
                <a:gd name="csX90" fmla="*/ 121060 w 438046"/>
                <a:gd name="csY90" fmla="*/ 151411 h 474569"/>
                <a:gd name="csX91" fmla="*/ 135828 w 438046"/>
                <a:gd name="csY91" fmla="*/ 169580 h 474569"/>
                <a:gd name="csX92" fmla="*/ 173747 w 438046"/>
                <a:gd name="csY92" fmla="*/ 217637 h 474569"/>
                <a:gd name="csX93" fmla="*/ 186052 w 438046"/>
                <a:gd name="csY93" fmla="*/ 237240 h 474569"/>
                <a:gd name="csX94" fmla="*/ 192809 w 438046"/>
                <a:gd name="csY94" fmla="*/ 259193 h 474569"/>
                <a:gd name="csX95" fmla="*/ 202887 w 438046"/>
                <a:gd name="csY95" fmla="*/ 280570 h 474569"/>
                <a:gd name="csX96" fmla="*/ 215434 w 438046"/>
                <a:gd name="csY96" fmla="*/ 294429 h 474569"/>
                <a:gd name="csX97" fmla="*/ 223898 w 438046"/>
                <a:gd name="csY97" fmla="*/ 302869 h 474569"/>
                <a:gd name="csX98" fmla="*/ 231639 w 438046"/>
                <a:gd name="csY98" fmla="*/ 310848 h 474569"/>
                <a:gd name="csX99" fmla="*/ 241066 w 438046"/>
                <a:gd name="csY99" fmla="*/ 319770 h 474569"/>
                <a:gd name="csX100" fmla="*/ 242388 w 438046"/>
                <a:gd name="csY100" fmla="*/ 323654 h 474569"/>
                <a:gd name="csX101" fmla="*/ 237225 w 438046"/>
                <a:gd name="csY101" fmla="*/ 324770 h 474569"/>
                <a:gd name="csX102" fmla="*/ 239807 w 438046"/>
                <a:gd name="csY102" fmla="*/ 327526 h 474569"/>
                <a:gd name="csX103" fmla="*/ 241743 w 438046"/>
                <a:gd name="csY103" fmla="*/ 330724 h 474569"/>
                <a:gd name="csX104" fmla="*/ 248333 w 438046"/>
                <a:gd name="csY104" fmla="*/ 333103 h 474569"/>
                <a:gd name="csX105" fmla="*/ 259724 w 438046"/>
                <a:gd name="csY105" fmla="*/ 335713 h 474569"/>
                <a:gd name="csX106" fmla="*/ 262612 w 438046"/>
                <a:gd name="csY106" fmla="*/ 335270 h 474569"/>
                <a:gd name="csX107" fmla="*/ 255739 w 438046"/>
                <a:gd name="csY107" fmla="*/ 330573 h 474569"/>
                <a:gd name="csX108" fmla="*/ 250133 w 438046"/>
                <a:gd name="csY108" fmla="*/ 327461 h 474569"/>
                <a:gd name="csX109" fmla="*/ 260301 w 438046"/>
                <a:gd name="csY109" fmla="*/ 328761 h 474569"/>
                <a:gd name="csX110" fmla="*/ 284960 w 438046"/>
                <a:gd name="csY110" fmla="*/ 330853 h 474569"/>
                <a:gd name="csX111" fmla="*/ 308115 w 438046"/>
                <a:gd name="csY111" fmla="*/ 337754 h 474569"/>
                <a:gd name="csX112" fmla="*/ 325378 w 438046"/>
                <a:gd name="csY112" fmla="*/ 347910 h 474569"/>
                <a:gd name="csX113" fmla="*/ 336932 w 438046"/>
                <a:gd name="csY113" fmla="*/ 355594 h 474569"/>
                <a:gd name="csX114" fmla="*/ 342564 w 438046"/>
                <a:gd name="csY114" fmla="*/ 364198 h 474569"/>
                <a:gd name="csX115" fmla="*/ 343743 w 438046"/>
                <a:gd name="csY115" fmla="*/ 371080 h 474569"/>
                <a:gd name="csX116" fmla="*/ 344358 w 438046"/>
                <a:gd name="csY116" fmla="*/ 373363 h 474569"/>
                <a:gd name="csX117" fmla="*/ 350269 w 438046"/>
                <a:gd name="csY117" fmla="*/ 376862 h 474569"/>
                <a:gd name="csX118" fmla="*/ 372627 w 438046"/>
                <a:gd name="csY118" fmla="*/ 380540 h 474569"/>
                <a:gd name="csX119" fmla="*/ 391189 w 438046"/>
                <a:gd name="csY119" fmla="*/ 378801 h 474569"/>
                <a:gd name="csX120" fmla="*/ 394232 w 438046"/>
                <a:gd name="csY120" fmla="*/ 388958 h 474569"/>
                <a:gd name="csX121" fmla="*/ 397318 w 438046"/>
                <a:gd name="csY121" fmla="*/ 403978 h 474569"/>
                <a:gd name="csX122" fmla="*/ 409224 w 438046"/>
                <a:gd name="csY122" fmla="*/ 419167 h 474569"/>
                <a:gd name="csX123" fmla="*/ 434929 w 438046"/>
                <a:gd name="csY123" fmla="*/ 450207 h 474569"/>
                <a:gd name="csX124" fmla="*/ 429332 w 438046"/>
                <a:gd name="csY124" fmla="*/ 469288 h 474569"/>
                <a:gd name="csX125" fmla="*/ 376412 w 438046"/>
                <a:gd name="csY125" fmla="*/ 474534 h 474569"/>
                <a:gd name="csX126" fmla="*/ 332739 w 438046"/>
                <a:gd name="csY126" fmla="*/ 469202 h 47456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438046" h="474569">
                  <a:moveTo>
                    <a:pt x="332739" y="469202"/>
                  </a:moveTo>
                  <a:cubicBezTo>
                    <a:pt x="332739" y="465869"/>
                    <a:pt x="329807" y="462843"/>
                    <a:pt x="324349" y="460541"/>
                  </a:cubicBezTo>
                  <a:cubicBezTo>
                    <a:pt x="319735" y="458594"/>
                    <a:pt x="311907" y="452795"/>
                    <a:pt x="306954" y="447652"/>
                  </a:cubicBezTo>
                  <a:cubicBezTo>
                    <a:pt x="299888" y="440316"/>
                    <a:pt x="298719" y="437828"/>
                    <a:pt x="301522" y="436095"/>
                  </a:cubicBezTo>
                  <a:cubicBezTo>
                    <a:pt x="305823" y="433437"/>
                    <a:pt x="303408" y="425621"/>
                    <a:pt x="298287" y="425621"/>
                  </a:cubicBezTo>
                  <a:cubicBezTo>
                    <a:pt x="296286" y="425621"/>
                    <a:pt x="293203" y="427364"/>
                    <a:pt x="291436" y="429493"/>
                  </a:cubicBezTo>
                  <a:cubicBezTo>
                    <a:pt x="289668" y="431623"/>
                    <a:pt x="286395" y="433365"/>
                    <a:pt x="284162" y="433365"/>
                  </a:cubicBezTo>
                  <a:cubicBezTo>
                    <a:pt x="281929" y="433365"/>
                    <a:pt x="276987" y="436349"/>
                    <a:pt x="273181" y="439996"/>
                  </a:cubicBezTo>
                  <a:cubicBezTo>
                    <a:pt x="256469" y="456007"/>
                    <a:pt x="233183" y="434749"/>
                    <a:pt x="246542" y="415677"/>
                  </a:cubicBezTo>
                  <a:cubicBezTo>
                    <a:pt x="250094" y="410606"/>
                    <a:pt x="250239" y="408115"/>
                    <a:pt x="247543" y="398488"/>
                  </a:cubicBezTo>
                  <a:cubicBezTo>
                    <a:pt x="243936" y="385603"/>
                    <a:pt x="241942" y="384354"/>
                    <a:pt x="227242" y="385770"/>
                  </a:cubicBezTo>
                  <a:cubicBezTo>
                    <a:pt x="221295" y="386343"/>
                    <a:pt x="216574" y="385678"/>
                    <a:pt x="216574" y="384267"/>
                  </a:cubicBezTo>
                  <a:cubicBezTo>
                    <a:pt x="216574" y="382875"/>
                    <a:pt x="214251" y="381736"/>
                    <a:pt x="211411" y="381736"/>
                  </a:cubicBezTo>
                  <a:cubicBezTo>
                    <a:pt x="208543" y="381736"/>
                    <a:pt x="206248" y="380015"/>
                    <a:pt x="206248" y="377864"/>
                  </a:cubicBezTo>
                  <a:cubicBezTo>
                    <a:pt x="206248" y="375735"/>
                    <a:pt x="203925" y="371669"/>
                    <a:pt x="201085" y="368829"/>
                  </a:cubicBezTo>
                  <a:cubicBezTo>
                    <a:pt x="198245" y="365990"/>
                    <a:pt x="195885" y="362214"/>
                    <a:pt x="195840" y="360439"/>
                  </a:cubicBezTo>
                  <a:cubicBezTo>
                    <a:pt x="195695" y="354744"/>
                    <a:pt x="189552" y="348821"/>
                    <a:pt x="179383" y="344572"/>
                  </a:cubicBezTo>
                  <a:cubicBezTo>
                    <a:pt x="165908" y="338942"/>
                    <a:pt x="164292" y="339301"/>
                    <a:pt x="166056" y="347532"/>
                  </a:cubicBezTo>
                  <a:cubicBezTo>
                    <a:pt x="167087" y="352339"/>
                    <a:pt x="165818" y="357500"/>
                    <a:pt x="162127" y="363514"/>
                  </a:cubicBezTo>
                  <a:lnTo>
                    <a:pt x="156676" y="372397"/>
                  </a:lnTo>
                  <a:lnTo>
                    <a:pt x="152333" y="366640"/>
                  </a:lnTo>
                  <a:cubicBezTo>
                    <a:pt x="148166" y="361115"/>
                    <a:pt x="147605" y="361043"/>
                    <a:pt x="138487" y="364853"/>
                  </a:cubicBezTo>
                  <a:cubicBezTo>
                    <a:pt x="129534" y="368594"/>
                    <a:pt x="128828" y="368535"/>
                    <a:pt x="126312" y="363833"/>
                  </a:cubicBezTo>
                  <a:cubicBezTo>
                    <a:pt x="124843" y="361088"/>
                    <a:pt x="123641" y="357116"/>
                    <a:pt x="123641" y="355006"/>
                  </a:cubicBezTo>
                  <a:cubicBezTo>
                    <a:pt x="123641" y="352823"/>
                    <a:pt x="120228" y="350420"/>
                    <a:pt x="115723" y="349430"/>
                  </a:cubicBezTo>
                  <a:cubicBezTo>
                    <a:pt x="105375" y="347157"/>
                    <a:pt x="103846" y="342362"/>
                    <a:pt x="110493" y="333027"/>
                  </a:cubicBezTo>
                  <a:cubicBezTo>
                    <a:pt x="113465" y="328853"/>
                    <a:pt x="115897" y="321952"/>
                    <a:pt x="115897" y="317692"/>
                  </a:cubicBezTo>
                  <a:cubicBezTo>
                    <a:pt x="115897" y="310844"/>
                    <a:pt x="117170" y="309543"/>
                    <a:pt x="126868" y="306474"/>
                  </a:cubicBezTo>
                  <a:cubicBezTo>
                    <a:pt x="141640" y="301799"/>
                    <a:pt x="142221" y="293818"/>
                    <a:pt x="128005" y="290864"/>
                  </a:cubicBezTo>
                  <a:cubicBezTo>
                    <a:pt x="113703" y="287893"/>
                    <a:pt x="108950" y="284662"/>
                    <a:pt x="107467" y="276906"/>
                  </a:cubicBezTo>
                  <a:cubicBezTo>
                    <a:pt x="105739" y="267867"/>
                    <a:pt x="117059" y="237363"/>
                    <a:pt x="125531" y="228226"/>
                  </a:cubicBezTo>
                  <a:cubicBezTo>
                    <a:pt x="130828" y="222513"/>
                    <a:pt x="131406" y="220702"/>
                    <a:pt x="128516" y="218872"/>
                  </a:cubicBezTo>
                  <a:cubicBezTo>
                    <a:pt x="126545" y="217624"/>
                    <a:pt x="123637" y="216585"/>
                    <a:pt x="122054" y="216563"/>
                  </a:cubicBezTo>
                  <a:cubicBezTo>
                    <a:pt x="120470" y="216541"/>
                    <a:pt x="116217" y="214197"/>
                    <a:pt x="112602" y="211354"/>
                  </a:cubicBezTo>
                  <a:cubicBezTo>
                    <a:pt x="105961" y="206129"/>
                    <a:pt x="97827" y="206711"/>
                    <a:pt x="97827" y="212411"/>
                  </a:cubicBezTo>
                  <a:cubicBezTo>
                    <a:pt x="97827" y="219059"/>
                    <a:pt x="92291" y="221313"/>
                    <a:pt x="87566" y="216588"/>
                  </a:cubicBezTo>
                  <a:cubicBezTo>
                    <a:pt x="85046" y="214068"/>
                    <a:pt x="81835" y="211570"/>
                    <a:pt x="80430" y="211038"/>
                  </a:cubicBezTo>
                  <a:cubicBezTo>
                    <a:pt x="78870" y="210447"/>
                    <a:pt x="78619" y="205549"/>
                    <a:pt x="79784" y="198453"/>
                  </a:cubicBezTo>
                  <a:cubicBezTo>
                    <a:pt x="80834" y="192064"/>
                    <a:pt x="81838" y="187787"/>
                    <a:pt x="82015" y="188949"/>
                  </a:cubicBezTo>
                  <a:cubicBezTo>
                    <a:pt x="82193" y="190110"/>
                    <a:pt x="85771" y="188616"/>
                    <a:pt x="89966" y="185629"/>
                  </a:cubicBezTo>
                  <a:cubicBezTo>
                    <a:pt x="98750" y="179374"/>
                    <a:pt x="98211" y="175668"/>
                    <a:pt x="87641" y="169636"/>
                  </a:cubicBezTo>
                  <a:cubicBezTo>
                    <a:pt x="82102" y="166474"/>
                    <a:pt x="79900" y="163069"/>
                    <a:pt x="79292" y="156728"/>
                  </a:cubicBezTo>
                  <a:cubicBezTo>
                    <a:pt x="78587" y="149374"/>
                    <a:pt x="77588" y="148238"/>
                    <a:pt x="72462" y="148956"/>
                  </a:cubicBezTo>
                  <a:cubicBezTo>
                    <a:pt x="65224" y="149970"/>
                    <a:pt x="56524" y="158137"/>
                    <a:pt x="56524" y="163920"/>
                  </a:cubicBezTo>
                  <a:cubicBezTo>
                    <a:pt x="56524" y="167347"/>
                    <a:pt x="55821" y="167525"/>
                    <a:pt x="52658" y="164900"/>
                  </a:cubicBezTo>
                  <a:cubicBezTo>
                    <a:pt x="49486" y="162267"/>
                    <a:pt x="47159" y="162936"/>
                    <a:pt x="39697" y="168628"/>
                  </a:cubicBezTo>
                  <a:cubicBezTo>
                    <a:pt x="34695" y="172443"/>
                    <a:pt x="28868" y="178212"/>
                    <a:pt x="26748" y="181448"/>
                  </a:cubicBezTo>
                  <a:cubicBezTo>
                    <a:pt x="24627" y="184684"/>
                    <a:pt x="19972" y="188663"/>
                    <a:pt x="16403" y="190289"/>
                  </a:cubicBezTo>
                  <a:cubicBezTo>
                    <a:pt x="10541" y="192960"/>
                    <a:pt x="9664" y="192592"/>
                    <a:pt x="7343" y="186486"/>
                  </a:cubicBezTo>
                  <a:cubicBezTo>
                    <a:pt x="5309" y="181137"/>
                    <a:pt x="5857" y="177888"/>
                    <a:pt x="9965" y="170925"/>
                  </a:cubicBezTo>
                  <a:lnTo>
                    <a:pt x="15158" y="162124"/>
                  </a:lnTo>
                  <a:lnTo>
                    <a:pt x="9381" y="159801"/>
                  </a:lnTo>
                  <a:cubicBezTo>
                    <a:pt x="5449" y="158219"/>
                    <a:pt x="4946" y="157425"/>
                    <a:pt x="7807" y="157314"/>
                  </a:cubicBezTo>
                  <a:cubicBezTo>
                    <a:pt x="10118" y="157224"/>
                    <a:pt x="13662" y="154662"/>
                    <a:pt x="15681" y="151621"/>
                  </a:cubicBezTo>
                  <a:cubicBezTo>
                    <a:pt x="18731" y="147026"/>
                    <a:pt x="20256" y="146574"/>
                    <a:pt x="24691" y="148948"/>
                  </a:cubicBezTo>
                  <a:cubicBezTo>
                    <a:pt x="31018" y="152334"/>
                    <a:pt x="33291" y="150668"/>
                    <a:pt x="33291" y="142643"/>
                  </a:cubicBezTo>
                  <a:cubicBezTo>
                    <a:pt x="33291" y="139397"/>
                    <a:pt x="34623" y="133817"/>
                    <a:pt x="36252" y="130243"/>
                  </a:cubicBezTo>
                  <a:cubicBezTo>
                    <a:pt x="38533" y="125236"/>
                    <a:pt x="38466" y="122844"/>
                    <a:pt x="35959" y="119824"/>
                  </a:cubicBezTo>
                  <a:cubicBezTo>
                    <a:pt x="34170" y="117668"/>
                    <a:pt x="31676" y="116540"/>
                    <a:pt x="30417" y="117319"/>
                  </a:cubicBezTo>
                  <a:cubicBezTo>
                    <a:pt x="29158" y="118097"/>
                    <a:pt x="28128" y="116844"/>
                    <a:pt x="28128" y="114535"/>
                  </a:cubicBezTo>
                  <a:cubicBezTo>
                    <a:pt x="28128" y="111463"/>
                    <a:pt x="26693" y="110792"/>
                    <a:pt x="22780" y="112034"/>
                  </a:cubicBezTo>
                  <a:cubicBezTo>
                    <a:pt x="15848" y="114234"/>
                    <a:pt x="7575" y="106991"/>
                    <a:pt x="9335" y="100263"/>
                  </a:cubicBezTo>
                  <a:cubicBezTo>
                    <a:pt x="10049" y="97533"/>
                    <a:pt x="8241" y="90709"/>
                    <a:pt x="5316" y="85099"/>
                  </a:cubicBezTo>
                  <a:lnTo>
                    <a:pt x="0" y="74899"/>
                  </a:lnTo>
                  <a:lnTo>
                    <a:pt x="5230" y="68250"/>
                  </a:lnTo>
                  <a:cubicBezTo>
                    <a:pt x="9068" y="63371"/>
                    <a:pt x="10012" y="59562"/>
                    <a:pt x="8777" y="53938"/>
                  </a:cubicBezTo>
                  <a:cubicBezTo>
                    <a:pt x="7655" y="48830"/>
                    <a:pt x="8449" y="44342"/>
                    <a:pt x="11157" y="40474"/>
                  </a:cubicBezTo>
                  <a:cubicBezTo>
                    <a:pt x="13392" y="37284"/>
                    <a:pt x="15221" y="32733"/>
                    <a:pt x="15221" y="30361"/>
                  </a:cubicBezTo>
                  <a:cubicBezTo>
                    <a:pt x="15221" y="27989"/>
                    <a:pt x="16963" y="25380"/>
                    <a:pt x="19093" y="24563"/>
                  </a:cubicBezTo>
                  <a:cubicBezTo>
                    <a:pt x="25297" y="22182"/>
                    <a:pt x="23642" y="18398"/>
                    <a:pt x="13331" y="11391"/>
                  </a:cubicBezTo>
                  <a:cubicBezTo>
                    <a:pt x="3467" y="4689"/>
                    <a:pt x="3713" y="3972"/>
                    <a:pt x="15610" y="4739"/>
                  </a:cubicBezTo>
                  <a:cubicBezTo>
                    <a:pt x="19374" y="4981"/>
                    <a:pt x="23217" y="3943"/>
                    <a:pt x="24152" y="2431"/>
                  </a:cubicBezTo>
                  <a:cubicBezTo>
                    <a:pt x="26872" y="-1970"/>
                    <a:pt x="29405" y="-932"/>
                    <a:pt x="42643" y="10008"/>
                  </a:cubicBezTo>
                  <a:cubicBezTo>
                    <a:pt x="49515" y="15687"/>
                    <a:pt x="56436" y="20333"/>
                    <a:pt x="58021" y="20333"/>
                  </a:cubicBezTo>
                  <a:cubicBezTo>
                    <a:pt x="61009" y="20333"/>
                    <a:pt x="65792" y="30450"/>
                    <a:pt x="76259" y="58909"/>
                  </a:cubicBezTo>
                  <a:cubicBezTo>
                    <a:pt x="79624" y="68058"/>
                    <a:pt x="84645" y="77957"/>
                    <a:pt x="87417" y="80908"/>
                  </a:cubicBezTo>
                  <a:cubicBezTo>
                    <a:pt x="90189" y="83859"/>
                    <a:pt x="95457" y="93799"/>
                    <a:pt x="99122" y="102996"/>
                  </a:cubicBezTo>
                  <a:cubicBezTo>
                    <a:pt x="103054" y="112863"/>
                    <a:pt x="105019" y="116015"/>
                    <a:pt x="103913" y="110684"/>
                  </a:cubicBezTo>
                  <a:cubicBezTo>
                    <a:pt x="102883" y="105715"/>
                    <a:pt x="102185" y="96422"/>
                    <a:pt x="102362" y="90033"/>
                  </a:cubicBezTo>
                  <a:cubicBezTo>
                    <a:pt x="102644" y="79863"/>
                    <a:pt x="101378" y="76968"/>
                    <a:pt x="92203" y="66799"/>
                  </a:cubicBezTo>
                  <a:cubicBezTo>
                    <a:pt x="86438" y="60410"/>
                    <a:pt x="82553" y="57506"/>
                    <a:pt x="83568" y="60346"/>
                  </a:cubicBezTo>
                  <a:cubicBezTo>
                    <a:pt x="84584" y="63185"/>
                    <a:pt x="86055" y="67251"/>
                    <a:pt x="86838" y="69381"/>
                  </a:cubicBezTo>
                  <a:cubicBezTo>
                    <a:pt x="87916" y="72315"/>
                    <a:pt x="87498" y="72550"/>
                    <a:pt x="85111" y="70354"/>
                  </a:cubicBezTo>
                  <a:cubicBezTo>
                    <a:pt x="83379" y="68760"/>
                    <a:pt x="81641" y="63533"/>
                    <a:pt x="81250" y="58738"/>
                  </a:cubicBezTo>
                  <a:cubicBezTo>
                    <a:pt x="80858" y="53943"/>
                    <a:pt x="77457" y="45502"/>
                    <a:pt x="73693" y="39979"/>
                  </a:cubicBezTo>
                  <a:cubicBezTo>
                    <a:pt x="69929" y="34457"/>
                    <a:pt x="66850" y="28707"/>
                    <a:pt x="66850" y="27201"/>
                  </a:cubicBezTo>
                  <a:cubicBezTo>
                    <a:pt x="66850" y="23517"/>
                    <a:pt x="69162" y="26358"/>
                    <a:pt x="80920" y="44489"/>
                  </a:cubicBezTo>
                  <a:cubicBezTo>
                    <a:pt x="86314" y="52805"/>
                    <a:pt x="94522" y="61849"/>
                    <a:pt x="99162" y="64586"/>
                  </a:cubicBezTo>
                  <a:cubicBezTo>
                    <a:pt x="108835" y="70294"/>
                    <a:pt x="111618" y="77524"/>
                    <a:pt x="107565" y="86419"/>
                  </a:cubicBezTo>
                  <a:cubicBezTo>
                    <a:pt x="104001" y="94242"/>
                    <a:pt x="108931" y="124125"/>
                    <a:pt x="116108" y="138203"/>
                  </a:cubicBezTo>
                  <a:cubicBezTo>
                    <a:pt x="118832" y="143545"/>
                    <a:pt x="121060" y="149489"/>
                    <a:pt x="121060" y="151411"/>
                  </a:cubicBezTo>
                  <a:cubicBezTo>
                    <a:pt x="121060" y="153333"/>
                    <a:pt x="127706" y="161509"/>
                    <a:pt x="135828" y="169580"/>
                  </a:cubicBezTo>
                  <a:cubicBezTo>
                    <a:pt x="153391" y="187033"/>
                    <a:pt x="164572" y="201203"/>
                    <a:pt x="173747" y="217637"/>
                  </a:cubicBezTo>
                  <a:cubicBezTo>
                    <a:pt x="177457" y="224283"/>
                    <a:pt x="182994" y="233104"/>
                    <a:pt x="186052" y="237240"/>
                  </a:cubicBezTo>
                  <a:cubicBezTo>
                    <a:pt x="189610" y="242051"/>
                    <a:pt x="192043" y="249958"/>
                    <a:pt x="192809" y="259193"/>
                  </a:cubicBezTo>
                  <a:cubicBezTo>
                    <a:pt x="193864" y="271919"/>
                    <a:pt x="195056" y="274447"/>
                    <a:pt x="202887" y="280570"/>
                  </a:cubicBezTo>
                  <a:cubicBezTo>
                    <a:pt x="207772" y="284389"/>
                    <a:pt x="213418" y="290626"/>
                    <a:pt x="215434" y="294429"/>
                  </a:cubicBezTo>
                  <a:cubicBezTo>
                    <a:pt x="217449" y="298233"/>
                    <a:pt x="221258" y="302031"/>
                    <a:pt x="223898" y="302869"/>
                  </a:cubicBezTo>
                  <a:cubicBezTo>
                    <a:pt x="226538" y="303707"/>
                    <a:pt x="230021" y="307297"/>
                    <a:pt x="231639" y="310848"/>
                  </a:cubicBezTo>
                  <a:cubicBezTo>
                    <a:pt x="233257" y="314399"/>
                    <a:pt x="237499" y="318413"/>
                    <a:pt x="241066" y="319770"/>
                  </a:cubicBezTo>
                  <a:cubicBezTo>
                    <a:pt x="248737" y="322686"/>
                    <a:pt x="249875" y="326030"/>
                    <a:pt x="242388" y="323654"/>
                  </a:cubicBezTo>
                  <a:cubicBezTo>
                    <a:pt x="239427" y="322714"/>
                    <a:pt x="237225" y="323190"/>
                    <a:pt x="237225" y="324770"/>
                  </a:cubicBezTo>
                  <a:cubicBezTo>
                    <a:pt x="237225" y="326286"/>
                    <a:pt x="238387" y="327526"/>
                    <a:pt x="239807" y="327526"/>
                  </a:cubicBezTo>
                  <a:cubicBezTo>
                    <a:pt x="241227" y="327526"/>
                    <a:pt x="242098" y="328965"/>
                    <a:pt x="241743" y="330724"/>
                  </a:cubicBezTo>
                  <a:cubicBezTo>
                    <a:pt x="241323" y="332806"/>
                    <a:pt x="243624" y="333637"/>
                    <a:pt x="248333" y="333103"/>
                  </a:cubicBezTo>
                  <a:cubicBezTo>
                    <a:pt x="252313" y="332652"/>
                    <a:pt x="257439" y="333827"/>
                    <a:pt x="259724" y="335713"/>
                  </a:cubicBezTo>
                  <a:cubicBezTo>
                    <a:pt x="263236" y="338612"/>
                    <a:pt x="263683" y="338543"/>
                    <a:pt x="262612" y="335270"/>
                  </a:cubicBezTo>
                  <a:cubicBezTo>
                    <a:pt x="261915" y="333141"/>
                    <a:pt x="258822" y="331027"/>
                    <a:pt x="255739" y="330573"/>
                  </a:cubicBezTo>
                  <a:cubicBezTo>
                    <a:pt x="252655" y="330119"/>
                    <a:pt x="250133" y="328719"/>
                    <a:pt x="250133" y="327461"/>
                  </a:cubicBezTo>
                  <a:cubicBezTo>
                    <a:pt x="250133" y="326203"/>
                    <a:pt x="254708" y="326788"/>
                    <a:pt x="260301" y="328761"/>
                  </a:cubicBezTo>
                  <a:cubicBezTo>
                    <a:pt x="266891" y="331086"/>
                    <a:pt x="275567" y="331822"/>
                    <a:pt x="284960" y="330853"/>
                  </a:cubicBezTo>
                  <a:cubicBezTo>
                    <a:pt x="298714" y="329433"/>
                    <a:pt x="299892" y="329784"/>
                    <a:pt x="308115" y="337754"/>
                  </a:cubicBezTo>
                  <a:cubicBezTo>
                    <a:pt x="312880" y="342373"/>
                    <a:pt x="320648" y="346943"/>
                    <a:pt x="325378" y="347910"/>
                  </a:cubicBezTo>
                  <a:cubicBezTo>
                    <a:pt x="330622" y="348983"/>
                    <a:pt x="335130" y="351981"/>
                    <a:pt x="336932" y="355594"/>
                  </a:cubicBezTo>
                  <a:cubicBezTo>
                    <a:pt x="338556" y="358853"/>
                    <a:pt x="341091" y="362725"/>
                    <a:pt x="342564" y="364198"/>
                  </a:cubicBezTo>
                  <a:cubicBezTo>
                    <a:pt x="344037" y="365671"/>
                    <a:pt x="344568" y="368768"/>
                    <a:pt x="343743" y="371080"/>
                  </a:cubicBezTo>
                  <a:cubicBezTo>
                    <a:pt x="342917" y="373391"/>
                    <a:pt x="343194" y="374419"/>
                    <a:pt x="344358" y="373363"/>
                  </a:cubicBezTo>
                  <a:cubicBezTo>
                    <a:pt x="345522" y="372307"/>
                    <a:pt x="348182" y="373882"/>
                    <a:pt x="350269" y="376862"/>
                  </a:cubicBezTo>
                  <a:cubicBezTo>
                    <a:pt x="353742" y="381821"/>
                    <a:pt x="355637" y="382132"/>
                    <a:pt x="372627" y="380540"/>
                  </a:cubicBezTo>
                  <a:lnTo>
                    <a:pt x="391189" y="378801"/>
                  </a:lnTo>
                  <a:lnTo>
                    <a:pt x="394232" y="388958"/>
                  </a:lnTo>
                  <a:cubicBezTo>
                    <a:pt x="395906" y="394544"/>
                    <a:pt x="397295" y="401303"/>
                    <a:pt x="397318" y="403978"/>
                  </a:cubicBezTo>
                  <a:cubicBezTo>
                    <a:pt x="397342" y="406653"/>
                    <a:pt x="402699" y="413488"/>
                    <a:pt x="409224" y="419167"/>
                  </a:cubicBezTo>
                  <a:cubicBezTo>
                    <a:pt x="427997" y="435508"/>
                    <a:pt x="431130" y="439291"/>
                    <a:pt x="434929" y="450207"/>
                  </a:cubicBezTo>
                  <a:cubicBezTo>
                    <a:pt x="439665" y="463816"/>
                    <a:pt x="439887" y="463061"/>
                    <a:pt x="429332" y="469288"/>
                  </a:cubicBezTo>
                  <a:cubicBezTo>
                    <a:pt x="420856" y="474289"/>
                    <a:pt x="416443" y="474727"/>
                    <a:pt x="376412" y="474534"/>
                  </a:cubicBezTo>
                  <a:cubicBezTo>
                    <a:pt x="334645" y="474334"/>
                    <a:pt x="332739" y="474101"/>
                    <a:pt x="332739" y="469202"/>
                  </a:cubicBezTo>
                  <a:close/>
                </a:path>
              </a:pathLst>
            </a:custGeom>
            <a:solidFill>
              <a:srgbClr val="B9B9B9"/>
            </a:solidFill>
            <a:ln w="5163" cap="flat">
              <a:noFill/>
              <a:prstDash val="solid"/>
              <a:miter/>
            </a:ln>
          </p:spPr>
          <p:txBody>
            <a:bodyPr/>
            <a:lstStyle/>
            <a:p>
              <a:endParaRPr lang="es-419" noProof="0" dirty="0"/>
            </a:p>
          </p:txBody>
        </p:sp>
        <p:sp>
          <p:nvSpPr>
            <p:cNvPr id="77" name="Forma libre: forma 76">
              <a:extLst>
                <a:ext uri="{FF2B5EF4-FFF2-40B4-BE49-F238E27FC236}">
                  <a16:creationId xmlns:a16="http://schemas.microsoft.com/office/drawing/2014/main" id="{88C4E49D-82FC-56E7-88F9-C7832529C582}"/>
                </a:ext>
              </a:extLst>
            </p:cNvPr>
            <p:cNvSpPr/>
            <p:nvPr/>
          </p:nvSpPr>
          <p:spPr>
            <a:xfrm>
              <a:off x="1730874" y="2149721"/>
              <a:ext cx="4491" cy="9472"/>
            </a:xfrm>
            <a:custGeom>
              <a:avLst/>
              <a:gdLst>
                <a:gd name="csX0" fmla="*/ 480 w 4491"/>
                <a:gd name="csY0" fmla="*/ 6821 h 9472"/>
                <a:gd name="csX1" fmla="*/ 1619 w 4491"/>
                <a:gd name="csY1" fmla="*/ 1142 h 9472"/>
                <a:gd name="csX2" fmla="*/ 4491 w 4491"/>
                <a:gd name="csY2" fmla="*/ 3948 h 9472"/>
                <a:gd name="csX3" fmla="*/ 480 w 4491"/>
                <a:gd name="csY3" fmla="*/ 6821 h 9472"/>
              </a:gdLst>
              <a:ahLst/>
              <a:cxnLst>
                <a:cxn ang="0">
                  <a:pos x="csX0" y="csY0"/>
                </a:cxn>
                <a:cxn ang="0">
                  <a:pos x="csX1" y="csY1"/>
                </a:cxn>
                <a:cxn ang="0">
                  <a:pos x="csX2" y="csY2"/>
                </a:cxn>
                <a:cxn ang="0">
                  <a:pos x="csX3" y="csY3"/>
                </a:cxn>
              </a:cxnLst>
              <a:rect l="l" t="t" r="r" b="b"/>
              <a:pathLst>
                <a:path w="4491" h="9472">
                  <a:moveTo>
                    <a:pt x="480" y="6821"/>
                  </a:moveTo>
                  <a:cubicBezTo>
                    <a:pt x="-474" y="5277"/>
                    <a:pt x="39" y="2722"/>
                    <a:pt x="1619" y="1142"/>
                  </a:cubicBezTo>
                  <a:cubicBezTo>
                    <a:pt x="3728" y="-968"/>
                    <a:pt x="4491" y="-222"/>
                    <a:pt x="4491" y="3948"/>
                  </a:cubicBezTo>
                  <a:cubicBezTo>
                    <a:pt x="4491" y="10181"/>
                    <a:pt x="3150" y="11141"/>
                    <a:pt x="480" y="6821"/>
                  </a:cubicBezTo>
                  <a:close/>
                </a:path>
              </a:pathLst>
            </a:custGeom>
            <a:solidFill>
              <a:srgbClr val="00C100"/>
            </a:solidFill>
            <a:ln w="5163" cap="flat">
              <a:noFill/>
              <a:prstDash val="solid"/>
              <a:miter/>
            </a:ln>
          </p:spPr>
          <p:txBody>
            <a:bodyPr/>
            <a:lstStyle/>
            <a:p>
              <a:endParaRPr lang="es-419" noProof="0" dirty="0"/>
            </a:p>
          </p:txBody>
        </p:sp>
      </p:grpSp>
      <p:grpSp>
        <p:nvGrpSpPr>
          <p:cNvPr id="78" name="Gráfico 39">
            <a:extLst>
              <a:ext uri="{FF2B5EF4-FFF2-40B4-BE49-F238E27FC236}">
                <a16:creationId xmlns:a16="http://schemas.microsoft.com/office/drawing/2014/main" id="{03B8D52E-C2FA-5020-72B9-C60509118CB6}"/>
              </a:ext>
            </a:extLst>
          </p:cNvPr>
          <p:cNvGrpSpPr/>
          <p:nvPr/>
        </p:nvGrpSpPr>
        <p:grpSpPr>
          <a:xfrm>
            <a:off x="2429776" y="2092540"/>
            <a:ext cx="224135" cy="371419"/>
            <a:chOff x="2429776" y="2092540"/>
            <a:chExt cx="224135" cy="371419"/>
          </a:xfrm>
          <a:solidFill>
            <a:srgbClr val="B9B9B9"/>
          </a:solidFill>
        </p:grpSpPr>
        <p:sp>
          <p:nvSpPr>
            <p:cNvPr id="79" name="Forma libre: forma 78">
              <a:extLst>
                <a:ext uri="{FF2B5EF4-FFF2-40B4-BE49-F238E27FC236}">
                  <a16:creationId xmlns:a16="http://schemas.microsoft.com/office/drawing/2014/main" id="{A452928C-4479-986C-7525-B96970FE94FC}"/>
                </a:ext>
              </a:extLst>
            </p:cNvPr>
            <p:cNvSpPr/>
            <p:nvPr/>
          </p:nvSpPr>
          <p:spPr>
            <a:xfrm>
              <a:off x="2429776" y="2092540"/>
              <a:ext cx="213820" cy="371419"/>
            </a:xfrm>
            <a:custGeom>
              <a:avLst/>
              <a:gdLst>
                <a:gd name="csX0" fmla="*/ 16950 w 213820"/>
                <a:gd name="csY0" fmla="*/ 360449 h 371419"/>
                <a:gd name="csX1" fmla="*/ 11453 w 213820"/>
                <a:gd name="csY1" fmla="*/ 297848 h 371419"/>
                <a:gd name="csX2" fmla="*/ 3696 w 213820"/>
                <a:gd name="csY2" fmla="*/ 222369 h 371419"/>
                <a:gd name="csX3" fmla="*/ 0 w 213820"/>
                <a:gd name="csY3" fmla="*/ 197274 h 371419"/>
                <a:gd name="csX4" fmla="*/ 19120 w 213820"/>
                <a:gd name="csY4" fmla="*/ 182403 h 371419"/>
                <a:gd name="csX5" fmla="*/ 138310 w 213820"/>
                <a:gd name="csY5" fmla="*/ 92657 h 371419"/>
                <a:gd name="csX6" fmla="*/ 152643 w 213820"/>
                <a:gd name="csY6" fmla="*/ 35441 h 371419"/>
                <a:gd name="csX7" fmla="*/ 150658 w 213820"/>
                <a:gd name="csY7" fmla="*/ 20853 h 371419"/>
                <a:gd name="csX8" fmla="*/ 160369 w 213820"/>
                <a:gd name="csY8" fmla="*/ 19300 h 371419"/>
                <a:gd name="csX9" fmla="*/ 171671 w 213820"/>
                <a:gd name="csY9" fmla="*/ 15173 h 371419"/>
                <a:gd name="csX10" fmla="*/ 158173 w 213820"/>
                <a:gd name="csY10" fmla="*/ 10308 h 371419"/>
                <a:gd name="csX11" fmla="*/ 132945 w 213820"/>
                <a:gd name="csY11" fmla="*/ 8975 h 371419"/>
                <a:gd name="csX12" fmla="*/ 120037 w 213820"/>
                <a:gd name="csY12" fmla="*/ 5453 h 371419"/>
                <a:gd name="csX13" fmla="*/ 136817 w 213820"/>
                <a:gd name="csY13" fmla="*/ 5689 h 371419"/>
                <a:gd name="csX14" fmla="*/ 168222 w 213820"/>
                <a:gd name="csY14" fmla="*/ 2321 h 371419"/>
                <a:gd name="csX15" fmla="*/ 193336 w 213820"/>
                <a:gd name="csY15" fmla="*/ 5657 h 371419"/>
                <a:gd name="csX16" fmla="*/ 207546 w 213820"/>
                <a:gd name="csY16" fmla="*/ 12598 h 371419"/>
                <a:gd name="csX17" fmla="*/ 213132 w 213820"/>
                <a:gd name="csY17" fmla="*/ 30004 h 371419"/>
                <a:gd name="csX18" fmla="*/ 187630 w 213820"/>
                <a:gd name="csY18" fmla="*/ 96831 h 371419"/>
                <a:gd name="csX19" fmla="*/ 176562 w 213820"/>
                <a:gd name="csY19" fmla="*/ 115211 h 371419"/>
                <a:gd name="csX20" fmla="*/ 172870 w 213820"/>
                <a:gd name="csY20" fmla="*/ 123601 h 371419"/>
                <a:gd name="csX21" fmla="*/ 166261 w 213820"/>
                <a:gd name="csY21" fmla="*/ 157642 h 371419"/>
                <a:gd name="csX22" fmla="*/ 166219 w 213820"/>
                <a:gd name="csY22" fmla="*/ 169421 h 371419"/>
                <a:gd name="csX23" fmla="*/ 156436 w 213820"/>
                <a:gd name="csY23" fmla="*/ 177166 h 371419"/>
                <a:gd name="csX24" fmla="*/ 152486 w 213820"/>
                <a:gd name="csY24" fmla="*/ 184910 h 371419"/>
                <a:gd name="csX25" fmla="*/ 149724 w 213820"/>
                <a:gd name="csY25" fmla="*/ 180392 h 371419"/>
                <a:gd name="csX26" fmla="*/ 150673 w 213820"/>
                <a:gd name="csY26" fmla="*/ 190434 h 371419"/>
                <a:gd name="csX27" fmla="*/ 157540 w 213820"/>
                <a:gd name="csY27" fmla="*/ 189342 h 371419"/>
                <a:gd name="csX28" fmla="*/ 164336 w 213820"/>
                <a:gd name="csY28" fmla="*/ 186648 h 371419"/>
                <a:gd name="csX29" fmla="*/ 167794 w 213820"/>
                <a:gd name="csY29" fmla="*/ 183969 h 371419"/>
                <a:gd name="csX30" fmla="*/ 171021 w 213820"/>
                <a:gd name="csY30" fmla="*/ 181048 h 371419"/>
                <a:gd name="csX31" fmla="*/ 159467 w 213820"/>
                <a:gd name="csY31" fmla="*/ 208029 h 371419"/>
                <a:gd name="csX32" fmla="*/ 153370 w 213820"/>
                <a:gd name="csY32" fmla="*/ 220699 h 371419"/>
                <a:gd name="csX33" fmla="*/ 158583 w 213820"/>
                <a:gd name="csY33" fmla="*/ 221050 h 371419"/>
                <a:gd name="csX34" fmla="*/ 167434 w 213820"/>
                <a:gd name="csY34" fmla="*/ 216533 h 371419"/>
                <a:gd name="csX35" fmla="*/ 167794 w 213820"/>
                <a:gd name="csY35" fmla="*/ 224277 h 371419"/>
                <a:gd name="csX36" fmla="*/ 162477 w 213820"/>
                <a:gd name="csY36" fmla="*/ 240411 h 371419"/>
                <a:gd name="csX37" fmla="*/ 159980 w 213820"/>
                <a:gd name="csY37" fmla="*/ 264290 h 371419"/>
                <a:gd name="csX38" fmla="*/ 154702 w 213820"/>
                <a:gd name="csY38" fmla="*/ 297848 h 371419"/>
                <a:gd name="csX39" fmla="*/ 147143 w 213820"/>
                <a:gd name="csY39" fmla="*/ 319016 h 371419"/>
                <a:gd name="csX40" fmla="*/ 144561 w 213820"/>
                <a:gd name="csY40" fmla="*/ 314628 h 371419"/>
                <a:gd name="csX41" fmla="*/ 142397 w 213820"/>
                <a:gd name="csY41" fmla="*/ 312692 h 371419"/>
                <a:gd name="csX42" fmla="*/ 133654 w 213820"/>
                <a:gd name="csY42" fmla="*/ 296518 h 371419"/>
                <a:gd name="csX43" fmla="*/ 127870 w 213820"/>
                <a:gd name="csY43" fmla="*/ 279915 h 371419"/>
                <a:gd name="csX44" fmla="*/ 129246 w 213820"/>
                <a:gd name="csY44" fmla="*/ 255255 h 371419"/>
                <a:gd name="csX45" fmla="*/ 125242 w 213820"/>
                <a:gd name="csY45" fmla="*/ 260285 h 371419"/>
                <a:gd name="csX46" fmla="*/ 118479 w 213820"/>
                <a:gd name="csY46" fmla="*/ 266956 h 371419"/>
                <a:gd name="csX47" fmla="*/ 115990 w 213820"/>
                <a:gd name="csY47" fmla="*/ 271823 h 371419"/>
                <a:gd name="csX48" fmla="*/ 103625 w 213820"/>
                <a:gd name="csY48" fmla="*/ 299151 h 371419"/>
                <a:gd name="csX49" fmla="*/ 93086 w 213820"/>
                <a:gd name="csY49" fmla="*/ 304140 h 371419"/>
                <a:gd name="csX50" fmla="*/ 86910 w 213820"/>
                <a:gd name="csY50" fmla="*/ 313522 h 371419"/>
                <a:gd name="csX51" fmla="*/ 79326 w 213820"/>
                <a:gd name="csY51" fmla="*/ 328399 h 371419"/>
                <a:gd name="csX52" fmla="*/ 69895 w 213820"/>
                <a:gd name="csY52" fmla="*/ 347747 h 371419"/>
                <a:gd name="csX53" fmla="*/ 51629 w 213820"/>
                <a:gd name="csY53" fmla="*/ 357222 h 371419"/>
                <a:gd name="csX54" fmla="*/ 36622 w 213820"/>
                <a:gd name="csY54" fmla="*/ 363051 h 371419"/>
                <a:gd name="csX55" fmla="*/ 27100 w 213820"/>
                <a:gd name="csY55" fmla="*/ 371420 h 371419"/>
                <a:gd name="csX56" fmla="*/ 16950 w 213820"/>
                <a:gd name="csY56" fmla="*/ 360449 h 3714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Lst>
              <a:rect l="l" t="t" r="r" b="b"/>
              <a:pathLst>
                <a:path w="213820" h="371419">
                  <a:moveTo>
                    <a:pt x="16950" y="360449"/>
                  </a:moveTo>
                  <a:cubicBezTo>
                    <a:pt x="16160" y="354414"/>
                    <a:pt x="13687" y="326244"/>
                    <a:pt x="11453" y="297848"/>
                  </a:cubicBezTo>
                  <a:cubicBezTo>
                    <a:pt x="9219" y="269452"/>
                    <a:pt x="5728" y="235487"/>
                    <a:pt x="3696" y="222369"/>
                  </a:cubicBezTo>
                  <a:cubicBezTo>
                    <a:pt x="1663" y="209251"/>
                    <a:pt x="0" y="197958"/>
                    <a:pt x="0" y="197274"/>
                  </a:cubicBezTo>
                  <a:cubicBezTo>
                    <a:pt x="0" y="196590"/>
                    <a:pt x="8604" y="189898"/>
                    <a:pt x="19120" y="182403"/>
                  </a:cubicBezTo>
                  <a:cubicBezTo>
                    <a:pt x="45138" y="163860"/>
                    <a:pt x="131668" y="98706"/>
                    <a:pt x="138310" y="92657"/>
                  </a:cubicBezTo>
                  <a:cubicBezTo>
                    <a:pt x="147047" y="84700"/>
                    <a:pt x="155017" y="52884"/>
                    <a:pt x="152643" y="35441"/>
                  </a:cubicBezTo>
                  <a:lnTo>
                    <a:pt x="150658" y="20853"/>
                  </a:lnTo>
                  <a:lnTo>
                    <a:pt x="160369" y="19300"/>
                  </a:lnTo>
                  <a:cubicBezTo>
                    <a:pt x="165710" y="18446"/>
                    <a:pt x="170796" y="16589"/>
                    <a:pt x="171671" y="15173"/>
                  </a:cubicBezTo>
                  <a:cubicBezTo>
                    <a:pt x="174939" y="9885"/>
                    <a:pt x="170188" y="8173"/>
                    <a:pt x="158173" y="10308"/>
                  </a:cubicBezTo>
                  <a:cubicBezTo>
                    <a:pt x="149606" y="11830"/>
                    <a:pt x="141919" y="11424"/>
                    <a:pt x="132945" y="8975"/>
                  </a:cubicBezTo>
                  <a:lnTo>
                    <a:pt x="120037" y="5453"/>
                  </a:lnTo>
                  <a:lnTo>
                    <a:pt x="136817" y="5689"/>
                  </a:lnTo>
                  <a:cubicBezTo>
                    <a:pt x="146045" y="5819"/>
                    <a:pt x="160178" y="4304"/>
                    <a:pt x="168222" y="2321"/>
                  </a:cubicBezTo>
                  <a:cubicBezTo>
                    <a:pt x="182583" y="-1218"/>
                    <a:pt x="183037" y="-1158"/>
                    <a:pt x="193336" y="5657"/>
                  </a:cubicBezTo>
                  <a:cubicBezTo>
                    <a:pt x="199104" y="9475"/>
                    <a:pt x="205499" y="12598"/>
                    <a:pt x="207546" y="12598"/>
                  </a:cubicBezTo>
                  <a:cubicBezTo>
                    <a:pt x="210236" y="12598"/>
                    <a:pt x="211785" y="17427"/>
                    <a:pt x="213132" y="30004"/>
                  </a:cubicBezTo>
                  <a:cubicBezTo>
                    <a:pt x="216062" y="57367"/>
                    <a:pt x="210014" y="73217"/>
                    <a:pt x="187630" y="96831"/>
                  </a:cubicBezTo>
                  <a:cubicBezTo>
                    <a:pt x="182422" y="102326"/>
                    <a:pt x="177441" y="110596"/>
                    <a:pt x="176562" y="115211"/>
                  </a:cubicBezTo>
                  <a:cubicBezTo>
                    <a:pt x="175683" y="119825"/>
                    <a:pt x="174022" y="123601"/>
                    <a:pt x="172870" y="123601"/>
                  </a:cubicBezTo>
                  <a:cubicBezTo>
                    <a:pt x="168512" y="123601"/>
                    <a:pt x="164964" y="141879"/>
                    <a:pt x="166261" y="157642"/>
                  </a:cubicBezTo>
                  <a:cubicBezTo>
                    <a:pt x="166999" y="166605"/>
                    <a:pt x="166980" y="171906"/>
                    <a:pt x="166219" y="169421"/>
                  </a:cubicBezTo>
                  <a:cubicBezTo>
                    <a:pt x="163842" y="161666"/>
                    <a:pt x="160352" y="164428"/>
                    <a:pt x="156436" y="177166"/>
                  </a:cubicBezTo>
                  <a:cubicBezTo>
                    <a:pt x="154362" y="183910"/>
                    <a:pt x="152584" y="187395"/>
                    <a:pt x="152486" y="184910"/>
                  </a:cubicBezTo>
                  <a:cubicBezTo>
                    <a:pt x="152387" y="182425"/>
                    <a:pt x="151144" y="180392"/>
                    <a:pt x="149724" y="180392"/>
                  </a:cubicBezTo>
                  <a:cubicBezTo>
                    <a:pt x="145947" y="180392"/>
                    <a:pt x="146574" y="187032"/>
                    <a:pt x="150673" y="190434"/>
                  </a:cubicBezTo>
                  <a:cubicBezTo>
                    <a:pt x="153362" y="192666"/>
                    <a:pt x="154997" y="192406"/>
                    <a:pt x="157540" y="189342"/>
                  </a:cubicBezTo>
                  <a:cubicBezTo>
                    <a:pt x="159375" y="187130"/>
                    <a:pt x="162434" y="185918"/>
                    <a:pt x="164336" y="186648"/>
                  </a:cubicBezTo>
                  <a:cubicBezTo>
                    <a:pt x="166311" y="187405"/>
                    <a:pt x="167794" y="186256"/>
                    <a:pt x="167794" y="183969"/>
                  </a:cubicBezTo>
                  <a:cubicBezTo>
                    <a:pt x="167794" y="181765"/>
                    <a:pt x="169246" y="180451"/>
                    <a:pt x="171021" y="181048"/>
                  </a:cubicBezTo>
                  <a:cubicBezTo>
                    <a:pt x="178588" y="183594"/>
                    <a:pt x="167396" y="209728"/>
                    <a:pt x="159467" y="208029"/>
                  </a:cubicBezTo>
                  <a:cubicBezTo>
                    <a:pt x="155365" y="207150"/>
                    <a:pt x="151352" y="215489"/>
                    <a:pt x="153370" y="220699"/>
                  </a:cubicBezTo>
                  <a:cubicBezTo>
                    <a:pt x="155154" y="225305"/>
                    <a:pt x="155436" y="225324"/>
                    <a:pt x="158583" y="221050"/>
                  </a:cubicBezTo>
                  <a:cubicBezTo>
                    <a:pt x="160413" y="218566"/>
                    <a:pt x="164395" y="216533"/>
                    <a:pt x="167434" y="216533"/>
                  </a:cubicBezTo>
                  <a:cubicBezTo>
                    <a:pt x="174275" y="216533"/>
                    <a:pt x="174331" y="217740"/>
                    <a:pt x="167794" y="224277"/>
                  </a:cubicBezTo>
                  <a:cubicBezTo>
                    <a:pt x="164323" y="227748"/>
                    <a:pt x="162581" y="233035"/>
                    <a:pt x="162477" y="240411"/>
                  </a:cubicBezTo>
                  <a:cubicBezTo>
                    <a:pt x="162393" y="246445"/>
                    <a:pt x="161269" y="257191"/>
                    <a:pt x="159980" y="264290"/>
                  </a:cubicBezTo>
                  <a:cubicBezTo>
                    <a:pt x="158691" y="271389"/>
                    <a:pt x="156316" y="286490"/>
                    <a:pt x="154702" y="297848"/>
                  </a:cubicBezTo>
                  <a:cubicBezTo>
                    <a:pt x="152051" y="316511"/>
                    <a:pt x="147143" y="330254"/>
                    <a:pt x="147143" y="319016"/>
                  </a:cubicBezTo>
                  <a:cubicBezTo>
                    <a:pt x="147143" y="316603"/>
                    <a:pt x="145981" y="314628"/>
                    <a:pt x="144561" y="314628"/>
                  </a:cubicBezTo>
                  <a:cubicBezTo>
                    <a:pt x="143141" y="314628"/>
                    <a:pt x="142167" y="313757"/>
                    <a:pt x="142397" y="312692"/>
                  </a:cubicBezTo>
                  <a:cubicBezTo>
                    <a:pt x="143282" y="308582"/>
                    <a:pt x="136781" y="296556"/>
                    <a:pt x="133654" y="296518"/>
                  </a:cubicBezTo>
                  <a:cubicBezTo>
                    <a:pt x="125264" y="296417"/>
                    <a:pt x="123998" y="292782"/>
                    <a:pt x="127870" y="279915"/>
                  </a:cubicBezTo>
                  <a:cubicBezTo>
                    <a:pt x="132191" y="265558"/>
                    <a:pt x="132766" y="255255"/>
                    <a:pt x="129246" y="255255"/>
                  </a:cubicBezTo>
                  <a:cubicBezTo>
                    <a:pt x="127923" y="255255"/>
                    <a:pt x="126121" y="257518"/>
                    <a:pt x="125242" y="260285"/>
                  </a:cubicBezTo>
                  <a:cubicBezTo>
                    <a:pt x="124364" y="263052"/>
                    <a:pt x="121321" y="266054"/>
                    <a:pt x="118479" y="266956"/>
                  </a:cubicBezTo>
                  <a:cubicBezTo>
                    <a:pt x="114695" y="268157"/>
                    <a:pt x="114029" y="269460"/>
                    <a:pt x="115990" y="271823"/>
                  </a:cubicBezTo>
                  <a:cubicBezTo>
                    <a:pt x="120178" y="276868"/>
                    <a:pt x="111817" y="295346"/>
                    <a:pt x="103625" y="299151"/>
                  </a:cubicBezTo>
                  <a:cubicBezTo>
                    <a:pt x="99874" y="300894"/>
                    <a:pt x="95131" y="303139"/>
                    <a:pt x="93086" y="304140"/>
                  </a:cubicBezTo>
                  <a:cubicBezTo>
                    <a:pt x="91041" y="305142"/>
                    <a:pt x="88261" y="309364"/>
                    <a:pt x="86910" y="313522"/>
                  </a:cubicBezTo>
                  <a:cubicBezTo>
                    <a:pt x="85558" y="317680"/>
                    <a:pt x="82145" y="324374"/>
                    <a:pt x="79326" y="328399"/>
                  </a:cubicBezTo>
                  <a:cubicBezTo>
                    <a:pt x="76507" y="332423"/>
                    <a:pt x="72263" y="341130"/>
                    <a:pt x="69895" y="347747"/>
                  </a:cubicBezTo>
                  <a:cubicBezTo>
                    <a:pt x="65145" y="361024"/>
                    <a:pt x="59224" y="364095"/>
                    <a:pt x="51629" y="357222"/>
                  </a:cubicBezTo>
                  <a:cubicBezTo>
                    <a:pt x="44314" y="350602"/>
                    <a:pt x="37572" y="353221"/>
                    <a:pt x="36622" y="363051"/>
                  </a:cubicBezTo>
                  <a:cubicBezTo>
                    <a:pt x="35885" y="370676"/>
                    <a:pt x="35039" y="371420"/>
                    <a:pt x="27100" y="371420"/>
                  </a:cubicBezTo>
                  <a:cubicBezTo>
                    <a:pt x="18795" y="371420"/>
                    <a:pt x="18319" y="370905"/>
                    <a:pt x="16950" y="360449"/>
                  </a:cubicBezTo>
                  <a:close/>
                </a:path>
              </a:pathLst>
            </a:custGeom>
            <a:solidFill>
              <a:srgbClr val="B9B9B9"/>
            </a:solidFill>
            <a:ln w="5163" cap="flat">
              <a:noFill/>
              <a:prstDash val="solid"/>
              <a:miter/>
            </a:ln>
          </p:spPr>
          <p:txBody>
            <a:bodyPr/>
            <a:lstStyle/>
            <a:p>
              <a:endParaRPr lang="es-419" noProof="0" dirty="0"/>
            </a:p>
          </p:txBody>
        </p:sp>
        <p:sp>
          <p:nvSpPr>
            <p:cNvPr id="80" name="Forma libre: forma 79">
              <a:extLst>
                <a:ext uri="{FF2B5EF4-FFF2-40B4-BE49-F238E27FC236}">
                  <a16:creationId xmlns:a16="http://schemas.microsoft.com/office/drawing/2014/main" id="{5717FC87-B1CE-C590-1D3C-7E24A30CDBEB}"/>
                </a:ext>
              </a:extLst>
            </p:cNvPr>
            <p:cNvSpPr/>
            <p:nvPr/>
          </p:nvSpPr>
          <p:spPr>
            <a:xfrm>
              <a:off x="2598432" y="2301328"/>
              <a:ext cx="4301" cy="5162"/>
            </a:xfrm>
            <a:custGeom>
              <a:avLst/>
              <a:gdLst>
                <a:gd name="csX0" fmla="*/ 429 w 4301"/>
                <a:gd name="csY0" fmla="*/ 2581 h 5162"/>
                <a:gd name="csX1" fmla="*/ 1567 w 4301"/>
                <a:gd name="csY1" fmla="*/ 0 h 5162"/>
                <a:gd name="csX2" fmla="*/ 4301 w 4301"/>
                <a:gd name="csY2" fmla="*/ 2581 h 5162"/>
                <a:gd name="csX3" fmla="*/ 3163 w 4301"/>
                <a:gd name="csY3" fmla="*/ 5163 h 5162"/>
                <a:gd name="csX4" fmla="*/ 429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429" y="2581"/>
                  </a:moveTo>
                  <a:cubicBezTo>
                    <a:pt x="-448" y="1162"/>
                    <a:pt x="64" y="0"/>
                    <a:pt x="1567" y="0"/>
                  </a:cubicBezTo>
                  <a:cubicBezTo>
                    <a:pt x="3071" y="0"/>
                    <a:pt x="4301" y="1162"/>
                    <a:pt x="4301" y="2581"/>
                  </a:cubicBezTo>
                  <a:cubicBezTo>
                    <a:pt x="4301" y="4001"/>
                    <a:pt x="3789" y="5163"/>
                    <a:pt x="3163" y="5163"/>
                  </a:cubicBezTo>
                  <a:cubicBezTo>
                    <a:pt x="2537" y="5163"/>
                    <a:pt x="1307" y="4001"/>
                    <a:pt x="429" y="2581"/>
                  </a:cubicBezTo>
                  <a:close/>
                </a:path>
              </a:pathLst>
            </a:custGeom>
            <a:solidFill>
              <a:srgbClr val="B9B9B9"/>
            </a:solidFill>
            <a:ln w="5163" cap="flat">
              <a:noFill/>
              <a:prstDash val="solid"/>
              <a:miter/>
            </a:ln>
          </p:spPr>
          <p:txBody>
            <a:bodyPr/>
            <a:lstStyle/>
            <a:p>
              <a:endParaRPr lang="es-419" noProof="0" dirty="0"/>
            </a:p>
          </p:txBody>
        </p:sp>
        <p:sp>
          <p:nvSpPr>
            <p:cNvPr id="81" name="Forma libre: forma 80">
              <a:extLst>
                <a:ext uri="{FF2B5EF4-FFF2-40B4-BE49-F238E27FC236}">
                  <a16:creationId xmlns:a16="http://schemas.microsoft.com/office/drawing/2014/main" id="{E3198017-C31E-1DAD-D10B-647880FED864}"/>
                </a:ext>
              </a:extLst>
            </p:cNvPr>
            <p:cNvSpPr/>
            <p:nvPr/>
          </p:nvSpPr>
          <p:spPr>
            <a:xfrm>
              <a:off x="2631714" y="2178527"/>
              <a:ext cx="22197" cy="31992"/>
            </a:xfrm>
            <a:custGeom>
              <a:avLst/>
              <a:gdLst>
                <a:gd name="csX0" fmla="*/ 471 w 22197"/>
                <a:gd name="csY0" fmla="*/ 28899 h 31992"/>
                <a:gd name="csX1" fmla="*/ 9355 w 22197"/>
                <a:gd name="csY1" fmla="*/ 4976 h 31992"/>
                <a:gd name="csX2" fmla="*/ 18130 w 22197"/>
                <a:gd name="csY2" fmla="*/ 1262 h 31992"/>
                <a:gd name="csX3" fmla="*/ 15361 w 22197"/>
                <a:gd name="csY3" fmla="*/ 16772 h 31992"/>
                <a:gd name="csX4" fmla="*/ 471 w 22197"/>
                <a:gd name="csY4" fmla="*/ 28899 h 31992"/>
              </a:gdLst>
              <a:ahLst/>
              <a:cxnLst>
                <a:cxn ang="0">
                  <a:pos x="csX0" y="csY0"/>
                </a:cxn>
                <a:cxn ang="0">
                  <a:pos x="csX1" y="csY1"/>
                </a:cxn>
                <a:cxn ang="0">
                  <a:pos x="csX2" y="csY2"/>
                </a:cxn>
                <a:cxn ang="0">
                  <a:pos x="csX3" y="csY3"/>
                </a:cxn>
                <a:cxn ang="0">
                  <a:pos x="csX4" y="csY4"/>
                </a:cxn>
              </a:cxnLst>
              <a:rect l="l" t="t" r="r" b="b"/>
              <a:pathLst>
                <a:path w="22197" h="31992">
                  <a:moveTo>
                    <a:pt x="471" y="28899"/>
                  </a:moveTo>
                  <a:cubicBezTo>
                    <a:pt x="-1762" y="23078"/>
                    <a:pt x="4399" y="6487"/>
                    <a:pt x="9355" y="4976"/>
                  </a:cubicBezTo>
                  <a:cubicBezTo>
                    <a:pt x="11697" y="4262"/>
                    <a:pt x="15646" y="2591"/>
                    <a:pt x="18130" y="1262"/>
                  </a:cubicBezTo>
                  <a:cubicBezTo>
                    <a:pt x="24115" y="-1937"/>
                    <a:pt x="23741" y="160"/>
                    <a:pt x="15361" y="16772"/>
                  </a:cubicBezTo>
                  <a:cubicBezTo>
                    <a:pt x="7920" y="31524"/>
                    <a:pt x="3013" y="35521"/>
                    <a:pt x="471" y="28899"/>
                  </a:cubicBezTo>
                  <a:close/>
                </a:path>
              </a:pathLst>
            </a:custGeom>
            <a:solidFill>
              <a:srgbClr val="B9B9B9"/>
            </a:solidFill>
            <a:ln w="5163" cap="flat">
              <a:noFill/>
              <a:prstDash val="solid"/>
              <a:miter/>
            </a:ln>
          </p:spPr>
          <p:txBody>
            <a:bodyPr/>
            <a:lstStyle/>
            <a:p>
              <a:endParaRPr lang="es-419" noProof="0" dirty="0"/>
            </a:p>
          </p:txBody>
        </p:sp>
        <p:sp>
          <p:nvSpPr>
            <p:cNvPr id="82" name="Forma libre: forma 81">
              <a:extLst>
                <a:ext uri="{FF2B5EF4-FFF2-40B4-BE49-F238E27FC236}">
                  <a16:creationId xmlns:a16="http://schemas.microsoft.com/office/drawing/2014/main" id="{11400CDA-5B0C-8441-4986-A41A5E5DC3AC}"/>
                </a:ext>
              </a:extLst>
            </p:cNvPr>
            <p:cNvSpPr/>
            <p:nvPr/>
          </p:nvSpPr>
          <p:spPr>
            <a:xfrm>
              <a:off x="2646618" y="2128371"/>
              <a:ext cx="5162" cy="6756"/>
            </a:xfrm>
            <a:custGeom>
              <a:avLst/>
              <a:gdLst>
                <a:gd name="csX0" fmla="*/ 0 w 5162"/>
                <a:gd name="csY0" fmla="*/ 4025 h 6756"/>
                <a:gd name="csX1" fmla="*/ 2581 w 5162"/>
                <a:gd name="csY1" fmla="*/ 0 h 6756"/>
                <a:gd name="csX2" fmla="*/ 5163 w 5162"/>
                <a:gd name="csY2" fmla="*/ 2429 h 6756"/>
                <a:gd name="csX3" fmla="*/ 2581 w 5162"/>
                <a:gd name="csY3" fmla="*/ 6454 h 6756"/>
                <a:gd name="csX4" fmla="*/ 0 w 5162"/>
                <a:gd name="csY4" fmla="*/ 4025 h 6756"/>
              </a:gdLst>
              <a:ahLst/>
              <a:cxnLst>
                <a:cxn ang="0">
                  <a:pos x="csX0" y="csY0"/>
                </a:cxn>
                <a:cxn ang="0">
                  <a:pos x="csX1" y="csY1"/>
                </a:cxn>
                <a:cxn ang="0">
                  <a:pos x="csX2" y="csY2"/>
                </a:cxn>
                <a:cxn ang="0">
                  <a:pos x="csX3" y="csY3"/>
                </a:cxn>
                <a:cxn ang="0">
                  <a:pos x="csX4" y="csY4"/>
                </a:cxn>
              </a:cxnLst>
              <a:rect l="l" t="t" r="r" b="b"/>
              <a:pathLst>
                <a:path w="5162" h="6756">
                  <a:moveTo>
                    <a:pt x="0" y="4025"/>
                  </a:moveTo>
                  <a:cubicBezTo>
                    <a:pt x="0" y="1811"/>
                    <a:pt x="1162" y="0"/>
                    <a:pt x="2581" y="0"/>
                  </a:cubicBezTo>
                  <a:cubicBezTo>
                    <a:pt x="4001" y="0"/>
                    <a:pt x="5163" y="1093"/>
                    <a:pt x="5163" y="2429"/>
                  </a:cubicBezTo>
                  <a:cubicBezTo>
                    <a:pt x="5163" y="3765"/>
                    <a:pt x="4001" y="5576"/>
                    <a:pt x="2581" y="6454"/>
                  </a:cubicBezTo>
                  <a:cubicBezTo>
                    <a:pt x="1162" y="7331"/>
                    <a:pt x="0" y="6238"/>
                    <a:pt x="0" y="4025"/>
                  </a:cubicBezTo>
                  <a:close/>
                </a:path>
              </a:pathLst>
            </a:custGeom>
            <a:solidFill>
              <a:srgbClr val="B9B9B9"/>
            </a:solidFill>
            <a:ln w="5163" cap="flat">
              <a:noFill/>
              <a:prstDash val="solid"/>
              <a:miter/>
            </a:ln>
          </p:spPr>
          <p:txBody>
            <a:bodyPr/>
            <a:lstStyle/>
            <a:p>
              <a:endParaRPr lang="es-419" noProof="0" dirty="0"/>
            </a:p>
          </p:txBody>
        </p:sp>
        <p:sp>
          <p:nvSpPr>
            <p:cNvPr id="83" name="Forma libre: forma 82">
              <a:extLst>
                <a:ext uri="{FF2B5EF4-FFF2-40B4-BE49-F238E27FC236}">
                  <a16:creationId xmlns:a16="http://schemas.microsoft.com/office/drawing/2014/main" id="{1D5894D0-EF16-75A5-B0F6-2A49CA7AF8F2}"/>
                </a:ext>
              </a:extLst>
            </p:cNvPr>
            <p:cNvSpPr/>
            <p:nvPr/>
          </p:nvSpPr>
          <p:spPr>
            <a:xfrm>
              <a:off x="2646618" y="2110301"/>
              <a:ext cx="4301" cy="5162"/>
            </a:xfrm>
            <a:custGeom>
              <a:avLst/>
              <a:gdLst>
                <a:gd name="csX0" fmla="*/ 0 w 4301"/>
                <a:gd name="csY0" fmla="*/ 2581 h 5162"/>
                <a:gd name="csX1" fmla="*/ 1138 w 4301"/>
                <a:gd name="csY1" fmla="*/ 0 h 5162"/>
                <a:gd name="csX2" fmla="*/ 3872 w 4301"/>
                <a:gd name="csY2" fmla="*/ 2581 h 5162"/>
                <a:gd name="csX3" fmla="*/ 2734 w 4301"/>
                <a:gd name="csY3" fmla="*/ 5163 h 5162"/>
                <a:gd name="csX4" fmla="*/ 0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0" y="2581"/>
                  </a:moveTo>
                  <a:cubicBezTo>
                    <a:pt x="0" y="1162"/>
                    <a:pt x="512" y="0"/>
                    <a:pt x="1138" y="0"/>
                  </a:cubicBezTo>
                  <a:cubicBezTo>
                    <a:pt x="1765" y="0"/>
                    <a:pt x="2995" y="1162"/>
                    <a:pt x="3872" y="2581"/>
                  </a:cubicBezTo>
                  <a:cubicBezTo>
                    <a:pt x="4750" y="4001"/>
                    <a:pt x="4237" y="5163"/>
                    <a:pt x="2734" y="5163"/>
                  </a:cubicBezTo>
                  <a:cubicBezTo>
                    <a:pt x="1230" y="5163"/>
                    <a:pt x="0" y="4001"/>
                    <a:pt x="0" y="2581"/>
                  </a:cubicBezTo>
                  <a:close/>
                </a:path>
              </a:pathLst>
            </a:custGeom>
            <a:solidFill>
              <a:srgbClr val="B9B9B9"/>
            </a:solidFill>
            <a:ln w="5163" cap="flat">
              <a:noFill/>
              <a:prstDash val="solid"/>
              <a:miter/>
            </a:ln>
          </p:spPr>
          <p:txBody>
            <a:bodyPr/>
            <a:lstStyle/>
            <a:p>
              <a:endParaRPr lang="es-419" noProof="0" dirty="0"/>
            </a:p>
          </p:txBody>
        </p:sp>
      </p:grpSp>
      <p:grpSp>
        <p:nvGrpSpPr>
          <p:cNvPr id="84" name="Gráfico 39">
            <a:extLst>
              <a:ext uri="{FF2B5EF4-FFF2-40B4-BE49-F238E27FC236}">
                <a16:creationId xmlns:a16="http://schemas.microsoft.com/office/drawing/2014/main" id="{ED3CF4C3-B531-372D-2DF0-C03D4E0A2C94}"/>
              </a:ext>
            </a:extLst>
          </p:cNvPr>
          <p:cNvGrpSpPr/>
          <p:nvPr/>
        </p:nvGrpSpPr>
        <p:grpSpPr>
          <a:xfrm>
            <a:off x="924790" y="1999612"/>
            <a:ext cx="235561" cy="223008"/>
            <a:chOff x="924790" y="1999612"/>
            <a:chExt cx="235561" cy="223008"/>
          </a:xfrm>
          <a:solidFill>
            <a:srgbClr val="B9B9B9"/>
          </a:solidFill>
        </p:grpSpPr>
        <p:sp>
          <p:nvSpPr>
            <p:cNvPr id="85" name="Forma libre: forma 84">
              <a:extLst>
                <a:ext uri="{FF2B5EF4-FFF2-40B4-BE49-F238E27FC236}">
                  <a16:creationId xmlns:a16="http://schemas.microsoft.com/office/drawing/2014/main" id="{47B2C678-59AA-AFDC-0047-17143611C08C}"/>
                </a:ext>
              </a:extLst>
            </p:cNvPr>
            <p:cNvSpPr/>
            <p:nvPr/>
          </p:nvSpPr>
          <p:spPr>
            <a:xfrm>
              <a:off x="1018216" y="1999612"/>
              <a:ext cx="142135" cy="223008"/>
            </a:xfrm>
            <a:custGeom>
              <a:avLst/>
              <a:gdLst>
                <a:gd name="csX0" fmla="*/ 33142 w 142135"/>
                <a:gd name="csY0" fmla="*/ 222624 h 223008"/>
                <a:gd name="csX1" fmla="*/ 24030 w 142135"/>
                <a:gd name="csY1" fmla="*/ 217989 h 223008"/>
                <a:gd name="csX2" fmla="*/ 15077 w 142135"/>
                <a:gd name="csY2" fmla="*/ 214475 h 223008"/>
                <a:gd name="csX3" fmla="*/ 28065 w 142135"/>
                <a:gd name="csY3" fmla="*/ 199749 h 223008"/>
                <a:gd name="csX4" fmla="*/ 39623 w 142135"/>
                <a:gd name="csY4" fmla="*/ 181324 h 223008"/>
                <a:gd name="csX5" fmla="*/ 40552 w 142135"/>
                <a:gd name="csY5" fmla="*/ 163618 h 223008"/>
                <a:gd name="csX6" fmla="*/ 38270 w 142135"/>
                <a:gd name="csY6" fmla="*/ 146871 h 223008"/>
                <a:gd name="csX7" fmla="*/ 31342 w 142135"/>
                <a:gd name="csY7" fmla="*/ 141344 h 223008"/>
                <a:gd name="csX8" fmla="*/ 23064 w 142135"/>
                <a:gd name="csY8" fmla="*/ 130695 h 223008"/>
                <a:gd name="csX9" fmla="*/ 21238 w 142135"/>
                <a:gd name="csY9" fmla="*/ 121015 h 223008"/>
                <a:gd name="csX10" fmla="*/ 21448 w 142135"/>
                <a:gd name="csY10" fmla="*/ 110689 h 223008"/>
                <a:gd name="csX11" fmla="*/ 17417 w 142135"/>
                <a:gd name="csY11" fmla="*/ 113600 h 223008"/>
                <a:gd name="csX12" fmla="*/ 6090 w 142135"/>
                <a:gd name="csY12" fmla="*/ 75839 h 223008"/>
                <a:gd name="csX13" fmla="*/ 446 w 142135"/>
                <a:gd name="csY13" fmla="*/ 49379 h 223008"/>
                <a:gd name="csX14" fmla="*/ 1787 w 142135"/>
                <a:gd name="csY14" fmla="*/ 43571 h 223008"/>
                <a:gd name="csX15" fmla="*/ 4669 w 142135"/>
                <a:gd name="csY15" fmla="*/ 50173 h 223008"/>
                <a:gd name="csX16" fmla="*/ 15640 w 142135"/>
                <a:gd name="csY16" fmla="*/ 55981 h 223008"/>
                <a:gd name="csX17" fmla="*/ 25590 w 142135"/>
                <a:gd name="csY17" fmla="*/ 51315 h 223008"/>
                <a:gd name="csX18" fmla="*/ 21927 w 142135"/>
                <a:gd name="csY18" fmla="*/ 38128 h 223008"/>
                <a:gd name="csX19" fmla="*/ 25126 w 142135"/>
                <a:gd name="csY19" fmla="*/ 20612 h 223008"/>
                <a:gd name="csX20" fmla="*/ 29635 w 142135"/>
                <a:gd name="csY20" fmla="*/ 8944 h 223008"/>
                <a:gd name="csX21" fmla="*/ 56601 w 142135"/>
                <a:gd name="csY21" fmla="*/ 2664 h 223008"/>
                <a:gd name="csX22" fmla="*/ 68014 w 142135"/>
                <a:gd name="csY22" fmla="*/ 14926 h 223008"/>
                <a:gd name="csX23" fmla="*/ 70397 w 142135"/>
                <a:gd name="csY23" fmla="*/ 28730 h 223008"/>
                <a:gd name="csX24" fmla="*/ 64799 w 142135"/>
                <a:gd name="csY24" fmla="*/ 38367 h 223008"/>
                <a:gd name="csX25" fmla="*/ 76515 w 142135"/>
                <a:gd name="csY25" fmla="*/ 47199 h 223008"/>
                <a:gd name="csX26" fmla="*/ 95020 w 142135"/>
                <a:gd name="csY26" fmla="*/ 52596 h 223008"/>
                <a:gd name="csX27" fmla="*/ 116723 w 142135"/>
                <a:gd name="csY27" fmla="*/ 66052 h 223008"/>
                <a:gd name="csX28" fmla="*/ 125419 w 142135"/>
                <a:gd name="csY28" fmla="*/ 64641 h 223008"/>
                <a:gd name="csX29" fmla="*/ 121867 w 142135"/>
                <a:gd name="csY29" fmla="*/ 77984 h 223008"/>
                <a:gd name="csX30" fmla="*/ 126198 w 142135"/>
                <a:gd name="csY30" fmla="*/ 109560 h 223008"/>
                <a:gd name="csX31" fmla="*/ 132452 w 142135"/>
                <a:gd name="csY31" fmla="*/ 130811 h 223008"/>
                <a:gd name="csX32" fmla="*/ 137172 w 142135"/>
                <a:gd name="csY32" fmla="*/ 149525 h 223008"/>
                <a:gd name="csX33" fmla="*/ 126264 w 142135"/>
                <a:gd name="csY33" fmla="*/ 165042 h 223008"/>
                <a:gd name="csX34" fmla="*/ 119713 w 142135"/>
                <a:gd name="csY34" fmla="*/ 162318 h 223008"/>
                <a:gd name="csX35" fmla="*/ 122125 w 142135"/>
                <a:gd name="csY35" fmla="*/ 181310 h 223008"/>
                <a:gd name="csX36" fmla="*/ 122395 w 142135"/>
                <a:gd name="csY36" fmla="*/ 193071 h 223008"/>
                <a:gd name="csX37" fmla="*/ 117050 w 142135"/>
                <a:gd name="csY37" fmla="*/ 205350 h 223008"/>
                <a:gd name="csX38" fmla="*/ 115307 w 142135"/>
                <a:gd name="csY38" fmla="*/ 214639 h 223008"/>
                <a:gd name="csX39" fmla="*/ 105608 w 142135"/>
                <a:gd name="csY39" fmla="*/ 205168 h 223008"/>
                <a:gd name="csX40" fmla="*/ 70306 w 142135"/>
                <a:gd name="csY40" fmla="*/ 198146 h 223008"/>
                <a:gd name="csX41" fmla="*/ 57886 w 142135"/>
                <a:gd name="csY41" fmla="*/ 203581 h 223008"/>
                <a:gd name="csX42" fmla="*/ 42822 w 142135"/>
                <a:gd name="csY42" fmla="*/ 214552 h 223008"/>
                <a:gd name="csX43" fmla="*/ 33142 w 142135"/>
                <a:gd name="csY43" fmla="*/ 222624 h 2230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42135" h="223008">
                  <a:moveTo>
                    <a:pt x="33142" y="222624"/>
                  </a:moveTo>
                  <a:cubicBezTo>
                    <a:pt x="33100" y="221007"/>
                    <a:pt x="28999" y="218922"/>
                    <a:pt x="24030" y="217989"/>
                  </a:cubicBezTo>
                  <a:cubicBezTo>
                    <a:pt x="19061" y="217057"/>
                    <a:pt x="15032" y="215476"/>
                    <a:pt x="15077" y="214475"/>
                  </a:cubicBezTo>
                  <a:cubicBezTo>
                    <a:pt x="15123" y="213475"/>
                    <a:pt x="20967" y="206848"/>
                    <a:pt x="28065" y="199749"/>
                  </a:cubicBezTo>
                  <a:cubicBezTo>
                    <a:pt x="37756" y="190056"/>
                    <a:pt x="40635" y="185467"/>
                    <a:pt x="39623" y="181324"/>
                  </a:cubicBezTo>
                  <a:cubicBezTo>
                    <a:pt x="38882" y="178289"/>
                    <a:pt x="39300" y="170321"/>
                    <a:pt x="40552" y="163618"/>
                  </a:cubicBezTo>
                  <a:cubicBezTo>
                    <a:pt x="42457" y="153420"/>
                    <a:pt x="42085" y="150686"/>
                    <a:pt x="38270" y="146871"/>
                  </a:cubicBezTo>
                  <a:cubicBezTo>
                    <a:pt x="35762" y="144363"/>
                    <a:pt x="32644" y="141876"/>
                    <a:pt x="31342" y="141344"/>
                  </a:cubicBezTo>
                  <a:cubicBezTo>
                    <a:pt x="30039" y="140811"/>
                    <a:pt x="26314" y="136019"/>
                    <a:pt x="23064" y="130695"/>
                  </a:cubicBezTo>
                  <a:cubicBezTo>
                    <a:pt x="18146" y="122638"/>
                    <a:pt x="17840" y="121015"/>
                    <a:pt x="21238" y="121015"/>
                  </a:cubicBezTo>
                  <a:cubicBezTo>
                    <a:pt x="26407" y="121015"/>
                    <a:pt x="26532" y="114908"/>
                    <a:pt x="21448" y="110689"/>
                  </a:cubicBezTo>
                  <a:cubicBezTo>
                    <a:pt x="18195" y="107989"/>
                    <a:pt x="17551" y="108454"/>
                    <a:pt x="17417" y="113600"/>
                  </a:cubicBezTo>
                  <a:cubicBezTo>
                    <a:pt x="17202" y="121855"/>
                    <a:pt x="11362" y="102386"/>
                    <a:pt x="6090" y="75839"/>
                  </a:cubicBezTo>
                  <a:cubicBezTo>
                    <a:pt x="3834" y="64481"/>
                    <a:pt x="1295" y="52574"/>
                    <a:pt x="446" y="49379"/>
                  </a:cubicBezTo>
                  <a:cubicBezTo>
                    <a:pt x="-477" y="45903"/>
                    <a:pt x="61" y="43571"/>
                    <a:pt x="1787" y="43571"/>
                  </a:cubicBezTo>
                  <a:cubicBezTo>
                    <a:pt x="3372" y="43571"/>
                    <a:pt x="4669" y="46542"/>
                    <a:pt x="4669" y="50173"/>
                  </a:cubicBezTo>
                  <a:cubicBezTo>
                    <a:pt x="4669" y="56344"/>
                    <a:pt x="5386" y="56723"/>
                    <a:pt x="15640" y="55981"/>
                  </a:cubicBezTo>
                  <a:cubicBezTo>
                    <a:pt x="23894" y="55384"/>
                    <a:pt x="26358" y="54229"/>
                    <a:pt x="25590" y="51315"/>
                  </a:cubicBezTo>
                  <a:cubicBezTo>
                    <a:pt x="25028" y="49186"/>
                    <a:pt x="23380" y="43251"/>
                    <a:pt x="21927" y="38128"/>
                  </a:cubicBezTo>
                  <a:cubicBezTo>
                    <a:pt x="19644" y="30074"/>
                    <a:pt x="20076" y="27703"/>
                    <a:pt x="25126" y="20612"/>
                  </a:cubicBezTo>
                  <a:cubicBezTo>
                    <a:pt x="28338" y="16101"/>
                    <a:pt x="30367" y="10851"/>
                    <a:pt x="29635" y="8944"/>
                  </a:cubicBezTo>
                  <a:cubicBezTo>
                    <a:pt x="26306" y="269"/>
                    <a:pt x="38854" y="-2653"/>
                    <a:pt x="56601" y="2664"/>
                  </a:cubicBezTo>
                  <a:cubicBezTo>
                    <a:pt x="65243" y="5253"/>
                    <a:pt x="66731" y="6851"/>
                    <a:pt x="68014" y="14926"/>
                  </a:cubicBezTo>
                  <a:cubicBezTo>
                    <a:pt x="68826" y="20032"/>
                    <a:pt x="69898" y="26244"/>
                    <a:pt x="70397" y="28730"/>
                  </a:cubicBezTo>
                  <a:cubicBezTo>
                    <a:pt x="70908" y="31276"/>
                    <a:pt x="68463" y="35485"/>
                    <a:pt x="64799" y="38367"/>
                  </a:cubicBezTo>
                  <a:cubicBezTo>
                    <a:pt x="52677" y="47902"/>
                    <a:pt x="63675" y="56192"/>
                    <a:pt x="76515" y="47199"/>
                  </a:cubicBezTo>
                  <a:cubicBezTo>
                    <a:pt x="84862" y="41352"/>
                    <a:pt x="95020" y="44315"/>
                    <a:pt x="95020" y="52596"/>
                  </a:cubicBezTo>
                  <a:cubicBezTo>
                    <a:pt x="95020" y="61383"/>
                    <a:pt x="105491" y="67875"/>
                    <a:pt x="116723" y="66052"/>
                  </a:cubicBezTo>
                  <a:lnTo>
                    <a:pt x="125419" y="64641"/>
                  </a:lnTo>
                  <a:lnTo>
                    <a:pt x="121867" y="77984"/>
                  </a:lnTo>
                  <a:cubicBezTo>
                    <a:pt x="116766" y="97143"/>
                    <a:pt x="117305" y="101074"/>
                    <a:pt x="126198" y="109560"/>
                  </a:cubicBezTo>
                  <a:cubicBezTo>
                    <a:pt x="133696" y="116715"/>
                    <a:pt x="134049" y="117914"/>
                    <a:pt x="132452" y="130811"/>
                  </a:cubicBezTo>
                  <a:cubicBezTo>
                    <a:pt x="130905" y="143306"/>
                    <a:pt x="131310" y="144914"/>
                    <a:pt x="137172" y="149525"/>
                  </a:cubicBezTo>
                  <a:cubicBezTo>
                    <a:pt x="148350" y="158317"/>
                    <a:pt x="138877" y="171792"/>
                    <a:pt x="126264" y="165042"/>
                  </a:cubicBezTo>
                  <a:cubicBezTo>
                    <a:pt x="123464" y="163544"/>
                    <a:pt x="120516" y="162318"/>
                    <a:pt x="119713" y="162318"/>
                  </a:cubicBezTo>
                  <a:cubicBezTo>
                    <a:pt x="116537" y="162318"/>
                    <a:pt x="118487" y="177672"/>
                    <a:pt x="122125" y="181310"/>
                  </a:cubicBezTo>
                  <a:cubicBezTo>
                    <a:pt x="126947" y="186132"/>
                    <a:pt x="127019" y="189234"/>
                    <a:pt x="122395" y="193071"/>
                  </a:cubicBezTo>
                  <a:cubicBezTo>
                    <a:pt x="120414" y="194715"/>
                    <a:pt x="118009" y="200241"/>
                    <a:pt x="117050" y="205350"/>
                  </a:cubicBezTo>
                  <a:lnTo>
                    <a:pt x="115307" y="214639"/>
                  </a:lnTo>
                  <a:lnTo>
                    <a:pt x="105608" y="205168"/>
                  </a:lnTo>
                  <a:cubicBezTo>
                    <a:pt x="93087" y="192941"/>
                    <a:pt x="80185" y="190375"/>
                    <a:pt x="70306" y="198146"/>
                  </a:cubicBezTo>
                  <a:cubicBezTo>
                    <a:pt x="66478" y="201157"/>
                    <a:pt x="60889" y="203603"/>
                    <a:pt x="57886" y="203581"/>
                  </a:cubicBezTo>
                  <a:cubicBezTo>
                    <a:pt x="54649" y="203557"/>
                    <a:pt x="48516" y="208024"/>
                    <a:pt x="42822" y="214552"/>
                  </a:cubicBezTo>
                  <a:cubicBezTo>
                    <a:pt x="37540" y="220608"/>
                    <a:pt x="33184" y="224241"/>
                    <a:pt x="33142" y="222624"/>
                  </a:cubicBezTo>
                  <a:close/>
                </a:path>
              </a:pathLst>
            </a:custGeom>
            <a:solidFill>
              <a:srgbClr val="B9B9B9"/>
            </a:solidFill>
            <a:ln w="5163" cap="flat">
              <a:noFill/>
              <a:prstDash val="solid"/>
              <a:miter/>
            </a:ln>
          </p:spPr>
          <p:txBody>
            <a:bodyPr/>
            <a:lstStyle/>
            <a:p>
              <a:endParaRPr lang="es-419" noProof="0" dirty="0"/>
            </a:p>
          </p:txBody>
        </p:sp>
        <p:sp>
          <p:nvSpPr>
            <p:cNvPr id="86" name="Forma libre: forma 85">
              <a:extLst>
                <a:ext uri="{FF2B5EF4-FFF2-40B4-BE49-F238E27FC236}">
                  <a16:creationId xmlns:a16="http://schemas.microsoft.com/office/drawing/2014/main" id="{45B6E81E-900A-800E-7966-65D17A326E16}"/>
                </a:ext>
              </a:extLst>
            </p:cNvPr>
            <p:cNvSpPr/>
            <p:nvPr/>
          </p:nvSpPr>
          <p:spPr>
            <a:xfrm>
              <a:off x="976738" y="2149266"/>
              <a:ext cx="9026" cy="7395"/>
            </a:xfrm>
            <a:custGeom>
              <a:avLst/>
              <a:gdLst>
                <a:gd name="csX0" fmla="*/ 866 w 9026"/>
                <a:gd name="csY0" fmla="*/ 4748 h 7395"/>
                <a:gd name="csX1" fmla="*/ 6187 w 9026"/>
                <a:gd name="csY1" fmla="*/ 710 h 7395"/>
                <a:gd name="csX2" fmla="*/ 8728 w 9026"/>
                <a:gd name="csY2" fmla="*/ 4901 h 7395"/>
                <a:gd name="csX3" fmla="*/ 866 w 9026"/>
                <a:gd name="csY3" fmla="*/ 4748 h 7395"/>
              </a:gdLst>
              <a:ahLst/>
              <a:cxnLst>
                <a:cxn ang="0">
                  <a:pos x="csX0" y="csY0"/>
                </a:cxn>
                <a:cxn ang="0">
                  <a:pos x="csX1" y="csY1"/>
                </a:cxn>
                <a:cxn ang="0">
                  <a:pos x="csX2" y="csY2"/>
                </a:cxn>
                <a:cxn ang="0">
                  <a:pos x="csX3" y="csY3"/>
                </a:cxn>
              </a:cxnLst>
              <a:rect l="l" t="t" r="r" b="b"/>
              <a:pathLst>
                <a:path w="9026" h="7395">
                  <a:moveTo>
                    <a:pt x="866" y="4748"/>
                  </a:moveTo>
                  <a:cubicBezTo>
                    <a:pt x="-1510" y="904"/>
                    <a:pt x="1245" y="-1186"/>
                    <a:pt x="6187" y="710"/>
                  </a:cubicBezTo>
                  <a:cubicBezTo>
                    <a:pt x="8468" y="1586"/>
                    <a:pt x="9611" y="3472"/>
                    <a:pt x="8728" y="4901"/>
                  </a:cubicBezTo>
                  <a:cubicBezTo>
                    <a:pt x="6635" y="8287"/>
                    <a:pt x="3009" y="8216"/>
                    <a:pt x="866" y="4748"/>
                  </a:cubicBezTo>
                  <a:close/>
                </a:path>
              </a:pathLst>
            </a:custGeom>
            <a:solidFill>
              <a:srgbClr val="B9B9B9"/>
            </a:solidFill>
            <a:ln w="5163" cap="flat">
              <a:noFill/>
              <a:prstDash val="solid"/>
              <a:miter/>
            </a:ln>
          </p:spPr>
          <p:txBody>
            <a:bodyPr/>
            <a:lstStyle/>
            <a:p>
              <a:endParaRPr lang="es-419" noProof="0" dirty="0"/>
            </a:p>
          </p:txBody>
        </p:sp>
        <p:sp>
          <p:nvSpPr>
            <p:cNvPr id="87" name="Forma libre: forma 86">
              <a:extLst>
                <a:ext uri="{FF2B5EF4-FFF2-40B4-BE49-F238E27FC236}">
                  <a16:creationId xmlns:a16="http://schemas.microsoft.com/office/drawing/2014/main" id="{C4F541C3-84DA-34B8-4170-53E028DB59F1}"/>
                </a:ext>
              </a:extLst>
            </p:cNvPr>
            <p:cNvSpPr/>
            <p:nvPr/>
          </p:nvSpPr>
          <p:spPr>
            <a:xfrm>
              <a:off x="958388" y="2135665"/>
              <a:ext cx="19364" cy="11047"/>
            </a:xfrm>
            <a:custGeom>
              <a:avLst/>
              <a:gdLst>
                <a:gd name="csX0" fmla="*/ 0 w 19364"/>
                <a:gd name="csY0" fmla="*/ 8841 h 11047"/>
                <a:gd name="csX1" fmla="*/ 17408 w 19364"/>
                <a:gd name="csY1" fmla="*/ 154 h 11047"/>
                <a:gd name="csX2" fmla="*/ 17432 w 19364"/>
                <a:gd name="csY2" fmla="*/ 5614 h 11047"/>
                <a:gd name="csX3" fmla="*/ 0 w 19364"/>
                <a:gd name="csY3" fmla="*/ 8841 h 11047"/>
              </a:gdLst>
              <a:ahLst/>
              <a:cxnLst>
                <a:cxn ang="0">
                  <a:pos x="csX0" y="csY0"/>
                </a:cxn>
                <a:cxn ang="0">
                  <a:pos x="csX1" y="csY1"/>
                </a:cxn>
                <a:cxn ang="0">
                  <a:pos x="csX2" y="csY2"/>
                </a:cxn>
                <a:cxn ang="0">
                  <a:pos x="csX3" y="csY3"/>
                </a:cxn>
              </a:cxnLst>
              <a:rect l="l" t="t" r="r" b="b"/>
              <a:pathLst>
                <a:path w="19364" h="11047">
                  <a:moveTo>
                    <a:pt x="0" y="8841"/>
                  </a:moveTo>
                  <a:cubicBezTo>
                    <a:pt x="126" y="2682"/>
                    <a:pt x="7086" y="-791"/>
                    <a:pt x="17408" y="154"/>
                  </a:cubicBezTo>
                  <a:cubicBezTo>
                    <a:pt x="20010" y="392"/>
                    <a:pt x="20015" y="1478"/>
                    <a:pt x="17432" y="5614"/>
                  </a:cubicBezTo>
                  <a:cubicBezTo>
                    <a:pt x="14357" y="10538"/>
                    <a:pt x="-89" y="13212"/>
                    <a:pt x="0" y="8841"/>
                  </a:cubicBezTo>
                  <a:close/>
                </a:path>
              </a:pathLst>
            </a:custGeom>
            <a:solidFill>
              <a:srgbClr val="B9B9B9"/>
            </a:solidFill>
            <a:ln w="5163" cap="flat">
              <a:noFill/>
              <a:prstDash val="solid"/>
              <a:miter/>
            </a:ln>
          </p:spPr>
          <p:txBody>
            <a:bodyPr/>
            <a:lstStyle/>
            <a:p>
              <a:endParaRPr lang="es-419" noProof="0" dirty="0"/>
            </a:p>
          </p:txBody>
        </p:sp>
        <p:sp>
          <p:nvSpPr>
            <p:cNvPr id="88" name="Forma libre: forma 87">
              <a:extLst>
                <a:ext uri="{FF2B5EF4-FFF2-40B4-BE49-F238E27FC236}">
                  <a16:creationId xmlns:a16="http://schemas.microsoft.com/office/drawing/2014/main" id="{ACB0FC52-5944-EB38-E150-2C324B1C9D01}"/>
                </a:ext>
              </a:extLst>
            </p:cNvPr>
            <p:cNvSpPr/>
            <p:nvPr/>
          </p:nvSpPr>
          <p:spPr>
            <a:xfrm>
              <a:off x="938010" y="2110987"/>
              <a:ext cx="18997" cy="19965"/>
            </a:xfrm>
            <a:custGeom>
              <a:avLst/>
              <a:gdLst>
                <a:gd name="csX0" fmla="*/ 2787 w 18997"/>
                <a:gd name="csY0" fmla="*/ 11392 h 19965"/>
                <a:gd name="csX1" fmla="*/ 4678 w 18997"/>
                <a:gd name="csY1" fmla="*/ 36 h 19965"/>
                <a:gd name="csX2" fmla="*/ 17544 w 18997"/>
                <a:gd name="csY2" fmla="*/ 12951 h 19965"/>
                <a:gd name="csX3" fmla="*/ 13049 w 18997"/>
                <a:gd name="csY3" fmla="*/ 19965 h 19965"/>
                <a:gd name="csX4" fmla="*/ 2787 w 18997"/>
                <a:gd name="csY4" fmla="*/ 11392 h 19965"/>
              </a:gdLst>
              <a:ahLst/>
              <a:cxnLst>
                <a:cxn ang="0">
                  <a:pos x="csX0" y="csY0"/>
                </a:cxn>
                <a:cxn ang="0">
                  <a:pos x="csX1" y="csY1"/>
                </a:cxn>
                <a:cxn ang="0">
                  <a:pos x="csX2" y="csY2"/>
                </a:cxn>
                <a:cxn ang="0">
                  <a:pos x="csX3" y="csY3"/>
                </a:cxn>
                <a:cxn ang="0">
                  <a:pos x="csX4" y="csY4"/>
                </a:cxn>
              </a:cxnLst>
              <a:rect l="l" t="t" r="r" b="b"/>
              <a:pathLst>
                <a:path w="18997" h="19965">
                  <a:moveTo>
                    <a:pt x="2787" y="11392"/>
                  </a:moveTo>
                  <a:cubicBezTo>
                    <a:pt x="-1192" y="389"/>
                    <a:pt x="-1207" y="479"/>
                    <a:pt x="4678" y="36"/>
                  </a:cubicBezTo>
                  <a:cubicBezTo>
                    <a:pt x="10396" y="-395"/>
                    <a:pt x="13750" y="2973"/>
                    <a:pt x="17544" y="12951"/>
                  </a:cubicBezTo>
                  <a:cubicBezTo>
                    <a:pt x="20048" y="19537"/>
                    <a:pt x="19774" y="19965"/>
                    <a:pt x="13049" y="19965"/>
                  </a:cubicBezTo>
                  <a:cubicBezTo>
                    <a:pt x="7281" y="19965"/>
                    <a:pt x="5284" y="18297"/>
                    <a:pt x="2787" y="11392"/>
                  </a:cubicBezTo>
                  <a:close/>
                </a:path>
              </a:pathLst>
            </a:custGeom>
            <a:solidFill>
              <a:srgbClr val="B9B9B9"/>
            </a:solidFill>
            <a:ln w="5163" cap="flat">
              <a:noFill/>
              <a:prstDash val="solid"/>
              <a:miter/>
            </a:ln>
          </p:spPr>
          <p:txBody>
            <a:bodyPr/>
            <a:lstStyle/>
            <a:p>
              <a:endParaRPr lang="es-419" noProof="0" dirty="0"/>
            </a:p>
          </p:txBody>
        </p:sp>
        <p:sp>
          <p:nvSpPr>
            <p:cNvPr id="89" name="Forma libre: forma 88">
              <a:extLst>
                <a:ext uri="{FF2B5EF4-FFF2-40B4-BE49-F238E27FC236}">
                  <a16:creationId xmlns:a16="http://schemas.microsoft.com/office/drawing/2014/main" id="{CF8D44FF-C2C4-ACDD-CC27-284074DF2AE5}"/>
                </a:ext>
              </a:extLst>
            </p:cNvPr>
            <p:cNvSpPr/>
            <p:nvPr/>
          </p:nvSpPr>
          <p:spPr>
            <a:xfrm>
              <a:off x="924790" y="2098451"/>
              <a:ext cx="5162" cy="9268"/>
            </a:xfrm>
            <a:custGeom>
              <a:avLst/>
              <a:gdLst>
                <a:gd name="csX0" fmla="*/ 0 w 5162"/>
                <a:gd name="csY0" fmla="*/ 3953 h 9268"/>
                <a:gd name="csX1" fmla="*/ 2581 w 5162"/>
                <a:gd name="csY1" fmla="*/ 233 h 9268"/>
                <a:gd name="csX2" fmla="*/ 5163 w 5162"/>
                <a:gd name="csY2" fmla="*/ 5549 h 9268"/>
                <a:gd name="csX3" fmla="*/ 2581 w 5162"/>
                <a:gd name="csY3" fmla="*/ 9269 h 9268"/>
                <a:gd name="csX4" fmla="*/ 0 w 5162"/>
                <a:gd name="csY4" fmla="*/ 3953 h 9268"/>
              </a:gdLst>
              <a:ahLst/>
              <a:cxnLst>
                <a:cxn ang="0">
                  <a:pos x="csX0" y="csY0"/>
                </a:cxn>
                <a:cxn ang="0">
                  <a:pos x="csX1" y="csY1"/>
                </a:cxn>
                <a:cxn ang="0">
                  <a:pos x="csX2" y="csY2"/>
                </a:cxn>
                <a:cxn ang="0">
                  <a:pos x="csX3" y="csY3"/>
                </a:cxn>
                <a:cxn ang="0">
                  <a:pos x="csX4" y="csY4"/>
                </a:cxn>
              </a:cxnLst>
              <a:rect l="l" t="t" r="r" b="b"/>
              <a:pathLst>
                <a:path w="5162" h="9268">
                  <a:moveTo>
                    <a:pt x="0" y="3953"/>
                  </a:moveTo>
                  <a:cubicBezTo>
                    <a:pt x="0" y="1030"/>
                    <a:pt x="1162" y="-644"/>
                    <a:pt x="2581" y="233"/>
                  </a:cubicBezTo>
                  <a:cubicBezTo>
                    <a:pt x="4001" y="1111"/>
                    <a:pt x="5163" y="3503"/>
                    <a:pt x="5163" y="5549"/>
                  </a:cubicBezTo>
                  <a:cubicBezTo>
                    <a:pt x="5163" y="7595"/>
                    <a:pt x="4001" y="9269"/>
                    <a:pt x="2581" y="9269"/>
                  </a:cubicBezTo>
                  <a:cubicBezTo>
                    <a:pt x="1162" y="9269"/>
                    <a:pt x="0" y="6877"/>
                    <a:pt x="0" y="3953"/>
                  </a:cubicBezTo>
                  <a:close/>
                </a:path>
              </a:pathLst>
            </a:custGeom>
            <a:solidFill>
              <a:srgbClr val="B9B9B9"/>
            </a:solidFill>
            <a:ln w="5163" cap="flat">
              <a:noFill/>
              <a:prstDash val="solid"/>
              <a:miter/>
            </a:ln>
          </p:spPr>
          <p:txBody>
            <a:bodyPr/>
            <a:lstStyle/>
            <a:p>
              <a:endParaRPr lang="es-419" noProof="0" dirty="0"/>
            </a:p>
          </p:txBody>
        </p:sp>
      </p:grpSp>
      <p:grpSp>
        <p:nvGrpSpPr>
          <p:cNvPr id="90" name="Gráfico 39">
            <a:extLst>
              <a:ext uri="{FF2B5EF4-FFF2-40B4-BE49-F238E27FC236}">
                <a16:creationId xmlns:a16="http://schemas.microsoft.com/office/drawing/2014/main" id="{739F021B-7CF5-83D1-6335-F3B7DA665D68}"/>
              </a:ext>
            </a:extLst>
          </p:cNvPr>
          <p:cNvGrpSpPr/>
          <p:nvPr/>
        </p:nvGrpSpPr>
        <p:grpSpPr>
          <a:xfrm>
            <a:off x="281340" y="1474182"/>
            <a:ext cx="428841" cy="522535"/>
            <a:chOff x="281340" y="1474182"/>
            <a:chExt cx="428841" cy="522535"/>
          </a:xfrm>
          <a:solidFill>
            <a:srgbClr val="B9B9B9"/>
          </a:solidFill>
        </p:grpSpPr>
        <p:grpSp>
          <p:nvGrpSpPr>
            <p:cNvPr id="91" name="Gráfico 39">
              <a:extLst>
                <a:ext uri="{FF2B5EF4-FFF2-40B4-BE49-F238E27FC236}">
                  <a16:creationId xmlns:a16="http://schemas.microsoft.com/office/drawing/2014/main" id="{0000C844-02F2-F5CC-16DC-6F387CCEF979}"/>
                </a:ext>
              </a:extLst>
            </p:cNvPr>
            <p:cNvGrpSpPr/>
            <p:nvPr/>
          </p:nvGrpSpPr>
          <p:grpSpPr>
            <a:xfrm>
              <a:off x="281340" y="1474182"/>
              <a:ext cx="428841" cy="522535"/>
              <a:chOff x="281340" y="1474182"/>
              <a:chExt cx="428841" cy="522535"/>
            </a:xfrm>
            <a:solidFill>
              <a:srgbClr val="B9B9B9"/>
            </a:solidFill>
          </p:grpSpPr>
          <p:sp>
            <p:nvSpPr>
              <p:cNvPr id="92" name="Forma libre: forma 91">
                <a:extLst>
                  <a:ext uri="{FF2B5EF4-FFF2-40B4-BE49-F238E27FC236}">
                    <a16:creationId xmlns:a16="http://schemas.microsoft.com/office/drawing/2014/main" id="{2EFC2A07-0225-380B-2E38-B0704E89A54B}"/>
                  </a:ext>
                </a:extLst>
              </p:cNvPr>
              <p:cNvSpPr/>
              <p:nvPr/>
            </p:nvSpPr>
            <p:spPr>
              <a:xfrm>
                <a:off x="281340" y="1474182"/>
                <a:ext cx="428841" cy="522535"/>
              </a:xfrm>
              <a:custGeom>
                <a:avLst/>
                <a:gdLst>
                  <a:gd name="csX0" fmla="*/ 375000 w 428841"/>
                  <a:gd name="csY0" fmla="*/ 516104 h 522535"/>
                  <a:gd name="csX1" fmla="*/ 367101 w 428841"/>
                  <a:gd name="csY1" fmla="*/ 496098 h 522535"/>
                  <a:gd name="csX2" fmla="*/ 357849 w 428841"/>
                  <a:gd name="csY2" fmla="*/ 467300 h 522535"/>
                  <a:gd name="csX3" fmla="*/ 337807 w 428841"/>
                  <a:gd name="csY3" fmla="*/ 445109 h 522535"/>
                  <a:gd name="csX4" fmla="*/ 320489 w 428841"/>
                  <a:gd name="csY4" fmla="*/ 429036 h 522535"/>
                  <a:gd name="csX5" fmla="*/ 269809 w 428841"/>
                  <a:gd name="csY5" fmla="*/ 379110 h 522535"/>
                  <a:gd name="csX6" fmla="*/ 248488 w 428841"/>
                  <a:gd name="csY6" fmla="*/ 370097 h 522535"/>
                  <a:gd name="csX7" fmla="*/ 256878 w 428841"/>
                  <a:gd name="csY7" fmla="*/ 370327 h 522535"/>
                  <a:gd name="csX8" fmla="*/ 265267 w 428841"/>
                  <a:gd name="csY8" fmla="*/ 372646 h 522535"/>
                  <a:gd name="csX9" fmla="*/ 258168 w 428841"/>
                  <a:gd name="csY9" fmla="*/ 366399 h 522535"/>
                  <a:gd name="csX10" fmla="*/ 251069 w 428841"/>
                  <a:gd name="csY10" fmla="*/ 355305 h 522535"/>
                  <a:gd name="csX11" fmla="*/ 237556 w 428841"/>
                  <a:gd name="csY11" fmla="*/ 353450 h 522535"/>
                  <a:gd name="csX12" fmla="*/ 235538 w 428841"/>
                  <a:gd name="csY12" fmla="*/ 349578 h 522535"/>
                  <a:gd name="csX13" fmla="*/ 231626 w 428841"/>
                  <a:gd name="csY13" fmla="*/ 338114 h 522535"/>
                  <a:gd name="csX14" fmla="*/ 227531 w 428841"/>
                  <a:gd name="csY14" fmla="*/ 327788 h 522535"/>
                  <a:gd name="csX15" fmla="*/ 225255 w 428841"/>
                  <a:gd name="csY15" fmla="*/ 330217 h 522535"/>
                  <a:gd name="csX16" fmla="*/ 222797 w 428841"/>
                  <a:gd name="csY16" fmla="*/ 331508 h 522535"/>
                  <a:gd name="csX17" fmla="*/ 220276 w 428841"/>
                  <a:gd name="csY17" fmla="*/ 330217 h 522535"/>
                  <a:gd name="csX18" fmla="*/ 216375 w 428841"/>
                  <a:gd name="csY18" fmla="*/ 326968 h 522535"/>
                  <a:gd name="csX19" fmla="*/ 212138 w 428841"/>
                  <a:gd name="csY19" fmla="*/ 320021 h 522535"/>
                  <a:gd name="csX20" fmla="*/ 209766 w 428841"/>
                  <a:gd name="csY20" fmla="*/ 317462 h 522535"/>
                  <a:gd name="csX21" fmla="*/ 212670 w 428841"/>
                  <a:gd name="csY21" fmla="*/ 314083 h 522535"/>
                  <a:gd name="csX22" fmla="*/ 216877 w 428841"/>
                  <a:gd name="csY22" fmla="*/ 311142 h 522535"/>
                  <a:gd name="csX23" fmla="*/ 215264 w 428841"/>
                  <a:gd name="csY23" fmla="*/ 309359 h 522535"/>
                  <a:gd name="csX24" fmla="*/ 217511 w 428841"/>
                  <a:gd name="csY24" fmla="*/ 291496 h 522535"/>
                  <a:gd name="csX25" fmla="*/ 222673 w 428841"/>
                  <a:gd name="csY25" fmla="*/ 271731 h 522535"/>
                  <a:gd name="csX26" fmla="*/ 225571 w 428841"/>
                  <a:gd name="csY26" fmla="*/ 266972 h 522535"/>
                  <a:gd name="csX27" fmla="*/ 225255 w 428841"/>
                  <a:gd name="csY27" fmla="*/ 263100 h 522535"/>
                  <a:gd name="csX28" fmla="*/ 224939 w 428841"/>
                  <a:gd name="csY28" fmla="*/ 259227 h 522535"/>
                  <a:gd name="csX29" fmla="*/ 227470 w 428841"/>
                  <a:gd name="csY29" fmla="*/ 246966 h 522535"/>
                  <a:gd name="csX30" fmla="*/ 227104 w 428841"/>
                  <a:gd name="csY30" fmla="*/ 234704 h 522535"/>
                  <a:gd name="csX31" fmla="*/ 225255 w 428841"/>
                  <a:gd name="csY31" fmla="*/ 245029 h 522535"/>
                  <a:gd name="csX32" fmla="*/ 222926 w 428841"/>
                  <a:gd name="csY32" fmla="*/ 241157 h 522535"/>
                  <a:gd name="csX33" fmla="*/ 213514 w 428841"/>
                  <a:gd name="csY33" fmla="*/ 204198 h 522535"/>
                  <a:gd name="csX34" fmla="*/ 207511 w 428841"/>
                  <a:gd name="csY34" fmla="*/ 195911 h 522535"/>
                  <a:gd name="csX35" fmla="*/ 199366 w 428841"/>
                  <a:gd name="csY35" fmla="*/ 188261 h 522535"/>
                  <a:gd name="csX36" fmla="*/ 189814 w 428841"/>
                  <a:gd name="csY36" fmla="*/ 185143 h 522535"/>
                  <a:gd name="csX37" fmla="*/ 177824 w 428841"/>
                  <a:gd name="csY37" fmla="*/ 176701 h 522535"/>
                  <a:gd name="csX38" fmla="*/ 173385 w 428841"/>
                  <a:gd name="csY38" fmla="*/ 171969 h 522535"/>
                  <a:gd name="csX39" fmla="*/ 172244 w 428841"/>
                  <a:gd name="csY39" fmla="*/ 166295 h 522535"/>
                  <a:gd name="csX40" fmla="*/ 157189 w 428841"/>
                  <a:gd name="csY40" fmla="*/ 154717 h 522535"/>
                  <a:gd name="csX41" fmla="*/ 154290 w 428841"/>
                  <a:gd name="csY41" fmla="*/ 143110 h 522535"/>
                  <a:gd name="csX42" fmla="*/ 153437 w 428841"/>
                  <a:gd name="csY42" fmla="*/ 130888 h 522535"/>
                  <a:gd name="csX43" fmla="*/ 150373 w 428841"/>
                  <a:gd name="csY43" fmla="*/ 128835 h 522535"/>
                  <a:gd name="csX44" fmla="*/ 148457 w 428841"/>
                  <a:gd name="csY44" fmla="*/ 125777 h 522535"/>
                  <a:gd name="csX45" fmla="*/ 150890 w 428841"/>
                  <a:gd name="csY45" fmla="*/ 109503 h 522535"/>
                  <a:gd name="csX46" fmla="*/ 144325 w 428841"/>
                  <a:gd name="csY46" fmla="*/ 119656 h 522535"/>
                  <a:gd name="csX47" fmla="*/ 132054 w 428841"/>
                  <a:gd name="csY47" fmla="*/ 127093 h 522535"/>
                  <a:gd name="csX48" fmla="*/ 125630 w 428841"/>
                  <a:gd name="csY48" fmla="*/ 120812 h 522535"/>
                  <a:gd name="csX49" fmla="*/ 123207 w 428841"/>
                  <a:gd name="csY49" fmla="*/ 117248 h 522535"/>
                  <a:gd name="csX50" fmla="*/ 119415 w 428841"/>
                  <a:gd name="csY50" fmla="*/ 121894 h 522535"/>
                  <a:gd name="csX51" fmla="*/ 116519 w 428841"/>
                  <a:gd name="csY51" fmla="*/ 129437 h 522535"/>
                  <a:gd name="csX52" fmla="*/ 107977 w 428841"/>
                  <a:gd name="csY52" fmla="*/ 127285 h 522535"/>
                  <a:gd name="csX53" fmla="*/ 105433 w 428841"/>
                  <a:gd name="csY53" fmla="*/ 123427 h 522535"/>
                  <a:gd name="csX54" fmla="*/ 96024 w 428841"/>
                  <a:gd name="csY54" fmla="*/ 113119 h 522535"/>
                  <a:gd name="csX55" fmla="*/ 84566 w 428841"/>
                  <a:gd name="csY55" fmla="*/ 104340 h 522535"/>
                  <a:gd name="csX56" fmla="*/ 73108 w 428841"/>
                  <a:gd name="csY56" fmla="*/ 95562 h 522535"/>
                  <a:gd name="csX57" fmla="*/ 56725 w 428841"/>
                  <a:gd name="csY57" fmla="*/ 85124 h 522535"/>
                  <a:gd name="csX58" fmla="*/ 41890 w 428841"/>
                  <a:gd name="csY58" fmla="*/ 66163 h 522535"/>
                  <a:gd name="csX59" fmla="*/ 28677 w 428841"/>
                  <a:gd name="csY59" fmla="*/ 46701 h 522535"/>
                  <a:gd name="csX60" fmla="*/ 19131 w 428841"/>
                  <a:gd name="csY60" fmla="*/ 37238 h 522535"/>
                  <a:gd name="csX61" fmla="*/ 12905 w 428841"/>
                  <a:gd name="csY61" fmla="*/ 29478 h 522535"/>
                  <a:gd name="csX62" fmla="*/ 565 w 428841"/>
                  <a:gd name="csY62" fmla="*/ 12763 h 522535"/>
                  <a:gd name="csX63" fmla="*/ 24931 w 428841"/>
                  <a:gd name="csY63" fmla="*/ 17586 h 522535"/>
                  <a:gd name="csX64" fmla="*/ 53740 w 428841"/>
                  <a:gd name="csY64" fmla="*/ 17944 h 522535"/>
                  <a:gd name="csX65" fmla="*/ 62623 w 428841"/>
                  <a:gd name="csY65" fmla="*/ 19236 h 522535"/>
                  <a:gd name="csX66" fmla="*/ 68432 w 428841"/>
                  <a:gd name="csY66" fmla="*/ 26677 h 522535"/>
                  <a:gd name="csX67" fmla="*/ 76711 w 428841"/>
                  <a:gd name="csY67" fmla="*/ 24137 h 522535"/>
                  <a:gd name="csX68" fmla="*/ 79251 w 428841"/>
                  <a:gd name="csY68" fmla="*/ 21734 h 522535"/>
                  <a:gd name="csX69" fmla="*/ 83275 w 428841"/>
                  <a:gd name="csY69" fmla="*/ 19103 h 522535"/>
                  <a:gd name="csX70" fmla="*/ 76792 w 428841"/>
                  <a:gd name="csY70" fmla="*/ 18100 h 522535"/>
                  <a:gd name="csX71" fmla="*/ 72078 w 428841"/>
                  <a:gd name="csY71" fmla="*/ 15119 h 522535"/>
                  <a:gd name="csX72" fmla="*/ 69501 w 428841"/>
                  <a:gd name="csY72" fmla="*/ 12179 h 522535"/>
                  <a:gd name="csX73" fmla="*/ 70989 w 428841"/>
                  <a:gd name="csY73" fmla="*/ 5916 h 522535"/>
                  <a:gd name="csX74" fmla="*/ 77646 w 428841"/>
                  <a:gd name="csY74" fmla="*/ 3402 h 522535"/>
                  <a:gd name="csX75" fmla="*/ 139275 w 428841"/>
                  <a:gd name="csY75" fmla="*/ 15638 h 522535"/>
                  <a:gd name="csX76" fmla="*/ 187630 w 428841"/>
                  <a:gd name="csY76" fmla="*/ 22047 h 522535"/>
                  <a:gd name="csX77" fmla="*/ 207209 w 428841"/>
                  <a:gd name="csY77" fmla="*/ 56596 h 522535"/>
                  <a:gd name="csX78" fmla="*/ 227114 w 428841"/>
                  <a:gd name="csY78" fmla="*/ 93147 h 522535"/>
                  <a:gd name="csX79" fmla="*/ 237157 w 428841"/>
                  <a:gd name="csY79" fmla="*/ 106748 h 522535"/>
                  <a:gd name="csX80" fmla="*/ 244314 w 428841"/>
                  <a:gd name="csY80" fmla="*/ 119404 h 522535"/>
                  <a:gd name="csX81" fmla="*/ 245646 w 428841"/>
                  <a:gd name="csY81" fmla="*/ 128703 h 522535"/>
                  <a:gd name="csX82" fmla="*/ 248545 w 428841"/>
                  <a:gd name="csY82" fmla="*/ 142569 h 522535"/>
                  <a:gd name="csX83" fmla="*/ 261330 w 428841"/>
                  <a:gd name="csY83" fmla="*/ 164801 h 522535"/>
                  <a:gd name="csX84" fmla="*/ 258888 w 428841"/>
                  <a:gd name="csY84" fmla="*/ 155359 h 522535"/>
                  <a:gd name="csX85" fmla="*/ 255800 w 428841"/>
                  <a:gd name="csY85" fmla="*/ 130155 h 522535"/>
                  <a:gd name="csX86" fmla="*/ 275961 w 428841"/>
                  <a:gd name="csY86" fmla="*/ 158456 h 522535"/>
                  <a:gd name="csX87" fmla="*/ 281077 w 428841"/>
                  <a:gd name="csY87" fmla="*/ 166295 h 522535"/>
                  <a:gd name="csX88" fmla="*/ 284516 w 428841"/>
                  <a:gd name="csY88" fmla="*/ 174685 h 522535"/>
                  <a:gd name="csX89" fmla="*/ 290330 w 428841"/>
                  <a:gd name="csY89" fmla="*/ 206853 h 522535"/>
                  <a:gd name="csX90" fmla="*/ 289732 w 428841"/>
                  <a:gd name="csY90" fmla="*/ 219395 h 522535"/>
                  <a:gd name="csX91" fmla="*/ 295284 w 428841"/>
                  <a:gd name="csY91" fmla="*/ 246624 h 522535"/>
                  <a:gd name="csX92" fmla="*/ 307839 w 428841"/>
                  <a:gd name="csY92" fmla="*/ 265674 h 522535"/>
                  <a:gd name="csX93" fmla="*/ 311998 w 428841"/>
                  <a:gd name="csY93" fmla="*/ 272749 h 522535"/>
                  <a:gd name="csX94" fmla="*/ 323310 w 428841"/>
                  <a:gd name="csY94" fmla="*/ 313772 h 522535"/>
                  <a:gd name="csX95" fmla="*/ 331080 w 428841"/>
                  <a:gd name="csY95" fmla="*/ 343142 h 522535"/>
                  <a:gd name="csX96" fmla="*/ 329774 w 428841"/>
                  <a:gd name="csY96" fmla="*/ 364390 h 522535"/>
                  <a:gd name="csX97" fmla="*/ 349986 w 428841"/>
                  <a:gd name="csY97" fmla="*/ 396248 h 522535"/>
                  <a:gd name="csX98" fmla="*/ 354973 w 428841"/>
                  <a:gd name="csY98" fmla="*/ 397754 h 522535"/>
                  <a:gd name="csX99" fmla="*/ 357026 w 428841"/>
                  <a:gd name="csY99" fmla="*/ 403789 h 522535"/>
                  <a:gd name="csX100" fmla="*/ 360843 w 428841"/>
                  <a:gd name="csY100" fmla="*/ 395399 h 522535"/>
                  <a:gd name="csX101" fmla="*/ 361835 w 428841"/>
                  <a:gd name="csY101" fmla="*/ 383279 h 522535"/>
                  <a:gd name="csX102" fmla="*/ 377379 w 428841"/>
                  <a:gd name="csY102" fmla="*/ 393272 h 522535"/>
                  <a:gd name="csX103" fmla="*/ 390468 w 428841"/>
                  <a:gd name="csY103" fmla="*/ 410555 h 522535"/>
                  <a:gd name="csX104" fmla="*/ 396921 w 428841"/>
                  <a:gd name="csY104" fmla="*/ 414114 h 522535"/>
                  <a:gd name="csX105" fmla="*/ 403375 w 428841"/>
                  <a:gd name="csY105" fmla="*/ 419847 h 522535"/>
                  <a:gd name="csX106" fmla="*/ 406602 w 428841"/>
                  <a:gd name="csY106" fmla="*/ 439662 h 522535"/>
                  <a:gd name="csX107" fmla="*/ 418087 w 428841"/>
                  <a:gd name="csY107" fmla="*/ 458630 h 522535"/>
                  <a:gd name="csX108" fmla="*/ 419011 w 428841"/>
                  <a:gd name="csY108" fmla="*/ 503820 h 522535"/>
                  <a:gd name="csX109" fmla="*/ 409820 w 428841"/>
                  <a:gd name="csY109" fmla="*/ 509628 h 522535"/>
                  <a:gd name="csX110" fmla="*/ 394580 w 428841"/>
                  <a:gd name="csY110" fmla="*/ 516082 h 522535"/>
                  <a:gd name="csX111" fmla="*/ 382031 w 428841"/>
                  <a:gd name="csY111" fmla="*/ 522535 h 522535"/>
                  <a:gd name="csX112" fmla="*/ 375000 w 428841"/>
                  <a:gd name="csY112" fmla="*/ 516104 h 5225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Lst>
                <a:rect l="l" t="t" r="r" b="b"/>
                <a:pathLst>
                  <a:path w="428841" h="522535">
                    <a:moveTo>
                      <a:pt x="375000" y="516104"/>
                    </a:moveTo>
                    <a:cubicBezTo>
                      <a:pt x="371085" y="511937"/>
                      <a:pt x="368304" y="504894"/>
                      <a:pt x="367101" y="496098"/>
                    </a:cubicBezTo>
                    <a:cubicBezTo>
                      <a:pt x="366079" y="488632"/>
                      <a:pt x="361916" y="475673"/>
                      <a:pt x="357849" y="467300"/>
                    </a:cubicBezTo>
                    <a:cubicBezTo>
                      <a:pt x="351802" y="454850"/>
                      <a:pt x="348152" y="450809"/>
                      <a:pt x="337807" y="445109"/>
                    </a:cubicBezTo>
                    <a:cubicBezTo>
                      <a:pt x="329743" y="440665"/>
                      <a:pt x="323467" y="434840"/>
                      <a:pt x="320489" y="429036"/>
                    </a:cubicBezTo>
                    <a:cubicBezTo>
                      <a:pt x="313727" y="415856"/>
                      <a:pt x="278311" y="380967"/>
                      <a:pt x="269809" y="379110"/>
                    </a:cubicBezTo>
                    <a:cubicBezTo>
                      <a:pt x="258622" y="376667"/>
                      <a:pt x="248488" y="372383"/>
                      <a:pt x="248488" y="370097"/>
                    </a:cubicBezTo>
                    <a:cubicBezTo>
                      <a:pt x="248488" y="368948"/>
                      <a:pt x="252263" y="369052"/>
                      <a:pt x="256878" y="370327"/>
                    </a:cubicBezTo>
                    <a:lnTo>
                      <a:pt x="265267" y="372646"/>
                    </a:lnTo>
                    <a:lnTo>
                      <a:pt x="258168" y="366399"/>
                    </a:lnTo>
                    <a:cubicBezTo>
                      <a:pt x="254264" y="362963"/>
                      <a:pt x="251069" y="357971"/>
                      <a:pt x="251069" y="355305"/>
                    </a:cubicBezTo>
                    <a:cubicBezTo>
                      <a:pt x="251069" y="350053"/>
                      <a:pt x="241061" y="348679"/>
                      <a:pt x="237556" y="353450"/>
                    </a:cubicBezTo>
                    <a:cubicBezTo>
                      <a:pt x="236513" y="354870"/>
                      <a:pt x="235605" y="353128"/>
                      <a:pt x="235538" y="349578"/>
                    </a:cubicBezTo>
                    <a:cubicBezTo>
                      <a:pt x="235471" y="346029"/>
                      <a:pt x="233711" y="340870"/>
                      <a:pt x="231626" y="338114"/>
                    </a:cubicBezTo>
                    <a:cubicBezTo>
                      <a:pt x="229542" y="335358"/>
                      <a:pt x="227699" y="330711"/>
                      <a:pt x="227531" y="327788"/>
                    </a:cubicBezTo>
                    <a:cubicBezTo>
                      <a:pt x="227316" y="324054"/>
                      <a:pt x="226639" y="324776"/>
                      <a:pt x="225255" y="330217"/>
                    </a:cubicBezTo>
                    <a:cubicBezTo>
                      <a:pt x="223398" y="337513"/>
                      <a:pt x="223256" y="337588"/>
                      <a:pt x="222797" y="331508"/>
                    </a:cubicBezTo>
                    <a:cubicBezTo>
                      <a:pt x="222352" y="325610"/>
                      <a:pt x="222136" y="325499"/>
                      <a:pt x="220276" y="330217"/>
                    </a:cubicBezTo>
                    <a:cubicBezTo>
                      <a:pt x="218499" y="334726"/>
                      <a:pt x="218005" y="334315"/>
                      <a:pt x="216375" y="326968"/>
                    </a:cubicBezTo>
                    <a:cubicBezTo>
                      <a:pt x="215349" y="322341"/>
                      <a:pt x="213442" y="319215"/>
                      <a:pt x="212138" y="320021"/>
                    </a:cubicBezTo>
                    <a:cubicBezTo>
                      <a:pt x="210833" y="320827"/>
                      <a:pt x="209766" y="319676"/>
                      <a:pt x="209766" y="317462"/>
                    </a:cubicBezTo>
                    <a:cubicBezTo>
                      <a:pt x="209766" y="315249"/>
                      <a:pt x="211073" y="313728"/>
                      <a:pt x="212670" y="314083"/>
                    </a:cubicBezTo>
                    <a:cubicBezTo>
                      <a:pt x="214268" y="314438"/>
                      <a:pt x="216161" y="313115"/>
                      <a:pt x="216877" y="311142"/>
                    </a:cubicBezTo>
                    <a:cubicBezTo>
                      <a:pt x="217675" y="308946"/>
                      <a:pt x="217050" y="308255"/>
                      <a:pt x="215264" y="309359"/>
                    </a:cubicBezTo>
                    <a:cubicBezTo>
                      <a:pt x="211189" y="311878"/>
                      <a:pt x="211586" y="308715"/>
                      <a:pt x="217511" y="291496"/>
                    </a:cubicBezTo>
                    <a:cubicBezTo>
                      <a:pt x="220350" y="283242"/>
                      <a:pt x="222673" y="274348"/>
                      <a:pt x="222673" y="271731"/>
                    </a:cubicBezTo>
                    <a:cubicBezTo>
                      <a:pt x="222673" y="269113"/>
                      <a:pt x="223977" y="266972"/>
                      <a:pt x="225571" y="266972"/>
                    </a:cubicBezTo>
                    <a:cubicBezTo>
                      <a:pt x="227573" y="266972"/>
                      <a:pt x="227475" y="265775"/>
                      <a:pt x="225255" y="263100"/>
                    </a:cubicBezTo>
                    <a:cubicBezTo>
                      <a:pt x="223035" y="260424"/>
                      <a:pt x="222937" y="259227"/>
                      <a:pt x="224939" y="259227"/>
                    </a:cubicBezTo>
                    <a:cubicBezTo>
                      <a:pt x="226726" y="259227"/>
                      <a:pt x="227696" y="254529"/>
                      <a:pt x="227470" y="246966"/>
                    </a:cubicBezTo>
                    <a:lnTo>
                      <a:pt x="227104" y="234704"/>
                    </a:lnTo>
                    <a:lnTo>
                      <a:pt x="225255" y="245029"/>
                    </a:lnTo>
                    <a:cubicBezTo>
                      <a:pt x="223422" y="255266"/>
                      <a:pt x="223402" y="255233"/>
                      <a:pt x="222926" y="241157"/>
                    </a:cubicBezTo>
                    <a:cubicBezTo>
                      <a:pt x="222330" y="223537"/>
                      <a:pt x="217100" y="203003"/>
                      <a:pt x="213514" y="204198"/>
                    </a:cubicBezTo>
                    <a:cubicBezTo>
                      <a:pt x="212038" y="204690"/>
                      <a:pt x="209337" y="200961"/>
                      <a:pt x="207511" y="195911"/>
                    </a:cubicBezTo>
                    <a:cubicBezTo>
                      <a:pt x="204912" y="188724"/>
                      <a:pt x="203143" y="187062"/>
                      <a:pt x="199366" y="188261"/>
                    </a:cubicBezTo>
                    <a:cubicBezTo>
                      <a:pt x="196479" y="189177"/>
                      <a:pt x="192643" y="187925"/>
                      <a:pt x="189814" y="185143"/>
                    </a:cubicBezTo>
                    <a:cubicBezTo>
                      <a:pt x="187213" y="182586"/>
                      <a:pt x="181818" y="178787"/>
                      <a:pt x="177824" y="176701"/>
                    </a:cubicBezTo>
                    <a:cubicBezTo>
                      <a:pt x="173830" y="174616"/>
                      <a:pt x="171833" y="172486"/>
                      <a:pt x="173385" y="171969"/>
                    </a:cubicBezTo>
                    <a:cubicBezTo>
                      <a:pt x="177632" y="170553"/>
                      <a:pt x="176775" y="166295"/>
                      <a:pt x="172244" y="166295"/>
                    </a:cubicBezTo>
                    <a:cubicBezTo>
                      <a:pt x="165904" y="166295"/>
                      <a:pt x="155744" y="158482"/>
                      <a:pt x="157189" y="154717"/>
                    </a:cubicBezTo>
                    <a:cubicBezTo>
                      <a:pt x="157916" y="152822"/>
                      <a:pt x="156611" y="147599"/>
                      <a:pt x="154290" y="143110"/>
                    </a:cubicBezTo>
                    <a:cubicBezTo>
                      <a:pt x="150789" y="136341"/>
                      <a:pt x="150644" y="134254"/>
                      <a:pt x="153437" y="130888"/>
                    </a:cubicBezTo>
                    <a:cubicBezTo>
                      <a:pt x="156396" y="127323"/>
                      <a:pt x="156023" y="127073"/>
                      <a:pt x="150373" y="128835"/>
                    </a:cubicBezTo>
                    <a:cubicBezTo>
                      <a:pt x="144136" y="130780"/>
                      <a:pt x="144078" y="130686"/>
                      <a:pt x="148457" y="125777"/>
                    </a:cubicBezTo>
                    <a:cubicBezTo>
                      <a:pt x="153040" y="120640"/>
                      <a:pt x="154705" y="109503"/>
                      <a:pt x="150890" y="109503"/>
                    </a:cubicBezTo>
                    <a:cubicBezTo>
                      <a:pt x="149743" y="109503"/>
                      <a:pt x="146789" y="114072"/>
                      <a:pt x="144325" y="119656"/>
                    </a:cubicBezTo>
                    <a:cubicBezTo>
                      <a:pt x="140017" y="129421"/>
                      <a:pt x="139548" y="129705"/>
                      <a:pt x="132054" y="127093"/>
                    </a:cubicBezTo>
                    <a:cubicBezTo>
                      <a:pt x="127075" y="125357"/>
                      <a:pt x="124756" y="123090"/>
                      <a:pt x="125630" y="120812"/>
                    </a:cubicBezTo>
                    <a:cubicBezTo>
                      <a:pt x="126411" y="118778"/>
                      <a:pt x="125370" y="117248"/>
                      <a:pt x="123207" y="117248"/>
                    </a:cubicBezTo>
                    <a:cubicBezTo>
                      <a:pt x="121121" y="117248"/>
                      <a:pt x="119415" y="119339"/>
                      <a:pt x="119415" y="121894"/>
                    </a:cubicBezTo>
                    <a:cubicBezTo>
                      <a:pt x="119415" y="124450"/>
                      <a:pt x="118112" y="127844"/>
                      <a:pt x="116519" y="129437"/>
                    </a:cubicBezTo>
                    <a:cubicBezTo>
                      <a:pt x="113230" y="132727"/>
                      <a:pt x="105775" y="130849"/>
                      <a:pt x="107977" y="127285"/>
                    </a:cubicBezTo>
                    <a:cubicBezTo>
                      <a:pt x="108769" y="126004"/>
                      <a:pt x="107624" y="124268"/>
                      <a:pt x="105433" y="123427"/>
                    </a:cubicBezTo>
                    <a:cubicBezTo>
                      <a:pt x="103242" y="122586"/>
                      <a:pt x="99008" y="117948"/>
                      <a:pt x="96024" y="113119"/>
                    </a:cubicBezTo>
                    <a:cubicBezTo>
                      <a:pt x="92358" y="107187"/>
                      <a:pt x="88642" y="104340"/>
                      <a:pt x="84566" y="104340"/>
                    </a:cubicBezTo>
                    <a:cubicBezTo>
                      <a:pt x="80490" y="104340"/>
                      <a:pt x="76774" y="101493"/>
                      <a:pt x="73108" y="95562"/>
                    </a:cubicBezTo>
                    <a:cubicBezTo>
                      <a:pt x="67387" y="86305"/>
                      <a:pt x="62222" y="83015"/>
                      <a:pt x="56725" y="85124"/>
                    </a:cubicBezTo>
                    <a:cubicBezTo>
                      <a:pt x="50606" y="87472"/>
                      <a:pt x="41978" y="76444"/>
                      <a:pt x="41890" y="66163"/>
                    </a:cubicBezTo>
                    <a:cubicBezTo>
                      <a:pt x="41792" y="54708"/>
                      <a:pt x="37917" y="49001"/>
                      <a:pt x="28677" y="46701"/>
                    </a:cubicBezTo>
                    <a:cubicBezTo>
                      <a:pt x="24172" y="45580"/>
                      <a:pt x="20912" y="42349"/>
                      <a:pt x="19131" y="37238"/>
                    </a:cubicBezTo>
                    <a:cubicBezTo>
                      <a:pt x="17643" y="32970"/>
                      <a:pt x="14841" y="29478"/>
                      <a:pt x="12905" y="29478"/>
                    </a:cubicBezTo>
                    <a:cubicBezTo>
                      <a:pt x="8305" y="29478"/>
                      <a:pt x="-2593" y="14715"/>
                      <a:pt x="565" y="12763"/>
                    </a:cubicBezTo>
                    <a:cubicBezTo>
                      <a:pt x="3818" y="10752"/>
                      <a:pt x="12858" y="12542"/>
                      <a:pt x="24931" y="17586"/>
                    </a:cubicBezTo>
                    <a:cubicBezTo>
                      <a:pt x="37286" y="22748"/>
                      <a:pt x="47225" y="22872"/>
                      <a:pt x="53740" y="17944"/>
                    </a:cubicBezTo>
                    <a:cubicBezTo>
                      <a:pt x="60581" y="12770"/>
                      <a:pt x="62623" y="13067"/>
                      <a:pt x="62623" y="19236"/>
                    </a:cubicBezTo>
                    <a:cubicBezTo>
                      <a:pt x="62623" y="22305"/>
                      <a:pt x="65034" y="25393"/>
                      <a:pt x="68432" y="26677"/>
                    </a:cubicBezTo>
                    <a:cubicBezTo>
                      <a:pt x="74871" y="29111"/>
                      <a:pt x="79002" y="27843"/>
                      <a:pt x="76711" y="24137"/>
                    </a:cubicBezTo>
                    <a:cubicBezTo>
                      <a:pt x="75894" y="22815"/>
                      <a:pt x="77037" y="21734"/>
                      <a:pt x="79251" y="21734"/>
                    </a:cubicBezTo>
                    <a:cubicBezTo>
                      <a:pt x="81464" y="21734"/>
                      <a:pt x="83275" y="20550"/>
                      <a:pt x="83275" y="19103"/>
                    </a:cubicBezTo>
                    <a:cubicBezTo>
                      <a:pt x="83275" y="17583"/>
                      <a:pt x="80538" y="17160"/>
                      <a:pt x="76792" y="18100"/>
                    </a:cubicBezTo>
                    <a:cubicBezTo>
                      <a:pt x="71329" y="19471"/>
                      <a:pt x="70588" y="19002"/>
                      <a:pt x="72078" y="15119"/>
                    </a:cubicBezTo>
                    <a:cubicBezTo>
                      <a:pt x="73452" y="11539"/>
                      <a:pt x="72877" y="10883"/>
                      <a:pt x="69501" y="12179"/>
                    </a:cubicBezTo>
                    <a:cubicBezTo>
                      <a:pt x="66052" y="13503"/>
                      <a:pt x="66358" y="12212"/>
                      <a:pt x="70989" y="5916"/>
                    </a:cubicBezTo>
                    <a:cubicBezTo>
                      <a:pt x="76351" y="-1376"/>
                      <a:pt x="76888" y="-1579"/>
                      <a:pt x="77646" y="3402"/>
                    </a:cubicBezTo>
                    <a:cubicBezTo>
                      <a:pt x="78672" y="10145"/>
                      <a:pt x="78784" y="10167"/>
                      <a:pt x="139275" y="15638"/>
                    </a:cubicBezTo>
                    <a:cubicBezTo>
                      <a:pt x="166526" y="18103"/>
                      <a:pt x="188286" y="20987"/>
                      <a:pt x="187630" y="22047"/>
                    </a:cubicBezTo>
                    <a:cubicBezTo>
                      <a:pt x="185081" y="26172"/>
                      <a:pt x="200296" y="53021"/>
                      <a:pt x="207209" y="56596"/>
                    </a:cubicBezTo>
                    <a:cubicBezTo>
                      <a:pt x="214767" y="60504"/>
                      <a:pt x="224810" y="78946"/>
                      <a:pt x="227114" y="93147"/>
                    </a:cubicBezTo>
                    <a:cubicBezTo>
                      <a:pt x="228108" y="99272"/>
                      <a:pt x="230904" y="103059"/>
                      <a:pt x="237157" y="106748"/>
                    </a:cubicBezTo>
                    <a:cubicBezTo>
                      <a:pt x="244668" y="111180"/>
                      <a:pt x="245621" y="112866"/>
                      <a:pt x="244314" y="119404"/>
                    </a:cubicBezTo>
                    <a:cubicBezTo>
                      <a:pt x="243448" y="123731"/>
                      <a:pt x="244017" y="127696"/>
                      <a:pt x="245646" y="128703"/>
                    </a:cubicBezTo>
                    <a:cubicBezTo>
                      <a:pt x="247209" y="129669"/>
                      <a:pt x="248514" y="135909"/>
                      <a:pt x="248545" y="142569"/>
                    </a:cubicBezTo>
                    <a:cubicBezTo>
                      <a:pt x="248610" y="156222"/>
                      <a:pt x="256380" y="169733"/>
                      <a:pt x="261330" y="164801"/>
                    </a:cubicBezTo>
                    <a:cubicBezTo>
                      <a:pt x="263334" y="162805"/>
                      <a:pt x="262643" y="160133"/>
                      <a:pt x="258888" y="155359"/>
                    </a:cubicBezTo>
                    <a:cubicBezTo>
                      <a:pt x="253728" y="148800"/>
                      <a:pt x="251444" y="130155"/>
                      <a:pt x="255800" y="130155"/>
                    </a:cubicBezTo>
                    <a:cubicBezTo>
                      <a:pt x="259829" y="130155"/>
                      <a:pt x="274389" y="150593"/>
                      <a:pt x="275961" y="158456"/>
                    </a:cubicBezTo>
                    <a:cubicBezTo>
                      <a:pt x="276824" y="162768"/>
                      <a:pt x="279126" y="166295"/>
                      <a:pt x="281077" y="166295"/>
                    </a:cubicBezTo>
                    <a:cubicBezTo>
                      <a:pt x="283382" y="166295"/>
                      <a:pt x="284587" y="169236"/>
                      <a:pt x="284516" y="174685"/>
                    </a:cubicBezTo>
                    <a:cubicBezTo>
                      <a:pt x="284361" y="186530"/>
                      <a:pt x="287367" y="203159"/>
                      <a:pt x="290330" y="206853"/>
                    </a:cubicBezTo>
                    <a:cubicBezTo>
                      <a:pt x="291973" y="208901"/>
                      <a:pt x="291767" y="213229"/>
                      <a:pt x="289732" y="219395"/>
                    </a:cubicBezTo>
                    <a:cubicBezTo>
                      <a:pt x="286869" y="228068"/>
                      <a:pt x="287307" y="230214"/>
                      <a:pt x="295284" y="246624"/>
                    </a:cubicBezTo>
                    <a:cubicBezTo>
                      <a:pt x="300047" y="256421"/>
                      <a:pt x="305697" y="264994"/>
                      <a:pt x="307839" y="265674"/>
                    </a:cubicBezTo>
                    <a:cubicBezTo>
                      <a:pt x="309981" y="266354"/>
                      <a:pt x="311853" y="269538"/>
                      <a:pt x="311998" y="272749"/>
                    </a:cubicBezTo>
                    <a:cubicBezTo>
                      <a:pt x="312747" y="289262"/>
                      <a:pt x="316417" y="302569"/>
                      <a:pt x="323310" y="313772"/>
                    </a:cubicBezTo>
                    <a:cubicBezTo>
                      <a:pt x="332864" y="329298"/>
                      <a:pt x="335210" y="338166"/>
                      <a:pt x="331080" y="343142"/>
                    </a:cubicBezTo>
                    <a:cubicBezTo>
                      <a:pt x="328823" y="345861"/>
                      <a:pt x="328447" y="351993"/>
                      <a:pt x="329774" y="364390"/>
                    </a:cubicBezTo>
                    <a:cubicBezTo>
                      <a:pt x="332100" y="386110"/>
                      <a:pt x="338349" y="395959"/>
                      <a:pt x="349986" y="396248"/>
                    </a:cubicBezTo>
                    <a:cubicBezTo>
                      <a:pt x="354503" y="396360"/>
                      <a:pt x="356748" y="397038"/>
                      <a:pt x="354973" y="397754"/>
                    </a:cubicBezTo>
                    <a:cubicBezTo>
                      <a:pt x="349867" y="399814"/>
                      <a:pt x="351219" y="403789"/>
                      <a:pt x="357026" y="403789"/>
                    </a:cubicBezTo>
                    <a:cubicBezTo>
                      <a:pt x="361562" y="403789"/>
                      <a:pt x="362100" y="402606"/>
                      <a:pt x="360843" y="395399"/>
                    </a:cubicBezTo>
                    <a:cubicBezTo>
                      <a:pt x="360039" y="390785"/>
                      <a:pt x="360485" y="385331"/>
                      <a:pt x="361835" y="383279"/>
                    </a:cubicBezTo>
                    <a:cubicBezTo>
                      <a:pt x="363800" y="380292"/>
                      <a:pt x="366898" y="382284"/>
                      <a:pt x="377379" y="393272"/>
                    </a:cubicBezTo>
                    <a:cubicBezTo>
                      <a:pt x="384578" y="400820"/>
                      <a:pt x="390468" y="408598"/>
                      <a:pt x="390468" y="410555"/>
                    </a:cubicBezTo>
                    <a:cubicBezTo>
                      <a:pt x="390468" y="412631"/>
                      <a:pt x="393158" y="414114"/>
                      <a:pt x="396921" y="414114"/>
                    </a:cubicBezTo>
                    <a:cubicBezTo>
                      <a:pt x="401868" y="414114"/>
                      <a:pt x="403375" y="415453"/>
                      <a:pt x="403375" y="419847"/>
                    </a:cubicBezTo>
                    <a:cubicBezTo>
                      <a:pt x="403375" y="423000"/>
                      <a:pt x="404827" y="431917"/>
                      <a:pt x="406602" y="439662"/>
                    </a:cubicBezTo>
                    <a:cubicBezTo>
                      <a:pt x="409222" y="451096"/>
                      <a:pt x="411381" y="454663"/>
                      <a:pt x="418087" y="458630"/>
                    </a:cubicBezTo>
                    <a:cubicBezTo>
                      <a:pt x="432031" y="466881"/>
                      <a:pt x="432496" y="489608"/>
                      <a:pt x="419011" y="503820"/>
                    </a:cubicBezTo>
                    <a:cubicBezTo>
                      <a:pt x="415980" y="507014"/>
                      <a:pt x="411844" y="509628"/>
                      <a:pt x="409820" y="509628"/>
                    </a:cubicBezTo>
                    <a:cubicBezTo>
                      <a:pt x="407796" y="509628"/>
                      <a:pt x="400938" y="512532"/>
                      <a:pt x="394580" y="516082"/>
                    </a:cubicBezTo>
                    <a:cubicBezTo>
                      <a:pt x="388222" y="519631"/>
                      <a:pt x="382575" y="522535"/>
                      <a:pt x="382031" y="522535"/>
                    </a:cubicBezTo>
                    <a:cubicBezTo>
                      <a:pt x="381487" y="522535"/>
                      <a:pt x="378323" y="519641"/>
                      <a:pt x="375000" y="516104"/>
                    </a:cubicBezTo>
                    <a:close/>
                  </a:path>
                </a:pathLst>
              </a:custGeom>
              <a:solidFill>
                <a:srgbClr val="B9B9B9"/>
              </a:solidFill>
              <a:ln w="5163" cap="flat">
                <a:noFill/>
                <a:prstDash val="solid"/>
                <a:miter/>
              </a:ln>
            </p:spPr>
            <p:txBody>
              <a:bodyPr/>
              <a:lstStyle/>
              <a:p>
                <a:endParaRPr lang="es-419" noProof="0" dirty="0"/>
              </a:p>
            </p:txBody>
          </p:sp>
          <p:sp>
            <p:nvSpPr>
              <p:cNvPr id="93" name="Forma libre: forma 92">
                <a:extLst>
                  <a:ext uri="{FF2B5EF4-FFF2-40B4-BE49-F238E27FC236}">
                    <a16:creationId xmlns:a16="http://schemas.microsoft.com/office/drawing/2014/main" id="{8C858BC1-7DB3-907A-0372-A4443A4C9771}"/>
                  </a:ext>
                </a:extLst>
              </p:cNvPr>
              <p:cNvSpPr/>
              <p:nvPr/>
            </p:nvSpPr>
            <p:spPr>
              <a:xfrm>
                <a:off x="675648" y="1860606"/>
                <a:ext cx="11408" cy="19945"/>
              </a:xfrm>
              <a:custGeom>
                <a:avLst/>
                <a:gdLst>
                  <a:gd name="csX0" fmla="*/ 2146 w 11408"/>
                  <a:gd name="csY0" fmla="*/ 10289 h 19945"/>
                  <a:gd name="csX1" fmla="*/ 6337 w 11408"/>
                  <a:gd name="csY1" fmla="*/ 7392 h 19945"/>
                  <a:gd name="csX2" fmla="*/ 8408 w 11408"/>
                  <a:gd name="csY2" fmla="*/ 19945 h 19945"/>
                  <a:gd name="csX3" fmla="*/ 2146 w 11408"/>
                  <a:gd name="csY3" fmla="*/ 10289 h 19945"/>
                </a:gdLst>
                <a:ahLst/>
                <a:cxnLst>
                  <a:cxn ang="0">
                    <a:pos x="csX0" y="csY0"/>
                  </a:cxn>
                  <a:cxn ang="0">
                    <a:pos x="csX1" y="csY1"/>
                  </a:cxn>
                  <a:cxn ang="0">
                    <a:pos x="csX2" y="csY2"/>
                  </a:cxn>
                  <a:cxn ang="0">
                    <a:pos x="csX3" y="csY3"/>
                  </a:cxn>
                </a:cxnLst>
                <a:rect l="l" t="t" r="r" b="b"/>
                <a:pathLst>
                  <a:path w="11408" h="19945">
                    <a:moveTo>
                      <a:pt x="2146" y="10289"/>
                    </a:moveTo>
                    <a:cubicBezTo>
                      <a:pt x="-1802" y="-2324"/>
                      <a:pt x="-243" y="-3401"/>
                      <a:pt x="6337" y="7392"/>
                    </a:cubicBezTo>
                    <a:cubicBezTo>
                      <a:pt x="12476" y="17462"/>
                      <a:pt x="12886" y="19945"/>
                      <a:pt x="8408" y="19945"/>
                    </a:cubicBezTo>
                    <a:cubicBezTo>
                      <a:pt x="6626" y="19945"/>
                      <a:pt x="3808" y="15600"/>
                      <a:pt x="2146" y="10289"/>
                    </a:cubicBezTo>
                    <a:close/>
                  </a:path>
                </a:pathLst>
              </a:custGeom>
              <a:solidFill>
                <a:srgbClr val="B9B9B9"/>
              </a:solidFill>
              <a:ln w="5163" cap="flat">
                <a:noFill/>
                <a:prstDash val="solid"/>
                <a:miter/>
              </a:ln>
            </p:spPr>
            <p:txBody>
              <a:bodyPr/>
              <a:lstStyle/>
              <a:p>
                <a:endParaRPr lang="es-419" noProof="0" dirty="0"/>
              </a:p>
            </p:txBody>
          </p:sp>
          <p:sp>
            <p:nvSpPr>
              <p:cNvPr id="94" name="Forma libre: forma 93">
                <a:extLst>
                  <a:ext uri="{FF2B5EF4-FFF2-40B4-BE49-F238E27FC236}">
                    <a16:creationId xmlns:a16="http://schemas.microsoft.com/office/drawing/2014/main" id="{341F50D7-EC12-9D0E-E608-59D3AD8C4620}"/>
                  </a:ext>
                </a:extLst>
              </p:cNvPr>
              <p:cNvSpPr/>
              <p:nvPr/>
            </p:nvSpPr>
            <p:spPr>
              <a:xfrm>
                <a:off x="517039" y="1839249"/>
                <a:ext cx="11082" cy="12784"/>
              </a:xfrm>
              <a:custGeom>
                <a:avLst/>
                <a:gdLst>
                  <a:gd name="csX0" fmla="*/ 4154 w 11082"/>
                  <a:gd name="csY0" fmla="*/ 8186 h 12784"/>
                  <a:gd name="csX1" fmla="*/ 2167 w 11082"/>
                  <a:gd name="csY1" fmla="*/ 0 h 12784"/>
                  <a:gd name="csX2" fmla="*/ 8680 w 11082"/>
                  <a:gd name="csY2" fmla="*/ 6454 h 12784"/>
                  <a:gd name="csX3" fmla="*/ 4154 w 11082"/>
                  <a:gd name="csY3" fmla="*/ 8186 h 12784"/>
                </a:gdLst>
                <a:ahLst/>
                <a:cxnLst>
                  <a:cxn ang="0">
                    <a:pos x="csX0" y="csY0"/>
                  </a:cxn>
                  <a:cxn ang="0">
                    <a:pos x="csX1" y="csY1"/>
                  </a:cxn>
                  <a:cxn ang="0">
                    <a:pos x="csX2" y="csY2"/>
                  </a:cxn>
                  <a:cxn ang="0">
                    <a:pos x="csX3" y="csY3"/>
                  </a:cxn>
                </a:cxnLst>
                <a:rect l="l" t="t" r="r" b="b"/>
                <a:pathLst>
                  <a:path w="11082" h="12784">
                    <a:moveTo>
                      <a:pt x="4154" y="8186"/>
                    </a:moveTo>
                    <a:cubicBezTo>
                      <a:pt x="-584" y="2950"/>
                      <a:pt x="-1300" y="0"/>
                      <a:pt x="2167" y="0"/>
                    </a:cubicBezTo>
                    <a:cubicBezTo>
                      <a:pt x="3423" y="0"/>
                      <a:pt x="6354" y="2904"/>
                      <a:pt x="8680" y="6454"/>
                    </a:cubicBezTo>
                    <a:cubicBezTo>
                      <a:pt x="13580" y="13931"/>
                      <a:pt x="10441" y="15133"/>
                      <a:pt x="4154" y="8186"/>
                    </a:cubicBezTo>
                    <a:close/>
                  </a:path>
                </a:pathLst>
              </a:custGeom>
              <a:solidFill>
                <a:srgbClr val="B9B9B9"/>
              </a:solidFill>
              <a:ln w="5163" cap="flat">
                <a:noFill/>
                <a:prstDash val="solid"/>
                <a:miter/>
              </a:ln>
            </p:spPr>
            <p:txBody>
              <a:bodyPr/>
              <a:lstStyle/>
              <a:p>
                <a:endParaRPr lang="es-419" noProof="0" dirty="0"/>
              </a:p>
            </p:txBody>
          </p:sp>
          <p:sp>
            <p:nvSpPr>
              <p:cNvPr id="95" name="Forma libre: forma 94">
                <a:extLst>
                  <a:ext uri="{FF2B5EF4-FFF2-40B4-BE49-F238E27FC236}">
                    <a16:creationId xmlns:a16="http://schemas.microsoft.com/office/drawing/2014/main" id="{407A4D69-E9BC-0957-8F27-003D832FFD24}"/>
                  </a:ext>
                </a:extLst>
              </p:cNvPr>
              <p:cNvSpPr/>
              <p:nvPr/>
            </p:nvSpPr>
            <p:spPr>
              <a:xfrm>
                <a:off x="633440" y="1833111"/>
                <a:ext cx="12552" cy="18971"/>
              </a:xfrm>
              <a:custGeom>
                <a:avLst/>
                <a:gdLst>
                  <a:gd name="csX0" fmla="*/ 3996 w 12552"/>
                  <a:gd name="csY0" fmla="*/ 9922 h 18971"/>
                  <a:gd name="csX1" fmla="*/ 6099 w 12552"/>
                  <a:gd name="csY1" fmla="*/ 5082 h 18971"/>
                  <a:gd name="csX2" fmla="*/ 12553 w 12552"/>
                  <a:gd name="csY2" fmla="*/ 15290 h 18971"/>
                  <a:gd name="csX3" fmla="*/ 3996 w 12552"/>
                  <a:gd name="csY3" fmla="*/ 9922 h 18971"/>
                </a:gdLst>
                <a:ahLst/>
                <a:cxnLst>
                  <a:cxn ang="0">
                    <a:pos x="csX0" y="csY0"/>
                  </a:cxn>
                  <a:cxn ang="0">
                    <a:pos x="csX1" y="csY1"/>
                  </a:cxn>
                  <a:cxn ang="0">
                    <a:pos x="csX2" y="csY2"/>
                  </a:cxn>
                  <a:cxn ang="0">
                    <a:pos x="csX3" y="csY3"/>
                  </a:cxn>
                </a:cxnLst>
                <a:rect l="l" t="t" r="r" b="b"/>
                <a:pathLst>
                  <a:path w="12552" h="18971">
                    <a:moveTo>
                      <a:pt x="3996" y="9922"/>
                    </a:moveTo>
                    <a:cubicBezTo>
                      <a:pt x="-1733" y="-2091"/>
                      <a:pt x="-1533" y="-2550"/>
                      <a:pt x="6099" y="5082"/>
                    </a:cubicBezTo>
                    <a:cubicBezTo>
                      <a:pt x="9649" y="8631"/>
                      <a:pt x="12553" y="13225"/>
                      <a:pt x="12553" y="15290"/>
                    </a:cubicBezTo>
                    <a:cubicBezTo>
                      <a:pt x="12553" y="21885"/>
                      <a:pt x="8483" y="19332"/>
                      <a:pt x="3996" y="9922"/>
                    </a:cubicBezTo>
                    <a:close/>
                  </a:path>
                </a:pathLst>
              </a:custGeom>
              <a:solidFill>
                <a:srgbClr val="B9B9B9"/>
              </a:solidFill>
              <a:ln w="5163" cap="flat">
                <a:noFill/>
                <a:prstDash val="solid"/>
                <a:miter/>
              </a:ln>
            </p:spPr>
            <p:txBody>
              <a:bodyPr/>
              <a:lstStyle/>
              <a:p>
                <a:endParaRPr lang="es-419" noProof="0" dirty="0"/>
              </a:p>
            </p:txBody>
          </p:sp>
          <p:sp>
            <p:nvSpPr>
              <p:cNvPr id="96" name="Forma libre: forma 95">
                <a:extLst>
                  <a:ext uri="{FF2B5EF4-FFF2-40B4-BE49-F238E27FC236}">
                    <a16:creationId xmlns:a16="http://schemas.microsoft.com/office/drawing/2014/main" id="{DC501AA8-AD74-0C5D-77F9-21FC84F20886}"/>
                  </a:ext>
                </a:extLst>
              </p:cNvPr>
              <p:cNvSpPr/>
              <p:nvPr/>
            </p:nvSpPr>
            <p:spPr>
              <a:xfrm>
                <a:off x="499513" y="1824179"/>
                <a:ext cx="16487" cy="10786"/>
              </a:xfrm>
              <a:custGeom>
                <a:avLst/>
                <a:gdLst>
                  <a:gd name="csX0" fmla="*/ 5790 w 16487"/>
                  <a:gd name="csY0" fmla="*/ 5576 h 10786"/>
                  <a:gd name="csX1" fmla="*/ 4501 w 16487"/>
                  <a:gd name="csY1" fmla="*/ 936 h 10786"/>
                  <a:gd name="csX2" fmla="*/ 15719 w 16487"/>
                  <a:gd name="csY2" fmla="*/ 10646 h 10786"/>
                  <a:gd name="csX3" fmla="*/ 5790 w 16487"/>
                  <a:gd name="csY3" fmla="*/ 5576 h 10786"/>
                </a:gdLst>
                <a:ahLst/>
                <a:cxnLst>
                  <a:cxn ang="0">
                    <a:pos x="csX0" y="csY0"/>
                  </a:cxn>
                  <a:cxn ang="0">
                    <a:pos x="csX1" y="csY1"/>
                  </a:cxn>
                  <a:cxn ang="0">
                    <a:pos x="csX2" y="csY2"/>
                  </a:cxn>
                  <a:cxn ang="0">
                    <a:pos x="csX3" y="csY3"/>
                  </a:cxn>
                </a:cxnLst>
                <a:rect l="l" t="t" r="r" b="b"/>
                <a:pathLst>
                  <a:path w="16487" h="10786">
                    <a:moveTo>
                      <a:pt x="5790" y="5576"/>
                    </a:moveTo>
                    <a:cubicBezTo>
                      <a:pt x="-1676" y="-615"/>
                      <a:pt x="-1722" y="-781"/>
                      <a:pt x="4501" y="936"/>
                    </a:cubicBezTo>
                    <a:cubicBezTo>
                      <a:pt x="12209" y="3063"/>
                      <a:pt x="18782" y="8753"/>
                      <a:pt x="15719" y="10646"/>
                    </a:cubicBezTo>
                    <a:cubicBezTo>
                      <a:pt x="14517" y="11389"/>
                      <a:pt x="10049" y="9107"/>
                      <a:pt x="5790" y="5576"/>
                    </a:cubicBezTo>
                    <a:close/>
                  </a:path>
                </a:pathLst>
              </a:custGeom>
              <a:solidFill>
                <a:srgbClr val="B9B9B9"/>
              </a:solidFill>
              <a:ln w="5163" cap="flat">
                <a:noFill/>
                <a:prstDash val="solid"/>
                <a:miter/>
              </a:ln>
            </p:spPr>
            <p:txBody>
              <a:bodyPr/>
              <a:lstStyle/>
              <a:p>
                <a:endParaRPr lang="es-419" noProof="0" dirty="0"/>
              </a:p>
            </p:txBody>
          </p:sp>
          <p:sp>
            <p:nvSpPr>
              <p:cNvPr id="97" name="Forma libre: forma 96">
                <a:extLst>
                  <a:ext uri="{FF2B5EF4-FFF2-40B4-BE49-F238E27FC236}">
                    <a16:creationId xmlns:a16="http://schemas.microsoft.com/office/drawing/2014/main" id="{380A5232-7149-039D-7DA8-453F0B9BD141}"/>
                  </a:ext>
                </a:extLst>
              </p:cNvPr>
              <p:cNvSpPr/>
              <p:nvPr/>
            </p:nvSpPr>
            <p:spPr>
              <a:xfrm>
                <a:off x="478303" y="1760241"/>
                <a:ext cx="17819" cy="62484"/>
              </a:xfrm>
              <a:custGeom>
                <a:avLst/>
                <a:gdLst>
                  <a:gd name="csX0" fmla="*/ 12817 w 17819"/>
                  <a:gd name="csY0" fmla="*/ 59663 h 62484"/>
                  <a:gd name="csX1" fmla="*/ 8906 w 17819"/>
                  <a:gd name="csY1" fmla="*/ 49920 h 62484"/>
                  <a:gd name="csX2" fmla="*/ 3768 w 17819"/>
                  <a:gd name="csY2" fmla="*/ 41934 h 62484"/>
                  <a:gd name="csX3" fmla="*/ 2261 w 17819"/>
                  <a:gd name="csY3" fmla="*/ 33152 h 62484"/>
                  <a:gd name="csX4" fmla="*/ 8278 w 17819"/>
                  <a:gd name="csY4" fmla="*/ 19635 h 62484"/>
                  <a:gd name="csX5" fmla="*/ 14954 w 17819"/>
                  <a:gd name="csY5" fmla="*/ 4146 h 62484"/>
                  <a:gd name="csX6" fmla="*/ 16371 w 17819"/>
                  <a:gd name="csY6" fmla="*/ 6727 h 62484"/>
                  <a:gd name="csX7" fmla="*/ 10951 w 17819"/>
                  <a:gd name="csY7" fmla="*/ 23219 h 62484"/>
                  <a:gd name="csX8" fmla="*/ 9971 w 17819"/>
                  <a:gd name="csY8" fmla="*/ 36893 h 62484"/>
                  <a:gd name="csX9" fmla="*/ 12803 w 17819"/>
                  <a:gd name="csY9" fmla="*/ 48926 h 62484"/>
                  <a:gd name="csX10" fmla="*/ 15858 w 17819"/>
                  <a:gd name="csY10" fmla="*/ 57797 h 62484"/>
                  <a:gd name="csX11" fmla="*/ 17517 w 17819"/>
                  <a:gd name="csY11" fmla="*/ 62248 h 62484"/>
                  <a:gd name="csX12" fmla="*/ 12817 w 17819"/>
                  <a:gd name="csY12" fmla="*/ 59663 h 624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7819" h="62484">
                    <a:moveTo>
                      <a:pt x="12817" y="59663"/>
                    </a:moveTo>
                    <a:cubicBezTo>
                      <a:pt x="10999" y="57473"/>
                      <a:pt x="9240" y="53089"/>
                      <a:pt x="8906" y="49920"/>
                    </a:cubicBezTo>
                    <a:cubicBezTo>
                      <a:pt x="7921" y="40559"/>
                      <a:pt x="7808" y="40384"/>
                      <a:pt x="3768" y="41934"/>
                    </a:cubicBezTo>
                    <a:cubicBezTo>
                      <a:pt x="-606" y="43612"/>
                      <a:pt x="-1257" y="39820"/>
                      <a:pt x="2261" y="33152"/>
                    </a:cubicBezTo>
                    <a:cubicBezTo>
                      <a:pt x="3561" y="30687"/>
                      <a:pt x="6269" y="24604"/>
                      <a:pt x="8278" y="19635"/>
                    </a:cubicBezTo>
                    <a:cubicBezTo>
                      <a:pt x="10287" y="14665"/>
                      <a:pt x="13291" y="7695"/>
                      <a:pt x="14954" y="4146"/>
                    </a:cubicBezTo>
                    <a:cubicBezTo>
                      <a:pt x="17758" y="-1839"/>
                      <a:pt x="17861" y="-1651"/>
                      <a:pt x="16371" y="6727"/>
                    </a:cubicBezTo>
                    <a:cubicBezTo>
                      <a:pt x="15486" y="11697"/>
                      <a:pt x="13047" y="19118"/>
                      <a:pt x="10951" y="23219"/>
                    </a:cubicBezTo>
                    <a:cubicBezTo>
                      <a:pt x="8012" y="28966"/>
                      <a:pt x="7787" y="32101"/>
                      <a:pt x="9971" y="36893"/>
                    </a:cubicBezTo>
                    <a:cubicBezTo>
                      <a:pt x="11529" y="40313"/>
                      <a:pt x="12803" y="45728"/>
                      <a:pt x="12803" y="48926"/>
                    </a:cubicBezTo>
                    <a:cubicBezTo>
                      <a:pt x="12803" y="52125"/>
                      <a:pt x="14178" y="56117"/>
                      <a:pt x="15858" y="57797"/>
                    </a:cubicBezTo>
                    <a:cubicBezTo>
                      <a:pt x="17538" y="59477"/>
                      <a:pt x="18285" y="61480"/>
                      <a:pt x="17517" y="62248"/>
                    </a:cubicBezTo>
                    <a:cubicBezTo>
                      <a:pt x="16749" y="63016"/>
                      <a:pt x="14634" y="61852"/>
                      <a:pt x="12817" y="59663"/>
                    </a:cubicBezTo>
                    <a:close/>
                  </a:path>
                </a:pathLst>
              </a:custGeom>
              <a:solidFill>
                <a:srgbClr val="B9B9B9"/>
              </a:solidFill>
              <a:ln w="5163" cap="flat">
                <a:noFill/>
                <a:prstDash val="solid"/>
                <a:miter/>
              </a:ln>
            </p:spPr>
            <p:txBody>
              <a:bodyPr/>
              <a:lstStyle/>
              <a:p>
                <a:endParaRPr lang="es-419" noProof="0" dirty="0"/>
              </a:p>
            </p:txBody>
          </p:sp>
          <p:sp>
            <p:nvSpPr>
              <p:cNvPr id="98" name="Forma libre: forma 97">
                <a:extLst>
                  <a:ext uri="{FF2B5EF4-FFF2-40B4-BE49-F238E27FC236}">
                    <a16:creationId xmlns:a16="http://schemas.microsoft.com/office/drawing/2014/main" id="{876FF06E-753B-976C-4FAB-63CCF74A89F0}"/>
                  </a:ext>
                </a:extLst>
              </p:cNvPr>
              <p:cNvSpPr/>
              <p:nvPr/>
            </p:nvSpPr>
            <p:spPr>
              <a:xfrm>
                <a:off x="610272" y="1785879"/>
                <a:ext cx="19431" cy="24201"/>
              </a:xfrm>
              <a:custGeom>
                <a:avLst/>
                <a:gdLst>
                  <a:gd name="csX0" fmla="*/ 12977 w 19431"/>
                  <a:gd name="csY0" fmla="*/ 20895 h 24201"/>
                  <a:gd name="csX1" fmla="*/ 7325 w 19431"/>
                  <a:gd name="csY1" fmla="*/ 14059 h 24201"/>
                  <a:gd name="csX2" fmla="*/ 3038 w 19431"/>
                  <a:gd name="csY2" fmla="*/ 6445 h 24201"/>
                  <a:gd name="csX3" fmla="*/ 7745 w 19431"/>
                  <a:gd name="csY3" fmla="*/ 1409 h 24201"/>
                  <a:gd name="csX4" fmla="*/ 17054 w 19431"/>
                  <a:gd name="csY4" fmla="*/ 13612 h 24201"/>
                  <a:gd name="csX5" fmla="*/ 19347 w 19431"/>
                  <a:gd name="csY5" fmla="*/ 24137 h 24201"/>
                  <a:gd name="csX6" fmla="*/ 12977 w 19431"/>
                  <a:gd name="csY6" fmla="*/ 20895 h 24201"/>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9431" h="24201">
                    <a:moveTo>
                      <a:pt x="12977" y="20895"/>
                    </a:moveTo>
                    <a:cubicBezTo>
                      <a:pt x="9869" y="18718"/>
                      <a:pt x="7325" y="15642"/>
                      <a:pt x="7325" y="14059"/>
                    </a:cubicBezTo>
                    <a:cubicBezTo>
                      <a:pt x="7325" y="12477"/>
                      <a:pt x="5396" y="9050"/>
                      <a:pt x="3038" y="6445"/>
                    </a:cubicBezTo>
                    <a:cubicBezTo>
                      <a:pt x="-2384" y="453"/>
                      <a:pt x="-388" y="-1683"/>
                      <a:pt x="7745" y="1409"/>
                    </a:cubicBezTo>
                    <a:cubicBezTo>
                      <a:pt x="11871" y="2978"/>
                      <a:pt x="15083" y="7189"/>
                      <a:pt x="17054" y="13612"/>
                    </a:cubicBezTo>
                    <a:cubicBezTo>
                      <a:pt x="18710" y="19007"/>
                      <a:pt x="19742" y="23743"/>
                      <a:pt x="19347" y="24137"/>
                    </a:cubicBezTo>
                    <a:cubicBezTo>
                      <a:pt x="18953" y="24532"/>
                      <a:pt x="16086" y="23073"/>
                      <a:pt x="12977" y="20895"/>
                    </a:cubicBezTo>
                    <a:close/>
                  </a:path>
                </a:pathLst>
              </a:custGeom>
              <a:solidFill>
                <a:srgbClr val="B9B9B9"/>
              </a:solidFill>
              <a:ln w="5163" cap="flat">
                <a:noFill/>
                <a:prstDash val="solid"/>
                <a:miter/>
              </a:ln>
            </p:spPr>
            <p:txBody>
              <a:bodyPr/>
              <a:lstStyle/>
              <a:p>
                <a:endParaRPr lang="es-419" noProof="0" dirty="0"/>
              </a:p>
            </p:txBody>
          </p:sp>
          <p:sp>
            <p:nvSpPr>
              <p:cNvPr id="99" name="Forma libre: forma 98">
                <a:extLst>
                  <a:ext uri="{FF2B5EF4-FFF2-40B4-BE49-F238E27FC236}">
                    <a16:creationId xmlns:a16="http://schemas.microsoft.com/office/drawing/2014/main" id="{28FD9F8A-B745-D880-BD55-C82B3E5400BB}"/>
                  </a:ext>
                </a:extLst>
              </p:cNvPr>
              <p:cNvSpPr/>
              <p:nvPr/>
            </p:nvSpPr>
            <p:spPr>
              <a:xfrm>
                <a:off x="615016" y="1765374"/>
                <a:ext cx="5162" cy="6756"/>
              </a:xfrm>
              <a:custGeom>
                <a:avLst/>
                <a:gdLst>
                  <a:gd name="csX0" fmla="*/ 0 w 5162"/>
                  <a:gd name="csY0" fmla="*/ 4328 h 6756"/>
                  <a:gd name="csX1" fmla="*/ 2581 w 5162"/>
                  <a:gd name="csY1" fmla="*/ 303 h 6756"/>
                  <a:gd name="csX2" fmla="*/ 5163 w 5162"/>
                  <a:gd name="csY2" fmla="*/ 2732 h 6756"/>
                  <a:gd name="csX3" fmla="*/ 2581 w 5162"/>
                  <a:gd name="csY3" fmla="*/ 6757 h 6756"/>
                  <a:gd name="csX4" fmla="*/ 0 w 5162"/>
                  <a:gd name="csY4" fmla="*/ 4328 h 6756"/>
                </a:gdLst>
                <a:ahLst/>
                <a:cxnLst>
                  <a:cxn ang="0">
                    <a:pos x="csX0" y="csY0"/>
                  </a:cxn>
                  <a:cxn ang="0">
                    <a:pos x="csX1" y="csY1"/>
                  </a:cxn>
                  <a:cxn ang="0">
                    <a:pos x="csX2" y="csY2"/>
                  </a:cxn>
                  <a:cxn ang="0">
                    <a:pos x="csX3" y="csY3"/>
                  </a:cxn>
                  <a:cxn ang="0">
                    <a:pos x="csX4" y="csY4"/>
                  </a:cxn>
                </a:cxnLst>
                <a:rect l="l" t="t" r="r" b="b"/>
                <a:pathLst>
                  <a:path w="5162" h="6756">
                    <a:moveTo>
                      <a:pt x="0" y="4328"/>
                    </a:moveTo>
                    <a:cubicBezTo>
                      <a:pt x="0" y="2992"/>
                      <a:pt x="1162" y="1181"/>
                      <a:pt x="2581" y="303"/>
                    </a:cubicBezTo>
                    <a:cubicBezTo>
                      <a:pt x="4001" y="-574"/>
                      <a:pt x="5163" y="519"/>
                      <a:pt x="5163" y="2732"/>
                    </a:cubicBezTo>
                    <a:cubicBezTo>
                      <a:pt x="5163" y="4946"/>
                      <a:pt x="4001" y="6757"/>
                      <a:pt x="2581" y="6757"/>
                    </a:cubicBezTo>
                    <a:cubicBezTo>
                      <a:pt x="1162" y="6757"/>
                      <a:pt x="0" y="5664"/>
                      <a:pt x="0" y="4328"/>
                    </a:cubicBezTo>
                    <a:close/>
                  </a:path>
                </a:pathLst>
              </a:custGeom>
              <a:solidFill>
                <a:srgbClr val="B9B9B9"/>
              </a:solidFill>
              <a:ln w="5163" cap="flat">
                <a:noFill/>
                <a:prstDash val="solid"/>
                <a:miter/>
              </a:ln>
            </p:spPr>
            <p:txBody>
              <a:bodyPr/>
              <a:lstStyle/>
              <a:p>
                <a:endParaRPr lang="es-419" noProof="0" dirty="0"/>
              </a:p>
            </p:txBody>
          </p:sp>
          <p:sp>
            <p:nvSpPr>
              <p:cNvPr id="100" name="Forma libre: forma 99">
                <a:extLst>
                  <a:ext uri="{FF2B5EF4-FFF2-40B4-BE49-F238E27FC236}">
                    <a16:creationId xmlns:a16="http://schemas.microsoft.com/office/drawing/2014/main" id="{2B1116B0-E20A-34C1-2829-FD882911B645}"/>
                  </a:ext>
                </a:extLst>
              </p:cNvPr>
              <p:cNvSpPr/>
              <p:nvPr/>
            </p:nvSpPr>
            <p:spPr>
              <a:xfrm>
                <a:off x="496444" y="1737058"/>
                <a:ext cx="4812" cy="15975"/>
              </a:xfrm>
              <a:custGeom>
                <a:avLst/>
                <a:gdLst>
                  <a:gd name="csX0" fmla="*/ 6 w 4812"/>
                  <a:gd name="csY0" fmla="*/ 12637 h 15975"/>
                  <a:gd name="csX1" fmla="*/ 2406 w 4812"/>
                  <a:gd name="csY1" fmla="*/ 2804 h 15975"/>
                  <a:gd name="csX2" fmla="*/ 4806 w 4812"/>
                  <a:gd name="csY2" fmla="*/ 5879 h 15975"/>
                  <a:gd name="csX3" fmla="*/ 2406 w 4812"/>
                  <a:gd name="csY3" fmla="*/ 15712 h 15975"/>
                  <a:gd name="csX4" fmla="*/ 6 w 4812"/>
                  <a:gd name="csY4" fmla="*/ 12637 h 15975"/>
                </a:gdLst>
                <a:ahLst/>
                <a:cxnLst>
                  <a:cxn ang="0">
                    <a:pos x="csX0" y="csY0"/>
                  </a:cxn>
                  <a:cxn ang="0">
                    <a:pos x="csX1" y="csY1"/>
                  </a:cxn>
                  <a:cxn ang="0">
                    <a:pos x="csX2" y="csY2"/>
                  </a:cxn>
                  <a:cxn ang="0">
                    <a:pos x="csX3" y="csY3"/>
                  </a:cxn>
                  <a:cxn ang="0">
                    <a:pos x="csX4" y="csY4"/>
                  </a:cxn>
                </a:cxnLst>
                <a:rect l="l" t="t" r="r" b="b"/>
                <a:pathLst>
                  <a:path w="4812" h="15975">
                    <a:moveTo>
                      <a:pt x="6" y="12637"/>
                    </a:moveTo>
                    <a:cubicBezTo>
                      <a:pt x="106" y="10069"/>
                      <a:pt x="1186" y="5644"/>
                      <a:pt x="2406" y="2804"/>
                    </a:cubicBezTo>
                    <a:cubicBezTo>
                      <a:pt x="4277" y="-1548"/>
                      <a:pt x="4653" y="-1065"/>
                      <a:pt x="4806" y="5879"/>
                    </a:cubicBezTo>
                    <a:cubicBezTo>
                      <a:pt x="4906" y="10409"/>
                      <a:pt x="3826" y="14834"/>
                      <a:pt x="2406" y="15712"/>
                    </a:cubicBezTo>
                    <a:cubicBezTo>
                      <a:pt x="987" y="16589"/>
                      <a:pt x="-93" y="15206"/>
                      <a:pt x="6" y="12637"/>
                    </a:cubicBezTo>
                    <a:close/>
                  </a:path>
                </a:pathLst>
              </a:custGeom>
              <a:solidFill>
                <a:srgbClr val="B9B9B9"/>
              </a:solidFill>
              <a:ln w="5163" cap="flat">
                <a:noFill/>
                <a:prstDash val="solid"/>
                <a:miter/>
              </a:ln>
            </p:spPr>
            <p:txBody>
              <a:bodyPr/>
              <a:lstStyle/>
              <a:p>
                <a:endParaRPr lang="es-419" noProof="0" dirty="0"/>
              </a:p>
            </p:txBody>
          </p:sp>
          <p:sp>
            <p:nvSpPr>
              <p:cNvPr id="101" name="Forma libre: forma 100">
                <a:extLst>
                  <a:ext uri="{FF2B5EF4-FFF2-40B4-BE49-F238E27FC236}">
                    <a16:creationId xmlns:a16="http://schemas.microsoft.com/office/drawing/2014/main" id="{ACF8A71F-BD31-881D-5FED-B8E8F825E57B}"/>
                  </a:ext>
                </a:extLst>
              </p:cNvPr>
              <p:cNvSpPr/>
              <p:nvPr/>
            </p:nvSpPr>
            <p:spPr>
              <a:xfrm>
                <a:off x="610293" y="1727161"/>
                <a:ext cx="5615" cy="11379"/>
              </a:xfrm>
              <a:custGeom>
                <a:avLst/>
                <a:gdLst>
                  <a:gd name="csX0" fmla="*/ 427 w 5615"/>
                  <a:gd name="csY0" fmla="*/ 7365 h 11379"/>
                  <a:gd name="csX1" fmla="*/ 1464 w 5615"/>
                  <a:gd name="csY1" fmla="*/ 731 h 11379"/>
                  <a:gd name="csX2" fmla="*/ 5321 w 5615"/>
                  <a:gd name="csY2" fmla="*/ 4777 h 11379"/>
                  <a:gd name="csX3" fmla="*/ 427 w 5615"/>
                  <a:gd name="csY3" fmla="*/ 7365 h 11379"/>
                </a:gdLst>
                <a:ahLst/>
                <a:cxnLst>
                  <a:cxn ang="0">
                    <a:pos x="csX0" y="csY0"/>
                  </a:cxn>
                  <a:cxn ang="0">
                    <a:pos x="csX1" y="csY1"/>
                  </a:cxn>
                  <a:cxn ang="0">
                    <a:pos x="csX2" y="csY2"/>
                  </a:cxn>
                  <a:cxn ang="0">
                    <a:pos x="csX3" y="csY3"/>
                  </a:cxn>
                </a:cxnLst>
                <a:rect l="l" t="t" r="r" b="b"/>
                <a:pathLst>
                  <a:path w="5615" h="11379">
                    <a:moveTo>
                      <a:pt x="427" y="7365"/>
                    </a:moveTo>
                    <a:cubicBezTo>
                      <a:pt x="-426" y="5140"/>
                      <a:pt x="40" y="2155"/>
                      <a:pt x="1464" y="731"/>
                    </a:cubicBezTo>
                    <a:cubicBezTo>
                      <a:pt x="3194" y="-1000"/>
                      <a:pt x="4473" y="341"/>
                      <a:pt x="5321" y="4777"/>
                    </a:cubicBezTo>
                    <a:cubicBezTo>
                      <a:pt x="6696" y="11973"/>
                      <a:pt x="2955" y="13952"/>
                      <a:pt x="427" y="7365"/>
                    </a:cubicBezTo>
                    <a:close/>
                  </a:path>
                </a:pathLst>
              </a:custGeom>
              <a:solidFill>
                <a:srgbClr val="B9B9B9"/>
              </a:solidFill>
              <a:ln w="5163" cap="flat">
                <a:noFill/>
                <a:prstDash val="solid"/>
                <a:miter/>
              </a:ln>
            </p:spPr>
            <p:txBody>
              <a:bodyPr/>
              <a:lstStyle/>
              <a:p>
                <a:endParaRPr lang="es-419" noProof="0" dirty="0"/>
              </a:p>
            </p:txBody>
          </p:sp>
          <p:sp>
            <p:nvSpPr>
              <p:cNvPr id="102" name="Forma libre: forma 101">
                <a:extLst>
                  <a:ext uri="{FF2B5EF4-FFF2-40B4-BE49-F238E27FC236}">
                    <a16:creationId xmlns:a16="http://schemas.microsoft.com/office/drawing/2014/main" id="{81DB81A2-B1F5-B8B4-1DC7-742CCC824951}"/>
                  </a:ext>
                </a:extLst>
              </p:cNvPr>
              <p:cNvSpPr/>
              <p:nvPr/>
            </p:nvSpPr>
            <p:spPr>
              <a:xfrm>
                <a:off x="589201" y="1723083"/>
                <a:ext cx="5162" cy="7744"/>
              </a:xfrm>
              <a:custGeom>
                <a:avLst/>
                <a:gdLst>
                  <a:gd name="csX0" fmla="*/ 0 w 5162"/>
                  <a:gd name="csY0" fmla="*/ 3872 h 7744"/>
                  <a:gd name="csX1" fmla="*/ 2581 w 5162"/>
                  <a:gd name="csY1" fmla="*/ 0 h 7744"/>
                  <a:gd name="csX2" fmla="*/ 5163 w 5162"/>
                  <a:gd name="csY2" fmla="*/ 3872 h 7744"/>
                  <a:gd name="csX3" fmla="*/ 2581 w 5162"/>
                  <a:gd name="csY3" fmla="*/ 7744 h 7744"/>
                  <a:gd name="csX4" fmla="*/ 0 w 5162"/>
                  <a:gd name="csY4" fmla="*/ 3872 h 7744"/>
                </a:gdLst>
                <a:ahLst/>
                <a:cxnLst>
                  <a:cxn ang="0">
                    <a:pos x="csX0" y="csY0"/>
                  </a:cxn>
                  <a:cxn ang="0">
                    <a:pos x="csX1" y="csY1"/>
                  </a:cxn>
                  <a:cxn ang="0">
                    <a:pos x="csX2" y="csY2"/>
                  </a:cxn>
                  <a:cxn ang="0">
                    <a:pos x="csX3" y="csY3"/>
                  </a:cxn>
                  <a:cxn ang="0">
                    <a:pos x="csX4" y="csY4"/>
                  </a:cxn>
                </a:cxnLst>
                <a:rect l="l" t="t" r="r" b="b"/>
                <a:pathLst>
                  <a:path w="5162" h="7744">
                    <a:moveTo>
                      <a:pt x="0" y="3872"/>
                    </a:moveTo>
                    <a:cubicBezTo>
                      <a:pt x="0" y="1742"/>
                      <a:pt x="1162" y="0"/>
                      <a:pt x="2581" y="0"/>
                    </a:cubicBezTo>
                    <a:cubicBezTo>
                      <a:pt x="4001" y="0"/>
                      <a:pt x="5163" y="1742"/>
                      <a:pt x="5163" y="3872"/>
                    </a:cubicBezTo>
                    <a:cubicBezTo>
                      <a:pt x="5163" y="6002"/>
                      <a:pt x="4001" y="7744"/>
                      <a:pt x="2581" y="7744"/>
                    </a:cubicBezTo>
                    <a:cubicBezTo>
                      <a:pt x="1162" y="7744"/>
                      <a:pt x="0" y="6002"/>
                      <a:pt x="0" y="3872"/>
                    </a:cubicBezTo>
                    <a:close/>
                  </a:path>
                </a:pathLst>
              </a:custGeom>
              <a:solidFill>
                <a:srgbClr val="B9B9B9"/>
              </a:solidFill>
              <a:ln w="5163" cap="flat">
                <a:noFill/>
                <a:prstDash val="solid"/>
                <a:miter/>
              </a:ln>
            </p:spPr>
            <p:txBody>
              <a:bodyPr/>
              <a:lstStyle/>
              <a:p>
                <a:endParaRPr lang="es-419" noProof="0" dirty="0"/>
              </a:p>
            </p:txBody>
          </p:sp>
          <p:sp>
            <p:nvSpPr>
              <p:cNvPr id="103" name="Forma libre: forma 102">
                <a:extLst>
                  <a:ext uri="{FF2B5EF4-FFF2-40B4-BE49-F238E27FC236}">
                    <a16:creationId xmlns:a16="http://schemas.microsoft.com/office/drawing/2014/main" id="{3D95470C-5379-96E3-AF21-14012828CA6B}"/>
                  </a:ext>
                </a:extLst>
              </p:cNvPr>
              <p:cNvSpPr/>
              <p:nvPr/>
            </p:nvSpPr>
            <p:spPr>
              <a:xfrm>
                <a:off x="576294" y="1689525"/>
                <a:ext cx="15348" cy="20423"/>
              </a:xfrm>
              <a:custGeom>
                <a:avLst/>
                <a:gdLst>
                  <a:gd name="csX0" fmla="*/ 0 w 15348"/>
                  <a:gd name="csY0" fmla="*/ 17942 h 20423"/>
                  <a:gd name="csX1" fmla="*/ 11683 w 15348"/>
                  <a:gd name="csY1" fmla="*/ 0 h 20423"/>
                  <a:gd name="csX2" fmla="*/ 8918 w 15348"/>
                  <a:gd name="csY2" fmla="*/ 14081 h 20423"/>
                  <a:gd name="csX3" fmla="*/ 0 w 15348"/>
                  <a:gd name="csY3" fmla="*/ 17942 h 20423"/>
                </a:gdLst>
                <a:ahLst/>
                <a:cxnLst>
                  <a:cxn ang="0">
                    <a:pos x="csX0" y="csY0"/>
                  </a:cxn>
                  <a:cxn ang="0">
                    <a:pos x="csX1" y="csY1"/>
                  </a:cxn>
                  <a:cxn ang="0">
                    <a:pos x="csX2" y="csY2"/>
                  </a:cxn>
                  <a:cxn ang="0">
                    <a:pos x="csX3" y="csY3"/>
                  </a:cxn>
                </a:cxnLst>
                <a:rect l="l" t="t" r="r" b="b"/>
                <a:pathLst>
                  <a:path w="15348" h="20423">
                    <a:moveTo>
                      <a:pt x="0" y="17942"/>
                    </a:moveTo>
                    <a:cubicBezTo>
                      <a:pt x="0" y="12328"/>
                      <a:pt x="8027" y="0"/>
                      <a:pt x="11683" y="0"/>
                    </a:cubicBezTo>
                    <a:cubicBezTo>
                      <a:pt x="17539" y="0"/>
                      <a:pt x="16205" y="6793"/>
                      <a:pt x="8918" y="14081"/>
                    </a:cubicBezTo>
                    <a:cubicBezTo>
                      <a:pt x="1711" y="21287"/>
                      <a:pt x="0" y="22028"/>
                      <a:pt x="0" y="17942"/>
                    </a:cubicBezTo>
                    <a:close/>
                  </a:path>
                </a:pathLst>
              </a:custGeom>
              <a:solidFill>
                <a:srgbClr val="B9B9B9"/>
              </a:solidFill>
              <a:ln w="5163" cap="flat">
                <a:noFill/>
                <a:prstDash val="solid"/>
                <a:miter/>
              </a:ln>
            </p:spPr>
            <p:txBody>
              <a:bodyPr/>
              <a:lstStyle/>
              <a:p>
                <a:endParaRPr lang="es-419" noProof="0" dirty="0"/>
              </a:p>
            </p:txBody>
          </p:sp>
        </p:grpSp>
        <p:sp>
          <p:nvSpPr>
            <p:cNvPr id="104" name="Forma libre: forma 103">
              <a:extLst>
                <a:ext uri="{FF2B5EF4-FFF2-40B4-BE49-F238E27FC236}">
                  <a16:creationId xmlns:a16="http://schemas.microsoft.com/office/drawing/2014/main" id="{58542F45-5653-1549-E84A-57659ECBA092}"/>
                </a:ext>
              </a:extLst>
            </p:cNvPr>
            <p:cNvSpPr/>
            <p:nvPr/>
          </p:nvSpPr>
          <p:spPr>
            <a:xfrm>
              <a:off x="516921" y="1569184"/>
              <a:ext cx="5162" cy="6756"/>
            </a:xfrm>
            <a:custGeom>
              <a:avLst/>
              <a:gdLst>
                <a:gd name="csX0" fmla="*/ 0 w 5162"/>
                <a:gd name="csY0" fmla="*/ 2732 h 6756"/>
                <a:gd name="csX1" fmla="*/ 2581 w 5162"/>
                <a:gd name="csY1" fmla="*/ 303 h 6756"/>
                <a:gd name="csX2" fmla="*/ 5163 w 5162"/>
                <a:gd name="csY2" fmla="*/ 4328 h 6756"/>
                <a:gd name="csX3" fmla="*/ 2581 w 5162"/>
                <a:gd name="csY3" fmla="*/ 6757 h 6756"/>
                <a:gd name="csX4" fmla="*/ 0 w 5162"/>
                <a:gd name="csY4" fmla="*/ 2732 h 6756"/>
              </a:gdLst>
              <a:ahLst/>
              <a:cxnLst>
                <a:cxn ang="0">
                  <a:pos x="csX0" y="csY0"/>
                </a:cxn>
                <a:cxn ang="0">
                  <a:pos x="csX1" y="csY1"/>
                </a:cxn>
                <a:cxn ang="0">
                  <a:pos x="csX2" y="csY2"/>
                </a:cxn>
                <a:cxn ang="0">
                  <a:pos x="csX3" y="csY3"/>
                </a:cxn>
                <a:cxn ang="0">
                  <a:pos x="csX4" y="csY4"/>
                </a:cxn>
              </a:cxnLst>
              <a:rect l="l" t="t" r="r" b="b"/>
              <a:pathLst>
                <a:path w="5162" h="6756">
                  <a:moveTo>
                    <a:pt x="0" y="2732"/>
                  </a:moveTo>
                  <a:cubicBezTo>
                    <a:pt x="0" y="519"/>
                    <a:pt x="1162" y="-574"/>
                    <a:pt x="2581" y="303"/>
                  </a:cubicBezTo>
                  <a:cubicBezTo>
                    <a:pt x="4001" y="1181"/>
                    <a:pt x="5163" y="2992"/>
                    <a:pt x="5163" y="4328"/>
                  </a:cubicBezTo>
                  <a:cubicBezTo>
                    <a:pt x="5163" y="5664"/>
                    <a:pt x="4001" y="6757"/>
                    <a:pt x="2581" y="6757"/>
                  </a:cubicBezTo>
                  <a:cubicBezTo>
                    <a:pt x="1162" y="6757"/>
                    <a:pt x="0" y="4946"/>
                    <a:pt x="0" y="2732"/>
                  </a:cubicBezTo>
                  <a:close/>
                </a:path>
              </a:pathLst>
            </a:custGeom>
            <a:solidFill>
              <a:srgbClr val="B9B9B9"/>
            </a:solidFill>
            <a:ln w="5163" cap="flat">
              <a:noFill/>
              <a:prstDash val="solid"/>
              <a:miter/>
            </a:ln>
          </p:spPr>
          <p:txBody>
            <a:bodyPr/>
            <a:lstStyle/>
            <a:p>
              <a:endParaRPr lang="es-419" noProof="0" dirty="0"/>
            </a:p>
          </p:txBody>
        </p:sp>
      </p:grpSp>
      <p:sp>
        <p:nvSpPr>
          <p:cNvPr id="105" name="Forma libre: forma 104">
            <a:extLst>
              <a:ext uri="{FF2B5EF4-FFF2-40B4-BE49-F238E27FC236}">
                <a16:creationId xmlns:a16="http://schemas.microsoft.com/office/drawing/2014/main" id="{DF01E2B5-17D3-691B-26F3-0D3CDF7F0A56}"/>
              </a:ext>
            </a:extLst>
          </p:cNvPr>
          <p:cNvSpPr/>
          <p:nvPr/>
        </p:nvSpPr>
        <p:spPr>
          <a:xfrm>
            <a:off x="466238" y="1431499"/>
            <a:ext cx="11558" cy="7543"/>
          </a:xfrm>
          <a:custGeom>
            <a:avLst/>
            <a:gdLst>
              <a:gd name="csX0" fmla="*/ 1635 w 11558"/>
              <a:gd name="csY0" fmla="*/ 3752 h 7543"/>
              <a:gd name="csX1" fmla="*/ 8241 w 11558"/>
              <a:gd name="csY1" fmla="*/ 3670 h 7543"/>
              <a:gd name="csX2" fmla="*/ 9050 w 11558"/>
              <a:gd name="csY2" fmla="*/ 7542 h 7543"/>
              <a:gd name="csX3" fmla="*/ 1635 w 11558"/>
              <a:gd name="csY3" fmla="*/ 3752 h 7543"/>
            </a:gdLst>
            <a:ahLst/>
            <a:cxnLst>
              <a:cxn ang="0">
                <a:pos x="csX0" y="csY0"/>
              </a:cxn>
              <a:cxn ang="0">
                <a:pos x="csX1" y="csY1"/>
              </a:cxn>
              <a:cxn ang="0">
                <a:pos x="csX2" y="csY2"/>
              </a:cxn>
              <a:cxn ang="0">
                <a:pos x="csX3" y="csY3"/>
              </a:cxn>
            </a:cxnLst>
            <a:rect l="l" t="t" r="r" b="b"/>
            <a:pathLst>
              <a:path w="11558" h="7543">
                <a:moveTo>
                  <a:pt x="1635" y="3752"/>
                </a:moveTo>
                <a:cubicBezTo>
                  <a:pt x="-2484" y="-1211"/>
                  <a:pt x="1718" y="-1263"/>
                  <a:pt x="8241" y="3670"/>
                </a:cubicBezTo>
                <a:cubicBezTo>
                  <a:pt x="12450" y="6854"/>
                  <a:pt x="12580" y="7473"/>
                  <a:pt x="9050" y="7542"/>
                </a:cubicBezTo>
                <a:cubicBezTo>
                  <a:pt x="6739" y="7587"/>
                  <a:pt x="3403" y="5882"/>
                  <a:pt x="1635" y="3752"/>
                </a:cubicBezTo>
                <a:close/>
              </a:path>
            </a:pathLst>
          </a:custGeom>
          <a:solidFill>
            <a:srgbClr val="B9B9B9"/>
          </a:solidFill>
          <a:ln w="5163" cap="flat">
            <a:noFill/>
            <a:prstDash val="solid"/>
            <a:miter/>
          </a:ln>
        </p:spPr>
        <p:txBody>
          <a:bodyPr/>
          <a:lstStyle/>
          <a:p>
            <a:endParaRPr lang="es-419" noProof="0" dirty="0"/>
          </a:p>
        </p:txBody>
      </p:sp>
      <p:grpSp>
        <p:nvGrpSpPr>
          <p:cNvPr id="106" name="Gráfico 39">
            <a:extLst>
              <a:ext uri="{FF2B5EF4-FFF2-40B4-BE49-F238E27FC236}">
                <a16:creationId xmlns:a16="http://schemas.microsoft.com/office/drawing/2014/main" id="{AFA496F3-09BF-D3B4-91FD-F4019E19120E}"/>
              </a:ext>
            </a:extLst>
          </p:cNvPr>
          <p:cNvGrpSpPr/>
          <p:nvPr/>
        </p:nvGrpSpPr>
        <p:grpSpPr>
          <a:xfrm>
            <a:off x="73152" y="1028824"/>
            <a:ext cx="399884" cy="461679"/>
            <a:chOff x="73152" y="1028824"/>
            <a:chExt cx="399884" cy="461679"/>
          </a:xfrm>
          <a:solidFill>
            <a:srgbClr val="B9B9B9"/>
          </a:solidFill>
        </p:grpSpPr>
        <p:sp>
          <p:nvSpPr>
            <p:cNvPr id="107" name="Forma libre: forma 106">
              <a:extLst>
                <a:ext uri="{FF2B5EF4-FFF2-40B4-BE49-F238E27FC236}">
                  <a16:creationId xmlns:a16="http://schemas.microsoft.com/office/drawing/2014/main" id="{2679BA74-88DE-0233-2FF1-DF4C7B5C40E9}"/>
                </a:ext>
              </a:extLst>
            </p:cNvPr>
            <p:cNvSpPr/>
            <p:nvPr/>
          </p:nvSpPr>
          <p:spPr>
            <a:xfrm>
              <a:off x="176169" y="1028824"/>
              <a:ext cx="296866" cy="461679"/>
            </a:xfrm>
            <a:custGeom>
              <a:avLst/>
              <a:gdLst>
                <a:gd name="csX0" fmla="*/ 234204 w 296866"/>
                <a:gd name="csY0" fmla="*/ 456793 h 461679"/>
                <a:gd name="csX1" fmla="*/ 189641 w 296866"/>
                <a:gd name="csY1" fmla="*/ 451076 h 461679"/>
                <a:gd name="csX2" fmla="*/ 192285 w 296866"/>
                <a:gd name="csY2" fmla="*/ 440463 h 461679"/>
                <a:gd name="csX3" fmla="*/ 192319 w 296866"/>
                <a:gd name="csY3" fmla="*/ 432599 h 461679"/>
                <a:gd name="csX4" fmla="*/ 190826 w 296866"/>
                <a:gd name="csY4" fmla="*/ 424368 h 461679"/>
                <a:gd name="csX5" fmla="*/ 194908 w 296866"/>
                <a:gd name="csY5" fmla="*/ 412652 h 461679"/>
                <a:gd name="csX6" fmla="*/ 188729 w 296866"/>
                <a:gd name="csY6" fmla="*/ 395950 h 461679"/>
                <a:gd name="csX7" fmla="*/ 175616 w 296866"/>
                <a:gd name="csY7" fmla="*/ 376348 h 461679"/>
                <a:gd name="csX8" fmla="*/ 165432 w 296866"/>
                <a:gd name="csY8" fmla="*/ 362612 h 461679"/>
                <a:gd name="csX9" fmla="*/ 157619 w 296866"/>
                <a:gd name="csY9" fmla="*/ 354047 h 461679"/>
                <a:gd name="csX10" fmla="*/ 123850 w 296866"/>
                <a:gd name="csY10" fmla="*/ 312204 h 461679"/>
                <a:gd name="csX11" fmla="*/ 110408 w 296866"/>
                <a:gd name="csY11" fmla="*/ 302524 h 461679"/>
                <a:gd name="csX12" fmla="*/ 90624 w 296866"/>
                <a:gd name="csY12" fmla="*/ 283830 h 461679"/>
                <a:gd name="csX13" fmla="*/ 80025 w 296866"/>
                <a:gd name="csY13" fmla="*/ 265391 h 461679"/>
                <a:gd name="csX14" fmla="*/ 76089 w 296866"/>
                <a:gd name="csY14" fmla="*/ 254455 h 461679"/>
                <a:gd name="csX15" fmla="*/ 73345 w 296866"/>
                <a:gd name="csY15" fmla="*/ 247079 h 461679"/>
                <a:gd name="csX16" fmla="*/ 72109 w 296866"/>
                <a:gd name="csY16" fmla="*/ 214519 h 461679"/>
                <a:gd name="csX17" fmla="*/ 68319 w 296866"/>
                <a:gd name="csY17" fmla="*/ 206510 h 461679"/>
                <a:gd name="csX18" fmla="*/ 67160 w 296866"/>
                <a:gd name="csY18" fmla="*/ 202519 h 461679"/>
                <a:gd name="csX19" fmla="*/ 64536 w 296866"/>
                <a:gd name="csY19" fmla="*/ 206365 h 461679"/>
                <a:gd name="csX20" fmla="*/ 61955 w 296866"/>
                <a:gd name="csY20" fmla="*/ 210237 h 461679"/>
                <a:gd name="csX21" fmla="*/ 59373 w 296866"/>
                <a:gd name="csY21" fmla="*/ 190811 h 461679"/>
                <a:gd name="csX22" fmla="*/ 48569 w 296866"/>
                <a:gd name="csY22" fmla="*/ 154736 h 461679"/>
                <a:gd name="csX23" fmla="*/ 46466 w 296866"/>
                <a:gd name="csY23" fmla="*/ 141789 h 461679"/>
                <a:gd name="csX24" fmla="*/ 38475 w 296866"/>
                <a:gd name="csY24" fmla="*/ 114684 h 461679"/>
                <a:gd name="csX25" fmla="*/ 28150 w 296866"/>
                <a:gd name="csY25" fmla="*/ 99082 h 461679"/>
                <a:gd name="csX26" fmla="*/ 25815 w 296866"/>
                <a:gd name="csY26" fmla="*/ 89273 h 461679"/>
                <a:gd name="csX27" fmla="*/ 22760 w 296866"/>
                <a:gd name="csY27" fmla="*/ 77852 h 461679"/>
                <a:gd name="csX28" fmla="*/ 21512 w 296866"/>
                <a:gd name="csY28" fmla="*/ 72990 h 461679"/>
                <a:gd name="csX29" fmla="*/ 26374 w 296866"/>
                <a:gd name="csY29" fmla="*/ 74238 h 461679"/>
                <a:gd name="csX30" fmla="*/ 33559 w 296866"/>
                <a:gd name="csY30" fmla="*/ 72129 h 461679"/>
                <a:gd name="csX31" fmla="*/ 29687 w 296866"/>
                <a:gd name="csY31" fmla="*/ 66967 h 461679"/>
                <a:gd name="csX32" fmla="*/ 25815 w 296866"/>
                <a:gd name="csY32" fmla="*/ 64277 h 461679"/>
                <a:gd name="csX33" fmla="*/ 20828 w 296866"/>
                <a:gd name="csY33" fmla="*/ 56236 h 461679"/>
                <a:gd name="csX34" fmla="*/ 14159 w 296866"/>
                <a:gd name="csY34" fmla="*/ 40210 h 461679"/>
                <a:gd name="csX35" fmla="*/ 6238 w 296866"/>
                <a:gd name="csY35" fmla="*/ 17321 h 461679"/>
                <a:gd name="csX36" fmla="*/ 0 w 296866"/>
                <a:gd name="csY36" fmla="*/ 2478 h 461679"/>
                <a:gd name="csX37" fmla="*/ 99386 w 296866"/>
                <a:gd name="csY37" fmla="*/ 3758 h 461679"/>
                <a:gd name="csX38" fmla="*/ 191027 w 296866"/>
                <a:gd name="csY38" fmla="*/ 12449 h 461679"/>
                <a:gd name="csX39" fmla="*/ 178059 w 296866"/>
                <a:gd name="csY39" fmla="*/ 27807 h 461679"/>
                <a:gd name="csX40" fmla="*/ 167369 w 296866"/>
                <a:gd name="csY40" fmla="*/ 45725 h 461679"/>
                <a:gd name="csX41" fmla="*/ 163079 w 296866"/>
                <a:gd name="csY41" fmla="*/ 80524 h 461679"/>
                <a:gd name="csX42" fmla="*/ 162631 w 296866"/>
                <a:gd name="csY42" fmla="*/ 83796 h 461679"/>
                <a:gd name="csX43" fmla="*/ 171021 w 296866"/>
                <a:gd name="csY43" fmla="*/ 93315 h 461679"/>
                <a:gd name="csX44" fmla="*/ 173406 w 296866"/>
                <a:gd name="csY44" fmla="*/ 109690 h 461679"/>
                <a:gd name="csX45" fmla="*/ 164850 w 296866"/>
                <a:gd name="csY45" fmla="*/ 145701 h 461679"/>
                <a:gd name="csX46" fmla="*/ 169084 w 296866"/>
                <a:gd name="csY46" fmla="*/ 169291 h 461679"/>
                <a:gd name="csX47" fmla="*/ 171477 w 296866"/>
                <a:gd name="csY47" fmla="*/ 213103 h 461679"/>
                <a:gd name="csX48" fmla="*/ 174210 w 296866"/>
                <a:gd name="csY48" fmla="*/ 257046 h 461679"/>
                <a:gd name="csX49" fmla="*/ 178120 w 296866"/>
                <a:gd name="csY49" fmla="*/ 261958 h 461679"/>
                <a:gd name="csX50" fmla="*/ 182243 w 296866"/>
                <a:gd name="csY50" fmla="*/ 269492 h 461679"/>
                <a:gd name="csX51" fmla="*/ 184937 w 296866"/>
                <a:gd name="csY51" fmla="*/ 277338 h 461679"/>
                <a:gd name="csX52" fmla="*/ 193415 w 296866"/>
                <a:gd name="csY52" fmla="*/ 285510 h 461679"/>
                <a:gd name="csX53" fmla="*/ 199664 w 296866"/>
                <a:gd name="csY53" fmla="*/ 290658 h 461679"/>
                <a:gd name="csX54" fmla="*/ 207927 w 296866"/>
                <a:gd name="csY54" fmla="*/ 300943 h 461679"/>
                <a:gd name="csX55" fmla="*/ 219722 w 296866"/>
                <a:gd name="csY55" fmla="*/ 315205 h 461679"/>
                <a:gd name="csX56" fmla="*/ 234342 w 296866"/>
                <a:gd name="csY56" fmla="*/ 331253 h 461679"/>
                <a:gd name="csX57" fmla="*/ 242348 w 296866"/>
                <a:gd name="csY57" fmla="*/ 342893 h 461679"/>
                <a:gd name="csX58" fmla="*/ 243886 w 296866"/>
                <a:gd name="csY58" fmla="*/ 354430 h 461679"/>
                <a:gd name="csX59" fmla="*/ 242906 w 296866"/>
                <a:gd name="csY59" fmla="*/ 363679 h 461679"/>
                <a:gd name="csX60" fmla="*/ 242638 w 296866"/>
                <a:gd name="csY60" fmla="*/ 372819 h 461679"/>
                <a:gd name="csX61" fmla="*/ 248980 w 296866"/>
                <a:gd name="csY61" fmla="*/ 375191 h 461679"/>
                <a:gd name="csX62" fmla="*/ 256854 w 296866"/>
                <a:gd name="csY62" fmla="*/ 380201 h 461679"/>
                <a:gd name="csX63" fmla="*/ 262017 w 296866"/>
                <a:gd name="csY63" fmla="*/ 385776 h 461679"/>
                <a:gd name="csX64" fmla="*/ 267554 w 296866"/>
                <a:gd name="csY64" fmla="*/ 396801 h 461679"/>
                <a:gd name="csX65" fmla="*/ 281559 w 296866"/>
                <a:gd name="csY65" fmla="*/ 416793 h 461679"/>
                <a:gd name="csX66" fmla="*/ 290755 w 296866"/>
                <a:gd name="csY66" fmla="*/ 428632 h 461679"/>
                <a:gd name="csX67" fmla="*/ 294624 w 296866"/>
                <a:gd name="csY67" fmla="*/ 440196 h 461679"/>
                <a:gd name="csX68" fmla="*/ 296867 w 296866"/>
                <a:gd name="csY68" fmla="*/ 451755 h 461679"/>
                <a:gd name="csX69" fmla="*/ 287186 w 296866"/>
                <a:gd name="csY69" fmla="*/ 461588 h 461679"/>
                <a:gd name="csX70" fmla="*/ 234204 w 296866"/>
                <a:gd name="csY70" fmla="*/ 456793 h 4616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Lst>
              <a:rect l="l" t="t" r="r" b="b"/>
              <a:pathLst>
                <a:path w="296866" h="461679">
                  <a:moveTo>
                    <a:pt x="234204" y="456793"/>
                  </a:moveTo>
                  <a:cubicBezTo>
                    <a:pt x="210389" y="454343"/>
                    <a:pt x="190335" y="451771"/>
                    <a:pt x="189641" y="451076"/>
                  </a:cubicBezTo>
                  <a:cubicBezTo>
                    <a:pt x="188946" y="450382"/>
                    <a:pt x="190136" y="445606"/>
                    <a:pt x="192285" y="440463"/>
                  </a:cubicBezTo>
                  <a:cubicBezTo>
                    <a:pt x="195748" y="432175"/>
                    <a:pt x="195752" y="431281"/>
                    <a:pt x="192319" y="432599"/>
                  </a:cubicBezTo>
                  <a:cubicBezTo>
                    <a:pt x="188021" y="434248"/>
                    <a:pt x="186953" y="428358"/>
                    <a:pt x="190826" y="424368"/>
                  </a:cubicBezTo>
                  <a:cubicBezTo>
                    <a:pt x="192136" y="423019"/>
                    <a:pt x="193972" y="417747"/>
                    <a:pt x="194908" y="412652"/>
                  </a:cubicBezTo>
                  <a:cubicBezTo>
                    <a:pt x="196394" y="404559"/>
                    <a:pt x="195613" y="402447"/>
                    <a:pt x="188729" y="395950"/>
                  </a:cubicBezTo>
                  <a:cubicBezTo>
                    <a:pt x="184395" y="391860"/>
                    <a:pt x="178494" y="383039"/>
                    <a:pt x="175616" y="376348"/>
                  </a:cubicBezTo>
                  <a:cubicBezTo>
                    <a:pt x="172738" y="369658"/>
                    <a:pt x="168155" y="363476"/>
                    <a:pt x="165432" y="362612"/>
                  </a:cubicBezTo>
                  <a:cubicBezTo>
                    <a:pt x="162709" y="361748"/>
                    <a:pt x="159193" y="357894"/>
                    <a:pt x="157619" y="354047"/>
                  </a:cubicBezTo>
                  <a:cubicBezTo>
                    <a:pt x="149821" y="334997"/>
                    <a:pt x="131426" y="312204"/>
                    <a:pt x="123850" y="312204"/>
                  </a:cubicBezTo>
                  <a:cubicBezTo>
                    <a:pt x="121509" y="312204"/>
                    <a:pt x="115460" y="307848"/>
                    <a:pt x="110408" y="302524"/>
                  </a:cubicBezTo>
                  <a:cubicBezTo>
                    <a:pt x="105356" y="297200"/>
                    <a:pt x="96453" y="288788"/>
                    <a:pt x="90624" y="283830"/>
                  </a:cubicBezTo>
                  <a:cubicBezTo>
                    <a:pt x="81794" y="276321"/>
                    <a:pt x="80025" y="273244"/>
                    <a:pt x="80025" y="265391"/>
                  </a:cubicBezTo>
                  <a:cubicBezTo>
                    <a:pt x="80025" y="259326"/>
                    <a:pt x="78622" y="255426"/>
                    <a:pt x="76089" y="254455"/>
                  </a:cubicBezTo>
                  <a:cubicBezTo>
                    <a:pt x="73596" y="253498"/>
                    <a:pt x="72591" y="250794"/>
                    <a:pt x="73345" y="247079"/>
                  </a:cubicBezTo>
                  <a:cubicBezTo>
                    <a:pt x="77548" y="226392"/>
                    <a:pt x="77309" y="220102"/>
                    <a:pt x="72109" y="214519"/>
                  </a:cubicBezTo>
                  <a:cubicBezTo>
                    <a:pt x="69219" y="211417"/>
                    <a:pt x="67513" y="207813"/>
                    <a:pt x="68319" y="206510"/>
                  </a:cubicBezTo>
                  <a:cubicBezTo>
                    <a:pt x="69124" y="205206"/>
                    <a:pt x="68603" y="203410"/>
                    <a:pt x="67160" y="202519"/>
                  </a:cubicBezTo>
                  <a:cubicBezTo>
                    <a:pt x="65698" y="201615"/>
                    <a:pt x="64536" y="203319"/>
                    <a:pt x="64536" y="206365"/>
                  </a:cubicBezTo>
                  <a:cubicBezTo>
                    <a:pt x="64536" y="209372"/>
                    <a:pt x="63375" y="211114"/>
                    <a:pt x="61955" y="210237"/>
                  </a:cubicBezTo>
                  <a:cubicBezTo>
                    <a:pt x="60535" y="209360"/>
                    <a:pt x="59373" y="200618"/>
                    <a:pt x="59373" y="190811"/>
                  </a:cubicBezTo>
                  <a:cubicBezTo>
                    <a:pt x="59373" y="173740"/>
                    <a:pt x="53682" y="154736"/>
                    <a:pt x="48569" y="154736"/>
                  </a:cubicBezTo>
                  <a:cubicBezTo>
                    <a:pt x="47413" y="154736"/>
                    <a:pt x="46466" y="148910"/>
                    <a:pt x="46466" y="141789"/>
                  </a:cubicBezTo>
                  <a:cubicBezTo>
                    <a:pt x="46466" y="132086"/>
                    <a:pt x="44464" y="125296"/>
                    <a:pt x="38475" y="114684"/>
                  </a:cubicBezTo>
                  <a:cubicBezTo>
                    <a:pt x="34080" y="106897"/>
                    <a:pt x="29434" y="99876"/>
                    <a:pt x="28150" y="99082"/>
                  </a:cubicBezTo>
                  <a:cubicBezTo>
                    <a:pt x="26865" y="98289"/>
                    <a:pt x="25815" y="93874"/>
                    <a:pt x="25815" y="89273"/>
                  </a:cubicBezTo>
                  <a:cubicBezTo>
                    <a:pt x="25815" y="84671"/>
                    <a:pt x="24440" y="79532"/>
                    <a:pt x="22760" y="77852"/>
                  </a:cubicBezTo>
                  <a:cubicBezTo>
                    <a:pt x="21080" y="76172"/>
                    <a:pt x="20518" y="73984"/>
                    <a:pt x="21512" y="72990"/>
                  </a:cubicBezTo>
                  <a:cubicBezTo>
                    <a:pt x="22506" y="71996"/>
                    <a:pt x="24694" y="72558"/>
                    <a:pt x="26374" y="74238"/>
                  </a:cubicBezTo>
                  <a:cubicBezTo>
                    <a:pt x="30884" y="78748"/>
                    <a:pt x="33559" y="77963"/>
                    <a:pt x="33559" y="72129"/>
                  </a:cubicBezTo>
                  <a:cubicBezTo>
                    <a:pt x="33559" y="69261"/>
                    <a:pt x="31838" y="66967"/>
                    <a:pt x="29687" y="66967"/>
                  </a:cubicBezTo>
                  <a:cubicBezTo>
                    <a:pt x="27557" y="66967"/>
                    <a:pt x="25815" y="65756"/>
                    <a:pt x="25815" y="64277"/>
                  </a:cubicBezTo>
                  <a:cubicBezTo>
                    <a:pt x="25815" y="62798"/>
                    <a:pt x="23571" y="59179"/>
                    <a:pt x="20828" y="56236"/>
                  </a:cubicBezTo>
                  <a:cubicBezTo>
                    <a:pt x="18086" y="53292"/>
                    <a:pt x="15085" y="46080"/>
                    <a:pt x="14159" y="40210"/>
                  </a:cubicBezTo>
                  <a:cubicBezTo>
                    <a:pt x="13233" y="34339"/>
                    <a:pt x="9669" y="24039"/>
                    <a:pt x="6238" y="17321"/>
                  </a:cubicBezTo>
                  <a:cubicBezTo>
                    <a:pt x="2807" y="10603"/>
                    <a:pt x="0" y="3924"/>
                    <a:pt x="0" y="2478"/>
                  </a:cubicBezTo>
                  <a:cubicBezTo>
                    <a:pt x="0" y="-1152"/>
                    <a:pt x="23478" y="-850"/>
                    <a:pt x="99386" y="3758"/>
                  </a:cubicBezTo>
                  <a:cubicBezTo>
                    <a:pt x="175010" y="8348"/>
                    <a:pt x="191027" y="9867"/>
                    <a:pt x="191027" y="12449"/>
                  </a:cubicBezTo>
                  <a:cubicBezTo>
                    <a:pt x="191027" y="13496"/>
                    <a:pt x="185192" y="20407"/>
                    <a:pt x="178059" y="27807"/>
                  </a:cubicBezTo>
                  <a:cubicBezTo>
                    <a:pt x="167978" y="38266"/>
                    <a:pt x="165598" y="42256"/>
                    <a:pt x="167369" y="45725"/>
                  </a:cubicBezTo>
                  <a:cubicBezTo>
                    <a:pt x="174634" y="59948"/>
                    <a:pt x="171699" y="83751"/>
                    <a:pt x="163079" y="80524"/>
                  </a:cubicBezTo>
                  <a:cubicBezTo>
                    <a:pt x="159180" y="79065"/>
                    <a:pt x="159137" y="79384"/>
                    <a:pt x="162631" y="83796"/>
                  </a:cubicBezTo>
                  <a:cubicBezTo>
                    <a:pt x="164761" y="86485"/>
                    <a:pt x="168536" y="90769"/>
                    <a:pt x="171021" y="93315"/>
                  </a:cubicBezTo>
                  <a:cubicBezTo>
                    <a:pt x="175834" y="98246"/>
                    <a:pt x="176913" y="105657"/>
                    <a:pt x="173406" y="109690"/>
                  </a:cubicBezTo>
                  <a:cubicBezTo>
                    <a:pt x="169336" y="114370"/>
                    <a:pt x="164942" y="132862"/>
                    <a:pt x="164850" y="145701"/>
                  </a:cubicBezTo>
                  <a:cubicBezTo>
                    <a:pt x="164711" y="165107"/>
                    <a:pt x="165194" y="167798"/>
                    <a:pt x="169084" y="169291"/>
                  </a:cubicBezTo>
                  <a:cubicBezTo>
                    <a:pt x="171992" y="170406"/>
                    <a:pt x="172437" y="178546"/>
                    <a:pt x="171477" y="213103"/>
                  </a:cubicBezTo>
                  <a:cubicBezTo>
                    <a:pt x="170471" y="249367"/>
                    <a:pt x="170869" y="255764"/>
                    <a:pt x="174210" y="257046"/>
                  </a:cubicBezTo>
                  <a:cubicBezTo>
                    <a:pt x="176360" y="257871"/>
                    <a:pt x="178120" y="260081"/>
                    <a:pt x="178120" y="261958"/>
                  </a:cubicBezTo>
                  <a:cubicBezTo>
                    <a:pt x="178120" y="263834"/>
                    <a:pt x="179975" y="267225"/>
                    <a:pt x="182243" y="269492"/>
                  </a:cubicBezTo>
                  <a:cubicBezTo>
                    <a:pt x="184511" y="271760"/>
                    <a:pt x="185723" y="275291"/>
                    <a:pt x="184937" y="277338"/>
                  </a:cubicBezTo>
                  <a:cubicBezTo>
                    <a:pt x="183466" y="281172"/>
                    <a:pt x="186953" y="284533"/>
                    <a:pt x="193415" y="285510"/>
                  </a:cubicBezTo>
                  <a:cubicBezTo>
                    <a:pt x="195439" y="285815"/>
                    <a:pt x="198251" y="288132"/>
                    <a:pt x="199664" y="290658"/>
                  </a:cubicBezTo>
                  <a:cubicBezTo>
                    <a:pt x="201078" y="293183"/>
                    <a:pt x="204796" y="297811"/>
                    <a:pt x="207927" y="300943"/>
                  </a:cubicBezTo>
                  <a:cubicBezTo>
                    <a:pt x="211058" y="304074"/>
                    <a:pt x="216366" y="310492"/>
                    <a:pt x="219722" y="315205"/>
                  </a:cubicBezTo>
                  <a:cubicBezTo>
                    <a:pt x="223078" y="319918"/>
                    <a:pt x="229657" y="327140"/>
                    <a:pt x="234342" y="331253"/>
                  </a:cubicBezTo>
                  <a:cubicBezTo>
                    <a:pt x="239027" y="335367"/>
                    <a:pt x="242630" y="340605"/>
                    <a:pt x="242348" y="342893"/>
                  </a:cubicBezTo>
                  <a:cubicBezTo>
                    <a:pt x="242066" y="345182"/>
                    <a:pt x="242758" y="350373"/>
                    <a:pt x="243886" y="354430"/>
                  </a:cubicBezTo>
                  <a:cubicBezTo>
                    <a:pt x="245242" y="359308"/>
                    <a:pt x="244910" y="362440"/>
                    <a:pt x="242906" y="363679"/>
                  </a:cubicBezTo>
                  <a:cubicBezTo>
                    <a:pt x="240669" y="365062"/>
                    <a:pt x="240599" y="367456"/>
                    <a:pt x="242638" y="372819"/>
                  </a:cubicBezTo>
                  <a:cubicBezTo>
                    <a:pt x="245274" y="379752"/>
                    <a:pt x="245565" y="379861"/>
                    <a:pt x="248980" y="375191"/>
                  </a:cubicBezTo>
                  <a:cubicBezTo>
                    <a:pt x="253071" y="369596"/>
                    <a:pt x="256854" y="372003"/>
                    <a:pt x="256854" y="380201"/>
                  </a:cubicBezTo>
                  <a:cubicBezTo>
                    <a:pt x="256854" y="384054"/>
                    <a:pt x="258448" y="385776"/>
                    <a:pt x="262017" y="385776"/>
                  </a:cubicBezTo>
                  <a:cubicBezTo>
                    <a:pt x="266316" y="385777"/>
                    <a:pt x="267243" y="387623"/>
                    <a:pt x="267554" y="396801"/>
                  </a:cubicBezTo>
                  <a:cubicBezTo>
                    <a:pt x="267995" y="409833"/>
                    <a:pt x="271290" y="414537"/>
                    <a:pt x="281559" y="416793"/>
                  </a:cubicBezTo>
                  <a:cubicBezTo>
                    <a:pt x="287964" y="418199"/>
                    <a:pt x="289378" y="420020"/>
                    <a:pt x="290755" y="428632"/>
                  </a:cubicBezTo>
                  <a:cubicBezTo>
                    <a:pt x="291650" y="434230"/>
                    <a:pt x="293391" y="439433"/>
                    <a:pt x="294624" y="440196"/>
                  </a:cubicBezTo>
                  <a:cubicBezTo>
                    <a:pt x="295858" y="440958"/>
                    <a:pt x="296867" y="446160"/>
                    <a:pt x="296867" y="451755"/>
                  </a:cubicBezTo>
                  <a:cubicBezTo>
                    <a:pt x="296867" y="461851"/>
                    <a:pt x="296793" y="461926"/>
                    <a:pt x="287186" y="461588"/>
                  </a:cubicBezTo>
                  <a:cubicBezTo>
                    <a:pt x="281862" y="461400"/>
                    <a:pt x="258020" y="459243"/>
                    <a:pt x="234204" y="456793"/>
                  </a:cubicBezTo>
                  <a:close/>
                </a:path>
              </a:pathLst>
            </a:custGeom>
            <a:solidFill>
              <a:srgbClr val="B9B9B9"/>
            </a:solidFill>
            <a:ln w="5163" cap="flat">
              <a:noFill/>
              <a:prstDash val="solid"/>
              <a:miter/>
            </a:ln>
          </p:spPr>
          <p:txBody>
            <a:bodyPr/>
            <a:lstStyle/>
            <a:p>
              <a:endParaRPr lang="es-419" noProof="0" dirty="0"/>
            </a:p>
          </p:txBody>
        </p:sp>
        <p:sp>
          <p:nvSpPr>
            <p:cNvPr id="108" name="Forma libre: forma 107">
              <a:extLst>
                <a:ext uri="{FF2B5EF4-FFF2-40B4-BE49-F238E27FC236}">
                  <a16:creationId xmlns:a16="http://schemas.microsoft.com/office/drawing/2014/main" id="{EC51E710-3235-2894-74BF-8152DCE83323}"/>
                </a:ext>
              </a:extLst>
            </p:cNvPr>
            <p:cNvSpPr/>
            <p:nvPr/>
          </p:nvSpPr>
          <p:spPr>
            <a:xfrm>
              <a:off x="259777" y="1434618"/>
              <a:ext cx="20905" cy="34765"/>
            </a:xfrm>
            <a:custGeom>
              <a:avLst/>
              <a:gdLst>
                <a:gd name="csX0" fmla="*/ 7343 w 20905"/>
                <a:gd name="csY0" fmla="*/ 31742 h 34765"/>
                <a:gd name="csX1" fmla="*/ 5095 w 20905"/>
                <a:gd name="csY1" fmla="*/ 22712 h 34765"/>
                <a:gd name="csX2" fmla="*/ 11946 w 20905"/>
                <a:gd name="csY2" fmla="*/ 12959 h 34765"/>
                <a:gd name="csX3" fmla="*/ 17992 w 20905"/>
                <a:gd name="csY3" fmla="*/ 1997 h 34765"/>
                <a:gd name="csX4" fmla="*/ 19063 w 20905"/>
                <a:gd name="csY4" fmla="*/ 27093 h 34765"/>
                <a:gd name="csX5" fmla="*/ 7343 w 20905"/>
                <a:gd name="csY5" fmla="*/ 31742 h 34765"/>
              </a:gdLst>
              <a:ahLst/>
              <a:cxnLst>
                <a:cxn ang="0">
                  <a:pos x="csX0" y="csY0"/>
                </a:cxn>
                <a:cxn ang="0">
                  <a:pos x="csX1" y="csY1"/>
                </a:cxn>
                <a:cxn ang="0">
                  <a:pos x="csX2" y="csY2"/>
                </a:cxn>
                <a:cxn ang="0">
                  <a:pos x="csX3" y="csY3"/>
                </a:cxn>
                <a:cxn ang="0">
                  <a:pos x="csX4" y="csY4"/>
                </a:cxn>
                <a:cxn ang="0">
                  <a:pos x="csX5" y="csY5"/>
                </a:cxn>
              </a:cxnLst>
              <a:rect l="l" t="t" r="r" b="b"/>
              <a:pathLst>
                <a:path w="20905" h="34765">
                  <a:moveTo>
                    <a:pt x="7343" y="31742"/>
                  </a:moveTo>
                  <a:cubicBezTo>
                    <a:pt x="-1878" y="26647"/>
                    <a:pt x="-2170" y="25474"/>
                    <a:pt x="5095" y="22712"/>
                  </a:cubicBezTo>
                  <a:cubicBezTo>
                    <a:pt x="10179" y="20779"/>
                    <a:pt x="11916" y="18306"/>
                    <a:pt x="11946" y="12959"/>
                  </a:cubicBezTo>
                  <a:cubicBezTo>
                    <a:pt x="11996" y="3833"/>
                    <a:pt x="16177" y="-3749"/>
                    <a:pt x="17992" y="1997"/>
                  </a:cubicBezTo>
                  <a:cubicBezTo>
                    <a:pt x="21527" y="13191"/>
                    <a:pt x="21797" y="19522"/>
                    <a:pt x="19063" y="27093"/>
                  </a:cubicBezTo>
                  <a:cubicBezTo>
                    <a:pt x="15722" y="36343"/>
                    <a:pt x="15691" y="36355"/>
                    <a:pt x="7343" y="31742"/>
                  </a:cubicBezTo>
                  <a:close/>
                </a:path>
              </a:pathLst>
            </a:custGeom>
            <a:solidFill>
              <a:srgbClr val="B9B9B9"/>
            </a:solidFill>
            <a:ln w="5163" cap="flat">
              <a:noFill/>
              <a:prstDash val="solid"/>
              <a:miter/>
            </a:ln>
          </p:spPr>
          <p:txBody>
            <a:bodyPr/>
            <a:lstStyle/>
            <a:p>
              <a:endParaRPr lang="es-419" noProof="0" dirty="0"/>
            </a:p>
          </p:txBody>
        </p:sp>
        <p:sp>
          <p:nvSpPr>
            <p:cNvPr id="109" name="Forma libre: forma 108">
              <a:extLst>
                <a:ext uri="{FF2B5EF4-FFF2-40B4-BE49-F238E27FC236}">
                  <a16:creationId xmlns:a16="http://schemas.microsoft.com/office/drawing/2014/main" id="{F77FC485-4801-0A00-7808-B9C25AAFD561}"/>
                </a:ext>
              </a:extLst>
            </p:cNvPr>
            <p:cNvSpPr/>
            <p:nvPr/>
          </p:nvSpPr>
          <p:spPr>
            <a:xfrm>
              <a:off x="73152" y="1375664"/>
              <a:ext cx="14357" cy="42577"/>
            </a:xfrm>
            <a:custGeom>
              <a:avLst/>
              <a:gdLst>
                <a:gd name="csX0" fmla="*/ 7495 w 14357"/>
                <a:gd name="csY0" fmla="*/ 37645 h 42577"/>
                <a:gd name="csX1" fmla="*/ 3632 w 14357"/>
                <a:gd name="csY1" fmla="*/ 24738 h 42577"/>
                <a:gd name="csX2" fmla="*/ 3632 w 14357"/>
                <a:gd name="csY2" fmla="*/ 1505 h 42577"/>
                <a:gd name="csX3" fmla="*/ 7504 w 14357"/>
                <a:gd name="csY3" fmla="*/ 6137 h 42577"/>
                <a:gd name="csX4" fmla="*/ 10146 w 14357"/>
                <a:gd name="csY4" fmla="*/ 14863 h 42577"/>
                <a:gd name="csX5" fmla="*/ 11643 w 14357"/>
                <a:gd name="csY5" fmla="*/ 38936 h 42577"/>
                <a:gd name="csX6" fmla="*/ 7495 w 14357"/>
                <a:gd name="csY6" fmla="*/ 37645 h 42577"/>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4357" h="42577">
                  <a:moveTo>
                    <a:pt x="7495" y="37645"/>
                  </a:moveTo>
                  <a:cubicBezTo>
                    <a:pt x="7399" y="34096"/>
                    <a:pt x="5661" y="28288"/>
                    <a:pt x="3632" y="24738"/>
                  </a:cubicBezTo>
                  <a:cubicBezTo>
                    <a:pt x="-1211" y="16267"/>
                    <a:pt x="-1211" y="5524"/>
                    <a:pt x="3632" y="1505"/>
                  </a:cubicBezTo>
                  <a:cubicBezTo>
                    <a:pt x="6929" y="-1232"/>
                    <a:pt x="7504" y="-544"/>
                    <a:pt x="7504" y="6137"/>
                  </a:cubicBezTo>
                  <a:cubicBezTo>
                    <a:pt x="7504" y="10452"/>
                    <a:pt x="8693" y="14378"/>
                    <a:pt x="10146" y="14863"/>
                  </a:cubicBezTo>
                  <a:cubicBezTo>
                    <a:pt x="14898" y="16447"/>
                    <a:pt x="15948" y="33343"/>
                    <a:pt x="11643" y="38936"/>
                  </a:cubicBezTo>
                  <a:cubicBezTo>
                    <a:pt x="7745" y="44000"/>
                    <a:pt x="7665" y="43975"/>
                    <a:pt x="7495" y="37645"/>
                  </a:cubicBezTo>
                  <a:close/>
                </a:path>
              </a:pathLst>
            </a:custGeom>
            <a:solidFill>
              <a:srgbClr val="B9B9B9"/>
            </a:solidFill>
            <a:ln w="5163" cap="flat">
              <a:noFill/>
              <a:prstDash val="solid"/>
              <a:miter/>
            </a:ln>
          </p:spPr>
          <p:txBody>
            <a:bodyPr/>
            <a:lstStyle/>
            <a:p>
              <a:endParaRPr lang="es-419" noProof="0" dirty="0"/>
            </a:p>
          </p:txBody>
        </p:sp>
        <p:sp>
          <p:nvSpPr>
            <p:cNvPr id="110" name="Forma libre: forma 109">
              <a:extLst>
                <a:ext uri="{FF2B5EF4-FFF2-40B4-BE49-F238E27FC236}">
                  <a16:creationId xmlns:a16="http://schemas.microsoft.com/office/drawing/2014/main" id="{4C423189-0641-1F0C-88CE-29F1F1663FDA}"/>
                </a:ext>
              </a:extLst>
            </p:cNvPr>
            <p:cNvSpPr/>
            <p:nvPr/>
          </p:nvSpPr>
          <p:spPr>
            <a:xfrm>
              <a:off x="420547" y="1341567"/>
              <a:ext cx="36589" cy="57857"/>
            </a:xfrm>
            <a:custGeom>
              <a:avLst/>
              <a:gdLst>
                <a:gd name="csX0" fmla="*/ 24033 w 36589"/>
                <a:gd name="csY0" fmla="*/ 48231 h 57857"/>
                <a:gd name="csX1" fmla="*/ 8875 w 36589"/>
                <a:gd name="csY1" fmla="*/ 31730 h 57857"/>
                <a:gd name="csX2" fmla="*/ 2815 w 36589"/>
                <a:gd name="csY2" fmla="*/ 140 h 57857"/>
                <a:gd name="csX3" fmla="*/ 18571 w 36589"/>
                <a:gd name="csY3" fmla="*/ 17532 h 57857"/>
                <a:gd name="csX4" fmla="*/ 26156 w 36589"/>
                <a:gd name="csY4" fmla="*/ 27858 h 57857"/>
                <a:gd name="csX5" fmla="*/ 32361 w 36589"/>
                <a:gd name="csY5" fmla="*/ 36599 h 57857"/>
                <a:gd name="csX6" fmla="*/ 34380 w 36589"/>
                <a:gd name="csY6" fmla="*/ 51018 h 57857"/>
                <a:gd name="csX7" fmla="*/ 24033 w 36589"/>
                <a:gd name="csY7" fmla="*/ 48231 h 578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6589" h="57857">
                  <a:moveTo>
                    <a:pt x="24033" y="48231"/>
                  </a:moveTo>
                  <a:cubicBezTo>
                    <a:pt x="18251" y="41995"/>
                    <a:pt x="11430" y="34569"/>
                    <a:pt x="8875" y="31730"/>
                  </a:cubicBezTo>
                  <a:cubicBezTo>
                    <a:pt x="870" y="22831"/>
                    <a:pt x="-3051" y="2391"/>
                    <a:pt x="2815" y="140"/>
                  </a:cubicBezTo>
                  <a:cubicBezTo>
                    <a:pt x="7073" y="-1494"/>
                    <a:pt x="18931" y="11596"/>
                    <a:pt x="18571" y="17532"/>
                  </a:cubicBezTo>
                  <a:cubicBezTo>
                    <a:pt x="18043" y="26212"/>
                    <a:pt x="19252" y="27858"/>
                    <a:pt x="26156" y="27858"/>
                  </a:cubicBezTo>
                  <a:cubicBezTo>
                    <a:pt x="32848" y="27858"/>
                    <a:pt x="33306" y="28504"/>
                    <a:pt x="32361" y="36599"/>
                  </a:cubicBezTo>
                  <a:cubicBezTo>
                    <a:pt x="31800" y="41406"/>
                    <a:pt x="32708" y="47895"/>
                    <a:pt x="34380" y="51018"/>
                  </a:cubicBezTo>
                  <a:cubicBezTo>
                    <a:pt x="39819" y="61181"/>
                    <a:pt x="34782" y="59825"/>
                    <a:pt x="24033" y="48231"/>
                  </a:cubicBezTo>
                  <a:close/>
                </a:path>
              </a:pathLst>
            </a:custGeom>
            <a:solidFill>
              <a:srgbClr val="B9B9B9"/>
            </a:solidFill>
            <a:ln w="5163" cap="flat">
              <a:noFill/>
              <a:prstDash val="solid"/>
              <a:miter/>
            </a:ln>
          </p:spPr>
          <p:txBody>
            <a:bodyPr/>
            <a:lstStyle/>
            <a:p>
              <a:endParaRPr lang="es-419" noProof="0" dirty="0"/>
            </a:p>
          </p:txBody>
        </p:sp>
      </p:grpSp>
      <p:grpSp>
        <p:nvGrpSpPr>
          <p:cNvPr id="111" name="Gráfico 39">
            <a:extLst>
              <a:ext uri="{FF2B5EF4-FFF2-40B4-BE49-F238E27FC236}">
                <a16:creationId xmlns:a16="http://schemas.microsoft.com/office/drawing/2014/main" id="{1611FFF3-E442-FB6C-F9C9-1A3E05AD294F}"/>
              </a:ext>
            </a:extLst>
          </p:cNvPr>
          <p:cNvGrpSpPr/>
          <p:nvPr/>
        </p:nvGrpSpPr>
        <p:grpSpPr>
          <a:xfrm>
            <a:off x="347681" y="1057339"/>
            <a:ext cx="481325" cy="621418"/>
            <a:chOff x="347681" y="1057339"/>
            <a:chExt cx="481325" cy="621418"/>
          </a:xfrm>
          <a:solidFill>
            <a:srgbClr val="B9B9B9"/>
          </a:solidFill>
        </p:grpSpPr>
        <p:grpSp>
          <p:nvGrpSpPr>
            <p:cNvPr id="112" name="Gráfico 39">
              <a:extLst>
                <a:ext uri="{FF2B5EF4-FFF2-40B4-BE49-F238E27FC236}">
                  <a16:creationId xmlns:a16="http://schemas.microsoft.com/office/drawing/2014/main" id="{92939AF1-2523-E5CE-7A1D-B1E9034099E6}"/>
                </a:ext>
              </a:extLst>
            </p:cNvPr>
            <p:cNvGrpSpPr/>
            <p:nvPr/>
          </p:nvGrpSpPr>
          <p:grpSpPr>
            <a:xfrm>
              <a:off x="492211" y="1384222"/>
              <a:ext cx="33498" cy="51895"/>
              <a:chOff x="492211" y="1384222"/>
              <a:chExt cx="33498" cy="51895"/>
            </a:xfrm>
            <a:solidFill>
              <a:srgbClr val="B9B9B9"/>
            </a:solidFill>
          </p:grpSpPr>
          <p:sp>
            <p:nvSpPr>
              <p:cNvPr id="113" name="Forma libre: forma 112">
                <a:extLst>
                  <a:ext uri="{FF2B5EF4-FFF2-40B4-BE49-F238E27FC236}">
                    <a16:creationId xmlns:a16="http://schemas.microsoft.com/office/drawing/2014/main" id="{FA5694CC-99F6-4ACB-4B60-E3FF7C231015}"/>
                  </a:ext>
                </a:extLst>
              </p:cNvPr>
              <p:cNvSpPr/>
              <p:nvPr/>
            </p:nvSpPr>
            <p:spPr>
              <a:xfrm>
                <a:off x="492211" y="1428798"/>
                <a:ext cx="6246" cy="7319"/>
              </a:xfrm>
              <a:custGeom>
                <a:avLst/>
                <a:gdLst>
                  <a:gd name="csX0" fmla="*/ 460 w 6246"/>
                  <a:gd name="csY0" fmla="*/ 4088 h 7319"/>
                  <a:gd name="csX1" fmla="*/ 4549 w 6246"/>
                  <a:gd name="csY1" fmla="*/ 0 h 7319"/>
                  <a:gd name="csX2" fmla="*/ 1959 w 6246"/>
                  <a:gd name="csY2" fmla="*/ 7153 h 7319"/>
                  <a:gd name="csX3" fmla="*/ 460 w 6246"/>
                  <a:gd name="csY3" fmla="*/ 4088 h 7319"/>
                </a:gdLst>
                <a:ahLst/>
                <a:cxnLst>
                  <a:cxn ang="0">
                    <a:pos x="csX0" y="csY0"/>
                  </a:cxn>
                  <a:cxn ang="0">
                    <a:pos x="csX1" y="csY1"/>
                  </a:cxn>
                  <a:cxn ang="0">
                    <a:pos x="csX2" y="csY2"/>
                  </a:cxn>
                  <a:cxn ang="0">
                    <a:pos x="csX3" y="csY3"/>
                  </a:cxn>
                </a:cxnLst>
                <a:rect l="l" t="t" r="r" b="b"/>
                <a:pathLst>
                  <a:path w="6246" h="7319">
                    <a:moveTo>
                      <a:pt x="460" y="4088"/>
                    </a:moveTo>
                    <a:cubicBezTo>
                      <a:pt x="1323" y="1840"/>
                      <a:pt x="3163" y="0"/>
                      <a:pt x="4549" y="0"/>
                    </a:cubicBezTo>
                    <a:cubicBezTo>
                      <a:pt x="7942" y="0"/>
                      <a:pt x="5818" y="5867"/>
                      <a:pt x="1959" y="7153"/>
                    </a:cubicBezTo>
                    <a:cubicBezTo>
                      <a:pt x="72" y="7782"/>
                      <a:pt x="-505" y="6602"/>
                      <a:pt x="460" y="4088"/>
                    </a:cubicBezTo>
                    <a:close/>
                  </a:path>
                </a:pathLst>
              </a:custGeom>
              <a:solidFill>
                <a:srgbClr val="B9B9B9"/>
              </a:solidFill>
              <a:ln w="5163" cap="flat">
                <a:noFill/>
                <a:prstDash val="solid"/>
                <a:miter/>
              </a:ln>
            </p:spPr>
            <p:txBody>
              <a:bodyPr/>
              <a:lstStyle/>
              <a:p>
                <a:endParaRPr lang="es-419" noProof="0" dirty="0"/>
              </a:p>
            </p:txBody>
          </p:sp>
          <p:sp>
            <p:nvSpPr>
              <p:cNvPr id="114" name="Forma libre: forma 113">
                <a:extLst>
                  <a:ext uri="{FF2B5EF4-FFF2-40B4-BE49-F238E27FC236}">
                    <a16:creationId xmlns:a16="http://schemas.microsoft.com/office/drawing/2014/main" id="{DC609444-01DB-D962-29C4-B9D467B940A5}"/>
                  </a:ext>
                </a:extLst>
              </p:cNvPr>
              <p:cNvSpPr/>
              <p:nvPr/>
            </p:nvSpPr>
            <p:spPr>
              <a:xfrm>
                <a:off x="495379" y="1384222"/>
                <a:ext cx="30331" cy="44105"/>
              </a:xfrm>
              <a:custGeom>
                <a:avLst/>
                <a:gdLst>
                  <a:gd name="csX0" fmla="*/ 10578 w 30331"/>
                  <a:gd name="csY0" fmla="*/ 40845 h 44105"/>
                  <a:gd name="csX1" fmla="*/ 3426 w 30331"/>
                  <a:gd name="csY1" fmla="*/ 27268 h 44105"/>
                  <a:gd name="csX2" fmla="*/ 8634 w 30331"/>
                  <a:gd name="csY2" fmla="*/ 13316 h 44105"/>
                  <a:gd name="csX3" fmla="*/ 25629 w 30331"/>
                  <a:gd name="csY3" fmla="*/ 1695 h 44105"/>
                  <a:gd name="csX4" fmla="*/ 27283 w 30331"/>
                  <a:gd name="csY4" fmla="*/ 34769 h 44105"/>
                  <a:gd name="csX5" fmla="*/ 10578 w 30331"/>
                  <a:gd name="csY5" fmla="*/ 40845 h 44105"/>
                </a:gdLst>
                <a:ahLst/>
                <a:cxnLst>
                  <a:cxn ang="0">
                    <a:pos x="csX0" y="csY0"/>
                  </a:cxn>
                  <a:cxn ang="0">
                    <a:pos x="csX1" y="csY1"/>
                  </a:cxn>
                  <a:cxn ang="0">
                    <a:pos x="csX2" y="csY2"/>
                  </a:cxn>
                  <a:cxn ang="0">
                    <a:pos x="csX3" y="csY3"/>
                  </a:cxn>
                  <a:cxn ang="0">
                    <a:pos x="csX4" y="csY4"/>
                  </a:cxn>
                  <a:cxn ang="0">
                    <a:pos x="csX5" y="csY5"/>
                  </a:cxn>
                </a:cxnLst>
                <a:rect l="l" t="t" r="r" b="b"/>
                <a:pathLst>
                  <a:path w="30331" h="44105">
                    <a:moveTo>
                      <a:pt x="10578" y="40845"/>
                    </a:moveTo>
                    <a:cubicBezTo>
                      <a:pt x="-1917" y="34327"/>
                      <a:pt x="-2001" y="34167"/>
                      <a:pt x="3426" y="27268"/>
                    </a:cubicBezTo>
                    <a:cubicBezTo>
                      <a:pt x="6291" y="23626"/>
                      <a:pt x="8634" y="17348"/>
                      <a:pt x="8634" y="13316"/>
                    </a:cubicBezTo>
                    <a:cubicBezTo>
                      <a:pt x="8634" y="4586"/>
                      <a:pt x="20679" y="-3650"/>
                      <a:pt x="25629" y="1695"/>
                    </a:cubicBezTo>
                    <a:cubicBezTo>
                      <a:pt x="31123" y="7627"/>
                      <a:pt x="31970" y="24580"/>
                      <a:pt x="27283" y="34769"/>
                    </a:cubicBezTo>
                    <a:cubicBezTo>
                      <a:pt x="22315" y="45567"/>
                      <a:pt x="20734" y="46142"/>
                      <a:pt x="10578" y="40845"/>
                    </a:cubicBezTo>
                    <a:close/>
                  </a:path>
                </a:pathLst>
              </a:custGeom>
              <a:solidFill>
                <a:srgbClr val="B9B9B9"/>
              </a:solidFill>
              <a:ln w="5163" cap="flat">
                <a:noFill/>
                <a:prstDash val="solid"/>
                <a:miter/>
              </a:ln>
            </p:spPr>
            <p:txBody>
              <a:bodyPr/>
              <a:lstStyle/>
              <a:p>
                <a:endParaRPr lang="es-419" noProof="0" dirty="0"/>
              </a:p>
            </p:txBody>
          </p:sp>
        </p:grpSp>
        <p:grpSp>
          <p:nvGrpSpPr>
            <p:cNvPr id="115" name="Gráfico 39">
              <a:extLst>
                <a:ext uri="{FF2B5EF4-FFF2-40B4-BE49-F238E27FC236}">
                  <a16:creationId xmlns:a16="http://schemas.microsoft.com/office/drawing/2014/main" id="{0943F49E-9717-9C58-C8EA-9593F93B74DF}"/>
                </a:ext>
              </a:extLst>
            </p:cNvPr>
            <p:cNvGrpSpPr/>
            <p:nvPr/>
          </p:nvGrpSpPr>
          <p:grpSpPr>
            <a:xfrm>
              <a:off x="347681" y="1057339"/>
              <a:ext cx="481325" cy="621418"/>
              <a:chOff x="347681" y="1057339"/>
              <a:chExt cx="481325" cy="621418"/>
            </a:xfrm>
            <a:solidFill>
              <a:srgbClr val="B9B9B9"/>
            </a:solidFill>
          </p:grpSpPr>
          <p:sp>
            <p:nvSpPr>
              <p:cNvPr id="116" name="Forma libre: forma 115">
                <a:extLst>
                  <a:ext uri="{FF2B5EF4-FFF2-40B4-BE49-F238E27FC236}">
                    <a16:creationId xmlns:a16="http://schemas.microsoft.com/office/drawing/2014/main" id="{31986520-2CFF-73DD-468C-D61549598228}"/>
                  </a:ext>
                </a:extLst>
              </p:cNvPr>
              <p:cNvSpPr/>
              <p:nvPr/>
            </p:nvSpPr>
            <p:spPr>
              <a:xfrm>
                <a:off x="347681" y="1057339"/>
                <a:ext cx="481325" cy="621418"/>
              </a:xfrm>
              <a:custGeom>
                <a:avLst/>
                <a:gdLst>
                  <a:gd name="csX0" fmla="*/ 392709 w 481325"/>
                  <a:gd name="csY0" fmla="*/ 609477 h 621418"/>
                  <a:gd name="csX1" fmla="*/ 388957 w 481325"/>
                  <a:gd name="csY1" fmla="*/ 594848 h 621418"/>
                  <a:gd name="csX2" fmla="*/ 382520 w 481325"/>
                  <a:gd name="csY2" fmla="*/ 582680 h 621418"/>
                  <a:gd name="csX3" fmla="*/ 381003 w 481325"/>
                  <a:gd name="csY3" fmla="*/ 575394 h 621418"/>
                  <a:gd name="csX4" fmla="*/ 376772 w 481325"/>
                  <a:gd name="csY4" fmla="*/ 573517 h 621418"/>
                  <a:gd name="csX5" fmla="*/ 372471 w 481325"/>
                  <a:gd name="csY5" fmla="*/ 575078 h 621418"/>
                  <a:gd name="csX6" fmla="*/ 371638 w 481325"/>
                  <a:gd name="csY6" fmla="*/ 577600 h 621418"/>
                  <a:gd name="csX7" fmla="*/ 373727 w 481325"/>
                  <a:gd name="csY7" fmla="*/ 583138 h 621418"/>
                  <a:gd name="csX8" fmla="*/ 369193 w 481325"/>
                  <a:gd name="csY8" fmla="*/ 580381 h 621418"/>
                  <a:gd name="csX9" fmla="*/ 364289 w 481325"/>
                  <a:gd name="csY9" fmla="*/ 578851 h 621418"/>
                  <a:gd name="csX10" fmla="*/ 358202 w 481325"/>
                  <a:gd name="csY10" fmla="*/ 578294 h 621418"/>
                  <a:gd name="csX11" fmla="*/ 344811 w 481325"/>
                  <a:gd name="csY11" fmla="*/ 546998 h 621418"/>
                  <a:gd name="csX12" fmla="*/ 347360 w 481325"/>
                  <a:gd name="csY12" fmla="*/ 544424 h 621418"/>
                  <a:gd name="csX13" fmla="*/ 329284 w 481325"/>
                  <a:gd name="csY13" fmla="*/ 536840 h 621418"/>
                  <a:gd name="csX14" fmla="*/ 312504 w 481325"/>
                  <a:gd name="csY14" fmla="*/ 531378 h 621418"/>
                  <a:gd name="csX15" fmla="*/ 299274 w 481325"/>
                  <a:gd name="csY15" fmla="*/ 523870 h 621418"/>
                  <a:gd name="csX16" fmla="*/ 298267 w 481325"/>
                  <a:gd name="csY16" fmla="*/ 519838 h 621418"/>
                  <a:gd name="csX17" fmla="*/ 294146 w 481325"/>
                  <a:gd name="csY17" fmla="*/ 506308 h 621418"/>
                  <a:gd name="csX18" fmla="*/ 290635 w 481325"/>
                  <a:gd name="csY18" fmla="*/ 495822 h 621418"/>
                  <a:gd name="csX19" fmla="*/ 290295 w 481325"/>
                  <a:gd name="csY19" fmla="*/ 485043 h 621418"/>
                  <a:gd name="csX20" fmla="*/ 292460 w 481325"/>
                  <a:gd name="csY20" fmla="*/ 479235 h 621418"/>
                  <a:gd name="csX21" fmla="*/ 293954 w 481325"/>
                  <a:gd name="csY21" fmla="*/ 469554 h 621418"/>
                  <a:gd name="csX22" fmla="*/ 288754 w 481325"/>
                  <a:gd name="csY22" fmla="*/ 460702 h 621418"/>
                  <a:gd name="csX23" fmla="*/ 283583 w 481325"/>
                  <a:gd name="csY23" fmla="*/ 460065 h 621418"/>
                  <a:gd name="csX24" fmla="*/ 278874 w 481325"/>
                  <a:gd name="csY24" fmla="*/ 460231 h 621418"/>
                  <a:gd name="csX25" fmla="*/ 272498 w 481325"/>
                  <a:gd name="csY25" fmla="*/ 449744 h 621418"/>
                  <a:gd name="csX26" fmla="*/ 269740 w 481325"/>
                  <a:gd name="csY26" fmla="*/ 445139 h 621418"/>
                  <a:gd name="csX27" fmla="*/ 268211 w 481325"/>
                  <a:gd name="csY27" fmla="*/ 450043 h 621418"/>
                  <a:gd name="csX28" fmla="*/ 267044 w 481325"/>
                  <a:gd name="csY28" fmla="*/ 456881 h 621418"/>
                  <a:gd name="csX29" fmla="*/ 259538 w 481325"/>
                  <a:gd name="csY29" fmla="*/ 454425 h 621418"/>
                  <a:gd name="csX30" fmla="*/ 254428 w 481325"/>
                  <a:gd name="csY30" fmla="*/ 444654 h 621418"/>
                  <a:gd name="csX31" fmla="*/ 249421 w 481325"/>
                  <a:gd name="csY31" fmla="*/ 443656 h 621418"/>
                  <a:gd name="csX32" fmla="*/ 238700 w 481325"/>
                  <a:gd name="csY32" fmla="*/ 428558 h 621418"/>
                  <a:gd name="csX33" fmla="*/ 224166 w 481325"/>
                  <a:gd name="csY33" fmla="*/ 409935 h 621418"/>
                  <a:gd name="csX34" fmla="*/ 213124 w 481325"/>
                  <a:gd name="csY34" fmla="*/ 401065 h 621418"/>
                  <a:gd name="csX35" fmla="*/ 206671 w 481325"/>
                  <a:gd name="csY35" fmla="*/ 388468 h 621418"/>
                  <a:gd name="csX36" fmla="*/ 204242 w 481325"/>
                  <a:gd name="csY36" fmla="*/ 374041 h 621418"/>
                  <a:gd name="csX37" fmla="*/ 206562 w 481325"/>
                  <a:gd name="csY37" fmla="*/ 371283 h 621418"/>
                  <a:gd name="csX38" fmla="*/ 201394 w 481325"/>
                  <a:gd name="csY38" fmla="*/ 369855 h 621418"/>
                  <a:gd name="csX39" fmla="*/ 181743 w 481325"/>
                  <a:gd name="csY39" fmla="*/ 350072 h 621418"/>
                  <a:gd name="csX40" fmla="*/ 180840 w 481325"/>
                  <a:gd name="csY40" fmla="*/ 340015 h 621418"/>
                  <a:gd name="csX41" fmla="*/ 168342 w 481325"/>
                  <a:gd name="csY41" fmla="*/ 316750 h 621418"/>
                  <a:gd name="csX42" fmla="*/ 162786 w 481325"/>
                  <a:gd name="csY42" fmla="*/ 304341 h 621418"/>
                  <a:gd name="csX43" fmla="*/ 153959 w 481325"/>
                  <a:gd name="csY43" fmla="*/ 280463 h 621418"/>
                  <a:gd name="csX44" fmla="*/ 143231 w 481325"/>
                  <a:gd name="csY44" fmla="*/ 268201 h 621418"/>
                  <a:gd name="csX45" fmla="*/ 141096 w 481325"/>
                  <a:gd name="csY45" fmla="*/ 246493 h 621418"/>
                  <a:gd name="csX46" fmla="*/ 133510 w 481325"/>
                  <a:gd name="csY46" fmla="*/ 215932 h 621418"/>
                  <a:gd name="csX47" fmla="*/ 125786 w 481325"/>
                  <a:gd name="csY47" fmla="*/ 201792 h 621418"/>
                  <a:gd name="csX48" fmla="*/ 113580 w 481325"/>
                  <a:gd name="csY48" fmla="*/ 175023 h 621418"/>
                  <a:gd name="csX49" fmla="*/ 104703 w 481325"/>
                  <a:gd name="csY49" fmla="*/ 151035 h 621418"/>
                  <a:gd name="csX50" fmla="*/ 100240 w 481325"/>
                  <a:gd name="csY50" fmla="*/ 135893 h 621418"/>
                  <a:gd name="csX51" fmla="*/ 100240 w 481325"/>
                  <a:gd name="csY51" fmla="*/ 128463 h 621418"/>
                  <a:gd name="csX52" fmla="*/ 99247 w 481325"/>
                  <a:gd name="csY52" fmla="*/ 115142 h 621418"/>
                  <a:gd name="csX53" fmla="*/ 93791 w 481325"/>
                  <a:gd name="csY53" fmla="*/ 109442 h 621418"/>
                  <a:gd name="csX54" fmla="*/ 95549 w 481325"/>
                  <a:gd name="csY54" fmla="*/ 115250 h 621418"/>
                  <a:gd name="csX55" fmla="*/ 90800 w 481325"/>
                  <a:gd name="csY55" fmla="*/ 117023 h 621418"/>
                  <a:gd name="csX56" fmla="*/ 87172 w 481325"/>
                  <a:gd name="csY56" fmla="*/ 114272 h 621418"/>
                  <a:gd name="csX57" fmla="*/ 67148 w 481325"/>
                  <a:gd name="csY57" fmla="*/ 111209 h 621418"/>
                  <a:gd name="csX58" fmla="*/ 49971 w 481325"/>
                  <a:gd name="csY58" fmla="*/ 100232 h 621418"/>
                  <a:gd name="csX59" fmla="*/ 44090 w 481325"/>
                  <a:gd name="csY59" fmla="*/ 90574 h 621418"/>
                  <a:gd name="csX60" fmla="*/ 35863 w 481325"/>
                  <a:gd name="csY60" fmla="*/ 83433 h 621418"/>
                  <a:gd name="csX61" fmla="*/ 32588 w 481325"/>
                  <a:gd name="csY61" fmla="*/ 82069 h 621418"/>
                  <a:gd name="csX62" fmla="*/ 11771 w 481325"/>
                  <a:gd name="csY62" fmla="*/ 68233 h 621418"/>
                  <a:gd name="csX63" fmla="*/ 5348 w 481325"/>
                  <a:gd name="csY63" fmla="*/ 59589 h 621418"/>
                  <a:gd name="csX64" fmla="*/ 1583 w 481325"/>
                  <a:gd name="csY64" fmla="*/ 46912 h 621418"/>
                  <a:gd name="csX65" fmla="*/ 325 w 481325"/>
                  <a:gd name="csY65" fmla="*/ 17525 h 621418"/>
                  <a:gd name="csX66" fmla="*/ 4538 w 481325"/>
                  <a:gd name="csY66" fmla="*/ 6689 h 621418"/>
                  <a:gd name="csX67" fmla="*/ 10480 w 481325"/>
                  <a:gd name="csY67" fmla="*/ 0 h 621418"/>
                  <a:gd name="csX68" fmla="*/ 53074 w 481325"/>
                  <a:gd name="csY68" fmla="*/ 22147 h 621418"/>
                  <a:gd name="csX69" fmla="*/ 133099 w 481325"/>
                  <a:gd name="csY69" fmla="*/ 64285 h 621418"/>
                  <a:gd name="csX70" fmla="*/ 308638 w 481325"/>
                  <a:gd name="csY70" fmla="*/ 150152 h 621418"/>
                  <a:gd name="csX71" fmla="*/ 460324 w 481325"/>
                  <a:gd name="csY71" fmla="*/ 163865 h 621418"/>
                  <a:gd name="csX72" fmla="*/ 466125 w 481325"/>
                  <a:gd name="csY72" fmla="*/ 170071 h 621418"/>
                  <a:gd name="csX73" fmla="*/ 465714 w 481325"/>
                  <a:gd name="csY73" fmla="*/ 176317 h 621418"/>
                  <a:gd name="csX74" fmla="*/ 471176 w 481325"/>
                  <a:gd name="csY74" fmla="*/ 205515 h 621418"/>
                  <a:gd name="csX75" fmla="*/ 478356 w 481325"/>
                  <a:gd name="csY75" fmla="*/ 244968 h 621418"/>
                  <a:gd name="csX76" fmla="*/ 480666 w 481325"/>
                  <a:gd name="csY76" fmla="*/ 291434 h 621418"/>
                  <a:gd name="csX77" fmla="*/ 471606 w 481325"/>
                  <a:gd name="csY77" fmla="*/ 339879 h 621418"/>
                  <a:gd name="csX78" fmla="*/ 467718 w 481325"/>
                  <a:gd name="csY78" fmla="*/ 346935 h 621418"/>
                  <a:gd name="csX79" fmla="*/ 468256 w 481325"/>
                  <a:gd name="csY79" fmla="*/ 419216 h 621418"/>
                  <a:gd name="csX80" fmla="*/ 469120 w 481325"/>
                  <a:gd name="csY80" fmla="*/ 434705 h 621418"/>
                  <a:gd name="csX81" fmla="*/ 451760 w 481325"/>
                  <a:gd name="csY81" fmla="*/ 439004 h 621418"/>
                  <a:gd name="csX82" fmla="*/ 430017 w 481325"/>
                  <a:gd name="csY82" fmla="*/ 458164 h 621418"/>
                  <a:gd name="csX83" fmla="*/ 441207 w 481325"/>
                  <a:gd name="csY83" fmla="*/ 484914 h 621418"/>
                  <a:gd name="csX84" fmla="*/ 455538 w 481325"/>
                  <a:gd name="csY84" fmla="*/ 533438 h 621418"/>
                  <a:gd name="csX85" fmla="*/ 463393 w 481325"/>
                  <a:gd name="csY85" fmla="*/ 557324 h 621418"/>
                  <a:gd name="csX86" fmla="*/ 466107 w 481325"/>
                  <a:gd name="csY86" fmla="*/ 564704 h 621418"/>
                  <a:gd name="csX87" fmla="*/ 427332 w 481325"/>
                  <a:gd name="csY87" fmla="*/ 607875 h 621418"/>
                  <a:gd name="csX88" fmla="*/ 408378 w 481325"/>
                  <a:gd name="csY88" fmla="*/ 619278 h 621418"/>
                  <a:gd name="csX89" fmla="*/ 406733 w 481325"/>
                  <a:gd name="csY89" fmla="*/ 612610 h 621418"/>
                  <a:gd name="csX90" fmla="*/ 398989 w 481325"/>
                  <a:gd name="csY90" fmla="*/ 614115 h 621418"/>
                  <a:gd name="csX91" fmla="*/ 394277 w 481325"/>
                  <a:gd name="csY91" fmla="*/ 621279 h 621418"/>
                  <a:gd name="csX92" fmla="*/ 392709 w 481325"/>
                  <a:gd name="csY92" fmla="*/ 609477 h 62141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Lst>
                <a:rect l="l" t="t" r="r" b="b"/>
                <a:pathLst>
                  <a:path w="481325" h="621418">
                    <a:moveTo>
                      <a:pt x="392709" y="609477"/>
                    </a:moveTo>
                    <a:cubicBezTo>
                      <a:pt x="394253" y="597840"/>
                      <a:pt x="393887" y="596413"/>
                      <a:pt x="388957" y="594848"/>
                    </a:cubicBezTo>
                    <a:cubicBezTo>
                      <a:pt x="381454" y="592467"/>
                      <a:pt x="376874" y="583809"/>
                      <a:pt x="382520" y="582680"/>
                    </a:cubicBezTo>
                    <a:cubicBezTo>
                      <a:pt x="386074" y="581969"/>
                      <a:pt x="385853" y="580904"/>
                      <a:pt x="381003" y="575394"/>
                    </a:cubicBezTo>
                    <a:cubicBezTo>
                      <a:pt x="377016" y="570863"/>
                      <a:pt x="375755" y="570304"/>
                      <a:pt x="376772" y="573517"/>
                    </a:cubicBezTo>
                    <a:cubicBezTo>
                      <a:pt x="378038" y="577517"/>
                      <a:pt x="377495" y="577714"/>
                      <a:pt x="372471" y="575078"/>
                    </a:cubicBezTo>
                    <a:cubicBezTo>
                      <a:pt x="366755" y="572079"/>
                      <a:pt x="366750" y="572094"/>
                      <a:pt x="371638" y="577600"/>
                    </a:cubicBezTo>
                    <a:cubicBezTo>
                      <a:pt x="374343" y="580646"/>
                      <a:pt x="375283" y="583138"/>
                      <a:pt x="373727" y="583138"/>
                    </a:cubicBezTo>
                    <a:cubicBezTo>
                      <a:pt x="372171" y="583138"/>
                      <a:pt x="370131" y="581897"/>
                      <a:pt x="369193" y="580381"/>
                    </a:cubicBezTo>
                    <a:cubicBezTo>
                      <a:pt x="368256" y="578864"/>
                      <a:pt x="366049" y="578176"/>
                      <a:pt x="364289" y="578851"/>
                    </a:cubicBezTo>
                    <a:cubicBezTo>
                      <a:pt x="362530" y="579526"/>
                      <a:pt x="359790" y="579276"/>
                      <a:pt x="358202" y="578294"/>
                    </a:cubicBezTo>
                    <a:cubicBezTo>
                      <a:pt x="354056" y="575732"/>
                      <a:pt x="341762" y="546998"/>
                      <a:pt x="344811" y="546998"/>
                    </a:cubicBezTo>
                    <a:cubicBezTo>
                      <a:pt x="346213" y="546998"/>
                      <a:pt x="347360" y="545839"/>
                      <a:pt x="347360" y="544424"/>
                    </a:cubicBezTo>
                    <a:cubicBezTo>
                      <a:pt x="347360" y="541126"/>
                      <a:pt x="331006" y="534265"/>
                      <a:pt x="329284" y="536840"/>
                    </a:cubicBezTo>
                    <a:cubicBezTo>
                      <a:pt x="328570" y="537907"/>
                      <a:pt x="321020" y="535449"/>
                      <a:pt x="312504" y="531378"/>
                    </a:cubicBezTo>
                    <a:cubicBezTo>
                      <a:pt x="303989" y="527306"/>
                      <a:pt x="298035" y="523928"/>
                      <a:pt x="299274" y="523870"/>
                    </a:cubicBezTo>
                    <a:cubicBezTo>
                      <a:pt x="300512" y="523812"/>
                      <a:pt x="300059" y="521998"/>
                      <a:pt x="298267" y="519838"/>
                    </a:cubicBezTo>
                    <a:cubicBezTo>
                      <a:pt x="296474" y="517678"/>
                      <a:pt x="294620" y="511589"/>
                      <a:pt x="294146" y="506308"/>
                    </a:cubicBezTo>
                    <a:cubicBezTo>
                      <a:pt x="293672" y="501026"/>
                      <a:pt x="292092" y="496307"/>
                      <a:pt x="290635" y="495822"/>
                    </a:cubicBezTo>
                    <a:cubicBezTo>
                      <a:pt x="287387" y="494739"/>
                      <a:pt x="287081" y="485043"/>
                      <a:pt x="290295" y="485043"/>
                    </a:cubicBezTo>
                    <a:cubicBezTo>
                      <a:pt x="291564" y="485043"/>
                      <a:pt x="292539" y="482429"/>
                      <a:pt x="292460" y="479235"/>
                    </a:cubicBezTo>
                    <a:cubicBezTo>
                      <a:pt x="292381" y="476040"/>
                      <a:pt x="293054" y="471684"/>
                      <a:pt x="293954" y="469554"/>
                    </a:cubicBezTo>
                    <a:cubicBezTo>
                      <a:pt x="294994" y="467095"/>
                      <a:pt x="293096" y="463864"/>
                      <a:pt x="288754" y="460702"/>
                    </a:cubicBezTo>
                    <a:cubicBezTo>
                      <a:pt x="282831" y="456387"/>
                      <a:pt x="282139" y="456302"/>
                      <a:pt x="283583" y="460065"/>
                    </a:cubicBezTo>
                    <a:cubicBezTo>
                      <a:pt x="285131" y="464099"/>
                      <a:pt x="284795" y="464110"/>
                      <a:pt x="278874" y="460231"/>
                    </a:cubicBezTo>
                    <a:cubicBezTo>
                      <a:pt x="274972" y="457675"/>
                      <a:pt x="272498" y="453605"/>
                      <a:pt x="272498" y="449744"/>
                    </a:cubicBezTo>
                    <a:cubicBezTo>
                      <a:pt x="272498" y="445927"/>
                      <a:pt x="271409" y="444108"/>
                      <a:pt x="269740" y="445139"/>
                    </a:cubicBezTo>
                    <a:cubicBezTo>
                      <a:pt x="268224" y="446077"/>
                      <a:pt x="267535" y="448283"/>
                      <a:pt x="268211" y="450043"/>
                    </a:cubicBezTo>
                    <a:cubicBezTo>
                      <a:pt x="268886" y="451803"/>
                      <a:pt x="268361" y="454880"/>
                      <a:pt x="267044" y="456881"/>
                    </a:cubicBezTo>
                    <a:cubicBezTo>
                      <a:pt x="265087" y="459853"/>
                      <a:pt x="263712" y="459403"/>
                      <a:pt x="259538" y="454425"/>
                    </a:cubicBezTo>
                    <a:cubicBezTo>
                      <a:pt x="256727" y="451073"/>
                      <a:pt x="254428" y="446676"/>
                      <a:pt x="254428" y="444654"/>
                    </a:cubicBezTo>
                    <a:cubicBezTo>
                      <a:pt x="254428" y="441815"/>
                      <a:pt x="253286" y="441587"/>
                      <a:pt x="249421" y="443656"/>
                    </a:cubicBezTo>
                    <a:cubicBezTo>
                      <a:pt x="243479" y="446836"/>
                      <a:pt x="243193" y="446433"/>
                      <a:pt x="238700" y="428558"/>
                    </a:cubicBezTo>
                    <a:cubicBezTo>
                      <a:pt x="235500" y="415829"/>
                      <a:pt x="234285" y="414272"/>
                      <a:pt x="224166" y="409935"/>
                    </a:cubicBezTo>
                    <a:cubicBezTo>
                      <a:pt x="217728" y="407175"/>
                      <a:pt x="213124" y="403477"/>
                      <a:pt x="213124" y="401065"/>
                    </a:cubicBezTo>
                    <a:cubicBezTo>
                      <a:pt x="213124" y="398790"/>
                      <a:pt x="210220" y="393122"/>
                      <a:pt x="206671" y="388468"/>
                    </a:cubicBezTo>
                    <a:cubicBezTo>
                      <a:pt x="199265" y="378758"/>
                      <a:pt x="198471" y="374041"/>
                      <a:pt x="204242" y="374041"/>
                    </a:cubicBezTo>
                    <a:cubicBezTo>
                      <a:pt x="206455" y="374041"/>
                      <a:pt x="207499" y="372800"/>
                      <a:pt x="206562" y="371283"/>
                    </a:cubicBezTo>
                    <a:cubicBezTo>
                      <a:pt x="205625" y="369767"/>
                      <a:pt x="203299" y="369124"/>
                      <a:pt x="201394" y="369855"/>
                    </a:cubicBezTo>
                    <a:cubicBezTo>
                      <a:pt x="197850" y="371215"/>
                      <a:pt x="182472" y="355734"/>
                      <a:pt x="181743" y="350072"/>
                    </a:cubicBezTo>
                    <a:cubicBezTo>
                      <a:pt x="181521" y="348347"/>
                      <a:pt x="181114" y="343821"/>
                      <a:pt x="180840" y="340015"/>
                    </a:cubicBezTo>
                    <a:cubicBezTo>
                      <a:pt x="179988" y="328208"/>
                      <a:pt x="174287" y="317597"/>
                      <a:pt x="168342" y="316750"/>
                    </a:cubicBezTo>
                    <a:cubicBezTo>
                      <a:pt x="163596" y="316073"/>
                      <a:pt x="162786" y="314266"/>
                      <a:pt x="162786" y="304341"/>
                    </a:cubicBezTo>
                    <a:cubicBezTo>
                      <a:pt x="162786" y="295229"/>
                      <a:pt x="160883" y="290082"/>
                      <a:pt x="153959" y="280463"/>
                    </a:cubicBezTo>
                    <a:cubicBezTo>
                      <a:pt x="149104" y="273719"/>
                      <a:pt x="144276" y="268201"/>
                      <a:pt x="143231" y="268201"/>
                    </a:cubicBezTo>
                    <a:cubicBezTo>
                      <a:pt x="142186" y="268201"/>
                      <a:pt x="141225" y="258432"/>
                      <a:pt x="141096" y="246493"/>
                    </a:cubicBezTo>
                    <a:cubicBezTo>
                      <a:pt x="140831" y="221943"/>
                      <a:pt x="139743" y="217562"/>
                      <a:pt x="133510" y="215932"/>
                    </a:cubicBezTo>
                    <a:cubicBezTo>
                      <a:pt x="130755" y="215211"/>
                      <a:pt x="127873" y="209936"/>
                      <a:pt x="125786" y="201792"/>
                    </a:cubicBezTo>
                    <a:cubicBezTo>
                      <a:pt x="123955" y="194647"/>
                      <a:pt x="118462" y="182601"/>
                      <a:pt x="113580" y="175023"/>
                    </a:cubicBezTo>
                    <a:cubicBezTo>
                      <a:pt x="107284" y="165251"/>
                      <a:pt x="104703" y="158277"/>
                      <a:pt x="104703" y="151035"/>
                    </a:cubicBezTo>
                    <a:cubicBezTo>
                      <a:pt x="104703" y="144982"/>
                      <a:pt x="102887" y="138818"/>
                      <a:pt x="100240" y="135893"/>
                    </a:cubicBezTo>
                    <a:cubicBezTo>
                      <a:pt x="96009" y="131218"/>
                      <a:pt x="96009" y="130831"/>
                      <a:pt x="100240" y="128463"/>
                    </a:cubicBezTo>
                    <a:cubicBezTo>
                      <a:pt x="106103" y="125181"/>
                      <a:pt x="105871" y="122062"/>
                      <a:pt x="99247" y="115142"/>
                    </a:cubicBezTo>
                    <a:lnTo>
                      <a:pt x="93791" y="109442"/>
                    </a:lnTo>
                    <a:lnTo>
                      <a:pt x="95549" y="115250"/>
                    </a:lnTo>
                    <a:cubicBezTo>
                      <a:pt x="97517" y="121752"/>
                      <a:pt x="93229" y="123352"/>
                      <a:pt x="90800" y="117023"/>
                    </a:cubicBezTo>
                    <a:cubicBezTo>
                      <a:pt x="89948" y="114803"/>
                      <a:pt x="88316" y="113565"/>
                      <a:pt x="87172" y="114272"/>
                    </a:cubicBezTo>
                    <a:cubicBezTo>
                      <a:pt x="86029" y="114978"/>
                      <a:pt x="77018" y="113600"/>
                      <a:pt x="67148" y="111209"/>
                    </a:cubicBezTo>
                    <a:cubicBezTo>
                      <a:pt x="50330" y="107134"/>
                      <a:pt x="49251" y="106444"/>
                      <a:pt x="49971" y="100232"/>
                    </a:cubicBezTo>
                    <a:cubicBezTo>
                      <a:pt x="50552" y="95214"/>
                      <a:pt x="49124" y="92867"/>
                      <a:pt x="44090" y="90574"/>
                    </a:cubicBezTo>
                    <a:cubicBezTo>
                      <a:pt x="40433" y="88908"/>
                      <a:pt x="36731" y="85694"/>
                      <a:pt x="35863" y="83433"/>
                    </a:cubicBezTo>
                    <a:cubicBezTo>
                      <a:pt x="34873" y="80853"/>
                      <a:pt x="33654" y="80345"/>
                      <a:pt x="32588" y="82069"/>
                    </a:cubicBezTo>
                    <a:cubicBezTo>
                      <a:pt x="30403" y="85606"/>
                      <a:pt x="11771" y="73222"/>
                      <a:pt x="11771" y="68233"/>
                    </a:cubicBezTo>
                    <a:cubicBezTo>
                      <a:pt x="11771" y="66258"/>
                      <a:pt x="8881" y="62368"/>
                      <a:pt x="5348" y="59589"/>
                    </a:cubicBezTo>
                    <a:cubicBezTo>
                      <a:pt x="-304" y="55143"/>
                      <a:pt x="-756" y="53621"/>
                      <a:pt x="1583" y="46912"/>
                    </a:cubicBezTo>
                    <a:cubicBezTo>
                      <a:pt x="4225" y="39332"/>
                      <a:pt x="3631" y="25451"/>
                      <a:pt x="325" y="17525"/>
                    </a:cubicBezTo>
                    <a:cubicBezTo>
                      <a:pt x="-744" y="14961"/>
                      <a:pt x="864" y="10824"/>
                      <a:pt x="4538" y="6689"/>
                    </a:cubicBezTo>
                    <a:lnTo>
                      <a:pt x="10480" y="0"/>
                    </a:lnTo>
                    <a:lnTo>
                      <a:pt x="53074" y="22147"/>
                    </a:lnTo>
                    <a:cubicBezTo>
                      <a:pt x="76501" y="34328"/>
                      <a:pt x="112512" y="53290"/>
                      <a:pt x="133099" y="64285"/>
                    </a:cubicBezTo>
                    <a:cubicBezTo>
                      <a:pt x="293633" y="150024"/>
                      <a:pt x="290844" y="148660"/>
                      <a:pt x="308638" y="150152"/>
                    </a:cubicBezTo>
                    <a:cubicBezTo>
                      <a:pt x="379829" y="156121"/>
                      <a:pt x="453326" y="162765"/>
                      <a:pt x="460324" y="163865"/>
                    </a:cubicBezTo>
                    <a:cubicBezTo>
                      <a:pt x="467642" y="165014"/>
                      <a:pt x="468398" y="165824"/>
                      <a:pt x="466125" y="170071"/>
                    </a:cubicBezTo>
                    <a:cubicBezTo>
                      <a:pt x="464688" y="172758"/>
                      <a:pt x="464502" y="175568"/>
                      <a:pt x="465714" y="176317"/>
                    </a:cubicBezTo>
                    <a:cubicBezTo>
                      <a:pt x="466925" y="177066"/>
                      <a:pt x="469383" y="190205"/>
                      <a:pt x="471176" y="205515"/>
                    </a:cubicBezTo>
                    <a:cubicBezTo>
                      <a:pt x="472969" y="220825"/>
                      <a:pt x="476200" y="238579"/>
                      <a:pt x="478356" y="244968"/>
                    </a:cubicBezTo>
                    <a:cubicBezTo>
                      <a:pt x="481464" y="254178"/>
                      <a:pt x="481943" y="263804"/>
                      <a:pt x="480666" y="291434"/>
                    </a:cubicBezTo>
                    <a:cubicBezTo>
                      <a:pt x="478736" y="333232"/>
                      <a:pt x="477318" y="340812"/>
                      <a:pt x="471606" y="339879"/>
                    </a:cubicBezTo>
                    <a:cubicBezTo>
                      <a:pt x="468443" y="339362"/>
                      <a:pt x="467477" y="341115"/>
                      <a:pt x="467718" y="346935"/>
                    </a:cubicBezTo>
                    <a:cubicBezTo>
                      <a:pt x="467998" y="353675"/>
                      <a:pt x="468241" y="386395"/>
                      <a:pt x="468256" y="419216"/>
                    </a:cubicBezTo>
                    <a:cubicBezTo>
                      <a:pt x="468259" y="424895"/>
                      <a:pt x="468647" y="431865"/>
                      <a:pt x="469120" y="434705"/>
                    </a:cubicBezTo>
                    <a:cubicBezTo>
                      <a:pt x="469922" y="439526"/>
                      <a:pt x="468775" y="439811"/>
                      <a:pt x="451760" y="439004"/>
                    </a:cubicBezTo>
                    <a:cubicBezTo>
                      <a:pt x="428789" y="437915"/>
                      <a:pt x="426025" y="440351"/>
                      <a:pt x="430017" y="458164"/>
                    </a:cubicBezTo>
                    <a:cubicBezTo>
                      <a:pt x="431548" y="464996"/>
                      <a:pt x="436584" y="477034"/>
                      <a:pt x="441207" y="484914"/>
                    </a:cubicBezTo>
                    <a:cubicBezTo>
                      <a:pt x="456169" y="510414"/>
                      <a:pt x="459720" y="522439"/>
                      <a:pt x="455538" y="533438"/>
                    </a:cubicBezTo>
                    <a:cubicBezTo>
                      <a:pt x="452990" y="540141"/>
                      <a:pt x="458641" y="557324"/>
                      <a:pt x="463393" y="557324"/>
                    </a:cubicBezTo>
                    <a:cubicBezTo>
                      <a:pt x="464886" y="557324"/>
                      <a:pt x="466107" y="560645"/>
                      <a:pt x="466107" y="564704"/>
                    </a:cubicBezTo>
                    <a:cubicBezTo>
                      <a:pt x="466107" y="574709"/>
                      <a:pt x="449340" y="593376"/>
                      <a:pt x="427332" y="607875"/>
                    </a:cubicBezTo>
                    <a:cubicBezTo>
                      <a:pt x="417812" y="614147"/>
                      <a:pt x="409283" y="619278"/>
                      <a:pt x="408378" y="619278"/>
                    </a:cubicBezTo>
                    <a:cubicBezTo>
                      <a:pt x="407473" y="619278"/>
                      <a:pt x="406733" y="616277"/>
                      <a:pt x="406733" y="612610"/>
                    </a:cubicBezTo>
                    <a:cubicBezTo>
                      <a:pt x="406733" y="604379"/>
                      <a:pt x="401025" y="605489"/>
                      <a:pt x="398989" y="614115"/>
                    </a:cubicBezTo>
                    <a:cubicBezTo>
                      <a:pt x="398201" y="617454"/>
                      <a:pt x="396080" y="620678"/>
                      <a:pt x="394277" y="621279"/>
                    </a:cubicBezTo>
                    <a:cubicBezTo>
                      <a:pt x="391773" y="622114"/>
                      <a:pt x="391403" y="619327"/>
                      <a:pt x="392709" y="609477"/>
                    </a:cubicBezTo>
                    <a:close/>
                  </a:path>
                </a:pathLst>
              </a:custGeom>
              <a:solidFill>
                <a:srgbClr val="B9B9B9"/>
              </a:solidFill>
              <a:ln w="5163" cap="flat">
                <a:noFill/>
                <a:prstDash val="solid"/>
                <a:miter/>
              </a:ln>
            </p:spPr>
            <p:txBody>
              <a:bodyPr/>
              <a:lstStyle/>
              <a:p>
                <a:endParaRPr lang="es-419" noProof="0" dirty="0"/>
              </a:p>
            </p:txBody>
          </p:sp>
          <p:sp>
            <p:nvSpPr>
              <p:cNvPr id="117" name="Forma libre: forma 116">
                <a:extLst>
                  <a:ext uri="{FF2B5EF4-FFF2-40B4-BE49-F238E27FC236}">
                    <a16:creationId xmlns:a16="http://schemas.microsoft.com/office/drawing/2014/main" id="{337C59E4-D50F-5CF1-20E9-B03FA47718C1}"/>
                  </a:ext>
                </a:extLst>
              </p:cNvPr>
              <p:cNvSpPr/>
              <p:nvPr/>
            </p:nvSpPr>
            <p:spPr>
              <a:xfrm>
                <a:off x="356836" y="1137381"/>
                <a:ext cx="20516" cy="20135"/>
              </a:xfrm>
              <a:custGeom>
                <a:avLst/>
                <a:gdLst>
                  <a:gd name="csX0" fmla="*/ 3031 w 20516"/>
                  <a:gd name="csY0" fmla="*/ 13790 h 20135"/>
                  <a:gd name="csX1" fmla="*/ 11787 w 20516"/>
                  <a:gd name="csY1" fmla="*/ 6812 h 20135"/>
                  <a:gd name="csX2" fmla="*/ 16388 w 20516"/>
                  <a:gd name="csY2" fmla="*/ 8970 h 20135"/>
                  <a:gd name="csX3" fmla="*/ 17667 w 20516"/>
                  <a:gd name="csY3" fmla="*/ 5896 h 20135"/>
                  <a:gd name="csX4" fmla="*/ 16630 w 20516"/>
                  <a:gd name="csY4" fmla="*/ 16309 h 20135"/>
                  <a:gd name="csX5" fmla="*/ 3031 w 20516"/>
                  <a:gd name="csY5" fmla="*/ 13790 h 20135"/>
                </a:gdLst>
                <a:ahLst/>
                <a:cxnLst>
                  <a:cxn ang="0">
                    <a:pos x="csX0" y="csY0"/>
                  </a:cxn>
                  <a:cxn ang="0">
                    <a:pos x="csX1" y="csY1"/>
                  </a:cxn>
                  <a:cxn ang="0">
                    <a:pos x="csX2" y="csY2"/>
                  </a:cxn>
                  <a:cxn ang="0">
                    <a:pos x="csX3" y="csY3"/>
                  </a:cxn>
                  <a:cxn ang="0">
                    <a:pos x="csX4" y="csY4"/>
                  </a:cxn>
                  <a:cxn ang="0">
                    <a:pos x="csX5" y="csY5"/>
                  </a:cxn>
                </a:cxnLst>
                <a:rect l="l" t="t" r="r" b="b"/>
                <a:pathLst>
                  <a:path w="20516" h="20135">
                    <a:moveTo>
                      <a:pt x="3031" y="13790"/>
                    </a:moveTo>
                    <a:cubicBezTo>
                      <a:pt x="-3651" y="-875"/>
                      <a:pt x="1356" y="-4865"/>
                      <a:pt x="11787" y="6812"/>
                    </a:cubicBezTo>
                    <a:cubicBezTo>
                      <a:pt x="16355" y="11926"/>
                      <a:pt x="17642" y="12530"/>
                      <a:pt x="16388" y="8970"/>
                    </a:cubicBezTo>
                    <a:cubicBezTo>
                      <a:pt x="15184" y="5554"/>
                      <a:pt x="15578" y="4605"/>
                      <a:pt x="17667" y="5896"/>
                    </a:cubicBezTo>
                    <a:cubicBezTo>
                      <a:pt x="21766" y="8429"/>
                      <a:pt x="21462" y="11477"/>
                      <a:pt x="16630" y="16309"/>
                    </a:cubicBezTo>
                    <a:cubicBezTo>
                      <a:pt x="10809" y="22130"/>
                      <a:pt x="6464" y="21325"/>
                      <a:pt x="3031" y="13790"/>
                    </a:cubicBezTo>
                    <a:close/>
                  </a:path>
                </a:pathLst>
              </a:custGeom>
              <a:solidFill>
                <a:srgbClr val="B9B9B9"/>
              </a:solidFill>
              <a:ln w="5163" cap="flat">
                <a:noFill/>
                <a:prstDash val="solid"/>
                <a:miter/>
              </a:ln>
            </p:spPr>
            <p:txBody>
              <a:bodyPr/>
              <a:lstStyle/>
              <a:p>
                <a:endParaRPr lang="es-419" noProof="0" dirty="0"/>
              </a:p>
            </p:txBody>
          </p:sp>
        </p:grpSp>
      </p:grpSp>
      <p:grpSp>
        <p:nvGrpSpPr>
          <p:cNvPr id="36" name="Group 45">
            <a:extLst>
              <a:ext uri="{FF2B5EF4-FFF2-40B4-BE49-F238E27FC236}">
                <a16:creationId xmlns:a16="http://schemas.microsoft.com/office/drawing/2014/main" id="{FF8E8B9B-8B1C-6F3D-9B7B-F50A9EB8EEB0}"/>
              </a:ext>
            </a:extLst>
          </p:cNvPr>
          <p:cNvGrpSpPr>
            <a:grpSpLocks noChangeAspect="1"/>
          </p:cNvGrpSpPr>
          <p:nvPr/>
        </p:nvGrpSpPr>
        <p:grpSpPr>
          <a:xfrm>
            <a:off x="1416345" y="1431499"/>
            <a:ext cx="213038" cy="337620"/>
            <a:chOff x="0" y="26670"/>
            <a:chExt cx="3924300" cy="6219190"/>
          </a:xfrm>
        </p:grpSpPr>
        <p:sp>
          <p:nvSpPr>
            <p:cNvPr id="37" name="Freeform 46">
              <a:extLst>
                <a:ext uri="{FF2B5EF4-FFF2-40B4-BE49-F238E27FC236}">
                  <a16:creationId xmlns:a16="http://schemas.microsoft.com/office/drawing/2014/main" id="{E05AEC04-4816-BEB7-EF59-7A89C0683851}"/>
                </a:ext>
              </a:extLst>
            </p:cNvPr>
            <p:cNvSpPr/>
            <p:nvPr/>
          </p:nvSpPr>
          <p:spPr>
            <a:xfrm>
              <a:off x="0" y="26670"/>
              <a:ext cx="3924300" cy="6219190"/>
            </a:xfrm>
            <a:custGeom>
              <a:avLst/>
              <a:gdLst/>
              <a:ahLst/>
              <a:cxnLst/>
              <a:rect l="l" t="t" r="r" b="b"/>
              <a:pathLst>
                <a:path w="3924300" h="6219190">
                  <a:moveTo>
                    <a:pt x="3924300" y="1962150"/>
                  </a:moveTo>
                  <a:cubicBezTo>
                    <a:pt x="3924300" y="878840"/>
                    <a:pt x="3045460" y="0"/>
                    <a:pt x="1962150" y="0"/>
                  </a:cubicBezTo>
                  <a:cubicBezTo>
                    <a:pt x="878840" y="0"/>
                    <a:pt x="0" y="878840"/>
                    <a:pt x="0" y="1962150"/>
                  </a:cubicBezTo>
                  <a:cubicBezTo>
                    <a:pt x="0" y="2974340"/>
                    <a:pt x="765810" y="3807460"/>
                    <a:pt x="1750060" y="3912870"/>
                  </a:cubicBezTo>
                  <a:lnTo>
                    <a:pt x="1962150" y="6219190"/>
                  </a:lnTo>
                  <a:lnTo>
                    <a:pt x="2174240" y="3912870"/>
                  </a:lnTo>
                  <a:cubicBezTo>
                    <a:pt x="3158490" y="3807460"/>
                    <a:pt x="3924300" y="2974340"/>
                    <a:pt x="3924300" y="1962150"/>
                  </a:cubicBezTo>
                  <a:close/>
                </a:path>
              </a:pathLst>
            </a:custGeom>
            <a:solidFill>
              <a:srgbClr val="EB6C01"/>
            </a:solidFill>
          </p:spPr>
          <p:txBody>
            <a:bodyPr/>
            <a:lstStyle/>
            <a:p>
              <a:endParaRPr lang="es-419" noProof="0" dirty="0"/>
            </a:p>
          </p:txBody>
        </p:sp>
        <p:sp>
          <p:nvSpPr>
            <p:cNvPr id="38" name="Freeform 47">
              <a:extLst>
                <a:ext uri="{FF2B5EF4-FFF2-40B4-BE49-F238E27FC236}">
                  <a16:creationId xmlns:a16="http://schemas.microsoft.com/office/drawing/2014/main" id="{6E9A05FF-B6FF-A8CD-9F68-FFAB3D40BC2A}"/>
                </a:ext>
              </a:extLst>
            </p:cNvPr>
            <p:cNvSpPr/>
            <p:nvPr/>
          </p:nvSpPr>
          <p:spPr>
            <a:xfrm>
              <a:off x="340744" y="374636"/>
              <a:ext cx="3242813" cy="3228370"/>
            </a:xfrm>
            <a:custGeom>
              <a:avLst/>
              <a:gdLst/>
              <a:ahLst/>
              <a:cxnLst/>
              <a:rect l="l" t="t" r="r" b="b"/>
              <a:pathLst>
                <a:path w="3242810" h="3228373">
                  <a:moveTo>
                    <a:pt x="1621405" y="16"/>
                  </a:moveTo>
                  <a:cubicBezTo>
                    <a:pt x="1042998" y="-2571"/>
                    <a:pt x="507417" y="304521"/>
                    <a:pt x="217465" y="805010"/>
                  </a:cubicBezTo>
                  <a:cubicBezTo>
                    <a:pt x="-72488" y="1305499"/>
                    <a:pt x="-72488" y="1922874"/>
                    <a:pt x="217465" y="2423362"/>
                  </a:cubicBezTo>
                  <a:cubicBezTo>
                    <a:pt x="507417" y="2923851"/>
                    <a:pt x="1042998" y="3230943"/>
                    <a:pt x="1621405" y="3228356"/>
                  </a:cubicBezTo>
                  <a:cubicBezTo>
                    <a:pt x="2199812" y="3230943"/>
                    <a:pt x="2735392" y="2923851"/>
                    <a:pt x="3025345" y="2423362"/>
                  </a:cubicBezTo>
                  <a:cubicBezTo>
                    <a:pt x="3315298" y="1922874"/>
                    <a:pt x="3315298" y="1305499"/>
                    <a:pt x="3025345" y="805010"/>
                  </a:cubicBezTo>
                  <a:cubicBezTo>
                    <a:pt x="2735392" y="304522"/>
                    <a:pt x="2199812" y="-2571"/>
                    <a:pt x="1621405" y="16"/>
                  </a:cubicBezTo>
                  <a:close/>
                </a:path>
              </a:pathLst>
            </a:custGeom>
            <a:blipFill>
              <a:blip r:embed="rId5"/>
              <a:stretch>
                <a:fillRect l="-28801" r="-28801" b="-58308"/>
              </a:stretch>
            </a:blipFill>
          </p:spPr>
          <p:txBody>
            <a:bodyPr/>
            <a:lstStyle/>
            <a:p>
              <a:endParaRPr lang="es-419" noProof="0" dirty="0"/>
            </a:p>
          </p:txBody>
        </p:sp>
      </p:grpSp>
    </p:spTree>
    <p:extLst>
      <p:ext uri="{BB962C8B-B14F-4D97-AF65-F5344CB8AC3E}">
        <p14:creationId xmlns:p14="http://schemas.microsoft.com/office/powerpoint/2010/main" val="33282073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nodeType="with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wipe(down)">
                                      <p:cBhvr>
                                        <p:cTn id="7" dur="580">
                                          <p:stCondLst>
                                            <p:cond delay="0"/>
                                          </p:stCondLst>
                                        </p:cTn>
                                        <p:tgtEl>
                                          <p:spTgt spid="36"/>
                                        </p:tgtEl>
                                      </p:cBhvr>
                                    </p:animEffect>
                                    <p:anim calcmode="lin" valueType="num">
                                      <p:cBhvr>
                                        <p:cTn id="8" dur="1822" tmFilter="0,0; 0.14,0.36; 0.43,0.73; 0.71,0.91; 1.0,1.0">
                                          <p:stCondLst>
                                            <p:cond delay="0"/>
                                          </p:stCondLst>
                                        </p:cTn>
                                        <p:tgtEl>
                                          <p:spTgt spid="36"/>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36"/>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36"/>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36"/>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36"/>
                                        </p:tgtEl>
                                        <p:attrNameLst>
                                          <p:attrName>ppt_y</p:attrName>
                                        </p:attrNameLst>
                                      </p:cBhvr>
                                      <p:tavLst>
                                        <p:tav tm="0" fmla="#ppt_y-sin(pi*$)/81">
                                          <p:val>
                                            <p:fltVal val="0"/>
                                          </p:val>
                                        </p:tav>
                                        <p:tav tm="100000">
                                          <p:val>
                                            <p:fltVal val="1"/>
                                          </p:val>
                                        </p:tav>
                                      </p:tavLst>
                                    </p:anim>
                                    <p:animScale>
                                      <p:cBhvr>
                                        <p:cTn id="13" dur="26">
                                          <p:stCondLst>
                                            <p:cond delay="650"/>
                                          </p:stCondLst>
                                        </p:cTn>
                                        <p:tgtEl>
                                          <p:spTgt spid="36"/>
                                        </p:tgtEl>
                                      </p:cBhvr>
                                      <p:to x="100000" y="60000"/>
                                    </p:animScale>
                                    <p:animScale>
                                      <p:cBhvr>
                                        <p:cTn id="14" dur="166" decel="50000">
                                          <p:stCondLst>
                                            <p:cond delay="676"/>
                                          </p:stCondLst>
                                        </p:cTn>
                                        <p:tgtEl>
                                          <p:spTgt spid="36"/>
                                        </p:tgtEl>
                                      </p:cBhvr>
                                      <p:to x="100000" y="100000"/>
                                    </p:animScale>
                                    <p:animScale>
                                      <p:cBhvr>
                                        <p:cTn id="15" dur="26">
                                          <p:stCondLst>
                                            <p:cond delay="1312"/>
                                          </p:stCondLst>
                                        </p:cTn>
                                        <p:tgtEl>
                                          <p:spTgt spid="36"/>
                                        </p:tgtEl>
                                      </p:cBhvr>
                                      <p:to x="100000" y="80000"/>
                                    </p:animScale>
                                    <p:animScale>
                                      <p:cBhvr>
                                        <p:cTn id="16" dur="166" decel="50000">
                                          <p:stCondLst>
                                            <p:cond delay="1338"/>
                                          </p:stCondLst>
                                        </p:cTn>
                                        <p:tgtEl>
                                          <p:spTgt spid="36"/>
                                        </p:tgtEl>
                                      </p:cBhvr>
                                      <p:to x="100000" y="100000"/>
                                    </p:animScale>
                                    <p:animScale>
                                      <p:cBhvr>
                                        <p:cTn id="17" dur="26">
                                          <p:stCondLst>
                                            <p:cond delay="1642"/>
                                          </p:stCondLst>
                                        </p:cTn>
                                        <p:tgtEl>
                                          <p:spTgt spid="36"/>
                                        </p:tgtEl>
                                      </p:cBhvr>
                                      <p:to x="100000" y="90000"/>
                                    </p:animScale>
                                    <p:animScale>
                                      <p:cBhvr>
                                        <p:cTn id="18" dur="166" decel="50000">
                                          <p:stCondLst>
                                            <p:cond delay="1668"/>
                                          </p:stCondLst>
                                        </p:cTn>
                                        <p:tgtEl>
                                          <p:spTgt spid="36"/>
                                        </p:tgtEl>
                                      </p:cBhvr>
                                      <p:to x="100000" y="100000"/>
                                    </p:animScale>
                                    <p:animScale>
                                      <p:cBhvr>
                                        <p:cTn id="19" dur="26">
                                          <p:stCondLst>
                                            <p:cond delay="1808"/>
                                          </p:stCondLst>
                                        </p:cTn>
                                        <p:tgtEl>
                                          <p:spTgt spid="36"/>
                                        </p:tgtEl>
                                      </p:cBhvr>
                                      <p:to x="100000" y="95000"/>
                                    </p:animScale>
                                    <p:animScale>
                                      <p:cBhvr>
                                        <p:cTn id="20" dur="166" decel="50000">
                                          <p:stCondLst>
                                            <p:cond delay="1834"/>
                                          </p:stCondLst>
                                        </p:cTn>
                                        <p:tgtEl>
                                          <p:spTgt spid="36"/>
                                        </p:tgtEl>
                                      </p:cBhvr>
                                      <p:to x="100000" y="100000"/>
                                    </p:animScale>
                                  </p:childTnLst>
                                </p:cTn>
                              </p:par>
                            </p:childTnLst>
                          </p:cTn>
                        </p:par>
                        <p:par>
                          <p:cTn id="21" fill="hold">
                            <p:stCondLst>
                              <p:cond delay="2000"/>
                            </p:stCondLst>
                            <p:childTnLst>
                              <p:par>
                                <p:cTn id="22" presetID="35" presetClass="emph" presetSubtype="0" repeatCount="indefinite" fill="hold" grpId="0" nodeType="afterEffect">
                                  <p:stCondLst>
                                    <p:cond delay="0"/>
                                  </p:stCondLst>
                                  <p:childTnLst>
                                    <p:anim calcmode="discrete" valueType="str">
                                      <p:cBhvr>
                                        <p:cTn id="23" dur="1000" fill="hold"/>
                                        <p:tgtEl>
                                          <p:spTgt spid="55"/>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bg>
      <p:bgPr>
        <a:solidFill>
          <a:srgbClr val="F0F6FC"/>
        </a:solidFill>
        <a:effectLst/>
      </p:bgPr>
    </p:bg>
    <p:spTree>
      <p:nvGrpSpPr>
        <p:cNvPr id="1" name="">
          <a:extLst>
            <a:ext uri="{FF2B5EF4-FFF2-40B4-BE49-F238E27FC236}">
              <a16:creationId xmlns:a16="http://schemas.microsoft.com/office/drawing/2014/main" id="{C8608835-7F38-A096-B3F8-BEC52A472BC7}"/>
            </a:ext>
          </a:extLst>
        </p:cNvPr>
        <p:cNvGrpSpPr/>
        <p:nvPr/>
      </p:nvGrpSpPr>
      <p:grpSpPr>
        <a:xfrm>
          <a:off x="0" y="0"/>
          <a:ext cx="0" cy="0"/>
          <a:chOff x="0" y="0"/>
          <a:chExt cx="0" cy="0"/>
        </a:xfrm>
      </p:grpSpPr>
      <p:sp>
        <p:nvSpPr>
          <p:cNvPr id="2" name="Shape 0">
            <a:extLst>
              <a:ext uri="{FF2B5EF4-FFF2-40B4-BE49-F238E27FC236}">
                <a16:creationId xmlns:a16="http://schemas.microsoft.com/office/drawing/2014/main" id="{5997C8E5-5C43-CF13-4E10-BAAF436F884C}"/>
              </a:ext>
            </a:extLst>
          </p:cNvPr>
          <p:cNvSpPr/>
          <p:nvPr/>
        </p:nvSpPr>
        <p:spPr>
          <a:xfrm>
            <a:off x="0" y="0"/>
            <a:ext cx="9144000" cy="38405"/>
          </a:xfrm>
          <a:prstGeom prst="rect">
            <a:avLst/>
          </a:prstGeom>
          <a:solidFill>
            <a:srgbClr val="EB6C01"/>
          </a:solidFill>
          <a:ln w="12700">
            <a:solidFill>
              <a:srgbClr val="EB6C01"/>
            </a:solidFill>
            <a:prstDash val="solid"/>
          </a:ln>
        </p:spPr>
        <p:txBody>
          <a:bodyPr/>
          <a:lstStyle/>
          <a:p>
            <a:endParaRPr lang="es-419" noProof="0" dirty="0"/>
          </a:p>
        </p:txBody>
      </p:sp>
      <p:sp>
        <p:nvSpPr>
          <p:cNvPr id="3" name="Shape 1">
            <a:extLst>
              <a:ext uri="{FF2B5EF4-FFF2-40B4-BE49-F238E27FC236}">
                <a16:creationId xmlns:a16="http://schemas.microsoft.com/office/drawing/2014/main" id="{4FE1A551-3DF4-1D9A-E53C-D0AFBC19E2C7}"/>
              </a:ext>
            </a:extLst>
          </p:cNvPr>
          <p:cNvSpPr/>
          <p:nvPr/>
        </p:nvSpPr>
        <p:spPr>
          <a:xfrm>
            <a:off x="0" y="38405"/>
            <a:ext cx="9144000" cy="667512"/>
          </a:xfrm>
          <a:prstGeom prst="rect">
            <a:avLst/>
          </a:prstGeom>
          <a:solidFill>
            <a:srgbClr val="1A3464"/>
          </a:solidFill>
          <a:ln w="12700">
            <a:solidFill>
              <a:srgbClr val="1A3464"/>
            </a:solidFill>
            <a:prstDash val="solid"/>
          </a:ln>
        </p:spPr>
        <p:txBody>
          <a:bodyPr/>
          <a:lstStyle/>
          <a:p>
            <a:endParaRPr lang="es-419" noProof="0" dirty="0"/>
          </a:p>
        </p:txBody>
      </p:sp>
      <p:sp>
        <p:nvSpPr>
          <p:cNvPr id="4" name="Shape 2">
            <a:extLst>
              <a:ext uri="{FF2B5EF4-FFF2-40B4-BE49-F238E27FC236}">
                <a16:creationId xmlns:a16="http://schemas.microsoft.com/office/drawing/2014/main" id="{8C0CDE7C-5589-960D-6A63-816133F36913}"/>
              </a:ext>
            </a:extLst>
          </p:cNvPr>
          <p:cNvSpPr/>
          <p:nvPr/>
        </p:nvSpPr>
        <p:spPr>
          <a:xfrm>
            <a:off x="384048" y="117043"/>
            <a:ext cx="685800" cy="237744"/>
          </a:xfrm>
          <a:prstGeom prst="rect">
            <a:avLst/>
          </a:prstGeom>
          <a:solidFill>
            <a:srgbClr val="EB6C01"/>
          </a:solidFill>
          <a:ln w="12700">
            <a:solidFill>
              <a:srgbClr val="EB6C01"/>
            </a:solidFill>
            <a:prstDash val="solid"/>
          </a:ln>
        </p:spPr>
        <p:txBody>
          <a:bodyPr/>
          <a:lstStyle/>
          <a:p>
            <a:endParaRPr lang="es-419" noProof="0" dirty="0"/>
          </a:p>
        </p:txBody>
      </p:sp>
      <p:sp>
        <p:nvSpPr>
          <p:cNvPr id="5" name="Text 3">
            <a:extLst>
              <a:ext uri="{FF2B5EF4-FFF2-40B4-BE49-F238E27FC236}">
                <a16:creationId xmlns:a16="http://schemas.microsoft.com/office/drawing/2014/main" id="{03636C2C-81FF-40AE-648B-C217F852E144}"/>
              </a:ext>
            </a:extLst>
          </p:cNvPr>
          <p:cNvSpPr/>
          <p:nvPr/>
        </p:nvSpPr>
        <p:spPr>
          <a:xfrm>
            <a:off x="384048" y="117043"/>
            <a:ext cx="685800" cy="237744"/>
          </a:xfrm>
          <a:prstGeom prst="rect">
            <a:avLst/>
          </a:prstGeom>
          <a:noFill/>
          <a:ln/>
        </p:spPr>
        <p:txBody>
          <a:bodyPr wrap="square" lIns="0" tIns="0" rIns="0" bIns="0" rtlCol="0" anchor="ctr"/>
          <a:lstStyle/>
          <a:p>
            <a:pPr marL="0" indent="0" algn="ctr">
              <a:buNone/>
            </a:pPr>
            <a:r>
              <a:rPr lang="es-419" sz="650" b="1" kern="0" spc="150" noProof="0" dirty="0">
                <a:solidFill>
                  <a:srgbClr val="FFFFFF"/>
                </a:solidFill>
                <a:latin typeface="Montserrat" pitchFamily="34" charset="0"/>
                <a:ea typeface="Montserrat" pitchFamily="34" charset="-122"/>
                <a:cs typeface="Montserrat" pitchFamily="34" charset="-120"/>
              </a:rPr>
              <a:t>T. NORTE</a:t>
            </a:r>
            <a:endParaRPr lang="es-419" sz="650" noProof="0" dirty="0"/>
          </a:p>
        </p:txBody>
      </p:sp>
      <p:sp>
        <p:nvSpPr>
          <p:cNvPr id="6" name="Text 4">
            <a:extLst>
              <a:ext uri="{FF2B5EF4-FFF2-40B4-BE49-F238E27FC236}">
                <a16:creationId xmlns:a16="http://schemas.microsoft.com/office/drawing/2014/main" id="{665A66D1-46BF-001E-FAB4-FD51A7EDD53A}"/>
              </a:ext>
            </a:extLst>
          </p:cNvPr>
          <p:cNvSpPr/>
          <p:nvPr/>
        </p:nvSpPr>
        <p:spPr>
          <a:xfrm>
            <a:off x="1170432" y="91440"/>
            <a:ext cx="5029200" cy="402336"/>
          </a:xfrm>
          <a:prstGeom prst="rect">
            <a:avLst/>
          </a:prstGeom>
          <a:noFill/>
          <a:ln/>
        </p:spPr>
        <p:txBody>
          <a:bodyPr wrap="square" lIns="0" tIns="0" rIns="0" bIns="0" rtlCol="0" anchor="ctr"/>
          <a:lstStyle/>
          <a:p>
            <a:pPr marL="0" indent="0">
              <a:buNone/>
            </a:pPr>
            <a:r>
              <a:rPr lang="es-419" sz="2000" b="1" noProof="0" dirty="0">
                <a:solidFill>
                  <a:srgbClr val="FFFFFF"/>
                </a:solidFill>
                <a:latin typeface="Montserrat" pitchFamily="34" charset="0"/>
                <a:ea typeface="Montserrat" pitchFamily="34" charset="-122"/>
                <a:cs typeface="Montserrat" pitchFamily="34" charset="-120"/>
              </a:rPr>
              <a:t>MA LA CIMA</a:t>
            </a:r>
            <a:endParaRPr lang="es-419" sz="2000" noProof="0" dirty="0"/>
          </a:p>
        </p:txBody>
      </p:sp>
      <p:sp>
        <p:nvSpPr>
          <p:cNvPr id="7" name="Text 5">
            <a:extLst>
              <a:ext uri="{FF2B5EF4-FFF2-40B4-BE49-F238E27FC236}">
                <a16:creationId xmlns:a16="http://schemas.microsoft.com/office/drawing/2014/main" id="{57AA16E5-948A-67BD-A69A-952025B46148}"/>
              </a:ext>
            </a:extLst>
          </p:cNvPr>
          <p:cNvSpPr/>
          <p:nvPr/>
        </p:nvSpPr>
        <p:spPr>
          <a:xfrm>
            <a:off x="1170432" y="475488"/>
            <a:ext cx="3200400" cy="182880"/>
          </a:xfrm>
          <a:prstGeom prst="rect">
            <a:avLst/>
          </a:prstGeom>
          <a:noFill/>
          <a:ln/>
        </p:spPr>
        <p:txBody>
          <a:bodyPr wrap="square" lIns="0" tIns="0" rIns="0" bIns="0" rtlCol="0" anchor="ctr"/>
          <a:lstStyle/>
          <a:p>
            <a:pPr marL="0" indent="0">
              <a:buNone/>
            </a:pPr>
            <a:r>
              <a:rPr lang="es-419" sz="950" noProof="0" dirty="0">
                <a:solidFill>
                  <a:srgbClr val="8FAECB"/>
                </a:solidFill>
                <a:latin typeface="Montserrat" pitchFamily="34" charset="0"/>
              </a:rPr>
              <a:t>Nuevo León </a:t>
            </a:r>
            <a:endParaRPr lang="es-419" sz="950" noProof="0" dirty="0"/>
          </a:p>
        </p:txBody>
      </p:sp>
      <p:sp>
        <p:nvSpPr>
          <p:cNvPr id="8" name="Text 6">
            <a:extLst>
              <a:ext uri="{FF2B5EF4-FFF2-40B4-BE49-F238E27FC236}">
                <a16:creationId xmlns:a16="http://schemas.microsoft.com/office/drawing/2014/main" id="{8D6805D7-7301-4810-9939-2F9FB0EA685E}"/>
              </a:ext>
            </a:extLst>
          </p:cNvPr>
          <p:cNvSpPr/>
          <p:nvPr/>
        </p:nvSpPr>
        <p:spPr>
          <a:xfrm>
            <a:off x="7132320" y="246888"/>
            <a:ext cx="1828800" cy="182880"/>
          </a:xfrm>
          <a:prstGeom prst="rect">
            <a:avLst/>
          </a:prstGeom>
          <a:noFill/>
          <a:ln/>
        </p:spPr>
        <p:txBody>
          <a:bodyPr wrap="square" lIns="0" tIns="0" rIns="0" bIns="0" rtlCol="0" anchor="ctr"/>
          <a:lstStyle/>
          <a:p>
            <a:pPr marL="0" indent="0" algn="r">
              <a:buNone/>
            </a:pPr>
            <a:r>
              <a:rPr lang="es-419" sz="700" b="1" kern="0" spc="150" noProof="0" dirty="0">
                <a:solidFill>
                  <a:srgbClr val="EB6C01"/>
                </a:solidFill>
                <a:latin typeface="Montserrat" pitchFamily="34" charset="0"/>
                <a:ea typeface="Montserrat" pitchFamily="34" charset="-122"/>
                <a:cs typeface="Montserrat" pitchFamily="34" charset="-120"/>
              </a:rPr>
              <a:t>SEMANA 18  ·  2025</a:t>
            </a:r>
            <a:endParaRPr lang="es-419" sz="700" noProof="0" dirty="0"/>
          </a:p>
        </p:txBody>
      </p:sp>
      <p:sp>
        <p:nvSpPr>
          <p:cNvPr id="9" name="Shape 7">
            <a:extLst>
              <a:ext uri="{FF2B5EF4-FFF2-40B4-BE49-F238E27FC236}">
                <a16:creationId xmlns:a16="http://schemas.microsoft.com/office/drawing/2014/main" id="{AEAF154E-C6E8-DDA4-9A34-78E50F7E7CBC}"/>
              </a:ext>
            </a:extLst>
          </p:cNvPr>
          <p:cNvSpPr/>
          <p:nvPr/>
        </p:nvSpPr>
        <p:spPr>
          <a:xfrm>
            <a:off x="0" y="705917"/>
            <a:ext cx="2779776" cy="4163263"/>
          </a:xfrm>
          <a:prstGeom prst="rect">
            <a:avLst/>
          </a:prstGeom>
          <a:solidFill>
            <a:srgbClr val="FFFFFF"/>
          </a:solidFill>
          <a:ln w="12700">
            <a:solidFill>
              <a:srgbClr val="D4E4F2"/>
            </a:solidFill>
            <a:prstDash val="solid"/>
          </a:ln>
        </p:spPr>
        <p:txBody>
          <a:bodyPr/>
          <a:lstStyle/>
          <a:p>
            <a:endParaRPr lang="es-419" noProof="0" dirty="0"/>
          </a:p>
        </p:txBody>
      </p:sp>
      <p:sp>
        <p:nvSpPr>
          <p:cNvPr id="10" name="Text 8">
            <a:extLst>
              <a:ext uri="{FF2B5EF4-FFF2-40B4-BE49-F238E27FC236}">
                <a16:creationId xmlns:a16="http://schemas.microsoft.com/office/drawing/2014/main" id="{739BA9C5-BD10-D05E-165A-6D5DA1C84E6A}"/>
              </a:ext>
            </a:extLst>
          </p:cNvPr>
          <p:cNvSpPr/>
          <p:nvPr/>
        </p:nvSpPr>
        <p:spPr>
          <a:xfrm>
            <a:off x="118872" y="768096"/>
            <a:ext cx="2468880" cy="146304"/>
          </a:xfrm>
          <a:prstGeom prst="rect">
            <a:avLst/>
          </a:prstGeom>
          <a:noFill/>
          <a:ln/>
        </p:spPr>
        <p:txBody>
          <a:bodyPr wrap="square" lIns="0" tIns="0" rIns="0" bIns="0" rtlCol="0" anchor="ctr"/>
          <a:lstStyle/>
          <a:p>
            <a:pPr marL="0" indent="0">
              <a:buNone/>
            </a:pPr>
            <a:r>
              <a:rPr lang="es-419" sz="650" b="1" kern="0" spc="250" noProof="0" dirty="0">
                <a:solidFill>
                  <a:srgbClr val="8FAECB"/>
                </a:solidFill>
                <a:latin typeface="Montserrat" pitchFamily="34" charset="0"/>
                <a:ea typeface="Montserrat" pitchFamily="34" charset="-122"/>
                <a:cs typeface="Montserrat" pitchFamily="34" charset="-120"/>
              </a:rPr>
              <a:t>UBICACIÓN EN MÉXICO</a:t>
            </a:r>
            <a:endParaRPr lang="es-419" sz="650" noProof="0" dirty="0"/>
          </a:p>
        </p:txBody>
      </p:sp>
      <p:sp>
        <p:nvSpPr>
          <p:cNvPr id="12" name="Text 9">
            <a:extLst>
              <a:ext uri="{FF2B5EF4-FFF2-40B4-BE49-F238E27FC236}">
                <a16:creationId xmlns:a16="http://schemas.microsoft.com/office/drawing/2014/main" id="{55E8387F-D303-1B96-3DC3-73958260CE2A}"/>
              </a:ext>
            </a:extLst>
          </p:cNvPr>
          <p:cNvSpPr/>
          <p:nvPr/>
        </p:nvSpPr>
        <p:spPr>
          <a:xfrm>
            <a:off x="73152" y="2944368"/>
            <a:ext cx="2633472" cy="182880"/>
          </a:xfrm>
          <a:prstGeom prst="rect">
            <a:avLst/>
          </a:prstGeom>
          <a:noFill/>
          <a:ln/>
        </p:spPr>
        <p:txBody>
          <a:bodyPr wrap="square" lIns="0" tIns="0" rIns="0" bIns="0" rtlCol="0" anchor="ctr"/>
          <a:lstStyle/>
          <a:p>
            <a:pPr marL="0" indent="0" algn="ctr">
              <a:buNone/>
            </a:pPr>
            <a:r>
              <a:rPr lang="es-419" sz="750" b="1" kern="0" spc="200" dirty="0">
                <a:solidFill>
                  <a:srgbClr val="EB6C01"/>
                </a:solidFill>
                <a:latin typeface="Montserrat" pitchFamily="34" charset="0"/>
              </a:rPr>
              <a:t>SAN PEDRO GARZA GARCÍA</a:t>
            </a:r>
            <a:endParaRPr lang="es-419" sz="750" noProof="0" dirty="0"/>
          </a:p>
        </p:txBody>
      </p:sp>
      <p:sp>
        <p:nvSpPr>
          <p:cNvPr id="13" name="Text 10">
            <a:extLst>
              <a:ext uri="{FF2B5EF4-FFF2-40B4-BE49-F238E27FC236}">
                <a16:creationId xmlns:a16="http://schemas.microsoft.com/office/drawing/2014/main" id="{86A15A11-AFE3-2A82-704E-FABBFAD6F6A0}"/>
              </a:ext>
            </a:extLst>
          </p:cNvPr>
          <p:cNvSpPr/>
          <p:nvPr/>
        </p:nvSpPr>
        <p:spPr>
          <a:xfrm>
            <a:off x="2944368" y="859536"/>
            <a:ext cx="1353312" cy="164592"/>
          </a:xfrm>
          <a:prstGeom prst="rect">
            <a:avLst/>
          </a:prstGeom>
          <a:noFill/>
          <a:ln/>
        </p:spPr>
        <p:txBody>
          <a:bodyPr wrap="square" lIns="0" tIns="0" rIns="0" bIns="0" rtlCol="0" anchor="ctr"/>
          <a:lstStyle/>
          <a:p>
            <a:pPr marL="0" indent="0">
              <a:buNone/>
            </a:pPr>
            <a:r>
              <a:rPr lang="es-419" sz="650" b="1" kern="0" spc="250" noProof="0" dirty="0">
                <a:solidFill>
                  <a:srgbClr val="EB6C01"/>
                </a:solidFill>
                <a:latin typeface="Montserrat" pitchFamily="34" charset="0"/>
                <a:ea typeface="Montserrat" pitchFamily="34" charset="-122"/>
                <a:cs typeface="Montserrat" pitchFamily="34" charset="-120"/>
              </a:rPr>
              <a:t>PROYECTO ACTIVO</a:t>
            </a:r>
            <a:endParaRPr lang="es-419" sz="650" noProof="0" dirty="0"/>
          </a:p>
        </p:txBody>
      </p:sp>
      <p:sp>
        <p:nvSpPr>
          <p:cNvPr id="14" name="Shape 11">
            <a:extLst>
              <a:ext uri="{FF2B5EF4-FFF2-40B4-BE49-F238E27FC236}">
                <a16:creationId xmlns:a16="http://schemas.microsoft.com/office/drawing/2014/main" id="{00EB3CA4-45A3-7EB8-7ECD-5DE310BFCCC3}"/>
              </a:ext>
            </a:extLst>
          </p:cNvPr>
          <p:cNvSpPr/>
          <p:nvPr/>
        </p:nvSpPr>
        <p:spPr>
          <a:xfrm>
            <a:off x="2944368" y="1024128"/>
            <a:ext cx="987552" cy="16459"/>
          </a:xfrm>
          <a:prstGeom prst="rect">
            <a:avLst/>
          </a:prstGeom>
          <a:solidFill>
            <a:srgbClr val="EB6C01"/>
          </a:solidFill>
          <a:ln w="12700">
            <a:solidFill>
              <a:srgbClr val="EB6C01"/>
            </a:solidFill>
            <a:prstDash val="solid"/>
          </a:ln>
        </p:spPr>
        <p:txBody>
          <a:bodyPr/>
          <a:lstStyle/>
          <a:p>
            <a:endParaRPr lang="es-419" noProof="0" dirty="0"/>
          </a:p>
        </p:txBody>
      </p:sp>
      <p:sp>
        <p:nvSpPr>
          <p:cNvPr id="15" name="Shape 12">
            <a:extLst>
              <a:ext uri="{FF2B5EF4-FFF2-40B4-BE49-F238E27FC236}">
                <a16:creationId xmlns:a16="http://schemas.microsoft.com/office/drawing/2014/main" id="{47CAD4F6-D5D2-73A7-1A73-176544733E4B}"/>
              </a:ext>
            </a:extLst>
          </p:cNvPr>
          <p:cNvSpPr/>
          <p:nvPr/>
        </p:nvSpPr>
        <p:spPr>
          <a:xfrm>
            <a:off x="2944368" y="1115568"/>
            <a:ext cx="6035040" cy="603504"/>
          </a:xfrm>
          <a:prstGeom prst="rect">
            <a:avLst/>
          </a:prstGeom>
          <a:solidFill>
            <a:srgbClr val="E5EFF8"/>
          </a:solidFill>
          <a:ln w="12700">
            <a:solidFill>
              <a:srgbClr val="A8C0D8"/>
            </a:solidFill>
            <a:prstDash val="solid"/>
          </a:ln>
        </p:spPr>
        <p:txBody>
          <a:bodyPr/>
          <a:lstStyle/>
          <a:p>
            <a:endParaRPr lang="es-419" noProof="0" dirty="0"/>
          </a:p>
        </p:txBody>
      </p:sp>
      <p:sp>
        <p:nvSpPr>
          <p:cNvPr id="16" name="Text 13">
            <a:extLst>
              <a:ext uri="{FF2B5EF4-FFF2-40B4-BE49-F238E27FC236}">
                <a16:creationId xmlns:a16="http://schemas.microsoft.com/office/drawing/2014/main" id="{AFEF7A51-09F0-B715-638B-F6C60C5153FB}"/>
              </a:ext>
            </a:extLst>
          </p:cNvPr>
          <p:cNvSpPr/>
          <p:nvPr/>
        </p:nvSpPr>
        <p:spPr>
          <a:xfrm>
            <a:off x="3054096" y="1170432"/>
            <a:ext cx="5815584" cy="493776"/>
          </a:xfrm>
          <a:prstGeom prst="rect">
            <a:avLst/>
          </a:prstGeom>
          <a:noFill/>
          <a:ln/>
        </p:spPr>
        <p:txBody>
          <a:bodyPr wrap="square" lIns="0" tIns="0" rIns="0" bIns="0" rtlCol="0" anchor="ctr"/>
          <a:lstStyle/>
          <a:p>
            <a:pPr marL="0" indent="0">
              <a:buNone/>
            </a:pPr>
            <a:r>
              <a:rPr lang="es-419" sz="1500" b="1" noProof="0" dirty="0">
                <a:solidFill>
                  <a:srgbClr val="9BB5CC"/>
                </a:solidFill>
                <a:latin typeface="Montserrat" pitchFamily="34" charset="0"/>
                <a:ea typeface="Montserrat" pitchFamily="34" charset="-122"/>
                <a:cs typeface="Montserrat" pitchFamily="34" charset="-120"/>
              </a:rPr>
              <a:t>[Nombre del Proyecto / Actividad]</a:t>
            </a:r>
            <a:endParaRPr lang="es-419" sz="1500" noProof="0" dirty="0"/>
          </a:p>
        </p:txBody>
      </p:sp>
      <p:sp>
        <p:nvSpPr>
          <p:cNvPr id="17" name="Shape 14">
            <a:extLst>
              <a:ext uri="{FF2B5EF4-FFF2-40B4-BE49-F238E27FC236}">
                <a16:creationId xmlns:a16="http://schemas.microsoft.com/office/drawing/2014/main" id="{8FC20E55-3D5C-26B1-5BF0-1FFFB558020E}"/>
              </a:ext>
            </a:extLst>
          </p:cNvPr>
          <p:cNvSpPr/>
          <p:nvPr/>
        </p:nvSpPr>
        <p:spPr>
          <a:xfrm>
            <a:off x="2944368" y="1837944"/>
            <a:ext cx="91440" cy="91440"/>
          </a:xfrm>
          <a:prstGeom prst="ellipse">
            <a:avLst/>
          </a:prstGeom>
          <a:solidFill>
            <a:srgbClr val="A8C0D8"/>
          </a:solidFill>
          <a:ln w="12700">
            <a:solidFill>
              <a:srgbClr val="A8C0D8"/>
            </a:solidFill>
            <a:prstDash val="solid"/>
          </a:ln>
        </p:spPr>
        <p:txBody>
          <a:bodyPr/>
          <a:lstStyle/>
          <a:p>
            <a:endParaRPr lang="es-419" noProof="0" dirty="0"/>
          </a:p>
        </p:txBody>
      </p:sp>
      <p:sp>
        <p:nvSpPr>
          <p:cNvPr id="18" name="Text 15">
            <a:extLst>
              <a:ext uri="{FF2B5EF4-FFF2-40B4-BE49-F238E27FC236}">
                <a16:creationId xmlns:a16="http://schemas.microsoft.com/office/drawing/2014/main" id="{A2260866-04C0-3767-B0BC-ACFE95679416}"/>
              </a:ext>
            </a:extLst>
          </p:cNvPr>
          <p:cNvSpPr/>
          <p:nvPr/>
        </p:nvSpPr>
        <p:spPr>
          <a:xfrm>
            <a:off x="3099816" y="1819656"/>
            <a:ext cx="2743200" cy="137160"/>
          </a:xfrm>
          <a:prstGeom prst="rect">
            <a:avLst/>
          </a:prstGeom>
          <a:noFill/>
          <a:ln/>
        </p:spPr>
        <p:txBody>
          <a:bodyPr wrap="square" lIns="0" tIns="0" rIns="0" bIns="0" rtlCol="0" anchor="ctr"/>
          <a:lstStyle/>
          <a:p>
            <a:pPr marL="0" indent="0">
              <a:buNone/>
            </a:pPr>
            <a:r>
              <a:rPr lang="es-419" sz="850" b="1" kern="0" spc="100" noProof="0" dirty="0">
                <a:solidFill>
                  <a:srgbClr val="A8C0D8"/>
                </a:solidFill>
                <a:latin typeface="Montserrat" pitchFamily="34" charset="0"/>
                <a:ea typeface="Montserrat" pitchFamily="34" charset="-122"/>
                <a:cs typeface="Montserrat" pitchFamily="34" charset="-120"/>
              </a:rPr>
              <a:t>[ESTADO DEL PROYECTO]</a:t>
            </a:r>
            <a:endParaRPr lang="es-419" sz="850" noProof="0" dirty="0"/>
          </a:p>
        </p:txBody>
      </p:sp>
      <p:sp>
        <p:nvSpPr>
          <p:cNvPr id="19" name="Shape 16">
            <a:extLst>
              <a:ext uri="{FF2B5EF4-FFF2-40B4-BE49-F238E27FC236}">
                <a16:creationId xmlns:a16="http://schemas.microsoft.com/office/drawing/2014/main" id="{E02CEDEB-82FE-0443-1F28-15A77EB7AA14}"/>
              </a:ext>
            </a:extLst>
          </p:cNvPr>
          <p:cNvSpPr/>
          <p:nvPr/>
        </p:nvSpPr>
        <p:spPr>
          <a:xfrm>
            <a:off x="2944368" y="2057400"/>
            <a:ext cx="25603" cy="658368"/>
          </a:xfrm>
          <a:prstGeom prst="rect">
            <a:avLst/>
          </a:prstGeom>
          <a:solidFill>
            <a:srgbClr val="A8C0D8"/>
          </a:solidFill>
          <a:ln w="12700">
            <a:solidFill>
              <a:srgbClr val="A8C0D8"/>
            </a:solidFill>
            <a:prstDash val="solid"/>
          </a:ln>
        </p:spPr>
        <p:txBody>
          <a:bodyPr/>
          <a:lstStyle/>
          <a:p>
            <a:endParaRPr lang="es-419" noProof="0" dirty="0"/>
          </a:p>
        </p:txBody>
      </p:sp>
      <p:sp>
        <p:nvSpPr>
          <p:cNvPr id="20" name="Text 17">
            <a:extLst>
              <a:ext uri="{FF2B5EF4-FFF2-40B4-BE49-F238E27FC236}">
                <a16:creationId xmlns:a16="http://schemas.microsoft.com/office/drawing/2014/main" id="{F4910F7C-DE4F-03D6-3908-0A4E8B4D54B7}"/>
              </a:ext>
            </a:extLst>
          </p:cNvPr>
          <p:cNvSpPr/>
          <p:nvPr/>
        </p:nvSpPr>
        <p:spPr>
          <a:xfrm>
            <a:off x="3035808" y="2057400"/>
            <a:ext cx="5925312" cy="658368"/>
          </a:xfrm>
          <a:prstGeom prst="rect">
            <a:avLst/>
          </a:prstGeom>
          <a:noFill/>
          <a:ln/>
        </p:spPr>
        <p:txBody>
          <a:bodyPr wrap="square" rtlCol="0" anchor="ctr"/>
          <a:lstStyle/>
          <a:p>
            <a:pPr marL="0" indent="0">
              <a:buNone/>
            </a:pPr>
            <a:r>
              <a:rPr lang="es-419" sz="950" i="1" noProof="0" dirty="0">
                <a:solidFill>
                  <a:srgbClr val="A8BDD0"/>
                </a:solidFill>
                <a:latin typeface="Montserrat" pitchFamily="34" charset="0"/>
                <a:ea typeface="Montserrat" pitchFamily="34" charset="-122"/>
                <a:cs typeface="Montserrat" pitchFamily="34" charset="-120"/>
              </a:rPr>
              <a:t>Describa aquí el avance semanal, actividades realizadas,</a:t>
            </a:r>
            <a:endParaRPr lang="es-419" sz="950" noProof="0" dirty="0"/>
          </a:p>
          <a:p>
            <a:pPr marL="0" indent="0">
              <a:buNone/>
            </a:pPr>
            <a:r>
              <a:rPr lang="es-419" sz="950" i="1" noProof="0" dirty="0">
                <a:solidFill>
                  <a:srgbClr val="A8BDD0"/>
                </a:solidFill>
                <a:latin typeface="Montserrat" pitchFamily="34" charset="0"/>
                <a:ea typeface="Montserrat" pitchFamily="34" charset="-122"/>
                <a:cs typeface="Montserrat" pitchFamily="34" charset="-120"/>
              </a:rPr>
              <a:t>pagos, documentación o incidencias del proyecto.</a:t>
            </a:r>
            <a:endParaRPr lang="es-419" sz="950" noProof="0" dirty="0"/>
          </a:p>
        </p:txBody>
      </p:sp>
      <p:sp>
        <p:nvSpPr>
          <p:cNvPr id="21" name="Text 18">
            <a:extLst>
              <a:ext uri="{FF2B5EF4-FFF2-40B4-BE49-F238E27FC236}">
                <a16:creationId xmlns:a16="http://schemas.microsoft.com/office/drawing/2014/main" id="{2C656764-B7E3-6AB2-8E74-BEA3047DC530}"/>
              </a:ext>
            </a:extLst>
          </p:cNvPr>
          <p:cNvSpPr/>
          <p:nvPr/>
        </p:nvSpPr>
        <p:spPr>
          <a:xfrm>
            <a:off x="2944368" y="2834640"/>
            <a:ext cx="1828800" cy="164592"/>
          </a:xfrm>
          <a:prstGeom prst="rect">
            <a:avLst/>
          </a:prstGeom>
          <a:noFill/>
          <a:ln/>
        </p:spPr>
        <p:txBody>
          <a:bodyPr wrap="square" lIns="0" tIns="0" rIns="0" bIns="0" rtlCol="0" anchor="ctr"/>
          <a:lstStyle/>
          <a:p>
            <a:pPr marL="0" indent="0">
              <a:buNone/>
            </a:pPr>
            <a:r>
              <a:rPr lang="es-419" sz="650" b="1" kern="0" spc="250" noProof="0" dirty="0">
                <a:solidFill>
                  <a:srgbClr val="EB6C01"/>
                </a:solidFill>
                <a:latin typeface="Montserrat" pitchFamily="34" charset="0"/>
                <a:ea typeface="Montserrat" pitchFamily="34" charset="-122"/>
                <a:cs typeface="Montserrat" pitchFamily="34" charset="-120"/>
              </a:rPr>
              <a:t>FOTOGRAFÍAS DE AVANCE</a:t>
            </a:r>
            <a:endParaRPr lang="es-419" sz="650" noProof="0" dirty="0"/>
          </a:p>
        </p:txBody>
      </p:sp>
      <p:sp>
        <p:nvSpPr>
          <p:cNvPr id="22" name="Shape 19">
            <a:extLst>
              <a:ext uri="{FF2B5EF4-FFF2-40B4-BE49-F238E27FC236}">
                <a16:creationId xmlns:a16="http://schemas.microsoft.com/office/drawing/2014/main" id="{85C17CD2-4632-7CBB-7159-DC282860B706}"/>
              </a:ext>
            </a:extLst>
          </p:cNvPr>
          <p:cNvSpPr/>
          <p:nvPr/>
        </p:nvSpPr>
        <p:spPr>
          <a:xfrm>
            <a:off x="2944368" y="3008376"/>
            <a:ext cx="1481328" cy="16459"/>
          </a:xfrm>
          <a:prstGeom prst="rect">
            <a:avLst/>
          </a:prstGeom>
          <a:solidFill>
            <a:srgbClr val="EB6C01"/>
          </a:solidFill>
          <a:ln w="12700">
            <a:solidFill>
              <a:srgbClr val="EB6C01"/>
            </a:solidFill>
            <a:prstDash val="solid"/>
          </a:ln>
        </p:spPr>
        <p:txBody>
          <a:bodyPr/>
          <a:lstStyle/>
          <a:p>
            <a:endParaRPr lang="es-419" noProof="0" dirty="0"/>
          </a:p>
        </p:txBody>
      </p:sp>
      <p:sp>
        <p:nvSpPr>
          <p:cNvPr id="23" name="Shape 20">
            <a:extLst>
              <a:ext uri="{FF2B5EF4-FFF2-40B4-BE49-F238E27FC236}">
                <a16:creationId xmlns:a16="http://schemas.microsoft.com/office/drawing/2014/main" id="{DA8D4E6D-1634-8B59-0ECF-79104298E1DF}"/>
              </a:ext>
            </a:extLst>
          </p:cNvPr>
          <p:cNvSpPr/>
          <p:nvPr/>
        </p:nvSpPr>
        <p:spPr>
          <a:xfrm>
            <a:off x="2944368"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24" name="Image 1" descr="preencoded.png">
            <a:extLst>
              <a:ext uri="{FF2B5EF4-FFF2-40B4-BE49-F238E27FC236}">
                <a16:creationId xmlns:a16="http://schemas.microsoft.com/office/drawing/2014/main" id="{798458E3-F752-49CA-24EE-06015F5DC2FC}"/>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797808" y="3593592"/>
            <a:ext cx="256032" cy="256032"/>
          </a:xfrm>
          <a:prstGeom prst="rect">
            <a:avLst/>
          </a:prstGeom>
        </p:spPr>
      </p:pic>
      <p:sp>
        <p:nvSpPr>
          <p:cNvPr id="25" name="Text 21">
            <a:extLst>
              <a:ext uri="{FF2B5EF4-FFF2-40B4-BE49-F238E27FC236}">
                <a16:creationId xmlns:a16="http://schemas.microsoft.com/office/drawing/2014/main" id="{07CF53F5-6E27-A036-3AB2-7C59DCC06AC8}"/>
              </a:ext>
            </a:extLst>
          </p:cNvPr>
          <p:cNvSpPr/>
          <p:nvPr/>
        </p:nvSpPr>
        <p:spPr>
          <a:xfrm>
            <a:off x="2944368"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26" name="Shape 22">
            <a:extLst>
              <a:ext uri="{FF2B5EF4-FFF2-40B4-BE49-F238E27FC236}">
                <a16:creationId xmlns:a16="http://schemas.microsoft.com/office/drawing/2014/main" id="{AF27DCB4-D195-E442-A3C0-967DD65E3BA1}"/>
              </a:ext>
            </a:extLst>
          </p:cNvPr>
          <p:cNvSpPr/>
          <p:nvPr/>
        </p:nvSpPr>
        <p:spPr>
          <a:xfrm>
            <a:off x="4980432"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27" name="Image 2" descr="preencoded.png">
            <a:extLst>
              <a:ext uri="{FF2B5EF4-FFF2-40B4-BE49-F238E27FC236}">
                <a16:creationId xmlns:a16="http://schemas.microsoft.com/office/drawing/2014/main" id="{A0A4431B-B9B7-CF6C-8F53-862160D96D84}"/>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833872" y="3593592"/>
            <a:ext cx="256032" cy="256032"/>
          </a:xfrm>
          <a:prstGeom prst="rect">
            <a:avLst/>
          </a:prstGeom>
        </p:spPr>
      </p:pic>
      <p:sp>
        <p:nvSpPr>
          <p:cNvPr id="28" name="Text 23">
            <a:extLst>
              <a:ext uri="{FF2B5EF4-FFF2-40B4-BE49-F238E27FC236}">
                <a16:creationId xmlns:a16="http://schemas.microsoft.com/office/drawing/2014/main" id="{10CC21D5-4085-A79B-C6C7-5F86552800BC}"/>
              </a:ext>
            </a:extLst>
          </p:cNvPr>
          <p:cNvSpPr/>
          <p:nvPr/>
        </p:nvSpPr>
        <p:spPr>
          <a:xfrm>
            <a:off x="4980432"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29" name="Shape 24">
            <a:extLst>
              <a:ext uri="{FF2B5EF4-FFF2-40B4-BE49-F238E27FC236}">
                <a16:creationId xmlns:a16="http://schemas.microsoft.com/office/drawing/2014/main" id="{3DBC5AE2-B47C-8E0E-7B33-4E9A3A7A6125}"/>
              </a:ext>
            </a:extLst>
          </p:cNvPr>
          <p:cNvSpPr/>
          <p:nvPr/>
        </p:nvSpPr>
        <p:spPr>
          <a:xfrm>
            <a:off x="7016496"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30" name="Image 3" descr="preencoded.png">
            <a:extLst>
              <a:ext uri="{FF2B5EF4-FFF2-40B4-BE49-F238E27FC236}">
                <a16:creationId xmlns:a16="http://schemas.microsoft.com/office/drawing/2014/main" id="{B09955DF-9708-4108-73B6-F64C056E3E55}"/>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7869936" y="3593592"/>
            <a:ext cx="256032" cy="256032"/>
          </a:xfrm>
          <a:prstGeom prst="rect">
            <a:avLst/>
          </a:prstGeom>
        </p:spPr>
      </p:pic>
      <p:sp>
        <p:nvSpPr>
          <p:cNvPr id="31" name="Text 25">
            <a:extLst>
              <a:ext uri="{FF2B5EF4-FFF2-40B4-BE49-F238E27FC236}">
                <a16:creationId xmlns:a16="http://schemas.microsoft.com/office/drawing/2014/main" id="{25EB81F5-B2E4-EC3A-5AE5-95FA245AD4D6}"/>
              </a:ext>
            </a:extLst>
          </p:cNvPr>
          <p:cNvSpPr/>
          <p:nvPr/>
        </p:nvSpPr>
        <p:spPr>
          <a:xfrm>
            <a:off x="7016496"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32" name="Shape 26">
            <a:extLst>
              <a:ext uri="{FF2B5EF4-FFF2-40B4-BE49-F238E27FC236}">
                <a16:creationId xmlns:a16="http://schemas.microsoft.com/office/drawing/2014/main" id="{AAB43BCE-ABF5-06B8-EFBF-8E0B7F2997A9}"/>
              </a:ext>
            </a:extLst>
          </p:cNvPr>
          <p:cNvSpPr/>
          <p:nvPr/>
        </p:nvSpPr>
        <p:spPr>
          <a:xfrm>
            <a:off x="0" y="4873752"/>
            <a:ext cx="9144000" cy="269748"/>
          </a:xfrm>
          <a:prstGeom prst="rect">
            <a:avLst/>
          </a:prstGeom>
          <a:solidFill>
            <a:srgbClr val="1A3464"/>
          </a:solidFill>
          <a:ln w="12700">
            <a:solidFill>
              <a:srgbClr val="1A3464"/>
            </a:solidFill>
            <a:prstDash val="solid"/>
          </a:ln>
        </p:spPr>
        <p:txBody>
          <a:bodyPr/>
          <a:lstStyle/>
          <a:p>
            <a:endParaRPr lang="es-419" noProof="0" dirty="0"/>
          </a:p>
        </p:txBody>
      </p:sp>
      <p:sp>
        <p:nvSpPr>
          <p:cNvPr id="33" name="Text 27">
            <a:extLst>
              <a:ext uri="{FF2B5EF4-FFF2-40B4-BE49-F238E27FC236}">
                <a16:creationId xmlns:a16="http://schemas.microsoft.com/office/drawing/2014/main" id="{574E0938-B4D5-5AD2-A436-8BAD12290816}"/>
              </a:ext>
            </a:extLst>
          </p:cNvPr>
          <p:cNvSpPr/>
          <p:nvPr/>
        </p:nvSpPr>
        <p:spPr>
          <a:xfrm>
            <a:off x="384048" y="4901184"/>
            <a:ext cx="5029200" cy="182880"/>
          </a:xfrm>
          <a:prstGeom prst="rect">
            <a:avLst/>
          </a:prstGeom>
          <a:noFill/>
          <a:ln/>
        </p:spPr>
        <p:txBody>
          <a:bodyPr wrap="square" lIns="0" tIns="0" rIns="0" bIns="0" rtlCol="0" anchor="ctr"/>
          <a:lstStyle/>
          <a:p>
            <a:pPr marL="0" indent="0">
              <a:buNone/>
            </a:pPr>
            <a:r>
              <a:rPr lang="es-419" sz="700" kern="0" spc="150" noProof="0" dirty="0">
                <a:solidFill>
                  <a:srgbClr val="8FAECB"/>
                </a:solidFill>
                <a:latin typeface="Montserrat" pitchFamily="34" charset="0"/>
                <a:ea typeface="Montserrat" pitchFamily="34" charset="-122"/>
                <a:cs typeface="Montserrat" pitchFamily="34" charset="-120"/>
              </a:rPr>
              <a:t>COORDINACIÓN DE OBRAS Y MANTENIMIENTO RCMA</a:t>
            </a:r>
            <a:endParaRPr lang="es-419" sz="700" noProof="0" dirty="0"/>
          </a:p>
        </p:txBody>
      </p:sp>
      <p:sp>
        <p:nvSpPr>
          <p:cNvPr id="34" name="Shape 28">
            <a:extLst>
              <a:ext uri="{FF2B5EF4-FFF2-40B4-BE49-F238E27FC236}">
                <a16:creationId xmlns:a16="http://schemas.microsoft.com/office/drawing/2014/main" id="{550DB1F3-E220-882F-B250-64B09E866C41}"/>
              </a:ext>
            </a:extLst>
          </p:cNvPr>
          <p:cNvSpPr/>
          <p:nvPr/>
        </p:nvSpPr>
        <p:spPr>
          <a:xfrm>
            <a:off x="5559552" y="4974336"/>
            <a:ext cx="5486" cy="100584"/>
          </a:xfrm>
          <a:prstGeom prst="rect">
            <a:avLst/>
          </a:prstGeom>
          <a:solidFill>
            <a:srgbClr val="8FAECB"/>
          </a:solidFill>
          <a:ln w="12700">
            <a:solidFill>
              <a:srgbClr val="8FAECB"/>
            </a:solidFill>
            <a:prstDash val="solid"/>
          </a:ln>
        </p:spPr>
        <p:txBody>
          <a:bodyPr/>
          <a:lstStyle/>
          <a:p>
            <a:endParaRPr lang="es-419" noProof="0" dirty="0"/>
          </a:p>
        </p:txBody>
      </p:sp>
      <p:sp>
        <p:nvSpPr>
          <p:cNvPr id="35" name="Text 29">
            <a:extLst>
              <a:ext uri="{FF2B5EF4-FFF2-40B4-BE49-F238E27FC236}">
                <a16:creationId xmlns:a16="http://schemas.microsoft.com/office/drawing/2014/main" id="{30D0CED8-6006-6EAC-0BCB-3A637EFCB612}"/>
              </a:ext>
            </a:extLst>
          </p:cNvPr>
          <p:cNvSpPr/>
          <p:nvPr/>
        </p:nvSpPr>
        <p:spPr>
          <a:xfrm>
            <a:off x="5650992" y="4901184"/>
            <a:ext cx="2286000" cy="182880"/>
          </a:xfrm>
          <a:prstGeom prst="rect">
            <a:avLst/>
          </a:prstGeom>
          <a:noFill/>
          <a:ln/>
        </p:spPr>
        <p:txBody>
          <a:bodyPr wrap="square" lIns="0" tIns="0" rIns="0" bIns="0" rtlCol="0" anchor="ctr"/>
          <a:lstStyle/>
          <a:p>
            <a:pPr marL="0" indent="0">
              <a:buNone/>
            </a:pPr>
            <a:r>
              <a:rPr lang="es-419" sz="700" kern="0" spc="150" noProof="0" dirty="0">
                <a:solidFill>
                  <a:srgbClr val="8FAECB"/>
                </a:solidFill>
                <a:latin typeface="Montserrat" pitchFamily="34" charset="0"/>
                <a:ea typeface="Montserrat" pitchFamily="34" charset="-122"/>
                <a:cs typeface="Montserrat" pitchFamily="34" charset="-120"/>
              </a:rPr>
              <a:t>Mano Amiga</a:t>
            </a:r>
            <a:endParaRPr lang="es-419" sz="700" noProof="0" dirty="0"/>
          </a:p>
        </p:txBody>
      </p:sp>
      <p:sp>
        <p:nvSpPr>
          <p:cNvPr id="43" name="Forma libre: forma 42">
            <a:extLst>
              <a:ext uri="{FF2B5EF4-FFF2-40B4-BE49-F238E27FC236}">
                <a16:creationId xmlns:a16="http://schemas.microsoft.com/office/drawing/2014/main" id="{5A7466B6-1F27-ADAC-8C02-4F343F39869D}"/>
              </a:ext>
            </a:extLst>
          </p:cNvPr>
          <p:cNvSpPr/>
          <p:nvPr/>
        </p:nvSpPr>
        <p:spPr>
          <a:xfrm>
            <a:off x="1596105" y="2222074"/>
            <a:ext cx="193086" cy="261624"/>
          </a:xfrm>
          <a:custGeom>
            <a:avLst/>
            <a:gdLst>
              <a:gd name="csX0" fmla="*/ 47363 w 193086"/>
              <a:gd name="csY0" fmla="*/ 258865 h 261624"/>
              <a:gd name="csX1" fmla="*/ 34066 w 193086"/>
              <a:gd name="csY1" fmla="*/ 253627 h 261624"/>
              <a:gd name="csX2" fmla="*/ 25677 w 193086"/>
              <a:gd name="csY2" fmla="*/ 249703 h 261624"/>
              <a:gd name="csX3" fmla="*/ 12838 w 193086"/>
              <a:gd name="csY3" fmla="*/ 237813 h 261624"/>
              <a:gd name="csX4" fmla="*/ 0 w 193086"/>
              <a:gd name="csY4" fmla="*/ 228023 h 261624"/>
              <a:gd name="csX5" fmla="*/ 10590 w 193086"/>
              <a:gd name="csY5" fmla="*/ 222007 h 261624"/>
              <a:gd name="csX6" fmla="*/ 24311 w 193086"/>
              <a:gd name="csY6" fmla="*/ 218591 h 261624"/>
              <a:gd name="csX7" fmla="*/ 30840 w 193086"/>
              <a:gd name="csY7" fmla="*/ 210994 h 261624"/>
              <a:gd name="csX8" fmla="*/ 34002 w 193086"/>
              <a:gd name="csY8" fmla="*/ 201034 h 261624"/>
              <a:gd name="csX9" fmla="*/ 34055 w 193086"/>
              <a:gd name="csY9" fmla="*/ 192894 h 261624"/>
              <a:gd name="csX10" fmla="*/ 33474 w 193086"/>
              <a:gd name="csY10" fmla="*/ 186352 h 261624"/>
              <a:gd name="csX11" fmla="*/ 36002 w 193086"/>
              <a:gd name="csY11" fmla="*/ 155255 h 261624"/>
              <a:gd name="csX12" fmla="*/ 40814 w 193086"/>
              <a:gd name="csY12" fmla="*/ 125721 h 261624"/>
              <a:gd name="csX13" fmla="*/ 52906 w 193086"/>
              <a:gd name="csY13" fmla="*/ 136226 h 261624"/>
              <a:gd name="csX14" fmla="*/ 67584 w 193086"/>
              <a:gd name="csY14" fmla="*/ 150557 h 261624"/>
              <a:gd name="csX15" fmla="*/ 85050 w 193086"/>
              <a:gd name="csY15" fmla="*/ 148575 h 261624"/>
              <a:gd name="csX16" fmla="*/ 92615 w 193086"/>
              <a:gd name="csY16" fmla="*/ 147623 h 261624"/>
              <a:gd name="csX17" fmla="*/ 103162 w 193086"/>
              <a:gd name="csY17" fmla="*/ 143713 h 261624"/>
              <a:gd name="csX18" fmla="*/ 110991 w 193086"/>
              <a:gd name="csY18" fmla="*/ 139409 h 261624"/>
              <a:gd name="csX19" fmla="*/ 118857 w 193086"/>
              <a:gd name="csY19" fmla="*/ 137039 h 261624"/>
              <a:gd name="csX20" fmla="*/ 114946 w 193086"/>
              <a:gd name="csY20" fmla="*/ 126979 h 261624"/>
              <a:gd name="csX21" fmla="*/ 104278 w 193086"/>
              <a:gd name="csY21" fmla="*/ 120558 h 261624"/>
              <a:gd name="csX22" fmla="*/ 100539 w 193086"/>
              <a:gd name="csY22" fmla="*/ 116814 h 261624"/>
              <a:gd name="csX23" fmla="*/ 87769 w 193086"/>
              <a:gd name="csY23" fmla="*/ 107211 h 261624"/>
              <a:gd name="csX24" fmla="*/ 75649 w 193086"/>
              <a:gd name="csY24" fmla="*/ 82459 h 261624"/>
              <a:gd name="csX25" fmla="*/ 81162 w 193086"/>
              <a:gd name="csY25" fmla="*/ 66581 h 261624"/>
              <a:gd name="csX26" fmla="*/ 76956 w 193086"/>
              <a:gd name="csY26" fmla="*/ 53086 h 261624"/>
              <a:gd name="csX27" fmla="*/ 74281 w 193086"/>
              <a:gd name="csY27" fmla="*/ 48335 h 261624"/>
              <a:gd name="csX28" fmla="*/ 98388 w 193086"/>
              <a:gd name="csY28" fmla="*/ 21931 h 261624"/>
              <a:gd name="csX29" fmla="*/ 99033 w 193086"/>
              <a:gd name="csY29" fmla="*/ 12782 h 261624"/>
              <a:gd name="csX30" fmla="*/ 112340 w 193086"/>
              <a:gd name="csY30" fmla="*/ 234 h 261624"/>
              <a:gd name="csX31" fmla="*/ 115367 w 193086"/>
              <a:gd name="csY31" fmla="*/ 7384 h 261624"/>
              <a:gd name="csX32" fmla="*/ 123019 w 193086"/>
              <a:gd name="csY32" fmla="*/ 18442 h 261624"/>
              <a:gd name="csX33" fmla="*/ 122268 w 193086"/>
              <a:gd name="csY33" fmla="*/ 30221 h 261624"/>
              <a:gd name="csX34" fmla="*/ 113949 w 193086"/>
              <a:gd name="csY34" fmla="*/ 45287 h 261624"/>
              <a:gd name="csX35" fmla="*/ 120402 w 193086"/>
              <a:gd name="csY35" fmla="*/ 65276 h 261624"/>
              <a:gd name="csX36" fmla="*/ 138506 w 193086"/>
              <a:gd name="csY36" fmla="*/ 64867 h 261624"/>
              <a:gd name="csX37" fmla="*/ 143345 w 193086"/>
              <a:gd name="csY37" fmla="*/ 58224 h 261624"/>
              <a:gd name="csX38" fmla="*/ 152274 w 193086"/>
              <a:gd name="csY38" fmla="*/ 62931 h 261624"/>
              <a:gd name="csX39" fmla="*/ 162130 w 193086"/>
              <a:gd name="csY39" fmla="*/ 68135 h 261624"/>
              <a:gd name="csX40" fmla="*/ 158059 w 193086"/>
              <a:gd name="csY40" fmla="*/ 75879 h 261624"/>
              <a:gd name="csX41" fmla="*/ 142387 w 193086"/>
              <a:gd name="csY41" fmla="*/ 123139 h 261624"/>
              <a:gd name="csX42" fmla="*/ 161574 w 193086"/>
              <a:gd name="csY42" fmla="*/ 140138 h 261624"/>
              <a:gd name="csX43" fmla="*/ 162505 w 193086"/>
              <a:gd name="csY43" fmla="*/ 150542 h 261624"/>
              <a:gd name="csX44" fmla="*/ 151065 w 193086"/>
              <a:gd name="csY44" fmla="*/ 162165 h 261624"/>
              <a:gd name="csX45" fmla="*/ 147000 w 193086"/>
              <a:gd name="csY45" fmla="*/ 176069 h 261624"/>
              <a:gd name="csX46" fmla="*/ 151074 w 193086"/>
              <a:gd name="csY46" fmla="*/ 198795 h 261624"/>
              <a:gd name="csX47" fmla="*/ 161382 w 193086"/>
              <a:gd name="csY47" fmla="*/ 209212 h 261624"/>
              <a:gd name="csX48" fmla="*/ 180801 w 193086"/>
              <a:gd name="csY48" fmla="*/ 215310 h 261624"/>
              <a:gd name="csX49" fmla="*/ 191062 w 193086"/>
              <a:gd name="csY49" fmla="*/ 220266 h 261624"/>
              <a:gd name="csX50" fmla="*/ 186266 w 193086"/>
              <a:gd name="csY50" fmla="*/ 234411 h 261624"/>
              <a:gd name="csX51" fmla="*/ 146648 w 193086"/>
              <a:gd name="csY51" fmla="*/ 241973 h 261624"/>
              <a:gd name="csX52" fmla="*/ 130308 w 193086"/>
              <a:gd name="csY52" fmla="*/ 244333 h 261624"/>
              <a:gd name="csX53" fmla="*/ 120069 w 193086"/>
              <a:gd name="csY53" fmla="*/ 230760 h 261624"/>
              <a:gd name="csX54" fmla="*/ 99204 w 193086"/>
              <a:gd name="csY54" fmla="*/ 236809 h 261624"/>
              <a:gd name="csX55" fmla="*/ 99051 w 193086"/>
              <a:gd name="csY55" fmla="*/ 250983 h 261624"/>
              <a:gd name="csX56" fmla="*/ 92202 w 193086"/>
              <a:gd name="csY56" fmla="*/ 257021 h 261624"/>
              <a:gd name="csX57" fmla="*/ 61602 w 193086"/>
              <a:gd name="csY57" fmla="*/ 257374 h 261624"/>
              <a:gd name="csX58" fmla="*/ 47363 w 193086"/>
              <a:gd name="csY58" fmla="*/ 258865 h 2616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Lst>
            <a:rect l="l" t="t" r="r" b="b"/>
            <a:pathLst>
              <a:path w="193086" h="261624">
                <a:moveTo>
                  <a:pt x="47363" y="258865"/>
                </a:moveTo>
                <a:cubicBezTo>
                  <a:pt x="44664" y="256988"/>
                  <a:pt x="38681" y="254631"/>
                  <a:pt x="34066" y="253627"/>
                </a:cubicBezTo>
                <a:cubicBezTo>
                  <a:pt x="29452" y="252623"/>
                  <a:pt x="25677" y="250857"/>
                  <a:pt x="25677" y="249703"/>
                </a:cubicBezTo>
                <a:cubicBezTo>
                  <a:pt x="25677" y="248548"/>
                  <a:pt x="19899" y="243198"/>
                  <a:pt x="12838" y="237813"/>
                </a:cubicBezTo>
                <a:lnTo>
                  <a:pt x="0" y="228023"/>
                </a:lnTo>
                <a:lnTo>
                  <a:pt x="10590" y="222007"/>
                </a:lnTo>
                <a:cubicBezTo>
                  <a:pt x="17972" y="217814"/>
                  <a:pt x="22129" y="216779"/>
                  <a:pt x="24311" y="218591"/>
                </a:cubicBezTo>
                <a:cubicBezTo>
                  <a:pt x="28477" y="222048"/>
                  <a:pt x="30840" y="219299"/>
                  <a:pt x="30840" y="210994"/>
                </a:cubicBezTo>
                <a:cubicBezTo>
                  <a:pt x="30840" y="207256"/>
                  <a:pt x="32263" y="202774"/>
                  <a:pt x="34002" y="201034"/>
                </a:cubicBezTo>
                <a:cubicBezTo>
                  <a:pt x="36474" y="198562"/>
                  <a:pt x="36486" y="196787"/>
                  <a:pt x="34055" y="192894"/>
                </a:cubicBezTo>
                <a:cubicBezTo>
                  <a:pt x="32093" y="189753"/>
                  <a:pt x="31879" y="187338"/>
                  <a:pt x="33474" y="186352"/>
                </a:cubicBezTo>
                <a:cubicBezTo>
                  <a:pt x="34886" y="185479"/>
                  <a:pt x="36002" y="171748"/>
                  <a:pt x="36002" y="155255"/>
                </a:cubicBezTo>
                <a:cubicBezTo>
                  <a:pt x="36002" y="128160"/>
                  <a:pt x="36400" y="125721"/>
                  <a:pt x="40814" y="125721"/>
                </a:cubicBezTo>
                <a:cubicBezTo>
                  <a:pt x="43528" y="125721"/>
                  <a:pt x="48800" y="130301"/>
                  <a:pt x="52906" y="136226"/>
                </a:cubicBezTo>
                <a:cubicBezTo>
                  <a:pt x="56911" y="142004"/>
                  <a:pt x="63516" y="148453"/>
                  <a:pt x="67584" y="150557"/>
                </a:cubicBezTo>
                <a:cubicBezTo>
                  <a:pt x="75108" y="154448"/>
                  <a:pt x="85050" y="153319"/>
                  <a:pt x="85050" y="148575"/>
                </a:cubicBezTo>
                <a:cubicBezTo>
                  <a:pt x="85050" y="147029"/>
                  <a:pt x="88138" y="146640"/>
                  <a:pt x="92615" y="147623"/>
                </a:cubicBezTo>
                <a:cubicBezTo>
                  <a:pt x="98706" y="148961"/>
                  <a:pt x="100761" y="148199"/>
                  <a:pt x="103162" y="143713"/>
                </a:cubicBezTo>
                <a:cubicBezTo>
                  <a:pt x="105115" y="140063"/>
                  <a:pt x="107816" y="138578"/>
                  <a:pt x="110991" y="139409"/>
                </a:cubicBezTo>
                <a:cubicBezTo>
                  <a:pt x="113656" y="140106"/>
                  <a:pt x="117196" y="139039"/>
                  <a:pt x="118857" y="137039"/>
                </a:cubicBezTo>
                <a:cubicBezTo>
                  <a:pt x="121254" y="134150"/>
                  <a:pt x="120449" y="132080"/>
                  <a:pt x="114946" y="126979"/>
                </a:cubicBezTo>
                <a:cubicBezTo>
                  <a:pt x="111135" y="123448"/>
                  <a:pt x="106335" y="120558"/>
                  <a:pt x="104278" y="120558"/>
                </a:cubicBezTo>
                <a:cubicBezTo>
                  <a:pt x="102221" y="120558"/>
                  <a:pt x="100539" y="118873"/>
                  <a:pt x="100539" y="116814"/>
                </a:cubicBezTo>
                <a:cubicBezTo>
                  <a:pt x="100539" y="114754"/>
                  <a:pt x="94792" y="110433"/>
                  <a:pt x="87769" y="107211"/>
                </a:cubicBezTo>
                <a:cubicBezTo>
                  <a:pt x="73337" y="100591"/>
                  <a:pt x="69935" y="93642"/>
                  <a:pt x="75649" y="82459"/>
                </a:cubicBezTo>
                <a:cubicBezTo>
                  <a:pt x="77638" y="78567"/>
                  <a:pt x="80119" y="71422"/>
                  <a:pt x="81162" y="66581"/>
                </a:cubicBezTo>
                <a:cubicBezTo>
                  <a:pt x="82769" y="59128"/>
                  <a:pt x="82125" y="57061"/>
                  <a:pt x="76956" y="53086"/>
                </a:cubicBezTo>
                <a:cubicBezTo>
                  <a:pt x="73561" y="50475"/>
                  <a:pt x="72374" y="48366"/>
                  <a:pt x="74281" y="48335"/>
                </a:cubicBezTo>
                <a:cubicBezTo>
                  <a:pt x="79014" y="48255"/>
                  <a:pt x="97860" y="27614"/>
                  <a:pt x="98388" y="21931"/>
                </a:cubicBezTo>
                <a:cubicBezTo>
                  <a:pt x="98624" y="19384"/>
                  <a:pt x="98915" y="15267"/>
                  <a:pt x="99033" y="12782"/>
                </a:cubicBezTo>
                <a:cubicBezTo>
                  <a:pt x="99328" y="6580"/>
                  <a:pt x="107875" y="-1480"/>
                  <a:pt x="112340" y="234"/>
                </a:cubicBezTo>
                <a:cubicBezTo>
                  <a:pt x="114351" y="1006"/>
                  <a:pt x="115714" y="4223"/>
                  <a:pt x="115367" y="7384"/>
                </a:cubicBezTo>
                <a:cubicBezTo>
                  <a:pt x="114925" y="11414"/>
                  <a:pt x="117211" y="14717"/>
                  <a:pt x="123019" y="18442"/>
                </a:cubicBezTo>
                <a:cubicBezTo>
                  <a:pt x="132830" y="24734"/>
                  <a:pt x="132594" y="28432"/>
                  <a:pt x="122268" y="30221"/>
                </a:cubicBezTo>
                <a:cubicBezTo>
                  <a:pt x="115180" y="31449"/>
                  <a:pt x="114690" y="32336"/>
                  <a:pt x="113949" y="45287"/>
                </a:cubicBezTo>
                <a:cubicBezTo>
                  <a:pt x="113241" y="57646"/>
                  <a:pt x="113899" y="59682"/>
                  <a:pt x="120402" y="65276"/>
                </a:cubicBezTo>
                <a:cubicBezTo>
                  <a:pt x="129577" y="73166"/>
                  <a:pt x="132509" y="73100"/>
                  <a:pt x="138506" y="64867"/>
                </a:cubicBezTo>
                <a:lnTo>
                  <a:pt x="143345" y="58224"/>
                </a:lnTo>
                <a:lnTo>
                  <a:pt x="152274" y="62931"/>
                </a:lnTo>
                <a:cubicBezTo>
                  <a:pt x="157185" y="65520"/>
                  <a:pt x="161620" y="67861"/>
                  <a:pt x="162130" y="68135"/>
                </a:cubicBezTo>
                <a:cubicBezTo>
                  <a:pt x="162640" y="68408"/>
                  <a:pt x="160808" y="71893"/>
                  <a:pt x="158059" y="75879"/>
                </a:cubicBezTo>
                <a:cubicBezTo>
                  <a:pt x="151713" y="85081"/>
                  <a:pt x="141902" y="114664"/>
                  <a:pt x="142387" y="123139"/>
                </a:cubicBezTo>
                <a:cubicBezTo>
                  <a:pt x="142935" y="132744"/>
                  <a:pt x="146254" y="135684"/>
                  <a:pt x="161574" y="140138"/>
                </a:cubicBezTo>
                <a:cubicBezTo>
                  <a:pt x="177125" y="144659"/>
                  <a:pt x="177438" y="148154"/>
                  <a:pt x="162505" y="150542"/>
                </a:cubicBezTo>
                <a:cubicBezTo>
                  <a:pt x="152866" y="152083"/>
                  <a:pt x="147932" y="157096"/>
                  <a:pt x="151065" y="162165"/>
                </a:cubicBezTo>
                <a:cubicBezTo>
                  <a:pt x="151887" y="163495"/>
                  <a:pt x="150058" y="169752"/>
                  <a:pt x="147000" y="176069"/>
                </a:cubicBezTo>
                <a:cubicBezTo>
                  <a:pt x="140040" y="190447"/>
                  <a:pt x="141019" y="195911"/>
                  <a:pt x="151074" y="198795"/>
                </a:cubicBezTo>
                <a:cubicBezTo>
                  <a:pt x="156834" y="200447"/>
                  <a:pt x="159631" y="203274"/>
                  <a:pt x="161382" y="209212"/>
                </a:cubicBezTo>
                <a:cubicBezTo>
                  <a:pt x="163891" y="217725"/>
                  <a:pt x="167253" y="218781"/>
                  <a:pt x="180801" y="215310"/>
                </a:cubicBezTo>
                <a:cubicBezTo>
                  <a:pt x="186270" y="213909"/>
                  <a:pt x="188145" y="214815"/>
                  <a:pt x="191062" y="220266"/>
                </a:cubicBezTo>
                <a:cubicBezTo>
                  <a:pt x="194411" y="226524"/>
                  <a:pt x="194115" y="227399"/>
                  <a:pt x="186266" y="234411"/>
                </a:cubicBezTo>
                <a:cubicBezTo>
                  <a:pt x="177581" y="242171"/>
                  <a:pt x="173505" y="242950"/>
                  <a:pt x="146648" y="241973"/>
                </a:cubicBezTo>
                <a:cubicBezTo>
                  <a:pt x="138138" y="241664"/>
                  <a:pt x="131353" y="242644"/>
                  <a:pt x="130308" y="244333"/>
                </a:cubicBezTo>
                <a:cubicBezTo>
                  <a:pt x="127797" y="248397"/>
                  <a:pt x="118188" y="235660"/>
                  <a:pt x="120069" y="230760"/>
                </a:cubicBezTo>
                <a:cubicBezTo>
                  <a:pt x="124398" y="219478"/>
                  <a:pt x="105303" y="225013"/>
                  <a:pt x="99204" y="236809"/>
                </a:cubicBezTo>
                <a:cubicBezTo>
                  <a:pt x="95428" y="244110"/>
                  <a:pt x="95414" y="245432"/>
                  <a:pt x="99051" y="250983"/>
                </a:cubicBezTo>
                <a:cubicBezTo>
                  <a:pt x="103916" y="258408"/>
                  <a:pt x="100434" y="261478"/>
                  <a:pt x="92202" y="257021"/>
                </a:cubicBezTo>
                <a:cubicBezTo>
                  <a:pt x="83927" y="252540"/>
                  <a:pt x="66492" y="252742"/>
                  <a:pt x="61602" y="257374"/>
                </a:cubicBezTo>
                <a:cubicBezTo>
                  <a:pt x="56090" y="262596"/>
                  <a:pt x="53167" y="262902"/>
                  <a:pt x="47363" y="258865"/>
                </a:cubicBezTo>
                <a:close/>
              </a:path>
            </a:pathLst>
          </a:custGeom>
          <a:solidFill>
            <a:srgbClr val="B9B9B9"/>
          </a:solidFill>
          <a:ln w="5163" cap="flat">
            <a:noFill/>
            <a:prstDash val="solid"/>
            <a:miter/>
          </a:ln>
        </p:spPr>
        <p:txBody>
          <a:bodyPr/>
          <a:lstStyle/>
          <a:p>
            <a:endParaRPr lang="es-419" noProof="0" dirty="0"/>
          </a:p>
        </p:txBody>
      </p:sp>
      <p:sp>
        <p:nvSpPr>
          <p:cNvPr id="44" name="Forma libre: forma 43">
            <a:extLst>
              <a:ext uri="{FF2B5EF4-FFF2-40B4-BE49-F238E27FC236}">
                <a16:creationId xmlns:a16="http://schemas.microsoft.com/office/drawing/2014/main" id="{47F5CAE6-DB40-C389-6FB0-1E220C81E679}"/>
              </a:ext>
            </a:extLst>
          </p:cNvPr>
          <p:cNvSpPr/>
          <p:nvPr/>
        </p:nvSpPr>
        <p:spPr>
          <a:xfrm>
            <a:off x="1103504" y="2345749"/>
            <a:ext cx="95653" cy="64838"/>
          </a:xfrm>
          <a:custGeom>
            <a:avLst/>
            <a:gdLst>
              <a:gd name="csX0" fmla="*/ 71219 w 95653"/>
              <a:gd name="csY0" fmla="*/ 62506 h 64838"/>
              <a:gd name="csX1" fmla="*/ 62655 w 95653"/>
              <a:gd name="csY1" fmla="*/ 53685 h 64838"/>
              <a:gd name="csX2" fmla="*/ 57443 w 95653"/>
              <a:gd name="csY2" fmla="*/ 48511 h 64838"/>
              <a:gd name="csX3" fmla="*/ 51242 w 95653"/>
              <a:gd name="csY3" fmla="*/ 43994 h 64838"/>
              <a:gd name="csX4" fmla="*/ 48532 w 95653"/>
              <a:gd name="csY4" fmla="*/ 43994 h 64838"/>
              <a:gd name="csX5" fmla="*/ 36926 w 95653"/>
              <a:gd name="csY5" fmla="*/ 44510 h 64838"/>
              <a:gd name="csX6" fmla="*/ 28785 w 95653"/>
              <a:gd name="csY6" fmla="*/ 36765 h 64838"/>
              <a:gd name="csX7" fmla="*/ 27076 w 95653"/>
              <a:gd name="csY7" fmla="*/ 32629 h 64838"/>
              <a:gd name="csX8" fmla="*/ 11500 w 95653"/>
              <a:gd name="csY8" fmla="*/ 28262 h 64838"/>
              <a:gd name="csX9" fmla="*/ 1174 w 95653"/>
              <a:gd name="csY9" fmla="*/ 25068 h 64838"/>
              <a:gd name="csX10" fmla="*/ 31004 w 95653"/>
              <a:gd name="csY10" fmla="*/ 14820 h 64838"/>
              <a:gd name="csX11" fmla="*/ 49970 w 95653"/>
              <a:gd name="csY11" fmla="*/ 6499 h 64838"/>
              <a:gd name="csX12" fmla="*/ 60293 w 95653"/>
              <a:gd name="csY12" fmla="*/ 3207 h 64838"/>
              <a:gd name="csX13" fmla="*/ 79487 w 95653"/>
              <a:gd name="csY13" fmla="*/ 1724 h 64838"/>
              <a:gd name="csX14" fmla="*/ 95469 w 95653"/>
              <a:gd name="csY14" fmla="*/ 24677 h 64838"/>
              <a:gd name="csX15" fmla="*/ 92590 w 95653"/>
              <a:gd name="csY15" fmla="*/ 45837 h 64838"/>
              <a:gd name="csX16" fmla="*/ 88748 w 95653"/>
              <a:gd name="csY16" fmla="*/ 52688 h 64838"/>
              <a:gd name="csX17" fmla="*/ 82592 w 95653"/>
              <a:gd name="csY17" fmla="*/ 62155 h 64838"/>
              <a:gd name="csX18" fmla="*/ 71219 w 95653"/>
              <a:gd name="csY18" fmla="*/ 62506 h 648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95653" h="64838">
                <a:moveTo>
                  <a:pt x="71219" y="62506"/>
                </a:moveTo>
                <a:cubicBezTo>
                  <a:pt x="67412" y="60499"/>
                  <a:pt x="63558" y="56530"/>
                  <a:pt x="62655" y="53685"/>
                </a:cubicBezTo>
                <a:cubicBezTo>
                  <a:pt x="61752" y="50839"/>
                  <a:pt x="59407" y="48511"/>
                  <a:pt x="57443" y="48511"/>
                </a:cubicBezTo>
                <a:cubicBezTo>
                  <a:pt x="55480" y="48511"/>
                  <a:pt x="52689" y="46478"/>
                  <a:pt x="51242" y="43994"/>
                </a:cubicBezTo>
                <a:cubicBezTo>
                  <a:pt x="48736" y="39691"/>
                  <a:pt x="48607" y="39691"/>
                  <a:pt x="48532" y="43994"/>
                </a:cubicBezTo>
                <a:cubicBezTo>
                  <a:pt x="48437" y="49469"/>
                  <a:pt x="48761" y="49455"/>
                  <a:pt x="36926" y="44510"/>
                </a:cubicBezTo>
                <a:cubicBezTo>
                  <a:pt x="30451" y="41804"/>
                  <a:pt x="27814" y="39296"/>
                  <a:pt x="28785" y="36765"/>
                </a:cubicBezTo>
                <a:cubicBezTo>
                  <a:pt x="29575" y="34707"/>
                  <a:pt x="28806" y="32846"/>
                  <a:pt x="27076" y="32629"/>
                </a:cubicBezTo>
                <a:cubicBezTo>
                  <a:pt x="21029" y="31874"/>
                  <a:pt x="18714" y="31225"/>
                  <a:pt x="11500" y="28262"/>
                </a:cubicBezTo>
                <a:cubicBezTo>
                  <a:pt x="7503" y="26621"/>
                  <a:pt x="2857" y="25183"/>
                  <a:pt x="1174" y="25068"/>
                </a:cubicBezTo>
                <a:cubicBezTo>
                  <a:pt x="-4949" y="24646"/>
                  <a:pt x="14045" y="18121"/>
                  <a:pt x="31004" y="14820"/>
                </a:cubicBezTo>
                <a:cubicBezTo>
                  <a:pt x="44060" y="12279"/>
                  <a:pt x="48794" y="10202"/>
                  <a:pt x="49970" y="6499"/>
                </a:cubicBezTo>
                <a:cubicBezTo>
                  <a:pt x="51256" y="2445"/>
                  <a:pt x="53098" y="1858"/>
                  <a:pt x="60293" y="3207"/>
                </a:cubicBezTo>
                <a:cubicBezTo>
                  <a:pt x="65110" y="4111"/>
                  <a:pt x="73747" y="3443"/>
                  <a:pt x="79487" y="1724"/>
                </a:cubicBezTo>
                <a:cubicBezTo>
                  <a:pt x="94315" y="-2719"/>
                  <a:pt x="96385" y="255"/>
                  <a:pt x="95469" y="24677"/>
                </a:cubicBezTo>
                <a:cubicBezTo>
                  <a:pt x="95060" y="35554"/>
                  <a:pt x="93765" y="45076"/>
                  <a:pt x="92590" y="45837"/>
                </a:cubicBezTo>
                <a:cubicBezTo>
                  <a:pt x="91414" y="46598"/>
                  <a:pt x="89686" y="49681"/>
                  <a:pt x="88748" y="52688"/>
                </a:cubicBezTo>
                <a:cubicBezTo>
                  <a:pt x="87811" y="55696"/>
                  <a:pt x="85041" y="59955"/>
                  <a:pt x="82592" y="62155"/>
                </a:cubicBezTo>
                <a:cubicBezTo>
                  <a:pt x="78702" y="65649"/>
                  <a:pt x="77268" y="65693"/>
                  <a:pt x="71219" y="62506"/>
                </a:cubicBezTo>
                <a:close/>
              </a:path>
            </a:pathLst>
          </a:custGeom>
          <a:solidFill>
            <a:srgbClr val="B9B9B9"/>
          </a:solidFill>
          <a:ln w="5163" cap="flat">
            <a:noFill/>
            <a:prstDash val="solid"/>
            <a:miter/>
          </a:ln>
        </p:spPr>
        <p:txBody>
          <a:bodyPr/>
          <a:lstStyle/>
          <a:p>
            <a:endParaRPr lang="es-419" noProof="0" dirty="0"/>
          </a:p>
        </p:txBody>
      </p:sp>
      <p:sp>
        <p:nvSpPr>
          <p:cNvPr id="45" name="Forma libre: forma 44">
            <a:extLst>
              <a:ext uri="{FF2B5EF4-FFF2-40B4-BE49-F238E27FC236}">
                <a16:creationId xmlns:a16="http://schemas.microsoft.com/office/drawing/2014/main" id="{C91DBDBF-9D88-3E7B-BEE3-AABA58E36BB1}"/>
              </a:ext>
            </a:extLst>
          </p:cNvPr>
          <p:cNvSpPr/>
          <p:nvPr/>
        </p:nvSpPr>
        <p:spPr>
          <a:xfrm>
            <a:off x="1015863" y="2030672"/>
            <a:ext cx="364335" cy="362024"/>
          </a:xfrm>
          <a:custGeom>
            <a:avLst/>
            <a:gdLst>
              <a:gd name="csX0" fmla="*/ 185142 w 364335"/>
              <a:gd name="csY0" fmla="*/ 358570 h 362024"/>
              <a:gd name="csX1" fmla="*/ 187621 w 364335"/>
              <a:gd name="csY1" fmla="*/ 340898 h 362024"/>
              <a:gd name="csX2" fmla="*/ 186283 w 364335"/>
              <a:gd name="csY2" fmla="*/ 320178 h 362024"/>
              <a:gd name="csX3" fmla="*/ 182466 w 364335"/>
              <a:gd name="csY3" fmla="*/ 312528 h 362024"/>
              <a:gd name="csX4" fmla="*/ 160064 w 364335"/>
              <a:gd name="csY4" fmla="*/ 313164 h 362024"/>
              <a:gd name="csX5" fmla="*/ 135394 w 364335"/>
              <a:gd name="csY5" fmla="*/ 318882 h 362024"/>
              <a:gd name="csX6" fmla="*/ 107653 w 364335"/>
              <a:gd name="csY6" fmla="*/ 328620 h 362024"/>
              <a:gd name="csX7" fmla="*/ 77975 w 364335"/>
              <a:gd name="csY7" fmla="*/ 329071 h 362024"/>
              <a:gd name="csX8" fmla="*/ 69734 w 364335"/>
              <a:gd name="csY8" fmla="*/ 324866 h 362024"/>
              <a:gd name="csX9" fmla="*/ 48325 w 364335"/>
              <a:gd name="csY9" fmla="*/ 303007 h 362024"/>
              <a:gd name="csX10" fmla="*/ 38186 w 364335"/>
              <a:gd name="csY10" fmla="*/ 292203 h 362024"/>
              <a:gd name="csX11" fmla="*/ 25184 w 364335"/>
              <a:gd name="csY11" fmla="*/ 273778 h 362024"/>
              <a:gd name="csX12" fmla="*/ 11540 w 364335"/>
              <a:gd name="csY12" fmla="*/ 253016 h 362024"/>
              <a:gd name="csX13" fmla="*/ 9603 w 364335"/>
              <a:gd name="csY13" fmla="*/ 246065 h 362024"/>
              <a:gd name="csX14" fmla="*/ 4075 w 364335"/>
              <a:gd name="csY14" fmla="*/ 230604 h 362024"/>
              <a:gd name="csX15" fmla="*/ 2870 w 364335"/>
              <a:gd name="csY15" fmla="*/ 216903 h 362024"/>
              <a:gd name="csX16" fmla="*/ 19099 w 364335"/>
              <a:gd name="csY16" fmla="*/ 209992 h 362024"/>
              <a:gd name="csX17" fmla="*/ 33857 w 364335"/>
              <a:gd name="csY17" fmla="*/ 202727 h 362024"/>
              <a:gd name="csX18" fmla="*/ 62323 w 364335"/>
              <a:gd name="csY18" fmla="*/ 175142 h 362024"/>
              <a:gd name="csX19" fmla="*/ 75732 w 364335"/>
              <a:gd name="csY19" fmla="*/ 169793 h 362024"/>
              <a:gd name="csX20" fmla="*/ 107485 w 364335"/>
              <a:gd name="csY20" fmla="*/ 178512 h 362024"/>
              <a:gd name="csX21" fmla="*/ 118888 w 364335"/>
              <a:gd name="csY21" fmla="*/ 188952 h 362024"/>
              <a:gd name="csX22" fmla="*/ 122369 w 364335"/>
              <a:gd name="csY22" fmla="*/ 177011 h 362024"/>
              <a:gd name="csX23" fmla="*/ 128391 w 364335"/>
              <a:gd name="csY23" fmla="*/ 163500 h 362024"/>
              <a:gd name="csX24" fmla="*/ 127169 w 364335"/>
              <a:gd name="csY24" fmla="*/ 147778 h 362024"/>
              <a:gd name="csX25" fmla="*/ 130389 w 364335"/>
              <a:gd name="csY25" fmla="*/ 138750 h 362024"/>
              <a:gd name="csX26" fmla="*/ 147714 w 364335"/>
              <a:gd name="csY26" fmla="*/ 129037 h 362024"/>
              <a:gd name="csX27" fmla="*/ 142395 w 364335"/>
              <a:gd name="csY27" fmla="*/ 116273 h 362024"/>
              <a:gd name="csX28" fmla="*/ 138322 w 364335"/>
              <a:gd name="csY28" fmla="*/ 100445 h 362024"/>
              <a:gd name="csX29" fmla="*/ 132219 w 364335"/>
              <a:gd name="csY29" fmla="*/ 77384 h 362024"/>
              <a:gd name="csX30" fmla="*/ 123182 w 364335"/>
              <a:gd name="csY30" fmla="*/ 67380 h 362024"/>
              <a:gd name="csX31" fmla="*/ 127316 w 364335"/>
              <a:gd name="csY31" fmla="*/ 49072 h 362024"/>
              <a:gd name="csX32" fmla="*/ 149002 w 364335"/>
              <a:gd name="csY32" fmla="*/ 26791 h 362024"/>
              <a:gd name="csX33" fmla="*/ 156308 w 364335"/>
              <a:gd name="csY33" fmla="*/ 19245 h 362024"/>
              <a:gd name="csX34" fmla="*/ 153995 w 364335"/>
              <a:gd name="csY34" fmla="*/ 9825 h 362024"/>
              <a:gd name="csX35" fmla="*/ 161050 w 364335"/>
              <a:gd name="csY35" fmla="*/ 76 h 362024"/>
              <a:gd name="csX36" fmla="*/ 166583 w 364335"/>
              <a:gd name="csY36" fmla="*/ 7348 h 362024"/>
              <a:gd name="csX37" fmla="*/ 154998 w 364335"/>
              <a:gd name="csY37" fmla="*/ 39300 h 362024"/>
              <a:gd name="csX38" fmla="*/ 157050 w 364335"/>
              <a:gd name="csY38" fmla="*/ 45546 h 362024"/>
              <a:gd name="csX39" fmla="*/ 169737 w 364335"/>
              <a:gd name="csY39" fmla="*/ 24492 h 362024"/>
              <a:gd name="csX40" fmla="*/ 176182 w 364335"/>
              <a:gd name="csY40" fmla="*/ 20317 h 362024"/>
              <a:gd name="csX41" fmla="*/ 177678 w 364335"/>
              <a:gd name="csY41" fmla="*/ 26406 h 362024"/>
              <a:gd name="csX42" fmla="*/ 173510 w 364335"/>
              <a:gd name="csY42" fmla="*/ 43871 h 362024"/>
              <a:gd name="csX43" fmla="*/ 171706 w 364335"/>
              <a:gd name="csY43" fmla="*/ 58451 h 362024"/>
              <a:gd name="csX44" fmla="*/ 179820 w 364335"/>
              <a:gd name="csY44" fmla="*/ 60233 h 362024"/>
              <a:gd name="csX45" fmla="*/ 195468 w 364335"/>
              <a:gd name="csY45" fmla="*/ 47665 h 362024"/>
              <a:gd name="csX46" fmla="*/ 212893 w 364335"/>
              <a:gd name="csY46" fmla="*/ 36256 h 362024"/>
              <a:gd name="csX47" fmla="*/ 215787 w 364335"/>
              <a:gd name="csY47" fmla="*/ 59322 h 362024"/>
              <a:gd name="csX48" fmla="*/ 202515 w 364335"/>
              <a:gd name="csY48" fmla="*/ 73785 h 362024"/>
              <a:gd name="csX49" fmla="*/ 193598 w 364335"/>
              <a:gd name="csY49" fmla="*/ 76402 h 362024"/>
              <a:gd name="csX50" fmla="*/ 196544 w 364335"/>
              <a:gd name="csY50" fmla="*/ 79629 h 362024"/>
              <a:gd name="csX51" fmla="*/ 200631 w 364335"/>
              <a:gd name="csY51" fmla="*/ 82161 h 362024"/>
              <a:gd name="csX52" fmla="*/ 183851 w 364335"/>
              <a:gd name="csY52" fmla="*/ 86694 h 362024"/>
              <a:gd name="csX53" fmla="*/ 179447 w 364335"/>
              <a:gd name="csY53" fmla="*/ 90600 h 362024"/>
              <a:gd name="csX54" fmla="*/ 177337 w 364335"/>
              <a:gd name="csY54" fmla="*/ 95117 h 362024"/>
              <a:gd name="csX55" fmla="*/ 175970 w 364335"/>
              <a:gd name="csY55" fmla="*/ 99847 h 362024"/>
              <a:gd name="csX56" fmla="*/ 172279 w 364335"/>
              <a:gd name="csY56" fmla="*/ 109275 h 362024"/>
              <a:gd name="csX57" fmla="*/ 162736 w 364335"/>
              <a:gd name="csY57" fmla="*/ 127778 h 362024"/>
              <a:gd name="csX58" fmla="*/ 154984 w 364335"/>
              <a:gd name="csY58" fmla="*/ 141584 h 362024"/>
              <a:gd name="csX59" fmla="*/ 157382 w 364335"/>
              <a:gd name="csY59" fmla="*/ 150820 h 362024"/>
              <a:gd name="csX60" fmla="*/ 166003 w 364335"/>
              <a:gd name="csY60" fmla="*/ 156522 h 362024"/>
              <a:gd name="csX61" fmla="*/ 178921 w 364335"/>
              <a:gd name="csY61" fmla="*/ 158229 h 362024"/>
              <a:gd name="csX62" fmla="*/ 200631 w 364335"/>
              <a:gd name="csY62" fmla="*/ 155851 h 362024"/>
              <a:gd name="csX63" fmla="*/ 253127 w 364335"/>
              <a:gd name="csY63" fmla="*/ 145110 h 362024"/>
              <a:gd name="csX64" fmla="*/ 260004 w 364335"/>
              <a:gd name="csY64" fmla="*/ 117060 h 362024"/>
              <a:gd name="csX65" fmla="*/ 261186 w 364335"/>
              <a:gd name="csY65" fmla="*/ 105023 h 362024"/>
              <a:gd name="csX66" fmla="*/ 280779 w 364335"/>
              <a:gd name="csY66" fmla="*/ 107831 h 362024"/>
              <a:gd name="csX67" fmla="*/ 316123 w 364335"/>
              <a:gd name="csY67" fmla="*/ 101238 h 362024"/>
              <a:gd name="csX68" fmla="*/ 332436 w 364335"/>
              <a:gd name="csY68" fmla="*/ 86525 h 362024"/>
              <a:gd name="csX69" fmla="*/ 340656 w 364335"/>
              <a:gd name="csY69" fmla="*/ 79224 h 362024"/>
              <a:gd name="csX70" fmla="*/ 348855 w 364335"/>
              <a:gd name="csY70" fmla="*/ 87171 h 362024"/>
              <a:gd name="csX71" fmla="*/ 361269 w 364335"/>
              <a:gd name="csY71" fmla="*/ 95117 h 362024"/>
              <a:gd name="csX72" fmla="*/ 363171 w 364335"/>
              <a:gd name="csY72" fmla="*/ 103178 h 362024"/>
              <a:gd name="csX73" fmla="*/ 356290 w 364335"/>
              <a:gd name="csY73" fmla="*/ 118022 h 362024"/>
              <a:gd name="csX74" fmla="*/ 352528 w 364335"/>
              <a:gd name="csY74" fmla="*/ 135380 h 362024"/>
              <a:gd name="csX75" fmla="*/ 345616 w 364335"/>
              <a:gd name="csY75" fmla="*/ 149152 h 362024"/>
              <a:gd name="csX76" fmla="*/ 336399 w 364335"/>
              <a:gd name="csY76" fmla="*/ 158318 h 362024"/>
              <a:gd name="csX77" fmla="*/ 325505 w 364335"/>
              <a:gd name="csY77" fmla="*/ 175523 h 362024"/>
              <a:gd name="csX78" fmla="*/ 315430 w 364335"/>
              <a:gd name="csY78" fmla="*/ 204352 h 362024"/>
              <a:gd name="csX79" fmla="*/ 313994 w 364335"/>
              <a:gd name="csY79" fmla="*/ 218773 h 362024"/>
              <a:gd name="csX80" fmla="*/ 296375 w 364335"/>
              <a:gd name="csY80" fmla="*/ 228175 h 362024"/>
              <a:gd name="csX81" fmla="*/ 265231 w 364335"/>
              <a:gd name="csY81" fmla="*/ 238311 h 362024"/>
              <a:gd name="csX82" fmla="*/ 244951 w 364335"/>
              <a:gd name="csY82" fmla="*/ 244768 h 362024"/>
              <a:gd name="csX83" fmla="*/ 219261 w 364335"/>
              <a:gd name="csY83" fmla="*/ 258588 h 362024"/>
              <a:gd name="csX84" fmla="*/ 224662 w 364335"/>
              <a:gd name="csY84" fmla="*/ 270643 h 362024"/>
              <a:gd name="csX85" fmla="*/ 242353 w 364335"/>
              <a:gd name="csY85" fmla="*/ 274944 h 362024"/>
              <a:gd name="csX86" fmla="*/ 251900 w 364335"/>
              <a:gd name="csY86" fmla="*/ 285801 h 362024"/>
              <a:gd name="csX87" fmla="*/ 252381 w 364335"/>
              <a:gd name="csY87" fmla="*/ 304719 h 362024"/>
              <a:gd name="csX88" fmla="*/ 261267 w 364335"/>
              <a:gd name="csY88" fmla="*/ 315608 h 362024"/>
              <a:gd name="csX89" fmla="*/ 268876 w 364335"/>
              <a:gd name="csY89" fmla="*/ 316858 h 362024"/>
              <a:gd name="csX90" fmla="*/ 252027 w 364335"/>
              <a:gd name="csY90" fmla="*/ 336142 h 362024"/>
              <a:gd name="csX91" fmla="*/ 230251 w 364335"/>
              <a:gd name="csY91" fmla="*/ 349333 h 362024"/>
              <a:gd name="csX92" fmla="*/ 209844 w 364335"/>
              <a:gd name="csY92" fmla="*/ 359530 h 362024"/>
              <a:gd name="csX93" fmla="*/ 194478 w 364335"/>
              <a:gd name="csY93" fmla="*/ 360594 h 362024"/>
              <a:gd name="csX94" fmla="*/ 185142 w 364335"/>
              <a:gd name="csY94" fmla="*/ 358570 h 362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364335" h="362024">
                <a:moveTo>
                  <a:pt x="185142" y="358570"/>
                </a:moveTo>
                <a:cubicBezTo>
                  <a:pt x="185142" y="356038"/>
                  <a:pt x="186257" y="348086"/>
                  <a:pt x="187621" y="340898"/>
                </a:cubicBezTo>
                <a:cubicBezTo>
                  <a:pt x="189559" y="330679"/>
                  <a:pt x="189267" y="326160"/>
                  <a:pt x="186283" y="320178"/>
                </a:cubicBezTo>
                <a:lnTo>
                  <a:pt x="182466" y="312528"/>
                </a:lnTo>
                <a:lnTo>
                  <a:pt x="160064" y="313164"/>
                </a:lnTo>
                <a:cubicBezTo>
                  <a:pt x="140617" y="313716"/>
                  <a:pt x="137363" y="314470"/>
                  <a:pt x="135394" y="318882"/>
                </a:cubicBezTo>
                <a:cubicBezTo>
                  <a:pt x="133601" y="322902"/>
                  <a:pt x="127800" y="324938"/>
                  <a:pt x="107653" y="328620"/>
                </a:cubicBezTo>
                <a:cubicBezTo>
                  <a:pt x="84116" y="332921"/>
                  <a:pt x="81860" y="332955"/>
                  <a:pt x="77975" y="329071"/>
                </a:cubicBezTo>
                <a:cubicBezTo>
                  <a:pt x="75663" y="326758"/>
                  <a:pt x="71954" y="324866"/>
                  <a:pt x="69734" y="324866"/>
                </a:cubicBezTo>
                <a:cubicBezTo>
                  <a:pt x="64790" y="324866"/>
                  <a:pt x="53564" y="313404"/>
                  <a:pt x="48325" y="303007"/>
                </a:cubicBezTo>
                <a:cubicBezTo>
                  <a:pt x="46195" y="298781"/>
                  <a:pt x="41633" y="293919"/>
                  <a:pt x="38186" y="292203"/>
                </a:cubicBezTo>
                <a:cubicBezTo>
                  <a:pt x="31831" y="289039"/>
                  <a:pt x="25350" y="279856"/>
                  <a:pt x="25184" y="273778"/>
                </a:cubicBezTo>
                <a:cubicBezTo>
                  <a:pt x="25085" y="270192"/>
                  <a:pt x="14730" y="254434"/>
                  <a:pt x="11540" y="253016"/>
                </a:cubicBezTo>
                <a:cubicBezTo>
                  <a:pt x="10475" y="252543"/>
                  <a:pt x="9603" y="249415"/>
                  <a:pt x="9603" y="246065"/>
                </a:cubicBezTo>
                <a:cubicBezTo>
                  <a:pt x="9603" y="242715"/>
                  <a:pt x="7116" y="235757"/>
                  <a:pt x="4075" y="230604"/>
                </a:cubicBezTo>
                <a:cubicBezTo>
                  <a:pt x="-1096" y="221839"/>
                  <a:pt x="-1174" y="220953"/>
                  <a:pt x="2870" y="216903"/>
                </a:cubicBezTo>
                <a:cubicBezTo>
                  <a:pt x="5247" y="214522"/>
                  <a:pt x="12551" y="211412"/>
                  <a:pt x="19099" y="209992"/>
                </a:cubicBezTo>
                <a:cubicBezTo>
                  <a:pt x="25650" y="208572"/>
                  <a:pt x="32288" y="205304"/>
                  <a:pt x="33857" y="202727"/>
                </a:cubicBezTo>
                <a:cubicBezTo>
                  <a:pt x="40254" y="192222"/>
                  <a:pt x="57879" y="175142"/>
                  <a:pt x="62323" y="175142"/>
                </a:cubicBezTo>
                <a:cubicBezTo>
                  <a:pt x="64938" y="175142"/>
                  <a:pt x="70972" y="172735"/>
                  <a:pt x="75732" y="169793"/>
                </a:cubicBezTo>
                <a:cubicBezTo>
                  <a:pt x="86563" y="163099"/>
                  <a:pt x="92402" y="164703"/>
                  <a:pt x="107485" y="178512"/>
                </a:cubicBezTo>
                <a:lnTo>
                  <a:pt x="118888" y="188952"/>
                </a:lnTo>
                <a:lnTo>
                  <a:pt x="122369" y="177011"/>
                </a:lnTo>
                <a:cubicBezTo>
                  <a:pt x="124284" y="170444"/>
                  <a:pt x="126994" y="164364"/>
                  <a:pt x="128391" y="163500"/>
                </a:cubicBezTo>
                <a:cubicBezTo>
                  <a:pt x="132170" y="161165"/>
                  <a:pt x="131464" y="152072"/>
                  <a:pt x="127169" y="147778"/>
                </a:cubicBezTo>
                <a:cubicBezTo>
                  <a:pt x="122214" y="142823"/>
                  <a:pt x="124785" y="135614"/>
                  <a:pt x="130389" y="138750"/>
                </a:cubicBezTo>
                <a:cubicBezTo>
                  <a:pt x="136409" y="142119"/>
                  <a:pt x="145744" y="136885"/>
                  <a:pt x="147714" y="129037"/>
                </a:cubicBezTo>
                <a:cubicBezTo>
                  <a:pt x="149051" y="123709"/>
                  <a:pt x="147940" y="121043"/>
                  <a:pt x="142395" y="116273"/>
                </a:cubicBezTo>
                <a:cubicBezTo>
                  <a:pt x="135828" y="110625"/>
                  <a:pt x="135571" y="109625"/>
                  <a:pt x="138322" y="100445"/>
                </a:cubicBezTo>
                <a:cubicBezTo>
                  <a:pt x="142194" y="87522"/>
                  <a:pt x="142531" y="88798"/>
                  <a:pt x="132219" y="77384"/>
                </a:cubicBezTo>
                <a:lnTo>
                  <a:pt x="123182" y="67380"/>
                </a:lnTo>
                <a:lnTo>
                  <a:pt x="127316" y="49072"/>
                </a:lnTo>
                <a:cubicBezTo>
                  <a:pt x="131667" y="29805"/>
                  <a:pt x="134422" y="26975"/>
                  <a:pt x="149002" y="26791"/>
                </a:cubicBezTo>
                <a:cubicBezTo>
                  <a:pt x="154177" y="26725"/>
                  <a:pt x="155624" y="25231"/>
                  <a:pt x="156308" y="19245"/>
                </a:cubicBezTo>
                <a:cubicBezTo>
                  <a:pt x="156776" y="15139"/>
                  <a:pt x="155736" y="10900"/>
                  <a:pt x="153995" y="9825"/>
                </a:cubicBezTo>
                <a:cubicBezTo>
                  <a:pt x="148346" y="6334"/>
                  <a:pt x="153520" y="-815"/>
                  <a:pt x="161050" y="76"/>
                </a:cubicBezTo>
                <a:cubicBezTo>
                  <a:pt x="168082" y="908"/>
                  <a:pt x="172982" y="7348"/>
                  <a:pt x="166583" y="7348"/>
                </a:cubicBezTo>
                <a:cubicBezTo>
                  <a:pt x="163388" y="7348"/>
                  <a:pt x="159114" y="19135"/>
                  <a:pt x="154998" y="39300"/>
                </a:cubicBezTo>
                <a:cubicBezTo>
                  <a:pt x="153853" y="44911"/>
                  <a:pt x="154355" y="46439"/>
                  <a:pt x="157050" y="45546"/>
                </a:cubicBezTo>
                <a:cubicBezTo>
                  <a:pt x="160851" y="44288"/>
                  <a:pt x="165520" y="36539"/>
                  <a:pt x="169737" y="24492"/>
                </a:cubicBezTo>
                <a:cubicBezTo>
                  <a:pt x="171898" y="18321"/>
                  <a:pt x="172952" y="17637"/>
                  <a:pt x="176182" y="20317"/>
                </a:cubicBezTo>
                <a:cubicBezTo>
                  <a:pt x="178636" y="22355"/>
                  <a:pt x="179182" y="24572"/>
                  <a:pt x="177678" y="26406"/>
                </a:cubicBezTo>
                <a:cubicBezTo>
                  <a:pt x="176378" y="27992"/>
                  <a:pt x="174502" y="35852"/>
                  <a:pt x="173510" y="43871"/>
                </a:cubicBezTo>
                <a:lnTo>
                  <a:pt x="171706" y="58451"/>
                </a:lnTo>
                <a:lnTo>
                  <a:pt x="179820" y="60233"/>
                </a:lnTo>
                <a:cubicBezTo>
                  <a:pt x="190172" y="62507"/>
                  <a:pt x="195468" y="58253"/>
                  <a:pt x="195468" y="47665"/>
                </a:cubicBezTo>
                <a:cubicBezTo>
                  <a:pt x="195468" y="37295"/>
                  <a:pt x="201609" y="33273"/>
                  <a:pt x="212893" y="36256"/>
                </a:cubicBezTo>
                <a:cubicBezTo>
                  <a:pt x="222809" y="38877"/>
                  <a:pt x="222920" y="39758"/>
                  <a:pt x="215787" y="59322"/>
                </a:cubicBezTo>
                <a:cubicBezTo>
                  <a:pt x="210635" y="73452"/>
                  <a:pt x="209804" y="74357"/>
                  <a:pt x="202515" y="73785"/>
                </a:cubicBezTo>
                <a:cubicBezTo>
                  <a:pt x="198132" y="73441"/>
                  <a:pt x="194241" y="74583"/>
                  <a:pt x="193598" y="76402"/>
                </a:cubicBezTo>
                <a:cubicBezTo>
                  <a:pt x="192970" y="78177"/>
                  <a:pt x="194295" y="79629"/>
                  <a:pt x="196544" y="79629"/>
                </a:cubicBezTo>
                <a:cubicBezTo>
                  <a:pt x="198791" y="79629"/>
                  <a:pt x="200631" y="80768"/>
                  <a:pt x="200631" y="82161"/>
                </a:cubicBezTo>
                <a:cubicBezTo>
                  <a:pt x="200631" y="85088"/>
                  <a:pt x="191380" y="87587"/>
                  <a:pt x="183851" y="86694"/>
                </a:cubicBezTo>
                <a:cubicBezTo>
                  <a:pt x="180197" y="86261"/>
                  <a:pt x="178910" y="87403"/>
                  <a:pt x="179447" y="90600"/>
                </a:cubicBezTo>
                <a:cubicBezTo>
                  <a:pt x="179864" y="93084"/>
                  <a:pt x="178915" y="95117"/>
                  <a:pt x="177337" y="95117"/>
                </a:cubicBezTo>
                <a:cubicBezTo>
                  <a:pt x="175731" y="95117"/>
                  <a:pt x="175129" y="97199"/>
                  <a:pt x="175970" y="99847"/>
                </a:cubicBezTo>
                <a:cubicBezTo>
                  <a:pt x="176899" y="102775"/>
                  <a:pt x="175493" y="106367"/>
                  <a:pt x="172279" y="109275"/>
                </a:cubicBezTo>
                <a:cubicBezTo>
                  <a:pt x="169424" y="111859"/>
                  <a:pt x="165130" y="120185"/>
                  <a:pt x="162736" y="127778"/>
                </a:cubicBezTo>
                <a:cubicBezTo>
                  <a:pt x="160343" y="135371"/>
                  <a:pt x="156854" y="141584"/>
                  <a:pt x="154984" y="141584"/>
                </a:cubicBezTo>
                <a:cubicBezTo>
                  <a:pt x="149300" y="141584"/>
                  <a:pt x="151188" y="148854"/>
                  <a:pt x="157382" y="150820"/>
                </a:cubicBezTo>
                <a:cubicBezTo>
                  <a:pt x="160571" y="151832"/>
                  <a:pt x="164451" y="154398"/>
                  <a:pt x="166003" y="156522"/>
                </a:cubicBezTo>
                <a:cubicBezTo>
                  <a:pt x="168191" y="159513"/>
                  <a:pt x="171101" y="159898"/>
                  <a:pt x="178921" y="158229"/>
                </a:cubicBezTo>
                <a:cubicBezTo>
                  <a:pt x="184472" y="157045"/>
                  <a:pt x="194242" y="155975"/>
                  <a:pt x="200631" y="155851"/>
                </a:cubicBezTo>
                <a:cubicBezTo>
                  <a:pt x="239506" y="155102"/>
                  <a:pt x="240586" y="154881"/>
                  <a:pt x="253127" y="145110"/>
                </a:cubicBezTo>
                <a:cubicBezTo>
                  <a:pt x="266671" y="134558"/>
                  <a:pt x="268972" y="125175"/>
                  <a:pt x="260004" y="117060"/>
                </a:cubicBezTo>
                <a:cubicBezTo>
                  <a:pt x="253254" y="110951"/>
                  <a:pt x="253492" y="108529"/>
                  <a:pt x="261186" y="105023"/>
                </a:cubicBezTo>
                <a:cubicBezTo>
                  <a:pt x="266361" y="102665"/>
                  <a:pt x="269974" y="103183"/>
                  <a:pt x="280779" y="107831"/>
                </a:cubicBezTo>
                <a:cubicBezTo>
                  <a:pt x="296129" y="114435"/>
                  <a:pt x="303140" y="113127"/>
                  <a:pt x="316123" y="101238"/>
                </a:cubicBezTo>
                <a:cubicBezTo>
                  <a:pt x="320574" y="97162"/>
                  <a:pt x="327915" y="90541"/>
                  <a:pt x="332436" y="86525"/>
                </a:cubicBezTo>
                <a:lnTo>
                  <a:pt x="340656" y="79224"/>
                </a:lnTo>
                <a:lnTo>
                  <a:pt x="348855" y="87171"/>
                </a:lnTo>
                <a:cubicBezTo>
                  <a:pt x="353365" y="91541"/>
                  <a:pt x="358951" y="95117"/>
                  <a:pt x="361269" y="95117"/>
                </a:cubicBezTo>
                <a:cubicBezTo>
                  <a:pt x="364761" y="95117"/>
                  <a:pt x="365087" y="96499"/>
                  <a:pt x="363171" y="103178"/>
                </a:cubicBezTo>
                <a:cubicBezTo>
                  <a:pt x="361900" y="107612"/>
                  <a:pt x="358803" y="114292"/>
                  <a:pt x="356290" y="118022"/>
                </a:cubicBezTo>
                <a:cubicBezTo>
                  <a:pt x="353286" y="122482"/>
                  <a:pt x="351997" y="128425"/>
                  <a:pt x="352528" y="135380"/>
                </a:cubicBezTo>
                <a:cubicBezTo>
                  <a:pt x="353262" y="145010"/>
                  <a:pt x="352644" y="146241"/>
                  <a:pt x="345616" y="149152"/>
                </a:cubicBezTo>
                <a:cubicBezTo>
                  <a:pt x="341239" y="150965"/>
                  <a:pt x="337248" y="154934"/>
                  <a:pt x="336399" y="158318"/>
                </a:cubicBezTo>
                <a:cubicBezTo>
                  <a:pt x="335575" y="161601"/>
                  <a:pt x="330673" y="169343"/>
                  <a:pt x="325505" y="175523"/>
                </a:cubicBezTo>
                <a:cubicBezTo>
                  <a:pt x="311850" y="191852"/>
                  <a:pt x="310247" y="196441"/>
                  <a:pt x="315430" y="204352"/>
                </a:cubicBezTo>
                <a:cubicBezTo>
                  <a:pt x="319567" y="210666"/>
                  <a:pt x="319502" y="211324"/>
                  <a:pt x="313994" y="218773"/>
                </a:cubicBezTo>
                <a:cubicBezTo>
                  <a:pt x="309522" y="224822"/>
                  <a:pt x="305556" y="226939"/>
                  <a:pt x="296375" y="228175"/>
                </a:cubicBezTo>
                <a:cubicBezTo>
                  <a:pt x="280209" y="230353"/>
                  <a:pt x="268738" y="234086"/>
                  <a:pt x="265231" y="238311"/>
                </a:cubicBezTo>
                <a:cubicBezTo>
                  <a:pt x="263619" y="240253"/>
                  <a:pt x="254493" y="243158"/>
                  <a:pt x="244951" y="244768"/>
                </a:cubicBezTo>
                <a:cubicBezTo>
                  <a:pt x="224827" y="248162"/>
                  <a:pt x="223542" y="248854"/>
                  <a:pt x="219261" y="258588"/>
                </a:cubicBezTo>
                <a:cubicBezTo>
                  <a:pt x="215450" y="267254"/>
                  <a:pt x="216976" y="270661"/>
                  <a:pt x="224662" y="270643"/>
                </a:cubicBezTo>
                <a:cubicBezTo>
                  <a:pt x="227772" y="270636"/>
                  <a:pt x="235733" y="272571"/>
                  <a:pt x="242353" y="274944"/>
                </a:cubicBezTo>
                <a:cubicBezTo>
                  <a:pt x="253677" y="279002"/>
                  <a:pt x="254241" y="279644"/>
                  <a:pt x="251900" y="285801"/>
                </a:cubicBezTo>
                <a:cubicBezTo>
                  <a:pt x="250237" y="290175"/>
                  <a:pt x="250396" y="296447"/>
                  <a:pt x="252381" y="304719"/>
                </a:cubicBezTo>
                <a:cubicBezTo>
                  <a:pt x="255038" y="315794"/>
                  <a:pt x="255971" y="316937"/>
                  <a:pt x="261267" y="315608"/>
                </a:cubicBezTo>
                <a:cubicBezTo>
                  <a:pt x="264522" y="314791"/>
                  <a:pt x="267946" y="315353"/>
                  <a:pt x="268876" y="316858"/>
                </a:cubicBezTo>
                <a:cubicBezTo>
                  <a:pt x="271618" y="321295"/>
                  <a:pt x="260047" y="334538"/>
                  <a:pt x="252027" y="336142"/>
                </a:cubicBezTo>
                <a:cubicBezTo>
                  <a:pt x="247958" y="336956"/>
                  <a:pt x="238159" y="342892"/>
                  <a:pt x="230251" y="349333"/>
                </a:cubicBezTo>
                <a:cubicBezTo>
                  <a:pt x="219279" y="358270"/>
                  <a:pt x="214445" y="360685"/>
                  <a:pt x="209844" y="359530"/>
                </a:cubicBezTo>
                <a:cubicBezTo>
                  <a:pt x="206527" y="358698"/>
                  <a:pt x="199613" y="359176"/>
                  <a:pt x="194478" y="360594"/>
                </a:cubicBezTo>
                <a:cubicBezTo>
                  <a:pt x="186278" y="362858"/>
                  <a:pt x="185142" y="362612"/>
                  <a:pt x="185142" y="358570"/>
                </a:cubicBezTo>
                <a:close/>
              </a:path>
            </a:pathLst>
          </a:custGeom>
          <a:solidFill>
            <a:srgbClr val="B9B9B9"/>
          </a:solidFill>
          <a:ln w="5163" cap="flat">
            <a:noFill/>
            <a:prstDash val="solid"/>
            <a:miter/>
          </a:ln>
        </p:spPr>
        <p:txBody>
          <a:bodyPr/>
          <a:lstStyle/>
          <a:p>
            <a:endParaRPr lang="es-419" noProof="0" dirty="0"/>
          </a:p>
        </p:txBody>
      </p:sp>
      <p:sp>
        <p:nvSpPr>
          <p:cNvPr id="46" name="Forma libre: forma 45">
            <a:extLst>
              <a:ext uri="{FF2B5EF4-FFF2-40B4-BE49-F238E27FC236}">
                <a16:creationId xmlns:a16="http://schemas.microsoft.com/office/drawing/2014/main" id="{7FAF6101-0252-B91F-D1F3-8EE12E3346BD}"/>
              </a:ext>
            </a:extLst>
          </p:cNvPr>
          <p:cNvSpPr/>
          <p:nvPr/>
        </p:nvSpPr>
        <p:spPr>
          <a:xfrm>
            <a:off x="1331227" y="2128697"/>
            <a:ext cx="198884" cy="167193"/>
          </a:xfrm>
          <a:custGeom>
            <a:avLst/>
            <a:gdLst>
              <a:gd name="csX0" fmla="*/ 102761 w 198884"/>
              <a:gd name="csY0" fmla="*/ 161938 h 167193"/>
              <a:gd name="csX1" fmla="*/ 88269 w 198884"/>
              <a:gd name="csY1" fmla="*/ 157454 h 167193"/>
              <a:gd name="csX2" fmla="*/ 69481 w 198884"/>
              <a:gd name="csY2" fmla="*/ 161146 h 167193"/>
              <a:gd name="csX3" fmla="*/ 60039 w 198884"/>
              <a:gd name="csY3" fmla="*/ 160242 h 167193"/>
              <a:gd name="csX4" fmla="*/ 55236 w 198884"/>
              <a:gd name="csY4" fmla="*/ 148107 h 167193"/>
              <a:gd name="csX5" fmla="*/ 50480 w 198884"/>
              <a:gd name="csY5" fmla="*/ 138608 h 167193"/>
              <a:gd name="csX6" fmla="*/ 28907 w 198884"/>
              <a:gd name="csY6" fmla="*/ 140363 h 167193"/>
              <a:gd name="csX7" fmla="*/ 11289 w 198884"/>
              <a:gd name="csY7" fmla="*/ 137781 h 167193"/>
              <a:gd name="csX8" fmla="*/ 6827 w 198884"/>
              <a:gd name="csY8" fmla="*/ 131288 h 167193"/>
              <a:gd name="csX9" fmla="*/ 1775 w 198884"/>
              <a:gd name="csY9" fmla="*/ 129012 h 167193"/>
              <a:gd name="csX10" fmla="*/ 4158 w 198884"/>
              <a:gd name="csY10" fmla="*/ 118778 h 167193"/>
              <a:gd name="csX11" fmla="*/ 5752 w 198884"/>
              <a:gd name="csY11" fmla="*/ 106007 h 167193"/>
              <a:gd name="csX12" fmla="*/ 11789 w 198884"/>
              <a:gd name="csY12" fmla="*/ 81269 h 167193"/>
              <a:gd name="csX13" fmla="*/ 23630 w 198884"/>
              <a:gd name="csY13" fmla="*/ 62821 h 167193"/>
              <a:gd name="csX14" fmla="*/ 32410 w 198884"/>
              <a:gd name="csY14" fmla="*/ 53884 h 167193"/>
              <a:gd name="csX15" fmla="*/ 41084 w 198884"/>
              <a:gd name="csY15" fmla="*/ 33929 h 167193"/>
              <a:gd name="csX16" fmla="*/ 44790 w 198884"/>
              <a:gd name="csY16" fmla="*/ 21065 h 167193"/>
              <a:gd name="csX17" fmla="*/ 50866 w 198884"/>
              <a:gd name="csY17" fmla="*/ 7384 h 167193"/>
              <a:gd name="csX18" fmla="*/ 69085 w 198884"/>
              <a:gd name="csY18" fmla="*/ 3371 h 167193"/>
              <a:gd name="csX19" fmla="*/ 83968 w 198884"/>
              <a:gd name="csY19" fmla="*/ 7430 h 167193"/>
              <a:gd name="csX20" fmla="*/ 103250 w 198884"/>
              <a:gd name="csY20" fmla="*/ 16788 h 167193"/>
              <a:gd name="csX21" fmla="*/ 120904 w 198884"/>
              <a:gd name="csY21" fmla="*/ 28277 h 167193"/>
              <a:gd name="csX22" fmla="*/ 134887 w 198884"/>
              <a:gd name="csY22" fmla="*/ 23438 h 167193"/>
              <a:gd name="csX23" fmla="*/ 159058 w 198884"/>
              <a:gd name="csY23" fmla="*/ 20032 h 167193"/>
              <a:gd name="csX24" fmla="*/ 176483 w 198884"/>
              <a:gd name="csY24" fmla="*/ 28515 h 167193"/>
              <a:gd name="csX25" fmla="*/ 192460 w 198884"/>
              <a:gd name="csY25" fmla="*/ 37014 h 167193"/>
              <a:gd name="csX26" fmla="*/ 196332 w 198884"/>
              <a:gd name="csY26" fmla="*/ 44480 h 167193"/>
              <a:gd name="csX27" fmla="*/ 196153 w 198884"/>
              <a:gd name="csY27" fmla="*/ 52404 h 167193"/>
              <a:gd name="csX28" fmla="*/ 187288 w 198884"/>
              <a:gd name="csY28" fmla="*/ 53879 h 167193"/>
              <a:gd name="csX29" fmla="*/ 174390 w 198884"/>
              <a:gd name="csY29" fmla="*/ 56149 h 167193"/>
              <a:gd name="csX30" fmla="*/ 170518 w 198884"/>
              <a:gd name="csY30" fmla="*/ 64210 h 167193"/>
              <a:gd name="csX31" fmla="*/ 166645 w 198884"/>
              <a:gd name="csY31" fmla="*/ 72206 h 167193"/>
              <a:gd name="csX32" fmla="*/ 158901 w 198884"/>
              <a:gd name="csY32" fmla="*/ 75439 h 167193"/>
              <a:gd name="csX33" fmla="*/ 151157 w 198884"/>
              <a:gd name="csY33" fmla="*/ 76992 h 167193"/>
              <a:gd name="csX34" fmla="*/ 142182 w 198884"/>
              <a:gd name="csY34" fmla="*/ 79321 h 167193"/>
              <a:gd name="csX35" fmla="*/ 127056 w 198884"/>
              <a:gd name="csY35" fmla="*/ 97769 h 167193"/>
              <a:gd name="csX36" fmla="*/ 130544 w 198884"/>
              <a:gd name="csY36" fmla="*/ 109385 h 167193"/>
              <a:gd name="csX37" fmla="*/ 134269 w 198884"/>
              <a:gd name="csY37" fmla="*/ 120288 h 167193"/>
              <a:gd name="csX38" fmla="*/ 148765 w 198884"/>
              <a:gd name="csY38" fmla="*/ 140043 h 167193"/>
              <a:gd name="csX39" fmla="*/ 155377 w 198884"/>
              <a:gd name="csY39" fmla="*/ 157142 h 167193"/>
              <a:gd name="csX40" fmla="*/ 143045 w 198884"/>
              <a:gd name="csY40" fmla="*/ 162040 h 167193"/>
              <a:gd name="csX41" fmla="*/ 102761 w 198884"/>
              <a:gd name="csY41" fmla="*/ 161938 h 167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Lst>
            <a:rect l="l" t="t" r="r" b="b"/>
            <a:pathLst>
              <a:path w="198884" h="167193">
                <a:moveTo>
                  <a:pt x="102761" y="161938"/>
                </a:moveTo>
                <a:cubicBezTo>
                  <a:pt x="101767" y="158136"/>
                  <a:pt x="99022" y="157287"/>
                  <a:pt x="88269" y="157454"/>
                </a:cubicBezTo>
                <a:cubicBezTo>
                  <a:pt x="80973" y="157567"/>
                  <a:pt x="72518" y="159228"/>
                  <a:pt x="69481" y="161146"/>
                </a:cubicBezTo>
                <a:cubicBezTo>
                  <a:pt x="64710" y="164157"/>
                  <a:pt x="63423" y="164033"/>
                  <a:pt x="60039" y="160242"/>
                </a:cubicBezTo>
                <a:cubicBezTo>
                  <a:pt x="57884" y="157827"/>
                  <a:pt x="55723" y="152366"/>
                  <a:pt x="55236" y="148107"/>
                </a:cubicBezTo>
                <a:cubicBezTo>
                  <a:pt x="54750" y="143848"/>
                  <a:pt x="52610" y="139573"/>
                  <a:pt x="50480" y="138608"/>
                </a:cubicBezTo>
                <a:cubicBezTo>
                  <a:pt x="43634" y="135506"/>
                  <a:pt x="32890" y="136379"/>
                  <a:pt x="28907" y="140363"/>
                </a:cubicBezTo>
                <a:cubicBezTo>
                  <a:pt x="22942" y="146328"/>
                  <a:pt x="14628" y="145109"/>
                  <a:pt x="11289" y="137781"/>
                </a:cubicBezTo>
                <a:cubicBezTo>
                  <a:pt x="9671" y="134232"/>
                  <a:pt x="7664" y="131310"/>
                  <a:pt x="6827" y="131288"/>
                </a:cubicBezTo>
                <a:cubicBezTo>
                  <a:pt x="5990" y="131266"/>
                  <a:pt x="3716" y="130242"/>
                  <a:pt x="1775" y="129012"/>
                </a:cubicBezTo>
                <a:cubicBezTo>
                  <a:pt x="-1083" y="127202"/>
                  <a:pt x="-629" y="125253"/>
                  <a:pt x="4158" y="118778"/>
                </a:cubicBezTo>
                <a:cubicBezTo>
                  <a:pt x="9713" y="111264"/>
                  <a:pt x="9810" y="110491"/>
                  <a:pt x="5752" y="106007"/>
                </a:cubicBezTo>
                <a:cubicBezTo>
                  <a:pt x="-610" y="98977"/>
                  <a:pt x="325" y="95142"/>
                  <a:pt x="11789" y="81269"/>
                </a:cubicBezTo>
                <a:cubicBezTo>
                  <a:pt x="17485" y="74376"/>
                  <a:pt x="22814" y="66074"/>
                  <a:pt x="23630" y="62821"/>
                </a:cubicBezTo>
                <a:cubicBezTo>
                  <a:pt x="24447" y="59568"/>
                  <a:pt x="28398" y="55546"/>
                  <a:pt x="32410" y="53884"/>
                </a:cubicBezTo>
                <a:cubicBezTo>
                  <a:pt x="40181" y="50665"/>
                  <a:pt x="43478" y="43081"/>
                  <a:pt x="41084" y="33929"/>
                </a:cubicBezTo>
                <a:cubicBezTo>
                  <a:pt x="40186" y="30493"/>
                  <a:pt x="41619" y="25519"/>
                  <a:pt x="44790" y="21065"/>
                </a:cubicBezTo>
                <a:cubicBezTo>
                  <a:pt x="47634" y="17072"/>
                  <a:pt x="50368" y="10915"/>
                  <a:pt x="50866" y="7384"/>
                </a:cubicBezTo>
                <a:cubicBezTo>
                  <a:pt x="51978" y="-503"/>
                  <a:pt x="60785" y="-2442"/>
                  <a:pt x="69085" y="3371"/>
                </a:cubicBezTo>
                <a:cubicBezTo>
                  <a:pt x="72262" y="5597"/>
                  <a:pt x="78960" y="7424"/>
                  <a:pt x="83968" y="7430"/>
                </a:cubicBezTo>
                <a:cubicBezTo>
                  <a:pt x="90827" y="7440"/>
                  <a:pt x="95585" y="9748"/>
                  <a:pt x="103250" y="16788"/>
                </a:cubicBezTo>
                <a:cubicBezTo>
                  <a:pt x="108847" y="21927"/>
                  <a:pt x="116791" y="27098"/>
                  <a:pt x="120904" y="28277"/>
                </a:cubicBezTo>
                <a:cubicBezTo>
                  <a:pt x="127215" y="30087"/>
                  <a:pt x="129398" y="29332"/>
                  <a:pt x="134887" y="23438"/>
                </a:cubicBezTo>
                <a:cubicBezTo>
                  <a:pt x="142030" y="15767"/>
                  <a:pt x="156507" y="13727"/>
                  <a:pt x="159058" y="20032"/>
                </a:cubicBezTo>
                <a:cubicBezTo>
                  <a:pt x="159855" y="22000"/>
                  <a:pt x="167696" y="25818"/>
                  <a:pt x="176483" y="28515"/>
                </a:cubicBezTo>
                <a:cubicBezTo>
                  <a:pt x="186066" y="31457"/>
                  <a:pt x="192460" y="34858"/>
                  <a:pt x="192460" y="37014"/>
                </a:cubicBezTo>
                <a:cubicBezTo>
                  <a:pt x="192460" y="38991"/>
                  <a:pt x="194203" y="42351"/>
                  <a:pt x="196332" y="44480"/>
                </a:cubicBezTo>
                <a:cubicBezTo>
                  <a:pt x="199774" y="47922"/>
                  <a:pt x="199754" y="48803"/>
                  <a:pt x="196153" y="52404"/>
                </a:cubicBezTo>
                <a:cubicBezTo>
                  <a:pt x="193159" y="55398"/>
                  <a:pt x="190845" y="55783"/>
                  <a:pt x="187288" y="53879"/>
                </a:cubicBezTo>
                <a:cubicBezTo>
                  <a:pt x="179800" y="49872"/>
                  <a:pt x="174390" y="50824"/>
                  <a:pt x="174390" y="56149"/>
                </a:cubicBezTo>
                <a:cubicBezTo>
                  <a:pt x="174390" y="58815"/>
                  <a:pt x="172647" y="62442"/>
                  <a:pt x="170518" y="64210"/>
                </a:cubicBezTo>
                <a:cubicBezTo>
                  <a:pt x="168388" y="65977"/>
                  <a:pt x="166645" y="69575"/>
                  <a:pt x="166645" y="72206"/>
                </a:cubicBezTo>
                <a:cubicBezTo>
                  <a:pt x="166645" y="76143"/>
                  <a:pt x="165276" y="76714"/>
                  <a:pt x="158901" y="75439"/>
                </a:cubicBezTo>
                <a:cubicBezTo>
                  <a:pt x="153734" y="74406"/>
                  <a:pt x="151157" y="74922"/>
                  <a:pt x="151157" y="76992"/>
                </a:cubicBezTo>
                <a:cubicBezTo>
                  <a:pt x="151157" y="78961"/>
                  <a:pt x="147877" y="79812"/>
                  <a:pt x="142182" y="79321"/>
                </a:cubicBezTo>
                <a:cubicBezTo>
                  <a:pt x="130428" y="78308"/>
                  <a:pt x="124889" y="85064"/>
                  <a:pt x="127056" y="97769"/>
                </a:cubicBezTo>
                <a:cubicBezTo>
                  <a:pt x="127904" y="102738"/>
                  <a:pt x="129473" y="107965"/>
                  <a:pt x="130544" y="109385"/>
                </a:cubicBezTo>
                <a:cubicBezTo>
                  <a:pt x="131614" y="110805"/>
                  <a:pt x="133291" y="115711"/>
                  <a:pt x="134269" y="120288"/>
                </a:cubicBezTo>
                <a:cubicBezTo>
                  <a:pt x="135415" y="125645"/>
                  <a:pt x="140578" y="132682"/>
                  <a:pt x="148765" y="140043"/>
                </a:cubicBezTo>
                <a:cubicBezTo>
                  <a:pt x="162833" y="152691"/>
                  <a:pt x="164554" y="157142"/>
                  <a:pt x="155377" y="157142"/>
                </a:cubicBezTo>
                <a:cubicBezTo>
                  <a:pt x="152019" y="157142"/>
                  <a:pt x="146470" y="159346"/>
                  <a:pt x="143045" y="162040"/>
                </a:cubicBezTo>
                <a:cubicBezTo>
                  <a:pt x="134241" y="168966"/>
                  <a:pt x="104579" y="168891"/>
                  <a:pt x="102761" y="161938"/>
                </a:cubicBezTo>
                <a:close/>
              </a:path>
            </a:pathLst>
          </a:custGeom>
          <a:solidFill>
            <a:srgbClr val="B9B9B9"/>
          </a:solidFill>
          <a:ln w="5163" cap="flat">
            <a:noFill/>
            <a:prstDash val="solid"/>
            <a:miter/>
          </a:ln>
        </p:spPr>
        <p:txBody>
          <a:bodyPr/>
          <a:lstStyle/>
          <a:p>
            <a:endParaRPr lang="es-419" noProof="0" dirty="0"/>
          </a:p>
        </p:txBody>
      </p:sp>
      <p:sp>
        <p:nvSpPr>
          <p:cNvPr id="47" name="Forma libre: forma 46">
            <a:extLst>
              <a:ext uri="{FF2B5EF4-FFF2-40B4-BE49-F238E27FC236}">
                <a16:creationId xmlns:a16="http://schemas.microsoft.com/office/drawing/2014/main" id="{87638BA9-F79B-8F2D-B03F-F15576E71751}"/>
              </a:ext>
            </a:extLst>
          </p:cNvPr>
          <p:cNvSpPr/>
          <p:nvPr/>
        </p:nvSpPr>
        <p:spPr>
          <a:xfrm>
            <a:off x="1461542" y="2144566"/>
            <a:ext cx="129500" cy="144710"/>
          </a:xfrm>
          <a:custGeom>
            <a:avLst/>
            <a:gdLst>
              <a:gd name="csX0" fmla="*/ 39451 w 129500"/>
              <a:gd name="csY0" fmla="*/ 143362 h 144710"/>
              <a:gd name="csX1" fmla="*/ 36297 w 129500"/>
              <a:gd name="csY1" fmla="*/ 137530 h 144710"/>
              <a:gd name="csX2" fmla="*/ 22310 w 129500"/>
              <a:gd name="csY2" fmla="*/ 122582 h 144710"/>
              <a:gd name="csX3" fmla="*/ 6555 w 129500"/>
              <a:gd name="csY3" fmla="*/ 101930 h 144710"/>
              <a:gd name="csX4" fmla="*/ 2723 w 129500"/>
              <a:gd name="csY4" fmla="*/ 90935 h 144710"/>
              <a:gd name="csX5" fmla="*/ 1214 w 129500"/>
              <a:gd name="csY5" fmla="*/ 71343 h 144710"/>
              <a:gd name="csX6" fmla="*/ 12550 w 129500"/>
              <a:gd name="csY6" fmla="*/ 66880 h 144710"/>
              <a:gd name="csX7" fmla="*/ 22940 w 129500"/>
              <a:gd name="csY7" fmla="*/ 63986 h 144710"/>
              <a:gd name="csX8" fmla="*/ 31348 w 129500"/>
              <a:gd name="csY8" fmla="*/ 62963 h 144710"/>
              <a:gd name="csX9" fmla="*/ 38911 w 129500"/>
              <a:gd name="csY9" fmla="*/ 59306 h 144710"/>
              <a:gd name="csX10" fmla="*/ 42783 w 129500"/>
              <a:gd name="csY10" fmla="*/ 50923 h 144710"/>
              <a:gd name="csX11" fmla="*/ 46656 w 129500"/>
              <a:gd name="csY11" fmla="*/ 42586 h 144710"/>
              <a:gd name="csX12" fmla="*/ 51173 w 129500"/>
              <a:gd name="csY12" fmla="*/ 39323 h 144710"/>
              <a:gd name="csX13" fmla="*/ 69566 w 129500"/>
              <a:gd name="csY13" fmla="*/ 37767 h 144710"/>
              <a:gd name="csX14" fmla="*/ 69872 w 129500"/>
              <a:gd name="csY14" fmla="*/ 27120 h 144710"/>
              <a:gd name="csX15" fmla="*/ 67231 w 129500"/>
              <a:gd name="csY15" fmla="*/ 13692 h 144710"/>
              <a:gd name="csX16" fmla="*/ 69736 w 129500"/>
              <a:gd name="csY16" fmla="*/ 7102 h 144710"/>
              <a:gd name="csX17" fmla="*/ 81814 w 129500"/>
              <a:gd name="csY17" fmla="*/ 13524 h 144710"/>
              <a:gd name="csX18" fmla="*/ 100866 w 129500"/>
              <a:gd name="csY18" fmla="*/ 15068 h 144710"/>
              <a:gd name="csX19" fmla="*/ 113355 w 129500"/>
              <a:gd name="csY19" fmla="*/ 326 h 144710"/>
              <a:gd name="csX20" fmla="*/ 116355 w 129500"/>
              <a:gd name="csY20" fmla="*/ 6085 h 144710"/>
              <a:gd name="csX21" fmla="*/ 122928 w 129500"/>
              <a:gd name="csY21" fmla="*/ 21207 h 144710"/>
              <a:gd name="csX22" fmla="*/ 129501 w 129500"/>
              <a:gd name="csY22" fmla="*/ 32422 h 144710"/>
              <a:gd name="csX23" fmla="*/ 122289 w 129500"/>
              <a:gd name="csY23" fmla="*/ 39110 h 144710"/>
              <a:gd name="csX24" fmla="*/ 114210 w 129500"/>
              <a:gd name="csY24" fmla="*/ 43197 h 144710"/>
              <a:gd name="csX25" fmla="*/ 100996 w 129500"/>
              <a:gd name="csY25" fmla="*/ 50277 h 144710"/>
              <a:gd name="csX26" fmla="*/ 91480 w 129500"/>
              <a:gd name="csY26" fmla="*/ 69527 h 144710"/>
              <a:gd name="csX27" fmla="*/ 86825 w 129500"/>
              <a:gd name="csY27" fmla="*/ 82667 h 144710"/>
              <a:gd name="csX28" fmla="*/ 75170 w 129500"/>
              <a:gd name="csY28" fmla="*/ 92424 h 144710"/>
              <a:gd name="csX29" fmla="*/ 62144 w 129500"/>
              <a:gd name="csY29" fmla="*/ 108405 h 144710"/>
              <a:gd name="csX30" fmla="*/ 58272 w 129500"/>
              <a:gd name="csY30" fmla="*/ 119688 h 144710"/>
              <a:gd name="csX31" fmla="*/ 54400 w 129500"/>
              <a:gd name="csY31" fmla="*/ 127352 h 144710"/>
              <a:gd name="csX32" fmla="*/ 52416 w 129500"/>
              <a:gd name="csY32" fmla="*/ 133529 h 144710"/>
              <a:gd name="csX33" fmla="*/ 46503 w 129500"/>
              <a:gd name="csY33" fmla="*/ 140006 h 144710"/>
              <a:gd name="csX34" fmla="*/ 39451 w 129500"/>
              <a:gd name="csY34" fmla="*/ 143362 h 1447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129500" h="144710">
                <a:moveTo>
                  <a:pt x="39451" y="143362"/>
                </a:moveTo>
                <a:cubicBezTo>
                  <a:pt x="37734" y="141645"/>
                  <a:pt x="36315" y="139021"/>
                  <a:pt x="36297" y="137530"/>
                </a:cubicBezTo>
                <a:cubicBezTo>
                  <a:pt x="36279" y="136040"/>
                  <a:pt x="29985" y="129313"/>
                  <a:pt x="22310" y="122582"/>
                </a:cubicBezTo>
                <a:cubicBezTo>
                  <a:pt x="12868" y="114302"/>
                  <a:pt x="7773" y="107623"/>
                  <a:pt x="6555" y="101930"/>
                </a:cubicBezTo>
                <a:cubicBezTo>
                  <a:pt x="5566" y="97303"/>
                  <a:pt x="3842" y="92355"/>
                  <a:pt x="2723" y="90935"/>
                </a:cubicBezTo>
                <a:cubicBezTo>
                  <a:pt x="-91" y="87360"/>
                  <a:pt x="-945" y="76286"/>
                  <a:pt x="1214" y="71343"/>
                </a:cubicBezTo>
                <a:cubicBezTo>
                  <a:pt x="2338" y="68767"/>
                  <a:pt x="6560" y="67105"/>
                  <a:pt x="12550" y="66880"/>
                </a:cubicBezTo>
                <a:cubicBezTo>
                  <a:pt x="17800" y="66683"/>
                  <a:pt x="22476" y="65380"/>
                  <a:pt x="22940" y="63986"/>
                </a:cubicBezTo>
                <a:cubicBezTo>
                  <a:pt x="23405" y="62591"/>
                  <a:pt x="27189" y="62131"/>
                  <a:pt x="31348" y="62963"/>
                </a:cubicBezTo>
                <a:cubicBezTo>
                  <a:pt x="37697" y="64232"/>
                  <a:pt x="38911" y="63645"/>
                  <a:pt x="38911" y="59306"/>
                </a:cubicBezTo>
                <a:cubicBezTo>
                  <a:pt x="38911" y="56463"/>
                  <a:pt x="40654" y="52690"/>
                  <a:pt x="42783" y="50923"/>
                </a:cubicBezTo>
                <a:cubicBezTo>
                  <a:pt x="44913" y="49155"/>
                  <a:pt x="46656" y="45404"/>
                  <a:pt x="46656" y="42586"/>
                </a:cubicBezTo>
                <a:cubicBezTo>
                  <a:pt x="46656" y="38720"/>
                  <a:pt x="47764" y="37919"/>
                  <a:pt x="51173" y="39323"/>
                </a:cubicBezTo>
                <a:cubicBezTo>
                  <a:pt x="61512" y="43579"/>
                  <a:pt x="64377" y="43337"/>
                  <a:pt x="69566" y="37767"/>
                </a:cubicBezTo>
                <a:cubicBezTo>
                  <a:pt x="75009" y="31925"/>
                  <a:pt x="75010" y="31906"/>
                  <a:pt x="69872" y="27120"/>
                </a:cubicBezTo>
                <a:cubicBezTo>
                  <a:pt x="63882" y="21540"/>
                  <a:pt x="64007" y="22172"/>
                  <a:pt x="67231" y="13692"/>
                </a:cubicBezTo>
                <a:lnTo>
                  <a:pt x="69736" y="7102"/>
                </a:lnTo>
                <a:lnTo>
                  <a:pt x="81814" y="13524"/>
                </a:lnTo>
                <a:cubicBezTo>
                  <a:pt x="96277" y="21214"/>
                  <a:pt x="100866" y="21586"/>
                  <a:pt x="100866" y="15068"/>
                </a:cubicBezTo>
                <a:cubicBezTo>
                  <a:pt x="100866" y="8386"/>
                  <a:pt x="109640" y="-1970"/>
                  <a:pt x="113355" y="326"/>
                </a:cubicBezTo>
                <a:cubicBezTo>
                  <a:pt x="115005" y="1346"/>
                  <a:pt x="116355" y="3937"/>
                  <a:pt x="116355" y="6085"/>
                </a:cubicBezTo>
                <a:cubicBezTo>
                  <a:pt x="116355" y="8233"/>
                  <a:pt x="119313" y="15038"/>
                  <a:pt x="122928" y="21207"/>
                </a:cubicBezTo>
                <a:lnTo>
                  <a:pt x="129501" y="32422"/>
                </a:lnTo>
                <a:lnTo>
                  <a:pt x="122289" y="39110"/>
                </a:lnTo>
                <a:cubicBezTo>
                  <a:pt x="118322" y="42788"/>
                  <a:pt x="114687" y="44627"/>
                  <a:pt x="114210" y="43197"/>
                </a:cubicBezTo>
                <a:cubicBezTo>
                  <a:pt x="112111" y="36901"/>
                  <a:pt x="104310" y="41081"/>
                  <a:pt x="100996" y="50277"/>
                </a:cubicBezTo>
                <a:cubicBezTo>
                  <a:pt x="99077" y="55602"/>
                  <a:pt x="94795" y="64264"/>
                  <a:pt x="91480" y="69527"/>
                </a:cubicBezTo>
                <a:cubicBezTo>
                  <a:pt x="88166" y="74789"/>
                  <a:pt x="86071" y="80703"/>
                  <a:pt x="86825" y="82667"/>
                </a:cubicBezTo>
                <a:cubicBezTo>
                  <a:pt x="87734" y="85037"/>
                  <a:pt x="83812" y="88321"/>
                  <a:pt x="75170" y="92424"/>
                </a:cubicBezTo>
                <a:cubicBezTo>
                  <a:pt x="62898" y="98250"/>
                  <a:pt x="62144" y="99174"/>
                  <a:pt x="62144" y="108405"/>
                </a:cubicBezTo>
                <a:cubicBezTo>
                  <a:pt x="62144" y="114732"/>
                  <a:pt x="60773" y="118729"/>
                  <a:pt x="58272" y="119688"/>
                </a:cubicBezTo>
                <a:cubicBezTo>
                  <a:pt x="56143" y="120506"/>
                  <a:pt x="54400" y="123954"/>
                  <a:pt x="54400" y="127352"/>
                </a:cubicBezTo>
                <a:cubicBezTo>
                  <a:pt x="54400" y="130749"/>
                  <a:pt x="53507" y="133529"/>
                  <a:pt x="52416" y="133529"/>
                </a:cubicBezTo>
                <a:cubicBezTo>
                  <a:pt x="51325" y="133529"/>
                  <a:pt x="48664" y="136444"/>
                  <a:pt x="46503" y="140006"/>
                </a:cubicBezTo>
                <a:cubicBezTo>
                  <a:pt x="43429" y="145071"/>
                  <a:pt x="41892" y="145803"/>
                  <a:pt x="39451" y="143362"/>
                </a:cubicBezTo>
                <a:close/>
              </a:path>
            </a:pathLst>
          </a:custGeom>
          <a:solidFill>
            <a:srgbClr val="B9B9B9"/>
          </a:solidFill>
          <a:ln w="5163" cap="flat">
            <a:noFill/>
            <a:prstDash val="solid"/>
            <a:miter/>
          </a:ln>
        </p:spPr>
        <p:txBody>
          <a:bodyPr/>
          <a:lstStyle/>
          <a:p>
            <a:endParaRPr lang="es-419" noProof="0" dirty="0"/>
          </a:p>
        </p:txBody>
      </p:sp>
      <p:sp>
        <p:nvSpPr>
          <p:cNvPr id="48" name="Forma libre: forma 47">
            <a:extLst>
              <a:ext uri="{FF2B5EF4-FFF2-40B4-BE49-F238E27FC236}">
                <a16:creationId xmlns:a16="http://schemas.microsoft.com/office/drawing/2014/main" id="{4A45006E-592C-BC94-D97E-1F79F2E1DFA8}"/>
              </a:ext>
            </a:extLst>
          </p:cNvPr>
          <p:cNvSpPr/>
          <p:nvPr/>
        </p:nvSpPr>
        <p:spPr>
          <a:xfrm>
            <a:off x="2333829" y="2099494"/>
            <a:ext cx="245950" cy="186219"/>
          </a:xfrm>
          <a:custGeom>
            <a:avLst/>
            <a:gdLst>
              <a:gd name="csX0" fmla="*/ 63193 w 245950"/>
              <a:gd name="csY0" fmla="*/ 151536 h 186219"/>
              <a:gd name="csX1" fmla="*/ 28715 w 245950"/>
              <a:gd name="csY1" fmla="*/ 120621 h 186219"/>
              <a:gd name="csX2" fmla="*/ 15073 w 245950"/>
              <a:gd name="csY2" fmla="*/ 124390 h 186219"/>
              <a:gd name="csX3" fmla="*/ 5596 w 245950"/>
              <a:gd name="csY3" fmla="*/ 124390 h 186219"/>
              <a:gd name="csX4" fmla="*/ 5596 w 245950"/>
              <a:gd name="csY4" fmla="*/ 107763 h 186219"/>
              <a:gd name="csX5" fmla="*/ 3015 w 245950"/>
              <a:gd name="csY5" fmla="*/ 89541 h 186219"/>
              <a:gd name="csX6" fmla="*/ 11404 w 245950"/>
              <a:gd name="csY6" fmla="*/ 63244 h 186219"/>
              <a:gd name="csX7" fmla="*/ 106611 w 245950"/>
              <a:gd name="csY7" fmla="*/ 25070 h 186219"/>
              <a:gd name="csX8" fmla="*/ 133716 w 245950"/>
              <a:gd name="csY8" fmla="*/ 14252 h 186219"/>
              <a:gd name="csX9" fmla="*/ 160483 w 245950"/>
              <a:gd name="csY9" fmla="*/ 1908 h 186219"/>
              <a:gd name="csX10" fmla="*/ 238554 w 245950"/>
              <a:gd name="csY10" fmla="*/ 11931 h 186219"/>
              <a:gd name="csX11" fmla="*/ 245107 w 245950"/>
              <a:gd name="csY11" fmla="*/ 29136 h 186219"/>
              <a:gd name="csX12" fmla="*/ 240861 w 245950"/>
              <a:gd name="csY12" fmla="*/ 62435 h 186219"/>
              <a:gd name="csX13" fmla="*/ 234529 w 245950"/>
              <a:gd name="csY13" fmla="*/ 81796 h 186219"/>
              <a:gd name="csX14" fmla="*/ 183096 w 245950"/>
              <a:gd name="csY14" fmla="*/ 120518 h 186219"/>
              <a:gd name="csX15" fmla="*/ 112584 w 245950"/>
              <a:gd name="csY15" fmla="*/ 172730 h 186219"/>
              <a:gd name="csX16" fmla="*/ 93505 w 245950"/>
              <a:gd name="csY16" fmla="*/ 186220 h 186219"/>
              <a:gd name="csX17" fmla="*/ 63193 w 245950"/>
              <a:gd name="csY17" fmla="*/ 151536 h 1862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245950" h="186219">
                <a:moveTo>
                  <a:pt x="63193" y="151536"/>
                </a:moveTo>
                <a:cubicBezTo>
                  <a:pt x="35962" y="120379"/>
                  <a:pt x="32456" y="117236"/>
                  <a:pt x="28715" y="120621"/>
                </a:cubicBezTo>
                <a:cubicBezTo>
                  <a:pt x="26425" y="122694"/>
                  <a:pt x="20286" y="124390"/>
                  <a:pt x="15073" y="124390"/>
                </a:cubicBezTo>
                <a:lnTo>
                  <a:pt x="5596" y="124390"/>
                </a:lnTo>
                <a:lnTo>
                  <a:pt x="5596" y="107763"/>
                </a:lnTo>
                <a:cubicBezTo>
                  <a:pt x="5596" y="98618"/>
                  <a:pt x="4435" y="90418"/>
                  <a:pt x="3015" y="89541"/>
                </a:cubicBezTo>
                <a:cubicBezTo>
                  <a:pt x="-3245" y="85672"/>
                  <a:pt x="575" y="73700"/>
                  <a:pt x="11404" y="63244"/>
                </a:cubicBezTo>
                <a:cubicBezTo>
                  <a:pt x="30218" y="45081"/>
                  <a:pt x="67101" y="30293"/>
                  <a:pt x="106611" y="25070"/>
                </a:cubicBezTo>
                <a:cubicBezTo>
                  <a:pt x="113529" y="24155"/>
                  <a:pt x="124948" y="19598"/>
                  <a:pt x="133716" y="14252"/>
                </a:cubicBezTo>
                <a:cubicBezTo>
                  <a:pt x="142049" y="9172"/>
                  <a:pt x="154094" y="3617"/>
                  <a:pt x="160483" y="1908"/>
                </a:cubicBezTo>
                <a:cubicBezTo>
                  <a:pt x="179743" y="-3243"/>
                  <a:pt x="225908" y="2684"/>
                  <a:pt x="238554" y="11931"/>
                </a:cubicBezTo>
                <a:cubicBezTo>
                  <a:pt x="241216" y="13878"/>
                  <a:pt x="243864" y="20830"/>
                  <a:pt x="245107" y="29136"/>
                </a:cubicBezTo>
                <a:cubicBezTo>
                  <a:pt x="246841" y="40720"/>
                  <a:pt x="246124" y="46345"/>
                  <a:pt x="240861" y="62435"/>
                </a:cubicBezTo>
                <a:lnTo>
                  <a:pt x="234529" y="81796"/>
                </a:lnTo>
                <a:lnTo>
                  <a:pt x="183096" y="120518"/>
                </a:lnTo>
                <a:cubicBezTo>
                  <a:pt x="154808" y="141815"/>
                  <a:pt x="123078" y="165310"/>
                  <a:pt x="112584" y="172730"/>
                </a:cubicBezTo>
                <a:lnTo>
                  <a:pt x="93505" y="186220"/>
                </a:lnTo>
                <a:lnTo>
                  <a:pt x="63193" y="151536"/>
                </a:lnTo>
                <a:close/>
              </a:path>
            </a:pathLst>
          </a:custGeom>
          <a:solidFill>
            <a:srgbClr val="B9B9B9"/>
          </a:solidFill>
          <a:ln w="5163" cap="flat">
            <a:noFill/>
            <a:prstDash val="solid"/>
            <a:miter/>
          </a:ln>
        </p:spPr>
        <p:txBody>
          <a:bodyPr/>
          <a:lstStyle/>
          <a:p>
            <a:endParaRPr lang="es-419" noProof="0" dirty="0"/>
          </a:p>
        </p:txBody>
      </p:sp>
      <p:sp>
        <p:nvSpPr>
          <p:cNvPr id="49" name="Forma libre: forma 48">
            <a:extLst>
              <a:ext uri="{FF2B5EF4-FFF2-40B4-BE49-F238E27FC236}">
                <a16:creationId xmlns:a16="http://schemas.microsoft.com/office/drawing/2014/main" id="{C51CAB79-6A26-10FC-9B3C-C063F4061059}"/>
              </a:ext>
            </a:extLst>
          </p:cNvPr>
          <p:cNvSpPr/>
          <p:nvPr/>
        </p:nvSpPr>
        <p:spPr>
          <a:xfrm>
            <a:off x="2334670" y="2196667"/>
            <a:ext cx="1839" cy="7968"/>
          </a:xfrm>
          <a:custGeom>
            <a:avLst/>
            <a:gdLst>
              <a:gd name="csX0" fmla="*/ 0 w 1839"/>
              <a:gd name="csY0" fmla="*/ 3984 h 7968"/>
              <a:gd name="csX1" fmla="*/ 1302 w 1839"/>
              <a:gd name="csY1" fmla="*/ 757 h 7968"/>
              <a:gd name="csX2" fmla="*/ 1302 w 1839"/>
              <a:gd name="csY2" fmla="*/ 7211 h 7968"/>
              <a:gd name="csX3" fmla="*/ 0 w 1839"/>
              <a:gd name="csY3" fmla="*/ 3984 h 7968"/>
            </a:gdLst>
            <a:ahLst/>
            <a:cxnLst>
              <a:cxn ang="0">
                <a:pos x="csX0" y="csY0"/>
              </a:cxn>
              <a:cxn ang="0">
                <a:pos x="csX1" y="csY1"/>
              </a:cxn>
              <a:cxn ang="0">
                <a:pos x="csX2" y="csY2"/>
              </a:cxn>
              <a:cxn ang="0">
                <a:pos x="csX3" y="csY3"/>
              </a:cxn>
            </a:cxnLst>
            <a:rect l="l" t="t" r="r" b="b"/>
            <a:pathLst>
              <a:path w="1839" h="7968">
                <a:moveTo>
                  <a:pt x="0" y="3984"/>
                </a:moveTo>
                <a:cubicBezTo>
                  <a:pt x="0" y="435"/>
                  <a:pt x="586" y="-1017"/>
                  <a:pt x="1302" y="757"/>
                </a:cubicBezTo>
                <a:cubicBezTo>
                  <a:pt x="2018" y="2532"/>
                  <a:pt x="2018" y="5436"/>
                  <a:pt x="1302" y="7211"/>
                </a:cubicBezTo>
                <a:cubicBezTo>
                  <a:pt x="586" y="8986"/>
                  <a:pt x="0" y="7534"/>
                  <a:pt x="0" y="3984"/>
                </a:cubicBezTo>
                <a:close/>
              </a:path>
            </a:pathLst>
          </a:custGeom>
          <a:solidFill>
            <a:srgbClr val="B9B9B9"/>
          </a:solidFill>
          <a:ln w="5163" cap="flat">
            <a:noFill/>
            <a:prstDash val="solid"/>
            <a:miter/>
          </a:ln>
        </p:spPr>
        <p:txBody>
          <a:bodyPr/>
          <a:lstStyle/>
          <a:p>
            <a:endParaRPr lang="es-419" noProof="0" dirty="0"/>
          </a:p>
        </p:txBody>
      </p:sp>
      <p:sp>
        <p:nvSpPr>
          <p:cNvPr id="50" name="Forma libre: forma 49">
            <a:extLst>
              <a:ext uri="{FF2B5EF4-FFF2-40B4-BE49-F238E27FC236}">
                <a16:creationId xmlns:a16="http://schemas.microsoft.com/office/drawing/2014/main" id="{F402930B-A316-426D-4987-36F850A86C5F}"/>
              </a:ext>
            </a:extLst>
          </p:cNvPr>
          <p:cNvSpPr/>
          <p:nvPr/>
        </p:nvSpPr>
        <p:spPr>
          <a:xfrm>
            <a:off x="1309468" y="1877186"/>
            <a:ext cx="342958" cy="300162"/>
          </a:xfrm>
          <a:custGeom>
            <a:avLst/>
            <a:gdLst>
              <a:gd name="csX0" fmla="*/ 295686 w 342958"/>
              <a:gd name="csY0" fmla="*/ 296278 h 300162"/>
              <a:gd name="csX1" fmla="*/ 285863 w 342958"/>
              <a:gd name="csY1" fmla="*/ 292488 h 300162"/>
              <a:gd name="csX2" fmla="*/ 274573 w 342958"/>
              <a:gd name="csY2" fmla="*/ 278339 h 300162"/>
              <a:gd name="csX3" fmla="*/ 265490 w 342958"/>
              <a:gd name="csY3" fmla="*/ 262580 h 300162"/>
              <a:gd name="csX4" fmla="*/ 250359 w 342958"/>
              <a:gd name="csY4" fmla="*/ 277449 h 300162"/>
              <a:gd name="csX5" fmla="*/ 232353 w 342958"/>
              <a:gd name="csY5" fmla="*/ 275755 h 300162"/>
              <a:gd name="csX6" fmla="*/ 216800 w 342958"/>
              <a:gd name="csY6" fmla="*/ 278780 h 300162"/>
              <a:gd name="csX7" fmla="*/ 197688 w 342958"/>
              <a:gd name="csY7" fmla="*/ 275445 h 300162"/>
              <a:gd name="csX8" fmla="*/ 186717 w 342958"/>
              <a:gd name="csY8" fmla="*/ 271836 h 300162"/>
              <a:gd name="csX9" fmla="*/ 183241 w 342958"/>
              <a:gd name="csY9" fmla="*/ 267964 h 300162"/>
              <a:gd name="csX10" fmla="*/ 171812 w 342958"/>
              <a:gd name="csY10" fmla="*/ 264092 h 300162"/>
              <a:gd name="csX11" fmla="*/ 155307 w 342958"/>
              <a:gd name="csY11" fmla="*/ 270545 h 300162"/>
              <a:gd name="csX12" fmla="*/ 128918 w 342958"/>
              <a:gd name="csY12" fmla="*/ 266264 h 300162"/>
              <a:gd name="csX13" fmla="*/ 106345 w 342958"/>
              <a:gd name="csY13" fmla="*/ 255141 h 300162"/>
              <a:gd name="csX14" fmla="*/ 91555 w 342958"/>
              <a:gd name="csY14" fmla="*/ 250269 h 300162"/>
              <a:gd name="csX15" fmla="*/ 81548 w 342958"/>
              <a:gd name="csY15" fmla="*/ 247474 h 300162"/>
              <a:gd name="csX16" fmla="*/ 78435 w 342958"/>
              <a:gd name="csY16" fmla="*/ 239429 h 300162"/>
              <a:gd name="csX17" fmla="*/ 82408 w 342958"/>
              <a:gd name="csY17" fmla="*/ 200657 h 300162"/>
              <a:gd name="csX18" fmla="*/ 83563 w 342958"/>
              <a:gd name="csY18" fmla="*/ 189030 h 300162"/>
              <a:gd name="csX19" fmla="*/ 79311 w 342958"/>
              <a:gd name="csY19" fmla="*/ 164140 h 300162"/>
              <a:gd name="csX20" fmla="*/ 69658 w 342958"/>
              <a:gd name="csY20" fmla="*/ 165664 h 300162"/>
              <a:gd name="csX21" fmla="*/ 52863 w 342958"/>
              <a:gd name="csY21" fmla="*/ 178880 h 300162"/>
              <a:gd name="csX22" fmla="*/ 46310 w 342958"/>
              <a:gd name="csY22" fmla="*/ 180840 h 300162"/>
              <a:gd name="csX23" fmla="*/ 41273 w 342958"/>
              <a:gd name="csY23" fmla="*/ 176042 h 300162"/>
              <a:gd name="csX24" fmla="*/ 28735 w 342958"/>
              <a:gd name="csY24" fmla="*/ 163573 h 300162"/>
              <a:gd name="csX25" fmla="*/ 8346 w 342958"/>
              <a:gd name="csY25" fmla="*/ 134458 h 300162"/>
              <a:gd name="csX26" fmla="*/ 3097 w 342958"/>
              <a:gd name="csY26" fmla="*/ 117621 h 300162"/>
              <a:gd name="csX27" fmla="*/ 147 w 342958"/>
              <a:gd name="csY27" fmla="*/ 113613 h 300162"/>
              <a:gd name="csX28" fmla="*/ 21165 w 342958"/>
              <a:gd name="csY28" fmla="*/ 104003 h 300162"/>
              <a:gd name="csX29" fmla="*/ 72335 w 342958"/>
              <a:gd name="csY29" fmla="*/ 73250 h 300162"/>
              <a:gd name="csX30" fmla="*/ 93508 w 342958"/>
              <a:gd name="csY30" fmla="*/ 38847 h 300162"/>
              <a:gd name="csX31" fmla="*/ 97565 w 342958"/>
              <a:gd name="csY31" fmla="*/ 29800 h 300162"/>
              <a:gd name="csX32" fmla="*/ 109742 w 342958"/>
              <a:gd name="csY32" fmla="*/ 18194 h 300162"/>
              <a:gd name="csX33" fmla="*/ 113822 w 342958"/>
              <a:gd name="csY33" fmla="*/ 11110 h 300162"/>
              <a:gd name="csX34" fmla="*/ 121678 w 342958"/>
              <a:gd name="csY34" fmla="*/ 5555 h 300162"/>
              <a:gd name="csX35" fmla="*/ 127233 w 342958"/>
              <a:gd name="csY35" fmla="*/ 0 h 300162"/>
              <a:gd name="csX36" fmla="*/ 134516 w 342958"/>
              <a:gd name="csY36" fmla="*/ 8782 h 300162"/>
              <a:gd name="csX37" fmla="*/ 141869 w 342958"/>
              <a:gd name="csY37" fmla="*/ 33944 h 300162"/>
              <a:gd name="csX38" fmla="*/ 147505 w 342958"/>
              <a:gd name="csY38" fmla="*/ 58144 h 300162"/>
              <a:gd name="csX39" fmla="*/ 152804 w 342958"/>
              <a:gd name="csY39" fmla="*/ 90810 h 300162"/>
              <a:gd name="csX40" fmla="*/ 162764 w 342958"/>
              <a:gd name="csY40" fmla="*/ 124694 h 300162"/>
              <a:gd name="csX41" fmla="*/ 170334 w 342958"/>
              <a:gd name="csY41" fmla="*/ 121832 h 300162"/>
              <a:gd name="csX42" fmla="*/ 185393 w 342958"/>
              <a:gd name="csY42" fmla="*/ 124884 h 300162"/>
              <a:gd name="csX43" fmla="*/ 190271 w 342958"/>
              <a:gd name="csY43" fmla="*/ 127275 h 300162"/>
              <a:gd name="csX44" fmla="*/ 201229 w 342958"/>
              <a:gd name="csY44" fmla="*/ 139721 h 300162"/>
              <a:gd name="csX45" fmla="*/ 197439 w 342958"/>
              <a:gd name="csY45" fmla="*/ 147005 h 300162"/>
              <a:gd name="csX46" fmla="*/ 196794 w 342958"/>
              <a:gd name="csY46" fmla="*/ 162615 h 300162"/>
              <a:gd name="csX47" fmla="*/ 220205 w 342958"/>
              <a:gd name="csY47" fmla="*/ 171185 h 300162"/>
              <a:gd name="csX48" fmla="*/ 242581 w 342958"/>
              <a:gd name="csY48" fmla="*/ 173796 h 300162"/>
              <a:gd name="csX49" fmla="*/ 259092 w 342958"/>
              <a:gd name="csY49" fmla="*/ 186698 h 300162"/>
              <a:gd name="csX50" fmla="*/ 273592 w 342958"/>
              <a:gd name="csY50" fmla="*/ 197707 h 300162"/>
              <a:gd name="csX51" fmla="*/ 304244 w 342958"/>
              <a:gd name="csY51" fmla="*/ 198591 h 300162"/>
              <a:gd name="csX52" fmla="*/ 333285 w 342958"/>
              <a:gd name="csY52" fmla="*/ 203946 h 300162"/>
              <a:gd name="csX53" fmla="*/ 339205 w 342958"/>
              <a:gd name="csY53" fmla="*/ 216060 h 300162"/>
              <a:gd name="csX54" fmla="*/ 336274 w 342958"/>
              <a:gd name="csY54" fmla="*/ 220854 h 300162"/>
              <a:gd name="csX55" fmla="*/ 328850 w 342958"/>
              <a:gd name="csY55" fmla="*/ 233114 h 300162"/>
              <a:gd name="csX56" fmla="*/ 326965 w 342958"/>
              <a:gd name="csY56" fmla="*/ 236341 h 300162"/>
              <a:gd name="csX57" fmla="*/ 329181 w 342958"/>
              <a:gd name="csY57" fmla="*/ 240859 h 300162"/>
              <a:gd name="csX58" fmla="*/ 331403 w 342958"/>
              <a:gd name="csY58" fmla="*/ 248187 h 300162"/>
              <a:gd name="csX59" fmla="*/ 328049 w 342958"/>
              <a:gd name="csY59" fmla="*/ 258014 h 300162"/>
              <a:gd name="csX60" fmla="*/ 326532 w 342958"/>
              <a:gd name="csY60" fmla="*/ 276244 h 300162"/>
              <a:gd name="csX61" fmla="*/ 325085 w 342958"/>
              <a:gd name="csY61" fmla="*/ 283496 h 300162"/>
              <a:gd name="csX62" fmla="*/ 321398 w 342958"/>
              <a:gd name="csY62" fmla="*/ 292711 h 300162"/>
              <a:gd name="csX63" fmla="*/ 311874 w 342958"/>
              <a:gd name="csY63" fmla="*/ 300150 h 300162"/>
              <a:gd name="csX64" fmla="*/ 295686 w 342958"/>
              <a:gd name="csY64" fmla="*/ 296278 h 3001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Lst>
            <a:rect l="l" t="t" r="r" b="b"/>
            <a:pathLst>
              <a:path w="342958" h="300162">
                <a:moveTo>
                  <a:pt x="295686" y="296278"/>
                </a:moveTo>
                <a:cubicBezTo>
                  <a:pt x="292930" y="294193"/>
                  <a:pt x="288510" y="292488"/>
                  <a:pt x="285863" y="292488"/>
                </a:cubicBezTo>
                <a:cubicBezTo>
                  <a:pt x="282541" y="292488"/>
                  <a:pt x="279045" y="288107"/>
                  <a:pt x="274573" y="278339"/>
                </a:cubicBezTo>
                <a:cubicBezTo>
                  <a:pt x="271011" y="270557"/>
                  <a:pt x="266923" y="263466"/>
                  <a:pt x="265490" y="262580"/>
                </a:cubicBezTo>
                <a:cubicBezTo>
                  <a:pt x="261887" y="260353"/>
                  <a:pt x="250359" y="271682"/>
                  <a:pt x="250359" y="277449"/>
                </a:cubicBezTo>
                <a:cubicBezTo>
                  <a:pt x="250359" y="284106"/>
                  <a:pt x="242694" y="283385"/>
                  <a:pt x="232353" y="275755"/>
                </a:cubicBezTo>
                <a:cubicBezTo>
                  <a:pt x="223375" y="269132"/>
                  <a:pt x="216800" y="270410"/>
                  <a:pt x="216800" y="278780"/>
                </a:cubicBezTo>
                <a:cubicBezTo>
                  <a:pt x="216800" y="282868"/>
                  <a:pt x="211006" y="281857"/>
                  <a:pt x="197688" y="275445"/>
                </a:cubicBezTo>
                <a:cubicBezTo>
                  <a:pt x="193566" y="273460"/>
                  <a:pt x="188628" y="271836"/>
                  <a:pt x="186717" y="271836"/>
                </a:cubicBezTo>
                <a:cubicBezTo>
                  <a:pt x="184805" y="271836"/>
                  <a:pt x="183241" y="270094"/>
                  <a:pt x="183241" y="267964"/>
                </a:cubicBezTo>
                <a:cubicBezTo>
                  <a:pt x="183241" y="265105"/>
                  <a:pt x="180251" y="264092"/>
                  <a:pt x="171812" y="264092"/>
                </a:cubicBezTo>
                <a:cubicBezTo>
                  <a:pt x="162696" y="264092"/>
                  <a:pt x="159356" y="265398"/>
                  <a:pt x="155307" y="270545"/>
                </a:cubicBezTo>
                <a:cubicBezTo>
                  <a:pt x="148138" y="279659"/>
                  <a:pt x="141633" y="278604"/>
                  <a:pt x="128918" y="266264"/>
                </a:cubicBezTo>
                <a:cubicBezTo>
                  <a:pt x="119547" y="257171"/>
                  <a:pt x="116097" y="255470"/>
                  <a:pt x="106345" y="255141"/>
                </a:cubicBezTo>
                <a:cubicBezTo>
                  <a:pt x="98734" y="254884"/>
                  <a:pt x="93722" y="253233"/>
                  <a:pt x="91555" y="250269"/>
                </a:cubicBezTo>
                <a:cubicBezTo>
                  <a:pt x="89207" y="247058"/>
                  <a:pt x="86367" y="246265"/>
                  <a:pt x="81548" y="247474"/>
                </a:cubicBezTo>
                <a:cubicBezTo>
                  <a:pt x="74001" y="249368"/>
                  <a:pt x="73102" y="247043"/>
                  <a:pt x="78435" y="239429"/>
                </a:cubicBezTo>
                <a:cubicBezTo>
                  <a:pt x="83856" y="231688"/>
                  <a:pt x="86528" y="205621"/>
                  <a:pt x="82408" y="200657"/>
                </a:cubicBezTo>
                <a:cubicBezTo>
                  <a:pt x="79647" y="197331"/>
                  <a:pt x="79847" y="195321"/>
                  <a:pt x="83563" y="189030"/>
                </a:cubicBezTo>
                <a:cubicBezTo>
                  <a:pt x="88650" y="180419"/>
                  <a:pt x="87374" y="172952"/>
                  <a:pt x="79311" y="164140"/>
                </a:cubicBezTo>
                <a:cubicBezTo>
                  <a:pt x="73608" y="157907"/>
                  <a:pt x="69658" y="158530"/>
                  <a:pt x="69658" y="165664"/>
                </a:cubicBezTo>
                <a:cubicBezTo>
                  <a:pt x="69658" y="171138"/>
                  <a:pt x="55140" y="182563"/>
                  <a:pt x="52863" y="178880"/>
                </a:cubicBezTo>
                <a:cubicBezTo>
                  <a:pt x="50323" y="174770"/>
                  <a:pt x="46434" y="175933"/>
                  <a:pt x="46310" y="180840"/>
                </a:cubicBezTo>
                <a:cubicBezTo>
                  <a:pt x="46241" y="183582"/>
                  <a:pt x="44262" y="181697"/>
                  <a:pt x="41273" y="176042"/>
                </a:cubicBezTo>
                <a:cubicBezTo>
                  <a:pt x="38533" y="170858"/>
                  <a:pt x="32973" y="165329"/>
                  <a:pt x="28735" y="163573"/>
                </a:cubicBezTo>
                <a:cubicBezTo>
                  <a:pt x="15748" y="158193"/>
                  <a:pt x="9667" y="149510"/>
                  <a:pt x="8346" y="134458"/>
                </a:cubicBezTo>
                <a:cubicBezTo>
                  <a:pt x="7635" y="126353"/>
                  <a:pt x="5506" y="119523"/>
                  <a:pt x="3097" y="117621"/>
                </a:cubicBezTo>
                <a:cubicBezTo>
                  <a:pt x="868" y="115861"/>
                  <a:pt x="-459" y="114058"/>
                  <a:pt x="147" y="113613"/>
                </a:cubicBezTo>
                <a:cubicBezTo>
                  <a:pt x="7952" y="107892"/>
                  <a:pt x="16388" y="104034"/>
                  <a:pt x="21165" y="104003"/>
                </a:cubicBezTo>
                <a:cubicBezTo>
                  <a:pt x="38718" y="103886"/>
                  <a:pt x="49596" y="97348"/>
                  <a:pt x="72335" y="73250"/>
                </a:cubicBezTo>
                <a:cubicBezTo>
                  <a:pt x="94445" y="49819"/>
                  <a:pt x="94883" y="49106"/>
                  <a:pt x="93508" y="38847"/>
                </a:cubicBezTo>
                <a:cubicBezTo>
                  <a:pt x="92208" y="29159"/>
                  <a:pt x="92513" y="28479"/>
                  <a:pt x="97565" y="29800"/>
                </a:cubicBezTo>
                <a:cubicBezTo>
                  <a:pt x="103852" y="31444"/>
                  <a:pt x="107223" y="28231"/>
                  <a:pt x="109742" y="18194"/>
                </a:cubicBezTo>
                <a:cubicBezTo>
                  <a:pt x="110720" y="14298"/>
                  <a:pt x="112556" y="11110"/>
                  <a:pt x="113822" y="11110"/>
                </a:cubicBezTo>
                <a:cubicBezTo>
                  <a:pt x="115088" y="11110"/>
                  <a:pt x="118623" y="8610"/>
                  <a:pt x="121678" y="5555"/>
                </a:cubicBezTo>
                <a:lnTo>
                  <a:pt x="127233" y="0"/>
                </a:lnTo>
                <a:lnTo>
                  <a:pt x="134516" y="8782"/>
                </a:lnTo>
                <a:cubicBezTo>
                  <a:pt x="140793" y="16350"/>
                  <a:pt x="141809" y="19826"/>
                  <a:pt x="141869" y="33944"/>
                </a:cubicBezTo>
                <a:cubicBezTo>
                  <a:pt x="141922" y="46507"/>
                  <a:pt x="143236" y="52147"/>
                  <a:pt x="147505" y="58144"/>
                </a:cubicBezTo>
                <a:cubicBezTo>
                  <a:pt x="152339" y="64931"/>
                  <a:pt x="153038" y="69240"/>
                  <a:pt x="152804" y="90810"/>
                </a:cubicBezTo>
                <a:cubicBezTo>
                  <a:pt x="152465" y="122159"/>
                  <a:pt x="153210" y="124694"/>
                  <a:pt x="162764" y="124694"/>
                </a:cubicBezTo>
                <a:cubicBezTo>
                  <a:pt x="166927" y="124694"/>
                  <a:pt x="170334" y="123406"/>
                  <a:pt x="170334" y="121832"/>
                </a:cubicBezTo>
                <a:cubicBezTo>
                  <a:pt x="170334" y="118431"/>
                  <a:pt x="184072" y="121216"/>
                  <a:pt x="185393" y="124884"/>
                </a:cubicBezTo>
                <a:cubicBezTo>
                  <a:pt x="185866" y="126199"/>
                  <a:pt x="188061" y="127275"/>
                  <a:pt x="190271" y="127275"/>
                </a:cubicBezTo>
                <a:cubicBezTo>
                  <a:pt x="194758" y="127275"/>
                  <a:pt x="201103" y="134482"/>
                  <a:pt x="201229" y="139721"/>
                </a:cubicBezTo>
                <a:cubicBezTo>
                  <a:pt x="201275" y="141597"/>
                  <a:pt x="199569" y="144875"/>
                  <a:pt x="197439" y="147005"/>
                </a:cubicBezTo>
                <a:cubicBezTo>
                  <a:pt x="192728" y="151716"/>
                  <a:pt x="192413" y="159339"/>
                  <a:pt x="196794" y="162615"/>
                </a:cubicBezTo>
                <a:cubicBezTo>
                  <a:pt x="198569" y="163942"/>
                  <a:pt x="209104" y="167799"/>
                  <a:pt x="220205" y="171185"/>
                </a:cubicBezTo>
                <a:cubicBezTo>
                  <a:pt x="236917" y="176284"/>
                  <a:pt x="240766" y="176733"/>
                  <a:pt x="242581" y="173796"/>
                </a:cubicBezTo>
                <a:cubicBezTo>
                  <a:pt x="245948" y="168348"/>
                  <a:pt x="255565" y="175863"/>
                  <a:pt x="259092" y="186698"/>
                </a:cubicBezTo>
                <a:cubicBezTo>
                  <a:pt x="261627" y="194485"/>
                  <a:pt x="263378" y="195815"/>
                  <a:pt x="273592" y="197707"/>
                </a:cubicBezTo>
                <a:cubicBezTo>
                  <a:pt x="279981" y="198890"/>
                  <a:pt x="293775" y="199289"/>
                  <a:pt x="304244" y="198591"/>
                </a:cubicBezTo>
                <a:cubicBezTo>
                  <a:pt x="321502" y="197442"/>
                  <a:pt x="324213" y="197942"/>
                  <a:pt x="333285" y="203946"/>
                </a:cubicBezTo>
                <a:cubicBezTo>
                  <a:pt x="344213" y="211177"/>
                  <a:pt x="345431" y="213671"/>
                  <a:pt x="339205" y="216060"/>
                </a:cubicBezTo>
                <a:cubicBezTo>
                  <a:pt x="336957" y="216923"/>
                  <a:pt x="335638" y="219080"/>
                  <a:pt x="336274" y="220854"/>
                </a:cubicBezTo>
                <a:cubicBezTo>
                  <a:pt x="337968" y="225576"/>
                  <a:pt x="333403" y="233114"/>
                  <a:pt x="328850" y="233114"/>
                </a:cubicBezTo>
                <a:cubicBezTo>
                  <a:pt x="326331" y="233114"/>
                  <a:pt x="325653" y="234275"/>
                  <a:pt x="326965" y="236341"/>
                </a:cubicBezTo>
                <a:cubicBezTo>
                  <a:pt x="328092" y="238116"/>
                  <a:pt x="329089" y="240149"/>
                  <a:pt x="329181" y="240859"/>
                </a:cubicBezTo>
                <a:cubicBezTo>
                  <a:pt x="329272" y="241569"/>
                  <a:pt x="330272" y="244866"/>
                  <a:pt x="331403" y="248187"/>
                </a:cubicBezTo>
                <a:cubicBezTo>
                  <a:pt x="332991" y="252852"/>
                  <a:pt x="332229" y="255087"/>
                  <a:pt x="328049" y="258014"/>
                </a:cubicBezTo>
                <a:cubicBezTo>
                  <a:pt x="321663" y="262487"/>
                  <a:pt x="321157" y="268570"/>
                  <a:pt x="326532" y="276244"/>
                </a:cubicBezTo>
                <a:cubicBezTo>
                  <a:pt x="330115" y="281360"/>
                  <a:pt x="330000" y="281936"/>
                  <a:pt x="325085" y="283496"/>
                </a:cubicBezTo>
                <a:cubicBezTo>
                  <a:pt x="320727" y="284879"/>
                  <a:pt x="320050" y="286571"/>
                  <a:pt x="321398" y="292711"/>
                </a:cubicBezTo>
                <a:cubicBezTo>
                  <a:pt x="323026" y="300123"/>
                  <a:pt x="322888" y="300231"/>
                  <a:pt x="311874" y="300150"/>
                </a:cubicBezTo>
                <a:cubicBezTo>
                  <a:pt x="305727" y="300105"/>
                  <a:pt x="298443" y="298362"/>
                  <a:pt x="295686" y="296278"/>
                </a:cubicBezTo>
                <a:close/>
              </a:path>
            </a:pathLst>
          </a:custGeom>
          <a:solidFill>
            <a:srgbClr val="B9B9B9"/>
          </a:solidFill>
          <a:ln w="5163" cap="flat">
            <a:noFill/>
            <a:prstDash val="solid"/>
            <a:miter/>
          </a:ln>
        </p:spPr>
        <p:txBody>
          <a:bodyPr/>
          <a:lstStyle/>
          <a:p>
            <a:endParaRPr lang="es-419" noProof="0" dirty="0"/>
          </a:p>
        </p:txBody>
      </p:sp>
      <p:sp>
        <p:nvSpPr>
          <p:cNvPr id="51" name="Forma libre: forma 50">
            <a:extLst>
              <a:ext uri="{FF2B5EF4-FFF2-40B4-BE49-F238E27FC236}">
                <a16:creationId xmlns:a16="http://schemas.microsoft.com/office/drawing/2014/main" id="{082ABB58-8CCC-FF66-3AF2-801D23E920B0}"/>
              </a:ext>
            </a:extLst>
          </p:cNvPr>
          <p:cNvSpPr/>
          <p:nvPr/>
        </p:nvSpPr>
        <p:spPr>
          <a:xfrm>
            <a:off x="1257795" y="2071057"/>
            <a:ext cx="87522" cy="67430"/>
          </a:xfrm>
          <a:custGeom>
            <a:avLst/>
            <a:gdLst>
              <a:gd name="csX0" fmla="*/ 3976 w 87522"/>
              <a:gd name="csY0" fmla="*/ 62589 h 67430"/>
              <a:gd name="csX1" fmla="*/ 1611 w 87522"/>
              <a:gd name="csY1" fmla="*/ 35473 h 67430"/>
              <a:gd name="csX2" fmla="*/ 13354 w 87522"/>
              <a:gd name="csY2" fmla="*/ 26110 h 67430"/>
              <a:gd name="csX3" fmla="*/ 24928 w 87522"/>
              <a:gd name="csY3" fmla="*/ 17185 h 67430"/>
              <a:gd name="csX4" fmla="*/ 28816 w 87522"/>
              <a:gd name="csY4" fmla="*/ 13430 h 67430"/>
              <a:gd name="csX5" fmla="*/ 55396 w 87522"/>
              <a:gd name="csY5" fmla="*/ 696 h 67430"/>
              <a:gd name="csX6" fmla="*/ 76595 w 87522"/>
              <a:gd name="csY6" fmla="*/ 27413 h 67430"/>
              <a:gd name="csX7" fmla="*/ 81474 w 87522"/>
              <a:gd name="csY7" fmla="*/ 35237 h 67430"/>
              <a:gd name="csX8" fmla="*/ 81963 w 87522"/>
              <a:gd name="csY8" fmla="*/ 49346 h 67430"/>
              <a:gd name="csX9" fmla="*/ 69036 w 87522"/>
              <a:gd name="csY9" fmla="*/ 59608 h 67430"/>
              <a:gd name="csX10" fmla="*/ 36947 w 87522"/>
              <a:gd name="csY10" fmla="*/ 62618 h 67430"/>
              <a:gd name="csX11" fmla="*/ 17042 w 87522"/>
              <a:gd name="csY11" fmla="*/ 62345 h 67430"/>
              <a:gd name="csX12" fmla="*/ 3976 w 87522"/>
              <a:gd name="csY12" fmla="*/ 62589 h 67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7522" h="67430">
                <a:moveTo>
                  <a:pt x="3976" y="62589"/>
                </a:moveTo>
                <a:cubicBezTo>
                  <a:pt x="-42" y="58150"/>
                  <a:pt x="-1347" y="43182"/>
                  <a:pt x="1611" y="35473"/>
                </a:cubicBezTo>
                <a:cubicBezTo>
                  <a:pt x="2496" y="33167"/>
                  <a:pt x="7780" y="28954"/>
                  <a:pt x="13354" y="26110"/>
                </a:cubicBezTo>
                <a:cubicBezTo>
                  <a:pt x="18927" y="23267"/>
                  <a:pt x="24135" y="19251"/>
                  <a:pt x="24928" y="17185"/>
                </a:cubicBezTo>
                <a:cubicBezTo>
                  <a:pt x="25721" y="15120"/>
                  <a:pt x="27470" y="13430"/>
                  <a:pt x="28816" y="13430"/>
                </a:cubicBezTo>
                <a:cubicBezTo>
                  <a:pt x="32726" y="13430"/>
                  <a:pt x="53752" y="3357"/>
                  <a:pt x="55396" y="696"/>
                </a:cubicBezTo>
                <a:cubicBezTo>
                  <a:pt x="58624" y="-4526"/>
                  <a:pt x="78997" y="21152"/>
                  <a:pt x="76595" y="27413"/>
                </a:cubicBezTo>
                <a:cubicBezTo>
                  <a:pt x="75767" y="29569"/>
                  <a:pt x="77801" y="32831"/>
                  <a:pt x="81474" y="35237"/>
                </a:cubicBezTo>
                <a:cubicBezTo>
                  <a:pt x="89349" y="40396"/>
                  <a:pt x="89558" y="46431"/>
                  <a:pt x="81963" y="49346"/>
                </a:cubicBezTo>
                <a:cubicBezTo>
                  <a:pt x="78769" y="50572"/>
                  <a:pt x="72952" y="55190"/>
                  <a:pt x="69036" y="59608"/>
                </a:cubicBezTo>
                <a:cubicBezTo>
                  <a:pt x="60658" y="69060"/>
                  <a:pt x="52768" y="69801"/>
                  <a:pt x="36947" y="62618"/>
                </a:cubicBezTo>
                <a:cubicBezTo>
                  <a:pt x="26493" y="57872"/>
                  <a:pt x="25833" y="57863"/>
                  <a:pt x="17042" y="62345"/>
                </a:cubicBezTo>
                <a:cubicBezTo>
                  <a:pt x="8489" y="66705"/>
                  <a:pt x="7714" y="66720"/>
                  <a:pt x="3976" y="62589"/>
                </a:cubicBezTo>
                <a:close/>
              </a:path>
            </a:pathLst>
          </a:custGeom>
          <a:solidFill>
            <a:srgbClr val="B9B9B9"/>
          </a:solidFill>
          <a:ln w="5163" cap="flat">
            <a:noFill/>
            <a:prstDash val="solid"/>
            <a:miter/>
          </a:ln>
        </p:spPr>
        <p:txBody>
          <a:bodyPr/>
          <a:lstStyle/>
          <a:p>
            <a:endParaRPr lang="es-419" noProof="0" dirty="0"/>
          </a:p>
        </p:txBody>
      </p:sp>
      <p:sp>
        <p:nvSpPr>
          <p:cNvPr id="52" name="Forma libre: forma 51">
            <a:extLst>
              <a:ext uri="{FF2B5EF4-FFF2-40B4-BE49-F238E27FC236}">
                <a16:creationId xmlns:a16="http://schemas.microsoft.com/office/drawing/2014/main" id="{30CF77C8-863B-7204-FA8E-DD9AAB27FFCB}"/>
              </a:ext>
            </a:extLst>
          </p:cNvPr>
          <p:cNvSpPr/>
          <p:nvPr/>
        </p:nvSpPr>
        <p:spPr>
          <a:xfrm>
            <a:off x="1498388" y="1582666"/>
            <a:ext cx="245235" cy="503912"/>
          </a:xfrm>
          <a:custGeom>
            <a:avLst/>
            <a:gdLst>
              <a:gd name="csX0" fmla="*/ 181623 w 245235"/>
              <a:gd name="csY0" fmla="*/ 494203 h 503912"/>
              <a:gd name="csX1" fmla="*/ 158452 w 245235"/>
              <a:gd name="csY1" fmla="*/ 485687 h 503912"/>
              <a:gd name="csX2" fmla="*/ 148342 w 245235"/>
              <a:gd name="csY2" fmla="*/ 487770 h 503912"/>
              <a:gd name="csX3" fmla="*/ 119521 w 245235"/>
              <a:gd name="csY3" fmla="*/ 489801 h 503912"/>
              <a:gd name="csX4" fmla="*/ 87472 w 245235"/>
              <a:gd name="csY4" fmla="*/ 489620 h 503912"/>
              <a:gd name="csX5" fmla="*/ 73190 w 245235"/>
              <a:gd name="csY5" fmla="*/ 478988 h 503912"/>
              <a:gd name="csX6" fmla="*/ 52773 w 245235"/>
              <a:gd name="csY6" fmla="*/ 460575 h 503912"/>
              <a:gd name="csX7" fmla="*/ 49575 w 245235"/>
              <a:gd name="csY7" fmla="*/ 464677 h 503912"/>
              <a:gd name="csX8" fmla="*/ 47915 w 245235"/>
              <a:gd name="csY8" fmla="*/ 467591 h 503912"/>
              <a:gd name="csX9" fmla="*/ 13036 w 245235"/>
              <a:gd name="csY9" fmla="*/ 456319 h 503912"/>
              <a:gd name="csX10" fmla="*/ 12217 w 245235"/>
              <a:gd name="csY10" fmla="*/ 442447 h 503912"/>
              <a:gd name="csX11" fmla="*/ 16234 w 245235"/>
              <a:gd name="csY11" fmla="*/ 437376 h 503912"/>
              <a:gd name="csX12" fmla="*/ 3077 w 245235"/>
              <a:gd name="csY12" fmla="*/ 417673 h 503912"/>
              <a:gd name="csX13" fmla="*/ 0 w 245235"/>
              <a:gd name="csY13" fmla="*/ 409784 h 503912"/>
              <a:gd name="csX14" fmla="*/ 6196 w 245235"/>
              <a:gd name="csY14" fmla="*/ 402269 h 503912"/>
              <a:gd name="csX15" fmla="*/ 12532 w 245235"/>
              <a:gd name="csY15" fmla="*/ 401839 h 503912"/>
              <a:gd name="csX16" fmla="*/ 13332 w 245235"/>
              <a:gd name="csY16" fmla="*/ 389178 h 503912"/>
              <a:gd name="csX17" fmla="*/ 18583 w 245235"/>
              <a:gd name="csY17" fmla="*/ 371495 h 503912"/>
              <a:gd name="csX18" fmla="*/ 33934 w 245235"/>
              <a:gd name="csY18" fmla="*/ 366100 h 503912"/>
              <a:gd name="csX19" fmla="*/ 49768 w 245235"/>
              <a:gd name="csY19" fmla="*/ 361841 h 503912"/>
              <a:gd name="csX20" fmla="*/ 46692 w 245235"/>
              <a:gd name="csY20" fmla="*/ 337409 h 503912"/>
              <a:gd name="csX21" fmla="*/ 42031 w 245235"/>
              <a:gd name="csY21" fmla="*/ 321770 h 503912"/>
              <a:gd name="csX22" fmla="*/ 39524 w 245235"/>
              <a:gd name="csY22" fmla="*/ 295336 h 503912"/>
              <a:gd name="csX23" fmla="*/ 41858 w 245235"/>
              <a:gd name="csY23" fmla="*/ 287644 h 503912"/>
              <a:gd name="csX24" fmla="*/ 57042 w 245235"/>
              <a:gd name="csY24" fmla="*/ 277265 h 503912"/>
              <a:gd name="csX25" fmla="*/ 69737 w 245235"/>
              <a:gd name="csY25" fmla="*/ 269502 h 503912"/>
              <a:gd name="csX26" fmla="*/ 79509 w 245235"/>
              <a:gd name="csY26" fmla="*/ 253317 h 503912"/>
              <a:gd name="csX27" fmla="*/ 95370 w 245235"/>
              <a:gd name="csY27" fmla="*/ 241529 h 503912"/>
              <a:gd name="csX28" fmla="*/ 141543 w 245235"/>
              <a:gd name="csY28" fmla="*/ 207386 h 503912"/>
              <a:gd name="csX29" fmla="*/ 135987 w 245235"/>
              <a:gd name="csY29" fmla="*/ 199791 h 503912"/>
              <a:gd name="csX30" fmla="*/ 127900 w 245235"/>
              <a:gd name="csY30" fmla="*/ 166538 h 503912"/>
              <a:gd name="csX31" fmla="*/ 127266 w 245235"/>
              <a:gd name="csY31" fmla="*/ 150064 h 503912"/>
              <a:gd name="csX32" fmla="*/ 118230 w 245235"/>
              <a:gd name="csY32" fmla="*/ 149351 h 503912"/>
              <a:gd name="csX33" fmla="*/ 106311 w 245235"/>
              <a:gd name="csY33" fmla="*/ 151014 h 503912"/>
              <a:gd name="csX34" fmla="*/ 100187 w 245235"/>
              <a:gd name="csY34" fmla="*/ 149485 h 503912"/>
              <a:gd name="csX35" fmla="*/ 89795 w 245235"/>
              <a:gd name="csY35" fmla="*/ 145581 h 503912"/>
              <a:gd name="csX36" fmla="*/ 79509 w 245235"/>
              <a:gd name="csY36" fmla="*/ 132462 h 503912"/>
              <a:gd name="csX37" fmla="*/ 74746 w 245235"/>
              <a:gd name="csY37" fmla="*/ 127510 h 503912"/>
              <a:gd name="csX38" fmla="*/ 61439 w 245235"/>
              <a:gd name="csY38" fmla="*/ 106041 h 503912"/>
              <a:gd name="csX39" fmla="*/ 51376 w 245235"/>
              <a:gd name="csY39" fmla="*/ 92403 h 503912"/>
              <a:gd name="csX40" fmla="*/ 43631 w 245235"/>
              <a:gd name="csY40" fmla="*/ 82710 h 503912"/>
              <a:gd name="csX41" fmla="*/ 40756 w 245235"/>
              <a:gd name="csY41" fmla="*/ 70719 h 503912"/>
              <a:gd name="csX42" fmla="*/ 37174 w 245235"/>
              <a:gd name="csY42" fmla="*/ 60642 h 503912"/>
              <a:gd name="csX43" fmla="*/ 23391 w 245235"/>
              <a:gd name="csY43" fmla="*/ 17685 h 503912"/>
              <a:gd name="csX44" fmla="*/ 16983 w 245235"/>
              <a:gd name="csY44" fmla="*/ 12409 h 503912"/>
              <a:gd name="csX45" fmla="*/ 27512 w 245235"/>
              <a:gd name="csY45" fmla="*/ 5441 h 503912"/>
              <a:gd name="csX46" fmla="*/ 44577 w 245235"/>
              <a:gd name="csY46" fmla="*/ 1452 h 503912"/>
              <a:gd name="csX47" fmla="*/ 51418 w 245235"/>
              <a:gd name="csY47" fmla="*/ 21016 h 503912"/>
              <a:gd name="csX48" fmla="*/ 53995 w 245235"/>
              <a:gd name="csY48" fmla="*/ 32559 h 503912"/>
              <a:gd name="csX49" fmla="*/ 56749 w 245235"/>
              <a:gd name="csY49" fmla="*/ 46824 h 503912"/>
              <a:gd name="csX50" fmla="*/ 61515 w 245235"/>
              <a:gd name="csY50" fmla="*/ 64401 h 503912"/>
              <a:gd name="csX51" fmla="*/ 66783 w 245235"/>
              <a:gd name="csY51" fmla="*/ 80478 h 503912"/>
              <a:gd name="csX52" fmla="*/ 69183 w 245235"/>
              <a:gd name="csY52" fmla="*/ 82335 h 503912"/>
              <a:gd name="csX53" fmla="*/ 72797 w 245235"/>
              <a:gd name="csY53" fmla="*/ 89434 h 503912"/>
              <a:gd name="csX54" fmla="*/ 77368 w 245235"/>
              <a:gd name="csY54" fmla="*/ 95891 h 503912"/>
              <a:gd name="csX55" fmla="*/ 83382 w 245235"/>
              <a:gd name="csY55" fmla="*/ 106862 h 503912"/>
              <a:gd name="csX56" fmla="*/ 91209 w 245235"/>
              <a:gd name="csY56" fmla="*/ 114603 h 503912"/>
              <a:gd name="csX57" fmla="*/ 115649 w 245235"/>
              <a:gd name="csY57" fmla="*/ 125394 h 503912"/>
              <a:gd name="csX58" fmla="*/ 132428 w 245235"/>
              <a:gd name="csY58" fmla="*/ 131624 h 503912"/>
              <a:gd name="csX59" fmla="*/ 150553 w 245235"/>
              <a:gd name="csY59" fmla="*/ 139348 h 503912"/>
              <a:gd name="csX60" fmla="*/ 176368 w 245235"/>
              <a:gd name="csY60" fmla="*/ 146927 h 503912"/>
              <a:gd name="csX61" fmla="*/ 211382 w 245235"/>
              <a:gd name="csY61" fmla="*/ 156343 h 503912"/>
              <a:gd name="csX62" fmla="*/ 230401 w 245235"/>
              <a:gd name="csY62" fmla="*/ 161456 h 503912"/>
              <a:gd name="csX63" fmla="*/ 244475 w 245235"/>
              <a:gd name="csY63" fmla="*/ 154799 h 503912"/>
              <a:gd name="csX64" fmla="*/ 229656 w 245235"/>
              <a:gd name="csY64" fmla="*/ 212698 h 503912"/>
              <a:gd name="csX65" fmla="*/ 216833 w 245235"/>
              <a:gd name="csY65" fmla="*/ 242385 h 503912"/>
              <a:gd name="csX66" fmla="*/ 205960 w 245235"/>
              <a:gd name="csY66" fmla="*/ 288674 h 503912"/>
              <a:gd name="csX67" fmla="*/ 203418 w 245235"/>
              <a:gd name="csY67" fmla="*/ 300468 h 503912"/>
              <a:gd name="csX68" fmla="*/ 200956 w 245235"/>
              <a:gd name="csY68" fmla="*/ 300468 h 503912"/>
              <a:gd name="csX69" fmla="*/ 214917 w 245235"/>
              <a:gd name="csY69" fmla="*/ 237240 h 503912"/>
              <a:gd name="csX70" fmla="*/ 224070 w 245235"/>
              <a:gd name="csY70" fmla="*/ 211401 h 503912"/>
              <a:gd name="csX71" fmla="*/ 218637 w 245235"/>
              <a:gd name="csY71" fmla="*/ 205384 h 503912"/>
              <a:gd name="csX72" fmla="*/ 214956 w 245235"/>
              <a:gd name="csY72" fmla="*/ 204826 h 503912"/>
              <a:gd name="csX73" fmla="*/ 214905 w 245235"/>
              <a:gd name="csY73" fmla="*/ 215873 h 503912"/>
              <a:gd name="csX74" fmla="*/ 213101 w 245235"/>
              <a:gd name="csY74" fmla="*/ 224084 h 503912"/>
              <a:gd name="csX75" fmla="*/ 208491 w 245235"/>
              <a:gd name="csY75" fmla="*/ 218391 h 503912"/>
              <a:gd name="csX76" fmla="*/ 197466 w 245235"/>
              <a:gd name="csY76" fmla="*/ 218019 h 503912"/>
              <a:gd name="csX77" fmla="*/ 199747 w 245235"/>
              <a:gd name="csY77" fmla="*/ 224749 h 503912"/>
              <a:gd name="csX78" fmla="*/ 203418 w 245235"/>
              <a:gd name="csY78" fmla="*/ 228616 h 503912"/>
              <a:gd name="csX79" fmla="*/ 201015 w 245235"/>
              <a:gd name="csY79" fmla="*/ 229588 h 503912"/>
              <a:gd name="csX80" fmla="*/ 196991 w 245235"/>
              <a:gd name="csY80" fmla="*/ 230726 h 503912"/>
              <a:gd name="csX81" fmla="*/ 198308 w 245235"/>
              <a:gd name="csY81" fmla="*/ 233350 h 503912"/>
              <a:gd name="csX82" fmla="*/ 199523 w 245235"/>
              <a:gd name="csY82" fmla="*/ 241200 h 503912"/>
              <a:gd name="csX83" fmla="*/ 200899 w 245235"/>
              <a:gd name="csY83" fmla="*/ 252786 h 503912"/>
              <a:gd name="csX84" fmla="*/ 200228 w 245235"/>
              <a:gd name="csY84" fmla="*/ 257969 h 503912"/>
              <a:gd name="csX85" fmla="*/ 197509 w 245235"/>
              <a:gd name="csY85" fmla="*/ 272843 h 503912"/>
              <a:gd name="csX86" fmla="*/ 194340 w 245235"/>
              <a:gd name="csY86" fmla="*/ 281107 h 503912"/>
              <a:gd name="csX87" fmla="*/ 191370 w 245235"/>
              <a:gd name="csY87" fmla="*/ 292273 h 503912"/>
              <a:gd name="csX88" fmla="*/ 195674 w 245235"/>
              <a:gd name="csY88" fmla="*/ 307167 h 503912"/>
              <a:gd name="csX89" fmla="*/ 199681 w 245235"/>
              <a:gd name="csY89" fmla="*/ 306687 h 503912"/>
              <a:gd name="csX90" fmla="*/ 200986 w 245235"/>
              <a:gd name="csY90" fmla="*/ 320424 h 503912"/>
              <a:gd name="csX91" fmla="*/ 197882 w 245235"/>
              <a:gd name="csY91" fmla="*/ 340480 h 503912"/>
              <a:gd name="csX92" fmla="*/ 197480 w 245235"/>
              <a:gd name="csY92" fmla="*/ 350806 h 503912"/>
              <a:gd name="csX93" fmla="*/ 195674 w 245235"/>
              <a:gd name="csY93" fmla="*/ 339189 h 503912"/>
              <a:gd name="csX94" fmla="*/ 193480 w 245235"/>
              <a:gd name="csY94" fmla="*/ 360201 h 503912"/>
              <a:gd name="csX95" fmla="*/ 197184 w 245235"/>
              <a:gd name="csY95" fmla="*/ 414396 h 503912"/>
              <a:gd name="csX96" fmla="*/ 198086 w 245235"/>
              <a:gd name="csY96" fmla="*/ 450991 h 503912"/>
              <a:gd name="csX97" fmla="*/ 192986 w 245235"/>
              <a:gd name="csY97" fmla="*/ 462927 h 503912"/>
              <a:gd name="csX98" fmla="*/ 186260 w 245235"/>
              <a:gd name="csY98" fmla="*/ 476652 h 503912"/>
              <a:gd name="csX99" fmla="*/ 187756 w 245235"/>
              <a:gd name="csY99" fmla="*/ 481169 h 503912"/>
              <a:gd name="csX100" fmla="*/ 190891 w 245235"/>
              <a:gd name="csY100" fmla="*/ 476652 h 503912"/>
              <a:gd name="csX101" fmla="*/ 193026 w 245235"/>
              <a:gd name="csY101" fmla="*/ 487623 h 503912"/>
              <a:gd name="csX102" fmla="*/ 194241 w 245235"/>
              <a:gd name="csY102" fmla="*/ 503884 h 503912"/>
              <a:gd name="csX103" fmla="*/ 181623 w 245235"/>
              <a:gd name="csY103" fmla="*/ 494203 h 5039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Lst>
            <a:rect l="l" t="t" r="r" b="b"/>
            <a:pathLst>
              <a:path w="245235" h="503912">
                <a:moveTo>
                  <a:pt x="181623" y="494203"/>
                </a:moveTo>
                <a:cubicBezTo>
                  <a:pt x="170080" y="484213"/>
                  <a:pt x="162664" y="481487"/>
                  <a:pt x="158452" y="485687"/>
                </a:cubicBezTo>
                <a:cubicBezTo>
                  <a:pt x="157384" y="486752"/>
                  <a:pt x="152834" y="487689"/>
                  <a:pt x="148342" y="487770"/>
                </a:cubicBezTo>
                <a:cubicBezTo>
                  <a:pt x="143849" y="487851"/>
                  <a:pt x="130880" y="488765"/>
                  <a:pt x="119521" y="489801"/>
                </a:cubicBezTo>
                <a:cubicBezTo>
                  <a:pt x="108163" y="490837"/>
                  <a:pt x="93741" y="490755"/>
                  <a:pt x="87472" y="489620"/>
                </a:cubicBezTo>
                <a:cubicBezTo>
                  <a:pt x="77605" y="487832"/>
                  <a:pt x="75687" y="486404"/>
                  <a:pt x="73190" y="478988"/>
                </a:cubicBezTo>
                <a:cubicBezTo>
                  <a:pt x="70001" y="469517"/>
                  <a:pt x="60184" y="460664"/>
                  <a:pt x="52773" y="460575"/>
                </a:cubicBezTo>
                <a:cubicBezTo>
                  <a:pt x="49415" y="460535"/>
                  <a:pt x="48457" y="461764"/>
                  <a:pt x="49575" y="464677"/>
                </a:cubicBezTo>
                <a:cubicBezTo>
                  <a:pt x="50616" y="467390"/>
                  <a:pt x="50039" y="468403"/>
                  <a:pt x="47915" y="467591"/>
                </a:cubicBezTo>
                <a:cubicBezTo>
                  <a:pt x="43178" y="465778"/>
                  <a:pt x="16822" y="457260"/>
                  <a:pt x="13036" y="456319"/>
                </a:cubicBezTo>
                <a:cubicBezTo>
                  <a:pt x="9334" y="455399"/>
                  <a:pt x="8569" y="442447"/>
                  <a:pt x="12217" y="442447"/>
                </a:cubicBezTo>
                <a:cubicBezTo>
                  <a:pt x="13541" y="442447"/>
                  <a:pt x="15349" y="440165"/>
                  <a:pt x="16234" y="437376"/>
                </a:cubicBezTo>
                <a:cubicBezTo>
                  <a:pt x="18137" y="431382"/>
                  <a:pt x="7778" y="415870"/>
                  <a:pt x="3077" y="417673"/>
                </a:cubicBezTo>
                <a:cubicBezTo>
                  <a:pt x="1055" y="418449"/>
                  <a:pt x="0" y="415744"/>
                  <a:pt x="0" y="409784"/>
                </a:cubicBezTo>
                <a:cubicBezTo>
                  <a:pt x="0" y="401499"/>
                  <a:pt x="536" y="400849"/>
                  <a:pt x="6196" y="402269"/>
                </a:cubicBezTo>
                <a:cubicBezTo>
                  <a:pt x="9603" y="403124"/>
                  <a:pt x="12454" y="402931"/>
                  <a:pt x="12532" y="401839"/>
                </a:cubicBezTo>
                <a:cubicBezTo>
                  <a:pt x="12609" y="400747"/>
                  <a:pt x="12969" y="395050"/>
                  <a:pt x="13332" y="389178"/>
                </a:cubicBezTo>
                <a:cubicBezTo>
                  <a:pt x="13694" y="383307"/>
                  <a:pt x="16057" y="375349"/>
                  <a:pt x="18583" y="371495"/>
                </a:cubicBezTo>
                <a:cubicBezTo>
                  <a:pt x="22726" y="365172"/>
                  <a:pt x="24227" y="364644"/>
                  <a:pt x="33934" y="366100"/>
                </a:cubicBezTo>
                <a:cubicBezTo>
                  <a:pt x="43066" y="367469"/>
                  <a:pt x="45460" y="366825"/>
                  <a:pt x="49768" y="361841"/>
                </a:cubicBezTo>
                <a:cubicBezTo>
                  <a:pt x="55970" y="354665"/>
                  <a:pt x="55203" y="348567"/>
                  <a:pt x="46692" y="337409"/>
                </a:cubicBezTo>
                <a:cubicBezTo>
                  <a:pt x="41680" y="330837"/>
                  <a:pt x="40608" y="327241"/>
                  <a:pt x="42031" y="321770"/>
                </a:cubicBezTo>
                <a:cubicBezTo>
                  <a:pt x="45168" y="309711"/>
                  <a:pt x="44306" y="300620"/>
                  <a:pt x="39524" y="295336"/>
                </a:cubicBezTo>
                <a:cubicBezTo>
                  <a:pt x="35095" y="290442"/>
                  <a:pt x="35173" y="290185"/>
                  <a:pt x="41858" y="287644"/>
                </a:cubicBezTo>
                <a:cubicBezTo>
                  <a:pt x="45661" y="286198"/>
                  <a:pt x="52494" y="281527"/>
                  <a:pt x="57042" y="277265"/>
                </a:cubicBezTo>
                <a:cubicBezTo>
                  <a:pt x="61590" y="273002"/>
                  <a:pt x="67303" y="269509"/>
                  <a:pt x="69737" y="269502"/>
                </a:cubicBezTo>
                <a:cubicBezTo>
                  <a:pt x="74976" y="269488"/>
                  <a:pt x="79509" y="261980"/>
                  <a:pt x="79509" y="253317"/>
                </a:cubicBezTo>
                <a:cubicBezTo>
                  <a:pt x="79509" y="246749"/>
                  <a:pt x="88587" y="240002"/>
                  <a:pt x="95370" y="241529"/>
                </a:cubicBezTo>
                <a:cubicBezTo>
                  <a:pt x="99614" y="242485"/>
                  <a:pt x="137917" y="214161"/>
                  <a:pt x="141543" y="207386"/>
                </a:cubicBezTo>
                <a:cubicBezTo>
                  <a:pt x="144262" y="202307"/>
                  <a:pt x="142422" y="199791"/>
                  <a:pt x="135987" y="199791"/>
                </a:cubicBezTo>
                <a:cubicBezTo>
                  <a:pt x="130714" y="199791"/>
                  <a:pt x="128893" y="192306"/>
                  <a:pt x="127900" y="166538"/>
                </a:cubicBezTo>
                <a:lnTo>
                  <a:pt x="127266" y="150064"/>
                </a:lnTo>
                <a:lnTo>
                  <a:pt x="118230" y="149351"/>
                </a:lnTo>
                <a:cubicBezTo>
                  <a:pt x="113261" y="148959"/>
                  <a:pt x="107898" y="149707"/>
                  <a:pt x="106311" y="151014"/>
                </a:cubicBezTo>
                <a:cubicBezTo>
                  <a:pt x="104470" y="152530"/>
                  <a:pt x="102255" y="151977"/>
                  <a:pt x="100187" y="149485"/>
                </a:cubicBezTo>
                <a:cubicBezTo>
                  <a:pt x="98405" y="147337"/>
                  <a:pt x="93728" y="145581"/>
                  <a:pt x="89795" y="145581"/>
                </a:cubicBezTo>
                <a:cubicBezTo>
                  <a:pt x="82532" y="145581"/>
                  <a:pt x="79509" y="141725"/>
                  <a:pt x="79509" y="132462"/>
                </a:cubicBezTo>
                <a:cubicBezTo>
                  <a:pt x="79509" y="129370"/>
                  <a:pt x="77720" y="127510"/>
                  <a:pt x="74746" y="127510"/>
                </a:cubicBezTo>
                <a:cubicBezTo>
                  <a:pt x="66661" y="127510"/>
                  <a:pt x="61439" y="119085"/>
                  <a:pt x="61439" y="106041"/>
                </a:cubicBezTo>
                <a:cubicBezTo>
                  <a:pt x="61439" y="94056"/>
                  <a:pt x="61402" y="94007"/>
                  <a:pt x="51376" y="92403"/>
                </a:cubicBezTo>
                <a:cubicBezTo>
                  <a:pt x="41507" y="90825"/>
                  <a:pt x="41357" y="90638"/>
                  <a:pt x="43631" y="82710"/>
                </a:cubicBezTo>
                <a:cubicBezTo>
                  <a:pt x="46841" y="71517"/>
                  <a:pt x="46650" y="70719"/>
                  <a:pt x="40756" y="70719"/>
                </a:cubicBezTo>
                <a:cubicBezTo>
                  <a:pt x="36165" y="70719"/>
                  <a:pt x="35750" y="69551"/>
                  <a:pt x="37174" y="60642"/>
                </a:cubicBezTo>
                <a:cubicBezTo>
                  <a:pt x="39267" y="47555"/>
                  <a:pt x="31942" y="24727"/>
                  <a:pt x="23391" y="17685"/>
                </a:cubicBezTo>
                <a:lnTo>
                  <a:pt x="16983" y="12409"/>
                </a:lnTo>
                <a:lnTo>
                  <a:pt x="27512" y="5441"/>
                </a:lnTo>
                <a:cubicBezTo>
                  <a:pt x="36589" y="-566"/>
                  <a:pt x="38942" y="-1116"/>
                  <a:pt x="44577" y="1452"/>
                </a:cubicBezTo>
                <a:cubicBezTo>
                  <a:pt x="50920" y="4342"/>
                  <a:pt x="52469" y="8771"/>
                  <a:pt x="51418" y="21016"/>
                </a:cubicBezTo>
                <a:cubicBezTo>
                  <a:pt x="51144" y="24205"/>
                  <a:pt x="52304" y="29399"/>
                  <a:pt x="53995" y="32559"/>
                </a:cubicBezTo>
                <a:cubicBezTo>
                  <a:pt x="55686" y="35718"/>
                  <a:pt x="56925" y="42138"/>
                  <a:pt x="56749" y="46824"/>
                </a:cubicBezTo>
                <a:cubicBezTo>
                  <a:pt x="56573" y="51511"/>
                  <a:pt x="58717" y="59420"/>
                  <a:pt x="61515" y="64401"/>
                </a:cubicBezTo>
                <a:cubicBezTo>
                  <a:pt x="64313" y="69382"/>
                  <a:pt x="66683" y="76616"/>
                  <a:pt x="66783" y="80478"/>
                </a:cubicBezTo>
                <a:cubicBezTo>
                  <a:pt x="66944" y="86723"/>
                  <a:pt x="67209" y="86928"/>
                  <a:pt x="69183" y="82335"/>
                </a:cubicBezTo>
                <a:cubicBezTo>
                  <a:pt x="71476" y="76999"/>
                  <a:pt x="71863" y="77758"/>
                  <a:pt x="72797" y="89434"/>
                </a:cubicBezTo>
                <a:cubicBezTo>
                  <a:pt x="72939" y="91209"/>
                  <a:pt x="74996" y="94114"/>
                  <a:pt x="77368" y="95891"/>
                </a:cubicBezTo>
                <a:cubicBezTo>
                  <a:pt x="79740" y="97667"/>
                  <a:pt x="82447" y="102604"/>
                  <a:pt x="83382" y="106862"/>
                </a:cubicBezTo>
                <a:cubicBezTo>
                  <a:pt x="84688" y="112811"/>
                  <a:pt x="86501" y="114603"/>
                  <a:pt x="91209" y="114603"/>
                </a:cubicBezTo>
                <a:cubicBezTo>
                  <a:pt x="99379" y="114603"/>
                  <a:pt x="110872" y="119677"/>
                  <a:pt x="115649" y="125394"/>
                </a:cubicBezTo>
                <a:cubicBezTo>
                  <a:pt x="117952" y="128149"/>
                  <a:pt x="124752" y="130674"/>
                  <a:pt x="132428" y="131624"/>
                </a:cubicBezTo>
                <a:cubicBezTo>
                  <a:pt x="141521" y="132750"/>
                  <a:pt x="146878" y="135032"/>
                  <a:pt x="150553" y="139348"/>
                </a:cubicBezTo>
                <a:cubicBezTo>
                  <a:pt x="154982" y="144548"/>
                  <a:pt x="158885" y="145694"/>
                  <a:pt x="176368" y="146927"/>
                </a:cubicBezTo>
                <a:cubicBezTo>
                  <a:pt x="205380" y="148973"/>
                  <a:pt x="204499" y="148736"/>
                  <a:pt x="211382" y="156343"/>
                </a:cubicBezTo>
                <a:cubicBezTo>
                  <a:pt x="219859" y="165712"/>
                  <a:pt x="228327" y="167989"/>
                  <a:pt x="230401" y="161456"/>
                </a:cubicBezTo>
                <a:cubicBezTo>
                  <a:pt x="231901" y="156729"/>
                  <a:pt x="241748" y="152072"/>
                  <a:pt x="244475" y="154799"/>
                </a:cubicBezTo>
                <a:cubicBezTo>
                  <a:pt x="248005" y="158329"/>
                  <a:pt x="238595" y="195092"/>
                  <a:pt x="229656" y="212698"/>
                </a:cubicBezTo>
                <a:cubicBezTo>
                  <a:pt x="224250" y="223347"/>
                  <a:pt x="218479" y="236706"/>
                  <a:pt x="216833" y="242385"/>
                </a:cubicBezTo>
                <a:cubicBezTo>
                  <a:pt x="208092" y="272545"/>
                  <a:pt x="205996" y="281464"/>
                  <a:pt x="205960" y="288674"/>
                </a:cubicBezTo>
                <a:cubicBezTo>
                  <a:pt x="205939" y="293031"/>
                  <a:pt x="204795" y="298338"/>
                  <a:pt x="203418" y="300468"/>
                </a:cubicBezTo>
                <a:cubicBezTo>
                  <a:pt x="201194" y="303910"/>
                  <a:pt x="200920" y="303910"/>
                  <a:pt x="200956" y="300468"/>
                </a:cubicBezTo>
                <a:cubicBezTo>
                  <a:pt x="201123" y="284393"/>
                  <a:pt x="207229" y="256741"/>
                  <a:pt x="214917" y="237240"/>
                </a:cubicBezTo>
                <a:cubicBezTo>
                  <a:pt x="219951" y="224471"/>
                  <a:pt x="224070" y="212844"/>
                  <a:pt x="224070" y="211401"/>
                </a:cubicBezTo>
                <a:cubicBezTo>
                  <a:pt x="224070" y="209958"/>
                  <a:pt x="221625" y="207250"/>
                  <a:pt x="218637" y="205384"/>
                </a:cubicBezTo>
                <a:cubicBezTo>
                  <a:pt x="215583" y="203477"/>
                  <a:pt x="213971" y="203233"/>
                  <a:pt x="214956" y="204826"/>
                </a:cubicBezTo>
                <a:cubicBezTo>
                  <a:pt x="215920" y="206386"/>
                  <a:pt x="215897" y="211356"/>
                  <a:pt x="214905" y="215873"/>
                </a:cubicBezTo>
                <a:lnTo>
                  <a:pt x="213101" y="224084"/>
                </a:lnTo>
                <a:lnTo>
                  <a:pt x="208491" y="218391"/>
                </a:lnTo>
                <a:cubicBezTo>
                  <a:pt x="202731" y="211277"/>
                  <a:pt x="199260" y="211160"/>
                  <a:pt x="197466" y="218019"/>
                </a:cubicBezTo>
                <a:cubicBezTo>
                  <a:pt x="196615" y="221276"/>
                  <a:pt x="197499" y="223887"/>
                  <a:pt x="199747" y="224749"/>
                </a:cubicBezTo>
                <a:cubicBezTo>
                  <a:pt x="201766" y="225524"/>
                  <a:pt x="203418" y="227264"/>
                  <a:pt x="203418" y="228616"/>
                </a:cubicBezTo>
                <a:cubicBezTo>
                  <a:pt x="203418" y="229967"/>
                  <a:pt x="202337" y="230405"/>
                  <a:pt x="201015" y="229588"/>
                </a:cubicBezTo>
                <a:cubicBezTo>
                  <a:pt x="199694" y="228771"/>
                  <a:pt x="197882" y="229283"/>
                  <a:pt x="196991" y="230726"/>
                </a:cubicBezTo>
                <a:cubicBezTo>
                  <a:pt x="196099" y="232169"/>
                  <a:pt x="196692" y="233350"/>
                  <a:pt x="198308" y="233350"/>
                </a:cubicBezTo>
                <a:cubicBezTo>
                  <a:pt x="200240" y="233350"/>
                  <a:pt x="200656" y="236041"/>
                  <a:pt x="199523" y="241200"/>
                </a:cubicBezTo>
                <a:cubicBezTo>
                  <a:pt x="198474" y="245978"/>
                  <a:pt x="199012" y="250512"/>
                  <a:pt x="200899" y="252786"/>
                </a:cubicBezTo>
                <a:cubicBezTo>
                  <a:pt x="203352" y="255741"/>
                  <a:pt x="203212" y="256824"/>
                  <a:pt x="200228" y="257969"/>
                </a:cubicBezTo>
                <a:cubicBezTo>
                  <a:pt x="197388" y="259059"/>
                  <a:pt x="196716" y="262734"/>
                  <a:pt x="197509" y="272843"/>
                </a:cubicBezTo>
                <a:cubicBezTo>
                  <a:pt x="198508" y="285590"/>
                  <a:pt x="198348" y="286008"/>
                  <a:pt x="194340" y="281107"/>
                </a:cubicBezTo>
                <a:cubicBezTo>
                  <a:pt x="190355" y="276233"/>
                  <a:pt x="190188" y="276860"/>
                  <a:pt x="191370" y="292273"/>
                </a:cubicBezTo>
                <a:cubicBezTo>
                  <a:pt x="192505" y="307076"/>
                  <a:pt x="195674" y="318043"/>
                  <a:pt x="195674" y="307167"/>
                </a:cubicBezTo>
                <a:cubicBezTo>
                  <a:pt x="195674" y="303112"/>
                  <a:pt x="196059" y="303066"/>
                  <a:pt x="199681" y="306687"/>
                </a:cubicBezTo>
                <a:cubicBezTo>
                  <a:pt x="202942" y="309948"/>
                  <a:pt x="203185" y="312507"/>
                  <a:pt x="200986" y="320424"/>
                </a:cubicBezTo>
                <a:cubicBezTo>
                  <a:pt x="199500" y="325776"/>
                  <a:pt x="198103" y="334801"/>
                  <a:pt x="197882" y="340480"/>
                </a:cubicBezTo>
                <a:lnTo>
                  <a:pt x="197480" y="350806"/>
                </a:lnTo>
                <a:lnTo>
                  <a:pt x="195674" y="339189"/>
                </a:lnTo>
                <a:cubicBezTo>
                  <a:pt x="194403" y="331014"/>
                  <a:pt x="193753" y="337239"/>
                  <a:pt x="193480" y="360201"/>
                </a:cubicBezTo>
                <a:cubicBezTo>
                  <a:pt x="193236" y="380786"/>
                  <a:pt x="194603" y="400790"/>
                  <a:pt x="197184" y="414396"/>
                </a:cubicBezTo>
                <a:cubicBezTo>
                  <a:pt x="200612" y="432468"/>
                  <a:pt x="200758" y="438399"/>
                  <a:pt x="198086" y="450991"/>
                </a:cubicBezTo>
                <a:cubicBezTo>
                  <a:pt x="196258" y="459605"/>
                  <a:pt x="194082" y="464699"/>
                  <a:pt x="192986" y="462927"/>
                </a:cubicBezTo>
                <a:cubicBezTo>
                  <a:pt x="191158" y="459970"/>
                  <a:pt x="190587" y="461135"/>
                  <a:pt x="186260" y="476652"/>
                </a:cubicBezTo>
                <a:cubicBezTo>
                  <a:pt x="185567" y="479136"/>
                  <a:pt x="186240" y="481169"/>
                  <a:pt x="187756" y="481169"/>
                </a:cubicBezTo>
                <a:cubicBezTo>
                  <a:pt x="189271" y="481169"/>
                  <a:pt x="190682" y="479136"/>
                  <a:pt x="190891" y="476652"/>
                </a:cubicBezTo>
                <a:cubicBezTo>
                  <a:pt x="191099" y="474167"/>
                  <a:pt x="192060" y="479104"/>
                  <a:pt x="193026" y="487623"/>
                </a:cubicBezTo>
                <a:cubicBezTo>
                  <a:pt x="193992" y="496142"/>
                  <a:pt x="194538" y="503459"/>
                  <a:pt x="194241" y="503884"/>
                </a:cubicBezTo>
                <a:cubicBezTo>
                  <a:pt x="193943" y="504308"/>
                  <a:pt x="188265" y="499952"/>
                  <a:pt x="181623" y="494203"/>
                </a:cubicBezTo>
                <a:close/>
              </a:path>
            </a:pathLst>
          </a:custGeom>
          <a:solidFill>
            <a:srgbClr val="B9B9B9"/>
          </a:solidFill>
          <a:ln w="5163" cap="flat">
            <a:noFill/>
            <a:prstDash val="solid"/>
            <a:miter/>
          </a:ln>
        </p:spPr>
        <p:txBody>
          <a:bodyPr/>
          <a:lstStyle/>
          <a:p>
            <a:endParaRPr lang="es-419" noProof="0" dirty="0"/>
          </a:p>
        </p:txBody>
      </p:sp>
      <p:sp>
        <p:nvSpPr>
          <p:cNvPr id="53" name="Forma libre: forma 52">
            <a:extLst>
              <a:ext uri="{FF2B5EF4-FFF2-40B4-BE49-F238E27FC236}">
                <a16:creationId xmlns:a16="http://schemas.microsoft.com/office/drawing/2014/main" id="{0BDB29DC-D4BD-1A40-F2DE-9B891B82365B}"/>
              </a:ext>
            </a:extLst>
          </p:cNvPr>
          <p:cNvSpPr/>
          <p:nvPr/>
        </p:nvSpPr>
        <p:spPr>
          <a:xfrm>
            <a:off x="920115" y="1646957"/>
            <a:ext cx="379561" cy="415583"/>
          </a:xfrm>
          <a:custGeom>
            <a:avLst/>
            <a:gdLst>
              <a:gd name="csX0" fmla="*/ 203090 w 379561"/>
              <a:gd name="csY0" fmla="*/ 414284 h 415583"/>
              <a:gd name="csX1" fmla="*/ 197077 w 379561"/>
              <a:gd name="csY1" fmla="*/ 404675 h 415583"/>
              <a:gd name="csX2" fmla="*/ 192271 w 379561"/>
              <a:gd name="csY2" fmla="*/ 395646 h 415583"/>
              <a:gd name="csX3" fmla="*/ 171007 w 379561"/>
              <a:gd name="csY3" fmla="*/ 397866 h 415583"/>
              <a:gd name="csX4" fmla="*/ 166946 w 379561"/>
              <a:gd name="csY4" fmla="*/ 392738 h 415583"/>
              <a:gd name="csX5" fmla="*/ 171214 w 379561"/>
              <a:gd name="csY5" fmla="*/ 375323 h 415583"/>
              <a:gd name="csX6" fmla="*/ 168526 w 379561"/>
              <a:gd name="csY6" fmla="*/ 359903 h 415583"/>
              <a:gd name="csX7" fmla="*/ 135682 w 379561"/>
              <a:gd name="csY7" fmla="*/ 348579 h 415583"/>
              <a:gd name="csX8" fmla="*/ 130456 w 379561"/>
              <a:gd name="csY8" fmla="*/ 344743 h 415583"/>
              <a:gd name="csX9" fmla="*/ 123707 w 379561"/>
              <a:gd name="csY9" fmla="*/ 339434 h 415583"/>
              <a:gd name="csX10" fmla="*/ 111898 w 379561"/>
              <a:gd name="csY10" fmla="*/ 326710 h 415583"/>
              <a:gd name="csX11" fmla="*/ 102819 w 379561"/>
              <a:gd name="csY11" fmla="*/ 312359 h 415583"/>
              <a:gd name="csX12" fmla="*/ 100189 w 379561"/>
              <a:gd name="csY12" fmla="*/ 303716 h 415583"/>
              <a:gd name="csX13" fmla="*/ 96495 w 379561"/>
              <a:gd name="csY13" fmla="*/ 291424 h 415583"/>
              <a:gd name="csX14" fmla="*/ 91114 w 379561"/>
              <a:gd name="csY14" fmla="*/ 269668 h 415583"/>
              <a:gd name="csX15" fmla="*/ 73368 w 379561"/>
              <a:gd name="csY15" fmla="*/ 228658 h 415583"/>
              <a:gd name="csX16" fmla="*/ 56149 w 379561"/>
              <a:gd name="csY16" fmla="*/ 225592 h 415583"/>
              <a:gd name="csX17" fmla="*/ 38234 w 379561"/>
              <a:gd name="csY17" fmla="*/ 218995 h 415583"/>
              <a:gd name="csX18" fmla="*/ 14702 w 379561"/>
              <a:gd name="csY18" fmla="*/ 179229 h 415583"/>
              <a:gd name="csX19" fmla="*/ 4675 w 379561"/>
              <a:gd name="csY19" fmla="*/ 165798 h 415583"/>
              <a:gd name="csX20" fmla="*/ 1771 w 379561"/>
              <a:gd name="csY20" fmla="*/ 155184 h 415583"/>
              <a:gd name="csX21" fmla="*/ 712 w 379561"/>
              <a:gd name="csY21" fmla="*/ 126667 h 415583"/>
              <a:gd name="csX22" fmla="*/ 2557 w 379561"/>
              <a:gd name="csY22" fmla="*/ 104522 h 415583"/>
              <a:gd name="csX23" fmla="*/ 16402 w 379561"/>
              <a:gd name="csY23" fmla="*/ 104522 h 415583"/>
              <a:gd name="csX24" fmla="*/ 46584 w 379561"/>
              <a:gd name="csY24" fmla="*/ 95540 h 415583"/>
              <a:gd name="csX25" fmla="*/ 48520 w 379561"/>
              <a:gd name="csY25" fmla="*/ 81044 h 415583"/>
              <a:gd name="csX26" fmla="*/ 53693 w 379561"/>
              <a:gd name="csY26" fmla="*/ 64536 h 415583"/>
              <a:gd name="csX27" fmla="*/ 57236 w 379561"/>
              <a:gd name="csY27" fmla="*/ 49938 h 415583"/>
              <a:gd name="csX28" fmla="*/ 61307 w 379561"/>
              <a:gd name="csY28" fmla="*/ 39986 h 415583"/>
              <a:gd name="csX29" fmla="*/ 72238 w 379561"/>
              <a:gd name="csY29" fmla="*/ 37166 h 415583"/>
              <a:gd name="csX30" fmla="*/ 75921 w 379561"/>
              <a:gd name="csY30" fmla="*/ 26420 h 415583"/>
              <a:gd name="csX31" fmla="*/ 86217 w 379561"/>
              <a:gd name="csY31" fmla="*/ 9008 h 415583"/>
              <a:gd name="csX32" fmla="*/ 91229 w 379561"/>
              <a:gd name="csY32" fmla="*/ 3610 h 415583"/>
              <a:gd name="csX33" fmla="*/ 100572 w 379561"/>
              <a:gd name="csY33" fmla="*/ 6016 h 415583"/>
              <a:gd name="csX34" fmla="*/ 115842 w 379561"/>
              <a:gd name="csY34" fmla="*/ 15498 h 415583"/>
              <a:gd name="csX35" fmla="*/ 130061 w 379561"/>
              <a:gd name="csY35" fmla="*/ 25801 h 415583"/>
              <a:gd name="csX36" fmla="*/ 153502 w 379561"/>
              <a:gd name="csY36" fmla="*/ 36020 h 415583"/>
              <a:gd name="csX37" fmla="*/ 166647 w 379561"/>
              <a:gd name="csY37" fmla="*/ 35196 h 415583"/>
              <a:gd name="csX38" fmla="*/ 177014 w 379561"/>
              <a:gd name="csY38" fmla="*/ 35079 h 415583"/>
              <a:gd name="csX39" fmla="*/ 199575 w 379561"/>
              <a:gd name="csY39" fmla="*/ 42570 h 415583"/>
              <a:gd name="csX40" fmla="*/ 223114 w 379561"/>
              <a:gd name="csY40" fmla="*/ 30983 h 415583"/>
              <a:gd name="csX41" fmla="*/ 243392 w 379561"/>
              <a:gd name="csY41" fmla="*/ 13562 h 415583"/>
              <a:gd name="csX42" fmla="*/ 257664 w 379561"/>
              <a:gd name="csY42" fmla="*/ 14175 h 415583"/>
              <a:gd name="csX43" fmla="*/ 270020 w 379561"/>
              <a:gd name="csY43" fmla="*/ 16753 h 415583"/>
              <a:gd name="csX44" fmla="*/ 290519 w 379561"/>
              <a:gd name="csY44" fmla="*/ 30455 h 415583"/>
              <a:gd name="csX45" fmla="*/ 307913 w 379561"/>
              <a:gd name="csY45" fmla="*/ 52734 h 415583"/>
              <a:gd name="csX46" fmla="*/ 307918 w 379561"/>
              <a:gd name="csY46" fmla="*/ 71135 h 415583"/>
              <a:gd name="csX47" fmla="*/ 305239 w 379561"/>
              <a:gd name="csY47" fmla="*/ 92635 h 415583"/>
              <a:gd name="csX48" fmla="*/ 300393 w 379561"/>
              <a:gd name="csY48" fmla="*/ 116124 h 415583"/>
              <a:gd name="csX49" fmla="*/ 296534 w 379561"/>
              <a:gd name="csY49" fmla="*/ 139467 h 415583"/>
              <a:gd name="csX50" fmla="*/ 294862 w 379561"/>
              <a:gd name="csY50" fmla="*/ 144381 h 415583"/>
              <a:gd name="csX51" fmla="*/ 302443 w 379561"/>
              <a:gd name="csY51" fmla="*/ 174221 h 415583"/>
              <a:gd name="csX52" fmla="*/ 331579 w 379561"/>
              <a:gd name="csY52" fmla="*/ 200036 h 415583"/>
              <a:gd name="csX53" fmla="*/ 345885 w 379561"/>
              <a:gd name="csY53" fmla="*/ 204322 h 415583"/>
              <a:gd name="csX54" fmla="*/ 358173 w 379561"/>
              <a:gd name="csY54" fmla="*/ 192088 h 415583"/>
              <a:gd name="csX55" fmla="*/ 365209 w 379561"/>
              <a:gd name="csY55" fmla="*/ 177533 h 415583"/>
              <a:gd name="csX56" fmla="*/ 378528 w 379561"/>
              <a:gd name="csY56" fmla="*/ 217259 h 415583"/>
              <a:gd name="csX57" fmla="*/ 379561 w 379561"/>
              <a:gd name="csY57" fmla="*/ 233192 h 415583"/>
              <a:gd name="csX58" fmla="*/ 368302 w 379561"/>
              <a:gd name="csY58" fmla="*/ 234810 h 415583"/>
              <a:gd name="csX59" fmla="*/ 342845 w 379561"/>
              <a:gd name="csY59" fmla="*/ 234877 h 415583"/>
              <a:gd name="csX60" fmla="*/ 294625 w 379561"/>
              <a:gd name="csY60" fmla="*/ 235311 h 415583"/>
              <a:gd name="csX61" fmla="*/ 265550 w 379561"/>
              <a:gd name="csY61" fmla="*/ 264572 h 415583"/>
              <a:gd name="csX62" fmla="*/ 257155 w 379561"/>
              <a:gd name="csY62" fmla="*/ 290178 h 415583"/>
              <a:gd name="csX63" fmla="*/ 253059 w 379561"/>
              <a:gd name="csY63" fmla="*/ 303293 h 415583"/>
              <a:gd name="csX64" fmla="*/ 248021 w 379561"/>
              <a:gd name="csY64" fmla="*/ 307811 h 415583"/>
              <a:gd name="csX65" fmla="*/ 241573 w 379561"/>
              <a:gd name="csY65" fmla="*/ 316201 h 415583"/>
              <a:gd name="csX66" fmla="*/ 230054 w 379561"/>
              <a:gd name="csY66" fmla="*/ 378609 h 415583"/>
              <a:gd name="csX67" fmla="*/ 225886 w 379561"/>
              <a:gd name="csY67" fmla="*/ 411224 h 415583"/>
              <a:gd name="csX68" fmla="*/ 203090 w 379561"/>
              <a:gd name="csY68" fmla="*/ 414284 h 4155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Lst>
            <a:rect l="l" t="t" r="r" b="b"/>
            <a:pathLst>
              <a:path w="379561" h="415583">
                <a:moveTo>
                  <a:pt x="203090" y="414284"/>
                </a:moveTo>
                <a:cubicBezTo>
                  <a:pt x="200763" y="412907"/>
                  <a:pt x="198058" y="408583"/>
                  <a:pt x="197077" y="404675"/>
                </a:cubicBezTo>
                <a:cubicBezTo>
                  <a:pt x="196096" y="400766"/>
                  <a:pt x="193933" y="396703"/>
                  <a:pt x="192271" y="395646"/>
                </a:cubicBezTo>
                <a:cubicBezTo>
                  <a:pt x="187214" y="392429"/>
                  <a:pt x="177806" y="393412"/>
                  <a:pt x="171007" y="397866"/>
                </a:cubicBezTo>
                <a:cubicBezTo>
                  <a:pt x="162395" y="403509"/>
                  <a:pt x="159848" y="400293"/>
                  <a:pt x="166946" y="392738"/>
                </a:cubicBezTo>
                <a:cubicBezTo>
                  <a:pt x="171625" y="387757"/>
                  <a:pt x="172379" y="384679"/>
                  <a:pt x="171214" y="375323"/>
                </a:cubicBezTo>
                <a:cubicBezTo>
                  <a:pt x="170436" y="369072"/>
                  <a:pt x="169226" y="362133"/>
                  <a:pt x="168526" y="359903"/>
                </a:cubicBezTo>
                <a:cubicBezTo>
                  <a:pt x="167058" y="355229"/>
                  <a:pt x="141404" y="346384"/>
                  <a:pt x="135682" y="348579"/>
                </a:cubicBezTo>
                <a:cubicBezTo>
                  <a:pt x="133235" y="349518"/>
                  <a:pt x="131342" y="348128"/>
                  <a:pt x="130456" y="344743"/>
                </a:cubicBezTo>
                <a:cubicBezTo>
                  <a:pt x="129618" y="341535"/>
                  <a:pt x="126946" y="339434"/>
                  <a:pt x="123707" y="339434"/>
                </a:cubicBezTo>
                <a:cubicBezTo>
                  <a:pt x="119877" y="339434"/>
                  <a:pt x="116504" y="335800"/>
                  <a:pt x="111898" y="326710"/>
                </a:cubicBezTo>
                <a:cubicBezTo>
                  <a:pt x="108351" y="319711"/>
                  <a:pt x="104266" y="313253"/>
                  <a:pt x="102819" y="312359"/>
                </a:cubicBezTo>
                <a:cubicBezTo>
                  <a:pt x="101373" y="311465"/>
                  <a:pt x="100189" y="307575"/>
                  <a:pt x="100189" y="303716"/>
                </a:cubicBezTo>
                <a:cubicBezTo>
                  <a:pt x="100189" y="299856"/>
                  <a:pt x="98526" y="294325"/>
                  <a:pt x="96495" y="291424"/>
                </a:cubicBezTo>
                <a:cubicBezTo>
                  <a:pt x="94463" y="288523"/>
                  <a:pt x="92041" y="278733"/>
                  <a:pt x="91114" y="269668"/>
                </a:cubicBezTo>
                <a:cubicBezTo>
                  <a:pt x="89247" y="251425"/>
                  <a:pt x="83480" y="238096"/>
                  <a:pt x="73368" y="228658"/>
                </a:cubicBezTo>
                <a:cubicBezTo>
                  <a:pt x="67157" y="222862"/>
                  <a:pt x="65968" y="222650"/>
                  <a:pt x="56149" y="225592"/>
                </a:cubicBezTo>
                <a:cubicBezTo>
                  <a:pt x="44901" y="228962"/>
                  <a:pt x="38234" y="226507"/>
                  <a:pt x="38234" y="218995"/>
                </a:cubicBezTo>
                <a:cubicBezTo>
                  <a:pt x="38234" y="211509"/>
                  <a:pt x="24381" y="188100"/>
                  <a:pt x="14702" y="179229"/>
                </a:cubicBezTo>
                <a:cubicBezTo>
                  <a:pt x="9187" y="174175"/>
                  <a:pt x="4675" y="168131"/>
                  <a:pt x="4675" y="165798"/>
                </a:cubicBezTo>
                <a:cubicBezTo>
                  <a:pt x="4675" y="163466"/>
                  <a:pt x="3368" y="158689"/>
                  <a:pt x="1771" y="155184"/>
                </a:cubicBezTo>
                <a:cubicBezTo>
                  <a:pt x="-157" y="150952"/>
                  <a:pt x="-513" y="141373"/>
                  <a:pt x="712" y="126667"/>
                </a:cubicBezTo>
                <a:lnTo>
                  <a:pt x="2557" y="104522"/>
                </a:lnTo>
                <a:lnTo>
                  <a:pt x="16402" y="104522"/>
                </a:lnTo>
                <a:cubicBezTo>
                  <a:pt x="30035" y="104522"/>
                  <a:pt x="42866" y="100703"/>
                  <a:pt x="46584" y="95540"/>
                </a:cubicBezTo>
                <a:cubicBezTo>
                  <a:pt x="47627" y="94091"/>
                  <a:pt x="48499" y="87568"/>
                  <a:pt x="48520" y="81044"/>
                </a:cubicBezTo>
                <a:cubicBezTo>
                  <a:pt x="48549" y="72518"/>
                  <a:pt x="50004" y="67875"/>
                  <a:pt x="53693" y="64536"/>
                </a:cubicBezTo>
                <a:cubicBezTo>
                  <a:pt x="57798" y="60822"/>
                  <a:pt x="58508" y="57895"/>
                  <a:pt x="57236" y="49938"/>
                </a:cubicBezTo>
                <a:cubicBezTo>
                  <a:pt x="55795" y="40930"/>
                  <a:pt x="56182" y="39986"/>
                  <a:pt x="61307" y="39986"/>
                </a:cubicBezTo>
                <a:cubicBezTo>
                  <a:pt x="64421" y="39986"/>
                  <a:pt x="69340" y="38717"/>
                  <a:pt x="72238" y="37166"/>
                </a:cubicBezTo>
                <a:cubicBezTo>
                  <a:pt x="76432" y="34922"/>
                  <a:pt x="77183" y="32731"/>
                  <a:pt x="75921" y="26420"/>
                </a:cubicBezTo>
                <a:cubicBezTo>
                  <a:pt x="74260" y="18119"/>
                  <a:pt x="79648" y="9008"/>
                  <a:pt x="86217" y="9008"/>
                </a:cubicBezTo>
                <a:cubicBezTo>
                  <a:pt x="88031" y="9008"/>
                  <a:pt x="90286" y="6579"/>
                  <a:pt x="91229" y="3610"/>
                </a:cubicBezTo>
                <a:cubicBezTo>
                  <a:pt x="92878" y="-1587"/>
                  <a:pt x="93226" y="-1498"/>
                  <a:pt x="100572" y="6016"/>
                </a:cubicBezTo>
                <a:cubicBezTo>
                  <a:pt x="104769" y="10308"/>
                  <a:pt x="111640" y="14575"/>
                  <a:pt x="115842" y="15498"/>
                </a:cubicBezTo>
                <a:cubicBezTo>
                  <a:pt x="120151" y="16445"/>
                  <a:pt x="126350" y="20937"/>
                  <a:pt x="130061" y="25801"/>
                </a:cubicBezTo>
                <a:cubicBezTo>
                  <a:pt x="137904" y="36084"/>
                  <a:pt x="151245" y="41900"/>
                  <a:pt x="153502" y="36020"/>
                </a:cubicBezTo>
                <a:cubicBezTo>
                  <a:pt x="155231" y="31515"/>
                  <a:pt x="162509" y="31058"/>
                  <a:pt x="166647" y="35196"/>
                </a:cubicBezTo>
                <a:cubicBezTo>
                  <a:pt x="168865" y="37413"/>
                  <a:pt x="171448" y="37384"/>
                  <a:pt x="177014" y="35079"/>
                </a:cubicBezTo>
                <a:cubicBezTo>
                  <a:pt x="186293" y="31236"/>
                  <a:pt x="197119" y="34830"/>
                  <a:pt x="199575" y="42570"/>
                </a:cubicBezTo>
                <a:cubicBezTo>
                  <a:pt x="202586" y="52057"/>
                  <a:pt x="211392" y="47722"/>
                  <a:pt x="223114" y="30983"/>
                </a:cubicBezTo>
                <a:cubicBezTo>
                  <a:pt x="231922" y="18404"/>
                  <a:pt x="235698" y="15160"/>
                  <a:pt x="243392" y="13562"/>
                </a:cubicBezTo>
                <a:cubicBezTo>
                  <a:pt x="248841" y="12430"/>
                  <a:pt x="254889" y="12690"/>
                  <a:pt x="257664" y="14175"/>
                </a:cubicBezTo>
                <a:cubicBezTo>
                  <a:pt x="260313" y="15593"/>
                  <a:pt x="265874" y="16753"/>
                  <a:pt x="270020" y="16753"/>
                </a:cubicBezTo>
                <a:cubicBezTo>
                  <a:pt x="275778" y="16753"/>
                  <a:pt x="280624" y="19992"/>
                  <a:pt x="290519" y="30455"/>
                </a:cubicBezTo>
                <a:cubicBezTo>
                  <a:pt x="297647" y="37991"/>
                  <a:pt x="305474" y="48017"/>
                  <a:pt x="307913" y="52734"/>
                </a:cubicBezTo>
                <a:cubicBezTo>
                  <a:pt x="312104" y="60839"/>
                  <a:pt x="312105" y="61851"/>
                  <a:pt x="307918" y="71135"/>
                </a:cubicBezTo>
                <a:cubicBezTo>
                  <a:pt x="304686" y="78303"/>
                  <a:pt x="303961" y="84117"/>
                  <a:pt x="305239" y="92635"/>
                </a:cubicBezTo>
                <a:cubicBezTo>
                  <a:pt x="306699" y="102374"/>
                  <a:pt x="305896" y="106269"/>
                  <a:pt x="300393" y="116124"/>
                </a:cubicBezTo>
                <a:cubicBezTo>
                  <a:pt x="293385" y="128678"/>
                  <a:pt x="292058" y="136701"/>
                  <a:pt x="296534" y="139467"/>
                </a:cubicBezTo>
                <a:cubicBezTo>
                  <a:pt x="298276" y="140544"/>
                  <a:pt x="297669" y="142329"/>
                  <a:pt x="294862" y="144381"/>
                </a:cubicBezTo>
                <a:cubicBezTo>
                  <a:pt x="289162" y="148549"/>
                  <a:pt x="291010" y="155821"/>
                  <a:pt x="302443" y="174221"/>
                </a:cubicBezTo>
                <a:cubicBezTo>
                  <a:pt x="315893" y="195868"/>
                  <a:pt x="320598" y="200036"/>
                  <a:pt x="331579" y="200036"/>
                </a:cubicBezTo>
                <a:cubicBezTo>
                  <a:pt x="336873" y="200036"/>
                  <a:pt x="343264" y="201951"/>
                  <a:pt x="345885" y="204322"/>
                </a:cubicBezTo>
                <a:cubicBezTo>
                  <a:pt x="351730" y="209612"/>
                  <a:pt x="352148" y="209195"/>
                  <a:pt x="358173" y="192088"/>
                </a:cubicBezTo>
                <a:cubicBezTo>
                  <a:pt x="360854" y="184473"/>
                  <a:pt x="364021" y="177924"/>
                  <a:pt x="365209" y="177533"/>
                </a:cubicBezTo>
                <a:cubicBezTo>
                  <a:pt x="369150" y="176239"/>
                  <a:pt x="377478" y="201079"/>
                  <a:pt x="378528" y="217259"/>
                </a:cubicBezTo>
                <a:lnTo>
                  <a:pt x="379561" y="233192"/>
                </a:lnTo>
                <a:lnTo>
                  <a:pt x="368302" y="234810"/>
                </a:lnTo>
                <a:cubicBezTo>
                  <a:pt x="362110" y="235699"/>
                  <a:pt x="350654" y="235730"/>
                  <a:pt x="342845" y="234877"/>
                </a:cubicBezTo>
                <a:cubicBezTo>
                  <a:pt x="300900" y="230295"/>
                  <a:pt x="296475" y="230334"/>
                  <a:pt x="294625" y="235311"/>
                </a:cubicBezTo>
                <a:cubicBezTo>
                  <a:pt x="292370" y="241375"/>
                  <a:pt x="269321" y="264572"/>
                  <a:pt x="265550" y="264572"/>
                </a:cubicBezTo>
                <a:cubicBezTo>
                  <a:pt x="261474" y="264572"/>
                  <a:pt x="258070" y="274955"/>
                  <a:pt x="257155" y="290178"/>
                </a:cubicBezTo>
                <a:cubicBezTo>
                  <a:pt x="256642" y="298710"/>
                  <a:pt x="255211" y="303293"/>
                  <a:pt x="253059" y="303293"/>
                </a:cubicBezTo>
                <a:cubicBezTo>
                  <a:pt x="251239" y="303294"/>
                  <a:pt x="248973" y="305327"/>
                  <a:pt x="248021" y="307811"/>
                </a:cubicBezTo>
                <a:cubicBezTo>
                  <a:pt x="247070" y="310296"/>
                  <a:pt x="244168" y="314071"/>
                  <a:pt x="241573" y="316201"/>
                </a:cubicBezTo>
                <a:cubicBezTo>
                  <a:pt x="235220" y="321415"/>
                  <a:pt x="231367" y="342287"/>
                  <a:pt x="230054" y="378609"/>
                </a:cubicBezTo>
                <a:cubicBezTo>
                  <a:pt x="229366" y="397612"/>
                  <a:pt x="227827" y="409663"/>
                  <a:pt x="225886" y="411224"/>
                </a:cubicBezTo>
                <a:cubicBezTo>
                  <a:pt x="220922" y="415217"/>
                  <a:pt x="207671" y="416995"/>
                  <a:pt x="203090" y="414284"/>
                </a:cubicBezTo>
                <a:close/>
              </a:path>
            </a:pathLst>
          </a:custGeom>
          <a:solidFill>
            <a:srgbClr val="B9B9B9"/>
          </a:solidFill>
          <a:ln w="5163" cap="flat">
            <a:noFill/>
            <a:prstDash val="solid"/>
            <a:miter/>
          </a:ln>
        </p:spPr>
        <p:txBody>
          <a:bodyPr/>
          <a:lstStyle/>
          <a:p>
            <a:endParaRPr lang="es-419" noProof="0" dirty="0"/>
          </a:p>
        </p:txBody>
      </p:sp>
      <p:sp>
        <p:nvSpPr>
          <p:cNvPr id="54" name="Forma libre: forma 53">
            <a:extLst>
              <a:ext uri="{FF2B5EF4-FFF2-40B4-BE49-F238E27FC236}">
                <a16:creationId xmlns:a16="http://schemas.microsoft.com/office/drawing/2014/main" id="{B9162124-EE56-B8F3-A0AB-1CAA137D6C24}"/>
              </a:ext>
            </a:extLst>
          </p:cNvPr>
          <p:cNvSpPr/>
          <p:nvPr/>
        </p:nvSpPr>
        <p:spPr>
          <a:xfrm>
            <a:off x="845627" y="1846993"/>
            <a:ext cx="4301" cy="5162"/>
          </a:xfrm>
          <a:custGeom>
            <a:avLst/>
            <a:gdLst>
              <a:gd name="csX0" fmla="*/ 4301 w 4301"/>
              <a:gd name="csY0" fmla="*/ 2581 h 5162"/>
              <a:gd name="csX1" fmla="*/ 1567 w 4301"/>
              <a:gd name="csY1" fmla="*/ 0 h 5162"/>
              <a:gd name="csX2" fmla="*/ 429 w 4301"/>
              <a:gd name="csY2" fmla="*/ 2581 h 5162"/>
              <a:gd name="csX3" fmla="*/ 3163 w 4301"/>
              <a:gd name="csY3" fmla="*/ 5163 h 5162"/>
              <a:gd name="csX4" fmla="*/ 4301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4301" y="2581"/>
                </a:moveTo>
                <a:cubicBezTo>
                  <a:pt x="4301" y="1162"/>
                  <a:pt x="3071" y="0"/>
                  <a:pt x="1567" y="0"/>
                </a:cubicBezTo>
                <a:cubicBezTo>
                  <a:pt x="64" y="0"/>
                  <a:pt x="-449" y="1162"/>
                  <a:pt x="429" y="2581"/>
                </a:cubicBezTo>
                <a:cubicBezTo>
                  <a:pt x="1306" y="4001"/>
                  <a:pt x="2537" y="5163"/>
                  <a:pt x="3163" y="5163"/>
                </a:cubicBezTo>
                <a:cubicBezTo>
                  <a:pt x="3789" y="5163"/>
                  <a:pt x="4301" y="4001"/>
                  <a:pt x="4301" y="2581"/>
                </a:cubicBezTo>
                <a:close/>
              </a:path>
            </a:pathLst>
          </a:custGeom>
          <a:solidFill>
            <a:srgbClr val="00C100"/>
          </a:solidFill>
          <a:ln w="5163" cap="flat">
            <a:noFill/>
            <a:prstDash val="solid"/>
            <a:miter/>
          </a:ln>
        </p:spPr>
        <p:txBody>
          <a:bodyPr/>
          <a:lstStyle/>
          <a:p>
            <a:endParaRPr lang="es-419" noProof="0" dirty="0"/>
          </a:p>
        </p:txBody>
      </p:sp>
      <p:sp>
        <p:nvSpPr>
          <p:cNvPr id="55" name="Forma libre: forma 54">
            <a:extLst>
              <a:ext uri="{FF2B5EF4-FFF2-40B4-BE49-F238E27FC236}">
                <a16:creationId xmlns:a16="http://schemas.microsoft.com/office/drawing/2014/main" id="{CFB68F16-B15D-65F5-C3F4-0791506DB9F3}"/>
              </a:ext>
            </a:extLst>
          </p:cNvPr>
          <p:cNvSpPr/>
          <p:nvPr/>
        </p:nvSpPr>
        <p:spPr>
          <a:xfrm>
            <a:off x="1407174" y="1572075"/>
            <a:ext cx="229470" cy="427142"/>
          </a:xfrm>
          <a:custGeom>
            <a:avLst/>
            <a:gdLst>
              <a:gd name="csX0" fmla="*/ 59479 w 229470"/>
              <a:gd name="csY0" fmla="*/ 423996 h 427142"/>
              <a:gd name="csX1" fmla="*/ 59694 w 229470"/>
              <a:gd name="csY1" fmla="*/ 396698 h 427142"/>
              <a:gd name="csX2" fmla="*/ 53195 w 229470"/>
              <a:gd name="csY2" fmla="*/ 362114 h 427142"/>
              <a:gd name="csX3" fmla="*/ 47446 w 229470"/>
              <a:gd name="csY3" fmla="*/ 337138 h 427142"/>
              <a:gd name="csX4" fmla="*/ 40306 w 229470"/>
              <a:gd name="csY4" fmla="*/ 312349 h 427142"/>
              <a:gd name="csX5" fmla="*/ 32609 w 229470"/>
              <a:gd name="csY5" fmla="*/ 289116 h 427142"/>
              <a:gd name="csX6" fmla="*/ 35070 w 229470"/>
              <a:gd name="csY6" fmla="*/ 271899 h 427142"/>
              <a:gd name="csX7" fmla="*/ 32418 w 229470"/>
              <a:gd name="csY7" fmla="*/ 260780 h 427142"/>
              <a:gd name="csX8" fmla="*/ 33172 w 229470"/>
              <a:gd name="csY8" fmla="*/ 247019 h 427142"/>
              <a:gd name="csX9" fmla="*/ 57856 w 229470"/>
              <a:gd name="csY9" fmla="*/ 240981 h 427142"/>
              <a:gd name="csX10" fmla="*/ 80243 w 229470"/>
              <a:gd name="csY10" fmla="*/ 236439 h 427142"/>
              <a:gd name="csX11" fmla="*/ 76436 w 229470"/>
              <a:gd name="csY11" fmla="*/ 228427 h 427142"/>
              <a:gd name="csX12" fmla="*/ 66283 w 229470"/>
              <a:gd name="csY12" fmla="*/ 225870 h 427142"/>
              <a:gd name="csX13" fmla="*/ 61369 w 229470"/>
              <a:gd name="csY13" fmla="*/ 221998 h 427142"/>
              <a:gd name="csX14" fmla="*/ 54487 w 229470"/>
              <a:gd name="csY14" fmla="*/ 218126 h 427142"/>
              <a:gd name="csX15" fmla="*/ 50882 w 229470"/>
              <a:gd name="csY15" fmla="*/ 215226 h 427142"/>
              <a:gd name="csX16" fmla="*/ 39078 w 229470"/>
              <a:gd name="csY16" fmla="*/ 199827 h 427142"/>
              <a:gd name="csX17" fmla="*/ 27028 w 229470"/>
              <a:gd name="csY17" fmla="*/ 179593 h 427142"/>
              <a:gd name="csX18" fmla="*/ 26078 w 229470"/>
              <a:gd name="csY18" fmla="*/ 170317 h 427142"/>
              <a:gd name="csX19" fmla="*/ 23581 w 229470"/>
              <a:gd name="csY19" fmla="*/ 162984 h 427142"/>
              <a:gd name="csX20" fmla="*/ 11790 w 229470"/>
              <a:gd name="csY20" fmla="*/ 145065 h 427142"/>
              <a:gd name="csX21" fmla="*/ 0 w 229470"/>
              <a:gd name="csY21" fmla="*/ 132934 h 427142"/>
              <a:gd name="csX22" fmla="*/ 16266 w 229470"/>
              <a:gd name="csY22" fmla="*/ 118970 h 427142"/>
              <a:gd name="csX23" fmla="*/ 37313 w 229470"/>
              <a:gd name="csY23" fmla="*/ 107565 h 427142"/>
              <a:gd name="csX24" fmla="*/ 42526 w 229470"/>
              <a:gd name="csY24" fmla="*/ 109268 h 427142"/>
              <a:gd name="csX25" fmla="*/ 48759 w 229470"/>
              <a:gd name="csY25" fmla="*/ 100129 h 427142"/>
              <a:gd name="csX26" fmla="*/ 49251 w 229470"/>
              <a:gd name="csY26" fmla="*/ 64399 h 427142"/>
              <a:gd name="csX27" fmla="*/ 38960 w 229470"/>
              <a:gd name="csY27" fmla="*/ 62708 h 427142"/>
              <a:gd name="csX28" fmla="*/ 28744 w 229470"/>
              <a:gd name="csY28" fmla="*/ 61040 h 427142"/>
              <a:gd name="csX29" fmla="*/ 53379 w 229470"/>
              <a:gd name="csY29" fmla="*/ 39197 h 427142"/>
              <a:gd name="csX30" fmla="*/ 71905 w 229470"/>
              <a:gd name="csY30" fmla="*/ 19485 h 427142"/>
              <a:gd name="csX31" fmla="*/ 90959 w 229470"/>
              <a:gd name="csY31" fmla="*/ 8717 h 427142"/>
              <a:gd name="csX32" fmla="*/ 109824 w 229470"/>
              <a:gd name="csY32" fmla="*/ 6256 h 427142"/>
              <a:gd name="csX33" fmla="*/ 121001 w 229470"/>
              <a:gd name="csY33" fmla="*/ 2822 h 427142"/>
              <a:gd name="csX34" fmla="*/ 122428 w 229470"/>
              <a:gd name="csY34" fmla="*/ 8347 h 427142"/>
              <a:gd name="csX35" fmla="*/ 111269 w 229470"/>
              <a:gd name="csY35" fmla="*/ 31492 h 427142"/>
              <a:gd name="csX36" fmla="*/ 125654 w 229470"/>
              <a:gd name="csY36" fmla="*/ 68353 h 427142"/>
              <a:gd name="csX37" fmla="*/ 129394 w 229470"/>
              <a:gd name="csY37" fmla="*/ 83822 h 427142"/>
              <a:gd name="csX38" fmla="*/ 132621 w 229470"/>
              <a:gd name="csY38" fmla="*/ 87380 h 427142"/>
              <a:gd name="csX39" fmla="*/ 129420 w 229470"/>
              <a:gd name="csY39" fmla="*/ 96950 h 427142"/>
              <a:gd name="csX40" fmla="*/ 135228 w 229470"/>
              <a:gd name="csY40" fmla="*/ 104581 h 427142"/>
              <a:gd name="csX41" fmla="*/ 149666 w 229470"/>
              <a:gd name="csY41" fmla="*/ 122913 h 427142"/>
              <a:gd name="csX42" fmla="*/ 159752 w 229470"/>
              <a:gd name="csY42" fmla="*/ 139280 h 427142"/>
              <a:gd name="csX43" fmla="*/ 168181 w 229470"/>
              <a:gd name="csY43" fmla="*/ 148315 h 427142"/>
              <a:gd name="csX44" fmla="*/ 179067 w 229470"/>
              <a:gd name="csY44" fmla="*/ 159986 h 427142"/>
              <a:gd name="csX45" fmla="*/ 189769 w 229470"/>
              <a:gd name="csY45" fmla="*/ 164249 h 427142"/>
              <a:gd name="csX46" fmla="*/ 197030 w 229470"/>
              <a:gd name="csY46" fmla="*/ 167037 h 427142"/>
              <a:gd name="csX47" fmla="*/ 208574 w 229470"/>
              <a:gd name="csY47" fmla="*/ 163915 h 427142"/>
              <a:gd name="csX48" fmla="*/ 216996 w 229470"/>
              <a:gd name="csY48" fmla="*/ 163915 h 427142"/>
              <a:gd name="csX49" fmla="*/ 217738 w 229470"/>
              <a:gd name="csY49" fmla="*/ 187794 h 427142"/>
              <a:gd name="csX50" fmla="*/ 224437 w 229470"/>
              <a:gd name="csY50" fmla="*/ 212516 h 427142"/>
              <a:gd name="csX51" fmla="*/ 229386 w 229470"/>
              <a:gd name="csY51" fmla="*/ 216389 h 427142"/>
              <a:gd name="csX52" fmla="*/ 185958 w 229470"/>
              <a:gd name="csY52" fmla="*/ 248433 h 427142"/>
              <a:gd name="csX53" fmla="*/ 168142 w 229470"/>
              <a:gd name="csY53" fmla="*/ 261325 h 427142"/>
              <a:gd name="csX54" fmla="*/ 158371 w 229470"/>
              <a:gd name="csY54" fmla="*/ 277501 h 427142"/>
              <a:gd name="csX55" fmla="*/ 143795 w 229470"/>
              <a:gd name="csY55" fmla="*/ 286536 h 427142"/>
              <a:gd name="csX56" fmla="*/ 128870 w 229470"/>
              <a:gd name="csY56" fmla="*/ 295569 h 427142"/>
              <a:gd name="csX57" fmla="*/ 127129 w 229470"/>
              <a:gd name="csY57" fmla="*/ 308193 h 427142"/>
              <a:gd name="csX58" fmla="*/ 130400 w 229470"/>
              <a:gd name="csY58" fmla="*/ 326436 h 427142"/>
              <a:gd name="csX59" fmla="*/ 134994 w 229470"/>
              <a:gd name="csY59" fmla="*/ 349937 h 427142"/>
              <a:gd name="csX60" fmla="*/ 142327 w 229470"/>
              <a:gd name="csY60" fmla="*/ 362849 h 427142"/>
              <a:gd name="csX61" fmla="*/ 123210 w 229470"/>
              <a:gd name="csY61" fmla="*/ 373013 h 427142"/>
              <a:gd name="csX62" fmla="*/ 101651 w 229470"/>
              <a:gd name="csY62" fmla="*/ 397639 h 427142"/>
              <a:gd name="csX63" fmla="*/ 95883 w 229470"/>
              <a:gd name="csY63" fmla="*/ 407869 h 427142"/>
              <a:gd name="csX64" fmla="*/ 86571 w 229470"/>
              <a:gd name="csY64" fmla="*/ 418453 h 427142"/>
              <a:gd name="csX65" fmla="*/ 80167 w 229470"/>
              <a:gd name="csY65" fmla="*/ 421479 h 427142"/>
              <a:gd name="csX66" fmla="*/ 70822 w 229470"/>
              <a:gd name="csY66" fmla="*/ 423763 h 427142"/>
              <a:gd name="csX67" fmla="*/ 59479 w 229470"/>
              <a:gd name="csY67" fmla="*/ 423996 h 42714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Lst>
            <a:rect l="l" t="t" r="r" b="b"/>
            <a:pathLst>
              <a:path w="229470" h="427142">
                <a:moveTo>
                  <a:pt x="59479" y="423996"/>
                </a:moveTo>
                <a:cubicBezTo>
                  <a:pt x="59345" y="422222"/>
                  <a:pt x="59442" y="409937"/>
                  <a:pt x="59694" y="396698"/>
                </a:cubicBezTo>
                <a:cubicBezTo>
                  <a:pt x="60117" y="374482"/>
                  <a:pt x="59616" y="371817"/>
                  <a:pt x="53195" y="362114"/>
                </a:cubicBezTo>
                <a:cubicBezTo>
                  <a:pt x="47165" y="353002"/>
                  <a:pt x="46399" y="349674"/>
                  <a:pt x="47446" y="337138"/>
                </a:cubicBezTo>
                <a:cubicBezTo>
                  <a:pt x="48558" y="323819"/>
                  <a:pt x="47993" y="321857"/>
                  <a:pt x="40306" y="312349"/>
                </a:cubicBezTo>
                <a:cubicBezTo>
                  <a:pt x="33058" y="303383"/>
                  <a:pt x="32044" y="300323"/>
                  <a:pt x="32609" y="289116"/>
                </a:cubicBezTo>
                <a:cubicBezTo>
                  <a:pt x="32967" y="282017"/>
                  <a:pt x="34074" y="274269"/>
                  <a:pt x="35070" y="271899"/>
                </a:cubicBezTo>
                <a:cubicBezTo>
                  <a:pt x="36124" y="269390"/>
                  <a:pt x="35017" y="264746"/>
                  <a:pt x="32418" y="260780"/>
                </a:cubicBezTo>
                <a:cubicBezTo>
                  <a:pt x="28144" y="254257"/>
                  <a:pt x="28176" y="253678"/>
                  <a:pt x="33172" y="247019"/>
                </a:cubicBezTo>
                <a:cubicBezTo>
                  <a:pt x="38159" y="240374"/>
                  <a:pt x="39247" y="240108"/>
                  <a:pt x="57856" y="240981"/>
                </a:cubicBezTo>
                <a:cubicBezTo>
                  <a:pt x="75524" y="241809"/>
                  <a:pt x="77593" y="241390"/>
                  <a:pt x="80243" y="236439"/>
                </a:cubicBezTo>
                <a:cubicBezTo>
                  <a:pt x="82790" y="231679"/>
                  <a:pt x="82305" y="230659"/>
                  <a:pt x="76436" y="228427"/>
                </a:cubicBezTo>
                <a:cubicBezTo>
                  <a:pt x="72737" y="227021"/>
                  <a:pt x="68168" y="225870"/>
                  <a:pt x="66283" y="225870"/>
                </a:cubicBezTo>
                <a:cubicBezTo>
                  <a:pt x="64397" y="225870"/>
                  <a:pt x="62186" y="224127"/>
                  <a:pt x="61369" y="221998"/>
                </a:cubicBezTo>
                <a:cubicBezTo>
                  <a:pt x="60552" y="219868"/>
                  <a:pt x="57455" y="218126"/>
                  <a:pt x="54487" y="218126"/>
                </a:cubicBezTo>
                <a:cubicBezTo>
                  <a:pt x="51152" y="218126"/>
                  <a:pt x="49775" y="217018"/>
                  <a:pt x="50882" y="215226"/>
                </a:cubicBezTo>
                <a:cubicBezTo>
                  <a:pt x="51914" y="213556"/>
                  <a:pt x="46909" y="207027"/>
                  <a:pt x="39078" y="199827"/>
                </a:cubicBezTo>
                <a:cubicBezTo>
                  <a:pt x="27017" y="188739"/>
                  <a:pt x="25656" y="186453"/>
                  <a:pt x="27028" y="179593"/>
                </a:cubicBezTo>
                <a:cubicBezTo>
                  <a:pt x="27878" y="175340"/>
                  <a:pt x="27451" y="171165"/>
                  <a:pt x="26078" y="170317"/>
                </a:cubicBezTo>
                <a:cubicBezTo>
                  <a:pt x="24704" y="169468"/>
                  <a:pt x="23581" y="166168"/>
                  <a:pt x="23581" y="162984"/>
                </a:cubicBezTo>
                <a:cubicBezTo>
                  <a:pt x="23581" y="159602"/>
                  <a:pt x="18679" y="152152"/>
                  <a:pt x="11790" y="145065"/>
                </a:cubicBezTo>
                <a:lnTo>
                  <a:pt x="0" y="132934"/>
                </a:lnTo>
                <a:lnTo>
                  <a:pt x="16266" y="118970"/>
                </a:lnTo>
                <a:cubicBezTo>
                  <a:pt x="29571" y="107549"/>
                  <a:pt x="33403" y="105472"/>
                  <a:pt x="37313" y="107565"/>
                </a:cubicBezTo>
                <a:cubicBezTo>
                  <a:pt x="39942" y="108972"/>
                  <a:pt x="42288" y="109738"/>
                  <a:pt x="42526" y="109268"/>
                </a:cubicBezTo>
                <a:cubicBezTo>
                  <a:pt x="42764" y="108799"/>
                  <a:pt x="45569" y="104686"/>
                  <a:pt x="48759" y="100129"/>
                </a:cubicBezTo>
                <a:cubicBezTo>
                  <a:pt x="56473" y="89108"/>
                  <a:pt x="56720" y="71159"/>
                  <a:pt x="49251" y="64399"/>
                </a:cubicBezTo>
                <a:cubicBezTo>
                  <a:pt x="44880" y="60443"/>
                  <a:pt x="43064" y="60145"/>
                  <a:pt x="38960" y="62708"/>
                </a:cubicBezTo>
                <a:cubicBezTo>
                  <a:pt x="31928" y="67099"/>
                  <a:pt x="28744" y="66579"/>
                  <a:pt x="28744" y="61040"/>
                </a:cubicBezTo>
                <a:cubicBezTo>
                  <a:pt x="28744" y="53145"/>
                  <a:pt x="42480" y="40966"/>
                  <a:pt x="53379" y="39197"/>
                </a:cubicBezTo>
                <a:cubicBezTo>
                  <a:pt x="66115" y="37130"/>
                  <a:pt x="70109" y="32880"/>
                  <a:pt x="71905" y="19485"/>
                </a:cubicBezTo>
                <a:cubicBezTo>
                  <a:pt x="73827" y="5162"/>
                  <a:pt x="82115" y="478"/>
                  <a:pt x="90959" y="8717"/>
                </a:cubicBezTo>
                <a:cubicBezTo>
                  <a:pt x="98823" y="16043"/>
                  <a:pt x="101930" y="15638"/>
                  <a:pt x="109824" y="6256"/>
                </a:cubicBezTo>
                <a:cubicBezTo>
                  <a:pt x="116173" y="-1290"/>
                  <a:pt x="116721" y="-1458"/>
                  <a:pt x="121001" y="2822"/>
                </a:cubicBezTo>
                <a:cubicBezTo>
                  <a:pt x="124083" y="5904"/>
                  <a:pt x="124533" y="7646"/>
                  <a:pt x="122428" y="8347"/>
                </a:cubicBezTo>
                <a:cubicBezTo>
                  <a:pt x="108913" y="12852"/>
                  <a:pt x="101196" y="28858"/>
                  <a:pt x="111269" y="31492"/>
                </a:cubicBezTo>
                <a:cubicBezTo>
                  <a:pt x="117751" y="33187"/>
                  <a:pt x="127868" y="59114"/>
                  <a:pt x="125654" y="68353"/>
                </a:cubicBezTo>
                <a:cubicBezTo>
                  <a:pt x="122658" y="80848"/>
                  <a:pt x="122997" y="82249"/>
                  <a:pt x="129394" y="83822"/>
                </a:cubicBezTo>
                <a:cubicBezTo>
                  <a:pt x="133741" y="84890"/>
                  <a:pt x="134786" y="86042"/>
                  <a:pt x="132621" y="87380"/>
                </a:cubicBezTo>
                <a:cubicBezTo>
                  <a:pt x="130861" y="88468"/>
                  <a:pt x="129420" y="92774"/>
                  <a:pt x="129420" y="96950"/>
                </a:cubicBezTo>
                <a:cubicBezTo>
                  <a:pt x="129420" y="103090"/>
                  <a:pt x="130531" y="104549"/>
                  <a:pt x="135228" y="104581"/>
                </a:cubicBezTo>
                <a:cubicBezTo>
                  <a:pt x="144939" y="104647"/>
                  <a:pt x="147895" y="108401"/>
                  <a:pt x="149666" y="122913"/>
                </a:cubicBezTo>
                <a:cubicBezTo>
                  <a:pt x="151241" y="135814"/>
                  <a:pt x="151964" y="136987"/>
                  <a:pt x="159752" y="139280"/>
                </a:cubicBezTo>
                <a:cubicBezTo>
                  <a:pt x="166352" y="141223"/>
                  <a:pt x="168150" y="143150"/>
                  <a:pt x="168181" y="148315"/>
                </a:cubicBezTo>
                <a:cubicBezTo>
                  <a:pt x="168242" y="158306"/>
                  <a:pt x="171565" y="161869"/>
                  <a:pt x="179067" y="159986"/>
                </a:cubicBezTo>
                <a:cubicBezTo>
                  <a:pt x="184111" y="158720"/>
                  <a:pt x="186588" y="159706"/>
                  <a:pt x="189769" y="164249"/>
                </a:cubicBezTo>
                <a:cubicBezTo>
                  <a:pt x="193006" y="168870"/>
                  <a:pt x="194589" y="169478"/>
                  <a:pt x="197030" y="167037"/>
                </a:cubicBezTo>
                <a:cubicBezTo>
                  <a:pt x="198747" y="165320"/>
                  <a:pt x="203942" y="163915"/>
                  <a:pt x="208574" y="163915"/>
                </a:cubicBezTo>
                <a:lnTo>
                  <a:pt x="216996" y="163915"/>
                </a:lnTo>
                <a:lnTo>
                  <a:pt x="217738" y="187794"/>
                </a:lnTo>
                <a:cubicBezTo>
                  <a:pt x="218444" y="210514"/>
                  <a:pt x="218769" y="211713"/>
                  <a:pt x="224437" y="212516"/>
                </a:cubicBezTo>
                <a:cubicBezTo>
                  <a:pt x="227714" y="212981"/>
                  <a:pt x="229940" y="214723"/>
                  <a:pt x="229386" y="216389"/>
                </a:cubicBezTo>
                <a:cubicBezTo>
                  <a:pt x="227670" y="221537"/>
                  <a:pt x="190328" y="249091"/>
                  <a:pt x="185958" y="248433"/>
                </a:cubicBezTo>
                <a:cubicBezTo>
                  <a:pt x="178411" y="247297"/>
                  <a:pt x="168142" y="254728"/>
                  <a:pt x="168142" y="261325"/>
                </a:cubicBezTo>
                <a:cubicBezTo>
                  <a:pt x="168142" y="269993"/>
                  <a:pt x="163608" y="277499"/>
                  <a:pt x="158371" y="277501"/>
                </a:cubicBezTo>
                <a:cubicBezTo>
                  <a:pt x="155936" y="277502"/>
                  <a:pt x="149377" y="281568"/>
                  <a:pt x="143795" y="286536"/>
                </a:cubicBezTo>
                <a:cubicBezTo>
                  <a:pt x="138212" y="291504"/>
                  <a:pt x="131496" y="295569"/>
                  <a:pt x="128870" y="295569"/>
                </a:cubicBezTo>
                <a:cubicBezTo>
                  <a:pt x="121381" y="295569"/>
                  <a:pt x="120392" y="302737"/>
                  <a:pt x="127129" y="308193"/>
                </a:cubicBezTo>
                <a:cubicBezTo>
                  <a:pt x="132769" y="312760"/>
                  <a:pt x="132971" y="313884"/>
                  <a:pt x="130400" y="326436"/>
                </a:cubicBezTo>
                <a:cubicBezTo>
                  <a:pt x="127799" y="339132"/>
                  <a:pt x="128033" y="340327"/>
                  <a:pt x="134994" y="349937"/>
                </a:cubicBezTo>
                <a:cubicBezTo>
                  <a:pt x="139027" y="355505"/>
                  <a:pt x="142327" y="361315"/>
                  <a:pt x="142327" y="362849"/>
                </a:cubicBezTo>
                <a:cubicBezTo>
                  <a:pt x="142327" y="368872"/>
                  <a:pt x="134539" y="373013"/>
                  <a:pt x="123210" y="373013"/>
                </a:cubicBezTo>
                <a:cubicBezTo>
                  <a:pt x="109180" y="373013"/>
                  <a:pt x="103724" y="379244"/>
                  <a:pt x="101651" y="397639"/>
                </a:cubicBezTo>
                <a:cubicBezTo>
                  <a:pt x="100573" y="407198"/>
                  <a:pt x="99540" y="409030"/>
                  <a:pt x="95883" y="407869"/>
                </a:cubicBezTo>
                <a:cubicBezTo>
                  <a:pt x="90324" y="406105"/>
                  <a:pt x="84411" y="412825"/>
                  <a:pt x="86571" y="418453"/>
                </a:cubicBezTo>
                <a:cubicBezTo>
                  <a:pt x="87898" y="421912"/>
                  <a:pt x="86764" y="422448"/>
                  <a:pt x="80167" y="421479"/>
                </a:cubicBezTo>
                <a:cubicBezTo>
                  <a:pt x="74953" y="420714"/>
                  <a:pt x="71686" y="421512"/>
                  <a:pt x="70822" y="423763"/>
                </a:cubicBezTo>
                <a:cubicBezTo>
                  <a:pt x="69146" y="428132"/>
                  <a:pt x="59804" y="428324"/>
                  <a:pt x="59479" y="423996"/>
                </a:cubicBezTo>
                <a:close/>
              </a:path>
            </a:pathLst>
          </a:custGeom>
          <a:solidFill>
            <a:srgbClr val="B9B9B9"/>
          </a:solidFill>
          <a:ln w="5163" cap="flat">
            <a:noFill/>
            <a:prstDash val="solid"/>
            <a:miter/>
          </a:ln>
        </p:spPr>
        <p:txBody>
          <a:bodyPr/>
          <a:lstStyle/>
          <a:p>
            <a:endParaRPr lang="es-419" noProof="0" dirty="0"/>
          </a:p>
        </p:txBody>
      </p:sp>
      <p:sp>
        <p:nvSpPr>
          <p:cNvPr id="56" name="Forma libre: forma 55">
            <a:extLst>
              <a:ext uri="{FF2B5EF4-FFF2-40B4-BE49-F238E27FC236}">
                <a16:creationId xmlns:a16="http://schemas.microsoft.com/office/drawing/2014/main" id="{6D78D2EE-B30A-865D-65AB-BABBEF469374}"/>
              </a:ext>
            </a:extLst>
          </p:cNvPr>
          <p:cNvSpPr/>
          <p:nvPr/>
        </p:nvSpPr>
        <p:spPr>
          <a:xfrm>
            <a:off x="1184880" y="1375117"/>
            <a:ext cx="334306" cy="498738"/>
          </a:xfrm>
          <a:custGeom>
            <a:avLst/>
            <a:gdLst>
              <a:gd name="csX0" fmla="*/ 247743 w 334306"/>
              <a:gd name="csY0" fmla="*/ 496867 h 498738"/>
              <a:gd name="csX1" fmla="*/ 240505 w 334306"/>
              <a:gd name="csY1" fmla="*/ 493884 h 498738"/>
              <a:gd name="csX2" fmla="*/ 219827 w 334306"/>
              <a:gd name="csY2" fmla="*/ 476477 h 498738"/>
              <a:gd name="csX3" fmla="*/ 204292 w 334306"/>
              <a:gd name="csY3" fmla="*/ 470138 h 498738"/>
              <a:gd name="csX4" fmla="*/ 191180 w 334306"/>
              <a:gd name="csY4" fmla="*/ 465927 h 498738"/>
              <a:gd name="csX5" fmla="*/ 185245 w 334306"/>
              <a:gd name="csY5" fmla="*/ 460255 h 498738"/>
              <a:gd name="csX6" fmla="*/ 179372 w 334306"/>
              <a:gd name="csY6" fmla="*/ 456383 h 498738"/>
              <a:gd name="csX7" fmla="*/ 119384 w 334306"/>
              <a:gd name="csY7" fmla="*/ 437991 h 498738"/>
              <a:gd name="csX8" fmla="*/ 89617 w 334306"/>
              <a:gd name="csY8" fmla="*/ 463480 h 498738"/>
              <a:gd name="csX9" fmla="*/ 81270 w 334306"/>
              <a:gd name="csY9" fmla="*/ 471310 h 498738"/>
              <a:gd name="csX10" fmla="*/ 65769 w 334306"/>
              <a:gd name="csY10" fmla="*/ 466800 h 498738"/>
              <a:gd name="csX11" fmla="*/ 41569 w 334306"/>
              <a:gd name="csY11" fmla="*/ 444771 h 498738"/>
              <a:gd name="csX12" fmla="*/ 29063 w 334306"/>
              <a:gd name="csY12" fmla="*/ 422183 h 498738"/>
              <a:gd name="csX13" fmla="*/ 35486 w 334306"/>
              <a:gd name="csY13" fmla="*/ 420247 h 498738"/>
              <a:gd name="csX14" fmla="*/ 36311 w 334306"/>
              <a:gd name="csY14" fmla="*/ 410716 h 498738"/>
              <a:gd name="csX15" fmla="*/ 30682 w 334306"/>
              <a:gd name="csY15" fmla="*/ 404725 h 498738"/>
              <a:gd name="csX16" fmla="*/ 36945 w 334306"/>
              <a:gd name="csY16" fmla="*/ 393771 h 498738"/>
              <a:gd name="csX17" fmla="*/ 44969 w 334306"/>
              <a:gd name="csY17" fmla="*/ 363455 h 498738"/>
              <a:gd name="csX18" fmla="*/ 48481 w 334306"/>
              <a:gd name="csY18" fmla="*/ 335841 h 498738"/>
              <a:gd name="csX19" fmla="*/ 28755 w 334306"/>
              <a:gd name="csY19" fmla="*/ 300210 h 498738"/>
              <a:gd name="csX20" fmla="*/ 9477 w 334306"/>
              <a:gd name="csY20" fmla="*/ 236920 h 498738"/>
              <a:gd name="csX21" fmla="*/ 0 w 334306"/>
              <a:gd name="csY21" fmla="*/ 183956 h 498738"/>
              <a:gd name="csX22" fmla="*/ 8603 w 334306"/>
              <a:gd name="csY22" fmla="*/ 171093 h 498738"/>
              <a:gd name="csX23" fmla="*/ 19247 w 334306"/>
              <a:gd name="csY23" fmla="*/ 157370 h 498738"/>
              <a:gd name="csX24" fmla="*/ 21288 w 334306"/>
              <a:gd name="csY24" fmla="*/ 154226 h 498738"/>
              <a:gd name="csX25" fmla="*/ 42935 w 334306"/>
              <a:gd name="csY25" fmla="*/ 118946 h 498738"/>
              <a:gd name="csX26" fmla="*/ 66467 w 334306"/>
              <a:gd name="csY26" fmla="*/ 79496 h 498738"/>
              <a:gd name="csX27" fmla="*/ 76541 w 334306"/>
              <a:gd name="csY27" fmla="*/ 65175 h 498738"/>
              <a:gd name="csX28" fmla="*/ 97572 w 334306"/>
              <a:gd name="csY28" fmla="*/ 34163 h 498738"/>
              <a:gd name="csX29" fmla="*/ 112627 w 334306"/>
              <a:gd name="csY29" fmla="*/ 9814 h 498738"/>
              <a:gd name="csX30" fmla="*/ 119648 w 334306"/>
              <a:gd name="csY30" fmla="*/ 4329 h 498738"/>
              <a:gd name="csX31" fmla="*/ 132858 w 334306"/>
              <a:gd name="csY31" fmla="*/ 713 h 498738"/>
              <a:gd name="csX32" fmla="*/ 193546 w 334306"/>
              <a:gd name="csY32" fmla="*/ 5578 h 498738"/>
              <a:gd name="csX33" fmla="*/ 220060 w 334306"/>
              <a:gd name="csY33" fmla="*/ 20523 h 498738"/>
              <a:gd name="csX34" fmla="*/ 224578 w 334306"/>
              <a:gd name="csY34" fmla="*/ 25298 h 498738"/>
              <a:gd name="csX35" fmla="*/ 221567 w 334306"/>
              <a:gd name="csY35" fmla="*/ 31335 h 498738"/>
              <a:gd name="csX36" fmla="*/ 217338 w 334306"/>
              <a:gd name="csY36" fmla="*/ 39397 h 498738"/>
              <a:gd name="csX37" fmla="*/ 222891 w 334306"/>
              <a:gd name="csY37" fmla="*/ 37878 h 498738"/>
              <a:gd name="csX38" fmla="*/ 225189 w 334306"/>
              <a:gd name="csY38" fmla="*/ 36902 h 498738"/>
              <a:gd name="csX39" fmla="*/ 234581 w 334306"/>
              <a:gd name="csY39" fmla="*/ 40152 h 498738"/>
              <a:gd name="csX40" fmla="*/ 261177 w 334306"/>
              <a:gd name="csY40" fmla="*/ 57181 h 498738"/>
              <a:gd name="csX41" fmla="*/ 267817 w 334306"/>
              <a:gd name="csY41" fmla="*/ 67059 h 498738"/>
              <a:gd name="csX42" fmla="*/ 274280 w 334306"/>
              <a:gd name="csY42" fmla="*/ 79049 h 498738"/>
              <a:gd name="csX43" fmla="*/ 279443 w 334306"/>
              <a:gd name="csY43" fmla="*/ 91820 h 498738"/>
              <a:gd name="csX44" fmla="*/ 284596 w 334306"/>
              <a:gd name="csY44" fmla="*/ 105775 h 498738"/>
              <a:gd name="csX45" fmla="*/ 291417 w 334306"/>
              <a:gd name="csY45" fmla="*/ 120219 h 498738"/>
              <a:gd name="csX46" fmla="*/ 298659 w 334306"/>
              <a:gd name="csY46" fmla="*/ 133370 h 498738"/>
              <a:gd name="csX47" fmla="*/ 314425 w 334306"/>
              <a:gd name="csY47" fmla="*/ 156674 h 498738"/>
              <a:gd name="csX48" fmla="*/ 323321 w 334306"/>
              <a:gd name="csY48" fmla="*/ 164371 h 498738"/>
              <a:gd name="csX49" fmla="*/ 329277 w 334306"/>
              <a:gd name="csY49" fmla="*/ 172896 h 498738"/>
              <a:gd name="csX50" fmla="*/ 327346 w 334306"/>
              <a:gd name="csY50" fmla="*/ 203260 h 498738"/>
              <a:gd name="csX51" fmla="*/ 321564 w 334306"/>
              <a:gd name="csY51" fmla="*/ 208691 h 498738"/>
              <a:gd name="csX52" fmla="*/ 314839 w 334306"/>
              <a:gd name="csY52" fmla="*/ 201967 h 498738"/>
              <a:gd name="csX53" fmla="*/ 300945 w 334306"/>
              <a:gd name="csY53" fmla="*/ 198679 h 498738"/>
              <a:gd name="csX54" fmla="*/ 291854 w 334306"/>
              <a:gd name="csY54" fmla="*/ 213362 h 498738"/>
              <a:gd name="csX55" fmla="*/ 273477 w 334306"/>
              <a:gd name="csY55" fmla="*/ 233193 h 498738"/>
              <a:gd name="csX56" fmla="*/ 248561 w 334306"/>
              <a:gd name="csY56" fmla="*/ 258261 h 498738"/>
              <a:gd name="csX57" fmla="*/ 254757 w 334306"/>
              <a:gd name="csY57" fmla="*/ 265360 h 498738"/>
              <a:gd name="csX58" fmla="*/ 262758 w 334306"/>
              <a:gd name="csY58" fmla="*/ 262611 h 498738"/>
              <a:gd name="csX59" fmla="*/ 269300 w 334306"/>
              <a:gd name="csY59" fmla="*/ 264243 h 498738"/>
              <a:gd name="csX60" fmla="*/ 257492 w 334306"/>
              <a:gd name="csY60" fmla="*/ 300210 h 498738"/>
              <a:gd name="csX61" fmla="*/ 220205 w 334306"/>
              <a:gd name="csY61" fmla="*/ 329428 h 498738"/>
              <a:gd name="csX62" fmla="*/ 231476 w 334306"/>
              <a:gd name="csY62" fmla="*/ 344578 h 498738"/>
              <a:gd name="csX63" fmla="*/ 244540 w 334306"/>
              <a:gd name="csY63" fmla="*/ 369570 h 498738"/>
              <a:gd name="csX64" fmla="*/ 259568 w 334306"/>
              <a:gd name="csY64" fmla="*/ 400936 h 498738"/>
              <a:gd name="csX65" fmla="*/ 267812 w 334306"/>
              <a:gd name="csY65" fmla="*/ 410972 h 498738"/>
              <a:gd name="csX66" fmla="*/ 272980 w 334306"/>
              <a:gd name="csY66" fmla="*/ 418667 h 498738"/>
              <a:gd name="csX67" fmla="*/ 279745 w 334306"/>
              <a:gd name="csY67" fmla="*/ 423732 h 498738"/>
              <a:gd name="csX68" fmla="*/ 289553 w 334306"/>
              <a:gd name="csY68" fmla="*/ 427604 h 498738"/>
              <a:gd name="csX69" fmla="*/ 298277 w 334306"/>
              <a:gd name="csY69" fmla="*/ 431864 h 498738"/>
              <a:gd name="csX70" fmla="*/ 272913 w 334306"/>
              <a:gd name="csY70" fmla="*/ 433099 h 498738"/>
              <a:gd name="csX71" fmla="*/ 253686 w 334306"/>
              <a:gd name="csY71" fmla="*/ 440109 h 498738"/>
              <a:gd name="csX72" fmla="*/ 252360 w 334306"/>
              <a:gd name="csY72" fmla="*/ 461577 h 498738"/>
              <a:gd name="csX73" fmla="*/ 253346 w 334306"/>
              <a:gd name="csY73" fmla="*/ 468333 h 498738"/>
              <a:gd name="csX74" fmla="*/ 251680 w 334306"/>
              <a:gd name="csY74" fmla="*/ 476637 h 498738"/>
              <a:gd name="csX75" fmla="*/ 251259 w 334306"/>
              <a:gd name="csY75" fmla="*/ 491494 h 498738"/>
              <a:gd name="csX76" fmla="*/ 247743 w 334306"/>
              <a:gd name="csY76" fmla="*/ 496867 h 4987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Lst>
            <a:rect l="l" t="t" r="r" b="b"/>
            <a:pathLst>
              <a:path w="334306" h="498738">
                <a:moveTo>
                  <a:pt x="247743" y="496867"/>
                </a:moveTo>
                <a:cubicBezTo>
                  <a:pt x="246424" y="493506"/>
                  <a:pt x="244367" y="492659"/>
                  <a:pt x="240505" y="493884"/>
                </a:cubicBezTo>
                <a:cubicBezTo>
                  <a:pt x="234008" y="495946"/>
                  <a:pt x="224617" y="488040"/>
                  <a:pt x="219827" y="476477"/>
                </a:cubicBezTo>
                <a:cubicBezTo>
                  <a:pt x="216729" y="468997"/>
                  <a:pt x="216097" y="468739"/>
                  <a:pt x="204292" y="470138"/>
                </a:cubicBezTo>
                <a:cubicBezTo>
                  <a:pt x="193057" y="471468"/>
                  <a:pt x="191916" y="471102"/>
                  <a:pt x="191180" y="465927"/>
                </a:cubicBezTo>
                <a:cubicBezTo>
                  <a:pt x="190659" y="462266"/>
                  <a:pt x="188558" y="460258"/>
                  <a:pt x="185245" y="460255"/>
                </a:cubicBezTo>
                <a:cubicBezTo>
                  <a:pt x="182424" y="460253"/>
                  <a:pt x="179781" y="458510"/>
                  <a:pt x="179372" y="456383"/>
                </a:cubicBezTo>
                <a:cubicBezTo>
                  <a:pt x="178300" y="450818"/>
                  <a:pt x="133997" y="437235"/>
                  <a:pt x="119384" y="437991"/>
                </a:cubicBezTo>
                <a:cubicBezTo>
                  <a:pt x="99217" y="439035"/>
                  <a:pt x="100133" y="438251"/>
                  <a:pt x="89617" y="463480"/>
                </a:cubicBezTo>
                <a:cubicBezTo>
                  <a:pt x="85806" y="472621"/>
                  <a:pt x="84419" y="473923"/>
                  <a:pt x="81270" y="471310"/>
                </a:cubicBezTo>
                <a:cubicBezTo>
                  <a:pt x="79194" y="469587"/>
                  <a:pt x="72218" y="467557"/>
                  <a:pt x="65769" y="466800"/>
                </a:cubicBezTo>
                <a:cubicBezTo>
                  <a:pt x="54283" y="465451"/>
                  <a:pt x="53791" y="465003"/>
                  <a:pt x="41569" y="444771"/>
                </a:cubicBezTo>
                <a:cubicBezTo>
                  <a:pt x="34707" y="433413"/>
                  <a:pt x="29080" y="423248"/>
                  <a:pt x="29063" y="422183"/>
                </a:cubicBezTo>
                <a:cubicBezTo>
                  <a:pt x="29046" y="421119"/>
                  <a:pt x="31937" y="420247"/>
                  <a:pt x="35486" y="420247"/>
                </a:cubicBezTo>
                <a:cubicBezTo>
                  <a:pt x="43403" y="420247"/>
                  <a:pt x="43560" y="418433"/>
                  <a:pt x="36311" y="410716"/>
                </a:cubicBezTo>
                <a:lnTo>
                  <a:pt x="30682" y="404725"/>
                </a:lnTo>
                <a:lnTo>
                  <a:pt x="36945" y="393771"/>
                </a:lnTo>
                <a:cubicBezTo>
                  <a:pt x="41241" y="386255"/>
                  <a:pt x="43760" y="376739"/>
                  <a:pt x="44969" y="363455"/>
                </a:cubicBezTo>
                <a:cubicBezTo>
                  <a:pt x="45939" y="352807"/>
                  <a:pt x="47519" y="340381"/>
                  <a:pt x="48481" y="335841"/>
                </a:cubicBezTo>
                <a:cubicBezTo>
                  <a:pt x="50445" y="326577"/>
                  <a:pt x="45773" y="318139"/>
                  <a:pt x="28755" y="300210"/>
                </a:cubicBezTo>
                <a:cubicBezTo>
                  <a:pt x="18993" y="289925"/>
                  <a:pt x="18916" y="289673"/>
                  <a:pt x="9477" y="236920"/>
                </a:cubicBezTo>
                <a:lnTo>
                  <a:pt x="0" y="183956"/>
                </a:lnTo>
                <a:lnTo>
                  <a:pt x="8603" y="171093"/>
                </a:lnTo>
                <a:cubicBezTo>
                  <a:pt x="13334" y="164019"/>
                  <a:pt x="18124" y="157843"/>
                  <a:pt x="19247" y="157370"/>
                </a:cubicBezTo>
                <a:cubicBezTo>
                  <a:pt x="20370" y="156896"/>
                  <a:pt x="21288" y="155482"/>
                  <a:pt x="21288" y="154226"/>
                </a:cubicBezTo>
                <a:cubicBezTo>
                  <a:pt x="21288" y="152970"/>
                  <a:pt x="31029" y="137094"/>
                  <a:pt x="42935" y="118946"/>
                </a:cubicBezTo>
                <a:cubicBezTo>
                  <a:pt x="54840" y="100798"/>
                  <a:pt x="65430" y="83045"/>
                  <a:pt x="66467" y="79496"/>
                </a:cubicBezTo>
                <a:cubicBezTo>
                  <a:pt x="67505" y="75946"/>
                  <a:pt x="72038" y="69502"/>
                  <a:pt x="76541" y="65175"/>
                </a:cubicBezTo>
                <a:cubicBezTo>
                  <a:pt x="87950" y="54213"/>
                  <a:pt x="95497" y="43084"/>
                  <a:pt x="97572" y="34163"/>
                </a:cubicBezTo>
                <a:cubicBezTo>
                  <a:pt x="99599" y="25448"/>
                  <a:pt x="109249" y="9841"/>
                  <a:pt x="112627" y="9814"/>
                </a:cubicBezTo>
                <a:cubicBezTo>
                  <a:pt x="113880" y="9805"/>
                  <a:pt x="117040" y="7336"/>
                  <a:pt x="119648" y="4329"/>
                </a:cubicBezTo>
                <a:cubicBezTo>
                  <a:pt x="123477" y="-86"/>
                  <a:pt x="126019" y="-782"/>
                  <a:pt x="132858" y="713"/>
                </a:cubicBezTo>
                <a:cubicBezTo>
                  <a:pt x="141063" y="2507"/>
                  <a:pt x="160286" y="4048"/>
                  <a:pt x="193546" y="5578"/>
                </a:cubicBezTo>
                <a:cubicBezTo>
                  <a:pt x="210737" y="6368"/>
                  <a:pt x="220060" y="11623"/>
                  <a:pt x="220060" y="20523"/>
                </a:cubicBezTo>
                <a:cubicBezTo>
                  <a:pt x="220060" y="23333"/>
                  <a:pt x="221912" y="25291"/>
                  <a:pt x="224578" y="25298"/>
                </a:cubicBezTo>
                <a:cubicBezTo>
                  <a:pt x="228025" y="25308"/>
                  <a:pt x="227313" y="26737"/>
                  <a:pt x="221567" y="31335"/>
                </a:cubicBezTo>
                <a:cubicBezTo>
                  <a:pt x="216052" y="35748"/>
                  <a:pt x="214921" y="37903"/>
                  <a:pt x="217338" y="39397"/>
                </a:cubicBezTo>
                <a:cubicBezTo>
                  <a:pt x="219279" y="40596"/>
                  <a:pt x="221565" y="39971"/>
                  <a:pt x="222891" y="37878"/>
                </a:cubicBezTo>
                <a:cubicBezTo>
                  <a:pt x="224130" y="35921"/>
                  <a:pt x="225164" y="35482"/>
                  <a:pt x="225189" y="36902"/>
                </a:cubicBezTo>
                <a:cubicBezTo>
                  <a:pt x="225213" y="38322"/>
                  <a:pt x="229440" y="39784"/>
                  <a:pt x="234581" y="40152"/>
                </a:cubicBezTo>
                <a:cubicBezTo>
                  <a:pt x="243367" y="40781"/>
                  <a:pt x="260731" y="51899"/>
                  <a:pt x="261177" y="57181"/>
                </a:cubicBezTo>
                <a:cubicBezTo>
                  <a:pt x="261279" y="58396"/>
                  <a:pt x="264267" y="62841"/>
                  <a:pt x="267817" y="67059"/>
                </a:cubicBezTo>
                <a:cubicBezTo>
                  <a:pt x="271366" y="71278"/>
                  <a:pt x="274275" y="76673"/>
                  <a:pt x="274280" y="79049"/>
                </a:cubicBezTo>
                <a:cubicBezTo>
                  <a:pt x="274285" y="81424"/>
                  <a:pt x="276609" y="87172"/>
                  <a:pt x="279443" y="91820"/>
                </a:cubicBezTo>
                <a:cubicBezTo>
                  <a:pt x="282277" y="96469"/>
                  <a:pt x="284596" y="102748"/>
                  <a:pt x="284596" y="105775"/>
                </a:cubicBezTo>
                <a:cubicBezTo>
                  <a:pt x="284596" y="108801"/>
                  <a:pt x="287666" y="115301"/>
                  <a:pt x="291417" y="120219"/>
                </a:cubicBezTo>
                <a:cubicBezTo>
                  <a:pt x="295169" y="125138"/>
                  <a:pt x="298428" y="131056"/>
                  <a:pt x="298659" y="133370"/>
                </a:cubicBezTo>
                <a:cubicBezTo>
                  <a:pt x="299477" y="141547"/>
                  <a:pt x="305637" y="150653"/>
                  <a:pt x="314425" y="156674"/>
                </a:cubicBezTo>
                <a:cubicBezTo>
                  <a:pt x="319316" y="160026"/>
                  <a:pt x="323320" y="163489"/>
                  <a:pt x="323321" y="164371"/>
                </a:cubicBezTo>
                <a:cubicBezTo>
                  <a:pt x="323323" y="165253"/>
                  <a:pt x="326003" y="169089"/>
                  <a:pt x="329277" y="172896"/>
                </a:cubicBezTo>
                <a:cubicBezTo>
                  <a:pt x="336682" y="181505"/>
                  <a:pt x="335803" y="195314"/>
                  <a:pt x="327346" y="203260"/>
                </a:cubicBezTo>
                <a:lnTo>
                  <a:pt x="321564" y="208691"/>
                </a:lnTo>
                <a:lnTo>
                  <a:pt x="314839" y="201967"/>
                </a:lnTo>
                <a:cubicBezTo>
                  <a:pt x="308661" y="195789"/>
                  <a:pt x="307532" y="195522"/>
                  <a:pt x="300945" y="198679"/>
                </a:cubicBezTo>
                <a:cubicBezTo>
                  <a:pt x="295346" y="201363"/>
                  <a:pt x="293353" y="204582"/>
                  <a:pt x="291854" y="213362"/>
                </a:cubicBezTo>
                <a:cubicBezTo>
                  <a:pt x="289357" y="227993"/>
                  <a:pt x="286547" y="231025"/>
                  <a:pt x="273477" y="233193"/>
                </a:cubicBezTo>
                <a:cubicBezTo>
                  <a:pt x="260663" y="235319"/>
                  <a:pt x="248722" y="247333"/>
                  <a:pt x="248561" y="258261"/>
                </a:cubicBezTo>
                <a:cubicBezTo>
                  <a:pt x="248475" y="264096"/>
                  <a:pt x="249579" y="265360"/>
                  <a:pt x="254757" y="265360"/>
                </a:cubicBezTo>
                <a:cubicBezTo>
                  <a:pt x="258223" y="265360"/>
                  <a:pt x="261823" y="264123"/>
                  <a:pt x="262758" y="262611"/>
                </a:cubicBezTo>
                <a:cubicBezTo>
                  <a:pt x="263872" y="260808"/>
                  <a:pt x="266124" y="261370"/>
                  <a:pt x="269300" y="264243"/>
                </a:cubicBezTo>
                <a:cubicBezTo>
                  <a:pt x="279445" y="273424"/>
                  <a:pt x="270651" y="300210"/>
                  <a:pt x="257492" y="300210"/>
                </a:cubicBezTo>
                <a:cubicBezTo>
                  <a:pt x="250513" y="300210"/>
                  <a:pt x="220446" y="323770"/>
                  <a:pt x="220205" y="329428"/>
                </a:cubicBezTo>
                <a:cubicBezTo>
                  <a:pt x="220125" y="331300"/>
                  <a:pt x="225197" y="338118"/>
                  <a:pt x="231476" y="344578"/>
                </a:cubicBezTo>
                <a:cubicBezTo>
                  <a:pt x="241029" y="354406"/>
                  <a:pt x="243162" y="358486"/>
                  <a:pt x="244540" y="369570"/>
                </a:cubicBezTo>
                <a:cubicBezTo>
                  <a:pt x="246852" y="388171"/>
                  <a:pt x="250097" y="394944"/>
                  <a:pt x="259568" y="400936"/>
                </a:cubicBezTo>
                <a:cubicBezTo>
                  <a:pt x="264099" y="403804"/>
                  <a:pt x="267809" y="408320"/>
                  <a:pt x="267812" y="410972"/>
                </a:cubicBezTo>
                <a:cubicBezTo>
                  <a:pt x="267815" y="413625"/>
                  <a:pt x="270140" y="417087"/>
                  <a:pt x="272980" y="418667"/>
                </a:cubicBezTo>
                <a:cubicBezTo>
                  <a:pt x="275819" y="420246"/>
                  <a:pt x="278864" y="422525"/>
                  <a:pt x="279745" y="423732"/>
                </a:cubicBezTo>
                <a:cubicBezTo>
                  <a:pt x="280626" y="424939"/>
                  <a:pt x="285040" y="426681"/>
                  <a:pt x="289553" y="427604"/>
                </a:cubicBezTo>
                <a:cubicBezTo>
                  <a:pt x="294067" y="428527"/>
                  <a:pt x="297992" y="430444"/>
                  <a:pt x="298277" y="431864"/>
                </a:cubicBezTo>
                <a:cubicBezTo>
                  <a:pt x="299018" y="435562"/>
                  <a:pt x="277163" y="436626"/>
                  <a:pt x="272913" y="433099"/>
                </a:cubicBezTo>
                <a:cubicBezTo>
                  <a:pt x="268101" y="429105"/>
                  <a:pt x="260026" y="432049"/>
                  <a:pt x="253686" y="440109"/>
                </a:cubicBezTo>
                <a:cubicBezTo>
                  <a:pt x="247489" y="447987"/>
                  <a:pt x="246928" y="457069"/>
                  <a:pt x="252360" y="461577"/>
                </a:cubicBezTo>
                <a:cubicBezTo>
                  <a:pt x="255321" y="464035"/>
                  <a:pt x="255560" y="465666"/>
                  <a:pt x="253346" y="468333"/>
                </a:cubicBezTo>
                <a:cubicBezTo>
                  <a:pt x="251741" y="470267"/>
                  <a:pt x="250992" y="474004"/>
                  <a:pt x="251680" y="476637"/>
                </a:cubicBezTo>
                <a:cubicBezTo>
                  <a:pt x="252369" y="479271"/>
                  <a:pt x="252179" y="485956"/>
                  <a:pt x="251259" y="491494"/>
                </a:cubicBezTo>
                <a:cubicBezTo>
                  <a:pt x="249997" y="499087"/>
                  <a:pt x="249133" y="500409"/>
                  <a:pt x="247743" y="496867"/>
                </a:cubicBezTo>
                <a:close/>
              </a:path>
            </a:pathLst>
          </a:custGeom>
          <a:solidFill>
            <a:srgbClr val="B9B9B9"/>
          </a:solidFill>
          <a:ln w="5163" cap="flat">
            <a:noFill/>
            <a:prstDash val="solid"/>
            <a:miter/>
          </a:ln>
        </p:spPr>
        <p:txBody>
          <a:bodyPr/>
          <a:lstStyle/>
          <a:p>
            <a:endParaRPr lang="es-419" noProof="0" dirty="0"/>
          </a:p>
        </p:txBody>
      </p:sp>
      <p:grpSp>
        <p:nvGrpSpPr>
          <p:cNvPr id="57" name="Gráfico 39">
            <a:extLst>
              <a:ext uri="{FF2B5EF4-FFF2-40B4-BE49-F238E27FC236}">
                <a16:creationId xmlns:a16="http://schemas.microsoft.com/office/drawing/2014/main" id="{9295A6D4-5B7D-FEAA-C72B-4EBA72932567}"/>
              </a:ext>
            </a:extLst>
          </p:cNvPr>
          <p:cNvGrpSpPr/>
          <p:nvPr/>
        </p:nvGrpSpPr>
        <p:grpSpPr>
          <a:xfrm>
            <a:off x="726816" y="1624037"/>
            <a:ext cx="321478" cy="429471"/>
            <a:chOff x="726816" y="1624037"/>
            <a:chExt cx="321478" cy="429471"/>
          </a:xfrm>
          <a:solidFill>
            <a:srgbClr val="B9B9B9"/>
          </a:solidFill>
        </p:grpSpPr>
        <p:sp>
          <p:nvSpPr>
            <p:cNvPr id="58" name="Forma libre: forma 57">
              <a:extLst>
                <a:ext uri="{FF2B5EF4-FFF2-40B4-BE49-F238E27FC236}">
                  <a16:creationId xmlns:a16="http://schemas.microsoft.com/office/drawing/2014/main" id="{59F40D58-78F6-C2D5-9DBC-99C66AC3D13A}"/>
                </a:ext>
              </a:extLst>
            </p:cNvPr>
            <p:cNvSpPr/>
            <p:nvPr/>
          </p:nvSpPr>
          <p:spPr>
            <a:xfrm>
              <a:off x="726816" y="1624037"/>
              <a:ext cx="321478" cy="429471"/>
            </a:xfrm>
            <a:custGeom>
              <a:avLst/>
              <a:gdLst>
                <a:gd name="csX0" fmla="*/ 298651 w 321478"/>
                <a:gd name="csY0" fmla="*/ 424657 h 429471"/>
                <a:gd name="csX1" fmla="*/ 285240 w 321478"/>
                <a:gd name="csY1" fmla="*/ 406239 h 429471"/>
                <a:gd name="csX2" fmla="*/ 285795 w 321478"/>
                <a:gd name="csY2" fmla="*/ 410173 h 429471"/>
                <a:gd name="csX3" fmla="*/ 287678 w 321478"/>
                <a:gd name="csY3" fmla="*/ 415491 h 429471"/>
                <a:gd name="csX4" fmla="*/ 268647 w 321478"/>
                <a:gd name="csY4" fmla="*/ 394065 h 429471"/>
                <a:gd name="csX5" fmla="*/ 249603 w 321478"/>
                <a:gd name="csY5" fmla="*/ 371546 h 429471"/>
                <a:gd name="csX6" fmla="*/ 255246 w 321478"/>
                <a:gd name="csY6" fmla="*/ 382701 h 429471"/>
                <a:gd name="csX7" fmla="*/ 260888 w 321478"/>
                <a:gd name="csY7" fmla="*/ 392041 h 429471"/>
                <a:gd name="csX8" fmla="*/ 254982 w 321478"/>
                <a:gd name="csY8" fmla="*/ 386884 h 429471"/>
                <a:gd name="csX9" fmla="*/ 245088 w 321478"/>
                <a:gd name="csY9" fmla="*/ 373977 h 429471"/>
                <a:gd name="csX10" fmla="*/ 227283 w 321478"/>
                <a:gd name="csY10" fmla="*/ 350451 h 429471"/>
                <a:gd name="csX11" fmla="*/ 213463 w 321478"/>
                <a:gd name="csY11" fmla="*/ 331266 h 429471"/>
                <a:gd name="csX12" fmla="*/ 191325 w 321478"/>
                <a:gd name="csY12" fmla="*/ 295282 h 429471"/>
                <a:gd name="csX13" fmla="*/ 182351 w 321478"/>
                <a:gd name="csY13" fmla="*/ 288640 h 429471"/>
                <a:gd name="csX14" fmla="*/ 181003 w 321478"/>
                <a:gd name="csY14" fmla="*/ 283904 h 429471"/>
                <a:gd name="csX15" fmla="*/ 179966 w 321478"/>
                <a:gd name="csY15" fmla="*/ 277802 h 429471"/>
                <a:gd name="csX16" fmla="*/ 170951 w 321478"/>
                <a:gd name="csY16" fmla="*/ 271038 h 429471"/>
                <a:gd name="csX17" fmla="*/ 164513 w 321478"/>
                <a:gd name="csY17" fmla="*/ 268249 h 429471"/>
                <a:gd name="csX18" fmla="*/ 156542 w 321478"/>
                <a:gd name="csY18" fmla="*/ 264259 h 429471"/>
                <a:gd name="csX19" fmla="*/ 146588 w 321478"/>
                <a:gd name="csY19" fmla="*/ 257160 h 429471"/>
                <a:gd name="csX20" fmla="*/ 135566 w 321478"/>
                <a:gd name="csY20" fmla="*/ 244331 h 429471"/>
                <a:gd name="csX21" fmla="*/ 140198 w 321478"/>
                <a:gd name="csY21" fmla="*/ 240806 h 429471"/>
                <a:gd name="csX22" fmla="*/ 149956 w 321478"/>
                <a:gd name="csY22" fmla="*/ 243611 h 429471"/>
                <a:gd name="csX23" fmla="*/ 139967 w 321478"/>
                <a:gd name="csY23" fmla="*/ 232769 h 429471"/>
                <a:gd name="csX24" fmla="*/ 129672 w 321478"/>
                <a:gd name="csY24" fmla="*/ 230788 h 429471"/>
                <a:gd name="csX25" fmla="*/ 122631 w 321478"/>
                <a:gd name="csY25" fmla="*/ 229456 h 429471"/>
                <a:gd name="csX26" fmla="*/ 114075 w 321478"/>
                <a:gd name="csY26" fmla="*/ 225535 h 429471"/>
                <a:gd name="csX27" fmla="*/ 112561 w 321478"/>
                <a:gd name="csY27" fmla="*/ 210989 h 429471"/>
                <a:gd name="csX28" fmla="*/ 113046 w 321478"/>
                <a:gd name="csY28" fmla="*/ 198950 h 429471"/>
                <a:gd name="csX29" fmla="*/ 110205 w 321478"/>
                <a:gd name="csY29" fmla="*/ 203079 h 429471"/>
                <a:gd name="csX30" fmla="*/ 107624 w 321478"/>
                <a:gd name="csY30" fmla="*/ 210049 h 429471"/>
                <a:gd name="csX31" fmla="*/ 105042 w 321478"/>
                <a:gd name="csY31" fmla="*/ 205992 h 429471"/>
                <a:gd name="csX32" fmla="*/ 101146 w 321478"/>
                <a:gd name="csY32" fmla="*/ 198040 h 429471"/>
                <a:gd name="csX33" fmla="*/ 106495 w 321478"/>
                <a:gd name="csY33" fmla="*/ 192040 h 429471"/>
                <a:gd name="csX34" fmla="*/ 110185 w 321478"/>
                <a:gd name="csY34" fmla="*/ 189360 h 429471"/>
                <a:gd name="csX35" fmla="*/ 105416 w 321478"/>
                <a:gd name="csY35" fmla="*/ 184234 h 429471"/>
                <a:gd name="csX36" fmla="*/ 94806 w 321478"/>
                <a:gd name="csY36" fmla="*/ 176570 h 429471"/>
                <a:gd name="csX37" fmla="*/ 84222 w 321478"/>
                <a:gd name="csY37" fmla="*/ 170141 h 429471"/>
                <a:gd name="csX38" fmla="*/ 77400 w 321478"/>
                <a:gd name="csY38" fmla="*/ 165246 h 429471"/>
                <a:gd name="csX39" fmla="*/ 66830 w 321478"/>
                <a:gd name="csY39" fmla="*/ 157291 h 429471"/>
                <a:gd name="csX40" fmla="*/ 62321 w 321478"/>
                <a:gd name="csY40" fmla="*/ 153462 h 429471"/>
                <a:gd name="csX41" fmla="*/ 58487 w 321478"/>
                <a:gd name="csY41" fmla="*/ 146011 h 429471"/>
                <a:gd name="csX42" fmla="*/ 53413 w 321478"/>
                <a:gd name="csY42" fmla="*/ 136585 h 429471"/>
                <a:gd name="csX43" fmla="*/ 46519 w 321478"/>
                <a:gd name="csY43" fmla="*/ 136694 h 429471"/>
                <a:gd name="csX44" fmla="*/ 42767 w 321478"/>
                <a:gd name="csY44" fmla="*/ 137339 h 429471"/>
                <a:gd name="csX45" fmla="*/ 40545 w 321478"/>
                <a:gd name="csY45" fmla="*/ 138358 h 429471"/>
                <a:gd name="csX46" fmla="*/ 34194 w 321478"/>
                <a:gd name="csY46" fmla="*/ 139945 h 429471"/>
                <a:gd name="csX47" fmla="*/ 30312 w 321478"/>
                <a:gd name="csY47" fmla="*/ 128691 h 429471"/>
                <a:gd name="csX48" fmla="*/ 32982 w 321478"/>
                <a:gd name="csY48" fmla="*/ 121125 h 429471"/>
                <a:gd name="csX49" fmla="*/ 29550 w 321478"/>
                <a:gd name="csY49" fmla="*/ 122878 h 429471"/>
                <a:gd name="csX50" fmla="*/ 21151 w 321478"/>
                <a:gd name="csY50" fmla="*/ 122752 h 429471"/>
                <a:gd name="csX51" fmla="*/ 17154 w 321478"/>
                <a:gd name="csY51" fmla="*/ 123427 h 429471"/>
                <a:gd name="csX52" fmla="*/ 6342 w 321478"/>
                <a:gd name="csY52" fmla="*/ 119543 h 429471"/>
                <a:gd name="csX53" fmla="*/ 4365 w 321478"/>
                <a:gd name="csY53" fmla="*/ 113226 h 429471"/>
                <a:gd name="csX54" fmla="*/ 10819 w 321478"/>
                <a:gd name="csY54" fmla="*/ 114808 h 429471"/>
                <a:gd name="csX55" fmla="*/ 4707 w 321478"/>
                <a:gd name="csY55" fmla="*/ 109494 h 429471"/>
                <a:gd name="csX56" fmla="*/ 1796 w 321478"/>
                <a:gd name="csY56" fmla="*/ 100322 h 429471"/>
                <a:gd name="csX57" fmla="*/ 1838 w 321478"/>
                <a:gd name="csY57" fmla="*/ 92658 h 429471"/>
                <a:gd name="csX58" fmla="*/ 4233 w 321478"/>
                <a:gd name="csY58" fmla="*/ 77378 h 429471"/>
                <a:gd name="csX59" fmla="*/ 13902 w 321478"/>
                <a:gd name="csY59" fmla="*/ 62490 h 429471"/>
                <a:gd name="csX60" fmla="*/ 16192 w 321478"/>
                <a:gd name="csY60" fmla="*/ 65508 h 429471"/>
                <a:gd name="csX61" fmla="*/ 14368 w 321478"/>
                <a:gd name="csY61" fmla="*/ 71941 h 429471"/>
                <a:gd name="csX62" fmla="*/ 19324 w 321478"/>
                <a:gd name="csY62" fmla="*/ 65780 h 429471"/>
                <a:gd name="csX63" fmla="*/ 24280 w 321478"/>
                <a:gd name="csY63" fmla="*/ 59619 h 429471"/>
                <a:gd name="csX64" fmla="*/ 25989 w 321478"/>
                <a:gd name="csY64" fmla="*/ 66426 h 429471"/>
                <a:gd name="csX65" fmla="*/ 30049 w 321478"/>
                <a:gd name="csY65" fmla="*/ 73232 h 429471"/>
                <a:gd name="csX66" fmla="*/ 30241 w 321478"/>
                <a:gd name="csY66" fmla="*/ 65700 h 429471"/>
                <a:gd name="csX67" fmla="*/ 47033 w 321478"/>
                <a:gd name="csY67" fmla="*/ 46164 h 429471"/>
                <a:gd name="csX68" fmla="*/ 89508 w 321478"/>
                <a:gd name="csY68" fmla="*/ 4943 h 429471"/>
                <a:gd name="csX69" fmla="*/ 99998 w 321478"/>
                <a:gd name="csY69" fmla="*/ 2688 h 429471"/>
                <a:gd name="csX70" fmla="*/ 114706 w 321478"/>
                <a:gd name="csY70" fmla="*/ 3716 h 429471"/>
                <a:gd name="csX71" fmla="*/ 123108 w 321478"/>
                <a:gd name="csY71" fmla="*/ 2764 h 429471"/>
                <a:gd name="csX72" fmla="*/ 137332 w 321478"/>
                <a:gd name="csY72" fmla="*/ 60759 h 429471"/>
                <a:gd name="csX73" fmla="*/ 159468 w 321478"/>
                <a:gd name="csY73" fmla="*/ 80313 h 429471"/>
                <a:gd name="csX74" fmla="*/ 174324 w 321478"/>
                <a:gd name="csY74" fmla="*/ 89973 h 429471"/>
                <a:gd name="csX75" fmla="*/ 184004 w 321478"/>
                <a:gd name="csY75" fmla="*/ 107383 h 429471"/>
                <a:gd name="csX76" fmla="*/ 190190 w 321478"/>
                <a:gd name="csY76" fmla="*/ 148735 h 429471"/>
                <a:gd name="csX77" fmla="*/ 191494 w 321478"/>
                <a:gd name="csY77" fmla="*/ 177131 h 429471"/>
                <a:gd name="csX78" fmla="*/ 195355 w 321478"/>
                <a:gd name="csY78" fmla="*/ 191824 h 429471"/>
                <a:gd name="csX79" fmla="*/ 205385 w 321478"/>
                <a:gd name="csY79" fmla="*/ 204731 h 429471"/>
                <a:gd name="csX80" fmla="*/ 224780 w 321478"/>
                <a:gd name="csY80" fmla="*/ 233927 h 429471"/>
                <a:gd name="csX81" fmla="*/ 251313 w 321478"/>
                <a:gd name="csY81" fmla="*/ 251602 h 429471"/>
                <a:gd name="csX82" fmla="*/ 265826 w 321478"/>
                <a:gd name="csY82" fmla="*/ 256119 h 429471"/>
                <a:gd name="csX83" fmla="*/ 280190 w 321478"/>
                <a:gd name="csY83" fmla="*/ 283901 h 429471"/>
                <a:gd name="csX84" fmla="*/ 287275 w 321478"/>
                <a:gd name="csY84" fmla="*/ 317016 h 429471"/>
                <a:gd name="csX85" fmla="*/ 290907 w 321478"/>
                <a:gd name="csY85" fmla="*/ 329217 h 429471"/>
                <a:gd name="csX86" fmla="*/ 293537 w 321478"/>
                <a:gd name="csY86" fmla="*/ 337861 h 429471"/>
                <a:gd name="csX87" fmla="*/ 302616 w 321478"/>
                <a:gd name="csY87" fmla="*/ 352211 h 429471"/>
                <a:gd name="csX88" fmla="*/ 314264 w 321478"/>
                <a:gd name="csY88" fmla="*/ 364936 h 429471"/>
                <a:gd name="csX89" fmla="*/ 319645 w 321478"/>
                <a:gd name="csY89" fmla="*/ 375951 h 429471"/>
                <a:gd name="csX90" fmla="*/ 316721 w 321478"/>
                <a:gd name="csY90" fmla="*/ 384238 h 429471"/>
                <a:gd name="csX91" fmla="*/ 312540 w 321478"/>
                <a:gd name="csY91" fmla="*/ 395571 h 429471"/>
                <a:gd name="csX92" fmla="*/ 312871 w 321478"/>
                <a:gd name="csY92" fmla="*/ 424954 h 429471"/>
                <a:gd name="csX93" fmla="*/ 306671 w 321478"/>
                <a:gd name="csY93" fmla="*/ 429472 h 429471"/>
                <a:gd name="csX94" fmla="*/ 298651 w 321478"/>
                <a:gd name="csY94" fmla="*/ 424657 h 4294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321478" h="429471">
                  <a:moveTo>
                    <a:pt x="298651" y="424657"/>
                  </a:moveTo>
                  <a:cubicBezTo>
                    <a:pt x="298651" y="419121"/>
                    <a:pt x="289271" y="406239"/>
                    <a:pt x="285240" y="406239"/>
                  </a:cubicBezTo>
                  <a:cubicBezTo>
                    <a:pt x="283590" y="406239"/>
                    <a:pt x="283808" y="407778"/>
                    <a:pt x="285795" y="410173"/>
                  </a:cubicBezTo>
                  <a:cubicBezTo>
                    <a:pt x="287591" y="412337"/>
                    <a:pt x="288438" y="414730"/>
                    <a:pt x="287678" y="415491"/>
                  </a:cubicBezTo>
                  <a:cubicBezTo>
                    <a:pt x="285539" y="417629"/>
                    <a:pt x="270321" y="400495"/>
                    <a:pt x="268647" y="394065"/>
                  </a:cubicBezTo>
                  <a:cubicBezTo>
                    <a:pt x="267226" y="388605"/>
                    <a:pt x="249603" y="367767"/>
                    <a:pt x="249603" y="371546"/>
                  </a:cubicBezTo>
                  <a:cubicBezTo>
                    <a:pt x="249603" y="372545"/>
                    <a:pt x="252142" y="377564"/>
                    <a:pt x="255246" y="382701"/>
                  </a:cubicBezTo>
                  <a:lnTo>
                    <a:pt x="260888" y="392041"/>
                  </a:lnTo>
                  <a:lnTo>
                    <a:pt x="254982" y="386884"/>
                  </a:lnTo>
                  <a:cubicBezTo>
                    <a:pt x="251733" y="384048"/>
                    <a:pt x="247281" y="378240"/>
                    <a:pt x="245088" y="373977"/>
                  </a:cubicBezTo>
                  <a:cubicBezTo>
                    <a:pt x="242896" y="369714"/>
                    <a:pt x="234883" y="359128"/>
                    <a:pt x="227283" y="350451"/>
                  </a:cubicBezTo>
                  <a:cubicBezTo>
                    <a:pt x="219682" y="341775"/>
                    <a:pt x="213463" y="333142"/>
                    <a:pt x="213463" y="331266"/>
                  </a:cubicBezTo>
                  <a:cubicBezTo>
                    <a:pt x="213463" y="326133"/>
                    <a:pt x="194515" y="295333"/>
                    <a:pt x="191325" y="295282"/>
                  </a:cubicBezTo>
                  <a:cubicBezTo>
                    <a:pt x="189798" y="295257"/>
                    <a:pt x="185760" y="292268"/>
                    <a:pt x="182351" y="288640"/>
                  </a:cubicBezTo>
                  <a:cubicBezTo>
                    <a:pt x="177259" y="283219"/>
                    <a:pt x="177019" y="282375"/>
                    <a:pt x="181003" y="283904"/>
                  </a:cubicBezTo>
                  <a:cubicBezTo>
                    <a:pt x="185315" y="285558"/>
                    <a:pt x="185200" y="284882"/>
                    <a:pt x="179966" y="277802"/>
                  </a:cubicBezTo>
                  <a:cubicBezTo>
                    <a:pt x="176728" y="273422"/>
                    <a:pt x="172671" y="270378"/>
                    <a:pt x="170951" y="271038"/>
                  </a:cubicBezTo>
                  <a:cubicBezTo>
                    <a:pt x="169231" y="271698"/>
                    <a:pt x="166334" y="270443"/>
                    <a:pt x="164513" y="268249"/>
                  </a:cubicBezTo>
                  <a:cubicBezTo>
                    <a:pt x="162692" y="266054"/>
                    <a:pt x="159105" y="264259"/>
                    <a:pt x="156542" y="264259"/>
                  </a:cubicBezTo>
                  <a:cubicBezTo>
                    <a:pt x="153980" y="264259"/>
                    <a:pt x="149500" y="261065"/>
                    <a:pt x="146588" y="257160"/>
                  </a:cubicBezTo>
                  <a:cubicBezTo>
                    <a:pt x="143676" y="253256"/>
                    <a:pt x="138716" y="247482"/>
                    <a:pt x="135566" y="244331"/>
                  </a:cubicBezTo>
                  <a:cubicBezTo>
                    <a:pt x="127839" y="236597"/>
                    <a:pt x="131401" y="233886"/>
                    <a:pt x="140198" y="240806"/>
                  </a:cubicBezTo>
                  <a:cubicBezTo>
                    <a:pt x="145135" y="244689"/>
                    <a:pt x="148042" y="245525"/>
                    <a:pt x="149956" y="243611"/>
                  </a:cubicBezTo>
                  <a:cubicBezTo>
                    <a:pt x="154558" y="239009"/>
                    <a:pt x="147985" y="231874"/>
                    <a:pt x="139967" y="232769"/>
                  </a:cubicBezTo>
                  <a:cubicBezTo>
                    <a:pt x="136133" y="233196"/>
                    <a:pt x="131500" y="232305"/>
                    <a:pt x="129672" y="230788"/>
                  </a:cubicBezTo>
                  <a:cubicBezTo>
                    <a:pt x="127844" y="229271"/>
                    <a:pt x="124675" y="228672"/>
                    <a:pt x="122631" y="229456"/>
                  </a:cubicBezTo>
                  <a:cubicBezTo>
                    <a:pt x="120587" y="230241"/>
                    <a:pt x="116736" y="228476"/>
                    <a:pt x="114075" y="225535"/>
                  </a:cubicBezTo>
                  <a:cubicBezTo>
                    <a:pt x="109769" y="220777"/>
                    <a:pt x="109602" y="219173"/>
                    <a:pt x="112561" y="210989"/>
                  </a:cubicBezTo>
                  <a:cubicBezTo>
                    <a:pt x="114982" y="204297"/>
                    <a:pt x="115114" y="201018"/>
                    <a:pt x="113046" y="198950"/>
                  </a:cubicBezTo>
                  <a:cubicBezTo>
                    <a:pt x="110979" y="196883"/>
                    <a:pt x="110205" y="198007"/>
                    <a:pt x="110205" y="203079"/>
                  </a:cubicBezTo>
                  <a:cubicBezTo>
                    <a:pt x="110205" y="206912"/>
                    <a:pt x="109043" y="210049"/>
                    <a:pt x="107624" y="210049"/>
                  </a:cubicBezTo>
                  <a:cubicBezTo>
                    <a:pt x="106204" y="210049"/>
                    <a:pt x="105042" y="208223"/>
                    <a:pt x="105042" y="205992"/>
                  </a:cubicBezTo>
                  <a:cubicBezTo>
                    <a:pt x="105042" y="203761"/>
                    <a:pt x="103289" y="200182"/>
                    <a:pt x="101146" y="198040"/>
                  </a:cubicBezTo>
                  <a:cubicBezTo>
                    <a:pt x="95668" y="192562"/>
                    <a:pt x="98756" y="189098"/>
                    <a:pt x="106495" y="192040"/>
                  </a:cubicBezTo>
                  <a:cubicBezTo>
                    <a:pt x="112388" y="194281"/>
                    <a:pt x="112698" y="194056"/>
                    <a:pt x="110185" y="189360"/>
                  </a:cubicBezTo>
                  <a:cubicBezTo>
                    <a:pt x="108676" y="186541"/>
                    <a:pt x="106530" y="184234"/>
                    <a:pt x="105416" y="184234"/>
                  </a:cubicBezTo>
                  <a:cubicBezTo>
                    <a:pt x="104302" y="184234"/>
                    <a:pt x="99527" y="180785"/>
                    <a:pt x="94806" y="176570"/>
                  </a:cubicBezTo>
                  <a:cubicBezTo>
                    <a:pt x="90084" y="172354"/>
                    <a:pt x="85321" y="169461"/>
                    <a:pt x="84222" y="170141"/>
                  </a:cubicBezTo>
                  <a:cubicBezTo>
                    <a:pt x="83122" y="170820"/>
                    <a:pt x="80052" y="168617"/>
                    <a:pt x="77400" y="165246"/>
                  </a:cubicBezTo>
                  <a:cubicBezTo>
                    <a:pt x="74748" y="161874"/>
                    <a:pt x="69991" y="158294"/>
                    <a:pt x="66830" y="157291"/>
                  </a:cubicBezTo>
                  <a:cubicBezTo>
                    <a:pt x="63669" y="156287"/>
                    <a:pt x="61640" y="154564"/>
                    <a:pt x="62321" y="153462"/>
                  </a:cubicBezTo>
                  <a:cubicBezTo>
                    <a:pt x="63003" y="152359"/>
                    <a:pt x="61277" y="149007"/>
                    <a:pt x="58487" y="146011"/>
                  </a:cubicBezTo>
                  <a:cubicBezTo>
                    <a:pt x="55696" y="143016"/>
                    <a:pt x="53413" y="138774"/>
                    <a:pt x="53413" y="136585"/>
                  </a:cubicBezTo>
                  <a:cubicBezTo>
                    <a:pt x="53413" y="131375"/>
                    <a:pt x="48531" y="131452"/>
                    <a:pt x="46519" y="136694"/>
                  </a:cubicBezTo>
                  <a:cubicBezTo>
                    <a:pt x="45256" y="139986"/>
                    <a:pt x="44525" y="140111"/>
                    <a:pt x="42767" y="137339"/>
                  </a:cubicBezTo>
                  <a:cubicBezTo>
                    <a:pt x="41090" y="134693"/>
                    <a:pt x="40576" y="134929"/>
                    <a:pt x="40545" y="138358"/>
                  </a:cubicBezTo>
                  <a:cubicBezTo>
                    <a:pt x="40512" y="142152"/>
                    <a:pt x="39561" y="142390"/>
                    <a:pt x="34194" y="139945"/>
                  </a:cubicBezTo>
                  <a:cubicBezTo>
                    <a:pt x="25899" y="136165"/>
                    <a:pt x="24011" y="130691"/>
                    <a:pt x="30312" y="128691"/>
                  </a:cubicBezTo>
                  <a:cubicBezTo>
                    <a:pt x="35660" y="126994"/>
                    <a:pt x="36881" y="123535"/>
                    <a:pt x="32982" y="121125"/>
                  </a:cubicBezTo>
                  <a:cubicBezTo>
                    <a:pt x="31683" y="120322"/>
                    <a:pt x="30139" y="121111"/>
                    <a:pt x="29550" y="122878"/>
                  </a:cubicBezTo>
                  <a:cubicBezTo>
                    <a:pt x="28702" y="125423"/>
                    <a:pt x="26957" y="125397"/>
                    <a:pt x="21151" y="122752"/>
                  </a:cubicBezTo>
                  <a:cubicBezTo>
                    <a:pt x="14600" y="119767"/>
                    <a:pt x="14176" y="119839"/>
                    <a:pt x="17154" y="123427"/>
                  </a:cubicBezTo>
                  <a:cubicBezTo>
                    <a:pt x="23195" y="130706"/>
                    <a:pt x="15185" y="127829"/>
                    <a:pt x="6342" y="119543"/>
                  </a:cubicBezTo>
                  <a:cubicBezTo>
                    <a:pt x="-1702" y="112007"/>
                    <a:pt x="-1792" y="111717"/>
                    <a:pt x="4365" y="113226"/>
                  </a:cubicBezTo>
                  <a:lnTo>
                    <a:pt x="10819" y="114808"/>
                  </a:lnTo>
                  <a:lnTo>
                    <a:pt x="4707" y="109494"/>
                  </a:lnTo>
                  <a:cubicBezTo>
                    <a:pt x="-312" y="105131"/>
                    <a:pt x="-833" y="103490"/>
                    <a:pt x="1796" y="100322"/>
                  </a:cubicBezTo>
                  <a:cubicBezTo>
                    <a:pt x="4323" y="97278"/>
                    <a:pt x="4332" y="95662"/>
                    <a:pt x="1838" y="92658"/>
                  </a:cubicBezTo>
                  <a:cubicBezTo>
                    <a:pt x="-700" y="89600"/>
                    <a:pt x="-229" y="86595"/>
                    <a:pt x="4233" y="77378"/>
                  </a:cubicBezTo>
                  <a:cubicBezTo>
                    <a:pt x="7287" y="71068"/>
                    <a:pt x="11639" y="64368"/>
                    <a:pt x="13902" y="62490"/>
                  </a:cubicBezTo>
                  <a:cubicBezTo>
                    <a:pt x="17532" y="59477"/>
                    <a:pt x="17802" y="59833"/>
                    <a:pt x="16192" y="65508"/>
                  </a:cubicBezTo>
                  <a:lnTo>
                    <a:pt x="14368" y="71941"/>
                  </a:lnTo>
                  <a:lnTo>
                    <a:pt x="19324" y="65780"/>
                  </a:lnTo>
                  <a:lnTo>
                    <a:pt x="24280" y="59619"/>
                  </a:lnTo>
                  <a:lnTo>
                    <a:pt x="25989" y="66426"/>
                  </a:lnTo>
                  <a:cubicBezTo>
                    <a:pt x="26928" y="70169"/>
                    <a:pt x="28755" y="73232"/>
                    <a:pt x="30049" y="73232"/>
                  </a:cubicBezTo>
                  <a:cubicBezTo>
                    <a:pt x="31420" y="73232"/>
                    <a:pt x="31500" y="70091"/>
                    <a:pt x="30241" y="65700"/>
                  </a:cubicBezTo>
                  <a:cubicBezTo>
                    <a:pt x="28162" y="58450"/>
                    <a:pt x="28788" y="57720"/>
                    <a:pt x="47033" y="46164"/>
                  </a:cubicBezTo>
                  <a:cubicBezTo>
                    <a:pt x="66934" y="33559"/>
                    <a:pt x="85466" y="15573"/>
                    <a:pt x="89508" y="4943"/>
                  </a:cubicBezTo>
                  <a:cubicBezTo>
                    <a:pt x="91833" y="-1172"/>
                    <a:pt x="92131" y="-1236"/>
                    <a:pt x="99998" y="2688"/>
                  </a:cubicBezTo>
                  <a:cubicBezTo>
                    <a:pt x="106503" y="5933"/>
                    <a:pt x="109396" y="6135"/>
                    <a:pt x="114706" y="3716"/>
                  </a:cubicBezTo>
                  <a:cubicBezTo>
                    <a:pt x="118341" y="2059"/>
                    <a:pt x="122122" y="1631"/>
                    <a:pt x="123108" y="2764"/>
                  </a:cubicBezTo>
                  <a:cubicBezTo>
                    <a:pt x="125561" y="5583"/>
                    <a:pt x="135461" y="45948"/>
                    <a:pt x="137332" y="60759"/>
                  </a:cubicBezTo>
                  <a:cubicBezTo>
                    <a:pt x="139199" y="75538"/>
                    <a:pt x="141734" y="77777"/>
                    <a:pt x="159468" y="80313"/>
                  </a:cubicBezTo>
                  <a:cubicBezTo>
                    <a:pt x="172513" y="82178"/>
                    <a:pt x="173509" y="82826"/>
                    <a:pt x="174324" y="89973"/>
                  </a:cubicBezTo>
                  <a:cubicBezTo>
                    <a:pt x="174804" y="94187"/>
                    <a:pt x="179160" y="102021"/>
                    <a:pt x="184004" y="107383"/>
                  </a:cubicBezTo>
                  <a:cubicBezTo>
                    <a:pt x="193664" y="118075"/>
                    <a:pt x="194152" y="121338"/>
                    <a:pt x="190190" y="148735"/>
                  </a:cubicBezTo>
                  <a:cubicBezTo>
                    <a:pt x="188197" y="162515"/>
                    <a:pt x="188470" y="168448"/>
                    <a:pt x="191494" y="177131"/>
                  </a:cubicBezTo>
                  <a:cubicBezTo>
                    <a:pt x="193597" y="183167"/>
                    <a:pt x="195335" y="189779"/>
                    <a:pt x="195355" y="191824"/>
                  </a:cubicBezTo>
                  <a:cubicBezTo>
                    <a:pt x="195376" y="193868"/>
                    <a:pt x="199889" y="199676"/>
                    <a:pt x="205385" y="204731"/>
                  </a:cubicBezTo>
                  <a:cubicBezTo>
                    <a:pt x="211344" y="210212"/>
                    <a:pt x="219172" y="221995"/>
                    <a:pt x="224780" y="233927"/>
                  </a:cubicBezTo>
                  <a:cubicBezTo>
                    <a:pt x="234706" y="255043"/>
                    <a:pt x="236093" y="255967"/>
                    <a:pt x="251313" y="251602"/>
                  </a:cubicBezTo>
                  <a:cubicBezTo>
                    <a:pt x="258379" y="249575"/>
                    <a:pt x="260277" y="250166"/>
                    <a:pt x="265826" y="256119"/>
                  </a:cubicBezTo>
                  <a:cubicBezTo>
                    <a:pt x="272628" y="263417"/>
                    <a:pt x="281243" y="280080"/>
                    <a:pt x="280190" y="283901"/>
                  </a:cubicBezTo>
                  <a:cubicBezTo>
                    <a:pt x="278841" y="288796"/>
                    <a:pt x="283826" y="312090"/>
                    <a:pt x="287275" y="317016"/>
                  </a:cubicBezTo>
                  <a:cubicBezTo>
                    <a:pt x="289273" y="319867"/>
                    <a:pt x="290907" y="325358"/>
                    <a:pt x="290907" y="329217"/>
                  </a:cubicBezTo>
                  <a:cubicBezTo>
                    <a:pt x="290907" y="333077"/>
                    <a:pt x="292090" y="336967"/>
                    <a:pt x="293537" y="337861"/>
                  </a:cubicBezTo>
                  <a:cubicBezTo>
                    <a:pt x="294984" y="338755"/>
                    <a:pt x="299069" y="345213"/>
                    <a:pt x="302616" y="352211"/>
                  </a:cubicBezTo>
                  <a:cubicBezTo>
                    <a:pt x="307126" y="361111"/>
                    <a:pt x="310627" y="364936"/>
                    <a:pt x="314264" y="364936"/>
                  </a:cubicBezTo>
                  <a:cubicBezTo>
                    <a:pt x="320436" y="364936"/>
                    <a:pt x="323792" y="371805"/>
                    <a:pt x="319645" y="375951"/>
                  </a:cubicBezTo>
                  <a:cubicBezTo>
                    <a:pt x="318037" y="377560"/>
                    <a:pt x="316721" y="381289"/>
                    <a:pt x="316721" y="384238"/>
                  </a:cubicBezTo>
                  <a:cubicBezTo>
                    <a:pt x="316721" y="387188"/>
                    <a:pt x="314840" y="392287"/>
                    <a:pt x="312540" y="395571"/>
                  </a:cubicBezTo>
                  <a:cubicBezTo>
                    <a:pt x="308425" y="401445"/>
                    <a:pt x="308570" y="414286"/>
                    <a:pt x="312871" y="424954"/>
                  </a:cubicBezTo>
                  <a:cubicBezTo>
                    <a:pt x="314372" y="428678"/>
                    <a:pt x="313283" y="429472"/>
                    <a:pt x="306671" y="429472"/>
                  </a:cubicBezTo>
                  <a:cubicBezTo>
                    <a:pt x="300565" y="429472"/>
                    <a:pt x="298651" y="428323"/>
                    <a:pt x="298651" y="424657"/>
                  </a:cubicBezTo>
                  <a:close/>
                </a:path>
              </a:pathLst>
            </a:custGeom>
            <a:solidFill>
              <a:srgbClr val="B9B9B9"/>
            </a:solidFill>
            <a:ln w="5163" cap="flat">
              <a:noFill/>
              <a:prstDash val="solid"/>
              <a:miter/>
            </a:ln>
          </p:spPr>
          <p:txBody>
            <a:bodyPr/>
            <a:lstStyle/>
            <a:p>
              <a:endParaRPr lang="es-419" noProof="0" dirty="0"/>
            </a:p>
          </p:txBody>
        </p:sp>
        <p:sp>
          <p:nvSpPr>
            <p:cNvPr id="59" name="Forma libre: forma 58">
              <a:extLst>
                <a:ext uri="{FF2B5EF4-FFF2-40B4-BE49-F238E27FC236}">
                  <a16:creationId xmlns:a16="http://schemas.microsoft.com/office/drawing/2014/main" id="{5BFDA0B0-59B6-217C-C268-17FB59BBFC1C}"/>
                </a:ext>
              </a:extLst>
            </p:cNvPr>
            <p:cNvSpPr/>
            <p:nvPr/>
          </p:nvSpPr>
          <p:spPr>
            <a:xfrm>
              <a:off x="812163" y="1806340"/>
              <a:ext cx="15955" cy="30179"/>
            </a:xfrm>
            <a:custGeom>
              <a:avLst/>
              <a:gdLst>
                <a:gd name="csX0" fmla="*/ 12859 w 15955"/>
                <a:gd name="csY0" fmla="*/ 27128 h 30179"/>
                <a:gd name="csX1" fmla="*/ 45 w 15955"/>
                <a:gd name="csY1" fmla="*/ 70 h 30179"/>
                <a:gd name="csX2" fmla="*/ 15145 w 15955"/>
                <a:gd name="csY2" fmla="*/ 24519 h 30179"/>
                <a:gd name="csX3" fmla="*/ 12859 w 15955"/>
                <a:gd name="csY3" fmla="*/ 27128 h 30179"/>
              </a:gdLst>
              <a:ahLst/>
              <a:cxnLst>
                <a:cxn ang="0">
                  <a:pos x="csX0" y="csY0"/>
                </a:cxn>
                <a:cxn ang="0">
                  <a:pos x="csX1" y="csY1"/>
                </a:cxn>
                <a:cxn ang="0">
                  <a:pos x="csX2" y="csY2"/>
                </a:cxn>
                <a:cxn ang="0">
                  <a:pos x="csX3" y="csY3"/>
                </a:cxn>
              </a:cxnLst>
              <a:rect l="l" t="t" r="r" b="b"/>
              <a:pathLst>
                <a:path w="15955" h="30179">
                  <a:moveTo>
                    <a:pt x="12859" y="27128"/>
                  </a:moveTo>
                  <a:cubicBezTo>
                    <a:pt x="8119" y="19457"/>
                    <a:pt x="-707" y="822"/>
                    <a:pt x="45" y="70"/>
                  </a:cubicBezTo>
                  <a:cubicBezTo>
                    <a:pt x="1430" y="-1315"/>
                    <a:pt x="13563" y="18330"/>
                    <a:pt x="15145" y="24519"/>
                  </a:cubicBezTo>
                  <a:cubicBezTo>
                    <a:pt x="16793" y="30962"/>
                    <a:pt x="15876" y="32008"/>
                    <a:pt x="12859" y="27128"/>
                  </a:cubicBezTo>
                  <a:close/>
                </a:path>
              </a:pathLst>
            </a:custGeom>
            <a:solidFill>
              <a:srgbClr val="B9B9B9"/>
            </a:solidFill>
            <a:ln w="5163" cap="flat">
              <a:noFill/>
              <a:prstDash val="solid"/>
              <a:miter/>
            </a:ln>
          </p:spPr>
          <p:txBody>
            <a:bodyPr/>
            <a:lstStyle/>
            <a:p>
              <a:endParaRPr lang="es-419" noProof="0" dirty="0"/>
            </a:p>
          </p:txBody>
        </p:sp>
      </p:grpSp>
      <p:sp>
        <p:nvSpPr>
          <p:cNvPr id="60" name="Forma libre: forma 59">
            <a:extLst>
              <a:ext uri="{FF2B5EF4-FFF2-40B4-BE49-F238E27FC236}">
                <a16:creationId xmlns:a16="http://schemas.microsoft.com/office/drawing/2014/main" id="{A3C78916-730B-AD0C-36CE-35A723202EA9}"/>
              </a:ext>
            </a:extLst>
          </p:cNvPr>
          <p:cNvSpPr/>
          <p:nvPr/>
        </p:nvSpPr>
        <p:spPr>
          <a:xfrm>
            <a:off x="781520" y="1178397"/>
            <a:ext cx="460893" cy="570101"/>
          </a:xfrm>
          <a:custGeom>
            <a:avLst/>
            <a:gdLst>
              <a:gd name="csX0" fmla="*/ 151660 w 460893"/>
              <a:gd name="csY0" fmla="*/ 568610 h 570101"/>
              <a:gd name="csX1" fmla="*/ 140689 w 460893"/>
              <a:gd name="csY1" fmla="*/ 563178 h 570101"/>
              <a:gd name="csX2" fmla="*/ 131877 w 460893"/>
              <a:gd name="csY2" fmla="*/ 549661 h 570101"/>
              <a:gd name="csX3" fmla="*/ 122196 w 460893"/>
              <a:gd name="csY3" fmla="*/ 532968 h 570101"/>
              <a:gd name="csX4" fmla="*/ 107130 w 460893"/>
              <a:gd name="csY4" fmla="*/ 523131 h 570101"/>
              <a:gd name="csX5" fmla="*/ 89869 w 460893"/>
              <a:gd name="csY5" fmla="*/ 518421 h 570101"/>
              <a:gd name="csX6" fmla="*/ 85076 w 460893"/>
              <a:gd name="csY6" fmla="*/ 501266 h 570101"/>
              <a:gd name="csX7" fmla="*/ 77677 w 460893"/>
              <a:gd name="csY7" fmla="*/ 465952 h 570101"/>
              <a:gd name="csX8" fmla="*/ 72006 w 460893"/>
              <a:gd name="csY8" fmla="*/ 445300 h 570101"/>
              <a:gd name="csX9" fmla="*/ 58957 w 460893"/>
              <a:gd name="csY9" fmla="*/ 446095 h 570101"/>
              <a:gd name="csX10" fmla="*/ 35144 w 460893"/>
              <a:gd name="csY10" fmla="*/ 436548 h 570101"/>
              <a:gd name="csX11" fmla="*/ 24381 w 460893"/>
              <a:gd name="csY11" fmla="*/ 426207 h 570101"/>
              <a:gd name="csX12" fmla="*/ 26114 w 460893"/>
              <a:gd name="csY12" fmla="*/ 405421 h 570101"/>
              <a:gd name="csX13" fmla="*/ 25165 w 460893"/>
              <a:gd name="csY13" fmla="*/ 384636 h 570101"/>
              <a:gd name="csX14" fmla="*/ 17520 w 460893"/>
              <a:gd name="csY14" fmla="*/ 374956 h 570101"/>
              <a:gd name="csX15" fmla="*/ 6475 w 460893"/>
              <a:gd name="csY15" fmla="*/ 353942 h 570101"/>
              <a:gd name="csX16" fmla="*/ 196 w 460893"/>
              <a:gd name="csY16" fmla="*/ 332000 h 570101"/>
              <a:gd name="csX17" fmla="*/ 0 w 460893"/>
              <a:gd name="csY17" fmla="*/ 321391 h 570101"/>
              <a:gd name="csX18" fmla="*/ 20006 w 460893"/>
              <a:gd name="csY18" fmla="*/ 322209 h 570101"/>
              <a:gd name="csX19" fmla="*/ 37306 w 460893"/>
              <a:gd name="csY19" fmla="*/ 304003 h 570101"/>
              <a:gd name="csX20" fmla="*/ 36933 w 460893"/>
              <a:gd name="csY20" fmla="*/ 289805 h 570101"/>
              <a:gd name="csX21" fmla="*/ 37690 w 460893"/>
              <a:gd name="csY21" fmla="*/ 253719 h 570101"/>
              <a:gd name="csX22" fmla="*/ 41303 w 460893"/>
              <a:gd name="csY22" fmla="*/ 221451 h 570101"/>
              <a:gd name="csX23" fmla="*/ 48412 w 460893"/>
              <a:gd name="csY23" fmla="*/ 202644 h 570101"/>
              <a:gd name="csX24" fmla="*/ 48257 w 460893"/>
              <a:gd name="csY24" fmla="*/ 124622 h 570101"/>
              <a:gd name="csX25" fmla="*/ 40464 w 460893"/>
              <a:gd name="csY25" fmla="*/ 83859 h 570101"/>
              <a:gd name="csX26" fmla="*/ 52830 w 460893"/>
              <a:gd name="csY26" fmla="*/ 45160 h 570101"/>
              <a:gd name="csX27" fmla="*/ 63246 w 460893"/>
              <a:gd name="csY27" fmla="*/ 46920 h 570101"/>
              <a:gd name="csX28" fmla="*/ 63246 w 460893"/>
              <a:gd name="csY28" fmla="*/ 23460 h 570101"/>
              <a:gd name="csX29" fmla="*/ 66672 w 460893"/>
              <a:gd name="csY29" fmla="*/ 0 h 570101"/>
              <a:gd name="csX30" fmla="*/ 126691 w 460893"/>
              <a:gd name="csY30" fmla="*/ 3798 h 570101"/>
              <a:gd name="csX31" fmla="*/ 203405 w 460893"/>
              <a:gd name="csY31" fmla="*/ 8311 h 570101"/>
              <a:gd name="csX32" fmla="*/ 223527 w 460893"/>
              <a:gd name="csY32" fmla="*/ 9026 h 570101"/>
              <a:gd name="csX33" fmla="*/ 229665 w 460893"/>
              <a:gd name="csY33" fmla="*/ 21938 h 570101"/>
              <a:gd name="csX34" fmla="*/ 254984 w 460893"/>
              <a:gd name="csY34" fmla="*/ 54210 h 570101"/>
              <a:gd name="csX35" fmla="*/ 267180 w 460893"/>
              <a:gd name="csY35" fmla="*/ 65624 h 570101"/>
              <a:gd name="csX36" fmla="*/ 283960 w 460893"/>
              <a:gd name="csY36" fmla="*/ 83994 h 570101"/>
              <a:gd name="csX37" fmla="*/ 300739 w 460893"/>
              <a:gd name="csY37" fmla="*/ 103278 h 570101"/>
              <a:gd name="csX38" fmla="*/ 307688 w 460893"/>
              <a:gd name="csY38" fmla="*/ 107024 h 570101"/>
              <a:gd name="csX39" fmla="*/ 338320 w 460893"/>
              <a:gd name="csY39" fmla="*/ 140082 h 570101"/>
              <a:gd name="csX40" fmla="*/ 345307 w 460893"/>
              <a:gd name="csY40" fmla="*/ 156757 h 570101"/>
              <a:gd name="csX41" fmla="*/ 350264 w 460893"/>
              <a:gd name="csY41" fmla="*/ 174757 h 570101"/>
              <a:gd name="csX42" fmla="*/ 353728 w 460893"/>
              <a:gd name="csY42" fmla="*/ 192882 h 570101"/>
              <a:gd name="csX43" fmla="*/ 357557 w 460893"/>
              <a:gd name="csY43" fmla="*/ 206186 h 570101"/>
              <a:gd name="csX44" fmla="*/ 373046 w 460893"/>
              <a:gd name="csY44" fmla="*/ 221653 h 570101"/>
              <a:gd name="csX45" fmla="*/ 388508 w 460893"/>
              <a:gd name="csY45" fmla="*/ 235073 h 570101"/>
              <a:gd name="csX46" fmla="*/ 408536 w 460893"/>
              <a:gd name="csY46" fmla="*/ 251563 h 570101"/>
              <a:gd name="csX47" fmla="*/ 419486 w 460893"/>
              <a:gd name="csY47" fmla="*/ 258145 h 570101"/>
              <a:gd name="csX48" fmla="*/ 429612 w 460893"/>
              <a:gd name="csY48" fmla="*/ 264555 h 570101"/>
              <a:gd name="csX49" fmla="*/ 440498 w 460893"/>
              <a:gd name="csY49" fmla="*/ 270196 h 570101"/>
              <a:gd name="csX50" fmla="*/ 458638 w 460893"/>
              <a:gd name="csY50" fmla="*/ 279871 h 570101"/>
              <a:gd name="csX51" fmla="*/ 433706 w 460893"/>
              <a:gd name="csY51" fmla="*/ 328123 h 570101"/>
              <a:gd name="csX52" fmla="*/ 401785 w 460893"/>
              <a:gd name="csY52" fmla="*/ 376892 h 570101"/>
              <a:gd name="csX53" fmla="*/ 408173 w 460893"/>
              <a:gd name="csY53" fmla="*/ 427230 h 570101"/>
              <a:gd name="csX54" fmla="*/ 407224 w 460893"/>
              <a:gd name="csY54" fmla="*/ 481463 h 570101"/>
              <a:gd name="csX55" fmla="*/ 357001 w 460893"/>
              <a:gd name="csY55" fmla="*/ 500599 h 570101"/>
              <a:gd name="csX56" fmla="*/ 339993 w 460893"/>
              <a:gd name="csY56" fmla="*/ 507393 h 570101"/>
              <a:gd name="csX57" fmla="*/ 315871 w 460893"/>
              <a:gd name="csY57" fmla="*/ 500146 h 570101"/>
              <a:gd name="csX58" fmla="*/ 305685 w 460893"/>
              <a:gd name="csY58" fmla="*/ 499249 h 570101"/>
              <a:gd name="csX59" fmla="*/ 291896 w 460893"/>
              <a:gd name="csY59" fmla="*/ 499687 h 570101"/>
              <a:gd name="csX60" fmla="*/ 270870 w 460893"/>
              <a:gd name="csY60" fmla="*/ 491757 h 570101"/>
              <a:gd name="csX61" fmla="*/ 256706 w 460893"/>
              <a:gd name="csY61" fmla="*/ 481408 h 570101"/>
              <a:gd name="csX62" fmla="*/ 242051 w 460893"/>
              <a:gd name="csY62" fmla="*/ 472207 h 570101"/>
              <a:gd name="csX63" fmla="*/ 227525 w 460893"/>
              <a:gd name="csY63" fmla="*/ 468533 h 570101"/>
              <a:gd name="csX64" fmla="*/ 222731 w 460893"/>
              <a:gd name="csY64" fmla="*/ 472486 h 570101"/>
              <a:gd name="csX65" fmla="*/ 210984 w 460893"/>
              <a:gd name="csY65" fmla="*/ 493362 h 570101"/>
              <a:gd name="csX66" fmla="*/ 200162 w 460893"/>
              <a:gd name="csY66" fmla="*/ 504374 h 570101"/>
              <a:gd name="csX67" fmla="*/ 192160 w 460893"/>
              <a:gd name="csY67" fmla="*/ 516880 h 570101"/>
              <a:gd name="csX68" fmla="*/ 189436 w 460893"/>
              <a:gd name="csY68" fmla="*/ 530760 h 570101"/>
              <a:gd name="csX69" fmla="*/ 184534 w 460893"/>
              <a:gd name="csY69" fmla="*/ 547022 h 570101"/>
              <a:gd name="csX70" fmla="*/ 182598 w 460893"/>
              <a:gd name="csY70" fmla="*/ 561518 h 570101"/>
              <a:gd name="csX71" fmla="*/ 164446 w 460893"/>
              <a:gd name="csY71" fmla="*/ 570049 h 570101"/>
              <a:gd name="csX72" fmla="*/ 151660 w 460893"/>
              <a:gd name="csY72" fmla="*/ 568610 h 5701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Lst>
            <a:rect l="l" t="t" r="r" b="b"/>
            <a:pathLst>
              <a:path w="460893" h="570101">
                <a:moveTo>
                  <a:pt x="151660" y="568610"/>
                </a:moveTo>
                <a:cubicBezTo>
                  <a:pt x="143384" y="567865"/>
                  <a:pt x="140689" y="566530"/>
                  <a:pt x="140689" y="563178"/>
                </a:cubicBezTo>
                <a:cubicBezTo>
                  <a:pt x="140689" y="560733"/>
                  <a:pt x="136724" y="554651"/>
                  <a:pt x="131877" y="549661"/>
                </a:cubicBezTo>
                <a:cubicBezTo>
                  <a:pt x="126875" y="544511"/>
                  <a:pt x="122689" y="537293"/>
                  <a:pt x="122196" y="532968"/>
                </a:cubicBezTo>
                <a:cubicBezTo>
                  <a:pt x="121389" y="525881"/>
                  <a:pt x="120335" y="525192"/>
                  <a:pt x="107130" y="523131"/>
                </a:cubicBezTo>
                <a:cubicBezTo>
                  <a:pt x="99321" y="521912"/>
                  <a:pt x="91554" y="519792"/>
                  <a:pt x="89869" y="518421"/>
                </a:cubicBezTo>
                <a:cubicBezTo>
                  <a:pt x="88184" y="517050"/>
                  <a:pt x="86027" y="509330"/>
                  <a:pt x="85076" y="501266"/>
                </a:cubicBezTo>
                <a:cubicBezTo>
                  <a:pt x="84126" y="493202"/>
                  <a:pt x="80796" y="477310"/>
                  <a:pt x="77677" y="465952"/>
                </a:cubicBezTo>
                <a:lnTo>
                  <a:pt x="72006" y="445300"/>
                </a:lnTo>
                <a:lnTo>
                  <a:pt x="58957" y="446095"/>
                </a:lnTo>
                <a:cubicBezTo>
                  <a:pt x="46778" y="446836"/>
                  <a:pt x="45189" y="446199"/>
                  <a:pt x="35144" y="436548"/>
                </a:cubicBezTo>
                <a:lnTo>
                  <a:pt x="24381" y="426207"/>
                </a:lnTo>
                <a:lnTo>
                  <a:pt x="26114" y="405421"/>
                </a:lnTo>
                <a:cubicBezTo>
                  <a:pt x="27263" y="391650"/>
                  <a:pt x="26942" y="384636"/>
                  <a:pt x="25165" y="384636"/>
                </a:cubicBezTo>
                <a:cubicBezTo>
                  <a:pt x="23689" y="384636"/>
                  <a:pt x="20249" y="380280"/>
                  <a:pt x="17520" y="374956"/>
                </a:cubicBezTo>
                <a:cubicBezTo>
                  <a:pt x="14791" y="369631"/>
                  <a:pt x="9821" y="360175"/>
                  <a:pt x="6475" y="353942"/>
                </a:cubicBezTo>
                <a:cubicBezTo>
                  <a:pt x="3106" y="347664"/>
                  <a:pt x="305" y="337877"/>
                  <a:pt x="196" y="332000"/>
                </a:cubicBezTo>
                <a:lnTo>
                  <a:pt x="0" y="321391"/>
                </a:lnTo>
                <a:lnTo>
                  <a:pt x="20006" y="322209"/>
                </a:lnTo>
                <a:cubicBezTo>
                  <a:pt x="42391" y="323125"/>
                  <a:pt x="42565" y="322942"/>
                  <a:pt x="37306" y="304003"/>
                </a:cubicBezTo>
                <a:cubicBezTo>
                  <a:pt x="35685" y="298169"/>
                  <a:pt x="35538" y="292562"/>
                  <a:pt x="36933" y="289805"/>
                </a:cubicBezTo>
                <a:cubicBezTo>
                  <a:pt x="38201" y="287300"/>
                  <a:pt x="38542" y="271061"/>
                  <a:pt x="37690" y="253719"/>
                </a:cubicBezTo>
                <a:cubicBezTo>
                  <a:pt x="36207" y="223555"/>
                  <a:pt x="36364" y="222156"/>
                  <a:pt x="41303" y="221451"/>
                </a:cubicBezTo>
                <a:cubicBezTo>
                  <a:pt x="45680" y="220826"/>
                  <a:pt x="46762" y="217964"/>
                  <a:pt x="48412" y="202644"/>
                </a:cubicBezTo>
                <a:cubicBezTo>
                  <a:pt x="51806" y="171127"/>
                  <a:pt x="51726" y="130863"/>
                  <a:pt x="48257" y="124622"/>
                </a:cubicBezTo>
                <a:cubicBezTo>
                  <a:pt x="46501" y="121464"/>
                  <a:pt x="42994" y="103121"/>
                  <a:pt x="40464" y="83859"/>
                </a:cubicBezTo>
                <a:cubicBezTo>
                  <a:pt x="35209" y="43860"/>
                  <a:pt x="35717" y="42269"/>
                  <a:pt x="52830" y="45160"/>
                </a:cubicBezTo>
                <a:lnTo>
                  <a:pt x="63246" y="46920"/>
                </a:lnTo>
                <a:lnTo>
                  <a:pt x="63246" y="23460"/>
                </a:lnTo>
                <a:cubicBezTo>
                  <a:pt x="63246" y="5683"/>
                  <a:pt x="64076" y="0"/>
                  <a:pt x="66672" y="0"/>
                </a:cubicBezTo>
                <a:cubicBezTo>
                  <a:pt x="68557" y="0"/>
                  <a:pt x="95565" y="1709"/>
                  <a:pt x="126691" y="3798"/>
                </a:cubicBezTo>
                <a:cubicBezTo>
                  <a:pt x="157817" y="5887"/>
                  <a:pt x="192338" y="7917"/>
                  <a:pt x="203405" y="8311"/>
                </a:cubicBezTo>
                <a:lnTo>
                  <a:pt x="223527" y="9026"/>
                </a:lnTo>
                <a:lnTo>
                  <a:pt x="229665" y="21938"/>
                </a:lnTo>
                <a:cubicBezTo>
                  <a:pt x="235583" y="34389"/>
                  <a:pt x="251134" y="54210"/>
                  <a:pt x="254984" y="54210"/>
                </a:cubicBezTo>
                <a:cubicBezTo>
                  <a:pt x="256963" y="54210"/>
                  <a:pt x="267180" y="63772"/>
                  <a:pt x="267180" y="65624"/>
                </a:cubicBezTo>
                <a:cubicBezTo>
                  <a:pt x="267180" y="66222"/>
                  <a:pt x="274731" y="74489"/>
                  <a:pt x="283960" y="83994"/>
                </a:cubicBezTo>
                <a:cubicBezTo>
                  <a:pt x="293188" y="93499"/>
                  <a:pt x="300739" y="102177"/>
                  <a:pt x="300739" y="103278"/>
                </a:cubicBezTo>
                <a:cubicBezTo>
                  <a:pt x="300739" y="104379"/>
                  <a:pt x="303866" y="106065"/>
                  <a:pt x="307688" y="107024"/>
                </a:cubicBezTo>
                <a:cubicBezTo>
                  <a:pt x="316754" y="109299"/>
                  <a:pt x="336159" y="130241"/>
                  <a:pt x="338320" y="140082"/>
                </a:cubicBezTo>
                <a:cubicBezTo>
                  <a:pt x="339250" y="144316"/>
                  <a:pt x="342394" y="151820"/>
                  <a:pt x="345307" y="156757"/>
                </a:cubicBezTo>
                <a:cubicBezTo>
                  <a:pt x="348253" y="161749"/>
                  <a:pt x="350453" y="169738"/>
                  <a:pt x="350264" y="174757"/>
                </a:cubicBezTo>
                <a:cubicBezTo>
                  <a:pt x="350078" y="179720"/>
                  <a:pt x="351636" y="187876"/>
                  <a:pt x="353728" y="192882"/>
                </a:cubicBezTo>
                <a:cubicBezTo>
                  <a:pt x="355820" y="197888"/>
                  <a:pt x="357543" y="203875"/>
                  <a:pt x="357557" y="206186"/>
                </a:cubicBezTo>
                <a:cubicBezTo>
                  <a:pt x="357572" y="208497"/>
                  <a:pt x="364542" y="215457"/>
                  <a:pt x="373046" y="221653"/>
                </a:cubicBezTo>
                <a:cubicBezTo>
                  <a:pt x="381550" y="227849"/>
                  <a:pt x="388508" y="233888"/>
                  <a:pt x="388508" y="235073"/>
                </a:cubicBezTo>
                <a:cubicBezTo>
                  <a:pt x="388508" y="239850"/>
                  <a:pt x="400638" y="249837"/>
                  <a:pt x="408536" y="251563"/>
                </a:cubicBezTo>
                <a:cubicBezTo>
                  <a:pt x="413162" y="252574"/>
                  <a:pt x="418090" y="255536"/>
                  <a:pt x="419486" y="258145"/>
                </a:cubicBezTo>
                <a:cubicBezTo>
                  <a:pt x="420882" y="260754"/>
                  <a:pt x="425439" y="263638"/>
                  <a:pt x="429612" y="264555"/>
                </a:cubicBezTo>
                <a:cubicBezTo>
                  <a:pt x="433785" y="265471"/>
                  <a:pt x="438684" y="268010"/>
                  <a:pt x="440498" y="270196"/>
                </a:cubicBezTo>
                <a:cubicBezTo>
                  <a:pt x="443409" y="273704"/>
                  <a:pt x="453843" y="279268"/>
                  <a:pt x="458638" y="279871"/>
                </a:cubicBezTo>
                <a:cubicBezTo>
                  <a:pt x="464237" y="280575"/>
                  <a:pt x="460647" y="287523"/>
                  <a:pt x="433706" y="328123"/>
                </a:cubicBezTo>
                <a:cubicBezTo>
                  <a:pt x="417320" y="352816"/>
                  <a:pt x="402956" y="374762"/>
                  <a:pt x="401785" y="376892"/>
                </a:cubicBezTo>
                <a:cubicBezTo>
                  <a:pt x="400523" y="379188"/>
                  <a:pt x="403122" y="399673"/>
                  <a:pt x="408173" y="427230"/>
                </a:cubicBezTo>
                <a:cubicBezTo>
                  <a:pt x="419157" y="487163"/>
                  <a:pt x="419215" y="483871"/>
                  <a:pt x="407224" y="481463"/>
                </a:cubicBezTo>
                <a:cubicBezTo>
                  <a:pt x="377101" y="475416"/>
                  <a:pt x="375238" y="476126"/>
                  <a:pt x="357001" y="500599"/>
                </a:cubicBezTo>
                <a:cubicBezTo>
                  <a:pt x="346599" y="514558"/>
                  <a:pt x="343773" y="515687"/>
                  <a:pt x="339993" y="507393"/>
                </a:cubicBezTo>
                <a:cubicBezTo>
                  <a:pt x="336462" y="499643"/>
                  <a:pt x="325739" y="496421"/>
                  <a:pt x="315871" y="500146"/>
                </a:cubicBezTo>
                <a:cubicBezTo>
                  <a:pt x="310307" y="502246"/>
                  <a:pt x="308004" y="502043"/>
                  <a:pt x="305685" y="499249"/>
                </a:cubicBezTo>
                <a:cubicBezTo>
                  <a:pt x="301762" y="494522"/>
                  <a:pt x="296907" y="494676"/>
                  <a:pt x="291896" y="499687"/>
                </a:cubicBezTo>
                <a:cubicBezTo>
                  <a:pt x="286395" y="505188"/>
                  <a:pt x="278982" y="502392"/>
                  <a:pt x="270870" y="491757"/>
                </a:cubicBezTo>
                <a:cubicBezTo>
                  <a:pt x="267159" y="486892"/>
                  <a:pt x="260921" y="482334"/>
                  <a:pt x="256706" y="481408"/>
                </a:cubicBezTo>
                <a:cubicBezTo>
                  <a:pt x="252563" y="480498"/>
                  <a:pt x="245969" y="476358"/>
                  <a:pt x="242051" y="472207"/>
                </a:cubicBezTo>
                <a:cubicBezTo>
                  <a:pt x="234140" y="463825"/>
                  <a:pt x="229757" y="462717"/>
                  <a:pt x="227525" y="468533"/>
                </a:cubicBezTo>
                <a:cubicBezTo>
                  <a:pt x="226708" y="470663"/>
                  <a:pt x="224550" y="472442"/>
                  <a:pt x="222731" y="472486"/>
                </a:cubicBezTo>
                <a:cubicBezTo>
                  <a:pt x="216831" y="472631"/>
                  <a:pt x="209780" y="485162"/>
                  <a:pt x="210984" y="493362"/>
                </a:cubicBezTo>
                <a:cubicBezTo>
                  <a:pt x="212266" y="502098"/>
                  <a:pt x="211304" y="503076"/>
                  <a:pt x="200162" y="504374"/>
                </a:cubicBezTo>
                <a:cubicBezTo>
                  <a:pt x="189734" y="505588"/>
                  <a:pt x="189645" y="505728"/>
                  <a:pt x="192160" y="516880"/>
                </a:cubicBezTo>
                <a:cubicBezTo>
                  <a:pt x="193910" y="524639"/>
                  <a:pt x="193416" y="527159"/>
                  <a:pt x="189436" y="530760"/>
                </a:cubicBezTo>
                <a:cubicBezTo>
                  <a:pt x="186033" y="533840"/>
                  <a:pt x="184562" y="538720"/>
                  <a:pt x="184534" y="547022"/>
                </a:cubicBezTo>
                <a:cubicBezTo>
                  <a:pt x="184512" y="553546"/>
                  <a:pt x="183641" y="560069"/>
                  <a:pt x="182598" y="561518"/>
                </a:cubicBezTo>
                <a:cubicBezTo>
                  <a:pt x="180445" y="564508"/>
                  <a:pt x="167199" y="570734"/>
                  <a:pt x="164446" y="570049"/>
                </a:cubicBezTo>
                <a:cubicBezTo>
                  <a:pt x="163448" y="569801"/>
                  <a:pt x="157694" y="569154"/>
                  <a:pt x="151660" y="568610"/>
                </a:cubicBezTo>
                <a:close/>
              </a:path>
            </a:pathLst>
          </a:custGeom>
          <a:solidFill>
            <a:srgbClr val="B9B9B9"/>
          </a:solidFill>
          <a:ln w="5163" cap="flat">
            <a:noFill/>
            <a:prstDash val="solid"/>
            <a:miter/>
          </a:ln>
        </p:spPr>
        <p:txBody>
          <a:bodyPr/>
          <a:lstStyle/>
          <a:p>
            <a:endParaRPr lang="es-419" noProof="0" dirty="0"/>
          </a:p>
        </p:txBody>
      </p:sp>
      <p:sp>
        <p:nvSpPr>
          <p:cNvPr id="61" name="Forma libre: forma 60">
            <a:extLst>
              <a:ext uri="{FF2B5EF4-FFF2-40B4-BE49-F238E27FC236}">
                <a16:creationId xmlns:a16="http://schemas.microsoft.com/office/drawing/2014/main" id="{9BB4B5F5-B291-89A2-48C2-FAA543E569A9}"/>
              </a:ext>
            </a:extLst>
          </p:cNvPr>
          <p:cNvSpPr/>
          <p:nvPr/>
        </p:nvSpPr>
        <p:spPr>
          <a:xfrm>
            <a:off x="2038384" y="2469122"/>
            <a:ext cx="332998" cy="314936"/>
          </a:xfrm>
          <a:custGeom>
            <a:avLst/>
            <a:gdLst>
              <a:gd name="csX0" fmla="*/ 150508 w 332998"/>
              <a:gd name="csY0" fmla="*/ 295153 h 314936"/>
              <a:gd name="csX1" fmla="*/ 122921 w 332998"/>
              <a:gd name="csY1" fmla="*/ 269012 h 314936"/>
              <a:gd name="csX2" fmla="*/ 122279 w 332998"/>
              <a:gd name="csY2" fmla="*/ 264031 h 314936"/>
              <a:gd name="csX3" fmla="*/ 126546 w 332998"/>
              <a:gd name="csY3" fmla="*/ 262908 h 314936"/>
              <a:gd name="csX4" fmla="*/ 106954 w 332998"/>
              <a:gd name="csY4" fmla="*/ 254224 h 314936"/>
              <a:gd name="csX5" fmla="*/ 78561 w 332998"/>
              <a:gd name="csY5" fmla="*/ 232541 h 314936"/>
              <a:gd name="csX6" fmla="*/ 60903 w 332998"/>
              <a:gd name="csY6" fmla="*/ 216842 h 314936"/>
              <a:gd name="csX7" fmla="*/ 60455 w 332998"/>
              <a:gd name="csY7" fmla="*/ 213585 h 314936"/>
              <a:gd name="csX8" fmla="*/ 56711 w 332998"/>
              <a:gd name="csY8" fmla="*/ 207285 h 314936"/>
              <a:gd name="csX9" fmla="*/ 53349 w 332998"/>
              <a:gd name="csY9" fmla="*/ 207961 h 314936"/>
              <a:gd name="csX10" fmla="*/ 34703 w 332998"/>
              <a:gd name="csY10" fmla="*/ 200142 h 314936"/>
              <a:gd name="csX11" fmla="*/ 16028 w 332998"/>
              <a:gd name="csY11" fmla="*/ 187234 h 314936"/>
              <a:gd name="csX12" fmla="*/ 16436 w 332998"/>
              <a:gd name="csY12" fmla="*/ 184359 h 314936"/>
              <a:gd name="csX13" fmla="*/ 14549 w 332998"/>
              <a:gd name="csY13" fmla="*/ 178120 h 314936"/>
              <a:gd name="csX14" fmla="*/ 7908 w 332998"/>
              <a:gd name="csY14" fmla="*/ 171021 h 314936"/>
              <a:gd name="csX15" fmla="*/ 2407 w 332998"/>
              <a:gd name="csY15" fmla="*/ 154470 h 314936"/>
              <a:gd name="csX16" fmla="*/ 6812 w 332998"/>
              <a:gd name="csY16" fmla="*/ 119621 h 314936"/>
              <a:gd name="csX17" fmla="*/ 17071 w 332998"/>
              <a:gd name="csY17" fmla="*/ 91641 h 314936"/>
              <a:gd name="csX18" fmla="*/ 20635 w 332998"/>
              <a:gd name="csY18" fmla="*/ 82008 h 314936"/>
              <a:gd name="csX19" fmla="*/ 29523 w 332998"/>
              <a:gd name="csY19" fmla="*/ 71230 h 314936"/>
              <a:gd name="csX20" fmla="*/ 42896 w 332998"/>
              <a:gd name="csY20" fmla="*/ 48085 h 314936"/>
              <a:gd name="csX21" fmla="*/ 49532 w 332998"/>
              <a:gd name="csY21" fmla="*/ 35969 h 314936"/>
              <a:gd name="csX22" fmla="*/ 54906 w 332998"/>
              <a:gd name="csY22" fmla="*/ 23257 h 314936"/>
              <a:gd name="csX23" fmla="*/ 66531 w 332998"/>
              <a:gd name="csY23" fmla="*/ 0 h 314936"/>
              <a:gd name="csX24" fmla="*/ 82468 w 332998"/>
              <a:gd name="csY24" fmla="*/ 19425 h 314936"/>
              <a:gd name="csX25" fmla="*/ 95351 w 332998"/>
              <a:gd name="csY25" fmla="*/ 43885 h 314936"/>
              <a:gd name="csX26" fmla="*/ 106141 w 332998"/>
              <a:gd name="csY26" fmla="*/ 49048 h 314936"/>
              <a:gd name="csX27" fmla="*/ 113640 w 332998"/>
              <a:gd name="csY27" fmla="*/ 54166 h 314936"/>
              <a:gd name="csX28" fmla="*/ 132249 w 332998"/>
              <a:gd name="csY28" fmla="*/ 34653 h 314936"/>
              <a:gd name="csX29" fmla="*/ 156404 w 332998"/>
              <a:gd name="csY29" fmla="*/ 10326 h 314936"/>
              <a:gd name="csX30" fmla="*/ 168334 w 332998"/>
              <a:gd name="csY30" fmla="*/ 6060 h 314936"/>
              <a:gd name="csX31" fmla="*/ 186389 w 332998"/>
              <a:gd name="csY31" fmla="*/ 9933 h 314936"/>
              <a:gd name="csX32" fmla="*/ 200349 w 332998"/>
              <a:gd name="csY32" fmla="*/ 18070 h 314936"/>
              <a:gd name="csX33" fmla="*/ 204999 w 332998"/>
              <a:gd name="csY33" fmla="*/ 30473 h 314936"/>
              <a:gd name="csX34" fmla="*/ 218185 w 332998"/>
              <a:gd name="csY34" fmla="*/ 43802 h 314936"/>
              <a:gd name="csX35" fmla="*/ 227241 w 332998"/>
              <a:gd name="csY35" fmla="*/ 50036 h 314936"/>
              <a:gd name="csX36" fmla="*/ 238424 w 332998"/>
              <a:gd name="csY36" fmla="*/ 60571 h 314936"/>
              <a:gd name="csX37" fmla="*/ 261581 w 332998"/>
              <a:gd name="csY37" fmla="*/ 79599 h 314936"/>
              <a:gd name="csX38" fmla="*/ 276424 w 332998"/>
              <a:gd name="csY38" fmla="*/ 89453 h 314936"/>
              <a:gd name="csX39" fmla="*/ 280389 w 332998"/>
              <a:gd name="csY39" fmla="*/ 90232 h 314936"/>
              <a:gd name="csX40" fmla="*/ 288978 w 332998"/>
              <a:gd name="csY40" fmla="*/ 95366 h 314936"/>
              <a:gd name="csX41" fmla="*/ 309784 w 332998"/>
              <a:gd name="csY41" fmla="*/ 117828 h 314936"/>
              <a:gd name="csX42" fmla="*/ 323208 w 332998"/>
              <a:gd name="csY42" fmla="*/ 127731 h 314936"/>
              <a:gd name="csX43" fmla="*/ 330610 w 332998"/>
              <a:gd name="csY43" fmla="*/ 136947 h 314936"/>
              <a:gd name="csX44" fmla="*/ 327230 w 332998"/>
              <a:gd name="csY44" fmla="*/ 153094 h 314936"/>
              <a:gd name="csX45" fmla="*/ 328146 w 332998"/>
              <a:gd name="csY45" fmla="*/ 164492 h 314936"/>
              <a:gd name="csX46" fmla="*/ 285552 w 332998"/>
              <a:gd name="csY46" fmla="*/ 166189 h 314936"/>
              <a:gd name="csX47" fmla="*/ 228050 w 332998"/>
              <a:gd name="csY47" fmla="*/ 169472 h 314936"/>
              <a:gd name="csX48" fmla="*/ 213142 w 332998"/>
              <a:gd name="csY48" fmla="*/ 171057 h 314936"/>
              <a:gd name="csX49" fmla="*/ 197915 w 332998"/>
              <a:gd name="csY49" fmla="*/ 199758 h 314936"/>
              <a:gd name="csX50" fmla="*/ 180329 w 332998"/>
              <a:gd name="csY50" fmla="*/ 231127 h 314936"/>
              <a:gd name="csX51" fmla="*/ 181055 w 332998"/>
              <a:gd name="csY51" fmla="*/ 253031 h 314936"/>
              <a:gd name="csX52" fmla="*/ 185000 w 332998"/>
              <a:gd name="csY52" fmla="*/ 272477 h 314936"/>
              <a:gd name="csX53" fmla="*/ 182260 w 332998"/>
              <a:gd name="csY53" fmla="*/ 301769 h 314936"/>
              <a:gd name="csX54" fmla="*/ 174070 w 332998"/>
              <a:gd name="csY54" fmla="*/ 314937 h 314936"/>
              <a:gd name="csX55" fmla="*/ 150508 w 332998"/>
              <a:gd name="csY55" fmla="*/ 295153 h 3149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Lst>
            <a:rect l="l" t="t" r="r" b="b"/>
            <a:pathLst>
              <a:path w="332998" h="314936">
                <a:moveTo>
                  <a:pt x="150508" y="295153"/>
                </a:moveTo>
                <a:cubicBezTo>
                  <a:pt x="138884" y="284272"/>
                  <a:pt x="126470" y="272508"/>
                  <a:pt x="122921" y="269012"/>
                </a:cubicBezTo>
                <a:cubicBezTo>
                  <a:pt x="116541" y="262727"/>
                  <a:pt x="116534" y="262670"/>
                  <a:pt x="122279" y="264031"/>
                </a:cubicBezTo>
                <a:cubicBezTo>
                  <a:pt x="125681" y="264837"/>
                  <a:pt x="127450" y="264371"/>
                  <a:pt x="126546" y="262908"/>
                </a:cubicBezTo>
                <a:cubicBezTo>
                  <a:pt x="124960" y="260342"/>
                  <a:pt x="114693" y="255791"/>
                  <a:pt x="106954" y="254224"/>
                </a:cubicBezTo>
                <a:cubicBezTo>
                  <a:pt x="98738" y="252560"/>
                  <a:pt x="93040" y="248209"/>
                  <a:pt x="78561" y="232541"/>
                </a:cubicBezTo>
                <a:cubicBezTo>
                  <a:pt x="70581" y="223906"/>
                  <a:pt x="62635" y="216842"/>
                  <a:pt x="60903" y="216842"/>
                </a:cubicBezTo>
                <a:cubicBezTo>
                  <a:pt x="58660" y="216842"/>
                  <a:pt x="58531" y="215904"/>
                  <a:pt x="60455" y="213585"/>
                </a:cubicBezTo>
                <a:cubicBezTo>
                  <a:pt x="62461" y="211169"/>
                  <a:pt x="61494" y="209543"/>
                  <a:pt x="56711" y="207285"/>
                </a:cubicBezTo>
                <a:cubicBezTo>
                  <a:pt x="51186" y="204678"/>
                  <a:pt x="50705" y="204775"/>
                  <a:pt x="53349" y="207961"/>
                </a:cubicBezTo>
                <a:cubicBezTo>
                  <a:pt x="59572" y="215458"/>
                  <a:pt x="50558" y="211678"/>
                  <a:pt x="34703" y="200142"/>
                </a:cubicBezTo>
                <a:cubicBezTo>
                  <a:pt x="25983" y="193796"/>
                  <a:pt x="17579" y="187988"/>
                  <a:pt x="16028" y="187234"/>
                </a:cubicBezTo>
                <a:cubicBezTo>
                  <a:pt x="14108" y="186301"/>
                  <a:pt x="14238" y="185384"/>
                  <a:pt x="16436" y="184359"/>
                </a:cubicBezTo>
                <a:cubicBezTo>
                  <a:pt x="21429" y="182028"/>
                  <a:pt x="20247" y="178120"/>
                  <a:pt x="14549" y="178120"/>
                </a:cubicBezTo>
                <a:cubicBezTo>
                  <a:pt x="11062" y="178120"/>
                  <a:pt x="8950" y="175862"/>
                  <a:pt x="7908" y="171021"/>
                </a:cubicBezTo>
                <a:cubicBezTo>
                  <a:pt x="7068" y="167117"/>
                  <a:pt x="4593" y="159669"/>
                  <a:pt x="2407" y="154470"/>
                </a:cubicBezTo>
                <a:cubicBezTo>
                  <a:pt x="-1401" y="145413"/>
                  <a:pt x="-1217" y="143959"/>
                  <a:pt x="6812" y="119621"/>
                </a:cubicBezTo>
                <a:cubicBezTo>
                  <a:pt x="11420" y="105652"/>
                  <a:pt x="16036" y="93061"/>
                  <a:pt x="17071" y="91641"/>
                </a:cubicBezTo>
                <a:cubicBezTo>
                  <a:pt x="18105" y="90222"/>
                  <a:pt x="19709" y="85887"/>
                  <a:pt x="20635" y="82008"/>
                </a:cubicBezTo>
                <a:cubicBezTo>
                  <a:pt x="21600" y="77965"/>
                  <a:pt x="25393" y="73366"/>
                  <a:pt x="29523" y="71230"/>
                </a:cubicBezTo>
                <a:cubicBezTo>
                  <a:pt x="37293" y="67213"/>
                  <a:pt x="42896" y="57515"/>
                  <a:pt x="42896" y="48085"/>
                </a:cubicBezTo>
                <a:cubicBezTo>
                  <a:pt x="42896" y="44850"/>
                  <a:pt x="45882" y="39398"/>
                  <a:pt x="49532" y="35969"/>
                </a:cubicBezTo>
                <a:cubicBezTo>
                  <a:pt x="54317" y="31473"/>
                  <a:pt x="55816" y="27929"/>
                  <a:pt x="54906" y="23257"/>
                </a:cubicBezTo>
                <a:cubicBezTo>
                  <a:pt x="53161" y="14292"/>
                  <a:pt x="60305" y="0"/>
                  <a:pt x="66531" y="0"/>
                </a:cubicBezTo>
                <a:cubicBezTo>
                  <a:pt x="74307" y="0"/>
                  <a:pt x="80918" y="8058"/>
                  <a:pt x="82468" y="19425"/>
                </a:cubicBezTo>
                <a:cubicBezTo>
                  <a:pt x="84849" y="36891"/>
                  <a:pt x="88533" y="43885"/>
                  <a:pt x="95351" y="43885"/>
                </a:cubicBezTo>
                <a:cubicBezTo>
                  <a:pt x="98716" y="43885"/>
                  <a:pt x="103572" y="46208"/>
                  <a:pt x="106141" y="49048"/>
                </a:cubicBezTo>
                <a:cubicBezTo>
                  <a:pt x="108711" y="51887"/>
                  <a:pt x="112086" y="54190"/>
                  <a:pt x="113640" y="54166"/>
                </a:cubicBezTo>
                <a:cubicBezTo>
                  <a:pt x="117209" y="54110"/>
                  <a:pt x="125915" y="44980"/>
                  <a:pt x="132249" y="34653"/>
                </a:cubicBezTo>
                <a:cubicBezTo>
                  <a:pt x="141121" y="20185"/>
                  <a:pt x="150911" y="10326"/>
                  <a:pt x="156404" y="10326"/>
                </a:cubicBezTo>
                <a:cubicBezTo>
                  <a:pt x="159385" y="10326"/>
                  <a:pt x="164754" y="8406"/>
                  <a:pt x="168334" y="6060"/>
                </a:cubicBezTo>
                <a:cubicBezTo>
                  <a:pt x="174611" y="1948"/>
                  <a:pt x="175258" y="2087"/>
                  <a:pt x="186389" y="9933"/>
                </a:cubicBezTo>
                <a:cubicBezTo>
                  <a:pt x="192739" y="14408"/>
                  <a:pt x="199021" y="18070"/>
                  <a:pt x="200349" y="18070"/>
                </a:cubicBezTo>
                <a:cubicBezTo>
                  <a:pt x="204669" y="18070"/>
                  <a:pt x="208141" y="27331"/>
                  <a:pt x="204999" y="30473"/>
                </a:cubicBezTo>
                <a:cubicBezTo>
                  <a:pt x="200842" y="34630"/>
                  <a:pt x="205908" y="39750"/>
                  <a:pt x="218185" y="43802"/>
                </a:cubicBezTo>
                <a:cubicBezTo>
                  <a:pt x="223767" y="45645"/>
                  <a:pt x="227842" y="48450"/>
                  <a:pt x="227241" y="50036"/>
                </a:cubicBezTo>
                <a:cubicBezTo>
                  <a:pt x="226639" y="51622"/>
                  <a:pt x="231671" y="56363"/>
                  <a:pt x="238424" y="60571"/>
                </a:cubicBezTo>
                <a:cubicBezTo>
                  <a:pt x="245177" y="64780"/>
                  <a:pt x="255598" y="73342"/>
                  <a:pt x="261581" y="79599"/>
                </a:cubicBezTo>
                <a:cubicBezTo>
                  <a:pt x="268586" y="86925"/>
                  <a:pt x="273870" y="90433"/>
                  <a:pt x="276424" y="89453"/>
                </a:cubicBezTo>
                <a:cubicBezTo>
                  <a:pt x="278605" y="88616"/>
                  <a:pt x="280389" y="88966"/>
                  <a:pt x="280389" y="90232"/>
                </a:cubicBezTo>
                <a:cubicBezTo>
                  <a:pt x="280389" y="91497"/>
                  <a:pt x="284254" y="93807"/>
                  <a:pt x="288978" y="95366"/>
                </a:cubicBezTo>
                <a:cubicBezTo>
                  <a:pt x="297678" y="98238"/>
                  <a:pt x="306636" y="107909"/>
                  <a:pt x="309784" y="117828"/>
                </a:cubicBezTo>
                <a:cubicBezTo>
                  <a:pt x="310845" y="121169"/>
                  <a:pt x="316015" y="124983"/>
                  <a:pt x="323208" y="127731"/>
                </a:cubicBezTo>
                <a:cubicBezTo>
                  <a:pt x="334331" y="131978"/>
                  <a:pt x="334696" y="132432"/>
                  <a:pt x="330610" y="136947"/>
                </a:cubicBezTo>
                <a:cubicBezTo>
                  <a:pt x="327588" y="140286"/>
                  <a:pt x="326585" y="145078"/>
                  <a:pt x="327230" y="153094"/>
                </a:cubicBezTo>
                <a:lnTo>
                  <a:pt x="328146" y="164492"/>
                </a:lnTo>
                <a:lnTo>
                  <a:pt x="285552" y="166189"/>
                </a:lnTo>
                <a:cubicBezTo>
                  <a:pt x="262126" y="167123"/>
                  <a:pt x="236250" y="168600"/>
                  <a:pt x="228050" y="169472"/>
                </a:cubicBezTo>
                <a:lnTo>
                  <a:pt x="213142" y="171057"/>
                </a:lnTo>
                <a:lnTo>
                  <a:pt x="197915" y="199758"/>
                </a:lnTo>
                <a:cubicBezTo>
                  <a:pt x="189539" y="215543"/>
                  <a:pt x="181626" y="229659"/>
                  <a:pt x="180329" y="231127"/>
                </a:cubicBezTo>
                <a:cubicBezTo>
                  <a:pt x="174323" y="237923"/>
                  <a:pt x="174624" y="246989"/>
                  <a:pt x="181055" y="253031"/>
                </a:cubicBezTo>
                <a:cubicBezTo>
                  <a:pt x="187596" y="259176"/>
                  <a:pt x="189401" y="268075"/>
                  <a:pt x="185000" y="272477"/>
                </a:cubicBezTo>
                <a:cubicBezTo>
                  <a:pt x="182808" y="274669"/>
                  <a:pt x="182167" y="281522"/>
                  <a:pt x="182260" y="301769"/>
                </a:cubicBezTo>
                <a:cubicBezTo>
                  <a:pt x="182290" y="308297"/>
                  <a:pt x="178160" y="314937"/>
                  <a:pt x="174070" y="314937"/>
                </a:cubicBezTo>
                <a:cubicBezTo>
                  <a:pt x="172734" y="314937"/>
                  <a:pt x="162131" y="306034"/>
                  <a:pt x="150508" y="295153"/>
                </a:cubicBezTo>
                <a:close/>
              </a:path>
            </a:pathLst>
          </a:custGeom>
          <a:solidFill>
            <a:srgbClr val="B9B9B9"/>
          </a:solidFill>
          <a:ln w="5163" cap="flat">
            <a:noFill/>
            <a:prstDash val="solid"/>
            <a:miter/>
          </a:ln>
        </p:spPr>
        <p:txBody>
          <a:bodyPr/>
          <a:lstStyle/>
          <a:p>
            <a:endParaRPr lang="es-419" noProof="0" dirty="0"/>
          </a:p>
        </p:txBody>
      </p:sp>
      <p:sp>
        <p:nvSpPr>
          <p:cNvPr id="62" name="Forma libre: forma 61">
            <a:extLst>
              <a:ext uri="{FF2B5EF4-FFF2-40B4-BE49-F238E27FC236}">
                <a16:creationId xmlns:a16="http://schemas.microsoft.com/office/drawing/2014/main" id="{FAAD65FD-F0F0-FAC0-EC5A-331D5A625312}"/>
              </a:ext>
            </a:extLst>
          </p:cNvPr>
          <p:cNvSpPr/>
          <p:nvPr/>
        </p:nvSpPr>
        <p:spPr>
          <a:xfrm>
            <a:off x="1645015" y="2415517"/>
            <a:ext cx="409424" cy="276749"/>
          </a:xfrm>
          <a:custGeom>
            <a:avLst/>
            <a:gdLst>
              <a:gd name="csX0" fmla="*/ 169694 w 409424"/>
              <a:gd name="csY0" fmla="*/ 275279 h 276749"/>
              <a:gd name="csX1" fmla="*/ 152536 w 409424"/>
              <a:gd name="csY1" fmla="*/ 270490 h 276749"/>
              <a:gd name="csX2" fmla="*/ 128939 w 409424"/>
              <a:gd name="csY2" fmla="*/ 261017 h 276749"/>
              <a:gd name="csX3" fmla="*/ 97253 w 409424"/>
              <a:gd name="csY3" fmla="*/ 251980 h 276749"/>
              <a:gd name="csX4" fmla="*/ 66316 w 409424"/>
              <a:gd name="csY4" fmla="*/ 248914 h 276749"/>
              <a:gd name="csX5" fmla="*/ 49536 w 409424"/>
              <a:gd name="csY5" fmla="*/ 241356 h 276749"/>
              <a:gd name="csX6" fmla="*/ 12262 w 409424"/>
              <a:gd name="csY6" fmla="*/ 223990 h 276749"/>
              <a:gd name="csX7" fmla="*/ 0 w 409424"/>
              <a:gd name="csY7" fmla="*/ 222341 h 276749"/>
              <a:gd name="csX8" fmla="*/ 5808 w 409424"/>
              <a:gd name="csY8" fmla="*/ 214784 h 276749"/>
              <a:gd name="csX9" fmla="*/ 14198 w 409424"/>
              <a:gd name="csY9" fmla="*/ 206134 h 276749"/>
              <a:gd name="csX10" fmla="*/ 30441 w 409424"/>
              <a:gd name="csY10" fmla="*/ 191104 h 276749"/>
              <a:gd name="csX11" fmla="*/ 44102 w 409424"/>
              <a:gd name="csY11" fmla="*/ 178805 h 276749"/>
              <a:gd name="csX12" fmla="*/ 41686 w 409424"/>
              <a:gd name="csY12" fmla="*/ 166228 h 276749"/>
              <a:gd name="csX13" fmla="*/ 27640 w 409424"/>
              <a:gd name="csY13" fmla="*/ 142994 h 276749"/>
              <a:gd name="csX14" fmla="*/ 10050 w 409424"/>
              <a:gd name="csY14" fmla="*/ 94836 h 276749"/>
              <a:gd name="csX15" fmla="*/ 25607 w 409424"/>
              <a:gd name="csY15" fmla="*/ 63931 h 276749"/>
              <a:gd name="csX16" fmla="*/ 43054 w 409424"/>
              <a:gd name="csY16" fmla="*/ 67030 h 276749"/>
              <a:gd name="csX17" fmla="*/ 54130 w 409424"/>
              <a:gd name="csY17" fmla="*/ 57326 h 276749"/>
              <a:gd name="csX18" fmla="*/ 54400 w 409424"/>
              <a:gd name="csY18" fmla="*/ 43740 h 276749"/>
              <a:gd name="csX19" fmla="*/ 67118 w 409424"/>
              <a:gd name="csY19" fmla="*/ 40356 h 276749"/>
              <a:gd name="csX20" fmla="*/ 69858 w 409424"/>
              <a:gd name="csY20" fmla="*/ 47250 h 276749"/>
              <a:gd name="csX21" fmla="*/ 74957 w 409424"/>
              <a:gd name="csY21" fmla="*/ 55146 h 276749"/>
              <a:gd name="csX22" fmla="*/ 85078 w 409424"/>
              <a:gd name="csY22" fmla="*/ 56392 h 276749"/>
              <a:gd name="csX23" fmla="*/ 108275 w 409424"/>
              <a:gd name="csY23" fmla="*/ 51828 h 276749"/>
              <a:gd name="csX24" fmla="*/ 135859 w 409424"/>
              <a:gd name="csY24" fmla="*/ 46965 h 276749"/>
              <a:gd name="csX25" fmla="*/ 159928 w 409424"/>
              <a:gd name="csY25" fmla="*/ 4926 h 276749"/>
              <a:gd name="csX26" fmla="*/ 164133 w 409424"/>
              <a:gd name="csY26" fmla="*/ 409 h 276749"/>
              <a:gd name="csX27" fmla="*/ 170486 w 409424"/>
              <a:gd name="csY27" fmla="*/ 1976 h 276749"/>
              <a:gd name="csX28" fmla="*/ 183283 w 409424"/>
              <a:gd name="csY28" fmla="*/ 17951 h 276749"/>
              <a:gd name="csX29" fmla="*/ 185999 w 409424"/>
              <a:gd name="csY29" fmla="*/ 22627 h 276749"/>
              <a:gd name="csX30" fmla="*/ 191478 w 409424"/>
              <a:gd name="csY30" fmla="*/ 30556 h 276749"/>
              <a:gd name="csX31" fmla="*/ 217371 w 409424"/>
              <a:gd name="csY31" fmla="*/ 43279 h 276749"/>
              <a:gd name="csX32" fmla="*/ 231319 w 409424"/>
              <a:gd name="csY32" fmla="*/ 47797 h 276749"/>
              <a:gd name="csX33" fmla="*/ 231065 w 409424"/>
              <a:gd name="csY33" fmla="*/ 71654 h 276749"/>
              <a:gd name="csX34" fmla="*/ 232914 w 409424"/>
              <a:gd name="csY34" fmla="*/ 94162 h 276749"/>
              <a:gd name="csX35" fmla="*/ 264097 w 409424"/>
              <a:gd name="csY35" fmla="*/ 98422 h 276749"/>
              <a:gd name="csX36" fmla="*/ 290859 w 409424"/>
              <a:gd name="csY36" fmla="*/ 85458 h 276749"/>
              <a:gd name="csX37" fmla="*/ 289553 w 409424"/>
              <a:gd name="csY37" fmla="*/ 87164 h 276749"/>
              <a:gd name="csX38" fmla="*/ 313001 w 409424"/>
              <a:gd name="csY38" fmla="*/ 117924 h 276749"/>
              <a:gd name="csX39" fmla="*/ 320100 w 409424"/>
              <a:gd name="csY39" fmla="*/ 125822 h 276749"/>
              <a:gd name="csX40" fmla="*/ 323327 w 409424"/>
              <a:gd name="csY40" fmla="*/ 131062 h 276749"/>
              <a:gd name="csX41" fmla="*/ 409403 w 409424"/>
              <a:gd name="csY41" fmla="*/ 134303 h 276749"/>
              <a:gd name="csX42" fmla="*/ 398626 w 409424"/>
              <a:gd name="csY42" fmla="*/ 166622 h 276749"/>
              <a:gd name="csX43" fmla="*/ 387152 w 409424"/>
              <a:gd name="csY43" fmla="*/ 198243 h 276749"/>
              <a:gd name="csX44" fmla="*/ 392348 w 409424"/>
              <a:gd name="csY44" fmla="*/ 208428 h 276749"/>
              <a:gd name="csX45" fmla="*/ 395238 w 409424"/>
              <a:gd name="csY45" fmla="*/ 226562 h 276749"/>
              <a:gd name="csX46" fmla="*/ 391384 w 409424"/>
              <a:gd name="csY46" fmla="*/ 222526 h 276749"/>
              <a:gd name="csX47" fmla="*/ 386991 w 409424"/>
              <a:gd name="csY47" fmla="*/ 220249 h 276749"/>
              <a:gd name="csX48" fmla="*/ 376751 w 409424"/>
              <a:gd name="csY48" fmla="*/ 216540 h 276749"/>
              <a:gd name="csX49" fmla="*/ 366566 w 409424"/>
              <a:gd name="csY49" fmla="*/ 215027 h 276749"/>
              <a:gd name="csX50" fmla="*/ 371084 w 409424"/>
              <a:gd name="csY50" fmla="*/ 220497 h 276749"/>
              <a:gd name="csX51" fmla="*/ 400125 w 409424"/>
              <a:gd name="csY51" fmla="*/ 234526 h 276749"/>
              <a:gd name="csX52" fmla="*/ 382700 w 409424"/>
              <a:gd name="csY52" fmla="*/ 228973 h 276749"/>
              <a:gd name="csX53" fmla="*/ 356240 w 409424"/>
              <a:gd name="csY53" fmla="*/ 221430 h 276749"/>
              <a:gd name="csX54" fmla="*/ 344640 w 409424"/>
              <a:gd name="csY54" fmla="*/ 215296 h 276749"/>
              <a:gd name="csX55" fmla="*/ 351310 w 409424"/>
              <a:gd name="csY55" fmla="*/ 215089 h 276749"/>
              <a:gd name="csX56" fmla="*/ 353659 w 409424"/>
              <a:gd name="csY56" fmla="*/ 213898 h 276749"/>
              <a:gd name="csX57" fmla="*/ 348281 w 409424"/>
              <a:gd name="csY57" fmla="*/ 208377 h 276749"/>
              <a:gd name="csX58" fmla="*/ 338397 w 409424"/>
              <a:gd name="csY58" fmla="*/ 209577 h 276749"/>
              <a:gd name="csX59" fmla="*/ 330426 w 409424"/>
              <a:gd name="csY59" fmla="*/ 208411 h 276749"/>
              <a:gd name="csX60" fmla="*/ 317751 w 409424"/>
              <a:gd name="csY60" fmla="*/ 206264 h 276749"/>
              <a:gd name="csX61" fmla="*/ 320963 w 409424"/>
              <a:gd name="csY61" fmla="*/ 214760 h 276749"/>
              <a:gd name="csX62" fmla="*/ 323972 w 409424"/>
              <a:gd name="csY62" fmla="*/ 215747 h 276749"/>
              <a:gd name="csX63" fmla="*/ 314937 w 409424"/>
              <a:gd name="csY63" fmla="*/ 219599 h 276749"/>
              <a:gd name="csX64" fmla="*/ 321391 w 409424"/>
              <a:gd name="csY64" fmla="*/ 219864 h 276749"/>
              <a:gd name="csX65" fmla="*/ 330426 w 409424"/>
              <a:gd name="csY65" fmla="*/ 221426 h 276749"/>
              <a:gd name="csX66" fmla="*/ 310754 w 409424"/>
              <a:gd name="csY66" fmla="*/ 223941 h 276749"/>
              <a:gd name="csX67" fmla="*/ 284939 w 409424"/>
              <a:gd name="csY67" fmla="*/ 234304 h 276749"/>
              <a:gd name="csX68" fmla="*/ 270316 w 409424"/>
              <a:gd name="csY68" fmla="*/ 244630 h 276749"/>
              <a:gd name="csX69" fmla="*/ 259397 w 409424"/>
              <a:gd name="csY69" fmla="*/ 248767 h 276749"/>
              <a:gd name="csX70" fmla="*/ 242736 w 409424"/>
              <a:gd name="csY70" fmla="*/ 255227 h 276749"/>
              <a:gd name="csX71" fmla="*/ 220097 w 409424"/>
              <a:gd name="csY71" fmla="*/ 265079 h 276749"/>
              <a:gd name="csX72" fmla="*/ 198772 w 409424"/>
              <a:gd name="csY72" fmla="*/ 274061 h 276749"/>
              <a:gd name="csX73" fmla="*/ 169694 w 409424"/>
              <a:gd name="csY73" fmla="*/ 275279 h 2767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Lst>
            <a:rect l="l" t="t" r="r" b="b"/>
            <a:pathLst>
              <a:path w="409424" h="276749">
                <a:moveTo>
                  <a:pt x="169694" y="275279"/>
                </a:moveTo>
                <a:cubicBezTo>
                  <a:pt x="167412" y="274002"/>
                  <a:pt x="159691" y="271847"/>
                  <a:pt x="152536" y="270490"/>
                </a:cubicBezTo>
                <a:cubicBezTo>
                  <a:pt x="145381" y="269133"/>
                  <a:pt x="134762" y="264870"/>
                  <a:pt x="128939" y="261017"/>
                </a:cubicBezTo>
                <a:cubicBezTo>
                  <a:pt x="120697" y="255563"/>
                  <a:pt x="113680" y="253561"/>
                  <a:pt x="97253" y="251980"/>
                </a:cubicBezTo>
                <a:cubicBezTo>
                  <a:pt x="85648" y="250863"/>
                  <a:pt x="71726" y="249483"/>
                  <a:pt x="66316" y="248914"/>
                </a:cubicBezTo>
                <a:cubicBezTo>
                  <a:pt x="60430" y="248295"/>
                  <a:pt x="53691" y="245260"/>
                  <a:pt x="49536" y="241356"/>
                </a:cubicBezTo>
                <a:cubicBezTo>
                  <a:pt x="36860" y="229445"/>
                  <a:pt x="25174" y="224000"/>
                  <a:pt x="12262" y="223990"/>
                </a:cubicBezTo>
                <a:cubicBezTo>
                  <a:pt x="5518" y="223985"/>
                  <a:pt x="0" y="223243"/>
                  <a:pt x="0" y="222341"/>
                </a:cubicBezTo>
                <a:cubicBezTo>
                  <a:pt x="0" y="221438"/>
                  <a:pt x="2614" y="218038"/>
                  <a:pt x="5808" y="214784"/>
                </a:cubicBezTo>
                <a:cubicBezTo>
                  <a:pt x="9003" y="211529"/>
                  <a:pt x="12778" y="207637"/>
                  <a:pt x="14198" y="206134"/>
                </a:cubicBezTo>
                <a:cubicBezTo>
                  <a:pt x="15618" y="204632"/>
                  <a:pt x="22927" y="197868"/>
                  <a:pt x="30441" y="191104"/>
                </a:cubicBezTo>
                <a:lnTo>
                  <a:pt x="44102" y="178805"/>
                </a:lnTo>
                <a:lnTo>
                  <a:pt x="41686" y="166228"/>
                </a:lnTo>
                <a:cubicBezTo>
                  <a:pt x="39751" y="156152"/>
                  <a:pt x="36957" y="151530"/>
                  <a:pt x="27640" y="142994"/>
                </a:cubicBezTo>
                <a:cubicBezTo>
                  <a:pt x="14024" y="130519"/>
                  <a:pt x="10714" y="121458"/>
                  <a:pt x="10050" y="94836"/>
                </a:cubicBezTo>
                <a:cubicBezTo>
                  <a:pt x="9450" y="70766"/>
                  <a:pt x="12891" y="63931"/>
                  <a:pt x="25607" y="63931"/>
                </a:cubicBezTo>
                <a:cubicBezTo>
                  <a:pt x="30489" y="63931"/>
                  <a:pt x="38340" y="65326"/>
                  <a:pt x="43054" y="67030"/>
                </a:cubicBezTo>
                <a:cubicBezTo>
                  <a:pt x="54638" y="71219"/>
                  <a:pt x="59354" y="67087"/>
                  <a:pt x="54130" y="57326"/>
                </a:cubicBezTo>
                <a:cubicBezTo>
                  <a:pt x="51035" y="51543"/>
                  <a:pt x="51072" y="49668"/>
                  <a:pt x="54400" y="43740"/>
                </a:cubicBezTo>
                <a:cubicBezTo>
                  <a:pt x="59239" y="35118"/>
                  <a:pt x="67118" y="33022"/>
                  <a:pt x="67118" y="40356"/>
                </a:cubicBezTo>
                <a:cubicBezTo>
                  <a:pt x="67118" y="43216"/>
                  <a:pt x="68351" y="46318"/>
                  <a:pt x="69858" y="47250"/>
                </a:cubicBezTo>
                <a:cubicBezTo>
                  <a:pt x="71366" y="48181"/>
                  <a:pt x="73660" y="51735"/>
                  <a:pt x="74957" y="55146"/>
                </a:cubicBezTo>
                <a:cubicBezTo>
                  <a:pt x="77803" y="62631"/>
                  <a:pt x="81496" y="63085"/>
                  <a:pt x="85078" y="56392"/>
                </a:cubicBezTo>
                <a:cubicBezTo>
                  <a:pt x="87383" y="52084"/>
                  <a:pt x="90423" y="51486"/>
                  <a:pt x="108275" y="51828"/>
                </a:cubicBezTo>
                <a:cubicBezTo>
                  <a:pt x="125309" y="52154"/>
                  <a:pt x="130021" y="51323"/>
                  <a:pt x="135859" y="46965"/>
                </a:cubicBezTo>
                <a:cubicBezTo>
                  <a:pt x="144210" y="40730"/>
                  <a:pt x="159754" y="13580"/>
                  <a:pt x="159928" y="4926"/>
                </a:cubicBezTo>
                <a:cubicBezTo>
                  <a:pt x="160018" y="462"/>
                  <a:pt x="161137" y="-741"/>
                  <a:pt x="164133" y="409"/>
                </a:cubicBezTo>
                <a:cubicBezTo>
                  <a:pt x="166379" y="1271"/>
                  <a:pt x="169238" y="1976"/>
                  <a:pt x="170486" y="1976"/>
                </a:cubicBezTo>
                <a:cubicBezTo>
                  <a:pt x="174404" y="1976"/>
                  <a:pt x="183283" y="13060"/>
                  <a:pt x="183283" y="17951"/>
                </a:cubicBezTo>
                <a:cubicBezTo>
                  <a:pt x="183283" y="20523"/>
                  <a:pt x="184505" y="22627"/>
                  <a:pt x="185999" y="22627"/>
                </a:cubicBezTo>
                <a:cubicBezTo>
                  <a:pt x="187493" y="22627"/>
                  <a:pt x="189958" y="26195"/>
                  <a:pt x="191478" y="30556"/>
                </a:cubicBezTo>
                <a:cubicBezTo>
                  <a:pt x="194632" y="39603"/>
                  <a:pt x="202114" y="43279"/>
                  <a:pt x="217371" y="43279"/>
                </a:cubicBezTo>
                <a:cubicBezTo>
                  <a:pt x="224361" y="43279"/>
                  <a:pt x="229040" y="44794"/>
                  <a:pt x="231319" y="47797"/>
                </a:cubicBezTo>
                <a:cubicBezTo>
                  <a:pt x="235951" y="53900"/>
                  <a:pt x="235804" y="67721"/>
                  <a:pt x="231065" y="71654"/>
                </a:cubicBezTo>
                <a:cubicBezTo>
                  <a:pt x="227042" y="74993"/>
                  <a:pt x="227738" y="83470"/>
                  <a:pt x="232914" y="94162"/>
                </a:cubicBezTo>
                <a:cubicBezTo>
                  <a:pt x="236944" y="102487"/>
                  <a:pt x="256280" y="105129"/>
                  <a:pt x="264097" y="98422"/>
                </a:cubicBezTo>
                <a:cubicBezTo>
                  <a:pt x="272137" y="91525"/>
                  <a:pt x="288836" y="83435"/>
                  <a:pt x="290859" y="85458"/>
                </a:cubicBezTo>
                <a:cubicBezTo>
                  <a:pt x="291797" y="86396"/>
                  <a:pt x="291209" y="87164"/>
                  <a:pt x="289553" y="87164"/>
                </a:cubicBezTo>
                <a:cubicBezTo>
                  <a:pt x="278849" y="87164"/>
                  <a:pt x="297992" y="112276"/>
                  <a:pt x="313001" y="117924"/>
                </a:cubicBezTo>
                <a:cubicBezTo>
                  <a:pt x="317528" y="119627"/>
                  <a:pt x="320100" y="122488"/>
                  <a:pt x="320100" y="125822"/>
                </a:cubicBezTo>
                <a:cubicBezTo>
                  <a:pt x="320100" y="128696"/>
                  <a:pt x="321552" y="131055"/>
                  <a:pt x="323327" y="131062"/>
                </a:cubicBezTo>
                <a:cubicBezTo>
                  <a:pt x="338940" y="131129"/>
                  <a:pt x="408862" y="133762"/>
                  <a:pt x="409403" y="134303"/>
                </a:cubicBezTo>
                <a:cubicBezTo>
                  <a:pt x="409786" y="134687"/>
                  <a:pt x="404937" y="149230"/>
                  <a:pt x="398626" y="166622"/>
                </a:cubicBezTo>
                <a:lnTo>
                  <a:pt x="387152" y="198243"/>
                </a:lnTo>
                <a:lnTo>
                  <a:pt x="392348" y="208428"/>
                </a:lnTo>
                <a:cubicBezTo>
                  <a:pt x="397867" y="219247"/>
                  <a:pt x="399033" y="226562"/>
                  <a:pt x="395238" y="226562"/>
                </a:cubicBezTo>
                <a:cubicBezTo>
                  <a:pt x="393970" y="226562"/>
                  <a:pt x="392236" y="224746"/>
                  <a:pt x="391384" y="222526"/>
                </a:cubicBezTo>
                <a:cubicBezTo>
                  <a:pt x="390533" y="220307"/>
                  <a:pt x="388555" y="219282"/>
                  <a:pt x="386991" y="220249"/>
                </a:cubicBezTo>
                <a:cubicBezTo>
                  <a:pt x="385426" y="221216"/>
                  <a:pt x="380818" y="219547"/>
                  <a:pt x="376751" y="216540"/>
                </a:cubicBezTo>
                <a:cubicBezTo>
                  <a:pt x="367939" y="210026"/>
                  <a:pt x="366566" y="209821"/>
                  <a:pt x="366566" y="215027"/>
                </a:cubicBezTo>
                <a:cubicBezTo>
                  <a:pt x="366566" y="217201"/>
                  <a:pt x="368599" y="219663"/>
                  <a:pt x="371084" y="220497"/>
                </a:cubicBezTo>
                <a:cubicBezTo>
                  <a:pt x="382593" y="224364"/>
                  <a:pt x="400125" y="232833"/>
                  <a:pt x="400125" y="234526"/>
                </a:cubicBezTo>
                <a:cubicBezTo>
                  <a:pt x="400125" y="235560"/>
                  <a:pt x="392284" y="233061"/>
                  <a:pt x="382700" y="228973"/>
                </a:cubicBezTo>
                <a:cubicBezTo>
                  <a:pt x="373117" y="224884"/>
                  <a:pt x="361210" y="221490"/>
                  <a:pt x="356240" y="221430"/>
                </a:cubicBezTo>
                <a:cubicBezTo>
                  <a:pt x="344962" y="221293"/>
                  <a:pt x="338255" y="217747"/>
                  <a:pt x="344640" y="215296"/>
                </a:cubicBezTo>
                <a:cubicBezTo>
                  <a:pt x="347017" y="214384"/>
                  <a:pt x="350019" y="214291"/>
                  <a:pt x="351310" y="215089"/>
                </a:cubicBezTo>
                <a:cubicBezTo>
                  <a:pt x="352602" y="215888"/>
                  <a:pt x="353659" y="215352"/>
                  <a:pt x="353659" y="213898"/>
                </a:cubicBezTo>
                <a:cubicBezTo>
                  <a:pt x="353659" y="212444"/>
                  <a:pt x="351239" y="209960"/>
                  <a:pt x="348281" y="208377"/>
                </a:cubicBezTo>
                <a:cubicBezTo>
                  <a:pt x="344050" y="206113"/>
                  <a:pt x="341943" y="206369"/>
                  <a:pt x="338397" y="209577"/>
                </a:cubicBezTo>
                <a:cubicBezTo>
                  <a:pt x="332399" y="215006"/>
                  <a:pt x="330426" y="214717"/>
                  <a:pt x="330426" y="208411"/>
                </a:cubicBezTo>
                <a:cubicBezTo>
                  <a:pt x="330426" y="200483"/>
                  <a:pt x="323396" y="199293"/>
                  <a:pt x="317751" y="206264"/>
                </a:cubicBezTo>
                <a:cubicBezTo>
                  <a:pt x="311888" y="213504"/>
                  <a:pt x="313243" y="217088"/>
                  <a:pt x="320963" y="214760"/>
                </a:cubicBezTo>
                <a:cubicBezTo>
                  <a:pt x="324787" y="213607"/>
                  <a:pt x="325738" y="213919"/>
                  <a:pt x="323972" y="215747"/>
                </a:cubicBezTo>
                <a:cubicBezTo>
                  <a:pt x="322552" y="217218"/>
                  <a:pt x="318487" y="218951"/>
                  <a:pt x="314937" y="219599"/>
                </a:cubicBezTo>
                <a:cubicBezTo>
                  <a:pt x="311388" y="220248"/>
                  <a:pt x="314292" y="220366"/>
                  <a:pt x="321391" y="219864"/>
                </a:cubicBezTo>
                <a:cubicBezTo>
                  <a:pt x="330318" y="219231"/>
                  <a:pt x="333104" y="219713"/>
                  <a:pt x="330426" y="221426"/>
                </a:cubicBezTo>
                <a:cubicBezTo>
                  <a:pt x="328296" y="222787"/>
                  <a:pt x="319444" y="223919"/>
                  <a:pt x="310754" y="223941"/>
                </a:cubicBezTo>
                <a:cubicBezTo>
                  <a:pt x="295733" y="223979"/>
                  <a:pt x="294460" y="224490"/>
                  <a:pt x="284939" y="234304"/>
                </a:cubicBezTo>
                <a:cubicBezTo>
                  <a:pt x="279431" y="239982"/>
                  <a:pt x="272851" y="244629"/>
                  <a:pt x="270316" y="244630"/>
                </a:cubicBezTo>
                <a:cubicBezTo>
                  <a:pt x="267782" y="244631"/>
                  <a:pt x="262868" y="246493"/>
                  <a:pt x="259397" y="248767"/>
                </a:cubicBezTo>
                <a:cubicBezTo>
                  <a:pt x="255927" y="251041"/>
                  <a:pt x="248429" y="253948"/>
                  <a:pt x="242736" y="255227"/>
                </a:cubicBezTo>
                <a:cubicBezTo>
                  <a:pt x="237044" y="256506"/>
                  <a:pt x="226856" y="260940"/>
                  <a:pt x="220097" y="265079"/>
                </a:cubicBezTo>
                <a:cubicBezTo>
                  <a:pt x="213337" y="269219"/>
                  <a:pt x="203741" y="273261"/>
                  <a:pt x="198772" y="274061"/>
                </a:cubicBezTo>
                <a:cubicBezTo>
                  <a:pt x="178742" y="277289"/>
                  <a:pt x="173664" y="277501"/>
                  <a:pt x="169694" y="275279"/>
                </a:cubicBezTo>
                <a:close/>
              </a:path>
            </a:pathLst>
          </a:custGeom>
          <a:solidFill>
            <a:srgbClr val="B9B9B9"/>
          </a:solidFill>
          <a:ln w="5163" cap="flat">
            <a:noFill/>
            <a:prstDash val="solid"/>
            <a:miter/>
          </a:ln>
        </p:spPr>
        <p:txBody>
          <a:bodyPr/>
          <a:lstStyle/>
          <a:p>
            <a:endParaRPr lang="es-419" noProof="0" dirty="0"/>
          </a:p>
        </p:txBody>
      </p:sp>
      <p:sp>
        <p:nvSpPr>
          <p:cNvPr id="63" name="Forma libre: forma 62">
            <a:extLst>
              <a:ext uri="{FF2B5EF4-FFF2-40B4-BE49-F238E27FC236}">
                <a16:creationId xmlns:a16="http://schemas.microsoft.com/office/drawing/2014/main" id="{0CDCFA62-868A-0C31-F4FF-03284EB9015D}"/>
              </a:ext>
            </a:extLst>
          </p:cNvPr>
          <p:cNvSpPr/>
          <p:nvPr/>
        </p:nvSpPr>
        <p:spPr>
          <a:xfrm>
            <a:off x="1324915" y="2412330"/>
            <a:ext cx="357764" cy="223095"/>
          </a:xfrm>
          <a:custGeom>
            <a:avLst/>
            <a:gdLst>
              <a:gd name="csX0" fmla="*/ 310749 w 357764"/>
              <a:gd name="csY0" fmla="*/ 220821 h 223095"/>
              <a:gd name="csX1" fmla="*/ 306750 w 357764"/>
              <a:gd name="csY1" fmla="*/ 216842 h 223095"/>
              <a:gd name="csX2" fmla="*/ 298107 w 357764"/>
              <a:gd name="csY2" fmla="*/ 209508 h 223095"/>
              <a:gd name="csX3" fmla="*/ 280348 w 357764"/>
              <a:gd name="csY3" fmla="*/ 201999 h 223095"/>
              <a:gd name="csX4" fmla="*/ 262845 w 357764"/>
              <a:gd name="csY4" fmla="*/ 196313 h 223095"/>
              <a:gd name="csX5" fmla="*/ 256032 w 357764"/>
              <a:gd name="csY5" fmla="*/ 193496 h 223095"/>
              <a:gd name="csX6" fmla="*/ 242886 w 357764"/>
              <a:gd name="csY6" fmla="*/ 190679 h 223095"/>
              <a:gd name="csX7" fmla="*/ 229978 w 357764"/>
              <a:gd name="csY7" fmla="*/ 186722 h 223095"/>
              <a:gd name="csX8" fmla="*/ 220854 w 357764"/>
              <a:gd name="csY8" fmla="*/ 186091 h 223095"/>
              <a:gd name="csX9" fmla="*/ 209097 w 357764"/>
              <a:gd name="csY9" fmla="*/ 183130 h 223095"/>
              <a:gd name="csX10" fmla="*/ 214906 w 357764"/>
              <a:gd name="csY10" fmla="*/ 187877 h 223095"/>
              <a:gd name="csX11" fmla="*/ 215222 w 357764"/>
              <a:gd name="csY11" fmla="*/ 190853 h 223095"/>
              <a:gd name="csX12" fmla="*/ 206349 w 357764"/>
              <a:gd name="csY12" fmla="*/ 186954 h 223095"/>
              <a:gd name="csX13" fmla="*/ 189899 w 357764"/>
              <a:gd name="csY13" fmla="*/ 176334 h 223095"/>
              <a:gd name="csX14" fmla="*/ 172154 w 357764"/>
              <a:gd name="csY14" fmla="*/ 165667 h 223095"/>
              <a:gd name="csX15" fmla="*/ 165494 w 357764"/>
              <a:gd name="csY15" fmla="*/ 164758 h 223095"/>
              <a:gd name="csX16" fmla="*/ 154887 w 357764"/>
              <a:gd name="csY16" fmla="*/ 162867 h 223095"/>
              <a:gd name="csX17" fmla="*/ 146116 w 357764"/>
              <a:gd name="csY17" fmla="*/ 160825 h 223095"/>
              <a:gd name="csX18" fmla="*/ 117490 w 357764"/>
              <a:gd name="csY18" fmla="*/ 151278 h 223095"/>
              <a:gd name="csX19" fmla="*/ 95284 w 357764"/>
              <a:gd name="csY19" fmla="*/ 141980 h 223095"/>
              <a:gd name="csX20" fmla="*/ 92932 w 357764"/>
              <a:gd name="csY20" fmla="*/ 138216 h 223095"/>
              <a:gd name="csX21" fmla="*/ 81316 w 357764"/>
              <a:gd name="csY21" fmla="*/ 127645 h 223095"/>
              <a:gd name="csX22" fmla="*/ 69699 w 357764"/>
              <a:gd name="csY22" fmla="*/ 117508 h 223095"/>
              <a:gd name="csX23" fmla="*/ 49682 w 357764"/>
              <a:gd name="csY23" fmla="*/ 104238 h 223095"/>
              <a:gd name="csX24" fmla="*/ 33940 w 357764"/>
              <a:gd name="csY24" fmla="*/ 91155 h 223095"/>
              <a:gd name="csX25" fmla="*/ 3571 w 357764"/>
              <a:gd name="csY25" fmla="*/ 73330 h 223095"/>
              <a:gd name="csX26" fmla="*/ 0 w 357764"/>
              <a:gd name="csY26" fmla="*/ 65812 h 223095"/>
              <a:gd name="csX27" fmla="*/ 7287 w 357764"/>
              <a:gd name="csY27" fmla="*/ 53156 h 223095"/>
              <a:gd name="csX28" fmla="*/ 18044 w 357764"/>
              <a:gd name="csY28" fmla="*/ 33495 h 223095"/>
              <a:gd name="csX29" fmla="*/ 19421 w 357764"/>
              <a:gd name="csY29" fmla="*/ 20586 h 223095"/>
              <a:gd name="csX30" fmla="*/ 43911 w 357764"/>
              <a:gd name="csY30" fmla="*/ 20678 h 223095"/>
              <a:gd name="csX31" fmla="*/ 60045 w 357764"/>
              <a:gd name="csY31" fmla="*/ 24079 h 223095"/>
              <a:gd name="csX32" fmla="*/ 132045 w 357764"/>
              <a:gd name="csY32" fmla="*/ 29780 h 223095"/>
              <a:gd name="csX33" fmla="*/ 140624 w 357764"/>
              <a:gd name="csY33" fmla="*/ 26018 h 223095"/>
              <a:gd name="csX34" fmla="*/ 141619 w 357764"/>
              <a:gd name="csY34" fmla="*/ 13502 h 223095"/>
              <a:gd name="csX35" fmla="*/ 147260 w 357764"/>
              <a:gd name="csY35" fmla="*/ 0 h 223095"/>
              <a:gd name="csX36" fmla="*/ 157468 w 357764"/>
              <a:gd name="csY36" fmla="*/ 24790 h 223095"/>
              <a:gd name="csX37" fmla="*/ 164323 w 357764"/>
              <a:gd name="csY37" fmla="*/ 32600 h 223095"/>
              <a:gd name="csX38" fmla="*/ 177876 w 357764"/>
              <a:gd name="csY38" fmla="*/ 26172 h 223095"/>
              <a:gd name="csX39" fmla="*/ 195232 w 357764"/>
              <a:gd name="csY39" fmla="*/ 18047 h 223095"/>
              <a:gd name="csX40" fmla="*/ 208905 w 357764"/>
              <a:gd name="csY40" fmla="*/ 10791 h 223095"/>
              <a:gd name="csX41" fmla="*/ 219887 w 357764"/>
              <a:gd name="csY41" fmla="*/ 4680 h 223095"/>
              <a:gd name="csX42" fmla="*/ 238661 w 357764"/>
              <a:gd name="csY42" fmla="*/ 20265 h 223095"/>
              <a:gd name="csX43" fmla="*/ 254397 w 357764"/>
              <a:gd name="csY43" fmla="*/ 25712 h 223095"/>
              <a:gd name="csX44" fmla="*/ 258145 w 357764"/>
              <a:gd name="csY44" fmla="*/ 24934 h 223095"/>
              <a:gd name="csX45" fmla="*/ 286337 w 357764"/>
              <a:gd name="csY45" fmla="*/ 54210 h 223095"/>
              <a:gd name="csX46" fmla="*/ 292234 w 357764"/>
              <a:gd name="csY46" fmla="*/ 58728 h 223095"/>
              <a:gd name="csX47" fmla="*/ 311147 w 357764"/>
              <a:gd name="csY47" fmla="*/ 69699 h 223095"/>
              <a:gd name="csX48" fmla="*/ 321808 w 357764"/>
              <a:gd name="csY48" fmla="*/ 76335 h 223095"/>
              <a:gd name="csX49" fmla="*/ 326980 w 357764"/>
              <a:gd name="csY49" fmla="*/ 102795 h 223095"/>
              <a:gd name="csX50" fmla="*/ 329261 w 357764"/>
              <a:gd name="csY50" fmla="*/ 127630 h 223095"/>
              <a:gd name="csX51" fmla="*/ 333007 w 357764"/>
              <a:gd name="csY51" fmla="*/ 137310 h 223095"/>
              <a:gd name="csX52" fmla="*/ 335120 w 357764"/>
              <a:gd name="csY52" fmla="*/ 141980 h 223095"/>
              <a:gd name="csX53" fmla="*/ 346410 w 357764"/>
              <a:gd name="csY53" fmla="*/ 150369 h 223095"/>
              <a:gd name="csX54" fmla="*/ 357125 w 357764"/>
              <a:gd name="csY54" fmla="*/ 170794 h 223095"/>
              <a:gd name="csX55" fmla="*/ 348644 w 357764"/>
              <a:gd name="csY55" fmla="*/ 191877 h 223095"/>
              <a:gd name="csX56" fmla="*/ 333236 w 357764"/>
              <a:gd name="csY56" fmla="*/ 203812 h 223095"/>
              <a:gd name="csX57" fmla="*/ 327844 w 357764"/>
              <a:gd name="csY57" fmla="*/ 209994 h 223095"/>
              <a:gd name="csX58" fmla="*/ 320060 w 357764"/>
              <a:gd name="csY58" fmla="*/ 219045 h 223095"/>
              <a:gd name="csX59" fmla="*/ 310749 w 357764"/>
              <a:gd name="csY59" fmla="*/ 220821 h 2230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Lst>
            <a:rect l="l" t="t" r="r" b="b"/>
            <a:pathLst>
              <a:path w="357764" h="223095">
                <a:moveTo>
                  <a:pt x="310749" y="220821"/>
                </a:moveTo>
                <a:cubicBezTo>
                  <a:pt x="309909" y="218632"/>
                  <a:pt x="308109" y="216842"/>
                  <a:pt x="306750" y="216842"/>
                </a:cubicBezTo>
                <a:cubicBezTo>
                  <a:pt x="305390" y="216842"/>
                  <a:pt x="301501" y="213542"/>
                  <a:pt x="298107" y="209508"/>
                </a:cubicBezTo>
                <a:cubicBezTo>
                  <a:pt x="293077" y="203531"/>
                  <a:pt x="289793" y="202142"/>
                  <a:pt x="280348" y="201999"/>
                </a:cubicBezTo>
                <a:cubicBezTo>
                  <a:pt x="272259" y="201877"/>
                  <a:pt x="266975" y="200160"/>
                  <a:pt x="262845" y="196313"/>
                </a:cubicBezTo>
                <a:cubicBezTo>
                  <a:pt x="259591" y="193282"/>
                  <a:pt x="256525" y="192014"/>
                  <a:pt x="256032" y="193496"/>
                </a:cubicBezTo>
                <a:cubicBezTo>
                  <a:pt x="254564" y="197900"/>
                  <a:pt x="248378" y="196574"/>
                  <a:pt x="242886" y="190679"/>
                </a:cubicBezTo>
                <a:cubicBezTo>
                  <a:pt x="238972" y="186478"/>
                  <a:pt x="235903" y="185537"/>
                  <a:pt x="229978" y="186722"/>
                </a:cubicBezTo>
                <a:cubicBezTo>
                  <a:pt x="225703" y="187577"/>
                  <a:pt x="221597" y="187293"/>
                  <a:pt x="220854" y="186091"/>
                </a:cubicBezTo>
                <a:cubicBezTo>
                  <a:pt x="219048" y="183170"/>
                  <a:pt x="209097" y="180663"/>
                  <a:pt x="209097" y="183130"/>
                </a:cubicBezTo>
                <a:cubicBezTo>
                  <a:pt x="209097" y="184200"/>
                  <a:pt x="211711" y="186336"/>
                  <a:pt x="214906" y="187877"/>
                </a:cubicBezTo>
                <a:cubicBezTo>
                  <a:pt x="220644" y="190644"/>
                  <a:pt x="220647" y="190680"/>
                  <a:pt x="215222" y="190853"/>
                </a:cubicBezTo>
                <a:cubicBezTo>
                  <a:pt x="212201" y="190949"/>
                  <a:pt x="208208" y="189194"/>
                  <a:pt x="206349" y="186954"/>
                </a:cubicBezTo>
                <a:cubicBezTo>
                  <a:pt x="204489" y="184713"/>
                  <a:pt x="197087" y="179934"/>
                  <a:pt x="189899" y="176334"/>
                </a:cubicBezTo>
                <a:cubicBezTo>
                  <a:pt x="182711" y="172733"/>
                  <a:pt x="174726" y="167933"/>
                  <a:pt x="172154" y="165667"/>
                </a:cubicBezTo>
                <a:cubicBezTo>
                  <a:pt x="168546" y="162487"/>
                  <a:pt x="167026" y="162279"/>
                  <a:pt x="165494" y="164758"/>
                </a:cubicBezTo>
                <a:cubicBezTo>
                  <a:pt x="163542" y="167916"/>
                  <a:pt x="154887" y="166373"/>
                  <a:pt x="154887" y="162867"/>
                </a:cubicBezTo>
                <a:cubicBezTo>
                  <a:pt x="154887" y="161880"/>
                  <a:pt x="150940" y="160961"/>
                  <a:pt x="146116" y="160825"/>
                </a:cubicBezTo>
                <a:cubicBezTo>
                  <a:pt x="141292" y="160688"/>
                  <a:pt x="128410" y="156392"/>
                  <a:pt x="117490" y="151278"/>
                </a:cubicBezTo>
                <a:cubicBezTo>
                  <a:pt x="106570" y="146164"/>
                  <a:pt x="96577" y="141980"/>
                  <a:pt x="95284" y="141980"/>
                </a:cubicBezTo>
                <a:cubicBezTo>
                  <a:pt x="93990" y="141980"/>
                  <a:pt x="92932" y="140286"/>
                  <a:pt x="92932" y="138216"/>
                </a:cubicBezTo>
                <a:cubicBezTo>
                  <a:pt x="92932" y="136147"/>
                  <a:pt x="87705" y="131390"/>
                  <a:pt x="81316" y="127645"/>
                </a:cubicBezTo>
                <a:cubicBezTo>
                  <a:pt x="74927" y="123901"/>
                  <a:pt x="69699" y="119339"/>
                  <a:pt x="69699" y="117508"/>
                </a:cubicBezTo>
                <a:cubicBezTo>
                  <a:pt x="69699" y="113290"/>
                  <a:pt x="58936" y="106155"/>
                  <a:pt x="49682" y="104238"/>
                </a:cubicBezTo>
                <a:cubicBezTo>
                  <a:pt x="45282" y="103326"/>
                  <a:pt x="39312" y="98365"/>
                  <a:pt x="33940" y="91155"/>
                </a:cubicBezTo>
                <a:cubicBezTo>
                  <a:pt x="25287" y="79543"/>
                  <a:pt x="10302" y="70747"/>
                  <a:pt x="3571" y="73330"/>
                </a:cubicBezTo>
                <a:cubicBezTo>
                  <a:pt x="957" y="74333"/>
                  <a:pt x="0" y="72319"/>
                  <a:pt x="0" y="65812"/>
                </a:cubicBezTo>
                <a:cubicBezTo>
                  <a:pt x="0" y="58672"/>
                  <a:pt x="1433" y="56184"/>
                  <a:pt x="7287" y="53156"/>
                </a:cubicBezTo>
                <a:cubicBezTo>
                  <a:pt x="19411" y="46887"/>
                  <a:pt x="21790" y="42538"/>
                  <a:pt x="18044" y="33495"/>
                </a:cubicBezTo>
                <a:cubicBezTo>
                  <a:pt x="15244" y="26735"/>
                  <a:pt x="15429" y="24996"/>
                  <a:pt x="19421" y="20586"/>
                </a:cubicBezTo>
                <a:cubicBezTo>
                  <a:pt x="25368" y="14014"/>
                  <a:pt x="37292" y="14059"/>
                  <a:pt x="43911" y="20678"/>
                </a:cubicBezTo>
                <a:cubicBezTo>
                  <a:pt x="48190" y="24957"/>
                  <a:pt x="51021" y="25553"/>
                  <a:pt x="60045" y="24079"/>
                </a:cubicBezTo>
                <a:cubicBezTo>
                  <a:pt x="79921" y="20832"/>
                  <a:pt x="103607" y="22707"/>
                  <a:pt x="132045" y="29780"/>
                </a:cubicBezTo>
                <a:cubicBezTo>
                  <a:pt x="137569" y="31154"/>
                  <a:pt x="139225" y="30428"/>
                  <a:pt x="140624" y="26018"/>
                </a:cubicBezTo>
                <a:cubicBezTo>
                  <a:pt x="141578" y="23013"/>
                  <a:pt x="142026" y="17381"/>
                  <a:pt x="141619" y="13502"/>
                </a:cubicBezTo>
                <a:cubicBezTo>
                  <a:pt x="140830" y="5985"/>
                  <a:pt x="143331" y="0"/>
                  <a:pt x="147260" y="0"/>
                </a:cubicBezTo>
                <a:cubicBezTo>
                  <a:pt x="150433" y="0"/>
                  <a:pt x="157468" y="17085"/>
                  <a:pt x="157468" y="24790"/>
                </a:cubicBezTo>
                <a:cubicBezTo>
                  <a:pt x="157468" y="29227"/>
                  <a:pt x="159328" y="31346"/>
                  <a:pt x="164323" y="32600"/>
                </a:cubicBezTo>
                <a:cubicBezTo>
                  <a:pt x="169965" y="34015"/>
                  <a:pt x="172364" y="32878"/>
                  <a:pt x="177876" y="26172"/>
                </a:cubicBezTo>
                <a:cubicBezTo>
                  <a:pt x="183430" y="19415"/>
                  <a:pt x="186393" y="18028"/>
                  <a:pt x="195232" y="18047"/>
                </a:cubicBezTo>
                <a:cubicBezTo>
                  <a:pt x="204499" y="18067"/>
                  <a:pt x="206283" y="17120"/>
                  <a:pt x="208905" y="10791"/>
                </a:cubicBezTo>
                <a:cubicBezTo>
                  <a:pt x="211484" y="4565"/>
                  <a:pt x="213074" y="3680"/>
                  <a:pt x="219887" y="4680"/>
                </a:cubicBezTo>
                <a:cubicBezTo>
                  <a:pt x="228665" y="5969"/>
                  <a:pt x="236077" y="12121"/>
                  <a:pt x="238661" y="20265"/>
                </a:cubicBezTo>
                <a:cubicBezTo>
                  <a:pt x="240752" y="26852"/>
                  <a:pt x="249411" y="29849"/>
                  <a:pt x="254397" y="25712"/>
                </a:cubicBezTo>
                <a:cubicBezTo>
                  <a:pt x="256458" y="24001"/>
                  <a:pt x="258145" y="23651"/>
                  <a:pt x="258145" y="24934"/>
                </a:cubicBezTo>
                <a:cubicBezTo>
                  <a:pt x="258145" y="28142"/>
                  <a:pt x="283247" y="54210"/>
                  <a:pt x="286337" y="54210"/>
                </a:cubicBezTo>
                <a:cubicBezTo>
                  <a:pt x="287708" y="54210"/>
                  <a:pt x="290362" y="56243"/>
                  <a:pt x="292234" y="58728"/>
                </a:cubicBezTo>
                <a:cubicBezTo>
                  <a:pt x="296425" y="64288"/>
                  <a:pt x="305753" y="69699"/>
                  <a:pt x="311147" y="69699"/>
                </a:cubicBezTo>
                <a:cubicBezTo>
                  <a:pt x="313361" y="69699"/>
                  <a:pt x="318158" y="72685"/>
                  <a:pt x="321808" y="76335"/>
                </a:cubicBezTo>
                <a:cubicBezTo>
                  <a:pt x="328098" y="82626"/>
                  <a:pt x="328367" y="84002"/>
                  <a:pt x="326980" y="102795"/>
                </a:cubicBezTo>
                <a:cubicBezTo>
                  <a:pt x="325865" y="117888"/>
                  <a:pt x="326410" y="123815"/>
                  <a:pt x="329261" y="127630"/>
                </a:cubicBezTo>
                <a:cubicBezTo>
                  <a:pt x="331322" y="130386"/>
                  <a:pt x="333007" y="134742"/>
                  <a:pt x="333007" y="137310"/>
                </a:cubicBezTo>
                <a:cubicBezTo>
                  <a:pt x="333007" y="139879"/>
                  <a:pt x="333958" y="141980"/>
                  <a:pt x="335120" y="141980"/>
                </a:cubicBezTo>
                <a:cubicBezTo>
                  <a:pt x="336282" y="141980"/>
                  <a:pt x="341362" y="145755"/>
                  <a:pt x="346410" y="150369"/>
                </a:cubicBezTo>
                <a:cubicBezTo>
                  <a:pt x="353607" y="156948"/>
                  <a:pt x="355920" y="161358"/>
                  <a:pt x="357125" y="170794"/>
                </a:cubicBezTo>
                <a:cubicBezTo>
                  <a:pt x="358591" y="182285"/>
                  <a:pt x="358209" y="183236"/>
                  <a:pt x="348644" y="191877"/>
                </a:cubicBezTo>
                <a:cubicBezTo>
                  <a:pt x="343134" y="196855"/>
                  <a:pt x="336201" y="202226"/>
                  <a:pt x="333236" y="203812"/>
                </a:cubicBezTo>
                <a:cubicBezTo>
                  <a:pt x="330270" y="205399"/>
                  <a:pt x="327844" y="208181"/>
                  <a:pt x="327844" y="209994"/>
                </a:cubicBezTo>
                <a:cubicBezTo>
                  <a:pt x="327844" y="211806"/>
                  <a:pt x="324341" y="215879"/>
                  <a:pt x="320060" y="219045"/>
                </a:cubicBezTo>
                <a:cubicBezTo>
                  <a:pt x="313416" y="223957"/>
                  <a:pt x="312052" y="224217"/>
                  <a:pt x="310749" y="220821"/>
                </a:cubicBezTo>
                <a:close/>
              </a:path>
            </a:pathLst>
          </a:custGeom>
          <a:solidFill>
            <a:srgbClr val="B9B9B9"/>
          </a:solidFill>
          <a:ln w="5163" cap="flat">
            <a:noFill/>
            <a:prstDash val="solid"/>
            <a:miter/>
          </a:ln>
        </p:spPr>
        <p:txBody>
          <a:bodyPr/>
          <a:lstStyle/>
          <a:p>
            <a:endParaRPr lang="es-419" noProof="0" dirty="0"/>
          </a:p>
        </p:txBody>
      </p:sp>
      <p:sp>
        <p:nvSpPr>
          <p:cNvPr id="64" name="Forma libre: forma 63">
            <a:extLst>
              <a:ext uri="{FF2B5EF4-FFF2-40B4-BE49-F238E27FC236}">
                <a16:creationId xmlns:a16="http://schemas.microsoft.com/office/drawing/2014/main" id="{894419A7-42F1-9D35-3EC8-1B74A275A227}"/>
              </a:ext>
            </a:extLst>
          </p:cNvPr>
          <p:cNvSpPr/>
          <p:nvPr/>
        </p:nvSpPr>
        <p:spPr>
          <a:xfrm>
            <a:off x="2030531" y="2394260"/>
            <a:ext cx="276109" cy="131653"/>
          </a:xfrm>
          <a:custGeom>
            <a:avLst/>
            <a:gdLst>
              <a:gd name="csX0" fmla="*/ 240916 w 276109"/>
              <a:gd name="csY0" fmla="*/ 129933 h 131653"/>
              <a:gd name="csX1" fmla="*/ 239195 w 276109"/>
              <a:gd name="csY1" fmla="*/ 124013 h 131653"/>
              <a:gd name="csX2" fmla="*/ 228223 w 276109"/>
              <a:gd name="csY2" fmla="*/ 115744 h 131653"/>
              <a:gd name="csX3" fmla="*/ 217897 w 276109"/>
              <a:gd name="csY3" fmla="*/ 106005 h 131653"/>
              <a:gd name="csX4" fmla="*/ 210063 w 276109"/>
              <a:gd name="csY4" fmla="*/ 90246 h 131653"/>
              <a:gd name="csX5" fmla="*/ 197989 w 276109"/>
              <a:gd name="csY5" fmla="*/ 82502 h 131653"/>
              <a:gd name="csX6" fmla="*/ 171181 w 276109"/>
              <a:gd name="csY6" fmla="*/ 78639 h 131653"/>
              <a:gd name="csX7" fmla="*/ 162540 w 276109"/>
              <a:gd name="csY7" fmla="*/ 80766 h 131653"/>
              <a:gd name="csX8" fmla="*/ 140024 w 276109"/>
              <a:gd name="csY8" fmla="*/ 103258 h 131653"/>
              <a:gd name="csX9" fmla="*/ 121107 w 276109"/>
              <a:gd name="csY9" fmla="*/ 123910 h 131653"/>
              <a:gd name="csX10" fmla="*/ 115285 w 276109"/>
              <a:gd name="csY10" fmla="*/ 120037 h 131653"/>
              <a:gd name="csX11" fmla="*/ 106086 w 276109"/>
              <a:gd name="csY11" fmla="*/ 116165 h 131653"/>
              <a:gd name="csX12" fmla="*/ 95488 w 276109"/>
              <a:gd name="csY12" fmla="*/ 97511 h 131653"/>
              <a:gd name="csX13" fmla="*/ 74161 w 276109"/>
              <a:gd name="csY13" fmla="*/ 72281 h 131653"/>
              <a:gd name="csX14" fmla="*/ 62180 w 276109"/>
              <a:gd name="csY14" fmla="*/ 80383 h 131653"/>
              <a:gd name="csX15" fmla="*/ 59403 w 276109"/>
              <a:gd name="csY15" fmla="*/ 95543 h 131653"/>
              <a:gd name="csX16" fmla="*/ 54777 w 276109"/>
              <a:gd name="csY16" fmla="*/ 108274 h 131653"/>
              <a:gd name="csX17" fmla="*/ 46950 w 276109"/>
              <a:gd name="csY17" fmla="*/ 122154 h 131653"/>
              <a:gd name="csX18" fmla="*/ 45160 w 276109"/>
              <a:gd name="csY18" fmla="*/ 130363 h 131653"/>
              <a:gd name="csX19" fmla="*/ 42524 w 276109"/>
              <a:gd name="csY19" fmla="*/ 123910 h 131653"/>
              <a:gd name="csX20" fmla="*/ 27585 w 276109"/>
              <a:gd name="csY20" fmla="*/ 101648 h 131653"/>
              <a:gd name="csX21" fmla="*/ 3541 w 276109"/>
              <a:gd name="csY21" fmla="*/ 71617 h 131653"/>
              <a:gd name="csX22" fmla="*/ 489 w 276109"/>
              <a:gd name="csY22" fmla="*/ 57859 h 131653"/>
              <a:gd name="csX23" fmla="*/ 5896 w 276109"/>
              <a:gd name="csY23" fmla="*/ 47783 h 131653"/>
              <a:gd name="csX24" fmla="*/ 14046 w 276109"/>
              <a:gd name="csY24" fmla="*/ 46070 h 131653"/>
              <a:gd name="csX25" fmla="*/ 24934 w 276109"/>
              <a:gd name="csY25" fmla="*/ 43885 h 131653"/>
              <a:gd name="csX26" fmla="*/ 35503 w 276109"/>
              <a:gd name="csY26" fmla="*/ 38722 h 131653"/>
              <a:gd name="csX27" fmla="*/ 41946 w 276109"/>
              <a:gd name="csY27" fmla="*/ 35764 h 131653"/>
              <a:gd name="csX28" fmla="*/ 25819 w 276109"/>
              <a:gd name="csY28" fmla="*/ 37615 h 131653"/>
              <a:gd name="csX29" fmla="*/ 26045 w 276109"/>
              <a:gd name="csY29" fmla="*/ 35947 h 131653"/>
              <a:gd name="csX30" fmla="*/ 73982 w 276109"/>
              <a:gd name="csY30" fmla="*/ 25857 h 131653"/>
              <a:gd name="csX31" fmla="*/ 76916 w 276109"/>
              <a:gd name="csY31" fmla="*/ 28123 h 131653"/>
              <a:gd name="csX32" fmla="*/ 76893 w 276109"/>
              <a:gd name="csY32" fmla="*/ 31518 h 131653"/>
              <a:gd name="csX33" fmla="*/ 83755 w 276109"/>
              <a:gd name="csY33" fmla="*/ 29317 h 131653"/>
              <a:gd name="csX34" fmla="*/ 96686 w 276109"/>
              <a:gd name="csY34" fmla="*/ 23336 h 131653"/>
              <a:gd name="csX35" fmla="*/ 114106 w 276109"/>
              <a:gd name="csY35" fmla="*/ 13587 h 131653"/>
              <a:gd name="csX36" fmla="*/ 134447 w 276109"/>
              <a:gd name="csY36" fmla="*/ 0 h 131653"/>
              <a:gd name="csX37" fmla="*/ 136418 w 276109"/>
              <a:gd name="csY37" fmla="*/ 8390 h 131653"/>
              <a:gd name="csX38" fmla="*/ 147553 w 276109"/>
              <a:gd name="csY38" fmla="*/ 17557 h 131653"/>
              <a:gd name="csX39" fmla="*/ 164372 w 276109"/>
              <a:gd name="csY39" fmla="*/ 37279 h 131653"/>
              <a:gd name="csX40" fmla="*/ 179001 w 276109"/>
              <a:gd name="csY40" fmla="*/ 58990 h 131653"/>
              <a:gd name="csX41" fmla="*/ 191415 w 276109"/>
              <a:gd name="csY41" fmla="*/ 67081 h 131653"/>
              <a:gd name="csX42" fmla="*/ 215539 w 276109"/>
              <a:gd name="csY42" fmla="*/ 67434 h 131653"/>
              <a:gd name="csX43" fmla="*/ 218120 w 276109"/>
              <a:gd name="csY43" fmla="*/ 59084 h 131653"/>
              <a:gd name="csX44" fmla="*/ 224155 w 276109"/>
              <a:gd name="csY44" fmla="*/ 52122 h 131653"/>
              <a:gd name="csX45" fmla="*/ 241477 w 276109"/>
              <a:gd name="csY45" fmla="*/ 56639 h 131653"/>
              <a:gd name="csX46" fmla="*/ 260758 w 276109"/>
              <a:gd name="csY46" fmla="*/ 61955 h 131653"/>
              <a:gd name="csX47" fmla="*/ 271115 w 276109"/>
              <a:gd name="csY47" fmla="*/ 65853 h 131653"/>
              <a:gd name="csX48" fmla="*/ 274360 w 276109"/>
              <a:gd name="csY48" fmla="*/ 100702 h 131653"/>
              <a:gd name="csX49" fmla="*/ 276110 w 276109"/>
              <a:gd name="csY49" fmla="*/ 131654 h 131653"/>
              <a:gd name="csX50" fmla="*/ 259373 w 276109"/>
              <a:gd name="csY50" fmla="*/ 131654 h 131653"/>
              <a:gd name="csX51" fmla="*/ 240916 w 276109"/>
              <a:gd name="csY51" fmla="*/ 129933 h 1316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Lst>
            <a:rect l="l" t="t" r="r" b="b"/>
            <a:pathLst>
              <a:path w="276109" h="131653">
                <a:moveTo>
                  <a:pt x="240916" y="129933"/>
                </a:moveTo>
                <a:cubicBezTo>
                  <a:pt x="239969" y="128986"/>
                  <a:pt x="239195" y="126322"/>
                  <a:pt x="239195" y="124013"/>
                </a:cubicBezTo>
                <a:cubicBezTo>
                  <a:pt x="239195" y="121432"/>
                  <a:pt x="234966" y="118245"/>
                  <a:pt x="228223" y="115744"/>
                </a:cubicBezTo>
                <a:cubicBezTo>
                  <a:pt x="219440" y="112485"/>
                  <a:pt x="217381" y="110543"/>
                  <a:pt x="217897" y="106005"/>
                </a:cubicBezTo>
                <a:cubicBezTo>
                  <a:pt x="218682" y="99107"/>
                  <a:pt x="214348" y="90389"/>
                  <a:pt x="210063" y="90246"/>
                </a:cubicBezTo>
                <a:cubicBezTo>
                  <a:pt x="208338" y="90188"/>
                  <a:pt x="202905" y="86703"/>
                  <a:pt x="197989" y="82502"/>
                </a:cubicBezTo>
                <a:cubicBezTo>
                  <a:pt x="188345" y="74258"/>
                  <a:pt x="178782" y="72880"/>
                  <a:pt x="171181" y="78639"/>
                </a:cubicBezTo>
                <a:cubicBezTo>
                  <a:pt x="168558" y="80626"/>
                  <a:pt x="164670" y="81583"/>
                  <a:pt x="162540" y="80766"/>
                </a:cubicBezTo>
                <a:cubicBezTo>
                  <a:pt x="158541" y="79232"/>
                  <a:pt x="151258" y="86508"/>
                  <a:pt x="140024" y="103258"/>
                </a:cubicBezTo>
                <a:cubicBezTo>
                  <a:pt x="131601" y="115819"/>
                  <a:pt x="124189" y="123910"/>
                  <a:pt x="121107" y="123910"/>
                </a:cubicBezTo>
                <a:cubicBezTo>
                  <a:pt x="119672" y="123910"/>
                  <a:pt x="117052" y="122167"/>
                  <a:pt x="115285" y="120037"/>
                </a:cubicBezTo>
                <a:cubicBezTo>
                  <a:pt x="113517" y="117908"/>
                  <a:pt x="109378" y="116165"/>
                  <a:pt x="106086" y="116165"/>
                </a:cubicBezTo>
                <a:cubicBezTo>
                  <a:pt x="98470" y="116165"/>
                  <a:pt x="97317" y="114137"/>
                  <a:pt x="95488" y="97511"/>
                </a:cubicBezTo>
                <a:cubicBezTo>
                  <a:pt x="93708" y="81325"/>
                  <a:pt x="86063" y="72281"/>
                  <a:pt x="74161" y="72281"/>
                </a:cubicBezTo>
                <a:cubicBezTo>
                  <a:pt x="68039" y="72281"/>
                  <a:pt x="65473" y="74016"/>
                  <a:pt x="62180" y="80383"/>
                </a:cubicBezTo>
                <a:cubicBezTo>
                  <a:pt x="59748" y="85087"/>
                  <a:pt x="58583" y="91445"/>
                  <a:pt x="59403" y="95543"/>
                </a:cubicBezTo>
                <a:cubicBezTo>
                  <a:pt x="60452" y="100790"/>
                  <a:pt x="59265" y="104058"/>
                  <a:pt x="54777" y="108274"/>
                </a:cubicBezTo>
                <a:cubicBezTo>
                  <a:pt x="51457" y="111393"/>
                  <a:pt x="47935" y="117640"/>
                  <a:pt x="46950" y="122154"/>
                </a:cubicBezTo>
                <a:lnTo>
                  <a:pt x="45160" y="130363"/>
                </a:lnTo>
                <a:lnTo>
                  <a:pt x="42524" y="123910"/>
                </a:lnTo>
                <a:cubicBezTo>
                  <a:pt x="37073" y="110563"/>
                  <a:pt x="32979" y="104462"/>
                  <a:pt x="27585" y="101648"/>
                </a:cubicBezTo>
                <a:cubicBezTo>
                  <a:pt x="17943" y="96616"/>
                  <a:pt x="4895" y="80319"/>
                  <a:pt x="3541" y="71617"/>
                </a:cubicBezTo>
                <a:cubicBezTo>
                  <a:pt x="2825" y="67013"/>
                  <a:pt x="1452" y="60822"/>
                  <a:pt x="489" y="57859"/>
                </a:cubicBezTo>
                <a:cubicBezTo>
                  <a:pt x="-848" y="53746"/>
                  <a:pt x="431" y="51364"/>
                  <a:pt x="5896" y="47783"/>
                </a:cubicBezTo>
                <a:cubicBezTo>
                  <a:pt x="10761" y="44595"/>
                  <a:pt x="13372" y="44047"/>
                  <a:pt x="14046" y="46070"/>
                </a:cubicBezTo>
                <a:cubicBezTo>
                  <a:pt x="15462" y="50316"/>
                  <a:pt x="18138" y="49779"/>
                  <a:pt x="24934" y="43885"/>
                </a:cubicBezTo>
                <a:cubicBezTo>
                  <a:pt x="28208" y="41045"/>
                  <a:pt x="32964" y="38722"/>
                  <a:pt x="35503" y="38722"/>
                </a:cubicBezTo>
                <a:cubicBezTo>
                  <a:pt x="38041" y="38722"/>
                  <a:pt x="40941" y="37391"/>
                  <a:pt x="41946" y="35764"/>
                </a:cubicBezTo>
                <a:cubicBezTo>
                  <a:pt x="43722" y="32890"/>
                  <a:pt x="39180" y="33412"/>
                  <a:pt x="25819" y="37615"/>
                </a:cubicBezTo>
                <a:cubicBezTo>
                  <a:pt x="21516" y="38969"/>
                  <a:pt x="21538" y="38810"/>
                  <a:pt x="26045" y="35947"/>
                </a:cubicBezTo>
                <a:cubicBezTo>
                  <a:pt x="31416" y="32535"/>
                  <a:pt x="63427" y="25797"/>
                  <a:pt x="73982" y="25857"/>
                </a:cubicBezTo>
                <a:cubicBezTo>
                  <a:pt x="78607" y="25883"/>
                  <a:pt x="79439" y="26525"/>
                  <a:pt x="76916" y="28123"/>
                </a:cubicBezTo>
                <a:cubicBezTo>
                  <a:pt x="73965" y="29993"/>
                  <a:pt x="73961" y="30540"/>
                  <a:pt x="76893" y="31518"/>
                </a:cubicBezTo>
                <a:cubicBezTo>
                  <a:pt x="78816" y="32159"/>
                  <a:pt x="81904" y="31168"/>
                  <a:pt x="83755" y="29317"/>
                </a:cubicBezTo>
                <a:cubicBezTo>
                  <a:pt x="85607" y="27466"/>
                  <a:pt x="91425" y="24774"/>
                  <a:pt x="96686" y="23336"/>
                </a:cubicBezTo>
                <a:cubicBezTo>
                  <a:pt x="101946" y="21898"/>
                  <a:pt x="109785" y="17511"/>
                  <a:pt x="114106" y="13587"/>
                </a:cubicBezTo>
                <a:cubicBezTo>
                  <a:pt x="121455" y="6915"/>
                  <a:pt x="131807" y="0"/>
                  <a:pt x="134447" y="0"/>
                </a:cubicBezTo>
                <a:cubicBezTo>
                  <a:pt x="135087" y="0"/>
                  <a:pt x="135973" y="3775"/>
                  <a:pt x="136418" y="8390"/>
                </a:cubicBezTo>
                <a:cubicBezTo>
                  <a:pt x="137168" y="16168"/>
                  <a:pt x="137980" y="16836"/>
                  <a:pt x="147553" y="17557"/>
                </a:cubicBezTo>
                <a:cubicBezTo>
                  <a:pt x="160105" y="18501"/>
                  <a:pt x="164320" y="23444"/>
                  <a:pt x="164372" y="37279"/>
                </a:cubicBezTo>
                <a:cubicBezTo>
                  <a:pt x="164422" y="50382"/>
                  <a:pt x="165667" y="52231"/>
                  <a:pt x="179001" y="58990"/>
                </a:cubicBezTo>
                <a:cubicBezTo>
                  <a:pt x="184939" y="62000"/>
                  <a:pt x="190525" y="65641"/>
                  <a:pt x="191415" y="67081"/>
                </a:cubicBezTo>
                <a:cubicBezTo>
                  <a:pt x="193368" y="70242"/>
                  <a:pt x="210709" y="70495"/>
                  <a:pt x="215539" y="67434"/>
                </a:cubicBezTo>
                <a:cubicBezTo>
                  <a:pt x="217436" y="66231"/>
                  <a:pt x="218597" y="62474"/>
                  <a:pt x="218120" y="59084"/>
                </a:cubicBezTo>
                <a:cubicBezTo>
                  <a:pt x="217412" y="54054"/>
                  <a:pt x="218522" y="52773"/>
                  <a:pt x="224155" y="52122"/>
                </a:cubicBezTo>
                <a:cubicBezTo>
                  <a:pt x="227952" y="51683"/>
                  <a:pt x="235747" y="53716"/>
                  <a:pt x="241477" y="56639"/>
                </a:cubicBezTo>
                <a:cubicBezTo>
                  <a:pt x="247208" y="59563"/>
                  <a:pt x="255884" y="61955"/>
                  <a:pt x="260758" y="61955"/>
                </a:cubicBezTo>
                <a:cubicBezTo>
                  <a:pt x="266280" y="61955"/>
                  <a:pt x="270184" y="63424"/>
                  <a:pt x="271115" y="65853"/>
                </a:cubicBezTo>
                <a:cubicBezTo>
                  <a:pt x="271938" y="67996"/>
                  <a:pt x="273398" y="83679"/>
                  <a:pt x="274360" y="100702"/>
                </a:cubicBezTo>
                <a:lnTo>
                  <a:pt x="276110" y="131654"/>
                </a:lnTo>
                <a:lnTo>
                  <a:pt x="259373" y="131654"/>
                </a:lnTo>
                <a:cubicBezTo>
                  <a:pt x="250168" y="131654"/>
                  <a:pt x="241862" y="130880"/>
                  <a:pt x="240916" y="129933"/>
                </a:cubicBezTo>
                <a:close/>
              </a:path>
            </a:pathLst>
          </a:custGeom>
          <a:solidFill>
            <a:srgbClr val="B9B9B9"/>
          </a:solidFill>
          <a:ln w="5163" cap="flat">
            <a:noFill/>
            <a:prstDash val="solid"/>
            <a:miter/>
          </a:ln>
        </p:spPr>
        <p:txBody>
          <a:bodyPr/>
          <a:lstStyle/>
          <a:p>
            <a:endParaRPr lang="es-419" noProof="0" dirty="0"/>
          </a:p>
        </p:txBody>
      </p:sp>
      <p:sp>
        <p:nvSpPr>
          <p:cNvPr id="65" name="Forma libre: forma 64">
            <a:extLst>
              <a:ext uri="{FF2B5EF4-FFF2-40B4-BE49-F238E27FC236}">
                <a16:creationId xmlns:a16="http://schemas.microsoft.com/office/drawing/2014/main" id="{DFF6C16C-A02B-9729-DE68-5FCC5C846B81}"/>
              </a:ext>
            </a:extLst>
          </p:cNvPr>
          <p:cNvSpPr/>
          <p:nvPr/>
        </p:nvSpPr>
        <p:spPr>
          <a:xfrm>
            <a:off x="1184484" y="2261861"/>
            <a:ext cx="318490" cy="227740"/>
          </a:xfrm>
          <a:custGeom>
            <a:avLst/>
            <a:gdLst>
              <a:gd name="csX0" fmla="*/ 114616 w 318490"/>
              <a:gd name="csY0" fmla="*/ 224041 h 227740"/>
              <a:gd name="csX1" fmla="*/ 98063 w 318490"/>
              <a:gd name="csY1" fmla="*/ 220365 h 227740"/>
              <a:gd name="csX2" fmla="*/ 78702 w 318490"/>
              <a:gd name="csY2" fmla="*/ 212689 h 227740"/>
              <a:gd name="csX3" fmla="*/ 52720 w 318490"/>
              <a:gd name="csY3" fmla="*/ 202264 h 227740"/>
              <a:gd name="csX4" fmla="*/ 16521 w 318490"/>
              <a:gd name="csY4" fmla="*/ 184010 h 227740"/>
              <a:gd name="csX5" fmla="*/ 9212 w 318490"/>
              <a:gd name="csY5" fmla="*/ 173147 h 227740"/>
              <a:gd name="csX6" fmla="*/ 4642 w 318490"/>
              <a:gd name="csY6" fmla="*/ 147730 h 227740"/>
              <a:gd name="csX7" fmla="*/ 11809 w 318490"/>
              <a:gd name="csY7" fmla="*/ 137502 h 227740"/>
              <a:gd name="csX8" fmla="*/ 21183 w 318490"/>
              <a:gd name="csY8" fmla="*/ 134430 h 227740"/>
              <a:gd name="csX9" fmla="*/ 31013 w 318490"/>
              <a:gd name="csY9" fmla="*/ 131925 h 227740"/>
              <a:gd name="csX10" fmla="*/ 40878 w 318490"/>
              <a:gd name="csY10" fmla="*/ 131248 h 227740"/>
              <a:gd name="csX11" fmla="*/ 63873 w 318490"/>
              <a:gd name="csY11" fmla="*/ 121001 h 227740"/>
              <a:gd name="csX12" fmla="*/ 83748 w 318490"/>
              <a:gd name="csY12" fmla="*/ 109166 h 227740"/>
              <a:gd name="csX13" fmla="*/ 103738 w 318490"/>
              <a:gd name="csY13" fmla="*/ 85934 h 227740"/>
              <a:gd name="csX14" fmla="*/ 95901 w 318490"/>
              <a:gd name="csY14" fmla="*/ 79966 h 227740"/>
              <a:gd name="csX15" fmla="*/ 88802 w 318490"/>
              <a:gd name="csY15" fmla="*/ 74674 h 227740"/>
              <a:gd name="csX16" fmla="*/ 86125 w 318490"/>
              <a:gd name="csY16" fmla="*/ 66219 h 227740"/>
              <a:gd name="csX17" fmla="*/ 86125 w 318490"/>
              <a:gd name="csY17" fmla="*/ 56499 h 227740"/>
              <a:gd name="csX18" fmla="*/ 88802 w 318490"/>
              <a:gd name="csY18" fmla="*/ 47540 h 227740"/>
              <a:gd name="csX19" fmla="*/ 60913 w 318490"/>
              <a:gd name="csY19" fmla="*/ 35309 h 227740"/>
              <a:gd name="csX20" fmla="*/ 56419 w 318490"/>
              <a:gd name="csY20" fmla="*/ 24926 h 227740"/>
              <a:gd name="csX21" fmla="*/ 74769 w 318490"/>
              <a:gd name="csY21" fmla="*/ 18056 h 227740"/>
              <a:gd name="csX22" fmla="*/ 99155 w 318490"/>
              <a:gd name="csY22" fmla="*/ 10069 h 227740"/>
              <a:gd name="csX23" fmla="*/ 128747 w 318490"/>
              <a:gd name="csY23" fmla="*/ 1794 h 227740"/>
              <a:gd name="csX24" fmla="*/ 148545 w 318490"/>
              <a:gd name="csY24" fmla="*/ 0 h 227740"/>
              <a:gd name="csX25" fmla="*/ 155959 w 318490"/>
              <a:gd name="csY25" fmla="*/ 8117 h 227740"/>
              <a:gd name="csX26" fmla="*/ 176571 w 318490"/>
              <a:gd name="csY26" fmla="*/ 11071 h 227740"/>
              <a:gd name="csX27" fmla="*/ 199804 w 318490"/>
              <a:gd name="csY27" fmla="*/ 21145 h 227740"/>
              <a:gd name="csX28" fmla="*/ 218086 w 318490"/>
              <a:gd name="csY28" fmla="*/ 31610 h 227740"/>
              <a:gd name="csX29" fmla="*/ 246412 w 318490"/>
              <a:gd name="csY29" fmla="*/ 32163 h 227740"/>
              <a:gd name="csX30" fmla="*/ 266539 w 318490"/>
              <a:gd name="csY30" fmla="*/ 37891 h 227740"/>
              <a:gd name="csX31" fmla="*/ 290777 w 318490"/>
              <a:gd name="csY31" fmla="*/ 32555 h 227740"/>
              <a:gd name="csX32" fmla="*/ 315453 w 318490"/>
              <a:gd name="csY32" fmla="*/ 29658 h 227740"/>
              <a:gd name="csX33" fmla="*/ 315970 w 318490"/>
              <a:gd name="csY33" fmla="*/ 49793 h 227740"/>
              <a:gd name="csX34" fmla="*/ 313388 w 318490"/>
              <a:gd name="csY34" fmla="*/ 54741 h 227740"/>
              <a:gd name="csX35" fmla="*/ 311088 w 318490"/>
              <a:gd name="csY35" fmla="*/ 60549 h 227740"/>
              <a:gd name="csX36" fmla="*/ 306292 w 318490"/>
              <a:gd name="csY36" fmla="*/ 87865 h 227740"/>
              <a:gd name="csX37" fmla="*/ 284623 w 318490"/>
              <a:gd name="csY37" fmla="*/ 147819 h 227740"/>
              <a:gd name="csX38" fmla="*/ 277248 w 318490"/>
              <a:gd name="csY38" fmla="*/ 167736 h 227740"/>
              <a:gd name="csX39" fmla="*/ 272730 w 318490"/>
              <a:gd name="csY39" fmla="*/ 177484 h 227740"/>
              <a:gd name="csX40" fmla="*/ 214235 w 318490"/>
              <a:gd name="csY40" fmla="*/ 170076 h 227740"/>
              <a:gd name="csX41" fmla="*/ 184978 w 318490"/>
              <a:gd name="csY41" fmla="*/ 166604 h 227740"/>
              <a:gd name="csX42" fmla="*/ 157292 w 318490"/>
              <a:gd name="csY42" fmla="*/ 168449 h 227740"/>
              <a:gd name="csX43" fmla="*/ 156212 w 318490"/>
              <a:gd name="csY43" fmla="*/ 189010 h 227740"/>
              <a:gd name="csX44" fmla="*/ 147530 w 318490"/>
              <a:gd name="csY44" fmla="*/ 199123 h 227740"/>
              <a:gd name="csX45" fmla="*/ 137850 w 318490"/>
              <a:gd name="csY45" fmla="*/ 216729 h 227740"/>
              <a:gd name="csX46" fmla="*/ 130751 w 318490"/>
              <a:gd name="csY46" fmla="*/ 227717 h 227740"/>
              <a:gd name="csX47" fmla="*/ 114616 w 318490"/>
              <a:gd name="csY47" fmla="*/ 224041 h 2277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Lst>
            <a:rect l="l" t="t" r="r" b="b"/>
            <a:pathLst>
              <a:path w="318490" h="227740">
                <a:moveTo>
                  <a:pt x="114616" y="224041"/>
                </a:moveTo>
                <a:cubicBezTo>
                  <a:pt x="109647" y="222127"/>
                  <a:pt x="102198" y="220473"/>
                  <a:pt x="98063" y="220365"/>
                </a:cubicBezTo>
                <a:cubicBezTo>
                  <a:pt x="93928" y="220257"/>
                  <a:pt x="85216" y="216803"/>
                  <a:pt x="78702" y="212689"/>
                </a:cubicBezTo>
                <a:cubicBezTo>
                  <a:pt x="72189" y="208575"/>
                  <a:pt x="60497" y="203884"/>
                  <a:pt x="52720" y="202264"/>
                </a:cubicBezTo>
                <a:cubicBezTo>
                  <a:pt x="38260" y="199253"/>
                  <a:pt x="16521" y="188291"/>
                  <a:pt x="16521" y="184010"/>
                </a:cubicBezTo>
                <a:cubicBezTo>
                  <a:pt x="16521" y="182699"/>
                  <a:pt x="13232" y="177811"/>
                  <a:pt x="9212" y="173147"/>
                </a:cubicBezTo>
                <a:cubicBezTo>
                  <a:pt x="-1729" y="160453"/>
                  <a:pt x="-2493" y="156209"/>
                  <a:pt x="4642" y="147730"/>
                </a:cubicBezTo>
                <a:cubicBezTo>
                  <a:pt x="8064" y="143663"/>
                  <a:pt x="11290" y="139060"/>
                  <a:pt x="11809" y="137502"/>
                </a:cubicBezTo>
                <a:cubicBezTo>
                  <a:pt x="12328" y="135944"/>
                  <a:pt x="16546" y="134562"/>
                  <a:pt x="21183" y="134430"/>
                </a:cubicBezTo>
                <a:cubicBezTo>
                  <a:pt x="25819" y="134298"/>
                  <a:pt x="30243" y="133171"/>
                  <a:pt x="31013" y="131925"/>
                </a:cubicBezTo>
                <a:cubicBezTo>
                  <a:pt x="31783" y="130679"/>
                  <a:pt x="36222" y="130374"/>
                  <a:pt x="40878" y="131248"/>
                </a:cubicBezTo>
                <a:cubicBezTo>
                  <a:pt x="48236" y="132628"/>
                  <a:pt x="51244" y="131288"/>
                  <a:pt x="63873" y="121001"/>
                </a:cubicBezTo>
                <a:cubicBezTo>
                  <a:pt x="71865" y="114492"/>
                  <a:pt x="80808" y="109166"/>
                  <a:pt x="83748" y="109166"/>
                </a:cubicBezTo>
                <a:cubicBezTo>
                  <a:pt x="91503" y="109166"/>
                  <a:pt x="104649" y="93888"/>
                  <a:pt x="103738" y="85934"/>
                </a:cubicBezTo>
                <a:cubicBezTo>
                  <a:pt x="103134" y="80649"/>
                  <a:pt x="101713" y="79568"/>
                  <a:pt x="95901" y="79966"/>
                </a:cubicBezTo>
                <a:cubicBezTo>
                  <a:pt x="90126" y="80361"/>
                  <a:pt x="88802" y="79374"/>
                  <a:pt x="88802" y="74674"/>
                </a:cubicBezTo>
                <a:cubicBezTo>
                  <a:pt x="88802" y="71496"/>
                  <a:pt x="87597" y="67691"/>
                  <a:pt x="86125" y="66219"/>
                </a:cubicBezTo>
                <a:cubicBezTo>
                  <a:pt x="84276" y="64370"/>
                  <a:pt x="84276" y="61362"/>
                  <a:pt x="86125" y="56499"/>
                </a:cubicBezTo>
                <a:cubicBezTo>
                  <a:pt x="87597" y="52626"/>
                  <a:pt x="88802" y="48595"/>
                  <a:pt x="88802" y="47540"/>
                </a:cubicBezTo>
                <a:cubicBezTo>
                  <a:pt x="88802" y="45033"/>
                  <a:pt x="71424" y="37411"/>
                  <a:pt x="60913" y="35309"/>
                </a:cubicBezTo>
                <a:cubicBezTo>
                  <a:pt x="51581" y="33443"/>
                  <a:pt x="51150" y="32448"/>
                  <a:pt x="56419" y="24926"/>
                </a:cubicBezTo>
                <a:cubicBezTo>
                  <a:pt x="59183" y="20980"/>
                  <a:pt x="64034" y="19164"/>
                  <a:pt x="74769" y="18056"/>
                </a:cubicBezTo>
                <a:cubicBezTo>
                  <a:pt x="84042" y="17099"/>
                  <a:pt x="92933" y="14187"/>
                  <a:pt x="99155" y="10069"/>
                </a:cubicBezTo>
                <a:cubicBezTo>
                  <a:pt x="106450" y="5242"/>
                  <a:pt x="114000" y="3130"/>
                  <a:pt x="128747" y="1794"/>
                </a:cubicBezTo>
                <a:lnTo>
                  <a:pt x="148545" y="0"/>
                </a:lnTo>
                <a:lnTo>
                  <a:pt x="155959" y="8117"/>
                </a:lnTo>
                <a:cubicBezTo>
                  <a:pt x="164608" y="17586"/>
                  <a:pt x="168428" y="18134"/>
                  <a:pt x="176571" y="11071"/>
                </a:cubicBezTo>
                <a:cubicBezTo>
                  <a:pt x="187391" y="1687"/>
                  <a:pt x="199804" y="7069"/>
                  <a:pt x="199804" y="21145"/>
                </a:cubicBezTo>
                <a:cubicBezTo>
                  <a:pt x="199804" y="30772"/>
                  <a:pt x="209395" y="36261"/>
                  <a:pt x="218086" y="31610"/>
                </a:cubicBezTo>
                <a:cubicBezTo>
                  <a:pt x="228270" y="26160"/>
                  <a:pt x="241869" y="26426"/>
                  <a:pt x="246412" y="32163"/>
                </a:cubicBezTo>
                <a:cubicBezTo>
                  <a:pt x="249505" y="36068"/>
                  <a:pt x="254126" y="37384"/>
                  <a:pt x="266539" y="37891"/>
                </a:cubicBezTo>
                <a:cubicBezTo>
                  <a:pt x="279978" y="38440"/>
                  <a:pt x="284000" y="37555"/>
                  <a:pt x="290777" y="32555"/>
                </a:cubicBezTo>
                <a:cubicBezTo>
                  <a:pt x="299613" y="26036"/>
                  <a:pt x="310548" y="24752"/>
                  <a:pt x="315453" y="29658"/>
                </a:cubicBezTo>
                <a:cubicBezTo>
                  <a:pt x="319191" y="33396"/>
                  <a:pt x="319612" y="49793"/>
                  <a:pt x="315970" y="49793"/>
                </a:cubicBezTo>
                <a:cubicBezTo>
                  <a:pt x="314550" y="49793"/>
                  <a:pt x="313388" y="52020"/>
                  <a:pt x="313388" y="54741"/>
                </a:cubicBezTo>
                <a:cubicBezTo>
                  <a:pt x="313388" y="57462"/>
                  <a:pt x="312353" y="60076"/>
                  <a:pt x="311088" y="60549"/>
                </a:cubicBezTo>
                <a:cubicBezTo>
                  <a:pt x="309822" y="61023"/>
                  <a:pt x="307664" y="73315"/>
                  <a:pt x="306292" y="87865"/>
                </a:cubicBezTo>
                <a:cubicBezTo>
                  <a:pt x="303509" y="117372"/>
                  <a:pt x="292552" y="147689"/>
                  <a:pt x="284623" y="147819"/>
                </a:cubicBezTo>
                <a:cubicBezTo>
                  <a:pt x="279191" y="147908"/>
                  <a:pt x="277248" y="153157"/>
                  <a:pt x="277248" y="167736"/>
                </a:cubicBezTo>
                <a:cubicBezTo>
                  <a:pt x="277248" y="177878"/>
                  <a:pt x="276652" y="179163"/>
                  <a:pt x="272730" y="177484"/>
                </a:cubicBezTo>
                <a:cubicBezTo>
                  <a:pt x="262382" y="173052"/>
                  <a:pt x="240695" y="170306"/>
                  <a:pt x="214235" y="170076"/>
                </a:cubicBezTo>
                <a:cubicBezTo>
                  <a:pt x="194190" y="169901"/>
                  <a:pt x="185756" y="168900"/>
                  <a:pt x="184978" y="166604"/>
                </a:cubicBezTo>
                <a:cubicBezTo>
                  <a:pt x="183149" y="161204"/>
                  <a:pt x="162610" y="162574"/>
                  <a:pt x="157292" y="168449"/>
                </a:cubicBezTo>
                <a:cubicBezTo>
                  <a:pt x="153074" y="173111"/>
                  <a:pt x="152885" y="176707"/>
                  <a:pt x="156212" y="189010"/>
                </a:cubicBezTo>
                <a:cubicBezTo>
                  <a:pt x="156777" y="191099"/>
                  <a:pt x="153007" y="195490"/>
                  <a:pt x="147530" y="199123"/>
                </a:cubicBezTo>
                <a:cubicBezTo>
                  <a:pt x="138821" y="204900"/>
                  <a:pt x="137850" y="206668"/>
                  <a:pt x="137850" y="216729"/>
                </a:cubicBezTo>
                <a:cubicBezTo>
                  <a:pt x="137850" y="227257"/>
                  <a:pt x="137433" y="227902"/>
                  <a:pt x="130751" y="227717"/>
                </a:cubicBezTo>
                <a:cubicBezTo>
                  <a:pt x="126846" y="227609"/>
                  <a:pt x="119586" y="225955"/>
                  <a:pt x="114616" y="224041"/>
                </a:cubicBezTo>
                <a:close/>
              </a:path>
            </a:pathLst>
          </a:custGeom>
          <a:solidFill>
            <a:srgbClr val="B9B9B9"/>
          </a:solidFill>
          <a:ln w="5163" cap="flat">
            <a:noFill/>
            <a:prstDash val="solid"/>
            <a:miter/>
          </a:ln>
        </p:spPr>
        <p:txBody>
          <a:bodyPr/>
          <a:lstStyle/>
          <a:p>
            <a:endParaRPr lang="es-419" noProof="0" dirty="0"/>
          </a:p>
        </p:txBody>
      </p:sp>
      <p:sp>
        <p:nvSpPr>
          <p:cNvPr id="66" name="Forma libre: forma 65">
            <a:extLst>
              <a:ext uri="{FF2B5EF4-FFF2-40B4-BE49-F238E27FC236}">
                <a16:creationId xmlns:a16="http://schemas.microsoft.com/office/drawing/2014/main" id="{877A35CF-524E-4BB9-5D56-9B65F0A58B74}"/>
              </a:ext>
            </a:extLst>
          </p:cNvPr>
          <p:cNvSpPr/>
          <p:nvPr/>
        </p:nvSpPr>
        <p:spPr>
          <a:xfrm>
            <a:off x="1557246" y="2384328"/>
            <a:ext cx="70794" cy="61560"/>
          </a:xfrm>
          <a:custGeom>
            <a:avLst/>
            <a:gdLst>
              <a:gd name="csX0" fmla="*/ 30977 w 70794"/>
              <a:gd name="csY0" fmla="*/ 53817 h 61560"/>
              <a:gd name="csX1" fmla="*/ 18070 w 70794"/>
              <a:gd name="csY1" fmla="*/ 49863 h 61560"/>
              <a:gd name="csX2" fmla="*/ 14198 w 70794"/>
              <a:gd name="csY2" fmla="*/ 52169 h 61560"/>
              <a:gd name="csX3" fmla="*/ 10326 w 70794"/>
              <a:gd name="csY3" fmla="*/ 47062 h 61560"/>
              <a:gd name="csX4" fmla="*/ 5163 w 70794"/>
              <a:gd name="csY4" fmla="*/ 39020 h 61560"/>
              <a:gd name="csX5" fmla="*/ 0 w 70794"/>
              <a:gd name="csY5" fmla="*/ 32748 h 61560"/>
              <a:gd name="csX6" fmla="*/ 10326 w 70794"/>
              <a:gd name="csY6" fmla="*/ 18967 h 61560"/>
              <a:gd name="csX7" fmla="*/ 20652 w 70794"/>
              <a:gd name="csY7" fmla="*/ 3034 h 61560"/>
              <a:gd name="csX8" fmla="*/ 30332 w 70794"/>
              <a:gd name="csY8" fmla="*/ 698 h 61560"/>
              <a:gd name="csX9" fmla="*/ 54210 w 70794"/>
              <a:gd name="csY9" fmla="*/ 10137 h 61560"/>
              <a:gd name="csX10" fmla="*/ 63267 w 70794"/>
              <a:gd name="csY10" fmla="*/ 15095 h 61560"/>
              <a:gd name="csX11" fmla="*/ 69100 w 70794"/>
              <a:gd name="csY11" fmla="*/ 20258 h 61560"/>
              <a:gd name="csX12" fmla="*/ 69100 w 70794"/>
              <a:gd name="csY12" fmla="*/ 30584 h 61560"/>
              <a:gd name="csX13" fmla="*/ 69721 w 70794"/>
              <a:gd name="csY13" fmla="*/ 35746 h 61560"/>
              <a:gd name="csX14" fmla="*/ 67118 w 70794"/>
              <a:gd name="csY14" fmla="*/ 44803 h 61560"/>
              <a:gd name="csX15" fmla="*/ 61618 w 70794"/>
              <a:gd name="csY15" fmla="*/ 50612 h 61560"/>
              <a:gd name="csX16" fmla="*/ 54931 w 70794"/>
              <a:gd name="csY16" fmla="*/ 50644 h 61560"/>
              <a:gd name="csX17" fmla="*/ 37735 w 70794"/>
              <a:gd name="csY17" fmla="*/ 61561 h 61560"/>
              <a:gd name="csX18" fmla="*/ 30977 w 70794"/>
              <a:gd name="csY18" fmla="*/ 53817 h 615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70794" h="61560">
                <a:moveTo>
                  <a:pt x="30977" y="53817"/>
                </a:moveTo>
                <a:cubicBezTo>
                  <a:pt x="25158" y="45644"/>
                  <a:pt x="18070" y="43473"/>
                  <a:pt x="18070" y="49863"/>
                </a:cubicBezTo>
                <a:cubicBezTo>
                  <a:pt x="18070" y="52173"/>
                  <a:pt x="16557" y="53074"/>
                  <a:pt x="14198" y="52169"/>
                </a:cubicBezTo>
                <a:cubicBezTo>
                  <a:pt x="12068" y="51351"/>
                  <a:pt x="10326" y="49053"/>
                  <a:pt x="10326" y="47062"/>
                </a:cubicBezTo>
                <a:cubicBezTo>
                  <a:pt x="10326" y="45070"/>
                  <a:pt x="8003" y="41451"/>
                  <a:pt x="5163" y="39020"/>
                </a:cubicBezTo>
                <a:cubicBezTo>
                  <a:pt x="2323" y="36588"/>
                  <a:pt x="0" y="33766"/>
                  <a:pt x="0" y="32748"/>
                </a:cubicBezTo>
                <a:cubicBezTo>
                  <a:pt x="0" y="31730"/>
                  <a:pt x="4647" y="25529"/>
                  <a:pt x="10326" y="18967"/>
                </a:cubicBezTo>
                <a:cubicBezTo>
                  <a:pt x="16005" y="12405"/>
                  <a:pt x="20652" y="5235"/>
                  <a:pt x="20652" y="3034"/>
                </a:cubicBezTo>
                <a:cubicBezTo>
                  <a:pt x="20652" y="-166"/>
                  <a:pt x="22592" y="-634"/>
                  <a:pt x="30332" y="698"/>
                </a:cubicBezTo>
                <a:cubicBezTo>
                  <a:pt x="52748" y="4557"/>
                  <a:pt x="54210" y="5134"/>
                  <a:pt x="54210" y="10137"/>
                </a:cubicBezTo>
                <a:cubicBezTo>
                  <a:pt x="54210" y="14084"/>
                  <a:pt x="56056" y="15095"/>
                  <a:pt x="63267" y="15095"/>
                </a:cubicBezTo>
                <a:cubicBezTo>
                  <a:pt x="71678" y="15095"/>
                  <a:pt x="72094" y="15463"/>
                  <a:pt x="69100" y="20258"/>
                </a:cubicBezTo>
                <a:cubicBezTo>
                  <a:pt x="66522" y="24386"/>
                  <a:pt x="66522" y="26456"/>
                  <a:pt x="69100" y="30584"/>
                </a:cubicBezTo>
                <a:cubicBezTo>
                  <a:pt x="71011" y="33644"/>
                  <a:pt x="71264" y="35746"/>
                  <a:pt x="69721" y="35746"/>
                </a:cubicBezTo>
                <a:cubicBezTo>
                  <a:pt x="68289" y="35746"/>
                  <a:pt x="67118" y="39822"/>
                  <a:pt x="67118" y="44803"/>
                </a:cubicBezTo>
                <a:cubicBezTo>
                  <a:pt x="67118" y="53341"/>
                  <a:pt x="66802" y="53674"/>
                  <a:pt x="61618" y="50612"/>
                </a:cubicBezTo>
                <a:cubicBezTo>
                  <a:pt x="57188" y="47995"/>
                  <a:pt x="55886" y="48002"/>
                  <a:pt x="54931" y="50644"/>
                </a:cubicBezTo>
                <a:cubicBezTo>
                  <a:pt x="53898" y="53500"/>
                  <a:pt x="41201" y="61561"/>
                  <a:pt x="37735" y="61561"/>
                </a:cubicBezTo>
                <a:cubicBezTo>
                  <a:pt x="37051" y="61561"/>
                  <a:pt x="34010" y="58076"/>
                  <a:pt x="30977" y="53817"/>
                </a:cubicBezTo>
                <a:close/>
              </a:path>
            </a:pathLst>
          </a:custGeom>
          <a:solidFill>
            <a:srgbClr val="B9B9B9"/>
          </a:solidFill>
          <a:ln w="5163" cap="flat">
            <a:noFill/>
            <a:prstDash val="solid"/>
            <a:miter/>
          </a:ln>
        </p:spPr>
        <p:txBody>
          <a:bodyPr/>
          <a:lstStyle/>
          <a:p>
            <a:endParaRPr lang="es-419" noProof="0" dirty="0"/>
          </a:p>
        </p:txBody>
      </p:sp>
      <p:sp>
        <p:nvSpPr>
          <p:cNvPr id="67" name="Forma libre: forma 66">
            <a:extLst>
              <a:ext uri="{FF2B5EF4-FFF2-40B4-BE49-F238E27FC236}">
                <a16:creationId xmlns:a16="http://schemas.microsoft.com/office/drawing/2014/main" id="{ACBB9EE0-EC47-5FE8-198A-A8882C7B43D1}"/>
              </a:ext>
            </a:extLst>
          </p:cNvPr>
          <p:cNvSpPr/>
          <p:nvPr/>
        </p:nvSpPr>
        <p:spPr>
          <a:xfrm>
            <a:off x="1478193" y="2273156"/>
            <a:ext cx="153622" cy="170128"/>
          </a:xfrm>
          <a:custGeom>
            <a:avLst/>
            <a:gdLst>
              <a:gd name="csX0" fmla="*/ 8493 w 153622"/>
              <a:gd name="csY0" fmla="*/ 168431 h 170128"/>
              <a:gd name="csX1" fmla="*/ 6772 w 153622"/>
              <a:gd name="csY1" fmla="*/ 161418 h 170128"/>
              <a:gd name="csX2" fmla="*/ 2681 w 153622"/>
              <a:gd name="csY2" fmla="*/ 145415 h 170128"/>
              <a:gd name="csX3" fmla="*/ 5459 w 153622"/>
              <a:gd name="csY3" fmla="*/ 121148 h 170128"/>
              <a:gd name="csX4" fmla="*/ 14777 w 153622"/>
              <a:gd name="csY4" fmla="*/ 82726 h 170128"/>
              <a:gd name="csX5" fmla="*/ 25155 w 153622"/>
              <a:gd name="csY5" fmla="*/ 43661 h 170128"/>
              <a:gd name="csX6" fmla="*/ 27423 w 153622"/>
              <a:gd name="csY6" fmla="*/ 32229 h 170128"/>
              <a:gd name="csX7" fmla="*/ 31172 w 153622"/>
              <a:gd name="csY7" fmla="*/ 17047 h 170128"/>
              <a:gd name="csX8" fmla="*/ 33221 w 153622"/>
              <a:gd name="csY8" fmla="*/ 11598 h 170128"/>
              <a:gd name="csX9" fmla="*/ 37362 w 153622"/>
              <a:gd name="csY9" fmla="*/ 8370 h 170128"/>
              <a:gd name="csX10" fmla="*/ 41848 w 153622"/>
              <a:gd name="csY10" fmla="*/ 3309 h 170128"/>
              <a:gd name="csX11" fmla="*/ 51947 w 153622"/>
              <a:gd name="csY11" fmla="*/ 4939 h 170128"/>
              <a:gd name="csX12" fmla="*/ 67990 w 153622"/>
              <a:gd name="csY12" fmla="*/ 10085 h 170128"/>
              <a:gd name="csX13" fmla="*/ 82983 w 153622"/>
              <a:gd name="csY13" fmla="*/ 28865 h 170128"/>
              <a:gd name="csX14" fmla="*/ 93236 w 153622"/>
              <a:gd name="csY14" fmla="*/ 38498 h 170128"/>
              <a:gd name="csX15" fmla="*/ 103025 w 153622"/>
              <a:gd name="csY15" fmla="*/ 33366 h 170128"/>
              <a:gd name="csX16" fmla="*/ 120832 w 153622"/>
              <a:gd name="csY16" fmla="*/ 24595 h 170128"/>
              <a:gd name="csX17" fmla="*/ 122064 w 153622"/>
              <a:gd name="csY17" fmla="*/ 33182 h 170128"/>
              <a:gd name="csX18" fmla="*/ 135261 w 153622"/>
              <a:gd name="csY18" fmla="*/ 39968 h 170128"/>
              <a:gd name="csX19" fmla="*/ 152396 w 153622"/>
              <a:gd name="csY19" fmla="*/ 46930 h 170128"/>
              <a:gd name="csX20" fmla="*/ 149002 w 153622"/>
              <a:gd name="csY20" fmla="*/ 58232 h 170128"/>
              <a:gd name="csX21" fmla="*/ 146552 w 153622"/>
              <a:gd name="csY21" fmla="*/ 64545 h 170128"/>
              <a:gd name="csX22" fmla="*/ 148358 w 153622"/>
              <a:gd name="csY22" fmla="*/ 121402 h 170128"/>
              <a:gd name="csX23" fmla="*/ 135844 w 153622"/>
              <a:gd name="csY23" fmla="*/ 118523 h 170128"/>
              <a:gd name="csX24" fmla="*/ 131972 w 153622"/>
              <a:gd name="csY24" fmla="*/ 113360 h 170128"/>
              <a:gd name="csX25" fmla="*/ 128062 w 153622"/>
              <a:gd name="csY25" fmla="*/ 103679 h 170128"/>
              <a:gd name="csX26" fmla="*/ 124378 w 153622"/>
              <a:gd name="csY26" fmla="*/ 87545 h 170128"/>
              <a:gd name="csX27" fmla="*/ 116378 w 153622"/>
              <a:gd name="csY27" fmla="*/ 72702 h 170128"/>
              <a:gd name="csX28" fmla="*/ 107448 w 153622"/>
              <a:gd name="csY28" fmla="*/ 67912 h 170128"/>
              <a:gd name="csX29" fmla="*/ 99376 w 153622"/>
              <a:gd name="csY29" fmla="*/ 80152 h 170128"/>
              <a:gd name="csX30" fmla="*/ 94468 w 153622"/>
              <a:gd name="csY30" fmla="*/ 101141 h 170128"/>
              <a:gd name="csX31" fmla="*/ 81766 w 153622"/>
              <a:gd name="csY31" fmla="*/ 133635 h 170128"/>
              <a:gd name="csX32" fmla="*/ 65090 w 153622"/>
              <a:gd name="csY32" fmla="*/ 140680 h 170128"/>
              <a:gd name="csX33" fmla="*/ 53260 w 153622"/>
              <a:gd name="csY33" fmla="*/ 146865 h 170128"/>
              <a:gd name="csX34" fmla="*/ 38902 w 153622"/>
              <a:gd name="csY34" fmla="*/ 154663 h 170128"/>
              <a:gd name="csX35" fmla="*/ 22260 w 153622"/>
              <a:gd name="csY35" fmla="*/ 162407 h 170128"/>
              <a:gd name="csX36" fmla="*/ 8493 w 153622"/>
              <a:gd name="csY36" fmla="*/ 168431 h 17012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Lst>
            <a:rect l="l" t="t" r="r" b="b"/>
            <a:pathLst>
              <a:path w="153622" h="170128">
                <a:moveTo>
                  <a:pt x="8493" y="168431"/>
                </a:moveTo>
                <a:cubicBezTo>
                  <a:pt x="7546" y="167484"/>
                  <a:pt x="6772" y="164329"/>
                  <a:pt x="6772" y="161418"/>
                </a:cubicBezTo>
                <a:cubicBezTo>
                  <a:pt x="6772" y="158508"/>
                  <a:pt x="4931" y="151306"/>
                  <a:pt x="2681" y="145415"/>
                </a:cubicBezTo>
                <a:cubicBezTo>
                  <a:pt x="-1298" y="134996"/>
                  <a:pt x="-1222" y="134332"/>
                  <a:pt x="5459" y="121148"/>
                </a:cubicBezTo>
                <a:cubicBezTo>
                  <a:pt x="10516" y="111168"/>
                  <a:pt x="12973" y="101035"/>
                  <a:pt x="14777" y="82726"/>
                </a:cubicBezTo>
                <a:cubicBezTo>
                  <a:pt x="17244" y="57676"/>
                  <a:pt x="20967" y="43661"/>
                  <a:pt x="25155" y="43661"/>
                </a:cubicBezTo>
                <a:cubicBezTo>
                  <a:pt x="26403" y="43661"/>
                  <a:pt x="27423" y="38516"/>
                  <a:pt x="27423" y="32229"/>
                </a:cubicBezTo>
                <a:cubicBezTo>
                  <a:pt x="27423" y="25675"/>
                  <a:pt x="29023" y="19196"/>
                  <a:pt x="31172" y="17047"/>
                </a:cubicBezTo>
                <a:cubicBezTo>
                  <a:pt x="33235" y="14985"/>
                  <a:pt x="34156" y="12533"/>
                  <a:pt x="33221" y="11598"/>
                </a:cubicBezTo>
                <a:cubicBezTo>
                  <a:pt x="32286" y="10662"/>
                  <a:pt x="34150" y="9210"/>
                  <a:pt x="37362" y="8370"/>
                </a:cubicBezTo>
                <a:cubicBezTo>
                  <a:pt x="40925" y="7438"/>
                  <a:pt x="42675" y="5464"/>
                  <a:pt x="41848" y="3309"/>
                </a:cubicBezTo>
                <a:cubicBezTo>
                  <a:pt x="39982" y="-1555"/>
                  <a:pt x="42837" y="-1094"/>
                  <a:pt x="51947" y="4939"/>
                </a:cubicBezTo>
                <a:cubicBezTo>
                  <a:pt x="56206" y="7760"/>
                  <a:pt x="63426" y="10076"/>
                  <a:pt x="67990" y="10085"/>
                </a:cubicBezTo>
                <a:cubicBezTo>
                  <a:pt x="77231" y="10104"/>
                  <a:pt x="80149" y="13759"/>
                  <a:pt x="82983" y="28865"/>
                </a:cubicBezTo>
                <a:cubicBezTo>
                  <a:pt x="84632" y="37657"/>
                  <a:pt x="85527" y="38498"/>
                  <a:pt x="93236" y="38498"/>
                </a:cubicBezTo>
                <a:cubicBezTo>
                  <a:pt x="99495" y="38498"/>
                  <a:pt x="102031" y="37168"/>
                  <a:pt x="103025" y="33366"/>
                </a:cubicBezTo>
                <a:cubicBezTo>
                  <a:pt x="104466" y="27855"/>
                  <a:pt x="116509" y="21923"/>
                  <a:pt x="120832" y="24595"/>
                </a:cubicBezTo>
                <a:cubicBezTo>
                  <a:pt x="122276" y="25487"/>
                  <a:pt x="122830" y="29351"/>
                  <a:pt x="122064" y="33182"/>
                </a:cubicBezTo>
                <a:cubicBezTo>
                  <a:pt x="120679" y="40107"/>
                  <a:pt x="120757" y="40147"/>
                  <a:pt x="135261" y="39968"/>
                </a:cubicBezTo>
                <a:cubicBezTo>
                  <a:pt x="148934" y="39800"/>
                  <a:pt x="150012" y="40238"/>
                  <a:pt x="152396" y="46930"/>
                </a:cubicBezTo>
                <a:cubicBezTo>
                  <a:pt x="154575" y="53045"/>
                  <a:pt x="154087" y="54670"/>
                  <a:pt x="149002" y="58232"/>
                </a:cubicBezTo>
                <a:cubicBezTo>
                  <a:pt x="144363" y="61481"/>
                  <a:pt x="143827" y="62863"/>
                  <a:pt x="146552" y="64545"/>
                </a:cubicBezTo>
                <a:cubicBezTo>
                  <a:pt x="151618" y="67671"/>
                  <a:pt x="153227" y="118317"/>
                  <a:pt x="148358" y="121402"/>
                </a:cubicBezTo>
                <a:cubicBezTo>
                  <a:pt x="142062" y="125392"/>
                  <a:pt x="135844" y="123962"/>
                  <a:pt x="135844" y="118523"/>
                </a:cubicBezTo>
                <a:cubicBezTo>
                  <a:pt x="135844" y="115655"/>
                  <a:pt x="134123" y="113360"/>
                  <a:pt x="131972" y="113360"/>
                </a:cubicBezTo>
                <a:cubicBezTo>
                  <a:pt x="129225" y="113360"/>
                  <a:pt x="128089" y="110546"/>
                  <a:pt x="128062" y="103679"/>
                </a:cubicBezTo>
                <a:cubicBezTo>
                  <a:pt x="128041" y="98355"/>
                  <a:pt x="126383" y="91095"/>
                  <a:pt x="124378" y="87545"/>
                </a:cubicBezTo>
                <a:cubicBezTo>
                  <a:pt x="122373" y="83996"/>
                  <a:pt x="118773" y="77316"/>
                  <a:pt x="116378" y="72702"/>
                </a:cubicBezTo>
                <a:cubicBezTo>
                  <a:pt x="111867" y="64011"/>
                  <a:pt x="107448" y="61641"/>
                  <a:pt x="107448" y="67912"/>
                </a:cubicBezTo>
                <a:cubicBezTo>
                  <a:pt x="107448" y="69891"/>
                  <a:pt x="103816" y="75399"/>
                  <a:pt x="99376" y="80152"/>
                </a:cubicBezTo>
                <a:cubicBezTo>
                  <a:pt x="91445" y="88642"/>
                  <a:pt x="91359" y="89010"/>
                  <a:pt x="94468" y="101141"/>
                </a:cubicBezTo>
                <a:cubicBezTo>
                  <a:pt x="97988" y="114877"/>
                  <a:pt x="97068" y="117230"/>
                  <a:pt x="81766" y="133635"/>
                </a:cubicBezTo>
                <a:cubicBezTo>
                  <a:pt x="74766" y="141139"/>
                  <a:pt x="72544" y="142078"/>
                  <a:pt x="65090" y="140680"/>
                </a:cubicBezTo>
                <a:cubicBezTo>
                  <a:pt x="57313" y="139221"/>
                  <a:pt x="56181" y="139812"/>
                  <a:pt x="53260" y="146865"/>
                </a:cubicBezTo>
                <a:cubicBezTo>
                  <a:pt x="50372" y="153836"/>
                  <a:pt x="48850" y="154663"/>
                  <a:pt x="38902" y="154663"/>
                </a:cubicBezTo>
                <a:cubicBezTo>
                  <a:pt x="29485" y="154663"/>
                  <a:pt x="26927" y="155853"/>
                  <a:pt x="22260" y="162407"/>
                </a:cubicBezTo>
                <a:cubicBezTo>
                  <a:pt x="16933" y="169889"/>
                  <a:pt x="12076" y="172014"/>
                  <a:pt x="8493" y="168431"/>
                </a:cubicBezTo>
                <a:close/>
              </a:path>
            </a:pathLst>
          </a:custGeom>
          <a:solidFill>
            <a:srgbClr val="B9B9B9"/>
          </a:solidFill>
          <a:ln w="5163" cap="flat">
            <a:noFill/>
            <a:prstDash val="solid"/>
            <a:miter/>
          </a:ln>
        </p:spPr>
        <p:txBody>
          <a:bodyPr/>
          <a:lstStyle/>
          <a:p>
            <a:endParaRPr lang="es-419" noProof="0" dirty="0"/>
          </a:p>
        </p:txBody>
      </p:sp>
      <p:grpSp>
        <p:nvGrpSpPr>
          <p:cNvPr id="68" name="Gráfico 39">
            <a:extLst>
              <a:ext uri="{FF2B5EF4-FFF2-40B4-BE49-F238E27FC236}">
                <a16:creationId xmlns:a16="http://schemas.microsoft.com/office/drawing/2014/main" id="{29CEC4FE-4C38-D732-FBB3-5D3ECA2E2659}"/>
              </a:ext>
            </a:extLst>
          </p:cNvPr>
          <p:cNvGrpSpPr/>
          <p:nvPr/>
        </p:nvGrpSpPr>
        <p:grpSpPr>
          <a:xfrm>
            <a:off x="2169009" y="2212045"/>
            <a:ext cx="273705" cy="260208"/>
            <a:chOff x="2169009" y="2212045"/>
            <a:chExt cx="273705" cy="260208"/>
          </a:xfrm>
          <a:solidFill>
            <a:srgbClr val="B9B9B9"/>
          </a:solidFill>
        </p:grpSpPr>
        <p:sp>
          <p:nvSpPr>
            <p:cNvPr id="69" name="Forma libre: forma 68">
              <a:extLst>
                <a:ext uri="{FF2B5EF4-FFF2-40B4-BE49-F238E27FC236}">
                  <a16:creationId xmlns:a16="http://schemas.microsoft.com/office/drawing/2014/main" id="{903A50A5-D7A1-1A38-CC2C-B77797BE27DD}"/>
                </a:ext>
              </a:extLst>
            </p:cNvPr>
            <p:cNvSpPr/>
            <p:nvPr/>
          </p:nvSpPr>
          <p:spPr>
            <a:xfrm>
              <a:off x="2169009" y="2212045"/>
              <a:ext cx="273705" cy="260208"/>
            </a:xfrm>
            <a:custGeom>
              <a:avLst/>
              <a:gdLst>
                <a:gd name="csX0" fmla="*/ 136396 w 273705"/>
                <a:gd name="csY0" fmla="*/ 251544 h 260208"/>
                <a:gd name="csX1" fmla="*/ 123951 w 273705"/>
                <a:gd name="csY1" fmla="*/ 241399 h 260208"/>
                <a:gd name="csX2" fmla="*/ 100178 w 273705"/>
                <a:gd name="csY2" fmla="*/ 233837 h 260208"/>
                <a:gd name="csX3" fmla="*/ 81199 w 273705"/>
                <a:gd name="csY3" fmla="*/ 230865 h 260208"/>
                <a:gd name="csX4" fmla="*/ 75979 w 273705"/>
                <a:gd name="csY4" fmla="*/ 240363 h 260208"/>
                <a:gd name="csX5" fmla="*/ 67894 w 273705"/>
                <a:gd name="csY5" fmla="*/ 246752 h 260208"/>
                <a:gd name="csX6" fmla="*/ 29911 w 273705"/>
                <a:gd name="csY6" fmla="*/ 227450 h 260208"/>
                <a:gd name="csX7" fmla="*/ 28472 w 273705"/>
                <a:gd name="csY7" fmla="*/ 213064 h 260208"/>
                <a:gd name="csX8" fmla="*/ 12481 w 273705"/>
                <a:gd name="csY8" fmla="*/ 197704 h 260208"/>
                <a:gd name="csX9" fmla="*/ 1103 w 273705"/>
                <a:gd name="csY9" fmla="*/ 191257 h 260208"/>
                <a:gd name="csX10" fmla="*/ 24560 w 273705"/>
                <a:gd name="csY10" fmla="*/ 177413 h 260208"/>
                <a:gd name="csX11" fmla="*/ 49357 w 273705"/>
                <a:gd name="csY11" fmla="*/ 181249 h 260208"/>
                <a:gd name="csX12" fmla="*/ 33383 w 273705"/>
                <a:gd name="csY12" fmla="*/ 188440 h 260208"/>
                <a:gd name="csX13" fmla="*/ 18111 w 273705"/>
                <a:gd name="csY13" fmla="*/ 189801 h 260208"/>
                <a:gd name="csX14" fmla="*/ 23379 w 273705"/>
                <a:gd name="csY14" fmla="*/ 191217 h 260208"/>
                <a:gd name="csX15" fmla="*/ 42338 w 273705"/>
                <a:gd name="csY15" fmla="*/ 193852 h 260208"/>
                <a:gd name="csX16" fmla="*/ 54801 w 273705"/>
                <a:gd name="csY16" fmla="*/ 205031 h 260208"/>
                <a:gd name="csX17" fmla="*/ 53572 w 273705"/>
                <a:gd name="csY17" fmla="*/ 211902 h 260208"/>
                <a:gd name="csX18" fmla="*/ 58745 w 273705"/>
                <a:gd name="csY18" fmla="*/ 206739 h 260208"/>
                <a:gd name="csX19" fmla="*/ 62804 w 273705"/>
                <a:gd name="csY19" fmla="*/ 199640 h 260208"/>
                <a:gd name="csX20" fmla="*/ 78923 w 273705"/>
                <a:gd name="csY20" fmla="*/ 200342 h 260208"/>
                <a:gd name="csX21" fmla="*/ 84524 w 273705"/>
                <a:gd name="csY21" fmla="*/ 197871 h 260208"/>
                <a:gd name="csX22" fmla="*/ 91725 w 273705"/>
                <a:gd name="csY22" fmla="*/ 189946 h 260208"/>
                <a:gd name="csX23" fmla="*/ 100403 w 273705"/>
                <a:gd name="csY23" fmla="*/ 165765 h 260208"/>
                <a:gd name="csX24" fmla="*/ 96700 w 273705"/>
                <a:gd name="csY24" fmla="*/ 159218 h 260208"/>
                <a:gd name="csX25" fmla="*/ 94398 w 273705"/>
                <a:gd name="csY25" fmla="*/ 157998 h 260208"/>
                <a:gd name="csX26" fmla="*/ 90392 w 273705"/>
                <a:gd name="csY26" fmla="*/ 161840 h 260208"/>
                <a:gd name="csX27" fmla="*/ 87810 w 273705"/>
                <a:gd name="csY27" fmla="*/ 164145 h 260208"/>
                <a:gd name="csX28" fmla="*/ 100799 w 273705"/>
                <a:gd name="csY28" fmla="*/ 149016 h 260208"/>
                <a:gd name="csX29" fmla="*/ 118746 w 273705"/>
                <a:gd name="csY29" fmla="*/ 138331 h 260208"/>
                <a:gd name="csX30" fmla="*/ 133646 w 273705"/>
                <a:gd name="csY30" fmla="*/ 125809 h 260208"/>
                <a:gd name="csX31" fmla="*/ 149004 w 273705"/>
                <a:gd name="csY31" fmla="*/ 91807 h 260208"/>
                <a:gd name="csX32" fmla="*/ 157715 w 273705"/>
                <a:gd name="csY32" fmla="*/ 65895 h 260208"/>
                <a:gd name="csX33" fmla="*/ 163243 w 273705"/>
                <a:gd name="csY33" fmla="*/ 33397 h 260208"/>
                <a:gd name="csX34" fmla="*/ 165326 w 273705"/>
                <a:gd name="csY34" fmla="*/ 1486 h 260208"/>
                <a:gd name="csX35" fmla="*/ 167796 w 273705"/>
                <a:gd name="csY35" fmla="*/ 6032 h 260208"/>
                <a:gd name="csX36" fmla="*/ 180226 w 273705"/>
                <a:gd name="csY36" fmla="*/ 14421 h 260208"/>
                <a:gd name="csX37" fmla="*/ 195070 w 273705"/>
                <a:gd name="csY37" fmla="*/ 12027 h 260208"/>
                <a:gd name="csX38" fmla="*/ 227557 w 273705"/>
                <a:gd name="csY38" fmla="*/ 43889 h 260208"/>
                <a:gd name="csX39" fmla="*/ 257592 w 273705"/>
                <a:gd name="csY39" fmla="*/ 78146 h 260208"/>
                <a:gd name="csX40" fmla="*/ 261681 w 273705"/>
                <a:gd name="csY40" fmla="*/ 107593 h 260208"/>
                <a:gd name="csX41" fmla="*/ 273489 w 273705"/>
                <a:gd name="csY41" fmla="*/ 250266 h 260208"/>
                <a:gd name="csX42" fmla="*/ 218174 w 273705"/>
                <a:gd name="csY42" fmla="*/ 254247 h 260208"/>
                <a:gd name="csX43" fmla="*/ 150594 w 273705"/>
                <a:gd name="csY43" fmla="*/ 258722 h 260208"/>
                <a:gd name="csX44" fmla="*/ 137226 w 273705"/>
                <a:gd name="csY44" fmla="*/ 260208 h 260208"/>
                <a:gd name="csX45" fmla="*/ 136396 w 273705"/>
                <a:gd name="csY45" fmla="*/ 251544 h 2602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Lst>
              <a:rect l="l" t="t" r="r" b="b"/>
              <a:pathLst>
                <a:path w="273705" h="260208">
                  <a:moveTo>
                    <a:pt x="136396" y="251544"/>
                  </a:moveTo>
                  <a:cubicBezTo>
                    <a:pt x="135615" y="243380"/>
                    <a:pt x="134897" y="242794"/>
                    <a:pt x="123951" y="241399"/>
                  </a:cubicBezTo>
                  <a:cubicBezTo>
                    <a:pt x="117562" y="240584"/>
                    <a:pt x="106864" y="237181"/>
                    <a:pt x="100178" y="233837"/>
                  </a:cubicBezTo>
                  <a:cubicBezTo>
                    <a:pt x="89763" y="228627"/>
                    <a:pt x="87046" y="228201"/>
                    <a:pt x="81199" y="230865"/>
                  </a:cubicBezTo>
                  <a:cubicBezTo>
                    <a:pt x="75659" y="233390"/>
                    <a:pt x="74677" y="235176"/>
                    <a:pt x="75979" y="240363"/>
                  </a:cubicBezTo>
                  <a:cubicBezTo>
                    <a:pt x="77472" y="246311"/>
                    <a:pt x="76914" y="246752"/>
                    <a:pt x="67894" y="246752"/>
                  </a:cubicBezTo>
                  <a:cubicBezTo>
                    <a:pt x="55809" y="246752"/>
                    <a:pt x="31822" y="234563"/>
                    <a:pt x="29911" y="227450"/>
                  </a:cubicBezTo>
                  <a:cubicBezTo>
                    <a:pt x="29139" y="224578"/>
                    <a:pt x="28492" y="218104"/>
                    <a:pt x="28472" y="213064"/>
                  </a:cubicBezTo>
                  <a:cubicBezTo>
                    <a:pt x="28427" y="201349"/>
                    <a:pt x="24633" y="197704"/>
                    <a:pt x="12481" y="197704"/>
                  </a:cubicBezTo>
                  <a:cubicBezTo>
                    <a:pt x="4225" y="197704"/>
                    <a:pt x="2471" y="196710"/>
                    <a:pt x="1103" y="191257"/>
                  </a:cubicBezTo>
                  <a:cubicBezTo>
                    <a:pt x="-2114" y="178441"/>
                    <a:pt x="578" y="176853"/>
                    <a:pt x="24560" y="177413"/>
                  </a:cubicBezTo>
                  <a:cubicBezTo>
                    <a:pt x="38820" y="177746"/>
                    <a:pt x="47574" y="179100"/>
                    <a:pt x="49357" y="181249"/>
                  </a:cubicBezTo>
                  <a:cubicBezTo>
                    <a:pt x="54736" y="187730"/>
                    <a:pt x="49187" y="190228"/>
                    <a:pt x="33383" y="188440"/>
                  </a:cubicBezTo>
                  <a:cubicBezTo>
                    <a:pt x="22288" y="187184"/>
                    <a:pt x="18111" y="187556"/>
                    <a:pt x="18111" y="189801"/>
                  </a:cubicBezTo>
                  <a:cubicBezTo>
                    <a:pt x="18111" y="191735"/>
                    <a:pt x="20080" y="192265"/>
                    <a:pt x="23379" y="191217"/>
                  </a:cubicBezTo>
                  <a:cubicBezTo>
                    <a:pt x="26276" y="190298"/>
                    <a:pt x="34808" y="191483"/>
                    <a:pt x="42338" y="193852"/>
                  </a:cubicBezTo>
                  <a:cubicBezTo>
                    <a:pt x="54989" y="197831"/>
                    <a:pt x="55937" y="198681"/>
                    <a:pt x="54801" y="205031"/>
                  </a:cubicBezTo>
                  <a:lnTo>
                    <a:pt x="53572" y="211902"/>
                  </a:lnTo>
                  <a:lnTo>
                    <a:pt x="58745" y="206739"/>
                  </a:lnTo>
                  <a:cubicBezTo>
                    <a:pt x="61590" y="203900"/>
                    <a:pt x="63416" y="200705"/>
                    <a:pt x="62804" y="199640"/>
                  </a:cubicBezTo>
                  <a:cubicBezTo>
                    <a:pt x="61196" y="196843"/>
                    <a:pt x="70823" y="197262"/>
                    <a:pt x="78923" y="200342"/>
                  </a:cubicBezTo>
                  <a:cubicBezTo>
                    <a:pt x="85153" y="202711"/>
                    <a:pt x="85724" y="202459"/>
                    <a:pt x="84524" y="197871"/>
                  </a:cubicBezTo>
                  <a:cubicBezTo>
                    <a:pt x="83478" y="193868"/>
                    <a:pt x="85034" y="192154"/>
                    <a:pt x="91725" y="189946"/>
                  </a:cubicBezTo>
                  <a:cubicBezTo>
                    <a:pt x="104380" y="185769"/>
                    <a:pt x="109318" y="172009"/>
                    <a:pt x="100403" y="165765"/>
                  </a:cubicBezTo>
                  <a:cubicBezTo>
                    <a:pt x="97428" y="163681"/>
                    <a:pt x="95762" y="160736"/>
                    <a:pt x="96700" y="159218"/>
                  </a:cubicBezTo>
                  <a:cubicBezTo>
                    <a:pt x="97747" y="157525"/>
                    <a:pt x="96859" y="157053"/>
                    <a:pt x="94398" y="157998"/>
                  </a:cubicBezTo>
                  <a:cubicBezTo>
                    <a:pt x="92194" y="158843"/>
                    <a:pt x="90392" y="160572"/>
                    <a:pt x="90392" y="161840"/>
                  </a:cubicBezTo>
                  <a:cubicBezTo>
                    <a:pt x="90392" y="163108"/>
                    <a:pt x="89230" y="164145"/>
                    <a:pt x="87810" y="164145"/>
                  </a:cubicBezTo>
                  <a:cubicBezTo>
                    <a:pt x="81811" y="164145"/>
                    <a:pt x="86198" y="159036"/>
                    <a:pt x="100799" y="149016"/>
                  </a:cubicBezTo>
                  <a:cubicBezTo>
                    <a:pt x="109362" y="143139"/>
                    <a:pt x="117438" y="138331"/>
                    <a:pt x="118746" y="138331"/>
                  </a:cubicBezTo>
                  <a:cubicBezTo>
                    <a:pt x="120053" y="138331"/>
                    <a:pt x="126758" y="132696"/>
                    <a:pt x="133646" y="125809"/>
                  </a:cubicBezTo>
                  <a:cubicBezTo>
                    <a:pt x="145786" y="113669"/>
                    <a:pt x="146254" y="112631"/>
                    <a:pt x="149004" y="91807"/>
                  </a:cubicBezTo>
                  <a:cubicBezTo>
                    <a:pt x="151298" y="74430"/>
                    <a:pt x="152962" y="69481"/>
                    <a:pt x="157715" y="65895"/>
                  </a:cubicBezTo>
                  <a:cubicBezTo>
                    <a:pt x="163239" y="61729"/>
                    <a:pt x="163570" y="59784"/>
                    <a:pt x="163243" y="33397"/>
                  </a:cubicBezTo>
                  <a:cubicBezTo>
                    <a:pt x="163052" y="17960"/>
                    <a:pt x="163989" y="3600"/>
                    <a:pt x="165326" y="1486"/>
                  </a:cubicBezTo>
                  <a:cubicBezTo>
                    <a:pt x="167138" y="-1380"/>
                    <a:pt x="167766" y="-224"/>
                    <a:pt x="167796" y="6032"/>
                  </a:cubicBezTo>
                  <a:cubicBezTo>
                    <a:pt x="167835" y="14326"/>
                    <a:pt x="167976" y="14421"/>
                    <a:pt x="180226" y="14421"/>
                  </a:cubicBezTo>
                  <a:cubicBezTo>
                    <a:pt x="187041" y="14421"/>
                    <a:pt x="193721" y="13344"/>
                    <a:pt x="195070" y="12027"/>
                  </a:cubicBezTo>
                  <a:cubicBezTo>
                    <a:pt x="196598" y="10534"/>
                    <a:pt x="208840" y="22541"/>
                    <a:pt x="227557" y="43889"/>
                  </a:cubicBezTo>
                  <a:lnTo>
                    <a:pt x="257592" y="78146"/>
                  </a:lnTo>
                  <a:lnTo>
                    <a:pt x="261681" y="107593"/>
                  </a:lnTo>
                  <a:cubicBezTo>
                    <a:pt x="266251" y="140497"/>
                    <a:pt x="275208" y="248724"/>
                    <a:pt x="273489" y="250266"/>
                  </a:cubicBezTo>
                  <a:cubicBezTo>
                    <a:pt x="272881" y="250811"/>
                    <a:pt x="247989" y="252602"/>
                    <a:pt x="218174" y="254247"/>
                  </a:cubicBezTo>
                  <a:cubicBezTo>
                    <a:pt x="188358" y="255891"/>
                    <a:pt x="157947" y="257905"/>
                    <a:pt x="150594" y="258722"/>
                  </a:cubicBezTo>
                  <a:lnTo>
                    <a:pt x="137226" y="260208"/>
                  </a:lnTo>
                  <a:lnTo>
                    <a:pt x="136396" y="251544"/>
                  </a:lnTo>
                  <a:close/>
                </a:path>
              </a:pathLst>
            </a:custGeom>
            <a:solidFill>
              <a:srgbClr val="B9B9B9"/>
            </a:solidFill>
            <a:ln w="5163" cap="flat">
              <a:noFill/>
              <a:prstDash val="solid"/>
              <a:miter/>
            </a:ln>
          </p:spPr>
          <p:txBody>
            <a:bodyPr/>
            <a:lstStyle/>
            <a:p>
              <a:endParaRPr lang="es-419" noProof="0" dirty="0"/>
            </a:p>
          </p:txBody>
        </p:sp>
        <p:sp>
          <p:nvSpPr>
            <p:cNvPr id="70" name="Forma libre: forma 69">
              <a:extLst>
                <a:ext uri="{FF2B5EF4-FFF2-40B4-BE49-F238E27FC236}">
                  <a16:creationId xmlns:a16="http://schemas.microsoft.com/office/drawing/2014/main" id="{93BE748D-22B7-7131-7589-F0C45329F186}"/>
                </a:ext>
              </a:extLst>
            </p:cNvPr>
            <p:cNvSpPr/>
            <p:nvPr/>
          </p:nvSpPr>
          <p:spPr>
            <a:xfrm>
              <a:off x="2221969" y="2379232"/>
              <a:ext cx="29491" cy="17638"/>
            </a:xfrm>
            <a:custGeom>
              <a:avLst/>
              <a:gdLst>
                <a:gd name="csX0" fmla="*/ 10326 w 29491"/>
                <a:gd name="csY0" fmla="*/ 11251 h 17638"/>
                <a:gd name="csX1" fmla="*/ 23663 w 29491"/>
                <a:gd name="csY1" fmla="*/ 4783 h 17638"/>
                <a:gd name="csX2" fmla="*/ 27977 w 29491"/>
                <a:gd name="csY2" fmla="*/ 1475 h 17638"/>
                <a:gd name="csX3" fmla="*/ 29483 w 29491"/>
                <a:gd name="csY3" fmla="*/ 1025 h 17638"/>
                <a:gd name="csX4" fmla="*/ 8425 w 29491"/>
                <a:gd name="csY4" fmla="*/ 16751 h 17638"/>
                <a:gd name="csX5" fmla="*/ 0 w 29491"/>
                <a:gd name="csY5" fmla="*/ 17639 h 17638"/>
                <a:gd name="csX6" fmla="*/ 10326 w 29491"/>
                <a:gd name="csY6" fmla="*/ 11251 h 17638"/>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9491" h="17638">
                  <a:moveTo>
                    <a:pt x="10326" y="11251"/>
                  </a:moveTo>
                  <a:cubicBezTo>
                    <a:pt x="16005" y="7738"/>
                    <a:pt x="22007" y="4827"/>
                    <a:pt x="23663" y="4783"/>
                  </a:cubicBezTo>
                  <a:cubicBezTo>
                    <a:pt x="25320" y="4738"/>
                    <a:pt x="27261" y="3250"/>
                    <a:pt x="27977" y="1475"/>
                  </a:cubicBezTo>
                  <a:cubicBezTo>
                    <a:pt x="28693" y="-299"/>
                    <a:pt x="29371" y="-502"/>
                    <a:pt x="29483" y="1025"/>
                  </a:cubicBezTo>
                  <a:cubicBezTo>
                    <a:pt x="29861" y="6183"/>
                    <a:pt x="16907" y="15857"/>
                    <a:pt x="8425" y="16751"/>
                  </a:cubicBezTo>
                  <a:lnTo>
                    <a:pt x="0" y="17639"/>
                  </a:lnTo>
                  <a:lnTo>
                    <a:pt x="10326" y="11251"/>
                  </a:lnTo>
                  <a:close/>
                </a:path>
              </a:pathLst>
            </a:custGeom>
            <a:solidFill>
              <a:srgbClr val="B9B9B9"/>
            </a:solidFill>
            <a:ln w="5163" cap="flat">
              <a:noFill/>
              <a:prstDash val="solid"/>
              <a:miter/>
            </a:ln>
          </p:spPr>
          <p:txBody>
            <a:bodyPr/>
            <a:lstStyle/>
            <a:p>
              <a:endParaRPr lang="es-419" noProof="0" dirty="0"/>
            </a:p>
          </p:txBody>
        </p:sp>
      </p:grpSp>
      <p:sp>
        <p:nvSpPr>
          <p:cNvPr id="71" name="Forma libre: forma 70">
            <a:extLst>
              <a:ext uri="{FF2B5EF4-FFF2-40B4-BE49-F238E27FC236}">
                <a16:creationId xmlns:a16="http://schemas.microsoft.com/office/drawing/2014/main" id="{79B40704-B0FF-A89F-8BB3-6F0DB251DC2E}"/>
              </a:ext>
            </a:extLst>
          </p:cNvPr>
          <p:cNvSpPr/>
          <p:nvPr/>
        </p:nvSpPr>
        <p:spPr>
          <a:xfrm>
            <a:off x="1574029" y="2346575"/>
            <a:ext cx="28491" cy="35790"/>
          </a:xfrm>
          <a:custGeom>
            <a:avLst/>
            <a:gdLst>
              <a:gd name="csX0" fmla="*/ 11768 w 28491"/>
              <a:gd name="csY0" fmla="*/ 34872 h 35790"/>
              <a:gd name="csX1" fmla="*/ 805 w 28491"/>
              <a:gd name="csY1" fmla="*/ 25413 h 35790"/>
              <a:gd name="csX2" fmla="*/ 7669 w 28491"/>
              <a:gd name="csY2" fmla="*/ 7571 h 35790"/>
              <a:gd name="csX3" fmla="*/ 18379 w 28491"/>
              <a:gd name="csY3" fmla="*/ 2738 h 35790"/>
              <a:gd name="csX4" fmla="*/ 23574 w 28491"/>
              <a:gd name="csY4" fmla="*/ 11696 h 35790"/>
              <a:gd name="csX5" fmla="*/ 28193 w 28491"/>
              <a:gd name="csY5" fmla="*/ 24987 h 35790"/>
              <a:gd name="csX6" fmla="*/ 11768 w 28491"/>
              <a:gd name="csY6" fmla="*/ 34872 h 35790"/>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8491" h="35790">
                <a:moveTo>
                  <a:pt x="11768" y="34872"/>
                </a:moveTo>
                <a:cubicBezTo>
                  <a:pt x="4464" y="33733"/>
                  <a:pt x="2519" y="32055"/>
                  <a:pt x="805" y="25413"/>
                </a:cubicBezTo>
                <a:cubicBezTo>
                  <a:pt x="-1017" y="18356"/>
                  <a:pt x="-153" y="16110"/>
                  <a:pt x="7669" y="7571"/>
                </a:cubicBezTo>
                <a:cubicBezTo>
                  <a:pt x="15700" y="-1197"/>
                  <a:pt x="16797" y="-1692"/>
                  <a:pt x="18379" y="2738"/>
                </a:cubicBezTo>
                <a:cubicBezTo>
                  <a:pt x="19348" y="5452"/>
                  <a:pt x="21686" y="9483"/>
                  <a:pt x="23574" y="11696"/>
                </a:cubicBezTo>
                <a:cubicBezTo>
                  <a:pt x="25461" y="13908"/>
                  <a:pt x="27540" y="19890"/>
                  <a:pt x="28193" y="24987"/>
                </a:cubicBezTo>
                <a:cubicBezTo>
                  <a:pt x="29539" y="35505"/>
                  <a:pt x="26717" y="37203"/>
                  <a:pt x="11768" y="34872"/>
                </a:cubicBezTo>
                <a:close/>
              </a:path>
            </a:pathLst>
          </a:custGeom>
          <a:solidFill>
            <a:srgbClr val="CCCCCC"/>
          </a:solidFill>
          <a:ln w="5163" cap="flat">
            <a:noFill/>
            <a:prstDash val="solid"/>
            <a:miter/>
          </a:ln>
        </p:spPr>
        <p:txBody>
          <a:bodyPr/>
          <a:lstStyle/>
          <a:p>
            <a:endParaRPr lang="es-419" noProof="0" dirty="0"/>
          </a:p>
        </p:txBody>
      </p:sp>
      <p:sp>
        <p:nvSpPr>
          <p:cNvPr id="72" name="Forma libre: forma 71">
            <a:extLst>
              <a:ext uri="{FF2B5EF4-FFF2-40B4-BE49-F238E27FC236}">
                <a16:creationId xmlns:a16="http://schemas.microsoft.com/office/drawing/2014/main" id="{0C4419DF-D9F7-0051-E38E-D43D073295BA}"/>
              </a:ext>
            </a:extLst>
          </p:cNvPr>
          <p:cNvSpPr/>
          <p:nvPr/>
        </p:nvSpPr>
        <p:spPr>
          <a:xfrm>
            <a:off x="1629800" y="2326596"/>
            <a:ext cx="82332" cy="45198"/>
          </a:xfrm>
          <a:custGeom>
            <a:avLst/>
            <a:gdLst>
              <a:gd name="csX0" fmla="*/ 35828 w 82332"/>
              <a:gd name="csY0" fmla="*/ 43172 h 45198"/>
              <a:gd name="csX1" fmla="*/ 20861 w 82332"/>
              <a:gd name="csY1" fmla="*/ 27939 h 45198"/>
              <a:gd name="csX2" fmla="*/ 6710 w 82332"/>
              <a:gd name="csY2" fmla="*/ 16733 h 45198"/>
              <a:gd name="csX3" fmla="*/ 200 w 82332"/>
              <a:gd name="csY3" fmla="*/ 11518 h 45198"/>
              <a:gd name="csX4" fmla="*/ 11960 w 82332"/>
              <a:gd name="csY4" fmla="*/ 5709 h 45198"/>
              <a:gd name="csX5" fmla="*/ 29437 w 82332"/>
              <a:gd name="csY5" fmla="*/ 2139 h 45198"/>
              <a:gd name="csX6" fmla="*/ 38320 w 82332"/>
              <a:gd name="csY6" fmla="*/ 692 h 45198"/>
              <a:gd name="csX7" fmla="*/ 49592 w 82332"/>
              <a:gd name="csY7" fmla="*/ 4355 h 45198"/>
              <a:gd name="csX8" fmla="*/ 61209 w 82332"/>
              <a:gd name="csY8" fmla="*/ 13550 h 45198"/>
              <a:gd name="csX9" fmla="*/ 68838 w 82332"/>
              <a:gd name="csY9" fmla="*/ 19970 h 45198"/>
              <a:gd name="csX10" fmla="*/ 82332 w 82332"/>
              <a:gd name="csY10" fmla="*/ 30233 h 45198"/>
              <a:gd name="csX11" fmla="*/ 75901 w 82332"/>
              <a:gd name="csY11" fmla="*/ 31524 h 45198"/>
              <a:gd name="csX12" fmla="*/ 66358 w 82332"/>
              <a:gd name="csY12" fmla="*/ 36506 h 45198"/>
              <a:gd name="csX13" fmla="*/ 58348 w 82332"/>
              <a:gd name="csY13" fmla="*/ 38866 h 45198"/>
              <a:gd name="csX14" fmla="*/ 47885 w 82332"/>
              <a:gd name="csY14" fmla="*/ 41425 h 45198"/>
              <a:gd name="csX15" fmla="*/ 35828 w 82332"/>
              <a:gd name="csY15" fmla="*/ 43172 h 4519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82332" h="45198">
                <a:moveTo>
                  <a:pt x="35828" y="43172"/>
                </a:moveTo>
                <a:cubicBezTo>
                  <a:pt x="32257" y="41284"/>
                  <a:pt x="25522" y="34429"/>
                  <a:pt x="20861" y="27939"/>
                </a:cubicBezTo>
                <a:cubicBezTo>
                  <a:pt x="14698" y="19357"/>
                  <a:pt x="10840" y="16301"/>
                  <a:pt x="6710" y="16733"/>
                </a:cubicBezTo>
                <a:cubicBezTo>
                  <a:pt x="2564" y="17166"/>
                  <a:pt x="809" y="15760"/>
                  <a:pt x="200" y="11518"/>
                </a:cubicBezTo>
                <a:cubicBezTo>
                  <a:pt x="-566" y="6174"/>
                  <a:pt x="375" y="5709"/>
                  <a:pt x="11960" y="5709"/>
                </a:cubicBezTo>
                <a:cubicBezTo>
                  <a:pt x="18887" y="5709"/>
                  <a:pt x="26751" y="4102"/>
                  <a:pt x="29437" y="2139"/>
                </a:cubicBezTo>
                <a:cubicBezTo>
                  <a:pt x="32427" y="-48"/>
                  <a:pt x="35871" y="-609"/>
                  <a:pt x="38320" y="692"/>
                </a:cubicBezTo>
                <a:cubicBezTo>
                  <a:pt x="40520" y="1860"/>
                  <a:pt x="45592" y="3509"/>
                  <a:pt x="49592" y="4355"/>
                </a:cubicBezTo>
                <a:cubicBezTo>
                  <a:pt x="53972" y="5282"/>
                  <a:pt x="58593" y="8940"/>
                  <a:pt x="61209" y="13550"/>
                </a:cubicBezTo>
                <a:cubicBezTo>
                  <a:pt x="63598" y="17761"/>
                  <a:pt x="67032" y="20650"/>
                  <a:pt x="68838" y="19970"/>
                </a:cubicBezTo>
                <a:cubicBezTo>
                  <a:pt x="71755" y="18872"/>
                  <a:pt x="82332" y="26917"/>
                  <a:pt x="82332" y="30233"/>
                </a:cubicBezTo>
                <a:cubicBezTo>
                  <a:pt x="82332" y="30943"/>
                  <a:pt x="79438" y="31524"/>
                  <a:pt x="75901" y="31524"/>
                </a:cubicBezTo>
                <a:cubicBezTo>
                  <a:pt x="72343" y="31524"/>
                  <a:pt x="68079" y="33750"/>
                  <a:pt x="66358" y="36506"/>
                </a:cubicBezTo>
                <a:cubicBezTo>
                  <a:pt x="63915" y="40418"/>
                  <a:pt x="62194" y="40925"/>
                  <a:pt x="58348" y="38866"/>
                </a:cubicBezTo>
                <a:cubicBezTo>
                  <a:pt x="54563" y="36841"/>
                  <a:pt x="52184" y="37422"/>
                  <a:pt x="47885" y="41425"/>
                </a:cubicBezTo>
                <a:cubicBezTo>
                  <a:pt x="42972" y="45999"/>
                  <a:pt x="41560" y="46204"/>
                  <a:pt x="35828" y="43172"/>
                </a:cubicBezTo>
                <a:close/>
              </a:path>
            </a:pathLst>
          </a:custGeom>
          <a:solidFill>
            <a:srgbClr val="B9B9B9"/>
          </a:solidFill>
          <a:ln w="5163" cap="flat">
            <a:noFill/>
            <a:prstDash val="solid"/>
            <a:miter/>
          </a:ln>
        </p:spPr>
        <p:txBody>
          <a:bodyPr/>
          <a:lstStyle/>
          <a:p>
            <a:endParaRPr lang="es-419" noProof="0" dirty="0"/>
          </a:p>
        </p:txBody>
      </p:sp>
      <p:sp>
        <p:nvSpPr>
          <p:cNvPr id="73" name="Forma libre: forma 72">
            <a:extLst>
              <a:ext uri="{FF2B5EF4-FFF2-40B4-BE49-F238E27FC236}">
                <a16:creationId xmlns:a16="http://schemas.microsoft.com/office/drawing/2014/main" id="{131B94BA-3E1F-3F73-916F-D87EB1EC9546}"/>
              </a:ext>
            </a:extLst>
          </p:cNvPr>
          <p:cNvSpPr/>
          <p:nvPr/>
        </p:nvSpPr>
        <p:spPr>
          <a:xfrm>
            <a:off x="1522864" y="2163021"/>
            <a:ext cx="166771" cy="166600"/>
          </a:xfrm>
          <a:custGeom>
            <a:avLst/>
            <a:gdLst>
              <a:gd name="csX0" fmla="*/ 112825 w 166771"/>
              <a:gd name="csY0" fmla="*/ 162186 h 166600"/>
              <a:gd name="csX1" fmla="*/ 93810 w 166771"/>
              <a:gd name="csY1" fmla="*/ 146052 h 166600"/>
              <a:gd name="csX2" fmla="*/ 80847 w 166771"/>
              <a:gd name="csY2" fmla="*/ 139517 h 166600"/>
              <a:gd name="csX3" fmla="*/ 77061 w 166771"/>
              <a:gd name="csY3" fmla="*/ 131529 h 166600"/>
              <a:gd name="csX4" fmla="*/ 56324 w 166771"/>
              <a:gd name="csY4" fmla="*/ 140503 h 166600"/>
              <a:gd name="csX5" fmla="*/ 40835 w 166771"/>
              <a:gd name="csY5" fmla="*/ 134435 h 166600"/>
              <a:gd name="csX6" fmla="*/ 25839 w 166771"/>
              <a:gd name="csY6" fmla="*/ 117575 h 166600"/>
              <a:gd name="csX7" fmla="*/ 603 w 166771"/>
              <a:gd name="csY7" fmla="*/ 103594 h 166600"/>
              <a:gd name="csX8" fmla="*/ 3427 w 166771"/>
              <a:gd name="csY8" fmla="*/ 92334 h 166600"/>
              <a:gd name="csX9" fmla="*/ 16980 w 166771"/>
              <a:gd name="csY9" fmla="*/ 76064 h 166600"/>
              <a:gd name="csX10" fmla="*/ 29744 w 166771"/>
              <a:gd name="csY10" fmla="*/ 65065 h 166600"/>
              <a:gd name="csX11" fmla="*/ 36843 w 166771"/>
              <a:gd name="csY11" fmla="*/ 46479 h 166600"/>
              <a:gd name="csX12" fmla="*/ 44707 w 166771"/>
              <a:gd name="csY12" fmla="*/ 28415 h 166600"/>
              <a:gd name="csX13" fmla="*/ 49507 w 166771"/>
              <a:gd name="csY13" fmla="*/ 27678 h 166600"/>
              <a:gd name="csX14" fmla="*/ 60947 w 166771"/>
              <a:gd name="csY14" fmla="*/ 25763 h 166600"/>
              <a:gd name="csX15" fmla="*/ 70323 w 166771"/>
              <a:gd name="csY15" fmla="*/ 14969 h 166600"/>
              <a:gd name="csX16" fmla="*/ 78890 w 166771"/>
              <a:gd name="csY16" fmla="*/ 12726 h 166600"/>
              <a:gd name="csX17" fmla="*/ 98544 w 166771"/>
              <a:gd name="csY17" fmla="*/ 17873 h 166600"/>
              <a:gd name="csX18" fmla="*/ 112369 w 166771"/>
              <a:gd name="csY18" fmla="*/ 19382 h 166600"/>
              <a:gd name="csX19" fmla="*/ 111333 w 166771"/>
              <a:gd name="csY19" fmla="*/ 10510 h 166600"/>
              <a:gd name="csX20" fmla="*/ 113560 w 166771"/>
              <a:gd name="csY20" fmla="*/ 387 h 166600"/>
              <a:gd name="csX21" fmla="*/ 117960 w 166771"/>
              <a:gd name="csY21" fmla="*/ 7843 h 166600"/>
              <a:gd name="csX22" fmla="*/ 132949 w 166771"/>
              <a:gd name="csY22" fmla="*/ 23283 h 166600"/>
              <a:gd name="csX23" fmla="*/ 137639 w 166771"/>
              <a:gd name="csY23" fmla="*/ 24249 h 166600"/>
              <a:gd name="csX24" fmla="*/ 142971 w 166771"/>
              <a:gd name="csY24" fmla="*/ 28097 h 166600"/>
              <a:gd name="csX25" fmla="*/ 144280 w 166771"/>
              <a:gd name="csY25" fmla="*/ 37270 h 166600"/>
              <a:gd name="csX26" fmla="*/ 141806 w 166771"/>
              <a:gd name="csY26" fmla="*/ 49084 h 166600"/>
              <a:gd name="csX27" fmla="*/ 134976 w 166771"/>
              <a:gd name="csY27" fmla="*/ 50495 h 166600"/>
              <a:gd name="csX28" fmla="*/ 125814 w 166771"/>
              <a:gd name="csY28" fmla="*/ 54367 h 166600"/>
              <a:gd name="csX29" fmla="*/ 117982 w 166771"/>
              <a:gd name="csY29" fmla="*/ 60864 h 166600"/>
              <a:gd name="csX30" fmla="*/ 114406 w 166771"/>
              <a:gd name="csY30" fmla="*/ 64736 h 166600"/>
              <a:gd name="csX31" fmla="*/ 118081 w 166771"/>
              <a:gd name="csY31" fmla="*/ 68608 h 166600"/>
              <a:gd name="csX32" fmla="*/ 117880 w 166771"/>
              <a:gd name="csY32" fmla="*/ 76375 h 166600"/>
              <a:gd name="csX33" fmla="*/ 120902 w 166771"/>
              <a:gd name="csY33" fmla="*/ 101250 h 166600"/>
              <a:gd name="csX34" fmla="*/ 146578 w 166771"/>
              <a:gd name="csY34" fmla="*/ 85070 h 166600"/>
              <a:gd name="csX35" fmla="*/ 165866 w 166771"/>
              <a:gd name="csY35" fmla="*/ 78619 h 166600"/>
              <a:gd name="csX36" fmla="*/ 158858 w 166771"/>
              <a:gd name="csY36" fmla="*/ 93393 h 166600"/>
              <a:gd name="csX37" fmla="*/ 145606 w 166771"/>
              <a:gd name="csY37" fmla="*/ 103389 h 166600"/>
              <a:gd name="csX38" fmla="*/ 146405 w 166771"/>
              <a:gd name="csY38" fmla="*/ 113844 h 166600"/>
              <a:gd name="csX39" fmla="*/ 151373 w 166771"/>
              <a:gd name="csY39" fmla="*/ 126271 h 166600"/>
              <a:gd name="csX40" fmla="*/ 146320 w 166771"/>
              <a:gd name="csY40" fmla="*/ 138511 h 166600"/>
              <a:gd name="csX41" fmla="*/ 142802 w 166771"/>
              <a:gd name="csY41" fmla="*/ 150216 h 166600"/>
              <a:gd name="csX42" fmla="*/ 135305 w 166771"/>
              <a:gd name="csY42" fmla="*/ 162275 h 166600"/>
              <a:gd name="csX43" fmla="*/ 112825 w 166771"/>
              <a:gd name="csY43" fmla="*/ 162186 h 1666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66771" h="166600">
                <a:moveTo>
                  <a:pt x="112825" y="162186"/>
                </a:moveTo>
                <a:cubicBezTo>
                  <a:pt x="107924" y="146593"/>
                  <a:pt x="107287" y="146052"/>
                  <a:pt x="93810" y="146052"/>
                </a:cubicBezTo>
                <a:cubicBezTo>
                  <a:pt x="81661" y="146052"/>
                  <a:pt x="80847" y="145641"/>
                  <a:pt x="80847" y="139517"/>
                </a:cubicBezTo>
                <a:cubicBezTo>
                  <a:pt x="80847" y="135923"/>
                  <a:pt x="79143" y="132329"/>
                  <a:pt x="77061" y="131529"/>
                </a:cubicBezTo>
                <a:cubicBezTo>
                  <a:pt x="70944" y="129182"/>
                  <a:pt x="59116" y="134300"/>
                  <a:pt x="56324" y="140503"/>
                </a:cubicBezTo>
                <a:cubicBezTo>
                  <a:pt x="52116" y="149848"/>
                  <a:pt x="43882" y="146622"/>
                  <a:pt x="40835" y="134435"/>
                </a:cubicBezTo>
                <a:cubicBezTo>
                  <a:pt x="37208" y="119926"/>
                  <a:pt x="35198" y="117667"/>
                  <a:pt x="25839" y="117575"/>
                </a:cubicBezTo>
                <a:cubicBezTo>
                  <a:pt x="16487" y="117484"/>
                  <a:pt x="-3740" y="106278"/>
                  <a:pt x="603" y="103594"/>
                </a:cubicBezTo>
                <a:cubicBezTo>
                  <a:pt x="2143" y="102641"/>
                  <a:pt x="3414" y="97575"/>
                  <a:pt x="3427" y="92334"/>
                </a:cubicBezTo>
                <a:cubicBezTo>
                  <a:pt x="3448" y="83428"/>
                  <a:pt x="4333" y="82366"/>
                  <a:pt x="16980" y="76064"/>
                </a:cubicBezTo>
                <a:cubicBezTo>
                  <a:pt x="26201" y="71468"/>
                  <a:pt x="30266" y="67966"/>
                  <a:pt x="29744" y="65065"/>
                </a:cubicBezTo>
                <a:cubicBezTo>
                  <a:pt x="29324" y="62724"/>
                  <a:pt x="32518" y="54360"/>
                  <a:pt x="36843" y="46479"/>
                </a:cubicBezTo>
                <a:cubicBezTo>
                  <a:pt x="41168" y="38598"/>
                  <a:pt x="44707" y="30469"/>
                  <a:pt x="44707" y="28415"/>
                </a:cubicBezTo>
                <a:cubicBezTo>
                  <a:pt x="44707" y="25420"/>
                  <a:pt x="45659" y="25274"/>
                  <a:pt x="49507" y="27678"/>
                </a:cubicBezTo>
                <a:cubicBezTo>
                  <a:pt x="53370" y="30090"/>
                  <a:pt x="55603" y="29716"/>
                  <a:pt x="60947" y="25763"/>
                </a:cubicBezTo>
                <a:cubicBezTo>
                  <a:pt x="64599" y="23062"/>
                  <a:pt x="68819" y="18205"/>
                  <a:pt x="70323" y="14969"/>
                </a:cubicBezTo>
                <a:cubicBezTo>
                  <a:pt x="72821" y="9600"/>
                  <a:pt x="73567" y="9404"/>
                  <a:pt x="78890" y="12726"/>
                </a:cubicBezTo>
                <a:cubicBezTo>
                  <a:pt x="82096" y="14727"/>
                  <a:pt x="90941" y="17044"/>
                  <a:pt x="98544" y="17873"/>
                </a:cubicBezTo>
                <a:lnTo>
                  <a:pt x="112369" y="19382"/>
                </a:lnTo>
                <a:lnTo>
                  <a:pt x="111333" y="10510"/>
                </a:lnTo>
                <a:cubicBezTo>
                  <a:pt x="110680" y="4917"/>
                  <a:pt x="111503" y="1176"/>
                  <a:pt x="113560" y="387"/>
                </a:cubicBezTo>
                <a:cubicBezTo>
                  <a:pt x="117812" y="-1245"/>
                  <a:pt x="120015" y="2488"/>
                  <a:pt x="117960" y="7843"/>
                </a:cubicBezTo>
                <a:cubicBezTo>
                  <a:pt x="115692" y="13753"/>
                  <a:pt x="126829" y="25225"/>
                  <a:pt x="132949" y="23283"/>
                </a:cubicBezTo>
                <a:cubicBezTo>
                  <a:pt x="135529" y="22464"/>
                  <a:pt x="137639" y="22899"/>
                  <a:pt x="137639" y="24249"/>
                </a:cubicBezTo>
                <a:cubicBezTo>
                  <a:pt x="137639" y="25599"/>
                  <a:pt x="140039" y="27330"/>
                  <a:pt x="142971" y="28097"/>
                </a:cubicBezTo>
                <a:cubicBezTo>
                  <a:pt x="148037" y="29422"/>
                  <a:pt x="148102" y="29879"/>
                  <a:pt x="144280" y="37270"/>
                </a:cubicBezTo>
                <a:cubicBezTo>
                  <a:pt x="142067" y="41548"/>
                  <a:pt x="140954" y="46864"/>
                  <a:pt x="141806" y="49084"/>
                </a:cubicBezTo>
                <a:cubicBezTo>
                  <a:pt x="143608" y="53779"/>
                  <a:pt x="141808" y="54151"/>
                  <a:pt x="134976" y="50495"/>
                </a:cubicBezTo>
                <a:cubicBezTo>
                  <a:pt x="130992" y="48362"/>
                  <a:pt x="129272" y="49089"/>
                  <a:pt x="125814" y="54367"/>
                </a:cubicBezTo>
                <a:cubicBezTo>
                  <a:pt x="123473" y="57940"/>
                  <a:pt x="119948" y="60864"/>
                  <a:pt x="117982" y="60864"/>
                </a:cubicBezTo>
                <a:cubicBezTo>
                  <a:pt x="116015" y="60864"/>
                  <a:pt x="114406" y="62606"/>
                  <a:pt x="114406" y="64736"/>
                </a:cubicBezTo>
                <a:cubicBezTo>
                  <a:pt x="114406" y="66866"/>
                  <a:pt x="116060" y="68608"/>
                  <a:pt x="118081" y="68608"/>
                </a:cubicBezTo>
                <a:cubicBezTo>
                  <a:pt x="121214" y="68608"/>
                  <a:pt x="121185" y="69751"/>
                  <a:pt x="117880" y="76375"/>
                </a:cubicBezTo>
                <a:cubicBezTo>
                  <a:pt x="113557" y="85043"/>
                  <a:pt x="115262" y="99086"/>
                  <a:pt x="120902" y="101250"/>
                </a:cubicBezTo>
                <a:cubicBezTo>
                  <a:pt x="125974" y="103196"/>
                  <a:pt x="134577" y="97775"/>
                  <a:pt x="146578" y="85070"/>
                </a:cubicBezTo>
                <a:cubicBezTo>
                  <a:pt x="158352" y="72606"/>
                  <a:pt x="161996" y="71387"/>
                  <a:pt x="165866" y="78619"/>
                </a:cubicBezTo>
                <a:cubicBezTo>
                  <a:pt x="167980" y="82568"/>
                  <a:pt x="166683" y="85304"/>
                  <a:pt x="158858" y="93393"/>
                </a:cubicBezTo>
                <a:cubicBezTo>
                  <a:pt x="153577" y="98853"/>
                  <a:pt x="147613" y="103351"/>
                  <a:pt x="145606" y="103389"/>
                </a:cubicBezTo>
                <a:cubicBezTo>
                  <a:pt x="139218" y="103509"/>
                  <a:pt x="139670" y="109432"/>
                  <a:pt x="146405" y="113844"/>
                </a:cubicBezTo>
                <a:cubicBezTo>
                  <a:pt x="151813" y="117388"/>
                  <a:pt x="152650" y="119482"/>
                  <a:pt x="151373" y="126271"/>
                </a:cubicBezTo>
                <a:cubicBezTo>
                  <a:pt x="150529" y="130761"/>
                  <a:pt x="148255" y="136269"/>
                  <a:pt x="146320" y="138511"/>
                </a:cubicBezTo>
                <a:cubicBezTo>
                  <a:pt x="144385" y="140752"/>
                  <a:pt x="142802" y="146020"/>
                  <a:pt x="142802" y="150216"/>
                </a:cubicBezTo>
                <a:cubicBezTo>
                  <a:pt x="142802" y="155900"/>
                  <a:pt x="140890" y="158975"/>
                  <a:pt x="135305" y="162275"/>
                </a:cubicBezTo>
                <a:cubicBezTo>
                  <a:pt x="125481" y="168078"/>
                  <a:pt x="114663" y="168035"/>
                  <a:pt x="112825" y="162186"/>
                </a:cubicBezTo>
                <a:close/>
              </a:path>
            </a:pathLst>
          </a:custGeom>
          <a:solidFill>
            <a:srgbClr val="B9B9B9"/>
          </a:solidFill>
          <a:ln w="5163" cap="flat">
            <a:noFill/>
            <a:prstDash val="solid"/>
            <a:miter/>
          </a:ln>
        </p:spPr>
        <p:txBody>
          <a:bodyPr/>
          <a:lstStyle/>
          <a:p>
            <a:endParaRPr lang="es-419" noProof="0" dirty="0"/>
          </a:p>
        </p:txBody>
      </p:sp>
      <p:sp>
        <p:nvSpPr>
          <p:cNvPr id="74" name="Forma libre: forma 73">
            <a:extLst>
              <a:ext uri="{FF2B5EF4-FFF2-40B4-BE49-F238E27FC236}">
                <a16:creationId xmlns:a16="http://schemas.microsoft.com/office/drawing/2014/main" id="{F9084DB5-CE13-C64A-BE3E-15510AA05F9D}"/>
              </a:ext>
            </a:extLst>
          </p:cNvPr>
          <p:cNvSpPr/>
          <p:nvPr/>
        </p:nvSpPr>
        <p:spPr>
          <a:xfrm>
            <a:off x="1152549" y="1816032"/>
            <a:ext cx="278306" cy="369963"/>
          </a:xfrm>
          <a:custGeom>
            <a:avLst/>
            <a:gdLst>
              <a:gd name="csX0" fmla="*/ 34904 w 278306"/>
              <a:gd name="csY0" fmla="*/ 369743 h 369963"/>
              <a:gd name="csX1" fmla="*/ 30386 w 278306"/>
              <a:gd name="csY1" fmla="*/ 366534 h 369963"/>
              <a:gd name="csX2" fmla="*/ 24882 w 278306"/>
              <a:gd name="csY2" fmla="*/ 362569 h 369963"/>
              <a:gd name="csX3" fmla="*/ 21927 w 278306"/>
              <a:gd name="csY3" fmla="*/ 359169 h 369963"/>
              <a:gd name="csX4" fmla="*/ 27578 w 278306"/>
              <a:gd name="csY4" fmla="*/ 347996 h 369963"/>
              <a:gd name="csX5" fmla="*/ 35410 w 278306"/>
              <a:gd name="csY5" fmla="*/ 332463 h 369963"/>
              <a:gd name="csX6" fmla="*/ 46301 w 278306"/>
              <a:gd name="csY6" fmla="*/ 305733 h 369963"/>
              <a:gd name="csX7" fmla="*/ 51274 w 278306"/>
              <a:gd name="csY7" fmla="*/ 305469 h 369963"/>
              <a:gd name="csX8" fmla="*/ 85602 w 278306"/>
              <a:gd name="csY8" fmla="*/ 259605 h 369963"/>
              <a:gd name="csX9" fmla="*/ 77041 w 278306"/>
              <a:gd name="csY9" fmla="*/ 247151 h 369963"/>
              <a:gd name="csX10" fmla="*/ 56201 w 278306"/>
              <a:gd name="csY10" fmla="*/ 259540 h 369963"/>
              <a:gd name="csX11" fmla="*/ 43804 w 278306"/>
              <a:gd name="csY11" fmla="*/ 271918 h 369963"/>
              <a:gd name="csX12" fmla="*/ 42369 w 278306"/>
              <a:gd name="csY12" fmla="*/ 249815 h 369963"/>
              <a:gd name="csX13" fmla="*/ 41724 w 278306"/>
              <a:gd name="csY13" fmla="*/ 231013 h 369963"/>
              <a:gd name="csX14" fmla="*/ 29106 w 278306"/>
              <a:gd name="csY14" fmla="*/ 240028 h 369963"/>
              <a:gd name="csX15" fmla="*/ 22444 w 278306"/>
              <a:gd name="csY15" fmla="*/ 254379 h 369963"/>
              <a:gd name="csX16" fmla="*/ 24802 w 278306"/>
              <a:gd name="csY16" fmla="*/ 241025 h 369963"/>
              <a:gd name="csX17" fmla="*/ 33753 w 278306"/>
              <a:gd name="csY17" fmla="*/ 223416 h 369963"/>
              <a:gd name="csX18" fmla="*/ 20060 w 278306"/>
              <a:gd name="csY18" fmla="*/ 211002 h 369963"/>
              <a:gd name="csX19" fmla="*/ 12798 w 278306"/>
              <a:gd name="csY19" fmla="*/ 218762 h 369963"/>
              <a:gd name="csX20" fmla="*/ 14913 w 278306"/>
              <a:gd name="csY20" fmla="*/ 227151 h 369963"/>
              <a:gd name="csX21" fmla="*/ 17013 w 278306"/>
              <a:gd name="csY21" fmla="*/ 232960 h 369963"/>
              <a:gd name="csX22" fmla="*/ 9735 w 278306"/>
              <a:gd name="csY22" fmla="*/ 237857 h 369963"/>
              <a:gd name="csX23" fmla="*/ 1293 w 278306"/>
              <a:gd name="csY23" fmla="*/ 233984 h 369963"/>
              <a:gd name="csX24" fmla="*/ 5050 w 278306"/>
              <a:gd name="csY24" fmla="*/ 166825 h 369963"/>
              <a:gd name="csX25" fmla="*/ 13098 w 278306"/>
              <a:gd name="csY25" fmla="*/ 148470 h 369963"/>
              <a:gd name="csX26" fmla="*/ 17479 w 278306"/>
              <a:gd name="csY26" fmla="*/ 142324 h 369963"/>
              <a:gd name="csX27" fmla="*/ 23957 w 278306"/>
              <a:gd name="csY27" fmla="*/ 139382 h 369963"/>
              <a:gd name="csX28" fmla="*/ 29365 w 278306"/>
              <a:gd name="csY28" fmla="*/ 127120 h 369963"/>
              <a:gd name="csX29" fmla="*/ 37749 w 278306"/>
              <a:gd name="csY29" fmla="*/ 97729 h 369963"/>
              <a:gd name="csX30" fmla="*/ 49507 w 278306"/>
              <a:gd name="csY30" fmla="*/ 88122 h 369963"/>
              <a:gd name="csX31" fmla="*/ 58774 w 278306"/>
              <a:gd name="csY31" fmla="*/ 77796 h 369963"/>
              <a:gd name="csX32" fmla="*/ 64863 w 278306"/>
              <a:gd name="csY32" fmla="*/ 68721 h 369963"/>
              <a:gd name="csX33" fmla="*/ 80119 w 278306"/>
              <a:gd name="csY33" fmla="*/ 65404 h 369963"/>
              <a:gd name="csX34" fmla="*/ 105248 w 278306"/>
              <a:gd name="csY34" fmla="*/ 69057 h 369963"/>
              <a:gd name="csX35" fmla="*/ 132354 w 278306"/>
              <a:gd name="csY35" fmla="*/ 69793 h 369963"/>
              <a:gd name="csX36" fmla="*/ 147842 w 278306"/>
              <a:gd name="csY36" fmla="*/ 68392 h 369963"/>
              <a:gd name="csX37" fmla="*/ 148600 w 278306"/>
              <a:gd name="csY37" fmla="*/ 51194 h 369963"/>
              <a:gd name="csX38" fmla="*/ 143045 w 278306"/>
              <a:gd name="csY38" fmla="*/ 18458 h 369963"/>
              <a:gd name="csX39" fmla="*/ 138200 w 278306"/>
              <a:gd name="csY39" fmla="*/ 1452 h 369963"/>
              <a:gd name="csX40" fmla="*/ 176238 w 278306"/>
              <a:gd name="csY40" fmla="*/ 4099 h 369963"/>
              <a:gd name="csX41" fmla="*/ 200117 w 278306"/>
              <a:gd name="csY41" fmla="*/ 11594 h 369963"/>
              <a:gd name="csX42" fmla="*/ 208506 w 278306"/>
              <a:gd name="csY42" fmla="*/ 17328 h 369963"/>
              <a:gd name="csX43" fmla="*/ 213126 w 278306"/>
              <a:gd name="csY43" fmla="*/ 22327 h 369963"/>
              <a:gd name="csX44" fmla="*/ 220224 w 278306"/>
              <a:gd name="csY44" fmla="*/ 29184 h 369963"/>
              <a:gd name="csX45" fmla="*/ 234966 w 278306"/>
              <a:gd name="csY45" fmla="*/ 33975 h 369963"/>
              <a:gd name="csX46" fmla="*/ 247228 w 278306"/>
              <a:gd name="csY46" fmla="*/ 35904 h 369963"/>
              <a:gd name="csX47" fmla="*/ 256714 w 278306"/>
              <a:gd name="csY47" fmla="*/ 49191 h 369963"/>
              <a:gd name="csX48" fmla="*/ 272203 w 278306"/>
              <a:gd name="csY48" fmla="*/ 58184 h 369963"/>
              <a:gd name="csX49" fmla="*/ 271714 w 278306"/>
              <a:gd name="csY49" fmla="*/ 67589 h 369963"/>
              <a:gd name="csX50" fmla="*/ 263105 w 278306"/>
              <a:gd name="csY50" fmla="*/ 78504 h 369963"/>
              <a:gd name="csX51" fmla="*/ 254303 w 278306"/>
              <a:gd name="csY51" fmla="*/ 85750 h 369963"/>
              <a:gd name="csX52" fmla="*/ 246105 w 278306"/>
              <a:gd name="csY52" fmla="*/ 101699 h 369963"/>
              <a:gd name="csX53" fmla="*/ 227494 w 278306"/>
              <a:gd name="csY53" fmla="*/ 130702 h 369963"/>
              <a:gd name="csX54" fmla="*/ 183924 w 278306"/>
              <a:gd name="csY54" fmla="*/ 160034 h 369963"/>
              <a:gd name="csX55" fmla="*/ 153537 w 278306"/>
              <a:gd name="csY55" fmla="*/ 173778 h 369963"/>
              <a:gd name="csX56" fmla="*/ 157053 w 278306"/>
              <a:gd name="csY56" fmla="*/ 181528 h 369963"/>
              <a:gd name="csX57" fmla="*/ 160436 w 278306"/>
              <a:gd name="csY57" fmla="*/ 193225 h 369963"/>
              <a:gd name="csX58" fmla="*/ 180263 w 278306"/>
              <a:gd name="csY58" fmla="*/ 225950 h 369963"/>
              <a:gd name="csX59" fmla="*/ 194663 w 278306"/>
              <a:gd name="csY59" fmla="*/ 239264 h 369963"/>
              <a:gd name="csX60" fmla="*/ 204770 w 278306"/>
              <a:gd name="csY60" fmla="*/ 247088 h 369963"/>
              <a:gd name="csX61" fmla="*/ 210897 w 278306"/>
              <a:gd name="csY61" fmla="*/ 244424 h 369963"/>
              <a:gd name="csX62" fmla="*/ 229158 w 278306"/>
              <a:gd name="csY62" fmla="*/ 228391 h 369963"/>
              <a:gd name="csX63" fmla="*/ 234321 w 278306"/>
              <a:gd name="csY63" fmla="*/ 228442 h 369963"/>
              <a:gd name="csX64" fmla="*/ 234966 w 278306"/>
              <a:gd name="csY64" fmla="*/ 250091 h 369963"/>
              <a:gd name="csX65" fmla="*/ 235014 w 278306"/>
              <a:gd name="csY65" fmla="*/ 261191 h 369963"/>
              <a:gd name="csX66" fmla="*/ 230353 w 278306"/>
              <a:gd name="csY66" fmla="*/ 300578 h 369963"/>
              <a:gd name="csX67" fmla="*/ 224337 w 278306"/>
              <a:gd name="csY67" fmla="*/ 308123 h 369963"/>
              <a:gd name="csX68" fmla="*/ 215823 w 278306"/>
              <a:gd name="csY68" fmla="*/ 299799 h 369963"/>
              <a:gd name="csX69" fmla="*/ 202099 w 278306"/>
              <a:gd name="csY69" fmla="*/ 292094 h 369963"/>
              <a:gd name="csX70" fmla="*/ 185246 w 278306"/>
              <a:gd name="csY70" fmla="*/ 278805 h 369963"/>
              <a:gd name="csX71" fmla="*/ 173928 w 278306"/>
              <a:gd name="csY71" fmla="*/ 260086 h 369963"/>
              <a:gd name="csX72" fmla="*/ 159486 w 278306"/>
              <a:gd name="csY72" fmla="*/ 251642 h 369963"/>
              <a:gd name="csX73" fmla="*/ 135920 w 278306"/>
              <a:gd name="csY73" fmla="*/ 263292 h 369963"/>
              <a:gd name="csX74" fmla="*/ 128496 w 278306"/>
              <a:gd name="csY74" fmla="*/ 268428 h 369963"/>
              <a:gd name="csX75" fmla="*/ 118324 w 278306"/>
              <a:gd name="csY75" fmla="*/ 277403 h 369963"/>
              <a:gd name="csX76" fmla="*/ 102749 w 278306"/>
              <a:gd name="csY76" fmla="*/ 302843 h 369963"/>
              <a:gd name="csX77" fmla="*/ 111986 w 278306"/>
              <a:gd name="csY77" fmla="*/ 325389 h 369963"/>
              <a:gd name="csX78" fmla="*/ 124791 w 278306"/>
              <a:gd name="csY78" fmla="*/ 345325 h 369963"/>
              <a:gd name="csX79" fmla="*/ 112525 w 278306"/>
              <a:gd name="csY79" fmla="*/ 358252 h 369963"/>
              <a:gd name="csX80" fmla="*/ 61364 w 278306"/>
              <a:gd name="csY80" fmla="*/ 367059 h 369963"/>
              <a:gd name="csX81" fmla="*/ 45875 w 278306"/>
              <a:gd name="csY81" fmla="*/ 368630 h 369963"/>
              <a:gd name="csX82" fmla="*/ 34904 w 278306"/>
              <a:gd name="csY82" fmla="*/ 369743 h 3699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Lst>
            <a:rect l="l" t="t" r="r" b="b"/>
            <a:pathLst>
              <a:path w="278306" h="369963">
                <a:moveTo>
                  <a:pt x="34904" y="369743"/>
                </a:moveTo>
                <a:cubicBezTo>
                  <a:pt x="32419" y="369198"/>
                  <a:pt x="30386" y="367754"/>
                  <a:pt x="30386" y="366534"/>
                </a:cubicBezTo>
                <a:cubicBezTo>
                  <a:pt x="30386" y="365314"/>
                  <a:pt x="27909" y="363530"/>
                  <a:pt x="24882" y="362569"/>
                </a:cubicBezTo>
                <a:cubicBezTo>
                  <a:pt x="21855" y="361609"/>
                  <a:pt x="20525" y="360078"/>
                  <a:pt x="21927" y="359169"/>
                </a:cubicBezTo>
                <a:cubicBezTo>
                  <a:pt x="23328" y="358259"/>
                  <a:pt x="25871" y="353231"/>
                  <a:pt x="27578" y="347996"/>
                </a:cubicBezTo>
                <a:cubicBezTo>
                  <a:pt x="29284" y="342760"/>
                  <a:pt x="32809" y="335771"/>
                  <a:pt x="35410" y="332463"/>
                </a:cubicBezTo>
                <a:cubicBezTo>
                  <a:pt x="41776" y="324371"/>
                  <a:pt x="48428" y="308044"/>
                  <a:pt x="46301" y="305733"/>
                </a:cubicBezTo>
                <a:cubicBezTo>
                  <a:pt x="45357" y="304708"/>
                  <a:pt x="47595" y="304589"/>
                  <a:pt x="51274" y="305469"/>
                </a:cubicBezTo>
                <a:cubicBezTo>
                  <a:pt x="65489" y="308870"/>
                  <a:pt x="84946" y="282874"/>
                  <a:pt x="85602" y="259605"/>
                </a:cubicBezTo>
                <a:cubicBezTo>
                  <a:pt x="85868" y="250143"/>
                  <a:pt x="85296" y="249310"/>
                  <a:pt x="77041" y="247151"/>
                </a:cubicBezTo>
                <a:cubicBezTo>
                  <a:pt x="64390" y="243842"/>
                  <a:pt x="56201" y="248710"/>
                  <a:pt x="56201" y="259540"/>
                </a:cubicBezTo>
                <a:cubicBezTo>
                  <a:pt x="56201" y="269382"/>
                  <a:pt x="51616" y="273960"/>
                  <a:pt x="43804" y="271918"/>
                </a:cubicBezTo>
                <a:cubicBezTo>
                  <a:pt x="37009" y="270141"/>
                  <a:pt x="36944" y="269149"/>
                  <a:pt x="42369" y="249815"/>
                </a:cubicBezTo>
                <a:cubicBezTo>
                  <a:pt x="46434" y="235327"/>
                  <a:pt x="46408" y="234559"/>
                  <a:pt x="41724" y="231013"/>
                </a:cubicBezTo>
                <a:cubicBezTo>
                  <a:pt x="34464" y="225517"/>
                  <a:pt x="33758" y="226021"/>
                  <a:pt x="29106" y="240028"/>
                </a:cubicBezTo>
                <a:cubicBezTo>
                  <a:pt x="26753" y="247111"/>
                  <a:pt x="23756" y="253568"/>
                  <a:pt x="22444" y="254379"/>
                </a:cubicBezTo>
                <a:cubicBezTo>
                  <a:pt x="19454" y="256227"/>
                  <a:pt x="19357" y="256781"/>
                  <a:pt x="24802" y="241025"/>
                </a:cubicBezTo>
                <a:cubicBezTo>
                  <a:pt x="27318" y="233748"/>
                  <a:pt x="31345" y="225823"/>
                  <a:pt x="33753" y="223416"/>
                </a:cubicBezTo>
                <a:cubicBezTo>
                  <a:pt x="41536" y="215633"/>
                  <a:pt x="38403" y="212792"/>
                  <a:pt x="20060" y="211002"/>
                </a:cubicBezTo>
                <a:cubicBezTo>
                  <a:pt x="14508" y="210460"/>
                  <a:pt x="13494" y="211544"/>
                  <a:pt x="12798" y="218762"/>
                </a:cubicBezTo>
                <a:cubicBezTo>
                  <a:pt x="12315" y="223766"/>
                  <a:pt x="13169" y="227151"/>
                  <a:pt x="14913" y="227151"/>
                </a:cubicBezTo>
                <a:cubicBezTo>
                  <a:pt x="16522" y="227151"/>
                  <a:pt x="17467" y="229765"/>
                  <a:pt x="17013" y="232960"/>
                </a:cubicBezTo>
                <a:cubicBezTo>
                  <a:pt x="16365" y="237521"/>
                  <a:pt x="14803" y="238572"/>
                  <a:pt x="9735" y="237857"/>
                </a:cubicBezTo>
                <a:cubicBezTo>
                  <a:pt x="6185" y="237355"/>
                  <a:pt x="2386" y="235613"/>
                  <a:pt x="1293" y="233984"/>
                </a:cubicBezTo>
                <a:cubicBezTo>
                  <a:pt x="-1682" y="229553"/>
                  <a:pt x="858" y="184145"/>
                  <a:pt x="5050" y="166825"/>
                </a:cubicBezTo>
                <a:cubicBezTo>
                  <a:pt x="7067" y="158491"/>
                  <a:pt x="10689" y="150232"/>
                  <a:pt x="13098" y="148470"/>
                </a:cubicBezTo>
                <a:cubicBezTo>
                  <a:pt x="15508" y="146708"/>
                  <a:pt x="17479" y="143943"/>
                  <a:pt x="17479" y="142324"/>
                </a:cubicBezTo>
                <a:cubicBezTo>
                  <a:pt x="17479" y="140706"/>
                  <a:pt x="20394" y="139382"/>
                  <a:pt x="23957" y="139382"/>
                </a:cubicBezTo>
                <a:cubicBezTo>
                  <a:pt x="30115" y="139382"/>
                  <a:pt x="30383" y="138776"/>
                  <a:pt x="29365" y="127120"/>
                </a:cubicBezTo>
                <a:cubicBezTo>
                  <a:pt x="27807" y="109281"/>
                  <a:pt x="29957" y="101744"/>
                  <a:pt x="37749" y="97729"/>
                </a:cubicBezTo>
                <a:cubicBezTo>
                  <a:pt x="41508" y="95792"/>
                  <a:pt x="46799" y="91468"/>
                  <a:pt x="49507" y="88122"/>
                </a:cubicBezTo>
                <a:cubicBezTo>
                  <a:pt x="52214" y="84775"/>
                  <a:pt x="56385" y="80128"/>
                  <a:pt x="58774" y="77796"/>
                </a:cubicBezTo>
                <a:cubicBezTo>
                  <a:pt x="61163" y="75463"/>
                  <a:pt x="63903" y="71380"/>
                  <a:pt x="64863" y="68721"/>
                </a:cubicBezTo>
                <a:cubicBezTo>
                  <a:pt x="66368" y="64550"/>
                  <a:pt x="68459" y="64095"/>
                  <a:pt x="80119" y="65404"/>
                </a:cubicBezTo>
                <a:cubicBezTo>
                  <a:pt x="87551" y="66238"/>
                  <a:pt x="98859" y="67882"/>
                  <a:pt x="105248" y="69057"/>
                </a:cubicBezTo>
                <a:cubicBezTo>
                  <a:pt x="111637" y="70233"/>
                  <a:pt x="123835" y="70564"/>
                  <a:pt x="132354" y="69793"/>
                </a:cubicBezTo>
                <a:lnTo>
                  <a:pt x="147842" y="68392"/>
                </a:lnTo>
                <a:lnTo>
                  <a:pt x="148600" y="51194"/>
                </a:lnTo>
                <a:cubicBezTo>
                  <a:pt x="149196" y="37679"/>
                  <a:pt x="148006" y="30668"/>
                  <a:pt x="143045" y="18458"/>
                </a:cubicBezTo>
                <a:cubicBezTo>
                  <a:pt x="139573" y="9912"/>
                  <a:pt x="137392" y="2259"/>
                  <a:pt x="138200" y="1452"/>
                </a:cubicBezTo>
                <a:cubicBezTo>
                  <a:pt x="141102" y="-1451"/>
                  <a:pt x="166125" y="290"/>
                  <a:pt x="176238" y="4099"/>
                </a:cubicBezTo>
                <a:cubicBezTo>
                  <a:pt x="189419" y="9062"/>
                  <a:pt x="190086" y="9272"/>
                  <a:pt x="200117" y="11594"/>
                </a:cubicBezTo>
                <a:cubicBezTo>
                  <a:pt x="204892" y="12700"/>
                  <a:pt x="208506" y="15170"/>
                  <a:pt x="208506" y="17328"/>
                </a:cubicBezTo>
                <a:cubicBezTo>
                  <a:pt x="208506" y="19413"/>
                  <a:pt x="210585" y="21662"/>
                  <a:pt x="213126" y="22327"/>
                </a:cubicBezTo>
                <a:cubicBezTo>
                  <a:pt x="215666" y="22991"/>
                  <a:pt x="218861" y="26077"/>
                  <a:pt x="220224" y="29184"/>
                </a:cubicBezTo>
                <a:cubicBezTo>
                  <a:pt x="222363" y="34057"/>
                  <a:pt x="224390" y="34715"/>
                  <a:pt x="234966" y="33975"/>
                </a:cubicBezTo>
                <a:cubicBezTo>
                  <a:pt x="242553" y="33444"/>
                  <a:pt x="247228" y="34179"/>
                  <a:pt x="247228" y="35904"/>
                </a:cubicBezTo>
                <a:cubicBezTo>
                  <a:pt x="247228" y="37437"/>
                  <a:pt x="251497" y="43416"/>
                  <a:pt x="256714" y="49191"/>
                </a:cubicBezTo>
                <a:cubicBezTo>
                  <a:pt x="264193" y="57469"/>
                  <a:pt x="267470" y="59372"/>
                  <a:pt x="272203" y="58184"/>
                </a:cubicBezTo>
                <a:cubicBezTo>
                  <a:pt x="280616" y="56072"/>
                  <a:pt x="280219" y="63714"/>
                  <a:pt x="271714" y="67589"/>
                </a:cubicBezTo>
                <a:cubicBezTo>
                  <a:pt x="267863" y="69343"/>
                  <a:pt x="264361" y="73784"/>
                  <a:pt x="263105" y="78504"/>
                </a:cubicBezTo>
                <a:cubicBezTo>
                  <a:pt x="261351" y="85098"/>
                  <a:pt x="259842" y="86340"/>
                  <a:pt x="254303" y="85750"/>
                </a:cubicBezTo>
                <a:cubicBezTo>
                  <a:pt x="246592" y="84928"/>
                  <a:pt x="243436" y="91067"/>
                  <a:pt x="246105" y="101699"/>
                </a:cubicBezTo>
                <a:cubicBezTo>
                  <a:pt x="247533" y="107389"/>
                  <a:pt x="244867" y="111544"/>
                  <a:pt x="227494" y="130702"/>
                </a:cubicBezTo>
                <a:cubicBezTo>
                  <a:pt x="207371" y="152893"/>
                  <a:pt x="196764" y="160034"/>
                  <a:pt x="183924" y="160034"/>
                </a:cubicBezTo>
                <a:cubicBezTo>
                  <a:pt x="175394" y="160034"/>
                  <a:pt x="155328" y="169109"/>
                  <a:pt x="153537" y="173778"/>
                </a:cubicBezTo>
                <a:cubicBezTo>
                  <a:pt x="152784" y="175740"/>
                  <a:pt x="154366" y="179227"/>
                  <a:pt x="157053" y="181528"/>
                </a:cubicBezTo>
                <a:cubicBezTo>
                  <a:pt x="160618" y="184580"/>
                  <a:pt x="161532" y="187741"/>
                  <a:pt x="160436" y="193225"/>
                </a:cubicBezTo>
                <a:cubicBezTo>
                  <a:pt x="158065" y="205081"/>
                  <a:pt x="165477" y="217314"/>
                  <a:pt x="180263" y="225950"/>
                </a:cubicBezTo>
                <a:cubicBezTo>
                  <a:pt x="187814" y="230360"/>
                  <a:pt x="193823" y="235916"/>
                  <a:pt x="194663" y="239264"/>
                </a:cubicBezTo>
                <a:cubicBezTo>
                  <a:pt x="196711" y="247420"/>
                  <a:pt x="202826" y="252154"/>
                  <a:pt x="204770" y="247088"/>
                </a:cubicBezTo>
                <a:cubicBezTo>
                  <a:pt x="205617" y="244882"/>
                  <a:pt x="208258" y="243734"/>
                  <a:pt x="210897" y="244424"/>
                </a:cubicBezTo>
                <a:cubicBezTo>
                  <a:pt x="216566" y="245906"/>
                  <a:pt x="229158" y="234851"/>
                  <a:pt x="229158" y="228391"/>
                </a:cubicBezTo>
                <a:cubicBezTo>
                  <a:pt x="229158" y="223967"/>
                  <a:pt x="229378" y="223969"/>
                  <a:pt x="234321" y="228442"/>
                </a:cubicBezTo>
                <a:cubicBezTo>
                  <a:pt x="240730" y="234242"/>
                  <a:pt x="241099" y="246636"/>
                  <a:pt x="234966" y="250091"/>
                </a:cubicBezTo>
                <a:cubicBezTo>
                  <a:pt x="230667" y="252513"/>
                  <a:pt x="230669" y="253050"/>
                  <a:pt x="235014" y="261191"/>
                </a:cubicBezTo>
                <a:cubicBezTo>
                  <a:pt x="240871" y="272165"/>
                  <a:pt x="238755" y="290041"/>
                  <a:pt x="230353" y="300578"/>
                </a:cubicBezTo>
                <a:lnTo>
                  <a:pt x="224337" y="308123"/>
                </a:lnTo>
                <a:lnTo>
                  <a:pt x="215823" y="299799"/>
                </a:lnTo>
                <a:cubicBezTo>
                  <a:pt x="210927" y="295013"/>
                  <a:pt x="205095" y="291738"/>
                  <a:pt x="202099" y="292094"/>
                </a:cubicBezTo>
                <a:cubicBezTo>
                  <a:pt x="194035" y="293052"/>
                  <a:pt x="185277" y="286146"/>
                  <a:pt x="185246" y="278805"/>
                </a:cubicBezTo>
                <a:cubicBezTo>
                  <a:pt x="185229" y="274767"/>
                  <a:pt x="180965" y="267715"/>
                  <a:pt x="173928" y="260086"/>
                </a:cubicBezTo>
                <a:cubicBezTo>
                  <a:pt x="164333" y="249682"/>
                  <a:pt x="162165" y="248415"/>
                  <a:pt x="159486" y="251642"/>
                </a:cubicBezTo>
                <a:cubicBezTo>
                  <a:pt x="155362" y="256612"/>
                  <a:pt x="141849" y="263292"/>
                  <a:pt x="135920" y="263292"/>
                </a:cubicBezTo>
                <a:cubicBezTo>
                  <a:pt x="133348" y="263292"/>
                  <a:pt x="130007" y="265603"/>
                  <a:pt x="128496" y="268428"/>
                </a:cubicBezTo>
                <a:cubicBezTo>
                  <a:pt x="126984" y="271253"/>
                  <a:pt x="122406" y="275292"/>
                  <a:pt x="118324" y="277403"/>
                </a:cubicBezTo>
                <a:cubicBezTo>
                  <a:pt x="105333" y="284120"/>
                  <a:pt x="102661" y="288486"/>
                  <a:pt x="102749" y="302843"/>
                </a:cubicBezTo>
                <a:cubicBezTo>
                  <a:pt x="102826" y="315405"/>
                  <a:pt x="106784" y="325066"/>
                  <a:pt x="111986" y="325389"/>
                </a:cubicBezTo>
                <a:cubicBezTo>
                  <a:pt x="116589" y="325676"/>
                  <a:pt x="126252" y="340721"/>
                  <a:pt x="124791" y="345325"/>
                </a:cubicBezTo>
                <a:cubicBezTo>
                  <a:pt x="123983" y="347870"/>
                  <a:pt x="118463" y="353688"/>
                  <a:pt x="112525" y="358252"/>
                </a:cubicBezTo>
                <a:cubicBezTo>
                  <a:pt x="101535" y="366699"/>
                  <a:pt x="89725" y="368732"/>
                  <a:pt x="61364" y="367059"/>
                </a:cubicBezTo>
                <a:cubicBezTo>
                  <a:pt x="56394" y="366766"/>
                  <a:pt x="49424" y="367473"/>
                  <a:pt x="45875" y="368630"/>
                </a:cubicBezTo>
                <a:cubicBezTo>
                  <a:pt x="42325" y="369787"/>
                  <a:pt x="37388" y="370288"/>
                  <a:pt x="34904" y="369743"/>
                </a:cubicBezTo>
                <a:close/>
              </a:path>
            </a:pathLst>
          </a:custGeom>
          <a:solidFill>
            <a:srgbClr val="B9B9B9"/>
          </a:solidFill>
          <a:ln w="5163" cap="flat">
            <a:noFill/>
            <a:prstDash val="solid"/>
            <a:miter/>
          </a:ln>
        </p:spPr>
        <p:txBody>
          <a:bodyPr/>
          <a:lstStyle/>
          <a:p>
            <a:endParaRPr lang="es-419" noProof="0" dirty="0"/>
          </a:p>
        </p:txBody>
      </p:sp>
      <p:grpSp>
        <p:nvGrpSpPr>
          <p:cNvPr id="75" name="Gráfico 39">
            <a:extLst>
              <a:ext uri="{FF2B5EF4-FFF2-40B4-BE49-F238E27FC236}">
                <a16:creationId xmlns:a16="http://schemas.microsoft.com/office/drawing/2014/main" id="{B19FEC85-6FBD-311F-EDDB-07F3F730C2FE}"/>
              </a:ext>
            </a:extLst>
          </p:cNvPr>
          <p:cNvGrpSpPr/>
          <p:nvPr/>
        </p:nvGrpSpPr>
        <p:grpSpPr>
          <a:xfrm>
            <a:off x="1634957" y="2069316"/>
            <a:ext cx="438046" cy="474569"/>
            <a:chOff x="1634957" y="2069316"/>
            <a:chExt cx="438046" cy="474569"/>
          </a:xfrm>
        </p:grpSpPr>
        <p:sp>
          <p:nvSpPr>
            <p:cNvPr id="76" name="Forma libre: forma 75">
              <a:extLst>
                <a:ext uri="{FF2B5EF4-FFF2-40B4-BE49-F238E27FC236}">
                  <a16:creationId xmlns:a16="http://schemas.microsoft.com/office/drawing/2014/main" id="{D52EE367-7FE3-21B2-CBF2-00E302801E8C}"/>
                </a:ext>
              </a:extLst>
            </p:cNvPr>
            <p:cNvSpPr/>
            <p:nvPr/>
          </p:nvSpPr>
          <p:spPr>
            <a:xfrm>
              <a:off x="1634957" y="2069316"/>
              <a:ext cx="438046" cy="474569"/>
            </a:xfrm>
            <a:custGeom>
              <a:avLst/>
              <a:gdLst>
                <a:gd name="csX0" fmla="*/ 332739 w 438046"/>
                <a:gd name="csY0" fmla="*/ 469202 h 474569"/>
                <a:gd name="csX1" fmla="*/ 324349 w 438046"/>
                <a:gd name="csY1" fmla="*/ 460541 h 474569"/>
                <a:gd name="csX2" fmla="*/ 306954 w 438046"/>
                <a:gd name="csY2" fmla="*/ 447652 h 474569"/>
                <a:gd name="csX3" fmla="*/ 301522 w 438046"/>
                <a:gd name="csY3" fmla="*/ 436095 h 474569"/>
                <a:gd name="csX4" fmla="*/ 298287 w 438046"/>
                <a:gd name="csY4" fmla="*/ 425621 h 474569"/>
                <a:gd name="csX5" fmla="*/ 291436 w 438046"/>
                <a:gd name="csY5" fmla="*/ 429493 h 474569"/>
                <a:gd name="csX6" fmla="*/ 284162 w 438046"/>
                <a:gd name="csY6" fmla="*/ 433365 h 474569"/>
                <a:gd name="csX7" fmla="*/ 273181 w 438046"/>
                <a:gd name="csY7" fmla="*/ 439996 h 474569"/>
                <a:gd name="csX8" fmla="*/ 246542 w 438046"/>
                <a:gd name="csY8" fmla="*/ 415677 h 474569"/>
                <a:gd name="csX9" fmla="*/ 247543 w 438046"/>
                <a:gd name="csY9" fmla="*/ 398488 h 474569"/>
                <a:gd name="csX10" fmla="*/ 227242 w 438046"/>
                <a:gd name="csY10" fmla="*/ 385770 h 474569"/>
                <a:gd name="csX11" fmla="*/ 216574 w 438046"/>
                <a:gd name="csY11" fmla="*/ 384267 h 474569"/>
                <a:gd name="csX12" fmla="*/ 211411 w 438046"/>
                <a:gd name="csY12" fmla="*/ 381736 h 474569"/>
                <a:gd name="csX13" fmla="*/ 206248 w 438046"/>
                <a:gd name="csY13" fmla="*/ 377864 h 474569"/>
                <a:gd name="csX14" fmla="*/ 201085 w 438046"/>
                <a:gd name="csY14" fmla="*/ 368829 h 474569"/>
                <a:gd name="csX15" fmla="*/ 195840 w 438046"/>
                <a:gd name="csY15" fmla="*/ 360439 h 474569"/>
                <a:gd name="csX16" fmla="*/ 179383 w 438046"/>
                <a:gd name="csY16" fmla="*/ 344572 h 474569"/>
                <a:gd name="csX17" fmla="*/ 166056 w 438046"/>
                <a:gd name="csY17" fmla="*/ 347532 h 474569"/>
                <a:gd name="csX18" fmla="*/ 162127 w 438046"/>
                <a:gd name="csY18" fmla="*/ 363514 h 474569"/>
                <a:gd name="csX19" fmla="*/ 156676 w 438046"/>
                <a:gd name="csY19" fmla="*/ 372397 h 474569"/>
                <a:gd name="csX20" fmla="*/ 152333 w 438046"/>
                <a:gd name="csY20" fmla="*/ 366640 h 474569"/>
                <a:gd name="csX21" fmla="*/ 138487 w 438046"/>
                <a:gd name="csY21" fmla="*/ 364853 h 474569"/>
                <a:gd name="csX22" fmla="*/ 126312 w 438046"/>
                <a:gd name="csY22" fmla="*/ 363833 h 474569"/>
                <a:gd name="csX23" fmla="*/ 123641 w 438046"/>
                <a:gd name="csY23" fmla="*/ 355006 h 474569"/>
                <a:gd name="csX24" fmla="*/ 115723 w 438046"/>
                <a:gd name="csY24" fmla="*/ 349430 h 474569"/>
                <a:gd name="csX25" fmla="*/ 110493 w 438046"/>
                <a:gd name="csY25" fmla="*/ 333027 h 474569"/>
                <a:gd name="csX26" fmla="*/ 115897 w 438046"/>
                <a:gd name="csY26" fmla="*/ 317692 h 474569"/>
                <a:gd name="csX27" fmla="*/ 126868 w 438046"/>
                <a:gd name="csY27" fmla="*/ 306474 h 474569"/>
                <a:gd name="csX28" fmla="*/ 128005 w 438046"/>
                <a:gd name="csY28" fmla="*/ 290864 h 474569"/>
                <a:gd name="csX29" fmla="*/ 107467 w 438046"/>
                <a:gd name="csY29" fmla="*/ 276906 h 474569"/>
                <a:gd name="csX30" fmla="*/ 125531 w 438046"/>
                <a:gd name="csY30" fmla="*/ 228226 h 474569"/>
                <a:gd name="csX31" fmla="*/ 128516 w 438046"/>
                <a:gd name="csY31" fmla="*/ 218872 h 474569"/>
                <a:gd name="csX32" fmla="*/ 122054 w 438046"/>
                <a:gd name="csY32" fmla="*/ 216563 h 474569"/>
                <a:gd name="csX33" fmla="*/ 112602 w 438046"/>
                <a:gd name="csY33" fmla="*/ 211354 h 474569"/>
                <a:gd name="csX34" fmla="*/ 97827 w 438046"/>
                <a:gd name="csY34" fmla="*/ 212411 h 474569"/>
                <a:gd name="csX35" fmla="*/ 87566 w 438046"/>
                <a:gd name="csY35" fmla="*/ 216588 h 474569"/>
                <a:gd name="csX36" fmla="*/ 80430 w 438046"/>
                <a:gd name="csY36" fmla="*/ 211038 h 474569"/>
                <a:gd name="csX37" fmla="*/ 79784 w 438046"/>
                <a:gd name="csY37" fmla="*/ 198453 h 474569"/>
                <a:gd name="csX38" fmla="*/ 82015 w 438046"/>
                <a:gd name="csY38" fmla="*/ 188949 h 474569"/>
                <a:gd name="csX39" fmla="*/ 89966 w 438046"/>
                <a:gd name="csY39" fmla="*/ 185629 h 474569"/>
                <a:gd name="csX40" fmla="*/ 87641 w 438046"/>
                <a:gd name="csY40" fmla="*/ 169636 h 474569"/>
                <a:gd name="csX41" fmla="*/ 79292 w 438046"/>
                <a:gd name="csY41" fmla="*/ 156728 h 474569"/>
                <a:gd name="csX42" fmla="*/ 72462 w 438046"/>
                <a:gd name="csY42" fmla="*/ 148956 h 474569"/>
                <a:gd name="csX43" fmla="*/ 56524 w 438046"/>
                <a:gd name="csY43" fmla="*/ 163920 h 474569"/>
                <a:gd name="csX44" fmla="*/ 52658 w 438046"/>
                <a:gd name="csY44" fmla="*/ 164900 h 474569"/>
                <a:gd name="csX45" fmla="*/ 39697 w 438046"/>
                <a:gd name="csY45" fmla="*/ 168628 h 474569"/>
                <a:gd name="csX46" fmla="*/ 26748 w 438046"/>
                <a:gd name="csY46" fmla="*/ 181448 h 474569"/>
                <a:gd name="csX47" fmla="*/ 16403 w 438046"/>
                <a:gd name="csY47" fmla="*/ 190289 h 474569"/>
                <a:gd name="csX48" fmla="*/ 7343 w 438046"/>
                <a:gd name="csY48" fmla="*/ 186486 h 474569"/>
                <a:gd name="csX49" fmla="*/ 9965 w 438046"/>
                <a:gd name="csY49" fmla="*/ 170925 h 474569"/>
                <a:gd name="csX50" fmla="*/ 15158 w 438046"/>
                <a:gd name="csY50" fmla="*/ 162124 h 474569"/>
                <a:gd name="csX51" fmla="*/ 9381 w 438046"/>
                <a:gd name="csY51" fmla="*/ 159801 h 474569"/>
                <a:gd name="csX52" fmla="*/ 7807 w 438046"/>
                <a:gd name="csY52" fmla="*/ 157314 h 474569"/>
                <a:gd name="csX53" fmla="*/ 15681 w 438046"/>
                <a:gd name="csY53" fmla="*/ 151621 h 474569"/>
                <a:gd name="csX54" fmla="*/ 24691 w 438046"/>
                <a:gd name="csY54" fmla="*/ 148948 h 474569"/>
                <a:gd name="csX55" fmla="*/ 33291 w 438046"/>
                <a:gd name="csY55" fmla="*/ 142643 h 474569"/>
                <a:gd name="csX56" fmla="*/ 36252 w 438046"/>
                <a:gd name="csY56" fmla="*/ 130243 h 474569"/>
                <a:gd name="csX57" fmla="*/ 35959 w 438046"/>
                <a:gd name="csY57" fmla="*/ 119824 h 474569"/>
                <a:gd name="csX58" fmla="*/ 30417 w 438046"/>
                <a:gd name="csY58" fmla="*/ 117319 h 474569"/>
                <a:gd name="csX59" fmla="*/ 28128 w 438046"/>
                <a:gd name="csY59" fmla="*/ 114535 h 474569"/>
                <a:gd name="csX60" fmla="*/ 22780 w 438046"/>
                <a:gd name="csY60" fmla="*/ 112034 h 474569"/>
                <a:gd name="csX61" fmla="*/ 9335 w 438046"/>
                <a:gd name="csY61" fmla="*/ 100263 h 474569"/>
                <a:gd name="csX62" fmla="*/ 5316 w 438046"/>
                <a:gd name="csY62" fmla="*/ 85099 h 474569"/>
                <a:gd name="csX63" fmla="*/ 0 w 438046"/>
                <a:gd name="csY63" fmla="*/ 74899 h 474569"/>
                <a:gd name="csX64" fmla="*/ 5230 w 438046"/>
                <a:gd name="csY64" fmla="*/ 68250 h 474569"/>
                <a:gd name="csX65" fmla="*/ 8777 w 438046"/>
                <a:gd name="csY65" fmla="*/ 53938 h 474569"/>
                <a:gd name="csX66" fmla="*/ 11157 w 438046"/>
                <a:gd name="csY66" fmla="*/ 40474 h 474569"/>
                <a:gd name="csX67" fmla="*/ 15221 w 438046"/>
                <a:gd name="csY67" fmla="*/ 30361 h 474569"/>
                <a:gd name="csX68" fmla="*/ 19093 w 438046"/>
                <a:gd name="csY68" fmla="*/ 24563 h 474569"/>
                <a:gd name="csX69" fmla="*/ 13331 w 438046"/>
                <a:gd name="csY69" fmla="*/ 11391 h 474569"/>
                <a:gd name="csX70" fmla="*/ 15610 w 438046"/>
                <a:gd name="csY70" fmla="*/ 4739 h 474569"/>
                <a:gd name="csX71" fmla="*/ 24152 w 438046"/>
                <a:gd name="csY71" fmla="*/ 2431 h 474569"/>
                <a:gd name="csX72" fmla="*/ 42643 w 438046"/>
                <a:gd name="csY72" fmla="*/ 10008 h 474569"/>
                <a:gd name="csX73" fmla="*/ 58021 w 438046"/>
                <a:gd name="csY73" fmla="*/ 20333 h 474569"/>
                <a:gd name="csX74" fmla="*/ 76259 w 438046"/>
                <a:gd name="csY74" fmla="*/ 58909 h 474569"/>
                <a:gd name="csX75" fmla="*/ 87417 w 438046"/>
                <a:gd name="csY75" fmla="*/ 80908 h 474569"/>
                <a:gd name="csX76" fmla="*/ 99122 w 438046"/>
                <a:gd name="csY76" fmla="*/ 102996 h 474569"/>
                <a:gd name="csX77" fmla="*/ 103913 w 438046"/>
                <a:gd name="csY77" fmla="*/ 110684 h 474569"/>
                <a:gd name="csX78" fmla="*/ 102362 w 438046"/>
                <a:gd name="csY78" fmla="*/ 90033 h 474569"/>
                <a:gd name="csX79" fmla="*/ 92203 w 438046"/>
                <a:gd name="csY79" fmla="*/ 66799 h 474569"/>
                <a:gd name="csX80" fmla="*/ 83568 w 438046"/>
                <a:gd name="csY80" fmla="*/ 60346 h 474569"/>
                <a:gd name="csX81" fmla="*/ 86838 w 438046"/>
                <a:gd name="csY81" fmla="*/ 69381 h 474569"/>
                <a:gd name="csX82" fmla="*/ 85111 w 438046"/>
                <a:gd name="csY82" fmla="*/ 70354 h 474569"/>
                <a:gd name="csX83" fmla="*/ 81250 w 438046"/>
                <a:gd name="csY83" fmla="*/ 58738 h 474569"/>
                <a:gd name="csX84" fmla="*/ 73693 w 438046"/>
                <a:gd name="csY84" fmla="*/ 39979 h 474569"/>
                <a:gd name="csX85" fmla="*/ 66850 w 438046"/>
                <a:gd name="csY85" fmla="*/ 27201 h 474569"/>
                <a:gd name="csX86" fmla="*/ 80920 w 438046"/>
                <a:gd name="csY86" fmla="*/ 44489 h 474569"/>
                <a:gd name="csX87" fmla="*/ 99162 w 438046"/>
                <a:gd name="csY87" fmla="*/ 64586 h 474569"/>
                <a:gd name="csX88" fmla="*/ 107565 w 438046"/>
                <a:gd name="csY88" fmla="*/ 86419 h 474569"/>
                <a:gd name="csX89" fmla="*/ 116108 w 438046"/>
                <a:gd name="csY89" fmla="*/ 138203 h 474569"/>
                <a:gd name="csX90" fmla="*/ 121060 w 438046"/>
                <a:gd name="csY90" fmla="*/ 151411 h 474569"/>
                <a:gd name="csX91" fmla="*/ 135828 w 438046"/>
                <a:gd name="csY91" fmla="*/ 169580 h 474569"/>
                <a:gd name="csX92" fmla="*/ 173747 w 438046"/>
                <a:gd name="csY92" fmla="*/ 217637 h 474569"/>
                <a:gd name="csX93" fmla="*/ 186052 w 438046"/>
                <a:gd name="csY93" fmla="*/ 237240 h 474569"/>
                <a:gd name="csX94" fmla="*/ 192809 w 438046"/>
                <a:gd name="csY94" fmla="*/ 259193 h 474569"/>
                <a:gd name="csX95" fmla="*/ 202887 w 438046"/>
                <a:gd name="csY95" fmla="*/ 280570 h 474569"/>
                <a:gd name="csX96" fmla="*/ 215434 w 438046"/>
                <a:gd name="csY96" fmla="*/ 294429 h 474569"/>
                <a:gd name="csX97" fmla="*/ 223898 w 438046"/>
                <a:gd name="csY97" fmla="*/ 302869 h 474569"/>
                <a:gd name="csX98" fmla="*/ 231639 w 438046"/>
                <a:gd name="csY98" fmla="*/ 310848 h 474569"/>
                <a:gd name="csX99" fmla="*/ 241066 w 438046"/>
                <a:gd name="csY99" fmla="*/ 319770 h 474569"/>
                <a:gd name="csX100" fmla="*/ 242388 w 438046"/>
                <a:gd name="csY100" fmla="*/ 323654 h 474569"/>
                <a:gd name="csX101" fmla="*/ 237225 w 438046"/>
                <a:gd name="csY101" fmla="*/ 324770 h 474569"/>
                <a:gd name="csX102" fmla="*/ 239807 w 438046"/>
                <a:gd name="csY102" fmla="*/ 327526 h 474569"/>
                <a:gd name="csX103" fmla="*/ 241743 w 438046"/>
                <a:gd name="csY103" fmla="*/ 330724 h 474569"/>
                <a:gd name="csX104" fmla="*/ 248333 w 438046"/>
                <a:gd name="csY104" fmla="*/ 333103 h 474569"/>
                <a:gd name="csX105" fmla="*/ 259724 w 438046"/>
                <a:gd name="csY105" fmla="*/ 335713 h 474569"/>
                <a:gd name="csX106" fmla="*/ 262612 w 438046"/>
                <a:gd name="csY106" fmla="*/ 335270 h 474569"/>
                <a:gd name="csX107" fmla="*/ 255739 w 438046"/>
                <a:gd name="csY107" fmla="*/ 330573 h 474569"/>
                <a:gd name="csX108" fmla="*/ 250133 w 438046"/>
                <a:gd name="csY108" fmla="*/ 327461 h 474569"/>
                <a:gd name="csX109" fmla="*/ 260301 w 438046"/>
                <a:gd name="csY109" fmla="*/ 328761 h 474569"/>
                <a:gd name="csX110" fmla="*/ 284960 w 438046"/>
                <a:gd name="csY110" fmla="*/ 330853 h 474569"/>
                <a:gd name="csX111" fmla="*/ 308115 w 438046"/>
                <a:gd name="csY111" fmla="*/ 337754 h 474569"/>
                <a:gd name="csX112" fmla="*/ 325378 w 438046"/>
                <a:gd name="csY112" fmla="*/ 347910 h 474569"/>
                <a:gd name="csX113" fmla="*/ 336932 w 438046"/>
                <a:gd name="csY113" fmla="*/ 355594 h 474569"/>
                <a:gd name="csX114" fmla="*/ 342564 w 438046"/>
                <a:gd name="csY114" fmla="*/ 364198 h 474569"/>
                <a:gd name="csX115" fmla="*/ 343743 w 438046"/>
                <a:gd name="csY115" fmla="*/ 371080 h 474569"/>
                <a:gd name="csX116" fmla="*/ 344358 w 438046"/>
                <a:gd name="csY116" fmla="*/ 373363 h 474569"/>
                <a:gd name="csX117" fmla="*/ 350269 w 438046"/>
                <a:gd name="csY117" fmla="*/ 376862 h 474569"/>
                <a:gd name="csX118" fmla="*/ 372627 w 438046"/>
                <a:gd name="csY118" fmla="*/ 380540 h 474569"/>
                <a:gd name="csX119" fmla="*/ 391189 w 438046"/>
                <a:gd name="csY119" fmla="*/ 378801 h 474569"/>
                <a:gd name="csX120" fmla="*/ 394232 w 438046"/>
                <a:gd name="csY120" fmla="*/ 388958 h 474569"/>
                <a:gd name="csX121" fmla="*/ 397318 w 438046"/>
                <a:gd name="csY121" fmla="*/ 403978 h 474569"/>
                <a:gd name="csX122" fmla="*/ 409224 w 438046"/>
                <a:gd name="csY122" fmla="*/ 419167 h 474569"/>
                <a:gd name="csX123" fmla="*/ 434929 w 438046"/>
                <a:gd name="csY123" fmla="*/ 450207 h 474569"/>
                <a:gd name="csX124" fmla="*/ 429332 w 438046"/>
                <a:gd name="csY124" fmla="*/ 469288 h 474569"/>
                <a:gd name="csX125" fmla="*/ 376412 w 438046"/>
                <a:gd name="csY125" fmla="*/ 474534 h 474569"/>
                <a:gd name="csX126" fmla="*/ 332739 w 438046"/>
                <a:gd name="csY126" fmla="*/ 469202 h 47456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438046" h="474569">
                  <a:moveTo>
                    <a:pt x="332739" y="469202"/>
                  </a:moveTo>
                  <a:cubicBezTo>
                    <a:pt x="332739" y="465869"/>
                    <a:pt x="329807" y="462843"/>
                    <a:pt x="324349" y="460541"/>
                  </a:cubicBezTo>
                  <a:cubicBezTo>
                    <a:pt x="319735" y="458594"/>
                    <a:pt x="311907" y="452795"/>
                    <a:pt x="306954" y="447652"/>
                  </a:cubicBezTo>
                  <a:cubicBezTo>
                    <a:pt x="299888" y="440316"/>
                    <a:pt x="298719" y="437828"/>
                    <a:pt x="301522" y="436095"/>
                  </a:cubicBezTo>
                  <a:cubicBezTo>
                    <a:pt x="305823" y="433437"/>
                    <a:pt x="303408" y="425621"/>
                    <a:pt x="298287" y="425621"/>
                  </a:cubicBezTo>
                  <a:cubicBezTo>
                    <a:pt x="296286" y="425621"/>
                    <a:pt x="293203" y="427364"/>
                    <a:pt x="291436" y="429493"/>
                  </a:cubicBezTo>
                  <a:cubicBezTo>
                    <a:pt x="289668" y="431623"/>
                    <a:pt x="286395" y="433365"/>
                    <a:pt x="284162" y="433365"/>
                  </a:cubicBezTo>
                  <a:cubicBezTo>
                    <a:pt x="281929" y="433365"/>
                    <a:pt x="276987" y="436349"/>
                    <a:pt x="273181" y="439996"/>
                  </a:cubicBezTo>
                  <a:cubicBezTo>
                    <a:pt x="256469" y="456007"/>
                    <a:pt x="233183" y="434749"/>
                    <a:pt x="246542" y="415677"/>
                  </a:cubicBezTo>
                  <a:cubicBezTo>
                    <a:pt x="250094" y="410606"/>
                    <a:pt x="250239" y="408115"/>
                    <a:pt x="247543" y="398488"/>
                  </a:cubicBezTo>
                  <a:cubicBezTo>
                    <a:pt x="243936" y="385603"/>
                    <a:pt x="241942" y="384354"/>
                    <a:pt x="227242" y="385770"/>
                  </a:cubicBezTo>
                  <a:cubicBezTo>
                    <a:pt x="221295" y="386343"/>
                    <a:pt x="216574" y="385678"/>
                    <a:pt x="216574" y="384267"/>
                  </a:cubicBezTo>
                  <a:cubicBezTo>
                    <a:pt x="216574" y="382875"/>
                    <a:pt x="214251" y="381736"/>
                    <a:pt x="211411" y="381736"/>
                  </a:cubicBezTo>
                  <a:cubicBezTo>
                    <a:pt x="208543" y="381736"/>
                    <a:pt x="206248" y="380015"/>
                    <a:pt x="206248" y="377864"/>
                  </a:cubicBezTo>
                  <a:cubicBezTo>
                    <a:pt x="206248" y="375735"/>
                    <a:pt x="203925" y="371669"/>
                    <a:pt x="201085" y="368829"/>
                  </a:cubicBezTo>
                  <a:cubicBezTo>
                    <a:pt x="198245" y="365990"/>
                    <a:pt x="195885" y="362214"/>
                    <a:pt x="195840" y="360439"/>
                  </a:cubicBezTo>
                  <a:cubicBezTo>
                    <a:pt x="195695" y="354744"/>
                    <a:pt x="189552" y="348821"/>
                    <a:pt x="179383" y="344572"/>
                  </a:cubicBezTo>
                  <a:cubicBezTo>
                    <a:pt x="165908" y="338942"/>
                    <a:pt x="164292" y="339301"/>
                    <a:pt x="166056" y="347532"/>
                  </a:cubicBezTo>
                  <a:cubicBezTo>
                    <a:pt x="167087" y="352339"/>
                    <a:pt x="165818" y="357500"/>
                    <a:pt x="162127" y="363514"/>
                  </a:cubicBezTo>
                  <a:lnTo>
                    <a:pt x="156676" y="372397"/>
                  </a:lnTo>
                  <a:lnTo>
                    <a:pt x="152333" y="366640"/>
                  </a:lnTo>
                  <a:cubicBezTo>
                    <a:pt x="148166" y="361115"/>
                    <a:pt x="147605" y="361043"/>
                    <a:pt x="138487" y="364853"/>
                  </a:cubicBezTo>
                  <a:cubicBezTo>
                    <a:pt x="129534" y="368594"/>
                    <a:pt x="128828" y="368535"/>
                    <a:pt x="126312" y="363833"/>
                  </a:cubicBezTo>
                  <a:cubicBezTo>
                    <a:pt x="124843" y="361088"/>
                    <a:pt x="123641" y="357116"/>
                    <a:pt x="123641" y="355006"/>
                  </a:cubicBezTo>
                  <a:cubicBezTo>
                    <a:pt x="123641" y="352823"/>
                    <a:pt x="120228" y="350420"/>
                    <a:pt x="115723" y="349430"/>
                  </a:cubicBezTo>
                  <a:cubicBezTo>
                    <a:pt x="105375" y="347157"/>
                    <a:pt x="103846" y="342362"/>
                    <a:pt x="110493" y="333027"/>
                  </a:cubicBezTo>
                  <a:cubicBezTo>
                    <a:pt x="113465" y="328853"/>
                    <a:pt x="115897" y="321952"/>
                    <a:pt x="115897" y="317692"/>
                  </a:cubicBezTo>
                  <a:cubicBezTo>
                    <a:pt x="115897" y="310844"/>
                    <a:pt x="117170" y="309543"/>
                    <a:pt x="126868" y="306474"/>
                  </a:cubicBezTo>
                  <a:cubicBezTo>
                    <a:pt x="141640" y="301799"/>
                    <a:pt x="142221" y="293818"/>
                    <a:pt x="128005" y="290864"/>
                  </a:cubicBezTo>
                  <a:cubicBezTo>
                    <a:pt x="113703" y="287893"/>
                    <a:pt x="108950" y="284662"/>
                    <a:pt x="107467" y="276906"/>
                  </a:cubicBezTo>
                  <a:cubicBezTo>
                    <a:pt x="105739" y="267867"/>
                    <a:pt x="117059" y="237363"/>
                    <a:pt x="125531" y="228226"/>
                  </a:cubicBezTo>
                  <a:cubicBezTo>
                    <a:pt x="130828" y="222513"/>
                    <a:pt x="131406" y="220702"/>
                    <a:pt x="128516" y="218872"/>
                  </a:cubicBezTo>
                  <a:cubicBezTo>
                    <a:pt x="126545" y="217624"/>
                    <a:pt x="123637" y="216585"/>
                    <a:pt x="122054" y="216563"/>
                  </a:cubicBezTo>
                  <a:cubicBezTo>
                    <a:pt x="120470" y="216541"/>
                    <a:pt x="116217" y="214197"/>
                    <a:pt x="112602" y="211354"/>
                  </a:cubicBezTo>
                  <a:cubicBezTo>
                    <a:pt x="105961" y="206129"/>
                    <a:pt x="97827" y="206711"/>
                    <a:pt x="97827" y="212411"/>
                  </a:cubicBezTo>
                  <a:cubicBezTo>
                    <a:pt x="97827" y="219059"/>
                    <a:pt x="92291" y="221313"/>
                    <a:pt x="87566" y="216588"/>
                  </a:cubicBezTo>
                  <a:cubicBezTo>
                    <a:pt x="85046" y="214068"/>
                    <a:pt x="81835" y="211570"/>
                    <a:pt x="80430" y="211038"/>
                  </a:cubicBezTo>
                  <a:cubicBezTo>
                    <a:pt x="78870" y="210447"/>
                    <a:pt x="78619" y="205549"/>
                    <a:pt x="79784" y="198453"/>
                  </a:cubicBezTo>
                  <a:cubicBezTo>
                    <a:pt x="80834" y="192064"/>
                    <a:pt x="81838" y="187787"/>
                    <a:pt x="82015" y="188949"/>
                  </a:cubicBezTo>
                  <a:cubicBezTo>
                    <a:pt x="82193" y="190110"/>
                    <a:pt x="85771" y="188616"/>
                    <a:pt x="89966" y="185629"/>
                  </a:cubicBezTo>
                  <a:cubicBezTo>
                    <a:pt x="98750" y="179374"/>
                    <a:pt x="98211" y="175668"/>
                    <a:pt x="87641" y="169636"/>
                  </a:cubicBezTo>
                  <a:cubicBezTo>
                    <a:pt x="82102" y="166474"/>
                    <a:pt x="79900" y="163069"/>
                    <a:pt x="79292" y="156728"/>
                  </a:cubicBezTo>
                  <a:cubicBezTo>
                    <a:pt x="78587" y="149374"/>
                    <a:pt x="77588" y="148238"/>
                    <a:pt x="72462" y="148956"/>
                  </a:cubicBezTo>
                  <a:cubicBezTo>
                    <a:pt x="65224" y="149970"/>
                    <a:pt x="56524" y="158137"/>
                    <a:pt x="56524" y="163920"/>
                  </a:cubicBezTo>
                  <a:cubicBezTo>
                    <a:pt x="56524" y="167347"/>
                    <a:pt x="55821" y="167525"/>
                    <a:pt x="52658" y="164900"/>
                  </a:cubicBezTo>
                  <a:cubicBezTo>
                    <a:pt x="49486" y="162267"/>
                    <a:pt x="47159" y="162936"/>
                    <a:pt x="39697" y="168628"/>
                  </a:cubicBezTo>
                  <a:cubicBezTo>
                    <a:pt x="34695" y="172443"/>
                    <a:pt x="28868" y="178212"/>
                    <a:pt x="26748" y="181448"/>
                  </a:cubicBezTo>
                  <a:cubicBezTo>
                    <a:pt x="24627" y="184684"/>
                    <a:pt x="19972" y="188663"/>
                    <a:pt x="16403" y="190289"/>
                  </a:cubicBezTo>
                  <a:cubicBezTo>
                    <a:pt x="10541" y="192960"/>
                    <a:pt x="9664" y="192592"/>
                    <a:pt x="7343" y="186486"/>
                  </a:cubicBezTo>
                  <a:cubicBezTo>
                    <a:pt x="5309" y="181137"/>
                    <a:pt x="5857" y="177888"/>
                    <a:pt x="9965" y="170925"/>
                  </a:cubicBezTo>
                  <a:lnTo>
                    <a:pt x="15158" y="162124"/>
                  </a:lnTo>
                  <a:lnTo>
                    <a:pt x="9381" y="159801"/>
                  </a:lnTo>
                  <a:cubicBezTo>
                    <a:pt x="5449" y="158219"/>
                    <a:pt x="4946" y="157425"/>
                    <a:pt x="7807" y="157314"/>
                  </a:cubicBezTo>
                  <a:cubicBezTo>
                    <a:pt x="10118" y="157224"/>
                    <a:pt x="13662" y="154662"/>
                    <a:pt x="15681" y="151621"/>
                  </a:cubicBezTo>
                  <a:cubicBezTo>
                    <a:pt x="18731" y="147026"/>
                    <a:pt x="20256" y="146574"/>
                    <a:pt x="24691" y="148948"/>
                  </a:cubicBezTo>
                  <a:cubicBezTo>
                    <a:pt x="31018" y="152334"/>
                    <a:pt x="33291" y="150668"/>
                    <a:pt x="33291" y="142643"/>
                  </a:cubicBezTo>
                  <a:cubicBezTo>
                    <a:pt x="33291" y="139397"/>
                    <a:pt x="34623" y="133817"/>
                    <a:pt x="36252" y="130243"/>
                  </a:cubicBezTo>
                  <a:cubicBezTo>
                    <a:pt x="38533" y="125236"/>
                    <a:pt x="38466" y="122844"/>
                    <a:pt x="35959" y="119824"/>
                  </a:cubicBezTo>
                  <a:cubicBezTo>
                    <a:pt x="34170" y="117668"/>
                    <a:pt x="31676" y="116540"/>
                    <a:pt x="30417" y="117319"/>
                  </a:cubicBezTo>
                  <a:cubicBezTo>
                    <a:pt x="29158" y="118097"/>
                    <a:pt x="28128" y="116844"/>
                    <a:pt x="28128" y="114535"/>
                  </a:cubicBezTo>
                  <a:cubicBezTo>
                    <a:pt x="28128" y="111463"/>
                    <a:pt x="26693" y="110792"/>
                    <a:pt x="22780" y="112034"/>
                  </a:cubicBezTo>
                  <a:cubicBezTo>
                    <a:pt x="15848" y="114234"/>
                    <a:pt x="7575" y="106991"/>
                    <a:pt x="9335" y="100263"/>
                  </a:cubicBezTo>
                  <a:cubicBezTo>
                    <a:pt x="10049" y="97533"/>
                    <a:pt x="8241" y="90709"/>
                    <a:pt x="5316" y="85099"/>
                  </a:cubicBezTo>
                  <a:lnTo>
                    <a:pt x="0" y="74899"/>
                  </a:lnTo>
                  <a:lnTo>
                    <a:pt x="5230" y="68250"/>
                  </a:lnTo>
                  <a:cubicBezTo>
                    <a:pt x="9068" y="63371"/>
                    <a:pt x="10012" y="59562"/>
                    <a:pt x="8777" y="53938"/>
                  </a:cubicBezTo>
                  <a:cubicBezTo>
                    <a:pt x="7655" y="48830"/>
                    <a:pt x="8449" y="44342"/>
                    <a:pt x="11157" y="40474"/>
                  </a:cubicBezTo>
                  <a:cubicBezTo>
                    <a:pt x="13392" y="37284"/>
                    <a:pt x="15221" y="32733"/>
                    <a:pt x="15221" y="30361"/>
                  </a:cubicBezTo>
                  <a:cubicBezTo>
                    <a:pt x="15221" y="27989"/>
                    <a:pt x="16963" y="25380"/>
                    <a:pt x="19093" y="24563"/>
                  </a:cubicBezTo>
                  <a:cubicBezTo>
                    <a:pt x="25297" y="22182"/>
                    <a:pt x="23642" y="18398"/>
                    <a:pt x="13331" y="11391"/>
                  </a:cubicBezTo>
                  <a:cubicBezTo>
                    <a:pt x="3467" y="4689"/>
                    <a:pt x="3713" y="3972"/>
                    <a:pt x="15610" y="4739"/>
                  </a:cubicBezTo>
                  <a:cubicBezTo>
                    <a:pt x="19374" y="4981"/>
                    <a:pt x="23217" y="3943"/>
                    <a:pt x="24152" y="2431"/>
                  </a:cubicBezTo>
                  <a:cubicBezTo>
                    <a:pt x="26872" y="-1970"/>
                    <a:pt x="29405" y="-932"/>
                    <a:pt x="42643" y="10008"/>
                  </a:cubicBezTo>
                  <a:cubicBezTo>
                    <a:pt x="49515" y="15687"/>
                    <a:pt x="56436" y="20333"/>
                    <a:pt x="58021" y="20333"/>
                  </a:cubicBezTo>
                  <a:cubicBezTo>
                    <a:pt x="61009" y="20333"/>
                    <a:pt x="65792" y="30450"/>
                    <a:pt x="76259" y="58909"/>
                  </a:cubicBezTo>
                  <a:cubicBezTo>
                    <a:pt x="79624" y="68058"/>
                    <a:pt x="84645" y="77957"/>
                    <a:pt x="87417" y="80908"/>
                  </a:cubicBezTo>
                  <a:cubicBezTo>
                    <a:pt x="90189" y="83859"/>
                    <a:pt x="95457" y="93799"/>
                    <a:pt x="99122" y="102996"/>
                  </a:cubicBezTo>
                  <a:cubicBezTo>
                    <a:pt x="103054" y="112863"/>
                    <a:pt x="105019" y="116015"/>
                    <a:pt x="103913" y="110684"/>
                  </a:cubicBezTo>
                  <a:cubicBezTo>
                    <a:pt x="102883" y="105715"/>
                    <a:pt x="102185" y="96422"/>
                    <a:pt x="102362" y="90033"/>
                  </a:cubicBezTo>
                  <a:cubicBezTo>
                    <a:pt x="102644" y="79863"/>
                    <a:pt x="101378" y="76968"/>
                    <a:pt x="92203" y="66799"/>
                  </a:cubicBezTo>
                  <a:cubicBezTo>
                    <a:pt x="86438" y="60410"/>
                    <a:pt x="82553" y="57506"/>
                    <a:pt x="83568" y="60346"/>
                  </a:cubicBezTo>
                  <a:cubicBezTo>
                    <a:pt x="84584" y="63185"/>
                    <a:pt x="86055" y="67251"/>
                    <a:pt x="86838" y="69381"/>
                  </a:cubicBezTo>
                  <a:cubicBezTo>
                    <a:pt x="87916" y="72315"/>
                    <a:pt x="87498" y="72550"/>
                    <a:pt x="85111" y="70354"/>
                  </a:cubicBezTo>
                  <a:cubicBezTo>
                    <a:pt x="83379" y="68760"/>
                    <a:pt x="81641" y="63533"/>
                    <a:pt x="81250" y="58738"/>
                  </a:cubicBezTo>
                  <a:cubicBezTo>
                    <a:pt x="80858" y="53943"/>
                    <a:pt x="77457" y="45502"/>
                    <a:pt x="73693" y="39979"/>
                  </a:cubicBezTo>
                  <a:cubicBezTo>
                    <a:pt x="69929" y="34457"/>
                    <a:pt x="66850" y="28707"/>
                    <a:pt x="66850" y="27201"/>
                  </a:cubicBezTo>
                  <a:cubicBezTo>
                    <a:pt x="66850" y="23517"/>
                    <a:pt x="69162" y="26358"/>
                    <a:pt x="80920" y="44489"/>
                  </a:cubicBezTo>
                  <a:cubicBezTo>
                    <a:pt x="86314" y="52805"/>
                    <a:pt x="94522" y="61849"/>
                    <a:pt x="99162" y="64586"/>
                  </a:cubicBezTo>
                  <a:cubicBezTo>
                    <a:pt x="108835" y="70294"/>
                    <a:pt x="111618" y="77524"/>
                    <a:pt x="107565" y="86419"/>
                  </a:cubicBezTo>
                  <a:cubicBezTo>
                    <a:pt x="104001" y="94242"/>
                    <a:pt x="108931" y="124125"/>
                    <a:pt x="116108" y="138203"/>
                  </a:cubicBezTo>
                  <a:cubicBezTo>
                    <a:pt x="118832" y="143545"/>
                    <a:pt x="121060" y="149489"/>
                    <a:pt x="121060" y="151411"/>
                  </a:cubicBezTo>
                  <a:cubicBezTo>
                    <a:pt x="121060" y="153333"/>
                    <a:pt x="127706" y="161509"/>
                    <a:pt x="135828" y="169580"/>
                  </a:cubicBezTo>
                  <a:cubicBezTo>
                    <a:pt x="153391" y="187033"/>
                    <a:pt x="164572" y="201203"/>
                    <a:pt x="173747" y="217637"/>
                  </a:cubicBezTo>
                  <a:cubicBezTo>
                    <a:pt x="177457" y="224283"/>
                    <a:pt x="182994" y="233104"/>
                    <a:pt x="186052" y="237240"/>
                  </a:cubicBezTo>
                  <a:cubicBezTo>
                    <a:pt x="189610" y="242051"/>
                    <a:pt x="192043" y="249958"/>
                    <a:pt x="192809" y="259193"/>
                  </a:cubicBezTo>
                  <a:cubicBezTo>
                    <a:pt x="193864" y="271919"/>
                    <a:pt x="195056" y="274447"/>
                    <a:pt x="202887" y="280570"/>
                  </a:cubicBezTo>
                  <a:cubicBezTo>
                    <a:pt x="207772" y="284389"/>
                    <a:pt x="213418" y="290626"/>
                    <a:pt x="215434" y="294429"/>
                  </a:cubicBezTo>
                  <a:cubicBezTo>
                    <a:pt x="217449" y="298233"/>
                    <a:pt x="221258" y="302031"/>
                    <a:pt x="223898" y="302869"/>
                  </a:cubicBezTo>
                  <a:cubicBezTo>
                    <a:pt x="226538" y="303707"/>
                    <a:pt x="230021" y="307297"/>
                    <a:pt x="231639" y="310848"/>
                  </a:cubicBezTo>
                  <a:cubicBezTo>
                    <a:pt x="233257" y="314399"/>
                    <a:pt x="237499" y="318413"/>
                    <a:pt x="241066" y="319770"/>
                  </a:cubicBezTo>
                  <a:cubicBezTo>
                    <a:pt x="248737" y="322686"/>
                    <a:pt x="249875" y="326030"/>
                    <a:pt x="242388" y="323654"/>
                  </a:cubicBezTo>
                  <a:cubicBezTo>
                    <a:pt x="239427" y="322714"/>
                    <a:pt x="237225" y="323190"/>
                    <a:pt x="237225" y="324770"/>
                  </a:cubicBezTo>
                  <a:cubicBezTo>
                    <a:pt x="237225" y="326286"/>
                    <a:pt x="238387" y="327526"/>
                    <a:pt x="239807" y="327526"/>
                  </a:cubicBezTo>
                  <a:cubicBezTo>
                    <a:pt x="241227" y="327526"/>
                    <a:pt x="242098" y="328965"/>
                    <a:pt x="241743" y="330724"/>
                  </a:cubicBezTo>
                  <a:cubicBezTo>
                    <a:pt x="241323" y="332806"/>
                    <a:pt x="243624" y="333637"/>
                    <a:pt x="248333" y="333103"/>
                  </a:cubicBezTo>
                  <a:cubicBezTo>
                    <a:pt x="252313" y="332652"/>
                    <a:pt x="257439" y="333827"/>
                    <a:pt x="259724" y="335713"/>
                  </a:cubicBezTo>
                  <a:cubicBezTo>
                    <a:pt x="263236" y="338612"/>
                    <a:pt x="263683" y="338543"/>
                    <a:pt x="262612" y="335270"/>
                  </a:cubicBezTo>
                  <a:cubicBezTo>
                    <a:pt x="261915" y="333141"/>
                    <a:pt x="258822" y="331027"/>
                    <a:pt x="255739" y="330573"/>
                  </a:cubicBezTo>
                  <a:cubicBezTo>
                    <a:pt x="252655" y="330119"/>
                    <a:pt x="250133" y="328719"/>
                    <a:pt x="250133" y="327461"/>
                  </a:cubicBezTo>
                  <a:cubicBezTo>
                    <a:pt x="250133" y="326203"/>
                    <a:pt x="254708" y="326788"/>
                    <a:pt x="260301" y="328761"/>
                  </a:cubicBezTo>
                  <a:cubicBezTo>
                    <a:pt x="266891" y="331086"/>
                    <a:pt x="275567" y="331822"/>
                    <a:pt x="284960" y="330853"/>
                  </a:cubicBezTo>
                  <a:cubicBezTo>
                    <a:pt x="298714" y="329433"/>
                    <a:pt x="299892" y="329784"/>
                    <a:pt x="308115" y="337754"/>
                  </a:cubicBezTo>
                  <a:cubicBezTo>
                    <a:pt x="312880" y="342373"/>
                    <a:pt x="320648" y="346943"/>
                    <a:pt x="325378" y="347910"/>
                  </a:cubicBezTo>
                  <a:cubicBezTo>
                    <a:pt x="330622" y="348983"/>
                    <a:pt x="335130" y="351981"/>
                    <a:pt x="336932" y="355594"/>
                  </a:cubicBezTo>
                  <a:cubicBezTo>
                    <a:pt x="338556" y="358853"/>
                    <a:pt x="341091" y="362725"/>
                    <a:pt x="342564" y="364198"/>
                  </a:cubicBezTo>
                  <a:cubicBezTo>
                    <a:pt x="344037" y="365671"/>
                    <a:pt x="344568" y="368768"/>
                    <a:pt x="343743" y="371080"/>
                  </a:cubicBezTo>
                  <a:cubicBezTo>
                    <a:pt x="342917" y="373391"/>
                    <a:pt x="343194" y="374419"/>
                    <a:pt x="344358" y="373363"/>
                  </a:cubicBezTo>
                  <a:cubicBezTo>
                    <a:pt x="345522" y="372307"/>
                    <a:pt x="348182" y="373882"/>
                    <a:pt x="350269" y="376862"/>
                  </a:cubicBezTo>
                  <a:cubicBezTo>
                    <a:pt x="353742" y="381821"/>
                    <a:pt x="355637" y="382132"/>
                    <a:pt x="372627" y="380540"/>
                  </a:cubicBezTo>
                  <a:lnTo>
                    <a:pt x="391189" y="378801"/>
                  </a:lnTo>
                  <a:lnTo>
                    <a:pt x="394232" y="388958"/>
                  </a:lnTo>
                  <a:cubicBezTo>
                    <a:pt x="395906" y="394544"/>
                    <a:pt x="397295" y="401303"/>
                    <a:pt x="397318" y="403978"/>
                  </a:cubicBezTo>
                  <a:cubicBezTo>
                    <a:pt x="397342" y="406653"/>
                    <a:pt x="402699" y="413488"/>
                    <a:pt x="409224" y="419167"/>
                  </a:cubicBezTo>
                  <a:cubicBezTo>
                    <a:pt x="427997" y="435508"/>
                    <a:pt x="431130" y="439291"/>
                    <a:pt x="434929" y="450207"/>
                  </a:cubicBezTo>
                  <a:cubicBezTo>
                    <a:pt x="439665" y="463816"/>
                    <a:pt x="439887" y="463061"/>
                    <a:pt x="429332" y="469288"/>
                  </a:cubicBezTo>
                  <a:cubicBezTo>
                    <a:pt x="420856" y="474289"/>
                    <a:pt x="416443" y="474727"/>
                    <a:pt x="376412" y="474534"/>
                  </a:cubicBezTo>
                  <a:cubicBezTo>
                    <a:pt x="334645" y="474334"/>
                    <a:pt x="332739" y="474101"/>
                    <a:pt x="332739" y="469202"/>
                  </a:cubicBezTo>
                  <a:close/>
                </a:path>
              </a:pathLst>
            </a:custGeom>
            <a:solidFill>
              <a:srgbClr val="B9B9B9"/>
            </a:solidFill>
            <a:ln w="5163" cap="flat">
              <a:noFill/>
              <a:prstDash val="solid"/>
              <a:miter/>
            </a:ln>
          </p:spPr>
          <p:txBody>
            <a:bodyPr/>
            <a:lstStyle/>
            <a:p>
              <a:endParaRPr lang="es-419" noProof="0" dirty="0"/>
            </a:p>
          </p:txBody>
        </p:sp>
        <p:sp>
          <p:nvSpPr>
            <p:cNvPr id="77" name="Forma libre: forma 76">
              <a:extLst>
                <a:ext uri="{FF2B5EF4-FFF2-40B4-BE49-F238E27FC236}">
                  <a16:creationId xmlns:a16="http://schemas.microsoft.com/office/drawing/2014/main" id="{0681E1FC-DD46-92B7-58D7-DBD838DE9260}"/>
                </a:ext>
              </a:extLst>
            </p:cNvPr>
            <p:cNvSpPr/>
            <p:nvPr/>
          </p:nvSpPr>
          <p:spPr>
            <a:xfrm>
              <a:off x="1730874" y="2149721"/>
              <a:ext cx="4491" cy="9472"/>
            </a:xfrm>
            <a:custGeom>
              <a:avLst/>
              <a:gdLst>
                <a:gd name="csX0" fmla="*/ 480 w 4491"/>
                <a:gd name="csY0" fmla="*/ 6821 h 9472"/>
                <a:gd name="csX1" fmla="*/ 1619 w 4491"/>
                <a:gd name="csY1" fmla="*/ 1142 h 9472"/>
                <a:gd name="csX2" fmla="*/ 4491 w 4491"/>
                <a:gd name="csY2" fmla="*/ 3948 h 9472"/>
                <a:gd name="csX3" fmla="*/ 480 w 4491"/>
                <a:gd name="csY3" fmla="*/ 6821 h 9472"/>
              </a:gdLst>
              <a:ahLst/>
              <a:cxnLst>
                <a:cxn ang="0">
                  <a:pos x="csX0" y="csY0"/>
                </a:cxn>
                <a:cxn ang="0">
                  <a:pos x="csX1" y="csY1"/>
                </a:cxn>
                <a:cxn ang="0">
                  <a:pos x="csX2" y="csY2"/>
                </a:cxn>
                <a:cxn ang="0">
                  <a:pos x="csX3" y="csY3"/>
                </a:cxn>
              </a:cxnLst>
              <a:rect l="l" t="t" r="r" b="b"/>
              <a:pathLst>
                <a:path w="4491" h="9472">
                  <a:moveTo>
                    <a:pt x="480" y="6821"/>
                  </a:moveTo>
                  <a:cubicBezTo>
                    <a:pt x="-474" y="5277"/>
                    <a:pt x="39" y="2722"/>
                    <a:pt x="1619" y="1142"/>
                  </a:cubicBezTo>
                  <a:cubicBezTo>
                    <a:pt x="3728" y="-968"/>
                    <a:pt x="4491" y="-222"/>
                    <a:pt x="4491" y="3948"/>
                  </a:cubicBezTo>
                  <a:cubicBezTo>
                    <a:pt x="4491" y="10181"/>
                    <a:pt x="3150" y="11141"/>
                    <a:pt x="480" y="6821"/>
                  </a:cubicBezTo>
                  <a:close/>
                </a:path>
              </a:pathLst>
            </a:custGeom>
            <a:solidFill>
              <a:srgbClr val="00C100"/>
            </a:solidFill>
            <a:ln w="5163" cap="flat">
              <a:noFill/>
              <a:prstDash val="solid"/>
              <a:miter/>
            </a:ln>
          </p:spPr>
          <p:txBody>
            <a:bodyPr/>
            <a:lstStyle/>
            <a:p>
              <a:endParaRPr lang="es-419" noProof="0" dirty="0"/>
            </a:p>
          </p:txBody>
        </p:sp>
      </p:grpSp>
      <p:grpSp>
        <p:nvGrpSpPr>
          <p:cNvPr id="78" name="Gráfico 39">
            <a:extLst>
              <a:ext uri="{FF2B5EF4-FFF2-40B4-BE49-F238E27FC236}">
                <a16:creationId xmlns:a16="http://schemas.microsoft.com/office/drawing/2014/main" id="{2C83B8E9-1E9F-025C-138D-19ED48DF161B}"/>
              </a:ext>
            </a:extLst>
          </p:cNvPr>
          <p:cNvGrpSpPr/>
          <p:nvPr/>
        </p:nvGrpSpPr>
        <p:grpSpPr>
          <a:xfrm>
            <a:off x="2429776" y="2092540"/>
            <a:ext cx="224135" cy="371419"/>
            <a:chOff x="2429776" y="2092540"/>
            <a:chExt cx="224135" cy="371419"/>
          </a:xfrm>
          <a:solidFill>
            <a:srgbClr val="B9B9B9"/>
          </a:solidFill>
        </p:grpSpPr>
        <p:sp>
          <p:nvSpPr>
            <p:cNvPr id="79" name="Forma libre: forma 78">
              <a:extLst>
                <a:ext uri="{FF2B5EF4-FFF2-40B4-BE49-F238E27FC236}">
                  <a16:creationId xmlns:a16="http://schemas.microsoft.com/office/drawing/2014/main" id="{57A877F8-9D29-2C08-ABD7-C9660BCA6E6E}"/>
                </a:ext>
              </a:extLst>
            </p:cNvPr>
            <p:cNvSpPr/>
            <p:nvPr/>
          </p:nvSpPr>
          <p:spPr>
            <a:xfrm>
              <a:off x="2429776" y="2092540"/>
              <a:ext cx="213820" cy="371419"/>
            </a:xfrm>
            <a:custGeom>
              <a:avLst/>
              <a:gdLst>
                <a:gd name="csX0" fmla="*/ 16950 w 213820"/>
                <a:gd name="csY0" fmla="*/ 360449 h 371419"/>
                <a:gd name="csX1" fmla="*/ 11453 w 213820"/>
                <a:gd name="csY1" fmla="*/ 297848 h 371419"/>
                <a:gd name="csX2" fmla="*/ 3696 w 213820"/>
                <a:gd name="csY2" fmla="*/ 222369 h 371419"/>
                <a:gd name="csX3" fmla="*/ 0 w 213820"/>
                <a:gd name="csY3" fmla="*/ 197274 h 371419"/>
                <a:gd name="csX4" fmla="*/ 19120 w 213820"/>
                <a:gd name="csY4" fmla="*/ 182403 h 371419"/>
                <a:gd name="csX5" fmla="*/ 138310 w 213820"/>
                <a:gd name="csY5" fmla="*/ 92657 h 371419"/>
                <a:gd name="csX6" fmla="*/ 152643 w 213820"/>
                <a:gd name="csY6" fmla="*/ 35441 h 371419"/>
                <a:gd name="csX7" fmla="*/ 150658 w 213820"/>
                <a:gd name="csY7" fmla="*/ 20853 h 371419"/>
                <a:gd name="csX8" fmla="*/ 160369 w 213820"/>
                <a:gd name="csY8" fmla="*/ 19300 h 371419"/>
                <a:gd name="csX9" fmla="*/ 171671 w 213820"/>
                <a:gd name="csY9" fmla="*/ 15173 h 371419"/>
                <a:gd name="csX10" fmla="*/ 158173 w 213820"/>
                <a:gd name="csY10" fmla="*/ 10308 h 371419"/>
                <a:gd name="csX11" fmla="*/ 132945 w 213820"/>
                <a:gd name="csY11" fmla="*/ 8975 h 371419"/>
                <a:gd name="csX12" fmla="*/ 120037 w 213820"/>
                <a:gd name="csY12" fmla="*/ 5453 h 371419"/>
                <a:gd name="csX13" fmla="*/ 136817 w 213820"/>
                <a:gd name="csY13" fmla="*/ 5689 h 371419"/>
                <a:gd name="csX14" fmla="*/ 168222 w 213820"/>
                <a:gd name="csY14" fmla="*/ 2321 h 371419"/>
                <a:gd name="csX15" fmla="*/ 193336 w 213820"/>
                <a:gd name="csY15" fmla="*/ 5657 h 371419"/>
                <a:gd name="csX16" fmla="*/ 207546 w 213820"/>
                <a:gd name="csY16" fmla="*/ 12598 h 371419"/>
                <a:gd name="csX17" fmla="*/ 213132 w 213820"/>
                <a:gd name="csY17" fmla="*/ 30004 h 371419"/>
                <a:gd name="csX18" fmla="*/ 187630 w 213820"/>
                <a:gd name="csY18" fmla="*/ 96831 h 371419"/>
                <a:gd name="csX19" fmla="*/ 176562 w 213820"/>
                <a:gd name="csY19" fmla="*/ 115211 h 371419"/>
                <a:gd name="csX20" fmla="*/ 172870 w 213820"/>
                <a:gd name="csY20" fmla="*/ 123601 h 371419"/>
                <a:gd name="csX21" fmla="*/ 166261 w 213820"/>
                <a:gd name="csY21" fmla="*/ 157642 h 371419"/>
                <a:gd name="csX22" fmla="*/ 166219 w 213820"/>
                <a:gd name="csY22" fmla="*/ 169421 h 371419"/>
                <a:gd name="csX23" fmla="*/ 156436 w 213820"/>
                <a:gd name="csY23" fmla="*/ 177166 h 371419"/>
                <a:gd name="csX24" fmla="*/ 152486 w 213820"/>
                <a:gd name="csY24" fmla="*/ 184910 h 371419"/>
                <a:gd name="csX25" fmla="*/ 149724 w 213820"/>
                <a:gd name="csY25" fmla="*/ 180392 h 371419"/>
                <a:gd name="csX26" fmla="*/ 150673 w 213820"/>
                <a:gd name="csY26" fmla="*/ 190434 h 371419"/>
                <a:gd name="csX27" fmla="*/ 157540 w 213820"/>
                <a:gd name="csY27" fmla="*/ 189342 h 371419"/>
                <a:gd name="csX28" fmla="*/ 164336 w 213820"/>
                <a:gd name="csY28" fmla="*/ 186648 h 371419"/>
                <a:gd name="csX29" fmla="*/ 167794 w 213820"/>
                <a:gd name="csY29" fmla="*/ 183969 h 371419"/>
                <a:gd name="csX30" fmla="*/ 171021 w 213820"/>
                <a:gd name="csY30" fmla="*/ 181048 h 371419"/>
                <a:gd name="csX31" fmla="*/ 159467 w 213820"/>
                <a:gd name="csY31" fmla="*/ 208029 h 371419"/>
                <a:gd name="csX32" fmla="*/ 153370 w 213820"/>
                <a:gd name="csY32" fmla="*/ 220699 h 371419"/>
                <a:gd name="csX33" fmla="*/ 158583 w 213820"/>
                <a:gd name="csY33" fmla="*/ 221050 h 371419"/>
                <a:gd name="csX34" fmla="*/ 167434 w 213820"/>
                <a:gd name="csY34" fmla="*/ 216533 h 371419"/>
                <a:gd name="csX35" fmla="*/ 167794 w 213820"/>
                <a:gd name="csY35" fmla="*/ 224277 h 371419"/>
                <a:gd name="csX36" fmla="*/ 162477 w 213820"/>
                <a:gd name="csY36" fmla="*/ 240411 h 371419"/>
                <a:gd name="csX37" fmla="*/ 159980 w 213820"/>
                <a:gd name="csY37" fmla="*/ 264290 h 371419"/>
                <a:gd name="csX38" fmla="*/ 154702 w 213820"/>
                <a:gd name="csY38" fmla="*/ 297848 h 371419"/>
                <a:gd name="csX39" fmla="*/ 147143 w 213820"/>
                <a:gd name="csY39" fmla="*/ 319016 h 371419"/>
                <a:gd name="csX40" fmla="*/ 144561 w 213820"/>
                <a:gd name="csY40" fmla="*/ 314628 h 371419"/>
                <a:gd name="csX41" fmla="*/ 142397 w 213820"/>
                <a:gd name="csY41" fmla="*/ 312692 h 371419"/>
                <a:gd name="csX42" fmla="*/ 133654 w 213820"/>
                <a:gd name="csY42" fmla="*/ 296518 h 371419"/>
                <a:gd name="csX43" fmla="*/ 127870 w 213820"/>
                <a:gd name="csY43" fmla="*/ 279915 h 371419"/>
                <a:gd name="csX44" fmla="*/ 129246 w 213820"/>
                <a:gd name="csY44" fmla="*/ 255255 h 371419"/>
                <a:gd name="csX45" fmla="*/ 125242 w 213820"/>
                <a:gd name="csY45" fmla="*/ 260285 h 371419"/>
                <a:gd name="csX46" fmla="*/ 118479 w 213820"/>
                <a:gd name="csY46" fmla="*/ 266956 h 371419"/>
                <a:gd name="csX47" fmla="*/ 115990 w 213820"/>
                <a:gd name="csY47" fmla="*/ 271823 h 371419"/>
                <a:gd name="csX48" fmla="*/ 103625 w 213820"/>
                <a:gd name="csY48" fmla="*/ 299151 h 371419"/>
                <a:gd name="csX49" fmla="*/ 93086 w 213820"/>
                <a:gd name="csY49" fmla="*/ 304140 h 371419"/>
                <a:gd name="csX50" fmla="*/ 86910 w 213820"/>
                <a:gd name="csY50" fmla="*/ 313522 h 371419"/>
                <a:gd name="csX51" fmla="*/ 79326 w 213820"/>
                <a:gd name="csY51" fmla="*/ 328399 h 371419"/>
                <a:gd name="csX52" fmla="*/ 69895 w 213820"/>
                <a:gd name="csY52" fmla="*/ 347747 h 371419"/>
                <a:gd name="csX53" fmla="*/ 51629 w 213820"/>
                <a:gd name="csY53" fmla="*/ 357222 h 371419"/>
                <a:gd name="csX54" fmla="*/ 36622 w 213820"/>
                <a:gd name="csY54" fmla="*/ 363051 h 371419"/>
                <a:gd name="csX55" fmla="*/ 27100 w 213820"/>
                <a:gd name="csY55" fmla="*/ 371420 h 371419"/>
                <a:gd name="csX56" fmla="*/ 16950 w 213820"/>
                <a:gd name="csY56" fmla="*/ 360449 h 3714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Lst>
              <a:rect l="l" t="t" r="r" b="b"/>
              <a:pathLst>
                <a:path w="213820" h="371419">
                  <a:moveTo>
                    <a:pt x="16950" y="360449"/>
                  </a:moveTo>
                  <a:cubicBezTo>
                    <a:pt x="16160" y="354414"/>
                    <a:pt x="13687" y="326244"/>
                    <a:pt x="11453" y="297848"/>
                  </a:cubicBezTo>
                  <a:cubicBezTo>
                    <a:pt x="9219" y="269452"/>
                    <a:pt x="5728" y="235487"/>
                    <a:pt x="3696" y="222369"/>
                  </a:cubicBezTo>
                  <a:cubicBezTo>
                    <a:pt x="1663" y="209251"/>
                    <a:pt x="0" y="197958"/>
                    <a:pt x="0" y="197274"/>
                  </a:cubicBezTo>
                  <a:cubicBezTo>
                    <a:pt x="0" y="196590"/>
                    <a:pt x="8604" y="189898"/>
                    <a:pt x="19120" y="182403"/>
                  </a:cubicBezTo>
                  <a:cubicBezTo>
                    <a:pt x="45138" y="163860"/>
                    <a:pt x="131668" y="98706"/>
                    <a:pt x="138310" y="92657"/>
                  </a:cubicBezTo>
                  <a:cubicBezTo>
                    <a:pt x="147047" y="84700"/>
                    <a:pt x="155017" y="52884"/>
                    <a:pt x="152643" y="35441"/>
                  </a:cubicBezTo>
                  <a:lnTo>
                    <a:pt x="150658" y="20853"/>
                  </a:lnTo>
                  <a:lnTo>
                    <a:pt x="160369" y="19300"/>
                  </a:lnTo>
                  <a:cubicBezTo>
                    <a:pt x="165710" y="18446"/>
                    <a:pt x="170796" y="16589"/>
                    <a:pt x="171671" y="15173"/>
                  </a:cubicBezTo>
                  <a:cubicBezTo>
                    <a:pt x="174939" y="9885"/>
                    <a:pt x="170188" y="8173"/>
                    <a:pt x="158173" y="10308"/>
                  </a:cubicBezTo>
                  <a:cubicBezTo>
                    <a:pt x="149606" y="11830"/>
                    <a:pt x="141919" y="11424"/>
                    <a:pt x="132945" y="8975"/>
                  </a:cubicBezTo>
                  <a:lnTo>
                    <a:pt x="120037" y="5453"/>
                  </a:lnTo>
                  <a:lnTo>
                    <a:pt x="136817" y="5689"/>
                  </a:lnTo>
                  <a:cubicBezTo>
                    <a:pt x="146045" y="5819"/>
                    <a:pt x="160178" y="4304"/>
                    <a:pt x="168222" y="2321"/>
                  </a:cubicBezTo>
                  <a:cubicBezTo>
                    <a:pt x="182583" y="-1218"/>
                    <a:pt x="183037" y="-1158"/>
                    <a:pt x="193336" y="5657"/>
                  </a:cubicBezTo>
                  <a:cubicBezTo>
                    <a:pt x="199104" y="9475"/>
                    <a:pt x="205499" y="12598"/>
                    <a:pt x="207546" y="12598"/>
                  </a:cubicBezTo>
                  <a:cubicBezTo>
                    <a:pt x="210236" y="12598"/>
                    <a:pt x="211785" y="17427"/>
                    <a:pt x="213132" y="30004"/>
                  </a:cubicBezTo>
                  <a:cubicBezTo>
                    <a:pt x="216062" y="57367"/>
                    <a:pt x="210014" y="73217"/>
                    <a:pt x="187630" y="96831"/>
                  </a:cubicBezTo>
                  <a:cubicBezTo>
                    <a:pt x="182422" y="102326"/>
                    <a:pt x="177441" y="110596"/>
                    <a:pt x="176562" y="115211"/>
                  </a:cubicBezTo>
                  <a:cubicBezTo>
                    <a:pt x="175683" y="119825"/>
                    <a:pt x="174022" y="123601"/>
                    <a:pt x="172870" y="123601"/>
                  </a:cubicBezTo>
                  <a:cubicBezTo>
                    <a:pt x="168512" y="123601"/>
                    <a:pt x="164964" y="141879"/>
                    <a:pt x="166261" y="157642"/>
                  </a:cubicBezTo>
                  <a:cubicBezTo>
                    <a:pt x="166999" y="166605"/>
                    <a:pt x="166980" y="171906"/>
                    <a:pt x="166219" y="169421"/>
                  </a:cubicBezTo>
                  <a:cubicBezTo>
                    <a:pt x="163842" y="161666"/>
                    <a:pt x="160352" y="164428"/>
                    <a:pt x="156436" y="177166"/>
                  </a:cubicBezTo>
                  <a:cubicBezTo>
                    <a:pt x="154362" y="183910"/>
                    <a:pt x="152584" y="187395"/>
                    <a:pt x="152486" y="184910"/>
                  </a:cubicBezTo>
                  <a:cubicBezTo>
                    <a:pt x="152387" y="182425"/>
                    <a:pt x="151144" y="180392"/>
                    <a:pt x="149724" y="180392"/>
                  </a:cubicBezTo>
                  <a:cubicBezTo>
                    <a:pt x="145947" y="180392"/>
                    <a:pt x="146574" y="187032"/>
                    <a:pt x="150673" y="190434"/>
                  </a:cubicBezTo>
                  <a:cubicBezTo>
                    <a:pt x="153362" y="192666"/>
                    <a:pt x="154997" y="192406"/>
                    <a:pt x="157540" y="189342"/>
                  </a:cubicBezTo>
                  <a:cubicBezTo>
                    <a:pt x="159375" y="187130"/>
                    <a:pt x="162434" y="185918"/>
                    <a:pt x="164336" y="186648"/>
                  </a:cubicBezTo>
                  <a:cubicBezTo>
                    <a:pt x="166311" y="187405"/>
                    <a:pt x="167794" y="186256"/>
                    <a:pt x="167794" y="183969"/>
                  </a:cubicBezTo>
                  <a:cubicBezTo>
                    <a:pt x="167794" y="181765"/>
                    <a:pt x="169246" y="180451"/>
                    <a:pt x="171021" y="181048"/>
                  </a:cubicBezTo>
                  <a:cubicBezTo>
                    <a:pt x="178588" y="183594"/>
                    <a:pt x="167396" y="209728"/>
                    <a:pt x="159467" y="208029"/>
                  </a:cubicBezTo>
                  <a:cubicBezTo>
                    <a:pt x="155365" y="207150"/>
                    <a:pt x="151352" y="215489"/>
                    <a:pt x="153370" y="220699"/>
                  </a:cubicBezTo>
                  <a:cubicBezTo>
                    <a:pt x="155154" y="225305"/>
                    <a:pt x="155436" y="225324"/>
                    <a:pt x="158583" y="221050"/>
                  </a:cubicBezTo>
                  <a:cubicBezTo>
                    <a:pt x="160413" y="218566"/>
                    <a:pt x="164395" y="216533"/>
                    <a:pt x="167434" y="216533"/>
                  </a:cubicBezTo>
                  <a:cubicBezTo>
                    <a:pt x="174275" y="216533"/>
                    <a:pt x="174331" y="217740"/>
                    <a:pt x="167794" y="224277"/>
                  </a:cubicBezTo>
                  <a:cubicBezTo>
                    <a:pt x="164323" y="227748"/>
                    <a:pt x="162581" y="233035"/>
                    <a:pt x="162477" y="240411"/>
                  </a:cubicBezTo>
                  <a:cubicBezTo>
                    <a:pt x="162393" y="246445"/>
                    <a:pt x="161269" y="257191"/>
                    <a:pt x="159980" y="264290"/>
                  </a:cubicBezTo>
                  <a:cubicBezTo>
                    <a:pt x="158691" y="271389"/>
                    <a:pt x="156316" y="286490"/>
                    <a:pt x="154702" y="297848"/>
                  </a:cubicBezTo>
                  <a:cubicBezTo>
                    <a:pt x="152051" y="316511"/>
                    <a:pt x="147143" y="330254"/>
                    <a:pt x="147143" y="319016"/>
                  </a:cubicBezTo>
                  <a:cubicBezTo>
                    <a:pt x="147143" y="316603"/>
                    <a:pt x="145981" y="314628"/>
                    <a:pt x="144561" y="314628"/>
                  </a:cubicBezTo>
                  <a:cubicBezTo>
                    <a:pt x="143141" y="314628"/>
                    <a:pt x="142167" y="313757"/>
                    <a:pt x="142397" y="312692"/>
                  </a:cubicBezTo>
                  <a:cubicBezTo>
                    <a:pt x="143282" y="308582"/>
                    <a:pt x="136781" y="296556"/>
                    <a:pt x="133654" y="296518"/>
                  </a:cubicBezTo>
                  <a:cubicBezTo>
                    <a:pt x="125264" y="296417"/>
                    <a:pt x="123998" y="292782"/>
                    <a:pt x="127870" y="279915"/>
                  </a:cubicBezTo>
                  <a:cubicBezTo>
                    <a:pt x="132191" y="265558"/>
                    <a:pt x="132766" y="255255"/>
                    <a:pt x="129246" y="255255"/>
                  </a:cubicBezTo>
                  <a:cubicBezTo>
                    <a:pt x="127923" y="255255"/>
                    <a:pt x="126121" y="257518"/>
                    <a:pt x="125242" y="260285"/>
                  </a:cubicBezTo>
                  <a:cubicBezTo>
                    <a:pt x="124364" y="263052"/>
                    <a:pt x="121321" y="266054"/>
                    <a:pt x="118479" y="266956"/>
                  </a:cubicBezTo>
                  <a:cubicBezTo>
                    <a:pt x="114695" y="268157"/>
                    <a:pt x="114029" y="269460"/>
                    <a:pt x="115990" y="271823"/>
                  </a:cubicBezTo>
                  <a:cubicBezTo>
                    <a:pt x="120178" y="276868"/>
                    <a:pt x="111817" y="295346"/>
                    <a:pt x="103625" y="299151"/>
                  </a:cubicBezTo>
                  <a:cubicBezTo>
                    <a:pt x="99874" y="300894"/>
                    <a:pt x="95131" y="303139"/>
                    <a:pt x="93086" y="304140"/>
                  </a:cubicBezTo>
                  <a:cubicBezTo>
                    <a:pt x="91041" y="305142"/>
                    <a:pt x="88261" y="309364"/>
                    <a:pt x="86910" y="313522"/>
                  </a:cubicBezTo>
                  <a:cubicBezTo>
                    <a:pt x="85558" y="317680"/>
                    <a:pt x="82145" y="324374"/>
                    <a:pt x="79326" y="328399"/>
                  </a:cubicBezTo>
                  <a:cubicBezTo>
                    <a:pt x="76507" y="332423"/>
                    <a:pt x="72263" y="341130"/>
                    <a:pt x="69895" y="347747"/>
                  </a:cubicBezTo>
                  <a:cubicBezTo>
                    <a:pt x="65145" y="361024"/>
                    <a:pt x="59224" y="364095"/>
                    <a:pt x="51629" y="357222"/>
                  </a:cubicBezTo>
                  <a:cubicBezTo>
                    <a:pt x="44314" y="350602"/>
                    <a:pt x="37572" y="353221"/>
                    <a:pt x="36622" y="363051"/>
                  </a:cubicBezTo>
                  <a:cubicBezTo>
                    <a:pt x="35885" y="370676"/>
                    <a:pt x="35039" y="371420"/>
                    <a:pt x="27100" y="371420"/>
                  </a:cubicBezTo>
                  <a:cubicBezTo>
                    <a:pt x="18795" y="371420"/>
                    <a:pt x="18319" y="370905"/>
                    <a:pt x="16950" y="360449"/>
                  </a:cubicBezTo>
                  <a:close/>
                </a:path>
              </a:pathLst>
            </a:custGeom>
            <a:solidFill>
              <a:srgbClr val="B9B9B9"/>
            </a:solidFill>
            <a:ln w="5163" cap="flat">
              <a:noFill/>
              <a:prstDash val="solid"/>
              <a:miter/>
            </a:ln>
          </p:spPr>
          <p:txBody>
            <a:bodyPr/>
            <a:lstStyle/>
            <a:p>
              <a:endParaRPr lang="es-419" noProof="0" dirty="0"/>
            </a:p>
          </p:txBody>
        </p:sp>
        <p:sp>
          <p:nvSpPr>
            <p:cNvPr id="80" name="Forma libre: forma 79">
              <a:extLst>
                <a:ext uri="{FF2B5EF4-FFF2-40B4-BE49-F238E27FC236}">
                  <a16:creationId xmlns:a16="http://schemas.microsoft.com/office/drawing/2014/main" id="{84315871-058F-E89F-C012-158C6C03BBFE}"/>
                </a:ext>
              </a:extLst>
            </p:cNvPr>
            <p:cNvSpPr/>
            <p:nvPr/>
          </p:nvSpPr>
          <p:spPr>
            <a:xfrm>
              <a:off x="2598432" y="2301328"/>
              <a:ext cx="4301" cy="5162"/>
            </a:xfrm>
            <a:custGeom>
              <a:avLst/>
              <a:gdLst>
                <a:gd name="csX0" fmla="*/ 429 w 4301"/>
                <a:gd name="csY0" fmla="*/ 2581 h 5162"/>
                <a:gd name="csX1" fmla="*/ 1567 w 4301"/>
                <a:gd name="csY1" fmla="*/ 0 h 5162"/>
                <a:gd name="csX2" fmla="*/ 4301 w 4301"/>
                <a:gd name="csY2" fmla="*/ 2581 h 5162"/>
                <a:gd name="csX3" fmla="*/ 3163 w 4301"/>
                <a:gd name="csY3" fmla="*/ 5163 h 5162"/>
                <a:gd name="csX4" fmla="*/ 429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429" y="2581"/>
                  </a:moveTo>
                  <a:cubicBezTo>
                    <a:pt x="-448" y="1162"/>
                    <a:pt x="64" y="0"/>
                    <a:pt x="1567" y="0"/>
                  </a:cubicBezTo>
                  <a:cubicBezTo>
                    <a:pt x="3071" y="0"/>
                    <a:pt x="4301" y="1162"/>
                    <a:pt x="4301" y="2581"/>
                  </a:cubicBezTo>
                  <a:cubicBezTo>
                    <a:pt x="4301" y="4001"/>
                    <a:pt x="3789" y="5163"/>
                    <a:pt x="3163" y="5163"/>
                  </a:cubicBezTo>
                  <a:cubicBezTo>
                    <a:pt x="2537" y="5163"/>
                    <a:pt x="1307" y="4001"/>
                    <a:pt x="429" y="2581"/>
                  </a:cubicBezTo>
                  <a:close/>
                </a:path>
              </a:pathLst>
            </a:custGeom>
            <a:solidFill>
              <a:srgbClr val="B9B9B9"/>
            </a:solidFill>
            <a:ln w="5163" cap="flat">
              <a:noFill/>
              <a:prstDash val="solid"/>
              <a:miter/>
            </a:ln>
          </p:spPr>
          <p:txBody>
            <a:bodyPr/>
            <a:lstStyle/>
            <a:p>
              <a:endParaRPr lang="es-419" noProof="0" dirty="0"/>
            </a:p>
          </p:txBody>
        </p:sp>
        <p:sp>
          <p:nvSpPr>
            <p:cNvPr id="81" name="Forma libre: forma 80">
              <a:extLst>
                <a:ext uri="{FF2B5EF4-FFF2-40B4-BE49-F238E27FC236}">
                  <a16:creationId xmlns:a16="http://schemas.microsoft.com/office/drawing/2014/main" id="{5BC24B05-5F99-AE07-79C2-DB3B0139392D}"/>
                </a:ext>
              </a:extLst>
            </p:cNvPr>
            <p:cNvSpPr/>
            <p:nvPr/>
          </p:nvSpPr>
          <p:spPr>
            <a:xfrm>
              <a:off x="2631714" y="2178527"/>
              <a:ext cx="22197" cy="31992"/>
            </a:xfrm>
            <a:custGeom>
              <a:avLst/>
              <a:gdLst>
                <a:gd name="csX0" fmla="*/ 471 w 22197"/>
                <a:gd name="csY0" fmla="*/ 28899 h 31992"/>
                <a:gd name="csX1" fmla="*/ 9355 w 22197"/>
                <a:gd name="csY1" fmla="*/ 4976 h 31992"/>
                <a:gd name="csX2" fmla="*/ 18130 w 22197"/>
                <a:gd name="csY2" fmla="*/ 1262 h 31992"/>
                <a:gd name="csX3" fmla="*/ 15361 w 22197"/>
                <a:gd name="csY3" fmla="*/ 16772 h 31992"/>
                <a:gd name="csX4" fmla="*/ 471 w 22197"/>
                <a:gd name="csY4" fmla="*/ 28899 h 31992"/>
              </a:gdLst>
              <a:ahLst/>
              <a:cxnLst>
                <a:cxn ang="0">
                  <a:pos x="csX0" y="csY0"/>
                </a:cxn>
                <a:cxn ang="0">
                  <a:pos x="csX1" y="csY1"/>
                </a:cxn>
                <a:cxn ang="0">
                  <a:pos x="csX2" y="csY2"/>
                </a:cxn>
                <a:cxn ang="0">
                  <a:pos x="csX3" y="csY3"/>
                </a:cxn>
                <a:cxn ang="0">
                  <a:pos x="csX4" y="csY4"/>
                </a:cxn>
              </a:cxnLst>
              <a:rect l="l" t="t" r="r" b="b"/>
              <a:pathLst>
                <a:path w="22197" h="31992">
                  <a:moveTo>
                    <a:pt x="471" y="28899"/>
                  </a:moveTo>
                  <a:cubicBezTo>
                    <a:pt x="-1762" y="23078"/>
                    <a:pt x="4399" y="6487"/>
                    <a:pt x="9355" y="4976"/>
                  </a:cubicBezTo>
                  <a:cubicBezTo>
                    <a:pt x="11697" y="4262"/>
                    <a:pt x="15646" y="2591"/>
                    <a:pt x="18130" y="1262"/>
                  </a:cubicBezTo>
                  <a:cubicBezTo>
                    <a:pt x="24115" y="-1937"/>
                    <a:pt x="23741" y="160"/>
                    <a:pt x="15361" y="16772"/>
                  </a:cubicBezTo>
                  <a:cubicBezTo>
                    <a:pt x="7920" y="31524"/>
                    <a:pt x="3013" y="35521"/>
                    <a:pt x="471" y="28899"/>
                  </a:cubicBezTo>
                  <a:close/>
                </a:path>
              </a:pathLst>
            </a:custGeom>
            <a:solidFill>
              <a:srgbClr val="B9B9B9"/>
            </a:solidFill>
            <a:ln w="5163" cap="flat">
              <a:noFill/>
              <a:prstDash val="solid"/>
              <a:miter/>
            </a:ln>
          </p:spPr>
          <p:txBody>
            <a:bodyPr/>
            <a:lstStyle/>
            <a:p>
              <a:endParaRPr lang="es-419" noProof="0" dirty="0"/>
            </a:p>
          </p:txBody>
        </p:sp>
        <p:sp>
          <p:nvSpPr>
            <p:cNvPr id="82" name="Forma libre: forma 81">
              <a:extLst>
                <a:ext uri="{FF2B5EF4-FFF2-40B4-BE49-F238E27FC236}">
                  <a16:creationId xmlns:a16="http://schemas.microsoft.com/office/drawing/2014/main" id="{08903FA2-F3EE-F643-CD10-F5B7CB3230F2}"/>
                </a:ext>
              </a:extLst>
            </p:cNvPr>
            <p:cNvSpPr/>
            <p:nvPr/>
          </p:nvSpPr>
          <p:spPr>
            <a:xfrm>
              <a:off x="2646618" y="2128371"/>
              <a:ext cx="5162" cy="6756"/>
            </a:xfrm>
            <a:custGeom>
              <a:avLst/>
              <a:gdLst>
                <a:gd name="csX0" fmla="*/ 0 w 5162"/>
                <a:gd name="csY0" fmla="*/ 4025 h 6756"/>
                <a:gd name="csX1" fmla="*/ 2581 w 5162"/>
                <a:gd name="csY1" fmla="*/ 0 h 6756"/>
                <a:gd name="csX2" fmla="*/ 5163 w 5162"/>
                <a:gd name="csY2" fmla="*/ 2429 h 6756"/>
                <a:gd name="csX3" fmla="*/ 2581 w 5162"/>
                <a:gd name="csY3" fmla="*/ 6454 h 6756"/>
                <a:gd name="csX4" fmla="*/ 0 w 5162"/>
                <a:gd name="csY4" fmla="*/ 4025 h 6756"/>
              </a:gdLst>
              <a:ahLst/>
              <a:cxnLst>
                <a:cxn ang="0">
                  <a:pos x="csX0" y="csY0"/>
                </a:cxn>
                <a:cxn ang="0">
                  <a:pos x="csX1" y="csY1"/>
                </a:cxn>
                <a:cxn ang="0">
                  <a:pos x="csX2" y="csY2"/>
                </a:cxn>
                <a:cxn ang="0">
                  <a:pos x="csX3" y="csY3"/>
                </a:cxn>
                <a:cxn ang="0">
                  <a:pos x="csX4" y="csY4"/>
                </a:cxn>
              </a:cxnLst>
              <a:rect l="l" t="t" r="r" b="b"/>
              <a:pathLst>
                <a:path w="5162" h="6756">
                  <a:moveTo>
                    <a:pt x="0" y="4025"/>
                  </a:moveTo>
                  <a:cubicBezTo>
                    <a:pt x="0" y="1811"/>
                    <a:pt x="1162" y="0"/>
                    <a:pt x="2581" y="0"/>
                  </a:cubicBezTo>
                  <a:cubicBezTo>
                    <a:pt x="4001" y="0"/>
                    <a:pt x="5163" y="1093"/>
                    <a:pt x="5163" y="2429"/>
                  </a:cubicBezTo>
                  <a:cubicBezTo>
                    <a:pt x="5163" y="3765"/>
                    <a:pt x="4001" y="5576"/>
                    <a:pt x="2581" y="6454"/>
                  </a:cubicBezTo>
                  <a:cubicBezTo>
                    <a:pt x="1162" y="7331"/>
                    <a:pt x="0" y="6238"/>
                    <a:pt x="0" y="4025"/>
                  </a:cubicBezTo>
                  <a:close/>
                </a:path>
              </a:pathLst>
            </a:custGeom>
            <a:solidFill>
              <a:srgbClr val="B9B9B9"/>
            </a:solidFill>
            <a:ln w="5163" cap="flat">
              <a:noFill/>
              <a:prstDash val="solid"/>
              <a:miter/>
            </a:ln>
          </p:spPr>
          <p:txBody>
            <a:bodyPr/>
            <a:lstStyle/>
            <a:p>
              <a:endParaRPr lang="es-419" noProof="0" dirty="0"/>
            </a:p>
          </p:txBody>
        </p:sp>
        <p:sp>
          <p:nvSpPr>
            <p:cNvPr id="83" name="Forma libre: forma 82">
              <a:extLst>
                <a:ext uri="{FF2B5EF4-FFF2-40B4-BE49-F238E27FC236}">
                  <a16:creationId xmlns:a16="http://schemas.microsoft.com/office/drawing/2014/main" id="{8620CB07-4A68-4AD8-8BE0-C60E9F270AC7}"/>
                </a:ext>
              </a:extLst>
            </p:cNvPr>
            <p:cNvSpPr/>
            <p:nvPr/>
          </p:nvSpPr>
          <p:spPr>
            <a:xfrm>
              <a:off x="2646618" y="2110301"/>
              <a:ext cx="4301" cy="5162"/>
            </a:xfrm>
            <a:custGeom>
              <a:avLst/>
              <a:gdLst>
                <a:gd name="csX0" fmla="*/ 0 w 4301"/>
                <a:gd name="csY0" fmla="*/ 2581 h 5162"/>
                <a:gd name="csX1" fmla="*/ 1138 w 4301"/>
                <a:gd name="csY1" fmla="*/ 0 h 5162"/>
                <a:gd name="csX2" fmla="*/ 3872 w 4301"/>
                <a:gd name="csY2" fmla="*/ 2581 h 5162"/>
                <a:gd name="csX3" fmla="*/ 2734 w 4301"/>
                <a:gd name="csY3" fmla="*/ 5163 h 5162"/>
                <a:gd name="csX4" fmla="*/ 0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0" y="2581"/>
                  </a:moveTo>
                  <a:cubicBezTo>
                    <a:pt x="0" y="1162"/>
                    <a:pt x="512" y="0"/>
                    <a:pt x="1138" y="0"/>
                  </a:cubicBezTo>
                  <a:cubicBezTo>
                    <a:pt x="1765" y="0"/>
                    <a:pt x="2995" y="1162"/>
                    <a:pt x="3872" y="2581"/>
                  </a:cubicBezTo>
                  <a:cubicBezTo>
                    <a:pt x="4750" y="4001"/>
                    <a:pt x="4237" y="5163"/>
                    <a:pt x="2734" y="5163"/>
                  </a:cubicBezTo>
                  <a:cubicBezTo>
                    <a:pt x="1230" y="5163"/>
                    <a:pt x="0" y="4001"/>
                    <a:pt x="0" y="2581"/>
                  </a:cubicBezTo>
                  <a:close/>
                </a:path>
              </a:pathLst>
            </a:custGeom>
            <a:solidFill>
              <a:srgbClr val="B9B9B9"/>
            </a:solidFill>
            <a:ln w="5163" cap="flat">
              <a:noFill/>
              <a:prstDash val="solid"/>
              <a:miter/>
            </a:ln>
          </p:spPr>
          <p:txBody>
            <a:bodyPr/>
            <a:lstStyle/>
            <a:p>
              <a:endParaRPr lang="es-419" noProof="0" dirty="0"/>
            </a:p>
          </p:txBody>
        </p:sp>
      </p:grpSp>
      <p:grpSp>
        <p:nvGrpSpPr>
          <p:cNvPr id="84" name="Gráfico 39">
            <a:extLst>
              <a:ext uri="{FF2B5EF4-FFF2-40B4-BE49-F238E27FC236}">
                <a16:creationId xmlns:a16="http://schemas.microsoft.com/office/drawing/2014/main" id="{CFD9B20C-6803-9BA5-06F8-2219ADD5807C}"/>
              </a:ext>
            </a:extLst>
          </p:cNvPr>
          <p:cNvGrpSpPr/>
          <p:nvPr/>
        </p:nvGrpSpPr>
        <p:grpSpPr>
          <a:xfrm>
            <a:off x="924790" y="1999612"/>
            <a:ext cx="235561" cy="223008"/>
            <a:chOff x="924790" y="1999612"/>
            <a:chExt cx="235561" cy="223008"/>
          </a:xfrm>
          <a:solidFill>
            <a:srgbClr val="B9B9B9"/>
          </a:solidFill>
        </p:grpSpPr>
        <p:sp>
          <p:nvSpPr>
            <p:cNvPr id="85" name="Forma libre: forma 84">
              <a:extLst>
                <a:ext uri="{FF2B5EF4-FFF2-40B4-BE49-F238E27FC236}">
                  <a16:creationId xmlns:a16="http://schemas.microsoft.com/office/drawing/2014/main" id="{C2F7B600-FF84-36AD-15BD-A14CDBB90D64}"/>
                </a:ext>
              </a:extLst>
            </p:cNvPr>
            <p:cNvSpPr/>
            <p:nvPr/>
          </p:nvSpPr>
          <p:spPr>
            <a:xfrm>
              <a:off x="1018216" y="1999612"/>
              <a:ext cx="142135" cy="223008"/>
            </a:xfrm>
            <a:custGeom>
              <a:avLst/>
              <a:gdLst>
                <a:gd name="csX0" fmla="*/ 33142 w 142135"/>
                <a:gd name="csY0" fmla="*/ 222624 h 223008"/>
                <a:gd name="csX1" fmla="*/ 24030 w 142135"/>
                <a:gd name="csY1" fmla="*/ 217989 h 223008"/>
                <a:gd name="csX2" fmla="*/ 15077 w 142135"/>
                <a:gd name="csY2" fmla="*/ 214475 h 223008"/>
                <a:gd name="csX3" fmla="*/ 28065 w 142135"/>
                <a:gd name="csY3" fmla="*/ 199749 h 223008"/>
                <a:gd name="csX4" fmla="*/ 39623 w 142135"/>
                <a:gd name="csY4" fmla="*/ 181324 h 223008"/>
                <a:gd name="csX5" fmla="*/ 40552 w 142135"/>
                <a:gd name="csY5" fmla="*/ 163618 h 223008"/>
                <a:gd name="csX6" fmla="*/ 38270 w 142135"/>
                <a:gd name="csY6" fmla="*/ 146871 h 223008"/>
                <a:gd name="csX7" fmla="*/ 31342 w 142135"/>
                <a:gd name="csY7" fmla="*/ 141344 h 223008"/>
                <a:gd name="csX8" fmla="*/ 23064 w 142135"/>
                <a:gd name="csY8" fmla="*/ 130695 h 223008"/>
                <a:gd name="csX9" fmla="*/ 21238 w 142135"/>
                <a:gd name="csY9" fmla="*/ 121015 h 223008"/>
                <a:gd name="csX10" fmla="*/ 21448 w 142135"/>
                <a:gd name="csY10" fmla="*/ 110689 h 223008"/>
                <a:gd name="csX11" fmla="*/ 17417 w 142135"/>
                <a:gd name="csY11" fmla="*/ 113600 h 223008"/>
                <a:gd name="csX12" fmla="*/ 6090 w 142135"/>
                <a:gd name="csY12" fmla="*/ 75839 h 223008"/>
                <a:gd name="csX13" fmla="*/ 446 w 142135"/>
                <a:gd name="csY13" fmla="*/ 49379 h 223008"/>
                <a:gd name="csX14" fmla="*/ 1787 w 142135"/>
                <a:gd name="csY14" fmla="*/ 43571 h 223008"/>
                <a:gd name="csX15" fmla="*/ 4669 w 142135"/>
                <a:gd name="csY15" fmla="*/ 50173 h 223008"/>
                <a:gd name="csX16" fmla="*/ 15640 w 142135"/>
                <a:gd name="csY16" fmla="*/ 55981 h 223008"/>
                <a:gd name="csX17" fmla="*/ 25590 w 142135"/>
                <a:gd name="csY17" fmla="*/ 51315 h 223008"/>
                <a:gd name="csX18" fmla="*/ 21927 w 142135"/>
                <a:gd name="csY18" fmla="*/ 38128 h 223008"/>
                <a:gd name="csX19" fmla="*/ 25126 w 142135"/>
                <a:gd name="csY19" fmla="*/ 20612 h 223008"/>
                <a:gd name="csX20" fmla="*/ 29635 w 142135"/>
                <a:gd name="csY20" fmla="*/ 8944 h 223008"/>
                <a:gd name="csX21" fmla="*/ 56601 w 142135"/>
                <a:gd name="csY21" fmla="*/ 2664 h 223008"/>
                <a:gd name="csX22" fmla="*/ 68014 w 142135"/>
                <a:gd name="csY22" fmla="*/ 14926 h 223008"/>
                <a:gd name="csX23" fmla="*/ 70397 w 142135"/>
                <a:gd name="csY23" fmla="*/ 28730 h 223008"/>
                <a:gd name="csX24" fmla="*/ 64799 w 142135"/>
                <a:gd name="csY24" fmla="*/ 38367 h 223008"/>
                <a:gd name="csX25" fmla="*/ 76515 w 142135"/>
                <a:gd name="csY25" fmla="*/ 47199 h 223008"/>
                <a:gd name="csX26" fmla="*/ 95020 w 142135"/>
                <a:gd name="csY26" fmla="*/ 52596 h 223008"/>
                <a:gd name="csX27" fmla="*/ 116723 w 142135"/>
                <a:gd name="csY27" fmla="*/ 66052 h 223008"/>
                <a:gd name="csX28" fmla="*/ 125419 w 142135"/>
                <a:gd name="csY28" fmla="*/ 64641 h 223008"/>
                <a:gd name="csX29" fmla="*/ 121867 w 142135"/>
                <a:gd name="csY29" fmla="*/ 77984 h 223008"/>
                <a:gd name="csX30" fmla="*/ 126198 w 142135"/>
                <a:gd name="csY30" fmla="*/ 109560 h 223008"/>
                <a:gd name="csX31" fmla="*/ 132452 w 142135"/>
                <a:gd name="csY31" fmla="*/ 130811 h 223008"/>
                <a:gd name="csX32" fmla="*/ 137172 w 142135"/>
                <a:gd name="csY32" fmla="*/ 149525 h 223008"/>
                <a:gd name="csX33" fmla="*/ 126264 w 142135"/>
                <a:gd name="csY33" fmla="*/ 165042 h 223008"/>
                <a:gd name="csX34" fmla="*/ 119713 w 142135"/>
                <a:gd name="csY34" fmla="*/ 162318 h 223008"/>
                <a:gd name="csX35" fmla="*/ 122125 w 142135"/>
                <a:gd name="csY35" fmla="*/ 181310 h 223008"/>
                <a:gd name="csX36" fmla="*/ 122395 w 142135"/>
                <a:gd name="csY36" fmla="*/ 193071 h 223008"/>
                <a:gd name="csX37" fmla="*/ 117050 w 142135"/>
                <a:gd name="csY37" fmla="*/ 205350 h 223008"/>
                <a:gd name="csX38" fmla="*/ 115307 w 142135"/>
                <a:gd name="csY38" fmla="*/ 214639 h 223008"/>
                <a:gd name="csX39" fmla="*/ 105608 w 142135"/>
                <a:gd name="csY39" fmla="*/ 205168 h 223008"/>
                <a:gd name="csX40" fmla="*/ 70306 w 142135"/>
                <a:gd name="csY40" fmla="*/ 198146 h 223008"/>
                <a:gd name="csX41" fmla="*/ 57886 w 142135"/>
                <a:gd name="csY41" fmla="*/ 203581 h 223008"/>
                <a:gd name="csX42" fmla="*/ 42822 w 142135"/>
                <a:gd name="csY42" fmla="*/ 214552 h 223008"/>
                <a:gd name="csX43" fmla="*/ 33142 w 142135"/>
                <a:gd name="csY43" fmla="*/ 222624 h 2230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42135" h="223008">
                  <a:moveTo>
                    <a:pt x="33142" y="222624"/>
                  </a:moveTo>
                  <a:cubicBezTo>
                    <a:pt x="33100" y="221007"/>
                    <a:pt x="28999" y="218922"/>
                    <a:pt x="24030" y="217989"/>
                  </a:cubicBezTo>
                  <a:cubicBezTo>
                    <a:pt x="19061" y="217057"/>
                    <a:pt x="15032" y="215476"/>
                    <a:pt x="15077" y="214475"/>
                  </a:cubicBezTo>
                  <a:cubicBezTo>
                    <a:pt x="15123" y="213475"/>
                    <a:pt x="20967" y="206848"/>
                    <a:pt x="28065" y="199749"/>
                  </a:cubicBezTo>
                  <a:cubicBezTo>
                    <a:pt x="37756" y="190056"/>
                    <a:pt x="40635" y="185467"/>
                    <a:pt x="39623" y="181324"/>
                  </a:cubicBezTo>
                  <a:cubicBezTo>
                    <a:pt x="38882" y="178289"/>
                    <a:pt x="39300" y="170321"/>
                    <a:pt x="40552" y="163618"/>
                  </a:cubicBezTo>
                  <a:cubicBezTo>
                    <a:pt x="42457" y="153420"/>
                    <a:pt x="42085" y="150686"/>
                    <a:pt x="38270" y="146871"/>
                  </a:cubicBezTo>
                  <a:cubicBezTo>
                    <a:pt x="35762" y="144363"/>
                    <a:pt x="32644" y="141876"/>
                    <a:pt x="31342" y="141344"/>
                  </a:cubicBezTo>
                  <a:cubicBezTo>
                    <a:pt x="30039" y="140811"/>
                    <a:pt x="26314" y="136019"/>
                    <a:pt x="23064" y="130695"/>
                  </a:cubicBezTo>
                  <a:cubicBezTo>
                    <a:pt x="18146" y="122638"/>
                    <a:pt x="17840" y="121015"/>
                    <a:pt x="21238" y="121015"/>
                  </a:cubicBezTo>
                  <a:cubicBezTo>
                    <a:pt x="26407" y="121015"/>
                    <a:pt x="26532" y="114908"/>
                    <a:pt x="21448" y="110689"/>
                  </a:cubicBezTo>
                  <a:cubicBezTo>
                    <a:pt x="18195" y="107989"/>
                    <a:pt x="17551" y="108454"/>
                    <a:pt x="17417" y="113600"/>
                  </a:cubicBezTo>
                  <a:cubicBezTo>
                    <a:pt x="17202" y="121855"/>
                    <a:pt x="11362" y="102386"/>
                    <a:pt x="6090" y="75839"/>
                  </a:cubicBezTo>
                  <a:cubicBezTo>
                    <a:pt x="3834" y="64481"/>
                    <a:pt x="1295" y="52574"/>
                    <a:pt x="446" y="49379"/>
                  </a:cubicBezTo>
                  <a:cubicBezTo>
                    <a:pt x="-477" y="45903"/>
                    <a:pt x="61" y="43571"/>
                    <a:pt x="1787" y="43571"/>
                  </a:cubicBezTo>
                  <a:cubicBezTo>
                    <a:pt x="3372" y="43571"/>
                    <a:pt x="4669" y="46542"/>
                    <a:pt x="4669" y="50173"/>
                  </a:cubicBezTo>
                  <a:cubicBezTo>
                    <a:pt x="4669" y="56344"/>
                    <a:pt x="5386" y="56723"/>
                    <a:pt x="15640" y="55981"/>
                  </a:cubicBezTo>
                  <a:cubicBezTo>
                    <a:pt x="23894" y="55384"/>
                    <a:pt x="26358" y="54229"/>
                    <a:pt x="25590" y="51315"/>
                  </a:cubicBezTo>
                  <a:cubicBezTo>
                    <a:pt x="25028" y="49186"/>
                    <a:pt x="23380" y="43251"/>
                    <a:pt x="21927" y="38128"/>
                  </a:cubicBezTo>
                  <a:cubicBezTo>
                    <a:pt x="19644" y="30074"/>
                    <a:pt x="20076" y="27703"/>
                    <a:pt x="25126" y="20612"/>
                  </a:cubicBezTo>
                  <a:cubicBezTo>
                    <a:pt x="28338" y="16101"/>
                    <a:pt x="30367" y="10851"/>
                    <a:pt x="29635" y="8944"/>
                  </a:cubicBezTo>
                  <a:cubicBezTo>
                    <a:pt x="26306" y="269"/>
                    <a:pt x="38854" y="-2653"/>
                    <a:pt x="56601" y="2664"/>
                  </a:cubicBezTo>
                  <a:cubicBezTo>
                    <a:pt x="65243" y="5253"/>
                    <a:pt x="66731" y="6851"/>
                    <a:pt x="68014" y="14926"/>
                  </a:cubicBezTo>
                  <a:cubicBezTo>
                    <a:pt x="68826" y="20032"/>
                    <a:pt x="69898" y="26244"/>
                    <a:pt x="70397" y="28730"/>
                  </a:cubicBezTo>
                  <a:cubicBezTo>
                    <a:pt x="70908" y="31276"/>
                    <a:pt x="68463" y="35485"/>
                    <a:pt x="64799" y="38367"/>
                  </a:cubicBezTo>
                  <a:cubicBezTo>
                    <a:pt x="52677" y="47902"/>
                    <a:pt x="63675" y="56192"/>
                    <a:pt x="76515" y="47199"/>
                  </a:cubicBezTo>
                  <a:cubicBezTo>
                    <a:pt x="84862" y="41352"/>
                    <a:pt x="95020" y="44315"/>
                    <a:pt x="95020" y="52596"/>
                  </a:cubicBezTo>
                  <a:cubicBezTo>
                    <a:pt x="95020" y="61383"/>
                    <a:pt x="105491" y="67875"/>
                    <a:pt x="116723" y="66052"/>
                  </a:cubicBezTo>
                  <a:lnTo>
                    <a:pt x="125419" y="64641"/>
                  </a:lnTo>
                  <a:lnTo>
                    <a:pt x="121867" y="77984"/>
                  </a:lnTo>
                  <a:cubicBezTo>
                    <a:pt x="116766" y="97143"/>
                    <a:pt x="117305" y="101074"/>
                    <a:pt x="126198" y="109560"/>
                  </a:cubicBezTo>
                  <a:cubicBezTo>
                    <a:pt x="133696" y="116715"/>
                    <a:pt x="134049" y="117914"/>
                    <a:pt x="132452" y="130811"/>
                  </a:cubicBezTo>
                  <a:cubicBezTo>
                    <a:pt x="130905" y="143306"/>
                    <a:pt x="131310" y="144914"/>
                    <a:pt x="137172" y="149525"/>
                  </a:cubicBezTo>
                  <a:cubicBezTo>
                    <a:pt x="148350" y="158317"/>
                    <a:pt x="138877" y="171792"/>
                    <a:pt x="126264" y="165042"/>
                  </a:cubicBezTo>
                  <a:cubicBezTo>
                    <a:pt x="123464" y="163544"/>
                    <a:pt x="120516" y="162318"/>
                    <a:pt x="119713" y="162318"/>
                  </a:cubicBezTo>
                  <a:cubicBezTo>
                    <a:pt x="116537" y="162318"/>
                    <a:pt x="118487" y="177672"/>
                    <a:pt x="122125" y="181310"/>
                  </a:cubicBezTo>
                  <a:cubicBezTo>
                    <a:pt x="126947" y="186132"/>
                    <a:pt x="127019" y="189234"/>
                    <a:pt x="122395" y="193071"/>
                  </a:cubicBezTo>
                  <a:cubicBezTo>
                    <a:pt x="120414" y="194715"/>
                    <a:pt x="118009" y="200241"/>
                    <a:pt x="117050" y="205350"/>
                  </a:cubicBezTo>
                  <a:lnTo>
                    <a:pt x="115307" y="214639"/>
                  </a:lnTo>
                  <a:lnTo>
                    <a:pt x="105608" y="205168"/>
                  </a:lnTo>
                  <a:cubicBezTo>
                    <a:pt x="93087" y="192941"/>
                    <a:pt x="80185" y="190375"/>
                    <a:pt x="70306" y="198146"/>
                  </a:cubicBezTo>
                  <a:cubicBezTo>
                    <a:pt x="66478" y="201157"/>
                    <a:pt x="60889" y="203603"/>
                    <a:pt x="57886" y="203581"/>
                  </a:cubicBezTo>
                  <a:cubicBezTo>
                    <a:pt x="54649" y="203557"/>
                    <a:pt x="48516" y="208024"/>
                    <a:pt x="42822" y="214552"/>
                  </a:cubicBezTo>
                  <a:cubicBezTo>
                    <a:pt x="37540" y="220608"/>
                    <a:pt x="33184" y="224241"/>
                    <a:pt x="33142" y="222624"/>
                  </a:cubicBezTo>
                  <a:close/>
                </a:path>
              </a:pathLst>
            </a:custGeom>
            <a:solidFill>
              <a:srgbClr val="B9B9B9"/>
            </a:solidFill>
            <a:ln w="5163" cap="flat">
              <a:noFill/>
              <a:prstDash val="solid"/>
              <a:miter/>
            </a:ln>
          </p:spPr>
          <p:txBody>
            <a:bodyPr/>
            <a:lstStyle/>
            <a:p>
              <a:endParaRPr lang="es-419" noProof="0" dirty="0"/>
            </a:p>
          </p:txBody>
        </p:sp>
        <p:sp>
          <p:nvSpPr>
            <p:cNvPr id="86" name="Forma libre: forma 85">
              <a:extLst>
                <a:ext uri="{FF2B5EF4-FFF2-40B4-BE49-F238E27FC236}">
                  <a16:creationId xmlns:a16="http://schemas.microsoft.com/office/drawing/2014/main" id="{4DA43133-18B9-4E5E-4F55-8D25848819AD}"/>
                </a:ext>
              </a:extLst>
            </p:cNvPr>
            <p:cNvSpPr/>
            <p:nvPr/>
          </p:nvSpPr>
          <p:spPr>
            <a:xfrm>
              <a:off x="976738" y="2149266"/>
              <a:ext cx="9026" cy="7395"/>
            </a:xfrm>
            <a:custGeom>
              <a:avLst/>
              <a:gdLst>
                <a:gd name="csX0" fmla="*/ 866 w 9026"/>
                <a:gd name="csY0" fmla="*/ 4748 h 7395"/>
                <a:gd name="csX1" fmla="*/ 6187 w 9026"/>
                <a:gd name="csY1" fmla="*/ 710 h 7395"/>
                <a:gd name="csX2" fmla="*/ 8728 w 9026"/>
                <a:gd name="csY2" fmla="*/ 4901 h 7395"/>
                <a:gd name="csX3" fmla="*/ 866 w 9026"/>
                <a:gd name="csY3" fmla="*/ 4748 h 7395"/>
              </a:gdLst>
              <a:ahLst/>
              <a:cxnLst>
                <a:cxn ang="0">
                  <a:pos x="csX0" y="csY0"/>
                </a:cxn>
                <a:cxn ang="0">
                  <a:pos x="csX1" y="csY1"/>
                </a:cxn>
                <a:cxn ang="0">
                  <a:pos x="csX2" y="csY2"/>
                </a:cxn>
                <a:cxn ang="0">
                  <a:pos x="csX3" y="csY3"/>
                </a:cxn>
              </a:cxnLst>
              <a:rect l="l" t="t" r="r" b="b"/>
              <a:pathLst>
                <a:path w="9026" h="7395">
                  <a:moveTo>
                    <a:pt x="866" y="4748"/>
                  </a:moveTo>
                  <a:cubicBezTo>
                    <a:pt x="-1510" y="904"/>
                    <a:pt x="1245" y="-1186"/>
                    <a:pt x="6187" y="710"/>
                  </a:cubicBezTo>
                  <a:cubicBezTo>
                    <a:pt x="8468" y="1586"/>
                    <a:pt x="9611" y="3472"/>
                    <a:pt x="8728" y="4901"/>
                  </a:cubicBezTo>
                  <a:cubicBezTo>
                    <a:pt x="6635" y="8287"/>
                    <a:pt x="3009" y="8216"/>
                    <a:pt x="866" y="4748"/>
                  </a:cubicBezTo>
                  <a:close/>
                </a:path>
              </a:pathLst>
            </a:custGeom>
            <a:solidFill>
              <a:srgbClr val="B9B9B9"/>
            </a:solidFill>
            <a:ln w="5163" cap="flat">
              <a:noFill/>
              <a:prstDash val="solid"/>
              <a:miter/>
            </a:ln>
          </p:spPr>
          <p:txBody>
            <a:bodyPr/>
            <a:lstStyle/>
            <a:p>
              <a:endParaRPr lang="es-419" noProof="0" dirty="0"/>
            </a:p>
          </p:txBody>
        </p:sp>
        <p:sp>
          <p:nvSpPr>
            <p:cNvPr id="87" name="Forma libre: forma 86">
              <a:extLst>
                <a:ext uri="{FF2B5EF4-FFF2-40B4-BE49-F238E27FC236}">
                  <a16:creationId xmlns:a16="http://schemas.microsoft.com/office/drawing/2014/main" id="{D89A5829-33BA-F239-0C7A-242B0F71C6F5}"/>
                </a:ext>
              </a:extLst>
            </p:cNvPr>
            <p:cNvSpPr/>
            <p:nvPr/>
          </p:nvSpPr>
          <p:spPr>
            <a:xfrm>
              <a:off x="958388" y="2135665"/>
              <a:ext cx="19364" cy="11047"/>
            </a:xfrm>
            <a:custGeom>
              <a:avLst/>
              <a:gdLst>
                <a:gd name="csX0" fmla="*/ 0 w 19364"/>
                <a:gd name="csY0" fmla="*/ 8841 h 11047"/>
                <a:gd name="csX1" fmla="*/ 17408 w 19364"/>
                <a:gd name="csY1" fmla="*/ 154 h 11047"/>
                <a:gd name="csX2" fmla="*/ 17432 w 19364"/>
                <a:gd name="csY2" fmla="*/ 5614 h 11047"/>
                <a:gd name="csX3" fmla="*/ 0 w 19364"/>
                <a:gd name="csY3" fmla="*/ 8841 h 11047"/>
              </a:gdLst>
              <a:ahLst/>
              <a:cxnLst>
                <a:cxn ang="0">
                  <a:pos x="csX0" y="csY0"/>
                </a:cxn>
                <a:cxn ang="0">
                  <a:pos x="csX1" y="csY1"/>
                </a:cxn>
                <a:cxn ang="0">
                  <a:pos x="csX2" y="csY2"/>
                </a:cxn>
                <a:cxn ang="0">
                  <a:pos x="csX3" y="csY3"/>
                </a:cxn>
              </a:cxnLst>
              <a:rect l="l" t="t" r="r" b="b"/>
              <a:pathLst>
                <a:path w="19364" h="11047">
                  <a:moveTo>
                    <a:pt x="0" y="8841"/>
                  </a:moveTo>
                  <a:cubicBezTo>
                    <a:pt x="126" y="2682"/>
                    <a:pt x="7086" y="-791"/>
                    <a:pt x="17408" y="154"/>
                  </a:cubicBezTo>
                  <a:cubicBezTo>
                    <a:pt x="20010" y="392"/>
                    <a:pt x="20015" y="1478"/>
                    <a:pt x="17432" y="5614"/>
                  </a:cubicBezTo>
                  <a:cubicBezTo>
                    <a:pt x="14357" y="10538"/>
                    <a:pt x="-89" y="13212"/>
                    <a:pt x="0" y="8841"/>
                  </a:cubicBezTo>
                  <a:close/>
                </a:path>
              </a:pathLst>
            </a:custGeom>
            <a:solidFill>
              <a:srgbClr val="B9B9B9"/>
            </a:solidFill>
            <a:ln w="5163" cap="flat">
              <a:noFill/>
              <a:prstDash val="solid"/>
              <a:miter/>
            </a:ln>
          </p:spPr>
          <p:txBody>
            <a:bodyPr/>
            <a:lstStyle/>
            <a:p>
              <a:endParaRPr lang="es-419" noProof="0" dirty="0"/>
            </a:p>
          </p:txBody>
        </p:sp>
        <p:sp>
          <p:nvSpPr>
            <p:cNvPr id="88" name="Forma libre: forma 87">
              <a:extLst>
                <a:ext uri="{FF2B5EF4-FFF2-40B4-BE49-F238E27FC236}">
                  <a16:creationId xmlns:a16="http://schemas.microsoft.com/office/drawing/2014/main" id="{9B8A6658-2F3F-0F8D-8945-BE8A4CC54300}"/>
                </a:ext>
              </a:extLst>
            </p:cNvPr>
            <p:cNvSpPr/>
            <p:nvPr/>
          </p:nvSpPr>
          <p:spPr>
            <a:xfrm>
              <a:off x="938010" y="2110987"/>
              <a:ext cx="18997" cy="19965"/>
            </a:xfrm>
            <a:custGeom>
              <a:avLst/>
              <a:gdLst>
                <a:gd name="csX0" fmla="*/ 2787 w 18997"/>
                <a:gd name="csY0" fmla="*/ 11392 h 19965"/>
                <a:gd name="csX1" fmla="*/ 4678 w 18997"/>
                <a:gd name="csY1" fmla="*/ 36 h 19965"/>
                <a:gd name="csX2" fmla="*/ 17544 w 18997"/>
                <a:gd name="csY2" fmla="*/ 12951 h 19965"/>
                <a:gd name="csX3" fmla="*/ 13049 w 18997"/>
                <a:gd name="csY3" fmla="*/ 19965 h 19965"/>
                <a:gd name="csX4" fmla="*/ 2787 w 18997"/>
                <a:gd name="csY4" fmla="*/ 11392 h 19965"/>
              </a:gdLst>
              <a:ahLst/>
              <a:cxnLst>
                <a:cxn ang="0">
                  <a:pos x="csX0" y="csY0"/>
                </a:cxn>
                <a:cxn ang="0">
                  <a:pos x="csX1" y="csY1"/>
                </a:cxn>
                <a:cxn ang="0">
                  <a:pos x="csX2" y="csY2"/>
                </a:cxn>
                <a:cxn ang="0">
                  <a:pos x="csX3" y="csY3"/>
                </a:cxn>
                <a:cxn ang="0">
                  <a:pos x="csX4" y="csY4"/>
                </a:cxn>
              </a:cxnLst>
              <a:rect l="l" t="t" r="r" b="b"/>
              <a:pathLst>
                <a:path w="18997" h="19965">
                  <a:moveTo>
                    <a:pt x="2787" y="11392"/>
                  </a:moveTo>
                  <a:cubicBezTo>
                    <a:pt x="-1192" y="389"/>
                    <a:pt x="-1207" y="479"/>
                    <a:pt x="4678" y="36"/>
                  </a:cubicBezTo>
                  <a:cubicBezTo>
                    <a:pt x="10396" y="-395"/>
                    <a:pt x="13750" y="2973"/>
                    <a:pt x="17544" y="12951"/>
                  </a:cubicBezTo>
                  <a:cubicBezTo>
                    <a:pt x="20048" y="19537"/>
                    <a:pt x="19774" y="19965"/>
                    <a:pt x="13049" y="19965"/>
                  </a:cubicBezTo>
                  <a:cubicBezTo>
                    <a:pt x="7281" y="19965"/>
                    <a:pt x="5284" y="18297"/>
                    <a:pt x="2787" y="11392"/>
                  </a:cubicBezTo>
                  <a:close/>
                </a:path>
              </a:pathLst>
            </a:custGeom>
            <a:solidFill>
              <a:srgbClr val="B9B9B9"/>
            </a:solidFill>
            <a:ln w="5163" cap="flat">
              <a:noFill/>
              <a:prstDash val="solid"/>
              <a:miter/>
            </a:ln>
          </p:spPr>
          <p:txBody>
            <a:bodyPr/>
            <a:lstStyle/>
            <a:p>
              <a:endParaRPr lang="es-419" noProof="0" dirty="0"/>
            </a:p>
          </p:txBody>
        </p:sp>
        <p:sp>
          <p:nvSpPr>
            <p:cNvPr id="89" name="Forma libre: forma 88">
              <a:extLst>
                <a:ext uri="{FF2B5EF4-FFF2-40B4-BE49-F238E27FC236}">
                  <a16:creationId xmlns:a16="http://schemas.microsoft.com/office/drawing/2014/main" id="{737A9CBA-C458-642A-5158-3D95AD49D59A}"/>
                </a:ext>
              </a:extLst>
            </p:cNvPr>
            <p:cNvSpPr/>
            <p:nvPr/>
          </p:nvSpPr>
          <p:spPr>
            <a:xfrm>
              <a:off x="924790" y="2098451"/>
              <a:ext cx="5162" cy="9268"/>
            </a:xfrm>
            <a:custGeom>
              <a:avLst/>
              <a:gdLst>
                <a:gd name="csX0" fmla="*/ 0 w 5162"/>
                <a:gd name="csY0" fmla="*/ 3953 h 9268"/>
                <a:gd name="csX1" fmla="*/ 2581 w 5162"/>
                <a:gd name="csY1" fmla="*/ 233 h 9268"/>
                <a:gd name="csX2" fmla="*/ 5163 w 5162"/>
                <a:gd name="csY2" fmla="*/ 5549 h 9268"/>
                <a:gd name="csX3" fmla="*/ 2581 w 5162"/>
                <a:gd name="csY3" fmla="*/ 9269 h 9268"/>
                <a:gd name="csX4" fmla="*/ 0 w 5162"/>
                <a:gd name="csY4" fmla="*/ 3953 h 9268"/>
              </a:gdLst>
              <a:ahLst/>
              <a:cxnLst>
                <a:cxn ang="0">
                  <a:pos x="csX0" y="csY0"/>
                </a:cxn>
                <a:cxn ang="0">
                  <a:pos x="csX1" y="csY1"/>
                </a:cxn>
                <a:cxn ang="0">
                  <a:pos x="csX2" y="csY2"/>
                </a:cxn>
                <a:cxn ang="0">
                  <a:pos x="csX3" y="csY3"/>
                </a:cxn>
                <a:cxn ang="0">
                  <a:pos x="csX4" y="csY4"/>
                </a:cxn>
              </a:cxnLst>
              <a:rect l="l" t="t" r="r" b="b"/>
              <a:pathLst>
                <a:path w="5162" h="9268">
                  <a:moveTo>
                    <a:pt x="0" y="3953"/>
                  </a:moveTo>
                  <a:cubicBezTo>
                    <a:pt x="0" y="1030"/>
                    <a:pt x="1162" y="-644"/>
                    <a:pt x="2581" y="233"/>
                  </a:cubicBezTo>
                  <a:cubicBezTo>
                    <a:pt x="4001" y="1111"/>
                    <a:pt x="5163" y="3503"/>
                    <a:pt x="5163" y="5549"/>
                  </a:cubicBezTo>
                  <a:cubicBezTo>
                    <a:pt x="5163" y="7595"/>
                    <a:pt x="4001" y="9269"/>
                    <a:pt x="2581" y="9269"/>
                  </a:cubicBezTo>
                  <a:cubicBezTo>
                    <a:pt x="1162" y="9269"/>
                    <a:pt x="0" y="6877"/>
                    <a:pt x="0" y="3953"/>
                  </a:cubicBezTo>
                  <a:close/>
                </a:path>
              </a:pathLst>
            </a:custGeom>
            <a:solidFill>
              <a:srgbClr val="B9B9B9"/>
            </a:solidFill>
            <a:ln w="5163" cap="flat">
              <a:noFill/>
              <a:prstDash val="solid"/>
              <a:miter/>
            </a:ln>
          </p:spPr>
          <p:txBody>
            <a:bodyPr/>
            <a:lstStyle/>
            <a:p>
              <a:endParaRPr lang="es-419" noProof="0" dirty="0"/>
            </a:p>
          </p:txBody>
        </p:sp>
      </p:grpSp>
      <p:grpSp>
        <p:nvGrpSpPr>
          <p:cNvPr id="90" name="Gráfico 39">
            <a:extLst>
              <a:ext uri="{FF2B5EF4-FFF2-40B4-BE49-F238E27FC236}">
                <a16:creationId xmlns:a16="http://schemas.microsoft.com/office/drawing/2014/main" id="{B87297A9-1F18-D4FF-7E72-08B463E66C4E}"/>
              </a:ext>
            </a:extLst>
          </p:cNvPr>
          <p:cNvGrpSpPr/>
          <p:nvPr/>
        </p:nvGrpSpPr>
        <p:grpSpPr>
          <a:xfrm>
            <a:off x="281340" y="1474182"/>
            <a:ext cx="428841" cy="522535"/>
            <a:chOff x="281340" y="1474182"/>
            <a:chExt cx="428841" cy="522535"/>
          </a:xfrm>
          <a:solidFill>
            <a:srgbClr val="B9B9B9"/>
          </a:solidFill>
        </p:grpSpPr>
        <p:grpSp>
          <p:nvGrpSpPr>
            <p:cNvPr id="91" name="Gráfico 39">
              <a:extLst>
                <a:ext uri="{FF2B5EF4-FFF2-40B4-BE49-F238E27FC236}">
                  <a16:creationId xmlns:a16="http://schemas.microsoft.com/office/drawing/2014/main" id="{87AB4DDF-B0AF-E99A-15E9-DE958393C482}"/>
                </a:ext>
              </a:extLst>
            </p:cNvPr>
            <p:cNvGrpSpPr/>
            <p:nvPr/>
          </p:nvGrpSpPr>
          <p:grpSpPr>
            <a:xfrm>
              <a:off x="281340" y="1474182"/>
              <a:ext cx="428841" cy="522535"/>
              <a:chOff x="281340" y="1474182"/>
              <a:chExt cx="428841" cy="522535"/>
            </a:xfrm>
            <a:solidFill>
              <a:srgbClr val="B9B9B9"/>
            </a:solidFill>
          </p:grpSpPr>
          <p:sp>
            <p:nvSpPr>
              <p:cNvPr id="92" name="Forma libre: forma 91">
                <a:extLst>
                  <a:ext uri="{FF2B5EF4-FFF2-40B4-BE49-F238E27FC236}">
                    <a16:creationId xmlns:a16="http://schemas.microsoft.com/office/drawing/2014/main" id="{CD3529EB-751A-DA9F-9F23-917FB9607E49}"/>
                  </a:ext>
                </a:extLst>
              </p:cNvPr>
              <p:cNvSpPr/>
              <p:nvPr/>
            </p:nvSpPr>
            <p:spPr>
              <a:xfrm>
                <a:off x="281340" y="1474182"/>
                <a:ext cx="428841" cy="522535"/>
              </a:xfrm>
              <a:custGeom>
                <a:avLst/>
                <a:gdLst>
                  <a:gd name="csX0" fmla="*/ 375000 w 428841"/>
                  <a:gd name="csY0" fmla="*/ 516104 h 522535"/>
                  <a:gd name="csX1" fmla="*/ 367101 w 428841"/>
                  <a:gd name="csY1" fmla="*/ 496098 h 522535"/>
                  <a:gd name="csX2" fmla="*/ 357849 w 428841"/>
                  <a:gd name="csY2" fmla="*/ 467300 h 522535"/>
                  <a:gd name="csX3" fmla="*/ 337807 w 428841"/>
                  <a:gd name="csY3" fmla="*/ 445109 h 522535"/>
                  <a:gd name="csX4" fmla="*/ 320489 w 428841"/>
                  <a:gd name="csY4" fmla="*/ 429036 h 522535"/>
                  <a:gd name="csX5" fmla="*/ 269809 w 428841"/>
                  <a:gd name="csY5" fmla="*/ 379110 h 522535"/>
                  <a:gd name="csX6" fmla="*/ 248488 w 428841"/>
                  <a:gd name="csY6" fmla="*/ 370097 h 522535"/>
                  <a:gd name="csX7" fmla="*/ 256878 w 428841"/>
                  <a:gd name="csY7" fmla="*/ 370327 h 522535"/>
                  <a:gd name="csX8" fmla="*/ 265267 w 428841"/>
                  <a:gd name="csY8" fmla="*/ 372646 h 522535"/>
                  <a:gd name="csX9" fmla="*/ 258168 w 428841"/>
                  <a:gd name="csY9" fmla="*/ 366399 h 522535"/>
                  <a:gd name="csX10" fmla="*/ 251069 w 428841"/>
                  <a:gd name="csY10" fmla="*/ 355305 h 522535"/>
                  <a:gd name="csX11" fmla="*/ 237556 w 428841"/>
                  <a:gd name="csY11" fmla="*/ 353450 h 522535"/>
                  <a:gd name="csX12" fmla="*/ 235538 w 428841"/>
                  <a:gd name="csY12" fmla="*/ 349578 h 522535"/>
                  <a:gd name="csX13" fmla="*/ 231626 w 428841"/>
                  <a:gd name="csY13" fmla="*/ 338114 h 522535"/>
                  <a:gd name="csX14" fmla="*/ 227531 w 428841"/>
                  <a:gd name="csY14" fmla="*/ 327788 h 522535"/>
                  <a:gd name="csX15" fmla="*/ 225255 w 428841"/>
                  <a:gd name="csY15" fmla="*/ 330217 h 522535"/>
                  <a:gd name="csX16" fmla="*/ 222797 w 428841"/>
                  <a:gd name="csY16" fmla="*/ 331508 h 522535"/>
                  <a:gd name="csX17" fmla="*/ 220276 w 428841"/>
                  <a:gd name="csY17" fmla="*/ 330217 h 522535"/>
                  <a:gd name="csX18" fmla="*/ 216375 w 428841"/>
                  <a:gd name="csY18" fmla="*/ 326968 h 522535"/>
                  <a:gd name="csX19" fmla="*/ 212138 w 428841"/>
                  <a:gd name="csY19" fmla="*/ 320021 h 522535"/>
                  <a:gd name="csX20" fmla="*/ 209766 w 428841"/>
                  <a:gd name="csY20" fmla="*/ 317462 h 522535"/>
                  <a:gd name="csX21" fmla="*/ 212670 w 428841"/>
                  <a:gd name="csY21" fmla="*/ 314083 h 522535"/>
                  <a:gd name="csX22" fmla="*/ 216877 w 428841"/>
                  <a:gd name="csY22" fmla="*/ 311142 h 522535"/>
                  <a:gd name="csX23" fmla="*/ 215264 w 428841"/>
                  <a:gd name="csY23" fmla="*/ 309359 h 522535"/>
                  <a:gd name="csX24" fmla="*/ 217511 w 428841"/>
                  <a:gd name="csY24" fmla="*/ 291496 h 522535"/>
                  <a:gd name="csX25" fmla="*/ 222673 w 428841"/>
                  <a:gd name="csY25" fmla="*/ 271731 h 522535"/>
                  <a:gd name="csX26" fmla="*/ 225571 w 428841"/>
                  <a:gd name="csY26" fmla="*/ 266972 h 522535"/>
                  <a:gd name="csX27" fmla="*/ 225255 w 428841"/>
                  <a:gd name="csY27" fmla="*/ 263100 h 522535"/>
                  <a:gd name="csX28" fmla="*/ 224939 w 428841"/>
                  <a:gd name="csY28" fmla="*/ 259227 h 522535"/>
                  <a:gd name="csX29" fmla="*/ 227470 w 428841"/>
                  <a:gd name="csY29" fmla="*/ 246966 h 522535"/>
                  <a:gd name="csX30" fmla="*/ 227104 w 428841"/>
                  <a:gd name="csY30" fmla="*/ 234704 h 522535"/>
                  <a:gd name="csX31" fmla="*/ 225255 w 428841"/>
                  <a:gd name="csY31" fmla="*/ 245029 h 522535"/>
                  <a:gd name="csX32" fmla="*/ 222926 w 428841"/>
                  <a:gd name="csY32" fmla="*/ 241157 h 522535"/>
                  <a:gd name="csX33" fmla="*/ 213514 w 428841"/>
                  <a:gd name="csY33" fmla="*/ 204198 h 522535"/>
                  <a:gd name="csX34" fmla="*/ 207511 w 428841"/>
                  <a:gd name="csY34" fmla="*/ 195911 h 522535"/>
                  <a:gd name="csX35" fmla="*/ 199366 w 428841"/>
                  <a:gd name="csY35" fmla="*/ 188261 h 522535"/>
                  <a:gd name="csX36" fmla="*/ 189814 w 428841"/>
                  <a:gd name="csY36" fmla="*/ 185143 h 522535"/>
                  <a:gd name="csX37" fmla="*/ 177824 w 428841"/>
                  <a:gd name="csY37" fmla="*/ 176701 h 522535"/>
                  <a:gd name="csX38" fmla="*/ 173385 w 428841"/>
                  <a:gd name="csY38" fmla="*/ 171969 h 522535"/>
                  <a:gd name="csX39" fmla="*/ 172244 w 428841"/>
                  <a:gd name="csY39" fmla="*/ 166295 h 522535"/>
                  <a:gd name="csX40" fmla="*/ 157189 w 428841"/>
                  <a:gd name="csY40" fmla="*/ 154717 h 522535"/>
                  <a:gd name="csX41" fmla="*/ 154290 w 428841"/>
                  <a:gd name="csY41" fmla="*/ 143110 h 522535"/>
                  <a:gd name="csX42" fmla="*/ 153437 w 428841"/>
                  <a:gd name="csY42" fmla="*/ 130888 h 522535"/>
                  <a:gd name="csX43" fmla="*/ 150373 w 428841"/>
                  <a:gd name="csY43" fmla="*/ 128835 h 522535"/>
                  <a:gd name="csX44" fmla="*/ 148457 w 428841"/>
                  <a:gd name="csY44" fmla="*/ 125777 h 522535"/>
                  <a:gd name="csX45" fmla="*/ 150890 w 428841"/>
                  <a:gd name="csY45" fmla="*/ 109503 h 522535"/>
                  <a:gd name="csX46" fmla="*/ 144325 w 428841"/>
                  <a:gd name="csY46" fmla="*/ 119656 h 522535"/>
                  <a:gd name="csX47" fmla="*/ 132054 w 428841"/>
                  <a:gd name="csY47" fmla="*/ 127093 h 522535"/>
                  <a:gd name="csX48" fmla="*/ 125630 w 428841"/>
                  <a:gd name="csY48" fmla="*/ 120812 h 522535"/>
                  <a:gd name="csX49" fmla="*/ 123207 w 428841"/>
                  <a:gd name="csY49" fmla="*/ 117248 h 522535"/>
                  <a:gd name="csX50" fmla="*/ 119415 w 428841"/>
                  <a:gd name="csY50" fmla="*/ 121894 h 522535"/>
                  <a:gd name="csX51" fmla="*/ 116519 w 428841"/>
                  <a:gd name="csY51" fmla="*/ 129437 h 522535"/>
                  <a:gd name="csX52" fmla="*/ 107977 w 428841"/>
                  <a:gd name="csY52" fmla="*/ 127285 h 522535"/>
                  <a:gd name="csX53" fmla="*/ 105433 w 428841"/>
                  <a:gd name="csY53" fmla="*/ 123427 h 522535"/>
                  <a:gd name="csX54" fmla="*/ 96024 w 428841"/>
                  <a:gd name="csY54" fmla="*/ 113119 h 522535"/>
                  <a:gd name="csX55" fmla="*/ 84566 w 428841"/>
                  <a:gd name="csY55" fmla="*/ 104340 h 522535"/>
                  <a:gd name="csX56" fmla="*/ 73108 w 428841"/>
                  <a:gd name="csY56" fmla="*/ 95562 h 522535"/>
                  <a:gd name="csX57" fmla="*/ 56725 w 428841"/>
                  <a:gd name="csY57" fmla="*/ 85124 h 522535"/>
                  <a:gd name="csX58" fmla="*/ 41890 w 428841"/>
                  <a:gd name="csY58" fmla="*/ 66163 h 522535"/>
                  <a:gd name="csX59" fmla="*/ 28677 w 428841"/>
                  <a:gd name="csY59" fmla="*/ 46701 h 522535"/>
                  <a:gd name="csX60" fmla="*/ 19131 w 428841"/>
                  <a:gd name="csY60" fmla="*/ 37238 h 522535"/>
                  <a:gd name="csX61" fmla="*/ 12905 w 428841"/>
                  <a:gd name="csY61" fmla="*/ 29478 h 522535"/>
                  <a:gd name="csX62" fmla="*/ 565 w 428841"/>
                  <a:gd name="csY62" fmla="*/ 12763 h 522535"/>
                  <a:gd name="csX63" fmla="*/ 24931 w 428841"/>
                  <a:gd name="csY63" fmla="*/ 17586 h 522535"/>
                  <a:gd name="csX64" fmla="*/ 53740 w 428841"/>
                  <a:gd name="csY64" fmla="*/ 17944 h 522535"/>
                  <a:gd name="csX65" fmla="*/ 62623 w 428841"/>
                  <a:gd name="csY65" fmla="*/ 19236 h 522535"/>
                  <a:gd name="csX66" fmla="*/ 68432 w 428841"/>
                  <a:gd name="csY66" fmla="*/ 26677 h 522535"/>
                  <a:gd name="csX67" fmla="*/ 76711 w 428841"/>
                  <a:gd name="csY67" fmla="*/ 24137 h 522535"/>
                  <a:gd name="csX68" fmla="*/ 79251 w 428841"/>
                  <a:gd name="csY68" fmla="*/ 21734 h 522535"/>
                  <a:gd name="csX69" fmla="*/ 83275 w 428841"/>
                  <a:gd name="csY69" fmla="*/ 19103 h 522535"/>
                  <a:gd name="csX70" fmla="*/ 76792 w 428841"/>
                  <a:gd name="csY70" fmla="*/ 18100 h 522535"/>
                  <a:gd name="csX71" fmla="*/ 72078 w 428841"/>
                  <a:gd name="csY71" fmla="*/ 15119 h 522535"/>
                  <a:gd name="csX72" fmla="*/ 69501 w 428841"/>
                  <a:gd name="csY72" fmla="*/ 12179 h 522535"/>
                  <a:gd name="csX73" fmla="*/ 70989 w 428841"/>
                  <a:gd name="csY73" fmla="*/ 5916 h 522535"/>
                  <a:gd name="csX74" fmla="*/ 77646 w 428841"/>
                  <a:gd name="csY74" fmla="*/ 3402 h 522535"/>
                  <a:gd name="csX75" fmla="*/ 139275 w 428841"/>
                  <a:gd name="csY75" fmla="*/ 15638 h 522535"/>
                  <a:gd name="csX76" fmla="*/ 187630 w 428841"/>
                  <a:gd name="csY76" fmla="*/ 22047 h 522535"/>
                  <a:gd name="csX77" fmla="*/ 207209 w 428841"/>
                  <a:gd name="csY77" fmla="*/ 56596 h 522535"/>
                  <a:gd name="csX78" fmla="*/ 227114 w 428841"/>
                  <a:gd name="csY78" fmla="*/ 93147 h 522535"/>
                  <a:gd name="csX79" fmla="*/ 237157 w 428841"/>
                  <a:gd name="csY79" fmla="*/ 106748 h 522535"/>
                  <a:gd name="csX80" fmla="*/ 244314 w 428841"/>
                  <a:gd name="csY80" fmla="*/ 119404 h 522535"/>
                  <a:gd name="csX81" fmla="*/ 245646 w 428841"/>
                  <a:gd name="csY81" fmla="*/ 128703 h 522535"/>
                  <a:gd name="csX82" fmla="*/ 248545 w 428841"/>
                  <a:gd name="csY82" fmla="*/ 142569 h 522535"/>
                  <a:gd name="csX83" fmla="*/ 261330 w 428841"/>
                  <a:gd name="csY83" fmla="*/ 164801 h 522535"/>
                  <a:gd name="csX84" fmla="*/ 258888 w 428841"/>
                  <a:gd name="csY84" fmla="*/ 155359 h 522535"/>
                  <a:gd name="csX85" fmla="*/ 255800 w 428841"/>
                  <a:gd name="csY85" fmla="*/ 130155 h 522535"/>
                  <a:gd name="csX86" fmla="*/ 275961 w 428841"/>
                  <a:gd name="csY86" fmla="*/ 158456 h 522535"/>
                  <a:gd name="csX87" fmla="*/ 281077 w 428841"/>
                  <a:gd name="csY87" fmla="*/ 166295 h 522535"/>
                  <a:gd name="csX88" fmla="*/ 284516 w 428841"/>
                  <a:gd name="csY88" fmla="*/ 174685 h 522535"/>
                  <a:gd name="csX89" fmla="*/ 290330 w 428841"/>
                  <a:gd name="csY89" fmla="*/ 206853 h 522535"/>
                  <a:gd name="csX90" fmla="*/ 289732 w 428841"/>
                  <a:gd name="csY90" fmla="*/ 219395 h 522535"/>
                  <a:gd name="csX91" fmla="*/ 295284 w 428841"/>
                  <a:gd name="csY91" fmla="*/ 246624 h 522535"/>
                  <a:gd name="csX92" fmla="*/ 307839 w 428841"/>
                  <a:gd name="csY92" fmla="*/ 265674 h 522535"/>
                  <a:gd name="csX93" fmla="*/ 311998 w 428841"/>
                  <a:gd name="csY93" fmla="*/ 272749 h 522535"/>
                  <a:gd name="csX94" fmla="*/ 323310 w 428841"/>
                  <a:gd name="csY94" fmla="*/ 313772 h 522535"/>
                  <a:gd name="csX95" fmla="*/ 331080 w 428841"/>
                  <a:gd name="csY95" fmla="*/ 343142 h 522535"/>
                  <a:gd name="csX96" fmla="*/ 329774 w 428841"/>
                  <a:gd name="csY96" fmla="*/ 364390 h 522535"/>
                  <a:gd name="csX97" fmla="*/ 349986 w 428841"/>
                  <a:gd name="csY97" fmla="*/ 396248 h 522535"/>
                  <a:gd name="csX98" fmla="*/ 354973 w 428841"/>
                  <a:gd name="csY98" fmla="*/ 397754 h 522535"/>
                  <a:gd name="csX99" fmla="*/ 357026 w 428841"/>
                  <a:gd name="csY99" fmla="*/ 403789 h 522535"/>
                  <a:gd name="csX100" fmla="*/ 360843 w 428841"/>
                  <a:gd name="csY100" fmla="*/ 395399 h 522535"/>
                  <a:gd name="csX101" fmla="*/ 361835 w 428841"/>
                  <a:gd name="csY101" fmla="*/ 383279 h 522535"/>
                  <a:gd name="csX102" fmla="*/ 377379 w 428841"/>
                  <a:gd name="csY102" fmla="*/ 393272 h 522535"/>
                  <a:gd name="csX103" fmla="*/ 390468 w 428841"/>
                  <a:gd name="csY103" fmla="*/ 410555 h 522535"/>
                  <a:gd name="csX104" fmla="*/ 396921 w 428841"/>
                  <a:gd name="csY104" fmla="*/ 414114 h 522535"/>
                  <a:gd name="csX105" fmla="*/ 403375 w 428841"/>
                  <a:gd name="csY105" fmla="*/ 419847 h 522535"/>
                  <a:gd name="csX106" fmla="*/ 406602 w 428841"/>
                  <a:gd name="csY106" fmla="*/ 439662 h 522535"/>
                  <a:gd name="csX107" fmla="*/ 418087 w 428841"/>
                  <a:gd name="csY107" fmla="*/ 458630 h 522535"/>
                  <a:gd name="csX108" fmla="*/ 419011 w 428841"/>
                  <a:gd name="csY108" fmla="*/ 503820 h 522535"/>
                  <a:gd name="csX109" fmla="*/ 409820 w 428841"/>
                  <a:gd name="csY109" fmla="*/ 509628 h 522535"/>
                  <a:gd name="csX110" fmla="*/ 394580 w 428841"/>
                  <a:gd name="csY110" fmla="*/ 516082 h 522535"/>
                  <a:gd name="csX111" fmla="*/ 382031 w 428841"/>
                  <a:gd name="csY111" fmla="*/ 522535 h 522535"/>
                  <a:gd name="csX112" fmla="*/ 375000 w 428841"/>
                  <a:gd name="csY112" fmla="*/ 516104 h 5225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Lst>
                <a:rect l="l" t="t" r="r" b="b"/>
                <a:pathLst>
                  <a:path w="428841" h="522535">
                    <a:moveTo>
                      <a:pt x="375000" y="516104"/>
                    </a:moveTo>
                    <a:cubicBezTo>
                      <a:pt x="371085" y="511937"/>
                      <a:pt x="368304" y="504894"/>
                      <a:pt x="367101" y="496098"/>
                    </a:cubicBezTo>
                    <a:cubicBezTo>
                      <a:pt x="366079" y="488632"/>
                      <a:pt x="361916" y="475673"/>
                      <a:pt x="357849" y="467300"/>
                    </a:cubicBezTo>
                    <a:cubicBezTo>
                      <a:pt x="351802" y="454850"/>
                      <a:pt x="348152" y="450809"/>
                      <a:pt x="337807" y="445109"/>
                    </a:cubicBezTo>
                    <a:cubicBezTo>
                      <a:pt x="329743" y="440665"/>
                      <a:pt x="323467" y="434840"/>
                      <a:pt x="320489" y="429036"/>
                    </a:cubicBezTo>
                    <a:cubicBezTo>
                      <a:pt x="313727" y="415856"/>
                      <a:pt x="278311" y="380967"/>
                      <a:pt x="269809" y="379110"/>
                    </a:cubicBezTo>
                    <a:cubicBezTo>
                      <a:pt x="258622" y="376667"/>
                      <a:pt x="248488" y="372383"/>
                      <a:pt x="248488" y="370097"/>
                    </a:cubicBezTo>
                    <a:cubicBezTo>
                      <a:pt x="248488" y="368948"/>
                      <a:pt x="252263" y="369052"/>
                      <a:pt x="256878" y="370327"/>
                    </a:cubicBezTo>
                    <a:lnTo>
                      <a:pt x="265267" y="372646"/>
                    </a:lnTo>
                    <a:lnTo>
                      <a:pt x="258168" y="366399"/>
                    </a:lnTo>
                    <a:cubicBezTo>
                      <a:pt x="254264" y="362963"/>
                      <a:pt x="251069" y="357971"/>
                      <a:pt x="251069" y="355305"/>
                    </a:cubicBezTo>
                    <a:cubicBezTo>
                      <a:pt x="251069" y="350053"/>
                      <a:pt x="241061" y="348679"/>
                      <a:pt x="237556" y="353450"/>
                    </a:cubicBezTo>
                    <a:cubicBezTo>
                      <a:pt x="236513" y="354870"/>
                      <a:pt x="235605" y="353128"/>
                      <a:pt x="235538" y="349578"/>
                    </a:cubicBezTo>
                    <a:cubicBezTo>
                      <a:pt x="235471" y="346029"/>
                      <a:pt x="233711" y="340870"/>
                      <a:pt x="231626" y="338114"/>
                    </a:cubicBezTo>
                    <a:cubicBezTo>
                      <a:pt x="229542" y="335358"/>
                      <a:pt x="227699" y="330711"/>
                      <a:pt x="227531" y="327788"/>
                    </a:cubicBezTo>
                    <a:cubicBezTo>
                      <a:pt x="227316" y="324054"/>
                      <a:pt x="226639" y="324776"/>
                      <a:pt x="225255" y="330217"/>
                    </a:cubicBezTo>
                    <a:cubicBezTo>
                      <a:pt x="223398" y="337513"/>
                      <a:pt x="223256" y="337588"/>
                      <a:pt x="222797" y="331508"/>
                    </a:cubicBezTo>
                    <a:cubicBezTo>
                      <a:pt x="222352" y="325610"/>
                      <a:pt x="222136" y="325499"/>
                      <a:pt x="220276" y="330217"/>
                    </a:cubicBezTo>
                    <a:cubicBezTo>
                      <a:pt x="218499" y="334726"/>
                      <a:pt x="218005" y="334315"/>
                      <a:pt x="216375" y="326968"/>
                    </a:cubicBezTo>
                    <a:cubicBezTo>
                      <a:pt x="215349" y="322341"/>
                      <a:pt x="213442" y="319215"/>
                      <a:pt x="212138" y="320021"/>
                    </a:cubicBezTo>
                    <a:cubicBezTo>
                      <a:pt x="210833" y="320827"/>
                      <a:pt x="209766" y="319676"/>
                      <a:pt x="209766" y="317462"/>
                    </a:cubicBezTo>
                    <a:cubicBezTo>
                      <a:pt x="209766" y="315249"/>
                      <a:pt x="211073" y="313728"/>
                      <a:pt x="212670" y="314083"/>
                    </a:cubicBezTo>
                    <a:cubicBezTo>
                      <a:pt x="214268" y="314438"/>
                      <a:pt x="216161" y="313115"/>
                      <a:pt x="216877" y="311142"/>
                    </a:cubicBezTo>
                    <a:cubicBezTo>
                      <a:pt x="217675" y="308946"/>
                      <a:pt x="217050" y="308255"/>
                      <a:pt x="215264" y="309359"/>
                    </a:cubicBezTo>
                    <a:cubicBezTo>
                      <a:pt x="211189" y="311878"/>
                      <a:pt x="211586" y="308715"/>
                      <a:pt x="217511" y="291496"/>
                    </a:cubicBezTo>
                    <a:cubicBezTo>
                      <a:pt x="220350" y="283242"/>
                      <a:pt x="222673" y="274348"/>
                      <a:pt x="222673" y="271731"/>
                    </a:cubicBezTo>
                    <a:cubicBezTo>
                      <a:pt x="222673" y="269113"/>
                      <a:pt x="223977" y="266972"/>
                      <a:pt x="225571" y="266972"/>
                    </a:cubicBezTo>
                    <a:cubicBezTo>
                      <a:pt x="227573" y="266972"/>
                      <a:pt x="227475" y="265775"/>
                      <a:pt x="225255" y="263100"/>
                    </a:cubicBezTo>
                    <a:cubicBezTo>
                      <a:pt x="223035" y="260424"/>
                      <a:pt x="222937" y="259227"/>
                      <a:pt x="224939" y="259227"/>
                    </a:cubicBezTo>
                    <a:cubicBezTo>
                      <a:pt x="226726" y="259227"/>
                      <a:pt x="227696" y="254529"/>
                      <a:pt x="227470" y="246966"/>
                    </a:cubicBezTo>
                    <a:lnTo>
                      <a:pt x="227104" y="234704"/>
                    </a:lnTo>
                    <a:lnTo>
                      <a:pt x="225255" y="245029"/>
                    </a:lnTo>
                    <a:cubicBezTo>
                      <a:pt x="223422" y="255266"/>
                      <a:pt x="223402" y="255233"/>
                      <a:pt x="222926" y="241157"/>
                    </a:cubicBezTo>
                    <a:cubicBezTo>
                      <a:pt x="222330" y="223537"/>
                      <a:pt x="217100" y="203003"/>
                      <a:pt x="213514" y="204198"/>
                    </a:cubicBezTo>
                    <a:cubicBezTo>
                      <a:pt x="212038" y="204690"/>
                      <a:pt x="209337" y="200961"/>
                      <a:pt x="207511" y="195911"/>
                    </a:cubicBezTo>
                    <a:cubicBezTo>
                      <a:pt x="204912" y="188724"/>
                      <a:pt x="203143" y="187062"/>
                      <a:pt x="199366" y="188261"/>
                    </a:cubicBezTo>
                    <a:cubicBezTo>
                      <a:pt x="196479" y="189177"/>
                      <a:pt x="192643" y="187925"/>
                      <a:pt x="189814" y="185143"/>
                    </a:cubicBezTo>
                    <a:cubicBezTo>
                      <a:pt x="187213" y="182586"/>
                      <a:pt x="181818" y="178787"/>
                      <a:pt x="177824" y="176701"/>
                    </a:cubicBezTo>
                    <a:cubicBezTo>
                      <a:pt x="173830" y="174616"/>
                      <a:pt x="171833" y="172486"/>
                      <a:pt x="173385" y="171969"/>
                    </a:cubicBezTo>
                    <a:cubicBezTo>
                      <a:pt x="177632" y="170553"/>
                      <a:pt x="176775" y="166295"/>
                      <a:pt x="172244" y="166295"/>
                    </a:cubicBezTo>
                    <a:cubicBezTo>
                      <a:pt x="165904" y="166295"/>
                      <a:pt x="155744" y="158482"/>
                      <a:pt x="157189" y="154717"/>
                    </a:cubicBezTo>
                    <a:cubicBezTo>
                      <a:pt x="157916" y="152822"/>
                      <a:pt x="156611" y="147599"/>
                      <a:pt x="154290" y="143110"/>
                    </a:cubicBezTo>
                    <a:cubicBezTo>
                      <a:pt x="150789" y="136341"/>
                      <a:pt x="150644" y="134254"/>
                      <a:pt x="153437" y="130888"/>
                    </a:cubicBezTo>
                    <a:cubicBezTo>
                      <a:pt x="156396" y="127323"/>
                      <a:pt x="156023" y="127073"/>
                      <a:pt x="150373" y="128835"/>
                    </a:cubicBezTo>
                    <a:cubicBezTo>
                      <a:pt x="144136" y="130780"/>
                      <a:pt x="144078" y="130686"/>
                      <a:pt x="148457" y="125777"/>
                    </a:cubicBezTo>
                    <a:cubicBezTo>
                      <a:pt x="153040" y="120640"/>
                      <a:pt x="154705" y="109503"/>
                      <a:pt x="150890" y="109503"/>
                    </a:cubicBezTo>
                    <a:cubicBezTo>
                      <a:pt x="149743" y="109503"/>
                      <a:pt x="146789" y="114072"/>
                      <a:pt x="144325" y="119656"/>
                    </a:cubicBezTo>
                    <a:cubicBezTo>
                      <a:pt x="140017" y="129421"/>
                      <a:pt x="139548" y="129705"/>
                      <a:pt x="132054" y="127093"/>
                    </a:cubicBezTo>
                    <a:cubicBezTo>
                      <a:pt x="127075" y="125357"/>
                      <a:pt x="124756" y="123090"/>
                      <a:pt x="125630" y="120812"/>
                    </a:cubicBezTo>
                    <a:cubicBezTo>
                      <a:pt x="126411" y="118778"/>
                      <a:pt x="125370" y="117248"/>
                      <a:pt x="123207" y="117248"/>
                    </a:cubicBezTo>
                    <a:cubicBezTo>
                      <a:pt x="121121" y="117248"/>
                      <a:pt x="119415" y="119339"/>
                      <a:pt x="119415" y="121894"/>
                    </a:cubicBezTo>
                    <a:cubicBezTo>
                      <a:pt x="119415" y="124450"/>
                      <a:pt x="118112" y="127844"/>
                      <a:pt x="116519" y="129437"/>
                    </a:cubicBezTo>
                    <a:cubicBezTo>
                      <a:pt x="113230" y="132727"/>
                      <a:pt x="105775" y="130849"/>
                      <a:pt x="107977" y="127285"/>
                    </a:cubicBezTo>
                    <a:cubicBezTo>
                      <a:pt x="108769" y="126004"/>
                      <a:pt x="107624" y="124268"/>
                      <a:pt x="105433" y="123427"/>
                    </a:cubicBezTo>
                    <a:cubicBezTo>
                      <a:pt x="103242" y="122586"/>
                      <a:pt x="99008" y="117948"/>
                      <a:pt x="96024" y="113119"/>
                    </a:cubicBezTo>
                    <a:cubicBezTo>
                      <a:pt x="92358" y="107187"/>
                      <a:pt x="88642" y="104340"/>
                      <a:pt x="84566" y="104340"/>
                    </a:cubicBezTo>
                    <a:cubicBezTo>
                      <a:pt x="80490" y="104340"/>
                      <a:pt x="76774" y="101493"/>
                      <a:pt x="73108" y="95562"/>
                    </a:cubicBezTo>
                    <a:cubicBezTo>
                      <a:pt x="67387" y="86305"/>
                      <a:pt x="62222" y="83015"/>
                      <a:pt x="56725" y="85124"/>
                    </a:cubicBezTo>
                    <a:cubicBezTo>
                      <a:pt x="50606" y="87472"/>
                      <a:pt x="41978" y="76444"/>
                      <a:pt x="41890" y="66163"/>
                    </a:cubicBezTo>
                    <a:cubicBezTo>
                      <a:pt x="41792" y="54708"/>
                      <a:pt x="37917" y="49001"/>
                      <a:pt x="28677" y="46701"/>
                    </a:cubicBezTo>
                    <a:cubicBezTo>
                      <a:pt x="24172" y="45580"/>
                      <a:pt x="20912" y="42349"/>
                      <a:pt x="19131" y="37238"/>
                    </a:cubicBezTo>
                    <a:cubicBezTo>
                      <a:pt x="17643" y="32970"/>
                      <a:pt x="14841" y="29478"/>
                      <a:pt x="12905" y="29478"/>
                    </a:cubicBezTo>
                    <a:cubicBezTo>
                      <a:pt x="8305" y="29478"/>
                      <a:pt x="-2593" y="14715"/>
                      <a:pt x="565" y="12763"/>
                    </a:cubicBezTo>
                    <a:cubicBezTo>
                      <a:pt x="3818" y="10752"/>
                      <a:pt x="12858" y="12542"/>
                      <a:pt x="24931" y="17586"/>
                    </a:cubicBezTo>
                    <a:cubicBezTo>
                      <a:pt x="37286" y="22748"/>
                      <a:pt x="47225" y="22872"/>
                      <a:pt x="53740" y="17944"/>
                    </a:cubicBezTo>
                    <a:cubicBezTo>
                      <a:pt x="60581" y="12770"/>
                      <a:pt x="62623" y="13067"/>
                      <a:pt x="62623" y="19236"/>
                    </a:cubicBezTo>
                    <a:cubicBezTo>
                      <a:pt x="62623" y="22305"/>
                      <a:pt x="65034" y="25393"/>
                      <a:pt x="68432" y="26677"/>
                    </a:cubicBezTo>
                    <a:cubicBezTo>
                      <a:pt x="74871" y="29111"/>
                      <a:pt x="79002" y="27843"/>
                      <a:pt x="76711" y="24137"/>
                    </a:cubicBezTo>
                    <a:cubicBezTo>
                      <a:pt x="75894" y="22815"/>
                      <a:pt x="77037" y="21734"/>
                      <a:pt x="79251" y="21734"/>
                    </a:cubicBezTo>
                    <a:cubicBezTo>
                      <a:pt x="81464" y="21734"/>
                      <a:pt x="83275" y="20550"/>
                      <a:pt x="83275" y="19103"/>
                    </a:cubicBezTo>
                    <a:cubicBezTo>
                      <a:pt x="83275" y="17583"/>
                      <a:pt x="80538" y="17160"/>
                      <a:pt x="76792" y="18100"/>
                    </a:cubicBezTo>
                    <a:cubicBezTo>
                      <a:pt x="71329" y="19471"/>
                      <a:pt x="70588" y="19002"/>
                      <a:pt x="72078" y="15119"/>
                    </a:cubicBezTo>
                    <a:cubicBezTo>
                      <a:pt x="73452" y="11539"/>
                      <a:pt x="72877" y="10883"/>
                      <a:pt x="69501" y="12179"/>
                    </a:cubicBezTo>
                    <a:cubicBezTo>
                      <a:pt x="66052" y="13503"/>
                      <a:pt x="66358" y="12212"/>
                      <a:pt x="70989" y="5916"/>
                    </a:cubicBezTo>
                    <a:cubicBezTo>
                      <a:pt x="76351" y="-1376"/>
                      <a:pt x="76888" y="-1579"/>
                      <a:pt x="77646" y="3402"/>
                    </a:cubicBezTo>
                    <a:cubicBezTo>
                      <a:pt x="78672" y="10145"/>
                      <a:pt x="78784" y="10167"/>
                      <a:pt x="139275" y="15638"/>
                    </a:cubicBezTo>
                    <a:cubicBezTo>
                      <a:pt x="166526" y="18103"/>
                      <a:pt x="188286" y="20987"/>
                      <a:pt x="187630" y="22047"/>
                    </a:cubicBezTo>
                    <a:cubicBezTo>
                      <a:pt x="185081" y="26172"/>
                      <a:pt x="200296" y="53021"/>
                      <a:pt x="207209" y="56596"/>
                    </a:cubicBezTo>
                    <a:cubicBezTo>
                      <a:pt x="214767" y="60504"/>
                      <a:pt x="224810" y="78946"/>
                      <a:pt x="227114" y="93147"/>
                    </a:cubicBezTo>
                    <a:cubicBezTo>
                      <a:pt x="228108" y="99272"/>
                      <a:pt x="230904" y="103059"/>
                      <a:pt x="237157" y="106748"/>
                    </a:cubicBezTo>
                    <a:cubicBezTo>
                      <a:pt x="244668" y="111180"/>
                      <a:pt x="245621" y="112866"/>
                      <a:pt x="244314" y="119404"/>
                    </a:cubicBezTo>
                    <a:cubicBezTo>
                      <a:pt x="243448" y="123731"/>
                      <a:pt x="244017" y="127696"/>
                      <a:pt x="245646" y="128703"/>
                    </a:cubicBezTo>
                    <a:cubicBezTo>
                      <a:pt x="247209" y="129669"/>
                      <a:pt x="248514" y="135909"/>
                      <a:pt x="248545" y="142569"/>
                    </a:cubicBezTo>
                    <a:cubicBezTo>
                      <a:pt x="248610" y="156222"/>
                      <a:pt x="256380" y="169733"/>
                      <a:pt x="261330" y="164801"/>
                    </a:cubicBezTo>
                    <a:cubicBezTo>
                      <a:pt x="263334" y="162805"/>
                      <a:pt x="262643" y="160133"/>
                      <a:pt x="258888" y="155359"/>
                    </a:cubicBezTo>
                    <a:cubicBezTo>
                      <a:pt x="253728" y="148800"/>
                      <a:pt x="251444" y="130155"/>
                      <a:pt x="255800" y="130155"/>
                    </a:cubicBezTo>
                    <a:cubicBezTo>
                      <a:pt x="259829" y="130155"/>
                      <a:pt x="274389" y="150593"/>
                      <a:pt x="275961" y="158456"/>
                    </a:cubicBezTo>
                    <a:cubicBezTo>
                      <a:pt x="276824" y="162768"/>
                      <a:pt x="279126" y="166295"/>
                      <a:pt x="281077" y="166295"/>
                    </a:cubicBezTo>
                    <a:cubicBezTo>
                      <a:pt x="283382" y="166295"/>
                      <a:pt x="284587" y="169236"/>
                      <a:pt x="284516" y="174685"/>
                    </a:cubicBezTo>
                    <a:cubicBezTo>
                      <a:pt x="284361" y="186530"/>
                      <a:pt x="287367" y="203159"/>
                      <a:pt x="290330" y="206853"/>
                    </a:cubicBezTo>
                    <a:cubicBezTo>
                      <a:pt x="291973" y="208901"/>
                      <a:pt x="291767" y="213229"/>
                      <a:pt x="289732" y="219395"/>
                    </a:cubicBezTo>
                    <a:cubicBezTo>
                      <a:pt x="286869" y="228068"/>
                      <a:pt x="287307" y="230214"/>
                      <a:pt x="295284" y="246624"/>
                    </a:cubicBezTo>
                    <a:cubicBezTo>
                      <a:pt x="300047" y="256421"/>
                      <a:pt x="305697" y="264994"/>
                      <a:pt x="307839" y="265674"/>
                    </a:cubicBezTo>
                    <a:cubicBezTo>
                      <a:pt x="309981" y="266354"/>
                      <a:pt x="311853" y="269538"/>
                      <a:pt x="311998" y="272749"/>
                    </a:cubicBezTo>
                    <a:cubicBezTo>
                      <a:pt x="312747" y="289262"/>
                      <a:pt x="316417" y="302569"/>
                      <a:pt x="323310" y="313772"/>
                    </a:cubicBezTo>
                    <a:cubicBezTo>
                      <a:pt x="332864" y="329298"/>
                      <a:pt x="335210" y="338166"/>
                      <a:pt x="331080" y="343142"/>
                    </a:cubicBezTo>
                    <a:cubicBezTo>
                      <a:pt x="328823" y="345861"/>
                      <a:pt x="328447" y="351993"/>
                      <a:pt x="329774" y="364390"/>
                    </a:cubicBezTo>
                    <a:cubicBezTo>
                      <a:pt x="332100" y="386110"/>
                      <a:pt x="338349" y="395959"/>
                      <a:pt x="349986" y="396248"/>
                    </a:cubicBezTo>
                    <a:cubicBezTo>
                      <a:pt x="354503" y="396360"/>
                      <a:pt x="356748" y="397038"/>
                      <a:pt x="354973" y="397754"/>
                    </a:cubicBezTo>
                    <a:cubicBezTo>
                      <a:pt x="349867" y="399814"/>
                      <a:pt x="351219" y="403789"/>
                      <a:pt x="357026" y="403789"/>
                    </a:cubicBezTo>
                    <a:cubicBezTo>
                      <a:pt x="361562" y="403789"/>
                      <a:pt x="362100" y="402606"/>
                      <a:pt x="360843" y="395399"/>
                    </a:cubicBezTo>
                    <a:cubicBezTo>
                      <a:pt x="360039" y="390785"/>
                      <a:pt x="360485" y="385331"/>
                      <a:pt x="361835" y="383279"/>
                    </a:cubicBezTo>
                    <a:cubicBezTo>
                      <a:pt x="363800" y="380292"/>
                      <a:pt x="366898" y="382284"/>
                      <a:pt x="377379" y="393272"/>
                    </a:cubicBezTo>
                    <a:cubicBezTo>
                      <a:pt x="384578" y="400820"/>
                      <a:pt x="390468" y="408598"/>
                      <a:pt x="390468" y="410555"/>
                    </a:cubicBezTo>
                    <a:cubicBezTo>
                      <a:pt x="390468" y="412631"/>
                      <a:pt x="393158" y="414114"/>
                      <a:pt x="396921" y="414114"/>
                    </a:cubicBezTo>
                    <a:cubicBezTo>
                      <a:pt x="401868" y="414114"/>
                      <a:pt x="403375" y="415453"/>
                      <a:pt x="403375" y="419847"/>
                    </a:cubicBezTo>
                    <a:cubicBezTo>
                      <a:pt x="403375" y="423000"/>
                      <a:pt x="404827" y="431917"/>
                      <a:pt x="406602" y="439662"/>
                    </a:cubicBezTo>
                    <a:cubicBezTo>
                      <a:pt x="409222" y="451096"/>
                      <a:pt x="411381" y="454663"/>
                      <a:pt x="418087" y="458630"/>
                    </a:cubicBezTo>
                    <a:cubicBezTo>
                      <a:pt x="432031" y="466881"/>
                      <a:pt x="432496" y="489608"/>
                      <a:pt x="419011" y="503820"/>
                    </a:cubicBezTo>
                    <a:cubicBezTo>
                      <a:pt x="415980" y="507014"/>
                      <a:pt x="411844" y="509628"/>
                      <a:pt x="409820" y="509628"/>
                    </a:cubicBezTo>
                    <a:cubicBezTo>
                      <a:pt x="407796" y="509628"/>
                      <a:pt x="400938" y="512532"/>
                      <a:pt x="394580" y="516082"/>
                    </a:cubicBezTo>
                    <a:cubicBezTo>
                      <a:pt x="388222" y="519631"/>
                      <a:pt x="382575" y="522535"/>
                      <a:pt x="382031" y="522535"/>
                    </a:cubicBezTo>
                    <a:cubicBezTo>
                      <a:pt x="381487" y="522535"/>
                      <a:pt x="378323" y="519641"/>
                      <a:pt x="375000" y="516104"/>
                    </a:cubicBezTo>
                    <a:close/>
                  </a:path>
                </a:pathLst>
              </a:custGeom>
              <a:solidFill>
                <a:srgbClr val="B9B9B9"/>
              </a:solidFill>
              <a:ln w="5163" cap="flat">
                <a:noFill/>
                <a:prstDash val="solid"/>
                <a:miter/>
              </a:ln>
            </p:spPr>
            <p:txBody>
              <a:bodyPr/>
              <a:lstStyle/>
              <a:p>
                <a:endParaRPr lang="es-419" noProof="0" dirty="0"/>
              </a:p>
            </p:txBody>
          </p:sp>
          <p:sp>
            <p:nvSpPr>
              <p:cNvPr id="93" name="Forma libre: forma 92">
                <a:extLst>
                  <a:ext uri="{FF2B5EF4-FFF2-40B4-BE49-F238E27FC236}">
                    <a16:creationId xmlns:a16="http://schemas.microsoft.com/office/drawing/2014/main" id="{C15CA5CA-B546-E394-7301-188A44231A7D}"/>
                  </a:ext>
                </a:extLst>
              </p:cNvPr>
              <p:cNvSpPr/>
              <p:nvPr/>
            </p:nvSpPr>
            <p:spPr>
              <a:xfrm>
                <a:off x="675648" y="1860606"/>
                <a:ext cx="11408" cy="19945"/>
              </a:xfrm>
              <a:custGeom>
                <a:avLst/>
                <a:gdLst>
                  <a:gd name="csX0" fmla="*/ 2146 w 11408"/>
                  <a:gd name="csY0" fmla="*/ 10289 h 19945"/>
                  <a:gd name="csX1" fmla="*/ 6337 w 11408"/>
                  <a:gd name="csY1" fmla="*/ 7392 h 19945"/>
                  <a:gd name="csX2" fmla="*/ 8408 w 11408"/>
                  <a:gd name="csY2" fmla="*/ 19945 h 19945"/>
                  <a:gd name="csX3" fmla="*/ 2146 w 11408"/>
                  <a:gd name="csY3" fmla="*/ 10289 h 19945"/>
                </a:gdLst>
                <a:ahLst/>
                <a:cxnLst>
                  <a:cxn ang="0">
                    <a:pos x="csX0" y="csY0"/>
                  </a:cxn>
                  <a:cxn ang="0">
                    <a:pos x="csX1" y="csY1"/>
                  </a:cxn>
                  <a:cxn ang="0">
                    <a:pos x="csX2" y="csY2"/>
                  </a:cxn>
                  <a:cxn ang="0">
                    <a:pos x="csX3" y="csY3"/>
                  </a:cxn>
                </a:cxnLst>
                <a:rect l="l" t="t" r="r" b="b"/>
                <a:pathLst>
                  <a:path w="11408" h="19945">
                    <a:moveTo>
                      <a:pt x="2146" y="10289"/>
                    </a:moveTo>
                    <a:cubicBezTo>
                      <a:pt x="-1802" y="-2324"/>
                      <a:pt x="-243" y="-3401"/>
                      <a:pt x="6337" y="7392"/>
                    </a:cubicBezTo>
                    <a:cubicBezTo>
                      <a:pt x="12476" y="17462"/>
                      <a:pt x="12886" y="19945"/>
                      <a:pt x="8408" y="19945"/>
                    </a:cubicBezTo>
                    <a:cubicBezTo>
                      <a:pt x="6626" y="19945"/>
                      <a:pt x="3808" y="15600"/>
                      <a:pt x="2146" y="10289"/>
                    </a:cubicBezTo>
                    <a:close/>
                  </a:path>
                </a:pathLst>
              </a:custGeom>
              <a:solidFill>
                <a:srgbClr val="B9B9B9"/>
              </a:solidFill>
              <a:ln w="5163" cap="flat">
                <a:noFill/>
                <a:prstDash val="solid"/>
                <a:miter/>
              </a:ln>
            </p:spPr>
            <p:txBody>
              <a:bodyPr/>
              <a:lstStyle/>
              <a:p>
                <a:endParaRPr lang="es-419" noProof="0" dirty="0"/>
              </a:p>
            </p:txBody>
          </p:sp>
          <p:sp>
            <p:nvSpPr>
              <p:cNvPr id="94" name="Forma libre: forma 93">
                <a:extLst>
                  <a:ext uri="{FF2B5EF4-FFF2-40B4-BE49-F238E27FC236}">
                    <a16:creationId xmlns:a16="http://schemas.microsoft.com/office/drawing/2014/main" id="{7623BF87-BF10-8C12-00C8-BB2621D41CE7}"/>
                  </a:ext>
                </a:extLst>
              </p:cNvPr>
              <p:cNvSpPr/>
              <p:nvPr/>
            </p:nvSpPr>
            <p:spPr>
              <a:xfrm>
                <a:off x="517039" y="1839249"/>
                <a:ext cx="11082" cy="12784"/>
              </a:xfrm>
              <a:custGeom>
                <a:avLst/>
                <a:gdLst>
                  <a:gd name="csX0" fmla="*/ 4154 w 11082"/>
                  <a:gd name="csY0" fmla="*/ 8186 h 12784"/>
                  <a:gd name="csX1" fmla="*/ 2167 w 11082"/>
                  <a:gd name="csY1" fmla="*/ 0 h 12784"/>
                  <a:gd name="csX2" fmla="*/ 8680 w 11082"/>
                  <a:gd name="csY2" fmla="*/ 6454 h 12784"/>
                  <a:gd name="csX3" fmla="*/ 4154 w 11082"/>
                  <a:gd name="csY3" fmla="*/ 8186 h 12784"/>
                </a:gdLst>
                <a:ahLst/>
                <a:cxnLst>
                  <a:cxn ang="0">
                    <a:pos x="csX0" y="csY0"/>
                  </a:cxn>
                  <a:cxn ang="0">
                    <a:pos x="csX1" y="csY1"/>
                  </a:cxn>
                  <a:cxn ang="0">
                    <a:pos x="csX2" y="csY2"/>
                  </a:cxn>
                  <a:cxn ang="0">
                    <a:pos x="csX3" y="csY3"/>
                  </a:cxn>
                </a:cxnLst>
                <a:rect l="l" t="t" r="r" b="b"/>
                <a:pathLst>
                  <a:path w="11082" h="12784">
                    <a:moveTo>
                      <a:pt x="4154" y="8186"/>
                    </a:moveTo>
                    <a:cubicBezTo>
                      <a:pt x="-584" y="2950"/>
                      <a:pt x="-1300" y="0"/>
                      <a:pt x="2167" y="0"/>
                    </a:cubicBezTo>
                    <a:cubicBezTo>
                      <a:pt x="3423" y="0"/>
                      <a:pt x="6354" y="2904"/>
                      <a:pt x="8680" y="6454"/>
                    </a:cubicBezTo>
                    <a:cubicBezTo>
                      <a:pt x="13580" y="13931"/>
                      <a:pt x="10441" y="15133"/>
                      <a:pt x="4154" y="8186"/>
                    </a:cubicBezTo>
                    <a:close/>
                  </a:path>
                </a:pathLst>
              </a:custGeom>
              <a:solidFill>
                <a:srgbClr val="B9B9B9"/>
              </a:solidFill>
              <a:ln w="5163" cap="flat">
                <a:noFill/>
                <a:prstDash val="solid"/>
                <a:miter/>
              </a:ln>
            </p:spPr>
            <p:txBody>
              <a:bodyPr/>
              <a:lstStyle/>
              <a:p>
                <a:endParaRPr lang="es-419" noProof="0" dirty="0"/>
              </a:p>
            </p:txBody>
          </p:sp>
          <p:sp>
            <p:nvSpPr>
              <p:cNvPr id="95" name="Forma libre: forma 94">
                <a:extLst>
                  <a:ext uri="{FF2B5EF4-FFF2-40B4-BE49-F238E27FC236}">
                    <a16:creationId xmlns:a16="http://schemas.microsoft.com/office/drawing/2014/main" id="{386F082A-EB78-2AB1-105F-5A1CD543015C}"/>
                  </a:ext>
                </a:extLst>
              </p:cNvPr>
              <p:cNvSpPr/>
              <p:nvPr/>
            </p:nvSpPr>
            <p:spPr>
              <a:xfrm>
                <a:off x="633440" y="1833111"/>
                <a:ext cx="12552" cy="18971"/>
              </a:xfrm>
              <a:custGeom>
                <a:avLst/>
                <a:gdLst>
                  <a:gd name="csX0" fmla="*/ 3996 w 12552"/>
                  <a:gd name="csY0" fmla="*/ 9922 h 18971"/>
                  <a:gd name="csX1" fmla="*/ 6099 w 12552"/>
                  <a:gd name="csY1" fmla="*/ 5082 h 18971"/>
                  <a:gd name="csX2" fmla="*/ 12553 w 12552"/>
                  <a:gd name="csY2" fmla="*/ 15290 h 18971"/>
                  <a:gd name="csX3" fmla="*/ 3996 w 12552"/>
                  <a:gd name="csY3" fmla="*/ 9922 h 18971"/>
                </a:gdLst>
                <a:ahLst/>
                <a:cxnLst>
                  <a:cxn ang="0">
                    <a:pos x="csX0" y="csY0"/>
                  </a:cxn>
                  <a:cxn ang="0">
                    <a:pos x="csX1" y="csY1"/>
                  </a:cxn>
                  <a:cxn ang="0">
                    <a:pos x="csX2" y="csY2"/>
                  </a:cxn>
                  <a:cxn ang="0">
                    <a:pos x="csX3" y="csY3"/>
                  </a:cxn>
                </a:cxnLst>
                <a:rect l="l" t="t" r="r" b="b"/>
                <a:pathLst>
                  <a:path w="12552" h="18971">
                    <a:moveTo>
                      <a:pt x="3996" y="9922"/>
                    </a:moveTo>
                    <a:cubicBezTo>
                      <a:pt x="-1733" y="-2091"/>
                      <a:pt x="-1533" y="-2550"/>
                      <a:pt x="6099" y="5082"/>
                    </a:cubicBezTo>
                    <a:cubicBezTo>
                      <a:pt x="9649" y="8631"/>
                      <a:pt x="12553" y="13225"/>
                      <a:pt x="12553" y="15290"/>
                    </a:cubicBezTo>
                    <a:cubicBezTo>
                      <a:pt x="12553" y="21885"/>
                      <a:pt x="8483" y="19332"/>
                      <a:pt x="3996" y="9922"/>
                    </a:cubicBezTo>
                    <a:close/>
                  </a:path>
                </a:pathLst>
              </a:custGeom>
              <a:solidFill>
                <a:srgbClr val="B9B9B9"/>
              </a:solidFill>
              <a:ln w="5163" cap="flat">
                <a:noFill/>
                <a:prstDash val="solid"/>
                <a:miter/>
              </a:ln>
            </p:spPr>
            <p:txBody>
              <a:bodyPr/>
              <a:lstStyle/>
              <a:p>
                <a:endParaRPr lang="es-419" noProof="0" dirty="0"/>
              </a:p>
            </p:txBody>
          </p:sp>
          <p:sp>
            <p:nvSpPr>
              <p:cNvPr id="96" name="Forma libre: forma 95">
                <a:extLst>
                  <a:ext uri="{FF2B5EF4-FFF2-40B4-BE49-F238E27FC236}">
                    <a16:creationId xmlns:a16="http://schemas.microsoft.com/office/drawing/2014/main" id="{9BC31AD4-89AE-1397-91C2-193E91B09C9D}"/>
                  </a:ext>
                </a:extLst>
              </p:cNvPr>
              <p:cNvSpPr/>
              <p:nvPr/>
            </p:nvSpPr>
            <p:spPr>
              <a:xfrm>
                <a:off x="499513" y="1824179"/>
                <a:ext cx="16487" cy="10786"/>
              </a:xfrm>
              <a:custGeom>
                <a:avLst/>
                <a:gdLst>
                  <a:gd name="csX0" fmla="*/ 5790 w 16487"/>
                  <a:gd name="csY0" fmla="*/ 5576 h 10786"/>
                  <a:gd name="csX1" fmla="*/ 4501 w 16487"/>
                  <a:gd name="csY1" fmla="*/ 936 h 10786"/>
                  <a:gd name="csX2" fmla="*/ 15719 w 16487"/>
                  <a:gd name="csY2" fmla="*/ 10646 h 10786"/>
                  <a:gd name="csX3" fmla="*/ 5790 w 16487"/>
                  <a:gd name="csY3" fmla="*/ 5576 h 10786"/>
                </a:gdLst>
                <a:ahLst/>
                <a:cxnLst>
                  <a:cxn ang="0">
                    <a:pos x="csX0" y="csY0"/>
                  </a:cxn>
                  <a:cxn ang="0">
                    <a:pos x="csX1" y="csY1"/>
                  </a:cxn>
                  <a:cxn ang="0">
                    <a:pos x="csX2" y="csY2"/>
                  </a:cxn>
                  <a:cxn ang="0">
                    <a:pos x="csX3" y="csY3"/>
                  </a:cxn>
                </a:cxnLst>
                <a:rect l="l" t="t" r="r" b="b"/>
                <a:pathLst>
                  <a:path w="16487" h="10786">
                    <a:moveTo>
                      <a:pt x="5790" y="5576"/>
                    </a:moveTo>
                    <a:cubicBezTo>
                      <a:pt x="-1676" y="-615"/>
                      <a:pt x="-1722" y="-781"/>
                      <a:pt x="4501" y="936"/>
                    </a:cubicBezTo>
                    <a:cubicBezTo>
                      <a:pt x="12209" y="3063"/>
                      <a:pt x="18782" y="8753"/>
                      <a:pt x="15719" y="10646"/>
                    </a:cubicBezTo>
                    <a:cubicBezTo>
                      <a:pt x="14517" y="11389"/>
                      <a:pt x="10049" y="9107"/>
                      <a:pt x="5790" y="5576"/>
                    </a:cubicBezTo>
                    <a:close/>
                  </a:path>
                </a:pathLst>
              </a:custGeom>
              <a:solidFill>
                <a:srgbClr val="B9B9B9"/>
              </a:solidFill>
              <a:ln w="5163" cap="flat">
                <a:noFill/>
                <a:prstDash val="solid"/>
                <a:miter/>
              </a:ln>
            </p:spPr>
            <p:txBody>
              <a:bodyPr/>
              <a:lstStyle/>
              <a:p>
                <a:endParaRPr lang="es-419" noProof="0" dirty="0"/>
              </a:p>
            </p:txBody>
          </p:sp>
          <p:sp>
            <p:nvSpPr>
              <p:cNvPr id="97" name="Forma libre: forma 96">
                <a:extLst>
                  <a:ext uri="{FF2B5EF4-FFF2-40B4-BE49-F238E27FC236}">
                    <a16:creationId xmlns:a16="http://schemas.microsoft.com/office/drawing/2014/main" id="{E9E56AB4-9C45-51D6-748E-1097D2EDDCEB}"/>
                  </a:ext>
                </a:extLst>
              </p:cNvPr>
              <p:cNvSpPr/>
              <p:nvPr/>
            </p:nvSpPr>
            <p:spPr>
              <a:xfrm>
                <a:off x="478303" y="1760241"/>
                <a:ext cx="17819" cy="62484"/>
              </a:xfrm>
              <a:custGeom>
                <a:avLst/>
                <a:gdLst>
                  <a:gd name="csX0" fmla="*/ 12817 w 17819"/>
                  <a:gd name="csY0" fmla="*/ 59663 h 62484"/>
                  <a:gd name="csX1" fmla="*/ 8906 w 17819"/>
                  <a:gd name="csY1" fmla="*/ 49920 h 62484"/>
                  <a:gd name="csX2" fmla="*/ 3768 w 17819"/>
                  <a:gd name="csY2" fmla="*/ 41934 h 62484"/>
                  <a:gd name="csX3" fmla="*/ 2261 w 17819"/>
                  <a:gd name="csY3" fmla="*/ 33152 h 62484"/>
                  <a:gd name="csX4" fmla="*/ 8278 w 17819"/>
                  <a:gd name="csY4" fmla="*/ 19635 h 62484"/>
                  <a:gd name="csX5" fmla="*/ 14954 w 17819"/>
                  <a:gd name="csY5" fmla="*/ 4146 h 62484"/>
                  <a:gd name="csX6" fmla="*/ 16371 w 17819"/>
                  <a:gd name="csY6" fmla="*/ 6727 h 62484"/>
                  <a:gd name="csX7" fmla="*/ 10951 w 17819"/>
                  <a:gd name="csY7" fmla="*/ 23219 h 62484"/>
                  <a:gd name="csX8" fmla="*/ 9971 w 17819"/>
                  <a:gd name="csY8" fmla="*/ 36893 h 62484"/>
                  <a:gd name="csX9" fmla="*/ 12803 w 17819"/>
                  <a:gd name="csY9" fmla="*/ 48926 h 62484"/>
                  <a:gd name="csX10" fmla="*/ 15858 w 17819"/>
                  <a:gd name="csY10" fmla="*/ 57797 h 62484"/>
                  <a:gd name="csX11" fmla="*/ 17517 w 17819"/>
                  <a:gd name="csY11" fmla="*/ 62248 h 62484"/>
                  <a:gd name="csX12" fmla="*/ 12817 w 17819"/>
                  <a:gd name="csY12" fmla="*/ 59663 h 624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7819" h="62484">
                    <a:moveTo>
                      <a:pt x="12817" y="59663"/>
                    </a:moveTo>
                    <a:cubicBezTo>
                      <a:pt x="10999" y="57473"/>
                      <a:pt x="9240" y="53089"/>
                      <a:pt x="8906" y="49920"/>
                    </a:cubicBezTo>
                    <a:cubicBezTo>
                      <a:pt x="7921" y="40559"/>
                      <a:pt x="7808" y="40384"/>
                      <a:pt x="3768" y="41934"/>
                    </a:cubicBezTo>
                    <a:cubicBezTo>
                      <a:pt x="-606" y="43612"/>
                      <a:pt x="-1257" y="39820"/>
                      <a:pt x="2261" y="33152"/>
                    </a:cubicBezTo>
                    <a:cubicBezTo>
                      <a:pt x="3561" y="30687"/>
                      <a:pt x="6269" y="24604"/>
                      <a:pt x="8278" y="19635"/>
                    </a:cubicBezTo>
                    <a:cubicBezTo>
                      <a:pt x="10287" y="14665"/>
                      <a:pt x="13291" y="7695"/>
                      <a:pt x="14954" y="4146"/>
                    </a:cubicBezTo>
                    <a:cubicBezTo>
                      <a:pt x="17758" y="-1839"/>
                      <a:pt x="17861" y="-1651"/>
                      <a:pt x="16371" y="6727"/>
                    </a:cubicBezTo>
                    <a:cubicBezTo>
                      <a:pt x="15486" y="11697"/>
                      <a:pt x="13047" y="19118"/>
                      <a:pt x="10951" y="23219"/>
                    </a:cubicBezTo>
                    <a:cubicBezTo>
                      <a:pt x="8012" y="28966"/>
                      <a:pt x="7787" y="32101"/>
                      <a:pt x="9971" y="36893"/>
                    </a:cubicBezTo>
                    <a:cubicBezTo>
                      <a:pt x="11529" y="40313"/>
                      <a:pt x="12803" y="45728"/>
                      <a:pt x="12803" y="48926"/>
                    </a:cubicBezTo>
                    <a:cubicBezTo>
                      <a:pt x="12803" y="52125"/>
                      <a:pt x="14178" y="56117"/>
                      <a:pt x="15858" y="57797"/>
                    </a:cubicBezTo>
                    <a:cubicBezTo>
                      <a:pt x="17538" y="59477"/>
                      <a:pt x="18285" y="61480"/>
                      <a:pt x="17517" y="62248"/>
                    </a:cubicBezTo>
                    <a:cubicBezTo>
                      <a:pt x="16749" y="63016"/>
                      <a:pt x="14634" y="61852"/>
                      <a:pt x="12817" y="59663"/>
                    </a:cubicBezTo>
                    <a:close/>
                  </a:path>
                </a:pathLst>
              </a:custGeom>
              <a:solidFill>
                <a:srgbClr val="B9B9B9"/>
              </a:solidFill>
              <a:ln w="5163" cap="flat">
                <a:noFill/>
                <a:prstDash val="solid"/>
                <a:miter/>
              </a:ln>
            </p:spPr>
            <p:txBody>
              <a:bodyPr/>
              <a:lstStyle/>
              <a:p>
                <a:endParaRPr lang="es-419" noProof="0" dirty="0"/>
              </a:p>
            </p:txBody>
          </p:sp>
          <p:sp>
            <p:nvSpPr>
              <p:cNvPr id="98" name="Forma libre: forma 97">
                <a:extLst>
                  <a:ext uri="{FF2B5EF4-FFF2-40B4-BE49-F238E27FC236}">
                    <a16:creationId xmlns:a16="http://schemas.microsoft.com/office/drawing/2014/main" id="{D64BEE49-471A-7DF5-38FC-237499139D8E}"/>
                  </a:ext>
                </a:extLst>
              </p:cNvPr>
              <p:cNvSpPr/>
              <p:nvPr/>
            </p:nvSpPr>
            <p:spPr>
              <a:xfrm>
                <a:off x="610272" y="1785879"/>
                <a:ext cx="19431" cy="24201"/>
              </a:xfrm>
              <a:custGeom>
                <a:avLst/>
                <a:gdLst>
                  <a:gd name="csX0" fmla="*/ 12977 w 19431"/>
                  <a:gd name="csY0" fmla="*/ 20895 h 24201"/>
                  <a:gd name="csX1" fmla="*/ 7325 w 19431"/>
                  <a:gd name="csY1" fmla="*/ 14059 h 24201"/>
                  <a:gd name="csX2" fmla="*/ 3038 w 19431"/>
                  <a:gd name="csY2" fmla="*/ 6445 h 24201"/>
                  <a:gd name="csX3" fmla="*/ 7745 w 19431"/>
                  <a:gd name="csY3" fmla="*/ 1409 h 24201"/>
                  <a:gd name="csX4" fmla="*/ 17054 w 19431"/>
                  <a:gd name="csY4" fmla="*/ 13612 h 24201"/>
                  <a:gd name="csX5" fmla="*/ 19347 w 19431"/>
                  <a:gd name="csY5" fmla="*/ 24137 h 24201"/>
                  <a:gd name="csX6" fmla="*/ 12977 w 19431"/>
                  <a:gd name="csY6" fmla="*/ 20895 h 24201"/>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9431" h="24201">
                    <a:moveTo>
                      <a:pt x="12977" y="20895"/>
                    </a:moveTo>
                    <a:cubicBezTo>
                      <a:pt x="9869" y="18718"/>
                      <a:pt x="7325" y="15642"/>
                      <a:pt x="7325" y="14059"/>
                    </a:cubicBezTo>
                    <a:cubicBezTo>
                      <a:pt x="7325" y="12477"/>
                      <a:pt x="5396" y="9050"/>
                      <a:pt x="3038" y="6445"/>
                    </a:cubicBezTo>
                    <a:cubicBezTo>
                      <a:pt x="-2384" y="453"/>
                      <a:pt x="-388" y="-1683"/>
                      <a:pt x="7745" y="1409"/>
                    </a:cubicBezTo>
                    <a:cubicBezTo>
                      <a:pt x="11871" y="2978"/>
                      <a:pt x="15083" y="7189"/>
                      <a:pt x="17054" y="13612"/>
                    </a:cubicBezTo>
                    <a:cubicBezTo>
                      <a:pt x="18710" y="19007"/>
                      <a:pt x="19742" y="23743"/>
                      <a:pt x="19347" y="24137"/>
                    </a:cubicBezTo>
                    <a:cubicBezTo>
                      <a:pt x="18953" y="24532"/>
                      <a:pt x="16086" y="23073"/>
                      <a:pt x="12977" y="20895"/>
                    </a:cubicBezTo>
                    <a:close/>
                  </a:path>
                </a:pathLst>
              </a:custGeom>
              <a:solidFill>
                <a:srgbClr val="B9B9B9"/>
              </a:solidFill>
              <a:ln w="5163" cap="flat">
                <a:noFill/>
                <a:prstDash val="solid"/>
                <a:miter/>
              </a:ln>
            </p:spPr>
            <p:txBody>
              <a:bodyPr/>
              <a:lstStyle/>
              <a:p>
                <a:endParaRPr lang="es-419" noProof="0" dirty="0"/>
              </a:p>
            </p:txBody>
          </p:sp>
          <p:sp>
            <p:nvSpPr>
              <p:cNvPr id="99" name="Forma libre: forma 98">
                <a:extLst>
                  <a:ext uri="{FF2B5EF4-FFF2-40B4-BE49-F238E27FC236}">
                    <a16:creationId xmlns:a16="http://schemas.microsoft.com/office/drawing/2014/main" id="{1569D3C5-6325-8EEE-8E46-258A31D47976}"/>
                  </a:ext>
                </a:extLst>
              </p:cNvPr>
              <p:cNvSpPr/>
              <p:nvPr/>
            </p:nvSpPr>
            <p:spPr>
              <a:xfrm>
                <a:off x="615016" y="1765374"/>
                <a:ext cx="5162" cy="6756"/>
              </a:xfrm>
              <a:custGeom>
                <a:avLst/>
                <a:gdLst>
                  <a:gd name="csX0" fmla="*/ 0 w 5162"/>
                  <a:gd name="csY0" fmla="*/ 4328 h 6756"/>
                  <a:gd name="csX1" fmla="*/ 2581 w 5162"/>
                  <a:gd name="csY1" fmla="*/ 303 h 6756"/>
                  <a:gd name="csX2" fmla="*/ 5163 w 5162"/>
                  <a:gd name="csY2" fmla="*/ 2732 h 6756"/>
                  <a:gd name="csX3" fmla="*/ 2581 w 5162"/>
                  <a:gd name="csY3" fmla="*/ 6757 h 6756"/>
                  <a:gd name="csX4" fmla="*/ 0 w 5162"/>
                  <a:gd name="csY4" fmla="*/ 4328 h 6756"/>
                </a:gdLst>
                <a:ahLst/>
                <a:cxnLst>
                  <a:cxn ang="0">
                    <a:pos x="csX0" y="csY0"/>
                  </a:cxn>
                  <a:cxn ang="0">
                    <a:pos x="csX1" y="csY1"/>
                  </a:cxn>
                  <a:cxn ang="0">
                    <a:pos x="csX2" y="csY2"/>
                  </a:cxn>
                  <a:cxn ang="0">
                    <a:pos x="csX3" y="csY3"/>
                  </a:cxn>
                  <a:cxn ang="0">
                    <a:pos x="csX4" y="csY4"/>
                  </a:cxn>
                </a:cxnLst>
                <a:rect l="l" t="t" r="r" b="b"/>
                <a:pathLst>
                  <a:path w="5162" h="6756">
                    <a:moveTo>
                      <a:pt x="0" y="4328"/>
                    </a:moveTo>
                    <a:cubicBezTo>
                      <a:pt x="0" y="2992"/>
                      <a:pt x="1162" y="1181"/>
                      <a:pt x="2581" y="303"/>
                    </a:cubicBezTo>
                    <a:cubicBezTo>
                      <a:pt x="4001" y="-574"/>
                      <a:pt x="5163" y="519"/>
                      <a:pt x="5163" y="2732"/>
                    </a:cubicBezTo>
                    <a:cubicBezTo>
                      <a:pt x="5163" y="4946"/>
                      <a:pt x="4001" y="6757"/>
                      <a:pt x="2581" y="6757"/>
                    </a:cubicBezTo>
                    <a:cubicBezTo>
                      <a:pt x="1162" y="6757"/>
                      <a:pt x="0" y="5664"/>
                      <a:pt x="0" y="4328"/>
                    </a:cubicBezTo>
                    <a:close/>
                  </a:path>
                </a:pathLst>
              </a:custGeom>
              <a:solidFill>
                <a:srgbClr val="B9B9B9"/>
              </a:solidFill>
              <a:ln w="5163" cap="flat">
                <a:noFill/>
                <a:prstDash val="solid"/>
                <a:miter/>
              </a:ln>
            </p:spPr>
            <p:txBody>
              <a:bodyPr/>
              <a:lstStyle/>
              <a:p>
                <a:endParaRPr lang="es-419" noProof="0" dirty="0"/>
              </a:p>
            </p:txBody>
          </p:sp>
          <p:sp>
            <p:nvSpPr>
              <p:cNvPr id="100" name="Forma libre: forma 99">
                <a:extLst>
                  <a:ext uri="{FF2B5EF4-FFF2-40B4-BE49-F238E27FC236}">
                    <a16:creationId xmlns:a16="http://schemas.microsoft.com/office/drawing/2014/main" id="{A38F803C-CBF9-2106-E5A8-2154A9B44333}"/>
                  </a:ext>
                </a:extLst>
              </p:cNvPr>
              <p:cNvSpPr/>
              <p:nvPr/>
            </p:nvSpPr>
            <p:spPr>
              <a:xfrm>
                <a:off x="496444" y="1737058"/>
                <a:ext cx="4812" cy="15975"/>
              </a:xfrm>
              <a:custGeom>
                <a:avLst/>
                <a:gdLst>
                  <a:gd name="csX0" fmla="*/ 6 w 4812"/>
                  <a:gd name="csY0" fmla="*/ 12637 h 15975"/>
                  <a:gd name="csX1" fmla="*/ 2406 w 4812"/>
                  <a:gd name="csY1" fmla="*/ 2804 h 15975"/>
                  <a:gd name="csX2" fmla="*/ 4806 w 4812"/>
                  <a:gd name="csY2" fmla="*/ 5879 h 15975"/>
                  <a:gd name="csX3" fmla="*/ 2406 w 4812"/>
                  <a:gd name="csY3" fmla="*/ 15712 h 15975"/>
                  <a:gd name="csX4" fmla="*/ 6 w 4812"/>
                  <a:gd name="csY4" fmla="*/ 12637 h 15975"/>
                </a:gdLst>
                <a:ahLst/>
                <a:cxnLst>
                  <a:cxn ang="0">
                    <a:pos x="csX0" y="csY0"/>
                  </a:cxn>
                  <a:cxn ang="0">
                    <a:pos x="csX1" y="csY1"/>
                  </a:cxn>
                  <a:cxn ang="0">
                    <a:pos x="csX2" y="csY2"/>
                  </a:cxn>
                  <a:cxn ang="0">
                    <a:pos x="csX3" y="csY3"/>
                  </a:cxn>
                  <a:cxn ang="0">
                    <a:pos x="csX4" y="csY4"/>
                  </a:cxn>
                </a:cxnLst>
                <a:rect l="l" t="t" r="r" b="b"/>
                <a:pathLst>
                  <a:path w="4812" h="15975">
                    <a:moveTo>
                      <a:pt x="6" y="12637"/>
                    </a:moveTo>
                    <a:cubicBezTo>
                      <a:pt x="106" y="10069"/>
                      <a:pt x="1186" y="5644"/>
                      <a:pt x="2406" y="2804"/>
                    </a:cubicBezTo>
                    <a:cubicBezTo>
                      <a:pt x="4277" y="-1548"/>
                      <a:pt x="4653" y="-1065"/>
                      <a:pt x="4806" y="5879"/>
                    </a:cubicBezTo>
                    <a:cubicBezTo>
                      <a:pt x="4906" y="10409"/>
                      <a:pt x="3826" y="14834"/>
                      <a:pt x="2406" y="15712"/>
                    </a:cubicBezTo>
                    <a:cubicBezTo>
                      <a:pt x="987" y="16589"/>
                      <a:pt x="-93" y="15206"/>
                      <a:pt x="6" y="12637"/>
                    </a:cubicBezTo>
                    <a:close/>
                  </a:path>
                </a:pathLst>
              </a:custGeom>
              <a:solidFill>
                <a:srgbClr val="B9B9B9"/>
              </a:solidFill>
              <a:ln w="5163" cap="flat">
                <a:noFill/>
                <a:prstDash val="solid"/>
                <a:miter/>
              </a:ln>
            </p:spPr>
            <p:txBody>
              <a:bodyPr/>
              <a:lstStyle/>
              <a:p>
                <a:endParaRPr lang="es-419" noProof="0" dirty="0"/>
              </a:p>
            </p:txBody>
          </p:sp>
          <p:sp>
            <p:nvSpPr>
              <p:cNvPr id="101" name="Forma libre: forma 100">
                <a:extLst>
                  <a:ext uri="{FF2B5EF4-FFF2-40B4-BE49-F238E27FC236}">
                    <a16:creationId xmlns:a16="http://schemas.microsoft.com/office/drawing/2014/main" id="{5BCE9B91-D557-962C-C21F-60D9D29BF6EE}"/>
                  </a:ext>
                </a:extLst>
              </p:cNvPr>
              <p:cNvSpPr/>
              <p:nvPr/>
            </p:nvSpPr>
            <p:spPr>
              <a:xfrm>
                <a:off x="610293" y="1727161"/>
                <a:ext cx="5615" cy="11379"/>
              </a:xfrm>
              <a:custGeom>
                <a:avLst/>
                <a:gdLst>
                  <a:gd name="csX0" fmla="*/ 427 w 5615"/>
                  <a:gd name="csY0" fmla="*/ 7365 h 11379"/>
                  <a:gd name="csX1" fmla="*/ 1464 w 5615"/>
                  <a:gd name="csY1" fmla="*/ 731 h 11379"/>
                  <a:gd name="csX2" fmla="*/ 5321 w 5615"/>
                  <a:gd name="csY2" fmla="*/ 4777 h 11379"/>
                  <a:gd name="csX3" fmla="*/ 427 w 5615"/>
                  <a:gd name="csY3" fmla="*/ 7365 h 11379"/>
                </a:gdLst>
                <a:ahLst/>
                <a:cxnLst>
                  <a:cxn ang="0">
                    <a:pos x="csX0" y="csY0"/>
                  </a:cxn>
                  <a:cxn ang="0">
                    <a:pos x="csX1" y="csY1"/>
                  </a:cxn>
                  <a:cxn ang="0">
                    <a:pos x="csX2" y="csY2"/>
                  </a:cxn>
                  <a:cxn ang="0">
                    <a:pos x="csX3" y="csY3"/>
                  </a:cxn>
                </a:cxnLst>
                <a:rect l="l" t="t" r="r" b="b"/>
                <a:pathLst>
                  <a:path w="5615" h="11379">
                    <a:moveTo>
                      <a:pt x="427" y="7365"/>
                    </a:moveTo>
                    <a:cubicBezTo>
                      <a:pt x="-426" y="5140"/>
                      <a:pt x="40" y="2155"/>
                      <a:pt x="1464" y="731"/>
                    </a:cubicBezTo>
                    <a:cubicBezTo>
                      <a:pt x="3194" y="-1000"/>
                      <a:pt x="4473" y="341"/>
                      <a:pt x="5321" y="4777"/>
                    </a:cubicBezTo>
                    <a:cubicBezTo>
                      <a:pt x="6696" y="11973"/>
                      <a:pt x="2955" y="13952"/>
                      <a:pt x="427" y="7365"/>
                    </a:cubicBezTo>
                    <a:close/>
                  </a:path>
                </a:pathLst>
              </a:custGeom>
              <a:solidFill>
                <a:srgbClr val="B9B9B9"/>
              </a:solidFill>
              <a:ln w="5163" cap="flat">
                <a:noFill/>
                <a:prstDash val="solid"/>
                <a:miter/>
              </a:ln>
            </p:spPr>
            <p:txBody>
              <a:bodyPr/>
              <a:lstStyle/>
              <a:p>
                <a:endParaRPr lang="es-419" noProof="0" dirty="0"/>
              </a:p>
            </p:txBody>
          </p:sp>
          <p:sp>
            <p:nvSpPr>
              <p:cNvPr id="102" name="Forma libre: forma 101">
                <a:extLst>
                  <a:ext uri="{FF2B5EF4-FFF2-40B4-BE49-F238E27FC236}">
                    <a16:creationId xmlns:a16="http://schemas.microsoft.com/office/drawing/2014/main" id="{81EF6883-A630-831B-E6D8-360737E3AC8B}"/>
                  </a:ext>
                </a:extLst>
              </p:cNvPr>
              <p:cNvSpPr/>
              <p:nvPr/>
            </p:nvSpPr>
            <p:spPr>
              <a:xfrm>
                <a:off x="589201" y="1723083"/>
                <a:ext cx="5162" cy="7744"/>
              </a:xfrm>
              <a:custGeom>
                <a:avLst/>
                <a:gdLst>
                  <a:gd name="csX0" fmla="*/ 0 w 5162"/>
                  <a:gd name="csY0" fmla="*/ 3872 h 7744"/>
                  <a:gd name="csX1" fmla="*/ 2581 w 5162"/>
                  <a:gd name="csY1" fmla="*/ 0 h 7744"/>
                  <a:gd name="csX2" fmla="*/ 5163 w 5162"/>
                  <a:gd name="csY2" fmla="*/ 3872 h 7744"/>
                  <a:gd name="csX3" fmla="*/ 2581 w 5162"/>
                  <a:gd name="csY3" fmla="*/ 7744 h 7744"/>
                  <a:gd name="csX4" fmla="*/ 0 w 5162"/>
                  <a:gd name="csY4" fmla="*/ 3872 h 7744"/>
                </a:gdLst>
                <a:ahLst/>
                <a:cxnLst>
                  <a:cxn ang="0">
                    <a:pos x="csX0" y="csY0"/>
                  </a:cxn>
                  <a:cxn ang="0">
                    <a:pos x="csX1" y="csY1"/>
                  </a:cxn>
                  <a:cxn ang="0">
                    <a:pos x="csX2" y="csY2"/>
                  </a:cxn>
                  <a:cxn ang="0">
                    <a:pos x="csX3" y="csY3"/>
                  </a:cxn>
                  <a:cxn ang="0">
                    <a:pos x="csX4" y="csY4"/>
                  </a:cxn>
                </a:cxnLst>
                <a:rect l="l" t="t" r="r" b="b"/>
                <a:pathLst>
                  <a:path w="5162" h="7744">
                    <a:moveTo>
                      <a:pt x="0" y="3872"/>
                    </a:moveTo>
                    <a:cubicBezTo>
                      <a:pt x="0" y="1742"/>
                      <a:pt x="1162" y="0"/>
                      <a:pt x="2581" y="0"/>
                    </a:cubicBezTo>
                    <a:cubicBezTo>
                      <a:pt x="4001" y="0"/>
                      <a:pt x="5163" y="1742"/>
                      <a:pt x="5163" y="3872"/>
                    </a:cubicBezTo>
                    <a:cubicBezTo>
                      <a:pt x="5163" y="6002"/>
                      <a:pt x="4001" y="7744"/>
                      <a:pt x="2581" y="7744"/>
                    </a:cubicBezTo>
                    <a:cubicBezTo>
                      <a:pt x="1162" y="7744"/>
                      <a:pt x="0" y="6002"/>
                      <a:pt x="0" y="3872"/>
                    </a:cubicBezTo>
                    <a:close/>
                  </a:path>
                </a:pathLst>
              </a:custGeom>
              <a:solidFill>
                <a:srgbClr val="B9B9B9"/>
              </a:solidFill>
              <a:ln w="5163" cap="flat">
                <a:noFill/>
                <a:prstDash val="solid"/>
                <a:miter/>
              </a:ln>
            </p:spPr>
            <p:txBody>
              <a:bodyPr/>
              <a:lstStyle/>
              <a:p>
                <a:endParaRPr lang="es-419" noProof="0" dirty="0"/>
              </a:p>
            </p:txBody>
          </p:sp>
          <p:sp>
            <p:nvSpPr>
              <p:cNvPr id="103" name="Forma libre: forma 102">
                <a:extLst>
                  <a:ext uri="{FF2B5EF4-FFF2-40B4-BE49-F238E27FC236}">
                    <a16:creationId xmlns:a16="http://schemas.microsoft.com/office/drawing/2014/main" id="{747078D3-D6E8-AAF8-6F12-8C15D7F8912E}"/>
                  </a:ext>
                </a:extLst>
              </p:cNvPr>
              <p:cNvSpPr/>
              <p:nvPr/>
            </p:nvSpPr>
            <p:spPr>
              <a:xfrm>
                <a:off x="576294" y="1689525"/>
                <a:ext cx="15348" cy="20423"/>
              </a:xfrm>
              <a:custGeom>
                <a:avLst/>
                <a:gdLst>
                  <a:gd name="csX0" fmla="*/ 0 w 15348"/>
                  <a:gd name="csY0" fmla="*/ 17942 h 20423"/>
                  <a:gd name="csX1" fmla="*/ 11683 w 15348"/>
                  <a:gd name="csY1" fmla="*/ 0 h 20423"/>
                  <a:gd name="csX2" fmla="*/ 8918 w 15348"/>
                  <a:gd name="csY2" fmla="*/ 14081 h 20423"/>
                  <a:gd name="csX3" fmla="*/ 0 w 15348"/>
                  <a:gd name="csY3" fmla="*/ 17942 h 20423"/>
                </a:gdLst>
                <a:ahLst/>
                <a:cxnLst>
                  <a:cxn ang="0">
                    <a:pos x="csX0" y="csY0"/>
                  </a:cxn>
                  <a:cxn ang="0">
                    <a:pos x="csX1" y="csY1"/>
                  </a:cxn>
                  <a:cxn ang="0">
                    <a:pos x="csX2" y="csY2"/>
                  </a:cxn>
                  <a:cxn ang="0">
                    <a:pos x="csX3" y="csY3"/>
                  </a:cxn>
                </a:cxnLst>
                <a:rect l="l" t="t" r="r" b="b"/>
                <a:pathLst>
                  <a:path w="15348" h="20423">
                    <a:moveTo>
                      <a:pt x="0" y="17942"/>
                    </a:moveTo>
                    <a:cubicBezTo>
                      <a:pt x="0" y="12328"/>
                      <a:pt x="8027" y="0"/>
                      <a:pt x="11683" y="0"/>
                    </a:cubicBezTo>
                    <a:cubicBezTo>
                      <a:pt x="17539" y="0"/>
                      <a:pt x="16205" y="6793"/>
                      <a:pt x="8918" y="14081"/>
                    </a:cubicBezTo>
                    <a:cubicBezTo>
                      <a:pt x="1711" y="21287"/>
                      <a:pt x="0" y="22028"/>
                      <a:pt x="0" y="17942"/>
                    </a:cubicBezTo>
                    <a:close/>
                  </a:path>
                </a:pathLst>
              </a:custGeom>
              <a:solidFill>
                <a:srgbClr val="B9B9B9"/>
              </a:solidFill>
              <a:ln w="5163" cap="flat">
                <a:noFill/>
                <a:prstDash val="solid"/>
                <a:miter/>
              </a:ln>
            </p:spPr>
            <p:txBody>
              <a:bodyPr/>
              <a:lstStyle/>
              <a:p>
                <a:endParaRPr lang="es-419" noProof="0" dirty="0"/>
              </a:p>
            </p:txBody>
          </p:sp>
        </p:grpSp>
        <p:sp>
          <p:nvSpPr>
            <p:cNvPr id="104" name="Forma libre: forma 103">
              <a:extLst>
                <a:ext uri="{FF2B5EF4-FFF2-40B4-BE49-F238E27FC236}">
                  <a16:creationId xmlns:a16="http://schemas.microsoft.com/office/drawing/2014/main" id="{A17E34D1-A5B8-AAC9-476F-63293C3A7396}"/>
                </a:ext>
              </a:extLst>
            </p:cNvPr>
            <p:cNvSpPr/>
            <p:nvPr/>
          </p:nvSpPr>
          <p:spPr>
            <a:xfrm>
              <a:off x="516921" y="1569184"/>
              <a:ext cx="5162" cy="6756"/>
            </a:xfrm>
            <a:custGeom>
              <a:avLst/>
              <a:gdLst>
                <a:gd name="csX0" fmla="*/ 0 w 5162"/>
                <a:gd name="csY0" fmla="*/ 2732 h 6756"/>
                <a:gd name="csX1" fmla="*/ 2581 w 5162"/>
                <a:gd name="csY1" fmla="*/ 303 h 6756"/>
                <a:gd name="csX2" fmla="*/ 5163 w 5162"/>
                <a:gd name="csY2" fmla="*/ 4328 h 6756"/>
                <a:gd name="csX3" fmla="*/ 2581 w 5162"/>
                <a:gd name="csY3" fmla="*/ 6757 h 6756"/>
                <a:gd name="csX4" fmla="*/ 0 w 5162"/>
                <a:gd name="csY4" fmla="*/ 2732 h 6756"/>
              </a:gdLst>
              <a:ahLst/>
              <a:cxnLst>
                <a:cxn ang="0">
                  <a:pos x="csX0" y="csY0"/>
                </a:cxn>
                <a:cxn ang="0">
                  <a:pos x="csX1" y="csY1"/>
                </a:cxn>
                <a:cxn ang="0">
                  <a:pos x="csX2" y="csY2"/>
                </a:cxn>
                <a:cxn ang="0">
                  <a:pos x="csX3" y="csY3"/>
                </a:cxn>
                <a:cxn ang="0">
                  <a:pos x="csX4" y="csY4"/>
                </a:cxn>
              </a:cxnLst>
              <a:rect l="l" t="t" r="r" b="b"/>
              <a:pathLst>
                <a:path w="5162" h="6756">
                  <a:moveTo>
                    <a:pt x="0" y="2732"/>
                  </a:moveTo>
                  <a:cubicBezTo>
                    <a:pt x="0" y="519"/>
                    <a:pt x="1162" y="-574"/>
                    <a:pt x="2581" y="303"/>
                  </a:cubicBezTo>
                  <a:cubicBezTo>
                    <a:pt x="4001" y="1181"/>
                    <a:pt x="5163" y="2992"/>
                    <a:pt x="5163" y="4328"/>
                  </a:cubicBezTo>
                  <a:cubicBezTo>
                    <a:pt x="5163" y="5664"/>
                    <a:pt x="4001" y="6757"/>
                    <a:pt x="2581" y="6757"/>
                  </a:cubicBezTo>
                  <a:cubicBezTo>
                    <a:pt x="1162" y="6757"/>
                    <a:pt x="0" y="4946"/>
                    <a:pt x="0" y="2732"/>
                  </a:cubicBezTo>
                  <a:close/>
                </a:path>
              </a:pathLst>
            </a:custGeom>
            <a:solidFill>
              <a:srgbClr val="B9B9B9"/>
            </a:solidFill>
            <a:ln w="5163" cap="flat">
              <a:noFill/>
              <a:prstDash val="solid"/>
              <a:miter/>
            </a:ln>
          </p:spPr>
          <p:txBody>
            <a:bodyPr/>
            <a:lstStyle/>
            <a:p>
              <a:endParaRPr lang="es-419" noProof="0" dirty="0"/>
            </a:p>
          </p:txBody>
        </p:sp>
      </p:grpSp>
      <p:sp>
        <p:nvSpPr>
          <p:cNvPr id="105" name="Forma libre: forma 104">
            <a:extLst>
              <a:ext uri="{FF2B5EF4-FFF2-40B4-BE49-F238E27FC236}">
                <a16:creationId xmlns:a16="http://schemas.microsoft.com/office/drawing/2014/main" id="{189155C9-849C-6762-2EF0-85FCBAD5E12C}"/>
              </a:ext>
            </a:extLst>
          </p:cNvPr>
          <p:cNvSpPr/>
          <p:nvPr/>
        </p:nvSpPr>
        <p:spPr>
          <a:xfrm>
            <a:off x="466238" y="1431499"/>
            <a:ext cx="11558" cy="7543"/>
          </a:xfrm>
          <a:custGeom>
            <a:avLst/>
            <a:gdLst>
              <a:gd name="csX0" fmla="*/ 1635 w 11558"/>
              <a:gd name="csY0" fmla="*/ 3752 h 7543"/>
              <a:gd name="csX1" fmla="*/ 8241 w 11558"/>
              <a:gd name="csY1" fmla="*/ 3670 h 7543"/>
              <a:gd name="csX2" fmla="*/ 9050 w 11558"/>
              <a:gd name="csY2" fmla="*/ 7542 h 7543"/>
              <a:gd name="csX3" fmla="*/ 1635 w 11558"/>
              <a:gd name="csY3" fmla="*/ 3752 h 7543"/>
            </a:gdLst>
            <a:ahLst/>
            <a:cxnLst>
              <a:cxn ang="0">
                <a:pos x="csX0" y="csY0"/>
              </a:cxn>
              <a:cxn ang="0">
                <a:pos x="csX1" y="csY1"/>
              </a:cxn>
              <a:cxn ang="0">
                <a:pos x="csX2" y="csY2"/>
              </a:cxn>
              <a:cxn ang="0">
                <a:pos x="csX3" y="csY3"/>
              </a:cxn>
            </a:cxnLst>
            <a:rect l="l" t="t" r="r" b="b"/>
            <a:pathLst>
              <a:path w="11558" h="7543">
                <a:moveTo>
                  <a:pt x="1635" y="3752"/>
                </a:moveTo>
                <a:cubicBezTo>
                  <a:pt x="-2484" y="-1211"/>
                  <a:pt x="1718" y="-1263"/>
                  <a:pt x="8241" y="3670"/>
                </a:cubicBezTo>
                <a:cubicBezTo>
                  <a:pt x="12450" y="6854"/>
                  <a:pt x="12580" y="7473"/>
                  <a:pt x="9050" y="7542"/>
                </a:cubicBezTo>
                <a:cubicBezTo>
                  <a:pt x="6739" y="7587"/>
                  <a:pt x="3403" y="5882"/>
                  <a:pt x="1635" y="3752"/>
                </a:cubicBezTo>
                <a:close/>
              </a:path>
            </a:pathLst>
          </a:custGeom>
          <a:solidFill>
            <a:srgbClr val="B9B9B9"/>
          </a:solidFill>
          <a:ln w="5163" cap="flat">
            <a:noFill/>
            <a:prstDash val="solid"/>
            <a:miter/>
          </a:ln>
        </p:spPr>
        <p:txBody>
          <a:bodyPr/>
          <a:lstStyle/>
          <a:p>
            <a:endParaRPr lang="es-419" noProof="0" dirty="0"/>
          </a:p>
        </p:txBody>
      </p:sp>
      <p:grpSp>
        <p:nvGrpSpPr>
          <p:cNvPr id="106" name="Gráfico 39">
            <a:extLst>
              <a:ext uri="{FF2B5EF4-FFF2-40B4-BE49-F238E27FC236}">
                <a16:creationId xmlns:a16="http://schemas.microsoft.com/office/drawing/2014/main" id="{946B0BB0-B55E-27C8-B9C2-C8FA055144AF}"/>
              </a:ext>
            </a:extLst>
          </p:cNvPr>
          <p:cNvGrpSpPr/>
          <p:nvPr/>
        </p:nvGrpSpPr>
        <p:grpSpPr>
          <a:xfrm>
            <a:off x="73152" y="1028824"/>
            <a:ext cx="399884" cy="461679"/>
            <a:chOff x="73152" y="1028824"/>
            <a:chExt cx="399884" cy="461679"/>
          </a:xfrm>
          <a:solidFill>
            <a:srgbClr val="B9B9B9"/>
          </a:solidFill>
        </p:grpSpPr>
        <p:sp>
          <p:nvSpPr>
            <p:cNvPr id="107" name="Forma libre: forma 106">
              <a:extLst>
                <a:ext uri="{FF2B5EF4-FFF2-40B4-BE49-F238E27FC236}">
                  <a16:creationId xmlns:a16="http://schemas.microsoft.com/office/drawing/2014/main" id="{B748404D-A88A-09AC-4E08-61F767596B8F}"/>
                </a:ext>
              </a:extLst>
            </p:cNvPr>
            <p:cNvSpPr/>
            <p:nvPr/>
          </p:nvSpPr>
          <p:spPr>
            <a:xfrm>
              <a:off x="176169" y="1028824"/>
              <a:ext cx="296866" cy="461679"/>
            </a:xfrm>
            <a:custGeom>
              <a:avLst/>
              <a:gdLst>
                <a:gd name="csX0" fmla="*/ 234204 w 296866"/>
                <a:gd name="csY0" fmla="*/ 456793 h 461679"/>
                <a:gd name="csX1" fmla="*/ 189641 w 296866"/>
                <a:gd name="csY1" fmla="*/ 451076 h 461679"/>
                <a:gd name="csX2" fmla="*/ 192285 w 296866"/>
                <a:gd name="csY2" fmla="*/ 440463 h 461679"/>
                <a:gd name="csX3" fmla="*/ 192319 w 296866"/>
                <a:gd name="csY3" fmla="*/ 432599 h 461679"/>
                <a:gd name="csX4" fmla="*/ 190826 w 296866"/>
                <a:gd name="csY4" fmla="*/ 424368 h 461679"/>
                <a:gd name="csX5" fmla="*/ 194908 w 296866"/>
                <a:gd name="csY5" fmla="*/ 412652 h 461679"/>
                <a:gd name="csX6" fmla="*/ 188729 w 296866"/>
                <a:gd name="csY6" fmla="*/ 395950 h 461679"/>
                <a:gd name="csX7" fmla="*/ 175616 w 296866"/>
                <a:gd name="csY7" fmla="*/ 376348 h 461679"/>
                <a:gd name="csX8" fmla="*/ 165432 w 296866"/>
                <a:gd name="csY8" fmla="*/ 362612 h 461679"/>
                <a:gd name="csX9" fmla="*/ 157619 w 296866"/>
                <a:gd name="csY9" fmla="*/ 354047 h 461679"/>
                <a:gd name="csX10" fmla="*/ 123850 w 296866"/>
                <a:gd name="csY10" fmla="*/ 312204 h 461679"/>
                <a:gd name="csX11" fmla="*/ 110408 w 296866"/>
                <a:gd name="csY11" fmla="*/ 302524 h 461679"/>
                <a:gd name="csX12" fmla="*/ 90624 w 296866"/>
                <a:gd name="csY12" fmla="*/ 283830 h 461679"/>
                <a:gd name="csX13" fmla="*/ 80025 w 296866"/>
                <a:gd name="csY13" fmla="*/ 265391 h 461679"/>
                <a:gd name="csX14" fmla="*/ 76089 w 296866"/>
                <a:gd name="csY14" fmla="*/ 254455 h 461679"/>
                <a:gd name="csX15" fmla="*/ 73345 w 296866"/>
                <a:gd name="csY15" fmla="*/ 247079 h 461679"/>
                <a:gd name="csX16" fmla="*/ 72109 w 296866"/>
                <a:gd name="csY16" fmla="*/ 214519 h 461679"/>
                <a:gd name="csX17" fmla="*/ 68319 w 296866"/>
                <a:gd name="csY17" fmla="*/ 206510 h 461679"/>
                <a:gd name="csX18" fmla="*/ 67160 w 296866"/>
                <a:gd name="csY18" fmla="*/ 202519 h 461679"/>
                <a:gd name="csX19" fmla="*/ 64536 w 296866"/>
                <a:gd name="csY19" fmla="*/ 206365 h 461679"/>
                <a:gd name="csX20" fmla="*/ 61955 w 296866"/>
                <a:gd name="csY20" fmla="*/ 210237 h 461679"/>
                <a:gd name="csX21" fmla="*/ 59373 w 296866"/>
                <a:gd name="csY21" fmla="*/ 190811 h 461679"/>
                <a:gd name="csX22" fmla="*/ 48569 w 296866"/>
                <a:gd name="csY22" fmla="*/ 154736 h 461679"/>
                <a:gd name="csX23" fmla="*/ 46466 w 296866"/>
                <a:gd name="csY23" fmla="*/ 141789 h 461679"/>
                <a:gd name="csX24" fmla="*/ 38475 w 296866"/>
                <a:gd name="csY24" fmla="*/ 114684 h 461679"/>
                <a:gd name="csX25" fmla="*/ 28150 w 296866"/>
                <a:gd name="csY25" fmla="*/ 99082 h 461679"/>
                <a:gd name="csX26" fmla="*/ 25815 w 296866"/>
                <a:gd name="csY26" fmla="*/ 89273 h 461679"/>
                <a:gd name="csX27" fmla="*/ 22760 w 296866"/>
                <a:gd name="csY27" fmla="*/ 77852 h 461679"/>
                <a:gd name="csX28" fmla="*/ 21512 w 296866"/>
                <a:gd name="csY28" fmla="*/ 72990 h 461679"/>
                <a:gd name="csX29" fmla="*/ 26374 w 296866"/>
                <a:gd name="csY29" fmla="*/ 74238 h 461679"/>
                <a:gd name="csX30" fmla="*/ 33559 w 296866"/>
                <a:gd name="csY30" fmla="*/ 72129 h 461679"/>
                <a:gd name="csX31" fmla="*/ 29687 w 296866"/>
                <a:gd name="csY31" fmla="*/ 66967 h 461679"/>
                <a:gd name="csX32" fmla="*/ 25815 w 296866"/>
                <a:gd name="csY32" fmla="*/ 64277 h 461679"/>
                <a:gd name="csX33" fmla="*/ 20828 w 296866"/>
                <a:gd name="csY33" fmla="*/ 56236 h 461679"/>
                <a:gd name="csX34" fmla="*/ 14159 w 296866"/>
                <a:gd name="csY34" fmla="*/ 40210 h 461679"/>
                <a:gd name="csX35" fmla="*/ 6238 w 296866"/>
                <a:gd name="csY35" fmla="*/ 17321 h 461679"/>
                <a:gd name="csX36" fmla="*/ 0 w 296866"/>
                <a:gd name="csY36" fmla="*/ 2478 h 461679"/>
                <a:gd name="csX37" fmla="*/ 99386 w 296866"/>
                <a:gd name="csY37" fmla="*/ 3758 h 461679"/>
                <a:gd name="csX38" fmla="*/ 191027 w 296866"/>
                <a:gd name="csY38" fmla="*/ 12449 h 461679"/>
                <a:gd name="csX39" fmla="*/ 178059 w 296866"/>
                <a:gd name="csY39" fmla="*/ 27807 h 461679"/>
                <a:gd name="csX40" fmla="*/ 167369 w 296866"/>
                <a:gd name="csY40" fmla="*/ 45725 h 461679"/>
                <a:gd name="csX41" fmla="*/ 163079 w 296866"/>
                <a:gd name="csY41" fmla="*/ 80524 h 461679"/>
                <a:gd name="csX42" fmla="*/ 162631 w 296866"/>
                <a:gd name="csY42" fmla="*/ 83796 h 461679"/>
                <a:gd name="csX43" fmla="*/ 171021 w 296866"/>
                <a:gd name="csY43" fmla="*/ 93315 h 461679"/>
                <a:gd name="csX44" fmla="*/ 173406 w 296866"/>
                <a:gd name="csY44" fmla="*/ 109690 h 461679"/>
                <a:gd name="csX45" fmla="*/ 164850 w 296866"/>
                <a:gd name="csY45" fmla="*/ 145701 h 461679"/>
                <a:gd name="csX46" fmla="*/ 169084 w 296866"/>
                <a:gd name="csY46" fmla="*/ 169291 h 461679"/>
                <a:gd name="csX47" fmla="*/ 171477 w 296866"/>
                <a:gd name="csY47" fmla="*/ 213103 h 461679"/>
                <a:gd name="csX48" fmla="*/ 174210 w 296866"/>
                <a:gd name="csY48" fmla="*/ 257046 h 461679"/>
                <a:gd name="csX49" fmla="*/ 178120 w 296866"/>
                <a:gd name="csY49" fmla="*/ 261958 h 461679"/>
                <a:gd name="csX50" fmla="*/ 182243 w 296866"/>
                <a:gd name="csY50" fmla="*/ 269492 h 461679"/>
                <a:gd name="csX51" fmla="*/ 184937 w 296866"/>
                <a:gd name="csY51" fmla="*/ 277338 h 461679"/>
                <a:gd name="csX52" fmla="*/ 193415 w 296866"/>
                <a:gd name="csY52" fmla="*/ 285510 h 461679"/>
                <a:gd name="csX53" fmla="*/ 199664 w 296866"/>
                <a:gd name="csY53" fmla="*/ 290658 h 461679"/>
                <a:gd name="csX54" fmla="*/ 207927 w 296866"/>
                <a:gd name="csY54" fmla="*/ 300943 h 461679"/>
                <a:gd name="csX55" fmla="*/ 219722 w 296866"/>
                <a:gd name="csY55" fmla="*/ 315205 h 461679"/>
                <a:gd name="csX56" fmla="*/ 234342 w 296866"/>
                <a:gd name="csY56" fmla="*/ 331253 h 461679"/>
                <a:gd name="csX57" fmla="*/ 242348 w 296866"/>
                <a:gd name="csY57" fmla="*/ 342893 h 461679"/>
                <a:gd name="csX58" fmla="*/ 243886 w 296866"/>
                <a:gd name="csY58" fmla="*/ 354430 h 461679"/>
                <a:gd name="csX59" fmla="*/ 242906 w 296866"/>
                <a:gd name="csY59" fmla="*/ 363679 h 461679"/>
                <a:gd name="csX60" fmla="*/ 242638 w 296866"/>
                <a:gd name="csY60" fmla="*/ 372819 h 461679"/>
                <a:gd name="csX61" fmla="*/ 248980 w 296866"/>
                <a:gd name="csY61" fmla="*/ 375191 h 461679"/>
                <a:gd name="csX62" fmla="*/ 256854 w 296866"/>
                <a:gd name="csY62" fmla="*/ 380201 h 461679"/>
                <a:gd name="csX63" fmla="*/ 262017 w 296866"/>
                <a:gd name="csY63" fmla="*/ 385776 h 461679"/>
                <a:gd name="csX64" fmla="*/ 267554 w 296866"/>
                <a:gd name="csY64" fmla="*/ 396801 h 461679"/>
                <a:gd name="csX65" fmla="*/ 281559 w 296866"/>
                <a:gd name="csY65" fmla="*/ 416793 h 461679"/>
                <a:gd name="csX66" fmla="*/ 290755 w 296866"/>
                <a:gd name="csY66" fmla="*/ 428632 h 461679"/>
                <a:gd name="csX67" fmla="*/ 294624 w 296866"/>
                <a:gd name="csY67" fmla="*/ 440196 h 461679"/>
                <a:gd name="csX68" fmla="*/ 296867 w 296866"/>
                <a:gd name="csY68" fmla="*/ 451755 h 461679"/>
                <a:gd name="csX69" fmla="*/ 287186 w 296866"/>
                <a:gd name="csY69" fmla="*/ 461588 h 461679"/>
                <a:gd name="csX70" fmla="*/ 234204 w 296866"/>
                <a:gd name="csY70" fmla="*/ 456793 h 4616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Lst>
              <a:rect l="l" t="t" r="r" b="b"/>
              <a:pathLst>
                <a:path w="296866" h="461679">
                  <a:moveTo>
                    <a:pt x="234204" y="456793"/>
                  </a:moveTo>
                  <a:cubicBezTo>
                    <a:pt x="210389" y="454343"/>
                    <a:pt x="190335" y="451771"/>
                    <a:pt x="189641" y="451076"/>
                  </a:cubicBezTo>
                  <a:cubicBezTo>
                    <a:pt x="188946" y="450382"/>
                    <a:pt x="190136" y="445606"/>
                    <a:pt x="192285" y="440463"/>
                  </a:cubicBezTo>
                  <a:cubicBezTo>
                    <a:pt x="195748" y="432175"/>
                    <a:pt x="195752" y="431281"/>
                    <a:pt x="192319" y="432599"/>
                  </a:cubicBezTo>
                  <a:cubicBezTo>
                    <a:pt x="188021" y="434248"/>
                    <a:pt x="186953" y="428358"/>
                    <a:pt x="190826" y="424368"/>
                  </a:cubicBezTo>
                  <a:cubicBezTo>
                    <a:pt x="192136" y="423019"/>
                    <a:pt x="193972" y="417747"/>
                    <a:pt x="194908" y="412652"/>
                  </a:cubicBezTo>
                  <a:cubicBezTo>
                    <a:pt x="196394" y="404559"/>
                    <a:pt x="195613" y="402447"/>
                    <a:pt x="188729" y="395950"/>
                  </a:cubicBezTo>
                  <a:cubicBezTo>
                    <a:pt x="184395" y="391860"/>
                    <a:pt x="178494" y="383039"/>
                    <a:pt x="175616" y="376348"/>
                  </a:cubicBezTo>
                  <a:cubicBezTo>
                    <a:pt x="172738" y="369658"/>
                    <a:pt x="168155" y="363476"/>
                    <a:pt x="165432" y="362612"/>
                  </a:cubicBezTo>
                  <a:cubicBezTo>
                    <a:pt x="162709" y="361748"/>
                    <a:pt x="159193" y="357894"/>
                    <a:pt x="157619" y="354047"/>
                  </a:cubicBezTo>
                  <a:cubicBezTo>
                    <a:pt x="149821" y="334997"/>
                    <a:pt x="131426" y="312204"/>
                    <a:pt x="123850" y="312204"/>
                  </a:cubicBezTo>
                  <a:cubicBezTo>
                    <a:pt x="121509" y="312204"/>
                    <a:pt x="115460" y="307848"/>
                    <a:pt x="110408" y="302524"/>
                  </a:cubicBezTo>
                  <a:cubicBezTo>
                    <a:pt x="105356" y="297200"/>
                    <a:pt x="96453" y="288788"/>
                    <a:pt x="90624" y="283830"/>
                  </a:cubicBezTo>
                  <a:cubicBezTo>
                    <a:pt x="81794" y="276321"/>
                    <a:pt x="80025" y="273244"/>
                    <a:pt x="80025" y="265391"/>
                  </a:cubicBezTo>
                  <a:cubicBezTo>
                    <a:pt x="80025" y="259326"/>
                    <a:pt x="78622" y="255426"/>
                    <a:pt x="76089" y="254455"/>
                  </a:cubicBezTo>
                  <a:cubicBezTo>
                    <a:pt x="73596" y="253498"/>
                    <a:pt x="72591" y="250794"/>
                    <a:pt x="73345" y="247079"/>
                  </a:cubicBezTo>
                  <a:cubicBezTo>
                    <a:pt x="77548" y="226392"/>
                    <a:pt x="77309" y="220102"/>
                    <a:pt x="72109" y="214519"/>
                  </a:cubicBezTo>
                  <a:cubicBezTo>
                    <a:pt x="69219" y="211417"/>
                    <a:pt x="67513" y="207813"/>
                    <a:pt x="68319" y="206510"/>
                  </a:cubicBezTo>
                  <a:cubicBezTo>
                    <a:pt x="69124" y="205206"/>
                    <a:pt x="68603" y="203410"/>
                    <a:pt x="67160" y="202519"/>
                  </a:cubicBezTo>
                  <a:cubicBezTo>
                    <a:pt x="65698" y="201615"/>
                    <a:pt x="64536" y="203319"/>
                    <a:pt x="64536" y="206365"/>
                  </a:cubicBezTo>
                  <a:cubicBezTo>
                    <a:pt x="64536" y="209372"/>
                    <a:pt x="63375" y="211114"/>
                    <a:pt x="61955" y="210237"/>
                  </a:cubicBezTo>
                  <a:cubicBezTo>
                    <a:pt x="60535" y="209360"/>
                    <a:pt x="59373" y="200618"/>
                    <a:pt x="59373" y="190811"/>
                  </a:cubicBezTo>
                  <a:cubicBezTo>
                    <a:pt x="59373" y="173740"/>
                    <a:pt x="53682" y="154736"/>
                    <a:pt x="48569" y="154736"/>
                  </a:cubicBezTo>
                  <a:cubicBezTo>
                    <a:pt x="47413" y="154736"/>
                    <a:pt x="46466" y="148910"/>
                    <a:pt x="46466" y="141789"/>
                  </a:cubicBezTo>
                  <a:cubicBezTo>
                    <a:pt x="46466" y="132086"/>
                    <a:pt x="44464" y="125296"/>
                    <a:pt x="38475" y="114684"/>
                  </a:cubicBezTo>
                  <a:cubicBezTo>
                    <a:pt x="34080" y="106897"/>
                    <a:pt x="29434" y="99876"/>
                    <a:pt x="28150" y="99082"/>
                  </a:cubicBezTo>
                  <a:cubicBezTo>
                    <a:pt x="26865" y="98289"/>
                    <a:pt x="25815" y="93874"/>
                    <a:pt x="25815" y="89273"/>
                  </a:cubicBezTo>
                  <a:cubicBezTo>
                    <a:pt x="25815" y="84671"/>
                    <a:pt x="24440" y="79532"/>
                    <a:pt x="22760" y="77852"/>
                  </a:cubicBezTo>
                  <a:cubicBezTo>
                    <a:pt x="21080" y="76172"/>
                    <a:pt x="20518" y="73984"/>
                    <a:pt x="21512" y="72990"/>
                  </a:cubicBezTo>
                  <a:cubicBezTo>
                    <a:pt x="22506" y="71996"/>
                    <a:pt x="24694" y="72558"/>
                    <a:pt x="26374" y="74238"/>
                  </a:cubicBezTo>
                  <a:cubicBezTo>
                    <a:pt x="30884" y="78748"/>
                    <a:pt x="33559" y="77963"/>
                    <a:pt x="33559" y="72129"/>
                  </a:cubicBezTo>
                  <a:cubicBezTo>
                    <a:pt x="33559" y="69261"/>
                    <a:pt x="31838" y="66967"/>
                    <a:pt x="29687" y="66967"/>
                  </a:cubicBezTo>
                  <a:cubicBezTo>
                    <a:pt x="27557" y="66967"/>
                    <a:pt x="25815" y="65756"/>
                    <a:pt x="25815" y="64277"/>
                  </a:cubicBezTo>
                  <a:cubicBezTo>
                    <a:pt x="25815" y="62798"/>
                    <a:pt x="23571" y="59179"/>
                    <a:pt x="20828" y="56236"/>
                  </a:cubicBezTo>
                  <a:cubicBezTo>
                    <a:pt x="18086" y="53292"/>
                    <a:pt x="15085" y="46080"/>
                    <a:pt x="14159" y="40210"/>
                  </a:cubicBezTo>
                  <a:cubicBezTo>
                    <a:pt x="13233" y="34339"/>
                    <a:pt x="9669" y="24039"/>
                    <a:pt x="6238" y="17321"/>
                  </a:cubicBezTo>
                  <a:cubicBezTo>
                    <a:pt x="2807" y="10603"/>
                    <a:pt x="0" y="3924"/>
                    <a:pt x="0" y="2478"/>
                  </a:cubicBezTo>
                  <a:cubicBezTo>
                    <a:pt x="0" y="-1152"/>
                    <a:pt x="23478" y="-850"/>
                    <a:pt x="99386" y="3758"/>
                  </a:cubicBezTo>
                  <a:cubicBezTo>
                    <a:pt x="175010" y="8348"/>
                    <a:pt x="191027" y="9867"/>
                    <a:pt x="191027" y="12449"/>
                  </a:cubicBezTo>
                  <a:cubicBezTo>
                    <a:pt x="191027" y="13496"/>
                    <a:pt x="185192" y="20407"/>
                    <a:pt x="178059" y="27807"/>
                  </a:cubicBezTo>
                  <a:cubicBezTo>
                    <a:pt x="167978" y="38266"/>
                    <a:pt x="165598" y="42256"/>
                    <a:pt x="167369" y="45725"/>
                  </a:cubicBezTo>
                  <a:cubicBezTo>
                    <a:pt x="174634" y="59948"/>
                    <a:pt x="171699" y="83751"/>
                    <a:pt x="163079" y="80524"/>
                  </a:cubicBezTo>
                  <a:cubicBezTo>
                    <a:pt x="159180" y="79065"/>
                    <a:pt x="159137" y="79384"/>
                    <a:pt x="162631" y="83796"/>
                  </a:cubicBezTo>
                  <a:cubicBezTo>
                    <a:pt x="164761" y="86485"/>
                    <a:pt x="168536" y="90769"/>
                    <a:pt x="171021" y="93315"/>
                  </a:cubicBezTo>
                  <a:cubicBezTo>
                    <a:pt x="175834" y="98246"/>
                    <a:pt x="176913" y="105657"/>
                    <a:pt x="173406" y="109690"/>
                  </a:cubicBezTo>
                  <a:cubicBezTo>
                    <a:pt x="169336" y="114370"/>
                    <a:pt x="164942" y="132862"/>
                    <a:pt x="164850" y="145701"/>
                  </a:cubicBezTo>
                  <a:cubicBezTo>
                    <a:pt x="164711" y="165107"/>
                    <a:pt x="165194" y="167798"/>
                    <a:pt x="169084" y="169291"/>
                  </a:cubicBezTo>
                  <a:cubicBezTo>
                    <a:pt x="171992" y="170406"/>
                    <a:pt x="172437" y="178546"/>
                    <a:pt x="171477" y="213103"/>
                  </a:cubicBezTo>
                  <a:cubicBezTo>
                    <a:pt x="170471" y="249367"/>
                    <a:pt x="170869" y="255764"/>
                    <a:pt x="174210" y="257046"/>
                  </a:cubicBezTo>
                  <a:cubicBezTo>
                    <a:pt x="176360" y="257871"/>
                    <a:pt x="178120" y="260081"/>
                    <a:pt x="178120" y="261958"/>
                  </a:cubicBezTo>
                  <a:cubicBezTo>
                    <a:pt x="178120" y="263834"/>
                    <a:pt x="179975" y="267225"/>
                    <a:pt x="182243" y="269492"/>
                  </a:cubicBezTo>
                  <a:cubicBezTo>
                    <a:pt x="184511" y="271760"/>
                    <a:pt x="185723" y="275291"/>
                    <a:pt x="184937" y="277338"/>
                  </a:cubicBezTo>
                  <a:cubicBezTo>
                    <a:pt x="183466" y="281172"/>
                    <a:pt x="186953" y="284533"/>
                    <a:pt x="193415" y="285510"/>
                  </a:cubicBezTo>
                  <a:cubicBezTo>
                    <a:pt x="195439" y="285815"/>
                    <a:pt x="198251" y="288132"/>
                    <a:pt x="199664" y="290658"/>
                  </a:cubicBezTo>
                  <a:cubicBezTo>
                    <a:pt x="201078" y="293183"/>
                    <a:pt x="204796" y="297811"/>
                    <a:pt x="207927" y="300943"/>
                  </a:cubicBezTo>
                  <a:cubicBezTo>
                    <a:pt x="211058" y="304074"/>
                    <a:pt x="216366" y="310492"/>
                    <a:pt x="219722" y="315205"/>
                  </a:cubicBezTo>
                  <a:cubicBezTo>
                    <a:pt x="223078" y="319918"/>
                    <a:pt x="229657" y="327140"/>
                    <a:pt x="234342" y="331253"/>
                  </a:cubicBezTo>
                  <a:cubicBezTo>
                    <a:pt x="239027" y="335367"/>
                    <a:pt x="242630" y="340605"/>
                    <a:pt x="242348" y="342893"/>
                  </a:cubicBezTo>
                  <a:cubicBezTo>
                    <a:pt x="242066" y="345182"/>
                    <a:pt x="242758" y="350373"/>
                    <a:pt x="243886" y="354430"/>
                  </a:cubicBezTo>
                  <a:cubicBezTo>
                    <a:pt x="245242" y="359308"/>
                    <a:pt x="244910" y="362440"/>
                    <a:pt x="242906" y="363679"/>
                  </a:cubicBezTo>
                  <a:cubicBezTo>
                    <a:pt x="240669" y="365062"/>
                    <a:pt x="240599" y="367456"/>
                    <a:pt x="242638" y="372819"/>
                  </a:cubicBezTo>
                  <a:cubicBezTo>
                    <a:pt x="245274" y="379752"/>
                    <a:pt x="245565" y="379861"/>
                    <a:pt x="248980" y="375191"/>
                  </a:cubicBezTo>
                  <a:cubicBezTo>
                    <a:pt x="253071" y="369596"/>
                    <a:pt x="256854" y="372003"/>
                    <a:pt x="256854" y="380201"/>
                  </a:cubicBezTo>
                  <a:cubicBezTo>
                    <a:pt x="256854" y="384054"/>
                    <a:pt x="258448" y="385776"/>
                    <a:pt x="262017" y="385776"/>
                  </a:cubicBezTo>
                  <a:cubicBezTo>
                    <a:pt x="266316" y="385777"/>
                    <a:pt x="267243" y="387623"/>
                    <a:pt x="267554" y="396801"/>
                  </a:cubicBezTo>
                  <a:cubicBezTo>
                    <a:pt x="267995" y="409833"/>
                    <a:pt x="271290" y="414537"/>
                    <a:pt x="281559" y="416793"/>
                  </a:cubicBezTo>
                  <a:cubicBezTo>
                    <a:pt x="287964" y="418199"/>
                    <a:pt x="289378" y="420020"/>
                    <a:pt x="290755" y="428632"/>
                  </a:cubicBezTo>
                  <a:cubicBezTo>
                    <a:pt x="291650" y="434230"/>
                    <a:pt x="293391" y="439433"/>
                    <a:pt x="294624" y="440196"/>
                  </a:cubicBezTo>
                  <a:cubicBezTo>
                    <a:pt x="295858" y="440958"/>
                    <a:pt x="296867" y="446160"/>
                    <a:pt x="296867" y="451755"/>
                  </a:cubicBezTo>
                  <a:cubicBezTo>
                    <a:pt x="296867" y="461851"/>
                    <a:pt x="296793" y="461926"/>
                    <a:pt x="287186" y="461588"/>
                  </a:cubicBezTo>
                  <a:cubicBezTo>
                    <a:pt x="281862" y="461400"/>
                    <a:pt x="258020" y="459243"/>
                    <a:pt x="234204" y="456793"/>
                  </a:cubicBezTo>
                  <a:close/>
                </a:path>
              </a:pathLst>
            </a:custGeom>
            <a:solidFill>
              <a:srgbClr val="B9B9B9"/>
            </a:solidFill>
            <a:ln w="5163" cap="flat">
              <a:noFill/>
              <a:prstDash val="solid"/>
              <a:miter/>
            </a:ln>
          </p:spPr>
          <p:txBody>
            <a:bodyPr/>
            <a:lstStyle/>
            <a:p>
              <a:endParaRPr lang="es-419" noProof="0" dirty="0"/>
            </a:p>
          </p:txBody>
        </p:sp>
        <p:sp>
          <p:nvSpPr>
            <p:cNvPr id="108" name="Forma libre: forma 107">
              <a:extLst>
                <a:ext uri="{FF2B5EF4-FFF2-40B4-BE49-F238E27FC236}">
                  <a16:creationId xmlns:a16="http://schemas.microsoft.com/office/drawing/2014/main" id="{7EFA6CDE-ADDD-2D77-BC10-599AA3A644C2}"/>
                </a:ext>
              </a:extLst>
            </p:cNvPr>
            <p:cNvSpPr/>
            <p:nvPr/>
          </p:nvSpPr>
          <p:spPr>
            <a:xfrm>
              <a:off x="259777" y="1434618"/>
              <a:ext cx="20905" cy="34765"/>
            </a:xfrm>
            <a:custGeom>
              <a:avLst/>
              <a:gdLst>
                <a:gd name="csX0" fmla="*/ 7343 w 20905"/>
                <a:gd name="csY0" fmla="*/ 31742 h 34765"/>
                <a:gd name="csX1" fmla="*/ 5095 w 20905"/>
                <a:gd name="csY1" fmla="*/ 22712 h 34765"/>
                <a:gd name="csX2" fmla="*/ 11946 w 20905"/>
                <a:gd name="csY2" fmla="*/ 12959 h 34765"/>
                <a:gd name="csX3" fmla="*/ 17992 w 20905"/>
                <a:gd name="csY3" fmla="*/ 1997 h 34765"/>
                <a:gd name="csX4" fmla="*/ 19063 w 20905"/>
                <a:gd name="csY4" fmla="*/ 27093 h 34765"/>
                <a:gd name="csX5" fmla="*/ 7343 w 20905"/>
                <a:gd name="csY5" fmla="*/ 31742 h 34765"/>
              </a:gdLst>
              <a:ahLst/>
              <a:cxnLst>
                <a:cxn ang="0">
                  <a:pos x="csX0" y="csY0"/>
                </a:cxn>
                <a:cxn ang="0">
                  <a:pos x="csX1" y="csY1"/>
                </a:cxn>
                <a:cxn ang="0">
                  <a:pos x="csX2" y="csY2"/>
                </a:cxn>
                <a:cxn ang="0">
                  <a:pos x="csX3" y="csY3"/>
                </a:cxn>
                <a:cxn ang="0">
                  <a:pos x="csX4" y="csY4"/>
                </a:cxn>
                <a:cxn ang="0">
                  <a:pos x="csX5" y="csY5"/>
                </a:cxn>
              </a:cxnLst>
              <a:rect l="l" t="t" r="r" b="b"/>
              <a:pathLst>
                <a:path w="20905" h="34765">
                  <a:moveTo>
                    <a:pt x="7343" y="31742"/>
                  </a:moveTo>
                  <a:cubicBezTo>
                    <a:pt x="-1878" y="26647"/>
                    <a:pt x="-2170" y="25474"/>
                    <a:pt x="5095" y="22712"/>
                  </a:cubicBezTo>
                  <a:cubicBezTo>
                    <a:pt x="10179" y="20779"/>
                    <a:pt x="11916" y="18306"/>
                    <a:pt x="11946" y="12959"/>
                  </a:cubicBezTo>
                  <a:cubicBezTo>
                    <a:pt x="11996" y="3833"/>
                    <a:pt x="16177" y="-3749"/>
                    <a:pt x="17992" y="1997"/>
                  </a:cubicBezTo>
                  <a:cubicBezTo>
                    <a:pt x="21527" y="13191"/>
                    <a:pt x="21797" y="19522"/>
                    <a:pt x="19063" y="27093"/>
                  </a:cubicBezTo>
                  <a:cubicBezTo>
                    <a:pt x="15722" y="36343"/>
                    <a:pt x="15691" y="36355"/>
                    <a:pt x="7343" y="31742"/>
                  </a:cubicBezTo>
                  <a:close/>
                </a:path>
              </a:pathLst>
            </a:custGeom>
            <a:solidFill>
              <a:srgbClr val="B9B9B9"/>
            </a:solidFill>
            <a:ln w="5163" cap="flat">
              <a:noFill/>
              <a:prstDash val="solid"/>
              <a:miter/>
            </a:ln>
          </p:spPr>
          <p:txBody>
            <a:bodyPr/>
            <a:lstStyle/>
            <a:p>
              <a:endParaRPr lang="es-419" noProof="0" dirty="0"/>
            </a:p>
          </p:txBody>
        </p:sp>
        <p:sp>
          <p:nvSpPr>
            <p:cNvPr id="109" name="Forma libre: forma 108">
              <a:extLst>
                <a:ext uri="{FF2B5EF4-FFF2-40B4-BE49-F238E27FC236}">
                  <a16:creationId xmlns:a16="http://schemas.microsoft.com/office/drawing/2014/main" id="{BB7614B5-513A-8FAE-B1CF-7B1A35D9D60E}"/>
                </a:ext>
              </a:extLst>
            </p:cNvPr>
            <p:cNvSpPr/>
            <p:nvPr/>
          </p:nvSpPr>
          <p:spPr>
            <a:xfrm>
              <a:off x="73152" y="1375664"/>
              <a:ext cx="14357" cy="42577"/>
            </a:xfrm>
            <a:custGeom>
              <a:avLst/>
              <a:gdLst>
                <a:gd name="csX0" fmla="*/ 7495 w 14357"/>
                <a:gd name="csY0" fmla="*/ 37645 h 42577"/>
                <a:gd name="csX1" fmla="*/ 3632 w 14357"/>
                <a:gd name="csY1" fmla="*/ 24738 h 42577"/>
                <a:gd name="csX2" fmla="*/ 3632 w 14357"/>
                <a:gd name="csY2" fmla="*/ 1505 h 42577"/>
                <a:gd name="csX3" fmla="*/ 7504 w 14357"/>
                <a:gd name="csY3" fmla="*/ 6137 h 42577"/>
                <a:gd name="csX4" fmla="*/ 10146 w 14357"/>
                <a:gd name="csY4" fmla="*/ 14863 h 42577"/>
                <a:gd name="csX5" fmla="*/ 11643 w 14357"/>
                <a:gd name="csY5" fmla="*/ 38936 h 42577"/>
                <a:gd name="csX6" fmla="*/ 7495 w 14357"/>
                <a:gd name="csY6" fmla="*/ 37645 h 42577"/>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4357" h="42577">
                  <a:moveTo>
                    <a:pt x="7495" y="37645"/>
                  </a:moveTo>
                  <a:cubicBezTo>
                    <a:pt x="7399" y="34096"/>
                    <a:pt x="5661" y="28288"/>
                    <a:pt x="3632" y="24738"/>
                  </a:cubicBezTo>
                  <a:cubicBezTo>
                    <a:pt x="-1211" y="16267"/>
                    <a:pt x="-1211" y="5524"/>
                    <a:pt x="3632" y="1505"/>
                  </a:cubicBezTo>
                  <a:cubicBezTo>
                    <a:pt x="6929" y="-1232"/>
                    <a:pt x="7504" y="-544"/>
                    <a:pt x="7504" y="6137"/>
                  </a:cubicBezTo>
                  <a:cubicBezTo>
                    <a:pt x="7504" y="10452"/>
                    <a:pt x="8693" y="14378"/>
                    <a:pt x="10146" y="14863"/>
                  </a:cubicBezTo>
                  <a:cubicBezTo>
                    <a:pt x="14898" y="16447"/>
                    <a:pt x="15948" y="33343"/>
                    <a:pt x="11643" y="38936"/>
                  </a:cubicBezTo>
                  <a:cubicBezTo>
                    <a:pt x="7745" y="44000"/>
                    <a:pt x="7665" y="43975"/>
                    <a:pt x="7495" y="37645"/>
                  </a:cubicBezTo>
                  <a:close/>
                </a:path>
              </a:pathLst>
            </a:custGeom>
            <a:solidFill>
              <a:srgbClr val="B9B9B9"/>
            </a:solidFill>
            <a:ln w="5163" cap="flat">
              <a:noFill/>
              <a:prstDash val="solid"/>
              <a:miter/>
            </a:ln>
          </p:spPr>
          <p:txBody>
            <a:bodyPr/>
            <a:lstStyle/>
            <a:p>
              <a:endParaRPr lang="es-419" noProof="0" dirty="0"/>
            </a:p>
          </p:txBody>
        </p:sp>
        <p:sp>
          <p:nvSpPr>
            <p:cNvPr id="110" name="Forma libre: forma 109">
              <a:extLst>
                <a:ext uri="{FF2B5EF4-FFF2-40B4-BE49-F238E27FC236}">
                  <a16:creationId xmlns:a16="http://schemas.microsoft.com/office/drawing/2014/main" id="{DDD454EE-8D4C-550F-5114-B3DC58040A21}"/>
                </a:ext>
              </a:extLst>
            </p:cNvPr>
            <p:cNvSpPr/>
            <p:nvPr/>
          </p:nvSpPr>
          <p:spPr>
            <a:xfrm>
              <a:off x="420547" y="1341567"/>
              <a:ext cx="36589" cy="57857"/>
            </a:xfrm>
            <a:custGeom>
              <a:avLst/>
              <a:gdLst>
                <a:gd name="csX0" fmla="*/ 24033 w 36589"/>
                <a:gd name="csY0" fmla="*/ 48231 h 57857"/>
                <a:gd name="csX1" fmla="*/ 8875 w 36589"/>
                <a:gd name="csY1" fmla="*/ 31730 h 57857"/>
                <a:gd name="csX2" fmla="*/ 2815 w 36589"/>
                <a:gd name="csY2" fmla="*/ 140 h 57857"/>
                <a:gd name="csX3" fmla="*/ 18571 w 36589"/>
                <a:gd name="csY3" fmla="*/ 17532 h 57857"/>
                <a:gd name="csX4" fmla="*/ 26156 w 36589"/>
                <a:gd name="csY4" fmla="*/ 27858 h 57857"/>
                <a:gd name="csX5" fmla="*/ 32361 w 36589"/>
                <a:gd name="csY5" fmla="*/ 36599 h 57857"/>
                <a:gd name="csX6" fmla="*/ 34380 w 36589"/>
                <a:gd name="csY6" fmla="*/ 51018 h 57857"/>
                <a:gd name="csX7" fmla="*/ 24033 w 36589"/>
                <a:gd name="csY7" fmla="*/ 48231 h 578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6589" h="57857">
                  <a:moveTo>
                    <a:pt x="24033" y="48231"/>
                  </a:moveTo>
                  <a:cubicBezTo>
                    <a:pt x="18251" y="41995"/>
                    <a:pt x="11430" y="34569"/>
                    <a:pt x="8875" y="31730"/>
                  </a:cubicBezTo>
                  <a:cubicBezTo>
                    <a:pt x="870" y="22831"/>
                    <a:pt x="-3051" y="2391"/>
                    <a:pt x="2815" y="140"/>
                  </a:cubicBezTo>
                  <a:cubicBezTo>
                    <a:pt x="7073" y="-1494"/>
                    <a:pt x="18931" y="11596"/>
                    <a:pt x="18571" y="17532"/>
                  </a:cubicBezTo>
                  <a:cubicBezTo>
                    <a:pt x="18043" y="26212"/>
                    <a:pt x="19252" y="27858"/>
                    <a:pt x="26156" y="27858"/>
                  </a:cubicBezTo>
                  <a:cubicBezTo>
                    <a:pt x="32848" y="27858"/>
                    <a:pt x="33306" y="28504"/>
                    <a:pt x="32361" y="36599"/>
                  </a:cubicBezTo>
                  <a:cubicBezTo>
                    <a:pt x="31800" y="41406"/>
                    <a:pt x="32708" y="47895"/>
                    <a:pt x="34380" y="51018"/>
                  </a:cubicBezTo>
                  <a:cubicBezTo>
                    <a:pt x="39819" y="61181"/>
                    <a:pt x="34782" y="59825"/>
                    <a:pt x="24033" y="48231"/>
                  </a:cubicBezTo>
                  <a:close/>
                </a:path>
              </a:pathLst>
            </a:custGeom>
            <a:solidFill>
              <a:srgbClr val="B9B9B9"/>
            </a:solidFill>
            <a:ln w="5163" cap="flat">
              <a:noFill/>
              <a:prstDash val="solid"/>
              <a:miter/>
            </a:ln>
          </p:spPr>
          <p:txBody>
            <a:bodyPr/>
            <a:lstStyle/>
            <a:p>
              <a:endParaRPr lang="es-419" noProof="0" dirty="0"/>
            </a:p>
          </p:txBody>
        </p:sp>
      </p:grpSp>
      <p:grpSp>
        <p:nvGrpSpPr>
          <p:cNvPr id="111" name="Gráfico 39">
            <a:extLst>
              <a:ext uri="{FF2B5EF4-FFF2-40B4-BE49-F238E27FC236}">
                <a16:creationId xmlns:a16="http://schemas.microsoft.com/office/drawing/2014/main" id="{B01CB21C-E866-211D-5319-3BF9DBF36729}"/>
              </a:ext>
            </a:extLst>
          </p:cNvPr>
          <p:cNvGrpSpPr/>
          <p:nvPr/>
        </p:nvGrpSpPr>
        <p:grpSpPr>
          <a:xfrm>
            <a:off x="347681" y="1057339"/>
            <a:ext cx="481325" cy="621418"/>
            <a:chOff x="347681" y="1057339"/>
            <a:chExt cx="481325" cy="621418"/>
          </a:xfrm>
          <a:solidFill>
            <a:srgbClr val="B9B9B9"/>
          </a:solidFill>
        </p:grpSpPr>
        <p:grpSp>
          <p:nvGrpSpPr>
            <p:cNvPr id="112" name="Gráfico 39">
              <a:extLst>
                <a:ext uri="{FF2B5EF4-FFF2-40B4-BE49-F238E27FC236}">
                  <a16:creationId xmlns:a16="http://schemas.microsoft.com/office/drawing/2014/main" id="{67E0BFAD-4173-B1AA-F9D3-F5013185B5F6}"/>
                </a:ext>
              </a:extLst>
            </p:cNvPr>
            <p:cNvGrpSpPr/>
            <p:nvPr/>
          </p:nvGrpSpPr>
          <p:grpSpPr>
            <a:xfrm>
              <a:off x="492211" y="1384222"/>
              <a:ext cx="33498" cy="51895"/>
              <a:chOff x="492211" y="1384222"/>
              <a:chExt cx="33498" cy="51895"/>
            </a:xfrm>
            <a:solidFill>
              <a:srgbClr val="B9B9B9"/>
            </a:solidFill>
          </p:grpSpPr>
          <p:sp>
            <p:nvSpPr>
              <p:cNvPr id="113" name="Forma libre: forma 112">
                <a:extLst>
                  <a:ext uri="{FF2B5EF4-FFF2-40B4-BE49-F238E27FC236}">
                    <a16:creationId xmlns:a16="http://schemas.microsoft.com/office/drawing/2014/main" id="{6E7A772C-B903-0499-94AF-C095DE8252AF}"/>
                  </a:ext>
                </a:extLst>
              </p:cNvPr>
              <p:cNvSpPr/>
              <p:nvPr/>
            </p:nvSpPr>
            <p:spPr>
              <a:xfrm>
                <a:off x="492211" y="1428798"/>
                <a:ext cx="6246" cy="7319"/>
              </a:xfrm>
              <a:custGeom>
                <a:avLst/>
                <a:gdLst>
                  <a:gd name="csX0" fmla="*/ 460 w 6246"/>
                  <a:gd name="csY0" fmla="*/ 4088 h 7319"/>
                  <a:gd name="csX1" fmla="*/ 4549 w 6246"/>
                  <a:gd name="csY1" fmla="*/ 0 h 7319"/>
                  <a:gd name="csX2" fmla="*/ 1959 w 6246"/>
                  <a:gd name="csY2" fmla="*/ 7153 h 7319"/>
                  <a:gd name="csX3" fmla="*/ 460 w 6246"/>
                  <a:gd name="csY3" fmla="*/ 4088 h 7319"/>
                </a:gdLst>
                <a:ahLst/>
                <a:cxnLst>
                  <a:cxn ang="0">
                    <a:pos x="csX0" y="csY0"/>
                  </a:cxn>
                  <a:cxn ang="0">
                    <a:pos x="csX1" y="csY1"/>
                  </a:cxn>
                  <a:cxn ang="0">
                    <a:pos x="csX2" y="csY2"/>
                  </a:cxn>
                  <a:cxn ang="0">
                    <a:pos x="csX3" y="csY3"/>
                  </a:cxn>
                </a:cxnLst>
                <a:rect l="l" t="t" r="r" b="b"/>
                <a:pathLst>
                  <a:path w="6246" h="7319">
                    <a:moveTo>
                      <a:pt x="460" y="4088"/>
                    </a:moveTo>
                    <a:cubicBezTo>
                      <a:pt x="1323" y="1840"/>
                      <a:pt x="3163" y="0"/>
                      <a:pt x="4549" y="0"/>
                    </a:cubicBezTo>
                    <a:cubicBezTo>
                      <a:pt x="7942" y="0"/>
                      <a:pt x="5818" y="5867"/>
                      <a:pt x="1959" y="7153"/>
                    </a:cubicBezTo>
                    <a:cubicBezTo>
                      <a:pt x="72" y="7782"/>
                      <a:pt x="-505" y="6602"/>
                      <a:pt x="460" y="4088"/>
                    </a:cubicBezTo>
                    <a:close/>
                  </a:path>
                </a:pathLst>
              </a:custGeom>
              <a:solidFill>
                <a:srgbClr val="B9B9B9"/>
              </a:solidFill>
              <a:ln w="5163" cap="flat">
                <a:noFill/>
                <a:prstDash val="solid"/>
                <a:miter/>
              </a:ln>
            </p:spPr>
            <p:txBody>
              <a:bodyPr/>
              <a:lstStyle/>
              <a:p>
                <a:endParaRPr lang="es-419" noProof="0" dirty="0"/>
              </a:p>
            </p:txBody>
          </p:sp>
          <p:sp>
            <p:nvSpPr>
              <p:cNvPr id="114" name="Forma libre: forma 113">
                <a:extLst>
                  <a:ext uri="{FF2B5EF4-FFF2-40B4-BE49-F238E27FC236}">
                    <a16:creationId xmlns:a16="http://schemas.microsoft.com/office/drawing/2014/main" id="{95765B02-3342-8676-EFB7-1549EEF13580}"/>
                  </a:ext>
                </a:extLst>
              </p:cNvPr>
              <p:cNvSpPr/>
              <p:nvPr/>
            </p:nvSpPr>
            <p:spPr>
              <a:xfrm>
                <a:off x="495379" y="1384222"/>
                <a:ext cx="30331" cy="44105"/>
              </a:xfrm>
              <a:custGeom>
                <a:avLst/>
                <a:gdLst>
                  <a:gd name="csX0" fmla="*/ 10578 w 30331"/>
                  <a:gd name="csY0" fmla="*/ 40845 h 44105"/>
                  <a:gd name="csX1" fmla="*/ 3426 w 30331"/>
                  <a:gd name="csY1" fmla="*/ 27268 h 44105"/>
                  <a:gd name="csX2" fmla="*/ 8634 w 30331"/>
                  <a:gd name="csY2" fmla="*/ 13316 h 44105"/>
                  <a:gd name="csX3" fmla="*/ 25629 w 30331"/>
                  <a:gd name="csY3" fmla="*/ 1695 h 44105"/>
                  <a:gd name="csX4" fmla="*/ 27283 w 30331"/>
                  <a:gd name="csY4" fmla="*/ 34769 h 44105"/>
                  <a:gd name="csX5" fmla="*/ 10578 w 30331"/>
                  <a:gd name="csY5" fmla="*/ 40845 h 44105"/>
                </a:gdLst>
                <a:ahLst/>
                <a:cxnLst>
                  <a:cxn ang="0">
                    <a:pos x="csX0" y="csY0"/>
                  </a:cxn>
                  <a:cxn ang="0">
                    <a:pos x="csX1" y="csY1"/>
                  </a:cxn>
                  <a:cxn ang="0">
                    <a:pos x="csX2" y="csY2"/>
                  </a:cxn>
                  <a:cxn ang="0">
                    <a:pos x="csX3" y="csY3"/>
                  </a:cxn>
                  <a:cxn ang="0">
                    <a:pos x="csX4" y="csY4"/>
                  </a:cxn>
                  <a:cxn ang="0">
                    <a:pos x="csX5" y="csY5"/>
                  </a:cxn>
                </a:cxnLst>
                <a:rect l="l" t="t" r="r" b="b"/>
                <a:pathLst>
                  <a:path w="30331" h="44105">
                    <a:moveTo>
                      <a:pt x="10578" y="40845"/>
                    </a:moveTo>
                    <a:cubicBezTo>
                      <a:pt x="-1917" y="34327"/>
                      <a:pt x="-2001" y="34167"/>
                      <a:pt x="3426" y="27268"/>
                    </a:cubicBezTo>
                    <a:cubicBezTo>
                      <a:pt x="6291" y="23626"/>
                      <a:pt x="8634" y="17348"/>
                      <a:pt x="8634" y="13316"/>
                    </a:cubicBezTo>
                    <a:cubicBezTo>
                      <a:pt x="8634" y="4586"/>
                      <a:pt x="20679" y="-3650"/>
                      <a:pt x="25629" y="1695"/>
                    </a:cubicBezTo>
                    <a:cubicBezTo>
                      <a:pt x="31123" y="7627"/>
                      <a:pt x="31970" y="24580"/>
                      <a:pt x="27283" y="34769"/>
                    </a:cubicBezTo>
                    <a:cubicBezTo>
                      <a:pt x="22315" y="45567"/>
                      <a:pt x="20734" y="46142"/>
                      <a:pt x="10578" y="40845"/>
                    </a:cubicBezTo>
                    <a:close/>
                  </a:path>
                </a:pathLst>
              </a:custGeom>
              <a:solidFill>
                <a:srgbClr val="B9B9B9"/>
              </a:solidFill>
              <a:ln w="5163" cap="flat">
                <a:noFill/>
                <a:prstDash val="solid"/>
                <a:miter/>
              </a:ln>
            </p:spPr>
            <p:txBody>
              <a:bodyPr/>
              <a:lstStyle/>
              <a:p>
                <a:endParaRPr lang="es-419" noProof="0" dirty="0"/>
              </a:p>
            </p:txBody>
          </p:sp>
        </p:grpSp>
        <p:grpSp>
          <p:nvGrpSpPr>
            <p:cNvPr id="115" name="Gráfico 39">
              <a:extLst>
                <a:ext uri="{FF2B5EF4-FFF2-40B4-BE49-F238E27FC236}">
                  <a16:creationId xmlns:a16="http://schemas.microsoft.com/office/drawing/2014/main" id="{CFB3C94D-7611-6D05-3C19-CCD4ECDE91CD}"/>
                </a:ext>
              </a:extLst>
            </p:cNvPr>
            <p:cNvGrpSpPr/>
            <p:nvPr/>
          </p:nvGrpSpPr>
          <p:grpSpPr>
            <a:xfrm>
              <a:off x="347681" y="1057339"/>
              <a:ext cx="481325" cy="621418"/>
              <a:chOff x="347681" y="1057339"/>
              <a:chExt cx="481325" cy="621418"/>
            </a:xfrm>
            <a:solidFill>
              <a:srgbClr val="B9B9B9"/>
            </a:solidFill>
          </p:grpSpPr>
          <p:sp>
            <p:nvSpPr>
              <p:cNvPr id="116" name="Forma libre: forma 115">
                <a:extLst>
                  <a:ext uri="{FF2B5EF4-FFF2-40B4-BE49-F238E27FC236}">
                    <a16:creationId xmlns:a16="http://schemas.microsoft.com/office/drawing/2014/main" id="{D789B301-66EB-2782-7E34-08681AAAAC34}"/>
                  </a:ext>
                </a:extLst>
              </p:cNvPr>
              <p:cNvSpPr/>
              <p:nvPr/>
            </p:nvSpPr>
            <p:spPr>
              <a:xfrm>
                <a:off x="347681" y="1057339"/>
                <a:ext cx="481325" cy="621418"/>
              </a:xfrm>
              <a:custGeom>
                <a:avLst/>
                <a:gdLst>
                  <a:gd name="csX0" fmla="*/ 392709 w 481325"/>
                  <a:gd name="csY0" fmla="*/ 609477 h 621418"/>
                  <a:gd name="csX1" fmla="*/ 388957 w 481325"/>
                  <a:gd name="csY1" fmla="*/ 594848 h 621418"/>
                  <a:gd name="csX2" fmla="*/ 382520 w 481325"/>
                  <a:gd name="csY2" fmla="*/ 582680 h 621418"/>
                  <a:gd name="csX3" fmla="*/ 381003 w 481325"/>
                  <a:gd name="csY3" fmla="*/ 575394 h 621418"/>
                  <a:gd name="csX4" fmla="*/ 376772 w 481325"/>
                  <a:gd name="csY4" fmla="*/ 573517 h 621418"/>
                  <a:gd name="csX5" fmla="*/ 372471 w 481325"/>
                  <a:gd name="csY5" fmla="*/ 575078 h 621418"/>
                  <a:gd name="csX6" fmla="*/ 371638 w 481325"/>
                  <a:gd name="csY6" fmla="*/ 577600 h 621418"/>
                  <a:gd name="csX7" fmla="*/ 373727 w 481325"/>
                  <a:gd name="csY7" fmla="*/ 583138 h 621418"/>
                  <a:gd name="csX8" fmla="*/ 369193 w 481325"/>
                  <a:gd name="csY8" fmla="*/ 580381 h 621418"/>
                  <a:gd name="csX9" fmla="*/ 364289 w 481325"/>
                  <a:gd name="csY9" fmla="*/ 578851 h 621418"/>
                  <a:gd name="csX10" fmla="*/ 358202 w 481325"/>
                  <a:gd name="csY10" fmla="*/ 578294 h 621418"/>
                  <a:gd name="csX11" fmla="*/ 344811 w 481325"/>
                  <a:gd name="csY11" fmla="*/ 546998 h 621418"/>
                  <a:gd name="csX12" fmla="*/ 347360 w 481325"/>
                  <a:gd name="csY12" fmla="*/ 544424 h 621418"/>
                  <a:gd name="csX13" fmla="*/ 329284 w 481325"/>
                  <a:gd name="csY13" fmla="*/ 536840 h 621418"/>
                  <a:gd name="csX14" fmla="*/ 312504 w 481325"/>
                  <a:gd name="csY14" fmla="*/ 531378 h 621418"/>
                  <a:gd name="csX15" fmla="*/ 299274 w 481325"/>
                  <a:gd name="csY15" fmla="*/ 523870 h 621418"/>
                  <a:gd name="csX16" fmla="*/ 298267 w 481325"/>
                  <a:gd name="csY16" fmla="*/ 519838 h 621418"/>
                  <a:gd name="csX17" fmla="*/ 294146 w 481325"/>
                  <a:gd name="csY17" fmla="*/ 506308 h 621418"/>
                  <a:gd name="csX18" fmla="*/ 290635 w 481325"/>
                  <a:gd name="csY18" fmla="*/ 495822 h 621418"/>
                  <a:gd name="csX19" fmla="*/ 290295 w 481325"/>
                  <a:gd name="csY19" fmla="*/ 485043 h 621418"/>
                  <a:gd name="csX20" fmla="*/ 292460 w 481325"/>
                  <a:gd name="csY20" fmla="*/ 479235 h 621418"/>
                  <a:gd name="csX21" fmla="*/ 293954 w 481325"/>
                  <a:gd name="csY21" fmla="*/ 469554 h 621418"/>
                  <a:gd name="csX22" fmla="*/ 288754 w 481325"/>
                  <a:gd name="csY22" fmla="*/ 460702 h 621418"/>
                  <a:gd name="csX23" fmla="*/ 283583 w 481325"/>
                  <a:gd name="csY23" fmla="*/ 460065 h 621418"/>
                  <a:gd name="csX24" fmla="*/ 278874 w 481325"/>
                  <a:gd name="csY24" fmla="*/ 460231 h 621418"/>
                  <a:gd name="csX25" fmla="*/ 272498 w 481325"/>
                  <a:gd name="csY25" fmla="*/ 449744 h 621418"/>
                  <a:gd name="csX26" fmla="*/ 269740 w 481325"/>
                  <a:gd name="csY26" fmla="*/ 445139 h 621418"/>
                  <a:gd name="csX27" fmla="*/ 268211 w 481325"/>
                  <a:gd name="csY27" fmla="*/ 450043 h 621418"/>
                  <a:gd name="csX28" fmla="*/ 267044 w 481325"/>
                  <a:gd name="csY28" fmla="*/ 456881 h 621418"/>
                  <a:gd name="csX29" fmla="*/ 259538 w 481325"/>
                  <a:gd name="csY29" fmla="*/ 454425 h 621418"/>
                  <a:gd name="csX30" fmla="*/ 254428 w 481325"/>
                  <a:gd name="csY30" fmla="*/ 444654 h 621418"/>
                  <a:gd name="csX31" fmla="*/ 249421 w 481325"/>
                  <a:gd name="csY31" fmla="*/ 443656 h 621418"/>
                  <a:gd name="csX32" fmla="*/ 238700 w 481325"/>
                  <a:gd name="csY32" fmla="*/ 428558 h 621418"/>
                  <a:gd name="csX33" fmla="*/ 224166 w 481325"/>
                  <a:gd name="csY33" fmla="*/ 409935 h 621418"/>
                  <a:gd name="csX34" fmla="*/ 213124 w 481325"/>
                  <a:gd name="csY34" fmla="*/ 401065 h 621418"/>
                  <a:gd name="csX35" fmla="*/ 206671 w 481325"/>
                  <a:gd name="csY35" fmla="*/ 388468 h 621418"/>
                  <a:gd name="csX36" fmla="*/ 204242 w 481325"/>
                  <a:gd name="csY36" fmla="*/ 374041 h 621418"/>
                  <a:gd name="csX37" fmla="*/ 206562 w 481325"/>
                  <a:gd name="csY37" fmla="*/ 371283 h 621418"/>
                  <a:gd name="csX38" fmla="*/ 201394 w 481325"/>
                  <a:gd name="csY38" fmla="*/ 369855 h 621418"/>
                  <a:gd name="csX39" fmla="*/ 181743 w 481325"/>
                  <a:gd name="csY39" fmla="*/ 350072 h 621418"/>
                  <a:gd name="csX40" fmla="*/ 180840 w 481325"/>
                  <a:gd name="csY40" fmla="*/ 340015 h 621418"/>
                  <a:gd name="csX41" fmla="*/ 168342 w 481325"/>
                  <a:gd name="csY41" fmla="*/ 316750 h 621418"/>
                  <a:gd name="csX42" fmla="*/ 162786 w 481325"/>
                  <a:gd name="csY42" fmla="*/ 304341 h 621418"/>
                  <a:gd name="csX43" fmla="*/ 153959 w 481325"/>
                  <a:gd name="csY43" fmla="*/ 280463 h 621418"/>
                  <a:gd name="csX44" fmla="*/ 143231 w 481325"/>
                  <a:gd name="csY44" fmla="*/ 268201 h 621418"/>
                  <a:gd name="csX45" fmla="*/ 141096 w 481325"/>
                  <a:gd name="csY45" fmla="*/ 246493 h 621418"/>
                  <a:gd name="csX46" fmla="*/ 133510 w 481325"/>
                  <a:gd name="csY46" fmla="*/ 215932 h 621418"/>
                  <a:gd name="csX47" fmla="*/ 125786 w 481325"/>
                  <a:gd name="csY47" fmla="*/ 201792 h 621418"/>
                  <a:gd name="csX48" fmla="*/ 113580 w 481325"/>
                  <a:gd name="csY48" fmla="*/ 175023 h 621418"/>
                  <a:gd name="csX49" fmla="*/ 104703 w 481325"/>
                  <a:gd name="csY49" fmla="*/ 151035 h 621418"/>
                  <a:gd name="csX50" fmla="*/ 100240 w 481325"/>
                  <a:gd name="csY50" fmla="*/ 135893 h 621418"/>
                  <a:gd name="csX51" fmla="*/ 100240 w 481325"/>
                  <a:gd name="csY51" fmla="*/ 128463 h 621418"/>
                  <a:gd name="csX52" fmla="*/ 99247 w 481325"/>
                  <a:gd name="csY52" fmla="*/ 115142 h 621418"/>
                  <a:gd name="csX53" fmla="*/ 93791 w 481325"/>
                  <a:gd name="csY53" fmla="*/ 109442 h 621418"/>
                  <a:gd name="csX54" fmla="*/ 95549 w 481325"/>
                  <a:gd name="csY54" fmla="*/ 115250 h 621418"/>
                  <a:gd name="csX55" fmla="*/ 90800 w 481325"/>
                  <a:gd name="csY55" fmla="*/ 117023 h 621418"/>
                  <a:gd name="csX56" fmla="*/ 87172 w 481325"/>
                  <a:gd name="csY56" fmla="*/ 114272 h 621418"/>
                  <a:gd name="csX57" fmla="*/ 67148 w 481325"/>
                  <a:gd name="csY57" fmla="*/ 111209 h 621418"/>
                  <a:gd name="csX58" fmla="*/ 49971 w 481325"/>
                  <a:gd name="csY58" fmla="*/ 100232 h 621418"/>
                  <a:gd name="csX59" fmla="*/ 44090 w 481325"/>
                  <a:gd name="csY59" fmla="*/ 90574 h 621418"/>
                  <a:gd name="csX60" fmla="*/ 35863 w 481325"/>
                  <a:gd name="csY60" fmla="*/ 83433 h 621418"/>
                  <a:gd name="csX61" fmla="*/ 32588 w 481325"/>
                  <a:gd name="csY61" fmla="*/ 82069 h 621418"/>
                  <a:gd name="csX62" fmla="*/ 11771 w 481325"/>
                  <a:gd name="csY62" fmla="*/ 68233 h 621418"/>
                  <a:gd name="csX63" fmla="*/ 5348 w 481325"/>
                  <a:gd name="csY63" fmla="*/ 59589 h 621418"/>
                  <a:gd name="csX64" fmla="*/ 1583 w 481325"/>
                  <a:gd name="csY64" fmla="*/ 46912 h 621418"/>
                  <a:gd name="csX65" fmla="*/ 325 w 481325"/>
                  <a:gd name="csY65" fmla="*/ 17525 h 621418"/>
                  <a:gd name="csX66" fmla="*/ 4538 w 481325"/>
                  <a:gd name="csY66" fmla="*/ 6689 h 621418"/>
                  <a:gd name="csX67" fmla="*/ 10480 w 481325"/>
                  <a:gd name="csY67" fmla="*/ 0 h 621418"/>
                  <a:gd name="csX68" fmla="*/ 53074 w 481325"/>
                  <a:gd name="csY68" fmla="*/ 22147 h 621418"/>
                  <a:gd name="csX69" fmla="*/ 133099 w 481325"/>
                  <a:gd name="csY69" fmla="*/ 64285 h 621418"/>
                  <a:gd name="csX70" fmla="*/ 308638 w 481325"/>
                  <a:gd name="csY70" fmla="*/ 150152 h 621418"/>
                  <a:gd name="csX71" fmla="*/ 460324 w 481325"/>
                  <a:gd name="csY71" fmla="*/ 163865 h 621418"/>
                  <a:gd name="csX72" fmla="*/ 466125 w 481325"/>
                  <a:gd name="csY72" fmla="*/ 170071 h 621418"/>
                  <a:gd name="csX73" fmla="*/ 465714 w 481325"/>
                  <a:gd name="csY73" fmla="*/ 176317 h 621418"/>
                  <a:gd name="csX74" fmla="*/ 471176 w 481325"/>
                  <a:gd name="csY74" fmla="*/ 205515 h 621418"/>
                  <a:gd name="csX75" fmla="*/ 478356 w 481325"/>
                  <a:gd name="csY75" fmla="*/ 244968 h 621418"/>
                  <a:gd name="csX76" fmla="*/ 480666 w 481325"/>
                  <a:gd name="csY76" fmla="*/ 291434 h 621418"/>
                  <a:gd name="csX77" fmla="*/ 471606 w 481325"/>
                  <a:gd name="csY77" fmla="*/ 339879 h 621418"/>
                  <a:gd name="csX78" fmla="*/ 467718 w 481325"/>
                  <a:gd name="csY78" fmla="*/ 346935 h 621418"/>
                  <a:gd name="csX79" fmla="*/ 468256 w 481325"/>
                  <a:gd name="csY79" fmla="*/ 419216 h 621418"/>
                  <a:gd name="csX80" fmla="*/ 469120 w 481325"/>
                  <a:gd name="csY80" fmla="*/ 434705 h 621418"/>
                  <a:gd name="csX81" fmla="*/ 451760 w 481325"/>
                  <a:gd name="csY81" fmla="*/ 439004 h 621418"/>
                  <a:gd name="csX82" fmla="*/ 430017 w 481325"/>
                  <a:gd name="csY82" fmla="*/ 458164 h 621418"/>
                  <a:gd name="csX83" fmla="*/ 441207 w 481325"/>
                  <a:gd name="csY83" fmla="*/ 484914 h 621418"/>
                  <a:gd name="csX84" fmla="*/ 455538 w 481325"/>
                  <a:gd name="csY84" fmla="*/ 533438 h 621418"/>
                  <a:gd name="csX85" fmla="*/ 463393 w 481325"/>
                  <a:gd name="csY85" fmla="*/ 557324 h 621418"/>
                  <a:gd name="csX86" fmla="*/ 466107 w 481325"/>
                  <a:gd name="csY86" fmla="*/ 564704 h 621418"/>
                  <a:gd name="csX87" fmla="*/ 427332 w 481325"/>
                  <a:gd name="csY87" fmla="*/ 607875 h 621418"/>
                  <a:gd name="csX88" fmla="*/ 408378 w 481325"/>
                  <a:gd name="csY88" fmla="*/ 619278 h 621418"/>
                  <a:gd name="csX89" fmla="*/ 406733 w 481325"/>
                  <a:gd name="csY89" fmla="*/ 612610 h 621418"/>
                  <a:gd name="csX90" fmla="*/ 398989 w 481325"/>
                  <a:gd name="csY90" fmla="*/ 614115 h 621418"/>
                  <a:gd name="csX91" fmla="*/ 394277 w 481325"/>
                  <a:gd name="csY91" fmla="*/ 621279 h 621418"/>
                  <a:gd name="csX92" fmla="*/ 392709 w 481325"/>
                  <a:gd name="csY92" fmla="*/ 609477 h 62141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Lst>
                <a:rect l="l" t="t" r="r" b="b"/>
                <a:pathLst>
                  <a:path w="481325" h="621418">
                    <a:moveTo>
                      <a:pt x="392709" y="609477"/>
                    </a:moveTo>
                    <a:cubicBezTo>
                      <a:pt x="394253" y="597840"/>
                      <a:pt x="393887" y="596413"/>
                      <a:pt x="388957" y="594848"/>
                    </a:cubicBezTo>
                    <a:cubicBezTo>
                      <a:pt x="381454" y="592467"/>
                      <a:pt x="376874" y="583809"/>
                      <a:pt x="382520" y="582680"/>
                    </a:cubicBezTo>
                    <a:cubicBezTo>
                      <a:pt x="386074" y="581969"/>
                      <a:pt x="385853" y="580904"/>
                      <a:pt x="381003" y="575394"/>
                    </a:cubicBezTo>
                    <a:cubicBezTo>
                      <a:pt x="377016" y="570863"/>
                      <a:pt x="375755" y="570304"/>
                      <a:pt x="376772" y="573517"/>
                    </a:cubicBezTo>
                    <a:cubicBezTo>
                      <a:pt x="378038" y="577517"/>
                      <a:pt x="377495" y="577714"/>
                      <a:pt x="372471" y="575078"/>
                    </a:cubicBezTo>
                    <a:cubicBezTo>
                      <a:pt x="366755" y="572079"/>
                      <a:pt x="366750" y="572094"/>
                      <a:pt x="371638" y="577600"/>
                    </a:cubicBezTo>
                    <a:cubicBezTo>
                      <a:pt x="374343" y="580646"/>
                      <a:pt x="375283" y="583138"/>
                      <a:pt x="373727" y="583138"/>
                    </a:cubicBezTo>
                    <a:cubicBezTo>
                      <a:pt x="372171" y="583138"/>
                      <a:pt x="370131" y="581897"/>
                      <a:pt x="369193" y="580381"/>
                    </a:cubicBezTo>
                    <a:cubicBezTo>
                      <a:pt x="368256" y="578864"/>
                      <a:pt x="366049" y="578176"/>
                      <a:pt x="364289" y="578851"/>
                    </a:cubicBezTo>
                    <a:cubicBezTo>
                      <a:pt x="362530" y="579526"/>
                      <a:pt x="359790" y="579276"/>
                      <a:pt x="358202" y="578294"/>
                    </a:cubicBezTo>
                    <a:cubicBezTo>
                      <a:pt x="354056" y="575732"/>
                      <a:pt x="341762" y="546998"/>
                      <a:pt x="344811" y="546998"/>
                    </a:cubicBezTo>
                    <a:cubicBezTo>
                      <a:pt x="346213" y="546998"/>
                      <a:pt x="347360" y="545839"/>
                      <a:pt x="347360" y="544424"/>
                    </a:cubicBezTo>
                    <a:cubicBezTo>
                      <a:pt x="347360" y="541126"/>
                      <a:pt x="331006" y="534265"/>
                      <a:pt x="329284" y="536840"/>
                    </a:cubicBezTo>
                    <a:cubicBezTo>
                      <a:pt x="328570" y="537907"/>
                      <a:pt x="321020" y="535449"/>
                      <a:pt x="312504" y="531378"/>
                    </a:cubicBezTo>
                    <a:cubicBezTo>
                      <a:pt x="303989" y="527306"/>
                      <a:pt x="298035" y="523928"/>
                      <a:pt x="299274" y="523870"/>
                    </a:cubicBezTo>
                    <a:cubicBezTo>
                      <a:pt x="300512" y="523812"/>
                      <a:pt x="300059" y="521998"/>
                      <a:pt x="298267" y="519838"/>
                    </a:cubicBezTo>
                    <a:cubicBezTo>
                      <a:pt x="296474" y="517678"/>
                      <a:pt x="294620" y="511589"/>
                      <a:pt x="294146" y="506308"/>
                    </a:cubicBezTo>
                    <a:cubicBezTo>
                      <a:pt x="293672" y="501026"/>
                      <a:pt x="292092" y="496307"/>
                      <a:pt x="290635" y="495822"/>
                    </a:cubicBezTo>
                    <a:cubicBezTo>
                      <a:pt x="287387" y="494739"/>
                      <a:pt x="287081" y="485043"/>
                      <a:pt x="290295" y="485043"/>
                    </a:cubicBezTo>
                    <a:cubicBezTo>
                      <a:pt x="291564" y="485043"/>
                      <a:pt x="292539" y="482429"/>
                      <a:pt x="292460" y="479235"/>
                    </a:cubicBezTo>
                    <a:cubicBezTo>
                      <a:pt x="292381" y="476040"/>
                      <a:pt x="293054" y="471684"/>
                      <a:pt x="293954" y="469554"/>
                    </a:cubicBezTo>
                    <a:cubicBezTo>
                      <a:pt x="294994" y="467095"/>
                      <a:pt x="293096" y="463864"/>
                      <a:pt x="288754" y="460702"/>
                    </a:cubicBezTo>
                    <a:cubicBezTo>
                      <a:pt x="282831" y="456387"/>
                      <a:pt x="282139" y="456302"/>
                      <a:pt x="283583" y="460065"/>
                    </a:cubicBezTo>
                    <a:cubicBezTo>
                      <a:pt x="285131" y="464099"/>
                      <a:pt x="284795" y="464110"/>
                      <a:pt x="278874" y="460231"/>
                    </a:cubicBezTo>
                    <a:cubicBezTo>
                      <a:pt x="274972" y="457675"/>
                      <a:pt x="272498" y="453605"/>
                      <a:pt x="272498" y="449744"/>
                    </a:cubicBezTo>
                    <a:cubicBezTo>
                      <a:pt x="272498" y="445927"/>
                      <a:pt x="271409" y="444108"/>
                      <a:pt x="269740" y="445139"/>
                    </a:cubicBezTo>
                    <a:cubicBezTo>
                      <a:pt x="268224" y="446077"/>
                      <a:pt x="267535" y="448283"/>
                      <a:pt x="268211" y="450043"/>
                    </a:cubicBezTo>
                    <a:cubicBezTo>
                      <a:pt x="268886" y="451803"/>
                      <a:pt x="268361" y="454880"/>
                      <a:pt x="267044" y="456881"/>
                    </a:cubicBezTo>
                    <a:cubicBezTo>
                      <a:pt x="265087" y="459853"/>
                      <a:pt x="263712" y="459403"/>
                      <a:pt x="259538" y="454425"/>
                    </a:cubicBezTo>
                    <a:cubicBezTo>
                      <a:pt x="256727" y="451073"/>
                      <a:pt x="254428" y="446676"/>
                      <a:pt x="254428" y="444654"/>
                    </a:cubicBezTo>
                    <a:cubicBezTo>
                      <a:pt x="254428" y="441815"/>
                      <a:pt x="253286" y="441587"/>
                      <a:pt x="249421" y="443656"/>
                    </a:cubicBezTo>
                    <a:cubicBezTo>
                      <a:pt x="243479" y="446836"/>
                      <a:pt x="243193" y="446433"/>
                      <a:pt x="238700" y="428558"/>
                    </a:cubicBezTo>
                    <a:cubicBezTo>
                      <a:pt x="235500" y="415829"/>
                      <a:pt x="234285" y="414272"/>
                      <a:pt x="224166" y="409935"/>
                    </a:cubicBezTo>
                    <a:cubicBezTo>
                      <a:pt x="217728" y="407175"/>
                      <a:pt x="213124" y="403477"/>
                      <a:pt x="213124" y="401065"/>
                    </a:cubicBezTo>
                    <a:cubicBezTo>
                      <a:pt x="213124" y="398790"/>
                      <a:pt x="210220" y="393122"/>
                      <a:pt x="206671" y="388468"/>
                    </a:cubicBezTo>
                    <a:cubicBezTo>
                      <a:pt x="199265" y="378758"/>
                      <a:pt x="198471" y="374041"/>
                      <a:pt x="204242" y="374041"/>
                    </a:cubicBezTo>
                    <a:cubicBezTo>
                      <a:pt x="206455" y="374041"/>
                      <a:pt x="207499" y="372800"/>
                      <a:pt x="206562" y="371283"/>
                    </a:cubicBezTo>
                    <a:cubicBezTo>
                      <a:pt x="205625" y="369767"/>
                      <a:pt x="203299" y="369124"/>
                      <a:pt x="201394" y="369855"/>
                    </a:cubicBezTo>
                    <a:cubicBezTo>
                      <a:pt x="197850" y="371215"/>
                      <a:pt x="182472" y="355734"/>
                      <a:pt x="181743" y="350072"/>
                    </a:cubicBezTo>
                    <a:cubicBezTo>
                      <a:pt x="181521" y="348347"/>
                      <a:pt x="181114" y="343821"/>
                      <a:pt x="180840" y="340015"/>
                    </a:cubicBezTo>
                    <a:cubicBezTo>
                      <a:pt x="179988" y="328208"/>
                      <a:pt x="174287" y="317597"/>
                      <a:pt x="168342" y="316750"/>
                    </a:cubicBezTo>
                    <a:cubicBezTo>
                      <a:pt x="163596" y="316073"/>
                      <a:pt x="162786" y="314266"/>
                      <a:pt x="162786" y="304341"/>
                    </a:cubicBezTo>
                    <a:cubicBezTo>
                      <a:pt x="162786" y="295229"/>
                      <a:pt x="160883" y="290082"/>
                      <a:pt x="153959" y="280463"/>
                    </a:cubicBezTo>
                    <a:cubicBezTo>
                      <a:pt x="149104" y="273719"/>
                      <a:pt x="144276" y="268201"/>
                      <a:pt x="143231" y="268201"/>
                    </a:cubicBezTo>
                    <a:cubicBezTo>
                      <a:pt x="142186" y="268201"/>
                      <a:pt x="141225" y="258432"/>
                      <a:pt x="141096" y="246493"/>
                    </a:cubicBezTo>
                    <a:cubicBezTo>
                      <a:pt x="140831" y="221943"/>
                      <a:pt x="139743" y="217562"/>
                      <a:pt x="133510" y="215932"/>
                    </a:cubicBezTo>
                    <a:cubicBezTo>
                      <a:pt x="130755" y="215211"/>
                      <a:pt x="127873" y="209936"/>
                      <a:pt x="125786" y="201792"/>
                    </a:cubicBezTo>
                    <a:cubicBezTo>
                      <a:pt x="123955" y="194647"/>
                      <a:pt x="118462" y="182601"/>
                      <a:pt x="113580" y="175023"/>
                    </a:cubicBezTo>
                    <a:cubicBezTo>
                      <a:pt x="107284" y="165251"/>
                      <a:pt x="104703" y="158277"/>
                      <a:pt x="104703" y="151035"/>
                    </a:cubicBezTo>
                    <a:cubicBezTo>
                      <a:pt x="104703" y="144982"/>
                      <a:pt x="102887" y="138818"/>
                      <a:pt x="100240" y="135893"/>
                    </a:cubicBezTo>
                    <a:cubicBezTo>
                      <a:pt x="96009" y="131218"/>
                      <a:pt x="96009" y="130831"/>
                      <a:pt x="100240" y="128463"/>
                    </a:cubicBezTo>
                    <a:cubicBezTo>
                      <a:pt x="106103" y="125181"/>
                      <a:pt x="105871" y="122062"/>
                      <a:pt x="99247" y="115142"/>
                    </a:cubicBezTo>
                    <a:lnTo>
                      <a:pt x="93791" y="109442"/>
                    </a:lnTo>
                    <a:lnTo>
                      <a:pt x="95549" y="115250"/>
                    </a:lnTo>
                    <a:cubicBezTo>
                      <a:pt x="97517" y="121752"/>
                      <a:pt x="93229" y="123352"/>
                      <a:pt x="90800" y="117023"/>
                    </a:cubicBezTo>
                    <a:cubicBezTo>
                      <a:pt x="89948" y="114803"/>
                      <a:pt x="88316" y="113565"/>
                      <a:pt x="87172" y="114272"/>
                    </a:cubicBezTo>
                    <a:cubicBezTo>
                      <a:pt x="86029" y="114978"/>
                      <a:pt x="77018" y="113600"/>
                      <a:pt x="67148" y="111209"/>
                    </a:cubicBezTo>
                    <a:cubicBezTo>
                      <a:pt x="50330" y="107134"/>
                      <a:pt x="49251" y="106444"/>
                      <a:pt x="49971" y="100232"/>
                    </a:cubicBezTo>
                    <a:cubicBezTo>
                      <a:pt x="50552" y="95214"/>
                      <a:pt x="49124" y="92867"/>
                      <a:pt x="44090" y="90574"/>
                    </a:cubicBezTo>
                    <a:cubicBezTo>
                      <a:pt x="40433" y="88908"/>
                      <a:pt x="36731" y="85694"/>
                      <a:pt x="35863" y="83433"/>
                    </a:cubicBezTo>
                    <a:cubicBezTo>
                      <a:pt x="34873" y="80853"/>
                      <a:pt x="33654" y="80345"/>
                      <a:pt x="32588" y="82069"/>
                    </a:cubicBezTo>
                    <a:cubicBezTo>
                      <a:pt x="30403" y="85606"/>
                      <a:pt x="11771" y="73222"/>
                      <a:pt x="11771" y="68233"/>
                    </a:cubicBezTo>
                    <a:cubicBezTo>
                      <a:pt x="11771" y="66258"/>
                      <a:pt x="8881" y="62368"/>
                      <a:pt x="5348" y="59589"/>
                    </a:cubicBezTo>
                    <a:cubicBezTo>
                      <a:pt x="-304" y="55143"/>
                      <a:pt x="-756" y="53621"/>
                      <a:pt x="1583" y="46912"/>
                    </a:cubicBezTo>
                    <a:cubicBezTo>
                      <a:pt x="4225" y="39332"/>
                      <a:pt x="3631" y="25451"/>
                      <a:pt x="325" y="17525"/>
                    </a:cubicBezTo>
                    <a:cubicBezTo>
                      <a:pt x="-744" y="14961"/>
                      <a:pt x="864" y="10824"/>
                      <a:pt x="4538" y="6689"/>
                    </a:cubicBezTo>
                    <a:lnTo>
                      <a:pt x="10480" y="0"/>
                    </a:lnTo>
                    <a:lnTo>
                      <a:pt x="53074" y="22147"/>
                    </a:lnTo>
                    <a:cubicBezTo>
                      <a:pt x="76501" y="34328"/>
                      <a:pt x="112512" y="53290"/>
                      <a:pt x="133099" y="64285"/>
                    </a:cubicBezTo>
                    <a:cubicBezTo>
                      <a:pt x="293633" y="150024"/>
                      <a:pt x="290844" y="148660"/>
                      <a:pt x="308638" y="150152"/>
                    </a:cubicBezTo>
                    <a:cubicBezTo>
                      <a:pt x="379829" y="156121"/>
                      <a:pt x="453326" y="162765"/>
                      <a:pt x="460324" y="163865"/>
                    </a:cubicBezTo>
                    <a:cubicBezTo>
                      <a:pt x="467642" y="165014"/>
                      <a:pt x="468398" y="165824"/>
                      <a:pt x="466125" y="170071"/>
                    </a:cubicBezTo>
                    <a:cubicBezTo>
                      <a:pt x="464688" y="172758"/>
                      <a:pt x="464502" y="175568"/>
                      <a:pt x="465714" y="176317"/>
                    </a:cubicBezTo>
                    <a:cubicBezTo>
                      <a:pt x="466925" y="177066"/>
                      <a:pt x="469383" y="190205"/>
                      <a:pt x="471176" y="205515"/>
                    </a:cubicBezTo>
                    <a:cubicBezTo>
                      <a:pt x="472969" y="220825"/>
                      <a:pt x="476200" y="238579"/>
                      <a:pt x="478356" y="244968"/>
                    </a:cubicBezTo>
                    <a:cubicBezTo>
                      <a:pt x="481464" y="254178"/>
                      <a:pt x="481943" y="263804"/>
                      <a:pt x="480666" y="291434"/>
                    </a:cubicBezTo>
                    <a:cubicBezTo>
                      <a:pt x="478736" y="333232"/>
                      <a:pt x="477318" y="340812"/>
                      <a:pt x="471606" y="339879"/>
                    </a:cubicBezTo>
                    <a:cubicBezTo>
                      <a:pt x="468443" y="339362"/>
                      <a:pt x="467477" y="341115"/>
                      <a:pt x="467718" y="346935"/>
                    </a:cubicBezTo>
                    <a:cubicBezTo>
                      <a:pt x="467998" y="353675"/>
                      <a:pt x="468241" y="386395"/>
                      <a:pt x="468256" y="419216"/>
                    </a:cubicBezTo>
                    <a:cubicBezTo>
                      <a:pt x="468259" y="424895"/>
                      <a:pt x="468647" y="431865"/>
                      <a:pt x="469120" y="434705"/>
                    </a:cubicBezTo>
                    <a:cubicBezTo>
                      <a:pt x="469922" y="439526"/>
                      <a:pt x="468775" y="439811"/>
                      <a:pt x="451760" y="439004"/>
                    </a:cubicBezTo>
                    <a:cubicBezTo>
                      <a:pt x="428789" y="437915"/>
                      <a:pt x="426025" y="440351"/>
                      <a:pt x="430017" y="458164"/>
                    </a:cubicBezTo>
                    <a:cubicBezTo>
                      <a:pt x="431548" y="464996"/>
                      <a:pt x="436584" y="477034"/>
                      <a:pt x="441207" y="484914"/>
                    </a:cubicBezTo>
                    <a:cubicBezTo>
                      <a:pt x="456169" y="510414"/>
                      <a:pt x="459720" y="522439"/>
                      <a:pt x="455538" y="533438"/>
                    </a:cubicBezTo>
                    <a:cubicBezTo>
                      <a:pt x="452990" y="540141"/>
                      <a:pt x="458641" y="557324"/>
                      <a:pt x="463393" y="557324"/>
                    </a:cubicBezTo>
                    <a:cubicBezTo>
                      <a:pt x="464886" y="557324"/>
                      <a:pt x="466107" y="560645"/>
                      <a:pt x="466107" y="564704"/>
                    </a:cubicBezTo>
                    <a:cubicBezTo>
                      <a:pt x="466107" y="574709"/>
                      <a:pt x="449340" y="593376"/>
                      <a:pt x="427332" y="607875"/>
                    </a:cubicBezTo>
                    <a:cubicBezTo>
                      <a:pt x="417812" y="614147"/>
                      <a:pt x="409283" y="619278"/>
                      <a:pt x="408378" y="619278"/>
                    </a:cubicBezTo>
                    <a:cubicBezTo>
                      <a:pt x="407473" y="619278"/>
                      <a:pt x="406733" y="616277"/>
                      <a:pt x="406733" y="612610"/>
                    </a:cubicBezTo>
                    <a:cubicBezTo>
                      <a:pt x="406733" y="604379"/>
                      <a:pt x="401025" y="605489"/>
                      <a:pt x="398989" y="614115"/>
                    </a:cubicBezTo>
                    <a:cubicBezTo>
                      <a:pt x="398201" y="617454"/>
                      <a:pt x="396080" y="620678"/>
                      <a:pt x="394277" y="621279"/>
                    </a:cubicBezTo>
                    <a:cubicBezTo>
                      <a:pt x="391773" y="622114"/>
                      <a:pt x="391403" y="619327"/>
                      <a:pt x="392709" y="609477"/>
                    </a:cubicBezTo>
                    <a:close/>
                  </a:path>
                </a:pathLst>
              </a:custGeom>
              <a:solidFill>
                <a:srgbClr val="B9B9B9"/>
              </a:solidFill>
              <a:ln w="5163" cap="flat">
                <a:noFill/>
                <a:prstDash val="solid"/>
                <a:miter/>
              </a:ln>
            </p:spPr>
            <p:txBody>
              <a:bodyPr/>
              <a:lstStyle/>
              <a:p>
                <a:endParaRPr lang="es-419" noProof="0" dirty="0"/>
              </a:p>
            </p:txBody>
          </p:sp>
          <p:sp>
            <p:nvSpPr>
              <p:cNvPr id="117" name="Forma libre: forma 116">
                <a:extLst>
                  <a:ext uri="{FF2B5EF4-FFF2-40B4-BE49-F238E27FC236}">
                    <a16:creationId xmlns:a16="http://schemas.microsoft.com/office/drawing/2014/main" id="{502CC277-9385-EDCC-2A69-A407D9E68CC4}"/>
                  </a:ext>
                </a:extLst>
              </p:cNvPr>
              <p:cNvSpPr/>
              <p:nvPr/>
            </p:nvSpPr>
            <p:spPr>
              <a:xfrm>
                <a:off x="356836" y="1137381"/>
                <a:ext cx="20516" cy="20135"/>
              </a:xfrm>
              <a:custGeom>
                <a:avLst/>
                <a:gdLst>
                  <a:gd name="csX0" fmla="*/ 3031 w 20516"/>
                  <a:gd name="csY0" fmla="*/ 13790 h 20135"/>
                  <a:gd name="csX1" fmla="*/ 11787 w 20516"/>
                  <a:gd name="csY1" fmla="*/ 6812 h 20135"/>
                  <a:gd name="csX2" fmla="*/ 16388 w 20516"/>
                  <a:gd name="csY2" fmla="*/ 8970 h 20135"/>
                  <a:gd name="csX3" fmla="*/ 17667 w 20516"/>
                  <a:gd name="csY3" fmla="*/ 5896 h 20135"/>
                  <a:gd name="csX4" fmla="*/ 16630 w 20516"/>
                  <a:gd name="csY4" fmla="*/ 16309 h 20135"/>
                  <a:gd name="csX5" fmla="*/ 3031 w 20516"/>
                  <a:gd name="csY5" fmla="*/ 13790 h 20135"/>
                </a:gdLst>
                <a:ahLst/>
                <a:cxnLst>
                  <a:cxn ang="0">
                    <a:pos x="csX0" y="csY0"/>
                  </a:cxn>
                  <a:cxn ang="0">
                    <a:pos x="csX1" y="csY1"/>
                  </a:cxn>
                  <a:cxn ang="0">
                    <a:pos x="csX2" y="csY2"/>
                  </a:cxn>
                  <a:cxn ang="0">
                    <a:pos x="csX3" y="csY3"/>
                  </a:cxn>
                  <a:cxn ang="0">
                    <a:pos x="csX4" y="csY4"/>
                  </a:cxn>
                  <a:cxn ang="0">
                    <a:pos x="csX5" y="csY5"/>
                  </a:cxn>
                </a:cxnLst>
                <a:rect l="l" t="t" r="r" b="b"/>
                <a:pathLst>
                  <a:path w="20516" h="20135">
                    <a:moveTo>
                      <a:pt x="3031" y="13790"/>
                    </a:moveTo>
                    <a:cubicBezTo>
                      <a:pt x="-3651" y="-875"/>
                      <a:pt x="1356" y="-4865"/>
                      <a:pt x="11787" y="6812"/>
                    </a:cubicBezTo>
                    <a:cubicBezTo>
                      <a:pt x="16355" y="11926"/>
                      <a:pt x="17642" y="12530"/>
                      <a:pt x="16388" y="8970"/>
                    </a:cubicBezTo>
                    <a:cubicBezTo>
                      <a:pt x="15184" y="5554"/>
                      <a:pt x="15578" y="4605"/>
                      <a:pt x="17667" y="5896"/>
                    </a:cubicBezTo>
                    <a:cubicBezTo>
                      <a:pt x="21766" y="8429"/>
                      <a:pt x="21462" y="11477"/>
                      <a:pt x="16630" y="16309"/>
                    </a:cubicBezTo>
                    <a:cubicBezTo>
                      <a:pt x="10809" y="22130"/>
                      <a:pt x="6464" y="21325"/>
                      <a:pt x="3031" y="13790"/>
                    </a:cubicBezTo>
                    <a:close/>
                  </a:path>
                </a:pathLst>
              </a:custGeom>
              <a:solidFill>
                <a:srgbClr val="B9B9B9"/>
              </a:solidFill>
              <a:ln w="5163" cap="flat">
                <a:noFill/>
                <a:prstDash val="solid"/>
                <a:miter/>
              </a:ln>
            </p:spPr>
            <p:txBody>
              <a:bodyPr/>
              <a:lstStyle/>
              <a:p>
                <a:endParaRPr lang="es-419" noProof="0" dirty="0"/>
              </a:p>
            </p:txBody>
          </p:sp>
        </p:grpSp>
      </p:grpSp>
      <p:grpSp>
        <p:nvGrpSpPr>
          <p:cNvPr id="36" name="Group 45">
            <a:extLst>
              <a:ext uri="{FF2B5EF4-FFF2-40B4-BE49-F238E27FC236}">
                <a16:creationId xmlns:a16="http://schemas.microsoft.com/office/drawing/2014/main" id="{98655BCC-0463-36AF-7930-AA463303A332}"/>
              </a:ext>
            </a:extLst>
          </p:cNvPr>
          <p:cNvGrpSpPr>
            <a:grpSpLocks noChangeAspect="1"/>
          </p:cNvGrpSpPr>
          <p:nvPr/>
        </p:nvGrpSpPr>
        <p:grpSpPr>
          <a:xfrm>
            <a:off x="1416345" y="1431499"/>
            <a:ext cx="213038" cy="337620"/>
            <a:chOff x="0" y="26670"/>
            <a:chExt cx="3924300" cy="6219190"/>
          </a:xfrm>
        </p:grpSpPr>
        <p:sp>
          <p:nvSpPr>
            <p:cNvPr id="37" name="Freeform 46">
              <a:extLst>
                <a:ext uri="{FF2B5EF4-FFF2-40B4-BE49-F238E27FC236}">
                  <a16:creationId xmlns:a16="http://schemas.microsoft.com/office/drawing/2014/main" id="{AC20932E-AEC1-11D9-B160-B7C1DC14518D}"/>
                </a:ext>
              </a:extLst>
            </p:cNvPr>
            <p:cNvSpPr/>
            <p:nvPr/>
          </p:nvSpPr>
          <p:spPr>
            <a:xfrm>
              <a:off x="0" y="26670"/>
              <a:ext cx="3924300" cy="6219190"/>
            </a:xfrm>
            <a:custGeom>
              <a:avLst/>
              <a:gdLst/>
              <a:ahLst/>
              <a:cxnLst/>
              <a:rect l="l" t="t" r="r" b="b"/>
              <a:pathLst>
                <a:path w="3924300" h="6219190">
                  <a:moveTo>
                    <a:pt x="3924300" y="1962150"/>
                  </a:moveTo>
                  <a:cubicBezTo>
                    <a:pt x="3924300" y="878840"/>
                    <a:pt x="3045460" y="0"/>
                    <a:pt x="1962150" y="0"/>
                  </a:cubicBezTo>
                  <a:cubicBezTo>
                    <a:pt x="878840" y="0"/>
                    <a:pt x="0" y="878840"/>
                    <a:pt x="0" y="1962150"/>
                  </a:cubicBezTo>
                  <a:cubicBezTo>
                    <a:pt x="0" y="2974340"/>
                    <a:pt x="765810" y="3807460"/>
                    <a:pt x="1750060" y="3912870"/>
                  </a:cubicBezTo>
                  <a:lnTo>
                    <a:pt x="1962150" y="6219190"/>
                  </a:lnTo>
                  <a:lnTo>
                    <a:pt x="2174240" y="3912870"/>
                  </a:lnTo>
                  <a:cubicBezTo>
                    <a:pt x="3158490" y="3807460"/>
                    <a:pt x="3924300" y="2974340"/>
                    <a:pt x="3924300" y="1962150"/>
                  </a:cubicBezTo>
                  <a:close/>
                </a:path>
              </a:pathLst>
            </a:custGeom>
            <a:solidFill>
              <a:srgbClr val="EB6C01"/>
            </a:solidFill>
          </p:spPr>
          <p:txBody>
            <a:bodyPr/>
            <a:lstStyle/>
            <a:p>
              <a:endParaRPr lang="es-419" noProof="0" dirty="0"/>
            </a:p>
          </p:txBody>
        </p:sp>
        <p:sp>
          <p:nvSpPr>
            <p:cNvPr id="38" name="Freeform 47">
              <a:extLst>
                <a:ext uri="{FF2B5EF4-FFF2-40B4-BE49-F238E27FC236}">
                  <a16:creationId xmlns:a16="http://schemas.microsoft.com/office/drawing/2014/main" id="{B8722CD7-A133-354C-DF16-F3C029CFBC42}"/>
                </a:ext>
              </a:extLst>
            </p:cNvPr>
            <p:cNvSpPr/>
            <p:nvPr/>
          </p:nvSpPr>
          <p:spPr>
            <a:xfrm>
              <a:off x="340744" y="374636"/>
              <a:ext cx="3242813" cy="3228370"/>
            </a:xfrm>
            <a:custGeom>
              <a:avLst/>
              <a:gdLst/>
              <a:ahLst/>
              <a:cxnLst/>
              <a:rect l="l" t="t" r="r" b="b"/>
              <a:pathLst>
                <a:path w="3242810" h="3228373">
                  <a:moveTo>
                    <a:pt x="1621405" y="16"/>
                  </a:moveTo>
                  <a:cubicBezTo>
                    <a:pt x="1042998" y="-2571"/>
                    <a:pt x="507417" y="304521"/>
                    <a:pt x="217465" y="805010"/>
                  </a:cubicBezTo>
                  <a:cubicBezTo>
                    <a:pt x="-72488" y="1305499"/>
                    <a:pt x="-72488" y="1922874"/>
                    <a:pt x="217465" y="2423362"/>
                  </a:cubicBezTo>
                  <a:cubicBezTo>
                    <a:pt x="507417" y="2923851"/>
                    <a:pt x="1042998" y="3230943"/>
                    <a:pt x="1621405" y="3228356"/>
                  </a:cubicBezTo>
                  <a:cubicBezTo>
                    <a:pt x="2199812" y="3230943"/>
                    <a:pt x="2735392" y="2923851"/>
                    <a:pt x="3025345" y="2423362"/>
                  </a:cubicBezTo>
                  <a:cubicBezTo>
                    <a:pt x="3315298" y="1922874"/>
                    <a:pt x="3315298" y="1305499"/>
                    <a:pt x="3025345" y="805010"/>
                  </a:cubicBezTo>
                  <a:cubicBezTo>
                    <a:pt x="2735392" y="304522"/>
                    <a:pt x="2199812" y="-2571"/>
                    <a:pt x="1621405" y="16"/>
                  </a:cubicBezTo>
                  <a:close/>
                </a:path>
              </a:pathLst>
            </a:custGeom>
            <a:blipFill>
              <a:blip r:embed="rId5"/>
              <a:stretch>
                <a:fillRect l="-28801" r="-28801" b="-58308"/>
              </a:stretch>
            </a:blipFill>
          </p:spPr>
          <p:txBody>
            <a:bodyPr/>
            <a:lstStyle/>
            <a:p>
              <a:endParaRPr lang="es-419" noProof="0" dirty="0"/>
            </a:p>
          </p:txBody>
        </p:sp>
      </p:grpSp>
    </p:spTree>
    <p:extLst>
      <p:ext uri="{BB962C8B-B14F-4D97-AF65-F5344CB8AC3E}">
        <p14:creationId xmlns:p14="http://schemas.microsoft.com/office/powerpoint/2010/main" val="28497576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nodeType="with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wipe(down)">
                                      <p:cBhvr>
                                        <p:cTn id="7" dur="580">
                                          <p:stCondLst>
                                            <p:cond delay="0"/>
                                          </p:stCondLst>
                                        </p:cTn>
                                        <p:tgtEl>
                                          <p:spTgt spid="36"/>
                                        </p:tgtEl>
                                      </p:cBhvr>
                                    </p:animEffect>
                                    <p:anim calcmode="lin" valueType="num">
                                      <p:cBhvr>
                                        <p:cTn id="8" dur="1822" tmFilter="0,0; 0.14,0.36; 0.43,0.73; 0.71,0.91; 1.0,1.0">
                                          <p:stCondLst>
                                            <p:cond delay="0"/>
                                          </p:stCondLst>
                                        </p:cTn>
                                        <p:tgtEl>
                                          <p:spTgt spid="36"/>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36"/>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36"/>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36"/>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36"/>
                                        </p:tgtEl>
                                        <p:attrNameLst>
                                          <p:attrName>ppt_y</p:attrName>
                                        </p:attrNameLst>
                                      </p:cBhvr>
                                      <p:tavLst>
                                        <p:tav tm="0" fmla="#ppt_y-sin(pi*$)/81">
                                          <p:val>
                                            <p:fltVal val="0"/>
                                          </p:val>
                                        </p:tav>
                                        <p:tav tm="100000">
                                          <p:val>
                                            <p:fltVal val="1"/>
                                          </p:val>
                                        </p:tav>
                                      </p:tavLst>
                                    </p:anim>
                                    <p:animScale>
                                      <p:cBhvr>
                                        <p:cTn id="13" dur="26">
                                          <p:stCondLst>
                                            <p:cond delay="650"/>
                                          </p:stCondLst>
                                        </p:cTn>
                                        <p:tgtEl>
                                          <p:spTgt spid="36"/>
                                        </p:tgtEl>
                                      </p:cBhvr>
                                      <p:to x="100000" y="60000"/>
                                    </p:animScale>
                                    <p:animScale>
                                      <p:cBhvr>
                                        <p:cTn id="14" dur="166" decel="50000">
                                          <p:stCondLst>
                                            <p:cond delay="676"/>
                                          </p:stCondLst>
                                        </p:cTn>
                                        <p:tgtEl>
                                          <p:spTgt spid="36"/>
                                        </p:tgtEl>
                                      </p:cBhvr>
                                      <p:to x="100000" y="100000"/>
                                    </p:animScale>
                                    <p:animScale>
                                      <p:cBhvr>
                                        <p:cTn id="15" dur="26">
                                          <p:stCondLst>
                                            <p:cond delay="1312"/>
                                          </p:stCondLst>
                                        </p:cTn>
                                        <p:tgtEl>
                                          <p:spTgt spid="36"/>
                                        </p:tgtEl>
                                      </p:cBhvr>
                                      <p:to x="100000" y="80000"/>
                                    </p:animScale>
                                    <p:animScale>
                                      <p:cBhvr>
                                        <p:cTn id="16" dur="166" decel="50000">
                                          <p:stCondLst>
                                            <p:cond delay="1338"/>
                                          </p:stCondLst>
                                        </p:cTn>
                                        <p:tgtEl>
                                          <p:spTgt spid="36"/>
                                        </p:tgtEl>
                                      </p:cBhvr>
                                      <p:to x="100000" y="100000"/>
                                    </p:animScale>
                                    <p:animScale>
                                      <p:cBhvr>
                                        <p:cTn id="17" dur="26">
                                          <p:stCondLst>
                                            <p:cond delay="1642"/>
                                          </p:stCondLst>
                                        </p:cTn>
                                        <p:tgtEl>
                                          <p:spTgt spid="36"/>
                                        </p:tgtEl>
                                      </p:cBhvr>
                                      <p:to x="100000" y="90000"/>
                                    </p:animScale>
                                    <p:animScale>
                                      <p:cBhvr>
                                        <p:cTn id="18" dur="166" decel="50000">
                                          <p:stCondLst>
                                            <p:cond delay="1668"/>
                                          </p:stCondLst>
                                        </p:cTn>
                                        <p:tgtEl>
                                          <p:spTgt spid="36"/>
                                        </p:tgtEl>
                                      </p:cBhvr>
                                      <p:to x="100000" y="100000"/>
                                    </p:animScale>
                                    <p:animScale>
                                      <p:cBhvr>
                                        <p:cTn id="19" dur="26">
                                          <p:stCondLst>
                                            <p:cond delay="1808"/>
                                          </p:stCondLst>
                                        </p:cTn>
                                        <p:tgtEl>
                                          <p:spTgt spid="36"/>
                                        </p:tgtEl>
                                      </p:cBhvr>
                                      <p:to x="100000" y="95000"/>
                                    </p:animScale>
                                    <p:animScale>
                                      <p:cBhvr>
                                        <p:cTn id="20" dur="166" decel="50000">
                                          <p:stCondLst>
                                            <p:cond delay="1834"/>
                                          </p:stCondLst>
                                        </p:cTn>
                                        <p:tgtEl>
                                          <p:spTgt spid="36"/>
                                        </p:tgtEl>
                                      </p:cBhvr>
                                      <p:to x="100000" y="100000"/>
                                    </p:animScale>
                                  </p:childTnLst>
                                </p:cTn>
                              </p:par>
                            </p:childTnLst>
                          </p:cTn>
                        </p:par>
                        <p:par>
                          <p:cTn id="21" fill="hold">
                            <p:stCondLst>
                              <p:cond delay="2000"/>
                            </p:stCondLst>
                            <p:childTnLst>
                              <p:par>
                                <p:cTn id="22" presetID="35" presetClass="emph" presetSubtype="0" repeatCount="indefinite" fill="hold" grpId="0" nodeType="afterEffect">
                                  <p:stCondLst>
                                    <p:cond delay="0"/>
                                  </p:stCondLst>
                                  <p:childTnLst>
                                    <p:anim calcmode="discrete" valueType="str">
                                      <p:cBhvr>
                                        <p:cTn id="23" dur="1000" fill="hold"/>
                                        <p:tgtEl>
                                          <p:spTgt spid="55"/>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bg>
      <p:bgPr>
        <a:solidFill>
          <a:srgbClr val="F0F6FC"/>
        </a:solidFill>
        <a:effectLst/>
      </p:bgPr>
    </p:bg>
    <p:spTree>
      <p:nvGrpSpPr>
        <p:cNvPr id="1" name="">
          <a:extLst>
            <a:ext uri="{FF2B5EF4-FFF2-40B4-BE49-F238E27FC236}">
              <a16:creationId xmlns:a16="http://schemas.microsoft.com/office/drawing/2014/main" id="{E1CF2773-A8EA-24DC-CB15-290C0F327A34}"/>
            </a:ext>
          </a:extLst>
        </p:cNvPr>
        <p:cNvGrpSpPr/>
        <p:nvPr/>
      </p:nvGrpSpPr>
      <p:grpSpPr>
        <a:xfrm>
          <a:off x="0" y="0"/>
          <a:ext cx="0" cy="0"/>
          <a:chOff x="0" y="0"/>
          <a:chExt cx="0" cy="0"/>
        </a:xfrm>
      </p:grpSpPr>
      <p:sp>
        <p:nvSpPr>
          <p:cNvPr id="2" name="Shape 0">
            <a:extLst>
              <a:ext uri="{FF2B5EF4-FFF2-40B4-BE49-F238E27FC236}">
                <a16:creationId xmlns:a16="http://schemas.microsoft.com/office/drawing/2014/main" id="{1405C38C-AA9D-9CF6-DE74-DBD4E7F45C1E}"/>
              </a:ext>
            </a:extLst>
          </p:cNvPr>
          <p:cNvSpPr/>
          <p:nvPr/>
        </p:nvSpPr>
        <p:spPr>
          <a:xfrm>
            <a:off x="0" y="0"/>
            <a:ext cx="9144000" cy="38405"/>
          </a:xfrm>
          <a:prstGeom prst="rect">
            <a:avLst/>
          </a:prstGeom>
          <a:solidFill>
            <a:srgbClr val="EB6C01"/>
          </a:solidFill>
          <a:ln w="12700">
            <a:solidFill>
              <a:srgbClr val="EB6C01"/>
            </a:solidFill>
            <a:prstDash val="solid"/>
          </a:ln>
        </p:spPr>
        <p:txBody>
          <a:bodyPr/>
          <a:lstStyle/>
          <a:p>
            <a:endParaRPr lang="es-419" noProof="0" dirty="0"/>
          </a:p>
        </p:txBody>
      </p:sp>
      <p:sp>
        <p:nvSpPr>
          <p:cNvPr id="3" name="Shape 1">
            <a:extLst>
              <a:ext uri="{FF2B5EF4-FFF2-40B4-BE49-F238E27FC236}">
                <a16:creationId xmlns:a16="http://schemas.microsoft.com/office/drawing/2014/main" id="{0E6ED86C-D069-41FF-CA8D-20438B9EF064}"/>
              </a:ext>
            </a:extLst>
          </p:cNvPr>
          <p:cNvSpPr/>
          <p:nvPr/>
        </p:nvSpPr>
        <p:spPr>
          <a:xfrm>
            <a:off x="0" y="38405"/>
            <a:ext cx="9144000" cy="667512"/>
          </a:xfrm>
          <a:prstGeom prst="rect">
            <a:avLst/>
          </a:prstGeom>
          <a:solidFill>
            <a:srgbClr val="1A3464"/>
          </a:solidFill>
          <a:ln w="12700">
            <a:solidFill>
              <a:srgbClr val="1A3464"/>
            </a:solidFill>
            <a:prstDash val="solid"/>
          </a:ln>
        </p:spPr>
        <p:txBody>
          <a:bodyPr/>
          <a:lstStyle/>
          <a:p>
            <a:endParaRPr lang="es-419" noProof="0" dirty="0"/>
          </a:p>
        </p:txBody>
      </p:sp>
      <p:sp>
        <p:nvSpPr>
          <p:cNvPr id="4" name="Shape 2">
            <a:extLst>
              <a:ext uri="{FF2B5EF4-FFF2-40B4-BE49-F238E27FC236}">
                <a16:creationId xmlns:a16="http://schemas.microsoft.com/office/drawing/2014/main" id="{1ECC77EF-4085-D2B6-EDF9-AEFA6C44652E}"/>
              </a:ext>
            </a:extLst>
          </p:cNvPr>
          <p:cNvSpPr/>
          <p:nvPr/>
        </p:nvSpPr>
        <p:spPr>
          <a:xfrm>
            <a:off x="384048" y="117043"/>
            <a:ext cx="685800" cy="237744"/>
          </a:xfrm>
          <a:prstGeom prst="rect">
            <a:avLst/>
          </a:prstGeom>
          <a:solidFill>
            <a:srgbClr val="EB6C01"/>
          </a:solidFill>
          <a:ln w="12700">
            <a:solidFill>
              <a:srgbClr val="EB6C01"/>
            </a:solidFill>
            <a:prstDash val="solid"/>
          </a:ln>
        </p:spPr>
        <p:txBody>
          <a:bodyPr/>
          <a:lstStyle/>
          <a:p>
            <a:endParaRPr lang="es-419" noProof="0" dirty="0"/>
          </a:p>
        </p:txBody>
      </p:sp>
      <p:sp>
        <p:nvSpPr>
          <p:cNvPr id="5" name="Text 3">
            <a:extLst>
              <a:ext uri="{FF2B5EF4-FFF2-40B4-BE49-F238E27FC236}">
                <a16:creationId xmlns:a16="http://schemas.microsoft.com/office/drawing/2014/main" id="{8F0BBA05-1D1C-0C1D-D49E-476EF0ADA51E}"/>
              </a:ext>
            </a:extLst>
          </p:cNvPr>
          <p:cNvSpPr/>
          <p:nvPr/>
        </p:nvSpPr>
        <p:spPr>
          <a:xfrm>
            <a:off x="384048" y="117043"/>
            <a:ext cx="685800" cy="237744"/>
          </a:xfrm>
          <a:prstGeom prst="rect">
            <a:avLst/>
          </a:prstGeom>
          <a:noFill/>
          <a:ln/>
        </p:spPr>
        <p:txBody>
          <a:bodyPr wrap="square" lIns="0" tIns="0" rIns="0" bIns="0" rtlCol="0" anchor="ctr"/>
          <a:lstStyle/>
          <a:p>
            <a:pPr marL="0" indent="0" algn="ctr">
              <a:buNone/>
            </a:pPr>
            <a:r>
              <a:rPr lang="es-419" sz="650" b="1" kern="0" spc="150" noProof="0" dirty="0">
                <a:solidFill>
                  <a:srgbClr val="FFFFFF"/>
                </a:solidFill>
                <a:latin typeface="Montserrat" pitchFamily="34" charset="0"/>
                <a:ea typeface="Montserrat" pitchFamily="34" charset="-122"/>
                <a:cs typeface="Montserrat" pitchFamily="34" charset="-120"/>
              </a:rPr>
              <a:t>T. NORTE</a:t>
            </a:r>
            <a:endParaRPr lang="es-419" sz="650" noProof="0" dirty="0"/>
          </a:p>
        </p:txBody>
      </p:sp>
      <p:sp>
        <p:nvSpPr>
          <p:cNvPr id="6" name="Text 4">
            <a:extLst>
              <a:ext uri="{FF2B5EF4-FFF2-40B4-BE49-F238E27FC236}">
                <a16:creationId xmlns:a16="http://schemas.microsoft.com/office/drawing/2014/main" id="{0BC342B0-B85B-16AE-CFE2-E6D03F32A9D2}"/>
              </a:ext>
            </a:extLst>
          </p:cNvPr>
          <p:cNvSpPr/>
          <p:nvPr/>
        </p:nvSpPr>
        <p:spPr>
          <a:xfrm>
            <a:off x="1170432" y="91440"/>
            <a:ext cx="5029200" cy="402336"/>
          </a:xfrm>
          <a:prstGeom prst="rect">
            <a:avLst/>
          </a:prstGeom>
          <a:noFill/>
          <a:ln/>
        </p:spPr>
        <p:txBody>
          <a:bodyPr wrap="square" lIns="0" tIns="0" rIns="0" bIns="0" rtlCol="0" anchor="ctr"/>
          <a:lstStyle/>
          <a:p>
            <a:pPr marL="0" indent="0">
              <a:buNone/>
            </a:pPr>
            <a:r>
              <a:rPr lang="es-419" sz="2000" b="1" noProof="0" dirty="0">
                <a:solidFill>
                  <a:srgbClr val="FFFFFF"/>
                </a:solidFill>
                <a:latin typeface="Montserrat" pitchFamily="34" charset="0"/>
                <a:ea typeface="Montserrat" pitchFamily="34" charset="-122"/>
                <a:cs typeface="Montserrat" pitchFamily="34" charset="-120"/>
              </a:rPr>
              <a:t>MA PIEDRAS NEGRAS</a:t>
            </a:r>
            <a:endParaRPr lang="es-419" sz="2000" noProof="0" dirty="0"/>
          </a:p>
        </p:txBody>
      </p:sp>
      <p:sp>
        <p:nvSpPr>
          <p:cNvPr id="7" name="Text 5">
            <a:extLst>
              <a:ext uri="{FF2B5EF4-FFF2-40B4-BE49-F238E27FC236}">
                <a16:creationId xmlns:a16="http://schemas.microsoft.com/office/drawing/2014/main" id="{97393E73-2229-551C-0EAD-B9D4A5532D13}"/>
              </a:ext>
            </a:extLst>
          </p:cNvPr>
          <p:cNvSpPr/>
          <p:nvPr/>
        </p:nvSpPr>
        <p:spPr>
          <a:xfrm>
            <a:off x="1170432" y="475488"/>
            <a:ext cx="3200400" cy="182880"/>
          </a:xfrm>
          <a:prstGeom prst="rect">
            <a:avLst/>
          </a:prstGeom>
          <a:noFill/>
          <a:ln/>
        </p:spPr>
        <p:txBody>
          <a:bodyPr wrap="square" lIns="0" tIns="0" rIns="0" bIns="0" rtlCol="0" anchor="ctr"/>
          <a:lstStyle/>
          <a:p>
            <a:pPr marL="0" indent="0">
              <a:buNone/>
            </a:pPr>
            <a:r>
              <a:rPr lang="es-419" sz="950" noProof="0" dirty="0">
                <a:solidFill>
                  <a:srgbClr val="8FAECB"/>
                </a:solidFill>
                <a:latin typeface="Montserrat" pitchFamily="34" charset="0"/>
              </a:rPr>
              <a:t>Coahuila </a:t>
            </a:r>
            <a:endParaRPr lang="es-419" sz="950" noProof="0" dirty="0"/>
          </a:p>
        </p:txBody>
      </p:sp>
      <p:sp>
        <p:nvSpPr>
          <p:cNvPr id="8" name="Text 6">
            <a:extLst>
              <a:ext uri="{FF2B5EF4-FFF2-40B4-BE49-F238E27FC236}">
                <a16:creationId xmlns:a16="http://schemas.microsoft.com/office/drawing/2014/main" id="{E1D8120C-F1D6-53A3-ED48-144C969D23DF}"/>
              </a:ext>
            </a:extLst>
          </p:cNvPr>
          <p:cNvSpPr/>
          <p:nvPr/>
        </p:nvSpPr>
        <p:spPr>
          <a:xfrm>
            <a:off x="7132320" y="246888"/>
            <a:ext cx="1828800" cy="182880"/>
          </a:xfrm>
          <a:prstGeom prst="rect">
            <a:avLst/>
          </a:prstGeom>
          <a:noFill/>
          <a:ln/>
        </p:spPr>
        <p:txBody>
          <a:bodyPr wrap="square" lIns="0" tIns="0" rIns="0" bIns="0" rtlCol="0" anchor="ctr"/>
          <a:lstStyle/>
          <a:p>
            <a:pPr marL="0" indent="0" algn="r">
              <a:buNone/>
            </a:pPr>
            <a:r>
              <a:rPr lang="es-419" sz="700" b="1" kern="0" spc="150" noProof="0" dirty="0">
                <a:solidFill>
                  <a:srgbClr val="EB6C01"/>
                </a:solidFill>
                <a:latin typeface="Montserrat" pitchFamily="34" charset="0"/>
                <a:ea typeface="Montserrat" pitchFamily="34" charset="-122"/>
                <a:cs typeface="Montserrat" pitchFamily="34" charset="-120"/>
              </a:rPr>
              <a:t>SEMANA 18  ·  2025</a:t>
            </a:r>
            <a:endParaRPr lang="es-419" sz="700" noProof="0" dirty="0"/>
          </a:p>
        </p:txBody>
      </p:sp>
      <p:sp>
        <p:nvSpPr>
          <p:cNvPr id="9" name="Shape 7">
            <a:extLst>
              <a:ext uri="{FF2B5EF4-FFF2-40B4-BE49-F238E27FC236}">
                <a16:creationId xmlns:a16="http://schemas.microsoft.com/office/drawing/2014/main" id="{FBFB062A-116D-1C7D-C06F-CFCDDEA4B6EE}"/>
              </a:ext>
            </a:extLst>
          </p:cNvPr>
          <p:cNvSpPr/>
          <p:nvPr/>
        </p:nvSpPr>
        <p:spPr>
          <a:xfrm>
            <a:off x="0" y="705917"/>
            <a:ext cx="2779776" cy="4163263"/>
          </a:xfrm>
          <a:prstGeom prst="rect">
            <a:avLst/>
          </a:prstGeom>
          <a:solidFill>
            <a:srgbClr val="FFFFFF"/>
          </a:solidFill>
          <a:ln w="12700">
            <a:solidFill>
              <a:srgbClr val="D4E4F2"/>
            </a:solidFill>
            <a:prstDash val="solid"/>
          </a:ln>
        </p:spPr>
        <p:txBody>
          <a:bodyPr/>
          <a:lstStyle/>
          <a:p>
            <a:endParaRPr lang="es-419" noProof="0" dirty="0"/>
          </a:p>
        </p:txBody>
      </p:sp>
      <p:sp>
        <p:nvSpPr>
          <p:cNvPr id="10" name="Text 8">
            <a:extLst>
              <a:ext uri="{FF2B5EF4-FFF2-40B4-BE49-F238E27FC236}">
                <a16:creationId xmlns:a16="http://schemas.microsoft.com/office/drawing/2014/main" id="{0287C8F9-EF28-A839-9621-30EAC8881A9A}"/>
              </a:ext>
            </a:extLst>
          </p:cNvPr>
          <p:cNvSpPr/>
          <p:nvPr/>
        </p:nvSpPr>
        <p:spPr>
          <a:xfrm>
            <a:off x="118872" y="768096"/>
            <a:ext cx="2468880" cy="146304"/>
          </a:xfrm>
          <a:prstGeom prst="rect">
            <a:avLst/>
          </a:prstGeom>
          <a:noFill/>
          <a:ln/>
        </p:spPr>
        <p:txBody>
          <a:bodyPr wrap="square" lIns="0" tIns="0" rIns="0" bIns="0" rtlCol="0" anchor="ctr"/>
          <a:lstStyle/>
          <a:p>
            <a:pPr marL="0" indent="0">
              <a:buNone/>
            </a:pPr>
            <a:r>
              <a:rPr lang="es-419" sz="650" b="1" kern="0" spc="250" noProof="0" dirty="0">
                <a:solidFill>
                  <a:srgbClr val="8FAECB"/>
                </a:solidFill>
                <a:latin typeface="Montserrat" pitchFamily="34" charset="0"/>
                <a:ea typeface="Montserrat" pitchFamily="34" charset="-122"/>
                <a:cs typeface="Montserrat" pitchFamily="34" charset="-120"/>
              </a:rPr>
              <a:t>UBICACIÓN EN MÉXICO</a:t>
            </a:r>
            <a:endParaRPr lang="es-419" sz="650" noProof="0" dirty="0"/>
          </a:p>
        </p:txBody>
      </p:sp>
      <p:sp>
        <p:nvSpPr>
          <p:cNvPr id="12" name="Text 9">
            <a:extLst>
              <a:ext uri="{FF2B5EF4-FFF2-40B4-BE49-F238E27FC236}">
                <a16:creationId xmlns:a16="http://schemas.microsoft.com/office/drawing/2014/main" id="{C2C64123-7DEF-83B2-3B67-0455D3756C0B}"/>
              </a:ext>
            </a:extLst>
          </p:cNvPr>
          <p:cNvSpPr/>
          <p:nvPr/>
        </p:nvSpPr>
        <p:spPr>
          <a:xfrm>
            <a:off x="73152" y="2944368"/>
            <a:ext cx="2633472" cy="182880"/>
          </a:xfrm>
          <a:prstGeom prst="rect">
            <a:avLst/>
          </a:prstGeom>
          <a:noFill/>
          <a:ln/>
        </p:spPr>
        <p:txBody>
          <a:bodyPr wrap="square" lIns="0" tIns="0" rIns="0" bIns="0" rtlCol="0" anchor="ctr"/>
          <a:lstStyle/>
          <a:p>
            <a:pPr marL="0" indent="0" algn="ctr">
              <a:buNone/>
            </a:pPr>
            <a:r>
              <a:rPr lang="es-419" sz="750" b="1" kern="0" spc="200" noProof="0" dirty="0">
                <a:solidFill>
                  <a:srgbClr val="EB6C01"/>
                </a:solidFill>
                <a:latin typeface="Montserrat" pitchFamily="34" charset="0"/>
              </a:rPr>
              <a:t>PIEDRAS NEGRAS</a:t>
            </a:r>
            <a:endParaRPr lang="es-419" sz="750" noProof="0" dirty="0"/>
          </a:p>
        </p:txBody>
      </p:sp>
      <p:sp>
        <p:nvSpPr>
          <p:cNvPr id="13" name="Text 10">
            <a:extLst>
              <a:ext uri="{FF2B5EF4-FFF2-40B4-BE49-F238E27FC236}">
                <a16:creationId xmlns:a16="http://schemas.microsoft.com/office/drawing/2014/main" id="{F1C46DAD-B9AC-7214-3CB1-F7A9911DAA7A}"/>
              </a:ext>
            </a:extLst>
          </p:cNvPr>
          <p:cNvSpPr/>
          <p:nvPr/>
        </p:nvSpPr>
        <p:spPr>
          <a:xfrm>
            <a:off x="2944368" y="859536"/>
            <a:ext cx="1353312" cy="164592"/>
          </a:xfrm>
          <a:prstGeom prst="rect">
            <a:avLst/>
          </a:prstGeom>
          <a:noFill/>
          <a:ln/>
        </p:spPr>
        <p:txBody>
          <a:bodyPr wrap="square" lIns="0" tIns="0" rIns="0" bIns="0" rtlCol="0" anchor="ctr"/>
          <a:lstStyle/>
          <a:p>
            <a:pPr marL="0" indent="0">
              <a:buNone/>
            </a:pPr>
            <a:r>
              <a:rPr lang="es-419" sz="650" b="1" kern="0" spc="250" noProof="0" dirty="0">
                <a:solidFill>
                  <a:srgbClr val="EB6C01"/>
                </a:solidFill>
                <a:latin typeface="Montserrat" pitchFamily="34" charset="0"/>
                <a:ea typeface="Montserrat" pitchFamily="34" charset="-122"/>
                <a:cs typeface="Montserrat" pitchFamily="34" charset="-120"/>
              </a:rPr>
              <a:t>PROYECTO ACTIVO</a:t>
            </a:r>
            <a:endParaRPr lang="es-419" sz="650" noProof="0" dirty="0"/>
          </a:p>
        </p:txBody>
      </p:sp>
      <p:sp>
        <p:nvSpPr>
          <p:cNvPr id="14" name="Shape 11">
            <a:extLst>
              <a:ext uri="{FF2B5EF4-FFF2-40B4-BE49-F238E27FC236}">
                <a16:creationId xmlns:a16="http://schemas.microsoft.com/office/drawing/2014/main" id="{11665A8A-F28E-54E0-BD7F-E2DE3A27C80B}"/>
              </a:ext>
            </a:extLst>
          </p:cNvPr>
          <p:cNvSpPr/>
          <p:nvPr/>
        </p:nvSpPr>
        <p:spPr>
          <a:xfrm>
            <a:off x="2944368" y="1024128"/>
            <a:ext cx="987552" cy="16459"/>
          </a:xfrm>
          <a:prstGeom prst="rect">
            <a:avLst/>
          </a:prstGeom>
          <a:solidFill>
            <a:srgbClr val="EB6C01"/>
          </a:solidFill>
          <a:ln w="12700">
            <a:solidFill>
              <a:srgbClr val="EB6C01"/>
            </a:solidFill>
            <a:prstDash val="solid"/>
          </a:ln>
        </p:spPr>
        <p:txBody>
          <a:bodyPr/>
          <a:lstStyle/>
          <a:p>
            <a:endParaRPr lang="es-419" noProof="0" dirty="0"/>
          </a:p>
        </p:txBody>
      </p:sp>
      <p:sp>
        <p:nvSpPr>
          <p:cNvPr id="15" name="Shape 12">
            <a:extLst>
              <a:ext uri="{FF2B5EF4-FFF2-40B4-BE49-F238E27FC236}">
                <a16:creationId xmlns:a16="http://schemas.microsoft.com/office/drawing/2014/main" id="{446F1758-CCB4-98A5-A702-EFC901CC1259}"/>
              </a:ext>
            </a:extLst>
          </p:cNvPr>
          <p:cNvSpPr/>
          <p:nvPr/>
        </p:nvSpPr>
        <p:spPr>
          <a:xfrm>
            <a:off x="2944368" y="1115568"/>
            <a:ext cx="6035040" cy="603504"/>
          </a:xfrm>
          <a:prstGeom prst="rect">
            <a:avLst/>
          </a:prstGeom>
          <a:solidFill>
            <a:srgbClr val="E5EFF8"/>
          </a:solidFill>
          <a:ln w="12700">
            <a:solidFill>
              <a:srgbClr val="A8C0D8"/>
            </a:solidFill>
            <a:prstDash val="solid"/>
          </a:ln>
        </p:spPr>
        <p:txBody>
          <a:bodyPr/>
          <a:lstStyle/>
          <a:p>
            <a:endParaRPr lang="es-419" noProof="0" dirty="0"/>
          </a:p>
        </p:txBody>
      </p:sp>
      <p:sp>
        <p:nvSpPr>
          <p:cNvPr id="16" name="Text 13">
            <a:extLst>
              <a:ext uri="{FF2B5EF4-FFF2-40B4-BE49-F238E27FC236}">
                <a16:creationId xmlns:a16="http://schemas.microsoft.com/office/drawing/2014/main" id="{733C93E2-63B1-CAC5-B002-C242254BF421}"/>
              </a:ext>
            </a:extLst>
          </p:cNvPr>
          <p:cNvSpPr/>
          <p:nvPr/>
        </p:nvSpPr>
        <p:spPr>
          <a:xfrm>
            <a:off x="3054096" y="1170432"/>
            <a:ext cx="5815584" cy="493776"/>
          </a:xfrm>
          <a:prstGeom prst="rect">
            <a:avLst/>
          </a:prstGeom>
          <a:noFill/>
          <a:ln/>
        </p:spPr>
        <p:txBody>
          <a:bodyPr wrap="square" lIns="0" tIns="0" rIns="0" bIns="0" rtlCol="0" anchor="ctr"/>
          <a:lstStyle/>
          <a:p>
            <a:pPr marL="0" indent="0">
              <a:buNone/>
            </a:pPr>
            <a:r>
              <a:rPr lang="es-419" sz="1500" b="1" noProof="0" dirty="0">
                <a:solidFill>
                  <a:srgbClr val="9BB5CC"/>
                </a:solidFill>
                <a:latin typeface="Montserrat" pitchFamily="34" charset="0"/>
                <a:ea typeface="Montserrat" pitchFamily="34" charset="-122"/>
                <a:cs typeface="Montserrat" pitchFamily="34" charset="-120"/>
              </a:rPr>
              <a:t>[Nombre del Proyecto / Actividad]</a:t>
            </a:r>
            <a:endParaRPr lang="es-419" sz="1500" noProof="0" dirty="0"/>
          </a:p>
        </p:txBody>
      </p:sp>
      <p:sp>
        <p:nvSpPr>
          <p:cNvPr id="17" name="Shape 14">
            <a:extLst>
              <a:ext uri="{FF2B5EF4-FFF2-40B4-BE49-F238E27FC236}">
                <a16:creationId xmlns:a16="http://schemas.microsoft.com/office/drawing/2014/main" id="{D20759EC-D658-4FE0-11CE-CFEEF5A9F8C8}"/>
              </a:ext>
            </a:extLst>
          </p:cNvPr>
          <p:cNvSpPr/>
          <p:nvPr/>
        </p:nvSpPr>
        <p:spPr>
          <a:xfrm>
            <a:off x="2944368" y="1837944"/>
            <a:ext cx="91440" cy="91440"/>
          </a:xfrm>
          <a:prstGeom prst="ellipse">
            <a:avLst/>
          </a:prstGeom>
          <a:solidFill>
            <a:srgbClr val="A8C0D8"/>
          </a:solidFill>
          <a:ln w="12700">
            <a:solidFill>
              <a:srgbClr val="A8C0D8"/>
            </a:solidFill>
            <a:prstDash val="solid"/>
          </a:ln>
        </p:spPr>
        <p:txBody>
          <a:bodyPr/>
          <a:lstStyle/>
          <a:p>
            <a:endParaRPr lang="es-419" noProof="0" dirty="0"/>
          </a:p>
        </p:txBody>
      </p:sp>
      <p:sp>
        <p:nvSpPr>
          <p:cNvPr id="18" name="Text 15">
            <a:extLst>
              <a:ext uri="{FF2B5EF4-FFF2-40B4-BE49-F238E27FC236}">
                <a16:creationId xmlns:a16="http://schemas.microsoft.com/office/drawing/2014/main" id="{B7BA700D-A172-781A-3C2D-E6BF8960CF35}"/>
              </a:ext>
            </a:extLst>
          </p:cNvPr>
          <p:cNvSpPr/>
          <p:nvPr/>
        </p:nvSpPr>
        <p:spPr>
          <a:xfrm>
            <a:off x="3099816" y="1819656"/>
            <a:ext cx="2743200" cy="137160"/>
          </a:xfrm>
          <a:prstGeom prst="rect">
            <a:avLst/>
          </a:prstGeom>
          <a:noFill/>
          <a:ln/>
        </p:spPr>
        <p:txBody>
          <a:bodyPr wrap="square" lIns="0" tIns="0" rIns="0" bIns="0" rtlCol="0" anchor="ctr"/>
          <a:lstStyle/>
          <a:p>
            <a:pPr marL="0" indent="0">
              <a:buNone/>
            </a:pPr>
            <a:r>
              <a:rPr lang="es-419" sz="850" b="1" kern="0" spc="100" noProof="0" dirty="0">
                <a:solidFill>
                  <a:srgbClr val="A8C0D8"/>
                </a:solidFill>
                <a:latin typeface="Montserrat" pitchFamily="34" charset="0"/>
                <a:ea typeface="Montserrat" pitchFamily="34" charset="-122"/>
                <a:cs typeface="Montserrat" pitchFamily="34" charset="-120"/>
              </a:rPr>
              <a:t>[ESTADO DEL PROYECTO]</a:t>
            </a:r>
            <a:endParaRPr lang="es-419" sz="850" noProof="0" dirty="0"/>
          </a:p>
        </p:txBody>
      </p:sp>
      <p:sp>
        <p:nvSpPr>
          <p:cNvPr id="19" name="Shape 16">
            <a:extLst>
              <a:ext uri="{FF2B5EF4-FFF2-40B4-BE49-F238E27FC236}">
                <a16:creationId xmlns:a16="http://schemas.microsoft.com/office/drawing/2014/main" id="{7C3FB4D5-CC4E-FC34-2AD7-98D8D9BFCEAA}"/>
              </a:ext>
            </a:extLst>
          </p:cNvPr>
          <p:cNvSpPr/>
          <p:nvPr/>
        </p:nvSpPr>
        <p:spPr>
          <a:xfrm>
            <a:off x="2944368" y="2057400"/>
            <a:ext cx="25603" cy="658368"/>
          </a:xfrm>
          <a:prstGeom prst="rect">
            <a:avLst/>
          </a:prstGeom>
          <a:solidFill>
            <a:srgbClr val="A8C0D8"/>
          </a:solidFill>
          <a:ln w="12700">
            <a:solidFill>
              <a:srgbClr val="A8C0D8"/>
            </a:solidFill>
            <a:prstDash val="solid"/>
          </a:ln>
        </p:spPr>
        <p:txBody>
          <a:bodyPr/>
          <a:lstStyle/>
          <a:p>
            <a:endParaRPr lang="es-419" noProof="0" dirty="0"/>
          </a:p>
        </p:txBody>
      </p:sp>
      <p:sp>
        <p:nvSpPr>
          <p:cNvPr id="20" name="Text 17">
            <a:extLst>
              <a:ext uri="{FF2B5EF4-FFF2-40B4-BE49-F238E27FC236}">
                <a16:creationId xmlns:a16="http://schemas.microsoft.com/office/drawing/2014/main" id="{AC504818-2301-2BBD-AB01-C4BF8C8DF8A9}"/>
              </a:ext>
            </a:extLst>
          </p:cNvPr>
          <p:cNvSpPr/>
          <p:nvPr/>
        </p:nvSpPr>
        <p:spPr>
          <a:xfrm>
            <a:off x="3035808" y="2057400"/>
            <a:ext cx="5925312" cy="658368"/>
          </a:xfrm>
          <a:prstGeom prst="rect">
            <a:avLst/>
          </a:prstGeom>
          <a:noFill/>
          <a:ln/>
        </p:spPr>
        <p:txBody>
          <a:bodyPr wrap="square" rtlCol="0" anchor="ctr"/>
          <a:lstStyle/>
          <a:p>
            <a:pPr marL="0" indent="0">
              <a:buNone/>
            </a:pPr>
            <a:r>
              <a:rPr lang="es-419" sz="950" i="1" noProof="0" dirty="0">
                <a:solidFill>
                  <a:srgbClr val="A8BDD0"/>
                </a:solidFill>
                <a:latin typeface="Montserrat" pitchFamily="34" charset="0"/>
                <a:ea typeface="Montserrat" pitchFamily="34" charset="-122"/>
                <a:cs typeface="Montserrat" pitchFamily="34" charset="-120"/>
              </a:rPr>
              <a:t>Describa aquí el avance semanal, actividades realizadas,</a:t>
            </a:r>
            <a:endParaRPr lang="es-419" sz="950" noProof="0" dirty="0"/>
          </a:p>
          <a:p>
            <a:pPr marL="0" indent="0">
              <a:buNone/>
            </a:pPr>
            <a:r>
              <a:rPr lang="es-419" sz="950" i="1" noProof="0" dirty="0">
                <a:solidFill>
                  <a:srgbClr val="A8BDD0"/>
                </a:solidFill>
                <a:latin typeface="Montserrat" pitchFamily="34" charset="0"/>
                <a:ea typeface="Montserrat" pitchFamily="34" charset="-122"/>
                <a:cs typeface="Montserrat" pitchFamily="34" charset="-120"/>
              </a:rPr>
              <a:t>pagos, documentación o incidencias del proyecto.</a:t>
            </a:r>
            <a:endParaRPr lang="es-419" sz="950" noProof="0" dirty="0"/>
          </a:p>
        </p:txBody>
      </p:sp>
      <p:sp>
        <p:nvSpPr>
          <p:cNvPr id="21" name="Text 18">
            <a:extLst>
              <a:ext uri="{FF2B5EF4-FFF2-40B4-BE49-F238E27FC236}">
                <a16:creationId xmlns:a16="http://schemas.microsoft.com/office/drawing/2014/main" id="{E36068CC-0CCC-36BE-CD97-1E5B6A133989}"/>
              </a:ext>
            </a:extLst>
          </p:cNvPr>
          <p:cNvSpPr/>
          <p:nvPr/>
        </p:nvSpPr>
        <p:spPr>
          <a:xfrm>
            <a:off x="2944368" y="2834640"/>
            <a:ext cx="1828800" cy="164592"/>
          </a:xfrm>
          <a:prstGeom prst="rect">
            <a:avLst/>
          </a:prstGeom>
          <a:noFill/>
          <a:ln/>
        </p:spPr>
        <p:txBody>
          <a:bodyPr wrap="square" lIns="0" tIns="0" rIns="0" bIns="0" rtlCol="0" anchor="ctr"/>
          <a:lstStyle/>
          <a:p>
            <a:pPr marL="0" indent="0">
              <a:buNone/>
            </a:pPr>
            <a:r>
              <a:rPr lang="es-419" sz="650" b="1" kern="0" spc="250" noProof="0" dirty="0">
                <a:solidFill>
                  <a:srgbClr val="EB6C01"/>
                </a:solidFill>
                <a:latin typeface="Montserrat" pitchFamily="34" charset="0"/>
                <a:ea typeface="Montserrat" pitchFamily="34" charset="-122"/>
                <a:cs typeface="Montserrat" pitchFamily="34" charset="-120"/>
              </a:rPr>
              <a:t>FOTOGRAFÍAS DE AVANCE</a:t>
            </a:r>
            <a:endParaRPr lang="es-419" sz="650" noProof="0" dirty="0"/>
          </a:p>
        </p:txBody>
      </p:sp>
      <p:sp>
        <p:nvSpPr>
          <p:cNvPr id="22" name="Shape 19">
            <a:extLst>
              <a:ext uri="{FF2B5EF4-FFF2-40B4-BE49-F238E27FC236}">
                <a16:creationId xmlns:a16="http://schemas.microsoft.com/office/drawing/2014/main" id="{98CFDA66-CC8A-BCDD-2613-657A548AD49D}"/>
              </a:ext>
            </a:extLst>
          </p:cNvPr>
          <p:cNvSpPr/>
          <p:nvPr/>
        </p:nvSpPr>
        <p:spPr>
          <a:xfrm>
            <a:off x="2944368" y="3008376"/>
            <a:ext cx="1481328" cy="16459"/>
          </a:xfrm>
          <a:prstGeom prst="rect">
            <a:avLst/>
          </a:prstGeom>
          <a:solidFill>
            <a:srgbClr val="EB6C01"/>
          </a:solidFill>
          <a:ln w="12700">
            <a:solidFill>
              <a:srgbClr val="EB6C01"/>
            </a:solidFill>
            <a:prstDash val="solid"/>
          </a:ln>
        </p:spPr>
        <p:txBody>
          <a:bodyPr/>
          <a:lstStyle/>
          <a:p>
            <a:endParaRPr lang="es-419" noProof="0" dirty="0"/>
          </a:p>
        </p:txBody>
      </p:sp>
      <p:sp>
        <p:nvSpPr>
          <p:cNvPr id="23" name="Shape 20">
            <a:extLst>
              <a:ext uri="{FF2B5EF4-FFF2-40B4-BE49-F238E27FC236}">
                <a16:creationId xmlns:a16="http://schemas.microsoft.com/office/drawing/2014/main" id="{2866C5BF-E848-3D7A-2ABF-D4AA5C1EA2E9}"/>
              </a:ext>
            </a:extLst>
          </p:cNvPr>
          <p:cNvSpPr/>
          <p:nvPr/>
        </p:nvSpPr>
        <p:spPr>
          <a:xfrm>
            <a:off x="2944368"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24" name="Image 1" descr="preencoded.png">
            <a:extLst>
              <a:ext uri="{FF2B5EF4-FFF2-40B4-BE49-F238E27FC236}">
                <a16:creationId xmlns:a16="http://schemas.microsoft.com/office/drawing/2014/main" id="{5A851700-93FF-663F-1FB8-613B5B9D38C7}"/>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797808" y="3593592"/>
            <a:ext cx="256032" cy="256032"/>
          </a:xfrm>
          <a:prstGeom prst="rect">
            <a:avLst/>
          </a:prstGeom>
        </p:spPr>
      </p:pic>
      <p:sp>
        <p:nvSpPr>
          <p:cNvPr id="25" name="Text 21">
            <a:extLst>
              <a:ext uri="{FF2B5EF4-FFF2-40B4-BE49-F238E27FC236}">
                <a16:creationId xmlns:a16="http://schemas.microsoft.com/office/drawing/2014/main" id="{B5D56EC3-3B4D-DAE3-46DD-725091F87659}"/>
              </a:ext>
            </a:extLst>
          </p:cNvPr>
          <p:cNvSpPr/>
          <p:nvPr/>
        </p:nvSpPr>
        <p:spPr>
          <a:xfrm>
            <a:off x="2944368"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26" name="Shape 22">
            <a:extLst>
              <a:ext uri="{FF2B5EF4-FFF2-40B4-BE49-F238E27FC236}">
                <a16:creationId xmlns:a16="http://schemas.microsoft.com/office/drawing/2014/main" id="{E54083D7-63D8-B9BE-1F5C-24467B8DCED4}"/>
              </a:ext>
            </a:extLst>
          </p:cNvPr>
          <p:cNvSpPr/>
          <p:nvPr/>
        </p:nvSpPr>
        <p:spPr>
          <a:xfrm>
            <a:off x="4980432"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27" name="Image 2" descr="preencoded.png">
            <a:extLst>
              <a:ext uri="{FF2B5EF4-FFF2-40B4-BE49-F238E27FC236}">
                <a16:creationId xmlns:a16="http://schemas.microsoft.com/office/drawing/2014/main" id="{324E3DCA-70CD-E729-E510-8CF1D6216D84}"/>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833872" y="3593592"/>
            <a:ext cx="256032" cy="256032"/>
          </a:xfrm>
          <a:prstGeom prst="rect">
            <a:avLst/>
          </a:prstGeom>
        </p:spPr>
      </p:pic>
      <p:sp>
        <p:nvSpPr>
          <p:cNvPr id="28" name="Text 23">
            <a:extLst>
              <a:ext uri="{FF2B5EF4-FFF2-40B4-BE49-F238E27FC236}">
                <a16:creationId xmlns:a16="http://schemas.microsoft.com/office/drawing/2014/main" id="{03A78B5A-69C7-25E6-800F-A36CCEDF38AA}"/>
              </a:ext>
            </a:extLst>
          </p:cNvPr>
          <p:cNvSpPr/>
          <p:nvPr/>
        </p:nvSpPr>
        <p:spPr>
          <a:xfrm>
            <a:off x="4980432"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29" name="Shape 24">
            <a:extLst>
              <a:ext uri="{FF2B5EF4-FFF2-40B4-BE49-F238E27FC236}">
                <a16:creationId xmlns:a16="http://schemas.microsoft.com/office/drawing/2014/main" id="{2E55C624-4637-415E-BB55-E959993C974B}"/>
              </a:ext>
            </a:extLst>
          </p:cNvPr>
          <p:cNvSpPr/>
          <p:nvPr/>
        </p:nvSpPr>
        <p:spPr>
          <a:xfrm>
            <a:off x="7016496"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30" name="Image 3" descr="preencoded.png">
            <a:extLst>
              <a:ext uri="{FF2B5EF4-FFF2-40B4-BE49-F238E27FC236}">
                <a16:creationId xmlns:a16="http://schemas.microsoft.com/office/drawing/2014/main" id="{A0305753-69F0-4C95-C2ED-3674554490FE}"/>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7869936" y="3593592"/>
            <a:ext cx="256032" cy="256032"/>
          </a:xfrm>
          <a:prstGeom prst="rect">
            <a:avLst/>
          </a:prstGeom>
        </p:spPr>
      </p:pic>
      <p:sp>
        <p:nvSpPr>
          <p:cNvPr id="31" name="Text 25">
            <a:extLst>
              <a:ext uri="{FF2B5EF4-FFF2-40B4-BE49-F238E27FC236}">
                <a16:creationId xmlns:a16="http://schemas.microsoft.com/office/drawing/2014/main" id="{7C3F15BC-2AE0-6D3D-88AB-00C8C8C97268}"/>
              </a:ext>
            </a:extLst>
          </p:cNvPr>
          <p:cNvSpPr/>
          <p:nvPr/>
        </p:nvSpPr>
        <p:spPr>
          <a:xfrm>
            <a:off x="7016496"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32" name="Shape 26">
            <a:extLst>
              <a:ext uri="{FF2B5EF4-FFF2-40B4-BE49-F238E27FC236}">
                <a16:creationId xmlns:a16="http://schemas.microsoft.com/office/drawing/2014/main" id="{F5E79FD4-0F74-8CFE-080E-201BD7E4F1D5}"/>
              </a:ext>
            </a:extLst>
          </p:cNvPr>
          <p:cNvSpPr/>
          <p:nvPr/>
        </p:nvSpPr>
        <p:spPr>
          <a:xfrm>
            <a:off x="0" y="4873752"/>
            <a:ext cx="9144000" cy="269748"/>
          </a:xfrm>
          <a:prstGeom prst="rect">
            <a:avLst/>
          </a:prstGeom>
          <a:solidFill>
            <a:srgbClr val="1A3464"/>
          </a:solidFill>
          <a:ln w="12700">
            <a:solidFill>
              <a:srgbClr val="1A3464"/>
            </a:solidFill>
            <a:prstDash val="solid"/>
          </a:ln>
        </p:spPr>
        <p:txBody>
          <a:bodyPr/>
          <a:lstStyle/>
          <a:p>
            <a:endParaRPr lang="es-419" noProof="0" dirty="0"/>
          </a:p>
        </p:txBody>
      </p:sp>
      <p:sp>
        <p:nvSpPr>
          <p:cNvPr id="33" name="Text 27">
            <a:extLst>
              <a:ext uri="{FF2B5EF4-FFF2-40B4-BE49-F238E27FC236}">
                <a16:creationId xmlns:a16="http://schemas.microsoft.com/office/drawing/2014/main" id="{AE4CE40C-CD1B-E042-9940-11FDCF9A110E}"/>
              </a:ext>
            </a:extLst>
          </p:cNvPr>
          <p:cNvSpPr/>
          <p:nvPr/>
        </p:nvSpPr>
        <p:spPr>
          <a:xfrm>
            <a:off x="384048" y="4901184"/>
            <a:ext cx="5029200" cy="182880"/>
          </a:xfrm>
          <a:prstGeom prst="rect">
            <a:avLst/>
          </a:prstGeom>
          <a:noFill/>
          <a:ln/>
        </p:spPr>
        <p:txBody>
          <a:bodyPr wrap="square" lIns="0" tIns="0" rIns="0" bIns="0" rtlCol="0" anchor="ctr"/>
          <a:lstStyle/>
          <a:p>
            <a:pPr marL="0" indent="0">
              <a:buNone/>
            </a:pPr>
            <a:r>
              <a:rPr lang="es-419" sz="700" kern="0" spc="150" noProof="0" dirty="0">
                <a:solidFill>
                  <a:srgbClr val="8FAECB"/>
                </a:solidFill>
                <a:latin typeface="Montserrat" pitchFamily="34" charset="0"/>
                <a:ea typeface="Montserrat" pitchFamily="34" charset="-122"/>
                <a:cs typeface="Montserrat" pitchFamily="34" charset="-120"/>
              </a:rPr>
              <a:t>COORDINACIÓN DE OBRAS Y MANTENIMIENTO RCMA</a:t>
            </a:r>
            <a:endParaRPr lang="es-419" sz="700" noProof="0" dirty="0"/>
          </a:p>
        </p:txBody>
      </p:sp>
      <p:sp>
        <p:nvSpPr>
          <p:cNvPr id="34" name="Shape 28">
            <a:extLst>
              <a:ext uri="{FF2B5EF4-FFF2-40B4-BE49-F238E27FC236}">
                <a16:creationId xmlns:a16="http://schemas.microsoft.com/office/drawing/2014/main" id="{D2678602-3C7D-BF9D-64B9-1A31BD469A84}"/>
              </a:ext>
            </a:extLst>
          </p:cNvPr>
          <p:cNvSpPr/>
          <p:nvPr/>
        </p:nvSpPr>
        <p:spPr>
          <a:xfrm>
            <a:off x="5559552" y="4974336"/>
            <a:ext cx="5486" cy="100584"/>
          </a:xfrm>
          <a:prstGeom prst="rect">
            <a:avLst/>
          </a:prstGeom>
          <a:solidFill>
            <a:srgbClr val="8FAECB"/>
          </a:solidFill>
          <a:ln w="12700">
            <a:solidFill>
              <a:srgbClr val="8FAECB"/>
            </a:solidFill>
            <a:prstDash val="solid"/>
          </a:ln>
        </p:spPr>
        <p:txBody>
          <a:bodyPr/>
          <a:lstStyle/>
          <a:p>
            <a:endParaRPr lang="es-419" noProof="0" dirty="0"/>
          </a:p>
        </p:txBody>
      </p:sp>
      <p:sp>
        <p:nvSpPr>
          <p:cNvPr id="35" name="Text 29">
            <a:extLst>
              <a:ext uri="{FF2B5EF4-FFF2-40B4-BE49-F238E27FC236}">
                <a16:creationId xmlns:a16="http://schemas.microsoft.com/office/drawing/2014/main" id="{FA0DF3CB-1888-2775-1CB8-7933A4F79E5E}"/>
              </a:ext>
            </a:extLst>
          </p:cNvPr>
          <p:cNvSpPr/>
          <p:nvPr/>
        </p:nvSpPr>
        <p:spPr>
          <a:xfrm>
            <a:off x="5650992" y="4901184"/>
            <a:ext cx="2286000" cy="182880"/>
          </a:xfrm>
          <a:prstGeom prst="rect">
            <a:avLst/>
          </a:prstGeom>
          <a:noFill/>
          <a:ln/>
        </p:spPr>
        <p:txBody>
          <a:bodyPr wrap="square" lIns="0" tIns="0" rIns="0" bIns="0" rtlCol="0" anchor="ctr"/>
          <a:lstStyle/>
          <a:p>
            <a:pPr marL="0" indent="0">
              <a:buNone/>
            </a:pPr>
            <a:r>
              <a:rPr lang="es-419" sz="700" kern="0" spc="150" noProof="0" dirty="0">
                <a:solidFill>
                  <a:srgbClr val="8FAECB"/>
                </a:solidFill>
                <a:latin typeface="Montserrat" pitchFamily="34" charset="0"/>
                <a:ea typeface="Montserrat" pitchFamily="34" charset="-122"/>
                <a:cs typeface="Montserrat" pitchFamily="34" charset="-120"/>
              </a:rPr>
              <a:t>Mano Amiga</a:t>
            </a:r>
            <a:endParaRPr lang="es-419" sz="700" noProof="0" dirty="0"/>
          </a:p>
        </p:txBody>
      </p:sp>
      <p:sp>
        <p:nvSpPr>
          <p:cNvPr id="43" name="Forma libre: forma 42">
            <a:extLst>
              <a:ext uri="{FF2B5EF4-FFF2-40B4-BE49-F238E27FC236}">
                <a16:creationId xmlns:a16="http://schemas.microsoft.com/office/drawing/2014/main" id="{181E8292-B116-CAC5-4B48-9F231D1B307C}"/>
              </a:ext>
            </a:extLst>
          </p:cNvPr>
          <p:cNvSpPr/>
          <p:nvPr/>
        </p:nvSpPr>
        <p:spPr>
          <a:xfrm>
            <a:off x="1596105" y="2222074"/>
            <a:ext cx="193086" cy="261624"/>
          </a:xfrm>
          <a:custGeom>
            <a:avLst/>
            <a:gdLst>
              <a:gd name="csX0" fmla="*/ 47363 w 193086"/>
              <a:gd name="csY0" fmla="*/ 258865 h 261624"/>
              <a:gd name="csX1" fmla="*/ 34066 w 193086"/>
              <a:gd name="csY1" fmla="*/ 253627 h 261624"/>
              <a:gd name="csX2" fmla="*/ 25677 w 193086"/>
              <a:gd name="csY2" fmla="*/ 249703 h 261624"/>
              <a:gd name="csX3" fmla="*/ 12838 w 193086"/>
              <a:gd name="csY3" fmla="*/ 237813 h 261624"/>
              <a:gd name="csX4" fmla="*/ 0 w 193086"/>
              <a:gd name="csY4" fmla="*/ 228023 h 261624"/>
              <a:gd name="csX5" fmla="*/ 10590 w 193086"/>
              <a:gd name="csY5" fmla="*/ 222007 h 261624"/>
              <a:gd name="csX6" fmla="*/ 24311 w 193086"/>
              <a:gd name="csY6" fmla="*/ 218591 h 261624"/>
              <a:gd name="csX7" fmla="*/ 30840 w 193086"/>
              <a:gd name="csY7" fmla="*/ 210994 h 261624"/>
              <a:gd name="csX8" fmla="*/ 34002 w 193086"/>
              <a:gd name="csY8" fmla="*/ 201034 h 261624"/>
              <a:gd name="csX9" fmla="*/ 34055 w 193086"/>
              <a:gd name="csY9" fmla="*/ 192894 h 261624"/>
              <a:gd name="csX10" fmla="*/ 33474 w 193086"/>
              <a:gd name="csY10" fmla="*/ 186352 h 261624"/>
              <a:gd name="csX11" fmla="*/ 36002 w 193086"/>
              <a:gd name="csY11" fmla="*/ 155255 h 261624"/>
              <a:gd name="csX12" fmla="*/ 40814 w 193086"/>
              <a:gd name="csY12" fmla="*/ 125721 h 261624"/>
              <a:gd name="csX13" fmla="*/ 52906 w 193086"/>
              <a:gd name="csY13" fmla="*/ 136226 h 261624"/>
              <a:gd name="csX14" fmla="*/ 67584 w 193086"/>
              <a:gd name="csY14" fmla="*/ 150557 h 261624"/>
              <a:gd name="csX15" fmla="*/ 85050 w 193086"/>
              <a:gd name="csY15" fmla="*/ 148575 h 261624"/>
              <a:gd name="csX16" fmla="*/ 92615 w 193086"/>
              <a:gd name="csY16" fmla="*/ 147623 h 261624"/>
              <a:gd name="csX17" fmla="*/ 103162 w 193086"/>
              <a:gd name="csY17" fmla="*/ 143713 h 261624"/>
              <a:gd name="csX18" fmla="*/ 110991 w 193086"/>
              <a:gd name="csY18" fmla="*/ 139409 h 261624"/>
              <a:gd name="csX19" fmla="*/ 118857 w 193086"/>
              <a:gd name="csY19" fmla="*/ 137039 h 261624"/>
              <a:gd name="csX20" fmla="*/ 114946 w 193086"/>
              <a:gd name="csY20" fmla="*/ 126979 h 261624"/>
              <a:gd name="csX21" fmla="*/ 104278 w 193086"/>
              <a:gd name="csY21" fmla="*/ 120558 h 261624"/>
              <a:gd name="csX22" fmla="*/ 100539 w 193086"/>
              <a:gd name="csY22" fmla="*/ 116814 h 261624"/>
              <a:gd name="csX23" fmla="*/ 87769 w 193086"/>
              <a:gd name="csY23" fmla="*/ 107211 h 261624"/>
              <a:gd name="csX24" fmla="*/ 75649 w 193086"/>
              <a:gd name="csY24" fmla="*/ 82459 h 261624"/>
              <a:gd name="csX25" fmla="*/ 81162 w 193086"/>
              <a:gd name="csY25" fmla="*/ 66581 h 261624"/>
              <a:gd name="csX26" fmla="*/ 76956 w 193086"/>
              <a:gd name="csY26" fmla="*/ 53086 h 261624"/>
              <a:gd name="csX27" fmla="*/ 74281 w 193086"/>
              <a:gd name="csY27" fmla="*/ 48335 h 261624"/>
              <a:gd name="csX28" fmla="*/ 98388 w 193086"/>
              <a:gd name="csY28" fmla="*/ 21931 h 261624"/>
              <a:gd name="csX29" fmla="*/ 99033 w 193086"/>
              <a:gd name="csY29" fmla="*/ 12782 h 261624"/>
              <a:gd name="csX30" fmla="*/ 112340 w 193086"/>
              <a:gd name="csY30" fmla="*/ 234 h 261624"/>
              <a:gd name="csX31" fmla="*/ 115367 w 193086"/>
              <a:gd name="csY31" fmla="*/ 7384 h 261624"/>
              <a:gd name="csX32" fmla="*/ 123019 w 193086"/>
              <a:gd name="csY32" fmla="*/ 18442 h 261624"/>
              <a:gd name="csX33" fmla="*/ 122268 w 193086"/>
              <a:gd name="csY33" fmla="*/ 30221 h 261624"/>
              <a:gd name="csX34" fmla="*/ 113949 w 193086"/>
              <a:gd name="csY34" fmla="*/ 45287 h 261624"/>
              <a:gd name="csX35" fmla="*/ 120402 w 193086"/>
              <a:gd name="csY35" fmla="*/ 65276 h 261624"/>
              <a:gd name="csX36" fmla="*/ 138506 w 193086"/>
              <a:gd name="csY36" fmla="*/ 64867 h 261624"/>
              <a:gd name="csX37" fmla="*/ 143345 w 193086"/>
              <a:gd name="csY37" fmla="*/ 58224 h 261624"/>
              <a:gd name="csX38" fmla="*/ 152274 w 193086"/>
              <a:gd name="csY38" fmla="*/ 62931 h 261624"/>
              <a:gd name="csX39" fmla="*/ 162130 w 193086"/>
              <a:gd name="csY39" fmla="*/ 68135 h 261624"/>
              <a:gd name="csX40" fmla="*/ 158059 w 193086"/>
              <a:gd name="csY40" fmla="*/ 75879 h 261624"/>
              <a:gd name="csX41" fmla="*/ 142387 w 193086"/>
              <a:gd name="csY41" fmla="*/ 123139 h 261624"/>
              <a:gd name="csX42" fmla="*/ 161574 w 193086"/>
              <a:gd name="csY42" fmla="*/ 140138 h 261624"/>
              <a:gd name="csX43" fmla="*/ 162505 w 193086"/>
              <a:gd name="csY43" fmla="*/ 150542 h 261624"/>
              <a:gd name="csX44" fmla="*/ 151065 w 193086"/>
              <a:gd name="csY44" fmla="*/ 162165 h 261624"/>
              <a:gd name="csX45" fmla="*/ 147000 w 193086"/>
              <a:gd name="csY45" fmla="*/ 176069 h 261624"/>
              <a:gd name="csX46" fmla="*/ 151074 w 193086"/>
              <a:gd name="csY46" fmla="*/ 198795 h 261624"/>
              <a:gd name="csX47" fmla="*/ 161382 w 193086"/>
              <a:gd name="csY47" fmla="*/ 209212 h 261624"/>
              <a:gd name="csX48" fmla="*/ 180801 w 193086"/>
              <a:gd name="csY48" fmla="*/ 215310 h 261624"/>
              <a:gd name="csX49" fmla="*/ 191062 w 193086"/>
              <a:gd name="csY49" fmla="*/ 220266 h 261624"/>
              <a:gd name="csX50" fmla="*/ 186266 w 193086"/>
              <a:gd name="csY50" fmla="*/ 234411 h 261624"/>
              <a:gd name="csX51" fmla="*/ 146648 w 193086"/>
              <a:gd name="csY51" fmla="*/ 241973 h 261624"/>
              <a:gd name="csX52" fmla="*/ 130308 w 193086"/>
              <a:gd name="csY52" fmla="*/ 244333 h 261624"/>
              <a:gd name="csX53" fmla="*/ 120069 w 193086"/>
              <a:gd name="csY53" fmla="*/ 230760 h 261624"/>
              <a:gd name="csX54" fmla="*/ 99204 w 193086"/>
              <a:gd name="csY54" fmla="*/ 236809 h 261624"/>
              <a:gd name="csX55" fmla="*/ 99051 w 193086"/>
              <a:gd name="csY55" fmla="*/ 250983 h 261624"/>
              <a:gd name="csX56" fmla="*/ 92202 w 193086"/>
              <a:gd name="csY56" fmla="*/ 257021 h 261624"/>
              <a:gd name="csX57" fmla="*/ 61602 w 193086"/>
              <a:gd name="csY57" fmla="*/ 257374 h 261624"/>
              <a:gd name="csX58" fmla="*/ 47363 w 193086"/>
              <a:gd name="csY58" fmla="*/ 258865 h 2616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Lst>
            <a:rect l="l" t="t" r="r" b="b"/>
            <a:pathLst>
              <a:path w="193086" h="261624">
                <a:moveTo>
                  <a:pt x="47363" y="258865"/>
                </a:moveTo>
                <a:cubicBezTo>
                  <a:pt x="44664" y="256988"/>
                  <a:pt x="38681" y="254631"/>
                  <a:pt x="34066" y="253627"/>
                </a:cubicBezTo>
                <a:cubicBezTo>
                  <a:pt x="29452" y="252623"/>
                  <a:pt x="25677" y="250857"/>
                  <a:pt x="25677" y="249703"/>
                </a:cubicBezTo>
                <a:cubicBezTo>
                  <a:pt x="25677" y="248548"/>
                  <a:pt x="19899" y="243198"/>
                  <a:pt x="12838" y="237813"/>
                </a:cubicBezTo>
                <a:lnTo>
                  <a:pt x="0" y="228023"/>
                </a:lnTo>
                <a:lnTo>
                  <a:pt x="10590" y="222007"/>
                </a:lnTo>
                <a:cubicBezTo>
                  <a:pt x="17972" y="217814"/>
                  <a:pt x="22129" y="216779"/>
                  <a:pt x="24311" y="218591"/>
                </a:cubicBezTo>
                <a:cubicBezTo>
                  <a:pt x="28477" y="222048"/>
                  <a:pt x="30840" y="219299"/>
                  <a:pt x="30840" y="210994"/>
                </a:cubicBezTo>
                <a:cubicBezTo>
                  <a:pt x="30840" y="207256"/>
                  <a:pt x="32263" y="202774"/>
                  <a:pt x="34002" y="201034"/>
                </a:cubicBezTo>
                <a:cubicBezTo>
                  <a:pt x="36474" y="198562"/>
                  <a:pt x="36486" y="196787"/>
                  <a:pt x="34055" y="192894"/>
                </a:cubicBezTo>
                <a:cubicBezTo>
                  <a:pt x="32093" y="189753"/>
                  <a:pt x="31879" y="187338"/>
                  <a:pt x="33474" y="186352"/>
                </a:cubicBezTo>
                <a:cubicBezTo>
                  <a:pt x="34886" y="185479"/>
                  <a:pt x="36002" y="171748"/>
                  <a:pt x="36002" y="155255"/>
                </a:cubicBezTo>
                <a:cubicBezTo>
                  <a:pt x="36002" y="128160"/>
                  <a:pt x="36400" y="125721"/>
                  <a:pt x="40814" y="125721"/>
                </a:cubicBezTo>
                <a:cubicBezTo>
                  <a:pt x="43528" y="125721"/>
                  <a:pt x="48800" y="130301"/>
                  <a:pt x="52906" y="136226"/>
                </a:cubicBezTo>
                <a:cubicBezTo>
                  <a:pt x="56911" y="142004"/>
                  <a:pt x="63516" y="148453"/>
                  <a:pt x="67584" y="150557"/>
                </a:cubicBezTo>
                <a:cubicBezTo>
                  <a:pt x="75108" y="154448"/>
                  <a:pt x="85050" y="153319"/>
                  <a:pt x="85050" y="148575"/>
                </a:cubicBezTo>
                <a:cubicBezTo>
                  <a:pt x="85050" y="147029"/>
                  <a:pt x="88138" y="146640"/>
                  <a:pt x="92615" y="147623"/>
                </a:cubicBezTo>
                <a:cubicBezTo>
                  <a:pt x="98706" y="148961"/>
                  <a:pt x="100761" y="148199"/>
                  <a:pt x="103162" y="143713"/>
                </a:cubicBezTo>
                <a:cubicBezTo>
                  <a:pt x="105115" y="140063"/>
                  <a:pt x="107816" y="138578"/>
                  <a:pt x="110991" y="139409"/>
                </a:cubicBezTo>
                <a:cubicBezTo>
                  <a:pt x="113656" y="140106"/>
                  <a:pt x="117196" y="139039"/>
                  <a:pt x="118857" y="137039"/>
                </a:cubicBezTo>
                <a:cubicBezTo>
                  <a:pt x="121254" y="134150"/>
                  <a:pt x="120449" y="132080"/>
                  <a:pt x="114946" y="126979"/>
                </a:cubicBezTo>
                <a:cubicBezTo>
                  <a:pt x="111135" y="123448"/>
                  <a:pt x="106335" y="120558"/>
                  <a:pt x="104278" y="120558"/>
                </a:cubicBezTo>
                <a:cubicBezTo>
                  <a:pt x="102221" y="120558"/>
                  <a:pt x="100539" y="118873"/>
                  <a:pt x="100539" y="116814"/>
                </a:cubicBezTo>
                <a:cubicBezTo>
                  <a:pt x="100539" y="114754"/>
                  <a:pt x="94792" y="110433"/>
                  <a:pt x="87769" y="107211"/>
                </a:cubicBezTo>
                <a:cubicBezTo>
                  <a:pt x="73337" y="100591"/>
                  <a:pt x="69935" y="93642"/>
                  <a:pt x="75649" y="82459"/>
                </a:cubicBezTo>
                <a:cubicBezTo>
                  <a:pt x="77638" y="78567"/>
                  <a:pt x="80119" y="71422"/>
                  <a:pt x="81162" y="66581"/>
                </a:cubicBezTo>
                <a:cubicBezTo>
                  <a:pt x="82769" y="59128"/>
                  <a:pt x="82125" y="57061"/>
                  <a:pt x="76956" y="53086"/>
                </a:cubicBezTo>
                <a:cubicBezTo>
                  <a:pt x="73561" y="50475"/>
                  <a:pt x="72374" y="48366"/>
                  <a:pt x="74281" y="48335"/>
                </a:cubicBezTo>
                <a:cubicBezTo>
                  <a:pt x="79014" y="48255"/>
                  <a:pt x="97860" y="27614"/>
                  <a:pt x="98388" y="21931"/>
                </a:cubicBezTo>
                <a:cubicBezTo>
                  <a:pt x="98624" y="19384"/>
                  <a:pt x="98915" y="15267"/>
                  <a:pt x="99033" y="12782"/>
                </a:cubicBezTo>
                <a:cubicBezTo>
                  <a:pt x="99328" y="6580"/>
                  <a:pt x="107875" y="-1480"/>
                  <a:pt x="112340" y="234"/>
                </a:cubicBezTo>
                <a:cubicBezTo>
                  <a:pt x="114351" y="1006"/>
                  <a:pt x="115714" y="4223"/>
                  <a:pt x="115367" y="7384"/>
                </a:cubicBezTo>
                <a:cubicBezTo>
                  <a:pt x="114925" y="11414"/>
                  <a:pt x="117211" y="14717"/>
                  <a:pt x="123019" y="18442"/>
                </a:cubicBezTo>
                <a:cubicBezTo>
                  <a:pt x="132830" y="24734"/>
                  <a:pt x="132594" y="28432"/>
                  <a:pt x="122268" y="30221"/>
                </a:cubicBezTo>
                <a:cubicBezTo>
                  <a:pt x="115180" y="31449"/>
                  <a:pt x="114690" y="32336"/>
                  <a:pt x="113949" y="45287"/>
                </a:cubicBezTo>
                <a:cubicBezTo>
                  <a:pt x="113241" y="57646"/>
                  <a:pt x="113899" y="59682"/>
                  <a:pt x="120402" y="65276"/>
                </a:cubicBezTo>
                <a:cubicBezTo>
                  <a:pt x="129577" y="73166"/>
                  <a:pt x="132509" y="73100"/>
                  <a:pt x="138506" y="64867"/>
                </a:cubicBezTo>
                <a:lnTo>
                  <a:pt x="143345" y="58224"/>
                </a:lnTo>
                <a:lnTo>
                  <a:pt x="152274" y="62931"/>
                </a:lnTo>
                <a:cubicBezTo>
                  <a:pt x="157185" y="65520"/>
                  <a:pt x="161620" y="67861"/>
                  <a:pt x="162130" y="68135"/>
                </a:cubicBezTo>
                <a:cubicBezTo>
                  <a:pt x="162640" y="68408"/>
                  <a:pt x="160808" y="71893"/>
                  <a:pt x="158059" y="75879"/>
                </a:cubicBezTo>
                <a:cubicBezTo>
                  <a:pt x="151713" y="85081"/>
                  <a:pt x="141902" y="114664"/>
                  <a:pt x="142387" y="123139"/>
                </a:cubicBezTo>
                <a:cubicBezTo>
                  <a:pt x="142935" y="132744"/>
                  <a:pt x="146254" y="135684"/>
                  <a:pt x="161574" y="140138"/>
                </a:cubicBezTo>
                <a:cubicBezTo>
                  <a:pt x="177125" y="144659"/>
                  <a:pt x="177438" y="148154"/>
                  <a:pt x="162505" y="150542"/>
                </a:cubicBezTo>
                <a:cubicBezTo>
                  <a:pt x="152866" y="152083"/>
                  <a:pt x="147932" y="157096"/>
                  <a:pt x="151065" y="162165"/>
                </a:cubicBezTo>
                <a:cubicBezTo>
                  <a:pt x="151887" y="163495"/>
                  <a:pt x="150058" y="169752"/>
                  <a:pt x="147000" y="176069"/>
                </a:cubicBezTo>
                <a:cubicBezTo>
                  <a:pt x="140040" y="190447"/>
                  <a:pt x="141019" y="195911"/>
                  <a:pt x="151074" y="198795"/>
                </a:cubicBezTo>
                <a:cubicBezTo>
                  <a:pt x="156834" y="200447"/>
                  <a:pt x="159631" y="203274"/>
                  <a:pt x="161382" y="209212"/>
                </a:cubicBezTo>
                <a:cubicBezTo>
                  <a:pt x="163891" y="217725"/>
                  <a:pt x="167253" y="218781"/>
                  <a:pt x="180801" y="215310"/>
                </a:cubicBezTo>
                <a:cubicBezTo>
                  <a:pt x="186270" y="213909"/>
                  <a:pt x="188145" y="214815"/>
                  <a:pt x="191062" y="220266"/>
                </a:cubicBezTo>
                <a:cubicBezTo>
                  <a:pt x="194411" y="226524"/>
                  <a:pt x="194115" y="227399"/>
                  <a:pt x="186266" y="234411"/>
                </a:cubicBezTo>
                <a:cubicBezTo>
                  <a:pt x="177581" y="242171"/>
                  <a:pt x="173505" y="242950"/>
                  <a:pt x="146648" y="241973"/>
                </a:cubicBezTo>
                <a:cubicBezTo>
                  <a:pt x="138138" y="241664"/>
                  <a:pt x="131353" y="242644"/>
                  <a:pt x="130308" y="244333"/>
                </a:cubicBezTo>
                <a:cubicBezTo>
                  <a:pt x="127797" y="248397"/>
                  <a:pt x="118188" y="235660"/>
                  <a:pt x="120069" y="230760"/>
                </a:cubicBezTo>
                <a:cubicBezTo>
                  <a:pt x="124398" y="219478"/>
                  <a:pt x="105303" y="225013"/>
                  <a:pt x="99204" y="236809"/>
                </a:cubicBezTo>
                <a:cubicBezTo>
                  <a:pt x="95428" y="244110"/>
                  <a:pt x="95414" y="245432"/>
                  <a:pt x="99051" y="250983"/>
                </a:cubicBezTo>
                <a:cubicBezTo>
                  <a:pt x="103916" y="258408"/>
                  <a:pt x="100434" y="261478"/>
                  <a:pt x="92202" y="257021"/>
                </a:cubicBezTo>
                <a:cubicBezTo>
                  <a:pt x="83927" y="252540"/>
                  <a:pt x="66492" y="252742"/>
                  <a:pt x="61602" y="257374"/>
                </a:cubicBezTo>
                <a:cubicBezTo>
                  <a:pt x="56090" y="262596"/>
                  <a:pt x="53167" y="262902"/>
                  <a:pt x="47363" y="258865"/>
                </a:cubicBezTo>
                <a:close/>
              </a:path>
            </a:pathLst>
          </a:custGeom>
          <a:solidFill>
            <a:srgbClr val="B9B9B9"/>
          </a:solidFill>
          <a:ln w="5163" cap="flat">
            <a:noFill/>
            <a:prstDash val="solid"/>
            <a:miter/>
          </a:ln>
        </p:spPr>
        <p:txBody>
          <a:bodyPr/>
          <a:lstStyle/>
          <a:p>
            <a:endParaRPr lang="es-419" noProof="0" dirty="0"/>
          </a:p>
        </p:txBody>
      </p:sp>
      <p:sp>
        <p:nvSpPr>
          <p:cNvPr id="44" name="Forma libre: forma 43">
            <a:extLst>
              <a:ext uri="{FF2B5EF4-FFF2-40B4-BE49-F238E27FC236}">
                <a16:creationId xmlns:a16="http://schemas.microsoft.com/office/drawing/2014/main" id="{C4FCF8AC-75F9-CE09-4B75-D54A79BCE1B9}"/>
              </a:ext>
            </a:extLst>
          </p:cNvPr>
          <p:cNvSpPr/>
          <p:nvPr/>
        </p:nvSpPr>
        <p:spPr>
          <a:xfrm>
            <a:off x="1103504" y="2345749"/>
            <a:ext cx="95653" cy="64838"/>
          </a:xfrm>
          <a:custGeom>
            <a:avLst/>
            <a:gdLst>
              <a:gd name="csX0" fmla="*/ 71219 w 95653"/>
              <a:gd name="csY0" fmla="*/ 62506 h 64838"/>
              <a:gd name="csX1" fmla="*/ 62655 w 95653"/>
              <a:gd name="csY1" fmla="*/ 53685 h 64838"/>
              <a:gd name="csX2" fmla="*/ 57443 w 95653"/>
              <a:gd name="csY2" fmla="*/ 48511 h 64838"/>
              <a:gd name="csX3" fmla="*/ 51242 w 95653"/>
              <a:gd name="csY3" fmla="*/ 43994 h 64838"/>
              <a:gd name="csX4" fmla="*/ 48532 w 95653"/>
              <a:gd name="csY4" fmla="*/ 43994 h 64838"/>
              <a:gd name="csX5" fmla="*/ 36926 w 95653"/>
              <a:gd name="csY5" fmla="*/ 44510 h 64838"/>
              <a:gd name="csX6" fmla="*/ 28785 w 95653"/>
              <a:gd name="csY6" fmla="*/ 36765 h 64838"/>
              <a:gd name="csX7" fmla="*/ 27076 w 95653"/>
              <a:gd name="csY7" fmla="*/ 32629 h 64838"/>
              <a:gd name="csX8" fmla="*/ 11500 w 95653"/>
              <a:gd name="csY8" fmla="*/ 28262 h 64838"/>
              <a:gd name="csX9" fmla="*/ 1174 w 95653"/>
              <a:gd name="csY9" fmla="*/ 25068 h 64838"/>
              <a:gd name="csX10" fmla="*/ 31004 w 95653"/>
              <a:gd name="csY10" fmla="*/ 14820 h 64838"/>
              <a:gd name="csX11" fmla="*/ 49970 w 95653"/>
              <a:gd name="csY11" fmla="*/ 6499 h 64838"/>
              <a:gd name="csX12" fmla="*/ 60293 w 95653"/>
              <a:gd name="csY12" fmla="*/ 3207 h 64838"/>
              <a:gd name="csX13" fmla="*/ 79487 w 95653"/>
              <a:gd name="csY13" fmla="*/ 1724 h 64838"/>
              <a:gd name="csX14" fmla="*/ 95469 w 95653"/>
              <a:gd name="csY14" fmla="*/ 24677 h 64838"/>
              <a:gd name="csX15" fmla="*/ 92590 w 95653"/>
              <a:gd name="csY15" fmla="*/ 45837 h 64838"/>
              <a:gd name="csX16" fmla="*/ 88748 w 95653"/>
              <a:gd name="csY16" fmla="*/ 52688 h 64838"/>
              <a:gd name="csX17" fmla="*/ 82592 w 95653"/>
              <a:gd name="csY17" fmla="*/ 62155 h 64838"/>
              <a:gd name="csX18" fmla="*/ 71219 w 95653"/>
              <a:gd name="csY18" fmla="*/ 62506 h 648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95653" h="64838">
                <a:moveTo>
                  <a:pt x="71219" y="62506"/>
                </a:moveTo>
                <a:cubicBezTo>
                  <a:pt x="67412" y="60499"/>
                  <a:pt x="63558" y="56530"/>
                  <a:pt x="62655" y="53685"/>
                </a:cubicBezTo>
                <a:cubicBezTo>
                  <a:pt x="61752" y="50839"/>
                  <a:pt x="59407" y="48511"/>
                  <a:pt x="57443" y="48511"/>
                </a:cubicBezTo>
                <a:cubicBezTo>
                  <a:pt x="55480" y="48511"/>
                  <a:pt x="52689" y="46478"/>
                  <a:pt x="51242" y="43994"/>
                </a:cubicBezTo>
                <a:cubicBezTo>
                  <a:pt x="48736" y="39691"/>
                  <a:pt x="48607" y="39691"/>
                  <a:pt x="48532" y="43994"/>
                </a:cubicBezTo>
                <a:cubicBezTo>
                  <a:pt x="48437" y="49469"/>
                  <a:pt x="48761" y="49455"/>
                  <a:pt x="36926" y="44510"/>
                </a:cubicBezTo>
                <a:cubicBezTo>
                  <a:pt x="30451" y="41804"/>
                  <a:pt x="27814" y="39296"/>
                  <a:pt x="28785" y="36765"/>
                </a:cubicBezTo>
                <a:cubicBezTo>
                  <a:pt x="29575" y="34707"/>
                  <a:pt x="28806" y="32846"/>
                  <a:pt x="27076" y="32629"/>
                </a:cubicBezTo>
                <a:cubicBezTo>
                  <a:pt x="21029" y="31874"/>
                  <a:pt x="18714" y="31225"/>
                  <a:pt x="11500" y="28262"/>
                </a:cubicBezTo>
                <a:cubicBezTo>
                  <a:pt x="7503" y="26621"/>
                  <a:pt x="2857" y="25183"/>
                  <a:pt x="1174" y="25068"/>
                </a:cubicBezTo>
                <a:cubicBezTo>
                  <a:pt x="-4949" y="24646"/>
                  <a:pt x="14045" y="18121"/>
                  <a:pt x="31004" y="14820"/>
                </a:cubicBezTo>
                <a:cubicBezTo>
                  <a:pt x="44060" y="12279"/>
                  <a:pt x="48794" y="10202"/>
                  <a:pt x="49970" y="6499"/>
                </a:cubicBezTo>
                <a:cubicBezTo>
                  <a:pt x="51256" y="2445"/>
                  <a:pt x="53098" y="1858"/>
                  <a:pt x="60293" y="3207"/>
                </a:cubicBezTo>
                <a:cubicBezTo>
                  <a:pt x="65110" y="4111"/>
                  <a:pt x="73747" y="3443"/>
                  <a:pt x="79487" y="1724"/>
                </a:cubicBezTo>
                <a:cubicBezTo>
                  <a:pt x="94315" y="-2719"/>
                  <a:pt x="96385" y="255"/>
                  <a:pt x="95469" y="24677"/>
                </a:cubicBezTo>
                <a:cubicBezTo>
                  <a:pt x="95060" y="35554"/>
                  <a:pt x="93765" y="45076"/>
                  <a:pt x="92590" y="45837"/>
                </a:cubicBezTo>
                <a:cubicBezTo>
                  <a:pt x="91414" y="46598"/>
                  <a:pt x="89686" y="49681"/>
                  <a:pt x="88748" y="52688"/>
                </a:cubicBezTo>
                <a:cubicBezTo>
                  <a:pt x="87811" y="55696"/>
                  <a:pt x="85041" y="59955"/>
                  <a:pt x="82592" y="62155"/>
                </a:cubicBezTo>
                <a:cubicBezTo>
                  <a:pt x="78702" y="65649"/>
                  <a:pt x="77268" y="65693"/>
                  <a:pt x="71219" y="62506"/>
                </a:cubicBezTo>
                <a:close/>
              </a:path>
            </a:pathLst>
          </a:custGeom>
          <a:solidFill>
            <a:srgbClr val="B9B9B9"/>
          </a:solidFill>
          <a:ln w="5163" cap="flat">
            <a:noFill/>
            <a:prstDash val="solid"/>
            <a:miter/>
          </a:ln>
        </p:spPr>
        <p:txBody>
          <a:bodyPr/>
          <a:lstStyle/>
          <a:p>
            <a:endParaRPr lang="es-419" noProof="0" dirty="0"/>
          </a:p>
        </p:txBody>
      </p:sp>
      <p:sp>
        <p:nvSpPr>
          <p:cNvPr id="45" name="Forma libre: forma 44">
            <a:extLst>
              <a:ext uri="{FF2B5EF4-FFF2-40B4-BE49-F238E27FC236}">
                <a16:creationId xmlns:a16="http://schemas.microsoft.com/office/drawing/2014/main" id="{98962131-D7FF-1AA5-E76A-59D77E3EB175}"/>
              </a:ext>
            </a:extLst>
          </p:cNvPr>
          <p:cNvSpPr/>
          <p:nvPr/>
        </p:nvSpPr>
        <p:spPr>
          <a:xfrm>
            <a:off x="1015863" y="2030672"/>
            <a:ext cx="364335" cy="362024"/>
          </a:xfrm>
          <a:custGeom>
            <a:avLst/>
            <a:gdLst>
              <a:gd name="csX0" fmla="*/ 185142 w 364335"/>
              <a:gd name="csY0" fmla="*/ 358570 h 362024"/>
              <a:gd name="csX1" fmla="*/ 187621 w 364335"/>
              <a:gd name="csY1" fmla="*/ 340898 h 362024"/>
              <a:gd name="csX2" fmla="*/ 186283 w 364335"/>
              <a:gd name="csY2" fmla="*/ 320178 h 362024"/>
              <a:gd name="csX3" fmla="*/ 182466 w 364335"/>
              <a:gd name="csY3" fmla="*/ 312528 h 362024"/>
              <a:gd name="csX4" fmla="*/ 160064 w 364335"/>
              <a:gd name="csY4" fmla="*/ 313164 h 362024"/>
              <a:gd name="csX5" fmla="*/ 135394 w 364335"/>
              <a:gd name="csY5" fmla="*/ 318882 h 362024"/>
              <a:gd name="csX6" fmla="*/ 107653 w 364335"/>
              <a:gd name="csY6" fmla="*/ 328620 h 362024"/>
              <a:gd name="csX7" fmla="*/ 77975 w 364335"/>
              <a:gd name="csY7" fmla="*/ 329071 h 362024"/>
              <a:gd name="csX8" fmla="*/ 69734 w 364335"/>
              <a:gd name="csY8" fmla="*/ 324866 h 362024"/>
              <a:gd name="csX9" fmla="*/ 48325 w 364335"/>
              <a:gd name="csY9" fmla="*/ 303007 h 362024"/>
              <a:gd name="csX10" fmla="*/ 38186 w 364335"/>
              <a:gd name="csY10" fmla="*/ 292203 h 362024"/>
              <a:gd name="csX11" fmla="*/ 25184 w 364335"/>
              <a:gd name="csY11" fmla="*/ 273778 h 362024"/>
              <a:gd name="csX12" fmla="*/ 11540 w 364335"/>
              <a:gd name="csY12" fmla="*/ 253016 h 362024"/>
              <a:gd name="csX13" fmla="*/ 9603 w 364335"/>
              <a:gd name="csY13" fmla="*/ 246065 h 362024"/>
              <a:gd name="csX14" fmla="*/ 4075 w 364335"/>
              <a:gd name="csY14" fmla="*/ 230604 h 362024"/>
              <a:gd name="csX15" fmla="*/ 2870 w 364335"/>
              <a:gd name="csY15" fmla="*/ 216903 h 362024"/>
              <a:gd name="csX16" fmla="*/ 19099 w 364335"/>
              <a:gd name="csY16" fmla="*/ 209992 h 362024"/>
              <a:gd name="csX17" fmla="*/ 33857 w 364335"/>
              <a:gd name="csY17" fmla="*/ 202727 h 362024"/>
              <a:gd name="csX18" fmla="*/ 62323 w 364335"/>
              <a:gd name="csY18" fmla="*/ 175142 h 362024"/>
              <a:gd name="csX19" fmla="*/ 75732 w 364335"/>
              <a:gd name="csY19" fmla="*/ 169793 h 362024"/>
              <a:gd name="csX20" fmla="*/ 107485 w 364335"/>
              <a:gd name="csY20" fmla="*/ 178512 h 362024"/>
              <a:gd name="csX21" fmla="*/ 118888 w 364335"/>
              <a:gd name="csY21" fmla="*/ 188952 h 362024"/>
              <a:gd name="csX22" fmla="*/ 122369 w 364335"/>
              <a:gd name="csY22" fmla="*/ 177011 h 362024"/>
              <a:gd name="csX23" fmla="*/ 128391 w 364335"/>
              <a:gd name="csY23" fmla="*/ 163500 h 362024"/>
              <a:gd name="csX24" fmla="*/ 127169 w 364335"/>
              <a:gd name="csY24" fmla="*/ 147778 h 362024"/>
              <a:gd name="csX25" fmla="*/ 130389 w 364335"/>
              <a:gd name="csY25" fmla="*/ 138750 h 362024"/>
              <a:gd name="csX26" fmla="*/ 147714 w 364335"/>
              <a:gd name="csY26" fmla="*/ 129037 h 362024"/>
              <a:gd name="csX27" fmla="*/ 142395 w 364335"/>
              <a:gd name="csY27" fmla="*/ 116273 h 362024"/>
              <a:gd name="csX28" fmla="*/ 138322 w 364335"/>
              <a:gd name="csY28" fmla="*/ 100445 h 362024"/>
              <a:gd name="csX29" fmla="*/ 132219 w 364335"/>
              <a:gd name="csY29" fmla="*/ 77384 h 362024"/>
              <a:gd name="csX30" fmla="*/ 123182 w 364335"/>
              <a:gd name="csY30" fmla="*/ 67380 h 362024"/>
              <a:gd name="csX31" fmla="*/ 127316 w 364335"/>
              <a:gd name="csY31" fmla="*/ 49072 h 362024"/>
              <a:gd name="csX32" fmla="*/ 149002 w 364335"/>
              <a:gd name="csY32" fmla="*/ 26791 h 362024"/>
              <a:gd name="csX33" fmla="*/ 156308 w 364335"/>
              <a:gd name="csY33" fmla="*/ 19245 h 362024"/>
              <a:gd name="csX34" fmla="*/ 153995 w 364335"/>
              <a:gd name="csY34" fmla="*/ 9825 h 362024"/>
              <a:gd name="csX35" fmla="*/ 161050 w 364335"/>
              <a:gd name="csY35" fmla="*/ 76 h 362024"/>
              <a:gd name="csX36" fmla="*/ 166583 w 364335"/>
              <a:gd name="csY36" fmla="*/ 7348 h 362024"/>
              <a:gd name="csX37" fmla="*/ 154998 w 364335"/>
              <a:gd name="csY37" fmla="*/ 39300 h 362024"/>
              <a:gd name="csX38" fmla="*/ 157050 w 364335"/>
              <a:gd name="csY38" fmla="*/ 45546 h 362024"/>
              <a:gd name="csX39" fmla="*/ 169737 w 364335"/>
              <a:gd name="csY39" fmla="*/ 24492 h 362024"/>
              <a:gd name="csX40" fmla="*/ 176182 w 364335"/>
              <a:gd name="csY40" fmla="*/ 20317 h 362024"/>
              <a:gd name="csX41" fmla="*/ 177678 w 364335"/>
              <a:gd name="csY41" fmla="*/ 26406 h 362024"/>
              <a:gd name="csX42" fmla="*/ 173510 w 364335"/>
              <a:gd name="csY42" fmla="*/ 43871 h 362024"/>
              <a:gd name="csX43" fmla="*/ 171706 w 364335"/>
              <a:gd name="csY43" fmla="*/ 58451 h 362024"/>
              <a:gd name="csX44" fmla="*/ 179820 w 364335"/>
              <a:gd name="csY44" fmla="*/ 60233 h 362024"/>
              <a:gd name="csX45" fmla="*/ 195468 w 364335"/>
              <a:gd name="csY45" fmla="*/ 47665 h 362024"/>
              <a:gd name="csX46" fmla="*/ 212893 w 364335"/>
              <a:gd name="csY46" fmla="*/ 36256 h 362024"/>
              <a:gd name="csX47" fmla="*/ 215787 w 364335"/>
              <a:gd name="csY47" fmla="*/ 59322 h 362024"/>
              <a:gd name="csX48" fmla="*/ 202515 w 364335"/>
              <a:gd name="csY48" fmla="*/ 73785 h 362024"/>
              <a:gd name="csX49" fmla="*/ 193598 w 364335"/>
              <a:gd name="csY49" fmla="*/ 76402 h 362024"/>
              <a:gd name="csX50" fmla="*/ 196544 w 364335"/>
              <a:gd name="csY50" fmla="*/ 79629 h 362024"/>
              <a:gd name="csX51" fmla="*/ 200631 w 364335"/>
              <a:gd name="csY51" fmla="*/ 82161 h 362024"/>
              <a:gd name="csX52" fmla="*/ 183851 w 364335"/>
              <a:gd name="csY52" fmla="*/ 86694 h 362024"/>
              <a:gd name="csX53" fmla="*/ 179447 w 364335"/>
              <a:gd name="csY53" fmla="*/ 90600 h 362024"/>
              <a:gd name="csX54" fmla="*/ 177337 w 364335"/>
              <a:gd name="csY54" fmla="*/ 95117 h 362024"/>
              <a:gd name="csX55" fmla="*/ 175970 w 364335"/>
              <a:gd name="csY55" fmla="*/ 99847 h 362024"/>
              <a:gd name="csX56" fmla="*/ 172279 w 364335"/>
              <a:gd name="csY56" fmla="*/ 109275 h 362024"/>
              <a:gd name="csX57" fmla="*/ 162736 w 364335"/>
              <a:gd name="csY57" fmla="*/ 127778 h 362024"/>
              <a:gd name="csX58" fmla="*/ 154984 w 364335"/>
              <a:gd name="csY58" fmla="*/ 141584 h 362024"/>
              <a:gd name="csX59" fmla="*/ 157382 w 364335"/>
              <a:gd name="csY59" fmla="*/ 150820 h 362024"/>
              <a:gd name="csX60" fmla="*/ 166003 w 364335"/>
              <a:gd name="csY60" fmla="*/ 156522 h 362024"/>
              <a:gd name="csX61" fmla="*/ 178921 w 364335"/>
              <a:gd name="csY61" fmla="*/ 158229 h 362024"/>
              <a:gd name="csX62" fmla="*/ 200631 w 364335"/>
              <a:gd name="csY62" fmla="*/ 155851 h 362024"/>
              <a:gd name="csX63" fmla="*/ 253127 w 364335"/>
              <a:gd name="csY63" fmla="*/ 145110 h 362024"/>
              <a:gd name="csX64" fmla="*/ 260004 w 364335"/>
              <a:gd name="csY64" fmla="*/ 117060 h 362024"/>
              <a:gd name="csX65" fmla="*/ 261186 w 364335"/>
              <a:gd name="csY65" fmla="*/ 105023 h 362024"/>
              <a:gd name="csX66" fmla="*/ 280779 w 364335"/>
              <a:gd name="csY66" fmla="*/ 107831 h 362024"/>
              <a:gd name="csX67" fmla="*/ 316123 w 364335"/>
              <a:gd name="csY67" fmla="*/ 101238 h 362024"/>
              <a:gd name="csX68" fmla="*/ 332436 w 364335"/>
              <a:gd name="csY68" fmla="*/ 86525 h 362024"/>
              <a:gd name="csX69" fmla="*/ 340656 w 364335"/>
              <a:gd name="csY69" fmla="*/ 79224 h 362024"/>
              <a:gd name="csX70" fmla="*/ 348855 w 364335"/>
              <a:gd name="csY70" fmla="*/ 87171 h 362024"/>
              <a:gd name="csX71" fmla="*/ 361269 w 364335"/>
              <a:gd name="csY71" fmla="*/ 95117 h 362024"/>
              <a:gd name="csX72" fmla="*/ 363171 w 364335"/>
              <a:gd name="csY72" fmla="*/ 103178 h 362024"/>
              <a:gd name="csX73" fmla="*/ 356290 w 364335"/>
              <a:gd name="csY73" fmla="*/ 118022 h 362024"/>
              <a:gd name="csX74" fmla="*/ 352528 w 364335"/>
              <a:gd name="csY74" fmla="*/ 135380 h 362024"/>
              <a:gd name="csX75" fmla="*/ 345616 w 364335"/>
              <a:gd name="csY75" fmla="*/ 149152 h 362024"/>
              <a:gd name="csX76" fmla="*/ 336399 w 364335"/>
              <a:gd name="csY76" fmla="*/ 158318 h 362024"/>
              <a:gd name="csX77" fmla="*/ 325505 w 364335"/>
              <a:gd name="csY77" fmla="*/ 175523 h 362024"/>
              <a:gd name="csX78" fmla="*/ 315430 w 364335"/>
              <a:gd name="csY78" fmla="*/ 204352 h 362024"/>
              <a:gd name="csX79" fmla="*/ 313994 w 364335"/>
              <a:gd name="csY79" fmla="*/ 218773 h 362024"/>
              <a:gd name="csX80" fmla="*/ 296375 w 364335"/>
              <a:gd name="csY80" fmla="*/ 228175 h 362024"/>
              <a:gd name="csX81" fmla="*/ 265231 w 364335"/>
              <a:gd name="csY81" fmla="*/ 238311 h 362024"/>
              <a:gd name="csX82" fmla="*/ 244951 w 364335"/>
              <a:gd name="csY82" fmla="*/ 244768 h 362024"/>
              <a:gd name="csX83" fmla="*/ 219261 w 364335"/>
              <a:gd name="csY83" fmla="*/ 258588 h 362024"/>
              <a:gd name="csX84" fmla="*/ 224662 w 364335"/>
              <a:gd name="csY84" fmla="*/ 270643 h 362024"/>
              <a:gd name="csX85" fmla="*/ 242353 w 364335"/>
              <a:gd name="csY85" fmla="*/ 274944 h 362024"/>
              <a:gd name="csX86" fmla="*/ 251900 w 364335"/>
              <a:gd name="csY86" fmla="*/ 285801 h 362024"/>
              <a:gd name="csX87" fmla="*/ 252381 w 364335"/>
              <a:gd name="csY87" fmla="*/ 304719 h 362024"/>
              <a:gd name="csX88" fmla="*/ 261267 w 364335"/>
              <a:gd name="csY88" fmla="*/ 315608 h 362024"/>
              <a:gd name="csX89" fmla="*/ 268876 w 364335"/>
              <a:gd name="csY89" fmla="*/ 316858 h 362024"/>
              <a:gd name="csX90" fmla="*/ 252027 w 364335"/>
              <a:gd name="csY90" fmla="*/ 336142 h 362024"/>
              <a:gd name="csX91" fmla="*/ 230251 w 364335"/>
              <a:gd name="csY91" fmla="*/ 349333 h 362024"/>
              <a:gd name="csX92" fmla="*/ 209844 w 364335"/>
              <a:gd name="csY92" fmla="*/ 359530 h 362024"/>
              <a:gd name="csX93" fmla="*/ 194478 w 364335"/>
              <a:gd name="csY93" fmla="*/ 360594 h 362024"/>
              <a:gd name="csX94" fmla="*/ 185142 w 364335"/>
              <a:gd name="csY94" fmla="*/ 358570 h 362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364335" h="362024">
                <a:moveTo>
                  <a:pt x="185142" y="358570"/>
                </a:moveTo>
                <a:cubicBezTo>
                  <a:pt x="185142" y="356038"/>
                  <a:pt x="186257" y="348086"/>
                  <a:pt x="187621" y="340898"/>
                </a:cubicBezTo>
                <a:cubicBezTo>
                  <a:pt x="189559" y="330679"/>
                  <a:pt x="189267" y="326160"/>
                  <a:pt x="186283" y="320178"/>
                </a:cubicBezTo>
                <a:lnTo>
                  <a:pt x="182466" y="312528"/>
                </a:lnTo>
                <a:lnTo>
                  <a:pt x="160064" y="313164"/>
                </a:lnTo>
                <a:cubicBezTo>
                  <a:pt x="140617" y="313716"/>
                  <a:pt x="137363" y="314470"/>
                  <a:pt x="135394" y="318882"/>
                </a:cubicBezTo>
                <a:cubicBezTo>
                  <a:pt x="133601" y="322902"/>
                  <a:pt x="127800" y="324938"/>
                  <a:pt x="107653" y="328620"/>
                </a:cubicBezTo>
                <a:cubicBezTo>
                  <a:pt x="84116" y="332921"/>
                  <a:pt x="81860" y="332955"/>
                  <a:pt x="77975" y="329071"/>
                </a:cubicBezTo>
                <a:cubicBezTo>
                  <a:pt x="75663" y="326758"/>
                  <a:pt x="71954" y="324866"/>
                  <a:pt x="69734" y="324866"/>
                </a:cubicBezTo>
                <a:cubicBezTo>
                  <a:pt x="64790" y="324866"/>
                  <a:pt x="53564" y="313404"/>
                  <a:pt x="48325" y="303007"/>
                </a:cubicBezTo>
                <a:cubicBezTo>
                  <a:pt x="46195" y="298781"/>
                  <a:pt x="41633" y="293919"/>
                  <a:pt x="38186" y="292203"/>
                </a:cubicBezTo>
                <a:cubicBezTo>
                  <a:pt x="31831" y="289039"/>
                  <a:pt x="25350" y="279856"/>
                  <a:pt x="25184" y="273778"/>
                </a:cubicBezTo>
                <a:cubicBezTo>
                  <a:pt x="25085" y="270192"/>
                  <a:pt x="14730" y="254434"/>
                  <a:pt x="11540" y="253016"/>
                </a:cubicBezTo>
                <a:cubicBezTo>
                  <a:pt x="10475" y="252543"/>
                  <a:pt x="9603" y="249415"/>
                  <a:pt x="9603" y="246065"/>
                </a:cubicBezTo>
                <a:cubicBezTo>
                  <a:pt x="9603" y="242715"/>
                  <a:pt x="7116" y="235757"/>
                  <a:pt x="4075" y="230604"/>
                </a:cubicBezTo>
                <a:cubicBezTo>
                  <a:pt x="-1096" y="221839"/>
                  <a:pt x="-1174" y="220953"/>
                  <a:pt x="2870" y="216903"/>
                </a:cubicBezTo>
                <a:cubicBezTo>
                  <a:pt x="5247" y="214522"/>
                  <a:pt x="12551" y="211412"/>
                  <a:pt x="19099" y="209992"/>
                </a:cubicBezTo>
                <a:cubicBezTo>
                  <a:pt x="25650" y="208572"/>
                  <a:pt x="32288" y="205304"/>
                  <a:pt x="33857" y="202727"/>
                </a:cubicBezTo>
                <a:cubicBezTo>
                  <a:pt x="40254" y="192222"/>
                  <a:pt x="57879" y="175142"/>
                  <a:pt x="62323" y="175142"/>
                </a:cubicBezTo>
                <a:cubicBezTo>
                  <a:pt x="64938" y="175142"/>
                  <a:pt x="70972" y="172735"/>
                  <a:pt x="75732" y="169793"/>
                </a:cubicBezTo>
                <a:cubicBezTo>
                  <a:pt x="86563" y="163099"/>
                  <a:pt x="92402" y="164703"/>
                  <a:pt x="107485" y="178512"/>
                </a:cubicBezTo>
                <a:lnTo>
                  <a:pt x="118888" y="188952"/>
                </a:lnTo>
                <a:lnTo>
                  <a:pt x="122369" y="177011"/>
                </a:lnTo>
                <a:cubicBezTo>
                  <a:pt x="124284" y="170444"/>
                  <a:pt x="126994" y="164364"/>
                  <a:pt x="128391" y="163500"/>
                </a:cubicBezTo>
                <a:cubicBezTo>
                  <a:pt x="132170" y="161165"/>
                  <a:pt x="131464" y="152072"/>
                  <a:pt x="127169" y="147778"/>
                </a:cubicBezTo>
                <a:cubicBezTo>
                  <a:pt x="122214" y="142823"/>
                  <a:pt x="124785" y="135614"/>
                  <a:pt x="130389" y="138750"/>
                </a:cubicBezTo>
                <a:cubicBezTo>
                  <a:pt x="136409" y="142119"/>
                  <a:pt x="145744" y="136885"/>
                  <a:pt x="147714" y="129037"/>
                </a:cubicBezTo>
                <a:cubicBezTo>
                  <a:pt x="149051" y="123709"/>
                  <a:pt x="147940" y="121043"/>
                  <a:pt x="142395" y="116273"/>
                </a:cubicBezTo>
                <a:cubicBezTo>
                  <a:pt x="135828" y="110625"/>
                  <a:pt x="135571" y="109625"/>
                  <a:pt x="138322" y="100445"/>
                </a:cubicBezTo>
                <a:cubicBezTo>
                  <a:pt x="142194" y="87522"/>
                  <a:pt x="142531" y="88798"/>
                  <a:pt x="132219" y="77384"/>
                </a:cubicBezTo>
                <a:lnTo>
                  <a:pt x="123182" y="67380"/>
                </a:lnTo>
                <a:lnTo>
                  <a:pt x="127316" y="49072"/>
                </a:lnTo>
                <a:cubicBezTo>
                  <a:pt x="131667" y="29805"/>
                  <a:pt x="134422" y="26975"/>
                  <a:pt x="149002" y="26791"/>
                </a:cubicBezTo>
                <a:cubicBezTo>
                  <a:pt x="154177" y="26725"/>
                  <a:pt x="155624" y="25231"/>
                  <a:pt x="156308" y="19245"/>
                </a:cubicBezTo>
                <a:cubicBezTo>
                  <a:pt x="156776" y="15139"/>
                  <a:pt x="155736" y="10900"/>
                  <a:pt x="153995" y="9825"/>
                </a:cubicBezTo>
                <a:cubicBezTo>
                  <a:pt x="148346" y="6334"/>
                  <a:pt x="153520" y="-815"/>
                  <a:pt x="161050" y="76"/>
                </a:cubicBezTo>
                <a:cubicBezTo>
                  <a:pt x="168082" y="908"/>
                  <a:pt x="172982" y="7348"/>
                  <a:pt x="166583" y="7348"/>
                </a:cubicBezTo>
                <a:cubicBezTo>
                  <a:pt x="163388" y="7348"/>
                  <a:pt x="159114" y="19135"/>
                  <a:pt x="154998" y="39300"/>
                </a:cubicBezTo>
                <a:cubicBezTo>
                  <a:pt x="153853" y="44911"/>
                  <a:pt x="154355" y="46439"/>
                  <a:pt x="157050" y="45546"/>
                </a:cubicBezTo>
                <a:cubicBezTo>
                  <a:pt x="160851" y="44288"/>
                  <a:pt x="165520" y="36539"/>
                  <a:pt x="169737" y="24492"/>
                </a:cubicBezTo>
                <a:cubicBezTo>
                  <a:pt x="171898" y="18321"/>
                  <a:pt x="172952" y="17637"/>
                  <a:pt x="176182" y="20317"/>
                </a:cubicBezTo>
                <a:cubicBezTo>
                  <a:pt x="178636" y="22355"/>
                  <a:pt x="179182" y="24572"/>
                  <a:pt x="177678" y="26406"/>
                </a:cubicBezTo>
                <a:cubicBezTo>
                  <a:pt x="176378" y="27992"/>
                  <a:pt x="174502" y="35852"/>
                  <a:pt x="173510" y="43871"/>
                </a:cubicBezTo>
                <a:lnTo>
                  <a:pt x="171706" y="58451"/>
                </a:lnTo>
                <a:lnTo>
                  <a:pt x="179820" y="60233"/>
                </a:lnTo>
                <a:cubicBezTo>
                  <a:pt x="190172" y="62507"/>
                  <a:pt x="195468" y="58253"/>
                  <a:pt x="195468" y="47665"/>
                </a:cubicBezTo>
                <a:cubicBezTo>
                  <a:pt x="195468" y="37295"/>
                  <a:pt x="201609" y="33273"/>
                  <a:pt x="212893" y="36256"/>
                </a:cubicBezTo>
                <a:cubicBezTo>
                  <a:pt x="222809" y="38877"/>
                  <a:pt x="222920" y="39758"/>
                  <a:pt x="215787" y="59322"/>
                </a:cubicBezTo>
                <a:cubicBezTo>
                  <a:pt x="210635" y="73452"/>
                  <a:pt x="209804" y="74357"/>
                  <a:pt x="202515" y="73785"/>
                </a:cubicBezTo>
                <a:cubicBezTo>
                  <a:pt x="198132" y="73441"/>
                  <a:pt x="194241" y="74583"/>
                  <a:pt x="193598" y="76402"/>
                </a:cubicBezTo>
                <a:cubicBezTo>
                  <a:pt x="192970" y="78177"/>
                  <a:pt x="194295" y="79629"/>
                  <a:pt x="196544" y="79629"/>
                </a:cubicBezTo>
                <a:cubicBezTo>
                  <a:pt x="198791" y="79629"/>
                  <a:pt x="200631" y="80768"/>
                  <a:pt x="200631" y="82161"/>
                </a:cubicBezTo>
                <a:cubicBezTo>
                  <a:pt x="200631" y="85088"/>
                  <a:pt x="191380" y="87587"/>
                  <a:pt x="183851" y="86694"/>
                </a:cubicBezTo>
                <a:cubicBezTo>
                  <a:pt x="180197" y="86261"/>
                  <a:pt x="178910" y="87403"/>
                  <a:pt x="179447" y="90600"/>
                </a:cubicBezTo>
                <a:cubicBezTo>
                  <a:pt x="179864" y="93084"/>
                  <a:pt x="178915" y="95117"/>
                  <a:pt x="177337" y="95117"/>
                </a:cubicBezTo>
                <a:cubicBezTo>
                  <a:pt x="175731" y="95117"/>
                  <a:pt x="175129" y="97199"/>
                  <a:pt x="175970" y="99847"/>
                </a:cubicBezTo>
                <a:cubicBezTo>
                  <a:pt x="176899" y="102775"/>
                  <a:pt x="175493" y="106367"/>
                  <a:pt x="172279" y="109275"/>
                </a:cubicBezTo>
                <a:cubicBezTo>
                  <a:pt x="169424" y="111859"/>
                  <a:pt x="165130" y="120185"/>
                  <a:pt x="162736" y="127778"/>
                </a:cubicBezTo>
                <a:cubicBezTo>
                  <a:pt x="160343" y="135371"/>
                  <a:pt x="156854" y="141584"/>
                  <a:pt x="154984" y="141584"/>
                </a:cubicBezTo>
                <a:cubicBezTo>
                  <a:pt x="149300" y="141584"/>
                  <a:pt x="151188" y="148854"/>
                  <a:pt x="157382" y="150820"/>
                </a:cubicBezTo>
                <a:cubicBezTo>
                  <a:pt x="160571" y="151832"/>
                  <a:pt x="164451" y="154398"/>
                  <a:pt x="166003" y="156522"/>
                </a:cubicBezTo>
                <a:cubicBezTo>
                  <a:pt x="168191" y="159513"/>
                  <a:pt x="171101" y="159898"/>
                  <a:pt x="178921" y="158229"/>
                </a:cubicBezTo>
                <a:cubicBezTo>
                  <a:pt x="184472" y="157045"/>
                  <a:pt x="194242" y="155975"/>
                  <a:pt x="200631" y="155851"/>
                </a:cubicBezTo>
                <a:cubicBezTo>
                  <a:pt x="239506" y="155102"/>
                  <a:pt x="240586" y="154881"/>
                  <a:pt x="253127" y="145110"/>
                </a:cubicBezTo>
                <a:cubicBezTo>
                  <a:pt x="266671" y="134558"/>
                  <a:pt x="268972" y="125175"/>
                  <a:pt x="260004" y="117060"/>
                </a:cubicBezTo>
                <a:cubicBezTo>
                  <a:pt x="253254" y="110951"/>
                  <a:pt x="253492" y="108529"/>
                  <a:pt x="261186" y="105023"/>
                </a:cubicBezTo>
                <a:cubicBezTo>
                  <a:pt x="266361" y="102665"/>
                  <a:pt x="269974" y="103183"/>
                  <a:pt x="280779" y="107831"/>
                </a:cubicBezTo>
                <a:cubicBezTo>
                  <a:pt x="296129" y="114435"/>
                  <a:pt x="303140" y="113127"/>
                  <a:pt x="316123" y="101238"/>
                </a:cubicBezTo>
                <a:cubicBezTo>
                  <a:pt x="320574" y="97162"/>
                  <a:pt x="327915" y="90541"/>
                  <a:pt x="332436" y="86525"/>
                </a:cubicBezTo>
                <a:lnTo>
                  <a:pt x="340656" y="79224"/>
                </a:lnTo>
                <a:lnTo>
                  <a:pt x="348855" y="87171"/>
                </a:lnTo>
                <a:cubicBezTo>
                  <a:pt x="353365" y="91541"/>
                  <a:pt x="358951" y="95117"/>
                  <a:pt x="361269" y="95117"/>
                </a:cubicBezTo>
                <a:cubicBezTo>
                  <a:pt x="364761" y="95117"/>
                  <a:pt x="365087" y="96499"/>
                  <a:pt x="363171" y="103178"/>
                </a:cubicBezTo>
                <a:cubicBezTo>
                  <a:pt x="361900" y="107612"/>
                  <a:pt x="358803" y="114292"/>
                  <a:pt x="356290" y="118022"/>
                </a:cubicBezTo>
                <a:cubicBezTo>
                  <a:pt x="353286" y="122482"/>
                  <a:pt x="351997" y="128425"/>
                  <a:pt x="352528" y="135380"/>
                </a:cubicBezTo>
                <a:cubicBezTo>
                  <a:pt x="353262" y="145010"/>
                  <a:pt x="352644" y="146241"/>
                  <a:pt x="345616" y="149152"/>
                </a:cubicBezTo>
                <a:cubicBezTo>
                  <a:pt x="341239" y="150965"/>
                  <a:pt x="337248" y="154934"/>
                  <a:pt x="336399" y="158318"/>
                </a:cubicBezTo>
                <a:cubicBezTo>
                  <a:pt x="335575" y="161601"/>
                  <a:pt x="330673" y="169343"/>
                  <a:pt x="325505" y="175523"/>
                </a:cubicBezTo>
                <a:cubicBezTo>
                  <a:pt x="311850" y="191852"/>
                  <a:pt x="310247" y="196441"/>
                  <a:pt x="315430" y="204352"/>
                </a:cubicBezTo>
                <a:cubicBezTo>
                  <a:pt x="319567" y="210666"/>
                  <a:pt x="319502" y="211324"/>
                  <a:pt x="313994" y="218773"/>
                </a:cubicBezTo>
                <a:cubicBezTo>
                  <a:pt x="309522" y="224822"/>
                  <a:pt x="305556" y="226939"/>
                  <a:pt x="296375" y="228175"/>
                </a:cubicBezTo>
                <a:cubicBezTo>
                  <a:pt x="280209" y="230353"/>
                  <a:pt x="268738" y="234086"/>
                  <a:pt x="265231" y="238311"/>
                </a:cubicBezTo>
                <a:cubicBezTo>
                  <a:pt x="263619" y="240253"/>
                  <a:pt x="254493" y="243158"/>
                  <a:pt x="244951" y="244768"/>
                </a:cubicBezTo>
                <a:cubicBezTo>
                  <a:pt x="224827" y="248162"/>
                  <a:pt x="223542" y="248854"/>
                  <a:pt x="219261" y="258588"/>
                </a:cubicBezTo>
                <a:cubicBezTo>
                  <a:pt x="215450" y="267254"/>
                  <a:pt x="216976" y="270661"/>
                  <a:pt x="224662" y="270643"/>
                </a:cubicBezTo>
                <a:cubicBezTo>
                  <a:pt x="227772" y="270636"/>
                  <a:pt x="235733" y="272571"/>
                  <a:pt x="242353" y="274944"/>
                </a:cubicBezTo>
                <a:cubicBezTo>
                  <a:pt x="253677" y="279002"/>
                  <a:pt x="254241" y="279644"/>
                  <a:pt x="251900" y="285801"/>
                </a:cubicBezTo>
                <a:cubicBezTo>
                  <a:pt x="250237" y="290175"/>
                  <a:pt x="250396" y="296447"/>
                  <a:pt x="252381" y="304719"/>
                </a:cubicBezTo>
                <a:cubicBezTo>
                  <a:pt x="255038" y="315794"/>
                  <a:pt x="255971" y="316937"/>
                  <a:pt x="261267" y="315608"/>
                </a:cubicBezTo>
                <a:cubicBezTo>
                  <a:pt x="264522" y="314791"/>
                  <a:pt x="267946" y="315353"/>
                  <a:pt x="268876" y="316858"/>
                </a:cubicBezTo>
                <a:cubicBezTo>
                  <a:pt x="271618" y="321295"/>
                  <a:pt x="260047" y="334538"/>
                  <a:pt x="252027" y="336142"/>
                </a:cubicBezTo>
                <a:cubicBezTo>
                  <a:pt x="247958" y="336956"/>
                  <a:pt x="238159" y="342892"/>
                  <a:pt x="230251" y="349333"/>
                </a:cubicBezTo>
                <a:cubicBezTo>
                  <a:pt x="219279" y="358270"/>
                  <a:pt x="214445" y="360685"/>
                  <a:pt x="209844" y="359530"/>
                </a:cubicBezTo>
                <a:cubicBezTo>
                  <a:pt x="206527" y="358698"/>
                  <a:pt x="199613" y="359176"/>
                  <a:pt x="194478" y="360594"/>
                </a:cubicBezTo>
                <a:cubicBezTo>
                  <a:pt x="186278" y="362858"/>
                  <a:pt x="185142" y="362612"/>
                  <a:pt x="185142" y="358570"/>
                </a:cubicBezTo>
                <a:close/>
              </a:path>
            </a:pathLst>
          </a:custGeom>
          <a:solidFill>
            <a:srgbClr val="B9B9B9"/>
          </a:solidFill>
          <a:ln w="5163" cap="flat">
            <a:noFill/>
            <a:prstDash val="solid"/>
            <a:miter/>
          </a:ln>
        </p:spPr>
        <p:txBody>
          <a:bodyPr/>
          <a:lstStyle/>
          <a:p>
            <a:endParaRPr lang="es-419" noProof="0" dirty="0"/>
          </a:p>
        </p:txBody>
      </p:sp>
      <p:sp>
        <p:nvSpPr>
          <p:cNvPr id="46" name="Forma libre: forma 45">
            <a:extLst>
              <a:ext uri="{FF2B5EF4-FFF2-40B4-BE49-F238E27FC236}">
                <a16:creationId xmlns:a16="http://schemas.microsoft.com/office/drawing/2014/main" id="{39857B68-87C5-67FB-CEFD-80327FD0DBF1}"/>
              </a:ext>
            </a:extLst>
          </p:cNvPr>
          <p:cNvSpPr/>
          <p:nvPr/>
        </p:nvSpPr>
        <p:spPr>
          <a:xfrm>
            <a:off x="1331227" y="2128697"/>
            <a:ext cx="198884" cy="167193"/>
          </a:xfrm>
          <a:custGeom>
            <a:avLst/>
            <a:gdLst>
              <a:gd name="csX0" fmla="*/ 102761 w 198884"/>
              <a:gd name="csY0" fmla="*/ 161938 h 167193"/>
              <a:gd name="csX1" fmla="*/ 88269 w 198884"/>
              <a:gd name="csY1" fmla="*/ 157454 h 167193"/>
              <a:gd name="csX2" fmla="*/ 69481 w 198884"/>
              <a:gd name="csY2" fmla="*/ 161146 h 167193"/>
              <a:gd name="csX3" fmla="*/ 60039 w 198884"/>
              <a:gd name="csY3" fmla="*/ 160242 h 167193"/>
              <a:gd name="csX4" fmla="*/ 55236 w 198884"/>
              <a:gd name="csY4" fmla="*/ 148107 h 167193"/>
              <a:gd name="csX5" fmla="*/ 50480 w 198884"/>
              <a:gd name="csY5" fmla="*/ 138608 h 167193"/>
              <a:gd name="csX6" fmla="*/ 28907 w 198884"/>
              <a:gd name="csY6" fmla="*/ 140363 h 167193"/>
              <a:gd name="csX7" fmla="*/ 11289 w 198884"/>
              <a:gd name="csY7" fmla="*/ 137781 h 167193"/>
              <a:gd name="csX8" fmla="*/ 6827 w 198884"/>
              <a:gd name="csY8" fmla="*/ 131288 h 167193"/>
              <a:gd name="csX9" fmla="*/ 1775 w 198884"/>
              <a:gd name="csY9" fmla="*/ 129012 h 167193"/>
              <a:gd name="csX10" fmla="*/ 4158 w 198884"/>
              <a:gd name="csY10" fmla="*/ 118778 h 167193"/>
              <a:gd name="csX11" fmla="*/ 5752 w 198884"/>
              <a:gd name="csY11" fmla="*/ 106007 h 167193"/>
              <a:gd name="csX12" fmla="*/ 11789 w 198884"/>
              <a:gd name="csY12" fmla="*/ 81269 h 167193"/>
              <a:gd name="csX13" fmla="*/ 23630 w 198884"/>
              <a:gd name="csY13" fmla="*/ 62821 h 167193"/>
              <a:gd name="csX14" fmla="*/ 32410 w 198884"/>
              <a:gd name="csY14" fmla="*/ 53884 h 167193"/>
              <a:gd name="csX15" fmla="*/ 41084 w 198884"/>
              <a:gd name="csY15" fmla="*/ 33929 h 167193"/>
              <a:gd name="csX16" fmla="*/ 44790 w 198884"/>
              <a:gd name="csY16" fmla="*/ 21065 h 167193"/>
              <a:gd name="csX17" fmla="*/ 50866 w 198884"/>
              <a:gd name="csY17" fmla="*/ 7384 h 167193"/>
              <a:gd name="csX18" fmla="*/ 69085 w 198884"/>
              <a:gd name="csY18" fmla="*/ 3371 h 167193"/>
              <a:gd name="csX19" fmla="*/ 83968 w 198884"/>
              <a:gd name="csY19" fmla="*/ 7430 h 167193"/>
              <a:gd name="csX20" fmla="*/ 103250 w 198884"/>
              <a:gd name="csY20" fmla="*/ 16788 h 167193"/>
              <a:gd name="csX21" fmla="*/ 120904 w 198884"/>
              <a:gd name="csY21" fmla="*/ 28277 h 167193"/>
              <a:gd name="csX22" fmla="*/ 134887 w 198884"/>
              <a:gd name="csY22" fmla="*/ 23438 h 167193"/>
              <a:gd name="csX23" fmla="*/ 159058 w 198884"/>
              <a:gd name="csY23" fmla="*/ 20032 h 167193"/>
              <a:gd name="csX24" fmla="*/ 176483 w 198884"/>
              <a:gd name="csY24" fmla="*/ 28515 h 167193"/>
              <a:gd name="csX25" fmla="*/ 192460 w 198884"/>
              <a:gd name="csY25" fmla="*/ 37014 h 167193"/>
              <a:gd name="csX26" fmla="*/ 196332 w 198884"/>
              <a:gd name="csY26" fmla="*/ 44480 h 167193"/>
              <a:gd name="csX27" fmla="*/ 196153 w 198884"/>
              <a:gd name="csY27" fmla="*/ 52404 h 167193"/>
              <a:gd name="csX28" fmla="*/ 187288 w 198884"/>
              <a:gd name="csY28" fmla="*/ 53879 h 167193"/>
              <a:gd name="csX29" fmla="*/ 174390 w 198884"/>
              <a:gd name="csY29" fmla="*/ 56149 h 167193"/>
              <a:gd name="csX30" fmla="*/ 170518 w 198884"/>
              <a:gd name="csY30" fmla="*/ 64210 h 167193"/>
              <a:gd name="csX31" fmla="*/ 166645 w 198884"/>
              <a:gd name="csY31" fmla="*/ 72206 h 167193"/>
              <a:gd name="csX32" fmla="*/ 158901 w 198884"/>
              <a:gd name="csY32" fmla="*/ 75439 h 167193"/>
              <a:gd name="csX33" fmla="*/ 151157 w 198884"/>
              <a:gd name="csY33" fmla="*/ 76992 h 167193"/>
              <a:gd name="csX34" fmla="*/ 142182 w 198884"/>
              <a:gd name="csY34" fmla="*/ 79321 h 167193"/>
              <a:gd name="csX35" fmla="*/ 127056 w 198884"/>
              <a:gd name="csY35" fmla="*/ 97769 h 167193"/>
              <a:gd name="csX36" fmla="*/ 130544 w 198884"/>
              <a:gd name="csY36" fmla="*/ 109385 h 167193"/>
              <a:gd name="csX37" fmla="*/ 134269 w 198884"/>
              <a:gd name="csY37" fmla="*/ 120288 h 167193"/>
              <a:gd name="csX38" fmla="*/ 148765 w 198884"/>
              <a:gd name="csY38" fmla="*/ 140043 h 167193"/>
              <a:gd name="csX39" fmla="*/ 155377 w 198884"/>
              <a:gd name="csY39" fmla="*/ 157142 h 167193"/>
              <a:gd name="csX40" fmla="*/ 143045 w 198884"/>
              <a:gd name="csY40" fmla="*/ 162040 h 167193"/>
              <a:gd name="csX41" fmla="*/ 102761 w 198884"/>
              <a:gd name="csY41" fmla="*/ 161938 h 167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Lst>
            <a:rect l="l" t="t" r="r" b="b"/>
            <a:pathLst>
              <a:path w="198884" h="167193">
                <a:moveTo>
                  <a:pt x="102761" y="161938"/>
                </a:moveTo>
                <a:cubicBezTo>
                  <a:pt x="101767" y="158136"/>
                  <a:pt x="99022" y="157287"/>
                  <a:pt x="88269" y="157454"/>
                </a:cubicBezTo>
                <a:cubicBezTo>
                  <a:pt x="80973" y="157567"/>
                  <a:pt x="72518" y="159228"/>
                  <a:pt x="69481" y="161146"/>
                </a:cubicBezTo>
                <a:cubicBezTo>
                  <a:pt x="64710" y="164157"/>
                  <a:pt x="63423" y="164033"/>
                  <a:pt x="60039" y="160242"/>
                </a:cubicBezTo>
                <a:cubicBezTo>
                  <a:pt x="57884" y="157827"/>
                  <a:pt x="55723" y="152366"/>
                  <a:pt x="55236" y="148107"/>
                </a:cubicBezTo>
                <a:cubicBezTo>
                  <a:pt x="54750" y="143848"/>
                  <a:pt x="52610" y="139573"/>
                  <a:pt x="50480" y="138608"/>
                </a:cubicBezTo>
                <a:cubicBezTo>
                  <a:pt x="43634" y="135506"/>
                  <a:pt x="32890" y="136379"/>
                  <a:pt x="28907" y="140363"/>
                </a:cubicBezTo>
                <a:cubicBezTo>
                  <a:pt x="22942" y="146328"/>
                  <a:pt x="14628" y="145109"/>
                  <a:pt x="11289" y="137781"/>
                </a:cubicBezTo>
                <a:cubicBezTo>
                  <a:pt x="9671" y="134232"/>
                  <a:pt x="7664" y="131310"/>
                  <a:pt x="6827" y="131288"/>
                </a:cubicBezTo>
                <a:cubicBezTo>
                  <a:pt x="5990" y="131266"/>
                  <a:pt x="3716" y="130242"/>
                  <a:pt x="1775" y="129012"/>
                </a:cubicBezTo>
                <a:cubicBezTo>
                  <a:pt x="-1083" y="127202"/>
                  <a:pt x="-629" y="125253"/>
                  <a:pt x="4158" y="118778"/>
                </a:cubicBezTo>
                <a:cubicBezTo>
                  <a:pt x="9713" y="111264"/>
                  <a:pt x="9810" y="110491"/>
                  <a:pt x="5752" y="106007"/>
                </a:cubicBezTo>
                <a:cubicBezTo>
                  <a:pt x="-610" y="98977"/>
                  <a:pt x="325" y="95142"/>
                  <a:pt x="11789" y="81269"/>
                </a:cubicBezTo>
                <a:cubicBezTo>
                  <a:pt x="17485" y="74376"/>
                  <a:pt x="22814" y="66074"/>
                  <a:pt x="23630" y="62821"/>
                </a:cubicBezTo>
                <a:cubicBezTo>
                  <a:pt x="24447" y="59568"/>
                  <a:pt x="28398" y="55546"/>
                  <a:pt x="32410" y="53884"/>
                </a:cubicBezTo>
                <a:cubicBezTo>
                  <a:pt x="40181" y="50665"/>
                  <a:pt x="43478" y="43081"/>
                  <a:pt x="41084" y="33929"/>
                </a:cubicBezTo>
                <a:cubicBezTo>
                  <a:pt x="40186" y="30493"/>
                  <a:pt x="41619" y="25519"/>
                  <a:pt x="44790" y="21065"/>
                </a:cubicBezTo>
                <a:cubicBezTo>
                  <a:pt x="47634" y="17072"/>
                  <a:pt x="50368" y="10915"/>
                  <a:pt x="50866" y="7384"/>
                </a:cubicBezTo>
                <a:cubicBezTo>
                  <a:pt x="51978" y="-503"/>
                  <a:pt x="60785" y="-2442"/>
                  <a:pt x="69085" y="3371"/>
                </a:cubicBezTo>
                <a:cubicBezTo>
                  <a:pt x="72262" y="5597"/>
                  <a:pt x="78960" y="7424"/>
                  <a:pt x="83968" y="7430"/>
                </a:cubicBezTo>
                <a:cubicBezTo>
                  <a:pt x="90827" y="7440"/>
                  <a:pt x="95585" y="9748"/>
                  <a:pt x="103250" y="16788"/>
                </a:cubicBezTo>
                <a:cubicBezTo>
                  <a:pt x="108847" y="21927"/>
                  <a:pt x="116791" y="27098"/>
                  <a:pt x="120904" y="28277"/>
                </a:cubicBezTo>
                <a:cubicBezTo>
                  <a:pt x="127215" y="30087"/>
                  <a:pt x="129398" y="29332"/>
                  <a:pt x="134887" y="23438"/>
                </a:cubicBezTo>
                <a:cubicBezTo>
                  <a:pt x="142030" y="15767"/>
                  <a:pt x="156507" y="13727"/>
                  <a:pt x="159058" y="20032"/>
                </a:cubicBezTo>
                <a:cubicBezTo>
                  <a:pt x="159855" y="22000"/>
                  <a:pt x="167696" y="25818"/>
                  <a:pt x="176483" y="28515"/>
                </a:cubicBezTo>
                <a:cubicBezTo>
                  <a:pt x="186066" y="31457"/>
                  <a:pt x="192460" y="34858"/>
                  <a:pt x="192460" y="37014"/>
                </a:cubicBezTo>
                <a:cubicBezTo>
                  <a:pt x="192460" y="38991"/>
                  <a:pt x="194203" y="42351"/>
                  <a:pt x="196332" y="44480"/>
                </a:cubicBezTo>
                <a:cubicBezTo>
                  <a:pt x="199774" y="47922"/>
                  <a:pt x="199754" y="48803"/>
                  <a:pt x="196153" y="52404"/>
                </a:cubicBezTo>
                <a:cubicBezTo>
                  <a:pt x="193159" y="55398"/>
                  <a:pt x="190845" y="55783"/>
                  <a:pt x="187288" y="53879"/>
                </a:cubicBezTo>
                <a:cubicBezTo>
                  <a:pt x="179800" y="49872"/>
                  <a:pt x="174390" y="50824"/>
                  <a:pt x="174390" y="56149"/>
                </a:cubicBezTo>
                <a:cubicBezTo>
                  <a:pt x="174390" y="58815"/>
                  <a:pt x="172647" y="62442"/>
                  <a:pt x="170518" y="64210"/>
                </a:cubicBezTo>
                <a:cubicBezTo>
                  <a:pt x="168388" y="65977"/>
                  <a:pt x="166645" y="69575"/>
                  <a:pt x="166645" y="72206"/>
                </a:cubicBezTo>
                <a:cubicBezTo>
                  <a:pt x="166645" y="76143"/>
                  <a:pt x="165276" y="76714"/>
                  <a:pt x="158901" y="75439"/>
                </a:cubicBezTo>
                <a:cubicBezTo>
                  <a:pt x="153734" y="74406"/>
                  <a:pt x="151157" y="74922"/>
                  <a:pt x="151157" y="76992"/>
                </a:cubicBezTo>
                <a:cubicBezTo>
                  <a:pt x="151157" y="78961"/>
                  <a:pt x="147877" y="79812"/>
                  <a:pt x="142182" y="79321"/>
                </a:cubicBezTo>
                <a:cubicBezTo>
                  <a:pt x="130428" y="78308"/>
                  <a:pt x="124889" y="85064"/>
                  <a:pt x="127056" y="97769"/>
                </a:cubicBezTo>
                <a:cubicBezTo>
                  <a:pt x="127904" y="102738"/>
                  <a:pt x="129473" y="107965"/>
                  <a:pt x="130544" y="109385"/>
                </a:cubicBezTo>
                <a:cubicBezTo>
                  <a:pt x="131614" y="110805"/>
                  <a:pt x="133291" y="115711"/>
                  <a:pt x="134269" y="120288"/>
                </a:cubicBezTo>
                <a:cubicBezTo>
                  <a:pt x="135415" y="125645"/>
                  <a:pt x="140578" y="132682"/>
                  <a:pt x="148765" y="140043"/>
                </a:cubicBezTo>
                <a:cubicBezTo>
                  <a:pt x="162833" y="152691"/>
                  <a:pt x="164554" y="157142"/>
                  <a:pt x="155377" y="157142"/>
                </a:cubicBezTo>
                <a:cubicBezTo>
                  <a:pt x="152019" y="157142"/>
                  <a:pt x="146470" y="159346"/>
                  <a:pt x="143045" y="162040"/>
                </a:cubicBezTo>
                <a:cubicBezTo>
                  <a:pt x="134241" y="168966"/>
                  <a:pt x="104579" y="168891"/>
                  <a:pt x="102761" y="161938"/>
                </a:cubicBezTo>
                <a:close/>
              </a:path>
            </a:pathLst>
          </a:custGeom>
          <a:solidFill>
            <a:srgbClr val="B9B9B9"/>
          </a:solidFill>
          <a:ln w="5163" cap="flat">
            <a:noFill/>
            <a:prstDash val="solid"/>
            <a:miter/>
          </a:ln>
        </p:spPr>
        <p:txBody>
          <a:bodyPr/>
          <a:lstStyle/>
          <a:p>
            <a:endParaRPr lang="es-419" noProof="0" dirty="0"/>
          </a:p>
        </p:txBody>
      </p:sp>
      <p:sp>
        <p:nvSpPr>
          <p:cNvPr id="47" name="Forma libre: forma 46">
            <a:extLst>
              <a:ext uri="{FF2B5EF4-FFF2-40B4-BE49-F238E27FC236}">
                <a16:creationId xmlns:a16="http://schemas.microsoft.com/office/drawing/2014/main" id="{8A28758D-90E4-CE34-D192-D53C2537636D}"/>
              </a:ext>
            </a:extLst>
          </p:cNvPr>
          <p:cNvSpPr/>
          <p:nvPr/>
        </p:nvSpPr>
        <p:spPr>
          <a:xfrm>
            <a:off x="1461542" y="2144566"/>
            <a:ext cx="129500" cy="144710"/>
          </a:xfrm>
          <a:custGeom>
            <a:avLst/>
            <a:gdLst>
              <a:gd name="csX0" fmla="*/ 39451 w 129500"/>
              <a:gd name="csY0" fmla="*/ 143362 h 144710"/>
              <a:gd name="csX1" fmla="*/ 36297 w 129500"/>
              <a:gd name="csY1" fmla="*/ 137530 h 144710"/>
              <a:gd name="csX2" fmla="*/ 22310 w 129500"/>
              <a:gd name="csY2" fmla="*/ 122582 h 144710"/>
              <a:gd name="csX3" fmla="*/ 6555 w 129500"/>
              <a:gd name="csY3" fmla="*/ 101930 h 144710"/>
              <a:gd name="csX4" fmla="*/ 2723 w 129500"/>
              <a:gd name="csY4" fmla="*/ 90935 h 144710"/>
              <a:gd name="csX5" fmla="*/ 1214 w 129500"/>
              <a:gd name="csY5" fmla="*/ 71343 h 144710"/>
              <a:gd name="csX6" fmla="*/ 12550 w 129500"/>
              <a:gd name="csY6" fmla="*/ 66880 h 144710"/>
              <a:gd name="csX7" fmla="*/ 22940 w 129500"/>
              <a:gd name="csY7" fmla="*/ 63986 h 144710"/>
              <a:gd name="csX8" fmla="*/ 31348 w 129500"/>
              <a:gd name="csY8" fmla="*/ 62963 h 144710"/>
              <a:gd name="csX9" fmla="*/ 38911 w 129500"/>
              <a:gd name="csY9" fmla="*/ 59306 h 144710"/>
              <a:gd name="csX10" fmla="*/ 42783 w 129500"/>
              <a:gd name="csY10" fmla="*/ 50923 h 144710"/>
              <a:gd name="csX11" fmla="*/ 46656 w 129500"/>
              <a:gd name="csY11" fmla="*/ 42586 h 144710"/>
              <a:gd name="csX12" fmla="*/ 51173 w 129500"/>
              <a:gd name="csY12" fmla="*/ 39323 h 144710"/>
              <a:gd name="csX13" fmla="*/ 69566 w 129500"/>
              <a:gd name="csY13" fmla="*/ 37767 h 144710"/>
              <a:gd name="csX14" fmla="*/ 69872 w 129500"/>
              <a:gd name="csY14" fmla="*/ 27120 h 144710"/>
              <a:gd name="csX15" fmla="*/ 67231 w 129500"/>
              <a:gd name="csY15" fmla="*/ 13692 h 144710"/>
              <a:gd name="csX16" fmla="*/ 69736 w 129500"/>
              <a:gd name="csY16" fmla="*/ 7102 h 144710"/>
              <a:gd name="csX17" fmla="*/ 81814 w 129500"/>
              <a:gd name="csY17" fmla="*/ 13524 h 144710"/>
              <a:gd name="csX18" fmla="*/ 100866 w 129500"/>
              <a:gd name="csY18" fmla="*/ 15068 h 144710"/>
              <a:gd name="csX19" fmla="*/ 113355 w 129500"/>
              <a:gd name="csY19" fmla="*/ 326 h 144710"/>
              <a:gd name="csX20" fmla="*/ 116355 w 129500"/>
              <a:gd name="csY20" fmla="*/ 6085 h 144710"/>
              <a:gd name="csX21" fmla="*/ 122928 w 129500"/>
              <a:gd name="csY21" fmla="*/ 21207 h 144710"/>
              <a:gd name="csX22" fmla="*/ 129501 w 129500"/>
              <a:gd name="csY22" fmla="*/ 32422 h 144710"/>
              <a:gd name="csX23" fmla="*/ 122289 w 129500"/>
              <a:gd name="csY23" fmla="*/ 39110 h 144710"/>
              <a:gd name="csX24" fmla="*/ 114210 w 129500"/>
              <a:gd name="csY24" fmla="*/ 43197 h 144710"/>
              <a:gd name="csX25" fmla="*/ 100996 w 129500"/>
              <a:gd name="csY25" fmla="*/ 50277 h 144710"/>
              <a:gd name="csX26" fmla="*/ 91480 w 129500"/>
              <a:gd name="csY26" fmla="*/ 69527 h 144710"/>
              <a:gd name="csX27" fmla="*/ 86825 w 129500"/>
              <a:gd name="csY27" fmla="*/ 82667 h 144710"/>
              <a:gd name="csX28" fmla="*/ 75170 w 129500"/>
              <a:gd name="csY28" fmla="*/ 92424 h 144710"/>
              <a:gd name="csX29" fmla="*/ 62144 w 129500"/>
              <a:gd name="csY29" fmla="*/ 108405 h 144710"/>
              <a:gd name="csX30" fmla="*/ 58272 w 129500"/>
              <a:gd name="csY30" fmla="*/ 119688 h 144710"/>
              <a:gd name="csX31" fmla="*/ 54400 w 129500"/>
              <a:gd name="csY31" fmla="*/ 127352 h 144710"/>
              <a:gd name="csX32" fmla="*/ 52416 w 129500"/>
              <a:gd name="csY32" fmla="*/ 133529 h 144710"/>
              <a:gd name="csX33" fmla="*/ 46503 w 129500"/>
              <a:gd name="csY33" fmla="*/ 140006 h 144710"/>
              <a:gd name="csX34" fmla="*/ 39451 w 129500"/>
              <a:gd name="csY34" fmla="*/ 143362 h 1447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129500" h="144710">
                <a:moveTo>
                  <a:pt x="39451" y="143362"/>
                </a:moveTo>
                <a:cubicBezTo>
                  <a:pt x="37734" y="141645"/>
                  <a:pt x="36315" y="139021"/>
                  <a:pt x="36297" y="137530"/>
                </a:cubicBezTo>
                <a:cubicBezTo>
                  <a:pt x="36279" y="136040"/>
                  <a:pt x="29985" y="129313"/>
                  <a:pt x="22310" y="122582"/>
                </a:cubicBezTo>
                <a:cubicBezTo>
                  <a:pt x="12868" y="114302"/>
                  <a:pt x="7773" y="107623"/>
                  <a:pt x="6555" y="101930"/>
                </a:cubicBezTo>
                <a:cubicBezTo>
                  <a:pt x="5566" y="97303"/>
                  <a:pt x="3842" y="92355"/>
                  <a:pt x="2723" y="90935"/>
                </a:cubicBezTo>
                <a:cubicBezTo>
                  <a:pt x="-91" y="87360"/>
                  <a:pt x="-945" y="76286"/>
                  <a:pt x="1214" y="71343"/>
                </a:cubicBezTo>
                <a:cubicBezTo>
                  <a:pt x="2338" y="68767"/>
                  <a:pt x="6560" y="67105"/>
                  <a:pt x="12550" y="66880"/>
                </a:cubicBezTo>
                <a:cubicBezTo>
                  <a:pt x="17800" y="66683"/>
                  <a:pt x="22476" y="65380"/>
                  <a:pt x="22940" y="63986"/>
                </a:cubicBezTo>
                <a:cubicBezTo>
                  <a:pt x="23405" y="62591"/>
                  <a:pt x="27189" y="62131"/>
                  <a:pt x="31348" y="62963"/>
                </a:cubicBezTo>
                <a:cubicBezTo>
                  <a:pt x="37697" y="64232"/>
                  <a:pt x="38911" y="63645"/>
                  <a:pt x="38911" y="59306"/>
                </a:cubicBezTo>
                <a:cubicBezTo>
                  <a:pt x="38911" y="56463"/>
                  <a:pt x="40654" y="52690"/>
                  <a:pt x="42783" y="50923"/>
                </a:cubicBezTo>
                <a:cubicBezTo>
                  <a:pt x="44913" y="49155"/>
                  <a:pt x="46656" y="45404"/>
                  <a:pt x="46656" y="42586"/>
                </a:cubicBezTo>
                <a:cubicBezTo>
                  <a:pt x="46656" y="38720"/>
                  <a:pt x="47764" y="37919"/>
                  <a:pt x="51173" y="39323"/>
                </a:cubicBezTo>
                <a:cubicBezTo>
                  <a:pt x="61512" y="43579"/>
                  <a:pt x="64377" y="43337"/>
                  <a:pt x="69566" y="37767"/>
                </a:cubicBezTo>
                <a:cubicBezTo>
                  <a:pt x="75009" y="31925"/>
                  <a:pt x="75010" y="31906"/>
                  <a:pt x="69872" y="27120"/>
                </a:cubicBezTo>
                <a:cubicBezTo>
                  <a:pt x="63882" y="21540"/>
                  <a:pt x="64007" y="22172"/>
                  <a:pt x="67231" y="13692"/>
                </a:cubicBezTo>
                <a:lnTo>
                  <a:pt x="69736" y="7102"/>
                </a:lnTo>
                <a:lnTo>
                  <a:pt x="81814" y="13524"/>
                </a:lnTo>
                <a:cubicBezTo>
                  <a:pt x="96277" y="21214"/>
                  <a:pt x="100866" y="21586"/>
                  <a:pt x="100866" y="15068"/>
                </a:cubicBezTo>
                <a:cubicBezTo>
                  <a:pt x="100866" y="8386"/>
                  <a:pt x="109640" y="-1970"/>
                  <a:pt x="113355" y="326"/>
                </a:cubicBezTo>
                <a:cubicBezTo>
                  <a:pt x="115005" y="1346"/>
                  <a:pt x="116355" y="3937"/>
                  <a:pt x="116355" y="6085"/>
                </a:cubicBezTo>
                <a:cubicBezTo>
                  <a:pt x="116355" y="8233"/>
                  <a:pt x="119313" y="15038"/>
                  <a:pt x="122928" y="21207"/>
                </a:cubicBezTo>
                <a:lnTo>
                  <a:pt x="129501" y="32422"/>
                </a:lnTo>
                <a:lnTo>
                  <a:pt x="122289" y="39110"/>
                </a:lnTo>
                <a:cubicBezTo>
                  <a:pt x="118322" y="42788"/>
                  <a:pt x="114687" y="44627"/>
                  <a:pt x="114210" y="43197"/>
                </a:cubicBezTo>
                <a:cubicBezTo>
                  <a:pt x="112111" y="36901"/>
                  <a:pt x="104310" y="41081"/>
                  <a:pt x="100996" y="50277"/>
                </a:cubicBezTo>
                <a:cubicBezTo>
                  <a:pt x="99077" y="55602"/>
                  <a:pt x="94795" y="64264"/>
                  <a:pt x="91480" y="69527"/>
                </a:cubicBezTo>
                <a:cubicBezTo>
                  <a:pt x="88166" y="74789"/>
                  <a:pt x="86071" y="80703"/>
                  <a:pt x="86825" y="82667"/>
                </a:cubicBezTo>
                <a:cubicBezTo>
                  <a:pt x="87734" y="85037"/>
                  <a:pt x="83812" y="88321"/>
                  <a:pt x="75170" y="92424"/>
                </a:cubicBezTo>
                <a:cubicBezTo>
                  <a:pt x="62898" y="98250"/>
                  <a:pt x="62144" y="99174"/>
                  <a:pt x="62144" y="108405"/>
                </a:cubicBezTo>
                <a:cubicBezTo>
                  <a:pt x="62144" y="114732"/>
                  <a:pt x="60773" y="118729"/>
                  <a:pt x="58272" y="119688"/>
                </a:cubicBezTo>
                <a:cubicBezTo>
                  <a:pt x="56143" y="120506"/>
                  <a:pt x="54400" y="123954"/>
                  <a:pt x="54400" y="127352"/>
                </a:cubicBezTo>
                <a:cubicBezTo>
                  <a:pt x="54400" y="130749"/>
                  <a:pt x="53507" y="133529"/>
                  <a:pt x="52416" y="133529"/>
                </a:cubicBezTo>
                <a:cubicBezTo>
                  <a:pt x="51325" y="133529"/>
                  <a:pt x="48664" y="136444"/>
                  <a:pt x="46503" y="140006"/>
                </a:cubicBezTo>
                <a:cubicBezTo>
                  <a:pt x="43429" y="145071"/>
                  <a:pt x="41892" y="145803"/>
                  <a:pt x="39451" y="143362"/>
                </a:cubicBezTo>
                <a:close/>
              </a:path>
            </a:pathLst>
          </a:custGeom>
          <a:solidFill>
            <a:srgbClr val="B9B9B9"/>
          </a:solidFill>
          <a:ln w="5163" cap="flat">
            <a:noFill/>
            <a:prstDash val="solid"/>
            <a:miter/>
          </a:ln>
        </p:spPr>
        <p:txBody>
          <a:bodyPr/>
          <a:lstStyle/>
          <a:p>
            <a:endParaRPr lang="es-419" noProof="0" dirty="0"/>
          </a:p>
        </p:txBody>
      </p:sp>
      <p:sp>
        <p:nvSpPr>
          <p:cNvPr id="48" name="Forma libre: forma 47">
            <a:extLst>
              <a:ext uri="{FF2B5EF4-FFF2-40B4-BE49-F238E27FC236}">
                <a16:creationId xmlns:a16="http://schemas.microsoft.com/office/drawing/2014/main" id="{B2C523FB-EDCB-B1CF-37B8-BABA8B0E201E}"/>
              </a:ext>
            </a:extLst>
          </p:cNvPr>
          <p:cNvSpPr/>
          <p:nvPr/>
        </p:nvSpPr>
        <p:spPr>
          <a:xfrm>
            <a:off x="2333829" y="2099494"/>
            <a:ext cx="245950" cy="186219"/>
          </a:xfrm>
          <a:custGeom>
            <a:avLst/>
            <a:gdLst>
              <a:gd name="csX0" fmla="*/ 63193 w 245950"/>
              <a:gd name="csY0" fmla="*/ 151536 h 186219"/>
              <a:gd name="csX1" fmla="*/ 28715 w 245950"/>
              <a:gd name="csY1" fmla="*/ 120621 h 186219"/>
              <a:gd name="csX2" fmla="*/ 15073 w 245950"/>
              <a:gd name="csY2" fmla="*/ 124390 h 186219"/>
              <a:gd name="csX3" fmla="*/ 5596 w 245950"/>
              <a:gd name="csY3" fmla="*/ 124390 h 186219"/>
              <a:gd name="csX4" fmla="*/ 5596 w 245950"/>
              <a:gd name="csY4" fmla="*/ 107763 h 186219"/>
              <a:gd name="csX5" fmla="*/ 3015 w 245950"/>
              <a:gd name="csY5" fmla="*/ 89541 h 186219"/>
              <a:gd name="csX6" fmla="*/ 11404 w 245950"/>
              <a:gd name="csY6" fmla="*/ 63244 h 186219"/>
              <a:gd name="csX7" fmla="*/ 106611 w 245950"/>
              <a:gd name="csY7" fmla="*/ 25070 h 186219"/>
              <a:gd name="csX8" fmla="*/ 133716 w 245950"/>
              <a:gd name="csY8" fmla="*/ 14252 h 186219"/>
              <a:gd name="csX9" fmla="*/ 160483 w 245950"/>
              <a:gd name="csY9" fmla="*/ 1908 h 186219"/>
              <a:gd name="csX10" fmla="*/ 238554 w 245950"/>
              <a:gd name="csY10" fmla="*/ 11931 h 186219"/>
              <a:gd name="csX11" fmla="*/ 245107 w 245950"/>
              <a:gd name="csY11" fmla="*/ 29136 h 186219"/>
              <a:gd name="csX12" fmla="*/ 240861 w 245950"/>
              <a:gd name="csY12" fmla="*/ 62435 h 186219"/>
              <a:gd name="csX13" fmla="*/ 234529 w 245950"/>
              <a:gd name="csY13" fmla="*/ 81796 h 186219"/>
              <a:gd name="csX14" fmla="*/ 183096 w 245950"/>
              <a:gd name="csY14" fmla="*/ 120518 h 186219"/>
              <a:gd name="csX15" fmla="*/ 112584 w 245950"/>
              <a:gd name="csY15" fmla="*/ 172730 h 186219"/>
              <a:gd name="csX16" fmla="*/ 93505 w 245950"/>
              <a:gd name="csY16" fmla="*/ 186220 h 186219"/>
              <a:gd name="csX17" fmla="*/ 63193 w 245950"/>
              <a:gd name="csY17" fmla="*/ 151536 h 1862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245950" h="186219">
                <a:moveTo>
                  <a:pt x="63193" y="151536"/>
                </a:moveTo>
                <a:cubicBezTo>
                  <a:pt x="35962" y="120379"/>
                  <a:pt x="32456" y="117236"/>
                  <a:pt x="28715" y="120621"/>
                </a:cubicBezTo>
                <a:cubicBezTo>
                  <a:pt x="26425" y="122694"/>
                  <a:pt x="20286" y="124390"/>
                  <a:pt x="15073" y="124390"/>
                </a:cubicBezTo>
                <a:lnTo>
                  <a:pt x="5596" y="124390"/>
                </a:lnTo>
                <a:lnTo>
                  <a:pt x="5596" y="107763"/>
                </a:lnTo>
                <a:cubicBezTo>
                  <a:pt x="5596" y="98618"/>
                  <a:pt x="4435" y="90418"/>
                  <a:pt x="3015" y="89541"/>
                </a:cubicBezTo>
                <a:cubicBezTo>
                  <a:pt x="-3245" y="85672"/>
                  <a:pt x="575" y="73700"/>
                  <a:pt x="11404" y="63244"/>
                </a:cubicBezTo>
                <a:cubicBezTo>
                  <a:pt x="30218" y="45081"/>
                  <a:pt x="67101" y="30293"/>
                  <a:pt x="106611" y="25070"/>
                </a:cubicBezTo>
                <a:cubicBezTo>
                  <a:pt x="113529" y="24155"/>
                  <a:pt x="124948" y="19598"/>
                  <a:pt x="133716" y="14252"/>
                </a:cubicBezTo>
                <a:cubicBezTo>
                  <a:pt x="142049" y="9172"/>
                  <a:pt x="154094" y="3617"/>
                  <a:pt x="160483" y="1908"/>
                </a:cubicBezTo>
                <a:cubicBezTo>
                  <a:pt x="179743" y="-3243"/>
                  <a:pt x="225908" y="2684"/>
                  <a:pt x="238554" y="11931"/>
                </a:cubicBezTo>
                <a:cubicBezTo>
                  <a:pt x="241216" y="13878"/>
                  <a:pt x="243864" y="20830"/>
                  <a:pt x="245107" y="29136"/>
                </a:cubicBezTo>
                <a:cubicBezTo>
                  <a:pt x="246841" y="40720"/>
                  <a:pt x="246124" y="46345"/>
                  <a:pt x="240861" y="62435"/>
                </a:cubicBezTo>
                <a:lnTo>
                  <a:pt x="234529" y="81796"/>
                </a:lnTo>
                <a:lnTo>
                  <a:pt x="183096" y="120518"/>
                </a:lnTo>
                <a:cubicBezTo>
                  <a:pt x="154808" y="141815"/>
                  <a:pt x="123078" y="165310"/>
                  <a:pt x="112584" y="172730"/>
                </a:cubicBezTo>
                <a:lnTo>
                  <a:pt x="93505" y="186220"/>
                </a:lnTo>
                <a:lnTo>
                  <a:pt x="63193" y="151536"/>
                </a:lnTo>
                <a:close/>
              </a:path>
            </a:pathLst>
          </a:custGeom>
          <a:solidFill>
            <a:srgbClr val="B9B9B9"/>
          </a:solidFill>
          <a:ln w="5163" cap="flat">
            <a:noFill/>
            <a:prstDash val="solid"/>
            <a:miter/>
          </a:ln>
        </p:spPr>
        <p:txBody>
          <a:bodyPr/>
          <a:lstStyle/>
          <a:p>
            <a:endParaRPr lang="es-419" noProof="0" dirty="0"/>
          </a:p>
        </p:txBody>
      </p:sp>
      <p:sp>
        <p:nvSpPr>
          <p:cNvPr id="49" name="Forma libre: forma 48">
            <a:extLst>
              <a:ext uri="{FF2B5EF4-FFF2-40B4-BE49-F238E27FC236}">
                <a16:creationId xmlns:a16="http://schemas.microsoft.com/office/drawing/2014/main" id="{44A1EA31-EE50-506E-C5D9-56C9F5C76226}"/>
              </a:ext>
            </a:extLst>
          </p:cNvPr>
          <p:cNvSpPr/>
          <p:nvPr/>
        </p:nvSpPr>
        <p:spPr>
          <a:xfrm>
            <a:off x="2334670" y="2196667"/>
            <a:ext cx="1839" cy="7968"/>
          </a:xfrm>
          <a:custGeom>
            <a:avLst/>
            <a:gdLst>
              <a:gd name="csX0" fmla="*/ 0 w 1839"/>
              <a:gd name="csY0" fmla="*/ 3984 h 7968"/>
              <a:gd name="csX1" fmla="*/ 1302 w 1839"/>
              <a:gd name="csY1" fmla="*/ 757 h 7968"/>
              <a:gd name="csX2" fmla="*/ 1302 w 1839"/>
              <a:gd name="csY2" fmla="*/ 7211 h 7968"/>
              <a:gd name="csX3" fmla="*/ 0 w 1839"/>
              <a:gd name="csY3" fmla="*/ 3984 h 7968"/>
            </a:gdLst>
            <a:ahLst/>
            <a:cxnLst>
              <a:cxn ang="0">
                <a:pos x="csX0" y="csY0"/>
              </a:cxn>
              <a:cxn ang="0">
                <a:pos x="csX1" y="csY1"/>
              </a:cxn>
              <a:cxn ang="0">
                <a:pos x="csX2" y="csY2"/>
              </a:cxn>
              <a:cxn ang="0">
                <a:pos x="csX3" y="csY3"/>
              </a:cxn>
            </a:cxnLst>
            <a:rect l="l" t="t" r="r" b="b"/>
            <a:pathLst>
              <a:path w="1839" h="7968">
                <a:moveTo>
                  <a:pt x="0" y="3984"/>
                </a:moveTo>
                <a:cubicBezTo>
                  <a:pt x="0" y="435"/>
                  <a:pt x="586" y="-1017"/>
                  <a:pt x="1302" y="757"/>
                </a:cubicBezTo>
                <a:cubicBezTo>
                  <a:pt x="2018" y="2532"/>
                  <a:pt x="2018" y="5436"/>
                  <a:pt x="1302" y="7211"/>
                </a:cubicBezTo>
                <a:cubicBezTo>
                  <a:pt x="586" y="8986"/>
                  <a:pt x="0" y="7534"/>
                  <a:pt x="0" y="3984"/>
                </a:cubicBezTo>
                <a:close/>
              </a:path>
            </a:pathLst>
          </a:custGeom>
          <a:solidFill>
            <a:srgbClr val="B9B9B9"/>
          </a:solidFill>
          <a:ln w="5163" cap="flat">
            <a:noFill/>
            <a:prstDash val="solid"/>
            <a:miter/>
          </a:ln>
        </p:spPr>
        <p:txBody>
          <a:bodyPr/>
          <a:lstStyle/>
          <a:p>
            <a:endParaRPr lang="es-419" noProof="0" dirty="0"/>
          </a:p>
        </p:txBody>
      </p:sp>
      <p:sp>
        <p:nvSpPr>
          <p:cNvPr id="50" name="Forma libre: forma 49">
            <a:extLst>
              <a:ext uri="{FF2B5EF4-FFF2-40B4-BE49-F238E27FC236}">
                <a16:creationId xmlns:a16="http://schemas.microsoft.com/office/drawing/2014/main" id="{9BC3D31A-5D33-31D4-58C4-AC493AE98500}"/>
              </a:ext>
            </a:extLst>
          </p:cNvPr>
          <p:cNvSpPr/>
          <p:nvPr/>
        </p:nvSpPr>
        <p:spPr>
          <a:xfrm>
            <a:off x="1309468" y="1877186"/>
            <a:ext cx="342958" cy="300162"/>
          </a:xfrm>
          <a:custGeom>
            <a:avLst/>
            <a:gdLst>
              <a:gd name="csX0" fmla="*/ 295686 w 342958"/>
              <a:gd name="csY0" fmla="*/ 296278 h 300162"/>
              <a:gd name="csX1" fmla="*/ 285863 w 342958"/>
              <a:gd name="csY1" fmla="*/ 292488 h 300162"/>
              <a:gd name="csX2" fmla="*/ 274573 w 342958"/>
              <a:gd name="csY2" fmla="*/ 278339 h 300162"/>
              <a:gd name="csX3" fmla="*/ 265490 w 342958"/>
              <a:gd name="csY3" fmla="*/ 262580 h 300162"/>
              <a:gd name="csX4" fmla="*/ 250359 w 342958"/>
              <a:gd name="csY4" fmla="*/ 277449 h 300162"/>
              <a:gd name="csX5" fmla="*/ 232353 w 342958"/>
              <a:gd name="csY5" fmla="*/ 275755 h 300162"/>
              <a:gd name="csX6" fmla="*/ 216800 w 342958"/>
              <a:gd name="csY6" fmla="*/ 278780 h 300162"/>
              <a:gd name="csX7" fmla="*/ 197688 w 342958"/>
              <a:gd name="csY7" fmla="*/ 275445 h 300162"/>
              <a:gd name="csX8" fmla="*/ 186717 w 342958"/>
              <a:gd name="csY8" fmla="*/ 271836 h 300162"/>
              <a:gd name="csX9" fmla="*/ 183241 w 342958"/>
              <a:gd name="csY9" fmla="*/ 267964 h 300162"/>
              <a:gd name="csX10" fmla="*/ 171812 w 342958"/>
              <a:gd name="csY10" fmla="*/ 264092 h 300162"/>
              <a:gd name="csX11" fmla="*/ 155307 w 342958"/>
              <a:gd name="csY11" fmla="*/ 270545 h 300162"/>
              <a:gd name="csX12" fmla="*/ 128918 w 342958"/>
              <a:gd name="csY12" fmla="*/ 266264 h 300162"/>
              <a:gd name="csX13" fmla="*/ 106345 w 342958"/>
              <a:gd name="csY13" fmla="*/ 255141 h 300162"/>
              <a:gd name="csX14" fmla="*/ 91555 w 342958"/>
              <a:gd name="csY14" fmla="*/ 250269 h 300162"/>
              <a:gd name="csX15" fmla="*/ 81548 w 342958"/>
              <a:gd name="csY15" fmla="*/ 247474 h 300162"/>
              <a:gd name="csX16" fmla="*/ 78435 w 342958"/>
              <a:gd name="csY16" fmla="*/ 239429 h 300162"/>
              <a:gd name="csX17" fmla="*/ 82408 w 342958"/>
              <a:gd name="csY17" fmla="*/ 200657 h 300162"/>
              <a:gd name="csX18" fmla="*/ 83563 w 342958"/>
              <a:gd name="csY18" fmla="*/ 189030 h 300162"/>
              <a:gd name="csX19" fmla="*/ 79311 w 342958"/>
              <a:gd name="csY19" fmla="*/ 164140 h 300162"/>
              <a:gd name="csX20" fmla="*/ 69658 w 342958"/>
              <a:gd name="csY20" fmla="*/ 165664 h 300162"/>
              <a:gd name="csX21" fmla="*/ 52863 w 342958"/>
              <a:gd name="csY21" fmla="*/ 178880 h 300162"/>
              <a:gd name="csX22" fmla="*/ 46310 w 342958"/>
              <a:gd name="csY22" fmla="*/ 180840 h 300162"/>
              <a:gd name="csX23" fmla="*/ 41273 w 342958"/>
              <a:gd name="csY23" fmla="*/ 176042 h 300162"/>
              <a:gd name="csX24" fmla="*/ 28735 w 342958"/>
              <a:gd name="csY24" fmla="*/ 163573 h 300162"/>
              <a:gd name="csX25" fmla="*/ 8346 w 342958"/>
              <a:gd name="csY25" fmla="*/ 134458 h 300162"/>
              <a:gd name="csX26" fmla="*/ 3097 w 342958"/>
              <a:gd name="csY26" fmla="*/ 117621 h 300162"/>
              <a:gd name="csX27" fmla="*/ 147 w 342958"/>
              <a:gd name="csY27" fmla="*/ 113613 h 300162"/>
              <a:gd name="csX28" fmla="*/ 21165 w 342958"/>
              <a:gd name="csY28" fmla="*/ 104003 h 300162"/>
              <a:gd name="csX29" fmla="*/ 72335 w 342958"/>
              <a:gd name="csY29" fmla="*/ 73250 h 300162"/>
              <a:gd name="csX30" fmla="*/ 93508 w 342958"/>
              <a:gd name="csY30" fmla="*/ 38847 h 300162"/>
              <a:gd name="csX31" fmla="*/ 97565 w 342958"/>
              <a:gd name="csY31" fmla="*/ 29800 h 300162"/>
              <a:gd name="csX32" fmla="*/ 109742 w 342958"/>
              <a:gd name="csY32" fmla="*/ 18194 h 300162"/>
              <a:gd name="csX33" fmla="*/ 113822 w 342958"/>
              <a:gd name="csY33" fmla="*/ 11110 h 300162"/>
              <a:gd name="csX34" fmla="*/ 121678 w 342958"/>
              <a:gd name="csY34" fmla="*/ 5555 h 300162"/>
              <a:gd name="csX35" fmla="*/ 127233 w 342958"/>
              <a:gd name="csY35" fmla="*/ 0 h 300162"/>
              <a:gd name="csX36" fmla="*/ 134516 w 342958"/>
              <a:gd name="csY36" fmla="*/ 8782 h 300162"/>
              <a:gd name="csX37" fmla="*/ 141869 w 342958"/>
              <a:gd name="csY37" fmla="*/ 33944 h 300162"/>
              <a:gd name="csX38" fmla="*/ 147505 w 342958"/>
              <a:gd name="csY38" fmla="*/ 58144 h 300162"/>
              <a:gd name="csX39" fmla="*/ 152804 w 342958"/>
              <a:gd name="csY39" fmla="*/ 90810 h 300162"/>
              <a:gd name="csX40" fmla="*/ 162764 w 342958"/>
              <a:gd name="csY40" fmla="*/ 124694 h 300162"/>
              <a:gd name="csX41" fmla="*/ 170334 w 342958"/>
              <a:gd name="csY41" fmla="*/ 121832 h 300162"/>
              <a:gd name="csX42" fmla="*/ 185393 w 342958"/>
              <a:gd name="csY42" fmla="*/ 124884 h 300162"/>
              <a:gd name="csX43" fmla="*/ 190271 w 342958"/>
              <a:gd name="csY43" fmla="*/ 127275 h 300162"/>
              <a:gd name="csX44" fmla="*/ 201229 w 342958"/>
              <a:gd name="csY44" fmla="*/ 139721 h 300162"/>
              <a:gd name="csX45" fmla="*/ 197439 w 342958"/>
              <a:gd name="csY45" fmla="*/ 147005 h 300162"/>
              <a:gd name="csX46" fmla="*/ 196794 w 342958"/>
              <a:gd name="csY46" fmla="*/ 162615 h 300162"/>
              <a:gd name="csX47" fmla="*/ 220205 w 342958"/>
              <a:gd name="csY47" fmla="*/ 171185 h 300162"/>
              <a:gd name="csX48" fmla="*/ 242581 w 342958"/>
              <a:gd name="csY48" fmla="*/ 173796 h 300162"/>
              <a:gd name="csX49" fmla="*/ 259092 w 342958"/>
              <a:gd name="csY49" fmla="*/ 186698 h 300162"/>
              <a:gd name="csX50" fmla="*/ 273592 w 342958"/>
              <a:gd name="csY50" fmla="*/ 197707 h 300162"/>
              <a:gd name="csX51" fmla="*/ 304244 w 342958"/>
              <a:gd name="csY51" fmla="*/ 198591 h 300162"/>
              <a:gd name="csX52" fmla="*/ 333285 w 342958"/>
              <a:gd name="csY52" fmla="*/ 203946 h 300162"/>
              <a:gd name="csX53" fmla="*/ 339205 w 342958"/>
              <a:gd name="csY53" fmla="*/ 216060 h 300162"/>
              <a:gd name="csX54" fmla="*/ 336274 w 342958"/>
              <a:gd name="csY54" fmla="*/ 220854 h 300162"/>
              <a:gd name="csX55" fmla="*/ 328850 w 342958"/>
              <a:gd name="csY55" fmla="*/ 233114 h 300162"/>
              <a:gd name="csX56" fmla="*/ 326965 w 342958"/>
              <a:gd name="csY56" fmla="*/ 236341 h 300162"/>
              <a:gd name="csX57" fmla="*/ 329181 w 342958"/>
              <a:gd name="csY57" fmla="*/ 240859 h 300162"/>
              <a:gd name="csX58" fmla="*/ 331403 w 342958"/>
              <a:gd name="csY58" fmla="*/ 248187 h 300162"/>
              <a:gd name="csX59" fmla="*/ 328049 w 342958"/>
              <a:gd name="csY59" fmla="*/ 258014 h 300162"/>
              <a:gd name="csX60" fmla="*/ 326532 w 342958"/>
              <a:gd name="csY60" fmla="*/ 276244 h 300162"/>
              <a:gd name="csX61" fmla="*/ 325085 w 342958"/>
              <a:gd name="csY61" fmla="*/ 283496 h 300162"/>
              <a:gd name="csX62" fmla="*/ 321398 w 342958"/>
              <a:gd name="csY62" fmla="*/ 292711 h 300162"/>
              <a:gd name="csX63" fmla="*/ 311874 w 342958"/>
              <a:gd name="csY63" fmla="*/ 300150 h 300162"/>
              <a:gd name="csX64" fmla="*/ 295686 w 342958"/>
              <a:gd name="csY64" fmla="*/ 296278 h 3001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Lst>
            <a:rect l="l" t="t" r="r" b="b"/>
            <a:pathLst>
              <a:path w="342958" h="300162">
                <a:moveTo>
                  <a:pt x="295686" y="296278"/>
                </a:moveTo>
                <a:cubicBezTo>
                  <a:pt x="292930" y="294193"/>
                  <a:pt x="288510" y="292488"/>
                  <a:pt x="285863" y="292488"/>
                </a:cubicBezTo>
                <a:cubicBezTo>
                  <a:pt x="282541" y="292488"/>
                  <a:pt x="279045" y="288107"/>
                  <a:pt x="274573" y="278339"/>
                </a:cubicBezTo>
                <a:cubicBezTo>
                  <a:pt x="271011" y="270557"/>
                  <a:pt x="266923" y="263466"/>
                  <a:pt x="265490" y="262580"/>
                </a:cubicBezTo>
                <a:cubicBezTo>
                  <a:pt x="261887" y="260353"/>
                  <a:pt x="250359" y="271682"/>
                  <a:pt x="250359" y="277449"/>
                </a:cubicBezTo>
                <a:cubicBezTo>
                  <a:pt x="250359" y="284106"/>
                  <a:pt x="242694" y="283385"/>
                  <a:pt x="232353" y="275755"/>
                </a:cubicBezTo>
                <a:cubicBezTo>
                  <a:pt x="223375" y="269132"/>
                  <a:pt x="216800" y="270410"/>
                  <a:pt x="216800" y="278780"/>
                </a:cubicBezTo>
                <a:cubicBezTo>
                  <a:pt x="216800" y="282868"/>
                  <a:pt x="211006" y="281857"/>
                  <a:pt x="197688" y="275445"/>
                </a:cubicBezTo>
                <a:cubicBezTo>
                  <a:pt x="193566" y="273460"/>
                  <a:pt x="188628" y="271836"/>
                  <a:pt x="186717" y="271836"/>
                </a:cubicBezTo>
                <a:cubicBezTo>
                  <a:pt x="184805" y="271836"/>
                  <a:pt x="183241" y="270094"/>
                  <a:pt x="183241" y="267964"/>
                </a:cubicBezTo>
                <a:cubicBezTo>
                  <a:pt x="183241" y="265105"/>
                  <a:pt x="180251" y="264092"/>
                  <a:pt x="171812" y="264092"/>
                </a:cubicBezTo>
                <a:cubicBezTo>
                  <a:pt x="162696" y="264092"/>
                  <a:pt x="159356" y="265398"/>
                  <a:pt x="155307" y="270545"/>
                </a:cubicBezTo>
                <a:cubicBezTo>
                  <a:pt x="148138" y="279659"/>
                  <a:pt x="141633" y="278604"/>
                  <a:pt x="128918" y="266264"/>
                </a:cubicBezTo>
                <a:cubicBezTo>
                  <a:pt x="119547" y="257171"/>
                  <a:pt x="116097" y="255470"/>
                  <a:pt x="106345" y="255141"/>
                </a:cubicBezTo>
                <a:cubicBezTo>
                  <a:pt x="98734" y="254884"/>
                  <a:pt x="93722" y="253233"/>
                  <a:pt x="91555" y="250269"/>
                </a:cubicBezTo>
                <a:cubicBezTo>
                  <a:pt x="89207" y="247058"/>
                  <a:pt x="86367" y="246265"/>
                  <a:pt x="81548" y="247474"/>
                </a:cubicBezTo>
                <a:cubicBezTo>
                  <a:pt x="74001" y="249368"/>
                  <a:pt x="73102" y="247043"/>
                  <a:pt x="78435" y="239429"/>
                </a:cubicBezTo>
                <a:cubicBezTo>
                  <a:pt x="83856" y="231688"/>
                  <a:pt x="86528" y="205621"/>
                  <a:pt x="82408" y="200657"/>
                </a:cubicBezTo>
                <a:cubicBezTo>
                  <a:pt x="79647" y="197331"/>
                  <a:pt x="79847" y="195321"/>
                  <a:pt x="83563" y="189030"/>
                </a:cubicBezTo>
                <a:cubicBezTo>
                  <a:pt x="88650" y="180419"/>
                  <a:pt x="87374" y="172952"/>
                  <a:pt x="79311" y="164140"/>
                </a:cubicBezTo>
                <a:cubicBezTo>
                  <a:pt x="73608" y="157907"/>
                  <a:pt x="69658" y="158530"/>
                  <a:pt x="69658" y="165664"/>
                </a:cubicBezTo>
                <a:cubicBezTo>
                  <a:pt x="69658" y="171138"/>
                  <a:pt x="55140" y="182563"/>
                  <a:pt x="52863" y="178880"/>
                </a:cubicBezTo>
                <a:cubicBezTo>
                  <a:pt x="50323" y="174770"/>
                  <a:pt x="46434" y="175933"/>
                  <a:pt x="46310" y="180840"/>
                </a:cubicBezTo>
                <a:cubicBezTo>
                  <a:pt x="46241" y="183582"/>
                  <a:pt x="44262" y="181697"/>
                  <a:pt x="41273" y="176042"/>
                </a:cubicBezTo>
                <a:cubicBezTo>
                  <a:pt x="38533" y="170858"/>
                  <a:pt x="32973" y="165329"/>
                  <a:pt x="28735" y="163573"/>
                </a:cubicBezTo>
                <a:cubicBezTo>
                  <a:pt x="15748" y="158193"/>
                  <a:pt x="9667" y="149510"/>
                  <a:pt x="8346" y="134458"/>
                </a:cubicBezTo>
                <a:cubicBezTo>
                  <a:pt x="7635" y="126353"/>
                  <a:pt x="5506" y="119523"/>
                  <a:pt x="3097" y="117621"/>
                </a:cubicBezTo>
                <a:cubicBezTo>
                  <a:pt x="868" y="115861"/>
                  <a:pt x="-459" y="114058"/>
                  <a:pt x="147" y="113613"/>
                </a:cubicBezTo>
                <a:cubicBezTo>
                  <a:pt x="7952" y="107892"/>
                  <a:pt x="16388" y="104034"/>
                  <a:pt x="21165" y="104003"/>
                </a:cubicBezTo>
                <a:cubicBezTo>
                  <a:pt x="38718" y="103886"/>
                  <a:pt x="49596" y="97348"/>
                  <a:pt x="72335" y="73250"/>
                </a:cubicBezTo>
                <a:cubicBezTo>
                  <a:pt x="94445" y="49819"/>
                  <a:pt x="94883" y="49106"/>
                  <a:pt x="93508" y="38847"/>
                </a:cubicBezTo>
                <a:cubicBezTo>
                  <a:pt x="92208" y="29159"/>
                  <a:pt x="92513" y="28479"/>
                  <a:pt x="97565" y="29800"/>
                </a:cubicBezTo>
                <a:cubicBezTo>
                  <a:pt x="103852" y="31444"/>
                  <a:pt x="107223" y="28231"/>
                  <a:pt x="109742" y="18194"/>
                </a:cubicBezTo>
                <a:cubicBezTo>
                  <a:pt x="110720" y="14298"/>
                  <a:pt x="112556" y="11110"/>
                  <a:pt x="113822" y="11110"/>
                </a:cubicBezTo>
                <a:cubicBezTo>
                  <a:pt x="115088" y="11110"/>
                  <a:pt x="118623" y="8610"/>
                  <a:pt x="121678" y="5555"/>
                </a:cubicBezTo>
                <a:lnTo>
                  <a:pt x="127233" y="0"/>
                </a:lnTo>
                <a:lnTo>
                  <a:pt x="134516" y="8782"/>
                </a:lnTo>
                <a:cubicBezTo>
                  <a:pt x="140793" y="16350"/>
                  <a:pt x="141809" y="19826"/>
                  <a:pt x="141869" y="33944"/>
                </a:cubicBezTo>
                <a:cubicBezTo>
                  <a:pt x="141922" y="46507"/>
                  <a:pt x="143236" y="52147"/>
                  <a:pt x="147505" y="58144"/>
                </a:cubicBezTo>
                <a:cubicBezTo>
                  <a:pt x="152339" y="64931"/>
                  <a:pt x="153038" y="69240"/>
                  <a:pt x="152804" y="90810"/>
                </a:cubicBezTo>
                <a:cubicBezTo>
                  <a:pt x="152465" y="122159"/>
                  <a:pt x="153210" y="124694"/>
                  <a:pt x="162764" y="124694"/>
                </a:cubicBezTo>
                <a:cubicBezTo>
                  <a:pt x="166927" y="124694"/>
                  <a:pt x="170334" y="123406"/>
                  <a:pt x="170334" y="121832"/>
                </a:cubicBezTo>
                <a:cubicBezTo>
                  <a:pt x="170334" y="118431"/>
                  <a:pt x="184072" y="121216"/>
                  <a:pt x="185393" y="124884"/>
                </a:cubicBezTo>
                <a:cubicBezTo>
                  <a:pt x="185866" y="126199"/>
                  <a:pt x="188061" y="127275"/>
                  <a:pt x="190271" y="127275"/>
                </a:cubicBezTo>
                <a:cubicBezTo>
                  <a:pt x="194758" y="127275"/>
                  <a:pt x="201103" y="134482"/>
                  <a:pt x="201229" y="139721"/>
                </a:cubicBezTo>
                <a:cubicBezTo>
                  <a:pt x="201275" y="141597"/>
                  <a:pt x="199569" y="144875"/>
                  <a:pt x="197439" y="147005"/>
                </a:cubicBezTo>
                <a:cubicBezTo>
                  <a:pt x="192728" y="151716"/>
                  <a:pt x="192413" y="159339"/>
                  <a:pt x="196794" y="162615"/>
                </a:cubicBezTo>
                <a:cubicBezTo>
                  <a:pt x="198569" y="163942"/>
                  <a:pt x="209104" y="167799"/>
                  <a:pt x="220205" y="171185"/>
                </a:cubicBezTo>
                <a:cubicBezTo>
                  <a:pt x="236917" y="176284"/>
                  <a:pt x="240766" y="176733"/>
                  <a:pt x="242581" y="173796"/>
                </a:cubicBezTo>
                <a:cubicBezTo>
                  <a:pt x="245948" y="168348"/>
                  <a:pt x="255565" y="175863"/>
                  <a:pt x="259092" y="186698"/>
                </a:cubicBezTo>
                <a:cubicBezTo>
                  <a:pt x="261627" y="194485"/>
                  <a:pt x="263378" y="195815"/>
                  <a:pt x="273592" y="197707"/>
                </a:cubicBezTo>
                <a:cubicBezTo>
                  <a:pt x="279981" y="198890"/>
                  <a:pt x="293775" y="199289"/>
                  <a:pt x="304244" y="198591"/>
                </a:cubicBezTo>
                <a:cubicBezTo>
                  <a:pt x="321502" y="197442"/>
                  <a:pt x="324213" y="197942"/>
                  <a:pt x="333285" y="203946"/>
                </a:cubicBezTo>
                <a:cubicBezTo>
                  <a:pt x="344213" y="211177"/>
                  <a:pt x="345431" y="213671"/>
                  <a:pt x="339205" y="216060"/>
                </a:cubicBezTo>
                <a:cubicBezTo>
                  <a:pt x="336957" y="216923"/>
                  <a:pt x="335638" y="219080"/>
                  <a:pt x="336274" y="220854"/>
                </a:cubicBezTo>
                <a:cubicBezTo>
                  <a:pt x="337968" y="225576"/>
                  <a:pt x="333403" y="233114"/>
                  <a:pt x="328850" y="233114"/>
                </a:cubicBezTo>
                <a:cubicBezTo>
                  <a:pt x="326331" y="233114"/>
                  <a:pt x="325653" y="234275"/>
                  <a:pt x="326965" y="236341"/>
                </a:cubicBezTo>
                <a:cubicBezTo>
                  <a:pt x="328092" y="238116"/>
                  <a:pt x="329089" y="240149"/>
                  <a:pt x="329181" y="240859"/>
                </a:cubicBezTo>
                <a:cubicBezTo>
                  <a:pt x="329272" y="241569"/>
                  <a:pt x="330272" y="244866"/>
                  <a:pt x="331403" y="248187"/>
                </a:cubicBezTo>
                <a:cubicBezTo>
                  <a:pt x="332991" y="252852"/>
                  <a:pt x="332229" y="255087"/>
                  <a:pt x="328049" y="258014"/>
                </a:cubicBezTo>
                <a:cubicBezTo>
                  <a:pt x="321663" y="262487"/>
                  <a:pt x="321157" y="268570"/>
                  <a:pt x="326532" y="276244"/>
                </a:cubicBezTo>
                <a:cubicBezTo>
                  <a:pt x="330115" y="281360"/>
                  <a:pt x="330000" y="281936"/>
                  <a:pt x="325085" y="283496"/>
                </a:cubicBezTo>
                <a:cubicBezTo>
                  <a:pt x="320727" y="284879"/>
                  <a:pt x="320050" y="286571"/>
                  <a:pt x="321398" y="292711"/>
                </a:cubicBezTo>
                <a:cubicBezTo>
                  <a:pt x="323026" y="300123"/>
                  <a:pt x="322888" y="300231"/>
                  <a:pt x="311874" y="300150"/>
                </a:cubicBezTo>
                <a:cubicBezTo>
                  <a:pt x="305727" y="300105"/>
                  <a:pt x="298443" y="298362"/>
                  <a:pt x="295686" y="296278"/>
                </a:cubicBezTo>
                <a:close/>
              </a:path>
            </a:pathLst>
          </a:custGeom>
          <a:solidFill>
            <a:srgbClr val="B9B9B9"/>
          </a:solidFill>
          <a:ln w="5163" cap="flat">
            <a:noFill/>
            <a:prstDash val="solid"/>
            <a:miter/>
          </a:ln>
        </p:spPr>
        <p:txBody>
          <a:bodyPr/>
          <a:lstStyle/>
          <a:p>
            <a:endParaRPr lang="es-419" noProof="0" dirty="0"/>
          </a:p>
        </p:txBody>
      </p:sp>
      <p:sp>
        <p:nvSpPr>
          <p:cNvPr id="51" name="Forma libre: forma 50">
            <a:extLst>
              <a:ext uri="{FF2B5EF4-FFF2-40B4-BE49-F238E27FC236}">
                <a16:creationId xmlns:a16="http://schemas.microsoft.com/office/drawing/2014/main" id="{82FF4B93-FB68-B4F4-E47A-77FBBC5E906C}"/>
              </a:ext>
            </a:extLst>
          </p:cNvPr>
          <p:cNvSpPr/>
          <p:nvPr/>
        </p:nvSpPr>
        <p:spPr>
          <a:xfrm>
            <a:off x="1257795" y="2071057"/>
            <a:ext cx="87522" cy="67430"/>
          </a:xfrm>
          <a:custGeom>
            <a:avLst/>
            <a:gdLst>
              <a:gd name="csX0" fmla="*/ 3976 w 87522"/>
              <a:gd name="csY0" fmla="*/ 62589 h 67430"/>
              <a:gd name="csX1" fmla="*/ 1611 w 87522"/>
              <a:gd name="csY1" fmla="*/ 35473 h 67430"/>
              <a:gd name="csX2" fmla="*/ 13354 w 87522"/>
              <a:gd name="csY2" fmla="*/ 26110 h 67430"/>
              <a:gd name="csX3" fmla="*/ 24928 w 87522"/>
              <a:gd name="csY3" fmla="*/ 17185 h 67430"/>
              <a:gd name="csX4" fmla="*/ 28816 w 87522"/>
              <a:gd name="csY4" fmla="*/ 13430 h 67430"/>
              <a:gd name="csX5" fmla="*/ 55396 w 87522"/>
              <a:gd name="csY5" fmla="*/ 696 h 67430"/>
              <a:gd name="csX6" fmla="*/ 76595 w 87522"/>
              <a:gd name="csY6" fmla="*/ 27413 h 67430"/>
              <a:gd name="csX7" fmla="*/ 81474 w 87522"/>
              <a:gd name="csY7" fmla="*/ 35237 h 67430"/>
              <a:gd name="csX8" fmla="*/ 81963 w 87522"/>
              <a:gd name="csY8" fmla="*/ 49346 h 67430"/>
              <a:gd name="csX9" fmla="*/ 69036 w 87522"/>
              <a:gd name="csY9" fmla="*/ 59608 h 67430"/>
              <a:gd name="csX10" fmla="*/ 36947 w 87522"/>
              <a:gd name="csY10" fmla="*/ 62618 h 67430"/>
              <a:gd name="csX11" fmla="*/ 17042 w 87522"/>
              <a:gd name="csY11" fmla="*/ 62345 h 67430"/>
              <a:gd name="csX12" fmla="*/ 3976 w 87522"/>
              <a:gd name="csY12" fmla="*/ 62589 h 67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7522" h="67430">
                <a:moveTo>
                  <a:pt x="3976" y="62589"/>
                </a:moveTo>
                <a:cubicBezTo>
                  <a:pt x="-42" y="58150"/>
                  <a:pt x="-1347" y="43182"/>
                  <a:pt x="1611" y="35473"/>
                </a:cubicBezTo>
                <a:cubicBezTo>
                  <a:pt x="2496" y="33167"/>
                  <a:pt x="7780" y="28954"/>
                  <a:pt x="13354" y="26110"/>
                </a:cubicBezTo>
                <a:cubicBezTo>
                  <a:pt x="18927" y="23267"/>
                  <a:pt x="24135" y="19251"/>
                  <a:pt x="24928" y="17185"/>
                </a:cubicBezTo>
                <a:cubicBezTo>
                  <a:pt x="25721" y="15120"/>
                  <a:pt x="27470" y="13430"/>
                  <a:pt x="28816" y="13430"/>
                </a:cubicBezTo>
                <a:cubicBezTo>
                  <a:pt x="32726" y="13430"/>
                  <a:pt x="53752" y="3357"/>
                  <a:pt x="55396" y="696"/>
                </a:cubicBezTo>
                <a:cubicBezTo>
                  <a:pt x="58624" y="-4526"/>
                  <a:pt x="78997" y="21152"/>
                  <a:pt x="76595" y="27413"/>
                </a:cubicBezTo>
                <a:cubicBezTo>
                  <a:pt x="75767" y="29569"/>
                  <a:pt x="77801" y="32831"/>
                  <a:pt x="81474" y="35237"/>
                </a:cubicBezTo>
                <a:cubicBezTo>
                  <a:pt x="89349" y="40396"/>
                  <a:pt x="89558" y="46431"/>
                  <a:pt x="81963" y="49346"/>
                </a:cubicBezTo>
                <a:cubicBezTo>
                  <a:pt x="78769" y="50572"/>
                  <a:pt x="72952" y="55190"/>
                  <a:pt x="69036" y="59608"/>
                </a:cubicBezTo>
                <a:cubicBezTo>
                  <a:pt x="60658" y="69060"/>
                  <a:pt x="52768" y="69801"/>
                  <a:pt x="36947" y="62618"/>
                </a:cubicBezTo>
                <a:cubicBezTo>
                  <a:pt x="26493" y="57872"/>
                  <a:pt x="25833" y="57863"/>
                  <a:pt x="17042" y="62345"/>
                </a:cubicBezTo>
                <a:cubicBezTo>
                  <a:pt x="8489" y="66705"/>
                  <a:pt x="7714" y="66720"/>
                  <a:pt x="3976" y="62589"/>
                </a:cubicBezTo>
                <a:close/>
              </a:path>
            </a:pathLst>
          </a:custGeom>
          <a:solidFill>
            <a:srgbClr val="B9B9B9"/>
          </a:solidFill>
          <a:ln w="5163" cap="flat">
            <a:noFill/>
            <a:prstDash val="solid"/>
            <a:miter/>
          </a:ln>
        </p:spPr>
        <p:txBody>
          <a:bodyPr/>
          <a:lstStyle/>
          <a:p>
            <a:endParaRPr lang="es-419" noProof="0" dirty="0"/>
          </a:p>
        </p:txBody>
      </p:sp>
      <p:sp>
        <p:nvSpPr>
          <p:cNvPr id="52" name="Forma libre: forma 51">
            <a:extLst>
              <a:ext uri="{FF2B5EF4-FFF2-40B4-BE49-F238E27FC236}">
                <a16:creationId xmlns:a16="http://schemas.microsoft.com/office/drawing/2014/main" id="{C42567A2-9B94-AF24-EF02-EF46F86A679C}"/>
              </a:ext>
            </a:extLst>
          </p:cNvPr>
          <p:cNvSpPr/>
          <p:nvPr/>
        </p:nvSpPr>
        <p:spPr>
          <a:xfrm>
            <a:off x="1498388" y="1582666"/>
            <a:ext cx="245235" cy="503912"/>
          </a:xfrm>
          <a:custGeom>
            <a:avLst/>
            <a:gdLst>
              <a:gd name="csX0" fmla="*/ 181623 w 245235"/>
              <a:gd name="csY0" fmla="*/ 494203 h 503912"/>
              <a:gd name="csX1" fmla="*/ 158452 w 245235"/>
              <a:gd name="csY1" fmla="*/ 485687 h 503912"/>
              <a:gd name="csX2" fmla="*/ 148342 w 245235"/>
              <a:gd name="csY2" fmla="*/ 487770 h 503912"/>
              <a:gd name="csX3" fmla="*/ 119521 w 245235"/>
              <a:gd name="csY3" fmla="*/ 489801 h 503912"/>
              <a:gd name="csX4" fmla="*/ 87472 w 245235"/>
              <a:gd name="csY4" fmla="*/ 489620 h 503912"/>
              <a:gd name="csX5" fmla="*/ 73190 w 245235"/>
              <a:gd name="csY5" fmla="*/ 478988 h 503912"/>
              <a:gd name="csX6" fmla="*/ 52773 w 245235"/>
              <a:gd name="csY6" fmla="*/ 460575 h 503912"/>
              <a:gd name="csX7" fmla="*/ 49575 w 245235"/>
              <a:gd name="csY7" fmla="*/ 464677 h 503912"/>
              <a:gd name="csX8" fmla="*/ 47915 w 245235"/>
              <a:gd name="csY8" fmla="*/ 467591 h 503912"/>
              <a:gd name="csX9" fmla="*/ 13036 w 245235"/>
              <a:gd name="csY9" fmla="*/ 456319 h 503912"/>
              <a:gd name="csX10" fmla="*/ 12217 w 245235"/>
              <a:gd name="csY10" fmla="*/ 442447 h 503912"/>
              <a:gd name="csX11" fmla="*/ 16234 w 245235"/>
              <a:gd name="csY11" fmla="*/ 437376 h 503912"/>
              <a:gd name="csX12" fmla="*/ 3077 w 245235"/>
              <a:gd name="csY12" fmla="*/ 417673 h 503912"/>
              <a:gd name="csX13" fmla="*/ 0 w 245235"/>
              <a:gd name="csY13" fmla="*/ 409784 h 503912"/>
              <a:gd name="csX14" fmla="*/ 6196 w 245235"/>
              <a:gd name="csY14" fmla="*/ 402269 h 503912"/>
              <a:gd name="csX15" fmla="*/ 12532 w 245235"/>
              <a:gd name="csY15" fmla="*/ 401839 h 503912"/>
              <a:gd name="csX16" fmla="*/ 13332 w 245235"/>
              <a:gd name="csY16" fmla="*/ 389178 h 503912"/>
              <a:gd name="csX17" fmla="*/ 18583 w 245235"/>
              <a:gd name="csY17" fmla="*/ 371495 h 503912"/>
              <a:gd name="csX18" fmla="*/ 33934 w 245235"/>
              <a:gd name="csY18" fmla="*/ 366100 h 503912"/>
              <a:gd name="csX19" fmla="*/ 49768 w 245235"/>
              <a:gd name="csY19" fmla="*/ 361841 h 503912"/>
              <a:gd name="csX20" fmla="*/ 46692 w 245235"/>
              <a:gd name="csY20" fmla="*/ 337409 h 503912"/>
              <a:gd name="csX21" fmla="*/ 42031 w 245235"/>
              <a:gd name="csY21" fmla="*/ 321770 h 503912"/>
              <a:gd name="csX22" fmla="*/ 39524 w 245235"/>
              <a:gd name="csY22" fmla="*/ 295336 h 503912"/>
              <a:gd name="csX23" fmla="*/ 41858 w 245235"/>
              <a:gd name="csY23" fmla="*/ 287644 h 503912"/>
              <a:gd name="csX24" fmla="*/ 57042 w 245235"/>
              <a:gd name="csY24" fmla="*/ 277265 h 503912"/>
              <a:gd name="csX25" fmla="*/ 69737 w 245235"/>
              <a:gd name="csY25" fmla="*/ 269502 h 503912"/>
              <a:gd name="csX26" fmla="*/ 79509 w 245235"/>
              <a:gd name="csY26" fmla="*/ 253317 h 503912"/>
              <a:gd name="csX27" fmla="*/ 95370 w 245235"/>
              <a:gd name="csY27" fmla="*/ 241529 h 503912"/>
              <a:gd name="csX28" fmla="*/ 141543 w 245235"/>
              <a:gd name="csY28" fmla="*/ 207386 h 503912"/>
              <a:gd name="csX29" fmla="*/ 135987 w 245235"/>
              <a:gd name="csY29" fmla="*/ 199791 h 503912"/>
              <a:gd name="csX30" fmla="*/ 127900 w 245235"/>
              <a:gd name="csY30" fmla="*/ 166538 h 503912"/>
              <a:gd name="csX31" fmla="*/ 127266 w 245235"/>
              <a:gd name="csY31" fmla="*/ 150064 h 503912"/>
              <a:gd name="csX32" fmla="*/ 118230 w 245235"/>
              <a:gd name="csY32" fmla="*/ 149351 h 503912"/>
              <a:gd name="csX33" fmla="*/ 106311 w 245235"/>
              <a:gd name="csY33" fmla="*/ 151014 h 503912"/>
              <a:gd name="csX34" fmla="*/ 100187 w 245235"/>
              <a:gd name="csY34" fmla="*/ 149485 h 503912"/>
              <a:gd name="csX35" fmla="*/ 89795 w 245235"/>
              <a:gd name="csY35" fmla="*/ 145581 h 503912"/>
              <a:gd name="csX36" fmla="*/ 79509 w 245235"/>
              <a:gd name="csY36" fmla="*/ 132462 h 503912"/>
              <a:gd name="csX37" fmla="*/ 74746 w 245235"/>
              <a:gd name="csY37" fmla="*/ 127510 h 503912"/>
              <a:gd name="csX38" fmla="*/ 61439 w 245235"/>
              <a:gd name="csY38" fmla="*/ 106041 h 503912"/>
              <a:gd name="csX39" fmla="*/ 51376 w 245235"/>
              <a:gd name="csY39" fmla="*/ 92403 h 503912"/>
              <a:gd name="csX40" fmla="*/ 43631 w 245235"/>
              <a:gd name="csY40" fmla="*/ 82710 h 503912"/>
              <a:gd name="csX41" fmla="*/ 40756 w 245235"/>
              <a:gd name="csY41" fmla="*/ 70719 h 503912"/>
              <a:gd name="csX42" fmla="*/ 37174 w 245235"/>
              <a:gd name="csY42" fmla="*/ 60642 h 503912"/>
              <a:gd name="csX43" fmla="*/ 23391 w 245235"/>
              <a:gd name="csY43" fmla="*/ 17685 h 503912"/>
              <a:gd name="csX44" fmla="*/ 16983 w 245235"/>
              <a:gd name="csY44" fmla="*/ 12409 h 503912"/>
              <a:gd name="csX45" fmla="*/ 27512 w 245235"/>
              <a:gd name="csY45" fmla="*/ 5441 h 503912"/>
              <a:gd name="csX46" fmla="*/ 44577 w 245235"/>
              <a:gd name="csY46" fmla="*/ 1452 h 503912"/>
              <a:gd name="csX47" fmla="*/ 51418 w 245235"/>
              <a:gd name="csY47" fmla="*/ 21016 h 503912"/>
              <a:gd name="csX48" fmla="*/ 53995 w 245235"/>
              <a:gd name="csY48" fmla="*/ 32559 h 503912"/>
              <a:gd name="csX49" fmla="*/ 56749 w 245235"/>
              <a:gd name="csY49" fmla="*/ 46824 h 503912"/>
              <a:gd name="csX50" fmla="*/ 61515 w 245235"/>
              <a:gd name="csY50" fmla="*/ 64401 h 503912"/>
              <a:gd name="csX51" fmla="*/ 66783 w 245235"/>
              <a:gd name="csY51" fmla="*/ 80478 h 503912"/>
              <a:gd name="csX52" fmla="*/ 69183 w 245235"/>
              <a:gd name="csY52" fmla="*/ 82335 h 503912"/>
              <a:gd name="csX53" fmla="*/ 72797 w 245235"/>
              <a:gd name="csY53" fmla="*/ 89434 h 503912"/>
              <a:gd name="csX54" fmla="*/ 77368 w 245235"/>
              <a:gd name="csY54" fmla="*/ 95891 h 503912"/>
              <a:gd name="csX55" fmla="*/ 83382 w 245235"/>
              <a:gd name="csY55" fmla="*/ 106862 h 503912"/>
              <a:gd name="csX56" fmla="*/ 91209 w 245235"/>
              <a:gd name="csY56" fmla="*/ 114603 h 503912"/>
              <a:gd name="csX57" fmla="*/ 115649 w 245235"/>
              <a:gd name="csY57" fmla="*/ 125394 h 503912"/>
              <a:gd name="csX58" fmla="*/ 132428 w 245235"/>
              <a:gd name="csY58" fmla="*/ 131624 h 503912"/>
              <a:gd name="csX59" fmla="*/ 150553 w 245235"/>
              <a:gd name="csY59" fmla="*/ 139348 h 503912"/>
              <a:gd name="csX60" fmla="*/ 176368 w 245235"/>
              <a:gd name="csY60" fmla="*/ 146927 h 503912"/>
              <a:gd name="csX61" fmla="*/ 211382 w 245235"/>
              <a:gd name="csY61" fmla="*/ 156343 h 503912"/>
              <a:gd name="csX62" fmla="*/ 230401 w 245235"/>
              <a:gd name="csY62" fmla="*/ 161456 h 503912"/>
              <a:gd name="csX63" fmla="*/ 244475 w 245235"/>
              <a:gd name="csY63" fmla="*/ 154799 h 503912"/>
              <a:gd name="csX64" fmla="*/ 229656 w 245235"/>
              <a:gd name="csY64" fmla="*/ 212698 h 503912"/>
              <a:gd name="csX65" fmla="*/ 216833 w 245235"/>
              <a:gd name="csY65" fmla="*/ 242385 h 503912"/>
              <a:gd name="csX66" fmla="*/ 205960 w 245235"/>
              <a:gd name="csY66" fmla="*/ 288674 h 503912"/>
              <a:gd name="csX67" fmla="*/ 203418 w 245235"/>
              <a:gd name="csY67" fmla="*/ 300468 h 503912"/>
              <a:gd name="csX68" fmla="*/ 200956 w 245235"/>
              <a:gd name="csY68" fmla="*/ 300468 h 503912"/>
              <a:gd name="csX69" fmla="*/ 214917 w 245235"/>
              <a:gd name="csY69" fmla="*/ 237240 h 503912"/>
              <a:gd name="csX70" fmla="*/ 224070 w 245235"/>
              <a:gd name="csY70" fmla="*/ 211401 h 503912"/>
              <a:gd name="csX71" fmla="*/ 218637 w 245235"/>
              <a:gd name="csY71" fmla="*/ 205384 h 503912"/>
              <a:gd name="csX72" fmla="*/ 214956 w 245235"/>
              <a:gd name="csY72" fmla="*/ 204826 h 503912"/>
              <a:gd name="csX73" fmla="*/ 214905 w 245235"/>
              <a:gd name="csY73" fmla="*/ 215873 h 503912"/>
              <a:gd name="csX74" fmla="*/ 213101 w 245235"/>
              <a:gd name="csY74" fmla="*/ 224084 h 503912"/>
              <a:gd name="csX75" fmla="*/ 208491 w 245235"/>
              <a:gd name="csY75" fmla="*/ 218391 h 503912"/>
              <a:gd name="csX76" fmla="*/ 197466 w 245235"/>
              <a:gd name="csY76" fmla="*/ 218019 h 503912"/>
              <a:gd name="csX77" fmla="*/ 199747 w 245235"/>
              <a:gd name="csY77" fmla="*/ 224749 h 503912"/>
              <a:gd name="csX78" fmla="*/ 203418 w 245235"/>
              <a:gd name="csY78" fmla="*/ 228616 h 503912"/>
              <a:gd name="csX79" fmla="*/ 201015 w 245235"/>
              <a:gd name="csY79" fmla="*/ 229588 h 503912"/>
              <a:gd name="csX80" fmla="*/ 196991 w 245235"/>
              <a:gd name="csY80" fmla="*/ 230726 h 503912"/>
              <a:gd name="csX81" fmla="*/ 198308 w 245235"/>
              <a:gd name="csY81" fmla="*/ 233350 h 503912"/>
              <a:gd name="csX82" fmla="*/ 199523 w 245235"/>
              <a:gd name="csY82" fmla="*/ 241200 h 503912"/>
              <a:gd name="csX83" fmla="*/ 200899 w 245235"/>
              <a:gd name="csY83" fmla="*/ 252786 h 503912"/>
              <a:gd name="csX84" fmla="*/ 200228 w 245235"/>
              <a:gd name="csY84" fmla="*/ 257969 h 503912"/>
              <a:gd name="csX85" fmla="*/ 197509 w 245235"/>
              <a:gd name="csY85" fmla="*/ 272843 h 503912"/>
              <a:gd name="csX86" fmla="*/ 194340 w 245235"/>
              <a:gd name="csY86" fmla="*/ 281107 h 503912"/>
              <a:gd name="csX87" fmla="*/ 191370 w 245235"/>
              <a:gd name="csY87" fmla="*/ 292273 h 503912"/>
              <a:gd name="csX88" fmla="*/ 195674 w 245235"/>
              <a:gd name="csY88" fmla="*/ 307167 h 503912"/>
              <a:gd name="csX89" fmla="*/ 199681 w 245235"/>
              <a:gd name="csY89" fmla="*/ 306687 h 503912"/>
              <a:gd name="csX90" fmla="*/ 200986 w 245235"/>
              <a:gd name="csY90" fmla="*/ 320424 h 503912"/>
              <a:gd name="csX91" fmla="*/ 197882 w 245235"/>
              <a:gd name="csY91" fmla="*/ 340480 h 503912"/>
              <a:gd name="csX92" fmla="*/ 197480 w 245235"/>
              <a:gd name="csY92" fmla="*/ 350806 h 503912"/>
              <a:gd name="csX93" fmla="*/ 195674 w 245235"/>
              <a:gd name="csY93" fmla="*/ 339189 h 503912"/>
              <a:gd name="csX94" fmla="*/ 193480 w 245235"/>
              <a:gd name="csY94" fmla="*/ 360201 h 503912"/>
              <a:gd name="csX95" fmla="*/ 197184 w 245235"/>
              <a:gd name="csY95" fmla="*/ 414396 h 503912"/>
              <a:gd name="csX96" fmla="*/ 198086 w 245235"/>
              <a:gd name="csY96" fmla="*/ 450991 h 503912"/>
              <a:gd name="csX97" fmla="*/ 192986 w 245235"/>
              <a:gd name="csY97" fmla="*/ 462927 h 503912"/>
              <a:gd name="csX98" fmla="*/ 186260 w 245235"/>
              <a:gd name="csY98" fmla="*/ 476652 h 503912"/>
              <a:gd name="csX99" fmla="*/ 187756 w 245235"/>
              <a:gd name="csY99" fmla="*/ 481169 h 503912"/>
              <a:gd name="csX100" fmla="*/ 190891 w 245235"/>
              <a:gd name="csY100" fmla="*/ 476652 h 503912"/>
              <a:gd name="csX101" fmla="*/ 193026 w 245235"/>
              <a:gd name="csY101" fmla="*/ 487623 h 503912"/>
              <a:gd name="csX102" fmla="*/ 194241 w 245235"/>
              <a:gd name="csY102" fmla="*/ 503884 h 503912"/>
              <a:gd name="csX103" fmla="*/ 181623 w 245235"/>
              <a:gd name="csY103" fmla="*/ 494203 h 5039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Lst>
            <a:rect l="l" t="t" r="r" b="b"/>
            <a:pathLst>
              <a:path w="245235" h="503912">
                <a:moveTo>
                  <a:pt x="181623" y="494203"/>
                </a:moveTo>
                <a:cubicBezTo>
                  <a:pt x="170080" y="484213"/>
                  <a:pt x="162664" y="481487"/>
                  <a:pt x="158452" y="485687"/>
                </a:cubicBezTo>
                <a:cubicBezTo>
                  <a:pt x="157384" y="486752"/>
                  <a:pt x="152834" y="487689"/>
                  <a:pt x="148342" y="487770"/>
                </a:cubicBezTo>
                <a:cubicBezTo>
                  <a:pt x="143849" y="487851"/>
                  <a:pt x="130880" y="488765"/>
                  <a:pt x="119521" y="489801"/>
                </a:cubicBezTo>
                <a:cubicBezTo>
                  <a:pt x="108163" y="490837"/>
                  <a:pt x="93741" y="490755"/>
                  <a:pt x="87472" y="489620"/>
                </a:cubicBezTo>
                <a:cubicBezTo>
                  <a:pt x="77605" y="487832"/>
                  <a:pt x="75687" y="486404"/>
                  <a:pt x="73190" y="478988"/>
                </a:cubicBezTo>
                <a:cubicBezTo>
                  <a:pt x="70001" y="469517"/>
                  <a:pt x="60184" y="460664"/>
                  <a:pt x="52773" y="460575"/>
                </a:cubicBezTo>
                <a:cubicBezTo>
                  <a:pt x="49415" y="460535"/>
                  <a:pt x="48457" y="461764"/>
                  <a:pt x="49575" y="464677"/>
                </a:cubicBezTo>
                <a:cubicBezTo>
                  <a:pt x="50616" y="467390"/>
                  <a:pt x="50039" y="468403"/>
                  <a:pt x="47915" y="467591"/>
                </a:cubicBezTo>
                <a:cubicBezTo>
                  <a:pt x="43178" y="465778"/>
                  <a:pt x="16822" y="457260"/>
                  <a:pt x="13036" y="456319"/>
                </a:cubicBezTo>
                <a:cubicBezTo>
                  <a:pt x="9334" y="455399"/>
                  <a:pt x="8569" y="442447"/>
                  <a:pt x="12217" y="442447"/>
                </a:cubicBezTo>
                <a:cubicBezTo>
                  <a:pt x="13541" y="442447"/>
                  <a:pt x="15349" y="440165"/>
                  <a:pt x="16234" y="437376"/>
                </a:cubicBezTo>
                <a:cubicBezTo>
                  <a:pt x="18137" y="431382"/>
                  <a:pt x="7778" y="415870"/>
                  <a:pt x="3077" y="417673"/>
                </a:cubicBezTo>
                <a:cubicBezTo>
                  <a:pt x="1055" y="418449"/>
                  <a:pt x="0" y="415744"/>
                  <a:pt x="0" y="409784"/>
                </a:cubicBezTo>
                <a:cubicBezTo>
                  <a:pt x="0" y="401499"/>
                  <a:pt x="536" y="400849"/>
                  <a:pt x="6196" y="402269"/>
                </a:cubicBezTo>
                <a:cubicBezTo>
                  <a:pt x="9603" y="403124"/>
                  <a:pt x="12454" y="402931"/>
                  <a:pt x="12532" y="401839"/>
                </a:cubicBezTo>
                <a:cubicBezTo>
                  <a:pt x="12609" y="400747"/>
                  <a:pt x="12969" y="395050"/>
                  <a:pt x="13332" y="389178"/>
                </a:cubicBezTo>
                <a:cubicBezTo>
                  <a:pt x="13694" y="383307"/>
                  <a:pt x="16057" y="375349"/>
                  <a:pt x="18583" y="371495"/>
                </a:cubicBezTo>
                <a:cubicBezTo>
                  <a:pt x="22726" y="365172"/>
                  <a:pt x="24227" y="364644"/>
                  <a:pt x="33934" y="366100"/>
                </a:cubicBezTo>
                <a:cubicBezTo>
                  <a:pt x="43066" y="367469"/>
                  <a:pt x="45460" y="366825"/>
                  <a:pt x="49768" y="361841"/>
                </a:cubicBezTo>
                <a:cubicBezTo>
                  <a:pt x="55970" y="354665"/>
                  <a:pt x="55203" y="348567"/>
                  <a:pt x="46692" y="337409"/>
                </a:cubicBezTo>
                <a:cubicBezTo>
                  <a:pt x="41680" y="330837"/>
                  <a:pt x="40608" y="327241"/>
                  <a:pt x="42031" y="321770"/>
                </a:cubicBezTo>
                <a:cubicBezTo>
                  <a:pt x="45168" y="309711"/>
                  <a:pt x="44306" y="300620"/>
                  <a:pt x="39524" y="295336"/>
                </a:cubicBezTo>
                <a:cubicBezTo>
                  <a:pt x="35095" y="290442"/>
                  <a:pt x="35173" y="290185"/>
                  <a:pt x="41858" y="287644"/>
                </a:cubicBezTo>
                <a:cubicBezTo>
                  <a:pt x="45661" y="286198"/>
                  <a:pt x="52494" y="281527"/>
                  <a:pt x="57042" y="277265"/>
                </a:cubicBezTo>
                <a:cubicBezTo>
                  <a:pt x="61590" y="273002"/>
                  <a:pt x="67303" y="269509"/>
                  <a:pt x="69737" y="269502"/>
                </a:cubicBezTo>
                <a:cubicBezTo>
                  <a:pt x="74976" y="269488"/>
                  <a:pt x="79509" y="261980"/>
                  <a:pt x="79509" y="253317"/>
                </a:cubicBezTo>
                <a:cubicBezTo>
                  <a:pt x="79509" y="246749"/>
                  <a:pt x="88587" y="240002"/>
                  <a:pt x="95370" y="241529"/>
                </a:cubicBezTo>
                <a:cubicBezTo>
                  <a:pt x="99614" y="242485"/>
                  <a:pt x="137917" y="214161"/>
                  <a:pt x="141543" y="207386"/>
                </a:cubicBezTo>
                <a:cubicBezTo>
                  <a:pt x="144262" y="202307"/>
                  <a:pt x="142422" y="199791"/>
                  <a:pt x="135987" y="199791"/>
                </a:cubicBezTo>
                <a:cubicBezTo>
                  <a:pt x="130714" y="199791"/>
                  <a:pt x="128893" y="192306"/>
                  <a:pt x="127900" y="166538"/>
                </a:cubicBezTo>
                <a:lnTo>
                  <a:pt x="127266" y="150064"/>
                </a:lnTo>
                <a:lnTo>
                  <a:pt x="118230" y="149351"/>
                </a:lnTo>
                <a:cubicBezTo>
                  <a:pt x="113261" y="148959"/>
                  <a:pt x="107898" y="149707"/>
                  <a:pt x="106311" y="151014"/>
                </a:cubicBezTo>
                <a:cubicBezTo>
                  <a:pt x="104470" y="152530"/>
                  <a:pt x="102255" y="151977"/>
                  <a:pt x="100187" y="149485"/>
                </a:cubicBezTo>
                <a:cubicBezTo>
                  <a:pt x="98405" y="147337"/>
                  <a:pt x="93728" y="145581"/>
                  <a:pt x="89795" y="145581"/>
                </a:cubicBezTo>
                <a:cubicBezTo>
                  <a:pt x="82532" y="145581"/>
                  <a:pt x="79509" y="141725"/>
                  <a:pt x="79509" y="132462"/>
                </a:cubicBezTo>
                <a:cubicBezTo>
                  <a:pt x="79509" y="129370"/>
                  <a:pt x="77720" y="127510"/>
                  <a:pt x="74746" y="127510"/>
                </a:cubicBezTo>
                <a:cubicBezTo>
                  <a:pt x="66661" y="127510"/>
                  <a:pt x="61439" y="119085"/>
                  <a:pt x="61439" y="106041"/>
                </a:cubicBezTo>
                <a:cubicBezTo>
                  <a:pt x="61439" y="94056"/>
                  <a:pt x="61402" y="94007"/>
                  <a:pt x="51376" y="92403"/>
                </a:cubicBezTo>
                <a:cubicBezTo>
                  <a:pt x="41507" y="90825"/>
                  <a:pt x="41357" y="90638"/>
                  <a:pt x="43631" y="82710"/>
                </a:cubicBezTo>
                <a:cubicBezTo>
                  <a:pt x="46841" y="71517"/>
                  <a:pt x="46650" y="70719"/>
                  <a:pt x="40756" y="70719"/>
                </a:cubicBezTo>
                <a:cubicBezTo>
                  <a:pt x="36165" y="70719"/>
                  <a:pt x="35750" y="69551"/>
                  <a:pt x="37174" y="60642"/>
                </a:cubicBezTo>
                <a:cubicBezTo>
                  <a:pt x="39267" y="47555"/>
                  <a:pt x="31942" y="24727"/>
                  <a:pt x="23391" y="17685"/>
                </a:cubicBezTo>
                <a:lnTo>
                  <a:pt x="16983" y="12409"/>
                </a:lnTo>
                <a:lnTo>
                  <a:pt x="27512" y="5441"/>
                </a:lnTo>
                <a:cubicBezTo>
                  <a:pt x="36589" y="-566"/>
                  <a:pt x="38942" y="-1116"/>
                  <a:pt x="44577" y="1452"/>
                </a:cubicBezTo>
                <a:cubicBezTo>
                  <a:pt x="50920" y="4342"/>
                  <a:pt x="52469" y="8771"/>
                  <a:pt x="51418" y="21016"/>
                </a:cubicBezTo>
                <a:cubicBezTo>
                  <a:pt x="51144" y="24205"/>
                  <a:pt x="52304" y="29399"/>
                  <a:pt x="53995" y="32559"/>
                </a:cubicBezTo>
                <a:cubicBezTo>
                  <a:pt x="55686" y="35718"/>
                  <a:pt x="56925" y="42138"/>
                  <a:pt x="56749" y="46824"/>
                </a:cubicBezTo>
                <a:cubicBezTo>
                  <a:pt x="56573" y="51511"/>
                  <a:pt x="58717" y="59420"/>
                  <a:pt x="61515" y="64401"/>
                </a:cubicBezTo>
                <a:cubicBezTo>
                  <a:pt x="64313" y="69382"/>
                  <a:pt x="66683" y="76616"/>
                  <a:pt x="66783" y="80478"/>
                </a:cubicBezTo>
                <a:cubicBezTo>
                  <a:pt x="66944" y="86723"/>
                  <a:pt x="67209" y="86928"/>
                  <a:pt x="69183" y="82335"/>
                </a:cubicBezTo>
                <a:cubicBezTo>
                  <a:pt x="71476" y="76999"/>
                  <a:pt x="71863" y="77758"/>
                  <a:pt x="72797" y="89434"/>
                </a:cubicBezTo>
                <a:cubicBezTo>
                  <a:pt x="72939" y="91209"/>
                  <a:pt x="74996" y="94114"/>
                  <a:pt x="77368" y="95891"/>
                </a:cubicBezTo>
                <a:cubicBezTo>
                  <a:pt x="79740" y="97667"/>
                  <a:pt x="82447" y="102604"/>
                  <a:pt x="83382" y="106862"/>
                </a:cubicBezTo>
                <a:cubicBezTo>
                  <a:pt x="84688" y="112811"/>
                  <a:pt x="86501" y="114603"/>
                  <a:pt x="91209" y="114603"/>
                </a:cubicBezTo>
                <a:cubicBezTo>
                  <a:pt x="99379" y="114603"/>
                  <a:pt x="110872" y="119677"/>
                  <a:pt x="115649" y="125394"/>
                </a:cubicBezTo>
                <a:cubicBezTo>
                  <a:pt x="117952" y="128149"/>
                  <a:pt x="124752" y="130674"/>
                  <a:pt x="132428" y="131624"/>
                </a:cubicBezTo>
                <a:cubicBezTo>
                  <a:pt x="141521" y="132750"/>
                  <a:pt x="146878" y="135032"/>
                  <a:pt x="150553" y="139348"/>
                </a:cubicBezTo>
                <a:cubicBezTo>
                  <a:pt x="154982" y="144548"/>
                  <a:pt x="158885" y="145694"/>
                  <a:pt x="176368" y="146927"/>
                </a:cubicBezTo>
                <a:cubicBezTo>
                  <a:pt x="205380" y="148973"/>
                  <a:pt x="204499" y="148736"/>
                  <a:pt x="211382" y="156343"/>
                </a:cubicBezTo>
                <a:cubicBezTo>
                  <a:pt x="219859" y="165712"/>
                  <a:pt x="228327" y="167989"/>
                  <a:pt x="230401" y="161456"/>
                </a:cubicBezTo>
                <a:cubicBezTo>
                  <a:pt x="231901" y="156729"/>
                  <a:pt x="241748" y="152072"/>
                  <a:pt x="244475" y="154799"/>
                </a:cubicBezTo>
                <a:cubicBezTo>
                  <a:pt x="248005" y="158329"/>
                  <a:pt x="238595" y="195092"/>
                  <a:pt x="229656" y="212698"/>
                </a:cubicBezTo>
                <a:cubicBezTo>
                  <a:pt x="224250" y="223347"/>
                  <a:pt x="218479" y="236706"/>
                  <a:pt x="216833" y="242385"/>
                </a:cubicBezTo>
                <a:cubicBezTo>
                  <a:pt x="208092" y="272545"/>
                  <a:pt x="205996" y="281464"/>
                  <a:pt x="205960" y="288674"/>
                </a:cubicBezTo>
                <a:cubicBezTo>
                  <a:pt x="205939" y="293031"/>
                  <a:pt x="204795" y="298338"/>
                  <a:pt x="203418" y="300468"/>
                </a:cubicBezTo>
                <a:cubicBezTo>
                  <a:pt x="201194" y="303910"/>
                  <a:pt x="200920" y="303910"/>
                  <a:pt x="200956" y="300468"/>
                </a:cubicBezTo>
                <a:cubicBezTo>
                  <a:pt x="201123" y="284393"/>
                  <a:pt x="207229" y="256741"/>
                  <a:pt x="214917" y="237240"/>
                </a:cubicBezTo>
                <a:cubicBezTo>
                  <a:pt x="219951" y="224471"/>
                  <a:pt x="224070" y="212844"/>
                  <a:pt x="224070" y="211401"/>
                </a:cubicBezTo>
                <a:cubicBezTo>
                  <a:pt x="224070" y="209958"/>
                  <a:pt x="221625" y="207250"/>
                  <a:pt x="218637" y="205384"/>
                </a:cubicBezTo>
                <a:cubicBezTo>
                  <a:pt x="215583" y="203477"/>
                  <a:pt x="213971" y="203233"/>
                  <a:pt x="214956" y="204826"/>
                </a:cubicBezTo>
                <a:cubicBezTo>
                  <a:pt x="215920" y="206386"/>
                  <a:pt x="215897" y="211356"/>
                  <a:pt x="214905" y="215873"/>
                </a:cubicBezTo>
                <a:lnTo>
                  <a:pt x="213101" y="224084"/>
                </a:lnTo>
                <a:lnTo>
                  <a:pt x="208491" y="218391"/>
                </a:lnTo>
                <a:cubicBezTo>
                  <a:pt x="202731" y="211277"/>
                  <a:pt x="199260" y="211160"/>
                  <a:pt x="197466" y="218019"/>
                </a:cubicBezTo>
                <a:cubicBezTo>
                  <a:pt x="196615" y="221276"/>
                  <a:pt x="197499" y="223887"/>
                  <a:pt x="199747" y="224749"/>
                </a:cubicBezTo>
                <a:cubicBezTo>
                  <a:pt x="201766" y="225524"/>
                  <a:pt x="203418" y="227264"/>
                  <a:pt x="203418" y="228616"/>
                </a:cubicBezTo>
                <a:cubicBezTo>
                  <a:pt x="203418" y="229967"/>
                  <a:pt x="202337" y="230405"/>
                  <a:pt x="201015" y="229588"/>
                </a:cubicBezTo>
                <a:cubicBezTo>
                  <a:pt x="199694" y="228771"/>
                  <a:pt x="197882" y="229283"/>
                  <a:pt x="196991" y="230726"/>
                </a:cubicBezTo>
                <a:cubicBezTo>
                  <a:pt x="196099" y="232169"/>
                  <a:pt x="196692" y="233350"/>
                  <a:pt x="198308" y="233350"/>
                </a:cubicBezTo>
                <a:cubicBezTo>
                  <a:pt x="200240" y="233350"/>
                  <a:pt x="200656" y="236041"/>
                  <a:pt x="199523" y="241200"/>
                </a:cubicBezTo>
                <a:cubicBezTo>
                  <a:pt x="198474" y="245978"/>
                  <a:pt x="199012" y="250512"/>
                  <a:pt x="200899" y="252786"/>
                </a:cubicBezTo>
                <a:cubicBezTo>
                  <a:pt x="203352" y="255741"/>
                  <a:pt x="203212" y="256824"/>
                  <a:pt x="200228" y="257969"/>
                </a:cubicBezTo>
                <a:cubicBezTo>
                  <a:pt x="197388" y="259059"/>
                  <a:pt x="196716" y="262734"/>
                  <a:pt x="197509" y="272843"/>
                </a:cubicBezTo>
                <a:cubicBezTo>
                  <a:pt x="198508" y="285590"/>
                  <a:pt x="198348" y="286008"/>
                  <a:pt x="194340" y="281107"/>
                </a:cubicBezTo>
                <a:cubicBezTo>
                  <a:pt x="190355" y="276233"/>
                  <a:pt x="190188" y="276860"/>
                  <a:pt x="191370" y="292273"/>
                </a:cubicBezTo>
                <a:cubicBezTo>
                  <a:pt x="192505" y="307076"/>
                  <a:pt x="195674" y="318043"/>
                  <a:pt x="195674" y="307167"/>
                </a:cubicBezTo>
                <a:cubicBezTo>
                  <a:pt x="195674" y="303112"/>
                  <a:pt x="196059" y="303066"/>
                  <a:pt x="199681" y="306687"/>
                </a:cubicBezTo>
                <a:cubicBezTo>
                  <a:pt x="202942" y="309948"/>
                  <a:pt x="203185" y="312507"/>
                  <a:pt x="200986" y="320424"/>
                </a:cubicBezTo>
                <a:cubicBezTo>
                  <a:pt x="199500" y="325776"/>
                  <a:pt x="198103" y="334801"/>
                  <a:pt x="197882" y="340480"/>
                </a:cubicBezTo>
                <a:lnTo>
                  <a:pt x="197480" y="350806"/>
                </a:lnTo>
                <a:lnTo>
                  <a:pt x="195674" y="339189"/>
                </a:lnTo>
                <a:cubicBezTo>
                  <a:pt x="194403" y="331014"/>
                  <a:pt x="193753" y="337239"/>
                  <a:pt x="193480" y="360201"/>
                </a:cubicBezTo>
                <a:cubicBezTo>
                  <a:pt x="193236" y="380786"/>
                  <a:pt x="194603" y="400790"/>
                  <a:pt x="197184" y="414396"/>
                </a:cubicBezTo>
                <a:cubicBezTo>
                  <a:pt x="200612" y="432468"/>
                  <a:pt x="200758" y="438399"/>
                  <a:pt x="198086" y="450991"/>
                </a:cubicBezTo>
                <a:cubicBezTo>
                  <a:pt x="196258" y="459605"/>
                  <a:pt x="194082" y="464699"/>
                  <a:pt x="192986" y="462927"/>
                </a:cubicBezTo>
                <a:cubicBezTo>
                  <a:pt x="191158" y="459970"/>
                  <a:pt x="190587" y="461135"/>
                  <a:pt x="186260" y="476652"/>
                </a:cubicBezTo>
                <a:cubicBezTo>
                  <a:pt x="185567" y="479136"/>
                  <a:pt x="186240" y="481169"/>
                  <a:pt x="187756" y="481169"/>
                </a:cubicBezTo>
                <a:cubicBezTo>
                  <a:pt x="189271" y="481169"/>
                  <a:pt x="190682" y="479136"/>
                  <a:pt x="190891" y="476652"/>
                </a:cubicBezTo>
                <a:cubicBezTo>
                  <a:pt x="191099" y="474167"/>
                  <a:pt x="192060" y="479104"/>
                  <a:pt x="193026" y="487623"/>
                </a:cubicBezTo>
                <a:cubicBezTo>
                  <a:pt x="193992" y="496142"/>
                  <a:pt x="194538" y="503459"/>
                  <a:pt x="194241" y="503884"/>
                </a:cubicBezTo>
                <a:cubicBezTo>
                  <a:pt x="193943" y="504308"/>
                  <a:pt x="188265" y="499952"/>
                  <a:pt x="181623" y="494203"/>
                </a:cubicBezTo>
                <a:close/>
              </a:path>
            </a:pathLst>
          </a:custGeom>
          <a:solidFill>
            <a:srgbClr val="B9B9B9"/>
          </a:solidFill>
          <a:ln w="5163" cap="flat">
            <a:noFill/>
            <a:prstDash val="solid"/>
            <a:miter/>
          </a:ln>
        </p:spPr>
        <p:txBody>
          <a:bodyPr/>
          <a:lstStyle/>
          <a:p>
            <a:endParaRPr lang="es-419" noProof="0" dirty="0"/>
          </a:p>
        </p:txBody>
      </p:sp>
      <p:sp>
        <p:nvSpPr>
          <p:cNvPr id="53" name="Forma libre: forma 52">
            <a:extLst>
              <a:ext uri="{FF2B5EF4-FFF2-40B4-BE49-F238E27FC236}">
                <a16:creationId xmlns:a16="http://schemas.microsoft.com/office/drawing/2014/main" id="{13A30B92-1331-7B3D-3243-C6E9CC88ADF4}"/>
              </a:ext>
            </a:extLst>
          </p:cNvPr>
          <p:cNvSpPr/>
          <p:nvPr/>
        </p:nvSpPr>
        <p:spPr>
          <a:xfrm>
            <a:off x="920115" y="1646957"/>
            <a:ext cx="379561" cy="415583"/>
          </a:xfrm>
          <a:custGeom>
            <a:avLst/>
            <a:gdLst>
              <a:gd name="csX0" fmla="*/ 203090 w 379561"/>
              <a:gd name="csY0" fmla="*/ 414284 h 415583"/>
              <a:gd name="csX1" fmla="*/ 197077 w 379561"/>
              <a:gd name="csY1" fmla="*/ 404675 h 415583"/>
              <a:gd name="csX2" fmla="*/ 192271 w 379561"/>
              <a:gd name="csY2" fmla="*/ 395646 h 415583"/>
              <a:gd name="csX3" fmla="*/ 171007 w 379561"/>
              <a:gd name="csY3" fmla="*/ 397866 h 415583"/>
              <a:gd name="csX4" fmla="*/ 166946 w 379561"/>
              <a:gd name="csY4" fmla="*/ 392738 h 415583"/>
              <a:gd name="csX5" fmla="*/ 171214 w 379561"/>
              <a:gd name="csY5" fmla="*/ 375323 h 415583"/>
              <a:gd name="csX6" fmla="*/ 168526 w 379561"/>
              <a:gd name="csY6" fmla="*/ 359903 h 415583"/>
              <a:gd name="csX7" fmla="*/ 135682 w 379561"/>
              <a:gd name="csY7" fmla="*/ 348579 h 415583"/>
              <a:gd name="csX8" fmla="*/ 130456 w 379561"/>
              <a:gd name="csY8" fmla="*/ 344743 h 415583"/>
              <a:gd name="csX9" fmla="*/ 123707 w 379561"/>
              <a:gd name="csY9" fmla="*/ 339434 h 415583"/>
              <a:gd name="csX10" fmla="*/ 111898 w 379561"/>
              <a:gd name="csY10" fmla="*/ 326710 h 415583"/>
              <a:gd name="csX11" fmla="*/ 102819 w 379561"/>
              <a:gd name="csY11" fmla="*/ 312359 h 415583"/>
              <a:gd name="csX12" fmla="*/ 100189 w 379561"/>
              <a:gd name="csY12" fmla="*/ 303716 h 415583"/>
              <a:gd name="csX13" fmla="*/ 96495 w 379561"/>
              <a:gd name="csY13" fmla="*/ 291424 h 415583"/>
              <a:gd name="csX14" fmla="*/ 91114 w 379561"/>
              <a:gd name="csY14" fmla="*/ 269668 h 415583"/>
              <a:gd name="csX15" fmla="*/ 73368 w 379561"/>
              <a:gd name="csY15" fmla="*/ 228658 h 415583"/>
              <a:gd name="csX16" fmla="*/ 56149 w 379561"/>
              <a:gd name="csY16" fmla="*/ 225592 h 415583"/>
              <a:gd name="csX17" fmla="*/ 38234 w 379561"/>
              <a:gd name="csY17" fmla="*/ 218995 h 415583"/>
              <a:gd name="csX18" fmla="*/ 14702 w 379561"/>
              <a:gd name="csY18" fmla="*/ 179229 h 415583"/>
              <a:gd name="csX19" fmla="*/ 4675 w 379561"/>
              <a:gd name="csY19" fmla="*/ 165798 h 415583"/>
              <a:gd name="csX20" fmla="*/ 1771 w 379561"/>
              <a:gd name="csY20" fmla="*/ 155184 h 415583"/>
              <a:gd name="csX21" fmla="*/ 712 w 379561"/>
              <a:gd name="csY21" fmla="*/ 126667 h 415583"/>
              <a:gd name="csX22" fmla="*/ 2557 w 379561"/>
              <a:gd name="csY22" fmla="*/ 104522 h 415583"/>
              <a:gd name="csX23" fmla="*/ 16402 w 379561"/>
              <a:gd name="csY23" fmla="*/ 104522 h 415583"/>
              <a:gd name="csX24" fmla="*/ 46584 w 379561"/>
              <a:gd name="csY24" fmla="*/ 95540 h 415583"/>
              <a:gd name="csX25" fmla="*/ 48520 w 379561"/>
              <a:gd name="csY25" fmla="*/ 81044 h 415583"/>
              <a:gd name="csX26" fmla="*/ 53693 w 379561"/>
              <a:gd name="csY26" fmla="*/ 64536 h 415583"/>
              <a:gd name="csX27" fmla="*/ 57236 w 379561"/>
              <a:gd name="csY27" fmla="*/ 49938 h 415583"/>
              <a:gd name="csX28" fmla="*/ 61307 w 379561"/>
              <a:gd name="csY28" fmla="*/ 39986 h 415583"/>
              <a:gd name="csX29" fmla="*/ 72238 w 379561"/>
              <a:gd name="csY29" fmla="*/ 37166 h 415583"/>
              <a:gd name="csX30" fmla="*/ 75921 w 379561"/>
              <a:gd name="csY30" fmla="*/ 26420 h 415583"/>
              <a:gd name="csX31" fmla="*/ 86217 w 379561"/>
              <a:gd name="csY31" fmla="*/ 9008 h 415583"/>
              <a:gd name="csX32" fmla="*/ 91229 w 379561"/>
              <a:gd name="csY32" fmla="*/ 3610 h 415583"/>
              <a:gd name="csX33" fmla="*/ 100572 w 379561"/>
              <a:gd name="csY33" fmla="*/ 6016 h 415583"/>
              <a:gd name="csX34" fmla="*/ 115842 w 379561"/>
              <a:gd name="csY34" fmla="*/ 15498 h 415583"/>
              <a:gd name="csX35" fmla="*/ 130061 w 379561"/>
              <a:gd name="csY35" fmla="*/ 25801 h 415583"/>
              <a:gd name="csX36" fmla="*/ 153502 w 379561"/>
              <a:gd name="csY36" fmla="*/ 36020 h 415583"/>
              <a:gd name="csX37" fmla="*/ 166647 w 379561"/>
              <a:gd name="csY37" fmla="*/ 35196 h 415583"/>
              <a:gd name="csX38" fmla="*/ 177014 w 379561"/>
              <a:gd name="csY38" fmla="*/ 35079 h 415583"/>
              <a:gd name="csX39" fmla="*/ 199575 w 379561"/>
              <a:gd name="csY39" fmla="*/ 42570 h 415583"/>
              <a:gd name="csX40" fmla="*/ 223114 w 379561"/>
              <a:gd name="csY40" fmla="*/ 30983 h 415583"/>
              <a:gd name="csX41" fmla="*/ 243392 w 379561"/>
              <a:gd name="csY41" fmla="*/ 13562 h 415583"/>
              <a:gd name="csX42" fmla="*/ 257664 w 379561"/>
              <a:gd name="csY42" fmla="*/ 14175 h 415583"/>
              <a:gd name="csX43" fmla="*/ 270020 w 379561"/>
              <a:gd name="csY43" fmla="*/ 16753 h 415583"/>
              <a:gd name="csX44" fmla="*/ 290519 w 379561"/>
              <a:gd name="csY44" fmla="*/ 30455 h 415583"/>
              <a:gd name="csX45" fmla="*/ 307913 w 379561"/>
              <a:gd name="csY45" fmla="*/ 52734 h 415583"/>
              <a:gd name="csX46" fmla="*/ 307918 w 379561"/>
              <a:gd name="csY46" fmla="*/ 71135 h 415583"/>
              <a:gd name="csX47" fmla="*/ 305239 w 379561"/>
              <a:gd name="csY47" fmla="*/ 92635 h 415583"/>
              <a:gd name="csX48" fmla="*/ 300393 w 379561"/>
              <a:gd name="csY48" fmla="*/ 116124 h 415583"/>
              <a:gd name="csX49" fmla="*/ 296534 w 379561"/>
              <a:gd name="csY49" fmla="*/ 139467 h 415583"/>
              <a:gd name="csX50" fmla="*/ 294862 w 379561"/>
              <a:gd name="csY50" fmla="*/ 144381 h 415583"/>
              <a:gd name="csX51" fmla="*/ 302443 w 379561"/>
              <a:gd name="csY51" fmla="*/ 174221 h 415583"/>
              <a:gd name="csX52" fmla="*/ 331579 w 379561"/>
              <a:gd name="csY52" fmla="*/ 200036 h 415583"/>
              <a:gd name="csX53" fmla="*/ 345885 w 379561"/>
              <a:gd name="csY53" fmla="*/ 204322 h 415583"/>
              <a:gd name="csX54" fmla="*/ 358173 w 379561"/>
              <a:gd name="csY54" fmla="*/ 192088 h 415583"/>
              <a:gd name="csX55" fmla="*/ 365209 w 379561"/>
              <a:gd name="csY55" fmla="*/ 177533 h 415583"/>
              <a:gd name="csX56" fmla="*/ 378528 w 379561"/>
              <a:gd name="csY56" fmla="*/ 217259 h 415583"/>
              <a:gd name="csX57" fmla="*/ 379561 w 379561"/>
              <a:gd name="csY57" fmla="*/ 233192 h 415583"/>
              <a:gd name="csX58" fmla="*/ 368302 w 379561"/>
              <a:gd name="csY58" fmla="*/ 234810 h 415583"/>
              <a:gd name="csX59" fmla="*/ 342845 w 379561"/>
              <a:gd name="csY59" fmla="*/ 234877 h 415583"/>
              <a:gd name="csX60" fmla="*/ 294625 w 379561"/>
              <a:gd name="csY60" fmla="*/ 235311 h 415583"/>
              <a:gd name="csX61" fmla="*/ 265550 w 379561"/>
              <a:gd name="csY61" fmla="*/ 264572 h 415583"/>
              <a:gd name="csX62" fmla="*/ 257155 w 379561"/>
              <a:gd name="csY62" fmla="*/ 290178 h 415583"/>
              <a:gd name="csX63" fmla="*/ 253059 w 379561"/>
              <a:gd name="csY63" fmla="*/ 303293 h 415583"/>
              <a:gd name="csX64" fmla="*/ 248021 w 379561"/>
              <a:gd name="csY64" fmla="*/ 307811 h 415583"/>
              <a:gd name="csX65" fmla="*/ 241573 w 379561"/>
              <a:gd name="csY65" fmla="*/ 316201 h 415583"/>
              <a:gd name="csX66" fmla="*/ 230054 w 379561"/>
              <a:gd name="csY66" fmla="*/ 378609 h 415583"/>
              <a:gd name="csX67" fmla="*/ 225886 w 379561"/>
              <a:gd name="csY67" fmla="*/ 411224 h 415583"/>
              <a:gd name="csX68" fmla="*/ 203090 w 379561"/>
              <a:gd name="csY68" fmla="*/ 414284 h 4155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Lst>
            <a:rect l="l" t="t" r="r" b="b"/>
            <a:pathLst>
              <a:path w="379561" h="415583">
                <a:moveTo>
                  <a:pt x="203090" y="414284"/>
                </a:moveTo>
                <a:cubicBezTo>
                  <a:pt x="200763" y="412907"/>
                  <a:pt x="198058" y="408583"/>
                  <a:pt x="197077" y="404675"/>
                </a:cubicBezTo>
                <a:cubicBezTo>
                  <a:pt x="196096" y="400766"/>
                  <a:pt x="193933" y="396703"/>
                  <a:pt x="192271" y="395646"/>
                </a:cubicBezTo>
                <a:cubicBezTo>
                  <a:pt x="187214" y="392429"/>
                  <a:pt x="177806" y="393412"/>
                  <a:pt x="171007" y="397866"/>
                </a:cubicBezTo>
                <a:cubicBezTo>
                  <a:pt x="162395" y="403509"/>
                  <a:pt x="159848" y="400293"/>
                  <a:pt x="166946" y="392738"/>
                </a:cubicBezTo>
                <a:cubicBezTo>
                  <a:pt x="171625" y="387757"/>
                  <a:pt x="172379" y="384679"/>
                  <a:pt x="171214" y="375323"/>
                </a:cubicBezTo>
                <a:cubicBezTo>
                  <a:pt x="170436" y="369072"/>
                  <a:pt x="169226" y="362133"/>
                  <a:pt x="168526" y="359903"/>
                </a:cubicBezTo>
                <a:cubicBezTo>
                  <a:pt x="167058" y="355229"/>
                  <a:pt x="141404" y="346384"/>
                  <a:pt x="135682" y="348579"/>
                </a:cubicBezTo>
                <a:cubicBezTo>
                  <a:pt x="133235" y="349518"/>
                  <a:pt x="131342" y="348128"/>
                  <a:pt x="130456" y="344743"/>
                </a:cubicBezTo>
                <a:cubicBezTo>
                  <a:pt x="129618" y="341535"/>
                  <a:pt x="126946" y="339434"/>
                  <a:pt x="123707" y="339434"/>
                </a:cubicBezTo>
                <a:cubicBezTo>
                  <a:pt x="119877" y="339434"/>
                  <a:pt x="116504" y="335800"/>
                  <a:pt x="111898" y="326710"/>
                </a:cubicBezTo>
                <a:cubicBezTo>
                  <a:pt x="108351" y="319711"/>
                  <a:pt x="104266" y="313253"/>
                  <a:pt x="102819" y="312359"/>
                </a:cubicBezTo>
                <a:cubicBezTo>
                  <a:pt x="101373" y="311465"/>
                  <a:pt x="100189" y="307575"/>
                  <a:pt x="100189" y="303716"/>
                </a:cubicBezTo>
                <a:cubicBezTo>
                  <a:pt x="100189" y="299856"/>
                  <a:pt x="98526" y="294325"/>
                  <a:pt x="96495" y="291424"/>
                </a:cubicBezTo>
                <a:cubicBezTo>
                  <a:pt x="94463" y="288523"/>
                  <a:pt x="92041" y="278733"/>
                  <a:pt x="91114" y="269668"/>
                </a:cubicBezTo>
                <a:cubicBezTo>
                  <a:pt x="89247" y="251425"/>
                  <a:pt x="83480" y="238096"/>
                  <a:pt x="73368" y="228658"/>
                </a:cubicBezTo>
                <a:cubicBezTo>
                  <a:pt x="67157" y="222862"/>
                  <a:pt x="65968" y="222650"/>
                  <a:pt x="56149" y="225592"/>
                </a:cubicBezTo>
                <a:cubicBezTo>
                  <a:pt x="44901" y="228962"/>
                  <a:pt x="38234" y="226507"/>
                  <a:pt x="38234" y="218995"/>
                </a:cubicBezTo>
                <a:cubicBezTo>
                  <a:pt x="38234" y="211509"/>
                  <a:pt x="24381" y="188100"/>
                  <a:pt x="14702" y="179229"/>
                </a:cubicBezTo>
                <a:cubicBezTo>
                  <a:pt x="9187" y="174175"/>
                  <a:pt x="4675" y="168131"/>
                  <a:pt x="4675" y="165798"/>
                </a:cubicBezTo>
                <a:cubicBezTo>
                  <a:pt x="4675" y="163466"/>
                  <a:pt x="3368" y="158689"/>
                  <a:pt x="1771" y="155184"/>
                </a:cubicBezTo>
                <a:cubicBezTo>
                  <a:pt x="-157" y="150952"/>
                  <a:pt x="-513" y="141373"/>
                  <a:pt x="712" y="126667"/>
                </a:cubicBezTo>
                <a:lnTo>
                  <a:pt x="2557" y="104522"/>
                </a:lnTo>
                <a:lnTo>
                  <a:pt x="16402" y="104522"/>
                </a:lnTo>
                <a:cubicBezTo>
                  <a:pt x="30035" y="104522"/>
                  <a:pt x="42866" y="100703"/>
                  <a:pt x="46584" y="95540"/>
                </a:cubicBezTo>
                <a:cubicBezTo>
                  <a:pt x="47627" y="94091"/>
                  <a:pt x="48499" y="87568"/>
                  <a:pt x="48520" y="81044"/>
                </a:cubicBezTo>
                <a:cubicBezTo>
                  <a:pt x="48549" y="72518"/>
                  <a:pt x="50004" y="67875"/>
                  <a:pt x="53693" y="64536"/>
                </a:cubicBezTo>
                <a:cubicBezTo>
                  <a:pt x="57798" y="60822"/>
                  <a:pt x="58508" y="57895"/>
                  <a:pt x="57236" y="49938"/>
                </a:cubicBezTo>
                <a:cubicBezTo>
                  <a:pt x="55795" y="40930"/>
                  <a:pt x="56182" y="39986"/>
                  <a:pt x="61307" y="39986"/>
                </a:cubicBezTo>
                <a:cubicBezTo>
                  <a:pt x="64421" y="39986"/>
                  <a:pt x="69340" y="38717"/>
                  <a:pt x="72238" y="37166"/>
                </a:cubicBezTo>
                <a:cubicBezTo>
                  <a:pt x="76432" y="34922"/>
                  <a:pt x="77183" y="32731"/>
                  <a:pt x="75921" y="26420"/>
                </a:cubicBezTo>
                <a:cubicBezTo>
                  <a:pt x="74260" y="18119"/>
                  <a:pt x="79648" y="9008"/>
                  <a:pt x="86217" y="9008"/>
                </a:cubicBezTo>
                <a:cubicBezTo>
                  <a:pt x="88031" y="9008"/>
                  <a:pt x="90286" y="6579"/>
                  <a:pt x="91229" y="3610"/>
                </a:cubicBezTo>
                <a:cubicBezTo>
                  <a:pt x="92878" y="-1587"/>
                  <a:pt x="93226" y="-1498"/>
                  <a:pt x="100572" y="6016"/>
                </a:cubicBezTo>
                <a:cubicBezTo>
                  <a:pt x="104769" y="10308"/>
                  <a:pt x="111640" y="14575"/>
                  <a:pt x="115842" y="15498"/>
                </a:cubicBezTo>
                <a:cubicBezTo>
                  <a:pt x="120151" y="16445"/>
                  <a:pt x="126350" y="20937"/>
                  <a:pt x="130061" y="25801"/>
                </a:cubicBezTo>
                <a:cubicBezTo>
                  <a:pt x="137904" y="36084"/>
                  <a:pt x="151245" y="41900"/>
                  <a:pt x="153502" y="36020"/>
                </a:cubicBezTo>
                <a:cubicBezTo>
                  <a:pt x="155231" y="31515"/>
                  <a:pt x="162509" y="31058"/>
                  <a:pt x="166647" y="35196"/>
                </a:cubicBezTo>
                <a:cubicBezTo>
                  <a:pt x="168865" y="37413"/>
                  <a:pt x="171448" y="37384"/>
                  <a:pt x="177014" y="35079"/>
                </a:cubicBezTo>
                <a:cubicBezTo>
                  <a:pt x="186293" y="31236"/>
                  <a:pt x="197119" y="34830"/>
                  <a:pt x="199575" y="42570"/>
                </a:cubicBezTo>
                <a:cubicBezTo>
                  <a:pt x="202586" y="52057"/>
                  <a:pt x="211392" y="47722"/>
                  <a:pt x="223114" y="30983"/>
                </a:cubicBezTo>
                <a:cubicBezTo>
                  <a:pt x="231922" y="18404"/>
                  <a:pt x="235698" y="15160"/>
                  <a:pt x="243392" y="13562"/>
                </a:cubicBezTo>
                <a:cubicBezTo>
                  <a:pt x="248841" y="12430"/>
                  <a:pt x="254889" y="12690"/>
                  <a:pt x="257664" y="14175"/>
                </a:cubicBezTo>
                <a:cubicBezTo>
                  <a:pt x="260313" y="15593"/>
                  <a:pt x="265874" y="16753"/>
                  <a:pt x="270020" y="16753"/>
                </a:cubicBezTo>
                <a:cubicBezTo>
                  <a:pt x="275778" y="16753"/>
                  <a:pt x="280624" y="19992"/>
                  <a:pt x="290519" y="30455"/>
                </a:cubicBezTo>
                <a:cubicBezTo>
                  <a:pt x="297647" y="37991"/>
                  <a:pt x="305474" y="48017"/>
                  <a:pt x="307913" y="52734"/>
                </a:cubicBezTo>
                <a:cubicBezTo>
                  <a:pt x="312104" y="60839"/>
                  <a:pt x="312105" y="61851"/>
                  <a:pt x="307918" y="71135"/>
                </a:cubicBezTo>
                <a:cubicBezTo>
                  <a:pt x="304686" y="78303"/>
                  <a:pt x="303961" y="84117"/>
                  <a:pt x="305239" y="92635"/>
                </a:cubicBezTo>
                <a:cubicBezTo>
                  <a:pt x="306699" y="102374"/>
                  <a:pt x="305896" y="106269"/>
                  <a:pt x="300393" y="116124"/>
                </a:cubicBezTo>
                <a:cubicBezTo>
                  <a:pt x="293385" y="128678"/>
                  <a:pt x="292058" y="136701"/>
                  <a:pt x="296534" y="139467"/>
                </a:cubicBezTo>
                <a:cubicBezTo>
                  <a:pt x="298276" y="140544"/>
                  <a:pt x="297669" y="142329"/>
                  <a:pt x="294862" y="144381"/>
                </a:cubicBezTo>
                <a:cubicBezTo>
                  <a:pt x="289162" y="148549"/>
                  <a:pt x="291010" y="155821"/>
                  <a:pt x="302443" y="174221"/>
                </a:cubicBezTo>
                <a:cubicBezTo>
                  <a:pt x="315893" y="195868"/>
                  <a:pt x="320598" y="200036"/>
                  <a:pt x="331579" y="200036"/>
                </a:cubicBezTo>
                <a:cubicBezTo>
                  <a:pt x="336873" y="200036"/>
                  <a:pt x="343264" y="201951"/>
                  <a:pt x="345885" y="204322"/>
                </a:cubicBezTo>
                <a:cubicBezTo>
                  <a:pt x="351730" y="209612"/>
                  <a:pt x="352148" y="209195"/>
                  <a:pt x="358173" y="192088"/>
                </a:cubicBezTo>
                <a:cubicBezTo>
                  <a:pt x="360854" y="184473"/>
                  <a:pt x="364021" y="177924"/>
                  <a:pt x="365209" y="177533"/>
                </a:cubicBezTo>
                <a:cubicBezTo>
                  <a:pt x="369150" y="176239"/>
                  <a:pt x="377478" y="201079"/>
                  <a:pt x="378528" y="217259"/>
                </a:cubicBezTo>
                <a:lnTo>
                  <a:pt x="379561" y="233192"/>
                </a:lnTo>
                <a:lnTo>
                  <a:pt x="368302" y="234810"/>
                </a:lnTo>
                <a:cubicBezTo>
                  <a:pt x="362110" y="235699"/>
                  <a:pt x="350654" y="235730"/>
                  <a:pt x="342845" y="234877"/>
                </a:cubicBezTo>
                <a:cubicBezTo>
                  <a:pt x="300900" y="230295"/>
                  <a:pt x="296475" y="230334"/>
                  <a:pt x="294625" y="235311"/>
                </a:cubicBezTo>
                <a:cubicBezTo>
                  <a:pt x="292370" y="241375"/>
                  <a:pt x="269321" y="264572"/>
                  <a:pt x="265550" y="264572"/>
                </a:cubicBezTo>
                <a:cubicBezTo>
                  <a:pt x="261474" y="264572"/>
                  <a:pt x="258070" y="274955"/>
                  <a:pt x="257155" y="290178"/>
                </a:cubicBezTo>
                <a:cubicBezTo>
                  <a:pt x="256642" y="298710"/>
                  <a:pt x="255211" y="303293"/>
                  <a:pt x="253059" y="303293"/>
                </a:cubicBezTo>
                <a:cubicBezTo>
                  <a:pt x="251239" y="303294"/>
                  <a:pt x="248973" y="305327"/>
                  <a:pt x="248021" y="307811"/>
                </a:cubicBezTo>
                <a:cubicBezTo>
                  <a:pt x="247070" y="310296"/>
                  <a:pt x="244168" y="314071"/>
                  <a:pt x="241573" y="316201"/>
                </a:cubicBezTo>
                <a:cubicBezTo>
                  <a:pt x="235220" y="321415"/>
                  <a:pt x="231367" y="342287"/>
                  <a:pt x="230054" y="378609"/>
                </a:cubicBezTo>
                <a:cubicBezTo>
                  <a:pt x="229366" y="397612"/>
                  <a:pt x="227827" y="409663"/>
                  <a:pt x="225886" y="411224"/>
                </a:cubicBezTo>
                <a:cubicBezTo>
                  <a:pt x="220922" y="415217"/>
                  <a:pt x="207671" y="416995"/>
                  <a:pt x="203090" y="414284"/>
                </a:cubicBezTo>
                <a:close/>
              </a:path>
            </a:pathLst>
          </a:custGeom>
          <a:solidFill>
            <a:srgbClr val="B9B9B9"/>
          </a:solidFill>
          <a:ln w="5163" cap="flat">
            <a:noFill/>
            <a:prstDash val="solid"/>
            <a:miter/>
          </a:ln>
        </p:spPr>
        <p:txBody>
          <a:bodyPr/>
          <a:lstStyle/>
          <a:p>
            <a:endParaRPr lang="es-419" noProof="0" dirty="0"/>
          </a:p>
        </p:txBody>
      </p:sp>
      <p:sp>
        <p:nvSpPr>
          <p:cNvPr id="54" name="Forma libre: forma 53">
            <a:extLst>
              <a:ext uri="{FF2B5EF4-FFF2-40B4-BE49-F238E27FC236}">
                <a16:creationId xmlns:a16="http://schemas.microsoft.com/office/drawing/2014/main" id="{2AF9F768-27BD-95AD-22D3-A4FB3AED472E}"/>
              </a:ext>
            </a:extLst>
          </p:cNvPr>
          <p:cNvSpPr/>
          <p:nvPr/>
        </p:nvSpPr>
        <p:spPr>
          <a:xfrm>
            <a:off x="845627" y="1846993"/>
            <a:ext cx="4301" cy="5162"/>
          </a:xfrm>
          <a:custGeom>
            <a:avLst/>
            <a:gdLst>
              <a:gd name="csX0" fmla="*/ 4301 w 4301"/>
              <a:gd name="csY0" fmla="*/ 2581 h 5162"/>
              <a:gd name="csX1" fmla="*/ 1567 w 4301"/>
              <a:gd name="csY1" fmla="*/ 0 h 5162"/>
              <a:gd name="csX2" fmla="*/ 429 w 4301"/>
              <a:gd name="csY2" fmla="*/ 2581 h 5162"/>
              <a:gd name="csX3" fmla="*/ 3163 w 4301"/>
              <a:gd name="csY3" fmla="*/ 5163 h 5162"/>
              <a:gd name="csX4" fmla="*/ 4301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4301" y="2581"/>
                </a:moveTo>
                <a:cubicBezTo>
                  <a:pt x="4301" y="1162"/>
                  <a:pt x="3071" y="0"/>
                  <a:pt x="1567" y="0"/>
                </a:cubicBezTo>
                <a:cubicBezTo>
                  <a:pt x="64" y="0"/>
                  <a:pt x="-449" y="1162"/>
                  <a:pt x="429" y="2581"/>
                </a:cubicBezTo>
                <a:cubicBezTo>
                  <a:pt x="1306" y="4001"/>
                  <a:pt x="2537" y="5163"/>
                  <a:pt x="3163" y="5163"/>
                </a:cubicBezTo>
                <a:cubicBezTo>
                  <a:pt x="3789" y="5163"/>
                  <a:pt x="4301" y="4001"/>
                  <a:pt x="4301" y="2581"/>
                </a:cubicBezTo>
                <a:close/>
              </a:path>
            </a:pathLst>
          </a:custGeom>
          <a:solidFill>
            <a:srgbClr val="00C100"/>
          </a:solidFill>
          <a:ln w="5163" cap="flat">
            <a:noFill/>
            <a:prstDash val="solid"/>
            <a:miter/>
          </a:ln>
        </p:spPr>
        <p:txBody>
          <a:bodyPr/>
          <a:lstStyle/>
          <a:p>
            <a:endParaRPr lang="es-419" noProof="0" dirty="0"/>
          </a:p>
        </p:txBody>
      </p:sp>
      <p:sp>
        <p:nvSpPr>
          <p:cNvPr id="55" name="Forma libre: forma 54">
            <a:extLst>
              <a:ext uri="{FF2B5EF4-FFF2-40B4-BE49-F238E27FC236}">
                <a16:creationId xmlns:a16="http://schemas.microsoft.com/office/drawing/2014/main" id="{47EFED1C-1A37-A7A4-EF84-0AD0C8C552B6}"/>
              </a:ext>
            </a:extLst>
          </p:cNvPr>
          <p:cNvSpPr/>
          <p:nvPr/>
        </p:nvSpPr>
        <p:spPr>
          <a:xfrm>
            <a:off x="1407174" y="1572075"/>
            <a:ext cx="229470" cy="427142"/>
          </a:xfrm>
          <a:custGeom>
            <a:avLst/>
            <a:gdLst>
              <a:gd name="csX0" fmla="*/ 59479 w 229470"/>
              <a:gd name="csY0" fmla="*/ 423996 h 427142"/>
              <a:gd name="csX1" fmla="*/ 59694 w 229470"/>
              <a:gd name="csY1" fmla="*/ 396698 h 427142"/>
              <a:gd name="csX2" fmla="*/ 53195 w 229470"/>
              <a:gd name="csY2" fmla="*/ 362114 h 427142"/>
              <a:gd name="csX3" fmla="*/ 47446 w 229470"/>
              <a:gd name="csY3" fmla="*/ 337138 h 427142"/>
              <a:gd name="csX4" fmla="*/ 40306 w 229470"/>
              <a:gd name="csY4" fmla="*/ 312349 h 427142"/>
              <a:gd name="csX5" fmla="*/ 32609 w 229470"/>
              <a:gd name="csY5" fmla="*/ 289116 h 427142"/>
              <a:gd name="csX6" fmla="*/ 35070 w 229470"/>
              <a:gd name="csY6" fmla="*/ 271899 h 427142"/>
              <a:gd name="csX7" fmla="*/ 32418 w 229470"/>
              <a:gd name="csY7" fmla="*/ 260780 h 427142"/>
              <a:gd name="csX8" fmla="*/ 33172 w 229470"/>
              <a:gd name="csY8" fmla="*/ 247019 h 427142"/>
              <a:gd name="csX9" fmla="*/ 57856 w 229470"/>
              <a:gd name="csY9" fmla="*/ 240981 h 427142"/>
              <a:gd name="csX10" fmla="*/ 80243 w 229470"/>
              <a:gd name="csY10" fmla="*/ 236439 h 427142"/>
              <a:gd name="csX11" fmla="*/ 76436 w 229470"/>
              <a:gd name="csY11" fmla="*/ 228427 h 427142"/>
              <a:gd name="csX12" fmla="*/ 66283 w 229470"/>
              <a:gd name="csY12" fmla="*/ 225870 h 427142"/>
              <a:gd name="csX13" fmla="*/ 61369 w 229470"/>
              <a:gd name="csY13" fmla="*/ 221998 h 427142"/>
              <a:gd name="csX14" fmla="*/ 54487 w 229470"/>
              <a:gd name="csY14" fmla="*/ 218126 h 427142"/>
              <a:gd name="csX15" fmla="*/ 50882 w 229470"/>
              <a:gd name="csY15" fmla="*/ 215226 h 427142"/>
              <a:gd name="csX16" fmla="*/ 39078 w 229470"/>
              <a:gd name="csY16" fmla="*/ 199827 h 427142"/>
              <a:gd name="csX17" fmla="*/ 27028 w 229470"/>
              <a:gd name="csY17" fmla="*/ 179593 h 427142"/>
              <a:gd name="csX18" fmla="*/ 26078 w 229470"/>
              <a:gd name="csY18" fmla="*/ 170317 h 427142"/>
              <a:gd name="csX19" fmla="*/ 23581 w 229470"/>
              <a:gd name="csY19" fmla="*/ 162984 h 427142"/>
              <a:gd name="csX20" fmla="*/ 11790 w 229470"/>
              <a:gd name="csY20" fmla="*/ 145065 h 427142"/>
              <a:gd name="csX21" fmla="*/ 0 w 229470"/>
              <a:gd name="csY21" fmla="*/ 132934 h 427142"/>
              <a:gd name="csX22" fmla="*/ 16266 w 229470"/>
              <a:gd name="csY22" fmla="*/ 118970 h 427142"/>
              <a:gd name="csX23" fmla="*/ 37313 w 229470"/>
              <a:gd name="csY23" fmla="*/ 107565 h 427142"/>
              <a:gd name="csX24" fmla="*/ 42526 w 229470"/>
              <a:gd name="csY24" fmla="*/ 109268 h 427142"/>
              <a:gd name="csX25" fmla="*/ 48759 w 229470"/>
              <a:gd name="csY25" fmla="*/ 100129 h 427142"/>
              <a:gd name="csX26" fmla="*/ 49251 w 229470"/>
              <a:gd name="csY26" fmla="*/ 64399 h 427142"/>
              <a:gd name="csX27" fmla="*/ 38960 w 229470"/>
              <a:gd name="csY27" fmla="*/ 62708 h 427142"/>
              <a:gd name="csX28" fmla="*/ 28744 w 229470"/>
              <a:gd name="csY28" fmla="*/ 61040 h 427142"/>
              <a:gd name="csX29" fmla="*/ 53379 w 229470"/>
              <a:gd name="csY29" fmla="*/ 39197 h 427142"/>
              <a:gd name="csX30" fmla="*/ 71905 w 229470"/>
              <a:gd name="csY30" fmla="*/ 19485 h 427142"/>
              <a:gd name="csX31" fmla="*/ 90959 w 229470"/>
              <a:gd name="csY31" fmla="*/ 8717 h 427142"/>
              <a:gd name="csX32" fmla="*/ 109824 w 229470"/>
              <a:gd name="csY32" fmla="*/ 6256 h 427142"/>
              <a:gd name="csX33" fmla="*/ 121001 w 229470"/>
              <a:gd name="csY33" fmla="*/ 2822 h 427142"/>
              <a:gd name="csX34" fmla="*/ 122428 w 229470"/>
              <a:gd name="csY34" fmla="*/ 8347 h 427142"/>
              <a:gd name="csX35" fmla="*/ 111269 w 229470"/>
              <a:gd name="csY35" fmla="*/ 31492 h 427142"/>
              <a:gd name="csX36" fmla="*/ 125654 w 229470"/>
              <a:gd name="csY36" fmla="*/ 68353 h 427142"/>
              <a:gd name="csX37" fmla="*/ 129394 w 229470"/>
              <a:gd name="csY37" fmla="*/ 83822 h 427142"/>
              <a:gd name="csX38" fmla="*/ 132621 w 229470"/>
              <a:gd name="csY38" fmla="*/ 87380 h 427142"/>
              <a:gd name="csX39" fmla="*/ 129420 w 229470"/>
              <a:gd name="csY39" fmla="*/ 96950 h 427142"/>
              <a:gd name="csX40" fmla="*/ 135228 w 229470"/>
              <a:gd name="csY40" fmla="*/ 104581 h 427142"/>
              <a:gd name="csX41" fmla="*/ 149666 w 229470"/>
              <a:gd name="csY41" fmla="*/ 122913 h 427142"/>
              <a:gd name="csX42" fmla="*/ 159752 w 229470"/>
              <a:gd name="csY42" fmla="*/ 139280 h 427142"/>
              <a:gd name="csX43" fmla="*/ 168181 w 229470"/>
              <a:gd name="csY43" fmla="*/ 148315 h 427142"/>
              <a:gd name="csX44" fmla="*/ 179067 w 229470"/>
              <a:gd name="csY44" fmla="*/ 159986 h 427142"/>
              <a:gd name="csX45" fmla="*/ 189769 w 229470"/>
              <a:gd name="csY45" fmla="*/ 164249 h 427142"/>
              <a:gd name="csX46" fmla="*/ 197030 w 229470"/>
              <a:gd name="csY46" fmla="*/ 167037 h 427142"/>
              <a:gd name="csX47" fmla="*/ 208574 w 229470"/>
              <a:gd name="csY47" fmla="*/ 163915 h 427142"/>
              <a:gd name="csX48" fmla="*/ 216996 w 229470"/>
              <a:gd name="csY48" fmla="*/ 163915 h 427142"/>
              <a:gd name="csX49" fmla="*/ 217738 w 229470"/>
              <a:gd name="csY49" fmla="*/ 187794 h 427142"/>
              <a:gd name="csX50" fmla="*/ 224437 w 229470"/>
              <a:gd name="csY50" fmla="*/ 212516 h 427142"/>
              <a:gd name="csX51" fmla="*/ 229386 w 229470"/>
              <a:gd name="csY51" fmla="*/ 216389 h 427142"/>
              <a:gd name="csX52" fmla="*/ 185958 w 229470"/>
              <a:gd name="csY52" fmla="*/ 248433 h 427142"/>
              <a:gd name="csX53" fmla="*/ 168142 w 229470"/>
              <a:gd name="csY53" fmla="*/ 261325 h 427142"/>
              <a:gd name="csX54" fmla="*/ 158371 w 229470"/>
              <a:gd name="csY54" fmla="*/ 277501 h 427142"/>
              <a:gd name="csX55" fmla="*/ 143795 w 229470"/>
              <a:gd name="csY55" fmla="*/ 286536 h 427142"/>
              <a:gd name="csX56" fmla="*/ 128870 w 229470"/>
              <a:gd name="csY56" fmla="*/ 295569 h 427142"/>
              <a:gd name="csX57" fmla="*/ 127129 w 229470"/>
              <a:gd name="csY57" fmla="*/ 308193 h 427142"/>
              <a:gd name="csX58" fmla="*/ 130400 w 229470"/>
              <a:gd name="csY58" fmla="*/ 326436 h 427142"/>
              <a:gd name="csX59" fmla="*/ 134994 w 229470"/>
              <a:gd name="csY59" fmla="*/ 349937 h 427142"/>
              <a:gd name="csX60" fmla="*/ 142327 w 229470"/>
              <a:gd name="csY60" fmla="*/ 362849 h 427142"/>
              <a:gd name="csX61" fmla="*/ 123210 w 229470"/>
              <a:gd name="csY61" fmla="*/ 373013 h 427142"/>
              <a:gd name="csX62" fmla="*/ 101651 w 229470"/>
              <a:gd name="csY62" fmla="*/ 397639 h 427142"/>
              <a:gd name="csX63" fmla="*/ 95883 w 229470"/>
              <a:gd name="csY63" fmla="*/ 407869 h 427142"/>
              <a:gd name="csX64" fmla="*/ 86571 w 229470"/>
              <a:gd name="csY64" fmla="*/ 418453 h 427142"/>
              <a:gd name="csX65" fmla="*/ 80167 w 229470"/>
              <a:gd name="csY65" fmla="*/ 421479 h 427142"/>
              <a:gd name="csX66" fmla="*/ 70822 w 229470"/>
              <a:gd name="csY66" fmla="*/ 423763 h 427142"/>
              <a:gd name="csX67" fmla="*/ 59479 w 229470"/>
              <a:gd name="csY67" fmla="*/ 423996 h 42714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Lst>
            <a:rect l="l" t="t" r="r" b="b"/>
            <a:pathLst>
              <a:path w="229470" h="427142">
                <a:moveTo>
                  <a:pt x="59479" y="423996"/>
                </a:moveTo>
                <a:cubicBezTo>
                  <a:pt x="59345" y="422222"/>
                  <a:pt x="59442" y="409937"/>
                  <a:pt x="59694" y="396698"/>
                </a:cubicBezTo>
                <a:cubicBezTo>
                  <a:pt x="60117" y="374482"/>
                  <a:pt x="59616" y="371817"/>
                  <a:pt x="53195" y="362114"/>
                </a:cubicBezTo>
                <a:cubicBezTo>
                  <a:pt x="47165" y="353002"/>
                  <a:pt x="46399" y="349674"/>
                  <a:pt x="47446" y="337138"/>
                </a:cubicBezTo>
                <a:cubicBezTo>
                  <a:pt x="48558" y="323819"/>
                  <a:pt x="47993" y="321857"/>
                  <a:pt x="40306" y="312349"/>
                </a:cubicBezTo>
                <a:cubicBezTo>
                  <a:pt x="33058" y="303383"/>
                  <a:pt x="32044" y="300323"/>
                  <a:pt x="32609" y="289116"/>
                </a:cubicBezTo>
                <a:cubicBezTo>
                  <a:pt x="32967" y="282017"/>
                  <a:pt x="34074" y="274269"/>
                  <a:pt x="35070" y="271899"/>
                </a:cubicBezTo>
                <a:cubicBezTo>
                  <a:pt x="36124" y="269390"/>
                  <a:pt x="35017" y="264746"/>
                  <a:pt x="32418" y="260780"/>
                </a:cubicBezTo>
                <a:cubicBezTo>
                  <a:pt x="28144" y="254257"/>
                  <a:pt x="28176" y="253678"/>
                  <a:pt x="33172" y="247019"/>
                </a:cubicBezTo>
                <a:cubicBezTo>
                  <a:pt x="38159" y="240374"/>
                  <a:pt x="39247" y="240108"/>
                  <a:pt x="57856" y="240981"/>
                </a:cubicBezTo>
                <a:cubicBezTo>
                  <a:pt x="75524" y="241809"/>
                  <a:pt x="77593" y="241390"/>
                  <a:pt x="80243" y="236439"/>
                </a:cubicBezTo>
                <a:cubicBezTo>
                  <a:pt x="82790" y="231679"/>
                  <a:pt x="82305" y="230659"/>
                  <a:pt x="76436" y="228427"/>
                </a:cubicBezTo>
                <a:cubicBezTo>
                  <a:pt x="72737" y="227021"/>
                  <a:pt x="68168" y="225870"/>
                  <a:pt x="66283" y="225870"/>
                </a:cubicBezTo>
                <a:cubicBezTo>
                  <a:pt x="64397" y="225870"/>
                  <a:pt x="62186" y="224127"/>
                  <a:pt x="61369" y="221998"/>
                </a:cubicBezTo>
                <a:cubicBezTo>
                  <a:pt x="60552" y="219868"/>
                  <a:pt x="57455" y="218126"/>
                  <a:pt x="54487" y="218126"/>
                </a:cubicBezTo>
                <a:cubicBezTo>
                  <a:pt x="51152" y="218126"/>
                  <a:pt x="49775" y="217018"/>
                  <a:pt x="50882" y="215226"/>
                </a:cubicBezTo>
                <a:cubicBezTo>
                  <a:pt x="51914" y="213556"/>
                  <a:pt x="46909" y="207027"/>
                  <a:pt x="39078" y="199827"/>
                </a:cubicBezTo>
                <a:cubicBezTo>
                  <a:pt x="27017" y="188739"/>
                  <a:pt x="25656" y="186453"/>
                  <a:pt x="27028" y="179593"/>
                </a:cubicBezTo>
                <a:cubicBezTo>
                  <a:pt x="27878" y="175340"/>
                  <a:pt x="27451" y="171165"/>
                  <a:pt x="26078" y="170317"/>
                </a:cubicBezTo>
                <a:cubicBezTo>
                  <a:pt x="24704" y="169468"/>
                  <a:pt x="23581" y="166168"/>
                  <a:pt x="23581" y="162984"/>
                </a:cubicBezTo>
                <a:cubicBezTo>
                  <a:pt x="23581" y="159602"/>
                  <a:pt x="18679" y="152152"/>
                  <a:pt x="11790" y="145065"/>
                </a:cubicBezTo>
                <a:lnTo>
                  <a:pt x="0" y="132934"/>
                </a:lnTo>
                <a:lnTo>
                  <a:pt x="16266" y="118970"/>
                </a:lnTo>
                <a:cubicBezTo>
                  <a:pt x="29571" y="107549"/>
                  <a:pt x="33403" y="105472"/>
                  <a:pt x="37313" y="107565"/>
                </a:cubicBezTo>
                <a:cubicBezTo>
                  <a:pt x="39942" y="108972"/>
                  <a:pt x="42288" y="109738"/>
                  <a:pt x="42526" y="109268"/>
                </a:cubicBezTo>
                <a:cubicBezTo>
                  <a:pt x="42764" y="108799"/>
                  <a:pt x="45569" y="104686"/>
                  <a:pt x="48759" y="100129"/>
                </a:cubicBezTo>
                <a:cubicBezTo>
                  <a:pt x="56473" y="89108"/>
                  <a:pt x="56720" y="71159"/>
                  <a:pt x="49251" y="64399"/>
                </a:cubicBezTo>
                <a:cubicBezTo>
                  <a:pt x="44880" y="60443"/>
                  <a:pt x="43064" y="60145"/>
                  <a:pt x="38960" y="62708"/>
                </a:cubicBezTo>
                <a:cubicBezTo>
                  <a:pt x="31928" y="67099"/>
                  <a:pt x="28744" y="66579"/>
                  <a:pt x="28744" y="61040"/>
                </a:cubicBezTo>
                <a:cubicBezTo>
                  <a:pt x="28744" y="53145"/>
                  <a:pt x="42480" y="40966"/>
                  <a:pt x="53379" y="39197"/>
                </a:cubicBezTo>
                <a:cubicBezTo>
                  <a:pt x="66115" y="37130"/>
                  <a:pt x="70109" y="32880"/>
                  <a:pt x="71905" y="19485"/>
                </a:cubicBezTo>
                <a:cubicBezTo>
                  <a:pt x="73827" y="5162"/>
                  <a:pt x="82115" y="478"/>
                  <a:pt x="90959" y="8717"/>
                </a:cubicBezTo>
                <a:cubicBezTo>
                  <a:pt x="98823" y="16043"/>
                  <a:pt x="101930" y="15638"/>
                  <a:pt x="109824" y="6256"/>
                </a:cubicBezTo>
                <a:cubicBezTo>
                  <a:pt x="116173" y="-1290"/>
                  <a:pt x="116721" y="-1458"/>
                  <a:pt x="121001" y="2822"/>
                </a:cubicBezTo>
                <a:cubicBezTo>
                  <a:pt x="124083" y="5904"/>
                  <a:pt x="124533" y="7646"/>
                  <a:pt x="122428" y="8347"/>
                </a:cubicBezTo>
                <a:cubicBezTo>
                  <a:pt x="108913" y="12852"/>
                  <a:pt x="101196" y="28858"/>
                  <a:pt x="111269" y="31492"/>
                </a:cubicBezTo>
                <a:cubicBezTo>
                  <a:pt x="117751" y="33187"/>
                  <a:pt x="127868" y="59114"/>
                  <a:pt x="125654" y="68353"/>
                </a:cubicBezTo>
                <a:cubicBezTo>
                  <a:pt x="122658" y="80848"/>
                  <a:pt x="122997" y="82249"/>
                  <a:pt x="129394" y="83822"/>
                </a:cubicBezTo>
                <a:cubicBezTo>
                  <a:pt x="133741" y="84890"/>
                  <a:pt x="134786" y="86042"/>
                  <a:pt x="132621" y="87380"/>
                </a:cubicBezTo>
                <a:cubicBezTo>
                  <a:pt x="130861" y="88468"/>
                  <a:pt x="129420" y="92774"/>
                  <a:pt x="129420" y="96950"/>
                </a:cubicBezTo>
                <a:cubicBezTo>
                  <a:pt x="129420" y="103090"/>
                  <a:pt x="130531" y="104549"/>
                  <a:pt x="135228" y="104581"/>
                </a:cubicBezTo>
                <a:cubicBezTo>
                  <a:pt x="144939" y="104647"/>
                  <a:pt x="147895" y="108401"/>
                  <a:pt x="149666" y="122913"/>
                </a:cubicBezTo>
                <a:cubicBezTo>
                  <a:pt x="151241" y="135814"/>
                  <a:pt x="151964" y="136987"/>
                  <a:pt x="159752" y="139280"/>
                </a:cubicBezTo>
                <a:cubicBezTo>
                  <a:pt x="166352" y="141223"/>
                  <a:pt x="168150" y="143150"/>
                  <a:pt x="168181" y="148315"/>
                </a:cubicBezTo>
                <a:cubicBezTo>
                  <a:pt x="168242" y="158306"/>
                  <a:pt x="171565" y="161869"/>
                  <a:pt x="179067" y="159986"/>
                </a:cubicBezTo>
                <a:cubicBezTo>
                  <a:pt x="184111" y="158720"/>
                  <a:pt x="186588" y="159706"/>
                  <a:pt x="189769" y="164249"/>
                </a:cubicBezTo>
                <a:cubicBezTo>
                  <a:pt x="193006" y="168870"/>
                  <a:pt x="194589" y="169478"/>
                  <a:pt x="197030" y="167037"/>
                </a:cubicBezTo>
                <a:cubicBezTo>
                  <a:pt x="198747" y="165320"/>
                  <a:pt x="203942" y="163915"/>
                  <a:pt x="208574" y="163915"/>
                </a:cubicBezTo>
                <a:lnTo>
                  <a:pt x="216996" y="163915"/>
                </a:lnTo>
                <a:lnTo>
                  <a:pt x="217738" y="187794"/>
                </a:lnTo>
                <a:cubicBezTo>
                  <a:pt x="218444" y="210514"/>
                  <a:pt x="218769" y="211713"/>
                  <a:pt x="224437" y="212516"/>
                </a:cubicBezTo>
                <a:cubicBezTo>
                  <a:pt x="227714" y="212981"/>
                  <a:pt x="229940" y="214723"/>
                  <a:pt x="229386" y="216389"/>
                </a:cubicBezTo>
                <a:cubicBezTo>
                  <a:pt x="227670" y="221537"/>
                  <a:pt x="190328" y="249091"/>
                  <a:pt x="185958" y="248433"/>
                </a:cubicBezTo>
                <a:cubicBezTo>
                  <a:pt x="178411" y="247297"/>
                  <a:pt x="168142" y="254728"/>
                  <a:pt x="168142" y="261325"/>
                </a:cubicBezTo>
                <a:cubicBezTo>
                  <a:pt x="168142" y="269993"/>
                  <a:pt x="163608" y="277499"/>
                  <a:pt x="158371" y="277501"/>
                </a:cubicBezTo>
                <a:cubicBezTo>
                  <a:pt x="155936" y="277502"/>
                  <a:pt x="149377" y="281568"/>
                  <a:pt x="143795" y="286536"/>
                </a:cubicBezTo>
                <a:cubicBezTo>
                  <a:pt x="138212" y="291504"/>
                  <a:pt x="131496" y="295569"/>
                  <a:pt x="128870" y="295569"/>
                </a:cubicBezTo>
                <a:cubicBezTo>
                  <a:pt x="121381" y="295569"/>
                  <a:pt x="120392" y="302737"/>
                  <a:pt x="127129" y="308193"/>
                </a:cubicBezTo>
                <a:cubicBezTo>
                  <a:pt x="132769" y="312760"/>
                  <a:pt x="132971" y="313884"/>
                  <a:pt x="130400" y="326436"/>
                </a:cubicBezTo>
                <a:cubicBezTo>
                  <a:pt x="127799" y="339132"/>
                  <a:pt x="128033" y="340327"/>
                  <a:pt x="134994" y="349937"/>
                </a:cubicBezTo>
                <a:cubicBezTo>
                  <a:pt x="139027" y="355505"/>
                  <a:pt x="142327" y="361315"/>
                  <a:pt x="142327" y="362849"/>
                </a:cubicBezTo>
                <a:cubicBezTo>
                  <a:pt x="142327" y="368872"/>
                  <a:pt x="134539" y="373013"/>
                  <a:pt x="123210" y="373013"/>
                </a:cubicBezTo>
                <a:cubicBezTo>
                  <a:pt x="109180" y="373013"/>
                  <a:pt x="103724" y="379244"/>
                  <a:pt x="101651" y="397639"/>
                </a:cubicBezTo>
                <a:cubicBezTo>
                  <a:pt x="100573" y="407198"/>
                  <a:pt x="99540" y="409030"/>
                  <a:pt x="95883" y="407869"/>
                </a:cubicBezTo>
                <a:cubicBezTo>
                  <a:pt x="90324" y="406105"/>
                  <a:pt x="84411" y="412825"/>
                  <a:pt x="86571" y="418453"/>
                </a:cubicBezTo>
                <a:cubicBezTo>
                  <a:pt x="87898" y="421912"/>
                  <a:pt x="86764" y="422448"/>
                  <a:pt x="80167" y="421479"/>
                </a:cubicBezTo>
                <a:cubicBezTo>
                  <a:pt x="74953" y="420714"/>
                  <a:pt x="71686" y="421512"/>
                  <a:pt x="70822" y="423763"/>
                </a:cubicBezTo>
                <a:cubicBezTo>
                  <a:pt x="69146" y="428132"/>
                  <a:pt x="59804" y="428324"/>
                  <a:pt x="59479" y="423996"/>
                </a:cubicBezTo>
                <a:close/>
              </a:path>
            </a:pathLst>
          </a:custGeom>
          <a:solidFill>
            <a:srgbClr val="B9B9B9"/>
          </a:solidFill>
          <a:ln w="5163" cap="flat">
            <a:noFill/>
            <a:prstDash val="solid"/>
            <a:miter/>
          </a:ln>
        </p:spPr>
        <p:txBody>
          <a:bodyPr/>
          <a:lstStyle/>
          <a:p>
            <a:endParaRPr lang="es-419" noProof="0" dirty="0"/>
          </a:p>
        </p:txBody>
      </p:sp>
      <p:sp>
        <p:nvSpPr>
          <p:cNvPr id="56" name="Forma libre: forma 55">
            <a:extLst>
              <a:ext uri="{FF2B5EF4-FFF2-40B4-BE49-F238E27FC236}">
                <a16:creationId xmlns:a16="http://schemas.microsoft.com/office/drawing/2014/main" id="{97BB870B-46EC-B00C-BA0A-F03E3E5FE117}"/>
              </a:ext>
            </a:extLst>
          </p:cNvPr>
          <p:cNvSpPr/>
          <p:nvPr/>
        </p:nvSpPr>
        <p:spPr>
          <a:xfrm>
            <a:off x="1184880" y="1375117"/>
            <a:ext cx="334306" cy="498738"/>
          </a:xfrm>
          <a:custGeom>
            <a:avLst/>
            <a:gdLst>
              <a:gd name="csX0" fmla="*/ 247743 w 334306"/>
              <a:gd name="csY0" fmla="*/ 496867 h 498738"/>
              <a:gd name="csX1" fmla="*/ 240505 w 334306"/>
              <a:gd name="csY1" fmla="*/ 493884 h 498738"/>
              <a:gd name="csX2" fmla="*/ 219827 w 334306"/>
              <a:gd name="csY2" fmla="*/ 476477 h 498738"/>
              <a:gd name="csX3" fmla="*/ 204292 w 334306"/>
              <a:gd name="csY3" fmla="*/ 470138 h 498738"/>
              <a:gd name="csX4" fmla="*/ 191180 w 334306"/>
              <a:gd name="csY4" fmla="*/ 465927 h 498738"/>
              <a:gd name="csX5" fmla="*/ 185245 w 334306"/>
              <a:gd name="csY5" fmla="*/ 460255 h 498738"/>
              <a:gd name="csX6" fmla="*/ 179372 w 334306"/>
              <a:gd name="csY6" fmla="*/ 456383 h 498738"/>
              <a:gd name="csX7" fmla="*/ 119384 w 334306"/>
              <a:gd name="csY7" fmla="*/ 437991 h 498738"/>
              <a:gd name="csX8" fmla="*/ 89617 w 334306"/>
              <a:gd name="csY8" fmla="*/ 463480 h 498738"/>
              <a:gd name="csX9" fmla="*/ 81270 w 334306"/>
              <a:gd name="csY9" fmla="*/ 471310 h 498738"/>
              <a:gd name="csX10" fmla="*/ 65769 w 334306"/>
              <a:gd name="csY10" fmla="*/ 466800 h 498738"/>
              <a:gd name="csX11" fmla="*/ 41569 w 334306"/>
              <a:gd name="csY11" fmla="*/ 444771 h 498738"/>
              <a:gd name="csX12" fmla="*/ 29063 w 334306"/>
              <a:gd name="csY12" fmla="*/ 422183 h 498738"/>
              <a:gd name="csX13" fmla="*/ 35486 w 334306"/>
              <a:gd name="csY13" fmla="*/ 420247 h 498738"/>
              <a:gd name="csX14" fmla="*/ 36311 w 334306"/>
              <a:gd name="csY14" fmla="*/ 410716 h 498738"/>
              <a:gd name="csX15" fmla="*/ 30682 w 334306"/>
              <a:gd name="csY15" fmla="*/ 404725 h 498738"/>
              <a:gd name="csX16" fmla="*/ 36945 w 334306"/>
              <a:gd name="csY16" fmla="*/ 393771 h 498738"/>
              <a:gd name="csX17" fmla="*/ 44969 w 334306"/>
              <a:gd name="csY17" fmla="*/ 363455 h 498738"/>
              <a:gd name="csX18" fmla="*/ 48481 w 334306"/>
              <a:gd name="csY18" fmla="*/ 335841 h 498738"/>
              <a:gd name="csX19" fmla="*/ 28755 w 334306"/>
              <a:gd name="csY19" fmla="*/ 300210 h 498738"/>
              <a:gd name="csX20" fmla="*/ 9477 w 334306"/>
              <a:gd name="csY20" fmla="*/ 236920 h 498738"/>
              <a:gd name="csX21" fmla="*/ 0 w 334306"/>
              <a:gd name="csY21" fmla="*/ 183956 h 498738"/>
              <a:gd name="csX22" fmla="*/ 8603 w 334306"/>
              <a:gd name="csY22" fmla="*/ 171093 h 498738"/>
              <a:gd name="csX23" fmla="*/ 19247 w 334306"/>
              <a:gd name="csY23" fmla="*/ 157370 h 498738"/>
              <a:gd name="csX24" fmla="*/ 21288 w 334306"/>
              <a:gd name="csY24" fmla="*/ 154226 h 498738"/>
              <a:gd name="csX25" fmla="*/ 42935 w 334306"/>
              <a:gd name="csY25" fmla="*/ 118946 h 498738"/>
              <a:gd name="csX26" fmla="*/ 66467 w 334306"/>
              <a:gd name="csY26" fmla="*/ 79496 h 498738"/>
              <a:gd name="csX27" fmla="*/ 76541 w 334306"/>
              <a:gd name="csY27" fmla="*/ 65175 h 498738"/>
              <a:gd name="csX28" fmla="*/ 97572 w 334306"/>
              <a:gd name="csY28" fmla="*/ 34163 h 498738"/>
              <a:gd name="csX29" fmla="*/ 112627 w 334306"/>
              <a:gd name="csY29" fmla="*/ 9814 h 498738"/>
              <a:gd name="csX30" fmla="*/ 119648 w 334306"/>
              <a:gd name="csY30" fmla="*/ 4329 h 498738"/>
              <a:gd name="csX31" fmla="*/ 132858 w 334306"/>
              <a:gd name="csY31" fmla="*/ 713 h 498738"/>
              <a:gd name="csX32" fmla="*/ 193546 w 334306"/>
              <a:gd name="csY32" fmla="*/ 5578 h 498738"/>
              <a:gd name="csX33" fmla="*/ 220060 w 334306"/>
              <a:gd name="csY33" fmla="*/ 20523 h 498738"/>
              <a:gd name="csX34" fmla="*/ 224578 w 334306"/>
              <a:gd name="csY34" fmla="*/ 25298 h 498738"/>
              <a:gd name="csX35" fmla="*/ 221567 w 334306"/>
              <a:gd name="csY35" fmla="*/ 31335 h 498738"/>
              <a:gd name="csX36" fmla="*/ 217338 w 334306"/>
              <a:gd name="csY36" fmla="*/ 39397 h 498738"/>
              <a:gd name="csX37" fmla="*/ 222891 w 334306"/>
              <a:gd name="csY37" fmla="*/ 37878 h 498738"/>
              <a:gd name="csX38" fmla="*/ 225189 w 334306"/>
              <a:gd name="csY38" fmla="*/ 36902 h 498738"/>
              <a:gd name="csX39" fmla="*/ 234581 w 334306"/>
              <a:gd name="csY39" fmla="*/ 40152 h 498738"/>
              <a:gd name="csX40" fmla="*/ 261177 w 334306"/>
              <a:gd name="csY40" fmla="*/ 57181 h 498738"/>
              <a:gd name="csX41" fmla="*/ 267817 w 334306"/>
              <a:gd name="csY41" fmla="*/ 67059 h 498738"/>
              <a:gd name="csX42" fmla="*/ 274280 w 334306"/>
              <a:gd name="csY42" fmla="*/ 79049 h 498738"/>
              <a:gd name="csX43" fmla="*/ 279443 w 334306"/>
              <a:gd name="csY43" fmla="*/ 91820 h 498738"/>
              <a:gd name="csX44" fmla="*/ 284596 w 334306"/>
              <a:gd name="csY44" fmla="*/ 105775 h 498738"/>
              <a:gd name="csX45" fmla="*/ 291417 w 334306"/>
              <a:gd name="csY45" fmla="*/ 120219 h 498738"/>
              <a:gd name="csX46" fmla="*/ 298659 w 334306"/>
              <a:gd name="csY46" fmla="*/ 133370 h 498738"/>
              <a:gd name="csX47" fmla="*/ 314425 w 334306"/>
              <a:gd name="csY47" fmla="*/ 156674 h 498738"/>
              <a:gd name="csX48" fmla="*/ 323321 w 334306"/>
              <a:gd name="csY48" fmla="*/ 164371 h 498738"/>
              <a:gd name="csX49" fmla="*/ 329277 w 334306"/>
              <a:gd name="csY49" fmla="*/ 172896 h 498738"/>
              <a:gd name="csX50" fmla="*/ 327346 w 334306"/>
              <a:gd name="csY50" fmla="*/ 203260 h 498738"/>
              <a:gd name="csX51" fmla="*/ 321564 w 334306"/>
              <a:gd name="csY51" fmla="*/ 208691 h 498738"/>
              <a:gd name="csX52" fmla="*/ 314839 w 334306"/>
              <a:gd name="csY52" fmla="*/ 201967 h 498738"/>
              <a:gd name="csX53" fmla="*/ 300945 w 334306"/>
              <a:gd name="csY53" fmla="*/ 198679 h 498738"/>
              <a:gd name="csX54" fmla="*/ 291854 w 334306"/>
              <a:gd name="csY54" fmla="*/ 213362 h 498738"/>
              <a:gd name="csX55" fmla="*/ 273477 w 334306"/>
              <a:gd name="csY55" fmla="*/ 233193 h 498738"/>
              <a:gd name="csX56" fmla="*/ 248561 w 334306"/>
              <a:gd name="csY56" fmla="*/ 258261 h 498738"/>
              <a:gd name="csX57" fmla="*/ 254757 w 334306"/>
              <a:gd name="csY57" fmla="*/ 265360 h 498738"/>
              <a:gd name="csX58" fmla="*/ 262758 w 334306"/>
              <a:gd name="csY58" fmla="*/ 262611 h 498738"/>
              <a:gd name="csX59" fmla="*/ 269300 w 334306"/>
              <a:gd name="csY59" fmla="*/ 264243 h 498738"/>
              <a:gd name="csX60" fmla="*/ 257492 w 334306"/>
              <a:gd name="csY60" fmla="*/ 300210 h 498738"/>
              <a:gd name="csX61" fmla="*/ 220205 w 334306"/>
              <a:gd name="csY61" fmla="*/ 329428 h 498738"/>
              <a:gd name="csX62" fmla="*/ 231476 w 334306"/>
              <a:gd name="csY62" fmla="*/ 344578 h 498738"/>
              <a:gd name="csX63" fmla="*/ 244540 w 334306"/>
              <a:gd name="csY63" fmla="*/ 369570 h 498738"/>
              <a:gd name="csX64" fmla="*/ 259568 w 334306"/>
              <a:gd name="csY64" fmla="*/ 400936 h 498738"/>
              <a:gd name="csX65" fmla="*/ 267812 w 334306"/>
              <a:gd name="csY65" fmla="*/ 410972 h 498738"/>
              <a:gd name="csX66" fmla="*/ 272980 w 334306"/>
              <a:gd name="csY66" fmla="*/ 418667 h 498738"/>
              <a:gd name="csX67" fmla="*/ 279745 w 334306"/>
              <a:gd name="csY67" fmla="*/ 423732 h 498738"/>
              <a:gd name="csX68" fmla="*/ 289553 w 334306"/>
              <a:gd name="csY68" fmla="*/ 427604 h 498738"/>
              <a:gd name="csX69" fmla="*/ 298277 w 334306"/>
              <a:gd name="csY69" fmla="*/ 431864 h 498738"/>
              <a:gd name="csX70" fmla="*/ 272913 w 334306"/>
              <a:gd name="csY70" fmla="*/ 433099 h 498738"/>
              <a:gd name="csX71" fmla="*/ 253686 w 334306"/>
              <a:gd name="csY71" fmla="*/ 440109 h 498738"/>
              <a:gd name="csX72" fmla="*/ 252360 w 334306"/>
              <a:gd name="csY72" fmla="*/ 461577 h 498738"/>
              <a:gd name="csX73" fmla="*/ 253346 w 334306"/>
              <a:gd name="csY73" fmla="*/ 468333 h 498738"/>
              <a:gd name="csX74" fmla="*/ 251680 w 334306"/>
              <a:gd name="csY74" fmla="*/ 476637 h 498738"/>
              <a:gd name="csX75" fmla="*/ 251259 w 334306"/>
              <a:gd name="csY75" fmla="*/ 491494 h 498738"/>
              <a:gd name="csX76" fmla="*/ 247743 w 334306"/>
              <a:gd name="csY76" fmla="*/ 496867 h 4987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Lst>
            <a:rect l="l" t="t" r="r" b="b"/>
            <a:pathLst>
              <a:path w="334306" h="498738">
                <a:moveTo>
                  <a:pt x="247743" y="496867"/>
                </a:moveTo>
                <a:cubicBezTo>
                  <a:pt x="246424" y="493506"/>
                  <a:pt x="244367" y="492659"/>
                  <a:pt x="240505" y="493884"/>
                </a:cubicBezTo>
                <a:cubicBezTo>
                  <a:pt x="234008" y="495946"/>
                  <a:pt x="224617" y="488040"/>
                  <a:pt x="219827" y="476477"/>
                </a:cubicBezTo>
                <a:cubicBezTo>
                  <a:pt x="216729" y="468997"/>
                  <a:pt x="216097" y="468739"/>
                  <a:pt x="204292" y="470138"/>
                </a:cubicBezTo>
                <a:cubicBezTo>
                  <a:pt x="193057" y="471468"/>
                  <a:pt x="191916" y="471102"/>
                  <a:pt x="191180" y="465927"/>
                </a:cubicBezTo>
                <a:cubicBezTo>
                  <a:pt x="190659" y="462266"/>
                  <a:pt x="188558" y="460258"/>
                  <a:pt x="185245" y="460255"/>
                </a:cubicBezTo>
                <a:cubicBezTo>
                  <a:pt x="182424" y="460253"/>
                  <a:pt x="179781" y="458510"/>
                  <a:pt x="179372" y="456383"/>
                </a:cubicBezTo>
                <a:cubicBezTo>
                  <a:pt x="178300" y="450818"/>
                  <a:pt x="133997" y="437235"/>
                  <a:pt x="119384" y="437991"/>
                </a:cubicBezTo>
                <a:cubicBezTo>
                  <a:pt x="99217" y="439035"/>
                  <a:pt x="100133" y="438251"/>
                  <a:pt x="89617" y="463480"/>
                </a:cubicBezTo>
                <a:cubicBezTo>
                  <a:pt x="85806" y="472621"/>
                  <a:pt x="84419" y="473923"/>
                  <a:pt x="81270" y="471310"/>
                </a:cubicBezTo>
                <a:cubicBezTo>
                  <a:pt x="79194" y="469587"/>
                  <a:pt x="72218" y="467557"/>
                  <a:pt x="65769" y="466800"/>
                </a:cubicBezTo>
                <a:cubicBezTo>
                  <a:pt x="54283" y="465451"/>
                  <a:pt x="53791" y="465003"/>
                  <a:pt x="41569" y="444771"/>
                </a:cubicBezTo>
                <a:cubicBezTo>
                  <a:pt x="34707" y="433413"/>
                  <a:pt x="29080" y="423248"/>
                  <a:pt x="29063" y="422183"/>
                </a:cubicBezTo>
                <a:cubicBezTo>
                  <a:pt x="29046" y="421119"/>
                  <a:pt x="31937" y="420247"/>
                  <a:pt x="35486" y="420247"/>
                </a:cubicBezTo>
                <a:cubicBezTo>
                  <a:pt x="43403" y="420247"/>
                  <a:pt x="43560" y="418433"/>
                  <a:pt x="36311" y="410716"/>
                </a:cubicBezTo>
                <a:lnTo>
                  <a:pt x="30682" y="404725"/>
                </a:lnTo>
                <a:lnTo>
                  <a:pt x="36945" y="393771"/>
                </a:lnTo>
                <a:cubicBezTo>
                  <a:pt x="41241" y="386255"/>
                  <a:pt x="43760" y="376739"/>
                  <a:pt x="44969" y="363455"/>
                </a:cubicBezTo>
                <a:cubicBezTo>
                  <a:pt x="45939" y="352807"/>
                  <a:pt x="47519" y="340381"/>
                  <a:pt x="48481" y="335841"/>
                </a:cubicBezTo>
                <a:cubicBezTo>
                  <a:pt x="50445" y="326577"/>
                  <a:pt x="45773" y="318139"/>
                  <a:pt x="28755" y="300210"/>
                </a:cubicBezTo>
                <a:cubicBezTo>
                  <a:pt x="18993" y="289925"/>
                  <a:pt x="18916" y="289673"/>
                  <a:pt x="9477" y="236920"/>
                </a:cubicBezTo>
                <a:lnTo>
                  <a:pt x="0" y="183956"/>
                </a:lnTo>
                <a:lnTo>
                  <a:pt x="8603" y="171093"/>
                </a:lnTo>
                <a:cubicBezTo>
                  <a:pt x="13334" y="164019"/>
                  <a:pt x="18124" y="157843"/>
                  <a:pt x="19247" y="157370"/>
                </a:cubicBezTo>
                <a:cubicBezTo>
                  <a:pt x="20370" y="156896"/>
                  <a:pt x="21288" y="155482"/>
                  <a:pt x="21288" y="154226"/>
                </a:cubicBezTo>
                <a:cubicBezTo>
                  <a:pt x="21288" y="152970"/>
                  <a:pt x="31029" y="137094"/>
                  <a:pt x="42935" y="118946"/>
                </a:cubicBezTo>
                <a:cubicBezTo>
                  <a:pt x="54840" y="100798"/>
                  <a:pt x="65430" y="83045"/>
                  <a:pt x="66467" y="79496"/>
                </a:cubicBezTo>
                <a:cubicBezTo>
                  <a:pt x="67505" y="75946"/>
                  <a:pt x="72038" y="69502"/>
                  <a:pt x="76541" y="65175"/>
                </a:cubicBezTo>
                <a:cubicBezTo>
                  <a:pt x="87950" y="54213"/>
                  <a:pt x="95497" y="43084"/>
                  <a:pt x="97572" y="34163"/>
                </a:cubicBezTo>
                <a:cubicBezTo>
                  <a:pt x="99599" y="25448"/>
                  <a:pt x="109249" y="9841"/>
                  <a:pt x="112627" y="9814"/>
                </a:cubicBezTo>
                <a:cubicBezTo>
                  <a:pt x="113880" y="9805"/>
                  <a:pt x="117040" y="7336"/>
                  <a:pt x="119648" y="4329"/>
                </a:cubicBezTo>
                <a:cubicBezTo>
                  <a:pt x="123477" y="-86"/>
                  <a:pt x="126019" y="-782"/>
                  <a:pt x="132858" y="713"/>
                </a:cubicBezTo>
                <a:cubicBezTo>
                  <a:pt x="141063" y="2507"/>
                  <a:pt x="160286" y="4048"/>
                  <a:pt x="193546" y="5578"/>
                </a:cubicBezTo>
                <a:cubicBezTo>
                  <a:pt x="210737" y="6368"/>
                  <a:pt x="220060" y="11623"/>
                  <a:pt x="220060" y="20523"/>
                </a:cubicBezTo>
                <a:cubicBezTo>
                  <a:pt x="220060" y="23333"/>
                  <a:pt x="221912" y="25291"/>
                  <a:pt x="224578" y="25298"/>
                </a:cubicBezTo>
                <a:cubicBezTo>
                  <a:pt x="228025" y="25308"/>
                  <a:pt x="227313" y="26737"/>
                  <a:pt x="221567" y="31335"/>
                </a:cubicBezTo>
                <a:cubicBezTo>
                  <a:pt x="216052" y="35748"/>
                  <a:pt x="214921" y="37903"/>
                  <a:pt x="217338" y="39397"/>
                </a:cubicBezTo>
                <a:cubicBezTo>
                  <a:pt x="219279" y="40596"/>
                  <a:pt x="221565" y="39971"/>
                  <a:pt x="222891" y="37878"/>
                </a:cubicBezTo>
                <a:cubicBezTo>
                  <a:pt x="224130" y="35921"/>
                  <a:pt x="225164" y="35482"/>
                  <a:pt x="225189" y="36902"/>
                </a:cubicBezTo>
                <a:cubicBezTo>
                  <a:pt x="225213" y="38322"/>
                  <a:pt x="229440" y="39784"/>
                  <a:pt x="234581" y="40152"/>
                </a:cubicBezTo>
                <a:cubicBezTo>
                  <a:pt x="243367" y="40781"/>
                  <a:pt x="260731" y="51899"/>
                  <a:pt x="261177" y="57181"/>
                </a:cubicBezTo>
                <a:cubicBezTo>
                  <a:pt x="261279" y="58396"/>
                  <a:pt x="264267" y="62841"/>
                  <a:pt x="267817" y="67059"/>
                </a:cubicBezTo>
                <a:cubicBezTo>
                  <a:pt x="271366" y="71278"/>
                  <a:pt x="274275" y="76673"/>
                  <a:pt x="274280" y="79049"/>
                </a:cubicBezTo>
                <a:cubicBezTo>
                  <a:pt x="274285" y="81424"/>
                  <a:pt x="276609" y="87172"/>
                  <a:pt x="279443" y="91820"/>
                </a:cubicBezTo>
                <a:cubicBezTo>
                  <a:pt x="282277" y="96469"/>
                  <a:pt x="284596" y="102748"/>
                  <a:pt x="284596" y="105775"/>
                </a:cubicBezTo>
                <a:cubicBezTo>
                  <a:pt x="284596" y="108801"/>
                  <a:pt x="287666" y="115301"/>
                  <a:pt x="291417" y="120219"/>
                </a:cubicBezTo>
                <a:cubicBezTo>
                  <a:pt x="295169" y="125138"/>
                  <a:pt x="298428" y="131056"/>
                  <a:pt x="298659" y="133370"/>
                </a:cubicBezTo>
                <a:cubicBezTo>
                  <a:pt x="299477" y="141547"/>
                  <a:pt x="305637" y="150653"/>
                  <a:pt x="314425" y="156674"/>
                </a:cubicBezTo>
                <a:cubicBezTo>
                  <a:pt x="319316" y="160026"/>
                  <a:pt x="323320" y="163489"/>
                  <a:pt x="323321" y="164371"/>
                </a:cubicBezTo>
                <a:cubicBezTo>
                  <a:pt x="323323" y="165253"/>
                  <a:pt x="326003" y="169089"/>
                  <a:pt x="329277" y="172896"/>
                </a:cubicBezTo>
                <a:cubicBezTo>
                  <a:pt x="336682" y="181505"/>
                  <a:pt x="335803" y="195314"/>
                  <a:pt x="327346" y="203260"/>
                </a:cubicBezTo>
                <a:lnTo>
                  <a:pt x="321564" y="208691"/>
                </a:lnTo>
                <a:lnTo>
                  <a:pt x="314839" y="201967"/>
                </a:lnTo>
                <a:cubicBezTo>
                  <a:pt x="308661" y="195789"/>
                  <a:pt x="307532" y="195522"/>
                  <a:pt x="300945" y="198679"/>
                </a:cubicBezTo>
                <a:cubicBezTo>
                  <a:pt x="295346" y="201363"/>
                  <a:pt x="293353" y="204582"/>
                  <a:pt x="291854" y="213362"/>
                </a:cubicBezTo>
                <a:cubicBezTo>
                  <a:pt x="289357" y="227993"/>
                  <a:pt x="286547" y="231025"/>
                  <a:pt x="273477" y="233193"/>
                </a:cubicBezTo>
                <a:cubicBezTo>
                  <a:pt x="260663" y="235319"/>
                  <a:pt x="248722" y="247333"/>
                  <a:pt x="248561" y="258261"/>
                </a:cubicBezTo>
                <a:cubicBezTo>
                  <a:pt x="248475" y="264096"/>
                  <a:pt x="249579" y="265360"/>
                  <a:pt x="254757" y="265360"/>
                </a:cubicBezTo>
                <a:cubicBezTo>
                  <a:pt x="258223" y="265360"/>
                  <a:pt x="261823" y="264123"/>
                  <a:pt x="262758" y="262611"/>
                </a:cubicBezTo>
                <a:cubicBezTo>
                  <a:pt x="263872" y="260808"/>
                  <a:pt x="266124" y="261370"/>
                  <a:pt x="269300" y="264243"/>
                </a:cubicBezTo>
                <a:cubicBezTo>
                  <a:pt x="279445" y="273424"/>
                  <a:pt x="270651" y="300210"/>
                  <a:pt x="257492" y="300210"/>
                </a:cubicBezTo>
                <a:cubicBezTo>
                  <a:pt x="250513" y="300210"/>
                  <a:pt x="220446" y="323770"/>
                  <a:pt x="220205" y="329428"/>
                </a:cubicBezTo>
                <a:cubicBezTo>
                  <a:pt x="220125" y="331300"/>
                  <a:pt x="225197" y="338118"/>
                  <a:pt x="231476" y="344578"/>
                </a:cubicBezTo>
                <a:cubicBezTo>
                  <a:pt x="241029" y="354406"/>
                  <a:pt x="243162" y="358486"/>
                  <a:pt x="244540" y="369570"/>
                </a:cubicBezTo>
                <a:cubicBezTo>
                  <a:pt x="246852" y="388171"/>
                  <a:pt x="250097" y="394944"/>
                  <a:pt x="259568" y="400936"/>
                </a:cubicBezTo>
                <a:cubicBezTo>
                  <a:pt x="264099" y="403804"/>
                  <a:pt x="267809" y="408320"/>
                  <a:pt x="267812" y="410972"/>
                </a:cubicBezTo>
                <a:cubicBezTo>
                  <a:pt x="267815" y="413625"/>
                  <a:pt x="270140" y="417087"/>
                  <a:pt x="272980" y="418667"/>
                </a:cubicBezTo>
                <a:cubicBezTo>
                  <a:pt x="275819" y="420246"/>
                  <a:pt x="278864" y="422525"/>
                  <a:pt x="279745" y="423732"/>
                </a:cubicBezTo>
                <a:cubicBezTo>
                  <a:pt x="280626" y="424939"/>
                  <a:pt x="285040" y="426681"/>
                  <a:pt x="289553" y="427604"/>
                </a:cubicBezTo>
                <a:cubicBezTo>
                  <a:pt x="294067" y="428527"/>
                  <a:pt x="297992" y="430444"/>
                  <a:pt x="298277" y="431864"/>
                </a:cubicBezTo>
                <a:cubicBezTo>
                  <a:pt x="299018" y="435562"/>
                  <a:pt x="277163" y="436626"/>
                  <a:pt x="272913" y="433099"/>
                </a:cubicBezTo>
                <a:cubicBezTo>
                  <a:pt x="268101" y="429105"/>
                  <a:pt x="260026" y="432049"/>
                  <a:pt x="253686" y="440109"/>
                </a:cubicBezTo>
                <a:cubicBezTo>
                  <a:pt x="247489" y="447987"/>
                  <a:pt x="246928" y="457069"/>
                  <a:pt x="252360" y="461577"/>
                </a:cubicBezTo>
                <a:cubicBezTo>
                  <a:pt x="255321" y="464035"/>
                  <a:pt x="255560" y="465666"/>
                  <a:pt x="253346" y="468333"/>
                </a:cubicBezTo>
                <a:cubicBezTo>
                  <a:pt x="251741" y="470267"/>
                  <a:pt x="250992" y="474004"/>
                  <a:pt x="251680" y="476637"/>
                </a:cubicBezTo>
                <a:cubicBezTo>
                  <a:pt x="252369" y="479271"/>
                  <a:pt x="252179" y="485956"/>
                  <a:pt x="251259" y="491494"/>
                </a:cubicBezTo>
                <a:cubicBezTo>
                  <a:pt x="249997" y="499087"/>
                  <a:pt x="249133" y="500409"/>
                  <a:pt x="247743" y="496867"/>
                </a:cubicBezTo>
                <a:close/>
              </a:path>
            </a:pathLst>
          </a:custGeom>
          <a:solidFill>
            <a:srgbClr val="B9B9B9"/>
          </a:solidFill>
          <a:ln w="5163" cap="flat">
            <a:noFill/>
            <a:prstDash val="solid"/>
            <a:miter/>
          </a:ln>
        </p:spPr>
        <p:txBody>
          <a:bodyPr/>
          <a:lstStyle/>
          <a:p>
            <a:endParaRPr lang="es-419" noProof="0" dirty="0"/>
          </a:p>
        </p:txBody>
      </p:sp>
      <p:grpSp>
        <p:nvGrpSpPr>
          <p:cNvPr id="57" name="Gráfico 39">
            <a:extLst>
              <a:ext uri="{FF2B5EF4-FFF2-40B4-BE49-F238E27FC236}">
                <a16:creationId xmlns:a16="http://schemas.microsoft.com/office/drawing/2014/main" id="{60D5A258-DA09-0A36-F7ED-7151965B1A5C}"/>
              </a:ext>
            </a:extLst>
          </p:cNvPr>
          <p:cNvGrpSpPr/>
          <p:nvPr/>
        </p:nvGrpSpPr>
        <p:grpSpPr>
          <a:xfrm>
            <a:off x="726816" y="1624037"/>
            <a:ext cx="321478" cy="429471"/>
            <a:chOff x="726816" y="1624037"/>
            <a:chExt cx="321478" cy="429471"/>
          </a:xfrm>
          <a:solidFill>
            <a:srgbClr val="B9B9B9"/>
          </a:solidFill>
        </p:grpSpPr>
        <p:sp>
          <p:nvSpPr>
            <p:cNvPr id="58" name="Forma libre: forma 57">
              <a:extLst>
                <a:ext uri="{FF2B5EF4-FFF2-40B4-BE49-F238E27FC236}">
                  <a16:creationId xmlns:a16="http://schemas.microsoft.com/office/drawing/2014/main" id="{392648FB-5A6B-0162-1DC6-D3FF5BAD7E0E}"/>
                </a:ext>
              </a:extLst>
            </p:cNvPr>
            <p:cNvSpPr/>
            <p:nvPr/>
          </p:nvSpPr>
          <p:spPr>
            <a:xfrm>
              <a:off x="726816" y="1624037"/>
              <a:ext cx="321478" cy="429471"/>
            </a:xfrm>
            <a:custGeom>
              <a:avLst/>
              <a:gdLst>
                <a:gd name="csX0" fmla="*/ 298651 w 321478"/>
                <a:gd name="csY0" fmla="*/ 424657 h 429471"/>
                <a:gd name="csX1" fmla="*/ 285240 w 321478"/>
                <a:gd name="csY1" fmla="*/ 406239 h 429471"/>
                <a:gd name="csX2" fmla="*/ 285795 w 321478"/>
                <a:gd name="csY2" fmla="*/ 410173 h 429471"/>
                <a:gd name="csX3" fmla="*/ 287678 w 321478"/>
                <a:gd name="csY3" fmla="*/ 415491 h 429471"/>
                <a:gd name="csX4" fmla="*/ 268647 w 321478"/>
                <a:gd name="csY4" fmla="*/ 394065 h 429471"/>
                <a:gd name="csX5" fmla="*/ 249603 w 321478"/>
                <a:gd name="csY5" fmla="*/ 371546 h 429471"/>
                <a:gd name="csX6" fmla="*/ 255246 w 321478"/>
                <a:gd name="csY6" fmla="*/ 382701 h 429471"/>
                <a:gd name="csX7" fmla="*/ 260888 w 321478"/>
                <a:gd name="csY7" fmla="*/ 392041 h 429471"/>
                <a:gd name="csX8" fmla="*/ 254982 w 321478"/>
                <a:gd name="csY8" fmla="*/ 386884 h 429471"/>
                <a:gd name="csX9" fmla="*/ 245088 w 321478"/>
                <a:gd name="csY9" fmla="*/ 373977 h 429471"/>
                <a:gd name="csX10" fmla="*/ 227283 w 321478"/>
                <a:gd name="csY10" fmla="*/ 350451 h 429471"/>
                <a:gd name="csX11" fmla="*/ 213463 w 321478"/>
                <a:gd name="csY11" fmla="*/ 331266 h 429471"/>
                <a:gd name="csX12" fmla="*/ 191325 w 321478"/>
                <a:gd name="csY12" fmla="*/ 295282 h 429471"/>
                <a:gd name="csX13" fmla="*/ 182351 w 321478"/>
                <a:gd name="csY13" fmla="*/ 288640 h 429471"/>
                <a:gd name="csX14" fmla="*/ 181003 w 321478"/>
                <a:gd name="csY14" fmla="*/ 283904 h 429471"/>
                <a:gd name="csX15" fmla="*/ 179966 w 321478"/>
                <a:gd name="csY15" fmla="*/ 277802 h 429471"/>
                <a:gd name="csX16" fmla="*/ 170951 w 321478"/>
                <a:gd name="csY16" fmla="*/ 271038 h 429471"/>
                <a:gd name="csX17" fmla="*/ 164513 w 321478"/>
                <a:gd name="csY17" fmla="*/ 268249 h 429471"/>
                <a:gd name="csX18" fmla="*/ 156542 w 321478"/>
                <a:gd name="csY18" fmla="*/ 264259 h 429471"/>
                <a:gd name="csX19" fmla="*/ 146588 w 321478"/>
                <a:gd name="csY19" fmla="*/ 257160 h 429471"/>
                <a:gd name="csX20" fmla="*/ 135566 w 321478"/>
                <a:gd name="csY20" fmla="*/ 244331 h 429471"/>
                <a:gd name="csX21" fmla="*/ 140198 w 321478"/>
                <a:gd name="csY21" fmla="*/ 240806 h 429471"/>
                <a:gd name="csX22" fmla="*/ 149956 w 321478"/>
                <a:gd name="csY22" fmla="*/ 243611 h 429471"/>
                <a:gd name="csX23" fmla="*/ 139967 w 321478"/>
                <a:gd name="csY23" fmla="*/ 232769 h 429471"/>
                <a:gd name="csX24" fmla="*/ 129672 w 321478"/>
                <a:gd name="csY24" fmla="*/ 230788 h 429471"/>
                <a:gd name="csX25" fmla="*/ 122631 w 321478"/>
                <a:gd name="csY25" fmla="*/ 229456 h 429471"/>
                <a:gd name="csX26" fmla="*/ 114075 w 321478"/>
                <a:gd name="csY26" fmla="*/ 225535 h 429471"/>
                <a:gd name="csX27" fmla="*/ 112561 w 321478"/>
                <a:gd name="csY27" fmla="*/ 210989 h 429471"/>
                <a:gd name="csX28" fmla="*/ 113046 w 321478"/>
                <a:gd name="csY28" fmla="*/ 198950 h 429471"/>
                <a:gd name="csX29" fmla="*/ 110205 w 321478"/>
                <a:gd name="csY29" fmla="*/ 203079 h 429471"/>
                <a:gd name="csX30" fmla="*/ 107624 w 321478"/>
                <a:gd name="csY30" fmla="*/ 210049 h 429471"/>
                <a:gd name="csX31" fmla="*/ 105042 w 321478"/>
                <a:gd name="csY31" fmla="*/ 205992 h 429471"/>
                <a:gd name="csX32" fmla="*/ 101146 w 321478"/>
                <a:gd name="csY32" fmla="*/ 198040 h 429471"/>
                <a:gd name="csX33" fmla="*/ 106495 w 321478"/>
                <a:gd name="csY33" fmla="*/ 192040 h 429471"/>
                <a:gd name="csX34" fmla="*/ 110185 w 321478"/>
                <a:gd name="csY34" fmla="*/ 189360 h 429471"/>
                <a:gd name="csX35" fmla="*/ 105416 w 321478"/>
                <a:gd name="csY35" fmla="*/ 184234 h 429471"/>
                <a:gd name="csX36" fmla="*/ 94806 w 321478"/>
                <a:gd name="csY36" fmla="*/ 176570 h 429471"/>
                <a:gd name="csX37" fmla="*/ 84222 w 321478"/>
                <a:gd name="csY37" fmla="*/ 170141 h 429471"/>
                <a:gd name="csX38" fmla="*/ 77400 w 321478"/>
                <a:gd name="csY38" fmla="*/ 165246 h 429471"/>
                <a:gd name="csX39" fmla="*/ 66830 w 321478"/>
                <a:gd name="csY39" fmla="*/ 157291 h 429471"/>
                <a:gd name="csX40" fmla="*/ 62321 w 321478"/>
                <a:gd name="csY40" fmla="*/ 153462 h 429471"/>
                <a:gd name="csX41" fmla="*/ 58487 w 321478"/>
                <a:gd name="csY41" fmla="*/ 146011 h 429471"/>
                <a:gd name="csX42" fmla="*/ 53413 w 321478"/>
                <a:gd name="csY42" fmla="*/ 136585 h 429471"/>
                <a:gd name="csX43" fmla="*/ 46519 w 321478"/>
                <a:gd name="csY43" fmla="*/ 136694 h 429471"/>
                <a:gd name="csX44" fmla="*/ 42767 w 321478"/>
                <a:gd name="csY44" fmla="*/ 137339 h 429471"/>
                <a:gd name="csX45" fmla="*/ 40545 w 321478"/>
                <a:gd name="csY45" fmla="*/ 138358 h 429471"/>
                <a:gd name="csX46" fmla="*/ 34194 w 321478"/>
                <a:gd name="csY46" fmla="*/ 139945 h 429471"/>
                <a:gd name="csX47" fmla="*/ 30312 w 321478"/>
                <a:gd name="csY47" fmla="*/ 128691 h 429471"/>
                <a:gd name="csX48" fmla="*/ 32982 w 321478"/>
                <a:gd name="csY48" fmla="*/ 121125 h 429471"/>
                <a:gd name="csX49" fmla="*/ 29550 w 321478"/>
                <a:gd name="csY49" fmla="*/ 122878 h 429471"/>
                <a:gd name="csX50" fmla="*/ 21151 w 321478"/>
                <a:gd name="csY50" fmla="*/ 122752 h 429471"/>
                <a:gd name="csX51" fmla="*/ 17154 w 321478"/>
                <a:gd name="csY51" fmla="*/ 123427 h 429471"/>
                <a:gd name="csX52" fmla="*/ 6342 w 321478"/>
                <a:gd name="csY52" fmla="*/ 119543 h 429471"/>
                <a:gd name="csX53" fmla="*/ 4365 w 321478"/>
                <a:gd name="csY53" fmla="*/ 113226 h 429471"/>
                <a:gd name="csX54" fmla="*/ 10819 w 321478"/>
                <a:gd name="csY54" fmla="*/ 114808 h 429471"/>
                <a:gd name="csX55" fmla="*/ 4707 w 321478"/>
                <a:gd name="csY55" fmla="*/ 109494 h 429471"/>
                <a:gd name="csX56" fmla="*/ 1796 w 321478"/>
                <a:gd name="csY56" fmla="*/ 100322 h 429471"/>
                <a:gd name="csX57" fmla="*/ 1838 w 321478"/>
                <a:gd name="csY57" fmla="*/ 92658 h 429471"/>
                <a:gd name="csX58" fmla="*/ 4233 w 321478"/>
                <a:gd name="csY58" fmla="*/ 77378 h 429471"/>
                <a:gd name="csX59" fmla="*/ 13902 w 321478"/>
                <a:gd name="csY59" fmla="*/ 62490 h 429471"/>
                <a:gd name="csX60" fmla="*/ 16192 w 321478"/>
                <a:gd name="csY60" fmla="*/ 65508 h 429471"/>
                <a:gd name="csX61" fmla="*/ 14368 w 321478"/>
                <a:gd name="csY61" fmla="*/ 71941 h 429471"/>
                <a:gd name="csX62" fmla="*/ 19324 w 321478"/>
                <a:gd name="csY62" fmla="*/ 65780 h 429471"/>
                <a:gd name="csX63" fmla="*/ 24280 w 321478"/>
                <a:gd name="csY63" fmla="*/ 59619 h 429471"/>
                <a:gd name="csX64" fmla="*/ 25989 w 321478"/>
                <a:gd name="csY64" fmla="*/ 66426 h 429471"/>
                <a:gd name="csX65" fmla="*/ 30049 w 321478"/>
                <a:gd name="csY65" fmla="*/ 73232 h 429471"/>
                <a:gd name="csX66" fmla="*/ 30241 w 321478"/>
                <a:gd name="csY66" fmla="*/ 65700 h 429471"/>
                <a:gd name="csX67" fmla="*/ 47033 w 321478"/>
                <a:gd name="csY67" fmla="*/ 46164 h 429471"/>
                <a:gd name="csX68" fmla="*/ 89508 w 321478"/>
                <a:gd name="csY68" fmla="*/ 4943 h 429471"/>
                <a:gd name="csX69" fmla="*/ 99998 w 321478"/>
                <a:gd name="csY69" fmla="*/ 2688 h 429471"/>
                <a:gd name="csX70" fmla="*/ 114706 w 321478"/>
                <a:gd name="csY70" fmla="*/ 3716 h 429471"/>
                <a:gd name="csX71" fmla="*/ 123108 w 321478"/>
                <a:gd name="csY71" fmla="*/ 2764 h 429471"/>
                <a:gd name="csX72" fmla="*/ 137332 w 321478"/>
                <a:gd name="csY72" fmla="*/ 60759 h 429471"/>
                <a:gd name="csX73" fmla="*/ 159468 w 321478"/>
                <a:gd name="csY73" fmla="*/ 80313 h 429471"/>
                <a:gd name="csX74" fmla="*/ 174324 w 321478"/>
                <a:gd name="csY74" fmla="*/ 89973 h 429471"/>
                <a:gd name="csX75" fmla="*/ 184004 w 321478"/>
                <a:gd name="csY75" fmla="*/ 107383 h 429471"/>
                <a:gd name="csX76" fmla="*/ 190190 w 321478"/>
                <a:gd name="csY76" fmla="*/ 148735 h 429471"/>
                <a:gd name="csX77" fmla="*/ 191494 w 321478"/>
                <a:gd name="csY77" fmla="*/ 177131 h 429471"/>
                <a:gd name="csX78" fmla="*/ 195355 w 321478"/>
                <a:gd name="csY78" fmla="*/ 191824 h 429471"/>
                <a:gd name="csX79" fmla="*/ 205385 w 321478"/>
                <a:gd name="csY79" fmla="*/ 204731 h 429471"/>
                <a:gd name="csX80" fmla="*/ 224780 w 321478"/>
                <a:gd name="csY80" fmla="*/ 233927 h 429471"/>
                <a:gd name="csX81" fmla="*/ 251313 w 321478"/>
                <a:gd name="csY81" fmla="*/ 251602 h 429471"/>
                <a:gd name="csX82" fmla="*/ 265826 w 321478"/>
                <a:gd name="csY82" fmla="*/ 256119 h 429471"/>
                <a:gd name="csX83" fmla="*/ 280190 w 321478"/>
                <a:gd name="csY83" fmla="*/ 283901 h 429471"/>
                <a:gd name="csX84" fmla="*/ 287275 w 321478"/>
                <a:gd name="csY84" fmla="*/ 317016 h 429471"/>
                <a:gd name="csX85" fmla="*/ 290907 w 321478"/>
                <a:gd name="csY85" fmla="*/ 329217 h 429471"/>
                <a:gd name="csX86" fmla="*/ 293537 w 321478"/>
                <a:gd name="csY86" fmla="*/ 337861 h 429471"/>
                <a:gd name="csX87" fmla="*/ 302616 w 321478"/>
                <a:gd name="csY87" fmla="*/ 352211 h 429471"/>
                <a:gd name="csX88" fmla="*/ 314264 w 321478"/>
                <a:gd name="csY88" fmla="*/ 364936 h 429471"/>
                <a:gd name="csX89" fmla="*/ 319645 w 321478"/>
                <a:gd name="csY89" fmla="*/ 375951 h 429471"/>
                <a:gd name="csX90" fmla="*/ 316721 w 321478"/>
                <a:gd name="csY90" fmla="*/ 384238 h 429471"/>
                <a:gd name="csX91" fmla="*/ 312540 w 321478"/>
                <a:gd name="csY91" fmla="*/ 395571 h 429471"/>
                <a:gd name="csX92" fmla="*/ 312871 w 321478"/>
                <a:gd name="csY92" fmla="*/ 424954 h 429471"/>
                <a:gd name="csX93" fmla="*/ 306671 w 321478"/>
                <a:gd name="csY93" fmla="*/ 429472 h 429471"/>
                <a:gd name="csX94" fmla="*/ 298651 w 321478"/>
                <a:gd name="csY94" fmla="*/ 424657 h 4294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321478" h="429471">
                  <a:moveTo>
                    <a:pt x="298651" y="424657"/>
                  </a:moveTo>
                  <a:cubicBezTo>
                    <a:pt x="298651" y="419121"/>
                    <a:pt x="289271" y="406239"/>
                    <a:pt x="285240" y="406239"/>
                  </a:cubicBezTo>
                  <a:cubicBezTo>
                    <a:pt x="283590" y="406239"/>
                    <a:pt x="283808" y="407778"/>
                    <a:pt x="285795" y="410173"/>
                  </a:cubicBezTo>
                  <a:cubicBezTo>
                    <a:pt x="287591" y="412337"/>
                    <a:pt x="288438" y="414730"/>
                    <a:pt x="287678" y="415491"/>
                  </a:cubicBezTo>
                  <a:cubicBezTo>
                    <a:pt x="285539" y="417629"/>
                    <a:pt x="270321" y="400495"/>
                    <a:pt x="268647" y="394065"/>
                  </a:cubicBezTo>
                  <a:cubicBezTo>
                    <a:pt x="267226" y="388605"/>
                    <a:pt x="249603" y="367767"/>
                    <a:pt x="249603" y="371546"/>
                  </a:cubicBezTo>
                  <a:cubicBezTo>
                    <a:pt x="249603" y="372545"/>
                    <a:pt x="252142" y="377564"/>
                    <a:pt x="255246" y="382701"/>
                  </a:cubicBezTo>
                  <a:lnTo>
                    <a:pt x="260888" y="392041"/>
                  </a:lnTo>
                  <a:lnTo>
                    <a:pt x="254982" y="386884"/>
                  </a:lnTo>
                  <a:cubicBezTo>
                    <a:pt x="251733" y="384048"/>
                    <a:pt x="247281" y="378240"/>
                    <a:pt x="245088" y="373977"/>
                  </a:cubicBezTo>
                  <a:cubicBezTo>
                    <a:pt x="242896" y="369714"/>
                    <a:pt x="234883" y="359128"/>
                    <a:pt x="227283" y="350451"/>
                  </a:cubicBezTo>
                  <a:cubicBezTo>
                    <a:pt x="219682" y="341775"/>
                    <a:pt x="213463" y="333142"/>
                    <a:pt x="213463" y="331266"/>
                  </a:cubicBezTo>
                  <a:cubicBezTo>
                    <a:pt x="213463" y="326133"/>
                    <a:pt x="194515" y="295333"/>
                    <a:pt x="191325" y="295282"/>
                  </a:cubicBezTo>
                  <a:cubicBezTo>
                    <a:pt x="189798" y="295257"/>
                    <a:pt x="185760" y="292268"/>
                    <a:pt x="182351" y="288640"/>
                  </a:cubicBezTo>
                  <a:cubicBezTo>
                    <a:pt x="177259" y="283219"/>
                    <a:pt x="177019" y="282375"/>
                    <a:pt x="181003" y="283904"/>
                  </a:cubicBezTo>
                  <a:cubicBezTo>
                    <a:pt x="185315" y="285558"/>
                    <a:pt x="185200" y="284882"/>
                    <a:pt x="179966" y="277802"/>
                  </a:cubicBezTo>
                  <a:cubicBezTo>
                    <a:pt x="176728" y="273422"/>
                    <a:pt x="172671" y="270378"/>
                    <a:pt x="170951" y="271038"/>
                  </a:cubicBezTo>
                  <a:cubicBezTo>
                    <a:pt x="169231" y="271698"/>
                    <a:pt x="166334" y="270443"/>
                    <a:pt x="164513" y="268249"/>
                  </a:cubicBezTo>
                  <a:cubicBezTo>
                    <a:pt x="162692" y="266054"/>
                    <a:pt x="159105" y="264259"/>
                    <a:pt x="156542" y="264259"/>
                  </a:cubicBezTo>
                  <a:cubicBezTo>
                    <a:pt x="153980" y="264259"/>
                    <a:pt x="149500" y="261065"/>
                    <a:pt x="146588" y="257160"/>
                  </a:cubicBezTo>
                  <a:cubicBezTo>
                    <a:pt x="143676" y="253256"/>
                    <a:pt x="138716" y="247482"/>
                    <a:pt x="135566" y="244331"/>
                  </a:cubicBezTo>
                  <a:cubicBezTo>
                    <a:pt x="127839" y="236597"/>
                    <a:pt x="131401" y="233886"/>
                    <a:pt x="140198" y="240806"/>
                  </a:cubicBezTo>
                  <a:cubicBezTo>
                    <a:pt x="145135" y="244689"/>
                    <a:pt x="148042" y="245525"/>
                    <a:pt x="149956" y="243611"/>
                  </a:cubicBezTo>
                  <a:cubicBezTo>
                    <a:pt x="154558" y="239009"/>
                    <a:pt x="147985" y="231874"/>
                    <a:pt x="139967" y="232769"/>
                  </a:cubicBezTo>
                  <a:cubicBezTo>
                    <a:pt x="136133" y="233196"/>
                    <a:pt x="131500" y="232305"/>
                    <a:pt x="129672" y="230788"/>
                  </a:cubicBezTo>
                  <a:cubicBezTo>
                    <a:pt x="127844" y="229271"/>
                    <a:pt x="124675" y="228672"/>
                    <a:pt x="122631" y="229456"/>
                  </a:cubicBezTo>
                  <a:cubicBezTo>
                    <a:pt x="120587" y="230241"/>
                    <a:pt x="116736" y="228476"/>
                    <a:pt x="114075" y="225535"/>
                  </a:cubicBezTo>
                  <a:cubicBezTo>
                    <a:pt x="109769" y="220777"/>
                    <a:pt x="109602" y="219173"/>
                    <a:pt x="112561" y="210989"/>
                  </a:cubicBezTo>
                  <a:cubicBezTo>
                    <a:pt x="114982" y="204297"/>
                    <a:pt x="115114" y="201018"/>
                    <a:pt x="113046" y="198950"/>
                  </a:cubicBezTo>
                  <a:cubicBezTo>
                    <a:pt x="110979" y="196883"/>
                    <a:pt x="110205" y="198007"/>
                    <a:pt x="110205" y="203079"/>
                  </a:cubicBezTo>
                  <a:cubicBezTo>
                    <a:pt x="110205" y="206912"/>
                    <a:pt x="109043" y="210049"/>
                    <a:pt x="107624" y="210049"/>
                  </a:cubicBezTo>
                  <a:cubicBezTo>
                    <a:pt x="106204" y="210049"/>
                    <a:pt x="105042" y="208223"/>
                    <a:pt x="105042" y="205992"/>
                  </a:cubicBezTo>
                  <a:cubicBezTo>
                    <a:pt x="105042" y="203761"/>
                    <a:pt x="103289" y="200182"/>
                    <a:pt x="101146" y="198040"/>
                  </a:cubicBezTo>
                  <a:cubicBezTo>
                    <a:pt x="95668" y="192562"/>
                    <a:pt x="98756" y="189098"/>
                    <a:pt x="106495" y="192040"/>
                  </a:cubicBezTo>
                  <a:cubicBezTo>
                    <a:pt x="112388" y="194281"/>
                    <a:pt x="112698" y="194056"/>
                    <a:pt x="110185" y="189360"/>
                  </a:cubicBezTo>
                  <a:cubicBezTo>
                    <a:pt x="108676" y="186541"/>
                    <a:pt x="106530" y="184234"/>
                    <a:pt x="105416" y="184234"/>
                  </a:cubicBezTo>
                  <a:cubicBezTo>
                    <a:pt x="104302" y="184234"/>
                    <a:pt x="99527" y="180785"/>
                    <a:pt x="94806" y="176570"/>
                  </a:cubicBezTo>
                  <a:cubicBezTo>
                    <a:pt x="90084" y="172354"/>
                    <a:pt x="85321" y="169461"/>
                    <a:pt x="84222" y="170141"/>
                  </a:cubicBezTo>
                  <a:cubicBezTo>
                    <a:pt x="83122" y="170820"/>
                    <a:pt x="80052" y="168617"/>
                    <a:pt x="77400" y="165246"/>
                  </a:cubicBezTo>
                  <a:cubicBezTo>
                    <a:pt x="74748" y="161874"/>
                    <a:pt x="69991" y="158294"/>
                    <a:pt x="66830" y="157291"/>
                  </a:cubicBezTo>
                  <a:cubicBezTo>
                    <a:pt x="63669" y="156287"/>
                    <a:pt x="61640" y="154564"/>
                    <a:pt x="62321" y="153462"/>
                  </a:cubicBezTo>
                  <a:cubicBezTo>
                    <a:pt x="63003" y="152359"/>
                    <a:pt x="61277" y="149007"/>
                    <a:pt x="58487" y="146011"/>
                  </a:cubicBezTo>
                  <a:cubicBezTo>
                    <a:pt x="55696" y="143016"/>
                    <a:pt x="53413" y="138774"/>
                    <a:pt x="53413" y="136585"/>
                  </a:cubicBezTo>
                  <a:cubicBezTo>
                    <a:pt x="53413" y="131375"/>
                    <a:pt x="48531" y="131452"/>
                    <a:pt x="46519" y="136694"/>
                  </a:cubicBezTo>
                  <a:cubicBezTo>
                    <a:pt x="45256" y="139986"/>
                    <a:pt x="44525" y="140111"/>
                    <a:pt x="42767" y="137339"/>
                  </a:cubicBezTo>
                  <a:cubicBezTo>
                    <a:pt x="41090" y="134693"/>
                    <a:pt x="40576" y="134929"/>
                    <a:pt x="40545" y="138358"/>
                  </a:cubicBezTo>
                  <a:cubicBezTo>
                    <a:pt x="40512" y="142152"/>
                    <a:pt x="39561" y="142390"/>
                    <a:pt x="34194" y="139945"/>
                  </a:cubicBezTo>
                  <a:cubicBezTo>
                    <a:pt x="25899" y="136165"/>
                    <a:pt x="24011" y="130691"/>
                    <a:pt x="30312" y="128691"/>
                  </a:cubicBezTo>
                  <a:cubicBezTo>
                    <a:pt x="35660" y="126994"/>
                    <a:pt x="36881" y="123535"/>
                    <a:pt x="32982" y="121125"/>
                  </a:cubicBezTo>
                  <a:cubicBezTo>
                    <a:pt x="31683" y="120322"/>
                    <a:pt x="30139" y="121111"/>
                    <a:pt x="29550" y="122878"/>
                  </a:cubicBezTo>
                  <a:cubicBezTo>
                    <a:pt x="28702" y="125423"/>
                    <a:pt x="26957" y="125397"/>
                    <a:pt x="21151" y="122752"/>
                  </a:cubicBezTo>
                  <a:cubicBezTo>
                    <a:pt x="14600" y="119767"/>
                    <a:pt x="14176" y="119839"/>
                    <a:pt x="17154" y="123427"/>
                  </a:cubicBezTo>
                  <a:cubicBezTo>
                    <a:pt x="23195" y="130706"/>
                    <a:pt x="15185" y="127829"/>
                    <a:pt x="6342" y="119543"/>
                  </a:cubicBezTo>
                  <a:cubicBezTo>
                    <a:pt x="-1702" y="112007"/>
                    <a:pt x="-1792" y="111717"/>
                    <a:pt x="4365" y="113226"/>
                  </a:cubicBezTo>
                  <a:lnTo>
                    <a:pt x="10819" y="114808"/>
                  </a:lnTo>
                  <a:lnTo>
                    <a:pt x="4707" y="109494"/>
                  </a:lnTo>
                  <a:cubicBezTo>
                    <a:pt x="-312" y="105131"/>
                    <a:pt x="-833" y="103490"/>
                    <a:pt x="1796" y="100322"/>
                  </a:cubicBezTo>
                  <a:cubicBezTo>
                    <a:pt x="4323" y="97278"/>
                    <a:pt x="4332" y="95662"/>
                    <a:pt x="1838" y="92658"/>
                  </a:cubicBezTo>
                  <a:cubicBezTo>
                    <a:pt x="-700" y="89600"/>
                    <a:pt x="-229" y="86595"/>
                    <a:pt x="4233" y="77378"/>
                  </a:cubicBezTo>
                  <a:cubicBezTo>
                    <a:pt x="7287" y="71068"/>
                    <a:pt x="11639" y="64368"/>
                    <a:pt x="13902" y="62490"/>
                  </a:cubicBezTo>
                  <a:cubicBezTo>
                    <a:pt x="17532" y="59477"/>
                    <a:pt x="17802" y="59833"/>
                    <a:pt x="16192" y="65508"/>
                  </a:cubicBezTo>
                  <a:lnTo>
                    <a:pt x="14368" y="71941"/>
                  </a:lnTo>
                  <a:lnTo>
                    <a:pt x="19324" y="65780"/>
                  </a:lnTo>
                  <a:lnTo>
                    <a:pt x="24280" y="59619"/>
                  </a:lnTo>
                  <a:lnTo>
                    <a:pt x="25989" y="66426"/>
                  </a:lnTo>
                  <a:cubicBezTo>
                    <a:pt x="26928" y="70169"/>
                    <a:pt x="28755" y="73232"/>
                    <a:pt x="30049" y="73232"/>
                  </a:cubicBezTo>
                  <a:cubicBezTo>
                    <a:pt x="31420" y="73232"/>
                    <a:pt x="31500" y="70091"/>
                    <a:pt x="30241" y="65700"/>
                  </a:cubicBezTo>
                  <a:cubicBezTo>
                    <a:pt x="28162" y="58450"/>
                    <a:pt x="28788" y="57720"/>
                    <a:pt x="47033" y="46164"/>
                  </a:cubicBezTo>
                  <a:cubicBezTo>
                    <a:pt x="66934" y="33559"/>
                    <a:pt x="85466" y="15573"/>
                    <a:pt x="89508" y="4943"/>
                  </a:cubicBezTo>
                  <a:cubicBezTo>
                    <a:pt x="91833" y="-1172"/>
                    <a:pt x="92131" y="-1236"/>
                    <a:pt x="99998" y="2688"/>
                  </a:cubicBezTo>
                  <a:cubicBezTo>
                    <a:pt x="106503" y="5933"/>
                    <a:pt x="109396" y="6135"/>
                    <a:pt x="114706" y="3716"/>
                  </a:cubicBezTo>
                  <a:cubicBezTo>
                    <a:pt x="118341" y="2059"/>
                    <a:pt x="122122" y="1631"/>
                    <a:pt x="123108" y="2764"/>
                  </a:cubicBezTo>
                  <a:cubicBezTo>
                    <a:pt x="125561" y="5583"/>
                    <a:pt x="135461" y="45948"/>
                    <a:pt x="137332" y="60759"/>
                  </a:cubicBezTo>
                  <a:cubicBezTo>
                    <a:pt x="139199" y="75538"/>
                    <a:pt x="141734" y="77777"/>
                    <a:pt x="159468" y="80313"/>
                  </a:cubicBezTo>
                  <a:cubicBezTo>
                    <a:pt x="172513" y="82178"/>
                    <a:pt x="173509" y="82826"/>
                    <a:pt x="174324" y="89973"/>
                  </a:cubicBezTo>
                  <a:cubicBezTo>
                    <a:pt x="174804" y="94187"/>
                    <a:pt x="179160" y="102021"/>
                    <a:pt x="184004" y="107383"/>
                  </a:cubicBezTo>
                  <a:cubicBezTo>
                    <a:pt x="193664" y="118075"/>
                    <a:pt x="194152" y="121338"/>
                    <a:pt x="190190" y="148735"/>
                  </a:cubicBezTo>
                  <a:cubicBezTo>
                    <a:pt x="188197" y="162515"/>
                    <a:pt x="188470" y="168448"/>
                    <a:pt x="191494" y="177131"/>
                  </a:cubicBezTo>
                  <a:cubicBezTo>
                    <a:pt x="193597" y="183167"/>
                    <a:pt x="195335" y="189779"/>
                    <a:pt x="195355" y="191824"/>
                  </a:cubicBezTo>
                  <a:cubicBezTo>
                    <a:pt x="195376" y="193868"/>
                    <a:pt x="199889" y="199676"/>
                    <a:pt x="205385" y="204731"/>
                  </a:cubicBezTo>
                  <a:cubicBezTo>
                    <a:pt x="211344" y="210212"/>
                    <a:pt x="219172" y="221995"/>
                    <a:pt x="224780" y="233927"/>
                  </a:cubicBezTo>
                  <a:cubicBezTo>
                    <a:pt x="234706" y="255043"/>
                    <a:pt x="236093" y="255967"/>
                    <a:pt x="251313" y="251602"/>
                  </a:cubicBezTo>
                  <a:cubicBezTo>
                    <a:pt x="258379" y="249575"/>
                    <a:pt x="260277" y="250166"/>
                    <a:pt x="265826" y="256119"/>
                  </a:cubicBezTo>
                  <a:cubicBezTo>
                    <a:pt x="272628" y="263417"/>
                    <a:pt x="281243" y="280080"/>
                    <a:pt x="280190" y="283901"/>
                  </a:cubicBezTo>
                  <a:cubicBezTo>
                    <a:pt x="278841" y="288796"/>
                    <a:pt x="283826" y="312090"/>
                    <a:pt x="287275" y="317016"/>
                  </a:cubicBezTo>
                  <a:cubicBezTo>
                    <a:pt x="289273" y="319867"/>
                    <a:pt x="290907" y="325358"/>
                    <a:pt x="290907" y="329217"/>
                  </a:cubicBezTo>
                  <a:cubicBezTo>
                    <a:pt x="290907" y="333077"/>
                    <a:pt x="292090" y="336967"/>
                    <a:pt x="293537" y="337861"/>
                  </a:cubicBezTo>
                  <a:cubicBezTo>
                    <a:pt x="294984" y="338755"/>
                    <a:pt x="299069" y="345213"/>
                    <a:pt x="302616" y="352211"/>
                  </a:cubicBezTo>
                  <a:cubicBezTo>
                    <a:pt x="307126" y="361111"/>
                    <a:pt x="310627" y="364936"/>
                    <a:pt x="314264" y="364936"/>
                  </a:cubicBezTo>
                  <a:cubicBezTo>
                    <a:pt x="320436" y="364936"/>
                    <a:pt x="323792" y="371805"/>
                    <a:pt x="319645" y="375951"/>
                  </a:cubicBezTo>
                  <a:cubicBezTo>
                    <a:pt x="318037" y="377560"/>
                    <a:pt x="316721" y="381289"/>
                    <a:pt x="316721" y="384238"/>
                  </a:cubicBezTo>
                  <a:cubicBezTo>
                    <a:pt x="316721" y="387188"/>
                    <a:pt x="314840" y="392287"/>
                    <a:pt x="312540" y="395571"/>
                  </a:cubicBezTo>
                  <a:cubicBezTo>
                    <a:pt x="308425" y="401445"/>
                    <a:pt x="308570" y="414286"/>
                    <a:pt x="312871" y="424954"/>
                  </a:cubicBezTo>
                  <a:cubicBezTo>
                    <a:pt x="314372" y="428678"/>
                    <a:pt x="313283" y="429472"/>
                    <a:pt x="306671" y="429472"/>
                  </a:cubicBezTo>
                  <a:cubicBezTo>
                    <a:pt x="300565" y="429472"/>
                    <a:pt x="298651" y="428323"/>
                    <a:pt x="298651" y="424657"/>
                  </a:cubicBezTo>
                  <a:close/>
                </a:path>
              </a:pathLst>
            </a:custGeom>
            <a:solidFill>
              <a:srgbClr val="B9B9B9"/>
            </a:solidFill>
            <a:ln w="5163" cap="flat">
              <a:noFill/>
              <a:prstDash val="solid"/>
              <a:miter/>
            </a:ln>
          </p:spPr>
          <p:txBody>
            <a:bodyPr/>
            <a:lstStyle/>
            <a:p>
              <a:endParaRPr lang="es-419" noProof="0" dirty="0"/>
            </a:p>
          </p:txBody>
        </p:sp>
        <p:sp>
          <p:nvSpPr>
            <p:cNvPr id="59" name="Forma libre: forma 58">
              <a:extLst>
                <a:ext uri="{FF2B5EF4-FFF2-40B4-BE49-F238E27FC236}">
                  <a16:creationId xmlns:a16="http://schemas.microsoft.com/office/drawing/2014/main" id="{7473F75A-EE11-93C1-F261-4D0AAFC4C43D}"/>
                </a:ext>
              </a:extLst>
            </p:cNvPr>
            <p:cNvSpPr/>
            <p:nvPr/>
          </p:nvSpPr>
          <p:spPr>
            <a:xfrm>
              <a:off x="812163" y="1806340"/>
              <a:ext cx="15955" cy="30179"/>
            </a:xfrm>
            <a:custGeom>
              <a:avLst/>
              <a:gdLst>
                <a:gd name="csX0" fmla="*/ 12859 w 15955"/>
                <a:gd name="csY0" fmla="*/ 27128 h 30179"/>
                <a:gd name="csX1" fmla="*/ 45 w 15955"/>
                <a:gd name="csY1" fmla="*/ 70 h 30179"/>
                <a:gd name="csX2" fmla="*/ 15145 w 15955"/>
                <a:gd name="csY2" fmla="*/ 24519 h 30179"/>
                <a:gd name="csX3" fmla="*/ 12859 w 15955"/>
                <a:gd name="csY3" fmla="*/ 27128 h 30179"/>
              </a:gdLst>
              <a:ahLst/>
              <a:cxnLst>
                <a:cxn ang="0">
                  <a:pos x="csX0" y="csY0"/>
                </a:cxn>
                <a:cxn ang="0">
                  <a:pos x="csX1" y="csY1"/>
                </a:cxn>
                <a:cxn ang="0">
                  <a:pos x="csX2" y="csY2"/>
                </a:cxn>
                <a:cxn ang="0">
                  <a:pos x="csX3" y="csY3"/>
                </a:cxn>
              </a:cxnLst>
              <a:rect l="l" t="t" r="r" b="b"/>
              <a:pathLst>
                <a:path w="15955" h="30179">
                  <a:moveTo>
                    <a:pt x="12859" y="27128"/>
                  </a:moveTo>
                  <a:cubicBezTo>
                    <a:pt x="8119" y="19457"/>
                    <a:pt x="-707" y="822"/>
                    <a:pt x="45" y="70"/>
                  </a:cubicBezTo>
                  <a:cubicBezTo>
                    <a:pt x="1430" y="-1315"/>
                    <a:pt x="13563" y="18330"/>
                    <a:pt x="15145" y="24519"/>
                  </a:cubicBezTo>
                  <a:cubicBezTo>
                    <a:pt x="16793" y="30962"/>
                    <a:pt x="15876" y="32008"/>
                    <a:pt x="12859" y="27128"/>
                  </a:cubicBezTo>
                  <a:close/>
                </a:path>
              </a:pathLst>
            </a:custGeom>
            <a:solidFill>
              <a:srgbClr val="B9B9B9"/>
            </a:solidFill>
            <a:ln w="5163" cap="flat">
              <a:noFill/>
              <a:prstDash val="solid"/>
              <a:miter/>
            </a:ln>
          </p:spPr>
          <p:txBody>
            <a:bodyPr/>
            <a:lstStyle/>
            <a:p>
              <a:endParaRPr lang="es-419" noProof="0" dirty="0"/>
            </a:p>
          </p:txBody>
        </p:sp>
      </p:grpSp>
      <p:sp>
        <p:nvSpPr>
          <p:cNvPr id="60" name="Forma libre: forma 59">
            <a:extLst>
              <a:ext uri="{FF2B5EF4-FFF2-40B4-BE49-F238E27FC236}">
                <a16:creationId xmlns:a16="http://schemas.microsoft.com/office/drawing/2014/main" id="{60E5EB18-ED0C-67E6-6FDB-48ECD4693349}"/>
              </a:ext>
            </a:extLst>
          </p:cNvPr>
          <p:cNvSpPr/>
          <p:nvPr/>
        </p:nvSpPr>
        <p:spPr>
          <a:xfrm>
            <a:off x="781520" y="1178397"/>
            <a:ext cx="460893" cy="570101"/>
          </a:xfrm>
          <a:custGeom>
            <a:avLst/>
            <a:gdLst>
              <a:gd name="csX0" fmla="*/ 151660 w 460893"/>
              <a:gd name="csY0" fmla="*/ 568610 h 570101"/>
              <a:gd name="csX1" fmla="*/ 140689 w 460893"/>
              <a:gd name="csY1" fmla="*/ 563178 h 570101"/>
              <a:gd name="csX2" fmla="*/ 131877 w 460893"/>
              <a:gd name="csY2" fmla="*/ 549661 h 570101"/>
              <a:gd name="csX3" fmla="*/ 122196 w 460893"/>
              <a:gd name="csY3" fmla="*/ 532968 h 570101"/>
              <a:gd name="csX4" fmla="*/ 107130 w 460893"/>
              <a:gd name="csY4" fmla="*/ 523131 h 570101"/>
              <a:gd name="csX5" fmla="*/ 89869 w 460893"/>
              <a:gd name="csY5" fmla="*/ 518421 h 570101"/>
              <a:gd name="csX6" fmla="*/ 85076 w 460893"/>
              <a:gd name="csY6" fmla="*/ 501266 h 570101"/>
              <a:gd name="csX7" fmla="*/ 77677 w 460893"/>
              <a:gd name="csY7" fmla="*/ 465952 h 570101"/>
              <a:gd name="csX8" fmla="*/ 72006 w 460893"/>
              <a:gd name="csY8" fmla="*/ 445300 h 570101"/>
              <a:gd name="csX9" fmla="*/ 58957 w 460893"/>
              <a:gd name="csY9" fmla="*/ 446095 h 570101"/>
              <a:gd name="csX10" fmla="*/ 35144 w 460893"/>
              <a:gd name="csY10" fmla="*/ 436548 h 570101"/>
              <a:gd name="csX11" fmla="*/ 24381 w 460893"/>
              <a:gd name="csY11" fmla="*/ 426207 h 570101"/>
              <a:gd name="csX12" fmla="*/ 26114 w 460893"/>
              <a:gd name="csY12" fmla="*/ 405421 h 570101"/>
              <a:gd name="csX13" fmla="*/ 25165 w 460893"/>
              <a:gd name="csY13" fmla="*/ 384636 h 570101"/>
              <a:gd name="csX14" fmla="*/ 17520 w 460893"/>
              <a:gd name="csY14" fmla="*/ 374956 h 570101"/>
              <a:gd name="csX15" fmla="*/ 6475 w 460893"/>
              <a:gd name="csY15" fmla="*/ 353942 h 570101"/>
              <a:gd name="csX16" fmla="*/ 196 w 460893"/>
              <a:gd name="csY16" fmla="*/ 332000 h 570101"/>
              <a:gd name="csX17" fmla="*/ 0 w 460893"/>
              <a:gd name="csY17" fmla="*/ 321391 h 570101"/>
              <a:gd name="csX18" fmla="*/ 20006 w 460893"/>
              <a:gd name="csY18" fmla="*/ 322209 h 570101"/>
              <a:gd name="csX19" fmla="*/ 37306 w 460893"/>
              <a:gd name="csY19" fmla="*/ 304003 h 570101"/>
              <a:gd name="csX20" fmla="*/ 36933 w 460893"/>
              <a:gd name="csY20" fmla="*/ 289805 h 570101"/>
              <a:gd name="csX21" fmla="*/ 37690 w 460893"/>
              <a:gd name="csY21" fmla="*/ 253719 h 570101"/>
              <a:gd name="csX22" fmla="*/ 41303 w 460893"/>
              <a:gd name="csY22" fmla="*/ 221451 h 570101"/>
              <a:gd name="csX23" fmla="*/ 48412 w 460893"/>
              <a:gd name="csY23" fmla="*/ 202644 h 570101"/>
              <a:gd name="csX24" fmla="*/ 48257 w 460893"/>
              <a:gd name="csY24" fmla="*/ 124622 h 570101"/>
              <a:gd name="csX25" fmla="*/ 40464 w 460893"/>
              <a:gd name="csY25" fmla="*/ 83859 h 570101"/>
              <a:gd name="csX26" fmla="*/ 52830 w 460893"/>
              <a:gd name="csY26" fmla="*/ 45160 h 570101"/>
              <a:gd name="csX27" fmla="*/ 63246 w 460893"/>
              <a:gd name="csY27" fmla="*/ 46920 h 570101"/>
              <a:gd name="csX28" fmla="*/ 63246 w 460893"/>
              <a:gd name="csY28" fmla="*/ 23460 h 570101"/>
              <a:gd name="csX29" fmla="*/ 66672 w 460893"/>
              <a:gd name="csY29" fmla="*/ 0 h 570101"/>
              <a:gd name="csX30" fmla="*/ 126691 w 460893"/>
              <a:gd name="csY30" fmla="*/ 3798 h 570101"/>
              <a:gd name="csX31" fmla="*/ 203405 w 460893"/>
              <a:gd name="csY31" fmla="*/ 8311 h 570101"/>
              <a:gd name="csX32" fmla="*/ 223527 w 460893"/>
              <a:gd name="csY32" fmla="*/ 9026 h 570101"/>
              <a:gd name="csX33" fmla="*/ 229665 w 460893"/>
              <a:gd name="csY33" fmla="*/ 21938 h 570101"/>
              <a:gd name="csX34" fmla="*/ 254984 w 460893"/>
              <a:gd name="csY34" fmla="*/ 54210 h 570101"/>
              <a:gd name="csX35" fmla="*/ 267180 w 460893"/>
              <a:gd name="csY35" fmla="*/ 65624 h 570101"/>
              <a:gd name="csX36" fmla="*/ 283960 w 460893"/>
              <a:gd name="csY36" fmla="*/ 83994 h 570101"/>
              <a:gd name="csX37" fmla="*/ 300739 w 460893"/>
              <a:gd name="csY37" fmla="*/ 103278 h 570101"/>
              <a:gd name="csX38" fmla="*/ 307688 w 460893"/>
              <a:gd name="csY38" fmla="*/ 107024 h 570101"/>
              <a:gd name="csX39" fmla="*/ 338320 w 460893"/>
              <a:gd name="csY39" fmla="*/ 140082 h 570101"/>
              <a:gd name="csX40" fmla="*/ 345307 w 460893"/>
              <a:gd name="csY40" fmla="*/ 156757 h 570101"/>
              <a:gd name="csX41" fmla="*/ 350264 w 460893"/>
              <a:gd name="csY41" fmla="*/ 174757 h 570101"/>
              <a:gd name="csX42" fmla="*/ 353728 w 460893"/>
              <a:gd name="csY42" fmla="*/ 192882 h 570101"/>
              <a:gd name="csX43" fmla="*/ 357557 w 460893"/>
              <a:gd name="csY43" fmla="*/ 206186 h 570101"/>
              <a:gd name="csX44" fmla="*/ 373046 w 460893"/>
              <a:gd name="csY44" fmla="*/ 221653 h 570101"/>
              <a:gd name="csX45" fmla="*/ 388508 w 460893"/>
              <a:gd name="csY45" fmla="*/ 235073 h 570101"/>
              <a:gd name="csX46" fmla="*/ 408536 w 460893"/>
              <a:gd name="csY46" fmla="*/ 251563 h 570101"/>
              <a:gd name="csX47" fmla="*/ 419486 w 460893"/>
              <a:gd name="csY47" fmla="*/ 258145 h 570101"/>
              <a:gd name="csX48" fmla="*/ 429612 w 460893"/>
              <a:gd name="csY48" fmla="*/ 264555 h 570101"/>
              <a:gd name="csX49" fmla="*/ 440498 w 460893"/>
              <a:gd name="csY49" fmla="*/ 270196 h 570101"/>
              <a:gd name="csX50" fmla="*/ 458638 w 460893"/>
              <a:gd name="csY50" fmla="*/ 279871 h 570101"/>
              <a:gd name="csX51" fmla="*/ 433706 w 460893"/>
              <a:gd name="csY51" fmla="*/ 328123 h 570101"/>
              <a:gd name="csX52" fmla="*/ 401785 w 460893"/>
              <a:gd name="csY52" fmla="*/ 376892 h 570101"/>
              <a:gd name="csX53" fmla="*/ 408173 w 460893"/>
              <a:gd name="csY53" fmla="*/ 427230 h 570101"/>
              <a:gd name="csX54" fmla="*/ 407224 w 460893"/>
              <a:gd name="csY54" fmla="*/ 481463 h 570101"/>
              <a:gd name="csX55" fmla="*/ 357001 w 460893"/>
              <a:gd name="csY55" fmla="*/ 500599 h 570101"/>
              <a:gd name="csX56" fmla="*/ 339993 w 460893"/>
              <a:gd name="csY56" fmla="*/ 507393 h 570101"/>
              <a:gd name="csX57" fmla="*/ 315871 w 460893"/>
              <a:gd name="csY57" fmla="*/ 500146 h 570101"/>
              <a:gd name="csX58" fmla="*/ 305685 w 460893"/>
              <a:gd name="csY58" fmla="*/ 499249 h 570101"/>
              <a:gd name="csX59" fmla="*/ 291896 w 460893"/>
              <a:gd name="csY59" fmla="*/ 499687 h 570101"/>
              <a:gd name="csX60" fmla="*/ 270870 w 460893"/>
              <a:gd name="csY60" fmla="*/ 491757 h 570101"/>
              <a:gd name="csX61" fmla="*/ 256706 w 460893"/>
              <a:gd name="csY61" fmla="*/ 481408 h 570101"/>
              <a:gd name="csX62" fmla="*/ 242051 w 460893"/>
              <a:gd name="csY62" fmla="*/ 472207 h 570101"/>
              <a:gd name="csX63" fmla="*/ 227525 w 460893"/>
              <a:gd name="csY63" fmla="*/ 468533 h 570101"/>
              <a:gd name="csX64" fmla="*/ 222731 w 460893"/>
              <a:gd name="csY64" fmla="*/ 472486 h 570101"/>
              <a:gd name="csX65" fmla="*/ 210984 w 460893"/>
              <a:gd name="csY65" fmla="*/ 493362 h 570101"/>
              <a:gd name="csX66" fmla="*/ 200162 w 460893"/>
              <a:gd name="csY66" fmla="*/ 504374 h 570101"/>
              <a:gd name="csX67" fmla="*/ 192160 w 460893"/>
              <a:gd name="csY67" fmla="*/ 516880 h 570101"/>
              <a:gd name="csX68" fmla="*/ 189436 w 460893"/>
              <a:gd name="csY68" fmla="*/ 530760 h 570101"/>
              <a:gd name="csX69" fmla="*/ 184534 w 460893"/>
              <a:gd name="csY69" fmla="*/ 547022 h 570101"/>
              <a:gd name="csX70" fmla="*/ 182598 w 460893"/>
              <a:gd name="csY70" fmla="*/ 561518 h 570101"/>
              <a:gd name="csX71" fmla="*/ 164446 w 460893"/>
              <a:gd name="csY71" fmla="*/ 570049 h 570101"/>
              <a:gd name="csX72" fmla="*/ 151660 w 460893"/>
              <a:gd name="csY72" fmla="*/ 568610 h 5701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Lst>
            <a:rect l="l" t="t" r="r" b="b"/>
            <a:pathLst>
              <a:path w="460893" h="570101">
                <a:moveTo>
                  <a:pt x="151660" y="568610"/>
                </a:moveTo>
                <a:cubicBezTo>
                  <a:pt x="143384" y="567865"/>
                  <a:pt x="140689" y="566530"/>
                  <a:pt x="140689" y="563178"/>
                </a:cubicBezTo>
                <a:cubicBezTo>
                  <a:pt x="140689" y="560733"/>
                  <a:pt x="136724" y="554651"/>
                  <a:pt x="131877" y="549661"/>
                </a:cubicBezTo>
                <a:cubicBezTo>
                  <a:pt x="126875" y="544511"/>
                  <a:pt x="122689" y="537293"/>
                  <a:pt x="122196" y="532968"/>
                </a:cubicBezTo>
                <a:cubicBezTo>
                  <a:pt x="121389" y="525881"/>
                  <a:pt x="120335" y="525192"/>
                  <a:pt x="107130" y="523131"/>
                </a:cubicBezTo>
                <a:cubicBezTo>
                  <a:pt x="99321" y="521912"/>
                  <a:pt x="91554" y="519792"/>
                  <a:pt x="89869" y="518421"/>
                </a:cubicBezTo>
                <a:cubicBezTo>
                  <a:pt x="88184" y="517050"/>
                  <a:pt x="86027" y="509330"/>
                  <a:pt x="85076" y="501266"/>
                </a:cubicBezTo>
                <a:cubicBezTo>
                  <a:pt x="84126" y="493202"/>
                  <a:pt x="80796" y="477310"/>
                  <a:pt x="77677" y="465952"/>
                </a:cubicBezTo>
                <a:lnTo>
                  <a:pt x="72006" y="445300"/>
                </a:lnTo>
                <a:lnTo>
                  <a:pt x="58957" y="446095"/>
                </a:lnTo>
                <a:cubicBezTo>
                  <a:pt x="46778" y="446836"/>
                  <a:pt x="45189" y="446199"/>
                  <a:pt x="35144" y="436548"/>
                </a:cubicBezTo>
                <a:lnTo>
                  <a:pt x="24381" y="426207"/>
                </a:lnTo>
                <a:lnTo>
                  <a:pt x="26114" y="405421"/>
                </a:lnTo>
                <a:cubicBezTo>
                  <a:pt x="27263" y="391650"/>
                  <a:pt x="26942" y="384636"/>
                  <a:pt x="25165" y="384636"/>
                </a:cubicBezTo>
                <a:cubicBezTo>
                  <a:pt x="23689" y="384636"/>
                  <a:pt x="20249" y="380280"/>
                  <a:pt x="17520" y="374956"/>
                </a:cubicBezTo>
                <a:cubicBezTo>
                  <a:pt x="14791" y="369631"/>
                  <a:pt x="9821" y="360175"/>
                  <a:pt x="6475" y="353942"/>
                </a:cubicBezTo>
                <a:cubicBezTo>
                  <a:pt x="3106" y="347664"/>
                  <a:pt x="305" y="337877"/>
                  <a:pt x="196" y="332000"/>
                </a:cubicBezTo>
                <a:lnTo>
                  <a:pt x="0" y="321391"/>
                </a:lnTo>
                <a:lnTo>
                  <a:pt x="20006" y="322209"/>
                </a:lnTo>
                <a:cubicBezTo>
                  <a:pt x="42391" y="323125"/>
                  <a:pt x="42565" y="322942"/>
                  <a:pt x="37306" y="304003"/>
                </a:cubicBezTo>
                <a:cubicBezTo>
                  <a:pt x="35685" y="298169"/>
                  <a:pt x="35538" y="292562"/>
                  <a:pt x="36933" y="289805"/>
                </a:cubicBezTo>
                <a:cubicBezTo>
                  <a:pt x="38201" y="287300"/>
                  <a:pt x="38542" y="271061"/>
                  <a:pt x="37690" y="253719"/>
                </a:cubicBezTo>
                <a:cubicBezTo>
                  <a:pt x="36207" y="223555"/>
                  <a:pt x="36364" y="222156"/>
                  <a:pt x="41303" y="221451"/>
                </a:cubicBezTo>
                <a:cubicBezTo>
                  <a:pt x="45680" y="220826"/>
                  <a:pt x="46762" y="217964"/>
                  <a:pt x="48412" y="202644"/>
                </a:cubicBezTo>
                <a:cubicBezTo>
                  <a:pt x="51806" y="171127"/>
                  <a:pt x="51726" y="130863"/>
                  <a:pt x="48257" y="124622"/>
                </a:cubicBezTo>
                <a:cubicBezTo>
                  <a:pt x="46501" y="121464"/>
                  <a:pt x="42994" y="103121"/>
                  <a:pt x="40464" y="83859"/>
                </a:cubicBezTo>
                <a:cubicBezTo>
                  <a:pt x="35209" y="43860"/>
                  <a:pt x="35717" y="42269"/>
                  <a:pt x="52830" y="45160"/>
                </a:cubicBezTo>
                <a:lnTo>
                  <a:pt x="63246" y="46920"/>
                </a:lnTo>
                <a:lnTo>
                  <a:pt x="63246" y="23460"/>
                </a:lnTo>
                <a:cubicBezTo>
                  <a:pt x="63246" y="5683"/>
                  <a:pt x="64076" y="0"/>
                  <a:pt x="66672" y="0"/>
                </a:cubicBezTo>
                <a:cubicBezTo>
                  <a:pt x="68557" y="0"/>
                  <a:pt x="95565" y="1709"/>
                  <a:pt x="126691" y="3798"/>
                </a:cubicBezTo>
                <a:cubicBezTo>
                  <a:pt x="157817" y="5887"/>
                  <a:pt x="192338" y="7917"/>
                  <a:pt x="203405" y="8311"/>
                </a:cubicBezTo>
                <a:lnTo>
                  <a:pt x="223527" y="9026"/>
                </a:lnTo>
                <a:lnTo>
                  <a:pt x="229665" y="21938"/>
                </a:lnTo>
                <a:cubicBezTo>
                  <a:pt x="235583" y="34389"/>
                  <a:pt x="251134" y="54210"/>
                  <a:pt x="254984" y="54210"/>
                </a:cubicBezTo>
                <a:cubicBezTo>
                  <a:pt x="256963" y="54210"/>
                  <a:pt x="267180" y="63772"/>
                  <a:pt x="267180" y="65624"/>
                </a:cubicBezTo>
                <a:cubicBezTo>
                  <a:pt x="267180" y="66222"/>
                  <a:pt x="274731" y="74489"/>
                  <a:pt x="283960" y="83994"/>
                </a:cubicBezTo>
                <a:cubicBezTo>
                  <a:pt x="293188" y="93499"/>
                  <a:pt x="300739" y="102177"/>
                  <a:pt x="300739" y="103278"/>
                </a:cubicBezTo>
                <a:cubicBezTo>
                  <a:pt x="300739" y="104379"/>
                  <a:pt x="303866" y="106065"/>
                  <a:pt x="307688" y="107024"/>
                </a:cubicBezTo>
                <a:cubicBezTo>
                  <a:pt x="316754" y="109299"/>
                  <a:pt x="336159" y="130241"/>
                  <a:pt x="338320" y="140082"/>
                </a:cubicBezTo>
                <a:cubicBezTo>
                  <a:pt x="339250" y="144316"/>
                  <a:pt x="342394" y="151820"/>
                  <a:pt x="345307" y="156757"/>
                </a:cubicBezTo>
                <a:cubicBezTo>
                  <a:pt x="348253" y="161749"/>
                  <a:pt x="350453" y="169738"/>
                  <a:pt x="350264" y="174757"/>
                </a:cubicBezTo>
                <a:cubicBezTo>
                  <a:pt x="350078" y="179720"/>
                  <a:pt x="351636" y="187876"/>
                  <a:pt x="353728" y="192882"/>
                </a:cubicBezTo>
                <a:cubicBezTo>
                  <a:pt x="355820" y="197888"/>
                  <a:pt x="357543" y="203875"/>
                  <a:pt x="357557" y="206186"/>
                </a:cubicBezTo>
                <a:cubicBezTo>
                  <a:pt x="357572" y="208497"/>
                  <a:pt x="364542" y="215457"/>
                  <a:pt x="373046" y="221653"/>
                </a:cubicBezTo>
                <a:cubicBezTo>
                  <a:pt x="381550" y="227849"/>
                  <a:pt x="388508" y="233888"/>
                  <a:pt x="388508" y="235073"/>
                </a:cubicBezTo>
                <a:cubicBezTo>
                  <a:pt x="388508" y="239850"/>
                  <a:pt x="400638" y="249837"/>
                  <a:pt x="408536" y="251563"/>
                </a:cubicBezTo>
                <a:cubicBezTo>
                  <a:pt x="413162" y="252574"/>
                  <a:pt x="418090" y="255536"/>
                  <a:pt x="419486" y="258145"/>
                </a:cubicBezTo>
                <a:cubicBezTo>
                  <a:pt x="420882" y="260754"/>
                  <a:pt x="425439" y="263638"/>
                  <a:pt x="429612" y="264555"/>
                </a:cubicBezTo>
                <a:cubicBezTo>
                  <a:pt x="433785" y="265471"/>
                  <a:pt x="438684" y="268010"/>
                  <a:pt x="440498" y="270196"/>
                </a:cubicBezTo>
                <a:cubicBezTo>
                  <a:pt x="443409" y="273704"/>
                  <a:pt x="453843" y="279268"/>
                  <a:pt x="458638" y="279871"/>
                </a:cubicBezTo>
                <a:cubicBezTo>
                  <a:pt x="464237" y="280575"/>
                  <a:pt x="460647" y="287523"/>
                  <a:pt x="433706" y="328123"/>
                </a:cubicBezTo>
                <a:cubicBezTo>
                  <a:pt x="417320" y="352816"/>
                  <a:pt x="402956" y="374762"/>
                  <a:pt x="401785" y="376892"/>
                </a:cubicBezTo>
                <a:cubicBezTo>
                  <a:pt x="400523" y="379188"/>
                  <a:pt x="403122" y="399673"/>
                  <a:pt x="408173" y="427230"/>
                </a:cubicBezTo>
                <a:cubicBezTo>
                  <a:pt x="419157" y="487163"/>
                  <a:pt x="419215" y="483871"/>
                  <a:pt x="407224" y="481463"/>
                </a:cubicBezTo>
                <a:cubicBezTo>
                  <a:pt x="377101" y="475416"/>
                  <a:pt x="375238" y="476126"/>
                  <a:pt x="357001" y="500599"/>
                </a:cubicBezTo>
                <a:cubicBezTo>
                  <a:pt x="346599" y="514558"/>
                  <a:pt x="343773" y="515687"/>
                  <a:pt x="339993" y="507393"/>
                </a:cubicBezTo>
                <a:cubicBezTo>
                  <a:pt x="336462" y="499643"/>
                  <a:pt x="325739" y="496421"/>
                  <a:pt x="315871" y="500146"/>
                </a:cubicBezTo>
                <a:cubicBezTo>
                  <a:pt x="310307" y="502246"/>
                  <a:pt x="308004" y="502043"/>
                  <a:pt x="305685" y="499249"/>
                </a:cubicBezTo>
                <a:cubicBezTo>
                  <a:pt x="301762" y="494522"/>
                  <a:pt x="296907" y="494676"/>
                  <a:pt x="291896" y="499687"/>
                </a:cubicBezTo>
                <a:cubicBezTo>
                  <a:pt x="286395" y="505188"/>
                  <a:pt x="278982" y="502392"/>
                  <a:pt x="270870" y="491757"/>
                </a:cubicBezTo>
                <a:cubicBezTo>
                  <a:pt x="267159" y="486892"/>
                  <a:pt x="260921" y="482334"/>
                  <a:pt x="256706" y="481408"/>
                </a:cubicBezTo>
                <a:cubicBezTo>
                  <a:pt x="252563" y="480498"/>
                  <a:pt x="245969" y="476358"/>
                  <a:pt x="242051" y="472207"/>
                </a:cubicBezTo>
                <a:cubicBezTo>
                  <a:pt x="234140" y="463825"/>
                  <a:pt x="229757" y="462717"/>
                  <a:pt x="227525" y="468533"/>
                </a:cubicBezTo>
                <a:cubicBezTo>
                  <a:pt x="226708" y="470663"/>
                  <a:pt x="224550" y="472442"/>
                  <a:pt x="222731" y="472486"/>
                </a:cubicBezTo>
                <a:cubicBezTo>
                  <a:pt x="216831" y="472631"/>
                  <a:pt x="209780" y="485162"/>
                  <a:pt x="210984" y="493362"/>
                </a:cubicBezTo>
                <a:cubicBezTo>
                  <a:pt x="212266" y="502098"/>
                  <a:pt x="211304" y="503076"/>
                  <a:pt x="200162" y="504374"/>
                </a:cubicBezTo>
                <a:cubicBezTo>
                  <a:pt x="189734" y="505588"/>
                  <a:pt x="189645" y="505728"/>
                  <a:pt x="192160" y="516880"/>
                </a:cubicBezTo>
                <a:cubicBezTo>
                  <a:pt x="193910" y="524639"/>
                  <a:pt x="193416" y="527159"/>
                  <a:pt x="189436" y="530760"/>
                </a:cubicBezTo>
                <a:cubicBezTo>
                  <a:pt x="186033" y="533840"/>
                  <a:pt x="184562" y="538720"/>
                  <a:pt x="184534" y="547022"/>
                </a:cubicBezTo>
                <a:cubicBezTo>
                  <a:pt x="184512" y="553546"/>
                  <a:pt x="183641" y="560069"/>
                  <a:pt x="182598" y="561518"/>
                </a:cubicBezTo>
                <a:cubicBezTo>
                  <a:pt x="180445" y="564508"/>
                  <a:pt x="167199" y="570734"/>
                  <a:pt x="164446" y="570049"/>
                </a:cubicBezTo>
                <a:cubicBezTo>
                  <a:pt x="163448" y="569801"/>
                  <a:pt x="157694" y="569154"/>
                  <a:pt x="151660" y="568610"/>
                </a:cubicBezTo>
                <a:close/>
              </a:path>
            </a:pathLst>
          </a:custGeom>
          <a:solidFill>
            <a:srgbClr val="B9B9B9"/>
          </a:solidFill>
          <a:ln w="5163" cap="flat">
            <a:noFill/>
            <a:prstDash val="solid"/>
            <a:miter/>
          </a:ln>
        </p:spPr>
        <p:txBody>
          <a:bodyPr/>
          <a:lstStyle/>
          <a:p>
            <a:endParaRPr lang="es-419" noProof="0" dirty="0"/>
          </a:p>
        </p:txBody>
      </p:sp>
      <p:sp>
        <p:nvSpPr>
          <p:cNvPr id="61" name="Forma libre: forma 60">
            <a:extLst>
              <a:ext uri="{FF2B5EF4-FFF2-40B4-BE49-F238E27FC236}">
                <a16:creationId xmlns:a16="http://schemas.microsoft.com/office/drawing/2014/main" id="{D7B7B251-6872-61F7-A0FE-6159D0A5F946}"/>
              </a:ext>
            </a:extLst>
          </p:cNvPr>
          <p:cNvSpPr/>
          <p:nvPr/>
        </p:nvSpPr>
        <p:spPr>
          <a:xfrm>
            <a:off x="2038384" y="2469122"/>
            <a:ext cx="332998" cy="314936"/>
          </a:xfrm>
          <a:custGeom>
            <a:avLst/>
            <a:gdLst>
              <a:gd name="csX0" fmla="*/ 150508 w 332998"/>
              <a:gd name="csY0" fmla="*/ 295153 h 314936"/>
              <a:gd name="csX1" fmla="*/ 122921 w 332998"/>
              <a:gd name="csY1" fmla="*/ 269012 h 314936"/>
              <a:gd name="csX2" fmla="*/ 122279 w 332998"/>
              <a:gd name="csY2" fmla="*/ 264031 h 314936"/>
              <a:gd name="csX3" fmla="*/ 126546 w 332998"/>
              <a:gd name="csY3" fmla="*/ 262908 h 314936"/>
              <a:gd name="csX4" fmla="*/ 106954 w 332998"/>
              <a:gd name="csY4" fmla="*/ 254224 h 314936"/>
              <a:gd name="csX5" fmla="*/ 78561 w 332998"/>
              <a:gd name="csY5" fmla="*/ 232541 h 314936"/>
              <a:gd name="csX6" fmla="*/ 60903 w 332998"/>
              <a:gd name="csY6" fmla="*/ 216842 h 314936"/>
              <a:gd name="csX7" fmla="*/ 60455 w 332998"/>
              <a:gd name="csY7" fmla="*/ 213585 h 314936"/>
              <a:gd name="csX8" fmla="*/ 56711 w 332998"/>
              <a:gd name="csY8" fmla="*/ 207285 h 314936"/>
              <a:gd name="csX9" fmla="*/ 53349 w 332998"/>
              <a:gd name="csY9" fmla="*/ 207961 h 314936"/>
              <a:gd name="csX10" fmla="*/ 34703 w 332998"/>
              <a:gd name="csY10" fmla="*/ 200142 h 314936"/>
              <a:gd name="csX11" fmla="*/ 16028 w 332998"/>
              <a:gd name="csY11" fmla="*/ 187234 h 314936"/>
              <a:gd name="csX12" fmla="*/ 16436 w 332998"/>
              <a:gd name="csY12" fmla="*/ 184359 h 314936"/>
              <a:gd name="csX13" fmla="*/ 14549 w 332998"/>
              <a:gd name="csY13" fmla="*/ 178120 h 314936"/>
              <a:gd name="csX14" fmla="*/ 7908 w 332998"/>
              <a:gd name="csY14" fmla="*/ 171021 h 314936"/>
              <a:gd name="csX15" fmla="*/ 2407 w 332998"/>
              <a:gd name="csY15" fmla="*/ 154470 h 314936"/>
              <a:gd name="csX16" fmla="*/ 6812 w 332998"/>
              <a:gd name="csY16" fmla="*/ 119621 h 314936"/>
              <a:gd name="csX17" fmla="*/ 17071 w 332998"/>
              <a:gd name="csY17" fmla="*/ 91641 h 314936"/>
              <a:gd name="csX18" fmla="*/ 20635 w 332998"/>
              <a:gd name="csY18" fmla="*/ 82008 h 314936"/>
              <a:gd name="csX19" fmla="*/ 29523 w 332998"/>
              <a:gd name="csY19" fmla="*/ 71230 h 314936"/>
              <a:gd name="csX20" fmla="*/ 42896 w 332998"/>
              <a:gd name="csY20" fmla="*/ 48085 h 314936"/>
              <a:gd name="csX21" fmla="*/ 49532 w 332998"/>
              <a:gd name="csY21" fmla="*/ 35969 h 314936"/>
              <a:gd name="csX22" fmla="*/ 54906 w 332998"/>
              <a:gd name="csY22" fmla="*/ 23257 h 314936"/>
              <a:gd name="csX23" fmla="*/ 66531 w 332998"/>
              <a:gd name="csY23" fmla="*/ 0 h 314936"/>
              <a:gd name="csX24" fmla="*/ 82468 w 332998"/>
              <a:gd name="csY24" fmla="*/ 19425 h 314936"/>
              <a:gd name="csX25" fmla="*/ 95351 w 332998"/>
              <a:gd name="csY25" fmla="*/ 43885 h 314936"/>
              <a:gd name="csX26" fmla="*/ 106141 w 332998"/>
              <a:gd name="csY26" fmla="*/ 49048 h 314936"/>
              <a:gd name="csX27" fmla="*/ 113640 w 332998"/>
              <a:gd name="csY27" fmla="*/ 54166 h 314936"/>
              <a:gd name="csX28" fmla="*/ 132249 w 332998"/>
              <a:gd name="csY28" fmla="*/ 34653 h 314936"/>
              <a:gd name="csX29" fmla="*/ 156404 w 332998"/>
              <a:gd name="csY29" fmla="*/ 10326 h 314936"/>
              <a:gd name="csX30" fmla="*/ 168334 w 332998"/>
              <a:gd name="csY30" fmla="*/ 6060 h 314936"/>
              <a:gd name="csX31" fmla="*/ 186389 w 332998"/>
              <a:gd name="csY31" fmla="*/ 9933 h 314936"/>
              <a:gd name="csX32" fmla="*/ 200349 w 332998"/>
              <a:gd name="csY32" fmla="*/ 18070 h 314936"/>
              <a:gd name="csX33" fmla="*/ 204999 w 332998"/>
              <a:gd name="csY33" fmla="*/ 30473 h 314936"/>
              <a:gd name="csX34" fmla="*/ 218185 w 332998"/>
              <a:gd name="csY34" fmla="*/ 43802 h 314936"/>
              <a:gd name="csX35" fmla="*/ 227241 w 332998"/>
              <a:gd name="csY35" fmla="*/ 50036 h 314936"/>
              <a:gd name="csX36" fmla="*/ 238424 w 332998"/>
              <a:gd name="csY36" fmla="*/ 60571 h 314936"/>
              <a:gd name="csX37" fmla="*/ 261581 w 332998"/>
              <a:gd name="csY37" fmla="*/ 79599 h 314936"/>
              <a:gd name="csX38" fmla="*/ 276424 w 332998"/>
              <a:gd name="csY38" fmla="*/ 89453 h 314936"/>
              <a:gd name="csX39" fmla="*/ 280389 w 332998"/>
              <a:gd name="csY39" fmla="*/ 90232 h 314936"/>
              <a:gd name="csX40" fmla="*/ 288978 w 332998"/>
              <a:gd name="csY40" fmla="*/ 95366 h 314936"/>
              <a:gd name="csX41" fmla="*/ 309784 w 332998"/>
              <a:gd name="csY41" fmla="*/ 117828 h 314936"/>
              <a:gd name="csX42" fmla="*/ 323208 w 332998"/>
              <a:gd name="csY42" fmla="*/ 127731 h 314936"/>
              <a:gd name="csX43" fmla="*/ 330610 w 332998"/>
              <a:gd name="csY43" fmla="*/ 136947 h 314936"/>
              <a:gd name="csX44" fmla="*/ 327230 w 332998"/>
              <a:gd name="csY44" fmla="*/ 153094 h 314936"/>
              <a:gd name="csX45" fmla="*/ 328146 w 332998"/>
              <a:gd name="csY45" fmla="*/ 164492 h 314936"/>
              <a:gd name="csX46" fmla="*/ 285552 w 332998"/>
              <a:gd name="csY46" fmla="*/ 166189 h 314936"/>
              <a:gd name="csX47" fmla="*/ 228050 w 332998"/>
              <a:gd name="csY47" fmla="*/ 169472 h 314936"/>
              <a:gd name="csX48" fmla="*/ 213142 w 332998"/>
              <a:gd name="csY48" fmla="*/ 171057 h 314936"/>
              <a:gd name="csX49" fmla="*/ 197915 w 332998"/>
              <a:gd name="csY49" fmla="*/ 199758 h 314936"/>
              <a:gd name="csX50" fmla="*/ 180329 w 332998"/>
              <a:gd name="csY50" fmla="*/ 231127 h 314936"/>
              <a:gd name="csX51" fmla="*/ 181055 w 332998"/>
              <a:gd name="csY51" fmla="*/ 253031 h 314936"/>
              <a:gd name="csX52" fmla="*/ 185000 w 332998"/>
              <a:gd name="csY52" fmla="*/ 272477 h 314936"/>
              <a:gd name="csX53" fmla="*/ 182260 w 332998"/>
              <a:gd name="csY53" fmla="*/ 301769 h 314936"/>
              <a:gd name="csX54" fmla="*/ 174070 w 332998"/>
              <a:gd name="csY54" fmla="*/ 314937 h 314936"/>
              <a:gd name="csX55" fmla="*/ 150508 w 332998"/>
              <a:gd name="csY55" fmla="*/ 295153 h 3149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Lst>
            <a:rect l="l" t="t" r="r" b="b"/>
            <a:pathLst>
              <a:path w="332998" h="314936">
                <a:moveTo>
                  <a:pt x="150508" y="295153"/>
                </a:moveTo>
                <a:cubicBezTo>
                  <a:pt x="138884" y="284272"/>
                  <a:pt x="126470" y="272508"/>
                  <a:pt x="122921" y="269012"/>
                </a:cubicBezTo>
                <a:cubicBezTo>
                  <a:pt x="116541" y="262727"/>
                  <a:pt x="116534" y="262670"/>
                  <a:pt x="122279" y="264031"/>
                </a:cubicBezTo>
                <a:cubicBezTo>
                  <a:pt x="125681" y="264837"/>
                  <a:pt x="127450" y="264371"/>
                  <a:pt x="126546" y="262908"/>
                </a:cubicBezTo>
                <a:cubicBezTo>
                  <a:pt x="124960" y="260342"/>
                  <a:pt x="114693" y="255791"/>
                  <a:pt x="106954" y="254224"/>
                </a:cubicBezTo>
                <a:cubicBezTo>
                  <a:pt x="98738" y="252560"/>
                  <a:pt x="93040" y="248209"/>
                  <a:pt x="78561" y="232541"/>
                </a:cubicBezTo>
                <a:cubicBezTo>
                  <a:pt x="70581" y="223906"/>
                  <a:pt x="62635" y="216842"/>
                  <a:pt x="60903" y="216842"/>
                </a:cubicBezTo>
                <a:cubicBezTo>
                  <a:pt x="58660" y="216842"/>
                  <a:pt x="58531" y="215904"/>
                  <a:pt x="60455" y="213585"/>
                </a:cubicBezTo>
                <a:cubicBezTo>
                  <a:pt x="62461" y="211169"/>
                  <a:pt x="61494" y="209543"/>
                  <a:pt x="56711" y="207285"/>
                </a:cubicBezTo>
                <a:cubicBezTo>
                  <a:pt x="51186" y="204678"/>
                  <a:pt x="50705" y="204775"/>
                  <a:pt x="53349" y="207961"/>
                </a:cubicBezTo>
                <a:cubicBezTo>
                  <a:pt x="59572" y="215458"/>
                  <a:pt x="50558" y="211678"/>
                  <a:pt x="34703" y="200142"/>
                </a:cubicBezTo>
                <a:cubicBezTo>
                  <a:pt x="25983" y="193796"/>
                  <a:pt x="17579" y="187988"/>
                  <a:pt x="16028" y="187234"/>
                </a:cubicBezTo>
                <a:cubicBezTo>
                  <a:pt x="14108" y="186301"/>
                  <a:pt x="14238" y="185384"/>
                  <a:pt x="16436" y="184359"/>
                </a:cubicBezTo>
                <a:cubicBezTo>
                  <a:pt x="21429" y="182028"/>
                  <a:pt x="20247" y="178120"/>
                  <a:pt x="14549" y="178120"/>
                </a:cubicBezTo>
                <a:cubicBezTo>
                  <a:pt x="11062" y="178120"/>
                  <a:pt x="8950" y="175862"/>
                  <a:pt x="7908" y="171021"/>
                </a:cubicBezTo>
                <a:cubicBezTo>
                  <a:pt x="7068" y="167117"/>
                  <a:pt x="4593" y="159669"/>
                  <a:pt x="2407" y="154470"/>
                </a:cubicBezTo>
                <a:cubicBezTo>
                  <a:pt x="-1401" y="145413"/>
                  <a:pt x="-1217" y="143959"/>
                  <a:pt x="6812" y="119621"/>
                </a:cubicBezTo>
                <a:cubicBezTo>
                  <a:pt x="11420" y="105652"/>
                  <a:pt x="16036" y="93061"/>
                  <a:pt x="17071" y="91641"/>
                </a:cubicBezTo>
                <a:cubicBezTo>
                  <a:pt x="18105" y="90222"/>
                  <a:pt x="19709" y="85887"/>
                  <a:pt x="20635" y="82008"/>
                </a:cubicBezTo>
                <a:cubicBezTo>
                  <a:pt x="21600" y="77965"/>
                  <a:pt x="25393" y="73366"/>
                  <a:pt x="29523" y="71230"/>
                </a:cubicBezTo>
                <a:cubicBezTo>
                  <a:pt x="37293" y="67213"/>
                  <a:pt x="42896" y="57515"/>
                  <a:pt x="42896" y="48085"/>
                </a:cubicBezTo>
                <a:cubicBezTo>
                  <a:pt x="42896" y="44850"/>
                  <a:pt x="45882" y="39398"/>
                  <a:pt x="49532" y="35969"/>
                </a:cubicBezTo>
                <a:cubicBezTo>
                  <a:pt x="54317" y="31473"/>
                  <a:pt x="55816" y="27929"/>
                  <a:pt x="54906" y="23257"/>
                </a:cubicBezTo>
                <a:cubicBezTo>
                  <a:pt x="53161" y="14292"/>
                  <a:pt x="60305" y="0"/>
                  <a:pt x="66531" y="0"/>
                </a:cubicBezTo>
                <a:cubicBezTo>
                  <a:pt x="74307" y="0"/>
                  <a:pt x="80918" y="8058"/>
                  <a:pt x="82468" y="19425"/>
                </a:cubicBezTo>
                <a:cubicBezTo>
                  <a:pt x="84849" y="36891"/>
                  <a:pt x="88533" y="43885"/>
                  <a:pt x="95351" y="43885"/>
                </a:cubicBezTo>
                <a:cubicBezTo>
                  <a:pt x="98716" y="43885"/>
                  <a:pt x="103572" y="46208"/>
                  <a:pt x="106141" y="49048"/>
                </a:cubicBezTo>
                <a:cubicBezTo>
                  <a:pt x="108711" y="51887"/>
                  <a:pt x="112086" y="54190"/>
                  <a:pt x="113640" y="54166"/>
                </a:cubicBezTo>
                <a:cubicBezTo>
                  <a:pt x="117209" y="54110"/>
                  <a:pt x="125915" y="44980"/>
                  <a:pt x="132249" y="34653"/>
                </a:cubicBezTo>
                <a:cubicBezTo>
                  <a:pt x="141121" y="20185"/>
                  <a:pt x="150911" y="10326"/>
                  <a:pt x="156404" y="10326"/>
                </a:cubicBezTo>
                <a:cubicBezTo>
                  <a:pt x="159385" y="10326"/>
                  <a:pt x="164754" y="8406"/>
                  <a:pt x="168334" y="6060"/>
                </a:cubicBezTo>
                <a:cubicBezTo>
                  <a:pt x="174611" y="1948"/>
                  <a:pt x="175258" y="2087"/>
                  <a:pt x="186389" y="9933"/>
                </a:cubicBezTo>
                <a:cubicBezTo>
                  <a:pt x="192739" y="14408"/>
                  <a:pt x="199021" y="18070"/>
                  <a:pt x="200349" y="18070"/>
                </a:cubicBezTo>
                <a:cubicBezTo>
                  <a:pt x="204669" y="18070"/>
                  <a:pt x="208141" y="27331"/>
                  <a:pt x="204999" y="30473"/>
                </a:cubicBezTo>
                <a:cubicBezTo>
                  <a:pt x="200842" y="34630"/>
                  <a:pt x="205908" y="39750"/>
                  <a:pt x="218185" y="43802"/>
                </a:cubicBezTo>
                <a:cubicBezTo>
                  <a:pt x="223767" y="45645"/>
                  <a:pt x="227842" y="48450"/>
                  <a:pt x="227241" y="50036"/>
                </a:cubicBezTo>
                <a:cubicBezTo>
                  <a:pt x="226639" y="51622"/>
                  <a:pt x="231671" y="56363"/>
                  <a:pt x="238424" y="60571"/>
                </a:cubicBezTo>
                <a:cubicBezTo>
                  <a:pt x="245177" y="64780"/>
                  <a:pt x="255598" y="73342"/>
                  <a:pt x="261581" y="79599"/>
                </a:cubicBezTo>
                <a:cubicBezTo>
                  <a:pt x="268586" y="86925"/>
                  <a:pt x="273870" y="90433"/>
                  <a:pt x="276424" y="89453"/>
                </a:cubicBezTo>
                <a:cubicBezTo>
                  <a:pt x="278605" y="88616"/>
                  <a:pt x="280389" y="88966"/>
                  <a:pt x="280389" y="90232"/>
                </a:cubicBezTo>
                <a:cubicBezTo>
                  <a:pt x="280389" y="91497"/>
                  <a:pt x="284254" y="93807"/>
                  <a:pt x="288978" y="95366"/>
                </a:cubicBezTo>
                <a:cubicBezTo>
                  <a:pt x="297678" y="98238"/>
                  <a:pt x="306636" y="107909"/>
                  <a:pt x="309784" y="117828"/>
                </a:cubicBezTo>
                <a:cubicBezTo>
                  <a:pt x="310845" y="121169"/>
                  <a:pt x="316015" y="124983"/>
                  <a:pt x="323208" y="127731"/>
                </a:cubicBezTo>
                <a:cubicBezTo>
                  <a:pt x="334331" y="131978"/>
                  <a:pt x="334696" y="132432"/>
                  <a:pt x="330610" y="136947"/>
                </a:cubicBezTo>
                <a:cubicBezTo>
                  <a:pt x="327588" y="140286"/>
                  <a:pt x="326585" y="145078"/>
                  <a:pt x="327230" y="153094"/>
                </a:cubicBezTo>
                <a:lnTo>
                  <a:pt x="328146" y="164492"/>
                </a:lnTo>
                <a:lnTo>
                  <a:pt x="285552" y="166189"/>
                </a:lnTo>
                <a:cubicBezTo>
                  <a:pt x="262126" y="167123"/>
                  <a:pt x="236250" y="168600"/>
                  <a:pt x="228050" y="169472"/>
                </a:cubicBezTo>
                <a:lnTo>
                  <a:pt x="213142" y="171057"/>
                </a:lnTo>
                <a:lnTo>
                  <a:pt x="197915" y="199758"/>
                </a:lnTo>
                <a:cubicBezTo>
                  <a:pt x="189539" y="215543"/>
                  <a:pt x="181626" y="229659"/>
                  <a:pt x="180329" y="231127"/>
                </a:cubicBezTo>
                <a:cubicBezTo>
                  <a:pt x="174323" y="237923"/>
                  <a:pt x="174624" y="246989"/>
                  <a:pt x="181055" y="253031"/>
                </a:cubicBezTo>
                <a:cubicBezTo>
                  <a:pt x="187596" y="259176"/>
                  <a:pt x="189401" y="268075"/>
                  <a:pt x="185000" y="272477"/>
                </a:cubicBezTo>
                <a:cubicBezTo>
                  <a:pt x="182808" y="274669"/>
                  <a:pt x="182167" y="281522"/>
                  <a:pt x="182260" y="301769"/>
                </a:cubicBezTo>
                <a:cubicBezTo>
                  <a:pt x="182290" y="308297"/>
                  <a:pt x="178160" y="314937"/>
                  <a:pt x="174070" y="314937"/>
                </a:cubicBezTo>
                <a:cubicBezTo>
                  <a:pt x="172734" y="314937"/>
                  <a:pt x="162131" y="306034"/>
                  <a:pt x="150508" y="295153"/>
                </a:cubicBezTo>
                <a:close/>
              </a:path>
            </a:pathLst>
          </a:custGeom>
          <a:solidFill>
            <a:srgbClr val="B9B9B9"/>
          </a:solidFill>
          <a:ln w="5163" cap="flat">
            <a:noFill/>
            <a:prstDash val="solid"/>
            <a:miter/>
          </a:ln>
        </p:spPr>
        <p:txBody>
          <a:bodyPr/>
          <a:lstStyle/>
          <a:p>
            <a:endParaRPr lang="es-419" noProof="0" dirty="0"/>
          </a:p>
        </p:txBody>
      </p:sp>
      <p:sp>
        <p:nvSpPr>
          <p:cNvPr id="62" name="Forma libre: forma 61">
            <a:extLst>
              <a:ext uri="{FF2B5EF4-FFF2-40B4-BE49-F238E27FC236}">
                <a16:creationId xmlns:a16="http://schemas.microsoft.com/office/drawing/2014/main" id="{E8B45692-4484-4CDC-57BF-60D95ECAE784}"/>
              </a:ext>
            </a:extLst>
          </p:cNvPr>
          <p:cNvSpPr/>
          <p:nvPr/>
        </p:nvSpPr>
        <p:spPr>
          <a:xfrm>
            <a:off x="1645015" y="2415517"/>
            <a:ext cx="409424" cy="276749"/>
          </a:xfrm>
          <a:custGeom>
            <a:avLst/>
            <a:gdLst>
              <a:gd name="csX0" fmla="*/ 169694 w 409424"/>
              <a:gd name="csY0" fmla="*/ 275279 h 276749"/>
              <a:gd name="csX1" fmla="*/ 152536 w 409424"/>
              <a:gd name="csY1" fmla="*/ 270490 h 276749"/>
              <a:gd name="csX2" fmla="*/ 128939 w 409424"/>
              <a:gd name="csY2" fmla="*/ 261017 h 276749"/>
              <a:gd name="csX3" fmla="*/ 97253 w 409424"/>
              <a:gd name="csY3" fmla="*/ 251980 h 276749"/>
              <a:gd name="csX4" fmla="*/ 66316 w 409424"/>
              <a:gd name="csY4" fmla="*/ 248914 h 276749"/>
              <a:gd name="csX5" fmla="*/ 49536 w 409424"/>
              <a:gd name="csY5" fmla="*/ 241356 h 276749"/>
              <a:gd name="csX6" fmla="*/ 12262 w 409424"/>
              <a:gd name="csY6" fmla="*/ 223990 h 276749"/>
              <a:gd name="csX7" fmla="*/ 0 w 409424"/>
              <a:gd name="csY7" fmla="*/ 222341 h 276749"/>
              <a:gd name="csX8" fmla="*/ 5808 w 409424"/>
              <a:gd name="csY8" fmla="*/ 214784 h 276749"/>
              <a:gd name="csX9" fmla="*/ 14198 w 409424"/>
              <a:gd name="csY9" fmla="*/ 206134 h 276749"/>
              <a:gd name="csX10" fmla="*/ 30441 w 409424"/>
              <a:gd name="csY10" fmla="*/ 191104 h 276749"/>
              <a:gd name="csX11" fmla="*/ 44102 w 409424"/>
              <a:gd name="csY11" fmla="*/ 178805 h 276749"/>
              <a:gd name="csX12" fmla="*/ 41686 w 409424"/>
              <a:gd name="csY12" fmla="*/ 166228 h 276749"/>
              <a:gd name="csX13" fmla="*/ 27640 w 409424"/>
              <a:gd name="csY13" fmla="*/ 142994 h 276749"/>
              <a:gd name="csX14" fmla="*/ 10050 w 409424"/>
              <a:gd name="csY14" fmla="*/ 94836 h 276749"/>
              <a:gd name="csX15" fmla="*/ 25607 w 409424"/>
              <a:gd name="csY15" fmla="*/ 63931 h 276749"/>
              <a:gd name="csX16" fmla="*/ 43054 w 409424"/>
              <a:gd name="csY16" fmla="*/ 67030 h 276749"/>
              <a:gd name="csX17" fmla="*/ 54130 w 409424"/>
              <a:gd name="csY17" fmla="*/ 57326 h 276749"/>
              <a:gd name="csX18" fmla="*/ 54400 w 409424"/>
              <a:gd name="csY18" fmla="*/ 43740 h 276749"/>
              <a:gd name="csX19" fmla="*/ 67118 w 409424"/>
              <a:gd name="csY19" fmla="*/ 40356 h 276749"/>
              <a:gd name="csX20" fmla="*/ 69858 w 409424"/>
              <a:gd name="csY20" fmla="*/ 47250 h 276749"/>
              <a:gd name="csX21" fmla="*/ 74957 w 409424"/>
              <a:gd name="csY21" fmla="*/ 55146 h 276749"/>
              <a:gd name="csX22" fmla="*/ 85078 w 409424"/>
              <a:gd name="csY22" fmla="*/ 56392 h 276749"/>
              <a:gd name="csX23" fmla="*/ 108275 w 409424"/>
              <a:gd name="csY23" fmla="*/ 51828 h 276749"/>
              <a:gd name="csX24" fmla="*/ 135859 w 409424"/>
              <a:gd name="csY24" fmla="*/ 46965 h 276749"/>
              <a:gd name="csX25" fmla="*/ 159928 w 409424"/>
              <a:gd name="csY25" fmla="*/ 4926 h 276749"/>
              <a:gd name="csX26" fmla="*/ 164133 w 409424"/>
              <a:gd name="csY26" fmla="*/ 409 h 276749"/>
              <a:gd name="csX27" fmla="*/ 170486 w 409424"/>
              <a:gd name="csY27" fmla="*/ 1976 h 276749"/>
              <a:gd name="csX28" fmla="*/ 183283 w 409424"/>
              <a:gd name="csY28" fmla="*/ 17951 h 276749"/>
              <a:gd name="csX29" fmla="*/ 185999 w 409424"/>
              <a:gd name="csY29" fmla="*/ 22627 h 276749"/>
              <a:gd name="csX30" fmla="*/ 191478 w 409424"/>
              <a:gd name="csY30" fmla="*/ 30556 h 276749"/>
              <a:gd name="csX31" fmla="*/ 217371 w 409424"/>
              <a:gd name="csY31" fmla="*/ 43279 h 276749"/>
              <a:gd name="csX32" fmla="*/ 231319 w 409424"/>
              <a:gd name="csY32" fmla="*/ 47797 h 276749"/>
              <a:gd name="csX33" fmla="*/ 231065 w 409424"/>
              <a:gd name="csY33" fmla="*/ 71654 h 276749"/>
              <a:gd name="csX34" fmla="*/ 232914 w 409424"/>
              <a:gd name="csY34" fmla="*/ 94162 h 276749"/>
              <a:gd name="csX35" fmla="*/ 264097 w 409424"/>
              <a:gd name="csY35" fmla="*/ 98422 h 276749"/>
              <a:gd name="csX36" fmla="*/ 290859 w 409424"/>
              <a:gd name="csY36" fmla="*/ 85458 h 276749"/>
              <a:gd name="csX37" fmla="*/ 289553 w 409424"/>
              <a:gd name="csY37" fmla="*/ 87164 h 276749"/>
              <a:gd name="csX38" fmla="*/ 313001 w 409424"/>
              <a:gd name="csY38" fmla="*/ 117924 h 276749"/>
              <a:gd name="csX39" fmla="*/ 320100 w 409424"/>
              <a:gd name="csY39" fmla="*/ 125822 h 276749"/>
              <a:gd name="csX40" fmla="*/ 323327 w 409424"/>
              <a:gd name="csY40" fmla="*/ 131062 h 276749"/>
              <a:gd name="csX41" fmla="*/ 409403 w 409424"/>
              <a:gd name="csY41" fmla="*/ 134303 h 276749"/>
              <a:gd name="csX42" fmla="*/ 398626 w 409424"/>
              <a:gd name="csY42" fmla="*/ 166622 h 276749"/>
              <a:gd name="csX43" fmla="*/ 387152 w 409424"/>
              <a:gd name="csY43" fmla="*/ 198243 h 276749"/>
              <a:gd name="csX44" fmla="*/ 392348 w 409424"/>
              <a:gd name="csY44" fmla="*/ 208428 h 276749"/>
              <a:gd name="csX45" fmla="*/ 395238 w 409424"/>
              <a:gd name="csY45" fmla="*/ 226562 h 276749"/>
              <a:gd name="csX46" fmla="*/ 391384 w 409424"/>
              <a:gd name="csY46" fmla="*/ 222526 h 276749"/>
              <a:gd name="csX47" fmla="*/ 386991 w 409424"/>
              <a:gd name="csY47" fmla="*/ 220249 h 276749"/>
              <a:gd name="csX48" fmla="*/ 376751 w 409424"/>
              <a:gd name="csY48" fmla="*/ 216540 h 276749"/>
              <a:gd name="csX49" fmla="*/ 366566 w 409424"/>
              <a:gd name="csY49" fmla="*/ 215027 h 276749"/>
              <a:gd name="csX50" fmla="*/ 371084 w 409424"/>
              <a:gd name="csY50" fmla="*/ 220497 h 276749"/>
              <a:gd name="csX51" fmla="*/ 400125 w 409424"/>
              <a:gd name="csY51" fmla="*/ 234526 h 276749"/>
              <a:gd name="csX52" fmla="*/ 382700 w 409424"/>
              <a:gd name="csY52" fmla="*/ 228973 h 276749"/>
              <a:gd name="csX53" fmla="*/ 356240 w 409424"/>
              <a:gd name="csY53" fmla="*/ 221430 h 276749"/>
              <a:gd name="csX54" fmla="*/ 344640 w 409424"/>
              <a:gd name="csY54" fmla="*/ 215296 h 276749"/>
              <a:gd name="csX55" fmla="*/ 351310 w 409424"/>
              <a:gd name="csY55" fmla="*/ 215089 h 276749"/>
              <a:gd name="csX56" fmla="*/ 353659 w 409424"/>
              <a:gd name="csY56" fmla="*/ 213898 h 276749"/>
              <a:gd name="csX57" fmla="*/ 348281 w 409424"/>
              <a:gd name="csY57" fmla="*/ 208377 h 276749"/>
              <a:gd name="csX58" fmla="*/ 338397 w 409424"/>
              <a:gd name="csY58" fmla="*/ 209577 h 276749"/>
              <a:gd name="csX59" fmla="*/ 330426 w 409424"/>
              <a:gd name="csY59" fmla="*/ 208411 h 276749"/>
              <a:gd name="csX60" fmla="*/ 317751 w 409424"/>
              <a:gd name="csY60" fmla="*/ 206264 h 276749"/>
              <a:gd name="csX61" fmla="*/ 320963 w 409424"/>
              <a:gd name="csY61" fmla="*/ 214760 h 276749"/>
              <a:gd name="csX62" fmla="*/ 323972 w 409424"/>
              <a:gd name="csY62" fmla="*/ 215747 h 276749"/>
              <a:gd name="csX63" fmla="*/ 314937 w 409424"/>
              <a:gd name="csY63" fmla="*/ 219599 h 276749"/>
              <a:gd name="csX64" fmla="*/ 321391 w 409424"/>
              <a:gd name="csY64" fmla="*/ 219864 h 276749"/>
              <a:gd name="csX65" fmla="*/ 330426 w 409424"/>
              <a:gd name="csY65" fmla="*/ 221426 h 276749"/>
              <a:gd name="csX66" fmla="*/ 310754 w 409424"/>
              <a:gd name="csY66" fmla="*/ 223941 h 276749"/>
              <a:gd name="csX67" fmla="*/ 284939 w 409424"/>
              <a:gd name="csY67" fmla="*/ 234304 h 276749"/>
              <a:gd name="csX68" fmla="*/ 270316 w 409424"/>
              <a:gd name="csY68" fmla="*/ 244630 h 276749"/>
              <a:gd name="csX69" fmla="*/ 259397 w 409424"/>
              <a:gd name="csY69" fmla="*/ 248767 h 276749"/>
              <a:gd name="csX70" fmla="*/ 242736 w 409424"/>
              <a:gd name="csY70" fmla="*/ 255227 h 276749"/>
              <a:gd name="csX71" fmla="*/ 220097 w 409424"/>
              <a:gd name="csY71" fmla="*/ 265079 h 276749"/>
              <a:gd name="csX72" fmla="*/ 198772 w 409424"/>
              <a:gd name="csY72" fmla="*/ 274061 h 276749"/>
              <a:gd name="csX73" fmla="*/ 169694 w 409424"/>
              <a:gd name="csY73" fmla="*/ 275279 h 2767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Lst>
            <a:rect l="l" t="t" r="r" b="b"/>
            <a:pathLst>
              <a:path w="409424" h="276749">
                <a:moveTo>
                  <a:pt x="169694" y="275279"/>
                </a:moveTo>
                <a:cubicBezTo>
                  <a:pt x="167412" y="274002"/>
                  <a:pt x="159691" y="271847"/>
                  <a:pt x="152536" y="270490"/>
                </a:cubicBezTo>
                <a:cubicBezTo>
                  <a:pt x="145381" y="269133"/>
                  <a:pt x="134762" y="264870"/>
                  <a:pt x="128939" y="261017"/>
                </a:cubicBezTo>
                <a:cubicBezTo>
                  <a:pt x="120697" y="255563"/>
                  <a:pt x="113680" y="253561"/>
                  <a:pt x="97253" y="251980"/>
                </a:cubicBezTo>
                <a:cubicBezTo>
                  <a:pt x="85648" y="250863"/>
                  <a:pt x="71726" y="249483"/>
                  <a:pt x="66316" y="248914"/>
                </a:cubicBezTo>
                <a:cubicBezTo>
                  <a:pt x="60430" y="248295"/>
                  <a:pt x="53691" y="245260"/>
                  <a:pt x="49536" y="241356"/>
                </a:cubicBezTo>
                <a:cubicBezTo>
                  <a:pt x="36860" y="229445"/>
                  <a:pt x="25174" y="224000"/>
                  <a:pt x="12262" y="223990"/>
                </a:cubicBezTo>
                <a:cubicBezTo>
                  <a:pt x="5518" y="223985"/>
                  <a:pt x="0" y="223243"/>
                  <a:pt x="0" y="222341"/>
                </a:cubicBezTo>
                <a:cubicBezTo>
                  <a:pt x="0" y="221438"/>
                  <a:pt x="2614" y="218038"/>
                  <a:pt x="5808" y="214784"/>
                </a:cubicBezTo>
                <a:cubicBezTo>
                  <a:pt x="9003" y="211529"/>
                  <a:pt x="12778" y="207637"/>
                  <a:pt x="14198" y="206134"/>
                </a:cubicBezTo>
                <a:cubicBezTo>
                  <a:pt x="15618" y="204632"/>
                  <a:pt x="22927" y="197868"/>
                  <a:pt x="30441" y="191104"/>
                </a:cubicBezTo>
                <a:lnTo>
                  <a:pt x="44102" y="178805"/>
                </a:lnTo>
                <a:lnTo>
                  <a:pt x="41686" y="166228"/>
                </a:lnTo>
                <a:cubicBezTo>
                  <a:pt x="39751" y="156152"/>
                  <a:pt x="36957" y="151530"/>
                  <a:pt x="27640" y="142994"/>
                </a:cubicBezTo>
                <a:cubicBezTo>
                  <a:pt x="14024" y="130519"/>
                  <a:pt x="10714" y="121458"/>
                  <a:pt x="10050" y="94836"/>
                </a:cubicBezTo>
                <a:cubicBezTo>
                  <a:pt x="9450" y="70766"/>
                  <a:pt x="12891" y="63931"/>
                  <a:pt x="25607" y="63931"/>
                </a:cubicBezTo>
                <a:cubicBezTo>
                  <a:pt x="30489" y="63931"/>
                  <a:pt x="38340" y="65326"/>
                  <a:pt x="43054" y="67030"/>
                </a:cubicBezTo>
                <a:cubicBezTo>
                  <a:pt x="54638" y="71219"/>
                  <a:pt x="59354" y="67087"/>
                  <a:pt x="54130" y="57326"/>
                </a:cubicBezTo>
                <a:cubicBezTo>
                  <a:pt x="51035" y="51543"/>
                  <a:pt x="51072" y="49668"/>
                  <a:pt x="54400" y="43740"/>
                </a:cubicBezTo>
                <a:cubicBezTo>
                  <a:pt x="59239" y="35118"/>
                  <a:pt x="67118" y="33022"/>
                  <a:pt x="67118" y="40356"/>
                </a:cubicBezTo>
                <a:cubicBezTo>
                  <a:pt x="67118" y="43216"/>
                  <a:pt x="68351" y="46318"/>
                  <a:pt x="69858" y="47250"/>
                </a:cubicBezTo>
                <a:cubicBezTo>
                  <a:pt x="71366" y="48181"/>
                  <a:pt x="73660" y="51735"/>
                  <a:pt x="74957" y="55146"/>
                </a:cubicBezTo>
                <a:cubicBezTo>
                  <a:pt x="77803" y="62631"/>
                  <a:pt x="81496" y="63085"/>
                  <a:pt x="85078" y="56392"/>
                </a:cubicBezTo>
                <a:cubicBezTo>
                  <a:pt x="87383" y="52084"/>
                  <a:pt x="90423" y="51486"/>
                  <a:pt x="108275" y="51828"/>
                </a:cubicBezTo>
                <a:cubicBezTo>
                  <a:pt x="125309" y="52154"/>
                  <a:pt x="130021" y="51323"/>
                  <a:pt x="135859" y="46965"/>
                </a:cubicBezTo>
                <a:cubicBezTo>
                  <a:pt x="144210" y="40730"/>
                  <a:pt x="159754" y="13580"/>
                  <a:pt x="159928" y="4926"/>
                </a:cubicBezTo>
                <a:cubicBezTo>
                  <a:pt x="160018" y="462"/>
                  <a:pt x="161137" y="-741"/>
                  <a:pt x="164133" y="409"/>
                </a:cubicBezTo>
                <a:cubicBezTo>
                  <a:pt x="166379" y="1271"/>
                  <a:pt x="169238" y="1976"/>
                  <a:pt x="170486" y="1976"/>
                </a:cubicBezTo>
                <a:cubicBezTo>
                  <a:pt x="174404" y="1976"/>
                  <a:pt x="183283" y="13060"/>
                  <a:pt x="183283" y="17951"/>
                </a:cubicBezTo>
                <a:cubicBezTo>
                  <a:pt x="183283" y="20523"/>
                  <a:pt x="184505" y="22627"/>
                  <a:pt x="185999" y="22627"/>
                </a:cubicBezTo>
                <a:cubicBezTo>
                  <a:pt x="187493" y="22627"/>
                  <a:pt x="189958" y="26195"/>
                  <a:pt x="191478" y="30556"/>
                </a:cubicBezTo>
                <a:cubicBezTo>
                  <a:pt x="194632" y="39603"/>
                  <a:pt x="202114" y="43279"/>
                  <a:pt x="217371" y="43279"/>
                </a:cubicBezTo>
                <a:cubicBezTo>
                  <a:pt x="224361" y="43279"/>
                  <a:pt x="229040" y="44794"/>
                  <a:pt x="231319" y="47797"/>
                </a:cubicBezTo>
                <a:cubicBezTo>
                  <a:pt x="235951" y="53900"/>
                  <a:pt x="235804" y="67721"/>
                  <a:pt x="231065" y="71654"/>
                </a:cubicBezTo>
                <a:cubicBezTo>
                  <a:pt x="227042" y="74993"/>
                  <a:pt x="227738" y="83470"/>
                  <a:pt x="232914" y="94162"/>
                </a:cubicBezTo>
                <a:cubicBezTo>
                  <a:pt x="236944" y="102487"/>
                  <a:pt x="256280" y="105129"/>
                  <a:pt x="264097" y="98422"/>
                </a:cubicBezTo>
                <a:cubicBezTo>
                  <a:pt x="272137" y="91525"/>
                  <a:pt x="288836" y="83435"/>
                  <a:pt x="290859" y="85458"/>
                </a:cubicBezTo>
                <a:cubicBezTo>
                  <a:pt x="291797" y="86396"/>
                  <a:pt x="291209" y="87164"/>
                  <a:pt x="289553" y="87164"/>
                </a:cubicBezTo>
                <a:cubicBezTo>
                  <a:pt x="278849" y="87164"/>
                  <a:pt x="297992" y="112276"/>
                  <a:pt x="313001" y="117924"/>
                </a:cubicBezTo>
                <a:cubicBezTo>
                  <a:pt x="317528" y="119627"/>
                  <a:pt x="320100" y="122488"/>
                  <a:pt x="320100" y="125822"/>
                </a:cubicBezTo>
                <a:cubicBezTo>
                  <a:pt x="320100" y="128696"/>
                  <a:pt x="321552" y="131055"/>
                  <a:pt x="323327" y="131062"/>
                </a:cubicBezTo>
                <a:cubicBezTo>
                  <a:pt x="338940" y="131129"/>
                  <a:pt x="408862" y="133762"/>
                  <a:pt x="409403" y="134303"/>
                </a:cubicBezTo>
                <a:cubicBezTo>
                  <a:pt x="409786" y="134687"/>
                  <a:pt x="404937" y="149230"/>
                  <a:pt x="398626" y="166622"/>
                </a:cubicBezTo>
                <a:lnTo>
                  <a:pt x="387152" y="198243"/>
                </a:lnTo>
                <a:lnTo>
                  <a:pt x="392348" y="208428"/>
                </a:lnTo>
                <a:cubicBezTo>
                  <a:pt x="397867" y="219247"/>
                  <a:pt x="399033" y="226562"/>
                  <a:pt x="395238" y="226562"/>
                </a:cubicBezTo>
                <a:cubicBezTo>
                  <a:pt x="393970" y="226562"/>
                  <a:pt x="392236" y="224746"/>
                  <a:pt x="391384" y="222526"/>
                </a:cubicBezTo>
                <a:cubicBezTo>
                  <a:pt x="390533" y="220307"/>
                  <a:pt x="388555" y="219282"/>
                  <a:pt x="386991" y="220249"/>
                </a:cubicBezTo>
                <a:cubicBezTo>
                  <a:pt x="385426" y="221216"/>
                  <a:pt x="380818" y="219547"/>
                  <a:pt x="376751" y="216540"/>
                </a:cubicBezTo>
                <a:cubicBezTo>
                  <a:pt x="367939" y="210026"/>
                  <a:pt x="366566" y="209821"/>
                  <a:pt x="366566" y="215027"/>
                </a:cubicBezTo>
                <a:cubicBezTo>
                  <a:pt x="366566" y="217201"/>
                  <a:pt x="368599" y="219663"/>
                  <a:pt x="371084" y="220497"/>
                </a:cubicBezTo>
                <a:cubicBezTo>
                  <a:pt x="382593" y="224364"/>
                  <a:pt x="400125" y="232833"/>
                  <a:pt x="400125" y="234526"/>
                </a:cubicBezTo>
                <a:cubicBezTo>
                  <a:pt x="400125" y="235560"/>
                  <a:pt x="392284" y="233061"/>
                  <a:pt x="382700" y="228973"/>
                </a:cubicBezTo>
                <a:cubicBezTo>
                  <a:pt x="373117" y="224884"/>
                  <a:pt x="361210" y="221490"/>
                  <a:pt x="356240" y="221430"/>
                </a:cubicBezTo>
                <a:cubicBezTo>
                  <a:pt x="344962" y="221293"/>
                  <a:pt x="338255" y="217747"/>
                  <a:pt x="344640" y="215296"/>
                </a:cubicBezTo>
                <a:cubicBezTo>
                  <a:pt x="347017" y="214384"/>
                  <a:pt x="350019" y="214291"/>
                  <a:pt x="351310" y="215089"/>
                </a:cubicBezTo>
                <a:cubicBezTo>
                  <a:pt x="352602" y="215888"/>
                  <a:pt x="353659" y="215352"/>
                  <a:pt x="353659" y="213898"/>
                </a:cubicBezTo>
                <a:cubicBezTo>
                  <a:pt x="353659" y="212444"/>
                  <a:pt x="351239" y="209960"/>
                  <a:pt x="348281" y="208377"/>
                </a:cubicBezTo>
                <a:cubicBezTo>
                  <a:pt x="344050" y="206113"/>
                  <a:pt x="341943" y="206369"/>
                  <a:pt x="338397" y="209577"/>
                </a:cubicBezTo>
                <a:cubicBezTo>
                  <a:pt x="332399" y="215006"/>
                  <a:pt x="330426" y="214717"/>
                  <a:pt x="330426" y="208411"/>
                </a:cubicBezTo>
                <a:cubicBezTo>
                  <a:pt x="330426" y="200483"/>
                  <a:pt x="323396" y="199293"/>
                  <a:pt x="317751" y="206264"/>
                </a:cubicBezTo>
                <a:cubicBezTo>
                  <a:pt x="311888" y="213504"/>
                  <a:pt x="313243" y="217088"/>
                  <a:pt x="320963" y="214760"/>
                </a:cubicBezTo>
                <a:cubicBezTo>
                  <a:pt x="324787" y="213607"/>
                  <a:pt x="325738" y="213919"/>
                  <a:pt x="323972" y="215747"/>
                </a:cubicBezTo>
                <a:cubicBezTo>
                  <a:pt x="322552" y="217218"/>
                  <a:pt x="318487" y="218951"/>
                  <a:pt x="314937" y="219599"/>
                </a:cubicBezTo>
                <a:cubicBezTo>
                  <a:pt x="311388" y="220248"/>
                  <a:pt x="314292" y="220366"/>
                  <a:pt x="321391" y="219864"/>
                </a:cubicBezTo>
                <a:cubicBezTo>
                  <a:pt x="330318" y="219231"/>
                  <a:pt x="333104" y="219713"/>
                  <a:pt x="330426" y="221426"/>
                </a:cubicBezTo>
                <a:cubicBezTo>
                  <a:pt x="328296" y="222787"/>
                  <a:pt x="319444" y="223919"/>
                  <a:pt x="310754" y="223941"/>
                </a:cubicBezTo>
                <a:cubicBezTo>
                  <a:pt x="295733" y="223979"/>
                  <a:pt x="294460" y="224490"/>
                  <a:pt x="284939" y="234304"/>
                </a:cubicBezTo>
                <a:cubicBezTo>
                  <a:pt x="279431" y="239982"/>
                  <a:pt x="272851" y="244629"/>
                  <a:pt x="270316" y="244630"/>
                </a:cubicBezTo>
                <a:cubicBezTo>
                  <a:pt x="267782" y="244631"/>
                  <a:pt x="262868" y="246493"/>
                  <a:pt x="259397" y="248767"/>
                </a:cubicBezTo>
                <a:cubicBezTo>
                  <a:pt x="255927" y="251041"/>
                  <a:pt x="248429" y="253948"/>
                  <a:pt x="242736" y="255227"/>
                </a:cubicBezTo>
                <a:cubicBezTo>
                  <a:pt x="237044" y="256506"/>
                  <a:pt x="226856" y="260940"/>
                  <a:pt x="220097" y="265079"/>
                </a:cubicBezTo>
                <a:cubicBezTo>
                  <a:pt x="213337" y="269219"/>
                  <a:pt x="203741" y="273261"/>
                  <a:pt x="198772" y="274061"/>
                </a:cubicBezTo>
                <a:cubicBezTo>
                  <a:pt x="178742" y="277289"/>
                  <a:pt x="173664" y="277501"/>
                  <a:pt x="169694" y="275279"/>
                </a:cubicBezTo>
                <a:close/>
              </a:path>
            </a:pathLst>
          </a:custGeom>
          <a:solidFill>
            <a:srgbClr val="B9B9B9"/>
          </a:solidFill>
          <a:ln w="5163" cap="flat">
            <a:noFill/>
            <a:prstDash val="solid"/>
            <a:miter/>
          </a:ln>
        </p:spPr>
        <p:txBody>
          <a:bodyPr/>
          <a:lstStyle/>
          <a:p>
            <a:endParaRPr lang="es-419" noProof="0" dirty="0"/>
          </a:p>
        </p:txBody>
      </p:sp>
      <p:sp>
        <p:nvSpPr>
          <p:cNvPr id="63" name="Forma libre: forma 62">
            <a:extLst>
              <a:ext uri="{FF2B5EF4-FFF2-40B4-BE49-F238E27FC236}">
                <a16:creationId xmlns:a16="http://schemas.microsoft.com/office/drawing/2014/main" id="{63E99610-C1F0-D8B2-3E71-90FD9E6F9166}"/>
              </a:ext>
            </a:extLst>
          </p:cNvPr>
          <p:cNvSpPr/>
          <p:nvPr/>
        </p:nvSpPr>
        <p:spPr>
          <a:xfrm>
            <a:off x="1324915" y="2412330"/>
            <a:ext cx="357764" cy="223095"/>
          </a:xfrm>
          <a:custGeom>
            <a:avLst/>
            <a:gdLst>
              <a:gd name="csX0" fmla="*/ 310749 w 357764"/>
              <a:gd name="csY0" fmla="*/ 220821 h 223095"/>
              <a:gd name="csX1" fmla="*/ 306750 w 357764"/>
              <a:gd name="csY1" fmla="*/ 216842 h 223095"/>
              <a:gd name="csX2" fmla="*/ 298107 w 357764"/>
              <a:gd name="csY2" fmla="*/ 209508 h 223095"/>
              <a:gd name="csX3" fmla="*/ 280348 w 357764"/>
              <a:gd name="csY3" fmla="*/ 201999 h 223095"/>
              <a:gd name="csX4" fmla="*/ 262845 w 357764"/>
              <a:gd name="csY4" fmla="*/ 196313 h 223095"/>
              <a:gd name="csX5" fmla="*/ 256032 w 357764"/>
              <a:gd name="csY5" fmla="*/ 193496 h 223095"/>
              <a:gd name="csX6" fmla="*/ 242886 w 357764"/>
              <a:gd name="csY6" fmla="*/ 190679 h 223095"/>
              <a:gd name="csX7" fmla="*/ 229978 w 357764"/>
              <a:gd name="csY7" fmla="*/ 186722 h 223095"/>
              <a:gd name="csX8" fmla="*/ 220854 w 357764"/>
              <a:gd name="csY8" fmla="*/ 186091 h 223095"/>
              <a:gd name="csX9" fmla="*/ 209097 w 357764"/>
              <a:gd name="csY9" fmla="*/ 183130 h 223095"/>
              <a:gd name="csX10" fmla="*/ 214906 w 357764"/>
              <a:gd name="csY10" fmla="*/ 187877 h 223095"/>
              <a:gd name="csX11" fmla="*/ 215222 w 357764"/>
              <a:gd name="csY11" fmla="*/ 190853 h 223095"/>
              <a:gd name="csX12" fmla="*/ 206349 w 357764"/>
              <a:gd name="csY12" fmla="*/ 186954 h 223095"/>
              <a:gd name="csX13" fmla="*/ 189899 w 357764"/>
              <a:gd name="csY13" fmla="*/ 176334 h 223095"/>
              <a:gd name="csX14" fmla="*/ 172154 w 357764"/>
              <a:gd name="csY14" fmla="*/ 165667 h 223095"/>
              <a:gd name="csX15" fmla="*/ 165494 w 357764"/>
              <a:gd name="csY15" fmla="*/ 164758 h 223095"/>
              <a:gd name="csX16" fmla="*/ 154887 w 357764"/>
              <a:gd name="csY16" fmla="*/ 162867 h 223095"/>
              <a:gd name="csX17" fmla="*/ 146116 w 357764"/>
              <a:gd name="csY17" fmla="*/ 160825 h 223095"/>
              <a:gd name="csX18" fmla="*/ 117490 w 357764"/>
              <a:gd name="csY18" fmla="*/ 151278 h 223095"/>
              <a:gd name="csX19" fmla="*/ 95284 w 357764"/>
              <a:gd name="csY19" fmla="*/ 141980 h 223095"/>
              <a:gd name="csX20" fmla="*/ 92932 w 357764"/>
              <a:gd name="csY20" fmla="*/ 138216 h 223095"/>
              <a:gd name="csX21" fmla="*/ 81316 w 357764"/>
              <a:gd name="csY21" fmla="*/ 127645 h 223095"/>
              <a:gd name="csX22" fmla="*/ 69699 w 357764"/>
              <a:gd name="csY22" fmla="*/ 117508 h 223095"/>
              <a:gd name="csX23" fmla="*/ 49682 w 357764"/>
              <a:gd name="csY23" fmla="*/ 104238 h 223095"/>
              <a:gd name="csX24" fmla="*/ 33940 w 357764"/>
              <a:gd name="csY24" fmla="*/ 91155 h 223095"/>
              <a:gd name="csX25" fmla="*/ 3571 w 357764"/>
              <a:gd name="csY25" fmla="*/ 73330 h 223095"/>
              <a:gd name="csX26" fmla="*/ 0 w 357764"/>
              <a:gd name="csY26" fmla="*/ 65812 h 223095"/>
              <a:gd name="csX27" fmla="*/ 7287 w 357764"/>
              <a:gd name="csY27" fmla="*/ 53156 h 223095"/>
              <a:gd name="csX28" fmla="*/ 18044 w 357764"/>
              <a:gd name="csY28" fmla="*/ 33495 h 223095"/>
              <a:gd name="csX29" fmla="*/ 19421 w 357764"/>
              <a:gd name="csY29" fmla="*/ 20586 h 223095"/>
              <a:gd name="csX30" fmla="*/ 43911 w 357764"/>
              <a:gd name="csY30" fmla="*/ 20678 h 223095"/>
              <a:gd name="csX31" fmla="*/ 60045 w 357764"/>
              <a:gd name="csY31" fmla="*/ 24079 h 223095"/>
              <a:gd name="csX32" fmla="*/ 132045 w 357764"/>
              <a:gd name="csY32" fmla="*/ 29780 h 223095"/>
              <a:gd name="csX33" fmla="*/ 140624 w 357764"/>
              <a:gd name="csY33" fmla="*/ 26018 h 223095"/>
              <a:gd name="csX34" fmla="*/ 141619 w 357764"/>
              <a:gd name="csY34" fmla="*/ 13502 h 223095"/>
              <a:gd name="csX35" fmla="*/ 147260 w 357764"/>
              <a:gd name="csY35" fmla="*/ 0 h 223095"/>
              <a:gd name="csX36" fmla="*/ 157468 w 357764"/>
              <a:gd name="csY36" fmla="*/ 24790 h 223095"/>
              <a:gd name="csX37" fmla="*/ 164323 w 357764"/>
              <a:gd name="csY37" fmla="*/ 32600 h 223095"/>
              <a:gd name="csX38" fmla="*/ 177876 w 357764"/>
              <a:gd name="csY38" fmla="*/ 26172 h 223095"/>
              <a:gd name="csX39" fmla="*/ 195232 w 357764"/>
              <a:gd name="csY39" fmla="*/ 18047 h 223095"/>
              <a:gd name="csX40" fmla="*/ 208905 w 357764"/>
              <a:gd name="csY40" fmla="*/ 10791 h 223095"/>
              <a:gd name="csX41" fmla="*/ 219887 w 357764"/>
              <a:gd name="csY41" fmla="*/ 4680 h 223095"/>
              <a:gd name="csX42" fmla="*/ 238661 w 357764"/>
              <a:gd name="csY42" fmla="*/ 20265 h 223095"/>
              <a:gd name="csX43" fmla="*/ 254397 w 357764"/>
              <a:gd name="csY43" fmla="*/ 25712 h 223095"/>
              <a:gd name="csX44" fmla="*/ 258145 w 357764"/>
              <a:gd name="csY44" fmla="*/ 24934 h 223095"/>
              <a:gd name="csX45" fmla="*/ 286337 w 357764"/>
              <a:gd name="csY45" fmla="*/ 54210 h 223095"/>
              <a:gd name="csX46" fmla="*/ 292234 w 357764"/>
              <a:gd name="csY46" fmla="*/ 58728 h 223095"/>
              <a:gd name="csX47" fmla="*/ 311147 w 357764"/>
              <a:gd name="csY47" fmla="*/ 69699 h 223095"/>
              <a:gd name="csX48" fmla="*/ 321808 w 357764"/>
              <a:gd name="csY48" fmla="*/ 76335 h 223095"/>
              <a:gd name="csX49" fmla="*/ 326980 w 357764"/>
              <a:gd name="csY49" fmla="*/ 102795 h 223095"/>
              <a:gd name="csX50" fmla="*/ 329261 w 357764"/>
              <a:gd name="csY50" fmla="*/ 127630 h 223095"/>
              <a:gd name="csX51" fmla="*/ 333007 w 357764"/>
              <a:gd name="csY51" fmla="*/ 137310 h 223095"/>
              <a:gd name="csX52" fmla="*/ 335120 w 357764"/>
              <a:gd name="csY52" fmla="*/ 141980 h 223095"/>
              <a:gd name="csX53" fmla="*/ 346410 w 357764"/>
              <a:gd name="csY53" fmla="*/ 150369 h 223095"/>
              <a:gd name="csX54" fmla="*/ 357125 w 357764"/>
              <a:gd name="csY54" fmla="*/ 170794 h 223095"/>
              <a:gd name="csX55" fmla="*/ 348644 w 357764"/>
              <a:gd name="csY55" fmla="*/ 191877 h 223095"/>
              <a:gd name="csX56" fmla="*/ 333236 w 357764"/>
              <a:gd name="csY56" fmla="*/ 203812 h 223095"/>
              <a:gd name="csX57" fmla="*/ 327844 w 357764"/>
              <a:gd name="csY57" fmla="*/ 209994 h 223095"/>
              <a:gd name="csX58" fmla="*/ 320060 w 357764"/>
              <a:gd name="csY58" fmla="*/ 219045 h 223095"/>
              <a:gd name="csX59" fmla="*/ 310749 w 357764"/>
              <a:gd name="csY59" fmla="*/ 220821 h 2230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Lst>
            <a:rect l="l" t="t" r="r" b="b"/>
            <a:pathLst>
              <a:path w="357764" h="223095">
                <a:moveTo>
                  <a:pt x="310749" y="220821"/>
                </a:moveTo>
                <a:cubicBezTo>
                  <a:pt x="309909" y="218632"/>
                  <a:pt x="308109" y="216842"/>
                  <a:pt x="306750" y="216842"/>
                </a:cubicBezTo>
                <a:cubicBezTo>
                  <a:pt x="305390" y="216842"/>
                  <a:pt x="301501" y="213542"/>
                  <a:pt x="298107" y="209508"/>
                </a:cubicBezTo>
                <a:cubicBezTo>
                  <a:pt x="293077" y="203531"/>
                  <a:pt x="289793" y="202142"/>
                  <a:pt x="280348" y="201999"/>
                </a:cubicBezTo>
                <a:cubicBezTo>
                  <a:pt x="272259" y="201877"/>
                  <a:pt x="266975" y="200160"/>
                  <a:pt x="262845" y="196313"/>
                </a:cubicBezTo>
                <a:cubicBezTo>
                  <a:pt x="259591" y="193282"/>
                  <a:pt x="256525" y="192014"/>
                  <a:pt x="256032" y="193496"/>
                </a:cubicBezTo>
                <a:cubicBezTo>
                  <a:pt x="254564" y="197900"/>
                  <a:pt x="248378" y="196574"/>
                  <a:pt x="242886" y="190679"/>
                </a:cubicBezTo>
                <a:cubicBezTo>
                  <a:pt x="238972" y="186478"/>
                  <a:pt x="235903" y="185537"/>
                  <a:pt x="229978" y="186722"/>
                </a:cubicBezTo>
                <a:cubicBezTo>
                  <a:pt x="225703" y="187577"/>
                  <a:pt x="221597" y="187293"/>
                  <a:pt x="220854" y="186091"/>
                </a:cubicBezTo>
                <a:cubicBezTo>
                  <a:pt x="219048" y="183170"/>
                  <a:pt x="209097" y="180663"/>
                  <a:pt x="209097" y="183130"/>
                </a:cubicBezTo>
                <a:cubicBezTo>
                  <a:pt x="209097" y="184200"/>
                  <a:pt x="211711" y="186336"/>
                  <a:pt x="214906" y="187877"/>
                </a:cubicBezTo>
                <a:cubicBezTo>
                  <a:pt x="220644" y="190644"/>
                  <a:pt x="220647" y="190680"/>
                  <a:pt x="215222" y="190853"/>
                </a:cubicBezTo>
                <a:cubicBezTo>
                  <a:pt x="212201" y="190949"/>
                  <a:pt x="208208" y="189194"/>
                  <a:pt x="206349" y="186954"/>
                </a:cubicBezTo>
                <a:cubicBezTo>
                  <a:pt x="204489" y="184713"/>
                  <a:pt x="197087" y="179934"/>
                  <a:pt x="189899" y="176334"/>
                </a:cubicBezTo>
                <a:cubicBezTo>
                  <a:pt x="182711" y="172733"/>
                  <a:pt x="174726" y="167933"/>
                  <a:pt x="172154" y="165667"/>
                </a:cubicBezTo>
                <a:cubicBezTo>
                  <a:pt x="168546" y="162487"/>
                  <a:pt x="167026" y="162279"/>
                  <a:pt x="165494" y="164758"/>
                </a:cubicBezTo>
                <a:cubicBezTo>
                  <a:pt x="163542" y="167916"/>
                  <a:pt x="154887" y="166373"/>
                  <a:pt x="154887" y="162867"/>
                </a:cubicBezTo>
                <a:cubicBezTo>
                  <a:pt x="154887" y="161880"/>
                  <a:pt x="150940" y="160961"/>
                  <a:pt x="146116" y="160825"/>
                </a:cubicBezTo>
                <a:cubicBezTo>
                  <a:pt x="141292" y="160688"/>
                  <a:pt x="128410" y="156392"/>
                  <a:pt x="117490" y="151278"/>
                </a:cubicBezTo>
                <a:cubicBezTo>
                  <a:pt x="106570" y="146164"/>
                  <a:pt x="96577" y="141980"/>
                  <a:pt x="95284" y="141980"/>
                </a:cubicBezTo>
                <a:cubicBezTo>
                  <a:pt x="93990" y="141980"/>
                  <a:pt x="92932" y="140286"/>
                  <a:pt x="92932" y="138216"/>
                </a:cubicBezTo>
                <a:cubicBezTo>
                  <a:pt x="92932" y="136147"/>
                  <a:pt x="87705" y="131390"/>
                  <a:pt x="81316" y="127645"/>
                </a:cubicBezTo>
                <a:cubicBezTo>
                  <a:pt x="74927" y="123901"/>
                  <a:pt x="69699" y="119339"/>
                  <a:pt x="69699" y="117508"/>
                </a:cubicBezTo>
                <a:cubicBezTo>
                  <a:pt x="69699" y="113290"/>
                  <a:pt x="58936" y="106155"/>
                  <a:pt x="49682" y="104238"/>
                </a:cubicBezTo>
                <a:cubicBezTo>
                  <a:pt x="45282" y="103326"/>
                  <a:pt x="39312" y="98365"/>
                  <a:pt x="33940" y="91155"/>
                </a:cubicBezTo>
                <a:cubicBezTo>
                  <a:pt x="25287" y="79543"/>
                  <a:pt x="10302" y="70747"/>
                  <a:pt x="3571" y="73330"/>
                </a:cubicBezTo>
                <a:cubicBezTo>
                  <a:pt x="957" y="74333"/>
                  <a:pt x="0" y="72319"/>
                  <a:pt x="0" y="65812"/>
                </a:cubicBezTo>
                <a:cubicBezTo>
                  <a:pt x="0" y="58672"/>
                  <a:pt x="1433" y="56184"/>
                  <a:pt x="7287" y="53156"/>
                </a:cubicBezTo>
                <a:cubicBezTo>
                  <a:pt x="19411" y="46887"/>
                  <a:pt x="21790" y="42538"/>
                  <a:pt x="18044" y="33495"/>
                </a:cubicBezTo>
                <a:cubicBezTo>
                  <a:pt x="15244" y="26735"/>
                  <a:pt x="15429" y="24996"/>
                  <a:pt x="19421" y="20586"/>
                </a:cubicBezTo>
                <a:cubicBezTo>
                  <a:pt x="25368" y="14014"/>
                  <a:pt x="37292" y="14059"/>
                  <a:pt x="43911" y="20678"/>
                </a:cubicBezTo>
                <a:cubicBezTo>
                  <a:pt x="48190" y="24957"/>
                  <a:pt x="51021" y="25553"/>
                  <a:pt x="60045" y="24079"/>
                </a:cubicBezTo>
                <a:cubicBezTo>
                  <a:pt x="79921" y="20832"/>
                  <a:pt x="103607" y="22707"/>
                  <a:pt x="132045" y="29780"/>
                </a:cubicBezTo>
                <a:cubicBezTo>
                  <a:pt x="137569" y="31154"/>
                  <a:pt x="139225" y="30428"/>
                  <a:pt x="140624" y="26018"/>
                </a:cubicBezTo>
                <a:cubicBezTo>
                  <a:pt x="141578" y="23013"/>
                  <a:pt x="142026" y="17381"/>
                  <a:pt x="141619" y="13502"/>
                </a:cubicBezTo>
                <a:cubicBezTo>
                  <a:pt x="140830" y="5985"/>
                  <a:pt x="143331" y="0"/>
                  <a:pt x="147260" y="0"/>
                </a:cubicBezTo>
                <a:cubicBezTo>
                  <a:pt x="150433" y="0"/>
                  <a:pt x="157468" y="17085"/>
                  <a:pt x="157468" y="24790"/>
                </a:cubicBezTo>
                <a:cubicBezTo>
                  <a:pt x="157468" y="29227"/>
                  <a:pt x="159328" y="31346"/>
                  <a:pt x="164323" y="32600"/>
                </a:cubicBezTo>
                <a:cubicBezTo>
                  <a:pt x="169965" y="34015"/>
                  <a:pt x="172364" y="32878"/>
                  <a:pt x="177876" y="26172"/>
                </a:cubicBezTo>
                <a:cubicBezTo>
                  <a:pt x="183430" y="19415"/>
                  <a:pt x="186393" y="18028"/>
                  <a:pt x="195232" y="18047"/>
                </a:cubicBezTo>
                <a:cubicBezTo>
                  <a:pt x="204499" y="18067"/>
                  <a:pt x="206283" y="17120"/>
                  <a:pt x="208905" y="10791"/>
                </a:cubicBezTo>
                <a:cubicBezTo>
                  <a:pt x="211484" y="4565"/>
                  <a:pt x="213074" y="3680"/>
                  <a:pt x="219887" y="4680"/>
                </a:cubicBezTo>
                <a:cubicBezTo>
                  <a:pt x="228665" y="5969"/>
                  <a:pt x="236077" y="12121"/>
                  <a:pt x="238661" y="20265"/>
                </a:cubicBezTo>
                <a:cubicBezTo>
                  <a:pt x="240752" y="26852"/>
                  <a:pt x="249411" y="29849"/>
                  <a:pt x="254397" y="25712"/>
                </a:cubicBezTo>
                <a:cubicBezTo>
                  <a:pt x="256458" y="24001"/>
                  <a:pt x="258145" y="23651"/>
                  <a:pt x="258145" y="24934"/>
                </a:cubicBezTo>
                <a:cubicBezTo>
                  <a:pt x="258145" y="28142"/>
                  <a:pt x="283247" y="54210"/>
                  <a:pt x="286337" y="54210"/>
                </a:cubicBezTo>
                <a:cubicBezTo>
                  <a:pt x="287708" y="54210"/>
                  <a:pt x="290362" y="56243"/>
                  <a:pt x="292234" y="58728"/>
                </a:cubicBezTo>
                <a:cubicBezTo>
                  <a:pt x="296425" y="64288"/>
                  <a:pt x="305753" y="69699"/>
                  <a:pt x="311147" y="69699"/>
                </a:cubicBezTo>
                <a:cubicBezTo>
                  <a:pt x="313361" y="69699"/>
                  <a:pt x="318158" y="72685"/>
                  <a:pt x="321808" y="76335"/>
                </a:cubicBezTo>
                <a:cubicBezTo>
                  <a:pt x="328098" y="82626"/>
                  <a:pt x="328367" y="84002"/>
                  <a:pt x="326980" y="102795"/>
                </a:cubicBezTo>
                <a:cubicBezTo>
                  <a:pt x="325865" y="117888"/>
                  <a:pt x="326410" y="123815"/>
                  <a:pt x="329261" y="127630"/>
                </a:cubicBezTo>
                <a:cubicBezTo>
                  <a:pt x="331322" y="130386"/>
                  <a:pt x="333007" y="134742"/>
                  <a:pt x="333007" y="137310"/>
                </a:cubicBezTo>
                <a:cubicBezTo>
                  <a:pt x="333007" y="139879"/>
                  <a:pt x="333958" y="141980"/>
                  <a:pt x="335120" y="141980"/>
                </a:cubicBezTo>
                <a:cubicBezTo>
                  <a:pt x="336282" y="141980"/>
                  <a:pt x="341362" y="145755"/>
                  <a:pt x="346410" y="150369"/>
                </a:cubicBezTo>
                <a:cubicBezTo>
                  <a:pt x="353607" y="156948"/>
                  <a:pt x="355920" y="161358"/>
                  <a:pt x="357125" y="170794"/>
                </a:cubicBezTo>
                <a:cubicBezTo>
                  <a:pt x="358591" y="182285"/>
                  <a:pt x="358209" y="183236"/>
                  <a:pt x="348644" y="191877"/>
                </a:cubicBezTo>
                <a:cubicBezTo>
                  <a:pt x="343134" y="196855"/>
                  <a:pt x="336201" y="202226"/>
                  <a:pt x="333236" y="203812"/>
                </a:cubicBezTo>
                <a:cubicBezTo>
                  <a:pt x="330270" y="205399"/>
                  <a:pt x="327844" y="208181"/>
                  <a:pt x="327844" y="209994"/>
                </a:cubicBezTo>
                <a:cubicBezTo>
                  <a:pt x="327844" y="211806"/>
                  <a:pt x="324341" y="215879"/>
                  <a:pt x="320060" y="219045"/>
                </a:cubicBezTo>
                <a:cubicBezTo>
                  <a:pt x="313416" y="223957"/>
                  <a:pt x="312052" y="224217"/>
                  <a:pt x="310749" y="220821"/>
                </a:cubicBezTo>
                <a:close/>
              </a:path>
            </a:pathLst>
          </a:custGeom>
          <a:solidFill>
            <a:srgbClr val="B9B9B9"/>
          </a:solidFill>
          <a:ln w="5163" cap="flat">
            <a:noFill/>
            <a:prstDash val="solid"/>
            <a:miter/>
          </a:ln>
        </p:spPr>
        <p:txBody>
          <a:bodyPr/>
          <a:lstStyle/>
          <a:p>
            <a:endParaRPr lang="es-419" noProof="0" dirty="0"/>
          </a:p>
        </p:txBody>
      </p:sp>
      <p:sp>
        <p:nvSpPr>
          <p:cNvPr id="64" name="Forma libre: forma 63">
            <a:extLst>
              <a:ext uri="{FF2B5EF4-FFF2-40B4-BE49-F238E27FC236}">
                <a16:creationId xmlns:a16="http://schemas.microsoft.com/office/drawing/2014/main" id="{F14C74CA-01A8-588F-3CA8-D61789565693}"/>
              </a:ext>
            </a:extLst>
          </p:cNvPr>
          <p:cNvSpPr/>
          <p:nvPr/>
        </p:nvSpPr>
        <p:spPr>
          <a:xfrm>
            <a:off x="2030531" y="2394260"/>
            <a:ext cx="276109" cy="131653"/>
          </a:xfrm>
          <a:custGeom>
            <a:avLst/>
            <a:gdLst>
              <a:gd name="csX0" fmla="*/ 240916 w 276109"/>
              <a:gd name="csY0" fmla="*/ 129933 h 131653"/>
              <a:gd name="csX1" fmla="*/ 239195 w 276109"/>
              <a:gd name="csY1" fmla="*/ 124013 h 131653"/>
              <a:gd name="csX2" fmla="*/ 228223 w 276109"/>
              <a:gd name="csY2" fmla="*/ 115744 h 131653"/>
              <a:gd name="csX3" fmla="*/ 217897 w 276109"/>
              <a:gd name="csY3" fmla="*/ 106005 h 131653"/>
              <a:gd name="csX4" fmla="*/ 210063 w 276109"/>
              <a:gd name="csY4" fmla="*/ 90246 h 131653"/>
              <a:gd name="csX5" fmla="*/ 197989 w 276109"/>
              <a:gd name="csY5" fmla="*/ 82502 h 131653"/>
              <a:gd name="csX6" fmla="*/ 171181 w 276109"/>
              <a:gd name="csY6" fmla="*/ 78639 h 131653"/>
              <a:gd name="csX7" fmla="*/ 162540 w 276109"/>
              <a:gd name="csY7" fmla="*/ 80766 h 131653"/>
              <a:gd name="csX8" fmla="*/ 140024 w 276109"/>
              <a:gd name="csY8" fmla="*/ 103258 h 131653"/>
              <a:gd name="csX9" fmla="*/ 121107 w 276109"/>
              <a:gd name="csY9" fmla="*/ 123910 h 131653"/>
              <a:gd name="csX10" fmla="*/ 115285 w 276109"/>
              <a:gd name="csY10" fmla="*/ 120037 h 131653"/>
              <a:gd name="csX11" fmla="*/ 106086 w 276109"/>
              <a:gd name="csY11" fmla="*/ 116165 h 131653"/>
              <a:gd name="csX12" fmla="*/ 95488 w 276109"/>
              <a:gd name="csY12" fmla="*/ 97511 h 131653"/>
              <a:gd name="csX13" fmla="*/ 74161 w 276109"/>
              <a:gd name="csY13" fmla="*/ 72281 h 131653"/>
              <a:gd name="csX14" fmla="*/ 62180 w 276109"/>
              <a:gd name="csY14" fmla="*/ 80383 h 131653"/>
              <a:gd name="csX15" fmla="*/ 59403 w 276109"/>
              <a:gd name="csY15" fmla="*/ 95543 h 131653"/>
              <a:gd name="csX16" fmla="*/ 54777 w 276109"/>
              <a:gd name="csY16" fmla="*/ 108274 h 131653"/>
              <a:gd name="csX17" fmla="*/ 46950 w 276109"/>
              <a:gd name="csY17" fmla="*/ 122154 h 131653"/>
              <a:gd name="csX18" fmla="*/ 45160 w 276109"/>
              <a:gd name="csY18" fmla="*/ 130363 h 131653"/>
              <a:gd name="csX19" fmla="*/ 42524 w 276109"/>
              <a:gd name="csY19" fmla="*/ 123910 h 131653"/>
              <a:gd name="csX20" fmla="*/ 27585 w 276109"/>
              <a:gd name="csY20" fmla="*/ 101648 h 131653"/>
              <a:gd name="csX21" fmla="*/ 3541 w 276109"/>
              <a:gd name="csY21" fmla="*/ 71617 h 131653"/>
              <a:gd name="csX22" fmla="*/ 489 w 276109"/>
              <a:gd name="csY22" fmla="*/ 57859 h 131653"/>
              <a:gd name="csX23" fmla="*/ 5896 w 276109"/>
              <a:gd name="csY23" fmla="*/ 47783 h 131653"/>
              <a:gd name="csX24" fmla="*/ 14046 w 276109"/>
              <a:gd name="csY24" fmla="*/ 46070 h 131653"/>
              <a:gd name="csX25" fmla="*/ 24934 w 276109"/>
              <a:gd name="csY25" fmla="*/ 43885 h 131653"/>
              <a:gd name="csX26" fmla="*/ 35503 w 276109"/>
              <a:gd name="csY26" fmla="*/ 38722 h 131653"/>
              <a:gd name="csX27" fmla="*/ 41946 w 276109"/>
              <a:gd name="csY27" fmla="*/ 35764 h 131653"/>
              <a:gd name="csX28" fmla="*/ 25819 w 276109"/>
              <a:gd name="csY28" fmla="*/ 37615 h 131653"/>
              <a:gd name="csX29" fmla="*/ 26045 w 276109"/>
              <a:gd name="csY29" fmla="*/ 35947 h 131653"/>
              <a:gd name="csX30" fmla="*/ 73982 w 276109"/>
              <a:gd name="csY30" fmla="*/ 25857 h 131653"/>
              <a:gd name="csX31" fmla="*/ 76916 w 276109"/>
              <a:gd name="csY31" fmla="*/ 28123 h 131653"/>
              <a:gd name="csX32" fmla="*/ 76893 w 276109"/>
              <a:gd name="csY32" fmla="*/ 31518 h 131653"/>
              <a:gd name="csX33" fmla="*/ 83755 w 276109"/>
              <a:gd name="csY33" fmla="*/ 29317 h 131653"/>
              <a:gd name="csX34" fmla="*/ 96686 w 276109"/>
              <a:gd name="csY34" fmla="*/ 23336 h 131653"/>
              <a:gd name="csX35" fmla="*/ 114106 w 276109"/>
              <a:gd name="csY35" fmla="*/ 13587 h 131653"/>
              <a:gd name="csX36" fmla="*/ 134447 w 276109"/>
              <a:gd name="csY36" fmla="*/ 0 h 131653"/>
              <a:gd name="csX37" fmla="*/ 136418 w 276109"/>
              <a:gd name="csY37" fmla="*/ 8390 h 131653"/>
              <a:gd name="csX38" fmla="*/ 147553 w 276109"/>
              <a:gd name="csY38" fmla="*/ 17557 h 131653"/>
              <a:gd name="csX39" fmla="*/ 164372 w 276109"/>
              <a:gd name="csY39" fmla="*/ 37279 h 131653"/>
              <a:gd name="csX40" fmla="*/ 179001 w 276109"/>
              <a:gd name="csY40" fmla="*/ 58990 h 131653"/>
              <a:gd name="csX41" fmla="*/ 191415 w 276109"/>
              <a:gd name="csY41" fmla="*/ 67081 h 131653"/>
              <a:gd name="csX42" fmla="*/ 215539 w 276109"/>
              <a:gd name="csY42" fmla="*/ 67434 h 131653"/>
              <a:gd name="csX43" fmla="*/ 218120 w 276109"/>
              <a:gd name="csY43" fmla="*/ 59084 h 131653"/>
              <a:gd name="csX44" fmla="*/ 224155 w 276109"/>
              <a:gd name="csY44" fmla="*/ 52122 h 131653"/>
              <a:gd name="csX45" fmla="*/ 241477 w 276109"/>
              <a:gd name="csY45" fmla="*/ 56639 h 131653"/>
              <a:gd name="csX46" fmla="*/ 260758 w 276109"/>
              <a:gd name="csY46" fmla="*/ 61955 h 131653"/>
              <a:gd name="csX47" fmla="*/ 271115 w 276109"/>
              <a:gd name="csY47" fmla="*/ 65853 h 131653"/>
              <a:gd name="csX48" fmla="*/ 274360 w 276109"/>
              <a:gd name="csY48" fmla="*/ 100702 h 131653"/>
              <a:gd name="csX49" fmla="*/ 276110 w 276109"/>
              <a:gd name="csY49" fmla="*/ 131654 h 131653"/>
              <a:gd name="csX50" fmla="*/ 259373 w 276109"/>
              <a:gd name="csY50" fmla="*/ 131654 h 131653"/>
              <a:gd name="csX51" fmla="*/ 240916 w 276109"/>
              <a:gd name="csY51" fmla="*/ 129933 h 1316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Lst>
            <a:rect l="l" t="t" r="r" b="b"/>
            <a:pathLst>
              <a:path w="276109" h="131653">
                <a:moveTo>
                  <a:pt x="240916" y="129933"/>
                </a:moveTo>
                <a:cubicBezTo>
                  <a:pt x="239969" y="128986"/>
                  <a:pt x="239195" y="126322"/>
                  <a:pt x="239195" y="124013"/>
                </a:cubicBezTo>
                <a:cubicBezTo>
                  <a:pt x="239195" y="121432"/>
                  <a:pt x="234966" y="118245"/>
                  <a:pt x="228223" y="115744"/>
                </a:cubicBezTo>
                <a:cubicBezTo>
                  <a:pt x="219440" y="112485"/>
                  <a:pt x="217381" y="110543"/>
                  <a:pt x="217897" y="106005"/>
                </a:cubicBezTo>
                <a:cubicBezTo>
                  <a:pt x="218682" y="99107"/>
                  <a:pt x="214348" y="90389"/>
                  <a:pt x="210063" y="90246"/>
                </a:cubicBezTo>
                <a:cubicBezTo>
                  <a:pt x="208338" y="90188"/>
                  <a:pt x="202905" y="86703"/>
                  <a:pt x="197989" y="82502"/>
                </a:cubicBezTo>
                <a:cubicBezTo>
                  <a:pt x="188345" y="74258"/>
                  <a:pt x="178782" y="72880"/>
                  <a:pt x="171181" y="78639"/>
                </a:cubicBezTo>
                <a:cubicBezTo>
                  <a:pt x="168558" y="80626"/>
                  <a:pt x="164670" y="81583"/>
                  <a:pt x="162540" y="80766"/>
                </a:cubicBezTo>
                <a:cubicBezTo>
                  <a:pt x="158541" y="79232"/>
                  <a:pt x="151258" y="86508"/>
                  <a:pt x="140024" y="103258"/>
                </a:cubicBezTo>
                <a:cubicBezTo>
                  <a:pt x="131601" y="115819"/>
                  <a:pt x="124189" y="123910"/>
                  <a:pt x="121107" y="123910"/>
                </a:cubicBezTo>
                <a:cubicBezTo>
                  <a:pt x="119672" y="123910"/>
                  <a:pt x="117052" y="122167"/>
                  <a:pt x="115285" y="120037"/>
                </a:cubicBezTo>
                <a:cubicBezTo>
                  <a:pt x="113517" y="117908"/>
                  <a:pt x="109378" y="116165"/>
                  <a:pt x="106086" y="116165"/>
                </a:cubicBezTo>
                <a:cubicBezTo>
                  <a:pt x="98470" y="116165"/>
                  <a:pt x="97317" y="114137"/>
                  <a:pt x="95488" y="97511"/>
                </a:cubicBezTo>
                <a:cubicBezTo>
                  <a:pt x="93708" y="81325"/>
                  <a:pt x="86063" y="72281"/>
                  <a:pt x="74161" y="72281"/>
                </a:cubicBezTo>
                <a:cubicBezTo>
                  <a:pt x="68039" y="72281"/>
                  <a:pt x="65473" y="74016"/>
                  <a:pt x="62180" y="80383"/>
                </a:cubicBezTo>
                <a:cubicBezTo>
                  <a:pt x="59748" y="85087"/>
                  <a:pt x="58583" y="91445"/>
                  <a:pt x="59403" y="95543"/>
                </a:cubicBezTo>
                <a:cubicBezTo>
                  <a:pt x="60452" y="100790"/>
                  <a:pt x="59265" y="104058"/>
                  <a:pt x="54777" y="108274"/>
                </a:cubicBezTo>
                <a:cubicBezTo>
                  <a:pt x="51457" y="111393"/>
                  <a:pt x="47935" y="117640"/>
                  <a:pt x="46950" y="122154"/>
                </a:cubicBezTo>
                <a:lnTo>
                  <a:pt x="45160" y="130363"/>
                </a:lnTo>
                <a:lnTo>
                  <a:pt x="42524" y="123910"/>
                </a:lnTo>
                <a:cubicBezTo>
                  <a:pt x="37073" y="110563"/>
                  <a:pt x="32979" y="104462"/>
                  <a:pt x="27585" y="101648"/>
                </a:cubicBezTo>
                <a:cubicBezTo>
                  <a:pt x="17943" y="96616"/>
                  <a:pt x="4895" y="80319"/>
                  <a:pt x="3541" y="71617"/>
                </a:cubicBezTo>
                <a:cubicBezTo>
                  <a:pt x="2825" y="67013"/>
                  <a:pt x="1452" y="60822"/>
                  <a:pt x="489" y="57859"/>
                </a:cubicBezTo>
                <a:cubicBezTo>
                  <a:pt x="-848" y="53746"/>
                  <a:pt x="431" y="51364"/>
                  <a:pt x="5896" y="47783"/>
                </a:cubicBezTo>
                <a:cubicBezTo>
                  <a:pt x="10761" y="44595"/>
                  <a:pt x="13372" y="44047"/>
                  <a:pt x="14046" y="46070"/>
                </a:cubicBezTo>
                <a:cubicBezTo>
                  <a:pt x="15462" y="50316"/>
                  <a:pt x="18138" y="49779"/>
                  <a:pt x="24934" y="43885"/>
                </a:cubicBezTo>
                <a:cubicBezTo>
                  <a:pt x="28208" y="41045"/>
                  <a:pt x="32964" y="38722"/>
                  <a:pt x="35503" y="38722"/>
                </a:cubicBezTo>
                <a:cubicBezTo>
                  <a:pt x="38041" y="38722"/>
                  <a:pt x="40941" y="37391"/>
                  <a:pt x="41946" y="35764"/>
                </a:cubicBezTo>
                <a:cubicBezTo>
                  <a:pt x="43722" y="32890"/>
                  <a:pt x="39180" y="33412"/>
                  <a:pt x="25819" y="37615"/>
                </a:cubicBezTo>
                <a:cubicBezTo>
                  <a:pt x="21516" y="38969"/>
                  <a:pt x="21538" y="38810"/>
                  <a:pt x="26045" y="35947"/>
                </a:cubicBezTo>
                <a:cubicBezTo>
                  <a:pt x="31416" y="32535"/>
                  <a:pt x="63427" y="25797"/>
                  <a:pt x="73982" y="25857"/>
                </a:cubicBezTo>
                <a:cubicBezTo>
                  <a:pt x="78607" y="25883"/>
                  <a:pt x="79439" y="26525"/>
                  <a:pt x="76916" y="28123"/>
                </a:cubicBezTo>
                <a:cubicBezTo>
                  <a:pt x="73965" y="29993"/>
                  <a:pt x="73961" y="30540"/>
                  <a:pt x="76893" y="31518"/>
                </a:cubicBezTo>
                <a:cubicBezTo>
                  <a:pt x="78816" y="32159"/>
                  <a:pt x="81904" y="31168"/>
                  <a:pt x="83755" y="29317"/>
                </a:cubicBezTo>
                <a:cubicBezTo>
                  <a:pt x="85607" y="27466"/>
                  <a:pt x="91425" y="24774"/>
                  <a:pt x="96686" y="23336"/>
                </a:cubicBezTo>
                <a:cubicBezTo>
                  <a:pt x="101946" y="21898"/>
                  <a:pt x="109785" y="17511"/>
                  <a:pt x="114106" y="13587"/>
                </a:cubicBezTo>
                <a:cubicBezTo>
                  <a:pt x="121455" y="6915"/>
                  <a:pt x="131807" y="0"/>
                  <a:pt x="134447" y="0"/>
                </a:cubicBezTo>
                <a:cubicBezTo>
                  <a:pt x="135087" y="0"/>
                  <a:pt x="135973" y="3775"/>
                  <a:pt x="136418" y="8390"/>
                </a:cubicBezTo>
                <a:cubicBezTo>
                  <a:pt x="137168" y="16168"/>
                  <a:pt x="137980" y="16836"/>
                  <a:pt x="147553" y="17557"/>
                </a:cubicBezTo>
                <a:cubicBezTo>
                  <a:pt x="160105" y="18501"/>
                  <a:pt x="164320" y="23444"/>
                  <a:pt x="164372" y="37279"/>
                </a:cubicBezTo>
                <a:cubicBezTo>
                  <a:pt x="164422" y="50382"/>
                  <a:pt x="165667" y="52231"/>
                  <a:pt x="179001" y="58990"/>
                </a:cubicBezTo>
                <a:cubicBezTo>
                  <a:pt x="184939" y="62000"/>
                  <a:pt x="190525" y="65641"/>
                  <a:pt x="191415" y="67081"/>
                </a:cubicBezTo>
                <a:cubicBezTo>
                  <a:pt x="193368" y="70242"/>
                  <a:pt x="210709" y="70495"/>
                  <a:pt x="215539" y="67434"/>
                </a:cubicBezTo>
                <a:cubicBezTo>
                  <a:pt x="217436" y="66231"/>
                  <a:pt x="218597" y="62474"/>
                  <a:pt x="218120" y="59084"/>
                </a:cubicBezTo>
                <a:cubicBezTo>
                  <a:pt x="217412" y="54054"/>
                  <a:pt x="218522" y="52773"/>
                  <a:pt x="224155" y="52122"/>
                </a:cubicBezTo>
                <a:cubicBezTo>
                  <a:pt x="227952" y="51683"/>
                  <a:pt x="235747" y="53716"/>
                  <a:pt x="241477" y="56639"/>
                </a:cubicBezTo>
                <a:cubicBezTo>
                  <a:pt x="247208" y="59563"/>
                  <a:pt x="255884" y="61955"/>
                  <a:pt x="260758" y="61955"/>
                </a:cubicBezTo>
                <a:cubicBezTo>
                  <a:pt x="266280" y="61955"/>
                  <a:pt x="270184" y="63424"/>
                  <a:pt x="271115" y="65853"/>
                </a:cubicBezTo>
                <a:cubicBezTo>
                  <a:pt x="271938" y="67996"/>
                  <a:pt x="273398" y="83679"/>
                  <a:pt x="274360" y="100702"/>
                </a:cubicBezTo>
                <a:lnTo>
                  <a:pt x="276110" y="131654"/>
                </a:lnTo>
                <a:lnTo>
                  <a:pt x="259373" y="131654"/>
                </a:lnTo>
                <a:cubicBezTo>
                  <a:pt x="250168" y="131654"/>
                  <a:pt x="241862" y="130880"/>
                  <a:pt x="240916" y="129933"/>
                </a:cubicBezTo>
                <a:close/>
              </a:path>
            </a:pathLst>
          </a:custGeom>
          <a:solidFill>
            <a:srgbClr val="B9B9B9"/>
          </a:solidFill>
          <a:ln w="5163" cap="flat">
            <a:noFill/>
            <a:prstDash val="solid"/>
            <a:miter/>
          </a:ln>
        </p:spPr>
        <p:txBody>
          <a:bodyPr/>
          <a:lstStyle/>
          <a:p>
            <a:endParaRPr lang="es-419" noProof="0" dirty="0"/>
          </a:p>
        </p:txBody>
      </p:sp>
      <p:sp>
        <p:nvSpPr>
          <p:cNvPr id="65" name="Forma libre: forma 64">
            <a:extLst>
              <a:ext uri="{FF2B5EF4-FFF2-40B4-BE49-F238E27FC236}">
                <a16:creationId xmlns:a16="http://schemas.microsoft.com/office/drawing/2014/main" id="{FF29DA3F-2F21-64D3-E274-3C133ADA33F5}"/>
              </a:ext>
            </a:extLst>
          </p:cNvPr>
          <p:cNvSpPr/>
          <p:nvPr/>
        </p:nvSpPr>
        <p:spPr>
          <a:xfrm>
            <a:off x="1184484" y="2261861"/>
            <a:ext cx="318490" cy="227740"/>
          </a:xfrm>
          <a:custGeom>
            <a:avLst/>
            <a:gdLst>
              <a:gd name="csX0" fmla="*/ 114616 w 318490"/>
              <a:gd name="csY0" fmla="*/ 224041 h 227740"/>
              <a:gd name="csX1" fmla="*/ 98063 w 318490"/>
              <a:gd name="csY1" fmla="*/ 220365 h 227740"/>
              <a:gd name="csX2" fmla="*/ 78702 w 318490"/>
              <a:gd name="csY2" fmla="*/ 212689 h 227740"/>
              <a:gd name="csX3" fmla="*/ 52720 w 318490"/>
              <a:gd name="csY3" fmla="*/ 202264 h 227740"/>
              <a:gd name="csX4" fmla="*/ 16521 w 318490"/>
              <a:gd name="csY4" fmla="*/ 184010 h 227740"/>
              <a:gd name="csX5" fmla="*/ 9212 w 318490"/>
              <a:gd name="csY5" fmla="*/ 173147 h 227740"/>
              <a:gd name="csX6" fmla="*/ 4642 w 318490"/>
              <a:gd name="csY6" fmla="*/ 147730 h 227740"/>
              <a:gd name="csX7" fmla="*/ 11809 w 318490"/>
              <a:gd name="csY7" fmla="*/ 137502 h 227740"/>
              <a:gd name="csX8" fmla="*/ 21183 w 318490"/>
              <a:gd name="csY8" fmla="*/ 134430 h 227740"/>
              <a:gd name="csX9" fmla="*/ 31013 w 318490"/>
              <a:gd name="csY9" fmla="*/ 131925 h 227740"/>
              <a:gd name="csX10" fmla="*/ 40878 w 318490"/>
              <a:gd name="csY10" fmla="*/ 131248 h 227740"/>
              <a:gd name="csX11" fmla="*/ 63873 w 318490"/>
              <a:gd name="csY11" fmla="*/ 121001 h 227740"/>
              <a:gd name="csX12" fmla="*/ 83748 w 318490"/>
              <a:gd name="csY12" fmla="*/ 109166 h 227740"/>
              <a:gd name="csX13" fmla="*/ 103738 w 318490"/>
              <a:gd name="csY13" fmla="*/ 85934 h 227740"/>
              <a:gd name="csX14" fmla="*/ 95901 w 318490"/>
              <a:gd name="csY14" fmla="*/ 79966 h 227740"/>
              <a:gd name="csX15" fmla="*/ 88802 w 318490"/>
              <a:gd name="csY15" fmla="*/ 74674 h 227740"/>
              <a:gd name="csX16" fmla="*/ 86125 w 318490"/>
              <a:gd name="csY16" fmla="*/ 66219 h 227740"/>
              <a:gd name="csX17" fmla="*/ 86125 w 318490"/>
              <a:gd name="csY17" fmla="*/ 56499 h 227740"/>
              <a:gd name="csX18" fmla="*/ 88802 w 318490"/>
              <a:gd name="csY18" fmla="*/ 47540 h 227740"/>
              <a:gd name="csX19" fmla="*/ 60913 w 318490"/>
              <a:gd name="csY19" fmla="*/ 35309 h 227740"/>
              <a:gd name="csX20" fmla="*/ 56419 w 318490"/>
              <a:gd name="csY20" fmla="*/ 24926 h 227740"/>
              <a:gd name="csX21" fmla="*/ 74769 w 318490"/>
              <a:gd name="csY21" fmla="*/ 18056 h 227740"/>
              <a:gd name="csX22" fmla="*/ 99155 w 318490"/>
              <a:gd name="csY22" fmla="*/ 10069 h 227740"/>
              <a:gd name="csX23" fmla="*/ 128747 w 318490"/>
              <a:gd name="csY23" fmla="*/ 1794 h 227740"/>
              <a:gd name="csX24" fmla="*/ 148545 w 318490"/>
              <a:gd name="csY24" fmla="*/ 0 h 227740"/>
              <a:gd name="csX25" fmla="*/ 155959 w 318490"/>
              <a:gd name="csY25" fmla="*/ 8117 h 227740"/>
              <a:gd name="csX26" fmla="*/ 176571 w 318490"/>
              <a:gd name="csY26" fmla="*/ 11071 h 227740"/>
              <a:gd name="csX27" fmla="*/ 199804 w 318490"/>
              <a:gd name="csY27" fmla="*/ 21145 h 227740"/>
              <a:gd name="csX28" fmla="*/ 218086 w 318490"/>
              <a:gd name="csY28" fmla="*/ 31610 h 227740"/>
              <a:gd name="csX29" fmla="*/ 246412 w 318490"/>
              <a:gd name="csY29" fmla="*/ 32163 h 227740"/>
              <a:gd name="csX30" fmla="*/ 266539 w 318490"/>
              <a:gd name="csY30" fmla="*/ 37891 h 227740"/>
              <a:gd name="csX31" fmla="*/ 290777 w 318490"/>
              <a:gd name="csY31" fmla="*/ 32555 h 227740"/>
              <a:gd name="csX32" fmla="*/ 315453 w 318490"/>
              <a:gd name="csY32" fmla="*/ 29658 h 227740"/>
              <a:gd name="csX33" fmla="*/ 315970 w 318490"/>
              <a:gd name="csY33" fmla="*/ 49793 h 227740"/>
              <a:gd name="csX34" fmla="*/ 313388 w 318490"/>
              <a:gd name="csY34" fmla="*/ 54741 h 227740"/>
              <a:gd name="csX35" fmla="*/ 311088 w 318490"/>
              <a:gd name="csY35" fmla="*/ 60549 h 227740"/>
              <a:gd name="csX36" fmla="*/ 306292 w 318490"/>
              <a:gd name="csY36" fmla="*/ 87865 h 227740"/>
              <a:gd name="csX37" fmla="*/ 284623 w 318490"/>
              <a:gd name="csY37" fmla="*/ 147819 h 227740"/>
              <a:gd name="csX38" fmla="*/ 277248 w 318490"/>
              <a:gd name="csY38" fmla="*/ 167736 h 227740"/>
              <a:gd name="csX39" fmla="*/ 272730 w 318490"/>
              <a:gd name="csY39" fmla="*/ 177484 h 227740"/>
              <a:gd name="csX40" fmla="*/ 214235 w 318490"/>
              <a:gd name="csY40" fmla="*/ 170076 h 227740"/>
              <a:gd name="csX41" fmla="*/ 184978 w 318490"/>
              <a:gd name="csY41" fmla="*/ 166604 h 227740"/>
              <a:gd name="csX42" fmla="*/ 157292 w 318490"/>
              <a:gd name="csY42" fmla="*/ 168449 h 227740"/>
              <a:gd name="csX43" fmla="*/ 156212 w 318490"/>
              <a:gd name="csY43" fmla="*/ 189010 h 227740"/>
              <a:gd name="csX44" fmla="*/ 147530 w 318490"/>
              <a:gd name="csY44" fmla="*/ 199123 h 227740"/>
              <a:gd name="csX45" fmla="*/ 137850 w 318490"/>
              <a:gd name="csY45" fmla="*/ 216729 h 227740"/>
              <a:gd name="csX46" fmla="*/ 130751 w 318490"/>
              <a:gd name="csY46" fmla="*/ 227717 h 227740"/>
              <a:gd name="csX47" fmla="*/ 114616 w 318490"/>
              <a:gd name="csY47" fmla="*/ 224041 h 2277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Lst>
            <a:rect l="l" t="t" r="r" b="b"/>
            <a:pathLst>
              <a:path w="318490" h="227740">
                <a:moveTo>
                  <a:pt x="114616" y="224041"/>
                </a:moveTo>
                <a:cubicBezTo>
                  <a:pt x="109647" y="222127"/>
                  <a:pt x="102198" y="220473"/>
                  <a:pt x="98063" y="220365"/>
                </a:cubicBezTo>
                <a:cubicBezTo>
                  <a:pt x="93928" y="220257"/>
                  <a:pt x="85216" y="216803"/>
                  <a:pt x="78702" y="212689"/>
                </a:cubicBezTo>
                <a:cubicBezTo>
                  <a:pt x="72189" y="208575"/>
                  <a:pt x="60497" y="203884"/>
                  <a:pt x="52720" y="202264"/>
                </a:cubicBezTo>
                <a:cubicBezTo>
                  <a:pt x="38260" y="199253"/>
                  <a:pt x="16521" y="188291"/>
                  <a:pt x="16521" y="184010"/>
                </a:cubicBezTo>
                <a:cubicBezTo>
                  <a:pt x="16521" y="182699"/>
                  <a:pt x="13232" y="177811"/>
                  <a:pt x="9212" y="173147"/>
                </a:cubicBezTo>
                <a:cubicBezTo>
                  <a:pt x="-1729" y="160453"/>
                  <a:pt x="-2493" y="156209"/>
                  <a:pt x="4642" y="147730"/>
                </a:cubicBezTo>
                <a:cubicBezTo>
                  <a:pt x="8064" y="143663"/>
                  <a:pt x="11290" y="139060"/>
                  <a:pt x="11809" y="137502"/>
                </a:cubicBezTo>
                <a:cubicBezTo>
                  <a:pt x="12328" y="135944"/>
                  <a:pt x="16546" y="134562"/>
                  <a:pt x="21183" y="134430"/>
                </a:cubicBezTo>
                <a:cubicBezTo>
                  <a:pt x="25819" y="134298"/>
                  <a:pt x="30243" y="133171"/>
                  <a:pt x="31013" y="131925"/>
                </a:cubicBezTo>
                <a:cubicBezTo>
                  <a:pt x="31783" y="130679"/>
                  <a:pt x="36222" y="130374"/>
                  <a:pt x="40878" y="131248"/>
                </a:cubicBezTo>
                <a:cubicBezTo>
                  <a:pt x="48236" y="132628"/>
                  <a:pt x="51244" y="131288"/>
                  <a:pt x="63873" y="121001"/>
                </a:cubicBezTo>
                <a:cubicBezTo>
                  <a:pt x="71865" y="114492"/>
                  <a:pt x="80808" y="109166"/>
                  <a:pt x="83748" y="109166"/>
                </a:cubicBezTo>
                <a:cubicBezTo>
                  <a:pt x="91503" y="109166"/>
                  <a:pt x="104649" y="93888"/>
                  <a:pt x="103738" y="85934"/>
                </a:cubicBezTo>
                <a:cubicBezTo>
                  <a:pt x="103134" y="80649"/>
                  <a:pt x="101713" y="79568"/>
                  <a:pt x="95901" y="79966"/>
                </a:cubicBezTo>
                <a:cubicBezTo>
                  <a:pt x="90126" y="80361"/>
                  <a:pt x="88802" y="79374"/>
                  <a:pt x="88802" y="74674"/>
                </a:cubicBezTo>
                <a:cubicBezTo>
                  <a:pt x="88802" y="71496"/>
                  <a:pt x="87597" y="67691"/>
                  <a:pt x="86125" y="66219"/>
                </a:cubicBezTo>
                <a:cubicBezTo>
                  <a:pt x="84276" y="64370"/>
                  <a:pt x="84276" y="61362"/>
                  <a:pt x="86125" y="56499"/>
                </a:cubicBezTo>
                <a:cubicBezTo>
                  <a:pt x="87597" y="52626"/>
                  <a:pt x="88802" y="48595"/>
                  <a:pt x="88802" y="47540"/>
                </a:cubicBezTo>
                <a:cubicBezTo>
                  <a:pt x="88802" y="45033"/>
                  <a:pt x="71424" y="37411"/>
                  <a:pt x="60913" y="35309"/>
                </a:cubicBezTo>
                <a:cubicBezTo>
                  <a:pt x="51581" y="33443"/>
                  <a:pt x="51150" y="32448"/>
                  <a:pt x="56419" y="24926"/>
                </a:cubicBezTo>
                <a:cubicBezTo>
                  <a:pt x="59183" y="20980"/>
                  <a:pt x="64034" y="19164"/>
                  <a:pt x="74769" y="18056"/>
                </a:cubicBezTo>
                <a:cubicBezTo>
                  <a:pt x="84042" y="17099"/>
                  <a:pt x="92933" y="14187"/>
                  <a:pt x="99155" y="10069"/>
                </a:cubicBezTo>
                <a:cubicBezTo>
                  <a:pt x="106450" y="5242"/>
                  <a:pt x="114000" y="3130"/>
                  <a:pt x="128747" y="1794"/>
                </a:cubicBezTo>
                <a:lnTo>
                  <a:pt x="148545" y="0"/>
                </a:lnTo>
                <a:lnTo>
                  <a:pt x="155959" y="8117"/>
                </a:lnTo>
                <a:cubicBezTo>
                  <a:pt x="164608" y="17586"/>
                  <a:pt x="168428" y="18134"/>
                  <a:pt x="176571" y="11071"/>
                </a:cubicBezTo>
                <a:cubicBezTo>
                  <a:pt x="187391" y="1687"/>
                  <a:pt x="199804" y="7069"/>
                  <a:pt x="199804" y="21145"/>
                </a:cubicBezTo>
                <a:cubicBezTo>
                  <a:pt x="199804" y="30772"/>
                  <a:pt x="209395" y="36261"/>
                  <a:pt x="218086" y="31610"/>
                </a:cubicBezTo>
                <a:cubicBezTo>
                  <a:pt x="228270" y="26160"/>
                  <a:pt x="241869" y="26426"/>
                  <a:pt x="246412" y="32163"/>
                </a:cubicBezTo>
                <a:cubicBezTo>
                  <a:pt x="249505" y="36068"/>
                  <a:pt x="254126" y="37384"/>
                  <a:pt x="266539" y="37891"/>
                </a:cubicBezTo>
                <a:cubicBezTo>
                  <a:pt x="279978" y="38440"/>
                  <a:pt x="284000" y="37555"/>
                  <a:pt x="290777" y="32555"/>
                </a:cubicBezTo>
                <a:cubicBezTo>
                  <a:pt x="299613" y="26036"/>
                  <a:pt x="310548" y="24752"/>
                  <a:pt x="315453" y="29658"/>
                </a:cubicBezTo>
                <a:cubicBezTo>
                  <a:pt x="319191" y="33396"/>
                  <a:pt x="319612" y="49793"/>
                  <a:pt x="315970" y="49793"/>
                </a:cubicBezTo>
                <a:cubicBezTo>
                  <a:pt x="314550" y="49793"/>
                  <a:pt x="313388" y="52020"/>
                  <a:pt x="313388" y="54741"/>
                </a:cubicBezTo>
                <a:cubicBezTo>
                  <a:pt x="313388" y="57462"/>
                  <a:pt x="312353" y="60076"/>
                  <a:pt x="311088" y="60549"/>
                </a:cubicBezTo>
                <a:cubicBezTo>
                  <a:pt x="309822" y="61023"/>
                  <a:pt x="307664" y="73315"/>
                  <a:pt x="306292" y="87865"/>
                </a:cubicBezTo>
                <a:cubicBezTo>
                  <a:pt x="303509" y="117372"/>
                  <a:pt x="292552" y="147689"/>
                  <a:pt x="284623" y="147819"/>
                </a:cubicBezTo>
                <a:cubicBezTo>
                  <a:pt x="279191" y="147908"/>
                  <a:pt x="277248" y="153157"/>
                  <a:pt x="277248" y="167736"/>
                </a:cubicBezTo>
                <a:cubicBezTo>
                  <a:pt x="277248" y="177878"/>
                  <a:pt x="276652" y="179163"/>
                  <a:pt x="272730" y="177484"/>
                </a:cubicBezTo>
                <a:cubicBezTo>
                  <a:pt x="262382" y="173052"/>
                  <a:pt x="240695" y="170306"/>
                  <a:pt x="214235" y="170076"/>
                </a:cubicBezTo>
                <a:cubicBezTo>
                  <a:pt x="194190" y="169901"/>
                  <a:pt x="185756" y="168900"/>
                  <a:pt x="184978" y="166604"/>
                </a:cubicBezTo>
                <a:cubicBezTo>
                  <a:pt x="183149" y="161204"/>
                  <a:pt x="162610" y="162574"/>
                  <a:pt x="157292" y="168449"/>
                </a:cubicBezTo>
                <a:cubicBezTo>
                  <a:pt x="153074" y="173111"/>
                  <a:pt x="152885" y="176707"/>
                  <a:pt x="156212" y="189010"/>
                </a:cubicBezTo>
                <a:cubicBezTo>
                  <a:pt x="156777" y="191099"/>
                  <a:pt x="153007" y="195490"/>
                  <a:pt x="147530" y="199123"/>
                </a:cubicBezTo>
                <a:cubicBezTo>
                  <a:pt x="138821" y="204900"/>
                  <a:pt x="137850" y="206668"/>
                  <a:pt x="137850" y="216729"/>
                </a:cubicBezTo>
                <a:cubicBezTo>
                  <a:pt x="137850" y="227257"/>
                  <a:pt x="137433" y="227902"/>
                  <a:pt x="130751" y="227717"/>
                </a:cubicBezTo>
                <a:cubicBezTo>
                  <a:pt x="126846" y="227609"/>
                  <a:pt x="119586" y="225955"/>
                  <a:pt x="114616" y="224041"/>
                </a:cubicBezTo>
                <a:close/>
              </a:path>
            </a:pathLst>
          </a:custGeom>
          <a:solidFill>
            <a:srgbClr val="B9B9B9"/>
          </a:solidFill>
          <a:ln w="5163" cap="flat">
            <a:noFill/>
            <a:prstDash val="solid"/>
            <a:miter/>
          </a:ln>
        </p:spPr>
        <p:txBody>
          <a:bodyPr/>
          <a:lstStyle/>
          <a:p>
            <a:endParaRPr lang="es-419" noProof="0" dirty="0"/>
          </a:p>
        </p:txBody>
      </p:sp>
      <p:sp>
        <p:nvSpPr>
          <p:cNvPr id="66" name="Forma libre: forma 65">
            <a:extLst>
              <a:ext uri="{FF2B5EF4-FFF2-40B4-BE49-F238E27FC236}">
                <a16:creationId xmlns:a16="http://schemas.microsoft.com/office/drawing/2014/main" id="{367CE95C-5160-F412-CCA5-3B7F0B036FD3}"/>
              </a:ext>
            </a:extLst>
          </p:cNvPr>
          <p:cNvSpPr/>
          <p:nvPr/>
        </p:nvSpPr>
        <p:spPr>
          <a:xfrm>
            <a:off x="1557246" y="2384328"/>
            <a:ext cx="70794" cy="61560"/>
          </a:xfrm>
          <a:custGeom>
            <a:avLst/>
            <a:gdLst>
              <a:gd name="csX0" fmla="*/ 30977 w 70794"/>
              <a:gd name="csY0" fmla="*/ 53817 h 61560"/>
              <a:gd name="csX1" fmla="*/ 18070 w 70794"/>
              <a:gd name="csY1" fmla="*/ 49863 h 61560"/>
              <a:gd name="csX2" fmla="*/ 14198 w 70794"/>
              <a:gd name="csY2" fmla="*/ 52169 h 61560"/>
              <a:gd name="csX3" fmla="*/ 10326 w 70794"/>
              <a:gd name="csY3" fmla="*/ 47062 h 61560"/>
              <a:gd name="csX4" fmla="*/ 5163 w 70794"/>
              <a:gd name="csY4" fmla="*/ 39020 h 61560"/>
              <a:gd name="csX5" fmla="*/ 0 w 70794"/>
              <a:gd name="csY5" fmla="*/ 32748 h 61560"/>
              <a:gd name="csX6" fmla="*/ 10326 w 70794"/>
              <a:gd name="csY6" fmla="*/ 18967 h 61560"/>
              <a:gd name="csX7" fmla="*/ 20652 w 70794"/>
              <a:gd name="csY7" fmla="*/ 3034 h 61560"/>
              <a:gd name="csX8" fmla="*/ 30332 w 70794"/>
              <a:gd name="csY8" fmla="*/ 698 h 61560"/>
              <a:gd name="csX9" fmla="*/ 54210 w 70794"/>
              <a:gd name="csY9" fmla="*/ 10137 h 61560"/>
              <a:gd name="csX10" fmla="*/ 63267 w 70794"/>
              <a:gd name="csY10" fmla="*/ 15095 h 61560"/>
              <a:gd name="csX11" fmla="*/ 69100 w 70794"/>
              <a:gd name="csY11" fmla="*/ 20258 h 61560"/>
              <a:gd name="csX12" fmla="*/ 69100 w 70794"/>
              <a:gd name="csY12" fmla="*/ 30584 h 61560"/>
              <a:gd name="csX13" fmla="*/ 69721 w 70794"/>
              <a:gd name="csY13" fmla="*/ 35746 h 61560"/>
              <a:gd name="csX14" fmla="*/ 67118 w 70794"/>
              <a:gd name="csY14" fmla="*/ 44803 h 61560"/>
              <a:gd name="csX15" fmla="*/ 61618 w 70794"/>
              <a:gd name="csY15" fmla="*/ 50612 h 61560"/>
              <a:gd name="csX16" fmla="*/ 54931 w 70794"/>
              <a:gd name="csY16" fmla="*/ 50644 h 61560"/>
              <a:gd name="csX17" fmla="*/ 37735 w 70794"/>
              <a:gd name="csY17" fmla="*/ 61561 h 61560"/>
              <a:gd name="csX18" fmla="*/ 30977 w 70794"/>
              <a:gd name="csY18" fmla="*/ 53817 h 615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70794" h="61560">
                <a:moveTo>
                  <a:pt x="30977" y="53817"/>
                </a:moveTo>
                <a:cubicBezTo>
                  <a:pt x="25158" y="45644"/>
                  <a:pt x="18070" y="43473"/>
                  <a:pt x="18070" y="49863"/>
                </a:cubicBezTo>
                <a:cubicBezTo>
                  <a:pt x="18070" y="52173"/>
                  <a:pt x="16557" y="53074"/>
                  <a:pt x="14198" y="52169"/>
                </a:cubicBezTo>
                <a:cubicBezTo>
                  <a:pt x="12068" y="51351"/>
                  <a:pt x="10326" y="49053"/>
                  <a:pt x="10326" y="47062"/>
                </a:cubicBezTo>
                <a:cubicBezTo>
                  <a:pt x="10326" y="45070"/>
                  <a:pt x="8003" y="41451"/>
                  <a:pt x="5163" y="39020"/>
                </a:cubicBezTo>
                <a:cubicBezTo>
                  <a:pt x="2323" y="36588"/>
                  <a:pt x="0" y="33766"/>
                  <a:pt x="0" y="32748"/>
                </a:cubicBezTo>
                <a:cubicBezTo>
                  <a:pt x="0" y="31730"/>
                  <a:pt x="4647" y="25529"/>
                  <a:pt x="10326" y="18967"/>
                </a:cubicBezTo>
                <a:cubicBezTo>
                  <a:pt x="16005" y="12405"/>
                  <a:pt x="20652" y="5235"/>
                  <a:pt x="20652" y="3034"/>
                </a:cubicBezTo>
                <a:cubicBezTo>
                  <a:pt x="20652" y="-166"/>
                  <a:pt x="22592" y="-634"/>
                  <a:pt x="30332" y="698"/>
                </a:cubicBezTo>
                <a:cubicBezTo>
                  <a:pt x="52748" y="4557"/>
                  <a:pt x="54210" y="5134"/>
                  <a:pt x="54210" y="10137"/>
                </a:cubicBezTo>
                <a:cubicBezTo>
                  <a:pt x="54210" y="14084"/>
                  <a:pt x="56056" y="15095"/>
                  <a:pt x="63267" y="15095"/>
                </a:cubicBezTo>
                <a:cubicBezTo>
                  <a:pt x="71678" y="15095"/>
                  <a:pt x="72094" y="15463"/>
                  <a:pt x="69100" y="20258"/>
                </a:cubicBezTo>
                <a:cubicBezTo>
                  <a:pt x="66522" y="24386"/>
                  <a:pt x="66522" y="26456"/>
                  <a:pt x="69100" y="30584"/>
                </a:cubicBezTo>
                <a:cubicBezTo>
                  <a:pt x="71011" y="33644"/>
                  <a:pt x="71264" y="35746"/>
                  <a:pt x="69721" y="35746"/>
                </a:cubicBezTo>
                <a:cubicBezTo>
                  <a:pt x="68289" y="35746"/>
                  <a:pt x="67118" y="39822"/>
                  <a:pt x="67118" y="44803"/>
                </a:cubicBezTo>
                <a:cubicBezTo>
                  <a:pt x="67118" y="53341"/>
                  <a:pt x="66802" y="53674"/>
                  <a:pt x="61618" y="50612"/>
                </a:cubicBezTo>
                <a:cubicBezTo>
                  <a:pt x="57188" y="47995"/>
                  <a:pt x="55886" y="48002"/>
                  <a:pt x="54931" y="50644"/>
                </a:cubicBezTo>
                <a:cubicBezTo>
                  <a:pt x="53898" y="53500"/>
                  <a:pt x="41201" y="61561"/>
                  <a:pt x="37735" y="61561"/>
                </a:cubicBezTo>
                <a:cubicBezTo>
                  <a:pt x="37051" y="61561"/>
                  <a:pt x="34010" y="58076"/>
                  <a:pt x="30977" y="53817"/>
                </a:cubicBezTo>
                <a:close/>
              </a:path>
            </a:pathLst>
          </a:custGeom>
          <a:solidFill>
            <a:srgbClr val="B9B9B9"/>
          </a:solidFill>
          <a:ln w="5163" cap="flat">
            <a:noFill/>
            <a:prstDash val="solid"/>
            <a:miter/>
          </a:ln>
        </p:spPr>
        <p:txBody>
          <a:bodyPr/>
          <a:lstStyle/>
          <a:p>
            <a:endParaRPr lang="es-419" noProof="0" dirty="0"/>
          </a:p>
        </p:txBody>
      </p:sp>
      <p:sp>
        <p:nvSpPr>
          <p:cNvPr id="67" name="Forma libre: forma 66">
            <a:extLst>
              <a:ext uri="{FF2B5EF4-FFF2-40B4-BE49-F238E27FC236}">
                <a16:creationId xmlns:a16="http://schemas.microsoft.com/office/drawing/2014/main" id="{9AC0C94B-907F-DB69-9674-EA9F2D73B2A7}"/>
              </a:ext>
            </a:extLst>
          </p:cNvPr>
          <p:cNvSpPr/>
          <p:nvPr/>
        </p:nvSpPr>
        <p:spPr>
          <a:xfrm>
            <a:off x="1478193" y="2273156"/>
            <a:ext cx="153622" cy="170128"/>
          </a:xfrm>
          <a:custGeom>
            <a:avLst/>
            <a:gdLst>
              <a:gd name="csX0" fmla="*/ 8493 w 153622"/>
              <a:gd name="csY0" fmla="*/ 168431 h 170128"/>
              <a:gd name="csX1" fmla="*/ 6772 w 153622"/>
              <a:gd name="csY1" fmla="*/ 161418 h 170128"/>
              <a:gd name="csX2" fmla="*/ 2681 w 153622"/>
              <a:gd name="csY2" fmla="*/ 145415 h 170128"/>
              <a:gd name="csX3" fmla="*/ 5459 w 153622"/>
              <a:gd name="csY3" fmla="*/ 121148 h 170128"/>
              <a:gd name="csX4" fmla="*/ 14777 w 153622"/>
              <a:gd name="csY4" fmla="*/ 82726 h 170128"/>
              <a:gd name="csX5" fmla="*/ 25155 w 153622"/>
              <a:gd name="csY5" fmla="*/ 43661 h 170128"/>
              <a:gd name="csX6" fmla="*/ 27423 w 153622"/>
              <a:gd name="csY6" fmla="*/ 32229 h 170128"/>
              <a:gd name="csX7" fmla="*/ 31172 w 153622"/>
              <a:gd name="csY7" fmla="*/ 17047 h 170128"/>
              <a:gd name="csX8" fmla="*/ 33221 w 153622"/>
              <a:gd name="csY8" fmla="*/ 11598 h 170128"/>
              <a:gd name="csX9" fmla="*/ 37362 w 153622"/>
              <a:gd name="csY9" fmla="*/ 8370 h 170128"/>
              <a:gd name="csX10" fmla="*/ 41848 w 153622"/>
              <a:gd name="csY10" fmla="*/ 3309 h 170128"/>
              <a:gd name="csX11" fmla="*/ 51947 w 153622"/>
              <a:gd name="csY11" fmla="*/ 4939 h 170128"/>
              <a:gd name="csX12" fmla="*/ 67990 w 153622"/>
              <a:gd name="csY12" fmla="*/ 10085 h 170128"/>
              <a:gd name="csX13" fmla="*/ 82983 w 153622"/>
              <a:gd name="csY13" fmla="*/ 28865 h 170128"/>
              <a:gd name="csX14" fmla="*/ 93236 w 153622"/>
              <a:gd name="csY14" fmla="*/ 38498 h 170128"/>
              <a:gd name="csX15" fmla="*/ 103025 w 153622"/>
              <a:gd name="csY15" fmla="*/ 33366 h 170128"/>
              <a:gd name="csX16" fmla="*/ 120832 w 153622"/>
              <a:gd name="csY16" fmla="*/ 24595 h 170128"/>
              <a:gd name="csX17" fmla="*/ 122064 w 153622"/>
              <a:gd name="csY17" fmla="*/ 33182 h 170128"/>
              <a:gd name="csX18" fmla="*/ 135261 w 153622"/>
              <a:gd name="csY18" fmla="*/ 39968 h 170128"/>
              <a:gd name="csX19" fmla="*/ 152396 w 153622"/>
              <a:gd name="csY19" fmla="*/ 46930 h 170128"/>
              <a:gd name="csX20" fmla="*/ 149002 w 153622"/>
              <a:gd name="csY20" fmla="*/ 58232 h 170128"/>
              <a:gd name="csX21" fmla="*/ 146552 w 153622"/>
              <a:gd name="csY21" fmla="*/ 64545 h 170128"/>
              <a:gd name="csX22" fmla="*/ 148358 w 153622"/>
              <a:gd name="csY22" fmla="*/ 121402 h 170128"/>
              <a:gd name="csX23" fmla="*/ 135844 w 153622"/>
              <a:gd name="csY23" fmla="*/ 118523 h 170128"/>
              <a:gd name="csX24" fmla="*/ 131972 w 153622"/>
              <a:gd name="csY24" fmla="*/ 113360 h 170128"/>
              <a:gd name="csX25" fmla="*/ 128062 w 153622"/>
              <a:gd name="csY25" fmla="*/ 103679 h 170128"/>
              <a:gd name="csX26" fmla="*/ 124378 w 153622"/>
              <a:gd name="csY26" fmla="*/ 87545 h 170128"/>
              <a:gd name="csX27" fmla="*/ 116378 w 153622"/>
              <a:gd name="csY27" fmla="*/ 72702 h 170128"/>
              <a:gd name="csX28" fmla="*/ 107448 w 153622"/>
              <a:gd name="csY28" fmla="*/ 67912 h 170128"/>
              <a:gd name="csX29" fmla="*/ 99376 w 153622"/>
              <a:gd name="csY29" fmla="*/ 80152 h 170128"/>
              <a:gd name="csX30" fmla="*/ 94468 w 153622"/>
              <a:gd name="csY30" fmla="*/ 101141 h 170128"/>
              <a:gd name="csX31" fmla="*/ 81766 w 153622"/>
              <a:gd name="csY31" fmla="*/ 133635 h 170128"/>
              <a:gd name="csX32" fmla="*/ 65090 w 153622"/>
              <a:gd name="csY32" fmla="*/ 140680 h 170128"/>
              <a:gd name="csX33" fmla="*/ 53260 w 153622"/>
              <a:gd name="csY33" fmla="*/ 146865 h 170128"/>
              <a:gd name="csX34" fmla="*/ 38902 w 153622"/>
              <a:gd name="csY34" fmla="*/ 154663 h 170128"/>
              <a:gd name="csX35" fmla="*/ 22260 w 153622"/>
              <a:gd name="csY35" fmla="*/ 162407 h 170128"/>
              <a:gd name="csX36" fmla="*/ 8493 w 153622"/>
              <a:gd name="csY36" fmla="*/ 168431 h 17012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Lst>
            <a:rect l="l" t="t" r="r" b="b"/>
            <a:pathLst>
              <a:path w="153622" h="170128">
                <a:moveTo>
                  <a:pt x="8493" y="168431"/>
                </a:moveTo>
                <a:cubicBezTo>
                  <a:pt x="7546" y="167484"/>
                  <a:pt x="6772" y="164329"/>
                  <a:pt x="6772" y="161418"/>
                </a:cubicBezTo>
                <a:cubicBezTo>
                  <a:pt x="6772" y="158508"/>
                  <a:pt x="4931" y="151306"/>
                  <a:pt x="2681" y="145415"/>
                </a:cubicBezTo>
                <a:cubicBezTo>
                  <a:pt x="-1298" y="134996"/>
                  <a:pt x="-1222" y="134332"/>
                  <a:pt x="5459" y="121148"/>
                </a:cubicBezTo>
                <a:cubicBezTo>
                  <a:pt x="10516" y="111168"/>
                  <a:pt x="12973" y="101035"/>
                  <a:pt x="14777" y="82726"/>
                </a:cubicBezTo>
                <a:cubicBezTo>
                  <a:pt x="17244" y="57676"/>
                  <a:pt x="20967" y="43661"/>
                  <a:pt x="25155" y="43661"/>
                </a:cubicBezTo>
                <a:cubicBezTo>
                  <a:pt x="26403" y="43661"/>
                  <a:pt x="27423" y="38516"/>
                  <a:pt x="27423" y="32229"/>
                </a:cubicBezTo>
                <a:cubicBezTo>
                  <a:pt x="27423" y="25675"/>
                  <a:pt x="29023" y="19196"/>
                  <a:pt x="31172" y="17047"/>
                </a:cubicBezTo>
                <a:cubicBezTo>
                  <a:pt x="33235" y="14985"/>
                  <a:pt x="34156" y="12533"/>
                  <a:pt x="33221" y="11598"/>
                </a:cubicBezTo>
                <a:cubicBezTo>
                  <a:pt x="32286" y="10662"/>
                  <a:pt x="34150" y="9210"/>
                  <a:pt x="37362" y="8370"/>
                </a:cubicBezTo>
                <a:cubicBezTo>
                  <a:pt x="40925" y="7438"/>
                  <a:pt x="42675" y="5464"/>
                  <a:pt x="41848" y="3309"/>
                </a:cubicBezTo>
                <a:cubicBezTo>
                  <a:pt x="39982" y="-1555"/>
                  <a:pt x="42837" y="-1094"/>
                  <a:pt x="51947" y="4939"/>
                </a:cubicBezTo>
                <a:cubicBezTo>
                  <a:pt x="56206" y="7760"/>
                  <a:pt x="63426" y="10076"/>
                  <a:pt x="67990" y="10085"/>
                </a:cubicBezTo>
                <a:cubicBezTo>
                  <a:pt x="77231" y="10104"/>
                  <a:pt x="80149" y="13759"/>
                  <a:pt x="82983" y="28865"/>
                </a:cubicBezTo>
                <a:cubicBezTo>
                  <a:pt x="84632" y="37657"/>
                  <a:pt x="85527" y="38498"/>
                  <a:pt x="93236" y="38498"/>
                </a:cubicBezTo>
                <a:cubicBezTo>
                  <a:pt x="99495" y="38498"/>
                  <a:pt x="102031" y="37168"/>
                  <a:pt x="103025" y="33366"/>
                </a:cubicBezTo>
                <a:cubicBezTo>
                  <a:pt x="104466" y="27855"/>
                  <a:pt x="116509" y="21923"/>
                  <a:pt x="120832" y="24595"/>
                </a:cubicBezTo>
                <a:cubicBezTo>
                  <a:pt x="122276" y="25487"/>
                  <a:pt x="122830" y="29351"/>
                  <a:pt x="122064" y="33182"/>
                </a:cubicBezTo>
                <a:cubicBezTo>
                  <a:pt x="120679" y="40107"/>
                  <a:pt x="120757" y="40147"/>
                  <a:pt x="135261" y="39968"/>
                </a:cubicBezTo>
                <a:cubicBezTo>
                  <a:pt x="148934" y="39800"/>
                  <a:pt x="150012" y="40238"/>
                  <a:pt x="152396" y="46930"/>
                </a:cubicBezTo>
                <a:cubicBezTo>
                  <a:pt x="154575" y="53045"/>
                  <a:pt x="154087" y="54670"/>
                  <a:pt x="149002" y="58232"/>
                </a:cubicBezTo>
                <a:cubicBezTo>
                  <a:pt x="144363" y="61481"/>
                  <a:pt x="143827" y="62863"/>
                  <a:pt x="146552" y="64545"/>
                </a:cubicBezTo>
                <a:cubicBezTo>
                  <a:pt x="151618" y="67671"/>
                  <a:pt x="153227" y="118317"/>
                  <a:pt x="148358" y="121402"/>
                </a:cubicBezTo>
                <a:cubicBezTo>
                  <a:pt x="142062" y="125392"/>
                  <a:pt x="135844" y="123962"/>
                  <a:pt x="135844" y="118523"/>
                </a:cubicBezTo>
                <a:cubicBezTo>
                  <a:pt x="135844" y="115655"/>
                  <a:pt x="134123" y="113360"/>
                  <a:pt x="131972" y="113360"/>
                </a:cubicBezTo>
                <a:cubicBezTo>
                  <a:pt x="129225" y="113360"/>
                  <a:pt x="128089" y="110546"/>
                  <a:pt x="128062" y="103679"/>
                </a:cubicBezTo>
                <a:cubicBezTo>
                  <a:pt x="128041" y="98355"/>
                  <a:pt x="126383" y="91095"/>
                  <a:pt x="124378" y="87545"/>
                </a:cubicBezTo>
                <a:cubicBezTo>
                  <a:pt x="122373" y="83996"/>
                  <a:pt x="118773" y="77316"/>
                  <a:pt x="116378" y="72702"/>
                </a:cubicBezTo>
                <a:cubicBezTo>
                  <a:pt x="111867" y="64011"/>
                  <a:pt x="107448" y="61641"/>
                  <a:pt x="107448" y="67912"/>
                </a:cubicBezTo>
                <a:cubicBezTo>
                  <a:pt x="107448" y="69891"/>
                  <a:pt x="103816" y="75399"/>
                  <a:pt x="99376" y="80152"/>
                </a:cubicBezTo>
                <a:cubicBezTo>
                  <a:pt x="91445" y="88642"/>
                  <a:pt x="91359" y="89010"/>
                  <a:pt x="94468" y="101141"/>
                </a:cubicBezTo>
                <a:cubicBezTo>
                  <a:pt x="97988" y="114877"/>
                  <a:pt x="97068" y="117230"/>
                  <a:pt x="81766" y="133635"/>
                </a:cubicBezTo>
                <a:cubicBezTo>
                  <a:pt x="74766" y="141139"/>
                  <a:pt x="72544" y="142078"/>
                  <a:pt x="65090" y="140680"/>
                </a:cubicBezTo>
                <a:cubicBezTo>
                  <a:pt x="57313" y="139221"/>
                  <a:pt x="56181" y="139812"/>
                  <a:pt x="53260" y="146865"/>
                </a:cubicBezTo>
                <a:cubicBezTo>
                  <a:pt x="50372" y="153836"/>
                  <a:pt x="48850" y="154663"/>
                  <a:pt x="38902" y="154663"/>
                </a:cubicBezTo>
                <a:cubicBezTo>
                  <a:pt x="29485" y="154663"/>
                  <a:pt x="26927" y="155853"/>
                  <a:pt x="22260" y="162407"/>
                </a:cubicBezTo>
                <a:cubicBezTo>
                  <a:pt x="16933" y="169889"/>
                  <a:pt x="12076" y="172014"/>
                  <a:pt x="8493" y="168431"/>
                </a:cubicBezTo>
                <a:close/>
              </a:path>
            </a:pathLst>
          </a:custGeom>
          <a:solidFill>
            <a:srgbClr val="B9B9B9"/>
          </a:solidFill>
          <a:ln w="5163" cap="flat">
            <a:noFill/>
            <a:prstDash val="solid"/>
            <a:miter/>
          </a:ln>
        </p:spPr>
        <p:txBody>
          <a:bodyPr/>
          <a:lstStyle/>
          <a:p>
            <a:endParaRPr lang="es-419" noProof="0" dirty="0"/>
          </a:p>
        </p:txBody>
      </p:sp>
      <p:grpSp>
        <p:nvGrpSpPr>
          <p:cNvPr id="68" name="Gráfico 39">
            <a:extLst>
              <a:ext uri="{FF2B5EF4-FFF2-40B4-BE49-F238E27FC236}">
                <a16:creationId xmlns:a16="http://schemas.microsoft.com/office/drawing/2014/main" id="{A9DE4DFE-49FA-C225-526D-5540FA3B2A7C}"/>
              </a:ext>
            </a:extLst>
          </p:cNvPr>
          <p:cNvGrpSpPr/>
          <p:nvPr/>
        </p:nvGrpSpPr>
        <p:grpSpPr>
          <a:xfrm>
            <a:off x="2169009" y="2212045"/>
            <a:ext cx="273705" cy="260208"/>
            <a:chOff x="2169009" y="2212045"/>
            <a:chExt cx="273705" cy="260208"/>
          </a:xfrm>
          <a:solidFill>
            <a:srgbClr val="B9B9B9"/>
          </a:solidFill>
        </p:grpSpPr>
        <p:sp>
          <p:nvSpPr>
            <p:cNvPr id="69" name="Forma libre: forma 68">
              <a:extLst>
                <a:ext uri="{FF2B5EF4-FFF2-40B4-BE49-F238E27FC236}">
                  <a16:creationId xmlns:a16="http://schemas.microsoft.com/office/drawing/2014/main" id="{71862C7A-DF98-438C-6478-D5571A8B26F9}"/>
                </a:ext>
              </a:extLst>
            </p:cNvPr>
            <p:cNvSpPr/>
            <p:nvPr/>
          </p:nvSpPr>
          <p:spPr>
            <a:xfrm>
              <a:off x="2169009" y="2212045"/>
              <a:ext cx="273705" cy="260208"/>
            </a:xfrm>
            <a:custGeom>
              <a:avLst/>
              <a:gdLst>
                <a:gd name="csX0" fmla="*/ 136396 w 273705"/>
                <a:gd name="csY0" fmla="*/ 251544 h 260208"/>
                <a:gd name="csX1" fmla="*/ 123951 w 273705"/>
                <a:gd name="csY1" fmla="*/ 241399 h 260208"/>
                <a:gd name="csX2" fmla="*/ 100178 w 273705"/>
                <a:gd name="csY2" fmla="*/ 233837 h 260208"/>
                <a:gd name="csX3" fmla="*/ 81199 w 273705"/>
                <a:gd name="csY3" fmla="*/ 230865 h 260208"/>
                <a:gd name="csX4" fmla="*/ 75979 w 273705"/>
                <a:gd name="csY4" fmla="*/ 240363 h 260208"/>
                <a:gd name="csX5" fmla="*/ 67894 w 273705"/>
                <a:gd name="csY5" fmla="*/ 246752 h 260208"/>
                <a:gd name="csX6" fmla="*/ 29911 w 273705"/>
                <a:gd name="csY6" fmla="*/ 227450 h 260208"/>
                <a:gd name="csX7" fmla="*/ 28472 w 273705"/>
                <a:gd name="csY7" fmla="*/ 213064 h 260208"/>
                <a:gd name="csX8" fmla="*/ 12481 w 273705"/>
                <a:gd name="csY8" fmla="*/ 197704 h 260208"/>
                <a:gd name="csX9" fmla="*/ 1103 w 273705"/>
                <a:gd name="csY9" fmla="*/ 191257 h 260208"/>
                <a:gd name="csX10" fmla="*/ 24560 w 273705"/>
                <a:gd name="csY10" fmla="*/ 177413 h 260208"/>
                <a:gd name="csX11" fmla="*/ 49357 w 273705"/>
                <a:gd name="csY11" fmla="*/ 181249 h 260208"/>
                <a:gd name="csX12" fmla="*/ 33383 w 273705"/>
                <a:gd name="csY12" fmla="*/ 188440 h 260208"/>
                <a:gd name="csX13" fmla="*/ 18111 w 273705"/>
                <a:gd name="csY13" fmla="*/ 189801 h 260208"/>
                <a:gd name="csX14" fmla="*/ 23379 w 273705"/>
                <a:gd name="csY14" fmla="*/ 191217 h 260208"/>
                <a:gd name="csX15" fmla="*/ 42338 w 273705"/>
                <a:gd name="csY15" fmla="*/ 193852 h 260208"/>
                <a:gd name="csX16" fmla="*/ 54801 w 273705"/>
                <a:gd name="csY16" fmla="*/ 205031 h 260208"/>
                <a:gd name="csX17" fmla="*/ 53572 w 273705"/>
                <a:gd name="csY17" fmla="*/ 211902 h 260208"/>
                <a:gd name="csX18" fmla="*/ 58745 w 273705"/>
                <a:gd name="csY18" fmla="*/ 206739 h 260208"/>
                <a:gd name="csX19" fmla="*/ 62804 w 273705"/>
                <a:gd name="csY19" fmla="*/ 199640 h 260208"/>
                <a:gd name="csX20" fmla="*/ 78923 w 273705"/>
                <a:gd name="csY20" fmla="*/ 200342 h 260208"/>
                <a:gd name="csX21" fmla="*/ 84524 w 273705"/>
                <a:gd name="csY21" fmla="*/ 197871 h 260208"/>
                <a:gd name="csX22" fmla="*/ 91725 w 273705"/>
                <a:gd name="csY22" fmla="*/ 189946 h 260208"/>
                <a:gd name="csX23" fmla="*/ 100403 w 273705"/>
                <a:gd name="csY23" fmla="*/ 165765 h 260208"/>
                <a:gd name="csX24" fmla="*/ 96700 w 273705"/>
                <a:gd name="csY24" fmla="*/ 159218 h 260208"/>
                <a:gd name="csX25" fmla="*/ 94398 w 273705"/>
                <a:gd name="csY25" fmla="*/ 157998 h 260208"/>
                <a:gd name="csX26" fmla="*/ 90392 w 273705"/>
                <a:gd name="csY26" fmla="*/ 161840 h 260208"/>
                <a:gd name="csX27" fmla="*/ 87810 w 273705"/>
                <a:gd name="csY27" fmla="*/ 164145 h 260208"/>
                <a:gd name="csX28" fmla="*/ 100799 w 273705"/>
                <a:gd name="csY28" fmla="*/ 149016 h 260208"/>
                <a:gd name="csX29" fmla="*/ 118746 w 273705"/>
                <a:gd name="csY29" fmla="*/ 138331 h 260208"/>
                <a:gd name="csX30" fmla="*/ 133646 w 273705"/>
                <a:gd name="csY30" fmla="*/ 125809 h 260208"/>
                <a:gd name="csX31" fmla="*/ 149004 w 273705"/>
                <a:gd name="csY31" fmla="*/ 91807 h 260208"/>
                <a:gd name="csX32" fmla="*/ 157715 w 273705"/>
                <a:gd name="csY32" fmla="*/ 65895 h 260208"/>
                <a:gd name="csX33" fmla="*/ 163243 w 273705"/>
                <a:gd name="csY33" fmla="*/ 33397 h 260208"/>
                <a:gd name="csX34" fmla="*/ 165326 w 273705"/>
                <a:gd name="csY34" fmla="*/ 1486 h 260208"/>
                <a:gd name="csX35" fmla="*/ 167796 w 273705"/>
                <a:gd name="csY35" fmla="*/ 6032 h 260208"/>
                <a:gd name="csX36" fmla="*/ 180226 w 273705"/>
                <a:gd name="csY36" fmla="*/ 14421 h 260208"/>
                <a:gd name="csX37" fmla="*/ 195070 w 273705"/>
                <a:gd name="csY37" fmla="*/ 12027 h 260208"/>
                <a:gd name="csX38" fmla="*/ 227557 w 273705"/>
                <a:gd name="csY38" fmla="*/ 43889 h 260208"/>
                <a:gd name="csX39" fmla="*/ 257592 w 273705"/>
                <a:gd name="csY39" fmla="*/ 78146 h 260208"/>
                <a:gd name="csX40" fmla="*/ 261681 w 273705"/>
                <a:gd name="csY40" fmla="*/ 107593 h 260208"/>
                <a:gd name="csX41" fmla="*/ 273489 w 273705"/>
                <a:gd name="csY41" fmla="*/ 250266 h 260208"/>
                <a:gd name="csX42" fmla="*/ 218174 w 273705"/>
                <a:gd name="csY42" fmla="*/ 254247 h 260208"/>
                <a:gd name="csX43" fmla="*/ 150594 w 273705"/>
                <a:gd name="csY43" fmla="*/ 258722 h 260208"/>
                <a:gd name="csX44" fmla="*/ 137226 w 273705"/>
                <a:gd name="csY44" fmla="*/ 260208 h 260208"/>
                <a:gd name="csX45" fmla="*/ 136396 w 273705"/>
                <a:gd name="csY45" fmla="*/ 251544 h 2602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Lst>
              <a:rect l="l" t="t" r="r" b="b"/>
              <a:pathLst>
                <a:path w="273705" h="260208">
                  <a:moveTo>
                    <a:pt x="136396" y="251544"/>
                  </a:moveTo>
                  <a:cubicBezTo>
                    <a:pt x="135615" y="243380"/>
                    <a:pt x="134897" y="242794"/>
                    <a:pt x="123951" y="241399"/>
                  </a:cubicBezTo>
                  <a:cubicBezTo>
                    <a:pt x="117562" y="240584"/>
                    <a:pt x="106864" y="237181"/>
                    <a:pt x="100178" y="233837"/>
                  </a:cubicBezTo>
                  <a:cubicBezTo>
                    <a:pt x="89763" y="228627"/>
                    <a:pt x="87046" y="228201"/>
                    <a:pt x="81199" y="230865"/>
                  </a:cubicBezTo>
                  <a:cubicBezTo>
                    <a:pt x="75659" y="233390"/>
                    <a:pt x="74677" y="235176"/>
                    <a:pt x="75979" y="240363"/>
                  </a:cubicBezTo>
                  <a:cubicBezTo>
                    <a:pt x="77472" y="246311"/>
                    <a:pt x="76914" y="246752"/>
                    <a:pt x="67894" y="246752"/>
                  </a:cubicBezTo>
                  <a:cubicBezTo>
                    <a:pt x="55809" y="246752"/>
                    <a:pt x="31822" y="234563"/>
                    <a:pt x="29911" y="227450"/>
                  </a:cubicBezTo>
                  <a:cubicBezTo>
                    <a:pt x="29139" y="224578"/>
                    <a:pt x="28492" y="218104"/>
                    <a:pt x="28472" y="213064"/>
                  </a:cubicBezTo>
                  <a:cubicBezTo>
                    <a:pt x="28427" y="201349"/>
                    <a:pt x="24633" y="197704"/>
                    <a:pt x="12481" y="197704"/>
                  </a:cubicBezTo>
                  <a:cubicBezTo>
                    <a:pt x="4225" y="197704"/>
                    <a:pt x="2471" y="196710"/>
                    <a:pt x="1103" y="191257"/>
                  </a:cubicBezTo>
                  <a:cubicBezTo>
                    <a:pt x="-2114" y="178441"/>
                    <a:pt x="578" y="176853"/>
                    <a:pt x="24560" y="177413"/>
                  </a:cubicBezTo>
                  <a:cubicBezTo>
                    <a:pt x="38820" y="177746"/>
                    <a:pt x="47574" y="179100"/>
                    <a:pt x="49357" y="181249"/>
                  </a:cubicBezTo>
                  <a:cubicBezTo>
                    <a:pt x="54736" y="187730"/>
                    <a:pt x="49187" y="190228"/>
                    <a:pt x="33383" y="188440"/>
                  </a:cubicBezTo>
                  <a:cubicBezTo>
                    <a:pt x="22288" y="187184"/>
                    <a:pt x="18111" y="187556"/>
                    <a:pt x="18111" y="189801"/>
                  </a:cubicBezTo>
                  <a:cubicBezTo>
                    <a:pt x="18111" y="191735"/>
                    <a:pt x="20080" y="192265"/>
                    <a:pt x="23379" y="191217"/>
                  </a:cubicBezTo>
                  <a:cubicBezTo>
                    <a:pt x="26276" y="190298"/>
                    <a:pt x="34808" y="191483"/>
                    <a:pt x="42338" y="193852"/>
                  </a:cubicBezTo>
                  <a:cubicBezTo>
                    <a:pt x="54989" y="197831"/>
                    <a:pt x="55937" y="198681"/>
                    <a:pt x="54801" y="205031"/>
                  </a:cubicBezTo>
                  <a:lnTo>
                    <a:pt x="53572" y="211902"/>
                  </a:lnTo>
                  <a:lnTo>
                    <a:pt x="58745" y="206739"/>
                  </a:lnTo>
                  <a:cubicBezTo>
                    <a:pt x="61590" y="203900"/>
                    <a:pt x="63416" y="200705"/>
                    <a:pt x="62804" y="199640"/>
                  </a:cubicBezTo>
                  <a:cubicBezTo>
                    <a:pt x="61196" y="196843"/>
                    <a:pt x="70823" y="197262"/>
                    <a:pt x="78923" y="200342"/>
                  </a:cubicBezTo>
                  <a:cubicBezTo>
                    <a:pt x="85153" y="202711"/>
                    <a:pt x="85724" y="202459"/>
                    <a:pt x="84524" y="197871"/>
                  </a:cubicBezTo>
                  <a:cubicBezTo>
                    <a:pt x="83478" y="193868"/>
                    <a:pt x="85034" y="192154"/>
                    <a:pt x="91725" y="189946"/>
                  </a:cubicBezTo>
                  <a:cubicBezTo>
                    <a:pt x="104380" y="185769"/>
                    <a:pt x="109318" y="172009"/>
                    <a:pt x="100403" y="165765"/>
                  </a:cubicBezTo>
                  <a:cubicBezTo>
                    <a:pt x="97428" y="163681"/>
                    <a:pt x="95762" y="160736"/>
                    <a:pt x="96700" y="159218"/>
                  </a:cubicBezTo>
                  <a:cubicBezTo>
                    <a:pt x="97747" y="157525"/>
                    <a:pt x="96859" y="157053"/>
                    <a:pt x="94398" y="157998"/>
                  </a:cubicBezTo>
                  <a:cubicBezTo>
                    <a:pt x="92194" y="158843"/>
                    <a:pt x="90392" y="160572"/>
                    <a:pt x="90392" y="161840"/>
                  </a:cubicBezTo>
                  <a:cubicBezTo>
                    <a:pt x="90392" y="163108"/>
                    <a:pt x="89230" y="164145"/>
                    <a:pt x="87810" y="164145"/>
                  </a:cubicBezTo>
                  <a:cubicBezTo>
                    <a:pt x="81811" y="164145"/>
                    <a:pt x="86198" y="159036"/>
                    <a:pt x="100799" y="149016"/>
                  </a:cubicBezTo>
                  <a:cubicBezTo>
                    <a:pt x="109362" y="143139"/>
                    <a:pt x="117438" y="138331"/>
                    <a:pt x="118746" y="138331"/>
                  </a:cubicBezTo>
                  <a:cubicBezTo>
                    <a:pt x="120053" y="138331"/>
                    <a:pt x="126758" y="132696"/>
                    <a:pt x="133646" y="125809"/>
                  </a:cubicBezTo>
                  <a:cubicBezTo>
                    <a:pt x="145786" y="113669"/>
                    <a:pt x="146254" y="112631"/>
                    <a:pt x="149004" y="91807"/>
                  </a:cubicBezTo>
                  <a:cubicBezTo>
                    <a:pt x="151298" y="74430"/>
                    <a:pt x="152962" y="69481"/>
                    <a:pt x="157715" y="65895"/>
                  </a:cubicBezTo>
                  <a:cubicBezTo>
                    <a:pt x="163239" y="61729"/>
                    <a:pt x="163570" y="59784"/>
                    <a:pt x="163243" y="33397"/>
                  </a:cubicBezTo>
                  <a:cubicBezTo>
                    <a:pt x="163052" y="17960"/>
                    <a:pt x="163989" y="3600"/>
                    <a:pt x="165326" y="1486"/>
                  </a:cubicBezTo>
                  <a:cubicBezTo>
                    <a:pt x="167138" y="-1380"/>
                    <a:pt x="167766" y="-224"/>
                    <a:pt x="167796" y="6032"/>
                  </a:cubicBezTo>
                  <a:cubicBezTo>
                    <a:pt x="167835" y="14326"/>
                    <a:pt x="167976" y="14421"/>
                    <a:pt x="180226" y="14421"/>
                  </a:cubicBezTo>
                  <a:cubicBezTo>
                    <a:pt x="187041" y="14421"/>
                    <a:pt x="193721" y="13344"/>
                    <a:pt x="195070" y="12027"/>
                  </a:cubicBezTo>
                  <a:cubicBezTo>
                    <a:pt x="196598" y="10534"/>
                    <a:pt x="208840" y="22541"/>
                    <a:pt x="227557" y="43889"/>
                  </a:cubicBezTo>
                  <a:lnTo>
                    <a:pt x="257592" y="78146"/>
                  </a:lnTo>
                  <a:lnTo>
                    <a:pt x="261681" y="107593"/>
                  </a:lnTo>
                  <a:cubicBezTo>
                    <a:pt x="266251" y="140497"/>
                    <a:pt x="275208" y="248724"/>
                    <a:pt x="273489" y="250266"/>
                  </a:cubicBezTo>
                  <a:cubicBezTo>
                    <a:pt x="272881" y="250811"/>
                    <a:pt x="247989" y="252602"/>
                    <a:pt x="218174" y="254247"/>
                  </a:cubicBezTo>
                  <a:cubicBezTo>
                    <a:pt x="188358" y="255891"/>
                    <a:pt x="157947" y="257905"/>
                    <a:pt x="150594" y="258722"/>
                  </a:cubicBezTo>
                  <a:lnTo>
                    <a:pt x="137226" y="260208"/>
                  </a:lnTo>
                  <a:lnTo>
                    <a:pt x="136396" y="251544"/>
                  </a:lnTo>
                  <a:close/>
                </a:path>
              </a:pathLst>
            </a:custGeom>
            <a:solidFill>
              <a:srgbClr val="B9B9B9"/>
            </a:solidFill>
            <a:ln w="5163" cap="flat">
              <a:noFill/>
              <a:prstDash val="solid"/>
              <a:miter/>
            </a:ln>
          </p:spPr>
          <p:txBody>
            <a:bodyPr/>
            <a:lstStyle/>
            <a:p>
              <a:endParaRPr lang="es-419" noProof="0" dirty="0"/>
            </a:p>
          </p:txBody>
        </p:sp>
        <p:sp>
          <p:nvSpPr>
            <p:cNvPr id="70" name="Forma libre: forma 69">
              <a:extLst>
                <a:ext uri="{FF2B5EF4-FFF2-40B4-BE49-F238E27FC236}">
                  <a16:creationId xmlns:a16="http://schemas.microsoft.com/office/drawing/2014/main" id="{E20572C9-D13A-AFCC-7602-548E4E1F8B53}"/>
                </a:ext>
              </a:extLst>
            </p:cNvPr>
            <p:cNvSpPr/>
            <p:nvPr/>
          </p:nvSpPr>
          <p:spPr>
            <a:xfrm>
              <a:off x="2221969" y="2379232"/>
              <a:ext cx="29491" cy="17638"/>
            </a:xfrm>
            <a:custGeom>
              <a:avLst/>
              <a:gdLst>
                <a:gd name="csX0" fmla="*/ 10326 w 29491"/>
                <a:gd name="csY0" fmla="*/ 11251 h 17638"/>
                <a:gd name="csX1" fmla="*/ 23663 w 29491"/>
                <a:gd name="csY1" fmla="*/ 4783 h 17638"/>
                <a:gd name="csX2" fmla="*/ 27977 w 29491"/>
                <a:gd name="csY2" fmla="*/ 1475 h 17638"/>
                <a:gd name="csX3" fmla="*/ 29483 w 29491"/>
                <a:gd name="csY3" fmla="*/ 1025 h 17638"/>
                <a:gd name="csX4" fmla="*/ 8425 w 29491"/>
                <a:gd name="csY4" fmla="*/ 16751 h 17638"/>
                <a:gd name="csX5" fmla="*/ 0 w 29491"/>
                <a:gd name="csY5" fmla="*/ 17639 h 17638"/>
                <a:gd name="csX6" fmla="*/ 10326 w 29491"/>
                <a:gd name="csY6" fmla="*/ 11251 h 17638"/>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9491" h="17638">
                  <a:moveTo>
                    <a:pt x="10326" y="11251"/>
                  </a:moveTo>
                  <a:cubicBezTo>
                    <a:pt x="16005" y="7738"/>
                    <a:pt x="22007" y="4827"/>
                    <a:pt x="23663" y="4783"/>
                  </a:cubicBezTo>
                  <a:cubicBezTo>
                    <a:pt x="25320" y="4738"/>
                    <a:pt x="27261" y="3250"/>
                    <a:pt x="27977" y="1475"/>
                  </a:cubicBezTo>
                  <a:cubicBezTo>
                    <a:pt x="28693" y="-299"/>
                    <a:pt x="29371" y="-502"/>
                    <a:pt x="29483" y="1025"/>
                  </a:cubicBezTo>
                  <a:cubicBezTo>
                    <a:pt x="29861" y="6183"/>
                    <a:pt x="16907" y="15857"/>
                    <a:pt x="8425" y="16751"/>
                  </a:cubicBezTo>
                  <a:lnTo>
                    <a:pt x="0" y="17639"/>
                  </a:lnTo>
                  <a:lnTo>
                    <a:pt x="10326" y="11251"/>
                  </a:lnTo>
                  <a:close/>
                </a:path>
              </a:pathLst>
            </a:custGeom>
            <a:solidFill>
              <a:srgbClr val="B9B9B9"/>
            </a:solidFill>
            <a:ln w="5163" cap="flat">
              <a:noFill/>
              <a:prstDash val="solid"/>
              <a:miter/>
            </a:ln>
          </p:spPr>
          <p:txBody>
            <a:bodyPr/>
            <a:lstStyle/>
            <a:p>
              <a:endParaRPr lang="es-419" noProof="0" dirty="0"/>
            </a:p>
          </p:txBody>
        </p:sp>
      </p:grpSp>
      <p:sp>
        <p:nvSpPr>
          <p:cNvPr id="71" name="Forma libre: forma 70">
            <a:extLst>
              <a:ext uri="{FF2B5EF4-FFF2-40B4-BE49-F238E27FC236}">
                <a16:creationId xmlns:a16="http://schemas.microsoft.com/office/drawing/2014/main" id="{4CCE65F0-359F-E674-8EE5-832C58244C66}"/>
              </a:ext>
            </a:extLst>
          </p:cNvPr>
          <p:cNvSpPr/>
          <p:nvPr/>
        </p:nvSpPr>
        <p:spPr>
          <a:xfrm>
            <a:off x="1574029" y="2346575"/>
            <a:ext cx="28491" cy="35790"/>
          </a:xfrm>
          <a:custGeom>
            <a:avLst/>
            <a:gdLst>
              <a:gd name="csX0" fmla="*/ 11768 w 28491"/>
              <a:gd name="csY0" fmla="*/ 34872 h 35790"/>
              <a:gd name="csX1" fmla="*/ 805 w 28491"/>
              <a:gd name="csY1" fmla="*/ 25413 h 35790"/>
              <a:gd name="csX2" fmla="*/ 7669 w 28491"/>
              <a:gd name="csY2" fmla="*/ 7571 h 35790"/>
              <a:gd name="csX3" fmla="*/ 18379 w 28491"/>
              <a:gd name="csY3" fmla="*/ 2738 h 35790"/>
              <a:gd name="csX4" fmla="*/ 23574 w 28491"/>
              <a:gd name="csY4" fmla="*/ 11696 h 35790"/>
              <a:gd name="csX5" fmla="*/ 28193 w 28491"/>
              <a:gd name="csY5" fmla="*/ 24987 h 35790"/>
              <a:gd name="csX6" fmla="*/ 11768 w 28491"/>
              <a:gd name="csY6" fmla="*/ 34872 h 35790"/>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8491" h="35790">
                <a:moveTo>
                  <a:pt x="11768" y="34872"/>
                </a:moveTo>
                <a:cubicBezTo>
                  <a:pt x="4464" y="33733"/>
                  <a:pt x="2519" y="32055"/>
                  <a:pt x="805" y="25413"/>
                </a:cubicBezTo>
                <a:cubicBezTo>
                  <a:pt x="-1017" y="18356"/>
                  <a:pt x="-153" y="16110"/>
                  <a:pt x="7669" y="7571"/>
                </a:cubicBezTo>
                <a:cubicBezTo>
                  <a:pt x="15700" y="-1197"/>
                  <a:pt x="16797" y="-1692"/>
                  <a:pt x="18379" y="2738"/>
                </a:cubicBezTo>
                <a:cubicBezTo>
                  <a:pt x="19348" y="5452"/>
                  <a:pt x="21686" y="9483"/>
                  <a:pt x="23574" y="11696"/>
                </a:cubicBezTo>
                <a:cubicBezTo>
                  <a:pt x="25461" y="13908"/>
                  <a:pt x="27540" y="19890"/>
                  <a:pt x="28193" y="24987"/>
                </a:cubicBezTo>
                <a:cubicBezTo>
                  <a:pt x="29539" y="35505"/>
                  <a:pt x="26717" y="37203"/>
                  <a:pt x="11768" y="34872"/>
                </a:cubicBezTo>
                <a:close/>
              </a:path>
            </a:pathLst>
          </a:custGeom>
          <a:solidFill>
            <a:srgbClr val="CCCCCC"/>
          </a:solidFill>
          <a:ln w="5163" cap="flat">
            <a:noFill/>
            <a:prstDash val="solid"/>
            <a:miter/>
          </a:ln>
        </p:spPr>
        <p:txBody>
          <a:bodyPr/>
          <a:lstStyle/>
          <a:p>
            <a:endParaRPr lang="es-419" noProof="0" dirty="0"/>
          </a:p>
        </p:txBody>
      </p:sp>
      <p:sp>
        <p:nvSpPr>
          <p:cNvPr id="72" name="Forma libre: forma 71">
            <a:extLst>
              <a:ext uri="{FF2B5EF4-FFF2-40B4-BE49-F238E27FC236}">
                <a16:creationId xmlns:a16="http://schemas.microsoft.com/office/drawing/2014/main" id="{754C73B1-53BB-BAC6-B125-EF982D5587C7}"/>
              </a:ext>
            </a:extLst>
          </p:cNvPr>
          <p:cNvSpPr/>
          <p:nvPr/>
        </p:nvSpPr>
        <p:spPr>
          <a:xfrm>
            <a:off x="1629800" y="2326596"/>
            <a:ext cx="82332" cy="45198"/>
          </a:xfrm>
          <a:custGeom>
            <a:avLst/>
            <a:gdLst>
              <a:gd name="csX0" fmla="*/ 35828 w 82332"/>
              <a:gd name="csY0" fmla="*/ 43172 h 45198"/>
              <a:gd name="csX1" fmla="*/ 20861 w 82332"/>
              <a:gd name="csY1" fmla="*/ 27939 h 45198"/>
              <a:gd name="csX2" fmla="*/ 6710 w 82332"/>
              <a:gd name="csY2" fmla="*/ 16733 h 45198"/>
              <a:gd name="csX3" fmla="*/ 200 w 82332"/>
              <a:gd name="csY3" fmla="*/ 11518 h 45198"/>
              <a:gd name="csX4" fmla="*/ 11960 w 82332"/>
              <a:gd name="csY4" fmla="*/ 5709 h 45198"/>
              <a:gd name="csX5" fmla="*/ 29437 w 82332"/>
              <a:gd name="csY5" fmla="*/ 2139 h 45198"/>
              <a:gd name="csX6" fmla="*/ 38320 w 82332"/>
              <a:gd name="csY6" fmla="*/ 692 h 45198"/>
              <a:gd name="csX7" fmla="*/ 49592 w 82332"/>
              <a:gd name="csY7" fmla="*/ 4355 h 45198"/>
              <a:gd name="csX8" fmla="*/ 61209 w 82332"/>
              <a:gd name="csY8" fmla="*/ 13550 h 45198"/>
              <a:gd name="csX9" fmla="*/ 68838 w 82332"/>
              <a:gd name="csY9" fmla="*/ 19970 h 45198"/>
              <a:gd name="csX10" fmla="*/ 82332 w 82332"/>
              <a:gd name="csY10" fmla="*/ 30233 h 45198"/>
              <a:gd name="csX11" fmla="*/ 75901 w 82332"/>
              <a:gd name="csY11" fmla="*/ 31524 h 45198"/>
              <a:gd name="csX12" fmla="*/ 66358 w 82332"/>
              <a:gd name="csY12" fmla="*/ 36506 h 45198"/>
              <a:gd name="csX13" fmla="*/ 58348 w 82332"/>
              <a:gd name="csY13" fmla="*/ 38866 h 45198"/>
              <a:gd name="csX14" fmla="*/ 47885 w 82332"/>
              <a:gd name="csY14" fmla="*/ 41425 h 45198"/>
              <a:gd name="csX15" fmla="*/ 35828 w 82332"/>
              <a:gd name="csY15" fmla="*/ 43172 h 4519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82332" h="45198">
                <a:moveTo>
                  <a:pt x="35828" y="43172"/>
                </a:moveTo>
                <a:cubicBezTo>
                  <a:pt x="32257" y="41284"/>
                  <a:pt x="25522" y="34429"/>
                  <a:pt x="20861" y="27939"/>
                </a:cubicBezTo>
                <a:cubicBezTo>
                  <a:pt x="14698" y="19357"/>
                  <a:pt x="10840" y="16301"/>
                  <a:pt x="6710" y="16733"/>
                </a:cubicBezTo>
                <a:cubicBezTo>
                  <a:pt x="2564" y="17166"/>
                  <a:pt x="809" y="15760"/>
                  <a:pt x="200" y="11518"/>
                </a:cubicBezTo>
                <a:cubicBezTo>
                  <a:pt x="-566" y="6174"/>
                  <a:pt x="375" y="5709"/>
                  <a:pt x="11960" y="5709"/>
                </a:cubicBezTo>
                <a:cubicBezTo>
                  <a:pt x="18887" y="5709"/>
                  <a:pt x="26751" y="4102"/>
                  <a:pt x="29437" y="2139"/>
                </a:cubicBezTo>
                <a:cubicBezTo>
                  <a:pt x="32427" y="-48"/>
                  <a:pt x="35871" y="-609"/>
                  <a:pt x="38320" y="692"/>
                </a:cubicBezTo>
                <a:cubicBezTo>
                  <a:pt x="40520" y="1860"/>
                  <a:pt x="45592" y="3509"/>
                  <a:pt x="49592" y="4355"/>
                </a:cubicBezTo>
                <a:cubicBezTo>
                  <a:pt x="53972" y="5282"/>
                  <a:pt x="58593" y="8940"/>
                  <a:pt x="61209" y="13550"/>
                </a:cubicBezTo>
                <a:cubicBezTo>
                  <a:pt x="63598" y="17761"/>
                  <a:pt x="67032" y="20650"/>
                  <a:pt x="68838" y="19970"/>
                </a:cubicBezTo>
                <a:cubicBezTo>
                  <a:pt x="71755" y="18872"/>
                  <a:pt x="82332" y="26917"/>
                  <a:pt x="82332" y="30233"/>
                </a:cubicBezTo>
                <a:cubicBezTo>
                  <a:pt x="82332" y="30943"/>
                  <a:pt x="79438" y="31524"/>
                  <a:pt x="75901" y="31524"/>
                </a:cubicBezTo>
                <a:cubicBezTo>
                  <a:pt x="72343" y="31524"/>
                  <a:pt x="68079" y="33750"/>
                  <a:pt x="66358" y="36506"/>
                </a:cubicBezTo>
                <a:cubicBezTo>
                  <a:pt x="63915" y="40418"/>
                  <a:pt x="62194" y="40925"/>
                  <a:pt x="58348" y="38866"/>
                </a:cubicBezTo>
                <a:cubicBezTo>
                  <a:pt x="54563" y="36841"/>
                  <a:pt x="52184" y="37422"/>
                  <a:pt x="47885" y="41425"/>
                </a:cubicBezTo>
                <a:cubicBezTo>
                  <a:pt x="42972" y="45999"/>
                  <a:pt x="41560" y="46204"/>
                  <a:pt x="35828" y="43172"/>
                </a:cubicBezTo>
                <a:close/>
              </a:path>
            </a:pathLst>
          </a:custGeom>
          <a:solidFill>
            <a:srgbClr val="B9B9B9"/>
          </a:solidFill>
          <a:ln w="5163" cap="flat">
            <a:noFill/>
            <a:prstDash val="solid"/>
            <a:miter/>
          </a:ln>
        </p:spPr>
        <p:txBody>
          <a:bodyPr/>
          <a:lstStyle/>
          <a:p>
            <a:endParaRPr lang="es-419" noProof="0" dirty="0"/>
          </a:p>
        </p:txBody>
      </p:sp>
      <p:sp>
        <p:nvSpPr>
          <p:cNvPr id="73" name="Forma libre: forma 72">
            <a:extLst>
              <a:ext uri="{FF2B5EF4-FFF2-40B4-BE49-F238E27FC236}">
                <a16:creationId xmlns:a16="http://schemas.microsoft.com/office/drawing/2014/main" id="{592A81AE-EA46-D811-ADFF-3BCE54817D25}"/>
              </a:ext>
            </a:extLst>
          </p:cNvPr>
          <p:cNvSpPr/>
          <p:nvPr/>
        </p:nvSpPr>
        <p:spPr>
          <a:xfrm>
            <a:off x="1522864" y="2163021"/>
            <a:ext cx="166771" cy="166600"/>
          </a:xfrm>
          <a:custGeom>
            <a:avLst/>
            <a:gdLst>
              <a:gd name="csX0" fmla="*/ 112825 w 166771"/>
              <a:gd name="csY0" fmla="*/ 162186 h 166600"/>
              <a:gd name="csX1" fmla="*/ 93810 w 166771"/>
              <a:gd name="csY1" fmla="*/ 146052 h 166600"/>
              <a:gd name="csX2" fmla="*/ 80847 w 166771"/>
              <a:gd name="csY2" fmla="*/ 139517 h 166600"/>
              <a:gd name="csX3" fmla="*/ 77061 w 166771"/>
              <a:gd name="csY3" fmla="*/ 131529 h 166600"/>
              <a:gd name="csX4" fmla="*/ 56324 w 166771"/>
              <a:gd name="csY4" fmla="*/ 140503 h 166600"/>
              <a:gd name="csX5" fmla="*/ 40835 w 166771"/>
              <a:gd name="csY5" fmla="*/ 134435 h 166600"/>
              <a:gd name="csX6" fmla="*/ 25839 w 166771"/>
              <a:gd name="csY6" fmla="*/ 117575 h 166600"/>
              <a:gd name="csX7" fmla="*/ 603 w 166771"/>
              <a:gd name="csY7" fmla="*/ 103594 h 166600"/>
              <a:gd name="csX8" fmla="*/ 3427 w 166771"/>
              <a:gd name="csY8" fmla="*/ 92334 h 166600"/>
              <a:gd name="csX9" fmla="*/ 16980 w 166771"/>
              <a:gd name="csY9" fmla="*/ 76064 h 166600"/>
              <a:gd name="csX10" fmla="*/ 29744 w 166771"/>
              <a:gd name="csY10" fmla="*/ 65065 h 166600"/>
              <a:gd name="csX11" fmla="*/ 36843 w 166771"/>
              <a:gd name="csY11" fmla="*/ 46479 h 166600"/>
              <a:gd name="csX12" fmla="*/ 44707 w 166771"/>
              <a:gd name="csY12" fmla="*/ 28415 h 166600"/>
              <a:gd name="csX13" fmla="*/ 49507 w 166771"/>
              <a:gd name="csY13" fmla="*/ 27678 h 166600"/>
              <a:gd name="csX14" fmla="*/ 60947 w 166771"/>
              <a:gd name="csY14" fmla="*/ 25763 h 166600"/>
              <a:gd name="csX15" fmla="*/ 70323 w 166771"/>
              <a:gd name="csY15" fmla="*/ 14969 h 166600"/>
              <a:gd name="csX16" fmla="*/ 78890 w 166771"/>
              <a:gd name="csY16" fmla="*/ 12726 h 166600"/>
              <a:gd name="csX17" fmla="*/ 98544 w 166771"/>
              <a:gd name="csY17" fmla="*/ 17873 h 166600"/>
              <a:gd name="csX18" fmla="*/ 112369 w 166771"/>
              <a:gd name="csY18" fmla="*/ 19382 h 166600"/>
              <a:gd name="csX19" fmla="*/ 111333 w 166771"/>
              <a:gd name="csY19" fmla="*/ 10510 h 166600"/>
              <a:gd name="csX20" fmla="*/ 113560 w 166771"/>
              <a:gd name="csY20" fmla="*/ 387 h 166600"/>
              <a:gd name="csX21" fmla="*/ 117960 w 166771"/>
              <a:gd name="csY21" fmla="*/ 7843 h 166600"/>
              <a:gd name="csX22" fmla="*/ 132949 w 166771"/>
              <a:gd name="csY22" fmla="*/ 23283 h 166600"/>
              <a:gd name="csX23" fmla="*/ 137639 w 166771"/>
              <a:gd name="csY23" fmla="*/ 24249 h 166600"/>
              <a:gd name="csX24" fmla="*/ 142971 w 166771"/>
              <a:gd name="csY24" fmla="*/ 28097 h 166600"/>
              <a:gd name="csX25" fmla="*/ 144280 w 166771"/>
              <a:gd name="csY25" fmla="*/ 37270 h 166600"/>
              <a:gd name="csX26" fmla="*/ 141806 w 166771"/>
              <a:gd name="csY26" fmla="*/ 49084 h 166600"/>
              <a:gd name="csX27" fmla="*/ 134976 w 166771"/>
              <a:gd name="csY27" fmla="*/ 50495 h 166600"/>
              <a:gd name="csX28" fmla="*/ 125814 w 166771"/>
              <a:gd name="csY28" fmla="*/ 54367 h 166600"/>
              <a:gd name="csX29" fmla="*/ 117982 w 166771"/>
              <a:gd name="csY29" fmla="*/ 60864 h 166600"/>
              <a:gd name="csX30" fmla="*/ 114406 w 166771"/>
              <a:gd name="csY30" fmla="*/ 64736 h 166600"/>
              <a:gd name="csX31" fmla="*/ 118081 w 166771"/>
              <a:gd name="csY31" fmla="*/ 68608 h 166600"/>
              <a:gd name="csX32" fmla="*/ 117880 w 166771"/>
              <a:gd name="csY32" fmla="*/ 76375 h 166600"/>
              <a:gd name="csX33" fmla="*/ 120902 w 166771"/>
              <a:gd name="csY33" fmla="*/ 101250 h 166600"/>
              <a:gd name="csX34" fmla="*/ 146578 w 166771"/>
              <a:gd name="csY34" fmla="*/ 85070 h 166600"/>
              <a:gd name="csX35" fmla="*/ 165866 w 166771"/>
              <a:gd name="csY35" fmla="*/ 78619 h 166600"/>
              <a:gd name="csX36" fmla="*/ 158858 w 166771"/>
              <a:gd name="csY36" fmla="*/ 93393 h 166600"/>
              <a:gd name="csX37" fmla="*/ 145606 w 166771"/>
              <a:gd name="csY37" fmla="*/ 103389 h 166600"/>
              <a:gd name="csX38" fmla="*/ 146405 w 166771"/>
              <a:gd name="csY38" fmla="*/ 113844 h 166600"/>
              <a:gd name="csX39" fmla="*/ 151373 w 166771"/>
              <a:gd name="csY39" fmla="*/ 126271 h 166600"/>
              <a:gd name="csX40" fmla="*/ 146320 w 166771"/>
              <a:gd name="csY40" fmla="*/ 138511 h 166600"/>
              <a:gd name="csX41" fmla="*/ 142802 w 166771"/>
              <a:gd name="csY41" fmla="*/ 150216 h 166600"/>
              <a:gd name="csX42" fmla="*/ 135305 w 166771"/>
              <a:gd name="csY42" fmla="*/ 162275 h 166600"/>
              <a:gd name="csX43" fmla="*/ 112825 w 166771"/>
              <a:gd name="csY43" fmla="*/ 162186 h 1666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66771" h="166600">
                <a:moveTo>
                  <a:pt x="112825" y="162186"/>
                </a:moveTo>
                <a:cubicBezTo>
                  <a:pt x="107924" y="146593"/>
                  <a:pt x="107287" y="146052"/>
                  <a:pt x="93810" y="146052"/>
                </a:cubicBezTo>
                <a:cubicBezTo>
                  <a:pt x="81661" y="146052"/>
                  <a:pt x="80847" y="145641"/>
                  <a:pt x="80847" y="139517"/>
                </a:cubicBezTo>
                <a:cubicBezTo>
                  <a:pt x="80847" y="135923"/>
                  <a:pt x="79143" y="132329"/>
                  <a:pt x="77061" y="131529"/>
                </a:cubicBezTo>
                <a:cubicBezTo>
                  <a:pt x="70944" y="129182"/>
                  <a:pt x="59116" y="134300"/>
                  <a:pt x="56324" y="140503"/>
                </a:cubicBezTo>
                <a:cubicBezTo>
                  <a:pt x="52116" y="149848"/>
                  <a:pt x="43882" y="146622"/>
                  <a:pt x="40835" y="134435"/>
                </a:cubicBezTo>
                <a:cubicBezTo>
                  <a:pt x="37208" y="119926"/>
                  <a:pt x="35198" y="117667"/>
                  <a:pt x="25839" y="117575"/>
                </a:cubicBezTo>
                <a:cubicBezTo>
                  <a:pt x="16487" y="117484"/>
                  <a:pt x="-3740" y="106278"/>
                  <a:pt x="603" y="103594"/>
                </a:cubicBezTo>
                <a:cubicBezTo>
                  <a:pt x="2143" y="102641"/>
                  <a:pt x="3414" y="97575"/>
                  <a:pt x="3427" y="92334"/>
                </a:cubicBezTo>
                <a:cubicBezTo>
                  <a:pt x="3448" y="83428"/>
                  <a:pt x="4333" y="82366"/>
                  <a:pt x="16980" y="76064"/>
                </a:cubicBezTo>
                <a:cubicBezTo>
                  <a:pt x="26201" y="71468"/>
                  <a:pt x="30266" y="67966"/>
                  <a:pt x="29744" y="65065"/>
                </a:cubicBezTo>
                <a:cubicBezTo>
                  <a:pt x="29324" y="62724"/>
                  <a:pt x="32518" y="54360"/>
                  <a:pt x="36843" y="46479"/>
                </a:cubicBezTo>
                <a:cubicBezTo>
                  <a:pt x="41168" y="38598"/>
                  <a:pt x="44707" y="30469"/>
                  <a:pt x="44707" y="28415"/>
                </a:cubicBezTo>
                <a:cubicBezTo>
                  <a:pt x="44707" y="25420"/>
                  <a:pt x="45659" y="25274"/>
                  <a:pt x="49507" y="27678"/>
                </a:cubicBezTo>
                <a:cubicBezTo>
                  <a:pt x="53370" y="30090"/>
                  <a:pt x="55603" y="29716"/>
                  <a:pt x="60947" y="25763"/>
                </a:cubicBezTo>
                <a:cubicBezTo>
                  <a:pt x="64599" y="23062"/>
                  <a:pt x="68819" y="18205"/>
                  <a:pt x="70323" y="14969"/>
                </a:cubicBezTo>
                <a:cubicBezTo>
                  <a:pt x="72821" y="9600"/>
                  <a:pt x="73567" y="9404"/>
                  <a:pt x="78890" y="12726"/>
                </a:cubicBezTo>
                <a:cubicBezTo>
                  <a:pt x="82096" y="14727"/>
                  <a:pt x="90941" y="17044"/>
                  <a:pt x="98544" y="17873"/>
                </a:cubicBezTo>
                <a:lnTo>
                  <a:pt x="112369" y="19382"/>
                </a:lnTo>
                <a:lnTo>
                  <a:pt x="111333" y="10510"/>
                </a:lnTo>
                <a:cubicBezTo>
                  <a:pt x="110680" y="4917"/>
                  <a:pt x="111503" y="1176"/>
                  <a:pt x="113560" y="387"/>
                </a:cubicBezTo>
                <a:cubicBezTo>
                  <a:pt x="117812" y="-1245"/>
                  <a:pt x="120015" y="2488"/>
                  <a:pt x="117960" y="7843"/>
                </a:cubicBezTo>
                <a:cubicBezTo>
                  <a:pt x="115692" y="13753"/>
                  <a:pt x="126829" y="25225"/>
                  <a:pt x="132949" y="23283"/>
                </a:cubicBezTo>
                <a:cubicBezTo>
                  <a:pt x="135529" y="22464"/>
                  <a:pt x="137639" y="22899"/>
                  <a:pt x="137639" y="24249"/>
                </a:cubicBezTo>
                <a:cubicBezTo>
                  <a:pt x="137639" y="25599"/>
                  <a:pt x="140039" y="27330"/>
                  <a:pt x="142971" y="28097"/>
                </a:cubicBezTo>
                <a:cubicBezTo>
                  <a:pt x="148037" y="29422"/>
                  <a:pt x="148102" y="29879"/>
                  <a:pt x="144280" y="37270"/>
                </a:cubicBezTo>
                <a:cubicBezTo>
                  <a:pt x="142067" y="41548"/>
                  <a:pt x="140954" y="46864"/>
                  <a:pt x="141806" y="49084"/>
                </a:cubicBezTo>
                <a:cubicBezTo>
                  <a:pt x="143608" y="53779"/>
                  <a:pt x="141808" y="54151"/>
                  <a:pt x="134976" y="50495"/>
                </a:cubicBezTo>
                <a:cubicBezTo>
                  <a:pt x="130992" y="48362"/>
                  <a:pt x="129272" y="49089"/>
                  <a:pt x="125814" y="54367"/>
                </a:cubicBezTo>
                <a:cubicBezTo>
                  <a:pt x="123473" y="57940"/>
                  <a:pt x="119948" y="60864"/>
                  <a:pt x="117982" y="60864"/>
                </a:cubicBezTo>
                <a:cubicBezTo>
                  <a:pt x="116015" y="60864"/>
                  <a:pt x="114406" y="62606"/>
                  <a:pt x="114406" y="64736"/>
                </a:cubicBezTo>
                <a:cubicBezTo>
                  <a:pt x="114406" y="66866"/>
                  <a:pt x="116060" y="68608"/>
                  <a:pt x="118081" y="68608"/>
                </a:cubicBezTo>
                <a:cubicBezTo>
                  <a:pt x="121214" y="68608"/>
                  <a:pt x="121185" y="69751"/>
                  <a:pt x="117880" y="76375"/>
                </a:cubicBezTo>
                <a:cubicBezTo>
                  <a:pt x="113557" y="85043"/>
                  <a:pt x="115262" y="99086"/>
                  <a:pt x="120902" y="101250"/>
                </a:cubicBezTo>
                <a:cubicBezTo>
                  <a:pt x="125974" y="103196"/>
                  <a:pt x="134577" y="97775"/>
                  <a:pt x="146578" y="85070"/>
                </a:cubicBezTo>
                <a:cubicBezTo>
                  <a:pt x="158352" y="72606"/>
                  <a:pt x="161996" y="71387"/>
                  <a:pt x="165866" y="78619"/>
                </a:cubicBezTo>
                <a:cubicBezTo>
                  <a:pt x="167980" y="82568"/>
                  <a:pt x="166683" y="85304"/>
                  <a:pt x="158858" y="93393"/>
                </a:cubicBezTo>
                <a:cubicBezTo>
                  <a:pt x="153577" y="98853"/>
                  <a:pt x="147613" y="103351"/>
                  <a:pt x="145606" y="103389"/>
                </a:cubicBezTo>
                <a:cubicBezTo>
                  <a:pt x="139218" y="103509"/>
                  <a:pt x="139670" y="109432"/>
                  <a:pt x="146405" y="113844"/>
                </a:cubicBezTo>
                <a:cubicBezTo>
                  <a:pt x="151813" y="117388"/>
                  <a:pt x="152650" y="119482"/>
                  <a:pt x="151373" y="126271"/>
                </a:cubicBezTo>
                <a:cubicBezTo>
                  <a:pt x="150529" y="130761"/>
                  <a:pt x="148255" y="136269"/>
                  <a:pt x="146320" y="138511"/>
                </a:cubicBezTo>
                <a:cubicBezTo>
                  <a:pt x="144385" y="140752"/>
                  <a:pt x="142802" y="146020"/>
                  <a:pt x="142802" y="150216"/>
                </a:cubicBezTo>
                <a:cubicBezTo>
                  <a:pt x="142802" y="155900"/>
                  <a:pt x="140890" y="158975"/>
                  <a:pt x="135305" y="162275"/>
                </a:cubicBezTo>
                <a:cubicBezTo>
                  <a:pt x="125481" y="168078"/>
                  <a:pt x="114663" y="168035"/>
                  <a:pt x="112825" y="162186"/>
                </a:cubicBezTo>
                <a:close/>
              </a:path>
            </a:pathLst>
          </a:custGeom>
          <a:solidFill>
            <a:srgbClr val="B9B9B9"/>
          </a:solidFill>
          <a:ln w="5163" cap="flat">
            <a:noFill/>
            <a:prstDash val="solid"/>
            <a:miter/>
          </a:ln>
        </p:spPr>
        <p:txBody>
          <a:bodyPr/>
          <a:lstStyle/>
          <a:p>
            <a:endParaRPr lang="es-419" noProof="0" dirty="0"/>
          </a:p>
        </p:txBody>
      </p:sp>
      <p:sp>
        <p:nvSpPr>
          <p:cNvPr id="74" name="Forma libre: forma 73">
            <a:extLst>
              <a:ext uri="{FF2B5EF4-FFF2-40B4-BE49-F238E27FC236}">
                <a16:creationId xmlns:a16="http://schemas.microsoft.com/office/drawing/2014/main" id="{113AF93B-A7A1-6B8F-846E-BB0991B0CF3F}"/>
              </a:ext>
            </a:extLst>
          </p:cNvPr>
          <p:cNvSpPr/>
          <p:nvPr/>
        </p:nvSpPr>
        <p:spPr>
          <a:xfrm>
            <a:off x="1152549" y="1816032"/>
            <a:ext cx="278306" cy="369963"/>
          </a:xfrm>
          <a:custGeom>
            <a:avLst/>
            <a:gdLst>
              <a:gd name="csX0" fmla="*/ 34904 w 278306"/>
              <a:gd name="csY0" fmla="*/ 369743 h 369963"/>
              <a:gd name="csX1" fmla="*/ 30386 w 278306"/>
              <a:gd name="csY1" fmla="*/ 366534 h 369963"/>
              <a:gd name="csX2" fmla="*/ 24882 w 278306"/>
              <a:gd name="csY2" fmla="*/ 362569 h 369963"/>
              <a:gd name="csX3" fmla="*/ 21927 w 278306"/>
              <a:gd name="csY3" fmla="*/ 359169 h 369963"/>
              <a:gd name="csX4" fmla="*/ 27578 w 278306"/>
              <a:gd name="csY4" fmla="*/ 347996 h 369963"/>
              <a:gd name="csX5" fmla="*/ 35410 w 278306"/>
              <a:gd name="csY5" fmla="*/ 332463 h 369963"/>
              <a:gd name="csX6" fmla="*/ 46301 w 278306"/>
              <a:gd name="csY6" fmla="*/ 305733 h 369963"/>
              <a:gd name="csX7" fmla="*/ 51274 w 278306"/>
              <a:gd name="csY7" fmla="*/ 305469 h 369963"/>
              <a:gd name="csX8" fmla="*/ 85602 w 278306"/>
              <a:gd name="csY8" fmla="*/ 259605 h 369963"/>
              <a:gd name="csX9" fmla="*/ 77041 w 278306"/>
              <a:gd name="csY9" fmla="*/ 247151 h 369963"/>
              <a:gd name="csX10" fmla="*/ 56201 w 278306"/>
              <a:gd name="csY10" fmla="*/ 259540 h 369963"/>
              <a:gd name="csX11" fmla="*/ 43804 w 278306"/>
              <a:gd name="csY11" fmla="*/ 271918 h 369963"/>
              <a:gd name="csX12" fmla="*/ 42369 w 278306"/>
              <a:gd name="csY12" fmla="*/ 249815 h 369963"/>
              <a:gd name="csX13" fmla="*/ 41724 w 278306"/>
              <a:gd name="csY13" fmla="*/ 231013 h 369963"/>
              <a:gd name="csX14" fmla="*/ 29106 w 278306"/>
              <a:gd name="csY14" fmla="*/ 240028 h 369963"/>
              <a:gd name="csX15" fmla="*/ 22444 w 278306"/>
              <a:gd name="csY15" fmla="*/ 254379 h 369963"/>
              <a:gd name="csX16" fmla="*/ 24802 w 278306"/>
              <a:gd name="csY16" fmla="*/ 241025 h 369963"/>
              <a:gd name="csX17" fmla="*/ 33753 w 278306"/>
              <a:gd name="csY17" fmla="*/ 223416 h 369963"/>
              <a:gd name="csX18" fmla="*/ 20060 w 278306"/>
              <a:gd name="csY18" fmla="*/ 211002 h 369963"/>
              <a:gd name="csX19" fmla="*/ 12798 w 278306"/>
              <a:gd name="csY19" fmla="*/ 218762 h 369963"/>
              <a:gd name="csX20" fmla="*/ 14913 w 278306"/>
              <a:gd name="csY20" fmla="*/ 227151 h 369963"/>
              <a:gd name="csX21" fmla="*/ 17013 w 278306"/>
              <a:gd name="csY21" fmla="*/ 232960 h 369963"/>
              <a:gd name="csX22" fmla="*/ 9735 w 278306"/>
              <a:gd name="csY22" fmla="*/ 237857 h 369963"/>
              <a:gd name="csX23" fmla="*/ 1293 w 278306"/>
              <a:gd name="csY23" fmla="*/ 233984 h 369963"/>
              <a:gd name="csX24" fmla="*/ 5050 w 278306"/>
              <a:gd name="csY24" fmla="*/ 166825 h 369963"/>
              <a:gd name="csX25" fmla="*/ 13098 w 278306"/>
              <a:gd name="csY25" fmla="*/ 148470 h 369963"/>
              <a:gd name="csX26" fmla="*/ 17479 w 278306"/>
              <a:gd name="csY26" fmla="*/ 142324 h 369963"/>
              <a:gd name="csX27" fmla="*/ 23957 w 278306"/>
              <a:gd name="csY27" fmla="*/ 139382 h 369963"/>
              <a:gd name="csX28" fmla="*/ 29365 w 278306"/>
              <a:gd name="csY28" fmla="*/ 127120 h 369963"/>
              <a:gd name="csX29" fmla="*/ 37749 w 278306"/>
              <a:gd name="csY29" fmla="*/ 97729 h 369963"/>
              <a:gd name="csX30" fmla="*/ 49507 w 278306"/>
              <a:gd name="csY30" fmla="*/ 88122 h 369963"/>
              <a:gd name="csX31" fmla="*/ 58774 w 278306"/>
              <a:gd name="csY31" fmla="*/ 77796 h 369963"/>
              <a:gd name="csX32" fmla="*/ 64863 w 278306"/>
              <a:gd name="csY32" fmla="*/ 68721 h 369963"/>
              <a:gd name="csX33" fmla="*/ 80119 w 278306"/>
              <a:gd name="csY33" fmla="*/ 65404 h 369963"/>
              <a:gd name="csX34" fmla="*/ 105248 w 278306"/>
              <a:gd name="csY34" fmla="*/ 69057 h 369963"/>
              <a:gd name="csX35" fmla="*/ 132354 w 278306"/>
              <a:gd name="csY35" fmla="*/ 69793 h 369963"/>
              <a:gd name="csX36" fmla="*/ 147842 w 278306"/>
              <a:gd name="csY36" fmla="*/ 68392 h 369963"/>
              <a:gd name="csX37" fmla="*/ 148600 w 278306"/>
              <a:gd name="csY37" fmla="*/ 51194 h 369963"/>
              <a:gd name="csX38" fmla="*/ 143045 w 278306"/>
              <a:gd name="csY38" fmla="*/ 18458 h 369963"/>
              <a:gd name="csX39" fmla="*/ 138200 w 278306"/>
              <a:gd name="csY39" fmla="*/ 1452 h 369963"/>
              <a:gd name="csX40" fmla="*/ 176238 w 278306"/>
              <a:gd name="csY40" fmla="*/ 4099 h 369963"/>
              <a:gd name="csX41" fmla="*/ 200117 w 278306"/>
              <a:gd name="csY41" fmla="*/ 11594 h 369963"/>
              <a:gd name="csX42" fmla="*/ 208506 w 278306"/>
              <a:gd name="csY42" fmla="*/ 17328 h 369963"/>
              <a:gd name="csX43" fmla="*/ 213126 w 278306"/>
              <a:gd name="csY43" fmla="*/ 22327 h 369963"/>
              <a:gd name="csX44" fmla="*/ 220224 w 278306"/>
              <a:gd name="csY44" fmla="*/ 29184 h 369963"/>
              <a:gd name="csX45" fmla="*/ 234966 w 278306"/>
              <a:gd name="csY45" fmla="*/ 33975 h 369963"/>
              <a:gd name="csX46" fmla="*/ 247228 w 278306"/>
              <a:gd name="csY46" fmla="*/ 35904 h 369963"/>
              <a:gd name="csX47" fmla="*/ 256714 w 278306"/>
              <a:gd name="csY47" fmla="*/ 49191 h 369963"/>
              <a:gd name="csX48" fmla="*/ 272203 w 278306"/>
              <a:gd name="csY48" fmla="*/ 58184 h 369963"/>
              <a:gd name="csX49" fmla="*/ 271714 w 278306"/>
              <a:gd name="csY49" fmla="*/ 67589 h 369963"/>
              <a:gd name="csX50" fmla="*/ 263105 w 278306"/>
              <a:gd name="csY50" fmla="*/ 78504 h 369963"/>
              <a:gd name="csX51" fmla="*/ 254303 w 278306"/>
              <a:gd name="csY51" fmla="*/ 85750 h 369963"/>
              <a:gd name="csX52" fmla="*/ 246105 w 278306"/>
              <a:gd name="csY52" fmla="*/ 101699 h 369963"/>
              <a:gd name="csX53" fmla="*/ 227494 w 278306"/>
              <a:gd name="csY53" fmla="*/ 130702 h 369963"/>
              <a:gd name="csX54" fmla="*/ 183924 w 278306"/>
              <a:gd name="csY54" fmla="*/ 160034 h 369963"/>
              <a:gd name="csX55" fmla="*/ 153537 w 278306"/>
              <a:gd name="csY55" fmla="*/ 173778 h 369963"/>
              <a:gd name="csX56" fmla="*/ 157053 w 278306"/>
              <a:gd name="csY56" fmla="*/ 181528 h 369963"/>
              <a:gd name="csX57" fmla="*/ 160436 w 278306"/>
              <a:gd name="csY57" fmla="*/ 193225 h 369963"/>
              <a:gd name="csX58" fmla="*/ 180263 w 278306"/>
              <a:gd name="csY58" fmla="*/ 225950 h 369963"/>
              <a:gd name="csX59" fmla="*/ 194663 w 278306"/>
              <a:gd name="csY59" fmla="*/ 239264 h 369963"/>
              <a:gd name="csX60" fmla="*/ 204770 w 278306"/>
              <a:gd name="csY60" fmla="*/ 247088 h 369963"/>
              <a:gd name="csX61" fmla="*/ 210897 w 278306"/>
              <a:gd name="csY61" fmla="*/ 244424 h 369963"/>
              <a:gd name="csX62" fmla="*/ 229158 w 278306"/>
              <a:gd name="csY62" fmla="*/ 228391 h 369963"/>
              <a:gd name="csX63" fmla="*/ 234321 w 278306"/>
              <a:gd name="csY63" fmla="*/ 228442 h 369963"/>
              <a:gd name="csX64" fmla="*/ 234966 w 278306"/>
              <a:gd name="csY64" fmla="*/ 250091 h 369963"/>
              <a:gd name="csX65" fmla="*/ 235014 w 278306"/>
              <a:gd name="csY65" fmla="*/ 261191 h 369963"/>
              <a:gd name="csX66" fmla="*/ 230353 w 278306"/>
              <a:gd name="csY66" fmla="*/ 300578 h 369963"/>
              <a:gd name="csX67" fmla="*/ 224337 w 278306"/>
              <a:gd name="csY67" fmla="*/ 308123 h 369963"/>
              <a:gd name="csX68" fmla="*/ 215823 w 278306"/>
              <a:gd name="csY68" fmla="*/ 299799 h 369963"/>
              <a:gd name="csX69" fmla="*/ 202099 w 278306"/>
              <a:gd name="csY69" fmla="*/ 292094 h 369963"/>
              <a:gd name="csX70" fmla="*/ 185246 w 278306"/>
              <a:gd name="csY70" fmla="*/ 278805 h 369963"/>
              <a:gd name="csX71" fmla="*/ 173928 w 278306"/>
              <a:gd name="csY71" fmla="*/ 260086 h 369963"/>
              <a:gd name="csX72" fmla="*/ 159486 w 278306"/>
              <a:gd name="csY72" fmla="*/ 251642 h 369963"/>
              <a:gd name="csX73" fmla="*/ 135920 w 278306"/>
              <a:gd name="csY73" fmla="*/ 263292 h 369963"/>
              <a:gd name="csX74" fmla="*/ 128496 w 278306"/>
              <a:gd name="csY74" fmla="*/ 268428 h 369963"/>
              <a:gd name="csX75" fmla="*/ 118324 w 278306"/>
              <a:gd name="csY75" fmla="*/ 277403 h 369963"/>
              <a:gd name="csX76" fmla="*/ 102749 w 278306"/>
              <a:gd name="csY76" fmla="*/ 302843 h 369963"/>
              <a:gd name="csX77" fmla="*/ 111986 w 278306"/>
              <a:gd name="csY77" fmla="*/ 325389 h 369963"/>
              <a:gd name="csX78" fmla="*/ 124791 w 278306"/>
              <a:gd name="csY78" fmla="*/ 345325 h 369963"/>
              <a:gd name="csX79" fmla="*/ 112525 w 278306"/>
              <a:gd name="csY79" fmla="*/ 358252 h 369963"/>
              <a:gd name="csX80" fmla="*/ 61364 w 278306"/>
              <a:gd name="csY80" fmla="*/ 367059 h 369963"/>
              <a:gd name="csX81" fmla="*/ 45875 w 278306"/>
              <a:gd name="csY81" fmla="*/ 368630 h 369963"/>
              <a:gd name="csX82" fmla="*/ 34904 w 278306"/>
              <a:gd name="csY82" fmla="*/ 369743 h 3699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Lst>
            <a:rect l="l" t="t" r="r" b="b"/>
            <a:pathLst>
              <a:path w="278306" h="369963">
                <a:moveTo>
                  <a:pt x="34904" y="369743"/>
                </a:moveTo>
                <a:cubicBezTo>
                  <a:pt x="32419" y="369198"/>
                  <a:pt x="30386" y="367754"/>
                  <a:pt x="30386" y="366534"/>
                </a:cubicBezTo>
                <a:cubicBezTo>
                  <a:pt x="30386" y="365314"/>
                  <a:pt x="27909" y="363530"/>
                  <a:pt x="24882" y="362569"/>
                </a:cubicBezTo>
                <a:cubicBezTo>
                  <a:pt x="21855" y="361609"/>
                  <a:pt x="20525" y="360078"/>
                  <a:pt x="21927" y="359169"/>
                </a:cubicBezTo>
                <a:cubicBezTo>
                  <a:pt x="23328" y="358259"/>
                  <a:pt x="25871" y="353231"/>
                  <a:pt x="27578" y="347996"/>
                </a:cubicBezTo>
                <a:cubicBezTo>
                  <a:pt x="29284" y="342760"/>
                  <a:pt x="32809" y="335771"/>
                  <a:pt x="35410" y="332463"/>
                </a:cubicBezTo>
                <a:cubicBezTo>
                  <a:pt x="41776" y="324371"/>
                  <a:pt x="48428" y="308044"/>
                  <a:pt x="46301" y="305733"/>
                </a:cubicBezTo>
                <a:cubicBezTo>
                  <a:pt x="45357" y="304708"/>
                  <a:pt x="47595" y="304589"/>
                  <a:pt x="51274" y="305469"/>
                </a:cubicBezTo>
                <a:cubicBezTo>
                  <a:pt x="65489" y="308870"/>
                  <a:pt x="84946" y="282874"/>
                  <a:pt x="85602" y="259605"/>
                </a:cubicBezTo>
                <a:cubicBezTo>
                  <a:pt x="85868" y="250143"/>
                  <a:pt x="85296" y="249310"/>
                  <a:pt x="77041" y="247151"/>
                </a:cubicBezTo>
                <a:cubicBezTo>
                  <a:pt x="64390" y="243842"/>
                  <a:pt x="56201" y="248710"/>
                  <a:pt x="56201" y="259540"/>
                </a:cubicBezTo>
                <a:cubicBezTo>
                  <a:pt x="56201" y="269382"/>
                  <a:pt x="51616" y="273960"/>
                  <a:pt x="43804" y="271918"/>
                </a:cubicBezTo>
                <a:cubicBezTo>
                  <a:pt x="37009" y="270141"/>
                  <a:pt x="36944" y="269149"/>
                  <a:pt x="42369" y="249815"/>
                </a:cubicBezTo>
                <a:cubicBezTo>
                  <a:pt x="46434" y="235327"/>
                  <a:pt x="46408" y="234559"/>
                  <a:pt x="41724" y="231013"/>
                </a:cubicBezTo>
                <a:cubicBezTo>
                  <a:pt x="34464" y="225517"/>
                  <a:pt x="33758" y="226021"/>
                  <a:pt x="29106" y="240028"/>
                </a:cubicBezTo>
                <a:cubicBezTo>
                  <a:pt x="26753" y="247111"/>
                  <a:pt x="23756" y="253568"/>
                  <a:pt x="22444" y="254379"/>
                </a:cubicBezTo>
                <a:cubicBezTo>
                  <a:pt x="19454" y="256227"/>
                  <a:pt x="19357" y="256781"/>
                  <a:pt x="24802" y="241025"/>
                </a:cubicBezTo>
                <a:cubicBezTo>
                  <a:pt x="27318" y="233748"/>
                  <a:pt x="31345" y="225823"/>
                  <a:pt x="33753" y="223416"/>
                </a:cubicBezTo>
                <a:cubicBezTo>
                  <a:pt x="41536" y="215633"/>
                  <a:pt x="38403" y="212792"/>
                  <a:pt x="20060" y="211002"/>
                </a:cubicBezTo>
                <a:cubicBezTo>
                  <a:pt x="14508" y="210460"/>
                  <a:pt x="13494" y="211544"/>
                  <a:pt x="12798" y="218762"/>
                </a:cubicBezTo>
                <a:cubicBezTo>
                  <a:pt x="12315" y="223766"/>
                  <a:pt x="13169" y="227151"/>
                  <a:pt x="14913" y="227151"/>
                </a:cubicBezTo>
                <a:cubicBezTo>
                  <a:pt x="16522" y="227151"/>
                  <a:pt x="17467" y="229765"/>
                  <a:pt x="17013" y="232960"/>
                </a:cubicBezTo>
                <a:cubicBezTo>
                  <a:pt x="16365" y="237521"/>
                  <a:pt x="14803" y="238572"/>
                  <a:pt x="9735" y="237857"/>
                </a:cubicBezTo>
                <a:cubicBezTo>
                  <a:pt x="6185" y="237355"/>
                  <a:pt x="2386" y="235613"/>
                  <a:pt x="1293" y="233984"/>
                </a:cubicBezTo>
                <a:cubicBezTo>
                  <a:pt x="-1682" y="229553"/>
                  <a:pt x="858" y="184145"/>
                  <a:pt x="5050" y="166825"/>
                </a:cubicBezTo>
                <a:cubicBezTo>
                  <a:pt x="7067" y="158491"/>
                  <a:pt x="10689" y="150232"/>
                  <a:pt x="13098" y="148470"/>
                </a:cubicBezTo>
                <a:cubicBezTo>
                  <a:pt x="15508" y="146708"/>
                  <a:pt x="17479" y="143943"/>
                  <a:pt x="17479" y="142324"/>
                </a:cubicBezTo>
                <a:cubicBezTo>
                  <a:pt x="17479" y="140706"/>
                  <a:pt x="20394" y="139382"/>
                  <a:pt x="23957" y="139382"/>
                </a:cubicBezTo>
                <a:cubicBezTo>
                  <a:pt x="30115" y="139382"/>
                  <a:pt x="30383" y="138776"/>
                  <a:pt x="29365" y="127120"/>
                </a:cubicBezTo>
                <a:cubicBezTo>
                  <a:pt x="27807" y="109281"/>
                  <a:pt x="29957" y="101744"/>
                  <a:pt x="37749" y="97729"/>
                </a:cubicBezTo>
                <a:cubicBezTo>
                  <a:pt x="41508" y="95792"/>
                  <a:pt x="46799" y="91468"/>
                  <a:pt x="49507" y="88122"/>
                </a:cubicBezTo>
                <a:cubicBezTo>
                  <a:pt x="52214" y="84775"/>
                  <a:pt x="56385" y="80128"/>
                  <a:pt x="58774" y="77796"/>
                </a:cubicBezTo>
                <a:cubicBezTo>
                  <a:pt x="61163" y="75463"/>
                  <a:pt x="63903" y="71380"/>
                  <a:pt x="64863" y="68721"/>
                </a:cubicBezTo>
                <a:cubicBezTo>
                  <a:pt x="66368" y="64550"/>
                  <a:pt x="68459" y="64095"/>
                  <a:pt x="80119" y="65404"/>
                </a:cubicBezTo>
                <a:cubicBezTo>
                  <a:pt x="87551" y="66238"/>
                  <a:pt x="98859" y="67882"/>
                  <a:pt x="105248" y="69057"/>
                </a:cubicBezTo>
                <a:cubicBezTo>
                  <a:pt x="111637" y="70233"/>
                  <a:pt x="123835" y="70564"/>
                  <a:pt x="132354" y="69793"/>
                </a:cubicBezTo>
                <a:lnTo>
                  <a:pt x="147842" y="68392"/>
                </a:lnTo>
                <a:lnTo>
                  <a:pt x="148600" y="51194"/>
                </a:lnTo>
                <a:cubicBezTo>
                  <a:pt x="149196" y="37679"/>
                  <a:pt x="148006" y="30668"/>
                  <a:pt x="143045" y="18458"/>
                </a:cubicBezTo>
                <a:cubicBezTo>
                  <a:pt x="139573" y="9912"/>
                  <a:pt x="137392" y="2259"/>
                  <a:pt x="138200" y="1452"/>
                </a:cubicBezTo>
                <a:cubicBezTo>
                  <a:pt x="141102" y="-1451"/>
                  <a:pt x="166125" y="290"/>
                  <a:pt x="176238" y="4099"/>
                </a:cubicBezTo>
                <a:cubicBezTo>
                  <a:pt x="189419" y="9062"/>
                  <a:pt x="190086" y="9272"/>
                  <a:pt x="200117" y="11594"/>
                </a:cubicBezTo>
                <a:cubicBezTo>
                  <a:pt x="204892" y="12700"/>
                  <a:pt x="208506" y="15170"/>
                  <a:pt x="208506" y="17328"/>
                </a:cubicBezTo>
                <a:cubicBezTo>
                  <a:pt x="208506" y="19413"/>
                  <a:pt x="210585" y="21662"/>
                  <a:pt x="213126" y="22327"/>
                </a:cubicBezTo>
                <a:cubicBezTo>
                  <a:pt x="215666" y="22991"/>
                  <a:pt x="218861" y="26077"/>
                  <a:pt x="220224" y="29184"/>
                </a:cubicBezTo>
                <a:cubicBezTo>
                  <a:pt x="222363" y="34057"/>
                  <a:pt x="224390" y="34715"/>
                  <a:pt x="234966" y="33975"/>
                </a:cubicBezTo>
                <a:cubicBezTo>
                  <a:pt x="242553" y="33444"/>
                  <a:pt x="247228" y="34179"/>
                  <a:pt x="247228" y="35904"/>
                </a:cubicBezTo>
                <a:cubicBezTo>
                  <a:pt x="247228" y="37437"/>
                  <a:pt x="251497" y="43416"/>
                  <a:pt x="256714" y="49191"/>
                </a:cubicBezTo>
                <a:cubicBezTo>
                  <a:pt x="264193" y="57469"/>
                  <a:pt x="267470" y="59372"/>
                  <a:pt x="272203" y="58184"/>
                </a:cubicBezTo>
                <a:cubicBezTo>
                  <a:pt x="280616" y="56072"/>
                  <a:pt x="280219" y="63714"/>
                  <a:pt x="271714" y="67589"/>
                </a:cubicBezTo>
                <a:cubicBezTo>
                  <a:pt x="267863" y="69343"/>
                  <a:pt x="264361" y="73784"/>
                  <a:pt x="263105" y="78504"/>
                </a:cubicBezTo>
                <a:cubicBezTo>
                  <a:pt x="261351" y="85098"/>
                  <a:pt x="259842" y="86340"/>
                  <a:pt x="254303" y="85750"/>
                </a:cubicBezTo>
                <a:cubicBezTo>
                  <a:pt x="246592" y="84928"/>
                  <a:pt x="243436" y="91067"/>
                  <a:pt x="246105" y="101699"/>
                </a:cubicBezTo>
                <a:cubicBezTo>
                  <a:pt x="247533" y="107389"/>
                  <a:pt x="244867" y="111544"/>
                  <a:pt x="227494" y="130702"/>
                </a:cubicBezTo>
                <a:cubicBezTo>
                  <a:pt x="207371" y="152893"/>
                  <a:pt x="196764" y="160034"/>
                  <a:pt x="183924" y="160034"/>
                </a:cubicBezTo>
                <a:cubicBezTo>
                  <a:pt x="175394" y="160034"/>
                  <a:pt x="155328" y="169109"/>
                  <a:pt x="153537" y="173778"/>
                </a:cubicBezTo>
                <a:cubicBezTo>
                  <a:pt x="152784" y="175740"/>
                  <a:pt x="154366" y="179227"/>
                  <a:pt x="157053" y="181528"/>
                </a:cubicBezTo>
                <a:cubicBezTo>
                  <a:pt x="160618" y="184580"/>
                  <a:pt x="161532" y="187741"/>
                  <a:pt x="160436" y="193225"/>
                </a:cubicBezTo>
                <a:cubicBezTo>
                  <a:pt x="158065" y="205081"/>
                  <a:pt x="165477" y="217314"/>
                  <a:pt x="180263" y="225950"/>
                </a:cubicBezTo>
                <a:cubicBezTo>
                  <a:pt x="187814" y="230360"/>
                  <a:pt x="193823" y="235916"/>
                  <a:pt x="194663" y="239264"/>
                </a:cubicBezTo>
                <a:cubicBezTo>
                  <a:pt x="196711" y="247420"/>
                  <a:pt x="202826" y="252154"/>
                  <a:pt x="204770" y="247088"/>
                </a:cubicBezTo>
                <a:cubicBezTo>
                  <a:pt x="205617" y="244882"/>
                  <a:pt x="208258" y="243734"/>
                  <a:pt x="210897" y="244424"/>
                </a:cubicBezTo>
                <a:cubicBezTo>
                  <a:pt x="216566" y="245906"/>
                  <a:pt x="229158" y="234851"/>
                  <a:pt x="229158" y="228391"/>
                </a:cubicBezTo>
                <a:cubicBezTo>
                  <a:pt x="229158" y="223967"/>
                  <a:pt x="229378" y="223969"/>
                  <a:pt x="234321" y="228442"/>
                </a:cubicBezTo>
                <a:cubicBezTo>
                  <a:pt x="240730" y="234242"/>
                  <a:pt x="241099" y="246636"/>
                  <a:pt x="234966" y="250091"/>
                </a:cubicBezTo>
                <a:cubicBezTo>
                  <a:pt x="230667" y="252513"/>
                  <a:pt x="230669" y="253050"/>
                  <a:pt x="235014" y="261191"/>
                </a:cubicBezTo>
                <a:cubicBezTo>
                  <a:pt x="240871" y="272165"/>
                  <a:pt x="238755" y="290041"/>
                  <a:pt x="230353" y="300578"/>
                </a:cubicBezTo>
                <a:lnTo>
                  <a:pt x="224337" y="308123"/>
                </a:lnTo>
                <a:lnTo>
                  <a:pt x="215823" y="299799"/>
                </a:lnTo>
                <a:cubicBezTo>
                  <a:pt x="210927" y="295013"/>
                  <a:pt x="205095" y="291738"/>
                  <a:pt x="202099" y="292094"/>
                </a:cubicBezTo>
                <a:cubicBezTo>
                  <a:pt x="194035" y="293052"/>
                  <a:pt x="185277" y="286146"/>
                  <a:pt x="185246" y="278805"/>
                </a:cubicBezTo>
                <a:cubicBezTo>
                  <a:pt x="185229" y="274767"/>
                  <a:pt x="180965" y="267715"/>
                  <a:pt x="173928" y="260086"/>
                </a:cubicBezTo>
                <a:cubicBezTo>
                  <a:pt x="164333" y="249682"/>
                  <a:pt x="162165" y="248415"/>
                  <a:pt x="159486" y="251642"/>
                </a:cubicBezTo>
                <a:cubicBezTo>
                  <a:pt x="155362" y="256612"/>
                  <a:pt x="141849" y="263292"/>
                  <a:pt x="135920" y="263292"/>
                </a:cubicBezTo>
                <a:cubicBezTo>
                  <a:pt x="133348" y="263292"/>
                  <a:pt x="130007" y="265603"/>
                  <a:pt x="128496" y="268428"/>
                </a:cubicBezTo>
                <a:cubicBezTo>
                  <a:pt x="126984" y="271253"/>
                  <a:pt x="122406" y="275292"/>
                  <a:pt x="118324" y="277403"/>
                </a:cubicBezTo>
                <a:cubicBezTo>
                  <a:pt x="105333" y="284120"/>
                  <a:pt x="102661" y="288486"/>
                  <a:pt x="102749" y="302843"/>
                </a:cubicBezTo>
                <a:cubicBezTo>
                  <a:pt x="102826" y="315405"/>
                  <a:pt x="106784" y="325066"/>
                  <a:pt x="111986" y="325389"/>
                </a:cubicBezTo>
                <a:cubicBezTo>
                  <a:pt x="116589" y="325676"/>
                  <a:pt x="126252" y="340721"/>
                  <a:pt x="124791" y="345325"/>
                </a:cubicBezTo>
                <a:cubicBezTo>
                  <a:pt x="123983" y="347870"/>
                  <a:pt x="118463" y="353688"/>
                  <a:pt x="112525" y="358252"/>
                </a:cubicBezTo>
                <a:cubicBezTo>
                  <a:pt x="101535" y="366699"/>
                  <a:pt x="89725" y="368732"/>
                  <a:pt x="61364" y="367059"/>
                </a:cubicBezTo>
                <a:cubicBezTo>
                  <a:pt x="56394" y="366766"/>
                  <a:pt x="49424" y="367473"/>
                  <a:pt x="45875" y="368630"/>
                </a:cubicBezTo>
                <a:cubicBezTo>
                  <a:pt x="42325" y="369787"/>
                  <a:pt x="37388" y="370288"/>
                  <a:pt x="34904" y="369743"/>
                </a:cubicBezTo>
                <a:close/>
              </a:path>
            </a:pathLst>
          </a:custGeom>
          <a:solidFill>
            <a:srgbClr val="B9B9B9"/>
          </a:solidFill>
          <a:ln w="5163" cap="flat">
            <a:noFill/>
            <a:prstDash val="solid"/>
            <a:miter/>
          </a:ln>
        </p:spPr>
        <p:txBody>
          <a:bodyPr/>
          <a:lstStyle/>
          <a:p>
            <a:endParaRPr lang="es-419" noProof="0" dirty="0"/>
          </a:p>
        </p:txBody>
      </p:sp>
      <p:grpSp>
        <p:nvGrpSpPr>
          <p:cNvPr id="75" name="Gráfico 39">
            <a:extLst>
              <a:ext uri="{FF2B5EF4-FFF2-40B4-BE49-F238E27FC236}">
                <a16:creationId xmlns:a16="http://schemas.microsoft.com/office/drawing/2014/main" id="{702A42F2-8184-C4F9-B0A0-BD4166655F97}"/>
              </a:ext>
            </a:extLst>
          </p:cNvPr>
          <p:cNvGrpSpPr/>
          <p:nvPr/>
        </p:nvGrpSpPr>
        <p:grpSpPr>
          <a:xfrm>
            <a:off x="1634957" y="2069316"/>
            <a:ext cx="438046" cy="474569"/>
            <a:chOff x="1634957" y="2069316"/>
            <a:chExt cx="438046" cy="474569"/>
          </a:xfrm>
        </p:grpSpPr>
        <p:sp>
          <p:nvSpPr>
            <p:cNvPr id="76" name="Forma libre: forma 75">
              <a:extLst>
                <a:ext uri="{FF2B5EF4-FFF2-40B4-BE49-F238E27FC236}">
                  <a16:creationId xmlns:a16="http://schemas.microsoft.com/office/drawing/2014/main" id="{5B8A2D38-1C4E-E99A-86F4-FC45ACA65FF8}"/>
                </a:ext>
              </a:extLst>
            </p:cNvPr>
            <p:cNvSpPr/>
            <p:nvPr/>
          </p:nvSpPr>
          <p:spPr>
            <a:xfrm>
              <a:off x="1634957" y="2069316"/>
              <a:ext cx="438046" cy="474569"/>
            </a:xfrm>
            <a:custGeom>
              <a:avLst/>
              <a:gdLst>
                <a:gd name="csX0" fmla="*/ 332739 w 438046"/>
                <a:gd name="csY0" fmla="*/ 469202 h 474569"/>
                <a:gd name="csX1" fmla="*/ 324349 w 438046"/>
                <a:gd name="csY1" fmla="*/ 460541 h 474569"/>
                <a:gd name="csX2" fmla="*/ 306954 w 438046"/>
                <a:gd name="csY2" fmla="*/ 447652 h 474569"/>
                <a:gd name="csX3" fmla="*/ 301522 w 438046"/>
                <a:gd name="csY3" fmla="*/ 436095 h 474569"/>
                <a:gd name="csX4" fmla="*/ 298287 w 438046"/>
                <a:gd name="csY4" fmla="*/ 425621 h 474569"/>
                <a:gd name="csX5" fmla="*/ 291436 w 438046"/>
                <a:gd name="csY5" fmla="*/ 429493 h 474569"/>
                <a:gd name="csX6" fmla="*/ 284162 w 438046"/>
                <a:gd name="csY6" fmla="*/ 433365 h 474569"/>
                <a:gd name="csX7" fmla="*/ 273181 w 438046"/>
                <a:gd name="csY7" fmla="*/ 439996 h 474569"/>
                <a:gd name="csX8" fmla="*/ 246542 w 438046"/>
                <a:gd name="csY8" fmla="*/ 415677 h 474569"/>
                <a:gd name="csX9" fmla="*/ 247543 w 438046"/>
                <a:gd name="csY9" fmla="*/ 398488 h 474569"/>
                <a:gd name="csX10" fmla="*/ 227242 w 438046"/>
                <a:gd name="csY10" fmla="*/ 385770 h 474569"/>
                <a:gd name="csX11" fmla="*/ 216574 w 438046"/>
                <a:gd name="csY11" fmla="*/ 384267 h 474569"/>
                <a:gd name="csX12" fmla="*/ 211411 w 438046"/>
                <a:gd name="csY12" fmla="*/ 381736 h 474569"/>
                <a:gd name="csX13" fmla="*/ 206248 w 438046"/>
                <a:gd name="csY13" fmla="*/ 377864 h 474569"/>
                <a:gd name="csX14" fmla="*/ 201085 w 438046"/>
                <a:gd name="csY14" fmla="*/ 368829 h 474569"/>
                <a:gd name="csX15" fmla="*/ 195840 w 438046"/>
                <a:gd name="csY15" fmla="*/ 360439 h 474569"/>
                <a:gd name="csX16" fmla="*/ 179383 w 438046"/>
                <a:gd name="csY16" fmla="*/ 344572 h 474569"/>
                <a:gd name="csX17" fmla="*/ 166056 w 438046"/>
                <a:gd name="csY17" fmla="*/ 347532 h 474569"/>
                <a:gd name="csX18" fmla="*/ 162127 w 438046"/>
                <a:gd name="csY18" fmla="*/ 363514 h 474569"/>
                <a:gd name="csX19" fmla="*/ 156676 w 438046"/>
                <a:gd name="csY19" fmla="*/ 372397 h 474569"/>
                <a:gd name="csX20" fmla="*/ 152333 w 438046"/>
                <a:gd name="csY20" fmla="*/ 366640 h 474569"/>
                <a:gd name="csX21" fmla="*/ 138487 w 438046"/>
                <a:gd name="csY21" fmla="*/ 364853 h 474569"/>
                <a:gd name="csX22" fmla="*/ 126312 w 438046"/>
                <a:gd name="csY22" fmla="*/ 363833 h 474569"/>
                <a:gd name="csX23" fmla="*/ 123641 w 438046"/>
                <a:gd name="csY23" fmla="*/ 355006 h 474569"/>
                <a:gd name="csX24" fmla="*/ 115723 w 438046"/>
                <a:gd name="csY24" fmla="*/ 349430 h 474569"/>
                <a:gd name="csX25" fmla="*/ 110493 w 438046"/>
                <a:gd name="csY25" fmla="*/ 333027 h 474569"/>
                <a:gd name="csX26" fmla="*/ 115897 w 438046"/>
                <a:gd name="csY26" fmla="*/ 317692 h 474569"/>
                <a:gd name="csX27" fmla="*/ 126868 w 438046"/>
                <a:gd name="csY27" fmla="*/ 306474 h 474569"/>
                <a:gd name="csX28" fmla="*/ 128005 w 438046"/>
                <a:gd name="csY28" fmla="*/ 290864 h 474569"/>
                <a:gd name="csX29" fmla="*/ 107467 w 438046"/>
                <a:gd name="csY29" fmla="*/ 276906 h 474569"/>
                <a:gd name="csX30" fmla="*/ 125531 w 438046"/>
                <a:gd name="csY30" fmla="*/ 228226 h 474569"/>
                <a:gd name="csX31" fmla="*/ 128516 w 438046"/>
                <a:gd name="csY31" fmla="*/ 218872 h 474569"/>
                <a:gd name="csX32" fmla="*/ 122054 w 438046"/>
                <a:gd name="csY32" fmla="*/ 216563 h 474569"/>
                <a:gd name="csX33" fmla="*/ 112602 w 438046"/>
                <a:gd name="csY33" fmla="*/ 211354 h 474569"/>
                <a:gd name="csX34" fmla="*/ 97827 w 438046"/>
                <a:gd name="csY34" fmla="*/ 212411 h 474569"/>
                <a:gd name="csX35" fmla="*/ 87566 w 438046"/>
                <a:gd name="csY35" fmla="*/ 216588 h 474569"/>
                <a:gd name="csX36" fmla="*/ 80430 w 438046"/>
                <a:gd name="csY36" fmla="*/ 211038 h 474569"/>
                <a:gd name="csX37" fmla="*/ 79784 w 438046"/>
                <a:gd name="csY37" fmla="*/ 198453 h 474569"/>
                <a:gd name="csX38" fmla="*/ 82015 w 438046"/>
                <a:gd name="csY38" fmla="*/ 188949 h 474569"/>
                <a:gd name="csX39" fmla="*/ 89966 w 438046"/>
                <a:gd name="csY39" fmla="*/ 185629 h 474569"/>
                <a:gd name="csX40" fmla="*/ 87641 w 438046"/>
                <a:gd name="csY40" fmla="*/ 169636 h 474569"/>
                <a:gd name="csX41" fmla="*/ 79292 w 438046"/>
                <a:gd name="csY41" fmla="*/ 156728 h 474569"/>
                <a:gd name="csX42" fmla="*/ 72462 w 438046"/>
                <a:gd name="csY42" fmla="*/ 148956 h 474569"/>
                <a:gd name="csX43" fmla="*/ 56524 w 438046"/>
                <a:gd name="csY43" fmla="*/ 163920 h 474569"/>
                <a:gd name="csX44" fmla="*/ 52658 w 438046"/>
                <a:gd name="csY44" fmla="*/ 164900 h 474569"/>
                <a:gd name="csX45" fmla="*/ 39697 w 438046"/>
                <a:gd name="csY45" fmla="*/ 168628 h 474569"/>
                <a:gd name="csX46" fmla="*/ 26748 w 438046"/>
                <a:gd name="csY46" fmla="*/ 181448 h 474569"/>
                <a:gd name="csX47" fmla="*/ 16403 w 438046"/>
                <a:gd name="csY47" fmla="*/ 190289 h 474569"/>
                <a:gd name="csX48" fmla="*/ 7343 w 438046"/>
                <a:gd name="csY48" fmla="*/ 186486 h 474569"/>
                <a:gd name="csX49" fmla="*/ 9965 w 438046"/>
                <a:gd name="csY49" fmla="*/ 170925 h 474569"/>
                <a:gd name="csX50" fmla="*/ 15158 w 438046"/>
                <a:gd name="csY50" fmla="*/ 162124 h 474569"/>
                <a:gd name="csX51" fmla="*/ 9381 w 438046"/>
                <a:gd name="csY51" fmla="*/ 159801 h 474569"/>
                <a:gd name="csX52" fmla="*/ 7807 w 438046"/>
                <a:gd name="csY52" fmla="*/ 157314 h 474569"/>
                <a:gd name="csX53" fmla="*/ 15681 w 438046"/>
                <a:gd name="csY53" fmla="*/ 151621 h 474569"/>
                <a:gd name="csX54" fmla="*/ 24691 w 438046"/>
                <a:gd name="csY54" fmla="*/ 148948 h 474569"/>
                <a:gd name="csX55" fmla="*/ 33291 w 438046"/>
                <a:gd name="csY55" fmla="*/ 142643 h 474569"/>
                <a:gd name="csX56" fmla="*/ 36252 w 438046"/>
                <a:gd name="csY56" fmla="*/ 130243 h 474569"/>
                <a:gd name="csX57" fmla="*/ 35959 w 438046"/>
                <a:gd name="csY57" fmla="*/ 119824 h 474569"/>
                <a:gd name="csX58" fmla="*/ 30417 w 438046"/>
                <a:gd name="csY58" fmla="*/ 117319 h 474569"/>
                <a:gd name="csX59" fmla="*/ 28128 w 438046"/>
                <a:gd name="csY59" fmla="*/ 114535 h 474569"/>
                <a:gd name="csX60" fmla="*/ 22780 w 438046"/>
                <a:gd name="csY60" fmla="*/ 112034 h 474569"/>
                <a:gd name="csX61" fmla="*/ 9335 w 438046"/>
                <a:gd name="csY61" fmla="*/ 100263 h 474569"/>
                <a:gd name="csX62" fmla="*/ 5316 w 438046"/>
                <a:gd name="csY62" fmla="*/ 85099 h 474569"/>
                <a:gd name="csX63" fmla="*/ 0 w 438046"/>
                <a:gd name="csY63" fmla="*/ 74899 h 474569"/>
                <a:gd name="csX64" fmla="*/ 5230 w 438046"/>
                <a:gd name="csY64" fmla="*/ 68250 h 474569"/>
                <a:gd name="csX65" fmla="*/ 8777 w 438046"/>
                <a:gd name="csY65" fmla="*/ 53938 h 474569"/>
                <a:gd name="csX66" fmla="*/ 11157 w 438046"/>
                <a:gd name="csY66" fmla="*/ 40474 h 474569"/>
                <a:gd name="csX67" fmla="*/ 15221 w 438046"/>
                <a:gd name="csY67" fmla="*/ 30361 h 474569"/>
                <a:gd name="csX68" fmla="*/ 19093 w 438046"/>
                <a:gd name="csY68" fmla="*/ 24563 h 474569"/>
                <a:gd name="csX69" fmla="*/ 13331 w 438046"/>
                <a:gd name="csY69" fmla="*/ 11391 h 474569"/>
                <a:gd name="csX70" fmla="*/ 15610 w 438046"/>
                <a:gd name="csY70" fmla="*/ 4739 h 474569"/>
                <a:gd name="csX71" fmla="*/ 24152 w 438046"/>
                <a:gd name="csY71" fmla="*/ 2431 h 474569"/>
                <a:gd name="csX72" fmla="*/ 42643 w 438046"/>
                <a:gd name="csY72" fmla="*/ 10008 h 474569"/>
                <a:gd name="csX73" fmla="*/ 58021 w 438046"/>
                <a:gd name="csY73" fmla="*/ 20333 h 474569"/>
                <a:gd name="csX74" fmla="*/ 76259 w 438046"/>
                <a:gd name="csY74" fmla="*/ 58909 h 474569"/>
                <a:gd name="csX75" fmla="*/ 87417 w 438046"/>
                <a:gd name="csY75" fmla="*/ 80908 h 474569"/>
                <a:gd name="csX76" fmla="*/ 99122 w 438046"/>
                <a:gd name="csY76" fmla="*/ 102996 h 474569"/>
                <a:gd name="csX77" fmla="*/ 103913 w 438046"/>
                <a:gd name="csY77" fmla="*/ 110684 h 474569"/>
                <a:gd name="csX78" fmla="*/ 102362 w 438046"/>
                <a:gd name="csY78" fmla="*/ 90033 h 474569"/>
                <a:gd name="csX79" fmla="*/ 92203 w 438046"/>
                <a:gd name="csY79" fmla="*/ 66799 h 474569"/>
                <a:gd name="csX80" fmla="*/ 83568 w 438046"/>
                <a:gd name="csY80" fmla="*/ 60346 h 474569"/>
                <a:gd name="csX81" fmla="*/ 86838 w 438046"/>
                <a:gd name="csY81" fmla="*/ 69381 h 474569"/>
                <a:gd name="csX82" fmla="*/ 85111 w 438046"/>
                <a:gd name="csY82" fmla="*/ 70354 h 474569"/>
                <a:gd name="csX83" fmla="*/ 81250 w 438046"/>
                <a:gd name="csY83" fmla="*/ 58738 h 474569"/>
                <a:gd name="csX84" fmla="*/ 73693 w 438046"/>
                <a:gd name="csY84" fmla="*/ 39979 h 474569"/>
                <a:gd name="csX85" fmla="*/ 66850 w 438046"/>
                <a:gd name="csY85" fmla="*/ 27201 h 474569"/>
                <a:gd name="csX86" fmla="*/ 80920 w 438046"/>
                <a:gd name="csY86" fmla="*/ 44489 h 474569"/>
                <a:gd name="csX87" fmla="*/ 99162 w 438046"/>
                <a:gd name="csY87" fmla="*/ 64586 h 474569"/>
                <a:gd name="csX88" fmla="*/ 107565 w 438046"/>
                <a:gd name="csY88" fmla="*/ 86419 h 474569"/>
                <a:gd name="csX89" fmla="*/ 116108 w 438046"/>
                <a:gd name="csY89" fmla="*/ 138203 h 474569"/>
                <a:gd name="csX90" fmla="*/ 121060 w 438046"/>
                <a:gd name="csY90" fmla="*/ 151411 h 474569"/>
                <a:gd name="csX91" fmla="*/ 135828 w 438046"/>
                <a:gd name="csY91" fmla="*/ 169580 h 474569"/>
                <a:gd name="csX92" fmla="*/ 173747 w 438046"/>
                <a:gd name="csY92" fmla="*/ 217637 h 474569"/>
                <a:gd name="csX93" fmla="*/ 186052 w 438046"/>
                <a:gd name="csY93" fmla="*/ 237240 h 474569"/>
                <a:gd name="csX94" fmla="*/ 192809 w 438046"/>
                <a:gd name="csY94" fmla="*/ 259193 h 474569"/>
                <a:gd name="csX95" fmla="*/ 202887 w 438046"/>
                <a:gd name="csY95" fmla="*/ 280570 h 474569"/>
                <a:gd name="csX96" fmla="*/ 215434 w 438046"/>
                <a:gd name="csY96" fmla="*/ 294429 h 474569"/>
                <a:gd name="csX97" fmla="*/ 223898 w 438046"/>
                <a:gd name="csY97" fmla="*/ 302869 h 474569"/>
                <a:gd name="csX98" fmla="*/ 231639 w 438046"/>
                <a:gd name="csY98" fmla="*/ 310848 h 474569"/>
                <a:gd name="csX99" fmla="*/ 241066 w 438046"/>
                <a:gd name="csY99" fmla="*/ 319770 h 474569"/>
                <a:gd name="csX100" fmla="*/ 242388 w 438046"/>
                <a:gd name="csY100" fmla="*/ 323654 h 474569"/>
                <a:gd name="csX101" fmla="*/ 237225 w 438046"/>
                <a:gd name="csY101" fmla="*/ 324770 h 474569"/>
                <a:gd name="csX102" fmla="*/ 239807 w 438046"/>
                <a:gd name="csY102" fmla="*/ 327526 h 474569"/>
                <a:gd name="csX103" fmla="*/ 241743 w 438046"/>
                <a:gd name="csY103" fmla="*/ 330724 h 474569"/>
                <a:gd name="csX104" fmla="*/ 248333 w 438046"/>
                <a:gd name="csY104" fmla="*/ 333103 h 474569"/>
                <a:gd name="csX105" fmla="*/ 259724 w 438046"/>
                <a:gd name="csY105" fmla="*/ 335713 h 474569"/>
                <a:gd name="csX106" fmla="*/ 262612 w 438046"/>
                <a:gd name="csY106" fmla="*/ 335270 h 474569"/>
                <a:gd name="csX107" fmla="*/ 255739 w 438046"/>
                <a:gd name="csY107" fmla="*/ 330573 h 474569"/>
                <a:gd name="csX108" fmla="*/ 250133 w 438046"/>
                <a:gd name="csY108" fmla="*/ 327461 h 474569"/>
                <a:gd name="csX109" fmla="*/ 260301 w 438046"/>
                <a:gd name="csY109" fmla="*/ 328761 h 474569"/>
                <a:gd name="csX110" fmla="*/ 284960 w 438046"/>
                <a:gd name="csY110" fmla="*/ 330853 h 474569"/>
                <a:gd name="csX111" fmla="*/ 308115 w 438046"/>
                <a:gd name="csY111" fmla="*/ 337754 h 474569"/>
                <a:gd name="csX112" fmla="*/ 325378 w 438046"/>
                <a:gd name="csY112" fmla="*/ 347910 h 474569"/>
                <a:gd name="csX113" fmla="*/ 336932 w 438046"/>
                <a:gd name="csY113" fmla="*/ 355594 h 474569"/>
                <a:gd name="csX114" fmla="*/ 342564 w 438046"/>
                <a:gd name="csY114" fmla="*/ 364198 h 474569"/>
                <a:gd name="csX115" fmla="*/ 343743 w 438046"/>
                <a:gd name="csY115" fmla="*/ 371080 h 474569"/>
                <a:gd name="csX116" fmla="*/ 344358 w 438046"/>
                <a:gd name="csY116" fmla="*/ 373363 h 474569"/>
                <a:gd name="csX117" fmla="*/ 350269 w 438046"/>
                <a:gd name="csY117" fmla="*/ 376862 h 474569"/>
                <a:gd name="csX118" fmla="*/ 372627 w 438046"/>
                <a:gd name="csY118" fmla="*/ 380540 h 474569"/>
                <a:gd name="csX119" fmla="*/ 391189 w 438046"/>
                <a:gd name="csY119" fmla="*/ 378801 h 474569"/>
                <a:gd name="csX120" fmla="*/ 394232 w 438046"/>
                <a:gd name="csY120" fmla="*/ 388958 h 474569"/>
                <a:gd name="csX121" fmla="*/ 397318 w 438046"/>
                <a:gd name="csY121" fmla="*/ 403978 h 474569"/>
                <a:gd name="csX122" fmla="*/ 409224 w 438046"/>
                <a:gd name="csY122" fmla="*/ 419167 h 474569"/>
                <a:gd name="csX123" fmla="*/ 434929 w 438046"/>
                <a:gd name="csY123" fmla="*/ 450207 h 474569"/>
                <a:gd name="csX124" fmla="*/ 429332 w 438046"/>
                <a:gd name="csY124" fmla="*/ 469288 h 474569"/>
                <a:gd name="csX125" fmla="*/ 376412 w 438046"/>
                <a:gd name="csY125" fmla="*/ 474534 h 474569"/>
                <a:gd name="csX126" fmla="*/ 332739 w 438046"/>
                <a:gd name="csY126" fmla="*/ 469202 h 47456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438046" h="474569">
                  <a:moveTo>
                    <a:pt x="332739" y="469202"/>
                  </a:moveTo>
                  <a:cubicBezTo>
                    <a:pt x="332739" y="465869"/>
                    <a:pt x="329807" y="462843"/>
                    <a:pt x="324349" y="460541"/>
                  </a:cubicBezTo>
                  <a:cubicBezTo>
                    <a:pt x="319735" y="458594"/>
                    <a:pt x="311907" y="452795"/>
                    <a:pt x="306954" y="447652"/>
                  </a:cubicBezTo>
                  <a:cubicBezTo>
                    <a:pt x="299888" y="440316"/>
                    <a:pt x="298719" y="437828"/>
                    <a:pt x="301522" y="436095"/>
                  </a:cubicBezTo>
                  <a:cubicBezTo>
                    <a:pt x="305823" y="433437"/>
                    <a:pt x="303408" y="425621"/>
                    <a:pt x="298287" y="425621"/>
                  </a:cubicBezTo>
                  <a:cubicBezTo>
                    <a:pt x="296286" y="425621"/>
                    <a:pt x="293203" y="427364"/>
                    <a:pt x="291436" y="429493"/>
                  </a:cubicBezTo>
                  <a:cubicBezTo>
                    <a:pt x="289668" y="431623"/>
                    <a:pt x="286395" y="433365"/>
                    <a:pt x="284162" y="433365"/>
                  </a:cubicBezTo>
                  <a:cubicBezTo>
                    <a:pt x="281929" y="433365"/>
                    <a:pt x="276987" y="436349"/>
                    <a:pt x="273181" y="439996"/>
                  </a:cubicBezTo>
                  <a:cubicBezTo>
                    <a:pt x="256469" y="456007"/>
                    <a:pt x="233183" y="434749"/>
                    <a:pt x="246542" y="415677"/>
                  </a:cubicBezTo>
                  <a:cubicBezTo>
                    <a:pt x="250094" y="410606"/>
                    <a:pt x="250239" y="408115"/>
                    <a:pt x="247543" y="398488"/>
                  </a:cubicBezTo>
                  <a:cubicBezTo>
                    <a:pt x="243936" y="385603"/>
                    <a:pt x="241942" y="384354"/>
                    <a:pt x="227242" y="385770"/>
                  </a:cubicBezTo>
                  <a:cubicBezTo>
                    <a:pt x="221295" y="386343"/>
                    <a:pt x="216574" y="385678"/>
                    <a:pt x="216574" y="384267"/>
                  </a:cubicBezTo>
                  <a:cubicBezTo>
                    <a:pt x="216574" y="382875"/>
                    <a:pt x="214251" y="381736"/>
                    <a:pt x="211411" y="381736"/>
                  </a:cubicBezTo>
                  <a:cubicBezTo>
                    <a:pt x="208543" y="381736"/>
                    <a:pt x="206248" y="380015"/>
                    <a:pt x="206248" y="377864"/>
                  </a:cubicBezTo>
                  <a:cubicBezTo>
                    <a:pt x="206248" y="375735"/>
                    <a:pt x="203925" y="371669"/>
                    <a:pt x="201085" y="368829"/>
                  </a:cubicBezTo>
                  <a:cubicBezTo>
                    <a:pt x="198245" y="365990"/>
                    <a:pt x="195885" y="362214"/>
                    <a:pt x="195840" y="360439"/>
                  </a:cubicBezTo>
                  <a:cubicBezTo>
                    <a:pt x="195695" y="354744"/>
                    <a:pt x="189552" y="348821"/>
                    <a:pt x="179383" y="344572"/>
                  </a:cubicBezTo>
                  <a:cubicBezTo>
                    <a:pt x="165908" y="338942"/>
                    <a:pt x="164292" y="339301"/>
                    <a:pt x="166056" y="347532"/>
                  </a:cubicBezTo>
                  <a:cubicBezTo>
                    <a:pt x="167087" y="352339"/>
                    <a:pt x="165818" y="357500"/>
                    <a:pt x="162127" y="363514"/>
                  </a:cubicBezTo>
                  <a:lnTo>
                    <a:pt x="156676" y="372397"/>
                  </a:lnTo>
                  <a:lnTo>
                    <a:pt x="152333" y="366640"/>
                  </a:lnTo>
                  <a:cubicBezTo>
                    <a:pt x="148166" y="361115"/>
                    <a:pt x="147605" y="361043"/>
                    <a:pt x="138487" y="364853"/>
                  </a:cubicBezTo>
                  <a:cubicBezTo>
                    <a:pt x="129534" y="368594"/>
                    <a:pt x="128828" y="368535"/>
                    <a:pt x="126312" y="363833"/>
                  </a:cubicBezTo>
                  <a:cubicBezTo>
                    <a:pt x="124843" y="361088"/>
                    <a:pt x="123641" y="357116"/>
                    <a:pt x="123641" y="355006"/>
                  </a:cubicBezTo>
                  <a:cubicBezTo>
                    <a:pt x="123641" y="352823"/>
                    <a:pt x="120228" y="350420"/>
                    <a:pt x="115723" y="349430"/>
                  </a:cubicBezTo>
                  <a:cubicBezTo>
                    <a:pt x="105375" y="347157"/>
                    <a:pt x="103846" y="342362"/>
                    <a:pt x="110493" y="333027"/>
                  </a:cubicBezTo>
                  <a:cubicBezTo>
                    <a:pt x="113465" y="328853"/>
                    <a:pt x="115897" y="321952"/>
                    <a:pt x="115897" y="317692"/>
                  </a:cubicBezTo>
                  <a:cubicBezTo>
                    <a:pt x="115897" y="310844"/>
                    <a:pt x="117170" y="309543"/>
                    <a:pt x="126868" y="306474"/>
                  </a:cubicBezTo>
                  <a:cubicBezTo>
                    <a:pt x="141640" y="301799"/>
                    <a:pt x="142221" y="293818"/>
                    <a:pt x="128005" y="290864"/>
                  </a:cubicBezTo>
                  <a:cubicBezTo>
                    <a:pt x="113703" y="287893"/>
                    <a:pt x="108950" y="284662"/>
                    <a:pt x="107467" y="276906"/>
                  </a:cubicBezTo>
                  <a:cubicBezTo>
                    <a:pt x="105739" y="267867"/>
                    <a:pt x="117059" y="237363"/>
                    <a:pt x="125531" y="228226"/>
                  </a:cubicBezTo>
                  <a:cubicBezTo>
                    <a:pt x="130828" y="222513"/>
                    <a:pt x="131406" y="220702"/>
                    <a:pt x="128516" y="218872"/>
                  </a:cubicBezTo>
                  <a:cubicBezTo>
                    <a:pt x="126545" y="217624"/>
                    <a:pt x="123637" y="216585"/>
                    <a:pt x="122054" y="216563"/>
                  </a:cubicBezTo>
                  <a:cubicBezTo>
                    <a:pt x="120470" y="216541"/>
                    <a:pt x="116217" y="214197"/>
                    <a:pt x="112602" y="211354"/>
                  </a:cubicBezTo>
                  <a:cubicBezTo>
                    <a:pt x="105961" y="206129"/>
                    <a:pt x="97827" y="206711"/>
                    <a:pt x="97827" y="212411"/>
                  </a:cubicBezTo>
                  <a:cubicBezTo>
                    <a:pt x="97827" y="219059"/>
                    <a:pt x="92291" y="221313"/>
                    <a:pt x="87566" y="216588"/>
                  </a:cubicBezTo>
                  <a:cubicBezTo>
                    <a:pt x="85046" y="214068"/>
                    <a:pt x="81835" y="211570"/>
                    <a:pt x="80430" y="211038"/>
                  </a:cubicBezTo>
                  <a:cubicBezTo>
                    <a:pt x="78870" y="210447"/>
                    <a:pt x="78619" y="205549"/>
                    <a:pt x="79784" y="198453"/>
                  </a:cubicBezTo>
                  <a:cubicBezTo>
                    <a:pt x="80834" y="192064"/>
                    <a:pt x="81838" y="187787"/>
                    <a:pt x="82015" y="188949"/>
                  </a:cubicBezTo>
                  <a:cubicBezTo>
                    <a:pt x="82193" y="190110"/>
                    <a:pt x="85771" y="188616"/>
                    <a:pt x="89966" y="185629"/>
                  </a:cubicBezTo>
                  <a:cubicBezTo>
                    <a:pt x="98750" y="179374"/>
                    <a:pt x="98211" y="175668"/>
                    <a:pt x="87641" y="169636"/>
                  </a:cubicBezTo>
                  <a:cubicBezTo>
                    <a:pt x="82102" y="166474"/>
                    <a:pt x="79900" y="163069"/>
                    <a:pt x="79292" y="156728"/>
                  </a:cubicBezTo>
                  <a:cubicBezTo>
                    <a:pt x="78587" y="149374"/>
                    <a:pt x="77588" y="148238"/>
                    <a:pt x="72462" y="148956"/>
                  </a:cubicBezTo>
                  <a:cubicBezTo>
                    <a:pt x="65224" y="149970"/>
                    <a:pt x="56524" y="158137"/>
                    <a:pt x="56524" y="163920"/>
                  </a:cubicBezTo>
                  <a:cubicBezTo>
                    <a:pt x="56524" y="167347"/>
                    <a:pt x="55821" y="167525"/>
                    <a:pt x="52658" y="164900"/>
                  </a:cubicBezTo>
                  <a:cubicBezTo>
                    <a:pt x="49486" y="162267"/>
                    <a:pt x="47159" y="162936"/>
                    <a:pt x="39697" y="168628"/>
                  </a:cubicBezTo>
                  <a:cubicBezTo>
                    <a:pt x="34695" y="172443"/>
                    <a:pt x="28868" y="178212"/>
                    <a:pt x="26748" y="181448"/>
                  </a:cubicBezTo>
                  <a:cubicBezTo>
                    <a:pt x="24627" y="184684"/>
                    <a:pt x="19972" y="188663"/>
                    <a:pt x="16403" y="190289"/>
                  </a:cubicBezTo>
                  <a:cubicBezTo>
                    <a:pt x="10541" y="192960"/>
                    <a:pt x="9664" y="192592"/>
                    <a:pt x="7343" y="186486"/>
                  </a:cubicBezTo>
                  <a:cubicBezTo>
                    <a:pt x="5309" y="181137"/>
                    <a:pt x="5857" y="177888"/>
                    <a:pt x="9965" y="170925"/>
                  </a:cubicBezTo>
                  <a:lnTo>
                    <a:pt x="15158" y="162124"/>
                  </a:lnTo>
                  <a:lnTo>
                    <a:pt x="9381" y="159801"/>
                  </a:lnTo>
                  <a:cubicBezTo>
                    <a:pt x="5449" y="158219"/>
                    <a:pt x="4946" y="157425"/>
                    <a:pt x="7807" y="157314"/>
                  </a:cubicBezTo>
                  <a:cubicBezTo>
                    <a:pt x="10118" y="157224"/>
                    <a:pt x="13662" y="154662"/>
                    <a:pt x="15681" y="151621"/>
                  </a:cubicBezTo>
                  <a:cubicBezTo>
                    <a:pt x="18731" y="147026"/>
                    <a:pt x="20256" y="146574"/>
                    <a:pt x="24691" y="148948"/>
                  </a:cubicBezTo>
                  <a:cubicBezTo>
                    <a:pt x="31018" y="152334"/>
                    <a:pt x="33291" y="150668"/>
                    <a:pt x="33291" y="142643"/>
                  </a:cubicBezTo>
                  <a:cubicBezTo>
                    <a:pt x="33291" y="139397"/>
                    <a:pt x="34623" y="133817"/>
                    <a:pt x="36252" y="130243"/>
                  </a:cubicBezTo>
                  <a:cubicBezTo>
                    <a:pt x="38533" y="125236"/>
                    <a:pt x="38466" y="122844"/>
                    <a:pt x="35959" y="119824"/>
                  </a:cubicBezTo>
                  <a:cubicBezTo>
                    <a:pt x="34170" y="117668"/>
                    <a:pt x="31676" y="116540"/>
                    <a:pt x="30417" y="117319"/>
                  </a:cubicBezTo>
                  <a:cubicBezTo>
                    <a:pt x="29158" y="118097"/>
                    <a:pt x="28128" y="116844"/>
                    <a:pt x="28128" y="114535"/>
                  </a:cubicBezTo>
                  <a:cubicBezTo>
                    <a:pt x="28128" y="111463"/>
                    <a:pt x="26693" y="110792"/>
                    <a:pt x="22780" y="112034"/>
                  </a:cubicBezTo>
                  <a:cubicBezTo>
                    <a:pt x="15848" y="114234"/>
                    <a:pt x="7575" y="106991"/>
                    <a:pt x="9335" y="100263"/>
                  </a:cubicBezTo>
                  <a:cubicBezTo>
                    <a:pt x="10049" y="97533"/>
                    <a:pt x="8241" y="90709"/>
                    <a:pt x="5316" y="85099"/>
                  </a:cubicBezTo>
                  <a:lnTo>
                    <a:pt x="0" y="74899"/>
                  </a:lnTo>
                  <a:lnTo>
                    <a:pt x="5230" y="68250"/>
                  </a:lnTo>
                  <a:cubicBezTo>
                    <a:pt x="9068" y="63371"/>
                    <a:pt x="10012" y="59562"/>
                    <a:pt x="8777" y="53938"/>
                  </a:cubicBezTo>
                  <a:cubicBezTo>
                    <a:pt x="7655" y="48830"/>
                    <a:pt x="8449" y="44342"/>
                    <a:pt x="11157" y="40474"/>
                  </a:cubicBezTo>
                  <a:cubicBezTo>
                    <a:pt x="13392" y="37284"/>
                    <a:pt x="15221" y="32733"/>
                    <a:pt x="15221" y="30361"/>
                  </a:cubicBezTo>
                  <a:cubicBezTo>
                    <a:pt x="15221" y="27989"/>
                    <a:pt x="16963" y="25380"/>
                    <a:pt x="19093" y="24563"/>
                  </a:cubicBezTo>
                  <a:cubicBezTo>
                    <a:pt x="25297" y="22182"/>
                    <a:pt x="23642" y="18398"/>
                    <a:pt x="13331" y="11391"/>
                  </a:cubicBezTo>
                  <a:cubicBezTo>
                    <a:pt x="3467" y="4689"/>
                    <a:pt x="3713" y="3972"/>
                    <a:pt x="15610" y="4739"/>
                  </a:cubicBezTo>
                  <a:cubicBezTo>
                    <a:pt x="19374" y="4981"/>
                    <a:pt x="23217" y="3943"/>
                    <a:pt x="24152" y="2431"/>
                  </a:cubicBezTo>
                  <a:cubicBezTo>
                    <a:pt x="26872" y="-1970"/>
                    <a:pt x="29405" y="-932"/>
                    <a:pt x="42643" y="10008"/>
                  </a:cubicBezTo>
                  <a:cubicBezTo>
                    <a:pt x="49515" y="15687"/>
                    <a:pt x="56436" y="20333"/>
                    <a:pt x="58021" y="20333"/>
                  </a:cubicBezTo>
                  <a:cubicBezTo>
                    <a:pt x="61009" y="20333"/>
                    <a:pt x="65792" y="30450"/>
                    <a:pt x="76259" y="58909"/>
                  </a:cubicBezTo>
                  <a:cubicBezTo>
                    <a:pt x="79624" y="68058"/>
                    <a:pt x="84645" y="77957"/>
                    <a:pt x="87417" y="80908"/>
                  </a:cubicBezTo>
                  <a:cubicBezTo>
                    <a:pt x="90189" y="83859"/>
                    <a:pt x="95457" y="93799"/>
                    <a:pt x="99122" y="102996"/>
                  </a:cubicBezTo>
                  <a:cubicBezTo>
                    <a:pt x="103054" y="112863"/>
                    <a:pt x="105019" y="116015"/>
                    <a:pt x="103913" y="110684"/>
                  </a:cubicBezTo>
                  <a:cubicBezTo>
                    <a:pt x="102883" y="105715"/>
                    <a:pt x="102185" y="96422"/>
                    <a:pt x="102362" y="90033"/>
                  </a:cubicBezTo>
                  <a:cubicBezTo>
                    <a:pt x="102644" y="79863"/>
                    <a:pt x="101378" y="76968"/>
                    <a:pt x="92203" y="66799"/>
                  </a:cubicBezTo>
                  <a:cubicBezTo>
                    <a:pt x="86438" y="60410"/>
                    <a:pt x="82553" y="57506"/>
                    <a:pt x="83568" y="60346"/>
                  </a:cubicBezTo>
                  <a:cubicBezTo>
                    <a:pt x="84584" y="63185"/>
                    <a:pt x="86055" y="67251"/>
                    <a:pt x="86838" y="69381"/>
                  </a:cubicBezTo>
                  <a:cubicBezTo>
                    <a:pt x="87916" y="72315"/>
                    <a:pt x="87498" y="72550"/>
                    <a:pt x="85111" y="70354"/>
                  </a:cubicBezTo>
                  <a:cubicBezTo>
                    <a:pt x="83379" y="68760"/>
                    <a:pt x="81641" y="63533"/>
                    <a:pt x="81250" y="58738"/>
                  </a:cubicBezTo>
                  <a:cubicBezTo>
                    <a:pt x="80858" y="53943"/>
                    <a:pt x="77457" y="45502"/>
                    <a:pt x="73693" y="39979"/>
                  </a:cubicBezTo>
                  <a:cubicBezTo>
                    <a:pt x="69929" y="34457"/>
                    <a:pt x="66850" y="28707"/>
                    <a:pt x="66850" y="27201"/>
                  </a:cubicBezTo>
                  <a:cubicBezTo>
                    <a:pt x="66850" y="23517"/>
                    <a:pt x="69162" y="26358"/>
                    <a:pt x="80920" y="44489"/>
                  </a:cubicBezTo>
                  <a:cubicBezTo>
                    <a:pt x="86314" y="52805"/>
                    <a:pt x="94522" y="61849"/>
                    <a:pt x="99162" y="64586"/>
                  </a:cubicBezTo>
                  <a:cubicBezTo>
                    <a:pt x="108835" y="70294"/>
                    <a:pt x="111618" y="77524"/>
                    <a:pt x="107565" y="86419"/>
                  </a:cubicBezTo>
                  <a:cubicBezTo>
                    <a:pt x="104001" y="94242"/>
                    <a:pt x="108931" y="124125"/>
                    <a:pt x="116108" y="138203"/>
                  </a:cubicBezTo>
                  <a:cubicBezTo>
                    <a:pt x="118832" y="143545"/>
                    <a:pt x="121060" y="149489"/>
                    <a:pt x="121060" y="151411"/>
                  </a:cubicBezTo>
                  <a:cubicBezTo>
                    <a:pt x="121060" y="153333"/>
                    <a:pt x="127706" y="161509"/>
                    <a:pt x="135828" y="169580"/>
                  </a:cubicBezTo>
                  <a:cubicBezTo>
                    <a:pt x="153391" y="187033"/>
                    <a:pt x="164572" y="201203"/>
                    <a:pt x="173747" y="217637"/>
                  </a:cubicBezTo>
                  <a:cubicBezTo>
                    <a:pt x="177457" y="224283"/>
                    <a:pt x="182994" y="233104"/>
                    <a:pt x="186052" y="237240"/>
                  </a:cubicBezTo>
                  <a:cubicBezTo>
                    <a:pt x="189610" y="242051"/>
                    <a:pt x="192043" y="249958"/>
                    <a:pt x="192809" y="259193"/>
                  </a:cubicBezTo>
                  <a:cubicBezTo>
                    <a:pt x="193864" y="271919"/>
                    <a:pt x="195056" y="274447"/>
                    <a:pt x="202887" y="280570"/>
                  </a:cubicBezTo>
                  <a:cubicBezTo>
                    <a:pt x="207772" y="284389"/>
                    <a:pt x="213418" y="290626"/>
                    <a:pt x="215434" y="294429"/>
                  </a:cubicBezTo>
                  <a:cubicBezTo>
                    <a:pt x="217449" y="298233"/>
                    <a:pt x="221258" y="302031"/>
                    <a:pt x="223898" y="302869"/>
                  </a:cubicBezTo>
                  <a:cubicBezTo>
                    <a:pt x="226538" y="303707"/>
                    <a:pt x="230021" y="307297"/>
                    <a:pt x="231639" y="310848"/>
                  </a:cubicBezTo>
                  <a:cubicBezTo>
                    <a:pt x="233257" y="314399"/>
                    <a:pt x="237499" y="318413"/>
                    <a:pt x="241066" y="319770"/>
                  </a:cubicBezTo>
                  <a:cubicBezTo>
                    <a:pt x="248737" y="322686"/>
                    <a:pt x="249875" y="326030"/>
                    <a:pt x="242388" y="323654"/>
                  </a:cubicBezTo>
                  <a:cubicBezTo>
                    <a:pt x="239427" y="322714"/>
                    <a:pt x="237225" y="323190"/>
                    <a:pt x="237225" y="324770"/>
                  </a:cubicBezTo>
                  <a:cubicBezTo>
                    <a:pt x="237225" y="326286"/>
                    <a:pt x="238387" y="327526"/>
                    <a:pt x="239807" y="327526"/>
                  </a:cubicBezTo>
                  <a:cubicBezTo>
                    <a:pt x="241227" y="327526"/>
                    <a:pt x="242098" y="328965"/>
                    <a:pt x="241743" y="330724"/>
                  </a:cubicBezTo>
                  <a:cubicBezTo>
                    <a:pt x="241323" y="332806"/>
                    <a:pt x="243624" y="333637"/>
                    <a:pt x="248333" y="333103"/>
                  </a:cubicBezTo>
                  <a:cubicBezTo>
                    <a:pt x="252313" y="332652"/>
                    <a:pt x="257439" y="333827"/>
                    <a:pt x="259724" y="335713"/>
                  </a:cubicBezTo>
                  <a:cubicBezTo>
                    <a:pt x="263236" y="338612"/>
                    <a:pt x="263683" y="338543"/>
                    <a:pt x="262612" y="335270"/>
                  </a:cubicBezTo>
                  <a:cubicBezTo>
                    <a:pt x="261915" y="333141"/>
                    <a:pt x="258822" y="331027"/>
                    <a:pt x="255739" y="330573"/>
                  </a:cubicBezTo>
                  <a:cubicBezTo>
                    <a:pt x="252655" y="330119"/>
                    <a:pt x="250133" y="328719"/>
                    <a:pt x="250133" y="327461"/>
                  </a:cubicBezTo>
                  <a:cubicBezTo>
                    <a:pt x="250133" y="326203"/>
                    <a:pt x="254708" y="326788"/>
                    <a:pt x="260301" y="328761"/>
                  </a:cubicBezTo>
                  <a:cubicBezTo>
                    <a:pt x="266891" y="331086"/>
                    <a:pt x="275567" y="331822"/>
                    <a:pt x="284960" y="330853"/>
                  </a:cubicBezTo>
                  <a:cubicBezTo>
                    <a:pt x="298714" y="329433"/>
                    <a:pt x="299892" y="329784"/>
                    <a:pt x="308115" y="337754"/>
                  </a:cubicBezTo>
                  <a:cubicBezTo>
                    <a:pt x="312880" y="342373"/>
                    <a:pt x="320648" y="346943"/>
                    <a:pt x="325378" y="347910"/>
                  </a:cubicBezTo>
                  <a:cubicBezTo>
                    <a:pt x="330622" y="348983"/>
                    <a:pt x="335130" y="351981"/>
                    <a:pt x="336932" y="355594"/>
                  </a:cubicBezTo>
                  <a:cubicBezTo>
                    <a:pt x="338556" y="358853"/>
                    <a:pt x="341091" y="362725"/>
                    <a:pt x="342564" y="364198"/>
                  </a:cubicBezTo>
                  <a:cubicBezTo>
                    <a:pt x="344037" y="365671"/>
                    <a:pt x="344568" y="368768"/>
                    <a:pt x="343743" y="371080"/>
                  </a:cubicBezTo>
                  <a:cubicBezTo>
                    <a:pt x="342917" y="373391"/>
                    <a:pt x="343194" y="374419"/>
                    <a:pt x="344358" y="373363"/>
                  </a:cubicBezTo>
                  <a:cubicBezTo>
                    <a:pt x="345522" y="372307"/>
                    <a:pt x="348182" y="373882"/>
                    <a:pt x="350269" y="376862"/>
                  </a:cubicBezTo>
                  <a:cubicBezTo>
                    <a:pt x="353742" y="381821"/>
                    <a:pt x="355637" y="382132"/>
                    <a:pt x="372627" y="380540"/>
                  </a:cubicBezTo>
                  <a:lnTo>
                    <a:pt x="391189" y="378801"/>
                  </a:lnTo>
                  <a:lnTo>
                    <a:pt x="394232" y="388958"/>
                  </a:lnTo>
                  <a:cubicBezTo>
                    <a:pt x="395906" y="394544"/>
                    <a:pt x="397295" y="401303"/>
                    <a:pt x="397318" y="403978"/>
                  </a:cubicBezTo>
                  <a:cubicBezTo>
                    <a:pt x="397342" y="406653"/>
                    <a:pt x="402699" y="413488"/>
                    <a:pt x="409224" y="419167"/>
                  </a:cubicBezTo>
                  <a:cubicBezTo>
                    <a:pt x="427997" y="435508"/>
                    <a:pt x="431130" y="439291"/>
                    <a:pt x="434929" y="450207"/>
                  </a:cubicBezTo>
                  <a:cubicBezTo>
                    <a:pt x="439665" y="463816"/>
                    <a:pt x="439887" y="463061"/>
                    <a:pt x="429332" y="469288"/>
                  </a:cubicBezTo>
                  <a:cubicBezTo>
                    <a:pt x="420856" y="474289"/>
                    <a:pt x="416443" y="474727"/>
                    <a:pt x="376412" y="474534"/>
                  </a:cubicBezTo>
                  <a:cubicBezTo>
                    <a:pt x="334645" y="474334"/>
                    <a:pt x="332739" y="474101"/>
                    <a:pt x="332739" y="469202"/>
                  </a:cubicBezTo>
                  <a:close/>
                </a:path>
              </a:pathLst>
            </a:custGeom>
            <a:solidFill>
              <a:srgbClr val="B9B9B9"/>
            </a:solidFill>
            <a:ln w="5163" cap="flat">
              <a:noFill/>
              <a:prstDash val="solid"/>
              <a:miter/>
            </a:ln>
          </p:spPr>
          <p:txBody>
            <a:bodyPr/>
            <a:lstStyle/>
            <a:p>
              <a:endParaRPr lang="es-419" noProof="0" dirty="0"/>
            </a:p>
          </p:txBody>
        </p:sp>
        <p:sp>
          <p:nvSpPr>
            <p:cNvPr id="77" name="Forma libre: forma 76">
              <a:extLst>
                <a:ext uri="{FF2B5EF4-FFF2-40B4-BE49-F238E27FC236}">
                  <a16:creationId xmlns:a16="http://schemas.microsoft.com/office/drawing/2014/main" id="{2CD9613C-843F-DF7C-215A-22D46467B0E4}"/>
                </a:ext>
              </a:extLst>
            </p:cNvPr>
            <p:cNvSpPr/>
            <p:nvPr/>
          </p:nvSpPr>
          <p:spPr>
            <a:xfrm>
              <a:off x="1730874" y="2149721"/>
              <a:ext cx="4491" cy="9472"/>
            </a:xfrm>
            <a:custGeom>
              <a:avLst/>
              <a:gdLst>
                <a:gd name="csX0" fmla="*/ 480 w 4491"/>
                <a:gd name="csY0" fmla="*/ 6821 h 9472"/>
                <a:gd name="csX1" fmla="*/ 1619 w 4491"/>
                <a:gd name="csY1" fmla="*/ 1142 h 9472"/>
                <a:gd name="csX2" fmla="*/ 4491 w 4491"/>
                <a:gd name="csY2" fmla="*/ 3948 h 9472"/>
                <a:gd name="csX3" fmla="*/ 480 w 4491"/>
                <a:gd name="csY3" fmla="*/ 6821 h 9472"/>
              </a:gdLst>
              <a:ahLst/>
              <a:cxnLst>
                <a:cxn ang="0">
                  <a:pos x="csX0" y="csY0"/>
                </a:cxn>
                <a:cxn ang="0">
                  <a:pos x="csX1" y="csY1"/>
                </a:cxn>
                <a:cxn ang="0">
                  <a:pos x="csX2" y="csY2"/>
                </a:cxn>
                <a:cxn ang="0">
                  <a:pos x="csX3" y="csY3"/>
                </a:cxn>
              </a:cxnLst>
              <a:rect l="l" t="t" r="r" b="b"/>
              <a:pathLst>
                <a:path w="4491" h="9472">
                  <a:moveTo>
                    <a:pt x="480" y="6821"/>
                  </a:moveTo>
                  <a:cubicBezTo>
                    <a:pt x="-474" y="5277"/>
                    <a:pt x="39" y="2722"/>
                    <a:pt x="1619" y="1142"/>
                  </a:cubicBezTo>
                  <a:cubicBezTo>
                    <a:pt x="3728" y="-968"/>
                    <a:pt x="4491" y="-222"/>
                    <a:pt x="4491" y="3948"/>
                  </a:cubicBezTo>
                  <a:cubicBezTo>
                    <a:pt x="4491" y="10181"/>
                    <a:pt x="3150" y="11141"/>
                    <a:pt x="480" y="6821"/>
                  </a:cubicBezTo>
                  <a:close/>
                </a:path>
              </a:pathLst>
            </a:custGeom>
            <a:solidFill>
              <a:srgbClr val="00C100"/>
            </a:solidFill>
            <a:ln w="5163" cap="flat">
              <a:noFill/>
              <a:prstDash val="solid"/>
              <a:miter/>
            </a:ln>
          </p:spPr>
          <p:txBody>
            <a:bodyPr/>
            <a:lstStyle/>
            <a:p>
              <a:endParaRPr lang="es-419" noProof="0" dirty="0"/>
            </a:p>
          </p:txBody>
        </p:sp>
      </p:grpSp>
      <p:grpSp>
        <p:nvGrpSpPr>
          <p:cNvPr id="78" name="Gráfico 39">
            <a:extLst>
              <a:ext uri="{FF2B5EF4-FFF2-40B4-BE49-F238E27FC236}">
                <a16:creationId xmlns:a16="http://schemas.microsoft.com/office/drawing/2014/main" id="{9A620FF4-6D29-B8C9-B387-78E4A3B27AEF}"/>
              </a:ext>
            </a:extLst>
          </p:cNvPr>
          <p:cNvGrpSpPr/>
          <p:nvPr/>
        </p:nvGrpSpPr>
        <p:grpSpPr>
          <a:xfrm>
            <a:off x="2429776" y="2092540"/>
            <a:ext cx="224135" cy="371419"/>
            <a:chOff x="2429776" y="2092540"/>
            <a:chExt cx="224135" cy="371419"/>
          </a:xfrm>
          <a:solidFill>
            <a:srgbClr val="B9B9B9"/>
          </a:solidFill>
        </p:grpSpPr>
        <p:sp>
          <p:nvSpPr>
            <p:cNvPr id="79" name="Forma libre: forma 78">
              <a:extLst>
                <a:ext uri="{FF2B5EF4-FFF2-40B4-BE49-F238E27FC236}">
                  <a16:creationId xmlns:a16="http://schemas.microsoft.com/office/drawing/2014/main" id="{7702ECCB-2CC1-D15E-B85A-C45B880939A3}"/>
                </a:ext>
              </a:extLst>
            </p:cNvPr>
            <p:cNvSpPr/>
            <p:nvPr/>
          </p:nvSpPr>
          <p:spPr>
            <a:xfrm>
              <a:off x="2429776" y="2092540"/>
              <a:ext cx="213820" cy="371419"/>
            </a:xfrm>
            <a:custGeom>
              <a:avLst/>
              <a:gdLst>
                <a:gd name="csX0" fmla="*/ 16950 w 213820"/>
                <a:gd name="csY0" fmla="*/ 360449 h 371419"/>
                <a:gd name="csX1" fmla="*/ 11453 w 213820"/>
                <a:gd name="csY1" fmla="*/ 297848 h 371419"/>
                <a:gd name="csX2" fmla="*/ 3696 w 213820"/>
                <a:gd name="csY2" fmla="*/ 222369 h 371419"/>
                <a:gd name="csX3" fmla="*/ 0 w 213820"/>
                <a:gd name="csY3" fmla="*/ 197274 h 371419"/>
                <a:gd name="csX4" fmla="*/ 19120 w 213820"/>
                <a:gd name="csY4" fmla="*/ 182403 h 371419"/>
                <a:gd name="csX5" fmla="*/ 138310 w 213820"/>
                <a:gd name="csY5" fmla="*/ 92657 h 371419"/>
                <a:gd name="csX6" fmla="*/ 152643 w 213820"/>
                <a:gd name="csY6" fmla="*/ 35441 h 371419"/>
                <a:gd name="csX7" fmla="*/ 150658 w 213820"/>
                <a:gd name="csY7" fmla="*/ 20853 h 371419"/>
                <a:gd name="csX8" fmla="*/ 160369 w 213820"/>
                <a:gd name="csY8" fmla="*/ 19300 h 371419"/>
                <a:gd name="csX9" fmla="*/ 171671 w 213820"/>
                <a:gd name="csY9" fmla="*/ 15173 h 371419"/>
                <a:gd name="csX10" fmla="*/ 158173 w 213820"/>
                <a:gd name="csY10" fmla="*/ 10308 h 371419"/>
                <a:gd name="csX11" fmla="*/ 132945 w 213820"/>
                <a:gd name="csY11" fmla="*/ 8975 h 371419"/>
                <a:gd name="csX12" fmla="*/ 120037 w 213820"/>
                <a:gd name="csY12" fmla="*/ 5453 h 371419"/>
                <a:gd name="csX13" fmla="*/ 136817 w 213820"/>
                <a:gd name="csY13" fmla="*/ 5689 h 371419"/>
                <a:gd name="csX14" fmla="*/ 168222 w 213820"/>
                <a:gd name="csY14" fmla="*/ 2321 h 371419"/>
                <a:gd name="csX15" fmla="*/ 193336 w 213820"/>
                <a:gd name="csY15" fmla="*/ 5657 h 371419"/>
                <a:gd name="csX16" fmla="*/ 207546 w 213820"/>
                <a:gd name="csY16" fmla="*/ 12598 h 371419"/>
                <a:gd name="csX17" fmla="*/ 213132 w 213820"/>
                <a:gd name="csY17" fmla="*/ 30004 h 371419"/>
                <a:gd name="csX18" fmla="*/ 187630 w 213820"/>
                <a:gd name="csY18" fmla="*/ 96831 h 371419"/>
                <a:gd name="csX19" fmla="*/ 176562 w 213820"/>
                <a:gd name="csY19" fmla="*/ 115211 h 371419"/>
                <a:gd name="csX20" fmla="*/ 172870 w 213820"/>
                <a:gd name="csY20" fmla="*/ 123601 h 371419"/>
                <a:gd name="csX21" fmla="*/ 166261 w 213820"/>
                <a:gd name="csY21" fmla="*/ 157642 h 371419"/>
                <a:gd name="csX22" fmla="*/ 166219 w 213820"/>
                <a:gd name="csY22" fmla="*/ 169421 h 371419"/>
                <a:gd name="csX23" fmla="*/ 156436 w 213820"/>
                <a:gd name="csY23" fmla="*/ 177166 h 371419"/>
                <a:gd name="csX24" fmla="*/ 152486 w 213820"/>
                <a:gd name="csY24" fmla="*/ 184910 h 371419"/>
                <a:gd name="csX25" fmla="*/ 149724 w 213820"/>
                <a:gd name="csY25" fmla="*/ 180392 h 371419"/>
                <a:gd name="csX26" fmla="*/ 150673 w 213820"/>
                <a:gd name="csY26" fmla="*/ 190434 h 371419"/>
                <a:gd name="csX27" fmla="*/ 157540 w 213820"/>
                <a:gd name="csY27" fmla="*/ 189342 h 371419"/>
                <a:gd name="csX28" fmla="*/ 164336 w 213820"/>
                <a:gd name="csY28" fmla="*/ 186648 h 371419"/>
                <a:gd name="csX29" fmla="*/ 167794 w 213820"/>
                <a:gd name="csY29" fmla="*/ 183969 h 371419"/>
                <a:gd name="csX30" fmla="*/ 171021 w 213820"/>
                <a:gd name="csY30" fmla="*/ 181048 h 371419"/>
                <a:gd name="csX31" fmla="*/ 159467 w 213820"/>
                <a:gd name="csY31" fmla="*/ 208029 h 371419"/>
                <a:gd name="csX32" fmla="*/ 153370 w 213820"/>
                <a:gd name="csY32" fmla="*/ 220699 h 371419"/>
                <a:gd name="csX33" fmla="*/ 158583 w 213820"/>
                <a:gd name="csY33" fmla="*/ 221050 h 371419"/>
                <a:gd name="csX34" fmla="*/ 167434 w 213820"/>
                <a:gd name="csY34" fmla="*/ 216533 h 371419"/>
                <a:gd name="csX35" fmla="*/ 167794 w 213820"/>
                <a:gd name="csY35" fmla="*/ 224277 h 371419"/>
                <a:gd name="csX36" fmla="*/ 162477 w 213820"/>
                <a:gd name="csY36" fmla="*/ 240411 h 371419"/>
                <a:gd name="csX37" fmla="*/ 159980 w 213820"/>
                <a:gd name="csY37" fmla="*/ 264290 h 371419"/>
                <a:gd name="csX38" fmla="*/ 154702 w 213820"/>
                <a:gd name="csY38" fmla="*/ 297848 h 371419"/>
                <a:gd name="csX39" fmla="*/ 147143 w 213820"/>
                <a:gd name="csY39" fmla="*/ 319016 h 371419"/>
                <a:gd name="csX40" fmla="*/ 144561 w 213820"/>
                <a:gd name="csY40" fmla="*/ 314628 h 371419"/>
                <a:gd name="csX41" fmla="*/ 142397 w 213820"/>
                <a:gd name="csY41" fmla="*/ 312692 h 371419"/>
                <a:gd name="csX42" fmla="*/ 133654 w 213820"/>
                <a:gd name="csY42" fmla="*/ 296518 h 371419"/>
                <a:gd name="csX43" fmla="*/ 127870 w 213820"/>
                <a:gd name="csY43" fmla="*/ 279915 h 371419"/>
                <a:gd name="csX44" fmla="*/ 129246 w 213820"/>
                <a:gd name="csY44" fmla="*/ 255255 h 371419"/>
                <a:gd name="csX45" fmla="*/ 125242 w 213820"/>
                <a:gd name="csY45" fmla="*/ 260285 h 371419"/>
                <a:gd name="csX46" fmla="*/ 118479 w 213820"/>
                <a:gd name="csY46" fmla="*/ 266956 h 371419"/>
                <a:gd name="csX47" fmla="*/ 115990 w 213820"/>
                <a:gd name="csY47" fmla="*/ 271823 h 371419"/>
                <a:gd name="csX48" fmla="*/ 103625 w 213820"/>
                <a:gd name="csY48" fmla="*/ 299151 h 371419"/>
                <a:gd name="csX49" fmla="*/ 93086 w 213820"/>
                <a:gd name="csY49" fmla="*/ 304140 h 371419"/>
                <a:gd name="csX50" fmla="*/ 86910 w 213820"/>
                <a:gd name="csY50" fmla="*/ 313522 h 371419"/>
                <a:gd name="csX51" fmla="*/ 79326 w 213820"/>
                <a:gd name="csY51" fmla="*/ 328399 h 371419"/>
                <a:gd name="csX52" fmla="*/ 69895 w 213820"/>
                <a:gd name="csY52" fmla="*/ 347747 h 371419"/>
                <a:gd name="csX53" fmla="*/ 51629 w 213820"/>
                <a:gd name="csY53" fmla="*/ 357222 h 371419"/>
                <a:gd name="csX54" fmla="*/ 36622 w 213820"/>
                <a:gd name="csY54" fmla="*/ 363051 h 371419"/>
                <a:gd name="csX55" fmla="*/ 27100 w 213820"/>
                <a:gd name="csY55" fmla="*/ 371420 h 371419"/>
                <a:gd name="csX56" fmla="*/ 16950 w 213820"/>
                <a:gd name="csY56" fmla="*/ 360449 h 3714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Lst>
              <a:rect l="l" t="t" r="r" b="b"/>
              <a:pathLst>
                <a:path w="213820" h="371419">
                  <a:moveTo>
                    <a:pt x="16950" y="360449"/>
                  </a:moveTo>
                  <a:cubicBezTo>
                    <a:pt x="16160" y="354414"/>
                    <a:pt x="13687" y="326244"/>
                    <a:pt x="11453" y="297848"/>
                  </a:cubicBezTo>
                  <a:cubicBezTo>
                    <a:pt x="9219" y="269452"/>
                    <a:pt x="5728" y="235487"/>
                    <a:pt x="3696" y="222369"/>
                  </a:cubicBezTo>
                  <a:cubicBezTo>
                    <a:pt x="1663" y="209251"/>
                    <a:pt x="0" y="197958"/>
                    <a:pt x="0" y="197274"/>
                  </a:cubicBezTo>
                  <a:cubicBezTo>
                    <a:pt x="0" y="196590"/>
                    <a:pt x="8604" y="189898"/>
                    <a:pt x="19120" y="182403"/>
                  </a:cubicBezTo>
                  <a:cubicBezTo>
                    <a:pt x="45138" y="163860"/>
                    <a:pt x="131668" y="98706"/>
                    <a:pt x="138310" y="92657"/>
                  </a:cubicBezTo>
                  <a:cubicBezTo>
                    <a:pt x="147047" y="84700"/>
                    <a:pt x="155017" y="52884"/>
                    <a:pt x="152643" y="35441"/>
                  </a:cubicBezTo>
                  <a:lnTo>
                    <a:pt x="150658" y="20853"/>
                  </a:lnTo>
                  <a:lnTo>
                    <a:pt x="160369" y="19300"/>
                  </a:lnTo>
                  <a:cubicBezTo>
                    <a:pt x="165710" y="18446"/>
                    <a:pt x="170796" y="16589"/>
                    <a:pt x="171671" y="15173"/>
                  </a:cubicBezTo>
                  <a:cubicBezTo>
                    <a:pt x="174939" y="9885"/>
                    <a:pt x="170188" y="8173"/>
                    <a:pt x="158173" y="10308"/>
                  </a:cubicBezTo>
                  <a:cubicBezTo>
                    <a:pt x="149606" y="11830"/>
                    <a:pt x="141919" y="11424"/>
                    <a:pt x="132945" y="8975"/>
                  </a:cubicBezTo>
                  <a:lnTo>
                    <a:pt x="120037" y="5453"/>
                  </a:lnTo>
                  <a:lnTo>
                    <a:pt x="136817" y="5689"/>
                  </a:lnTo>
                  <a:cubicBezTo>
                    <a:pt x="146045" y="5819"/>
                    <a:pt x="160178" y="4304"/>
                    <a:pt x="168222" y="2321"/>
                  </a:cubicBezTo>
                  <a:cubicBezTo>
                    <a:pt x="182583" y="-1218"/>
                    <a:pt x="183037" y="-1158"/>
                    <a:pt x="193336" y="5657"/>
                  </a:cubicBezTo>
                  <a:cubicBezTo>
                    <a:pt x="199104" y="9475"/>
                    <a:pt x="205499" y="12598"/>
                    <a:pt x="207546" y="12598"/>
                  </a:cubicBezTo>
                  <a:cubicBezTo>
                    <a:pt x="210236" y="12598"/>
                    <a:pt x="211785" y="17427"/>
                    <a:pt x="213132" y="30004"/>
                  </a:cubicBezTo>
                  <a:cubicBezTo>
                    <a:pt x="216062" y="57367"/>
                    <a:pt x="210014" y="73217"/>
                    <a:pt x="187630" y="96831"/>
                  </a:cubicBezTo>
                  <a:cubicBezTo>
                    <a:pt x="182422" y="102326"/>
                    <a:pt x="177441" y="110596"/>
                    <a:pt x="176562" y="115211"/>
                  </a:cubicBezTo>
                  <a:cubicBezTo>
                    <a:pt x="175683" y="119825"/>
                    <a:pt x="174022" y="123601"/>
                    <a:pt x="172870" y="123601"/>
                  </a:cubicBezTo>
                  <a:cubicBezTo>
                    <a:pt x="168512" y="123601"/>
                    <a:pt x="164964" y="141879"/>
                    <a:pt x="166261" y="157642"/>
                  </a:cubicBezTo>
                  <a:cubicBezTo>
                    <a:pt x="166999" y="166605"/>
                    <a:pt x="166980" y="171906"/>
                    <a:pt x="166219" y="169421"/>
                  </a:cubicBezTo>
                  <a:cubicBezTo>
                    <a:pt x="163842" y="161666"/>
                    <a:pt x="160352" y="164428"/>
                    <a:pt x="156436" y="177166"/>
                  </a:cubicBezTo>
                  <a:cubicBezTo>
                    <a:pt x="154362" y="183910"/>
                    <a:pt x="152584" y="187395"/>
                    <a:pt x="152486" y="184910"/>
                  </a:cubicBezTo>
                  <a:cubicBezTo>
                    <a:pt x="152387" y="182425"/>
                    <a:pt x="151144" y="180392"/>
                    <a:pt x="149724" y="180392"/>
                  </a:cubicBezTo>
                  <a:cubicBezTo>
                    <a:pt x="145947" y="180392"/>
                    <a:pt x="146574" y="187032"/>
                    <a:pt x="150673" y="190434"/>
                  </a:cubicBezTo>
                  <a:cubicBezTo>
                    <a:pt x="153362" y="192666"/>
                    <a:pt x="154997" y="192406"/>
                    <a:pt x="157540" y="189342"/>
                  </a:cubicBezTo>
                  <a:cubicBezTo>
                    <a:pt x="159375" y="187130"/>
                    <a:pt x="162434" y="185918"/>
                    <a:pt x="164336" y="186648"/>
                  </a:cubicBezTo>
                  <a:cubicBezTo>
                    <a:pt x="166311" y="187405"/>
                    <a:pt x="167794" y="186256"/>
                    <a:pt x="167794" y="183969"/>
                  </a:cubicBezTo>
                  <a:cubicBezTo>
                    <a:pt x="167794" y="181765"/>
                    <a:pt x="169246" y="180451"/>
                    <a:pt x="171021" y="181048"/>
                  </a:cubicBezTo>
                  <a:cubicBezTo>
                    <a:pt x="178588" y="183594"/>
                    <a:pt x="167396" y="209728"/>
                    <a:pt x="159467" y="208029"/>
                  </a:cubicBezTo>
                  <a:cubicBezTo>
                    <a:pt x="155365" y="207150"/>
                    <a:pt x="151352" y="215489"/>
                    <a:pt x="153370" y="220699"/>
                  </a:cubicBezTo>
                  <a:cubicBezTo>
                    <a:pt x="155154" y="225305"/>
                    <a:pt x="155436" y="225324"/>
                    <a:pt x="158583" y="221050"/>
                  </a:cubicBezTo>
                  <a:cubicBezTo>
                    <a:pt x="160413" y="218566"/>
                    <a:pt x="164395" y="216533"/>
                    <a:pt x="167434" y="216533"/>
                  </a:cubicBezTo>
                  <a:cubicBezTo>
                    <a:pt x="174275" y="216533"/>
                    <a:pt x="174331" y="217740"/>
                    <a:pt x="167794" y="224277"/>
                  </a:cubicBezTo>
                  <a:cubicBezTo>
                    <a:pt x="164323" y="227748"/>
                    <a:pt x="162581" y="233035"/>
                    <a:pt x="162477" y="240411"/>
                  </a:cubicBezTo>
                  <a:cubicBezTo>
                    <a:pt x="162393" y="246445"/>
                    <a:pt x="161269" y="257191"/>
                    <a:pt x="159980" y="264290"/>
                  </a:cubicBezTo>
                  <a:cubicBezTo>
                    <a:pt x="158691" y="271389"/>
                    <a:pt x="156316" y="286490"/>
                    <a:pt x="154702" y="297848"/>
                  </a:cubicBezTo>
                  <a:cubicBezTo>
                    <a:pt x="152051" y="316511"/>
                    <a:pt x="147143" y="330254"/>
                    <a:pt x="147143" y="319016"/>
                  </a:cubicBezTo>
                  <a:cubicBezTo>
                    <a:pt x="147143" y="316603"/>
                    <a:pt x="145981" y="314628"/>
                    <a:pt x="144561" y="314628"/>
                  </a:cubicBezTo>
                  <a:cubicBezTo>
                    <a:pt x="143141" y="314628"/>
                    <a:pt x="142167" y="313757"/>
                    <a:pt x="142397" y="312692"/>
                  </a:cubicBezTo>
                  <a:cubicBezTo>
                    <a:pt x="143282" y="308582"/>
                    <a:pt x="136781" y="296556"/>
                    <a:pt x="133654" y="296518"/>
                  </a:cubicBezTo>
                  <a:cubicBezTo>
                    <a:pt x="125264" y="296417"/>
                    <a:pt x="123998" y="292782"/>
                    <a:pt x="127870" y="279915"/>
                  </a:cubicBezTo>
                  <a:cubicBezTo>
                    <a:pt x="132191" y="265558"/>
                    <a:pt x="132766" y="255255"/>
                    <a:pt x="129246" y="255255"/>
                  </a:cubicBezTo>
                  <a:cubicBezTo>
                    <a:pt x="127923" y="255255"/>
                    <a:pt x="126121" y="257518"/>
                    <a:pt x="125242" y="260285"/>
                  </a:cubicBezTo>
                  <a:cubicBezTo>
                    <a:pt x="124364" y="263052"/>
                    <a:pt x="121321" y="266054"/>
                    <a:pt x="118479" y="266956"/>
                  </a:cubicBezTo>
                  <a:cubicBezTo>
                    <a:pt x="114695" y="268157"/>
                    <a:pt x="114029" y="269460"/>
                    <a:pt x="115990" y="271823"/>
                  </a:cubicBezTo>
                  <a:cubicBezTo>
                    <a:pt x="120178" y="276868"/>
                    <a:pt x="111817" y="295346"/>
                    <a:pt x="103625" y="299151"/>
                  </a:cubicBezTo>
                  <a:cubicBezTo>
                    <a:pt x="99874" y="300894"/>
                    <a:pt x="95131" y="303139"/>
                    <a:pt x="93086" y="304140"/>
                  </a:cubicBezTo>
                  <a:cubicBezTo>
                    <a:pt x="91041" y="305142"/>
                    <a:pt x="88261" y="309364"/>
                    <a:pt x="86910" y="313522"/>
                  </a:cubicBezTo>
                  <a:cubicBezTo>
                    <a:pt x="85558" y="317680"/>
                    <a:pt x="82145" y="324374"/>
                    <a:pt x="79326" y="328399"/>
                  </a:cubicBezTo>
                  <a:cubicBezTo>
                    <a:pt x="76507" y="332423"/>
                    <a:pt x="72263" y="341130"/>
                    <a:pt x="69895" y="347747"/>
                  </a:cubicBezTo>
                  <a:cubicBezTo>
                    <a:pt x="65145" y="361024"/>
                    <a:pt x="59224" y="364095"/>
                    <a:pt x="51629" y="357222"/>
                  </a:cubicBezTo>
                  <a:cubicBezTo>
                    <a:pt x="44314" y="350602"/>
                    <a:pt x="37572" y="353221"/>
                    <a:pt x="36622" y="363051"/>
                  </a:cubicBezTo>
                  <a:cubicBezTo>
                    <a:pt x="35885" y="370676"/>
                    <a:pt x="35039" y="371420"/>
                    <a:pt x="27100" y="371420"/>
                  </a:cubicBezTo>
                  <a:cubicBezTo>
                    <a:pt x="18795" y="371420"/>
                    <a:pt x="18319" y="370905"/>
                    <a:pt x="16950" y="360449"/>
                  </a:cubicBezTo>
                  <a:close/>
                </a:path>
              </a:pathLst>
            </a:custGeom>
            <a:solidFill>
              <a:srgbClr val="B9B9B9"/>
            </a:solidFill>
            <a:ln w="5163" cap="flat">
              <a:noFill/>
              <a:prstDash val="solid"/>
              <a:miter/>
            </a:ln>
          </p:spPr>
          <p:txBody>
            <a:bodyPr/>
            <a:lstStyle/>
            <a:p>
              <a:endParaRPr lang="es-419" noProof="0" dirty="0"/>
            </a:p>
          </p:txBody>
        </p:sp>
        <p:sp>
          <p:nvSpPr>
            <p:cNvPr id="80" name="Forma libre: forma 79">
              <a:extLst>
                <a:ext uri="{FF2B5EF4-FFF2-40B4-BE49-F238E27FC236}">
                  <a16:creationId xmlns:a16="http://schemas.microsoft.com/office/drawing/2014/main" id="{AC8FF77A-768D-39A9-BECB-233C8F2DE254}"/>
                </a:ext>
              </a:extLst>
            </p:cNvPr>
            <p:cNvSpPr/>
            <p:nvPr/>
          </p:nvSpPr>
          <p:spPr>
            <a:xfrm>
              <a:off x="2598432" y="2301328"/>
              <a:ext cx="4301" cy="5162"/>
            </a:xfrm>
            <a:custGeom>
              <a:avLst/>
              <a:gdLst>
                <a:gd name="csX0" fmla="*/ 429 w 4301"/>
                <a:gd name="csY0" fmla="*/ 2581 h 5162"/>
                <a:gd name="csX1" fmla="*/ 1567 w 4301"/>
                <a:gd name="csY1" fmla="*/ 0 h 5162"/>
                <a:gd name="csX2" fmla="*/ 4301 w 4301"/>
                <a:gd name="csY2" fmla="*/ 2581 h 5162"/>
                <a:gd name="csX3" fmla="*/ 3163 w 4301"/>
                <a:gd name="csY3" fmla="*/ 5163 h 5162"/>
                <a:gd name="csX4" fmla="*/ 429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429" y="2581"/>
                  </a:moveTo>
                  <a:cubicBezTo>
                    <a:pt x="-448" y="1162"/>
                    <a:pt x="64" y="0"/>
                    <a:pt x="1567" y="0"/>
                  </a:cubicBezTo>
                  <a:cubicBezTo>
                    <a:pt x="3071" y="0"/>
                    <a:pt x="4301" y="1162"/>
                    <a:pt x="4301" y="2581"/>
                  </a:cubicBezTo>
                  <a:cubicBezTo>
                    <a:pt x="4301" y="4001"/>
                    <a:pt x="3789" y="5163"/>
                    <a:pt x="3163" y="5163"/>
                  </a:cubicBezTo>
                  <a:cubicBezTo>
                    <a:pt x="2537" y="5163"/>
                    <a:pt x="1307" y="4001"/>
                    <a:pt x="429" y="2581"/>
                  </a:cubicBezTo>
                  <a:close/>
                </a:path>
              </a:pathLst>
            </a:custGeom>
            <a:solidFill>
              <a:srgbClr val="B9B9B9"/>
            </a:solidFill>
            <a:ln w="5163" cap="flat">
              <a:noFill/>
              <a:prstDash val="solid"/>
              <a:miter/>
            </a:ln>
          </p:spPr>
          <p:txBody>
            <a:bodyPr/>
            <a:lstStyle/>
            <a:p>
              <a:endParaRPr lang="es-419" noProof="0" dirty="0"/>
            </a:p>
          </p:txBody>
        </p:sp>
        <p:sp>
          <p:nvSpPr>
            <p:cNvPr id="81" name="Forma libre: forma 80">
              <a:extLst>
                <a:ext uri="{FF2B5EF4-FFF2-40B4-BE49-F238E27FC236}">
                  <a16:creationId xmlns:a16="http://schemas.microsoft.com/office/drawing/2014/main" id="{B508DEE9-62AB-4CD9-FD7D-C3F3D2632CE2}"/>
                </a:ext>
              </a:extLst>
            </p:cNvPr>
            <p:cNvSpPr/>
            <p:nvPr/>
          </p:nvSpPr>
          <p:spPr>
            <a:xfrm>
              <a:off x="2631714" y="2178527"/>
              <a:ext cx="22197" cy="31992"/>
            </a:xfrm>
            <a:custGeom>
              <a:avLst/>
              <a:gdLst>
                <a:gd name="csX0" fmla="*/ 471 w 22197"/>
                <a:gd name="csY0" fmla="*/ 28899 h 31992"/>
                <a:gd name="csX1" fmla="*/ 9355 w 22197"/>
                <a:gd name="csY1" fmla="*/ 4976 h 31992"/>
                <a:gd name="csX2" fmla="*/ 18130 w 22197"/>
                <a:gd name="csY2" fmla="*/ 1262 h 31992"/>
                <a:gd name="csX3" fmla="*/ 15361 w 22197"/>
                <a:gd name="csY3" fmla="*/ 16772 h 31992"/>
                <a:gd name="csX4" fmla="*/ 471 w 22197"/>
                <a:gd name="csY4" fmla="*/ 28899 h 31992"/>
              </a:gdLst>
              <a:ahLst/>
              <a:cxnLst>
                <a:cxn ang="0">
                  <a:pos x="csX0" y="csY0"/>
                </a:cxn>
                <a:cxn ang="0">
                  <a:pos x="csX1" y="csY1"/>
                </a:cxn>
                <a:cxn ang="0">
                  <a:pos x="csX2" y="csY2"/>
                </a:cxn>
                <a:cxn ang="0">
                  <a:pos x="csX3" y="csY3"/>
                </a:cxn>
                <a:cxn ang="0">
                  <a:pos x="csX4" y="csY4"/>
                </a:cxn>
              </a:cxnLst>
              <a:rect l="l" t="t" r="r" b="b"/>
              <a:pathLst>
                <a:path w="22197" h="31992">
                  <a:moveTo>
                    <a:pt x="471" y="28899"/>
                  </a:moveTo>
                  <a:cubicBezTo>
                    <a:pt x="-1762" y="23078"/>
                    <a:pt x="4399" y="6487"/>
                    <a:pt x="9355" y="4976"/>
                  </a:cubicBezTo>
                  <a:cubicBezTo>
                    <a:pt x="11697" y="4262"/>
                    <a:pt x="15646" y="2591"/>
                    <a:pt x="18130" y="1262"/>
                  </a:cubicBezTo>
                  <a:cubicBezTo>
                    <a:pt x="24115" y="-1937"/>
                    <a:pt x="23741" y="160"/>
                    <a:pt x="15361" y="16772"/>
                  </a:cubicBezTo>
                  <a:cubicBezTo>
                    <a:pt x="7920" y="31524"/>
                    <a:pt x="3013" y="35521"/>
                    <a:pt x="471" y="28899"/>
                  </a:cubicBezTo>
                  <a:close/>
                </a:path>
              </a:pathLst>
            </a:custGeom>
            <a:solidFill>
              <a:srgbClr val="B9B9B9"/>
            </a:solidFill>
            <a:ln w="5163" cap="flat">
              <a:noFill/>
              <a:prstDash val="solid"/>
              <a:miter/>
            </a:ln>
          </p:spPr>
          <p:txBody>
            <a:bodyPr/>
            <a:lstStyle/>
            <a:p>
              <a:endParaRPr lang="es-419" noProof="0" dirty="0"/>
            </a:p>
          </p:txBody>
        </p:sp>
        <p:sp>
          <p:nvSpPr>
            <p:cNvPr id="82" name="Forma libre: forma 81">
              <a:extLst>
                <a:ext uri="{FF2B5EF4-FFF2-40B4-BE49-F238E27FC236}">
                  <a16:creationId xmlns:a16="http://schemas.microsoft.com/office/drawing/2014/main" id="{37112785-AAE8-F749-6C0C-709CF3A5EEDB}"/>
                </a:ext>
              </a:extLst>
            </p:cNvPr>
            <p:cNvSpPr/>
            <p:nvPr/>
          </p:nvSpPr>
          <p:spPr>
            <a:xfrm>
              <a:off x="2646618" y="2128371"/>
              <a:ext cx="5162" cy="6756"/>
            </a:xfrm>
            <a:custGeom>
              <a:avLst/>
              <a:gdLst>
                <a:gd name="csX0" fmla="*/ 0 w 5162"/>
                <a:gd name="csY0" fmla="*/ 4025 h 6756"/>
                <a:gd name="csX1" fmla="*/ 2581 w 5162"/>
                <a:gd name="csY1" fmla="*/ 0 h 6756"/>
                <a:gd name="csX2" fmla="*/ 5163 w 5162"/>
                <a:gd name="csY2" fmla="*/ 2429 h 6756"/>
                <a:gd name="csX3" fmla="*/ 2581 w 5162"/>
                <a:gd name="csY3" fmla="*/ 6454 h 6756"/>
                <a:gd name="csX4" fmla="*/ 0 w 5162"/>
                <a:gd name="csY4" fmla="*/ 4025 h 6756"/>
              </a:gdLst>
              <a:ahLst/>
              <a:cxnLst>
                <a:cxn ang="0">
                  <a:pos x="csX0" y="csY0"/>
                </a:cxn>
                <a:cxn ang="0">
                  <a:pos x="csX1" y="csY1"/>
                </a:cxn>
                <a:cxn ang="0">
                  <a:pos x="csX2" y="csY2"/>
                </a:cxn>
                <a:cxn ang="0">
                  <a:pos x="csX3" y="csY3"/>
                </a:cxn>
                <a:cxn ang="0">
                  <a:pos x="csX4" y="csY4"/>
                </a:cxn>
              </a:cxnLst>
              <a:rect l="l" t="t" r="r" b="b"/>
              <a:pathLst>
                <a:path w="5162" h="6756">
                  <a:moveTo>
                    <a:pt x="0" y="4025"/>
                  </a:moveTo>
                  <a:cubicBezTo>
                    <a:pt x="0" y="1811"/>
                    <a:pt x="1162" y="0"/>
                    <a:pt x="2581" y="0"/>
                  </a:cubicBezTo>
                  <a:cubicBezTo>
                    <a:pt x="4001" y="0"/>
                    <a:pt x="5163" y="1093"/>
                    <a:pt x="5163" y="2429"/>
                  </a:cubicBezTo>
                  <a:cubicBezTo>
                    <a:pt x="5163" y="3765"/>
                    <a:pt x="4001" y="5576"/>
                    <a:pt x="2581" y="6454"/>
                  </a:cubicBezTo>
                  <a:cubicBezTo>
                    <a:pt x="1162" y="7331"/>
                    <a:pt x="0" y="6238"/>
                    <a:pt x="0" y="4025"/>
                  </a:cubicBezTo>
                  <a:close/>
                </a:path>
              </a:pathLst>
            </a:custGeom>
            <a:solidFill>
              <a:srgbClr val="B9B9B9"/>
            </a:solidFill>
            <a:ln w="5163" cap="flat">
              <a:noFill/>
              <a:prstDash val="solid"/>
              <a:miter/>
            </a:ln>
          </p:spPr>
          <p:txBody>
            <a:bodyPr/>
            <a:lstStyle/>
            <a:p>
              <a:endParaRPr lang="es-419" noProof="0" dirty="0"/>
            </a:p>
          </p:txBody>
        </p:sp>
        <p:sp>
          <p:nvSpPr>
            <p:cNvPr id="83" name="Forma libre: forma 82">
              <a:extLst>
                <a:ext uri="{FF2B5EF4-FFF2-40B4-BE49-F238E27FC236}">
                  <a16:creationId xmlns:a16="http://schemas.microsoft.com/office/drawing/2014/main" id="{28915F14-17B5-D6C5-1E02-F86BFA02C2B8}"/>
                </a:ext>
              </a:extLst>
            </p:cNvPr>
            <p:cNvSpPr/>
            <p:nvPr/>
          </p:nvSpPr>
          <p:spPr>
            <a:xfrm>
              <a:off x="2646618" y="2110301"/>
              <a:ext cx="4301" cy="5162"/>
            </a:xfrm>
            <a:custGeom>
              <a:avLst/>
              <a:gdLst>
                <a:gd name="csX0" fmla="*/ 0 w 4301"/>
                <a:gd name="csY0" fmla="*/ 2581 h 5162"/>
                <a:gd name="csX1" fmla="*/ 1138 w 4301"/>
                <a:gd name="csY1" fmla="*/ 0 h 5162"/>
                <a:gd name="csX2" fmla="*/ 3872 w 4301"/>
                <a:gd name="csY2" fmla="*/ 2581 h 5162"/>
                <a:gd name="csX3" fmla="*/ 2734 w 4301"/>
                <a:gd name="csY3" fmla="*/ 5163 h 5162"/>
                <a:gd name="csX4" fmla="*/ 0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0" y="2581"/>
                  </a:moveTo>
                  <a:cubicBezTo>
                    <a:pt x="0" y="1162"/>
                    <a:pt x="512" y="0"/>
                    <a:pt x="1138" y="0"/>
                  </a:cubicBezTo>
                  <a:cubicBezTo>
                    <a:pt x="1765" y="0"/>
                    <a:pt x="2995" y="1162"/>
                    <a:pt x="3872" y="2581"/>
                  </a:cubicBezTo>
                  <a:cubicBezTo>
                    <a:pt x="4750" y="4001"/>
                    <a:pt x="4237" y="5163"/>
                    <a:pt x="2734" y="5163"/>
                  </a:cubicBezTo>
                  <a:cubicBezTo>
                    <a:pt x="1230" y="5163"/>
                    <a:pt x="0" y="4001"/>
                    <a:pt x="0" y="2581"/>
                  </a:cubicBezTo>
                  <a:close/>
                </a:path>
              </a:pathLst>
            </a:custGeom>
            <a:solidFill>
              <a:srgbClr val="B9B9B9"/>
            </a:solidFill>
            <a:ln w="5163" cap="flat">
              <a:noFill/>
              <a:prstDash val="solid"/>
              <a:miter/>
            </a:ln>
          </p:spPr>
          <p:txBody>
            <a:bodyPr/>
            <a:lstStyle/>
            <a:p>
              <a:endParaRPr lang="es-419" noProof="0" dirty="0"/>
            </a:p>
          </p:txBody>
        </p:sp>
      </p:grpSp>
      <p:grpSp>
        <p:nvGrpSpPr>
          <p:cNvPr id="84" name="Gráfico 39">
            <a:extLst>
              <a:ext uri="{FF2B5EF4-FFF2-40B4-BE49-F238E27FC236}">
                <a16:creationId xmlns:a16="http://schemas.microsoft.com/office/drawing/2014/main" id="{6776EB07-C12E-CE73-B4B0-A53E1AB7E3D5}"/>
              </a:ext>
            </a:extLst>
          </p:cNvPr>
          <p:cNvGrpSpPr/>
          <p:nvPr/>
        </p:nvGrpSpPr>
        <p:grpSpPr>
          <a:xfrm>
            <a:off x="924790" y="1999612"/>
            <a:ext cx="235561" cy="223008"/>
            <a:chOff x="924790" y="1999612"/>
            <a:chExt cx="235561" cy="223008"/>
          </a:xfrm>
          <a:solidFill>
            <a:srgbClr val="B9B9B9"/>
          </a:solidFill>
        </p:grpSpPr>
        <p:sp>
          <p:nvSpPr>
            <p:cNvPr id="85" name="Forma libre: forma 84">
              <a:extLst>
                <a:ext uri="{FF2B5EF4-FFF2-40B4-BE49-F238E27FC236}">
                  <a16:creationId xmlns:a16="http://schemas.microsoft.com/office/drawing/2014/main" id="{F2487F87-FFF8-B054-13B4-C38ADEAE5BCF}"/>
                </a:ext>
              </a:extLst>
            </p:cNvPr>
            <p:cNvSpPr/>
            <p:nvPr/>
          </p:nvSpPr>
          <p:spPr>
            <a:xfrm>
              <a:off x="1018216" y="1999612"/>
              <a:ext cx="142135" cy="223008"/>
            </a:xfrm>
            <a:custGeom>
              <a:avLst/>
              <a:gdLst>
                <a:gd name="csX0" fmla="*/ 33142 w 142135"/>
                <a:gd name="csY0" fmla="*/ 222624 h 223008"/>
                <a:gd name="csX1" fmla="*/ 24030 w 142135"/>
                <a:gd name="csY1" fmla="*/ 217989 h 223008"/>
                <a:gd name="csX2" fmla="*/ 15077 w 142135"/>
                <a:gd name="csY2" fmla="*/ 214475 h 223008"/>
                <a:gd name="csX3" fmla="*/ 28065 w 142135"/>
                <a:gd name="csY3" fmla="*/ 199749 h 223008"/>
                <a:gd name="csX4" fmla="*/ 39623 w 142135"/>
                <a:gd name="csY4" fmla="*/ 181324 h 223008"/>
                <a:gd name="csX5" fmla="*/ 40552 w 142135"/>
                <a:gd name="csY5" fmla="*/ 163618 h 223008"/>
                <a:gd name="csX6" fmla="*/ 38270 w 142135"/>
                <a:gd name="csY6" fmla="*/ 146871 h 223008"/>
                <a:gd name="csX7" fmla="*/ 31342 w 142135"/>
                <a:gd name="csY7" fmla="*/ 141344 h 223008"/>
                <a:gd name="csX8" fmla="*/ 23064 w 142135"/>
                <a:gd name="csY8" fmla="*/ 130695 h 223008"/>
                <a:gd name="csX9" fmla="*/ 21238 w 142135"/>
                <a:gd name="csY9" fmla="*/ 121015 h 223008"/>
                <a:gd name="csX10" fmla="*/ 21448 w 142135"/>
                <a:gd name="csY10" fmla="*/ 110689 h 223008"/>
                <a:gd name="csX11" fmla="*/ 17417 w 142135"/>
                <a:gd name="csY11" fmla="*/ 113600 h 223008"/>
                <a:gd name="csX12" fmla="*/ 6090 w 142135"/>
                <a:gd name="csY12" fmla="*/ 75839 h 223008"/>
                <a:gd name="csX13" fmla="*/ 446 w 142135"/>
                <a:gd name="csY13" fmla="*/ 49379 h 223008"/>
                <a:gd name="csX14" fmla="*/ 1787 w 142135"/>
                <a:gd name="csY14" fmla="*/ 43571 h 223008"/>
                <a:gd name="csX15" fmla="*/ 4669 w 142135"/>
                <a:gd name="csY15" fmla="*/ 50173 h 223008"/>
                <a:gd name="csX16" fmla="*/ 15640 w 142135"/>
                <a:gd name="csY16" fmla="*/ 55981 h 223008"/>
                <a:gd name="csX17" fmla="*/ 25590 w 142135"/>
                <a:gd name="csY17" fmla="*/ 51315 h 223008"/>
                <a:gd name="csX18" fmla="*/ 21927 w 142135"/>
                <a:gd name="csY18" fmla="*/ 38128 h 223008"/>
                <a:gd name="csX19" fmla="*/ 25126 w 142135"/>
                <a:gd name="csY19" fmla="*/ 20612 h 223008"/>
                <a:gd name="csX20" fmla="*/ 29635 w 142135"/>
                <a:gd name="csY20" fmla="*/ 8944 h 223008"/>
                <a:gd name="csX21" fmla="*/ 56601 w 142135"/>
                <a:gd name="csY21" fmla="*/ 2664 h 223008"/>
                <a:gd name="csX22" fmla="*/ 68014 w 142135"/>
                <a:gd name="csY22" fmla="*/ 14926 h 223008"/>
                <a:gd name="csX23" fmla="*/ 70397 w 142135"/>
                <a:gd name="csY23" fmla="*/ 28730 h 223008"/>
                <a:gd name="csX24" fmla="*/ 64799 w 142135"/>
                <a:gd name="csY24" fmla="*/ 38367 h 223008"/>
                <a:gd name="csX25" fmla="*/ 76515 w 142135"/>
                <a:gd name="csY25" fmla="*/ 47199 h 223008"/>
                <a:gd name="csX26" fmla="*/ 95020 w 142135"/>
                <a:gd name="csY26" fmla="*/ 52596 h 223008"/>
                <a:gd name="csX27" fmla="*/ 116723 w 142135"/>
                <a:gd name="csY27" fmla="*/ 66052 h 223008"/>
                <a:gd name="csX28" fmla="*/ 125419 w 142135"/>
                <a:gd name="csY28" fmla="*/ 64641 h 223008"/>
                <a:gd name="csX29" fmla="*/ 121867 w 142135"/>
                <a:gd name="csY29" fmla="*/ 77984 h 223008"/>
                <a:gd name="csX30" fmla="*/ 126198 w 142135"/>
                <a:gd name="csY30" fmla="*/ 109560 h 223008"/>
                <a:gd name="csX31" fmla="*/ 132452 w 142135"/>
                <a:gd name="csY31" fmla="*/ 130811 h 223008"/>
                <a:gd name="csX32" fmla="*/ 137172 w 142135"/>
                <a:gd name="csY32" fmla="*/ 149525 h 223008"/>
                <a:gd name="csX33" fmla="*/ 126264 w 142135"/>
                <a:gd name="csY33" fmla="*/ 165042 h 223008"/>
                <a:gd name="csX34" fmla="*/ 119713 w 142135"/>
                <a:gd name="csY34" fmla="*/ 162318 h 223008"/>
                <a:gd name="csX35" fmla="*/ 122125 w 142135"/>
                <a:gd name="csY35" fmla="*/ 181310 h 223008"/>
                <a:gd name="csX36" fmla="*/ 122395 w 142135"/>
                <a:gd name="csY36" fmla="*/ 193071 h 223008"/>
                <a:gd name="csX37" fmla="*/ 117050 w 142135"/>
                <a:gd name="csY37" fmla="*/ 205350 h 223008"/>
                <a:gd name="csX38" fmla="*/ 115307 w 142135"/>
                <a:gd name="csY38" fmla="*/ 214639 h 223008"/>
                <a:gd name="csX39" fmla="*/ 105608 w 142135"/>
                <a:gd name="csY39" fmla="*/ 205168 h 223008"/>
                <a:gd name="csX40" fmla="*/ 70306 w 142135"/>
                <a:gd name="csY40" fmla="*/ 198146 h 223008"/>
                <a:gd name="csX41" fmla="*/ 57886 w 142135"/>
                <a:gd name="csY41" fmla="*/ 203581 h 223008"/>
                <a:gd name="csX42" fmla="*/ 42822 w 142135"/>
                <a:gd name="csY42" fmla="*/ 214552 h 223008"/>
                <a:gd name="csX43" fmla="*/ 33142 w 142135"/>
                <a:gd name="csY43" fmla="*/ 222624 h 2230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42135" h="223008">
                  <a:moveTo>
                    <a:pt x="33142" y="222624"/>
                  </a:moveTo>
                  <a:cubicBezTo>
                    <a:pt x="33100" y="221007"/>
                    <a:pt x="28999" y="218922"/>
                    <a:pt x="24030" y="217989"/>
                  </a:cubicBezTo>
                  <a:cubicBezTo>
                    <a:pt x="19061" y="217057"/>
                    <a:pt x="15032" y="215476"/>
                    <a:pt x="15077" y="214475"/>
                  </a:cubicBezTo>
                  <a:cubicBezTo>
                    <a:pt x="15123" y="213475"/>
                    <a:pt x="20967" y="206848"/>
                    <a:pt x="28065" y="199749"/>
                  </a:cubicBezTo>
                  <a:cubicBezTo>
                    <a:pt x="37756" y="190056"/>
                    <a:pt x="40635" y="185467"/>
                    <a:pt x="39623" y="181324"/>
                  </a:cubicBezTo>
                  <a:cubicBezTo>
                    <a:pt x="38882" y="178289"/>
                    <a:pt x="39300" y="170321"/>
                    <a:pt x="40552" y="163618"/>
                  </a:cubicBezTo>
                  <a:cubicBezTo>
                    <a:pt x="42457" y="153420"/>
                    <a:pt x="42085" y="150686"/>
                    <a:pt x="38270" y="146871"/>
                  </a:cubicBezTo>
                  <a:cubicBezTo>
                    <a:pt x="35762" y="144363"/>
                    <a:pt x="32644" y="141876"/>
                    <a:pt x="31342" y="141344"/>
                  </a:cubicBezTo>
                  <a:cubicBezTo>
                    <a:pt x="30039" y="140811"/>
                    <a:pt x="26314" y="136019"/>
                    <a:pt x="23064" y="130695"/>
                  </a:cubicBezTo>
                  <a:cubicBezTo>
                    <a:pt x="18146" y="122638"/>
                    <a:pt x="17840" y="121015"/>
                    <a:pt x="21238" y="121015"/>
                  </a:cubicBezTo>
                  <a:cubicBezTo>
                    <a:pt x="26407" y="121015"/>
                    <a:pt x="26532" y="114908"/>
                    <a:pt x="21448" y="110689"/>
                  </a:cubicBezTo>
                  <a:cubicBezTo>
                    <a:pt x="18195" y="107989"/>
                    <a:pt x="17551" y="108454"/>
                    <a:pt x="17417" y="113600"/>
                  </a:cubicBezTo>
                  <a:cubicBezTo>
                    <a:pt x="17202" y="121855"/>
                    <a:pt x="11362" y="102386"/>
                    <a:pt x="6090" y="75839"/>
                  </a:cubicBezTo>
                  <a:cubicBezTo>
                    <a:pt x="3834" y="64481"/>
                    <a:pt x="1295" y="52574"/>
                    <a:pt x="446" y="49379"/>
                  </a:cubicBezTo>
                  <a:cubicBezTo>
                    <a:pt x="-477" y="45903"/>
                    <a:pt x="61" y="43571"/>
                    <a:pt x="1787" y="43571"/>
                  </a:cubicBezTo>
                  <a:cubicBezTo>
                    <a:pt x="3372" y="43571"/>
                    <a:pt x="4669" y="46542"/>
                    <a:pt x="4669" y="50173"/>
                  </a:cubicBezTo>
                  <a:cubicBezTo>
                    <a:pt x="4669" y="56344"/>
                    <a:pt x="5386" y="56723"/>
                    <a:pt x="15640" y="55981"/>
                  </a:cubicBezTo>
                  <a:cubicBezTo>
                    <a:pt x="23894" y="55384"/>
                    <a:pt x="26358" y="54229"/>
                    <a:pt x="25590" y="51315"/>
                  </a:cubicBezTo>
                  <a:cubicBezTo>
                    <a:pt x="25028" y="49186"/>
                    <a:pt x="23380" y="43251"/>
                    <a:pt x="21927" y="38128"/>
                  </a:cubicBezTo>
                  <a:cubicBezTo>
                    <a:pt x="19644" y="30074"/>
                    <a:pt x="20076" y="27703"/>
                    <a:pt x="25126" y="20612"/>
                  </a:cubicBezTo>
                  <a:cubicBezTo>
                    <a:pt x="28338" y="16101"/>
                    <a:pt x="30367" y="10851"/>
                    <a:pt x="29635" y="8944"/>
                  </a:cubicBezTo>
                  <a:cubicBezTo>
                    <a:pt x="26306" y="269"/>
                    <a:pt x="38854" y="-2653"/>
                    <a:pt x="56601" y="2664"/>
                  </a:cubicBezTo>
                  <a:cubicBezTo>
                    <a:pt x="65243" y="5253"/>
                    <a:pt x="66731" y="6851"/>
                    <a:pt x="68014" y="14926"/>
                  </a:cubicBezTo>
                  <a:cubicBezTo>
                    <a:pt x="68826" y="20032"/>
                    <a:pt x="69898" y="26244"/>
                    <a:pt x="70397" y="28730"/>
                  </a:cubicBezTo>
                  <a:cubicBezTo>
                    <a:pt x="70908" y="31276"/>
                    <a:pt x="68463" y="35485"/>
                    <a:pt x="64799" y="38367"/>
                  </a:cubicBezTo>
                  <a:cubicBezTo>
                    <a:pt x="52677" y="47902"/>
                    <a:pt x="63675" y="56192"/>
                    <a:pt x="76515" y="47199"/>
                  </a:cubicBezTo>
                  <a:cubicBezTo>
                    <a:pt x="84862" y="41352"/>
                    <a:pt x="95020" y="44315"/>
                    <a:pt x="95020" y="52596"/>
                  </a:cubicBezTo>
                  <a:cubicBezTo>
                    <a:pt x="95020" y="61383"/>
                    <a:pt x="105491" y="67875"/>
                    <a:pt x="116723" y="66052"/>
                  </a:cubicBezTo>
                  <a:lnTo>
                    <a:pt x="125419" y="64641"/>
                  </a:lnTo>
                  <a:lnTo>
                    <a:pt x="121867" y="77984"/>
                  </a:lnTo>
                  <a:cubicBezTo>
                    <a:pt x="116766" y="97143"/>
                    <a:pt x="117305" y="101074"/>
                    <a:pt x="126198" y="109560"/>
                  </a:cubicBezTo>
                  <a:cubicBezTo>
                    <a:pt x="133696" y="116715"/>
                    <a:pt x="134049" y="117914"/>
                    <a:pt x="132452" y="130811"/>
                  </a:cubicBezTo>
                  <a:cubicBezTo>
                    <a:pt x="130905" y="143306"/>
                    <a:pt x="131310" y="144914"/>
                    <a:pt x="137172" y="149525"/>
                  </a:cubicBezTo>
                  <a:cubicBezTo>
                    <a:pt x="148350" y="158317"/>
                    <a:pt x="138877" y="171792"/>
                    <a:pt x="126264" y="165042"/>
                  </a:cubicBezTo>
                  <a:cubicBezTo>
                    <a:pt x="123464" y="163544"/>
                    <a:pt x="120516" y="162318"/>
                    <a:pt x="119713" y="162318"/>
                  </a:cubicBezTo>
                  <a:cubicBezTo>
                    <a:pt x="116537" y="162318"/>
                    <a:pt x="118487" y="177672"/>
                    <a:pt x="122125" y="181310"/>
                  </a:cubicBezTo>
                  <a:cubicBezTo>
                    <a:pt x="126947" y="186132"/>
                    <a:pt x="127019" y="189234"/>
                    <a:pt x="122395" y="193071"/>
                  </a:cubicBezTo>
                  <a:cubicBezTo>
                    <a:pt x="120414" y="194715"/>
                    <a:pt x="118009" y="200241"/>
                    <a:pt x="117050" y="205350"/>
                  </a:cubicBezTo>
                  <a:lnTo>
                    <a:pt x="115307" y="214639"/>
                  </a:lnTo>
                  <a:lnTo>
                    <a:pt x="105608" y="205168"/>
                  </a:lnTo>
                  <a:cubicBezTo>
                    <a:pt x="93087" y="192941"/>
                    <a:pt x="80185" y="190375"/>
                    <a:pt x="70306" y="198146"/>
                  </a:cubicBezTo>
                  <a:cubicBezTo>
                    <a:pt x="66478" y="201157"/>
                    <a:pt x="60889" y="203603"/>
                    <a:pt x="57886" y="203581"/>
                  </a:cubicBezTo>
                  <a:cubicBezTo>
                    <a:pt x="54649" y="203557"/>
                    <a:pt x="48516" y="208024"/>
                    <a:pt x="42822" y="214552"/>
                  </a:cubicBezTo>
                  <a:cubicBezTo>
                    <a:pt x="37540" y="220608"/>
                    <a:pt x="33184" y="224241"/>
                    <a:pt x="33142" y="222624"/>
                  </a:cubicBezTo>
                  <a:close/>
                </a:path>
              </a:pathLst>
            </a:custGeom>
            <a:solidFill>
              <a:srgbClr val="B9B9B9"/>
            </a:solidFill>
            <a:ln w="5163" cap="flat">
              <a:noFill/>
              <a:prstDash val="solid"/>
              <a:miter/>
            </a:ln>
          </p:spPr>
          <p:txBody>
            <a:bodyPr/>
            <a:lstStyle/>
            <a:p>
              <a:endParaRPr lang="es-419" noProof="0" dirty="0"/>
            </a:p>
          </p:txBody>
        </p:sp>
        <p:sp>
          <p:nvSpPr>
            <p:cNvPr id="86" name="Forma libre: forma 85">
              <a:extLst>
                <a:ext uri="{FF2B5EF4-FFF2-40B4-BE49-F238E27FC236}">
                  <a16:creationId xmlns:a16="http://schemas.microsoft.com/office/drawing/2014/main" id="{B7DAEC1E-84F2-3799-2097-978B2DC263BF}"/>
                </a:ext>
              </a:extLst>
            </p:cNvPr>
            <p:cNvSpPr/>
            <p:nvPr/>
          </p:nvSpPr>
          <p:spPr>
            <a:xfrm>
              <a:off x="976738" y="2149266"/>
              <a:ext cx="9026" cy="7395"/>
            </a:xfrm>
            <a:custGeom>
              <a:avLst/>
              <a:gdLst>
                <a:gd name="csX0" fmla="*/ 866 w 9026"/>
                <a:gd name="csY0" fmla="*/ 4748 h 7395"/>
                <a:gd name="csX1" fmla="*/ 6187 w 9026"/>
                <a:gd name="csY1" fmla="*/ 710 h 7395"/>
                <a:gd name="csX2" fmla="*/ 8728 w 9026"/>
                <a:gd name="csY2" fmla="*/ 4901 h 7395"/>
                <a:gd name="csX3" fmla="*/ 866 w 9026"/>
                <a:gd name="csY3" fmla="*/ 4748 h 7395"/>
              </a:gdLst>
              <a:ahLst/>
              <a:cxnLst>
                <a:cxn ang="0">
                  <a:pos x="csX0" y="csY0"/>
                </a:cxn>
                <a:cxn ang="0">
                  <a:pos x="csX1" y="csY1"/>
                </a:cxn>
                <a:cxn ang="0">
                  <a:pos x="csX2" y="csY2"/>
                </a:cxn>
                <a:cxn ang="0">
                  <a:pos x="csX3" y="csY3"/>
                </a:cxn>
              </a:cxnLst>
              <a:rect l="l" t="t" r="r" b="b"/>
              <a:pathLst>
                <a:path w="9026" h="7395">
                  <a:moveTo>
                    <a:pt x="866" y="4748"/>
                  </a:moveTo>
                  <a:cubicBezTo>
                    <a:pt x="-1510" y="904"/>
                    <a:pt x="1245" y="-1186"/>
                    <a:pt x="6187" y="710"/>
                  </a:cubicBezTo>
                  <a:cubicBezTo>
                    <a:pt x="8468" y="1586"/>
                    <a:pt x="9611" y="3472"/>
                    <a:pt x="8728" y="4901"/>
                  </a:cubicBezTo>
                  <a:cubicBezTo>
                    <a:pt x="6635" y="8287"/>
                    <a:pt x="3009" y="8216"/>
                    <a:pt x="866" y="4748"/>
                  </a:cubicBezTo>
                  <a:close/>
                </a:path>
              </a:pathLst>
            </a:custGeom>
            <a:solidFill>
              <a:srgbClr val="B9B9B9"/>
            </a:solidFill>
            <a:ln w="5163" cap="flat">
              <a:noFill/>
              <a:prstDash val="solid"/>
              <a:miter/>
            </a:ln>
          </p:spPr>
          <p:txBody>
            <a:bodyPr/>
            <a:lstStyle/>
            <a:p>
              <a:endParaRPr lang="es-419" noProof="0" dirty="0"/>
            </a:p>
          </p:txBody>
        </p:sp>
        <p:sp>
          <p:nvSpPr>
            <p:cNvPr id="87" name="Forma libre: forma 86">
              <a:extLst>
                <a:ext uri="{FF2B5EF4-FFF2-40B4-BE49-F238E27FC236}">
                  <a16:creationId xmlns:a16="http://schemas.microsoft.com/office/drawing/2014/main" id="{07E1E05C-A7CB-D49C-5424-14C34E0E4329}"/>
                </a:ext>
              </a:extLst>
            </p:cNvPr>
            <p:cNvSpPr/>
            <p:nvPr/>
          </p:nvSpPr>
          <p:spPr>
            <a:xfrm>
              <a:off x="958388" y="2135665"/>
              <a:ext cx="19364" cy="11047"/>
            </a:xfrm>
            <a:custGeom>
              <a:avLst/>
              <a:gdLst>
                <a:gd name="csX0" fmla="*/ 0 w 19364"/>
                <a:gd name="csY0" fmla="*/ 8841 h 11047"/>
                <a:gd name="csX1" fmla="*/ 17408 w 19364"/>
                <a:gd name="csY1" fmla="*/ 154 h 11047"/>
                <a:gd name="csX2" fmla="*/ 17432 w 19364"/>
                <a:gd name="csY2" fmla="*/ 5614 h 11047"/>
                <a:gd name="csX3" fmla="*/ 0 w 19364"/>
                <a:gd name="csY3" fmla="*/ 8841 h 11047"/>
              </a:gdLst>
              <a:ahLst/>
              <a:cxnLst>
                <a:cxn ang="0">
                  <a:pos x="csX0" y="csY0"/>
                </a:cxn>
                <a:cxn ang="0">
                  <a:pos x="csX1" y="csY1"/>
                </a:cxn>
                <a:cxn ang="0">
                  <a:pos x="csX2" y="csY2"/>
                </a:cxn>
                <a:cxn ang="0">
                  <a:pos x="csX3" y="csY3"/>
                </a:cxn>
              </a:cxnLst>
              <a:rect l="l" t="t" r="r" b="b"/>
              <a:pathLst>
                <a:path w="19364" h="11047">
                  <a:moveTo>
                    <a:pt x="0" y="8841"/>
                  </a:moveTo>
                  <a:cubicBezTo>
                    <a:pt x="126" y="2682"/>
                    <a:pt x="7086" y="-791"/>
                    <a:pt x="17408" y="154"/>
                  </a:cubicBezTo>
                  <a:cubicBezTo>
                    <a:pt x="20010" y="392"/>
                    <a:pt x="20015" y="1478"/>
                    <a:pt x="17432" y="5614"/>
                  </a:cubicBezTo>
                  <a:cubicBezTo>
                    <a:pt x="14357" y="10538"/>
                    <a:pt x="-89" y="13212"/>
                    <a:pt x="0" y="8841"/>
                  </a:cubicBezTo>
                  <a:close/>
                </a:path>
              </a:pathLst>
            </a:custGeom>
            <a:solidFill>
              <a:srgbClr val="B9B9B9"/>
            </a:solidFill>
            <a:ln w="5163" cap="flat">
              <a:noFill/>
              <a:prstDash val="solid"/>
              <a:miter/>
            </a:ln>
          </p:spPr>
          <p:txBody>
            <a:bodyPr/>
            <a:lstStyle/>
            <a:p>
              <a:endParaRPr lang="es-419" noProof="0" dirty="0"/>
            </a:p>
          </p:txBody>
        </p:sp>
        <p:sp>
          <p:nvSpPr>
            <p:cNvPr id="88" name="Forma libre: forma 87">
              <a:extLst>
                <a:ext uri="{FF2B5EF4-FFF2-40B4-BE49-F238E27FC236}">
                  <a16:creationId xmlns:a16="http://schemas.microsoft.com/office/drawing/2014/main" id="{2AF687C9-7D5C-2B6E-950F-58B90E05BB8E}"/>
                </a:ext>
              </a:extLst>
            </p:cNvPr>
            <p:cNvSpPr/>
            <p:nvPr/>
          </p:nvSpPr>
          <p:spPr>
            <a:xfrm>
              <a:off x="938010" y="2110987"/>
              <a:ext cx="18997" cy="19965"/>
            </a:xfrm>
            <a:custGeom>
              <a:avLst/>
              <a:gdLst>
                <a:gd name="csX0" fmla="*/ 2787 w 18997"/>
                <a:gd name="csY0" fmla="*/ 11392 h 19965"/>
                <a:gd name="csX1" fmla="*/ 4678 w 18997"/>
                <a:gd name="csY1" fmla="*/ 36 h 19965"/>
                <a:gd name="csX2" fmla="*/ 17544 w 18997"/>
                <a:gd name="csY2" fmla="*/ 12951 h 19965"/>
                <a:gd name="csX3" fmla="*/ 13049 w 18997"/>
                <a:gd name="csY3" fmla="*/ 19965 h 19965"/>
                <a:gd name="csX4" fmla="*/ 2787 w 18997"/>
                <a:gd name="csY4" fmla="*/ 11392 h 19965"/>
              </a:gdLst>
              <a:ahLst/>
              <a:cxnLst>
                <a:cxn ang="0">
                  <a:pos x="csX0" y="csY0"/>
                </a:cxn>
                <a:cxn ang="0">
                  <a:pos x="csX1" y="csY1"/>
                </a:cxn>
                <a:cxn ang="0">
                  <a:pos x="csX2" y="csY2"/>
                </a:cxn>
                <a:cxn ang="0">
                  <a:pos x="csX3" y="csY3"/>
                </a:cxn>
                <a:cxn ang="0">
                  <a:pos x="csX4" y="csY4"/>
                </a:cxn>
              </a:cxnLst>
              <a:rect l="l" t="t" r="r" b="b"/>
              <a:pathLst>
                <a:path w="18997" h="19965">
                  <a:moveTo>
                    <a:pt x="2787" y="11392"/>
                  </a:moveTo>
                  <a:cubicBezTo>
                    <a:pt x="-1192" y="389"/>
                    <a:pt x="-1207" y="479"/>
                    <a:pt x="4678" y="36"/>
                  </a:cubicBezTo>
                  <a:cubicBezTo>
                    <a:pt x="10396" y="-395"/>
                    <a:pt x="13750" y="2973"/>
                    <a:pt x="17544" y="12951"/>
                  </a:cubicBezTo>
                  <a:cubicBezTo>
                    <a:pt x="20048" y="19537"/>
                    <a:pt x="19774" y="19965"/>
                    <a:pt x="13049" y="19965"/>
                  </a:cubicBezTo>
                  <a:cubicBezTo>
                    <a:pt x="7281" y="19965"/>
                    <a:pt x="5284" y="18297"/>
                    <a:pt x="2787" y="11392"/>
                  </a:cubicBezTo>
                  <a:close/>
                </a:path>
              </a:pathLst>
            </a:custGeom>
            <a:solidFill>
              <a:srgbClr val="B9B9B9"/>
            </a:solidFill>
            <a:ln w="5163" cap="flat">
              <a:noFill/>
              <a:prstDash val="solid"/>
              <a:miter/>
            </a:ln>
          </p:spPr>
          <p:txBody>
            <a:bodyPr/>
            <a:lstStyle/>
            <a:p>
              <a:endParaRPr lang="es-419" noProof="0" dirty="0"/>
            </a:p>
          </p:txBody>
        </p:sp>
        <p:sp>
          <p:nvSpPr>
            <p:cNvPr id="89" name="Forma libre: forma 88">
              <a:extLst>
                <a:ext uri="{FF2B5EF4-FFF2-40B4-BE49-F238E27FC236}">
                  <a16:creationId xmlns:a16="http://schemas.microsoft.com/office/drawing/2014/main" id="{85045089-AB0C-F675-9109-B0948AA0B413}"/>
                </a:ext>
              </a:extLst>
            </p:cNvPr>
            <p:cNvSpPr/>
            <p:nvPr/>
          </p:nvSpPr>
          <p:spPr>
            <a:xfrm>
              <a:off x="924790" y="2098451"/>
              <a:ext cx="5162" cy="9268"/>
            </a:xfrm>
            <a:custGeom>
              <a:avLst/>
              <a:gdLst>
                <a:gd name="csX0" fmla="*/ 0 w 5162"/>
                <a:gd name="csY0" fmla="*/ 3953 h 9268"/>
                <a:gd name="csX1" fmla="*/ 2581 w 5162"/>
                <a:gd name="csY1" fmla="*/ 233 h 9268"/>
                <a:gd name="csX2" fmla="*/ 5163 w 5162"/>
                <a:gd name="csY2" fmla="*/ 5549 h 9268"/>
                <a:gd name="csX3" fmla="*/ 2581 w 5162"/>
                <a:gd name="csY3" fmla="*/ 9269 h 9268"/>
                <a:gd name="csX4" fmla="*/ 0 w 5162"/>
                <a:gd name="csY4" fmla="*/ 3953 h 9268"/>
              </a:gdLst>
              <a:ahLst/>
              <a:cxnLst>
                <a:cxn ang="0">
                  <a:pos x="csX0" y="csY0"/>
                </a:cxn>
                <a:cxn ang="0">
                  <a:pos x="csX1" y="csY1"/>
                </a:cxn>
                <a:cxn ang="0">
                  <a:pos x="csX2" y="csY2"/>
                </a:cxn>
                <a:cxn ang="0">
                  <a:pos x="csX3" y="csY3"/>
                </a:cxn>
                <a:cxn ang="0">
                  <a:pos x="csX4" y="csY4"/>
                </a:cxn>
              </a:cxnLst>
              <a:rect l="l" t="t" r="r" b="b"/>
              <a:pathLst>
                <a:path w="5162" h="9268">
                  <a:moveTo>
                    <a:pt x="0" y="3953"/>
                  </a:moveTo>
                  <a:cubicBezTo>
                    <a:pt x="0" y="1030"/>
                    <a:pt x="1162" y="-644"/>
                    <a:pt x="2581" y="233"/>
                  </a:cubicBezTo>
                  <a:cubicBezTo>
                    <a:pt x="4001" y="1111"/>
                    <a:pt x="5163" y="3503"/>
                    <a:pt x="5163" y="5549"/>
                  </a:cubicBezTo>
                  <a:cubicBezTo>
                    <a:pt x="5163" y="7595"/>
                    <a:pt x="4001" y="9269"/>
                    <a:pt x="2581" y="9269"/>
                  </a:cubicBezTo>
                  <a:cubicBezTo>
                    <a:pt x="1162" y="9269"/>
                    <a:pt x="0" y="6877"/>
                    <a:pt x="0" y="3953"/>
                  </a:cubicBezTo>
                  <a:close/>
                </a:path>
              </a:pathLst>
            </a:custGeom>
            <a:solidFill>
              <a:srgbClr val="B9B9B9"/>
            </a:solidFill>
            <a:ln w="5163" cap="flat">
              <a:noFill/>
              <a:prstDash val="solid"/>
              <a:miter/>
            </a:ln>
          </p:spPr>
          <p:txBody>
            <a:bodyPr/>
            <a:lstStyle/>
            <a:p>
              <a:endParaRPr lang="es-419" noProof="0" dirty="0"/>
            </a:p>
          </p:txBody>
        </p:sp>
      </p:grpSp>
      <p:grpSp>
        <p:nvGrpSpPr>
          <p:cNvPr id="90" name="Gráfico 39">
            <a:extLst>
              <a:ext uri="{FF2B5EF4-FFF2-40B4-BE49-F238E27FC236}">
                <a16:creationId xmlns:a16="http://schemas.microsoft.com/office/drawing/2014/main" id="{8CFF6AA7-841A-17B8-5050-72F2C0457849}"/>
              </a:ext>
            </a:extLst>
          </p:cNvPr>
          <p:cNvGrpSpPr/>
          <p:nvPr/>
        </p:nvGrpSpPr>
        <p:grpSpPr>
          <a:xfrm>
            <a:off x="281340" y="1474182"/>
            <a:ext cx="428841" cy="522535"/>
            <a:chOff x="281340" y="1474182"/>
            <a:chExt cx="428841" cy="522535"/>
          </a:xfrm>
          <a:solidFill>
            <a:srgbClr val="B9B9B9"/>
          </a:solidFill>
        </p:grpSpPr>
        <p:grpSp>
          <p:nvGrpSpPr>
            <p:cNvPr id="91" name="Gráfico 39">
              <a:extLst>
                <a:ext uri="{FF2B5EF4-FFF2-40B4-BE49-F238E27FC236}">
                  <a16:creationId xmlns:a16="http://schemas.microsoft.com/office/drawing/2014/main" id="{E5CCF70C-8C10-710A-6C4A-CC0D733C5A4F}"/>
                </a:ext>
              </a:extLst>
            </p:cNvPr>
            <p:cNvGrpSpPr/>
            <p:nvPr/>
          </p:nvGrpSpPr>
          <p:grpSpPr>
            <a:xfrm>
              <a:off x="281340" y="1474182"/>
              <a:ext cx="428841" cy="522535"/>
              <a:chOff x="281340" y="1474182"/>
              <a:chExt cx="428841" cy="522535"/>
            </a:xfrm>
            <a:solidFill>
              <a:srgbClr val="B9B9B9"/>
            </a:solidFill>
          </p:grpSpPr>
          <p:sp>
            <p:nvSpPr>
              <p:cNvPr id="92" name="Forma libre: forma 91">
                <a:extLst>
                  <a:ext uri="{FF2B5EF4-FFF2-40B4-BE49-F238E27FC236}">
                    <a16:creationId xmlns:a16="http://schemas.microsoft.com/office/drawing/2014/main" id="{1F668571-C0CB-C49D-7801-DE5CCD61BA46}"/>
                  </a:ext>
                </a:extLst>
              </p:cNvPr>
              <p:cNvSpPr/>
              <p:nvPr/>
            </p:nvSpPr>
            <p:spPr>
              <a:xfrm>
                <a:off x="281340" y="1474182"/>
                <a:ext cx="428841" cy="522535"/>
              </a:xfrm>
              <a:custGeom>
                <a:avLst/>
                <a:gdLst>
                  <a:gd name="csX0" fmla="*/ 375000 w 428841"/>
                  <a:gd name="csY0" fmla="*/ 516104 h 522535"/>
                  <a:gd name="csX1" fmla="*/ 367101 w 428841"/>
                  <a:gd name="csY1" fmla="*/ 496098 h 522535"/>
                  <a:gd name="csX2" fmla="*/ 357849 w 428841"/>
                  <a:gd name="csY2" fmla="*/ 467300 h 522535"/>
                  <a:gd name="csX3" fmla="*/ 337807 w 428841"/>
                  <a:gd name="csY3" fmla="*/ 445109 h 522535"/>
                  <a:gd name="csX4" fmla="*/ 320489 w 428841"/>
                  <a:gd name="csY4" fmla="*/ 429036 h 522535"/>
                  <a:gd name="csX5" fmla="*/ 269809 w 428841"/>
                  <a:gd name="csY5" fmla="*/ 379110 h 522535"/>
                  <a:gd name="csX6" fmla="*/ 248488 w 428841"/>
                  <a:gd name="csY6" fmla="*/ 370097 h 522535"/>
                  <a:gd name="csX7" fmla="*/ 256878 w 428841"/>
                  <a:gd name="csY7" fmla="*/ 370327 h 522535"/>
                  <a:gd name="csX8" fmla="*/ 265267 w 428841"/>
                  <a:gd name="csY8" fmla="*/ 372646 h 522535"/>
                  <a:gd name="csX9" fmla="*/ 258168 w 428841"/>
                  <a:gd name="csY9" fmla="*/ 366399 h 522535"/>
                  <a:gd name="csX10" fmla="*/ 251069 w 428841"/>
                  <a:gd name="csY10" fmla="*/ 355305 h 522535"/>
                  <a:gd name="csX11" fmla="*/ 237556 w 428841"/>
                  <a:gd name="csY11" fmla="*/ 353450 h 522535"/>
                  <a:gd name="csX12" fmla="*/ 235538 w 428841"/>
                  <a:gd name="csY12" fmla="*/ 349578 h 522535"/>
                  <a:gd name="csX13" fmla="*/ 231626 w 428841"/>
                  <a:gd name="csY13" fmla="*/ 338114 h 522535"/>
                  <a:gd name="csX14" fmla="*/ 227531 w 428841"/>
                  <a:gd name="csY14" fmla="*/ 327788 h 522535"/>
                  <a:gd name="csX15" fmla="*/ 225255 w 428841"/>
                  <a:gd name="csY15" fmla="*/ 330217 h 522535"/>
                  <a:gd name="csX16" fmla="*/ 222797 w 428841"/>
                  <a:gd name="csY16" fmla="*/ 331508 h 522535"/>
                  <a:gd name="csX17" fmla="*/ 220276 w 428841"/>
                  <a:gd name="csY17" fmla="*/ 330217 h 522535"/>
                  <a:gd name="csX18" fmla="*/ 216375 w 428841"/>
                  <a:gd name="csY18" fmla="*/ 326968 h 522535"/>
                  <a:gd name="csX19" fmla="*/ 212138 w 428841"/>
                  <a:gd name="csY19" fmla="*/ 320021 h 522535"/>
                  <a:gd name="csX20" fmla="*/ 209766 w 428841"/>
                  <a:gd name="csY20" fmla="*/ 317462 h 522535"/>
                  <a:gd name="csX21" fmla="*/ 212670 w 428841"/>
                  <a:gd name="csY21" fmla="*/ 314083 h 522535"/>
                  <a:gd name="csX22" fmla="*/ 216877 w 428841"/>
                  <a:gd name="csY22" fmla="*/ 311142 h 522535"/>
                  <a:gd name="csX23" fmla="*/ 215264 w 428841"/>
                  <a:gd name="csY23" fmla="*/ 309359 h 522535"/>
                  <a:gd name="csX24" fmla="*/ 217511 w 428841"/>
                  <a:gd name="csY24" fmla="*/ 291496 h 522535"/>
                  <a:gd name="csX25" fmla="*/ 222673 w 428841"/>
                  <a:gd name="csY25" fmla="*/ 271731 h 522535"/>
                  <a:gd name="csX26" fmla="*/ 225571 w 428841"/>
                  <a:gd name="csY26" fmla="*/ 266972 h 522535"/>
                  <a:gd name="csX27" fmla="*/ 225255 w 428841"/>
                  <a:gd name="csY27" fmla="*/ 263100 h 522535"/>
                  <a:gd name="csX28" fmla="*/ 224939 w 428841"/>
                  <a:gd name="csY28" fmla="*/ 259227 h 522535"/>
                  <a:gd name="csX29" fmla="*/ 227470 w 428841"/>
                  <a:gd name="csY29" fmla="*/ 246966 h 522535"/>
                  <a:gd name="csX30" fmla="*/ 227104 w 428841"/>
                  <a:gd name="csY30" fmla="*/ 234704 h 522535"/>
                  <a:gd name="csX31" fmla="*/ 225255 w 428841"/>
                  <a:gd name="csY31" fmla="*/ 245029 h 522535"/>
                  <a:gd name="csX32" fmla="*/ 222926 w 428841"/>
                  <a:gd name="csY32" fmla="*/ 241157 h 522535"/>
                  <a:gd name="csX33" fmla="*/ 213514 w 428841"/>
                  <a:gd name="csY33" fmla="*/ 204198 h 522535"/>
                  <a:gd name="csX34" fmla="*/ 207511 w 428841"/>
                  <a:gd name="csY34" fmla="*/ 195911 h 522535"/>
                  <a:gd name="csX35" fmla="*/ 199366 w 428841"/>
                  <a:gd name="csY35" fmla="*/ 188261 h 522535"/>
                  <a:gd name="csX36" fmla="*/ 189814 w 428841"/>
                  <a:gd name="csY36" fmla="*/ 185143 h 522535"/>
                  <a:gd name="csX37" fmla="*/ 177824 w 428841"/>
                  <a:gd name="csY37" fmla="*/ 176701 h 522535"/>
                  <a:gd name="csX38" fmla="*/ 173385 w 428841"/>
                  <a:gd name="csY38" fmla="*/ 171969 h 522535"/>
                  <a:gd name="csX39" fmla="*/ 172244 w 428841"/>
                  <a:gd name="csY39" fmla="*/ 166295 h 522535"/>
                  <a:gd name="csX40" fmla="*/ 157189 w 428841"/>
                  <a:gd name="csY40" fmla="*/ 154717 h 522535"/>
                  <a:gd name="csX41" fmla="*/ 154290 w 428841"/>
                  <a:gd name="csY41" fmla="*/ 143110 h 522535"/>
                  <a:gd name="csX42" fmla="*/ 153437 w 428841"/>
                  <a:gd name="csY42" fmla="*/ 130888 h 522535"/>
                  <a:gd name="csX43" fmla="*/ 150373 w 428841"/>
                  <a:gd name="csY43" fmla="*/ 128835 h 522535"/>
                  <a:gd name="csX44" fmla="*/ 148457 w 428841"/>
                  <a:gd name="csY44" fmla="*/ 125777 h 522535"/>
                  <a:gd name="csX45" fmla="*/ 150890 w 428841"/>
                  <a:gd name="csY45" fmla="*/ 109503 h 522535"/>
                  <a:gd name="csX46" fmla="*/ 144325 w 428841"/>
                  <a:gd name="csY46" fmla="*/ 119656 h 522535"/>
                  <a:gd name="csX47" fmla="*/ 132054 w 428841"/>
                  <a:gd name="csY47" fmla="*/ 127093 h 522535"/>
                  <a:gd name="csX48" fmla="*/ 125630 w 428841"/>
                  <a:gd name="csY48" fmla="*/ 120812 h 522535"/>
                  <a:gd name="csX49" fmla="*/ 123207 w 428841"/>
                  <a:gd name="csY49" fmla="*/ 117248 h 522535"/>
                  <a:gd name="csX50" fmla="*/ 119415 w 428841"/>
                  <a:gd name="csY50" fmla="*/ 121894 h 522535"/>
                  <a:gd name="csX51" fmla="*/ 116519 w 428841"/>
                  <a:gd name="csY51" fmla="*/ 129437 h 522535"/>
                  <a:gd name="csX52" fmla="*/ 107977 w 428841"/>
                  <a:gd name="csY52" fmla="*/ 127285 h 522535"/>
                  <a:gd name="csX53" fmla="*/ 105433 w 428841"/>
                  <a:gd name="csY53" fmla="*/ 123427 h 522535"/>
                  <a:gd name="csX54" fmla="*/ 96024 w 428841"/>
                  <a:gd name="csY54" fmla="*/ 113119 h 522535"/>
                  <a:gd name="csX55" fmla="*/ 84566 w 428841"/>
                  <a:gd name="csY55" fmla="*/ 104340 h 522535"/>
                  <a:gd name="csX56" fmla="*/ 73108 w 428841"/>
                  <a:gd name="csY56" fmla="*/ 95562 h 522535"/>
                  <a:gd name="csX57" fmla="*/ 56725 w 428841"/>
                  <a:gd name="csY57" fmla="*/ 85124 h 522535"/>
                  <a:gd name="csX58" fmla="*/ 41890 w 428841"/>
                  <a:gd name="csY58" fmla="*/ 66163 h 522535"/>
                  <a:gd name="csX59" fmla="*/ 28677 w 428841"/>
                  <a:gd name="csY59" fmla="*/ 46701 h 522535"/>
                  <a:gd name="csX60" fmla="*/ 19131 w 428841"/>
                  <a:gd name="csY60" fmla="*/ 37238 h 522535"/>
                  <a:gd name="csX61" fmla="*/ 12905 w 428841"/>
                  <a:gd name="csY61" fmla="*/ 29478 h 522535"/>
                  <a:gd name="csX62" fmla="*/ 565 w 428841"/>
                  <a:gd name="csY62" fmla="*/ 12763 h 522535"/>
                  <a:gd name="csX63" fmla="*/ 24931 w 428841"/>
                  <a:gd name="csY63" fmla="*/ 17586 h 522535"/>
                  <a:gd name="csX64" fmla="*/ 53740 w 428841"/>
                  <a:gd name="csY64" fmla="*/ 17944 h 522535"/>
                  <a:gd name="csX65" fmla="*/ 62623 w 428841"/>
                  <a:gd name="csY65" fmla="*/ 19236 h 522535"/>
                  <a:gd name="csX66" fmla="*/ 68432 w 428841"/>
                  <a:gd name="csY66" fmla="*/ 26677 h 522535"/>
                  <a:gd name="csX67" fmla="*/ 76711 w 428841"/>
                  <a:gd name="csY67" fmla="*/ 24137 h 522535"/>
                  <a:gd name="csX68" fmla="*/ 79251 w 428841"/>
                  <a:gd name="csY68" fmla="*/ 21734 h 522535"/>
                  <a:gd name="csX69" fmla="*/ 83275 w 428841"/>
                  <a:gd name="csY69" fmla="*/ 19103 h 522535"/>
                  <a:gd name="csX70" fmla="*/ 76792 w 428841"/>
                  <a:gd name="csY70" fmla="*/ 18100 h 522535"/>
                  <a:gd name="csX71" fmla="*/ 72078 w 428841"/>
                  <a:gd name="csY71" fmla="*/ 15119 h 522535"/>
                  <a:gd name="csX72" fmla="*/ 69501 w 428841"/>
                  <a:gd name="csY72" fmla="*/ 12179 h 522535"/>
                  <a:gd name="csX73" fmla="*/ 70989 w 428841"/>
                  <a:gd name="csY73" fmla="*/ 5916 h 522535"/>
                  <a:gd name="csX74" fmla="*/ 77646 w 428841"/>
                  <a:gd name="csY74" fmla="*/ 3402 h 522535"/>
                  <a:gd name="csX75" fmla="*/ 139275 w 428841"/>
                  <a:gd name="csY75" fmla="*/ 15638 h 522535"/>
                  <a:gd name="csX76" fmla="*/ 187630 w 428841"/>
                  <a:gd name="csY76" fmla="*/ 22047 h 522535"/>
                  <a:gd name="csX77" fmla="*/ 207209 w 428841"/>
                  <a:gd name="csY77" fmla="*/ 56596 h 522535"/>
                  <a:gd name="csX78" fmla="*/ 227114 w 428841"/>
                  <a:gd name="csY78" fmla="*/ 93147 h 522535"/>
                  <a:gd name="csX79" fmla="*/ 237157 w 428841"/>
                  <a:gd name="csY79" fmla="*/ 106748 h 522535"/>
                  <a:gd name="csX80" fmla="*/ 244314 w 428841"/>
                  <a:gd name="csY80" fmla="*/ 119404 h 522535"/>
                  <a:gd name="csX81" fmla="*/ 245646 w 428841"/>
                  <a:gd name="csY81" fmla="*/ 128703 h 522535"/>
                  <a:gd name="csX82" fmla="*/ 248545 w 428841"/>
                  <a:gd name="csY82" fmla="*/ 142569 h 522535"/>
                  <a:gd name="csX83" fmla="*/ 261330 w 428841"/>
                  <a:gd name="csY83" fmla="*/ 164801 h 522535"/>
                  <a:gd name="csX84" fmla="*/ 258888 w 428841"/>
                  <a:gd name="csY84" fmla="*/ 155359 h 522535"/>
                  <a:gd name="csX85" fmla="*/ 255800 w 428841"/>
                  <a:gd name="csY85" fmla="*/ 130155 h 522535"/>
                  <a:gd name="csX86" fmla="*/ 275961 w 428841"/>
                  <a:gd name="csY86" fmla="*/ 158456 h 522535"/>
                  <a:gd name="csX87" fmla="*/ 281077 w 428841"/>
                  <a:gd name="csY87" fmla="*/ 166295 h 522535"/>
                  <a:gd name="csX88" fmla="*/ 284516 w 428841"/>
                  <a:gd name="csY88" fmla="*/ 174685 h 522535"/>
                  <a:gd name="csX89" fmla="*/ 290330 w 428841"/>
                  <a:gd name="csY89" fmla="*/ 206853 h 522535"/>
                  <a:gd name="csX90" fmla="*/ 289732 w 428841"/>
                  <a:gd name="csY90" fmla="*/ 219395 h 522535"/>
                  <a:gd name="csX91" fmla="*/ 295284 w 428841"/>
                  <a:gd name="csY91" fmla="*/ 246624 h 522535"/>
                  <a:gd name="csX92" fmla="*/ 307839 w 428841"/>
                  <a:gd name="csY92" fmla="*/ 265674 h 522535"/>
                  <a:gd name="csX93" fmla="*/ 311998 w 428841"/>
                  <a:gd name="csY93" fmla="*/ 272749 h 522535"/>
                  <a:gd name="csX94" fmla="*/ 323310 w 428841"/>
                  <a:gd name="csY94" fmla="*/ 313772 h 522535"/>
                  <a:gd name="csX95" fmla="*/ 331080 w 428841"/>
                  <a:gd name="csY95" fmla="*/ 343142 h 522535"/>
                  <a:gd name="csX96" fmla="*/ 329774 w 428841"/>
                  <a:gd name="csY96" fmla="*/ 364390 h 522535"/>
                  <a:gd name="csX97" fmla="*/ 349986 w 428841"/>
                  <a:gd name="csY97" fmla="*/ 396248 h 522535"/>
                  <a:gd name="csX98" fmla="*/ 354973 w 428841"/>
                  <a:gd name="csY98" fmla="*/ 397754 h 522535"/>
                  <a:gd name="csX99" fmla="*/ 357026 w 428841"/>
                  <a:gd name="csY99" fmla="*/ 403789 h 522535"/>
                  <a:gd name="csX100" fmla="*/ 360843 w 428841"/>
                  <a:gd name="csY100" fmla="*/ 395399 h 522535"/>
                  <a:gd name="csX101" fmla="*/ 361835 w 428841"/>
                  <a:gd name="csY101" fmla="*/ 383279 h 522535"/>
                  <a:gd name="csX102" fmla="*/ 377379 w 428841"/>
                  <a:gd name="csY102" fmla="*/ 393272 h 522535"/>
                  <a:gd name="csX103" fmla="*/ 390468 w 428841"/>
                  <a:gd name="csY103" fmla="*/ 410555 h 522535"/>
                  <a:gd name="csX104" fmla="*/ 396921 w 428841"/>
                  <a:gd name="csY104" fmla="*/ 414114 h 522535"/>
                  <a:gd name="csX105" fmla="*/ 403375 w 428841"/>
                  <a:gd name="csY105" fmla="*/ 419847 h 522535"/>
                  <a:gd name="csX106" fmla="*/ 406602 w 428841"/>
                  <a:gd name="csY106" fmla="*/ 439662 h 522535"/>
                  <a:gd name="csX107" fmla="*/ 418087 w 428841"/>
                  <a:gd name="csY107" fmla="*/ 458630 h 522535"/>
                  <a:gd name="csX108" fmla="*/ 419011 w 428841"/>
                  <a:gd name="csY108" fmla="*/ 503820 h 522535"/>
                  <a:gd name="csX109" fmla="*/ 409820 w 428841"/>
                  <a:gd name="csY109" fmla="*/ 509628 h 522535"/>
                  <a:gd name="csX110" fmla="*/ 394580 w 428841"/>
                  <a:gd name="csY110" fmla="*/ 516082 h 522535"/>
                  <a:gd name="csX111" fmla="*/ 382031 w 428841"/>
                  <a:gd name="csY111" fmla="*/ 522535 h 522535"/>
                  <a:gd name="csX112" fmla="*/ 375000 w 428841"/>
                  <a:gd name="csY112" fmla="*/ 516104 h 5225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Lst>
                <a:rect l="l" t="t" r="r" b="b"/>
                <a:pathLst>
                  <a:path w="428841" h="522535">
                    <a:moveTo>
                      <a:pt x="375000" y="516104"/>
                    </a:moveTo>
                    <a:cubicBezTo>
                      <a:pt x="371085" y="511937"/>
                      <a:pt x="368304" y="504894"/>
                      <a:pt x="367101" y="496098"/>
                    </a:cubicBezTo>
                    <a:cubicBezTo>
                      <a:pt x="366079" y="488632"/>
                      <a:pt x="361916" y="475673"/>
                      <a:pt x="357849" y="467300"/>
                    </a:cubicBezTo>
                    <a:cubicBezTo>
                      <a:pt x="351802" y="454850"/>
                      <a:pt x="348152" y="450809"/>
                      <a:pt x="337807" y="445109"/>
                    </a:cubicBezTo>
                    <a:cubicBezTo>
                      <a:pt x="329743" y="440665"/>
                      <a:pt x="323467" y="434840"/>
                      <a:pt x="320489" y="429036"/>
                    </a:cubicBezTo>
                    <a:cubicBezTo>
                      <a:pt x="313727" y="415856"/>
                      <a:pt x="278311" y="380967"/>
                      <a:pt x="269809" y="379110"/>
                    </a:cubicBezTo>
                    <a:cubicBezTo>
                      <a:pt x="258622" y="376667"/>
                      <a:pt x="248488" y="372383"/>
                      <a:pt x="248488" y="370097"/>
                    </a:cubicBezTo>
                    <a:cubicBezTo>
                      <a:pt x="248488" y="368948"/>
                      <a:pt x="252263" y="369052"/>
                      <a:pt x="256878" y="370327"/>
                    </a:cubicBezTo>
                    <a:lnTo>
                      <a:pt x="265267" y="372646"/>
                    </a:lnTo>
                    <a:lnTo>
                      <a:pt x="258168" y="366399"/>
                    </a:lnTo>
                    <a:cubicBezTo>
                      <a:pt x="254264" y="362963"/>
                      <a:pt x="251069" y="357971"/>
                      <a:pt x="251069" y="355305"/>
                    </a:cubicBezTo>
                    <a:cubicBezTo>
                      <a:pt x="251069" y="350053"/>
                      <a:pt x="241061" y="348679"/>
                      <a:pt x="237556" y="353450"/>
                    </a:cubicBezTo>
                    <a:cubicBezTo>
                      <a:pt x="236513" y="354870"/>
                      <a:pt x="235605" y="353128"/>
                      <a:pt x="235538" y="349578"/>
                    </a:cubicBezTo>
                    <a:cubicBezTo>
                      <a:pt x="235471" y="346029"/>
                      <a:pt x="233711" y="340870"/>
                      <a:pt x="231626" y="338114"/>
                    </a:cubicBezTo>
                    <a:cubicBezTo>
                      <a:pt x="229542" y="335358"/>
                      <a:pt x="227699" y="330711"/>
                      <a:pt x="227531" y="327788"/>
                    </a:cubicBezTo>
                    <a:cubicBezTo>
                      <a:pt x="227316" y="324054"/>
                      <a:pt x="226639" y="324776"/>
                      <a:pt x="225255" y="330217"/>
                    </a:cubicBezTo>
                    <a:cubicBezTo>
                      <a:pt x="223398" y="337513"/>
                      <a:pt x="223256" y="337588"/>
                      <a:pt x="222797" y="331508"/>
                    </a:cubicBezTo>
                    <a:cubicBezTo>
                      <a:pt x="222352" y="325610"/>
                      <a:pt x="222136" y="325499"/>
                      <a:pt x="220276" y="330217"/>
                    </a:cubicBezTo>
                    <a:cubicBezTo>
                      <a:pt x="218499" y="334726"/>
                      <a:pt x="218005" y="334315"/>
                      <a:pt x="216375" y="326968"/>
                    </a:cubicBezTo>
                    <a:cubicBezTo>
                      <a:pt x="215349" y="322341"/>
                      <a:pt x="213442" y="319215"/>
                      <a:pt x="212138" y="320021"/>
                    </a:cubicBezTo>
                    <a:cubicBezTo>
                      <a:pt x="210833" y="320827"/>
                      <a:pt x="209766" y="319676"/>
                      <a:pt x="209766" y="317462"/>
                    </a:cubicBezTo>
                    <a:cubicBezTo>
                      <a:pt x="209766" y="315249"/>
                      <a:pt x="211073" y="313728"/>
                      <a:pt x="212670" y="314083"/>
                    </a:cubicBezTo>
                    <a:cubicBezTo>
                      <a:pt x="214268" y="314438"/>
                      <a:pt x="216161" y="313115"/>
                      <a:pt x="216877" y="311142"/>
                    </a:cubicBezTo>
                    <a:cubicBezTo>
                      <a:pt x="217675" y="308946"/>
                      <a:pt x="217050" y="308255"/>
                      <a:pt x="215264" y="309359"/>
                    </a:cubicBezTo>
                    <a:cubicBezTo>
                      <a:pt x="211189" y="311878"/>
                      <a:pt x="211586" y="308715"/>
                      <a:pt x="217511" y="291496"/>
                    </a:cubicBezTo>
                    <a:cubicBezTo>
                      <a:pt x="220350" y="283242"/>
                      <a:pt x="222673" y="274348"/>
                      <a:pt x="222673" y="271731"/>
                    </a:cubicBezTo>
                    <a:cubicBezTo>
                      <a:pt x="222673" y="269113"/>
                      <a:pt x="223977" y="266972"/>
                      <a:pt x="225571" y="266972"/>
                    </a:cubicBezTo>
                    <a:cubicBezTo>
                      <a:pt x="227573" y="266972"/>
                      <a:pt x="227475" y="265775"/>
                      <a:pt x="225255" y="263100"/>
                    </a:cubicBezTo>
                    <a:cubicBezTo>
                      <a:pt x="223035" y="260424"/>
                      <a:pt x="222937" y="259227"/>
                      <a:pt x="224939" y="259227"/>
                    </a:cubicBezTo>
                    <a:cubicBezTo>
                      <a:pt x="226726" y="259227"/>
                      <a:pt x="227696" y="254529"/>
                      <a:pt x="227470" y="246966"/>
                    </a:cubicBezTo>
                    <a:lnTo>
                      <a:pt x="227104" y="234704"/>
                    </a:lnTo>
                    <a:lnTo>
                      <a:pt x="225255" y="245029"/>
                    </a:lnTo>
                    <a:cubicBezTo>
                      <a:pt x="223422" y="255266"/>
                      <a:pt x="223402" y="255233"/>
                      <a:pt x="222926" y="241157"/>
                    </a:cubicBezTo>
                    <a:cubicBezTo>
                      <a:pt x="222330" y="223537"/>
                      <a:pt x="217100" y="203003"/>
                      <a:pt x="213514" y="204198"/>
                    </a:cubicBezTo>
                    <a:cubicBezTo>
                      <a:pt x="212038" y="204690"/>
                      <a:pt x="209337" y="200961"/>
                      <a:pt x="207511" y="195911"/>
                    </a:cubicBezTo>
                    <a:cubicBezTo>
                      <a:pt x="204912" y="188724"/>
                      <a:pt x="203143" y="187062"/>
                      <a:pt x="199366" y="188261"/>
                    </a:cubicBezTo>
                    <a:cubicBezTo>
                      <a:pt x="196479" y="189177"/>
                      <a:pt x="192643" y="187925"/>
                      <a:pt x="189814" y="185143"/>
                    </a:cubicBezTo>
                    <a:cubicBezTo>
                      <a:pt x="187213" y="182586"/>
                      <a:pt x="181818" y="178787"/>
                      <a:pt x="177824" y="176701"/>
                    </a:cubicBezTo>
                    <a:cubicBezTo>
                      <a:pt x="173830" y="174616"/>
                      <a:pt x="171833" y="172486"/>
                      <a:pt x="173385" y="171969"/>
                    </a:cubicBezTo>
                    <a:cubicBezTo>
                      <a:pt x="177632" y="170553"/>
                      <a:pt x="176775" y="166295"/>
                      <a:pt x="172244" y="166295"/>
                    </a:cubicBezTo>
                    <a:cubicBezTo>
                      <a:pt x="165904" y="166295"/>
                      <a:pt x="155744" y="158482"/>
                      <a:pt x="157189" y="154717"/>
                    </a:cubicBezTo>
                    <a:cubicBezTo>
                      <a:pt x="157916" y="152822"/>
                      <a:pt x="156611" y="147599"/>
                      <a:pt x="154290" y="143110"/>
                    </a:cubicBezTo>
                    <a:cubicBezTo>
                      <a:pt x="150789" y="136341"/>
                      <a:pt x="150644" y="134254"/>
                      <a:pt x="153437" y="130888"/>
                    </a:cubicBezTo>
                    <a:cubicBezTo>
                      <a:pt x="156396" y="127323"/>
                      <a:pt x="156023" y="127073"/>
                      <a:pt x="150373" y="128835"/>
                    </a:cubicBezTo>
                    <a:cubicBezTo>
                      <a:pt x="144136" y="130780"/>
                      <a:pt x="144078" y="130686"/>
                      <a:pt x="148457" y="125777"/>
                    </a:cubicBezTo>
                    <a:cubicBezTo>
                      <a:pt x="153040" y="120640"/>
                      <a:pt x="154705" y="109503"/>
                      <a:pt x="150890" y="109503"/>
                    </a:cubicBezTo>
                    <a:cubicBezTo>
                      <a:pt x="149743" y="109503"/>
                      <a:pt x="146789" y="114072"/>
                      <a:pt x="144325" y="119656"/>
                    </a:cubicBezTo>
                    <a:cubicBezTo>
                      <a:pt x="140017" y="129421"/>
                      <a:pt x="139548" y="129705"/>
                      <a:pt x="132054" y="127093"/>
                    </a:cubicBezTo>
                    <a:cubicBezTo>
                      <a:pt x="127075" y="125357"/>
                      <a:pt x="124756" y="123090"/>
                      <a:pt x="125630" y="120812"/>
                    </a:cubicBezTo>
                    <a:cubicBezTo>
                      <a:pt x="126411" y="118778"/>
                      <a:pt x="125370" y="117248"/>
                      <a:pt x="123207" y="117248"/>
                    </a:cubicBezTo>
                    <a:cubicBezTo>
                      <a:pt x="121121" y="117248"/>
                      <a:pt x="119415" y="119339"/>
                      <a:pt x="119415" y="121894"/>
                    </a:cubicBezTo>
                    <a:cubicBezTo>
                      <a:pt x="119415" y="124450"/>
                      <a:pt x="118112" y="127844"/>
                      <a:pt x="116519" y="129437"/>
                    </a:cubicBezTo>
                    <a:cubicBezTo>
                      <a:pt x="113230" y="132727"/>
                      <a:pt x="105775" y="130849"/>
                      <a:pt x="107977" y="127285"/>
                    </a:cubicBezTo>
                    <a:cubicBezTo>
                      <a:pt x="108769" y="126004"/>
                      <a:pt x="107624" y="124268"/>
                      <a:pt x="105433" y="123427"/>
                    </a:cubicBezTo>
                    <a:cubicBezTo>
                      <a:pt x="103242" y="122586"/>
                      <a:pt x="99008" y="117948"/>
                      <a:pt x="96024" y="113119"/>
                    </a:cubicBezTo>
                    <a:cubicBezTo>
                      <a:pt x="92358" y="107187"/>
                      <a:pt x="88642" y="104340"/>
                      <a:pt x="84566" y="104340"/>
                    </a:cubicBezTo>
                    <a:cubicBezTo>
                      <a:pt x="80490" y="104340"/>
                      <a:pt x="76774" y="101493"/>
                      <a:pt x="73108" y="95562"/>
                    </a:cubicBezTo>
                    <a:cubicBezTo>
                      <a:pt x="67387" y="86305"/>
                      <a:pt x="62222" y="83015"/>
                      <a:pt x="56725" y="85124"/>
                    </a:cubicBezTo>
                    <a:cubicBezTo>
                      <a:pt x="50606" y="87472"/>
                      <a:pt x="41978" y="76444"/>
                      <a:pt x="41890" y="66163"/>
                    </a:cubicBezTo>
                    <a:cubicBezTo>
                      <a:pt x="41792" y="54708"/>
                      <a:pt x="37917" y="49001"/>
                      <a:pt x="28677" y="46701"/>
                    </a:cubicBezTo>
                    <a:cubicBezTo>
                      <a:pt x="24172" y="45580"/>
                      <a:pt x="20912" y="42349"/>
                      <a:pt x="19131" y="37238"/>
                    </a:cubicBezTo>
                    <a:cubicBezTo>
                      <a:pt x="17643" y="32970"/>
                      <a:pt x="14841" y="29478"/>
                      <a:pt x="12905" y="29478"/>
                    </a:cubicBezTo>
                    <a:cubicBezTo>
                      <a:pt x="8305" y="29478"/>
                      <a:pt x="-2593" y="14715"/>
                      <a:pt x="565" y="12763"/>
                    </a:cubicBezTo>
                    <a:cubicBezTo>
                      <a:pt x="3818" y="10752"/>
                      <a:pt x="12858" y="12542"/>
                      <a:pt x="24931" y="17586"/>
                    </a:cubicBezTo>
                    <a:cubicBezTo>
                      <a:pt x="37286" y="22748"/>
                      <a:pt x="47225" y="22872"/>
                      <a:pt x="53740" y="17944"/>
                    </a:cubicBezTo>
                    <a:cubicBezTo>
                      <a:pt x="60581" y="12770"/>
                      <a:pt x="62623" y="13067"/>
                      <a:pt x="62623" y="19236"/>
                    </a:cubicBezTo>
                    <a:cubicBezTo>
                      <a:pt x="62623" y="22305"/>
                      <a:pt x="65034" y="25393"/>
                      <a:pt x="68432" y="26677"/>
                    </a:cubicBezTo>
                    <a:cubicBezTo>
                      <a:pt x="74871" y="29111"/>
                      <a:pt x="79002" y="27843"/>
                      <a:pt x="76711" y="24137"/>
                    </a:cubicBezTo>
                    <a:cubicBezTo>
                      <a:pt x="75894" y="22815"/>
                      <a:pt x="77037" y="21734"/>
                      <a:pt x="79251" y="21734"/>
                    </a:cubicBezTo>
                    <a:cubicBezTo>
                      <a:pt x="81464" y="21734"/>
                      <a:pt x="83275" y="20550"/>
                      <a:pt x="83275" y="19103"/>
                    </a:cubicBezTo>
                    <a:cubicBezTo>
                      <a:pt x="83275" y="17583"/>
                      <a:pt x="80538" y="17160"/>
                      <a:pt x="76792" y="18100"/>
                    </a:cubicBezTo>
                    <a:cubicBezTo>
                      <a:pt x="71329" y="19471"/>
                      <a:pt x="70588" y="19002"/>
                      <a:pt x="72078" y="15119"/>
                    </a:cubicBezTo>
                    <a:cubicBezTo>
                      <a:pt x="73452" y="11539"/>
                      <a:pt x="72877" y="10883"/>
                      <a:pt x="69501" y="12179"/>
                    </a:cubicBezTo>
                    <a:cubicBezTo>
                      <a:pt x="66052" y="13503"/>
                      <a:pt x="66358" y="12212"/>
                      <a:pt x="70989" y="5916"/>
                    </a:cubicBezTo>
                    <a:cubicBezTo>
                      <a:pt x="76351" y="-1376"/>
                      <a:pt x="76888" y="-1579"/>
                      <a:pt x="77646" y="3402"/>
                    </a:cubicBezTo>
                    <a:cubicBezTo>
                      <a:pt x="78672" y="10145"/>
                      <a:pt x="78784" y="10167"/>
                      <a:pt x="139275" y="15638"/>
                    </a:cubicBezTo>
                    <a:cubicBezTo>
                      <a:pt x="166526" y="18103"/>
                      <a:pt x="188286" y="20987"/>
                      <a:pt x="187630" y="22047"/>
                    </a:cubicBezTo>
                    <a:cubicBezTo>
                      <a:pt x="185081" y="26172"/>
                      <a:pt x="200296" y="53021"/>
                      <a:pt x="207209" y="56596"/>
                    </a:cubicBezTo>
                    <a:cubicBezTo>
                      <a:pt x="214767" y="60504"/>
                      <a:pt x="224810" y="78946"/>
                      <a:pt x="227114" y="93147"/>
                    </a:cubicBezTo>
                    <a:cubicBezTo>
                      <a:pt x="228108" y="99272"/>
                      <a:pt x="230904" y="103059"/>
                      <a:pt x="237157" y="106748"/>
                    </a:cubicBezTo>
                    <a:cubicBezTo>
                      <a:pt x="244668" y="111180"/>
                      <a:pt x="245621" y="112866"/>
                      <a:pt x="244314" y="119404"/>
                    </a:cubicBezTo>
                    <a:cubicBezTo>
                      <a:pt x="243448" y="123731"/>
                      <a:pt x="244017" y="127696"/>
                      <a:pt x="245646" y="128703"/>
                    </a:cubicBezTo>
                    <a:cubicBezTo>
                      <a:pt x="247209" y="129669"/>
                      <a:pt x="248514" y="135909"/>
                      <a:pt x="248545" y="142569"/>
                    </a:cubicBezTo>
                    <a:cubicBezTo>
                      <a:pt x="248610" y="156222"/>
                      <a:pt x="256380" y="169733"/>
                      <a:pt x="261330" y="164801"/>
                    </a:cubicBezTo>
                    <a:cubicBezTo>
                      <a:pt x="263334" y="162805"/>
                      <a:pt x="262643" y="160133"/>
                      <a:pt x="258888" y="155359"/>
                    </a:cubicBezTo>
                    <a:cubicBezTo>
                      <a:pt x="253728" y="148800"/>
                      <a:pt x="251444" y="130155"/>
                      <a:pt x="255800" y="130155"/>
                    </a:cubicBezTo>
                    <a:cubicBezTo>
                      <a:pt x="259829" y="130155"/>
                      <a:pt x="274389" y="150593"/>
                      <a:pt x="275961" y="158456"/>
                    </a:cubicBezTo>
                    <a:cubicBezTo>
                      <a:pt x="276824" y="162768"/>
                      <a:pt x="279126" y="166295"/>
                      <a:pt x="281077" y="166295"/>
                    </a:cubicBezTo>
                    <a:cubicBezTo>
                      <a:pt x="283382" y="166295"/>
                      <a:pt x="284587" y="169236"/>
                      <a:pt x="284516" y="174685"/>
                    </a:cubicBezTo>
                    <a:cubicBezTo>
                      <a:pt x="284361" y="186530"/>
                      <a:pt x="287367" y="203159"/>
                      <a:pt x="290330" y="206853"/>
                    </a:cubicBezTo>
                    <a:cubicBezTo>
                      <a:pt x="291973" y="208901"/>
                      <a:pt x="291767" y="213229"/>
                      <a:pt x="289732" y="219395"/>
                    </a:cubicBezTo>
                    <a:cubicBezTo>
                      <a:pt x="286869" y="228068"/>
                      <a:pt x="287307" y="230214"/>
                      <a:pt x="295284" y="246624"/>
                    </a:cubicBezTo>
                    <a:cubicBezTo>
                      <a:pt x="300047" y="256421"/>
                      <a:pt x="305697" y="264994"/>
                      <a:pt x="307839" y="265674"/>
                    </a:cubicBezTo>
                    <a:cubicBezTo>
                      <a:pt x="309981" y="266354"/>
                      <a:pt x="311853" y="269538"/>
                      <a:pt x="311998" y="272749"/>
                    </a:cubicBezTo>
                    <a:cubicBezTo>
                      <a:pt x="312747" y="289262"/>
                      <a:pt x="316417" y="302569"/>
                      <a:pt x="323310" y="313772"/>
                    </a:cubicBezTo>
                    <a:cubicBezTo>
                      <a:pt x="332864" y="329298"/>
                      <a:pt x="335210" y="338166"/>
                      <a:pt x="331080" y="343142"/>
                    </a:cubicBezTo>
                    <a:cubicBezTo>
                      <a:pt x="328823" y="345861"/>
                      <a:pt x="328447" y="351993"/>
                      <a:pt x="329774" y="364390"/>
                    </a:cubicBezTo>
                    <a:cubicBezTo>
                      <a:pt x="332100" y="386110"/>
                      <a:pt x="338349" y="395959"/>
                      <a:pt x="349986" y="396248"/>
                    </a:cubicBezTo>
                    <a:cubicBezTo>
                      <a:pt x="354503" y="396360"/>
                      <a:pt x="356748" y="397038"/>
                      <a:pt x="354973" y="397754"/>
                    </a:cubicBezTo>
                    <a:cubicBezTo>
                      <a:pt x="349867" y="399814"/>
                      <a:pt x="351219" y="403789"/>
                      <a:pt x="357026" y="403789"/>
                    </a:cubicBezTo>
                    <a:cubicBezTo>
                      <a:pt x="361562" y="403789"/>
                      <a:pt x="362100" y="402606"/>
                      <a:pt x="360843" y="395399"/>
                    </a:cubicBezTo>
                    <a:cubicBezTo>
                      <a:pt x="360039" y="390785"/>
                      <a:pt x="360485" y="385331"/>
                      <a:pt x="361835" y="383279"/>
                    </a:cubicBezTo>
                    <a:cubicBezTo>
                      <a:pt x="363800" y="380292"/>
                      <a:pt x="366898" y="382284"/>
                      <a:pt x="377379" y="393272"/>
                    </a:cubicBezTo>
                    <a:cubicBezTo>
                      <a:pt x="384578" y="400820"/>
                      <a:pt x="390468" y="408598"/>
                      <a:pt x="390468" y="410555"/>
                    </a:cubicBezTo>
                    <a:cubicBezTo>
                      <a:pt x="390468" y="412631"/>
                      <a:pt x="393158" y="414114"/>
                      <a:pt x="396921" y="414114"/>
                    </a:cubicBezTo>
                    <a:cubicBezTo>
                      <a:pt x="401868" y="414114"/>
                      <a:pt x="403375" y="415453"/>
                      <a:pt x="403375" y="419847"/>
                    </a:cubicBezTo>
                    <a:cubicBezTo>
                      <a:pt x="403375" y="423000"/>
                      <a:pt x="404827" y="431917"/>
                      <a:pt x="406602" y="439662"/>
                    </a:cubicBezTo>
                    <a:cubicBezTo>
                      <a:pt x="409222" y="451096"/>
                      <a:pt x="411381" y="454663"/>
                      <a:pt x="418087" y="458630"/>
                    </a:cubicBezTo>
                    <a:cubicBezTo>
                      <a:pt x="432031" y="466881"/>
                      <a:pt x="432496" y="489608"/>
                      <a:pt x="419011" y="503820"/>
                    </a:cubicBezTo>
                    <a:cubicBezTo>
                      <a:pt x="415980" y="507014"/>
                      <a:pt x="411844" y="509628"/>
                      <a:pt x="409820" y="509628"/>
                    </a:cubicBezTo>
                    <a:cubicBezTo>
                      <a:pt x="407796" y="509628"/>
                      <a:pt x="400938" y="512532"/>
                      <a:pt x="394580" y="516082"/>
                    </a:cubicBezTo>
                    <a:cubicBezTo>
                      <a:pt x="388222" y="519631"/>
                      <a:pt x="382575" y="522535"/>
                      <a:pt x="382031" y="522535"/>
                    </a:cubicBezTo>
                    <a:cubicBezTo>
                      <a:pt x="381487" y="522535"/>
                      <a:pt x="378323" y="519641"/>
                      <a:pt x="375000" y="516104"/>
                    </a:cubicBezTo>
                    <a:close/>
                  </a:path>
                </a:pathLst>
              </a:custGeom>
              <a:solidFill>
                <a:srgbClr val="B9B9B9"/>
              </a:solidFill>
              <a:ln w="5163" cap="flat">
                <a:noFill/>
                <a:prstDash val="solid"/>
                <a:miter/>
              </a:ln>
            </p:spPr>
            <p:txBody>
              <a:bodyPr/>
              <a:lstStyle/>
              <a:p>
                <a:endParaRPr lang="es-419" noProof="0" dirty="0"/>
              </a:p>
            </p:txBody>
          </p:sp>
          <p:sp>
            <p:nvSpPr>
              <p:cNvPr id="93" name="Forma libre: forma 92">
                <a:extLst>
                  <a:ext uri="{FF2B5EF4-FFF2-40B4-BE49-F238E27FC236}">
                    <a16:creationId xmlns:a16="http://schemas.microsoft.com/office/drawing/2014/main" id="{77E96E6F-B785-9FAD-ACE0-E2D9F383FB37}"/>
                  </a:ext>
                </a:extLst>
              </p:cNvPr>
              <p:cNvSpPr/>
              <p:nvPr/>
            </p:nvSpPr>
            <p:spPr>
              <a:xfrm>
                <a:off x="675648" y="1860606"/>
                <a:ext cx="11408" cy="19945"/>
              </a:xfrm>
              <a:custGeom>
                <a:avLst/>
                <a:gdLst>
                  <a:gd name="csX0" fmla="*/ 2146 w 11408"/>
                  <a:gd name="csY0" fmla="*/ 10289 h 19945"/>
                  <a:gd name="csX1" fmla="*/ 6337 w 11408"/>
                  <a:gd name="csY1" fmla="*/ 7392 h 19945"/>
                  <a:gd name="csX2" fmla="*/ 8408 w 11408"/>
                  <a:gd name="csY2" fmla="*/ 19945 h 19945"/>
                  <a:gd name="csX3" fmla="*/ 2146 w 11408"/>
                  <a:gd name="csY3" fmla="*/ 10289 h 19945"/>
                </a:gdLst>
                <a:ahLst/>
                <a:cxnLst>
                  <a:cxn ang="0">
                    <a:pos x="csX0" y="csY0"/>
                  </a:cxn>
                  <a:cxn ang="0">
                    <a:pos x="csX1" y="csY1"/>
                  </a:cxn>
                  <a:cxn ang="0">
                    <a:pos x="csX2" y="csY2"/>
                  </a:cxn>
                  <a:cxn ang="0">
                    <a:pos x="csX3" y="csY3"/>
                  </a:cxn>
                </a:cxnLst>
                <a:rect l="l" t="t" r="r" b="b"/>
                <a:pathLst>
                  <a:path w="11408" h="19945">
                    <a:moveTo>
                      <a:pt x="2146" y="10289"/>
                    </a:moveTo>
                    <a:cubicBezTo>
                      <a:pt x="-1802" y="-2324"/>
                      <a:pt x="-243" y="-3401"/>
                      <a:pt x="6337" y="7392"/>
                    </a:cubicBezTo>
                    <a:cubicBezTo>
                      <a:pt x="12476" y="17462"/>
                      <a:pt x="12886" y="19945"/>
                      <a:pt x="8408" y="19945"/>
                    </a:cubicBezTo>
                    <a:cubicBezTo>
                      <a:pt x="6626" y="19945"/>
                      <a:pt x="3808" y="15600"/>
                      <a:pt x="2146" y="10289"/>
                    </a:cubicBezTo>
                    <a:close/>
                  </a:path>
                </a:pathLst>
              </a:custGeom>
              <a:solidFill>
                <a:srgbClr val="B9B9B9"/>
              </a:solidFill>
              <a:ln w="5163" cap="flat">
                <a:noFill/>
                <a:prstDash val="solid"/>
                <a:miter/>
              </a:ln>
            </p:spPr>
            <p:txBody>
              <a:bodyPr/>
              <a:lstStyle/>
              <a:p>
                <a:endParaRPr lang="es-419" noProof="0" dirty="0"/>
              </a:p>
            </p:txBody>
          </p:sp>
          <p:sp>
            <p:nvSpPr>
              <p:cNvPr id="94" name="Forma libre: forma 93">
                <a:extLst>
                  <a:ext uri="{FF2B5EF4-FFF2-40B4-BE49-F238E27FC236}">
                    <a16:creationId xmlns:a16="http://schemas.microsoft.com/office/drawing/2014/main" id="{EC618E7A-2E2A-E457-08A2-8A1A352FC4CB}"/>
                  </a:ext>
                </a:extLst>
              </p:cNvPr>
              <p:cNvSpPr/>
              <p:nvPr/>
            </p:nvSpPr>
            <p:spPr>
              <a:xfrm>
                <a:off x="517039" y="1839249"/>
                <a:ext cx="11082" cy="12784"/>
              </a:xfrm>
              <a:custGeom>
                <a:avLst/>
                <a:gdLst>
                  <a:gd name="csX0" fmla="*/ 4154 w 11082"/>
                  <a:gd name="csY0" fmla="*/ 8186 h 12784"/>
                  <a:gd name="csX1" fmla="*/ 2167 w 11082"/>
                  <a:gd name="csY1" fmla="*/ 0 h 12784"/>
                  <a:gd name="csX2" fmla="*/ 8680 w 11082"/>
                  <a:gd name="csY2" fmla="*/ 6454 h 12784"/>
                  <a:gd name="csX3" fmla="*/ 4154 w 11082"/>
                  <a:gd name="csY3" fmla="*/ 8186 h 12784"/>
                </a:gdLst>
                <a:ahLst/>
                <a:cxnLst>
                  <a:cxn ang="0">
                    <a:pos x="csX0" y="csY0"/>
                  </a:cxn>
                  <a:cxn ang="0">
                    <a:pos x="csX1" y="csY1"/>
                  </a:cxn>
                  <a:cxn ang="0">
                    <a:pos x="csX2" y="csY2"/>
                  </a:cxn>
                  <a:cxn ang="0">
                    <a:pos x="csX3" y="csY3"/>
                  </a:cxn>
                </a:cxnLst>
                <a:rect l="l" t="t" r="r" b="b"/>
                <a:pathLst>
                  <a:path w="11082" h="12784">
                    <a:moveTo>
                      <a:pt x="4154" y="8186"/>
                    </a:moveTo>
                    <a:cubicBezTo>
                      <a:pt x="-584" y="2950"/>
                      <a:pt x="-1300" y="0"/>
                      <a:pt x="2167" y="0"/>
                    </a:cubicBezTo>
                    <a:cubicBezTo>
                      <a:pt x="3423" y="0"/>
                      <a:pt x="6354" y="2904"/>
                      <a:pt x="8680" y="6454"/>
                    </a:cubicBezTo>
                    <a:cubicBezTo>
                      <a:pt x="13580" y="13931"/>
                      <a:pt x="10441" y="15133"/>
                      <a:pt x="4154" y="8186"/>
                    </a:cubicBezTo>
                    <a:close/>
                  </a:path>
                </a:pathLst>
              </a:custGeom>
              <a:solidFill>
                <a:srgbClr val="B9B9B9"/>
              </a:solidFill>
              <a:ln w="5163" cap="flat">
                <a:noFill/>
                <a:prstDash val="solid"/>
                <a:miter/>
              </a:ln>
            </p:spPr>
            <p:txBody>
              <a:bodyPr/>
              <a:lstStyle/>
              <a:p>
                <a:endParaRPr lang="es-419" noProof="0" dirty="0"/>
              </a:p>
            </p:txBody>
          </p:sp>
          <p:sp>
            <p:nvSpPr>
              <p:cNvPr id="95" name="Forma libre: forma 94">
                <a:extLst>
                  <a:ext uri="{FF2B5EF4-FFF2-40B4-BE49-F238E27FC236}">
                    <a16:creationId xmlns:a16="http://schemas.microsoft.com/office/drawing/2014/main" id="{5B034D02-8516-993C-70C8-F203DDC750EE}"/>
                  </a:ext>
                </a:extLst>
              </p:cNvPr>
              <p:cNvSpPr/>
              <p:nvPr/>
            </p:nvSpPr>
            <p:spPr>
              <a:xfrm>
                <a:off x="633440" y="1833111"/>
                <a:ext cx="12552" cy="18971"/>
              </a:xfrm>
              <a:custGeom>
                <a:avLst/>
                <a:gdLst>
                  <a:gd name="csX0" fmla="*/ 3996 w 12552"/>
                  <a:gd name="csY0" fmla="*/ 9922 h 18971"/>
                  <a:gd name="csX1" fmla="*/ 6099 w 12552"/>
                  <a:gd name="csY1" fmla="*/ 5082 h 18971"/>
                  <a:gd name="csX2" fmla="*/ 12553 w 12552"/>
                  <a:gd name="csY2" fmla="*/ 15290 h 18971"/>
                  <a:gd name="csX3" fmla="*/ 3996 w 12552"/>
                  <a:gd name="csY3" fmla="*/ 9922 h 18971"/>
                </a:gdLst>
                <a:ahLst/>
                <a:cxnLst>
                  <a:cxn ang="0">
                    <a:pos x="csX0" y="csY0"/>
                  </a:cxn>
                  <a:cxn ang="0">
                    <a:pos x="csX1" y="csY1"/>
                  </a:cxn>
                  <a:cxn ang="0">
                    <a:pos x="csX2" y="csY2"/>
                  </a:cxn>
                  <a:cxn ang="0">
                    <a:pos x="csX3" y="csY3"/>
                  </a:cxn>
                </a:cxnLst>
                <a:rect l="l" t="t" r="r" b="b"/>
                <a:pathLst>
                  <a:path w="12552" h="18971">
                    <a:moveTo>
                      <a:pt x="3996" y="9922"/>
                    </a:moveTo>
                    <a:cubicBezTo>
                      <a:pt x="-1733" y="-2091"/>
                      <a:pt x="-1533" y="-2550"/>
                      <a:pt x="6099" y="5082"/>
                    </a:cubicBezTo>
                    <a:cubicBezTo>
                      <a:pt x="9649" y="8631"/>
                      <a:pt x="12553" y="13225"/>
                      <a:pt x="12553" y="15290"/>
                    </a:cubicBezTo>
                    <a:cubicBezTo>
                      <a:pt x="12553" y="21885"/>
                      <a:pt x="8483" y="19332"/>
                      <a:pt x="3996" y="9922"/>
                    </a:cubicBezTo>
                    <a:close/>
                  </a:path>
                </a:pathLst>
              </a:custGeom>
              <a:solidFill>
                <a:srgbClr val="B9B9B9"/>
              </a:solidFill>
              <a:ln w="5163" cap="flat">
                <a:noFill/>
                <a:prstDash val="solid"/>
                <a:miter/>
              </a:ln>
            </p:spPr>
            <p:txBody>
              <a:bodyPr/>
              <a:lstStyle/>
              <a:p>
                <a:endParaRPr lang="es-419" noProof="0" dirty="0"/>
              </a:p>
            </p:txBody>
          </p:sp>
          <p:sp>
            <p:nvSpPr>
              <p:cNvPr id="96" name="Forma libre: forma 95">
                <a:extLst>
                  <a:ext uri="{FF2B5EF4-FFF2-40B4-BE49-F238E27FC236}">
                    <a16:creationId xmlns:a16="http://schemas.microsoft.com/office/drawing/2014/main" id="{0336B530-D26A-38CA-D4B4-9A85B29DEC41}"/>
                  </a:ext>
                </a:extLst>
              </p:cNvPr>
              <p:cNvSpPr/>
              <p:nvPr/>
            </p:nvSpPr>
            <p:spPr>
              <a:xfrm>
                <a:off x="499513" y="1824179"/>
                <a:ext cx="16487" cy="10786"/>
              </a:xfrm>
              <a:custGeom>
                <a:avLst/>
                <a:gdLst>
                  <a:gd name="csX0" fmla="*/ 5790 w 16487"/>
                  <a:gd name="csY0" fmla="*/ 5576 h 10786"/>
                  <a:gd name="csX1" fmla="*/ 4501 w 16487"/>
                  <a:gd name="csY1" fmla="*/ 936 h 10786"/>
                  <a:gd name="csX2" fmla="*/ 15719 w 16487"/>
                  <a:gd name="csY2" fmla="*/ 10646 h 10786"/>
                  <a:gd name="csX3" fmla="*/ 5790 w 16487"/>
                  <a:gd name="csY3" fmla="*/ 5576 h 10786"/>
                </a:gdLst>
                <a:ahLst/>
                <a:cxnLst>
                  <a:cxn ang="0">
                    <a:pos x="csX0" y="csY0"/>
                  </a:cxn>
                  <a:cxn ang="0">
                    <a:pos x="csX1" y="csY1"/>
                  </a:cxn>
                  <a:cxn ang="0">
                    <a:pos x="csX2" y="csY2"/>
                  </a:cxn>
                  <a:cxn ang="0">
                    <a:pos x="csX3" y="csY3"/>
                  </a:cxn>
                </a:cxnLst>
                <a:rect l="l" t="t" r="r" b="b"/>
                <a:pathLst>
                  <a:path w="16487" h="10786">
                    <a:moveTo>
                      <a:pt x="5790" y="5576"/>
                    </a:moveTo>
                    <a:cubicBezTo>
                      <a:pt x="-1676" y="-615"/>
                      <a:pt x="-1722" y="-781"/>
                      <a:pt x="4501" y="936"/>
                    </a:cubicBezTo>
                    <a:cubicBezTo>
                      <a:pt x="12209" y="3063"/>
                      <a:pt x="18782" y="8753"/>
                      <a:pt x="15719" y="10646"/>
                    </a:cubicBezTo>
                    <a:cubicBezTo>
                      <a:pt x="14517" y="11389"/>
                      <a:pt x="10049" y="9107"/>
                      <a:pt x="5790" y="5576"/>
                    </a:cubicBezTo>
                    <a:close/>
                  </a:path>
                </a:pathLst>
              </a:custGeom>
              <a:solidFill>
                <a:srgbClr val="B9B9B9"/>
              </a:solidFill>
              <a:ln w="5163" cap="flat">
                <a:noFill/>
                <a:prstDash val="solid"/>
                <a:miter/>
              </a:ln>
            </p:spPr>
            <p:txBody>
              <a:bodyPr/>
              <a:lstStyle/>
              <a:p>
                <a:endParaRPr lang="es-419" noProof="0" dirty="0"/>
              </a:p>
            </p:txBody>
          </p:sp>
          <p:sp>
            <p:nvSpPr>
              <p:cNvPr id="97" name="Forma libre: forma 96">
                <a:extLst>
                  <a:ext uri="{FF2B5EF4-FFF2-40B4-BE49-F238E27FC236}">
                    <a16:creationId xmlns:a16="http://schemas.microsoft.com/office/drawing/2014/main" id="{405C8184-F878-A4CD-2877-0A11A7AAA474}"/>
                  </a:ext>
                </a:extLst>
              </p:cNvPr>
              <p:cNvSpPr/>
              <p:nvPr/>
            </p:nvSpPr>
            <p:spPr>
              <a:xfrm>
                <a:off x="478303" y="1760241"/>
                <a:ext cx="17819" cy="62484"/>
              </a:xfrm>
              <a:custGeom>
                <a:avLst/>
                <a:gdLst>
                  <a:gd name="csX0" fmla="*/ 12817 w 17819"/>
                  <a:gd name="csY0" fmla="*/ 59663 h 62484"/>
                  <a:gd name="csX1" fmla="*/ 8906 w 17819"/>
                  <a:gd name="csY1" fmla="*/ 49920 h 62484"/>
                  <a:gd name="csX2" fmla="*/ 3768 w 17819"/>
                  <a:gd name="csY2" fmla="*/ 41934 h 62484"/>
                  <a:gd name="csX3" fmla="*/ 2261 w 17819"/>
                  <a:gd name="csY3" fmla="*/ 33152 h 62484"/>
                  <a:gd name="csX4" fmla="*/ 8278 w 17819"/>
                  <a:gd name="csY4" fmla="*/ 19635 h 62484"/>
                  <a:gd name="csX5" fmla="*/ 14954 w 17819"/>
                  <a:gd name="csY5" fmla="*/ 4146 h 62484"/>
                  <a:gd name="csX6" fmla="*/ 16371 w 17819"/>
                  <a:gd name="csY6" fmla="*/ 6727 h 62484"/>
                  <a:gd name="csX7" fmla="*/ 10951 w 17819"/>
                  <a:gd name="csY7" fmla="*/ 23219 h 62484"/>
                  <a:gd name="csX8" fmla="*/ 9971 w 17819"/>
                  <a:gd name="csY8" fmla="*/ 36893 h 62484"/>
                  <a:gd name="csX9" fmla="*/ 12803 w 17819"/>
                  <a:gd name="csY9" fmla="*/ 48926 h 62484"/>
                  <a:gd name="csX10" fmla="*/ 15858 w 17819"/>
                  <a:gd name="csY10" fmla="*/ 57797 h 62484"/>
                  <a:gd name="csX11" fmla="*/ 17517 w 17819"/>
                  <a:gd name="csY11" fmla="*/ 62248 h 62484"/>
                  <a:gd name="csX12" fmla="*/ 12817 w 17819"/>
                  <a:gd name="csY12" fmla="*/ 59663 h 624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7819" h="62484">
                    <a:moveTo>
                      <a:pt x="12817" y="59663"/>
                    </a:moveTo>
                    <a:cubicBezTo>
                      <a:pt x="10999" y="57473"/>
                      <a:pt x="9240" y="53089"/>
                      <a:pt x="8906" y="49920"/>
                    </a:cubicBezTo>
                    <a:cubicBezTo>
                      <a:pt x="7921" y="40559"/>
                      <a:pt x="7808" y="40384"/>
                      <a:pt x="3768" y="41934"/>
                    </a:cubicBezTo>
                    <a:cubicBezTo>
                      <a:pt x="-606" y="43612"/>
                      <a:pt x="-1257" y="39820"/>
                      <a:pt x="2261" y="33152"/>
                    </a:cubicBezTo>
                    <a:cubicBezTo>
                      <a:pt x="3561" y="30687"/>
                      <a:pt x="6269" y="24604"/>
                      <a:pt x="8278" y="19635"/>
                    </a:cubicBezTo>
                    <a:cubicBezTo>
                      <a:pt x="10287" y="14665"/>
                      <a:pt x="13291" y="7695"/>
                      <a:pt x="14954" y="4146"/>
                    </a:cubicBezTo>
                    <a:cubicBezTo>
                      <a:pt x="17758" y="-1839"/>
                      <a:pt x="17861" y="-1651"/>
                      <a:pt x="16371" y="6727"/>
                    </a:cubicBezTo>
                    <a:cubicBezTo>
                      <a:pt x="15486" y="11697"/>
                      <a:pt x="13047" y="19118"/>
                      <a:pt x="10951" y="23219"/>
                    </a:cubicBezTo>
                    <a:cubicBezTo>
                      <a:pt x="8012" y="28966"/>
                      <a:pt x="7787" y="32101"/>
                      <a:pt x="9971" y="36893"/>
                    </a:cubicBezTo>
                    <a:cubicBezTo>
                      <a:pt x="11529" y="40313"/>
                      <a:pt x="12803" y="45728"/>
                      <a:pt x="12803" y="48926"/>
                    </a:cubicBezTo>
                    <a:cubicBezTo>
                      <a:pt x="12803" y="52125"/>
                      <a:pt x="14178" y="56117"/>
                      <a:pt x="15858" y="57797"/>
                    </a:cubicBezTo>
                    <a:cubicBezTo>
                      <a:pt x="17538" y="59477"/>
                      <a:pt x="18285" y="61480"/>
                      <a:pt x="17517" y="62248"/>
                    </a:cubicBezTo>
                    <a:cubicBezTo>
                      <a:pt x="16749" y="63016"/>
                      <a:pt x="14634" y="61852"/>
                      <a:pt x="12817" y="59663"/>
                    </a:cubicBezTo>
                    <a:close/>
                  </a:path>
                </a:pathLst>
              </a:custGeom>
              <a:solidFill>
                <a:srgbClr val="B9B9B9"/>
              </a:solidFill>
              <a:ln w="5163" cap="flat">
                <a:noFill/>
                <a:prstDash val="solid"/>
                <a:miter/>
              </a:ln>
            </p:spPr>
            <p:txBody>
              <a:bodyPr/>
              <a:lstStyle/>
              <a:p>
                <a:endParaRPr lang="es-419" noProof="0" dirty="0"/>
              </a:p>
            </p:txBody>
          </p:sp>
          <p:sp>
            <p:nvSpPr>
              <p:cNvPr id="98" name="Forma libre: forma 97">
                <a:extLst>
                  <a:ext uri="{FF2B5EF4-FFF2-40B4-BE49-F238E27FC236}">
                    <a16:creationId xmlns:a16="http://schemas.microsoft.com/office/drawing/2014/main" id="{7ABCBBCC-6986-2A33-79D2-4C6231FB268E}"/>
                  </a:ext>
                </a:extLst>
              </p:cNvPr>
              <p:cNvSpPr/>
              <p:nvPr/>
            </p:nvSpPr>
            <p:spPr>
              <a:xfrm>
                <a:off x="610272" y="1785879"/>
                <a:ext cx="19431" cy="24201"/>
              </a:xfrm>
              <a:custGeom>
                <a:avLst/>
                <a:gdLst>
                  <a:gd name="csX0" fmla="*/ 12977 w 19431"/>
                  <a:gd name="csY0" fmla="*/ 20895 h 24201"/>
                  <a:gd name="csX1" fmla="*/ 7325 w 19431"/>
                  <a:gd name="csY1" fmla="*/ 14059 h 24201"/>
                  <a:gd name="csX2" fmla="*/ 3038 w 19431"/>
                  <a:gd name="csY2" fmla="*/ 6445 h 24201"/>
                  <a:gd name="csX3" fmla="*/ 7745 w 19431"/>
                  <a:gd name="csY3" fmla="*/ 1409 h 24201"/>
                  <a:gd name="csX4" fmla="*/ 17054 w 19431"/>
                  <a:gd name="csY4" fmla="*/ 13612 h 24201"/>
                  <a:gd name="csX5" fmla="*/ 19347 w 19431"/>
                  <a:gd name="csY5" fmla="*/ 24137 h 24201"/>
                  <a:gd name="csX6" fmla="*/ 12977 w 19431"/>
                  <a:gd name="csY6" fmla="*/ 20895 h 24201"/>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9431" h="24201">
                    <a:moveTo>
                      <a:pt x="12977" y="20895"/>
                    </a:moveTo>
                    <a:cubicBezTo>
                      <a:pt x="9869" y="18718"/>
                      <a:pt x="7325" y="15642"/>
                      <a:pt x="7325" y="14059"/>
                    </a:cubicBezTo>
                    <a:cubicBezTo>
                      <a:pt x="7325" y="12477"/>
                      <a:pt x="5396" y="9050"/>
                      <a:pt x="3038" y="6445"/>
                    </a:cubicBezTo>
                    <a:cubicBezTo>
                      <a:pt x="-2384" y="453"/>
                      <a:pt x="-388" y="-1683"/>
                      <a:pt x="7745" y="1409"/>
                    </a:cubicBezTo>
                    <a:cubicBezTo>
                      <a:pt x="11871" y="2978"/>
                      <a:pt x="15083" y="7189"/>
                      <a:pt x="17054" y="13612"/>
                    </a:cubicBezTo>
                    <a:cubicBezTo>
                      <a:pt x="18710" y="19007"/>
                      <a:pt x="19742" y="23743"/>
                      <a:pt x="19347" y="24137"/>
                    </a:cubicBezTo>
                    <a:cubicBezTo>
                      <a:pt x="18953" y="24532"/>
                      <a:pt x="16086" y="23073"/>
                      <a:pt x="12977" y="20895"/>
                    </a:cubicBezTo>
                    <a:close/>
                  </a:path>
                </a:pathLst>
              </a:custGeom>
              <a:solidFill>
                <a:srgbClr val="B9B9B9"/>
              </a:solidFill>
              <a:ln w="5163" cap="flat">
                <a:noFill/>
                <a:prstDash val="solid"/>
                <a:miter/>
              </a:ln>
            </p:spPr>
            <p:txBody>
              <a:bodyPr/>
              <a:lstStyle/>
              <a:p>
                <a:endParaRPr lang="es-419" noProof="0" dirty="0"/>
              </a:p>
            </p:txBody>
          </p:sp>
          <p:sp>
            <p:nvSpPr>
              <p:cNvPr id="99" name="Forma libre: forma 98">
                <a:extLst>
                  <a:ext uri="{FF2B5EF4-FFF2-40B4-BE49-F238E27FC236}">
                    <a16:creationId xmlns:a16="http://schemas.microsoft.com/office/drawing/2014/main" id="{6CAA3866-6641-067C-477E-B7E68DD0B61A}"/>
                  </a:ext>
                </a:extLst>
              </p:cNvPr>
              <p:cNvSpPr/>
              <p:nvPr/>
            </p:nvSpPr>
            <p:spPr>
              <a:xfrm>
                <a:off x="615016" y="1765374"/>
                <a:ext cx="5162" cy="6756"/>
              </a:xfrm>
              <a:custGeom>
                <a:avLst/>
                <a:gdLst>
                  <a:gd name="csX0" fmla="*/ 0 w 5162"/>
                  <a:gd name="csY0" fmla="*/ 4328 h 6756"/>
                  <a:gd name="csX1" fmla="*/ 2581 w 5162"/>
                  <a:gd name="csY1" fmla="*/ 303 h 6756"/>
                  <a:gd name="csX2" fmla="*/ 5163 w 5162"/>
                  <a:gd name="csY2" fmla="*/ 2732 h 6756"/>
                  <a:gd name="csX3" fmla="*/ 2581 w 5162"/>
                  <a:gd name="csY3" fmla="*/ 6757 h 6756"/>
                  <a:gd name="csX4" fmla="*/ 0 w 5162"/>
                  <a:gd name="csY4" fmla="*/ 4328 h 6756"/>
                </a:gdLst>
                <a:ahLst/>
                <a:cxnLst>
                  <a:cxn ang="0">
                    <a:pos x="csX0" y="csY0"/>
                  </a:cxn>
                  <a:cxn ang="0">
                    <a:pos x="csX1" y="csY1"/>
                  </a:cxn>
                  <a:cxn ang="0">
                    <a:pos x="csX2" y="csY2"/>
                  </a:cxn>
                  <a:cxn ang="0">
                    <a:pos x="csX3" y="csY3"/>
                  </a:cxn>
                  <a:cxn ang="0">
                    <a:pos x="csX4" y="csY4"/>
                  </a:cxn>
                </a:cxnLst>
                <a:rect l="l" t="t" r="r" b="b"/>
                <a:pathLst>
                  <a:path w="5162" h="6756">
                    <a:moveTo>
                      <a:pt x="0" y="4328"/>
                    </a:moveTo>
                    <a:cubicBezTo>
                      <a:pt x="0" y="2992"/>
                      <a:pt x="1162" y="1181"/>
                      <a:pt x="2581" y="303"/>
                    </a:cubicBezTo>
                    <a:cubicBezTo>
                      <a:pt x="4001" y="-574"/>
                      <a:pt x="5163" y="519"/>
                      <a:pt x="5163" y="2732"/>
                    </a:cubicBezTo>
                    <a:cubicBezTo>
                      <a:pt x="5163" y="4946"/>
                      <a:pt x="4001" y="6757"/>
                      <a:pt x="2581" y="6757"/>
                    </a:cubicBezTo>
                    <a:cubicBezTo>
                      <a:pt x="1162" y="6757"/>
                      <a:pt x="0" y="5664"/>
                      <a:pt x="0" y="4328"/>
                    </a:cubicBezTo>
                    <a:close/>
                  </a:path>
                </a:pathLst>
              </a:custGeom>
              <a:solidFill>
                <a:srgbClr val="B9B9B9"/>
              </a:solidFill>
              <a:ln w="5163" cap="flat">
                <a:noFill/>
                <a:prstDash val="solid"/>
                <a:miter/>
              </a:ln>
            </p:spPr>
            <p:txBody>
              <a:bodyPr/>
              <a:lstStyle/>
              <a:p>
                <a:endParaRPr lang="es-419" noProof="0" dirty="0"/>
              </a:p>
            </p:txBody>
          </p:sp>
          <p:sp>
            <p:nvSpPr>
              <p:cNvPr id="100" name="Forma libre: forma 99">
                <a:extLst>
                  <a:ext uri="{FF2B5EF4-FFF2-40B4-BE49-F238E27FC236}">
                    <a16:creationId xmlns:a16="http://schemas.microsoft.com/office/drawing/2014/main" id="{08321400-9281-B36B-F316-F9225B356254}"/>
                  </a:ext>
                </a:extLst>
              </p:cNvPr>
              <p:cNvSpPr/>
              <p:nvPr/>
            </p:nvSpPr>
            <p:spPr>
              <a:xfrm>
                <a:off x="496444" y="1737058"/>
                <a:ext cx="4812" cy="15975"/>
              </a:xfrm>
              <a:custGeom>
                <a:avLst/>
                <a:gdLst>
                  <a:gd name="csX0" fmla="*/ 6 w 4812"/>
                  <a:gd name="csY0" fmla="*/ 12637 h 15975"/>
                  <a:gd name="csX1" fmla="*/ 2406 w 4812"/>
                  <a:gd name="csY1" fmla="*/ 2804 h 15975"/>
                  <a:gd name="csX2" fmla="*/ 4806 w 4812"/>
                  <a:gd name="csY2" fmla="*/ 5879 h 15975"/>
                  <a:gd name="csX3" fmla="*/ 2406 w 4812"/>
                  <a:gd name="csY3" fmla="*/ 15712 h 15975"/>
                  <a:gd name="csX4" fmla="*/ 6 w 4812"/>
                  <a:gd name="csY4" fmla="*/ 12637 h 15975"/>
                </a:gdLst>
                <a:ahLst/>
                <a:cxnLst>
                  <a:cxn ang="0">
                    <a:pos x="csX0" y="csY0"/>
                  </a:cxn>
                  <a:cxn ang="0">
                    <a:pos x="csX1" y="csY1"/>
                  </a:cxn>
                  <a:cxn ang="0">
                    <a:pos x="csX2" y="csY2"/>
                  </a:cxn>
                  <a:cxn ang="0">
                    <a:pos x="csX3" y="csY3"/>
                  </a:cxn>
                  <a:cxn ang="0">
                    <a:pos x="csX4" y="csY4"/>
                  </a:cxn>
                </a:cxnLst>
                <a:rect l="l" t="t" r="r" b="b"/>
                <a:pathLst>
                  <a:path w="4812" h="15975">
                    <a:moveTo>
                      <a:pt x="6" y="12637"/>
                    </a:moveTo>
                    <a:cubicBezTo>
                      <a:pt x="106" y="10069"/>
                      <a:pt x="1186" y="5644"/>
                      <a:pt x="2406" y="2804"/>
                    </a:cubicBezTo>
                    <a:cubicBezTo>
                      <a:pt x="4277" y="-1548"/>
                      <a:pt x="4653" y="-1065"/>
                      <a:pt x="4806" y="5879"/>
                    </a:cubicBezTo>
                    <a:cubicBezTo>
                      <a:pt x="4906" y="10409"/>
                      <a:pt x="3826" y="14834"/>
                      <a:pt x="2406" y="15712"/>
                    </a:cubicBezTo>
                    <a:cubicBezTo>
                      <a:pt x="987" y="16589"/>
                      <a:pt x="-93" y="15206"/>
                      <a:pt x="6" y="12637"/>
                    </a:cubicBezTo>
                    <a:close/>
                  </a:path>
                </a:pathLst>
              </a:custGeom>
              <a:solidFill>
                <a:srgbClr val="B9B9B9"/>
              </a:solidFill>
              <a:ln w="5163" cap="flat">
                <a:noFill/>
                <a:prstDash val="solid"/>
                <a:miter/>
              </a:ln>
            </p:spPr>
            <p:txBody>
              <a:bodyPr/>
              <a:lstStyle/>
              <a:p>
                <a:endParaRPr lang="es-419" noProof="0" dirty="0"/>
              </a:p>
            </p:txBody>
          </p:sp>
          <p:sp>
            <p:nvSpPr>
              <p:cNvPr id="101" name="Forma libre: forma 100">
                <a:extLst>
                  <a:ext uri="{FF2B5EF4-FFF2-40B4-BE49-F238E27FC236}">
                    <a16:creationId xmlns:a16="http://schemas.microsoft.com/office/drawing/2014/main" id="{88DC43AC-081A-AE8E-C95F-33ADFF08FF94}"/>
                  </a:ext>
                </a:extLst>
              </p:cNvPr>
              <p:cNvSpPr/>
              <p:nvPr/>
            </p:nvSpPr>
            <p:spPr>
              <a:xfrm>
                <a:off x="610293" y="1727161"/>
                <a:ext cx="5615" cy="11379"/>
              </a:xfrm>
              <a:custGeom>
                <a:avLst/>
                <a:gdLst>
                  <a:gd name="csX0" fmla="*/ 427 w 5615"/>
                  <a:gd name="csY0" fmla="*/ 7365 h 11379"/>
                  <a:gd name="csX1" fmla="*/ 1464 w 5615"/>
                  <a:gd name="csY1" fmla="*/ 731 h 11379"/>
                  <a:gd name="csX2" fmla="*/ 5321 w 5615"/>
                  <a:gd name="csY2" fmla="*/ 4777 h 11379"/>
                  <a:gd name="csX3" fmla="*/ 427 w 5615"/>
                  <a:gd name="csY3" fmla="*/ 7365 h 11379"/>
                </a:gdLst>
                <a:ahLst/>
                <a:cxnLst>
                  <a:cxn ang="0">
                    <a:pos x="csX0" y="csY0"/>
                  </a:cxn>
                  <a:cxn ang="0">
                    <a:pos x="csX1" y="csY1"/>
                  </a:cxn>
                  <a:cxn ang="0">
                    <a:pos x="csX2" y="csY2"/>
                  </a:cxn>
                  <a:cxn ang="0">
                    <a:pos x="csX3" y="csY3"/>
                  </a:cxn>
                </a:cxnLst>
                <a:rect l="l" t="t" r="r" b="b"/>
                <a:pathLst>
                  <a:path w="5615" h="11379">
                    <a:moveTo>
                      <a:pt x="427" y="7365"/>
                    </a:moveTo>
                    <a:cubicBezTo>
                      <a:pt x="-426" y="5140"/>
                      <a:pt x="40" y="2155"/>
                      <a:pt x="1464" y="731"/>
                    </a:cubicBezTo>
                    <a:cubicBezTo>
                      <a:pt x="3194" y="-1000"/>
                      <a:pt x="4473" y="341"/>
                      <a:pt x="5321" y="4777"/>
                    </a:cubicBezTo>
                    <a:cubicBezTo>
                      <a:pt x="6696" y="11973"/>
                      <a:pt x="2955" y="13952"/>
                      <a:pt x="427" y="7365"/>
                    </a:cubicBezTo>
                    <a:close/>
                  </a:path>
                </a:pathLst>
              </a:custGeom>
              <a:solidFill>
                <a:srgbClr val="B9B9B9"/>
              </a:solidFill>
              <a:ln w="5163" cap="flat">
                <a:noFill/>
                <a:prstDash val="solid"/>
                <a:miter/>
              </a:ln>
            </p:spPr>
            <p:txBody>
              <a:bodyPr/>
              <a:lstStyle/>
              <a:p>
                <a:endParaRPr lang="es-419" noProof="0" dirty="0"/>
              </a:p>
            </p:txBody>
          </p:sp>
          <p:sp>
            <p:nvSpPr>
              <p:cNvPr id="102" name="Forma libre: forma 101">
                <a:extLst>
                  <a:ext uri="{FF2B5EF4-FFF2-40B4-BE49-F238E27FC236}">
                    <a16:creationId xmlns:a16="http://schemas.microsoft.com/office/drawing/2014/main" id="{9E612C50-E311-3673-3030-7FE335FA271A}"/>
                  </a:ext>
                </a:extLst>
              </p:cNvPr>
              <p:cNvSpPr/>
              <p:nvPr/>
            </p:nvSpPr>
            <p:spPr>
              <a:xfrm>
                <a:off x="589201" y="1723083"/>
                <a:ext cx="5162" cy="7744"/>
              </a:xfrm>
              <a:custGeom>
                <a:avLst/>
                <a:gdLst>
                  <a:gd name="csX0" fmla="*/ 0 w 5162"/>
                  <a:gd name="csY0" fmla="*/ 3872 h 7744"/>
                  <a:gd name="csX1" fmla="*/ 2581 w 5162"/>
                  <a:gd name="csY1" fmla="*/ 0 h 7744"/>
                  <a:gd name="csX2" fmla="*/ 5163 w 5162"/>
                  <a:gd name="csY2" fmla="*/ 3872 h 7744"/>
                  <a:gd name="csX3" fmla="*/ 2581 w 5162"/>
                  <a:gd name="csY3" fmla="*/ 7744 h 7744"/>
                  <a:gd name="csX4" fmla="*/ 0 w 5162"/>
                  <a:gd name="csY4" fmla="*/ 3872 h 7744"/>
                </a:gdLst>
                <a:ahLst/>
                <a:cxnLst>
                  <a:cxn ang="0">
                    <a:pos x="csX0" y="csY0"/>
                  </a:cxn>
                  <a:cxn ang="0">
                    <a:pos x="csX1" y="csY1"/>
                  </a:cxn>
                  <a:cxn ang="0">
                    <a:pos x="csX2" y="csY2"/>
                  </a:cxn>
                  <a:cxn ang="0">
                    <a:pos x="csX3" y="csY3"/>
                  </a:cxn>
                  <a:cxn ang="0">
                    <a:pos x="csX4" y="csY4"/>
                  </a:cxn>
                </a:cxnLst>
                <a:rect l="l" t="t" r="r" b="b"/>
                <a:pathLst>
                  <a:path w="5162" h="7744">
                    <a:moveTo>
                      <a:pt x="0" y="3872"/>
                    </a:moveTo>
                    <a:cubicBezTo>
                      <a:pt x="0" y="1742"/>
                      <a:pt x="1162" y="0"/>
                      <a:pt x="2581" y="0"/>
                    </a:cubicBezTo>
                    <a:cubicBezTo>
                      <a:pt x="4001" y="0"/>
                      <a:pt x="5163" y="1742"/>
                      <a:pt x="5163" y="3872"/>
                    </a:cubicBezTo>
                    <a:cubicBezTo>
                      <a:pt x="5163" y="6002"/>
                      <a:pt x="4001" y="7744"/>
                      <a:pt x="2581" y="7744"/>
                    </a:cubicBezTo>
                    <a:cubicBezTo>
                      <a:pt x="1162" y="7744"/>
                      <a:pt x="0" y="6002"/>
                      <a:pt x="0" y="3872"/>
                    </a:cubicBezTo>
                    <a:close/>
                  </a:path>
                </a:pathLst>
              </a:custGeom>
              <a:solidFill>
                <a:srgbClr val="B9B9B9"/>
              </a:solidFill>
              <a:ln w="5163" cap="flat">
                <a:noFill/>
                <a:prstDash val="solid"/>
                <a:miter/>
              </a:ln>
            </p:spPr>
            <p:txBody>
              <a:bodyPr/>
              <a:lstStyle/>
              <a:p>
                <a:endParaRPr lang="es-419" noProof="0" dirty="0"/>
              </a:p>
            </p:txBody>
          </p:sp>
          <p:sp>
            <p:nvSpPr>
              <p:cNvPr id="103" name="Forma libre: forma 102">
                <a:extLst>
                  <a:ext uri="{FF2B5EF4-FFF2-40B4-BE49-F238E27FC236}">
                    <a16:creationId xmlns:a16="http://schemas.microsoft.com/office/drawing/2014/main" id="{B6274CB6-0229-A302-C96D-C98469F74542}"/>
                  </a:ext>
                </a:extLst>
              </p:cNvPr>
              <p:cNvSpPr/>
              <p:nvPr/>
            </p:nvSpPr>
            <p:spPr>
              <a:xfrm>
                <a:off x="576294" y="1689525"/>
                <a:ext cx="15348" cy="20423"/>
              </a:xfrm>
              <a:custGeom>
                <a:avLst/>
                <a:gdLst>
                  <a:gd name="csX0" fmla="*/ 0 w 15348"/>
                  <a:gd name="csY0" fmla="*/ 17942 h 20423"/>
                  <a:gd name="csX1" fmla="*/ 11683 w 15348"/>
                  <a:gd name="csY1" fmla="*/ 0 h 20423"/>
                  <a:gd name="csX2" fmla="*/ 8918 w 15348"/>
                  <a:gd name="csY2" fmla="*/ 14081 h 20423"/>
                  <a:gd name="csX3" fmla="*/ 0 w 15348"/>
                  <a:gd name="csY3" fmla="*/ 17942 h 20423"/>
                </a:gdLst>
                <a:ahLst/>
                <a:cxnLst>
                  <a:cxn ang="0">
                    <a:pos x="csX0" y="csY0"/>
                  </a:cxn>
                  <a:cxn ang="0">
                    <a:pos x="csX1" y="csY1"/>
                  </a:cxn>
                  <a:cxn ang="0">
                    <a:pos x="csX2" y="csY2"/>
                  </a:cxn>
                  <a:cxn ang="0">
                    <a:pos x="csX3" y="csY3"/>
                  </a:cxn>
                </a:cxnLst>
                <a:rect l="l" t="t" r="r" b="b"/>
                <a:pathLst>
                  <a:path w="15348" h="20423">
                    <a:moveTo>
                      <a:pt x="0" y="17942"/>
                    </a:moveTo>
                    <a:cubicBezTo>
                      <a:pt x="0" y="12328"/>
                      <a:pt x="8027" y="0"/>
                      <a:pt x="11683" y="0"/>
                    </a:cubicBezTo>
                    <a:cubicBezTo>
                      <a:pt x="17539" y="0"/>
                      <a:pt x="16205" y="6793"/>
                      <a:pt x="8918" y="14081"/>
                    </a:cubicBezTo>
                    <a:cubicBezTo>
                      <a:pt x="1711" y="21287"/>
                      <a:pt x="0" y="22028"/>
                      <a:pt x="0" y="17942"/>
                    </a:cubicBezTo>
                    <a:close/>
                  </a:path>
                </a:pathLst>
              </a:custGeom>
              <a:solidFill>
                <a:srgbClr val="B9B9B9"/>
              </a:solidFill>
              <a:ln w="5163" cap="flat">
                <a:noFill/>
                <a:prstDash val="solid"/>
                <a:miter/>
              </a:ln>
            </p:spPr>
            <p:txBody>
              <a:bodyPr/>
              <a:lstStyle/>
              <a:p>
                <a:endParaRPr lang="es-419" noProof="0" dirty="0"/>
              </a:p>
            </p:txBody>
          </p:sp>
        </p:grpSp>
        <p:sp>
          <p:nvSpPr>
            <p:cNvPr id="104" name="Forma libre: forma 103">
              <a:extLst>
                <a:ext uri="{FF2B5EF4-FFF2-40B4-BE49-F238E27FC236}">
                  <a16:creationId xmlns:a16="http://schemas.microsoft.com/office/drawing/2014/main" id="{87F615B6-4E83-1A6E-E0BB-71A7480E8D61}"/>
                </a:ext>
              </a:extLst>
            </p:cNvPr>
            <p:cNvSpPr/>
            <p:nvPr/>
          </p:nvSpPr>
          <p:spPr>
            <a:xfrm>
              <a:off x="516921" y="1569184"/>
              <a:ext cx="5162" cy="6756"/>
            </a:xfrm>
            <a:custGeom>
              <a:avLst/>
              <a:gdLst>
                <a:gd name="csX0" fmla="*/ 0 w 5162"/>
                <a:gd name="csY0" fmla="*/ 2732 h 6756"/>
                <a:gd name="csX1" fmla="*/ 2581 w 5162"/>
                <a:gd name="csY1" fmla="*/ 303 h 6756"/>
                <a:gd name="csX2" fmla="*/ 5163 w 5162"/>
                <a:gd name="csY2" fmla="*/ 4328 h 6756"/>
                <a:gd name="csX3" fmla="*/ 2581 w 5162"/>
                <a:gd name="csY3" fmla="*/ 6757 h 6756"/>
                <a:gd name="csX4" fmla="*/ 0 w 5162"/>
                <a:gd name="csY4" fmla="*/ 2732 h 6756"/>
              </a:gdLst>
              <a:ahLst/>
              <a:cxnLst>
                <a:cxn ang="0">
                  <a:pos x="csX0" y="csY0"/>
                </a:cxn>
                <a:cxn ang="0">
                  <a:pos x="csX1" y="csY1"/>
                </a:cxn>
                <a:cxn ang="0">
                  <a:pos x="csX2" y="csY2"/>
                </a:cxn>
                <a:cxn ang="0">
                  <a:pos x="csX3" y="csY3"/>
                </a:cxn>
                <a:cxn ang="0">
                  <a:pos x="csX4" y="csY4"/>
                </a:cxn>
              </a:cxnLst>
              <a:rect l="l" t="t" r="r" b="b"/>
              <a:pathLst>
                <a:path w="5162" h="6756">
                  <a:moveTo>
                    <a:pt x="0" y="2732"/>
                  </a:moveTo>
                  <a:cubicBezTo>
                    <a:pt x="0" y="519"/>
                    <a:pt x="1162" y="-574"/>
                    <a:pt x="2581" y="303"/>
                  </a:cubicBezTo>
                  <a:cubicBezTo>
                    <a:pt x="4001" y="1181"/>
                    <a:pt x="5163" y="2992"/>
                    <a:pt x="5163" y="4328"/>
                  </a:cubicBezTo>
                  <a:cubicBezTo>
                    <a:pt x="5163" y="5664"/>
                    <a:pt x="4001" y="6757"/>
                    <a:pt x="2581" y="6757"/>
                  </a:cubicBezTo>
                  <a:cubicBezTo>
                    <a:pt x="1162" y="6757"/>
                    <a:pt x="0" y="4946"/>
                    <a:pt x="0" y="2732"/>
                  </a:cubicBezTo>
                  <a:close/>
                </a:path>
              </a:pathLst>
            </a:custGeom>
            <a:solidFill>
              <a:srgbClr val="B9B9B9"/>
            </a:solidFill>
            <a:ln w="5163" cap="flat">
              <a:noFill/>
              <a:prstDash val="solid"/>
              <a:miter/>
            </a:ln>
          </p:spPr>
          <p:txBody>
            <a:bodyPr/>
            <a:lstStyle/>
            <a:p>
              <a:endParaRPr lang="es-419" noProof="0" dirty="0"/>
            </a:p>
          </p:txBody>
        </p:sp>
      </p:grpSp>
      <p:sp>
        <p:nvSpPr>
          <p:cNvPr id="105" name="Forma libre: forma 104">
            <a:extLst>
              <a:ext uri="{FF2B5EF4-FFF2-40B4-BE49-F238E27FC236}">
                <a16:creationId xmlns:a16="http://schemas.microsoft.com/office/drawing/2014/main" id="{46ACF4D3-2E76-10AA-3159-F0EE979338DA}"/>
              </a:ext>
            </a:extLst>
          </p:cNvPr>
          <p:cNvSpPr/>
          <p:nvPr/>
        </p:nvSpPr>
        <p:spPr>
          <a:xfrm>
            <a:off x="466238" y="1431499"/>
            <a:ext cx="11558" cy="7543"/>
          </a:xfrm>
          <a:custGeom>
            <a:avLst/>
            <a:gdLst>
              <a:gd name="csX0" fmla="*/ 1635 w 11558"/>
              <a:gd name="csY0" fmla="*/ 3752 h 7543"/>
              <a:gd name="csX1" fmla="*/ 8241 w 11558"/>
              <a:gd name="csY1" fmla="*/ 3670 h 7543"/>
              <a:gd name="csX2" fmla="*/ 9050 w 11558"/>
              <a:gd name="csY2" fmla="*/ 7542 h 7543"/>
              <a:gd name="csX3" fmla="*/ 1635 w 11558"/>
              <a:gd name="csY3" fmla="*/ 3752 h 7543"/>
            </a:gdLst>
            <a:ahLst/>
            <a:cxnLst>
              <a:cxn ang="0">
                <a:pos x="csX0" y="csY0"/>
              </a:cxn>
              <a:cxn ang="0">
                <a:pos x="csX1" y="csY1"/>
              </a:cxn>
              <a:cxn ang="0">
                <a:pos x="csX2" y="csY2"/>
              </a:cxn>
              <a:cxn ang="0">
                <a:pos x="csX3" y="csY3"/>
              </a:cxn>
            </a:cxnLst>
            <a:rect l="l" t="t" r="r" b="b"/>
            <a:pathLst>
              <a:path w="11558" h="7543">
                <a:moveTo>
                  <a:pt x="1635" y="3752"/>
                </a:moveTo>
                <a:cubicBezTo>
                  <a:pt x="-2484" y="-1211"/>
                  <a:pt x="1718" y="-1263"/>
                  <a:pt x="8241" y="3670"/>
                </a:cubicBezTo>
                <a:cubicBezTo>
                  <a:pt x="12450" y="6854"/>
                  <a:pt x="12580" y="7473"/>
                  <a:pt x="9050" y="7542"/>
                </a:cubicBezTo>
                <a:cubicBezTo>
                  <a:pt x="6739" y="7587"/>
                  <a:pt x="3403" y="5882"/>
                  <a:pt x="1635" y="3752"/>
                </a:cubicBezTo>
                <a:close/>
              </a:path>
            </a:pathLst>
          </a:custGeom>
          <a:solidFill>
            <a:srgbClr val="B9B9B9"/>
          </a:solidFill>
          <a:ln w="5163" cap="flat">
            <a:noFill/>
            <a:prstDash val="solid"/>
            <a:miter/>
          </a:ln>
        </p:spPr>
        <p:txBody>
          <a:bodyPr/>
          <a:lstStyle/>
          <a:p>
            <a:endParaRPr lang="es-419" noProof="0" dirty="0"/>
          </a:p>
        </p:txBody>
      </p:sp>
      <p:grpSp>
        <p:nvGrpSpPr>
          <p:cNvPr id="106" name="Gráfico 39">
            <a:extLst>
              <a:ext uri="{FF2B5EF4-FFF2-40B4-BE49-F238E27FC236}">
                <a16:creationId xmlns:a16="http://schemas.microsoft.com/office/drawing/2014/main" id="{C253DC44-B629-D583-C57C-383BD7E01916}"/>
              </a:ext>
            </a:extLst>
          </p:cNvPr>
          <p:cNvGrpSpPr/>
          <p:nvPr/>
        </p:nvGrpSpPr>
        <p:grpSpPr>
          <a:xfrm>
            <a:off x="73152" y="1028824"/>
            <a:ext cx="399884" cy="461679"/>
            <a:chOff x="73152" y="1028824"/>
            <a:chExt cx="399884" cy="461679"/>
          </a:xfrm>
          <a:solidFill>
            <a:srgbClr val="B9B9B9"/>
          </a:solidFill>
        </p:grpSpPr>
        <p:sp>
          <p:nvSpPr>
            <p:cNvPr id="107" name="Forma libre: forma 106">
              <a:extLst>
                <a:ext uri="{FF2B5EF4-FFF2-40B4-BE49-F238E27FC236}">
                  <a16:creationId xmlns:a16="http://schemas.microsoft.com/office/drawing/2014/main" id="{BD1F193B-EC15-86B8-832B-44F89701A1C0}"/>
                </a:ext>
              </a:extLst>
            </p:cNvPr>
            <p:cNvSpPr/>
            <p:nvPr/>
          </p:nvSpPr>
          <p:spPr>
            <a:xfrm>
              <a:off x="176169" y="1028824"/>
              <a:ext cx="296866" cy="461679"/>
            </a:xfrm>
            <a:custGeom>
              <a:avLst/>
              <a:gdLst>
                <a:gd name="csX0" fmla="*/ 234204 w 296866"/>
                <a:gd name="csY0" fmla="*/ 456793 h 461679"/>
                <a:gd name="csX1" fmla="*/ 189641 w 296866"/>
                <a:gd name="csY1" fmla="*/ 451076 h 461679"/>
                <a:gd name="csX2" fmla="*/ 192285 w 296866"/>
                <a:gd name="csY2" fmla="*/ 440463 h 461679"/>
                <a:gd name="csX3" fmla="*/ 192319 w 296866"/>
                <a:gd name="csY3" fmla="*/ 432599 h 461679"/>
                <a:gd name="csX4" fmla="*/ 190826 w 296866"/>
                <a:gd name="csY4" fmla="*/ 424368 h 461679"/>
                <a:gd name="csX5" fmla="*/ 194908 w 296866"/>
                <a:gd name="csY5" fmla="*/ 412652 h 461679"/>
                <a:gd name="csX6" fmla="*/ 188729 w 296866"/>
                <a:gd name="csY6" fmla="*/ 395950 h 461679"/>
                <a:gd name="csX7" fmla="*/ 175616 w 296866"/>
                <a:gd name="csY7" fmla="*/ 376348 h 461679"/>
                <a:gd name="csX8" fmla="*/ 165432 w 296866"/>
                <a:gd name="csY8" fmla="*/ 362612 h 461679"/>
                <a:gd name="csX9" fmla="*/ 157619 w 296866"/>
                <a:gd name="csY9" fmla="*/ 354047 h 461679"/>
                <a:gd name="csX10" fmla="*/ 123850 w 296866"/>
                <a:gd name="csY10" fmla="*/ 312204 h 461679"/>
                <a:gd name="csX11" fmla="*/ 110408 w 296866"/>
                <a:gd name="csY11" fmla="*/ 302524 h 461679"/>
                <a:gd name="csX12" fmla="*/ 90624 w 296866"/>
                <a:gd name="csY12" fmla="*/ 283830 h 461679"/>
                <a:gd name="csX13" fmla="*/ 80025 w 296866"/>
                <a:gd name="csY13" fmla="*/ 265391 h 461679"/>
                <a:gd name="csX14" fmla="*/ 76089 w 296866"/>
                <a:gd name="csY14" fmla="*/ 254455 h 461679"/>
                <a:gd name="csX15" fmla="*/ 73345 w 296866"/>
                <a:gd name="csY15" fmla="*/ 247079 h 461679"/>
                <a:gd name="csX16" fmla="*/ 72109 w 296866"/>
                <a:gd name="csY16" fmla="*/ 214519 h 461679"/>
                <a:gd name="csX17" fmla="*/ 68319 w 296866"/>
                <a:gd name="csY17" fmla="*/ 206510 h 461679"/>
                <a:gd name="csX18" fmla="*/ 67160 w 296866"/>
                <a:gd name="csY18" fmla="*/ 202519 h 461679"/>
                <a:gd name="csX19" fmla="*/ 64536 w 296866"/>
                <a:gd name="csY19" fmla="*/ 206365 h 461679"/>
                <a:gd name="csX20" fmla="*/ 61955 w 296866"/>
                <a:gd name="csY20" fmla="*/ 210237 h 461679"/>
                <a:gd name="csX21" fmla="*/ 59373 w 296866"/>
                <a:gd name="csY21" fmla="*/ 190811 h 461679"/>
                <a:gd name="csX22" fmla="*/ 48569 w 296866"/>
                <a:gd name="csY22" fmla="*/ 154736 h 461679"/>
                <a:gd name="csX23" fmla="*/ 46466 w 296866"/>
                <a:gd name="csY23" fmla="*/ 141789 h 461679"/>
                <a:gd name="csX24" fmla="*/ 38475 w 296866"/>
                <a:gd name="csY24" fmla="*/ 114684 h 461679"/>
                <a:gd name="csX25" fmla="*/ 28150 w 296866"/>
                <a:gd name="csY25" fmla="*/ 99082 h 461679"/>
                <a:gd name="csX26" fmla="*/ 25815 w 296866"/>
                <a:gd name="csY26" fmla="*/ 89273 h 461679"/>
                <a:gd name="csX27" fmla="*/ 22760 w 296866"/>
                <a:gd name="csY27" fmla="*/ 77852 h 461679"/>
                <a:gd name="csX28" fmla="*/ 21512 w 296866"/>
                <a:gd name="csY28" fmla="*/ 72990 h 461679"/>
                <a:gd name="csX29" fmla="*/ 26374 w 296866"/>
                <a:gd name="csY29" fmla="*/ 74238 h 461679"/>
                <a:gd name="csX30" fmla="*/ 33559 w 296866"/>
                <a:gd name="csY30" fmla="*/ 72129 h 461679"/>
                <a:gd name="csX31" fmla="*/ 29687 w 296866"/>
                <a:gd name="csY31" fmla="*/ 66967 h 461679"/>
                <a:gd name="csX32" fmla="*/ 25815 w 296866"/>
                <a:gd name="csY32" fmla="*/ 64277 h 461679"/>
                <a:gd name="csX33" fmla="*/ 20828 w 296866"/>
                <a:gd name="csY33" fmla="*/ 56236 h 461679"/>
                <a:gd name="csX34" fmla="*/ 14159 w 296866"/>
                <a:gd name="csY34" fmla="*/ 40210 h 461679"/>
                <a:gd name="csX35" fmla="*/ 6238 w 296866"/>
                <a:gd name="csY35" fmla="*/ 17321 h 461679"/>
                <a:gd name="csX36" fmla="*/ 0 w 296866"/>
                <a:gd name="csY36" fmla="*/ 2478 h 461679"/>
                <a:gd name="csX37" fmla="*/ 99386 w 296866"/>
                <a:gd name="csY37" fmla="*/ 3758 h 461679"/>
                <a:gd name="csX38" fmla="*/ 191027 w 296866"/>
                <a:gd name="csY38" fmla="*/ 12449 h 461679"/>
                <a:gd name="csX39" fmla="*/ 178059 w 296866"/>
                <a:gd name="csY39" fmla="*/ 27807 h 461679"/>
                <a:gd name="csX40" fmla="*/ 167369 w 296866"/>
                <a:gd name="csY40" fmla="*/ 45725 h 461679"/>
                <a:gd name="csX41" fmla="*/ 163079 w 296866"/>
                <a:gd name="csY41" fmla="*/ 80524 h 461679"/>
                <a:gd name="csX42" fmla="*/ 162631 w 296866"/>
                <a:gd name="csY42" fmla="*/ 83796 h 461679"/>
                <a:gd name="csX43" fmla="*/ 171021 w 296866"/>
                <a:gd name="csY43" fmla="*/ 93315 h 461679"/>
                <a:gd name="csX44" fmla="*/ 173406 w 296866"/>
                <a:gd name="csY44" fmla="*/ 109690 h 461679"/>
                <a:gd name="csX45" fmla="*/ 164850 w 296866"/>
                <a:gd name="csY45" fmla="*/ 145701 h 461679"/>
                <a:gd name="csX46" fmla="*/ 169084 w 296866"/>
                <a:gd name="csY46" fmla="*/ 169291 h 461679"/>
                <a:gd name="csX47" fmla="*/ 171477 w 296866"/>
                <a:gd name="csY47" fmla="*/ 213103 h 461679"/>
                <a:gd name="csX48" fmla="*/ 174210 w 296866"/>
                <a:gd name="csY48" fmla="*/ 257046 h 461679"/>
                <a:gd name="csX49" fmla="*/ 178120 w 296866"/>
                <a:gd name="csY49" fmla="*/ 261958 h 461679"/>
                <a:gd name="csX50" fmla="*/ 182243 w 296866"/>
                <a:gd name="csY50" fmla="*/ 269492 h 461679"/>
                <a:gd name="csX51" fmla="*/ 184937 w 296866"/>
                <a:gd name="csY51" fmla="*/ 277338 h 461679"/>
                <a:gd name="csX52" fmla="*/ 193415 w 296866"/>
                <a:gd name="csY52" fmla="*/ 285510 h 461679"/>
                <a:gd name="csX53" fmla="*/ 199664 w 296866"/>
                <a:gd name="csY53" fmla="*/ 290658 h 461679"/>
                <a:gd name="csX54" fmla="*/ 207927 w 296866"/>
                <a:gd name="csY54" fmla="*/ 300943 h 461679"/>
                <a:gd name="csX55" fmla="*/ 219722 w 296866"/>
                <a:gd name="csY55" fmla="*/ 315205 h 461679"/>
                <a:gd name="csX56" fmla="*/ 234342 w 296866"/>
                <a:gd name="csY56" fmla="*/ 331253 h 461679"/>
                <a:gd name="csX57" fmla="*/ 242348 w 296866"/>
                <a:gd name="csY57" fmla="*/ 342893 h 461679"/>
                <a:gd name="csX58" fmla="*/ 243886 w 296866"/>
                <a:gd name="csY58" fmla="*/ 354430 h 461679"/>
                <a:gd name="csX59" fmla="*/ 242906 w 296866"/>
                <a:gd name="csY59" fmla="*/ 363679 h 461679"/>
                <a:gd name="csX60" fmla="*/ 242638 w 296866"/>
                <a:gd name="csY60" fmla="*/ 372819 h 461679"/>
                <a:gd name="csX61" fmla="*/ 248980 w 296866"/>
                <a:gd name="csY61" fmla="*/ 375191 h 461679"/>
                <a:gd name="csX62" fmla="*/ 256854 w 296866"/>
                <a:gd name="csY62" fmla="*/ 380201 h 461679"/>
                <a:gd name="csX63" fmla="*/ 262017 w 296866"/>
                <a:gd name="csY63" fmla="*/ 385776 h 461679"/>
                <a:gd name="csX64" fmla="*/ 267554 w 296866"/>
                <a:gd name="csY64" fmla="*/ 396801 h 461679"/>
                <a:gd name="csX65" fmla="*/ 281559 w 296866"/>
                <a:gd name="csY65" fmla="*/ 416793 h 461679"/>
                <a:gd name="csX66" fmla="*/ 290755 w 296866"/>
                <a:gd name="csY66" fmla="*/ 428632 h 461679"/>
                <a:gd name="csX67" fmla="*/ 294624 w 296866"/>
                <a:gd name="csY67" fmla="*/ 440196 h 461679"/>
                <a:gd name="csX68" fmla="*/ 296867 w 296866"/>
                <a:gd name="csY68" fmla="*/ 451755 h 461679"/>
                <a:gd name="csX69" fmla="*/ 287186 w 296866"/>
                <a:gd name="csY69" fmla="*/ 461588 h 461679"/>
                <a:gd name="csX70" fmla="*/ 234204 w 296866"/>
                <a:gd name="csY70" fmla="*/ 456793 h 4616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Lst>
              <a:rect l="l" t="t" r="r" b="b"/>
              <a:pathLst>
                <a:path w="296866" h="461679">
                  <a:moveTo>
                    <a:pt x="234204" y="456793"/>
                  </a:moveTo>
                  <a:cubicBezTo>
                    <a:pt x="210389" y="454343"/>
                    <a:pt x="190335" y="451771"/>
                    <a:pt x="189641" y="451076"/>
                  </a:cubicBezTo>
                  <a:cubicBezTo>
                    <a:pt x="188946" y="450382"/>
                    <a:pt x="190136" y="445606"/>
                    <a:pt x="192285" y="440463"/>
                  </a:cubicBezTo>
                  <a:cubicBezTo>
                    <a:pt x="195748" y="432175"/>
                    <a:pt x="195752" y="431281"/>
                    <a:pt x="192319" y="432599"/>
                  </a:cubicBezTo>
                  <a:cubicBezTo>
                    <a:pt x="188021" y="434248"/>
                    <a:pt x="186953" y="428358"/>
                    <a:pt x="190826" y="424368"/>
                  </a:cubicBezTo>
                  <a:cubicBezTo>
                    <a:pt x="192136" y="423019"/>
                    <a:pt x="193972" y="417747"/>
                    <a:pt x="194908" y="412652"/>
                  </a:cubicBezTo>
                  <a:cubicBezTo>
                    <a:pt x="196394" y="404559"/>
                    <a:pt x="195613" y="402447"/>
                    <a:pt x="188729" y="395950"/>
                  </a:cubicBezTo>
                  <a:cubicBezTo>
                    <a:pt x="184395" y="391860"/>
                    <a:pt x="178494" y="383039"/>
                    <a:pt x="175616" y="376348"/>
                  </a:cubicBezTo>
                  <a:cubicBezTo>
                    <a:pt x="172738" y="369658"/>
                    <a:pt x="168155" y="363476"/>
                    <a:pt x="165432" y="362612"/>
                  </a:cubicBezTo>
                  <a:cubicBezTo>
                    <a:pt x="162709" y="361748"/>
                    <a:pt x="159193" y="357894"/>
                    <a:pt x="157619" y="354047"/>
                  </a:cubicBezTo>
                  <a:cubicBezTo>
                    <a:pt x="149821" y="334997"/>
                    <a:pt x="131426" y="312204"/>
                    <a:pt x="123850" y="312204"/>
                  </a:cubicBezTo>
                  <a:cubicBezTo>
                    <a:pt x="121509" y="312204"/>
                    <a:pt x="115460" y="307848"/>
                    <a:pt x="110408" y="302524"/>
                  </a:cubicBezTo>
                  <a:cubicBezTo>
                    <a:pt x="105356" y="297200"/>
                    <a:pt x="96453" y="288788"/>
                    <a:pt x="90624" y="283830"/>
                  </a:cubicBezTo>
                  <a:cubicBezTo>
                    <a:pt x="81794" y="276321"/>
                    <a:pt x="80025" y="273244"/>
                    <a:pt x="80025" y="265391"/>
                  </a:cubicBezTo>
                  <a:cubicBezTo>
                    <a:pt x="80025" y="259326"/>
                    <a:pt x="78622" y="255426"/>
                    <a:pt x="76089" y="254455"/>
                  </a:cubicBezTo>
                  <a:cubicBezTo>
                    <a:pt x="73596" y="253498"/>
                    <a:pt x="72591" y="250794"/>
                    <a:pt x="73345" y="247079"/>
                  </a:cubicBezTo>
                  <a:cubicBezTo>
                    <a:pt x="77548" y="226392"/>
                    <a:pt x="77309" y="220102"/>
                    <a:pt x="72109" y="214519"/>
                  </a:cubicBezTo>
                  <a:cubicBezTo>
                    <a:pt x="69219" y="211417"/>
                    <a:pt x="67513" y="207813"/>
                    <a:pt x="68319" y="206510"/>
                  </a:cubicBezTo>
                  <a:cubicBezTo>
                    <a:pt x="69124" y="205206"/>
                    <a:pt x="68603" y="203410"/>
                    <a:pt x="67160" y="202519"/>
                  </a:cubicBezTo>
                  <a:cubicBezTo>
                    <a:pt x="65698" y="201615"/>
                    <a:pt x="64536" y="203319"/>
                    <a:pt x="64536" y="206365"/>
                  </a:cubicBezTo>
                  <a:cubicBezTo>
                    <a:pt x="64536" y="209372"/>
                    <a:pt x="63375" y="211114"/>
                    <a:pt x="61955" y="210237"/>
                  </a:cubicBezTo>
                  <a:cubicBezTo>
                    <a:pt x="60535" y="209360"/>
                    <a:pt x="59373" y="200618"/>
                    <a:pt x="59373" y="190811"/>
                  </a:cubicBezTo>
                  <a:cubicBezTo>
                    <a:pt x="59373" y="173740"/>
                    <a:pt x="53682" y="154736"/>
                    <a:pt x="48569" y="154736"/>
                  </a:cubicBezTo>
                  <a:cubicBezTo>
                    <a:pt x="47413" y="154736"/>
                    <a:pt x="46466" y="148910"/>
                    <a:pt x="46466" y="141789"/>
                  </a:cubicBezTo>
                  <a:cubicBezTo>
                    <a:pt x="46466" y="132086"/>
                    <a:pt x="44464" y="125296"/>
                    <a:pt x="38475" y="114684"/>
                  </a:cubicBezTo>
                  <a:cubicBezTo>
                    <a:pt x="34080" y="106897"/>
                    <a:pt x="29434" y="99876"/>
                    <a:pt x="28150" y="99082"/>
                  </a:cubicBezTo>
                  <a:cubicBezTo>
                    <a:pt x="26865" y="98289"/>
                    <a:pt x="25815" y="93874"/>
                    <a:pt x="25815" y="89273"/>
                  </a:cubicBezTo>
                  <a:cubicBezTo>
                    <a:pt x="25815" y="84671"/>
                    <a:pt x="24440" y="79532"/>
                    <a:pt x="22760" y="77852"/>
                  </a:cubicBezTo>
                  <a:cubicBezTo>
                    <a:pt x="21080" y="76172"/>
                    <a:pt x="20518" y="73984"/>
                    <a:pt x="21512" y="72990"/>
                  </a:cubicBezTo>
                  <a:cubicBezTo>
                    <a:pt x="22506" y="71996"/>
                    <a:pt x="24694" y="72558"/>
                    <a:pt x="26374" y="74238"/>
                  </a:cubicBezTo>
                  <a:cubicBezTo>
                    <a:pt x="30884" y="78748"/>
                    <a:pt x="33559" y="77963"/>
                    <a:pt x="33559" y="72129"/>
                  </a:cubicBezTo>
                  <a:cubicBezTo>
                    <a:pt x="33559" y="69261"/>
                    <a:pt x="31838" y="66967"/>
                    <a:pt x="29687" y="66967"/>
                  </a:cubicBezTo>
                  <a:cubicBezTo>
                    <a:pt x="27557" y="66967"/>
                    <a:pt x="25815" y="65756"/>
                    <a:pt x="25815" y="64277"/>
                  </a:cubicBezTo>
                  <a:cubicBezTo>
                    <a:pt x="25815" y="62798"/>
                    <a:pt x="23571" y="59179"/>
                    <a:pt x="20828" y="56236"/>
                  </a:cubicBezTo>
                  <a:cubicBezTo>
                    <a:pt x="18086" y="53292"/>
                    <a:pt x="15085" y="46080"/>
                    <a:pt x="14159" y="40210"/>
                  </a:cubicBezTo>
                  <a:cubicBezTo>
                    <a:pt x="13233" y="34339"/>
                    <a:pt x="9669" y="24039"/>
                    <a:pt x="6238" y="17321"/>
                  </a:cubicBezTo>
                  <a:cubicBezTo>
                    <a:pt x="2807" y="10603"/>
                    <a:pt x="0" y="3924"/>
                    <a:pt x="0" y="2478"/>
                  </a:cubicBezTo>
                  <a:cubicBezTo>
                    <a:pt x="0" y="-1152"/>
                    <a:pt x="23478" y="-850"/>
                    <a:pt x="99386" y="3758"/>
                  </a:cubicBezTo>
                  <a:cubicBezTo>
                    <a:pt x="175010" y="8348"/>
                    <a:pt x="191027" y="9867"/>
                    <a:pt x="191027" y="12449"/>
                  </a:cubicBezTo>
                  <a:cubicBezTo>
                    <a:pt x="191027" y="13496"/>
                    <a:pt x="185192" y="20407"/>
                    <a:pt x="178059" y="27807"/>
                  </a:cubicBezTo>
                  <a:cubicBezTo>
                    <a:pt x="167978" y="38266"/>
                    <a:pt x="165598" y="42256"/>
                    <a:pt x="167369" y="45725"/>
                  </a:cubicBezTo>
                  <a:cubicBezTo>
                    <a:pt x="174634" y="59948"/>
                    <a:pt x="171699" y="83751"/>
                    <a:pt x="163079" y="80524"/>
                  </a:cubicBezTo>
                  <a:cubicBezTo>
                    <a:pt x="159180" y="79065"/>
                    <a:pt x="159137" y="79384"/>
                    <a:pt x="162631" y="83796"/>
                  </a:cubicBezTo>
                  <a:cubicBezTo>
                    <a:pt x="164761" y="86485"/>
                    <a:pt x="168536" y="90769"/>
                    <a:pt x="171021" y="93315"/>
                  </a:cubicBezTo>
                  <a:cubicBezTo>
                    <a:pt x="175834" y="98246"/>
                    <a:pt x="176913" y="105657"/>
                    <a:pt x="173406" y="109690"/>
                  </a:cubicBezTo>
                  <a:cubicBezTo>
                    <a:pt x="169336" y="114370"/>
                    <a:pt x="164942" y="132862"/>
                    <a:pt x="164850" y="145701"/>
                  </a:cubicBezTo>
                  <a:cubicBezTo>
                    <a:pt x="164711" y="165107"/>
                    <a:pt x="165194" y="167798"/>
                    <a:pt x="169084" y="169291"/>
                  </a:cubicBezTo>
                  <a:cubicBezTo>
                    <a:pt x="171992" y="170406"/>
                    <a:pt x="172437" y="178546"/>
                    <a:pt x="171477" y="213103"/>
                  </a:cubicBezTo>
                  <a:cubicBezTo>
                    <a:pt x="170471" y="249367"/>
                    <a:pt x="170869" y="255764"/>
                    <a:pt x="174210" y="257046"/>
                  </a:cubicBezTo>
                  <a:cubicBezTo>
                    <a:pt x="176360" y="257871"/>
                    <a:pt x="178120" y="260081"/>
                    <a:pt x="178120" y="261958"/>
                  </a:cubicBezTo>
                  <a:cubicBezTo>
                    <a:pt x="178120" y="263834"/>
                    <a:pt x="179975" y="267225"/>
                    <a:pt x="182243" y="269492"/>
                  </a:cubicBezTo>
                  <a:cubicBezTo>
                    <a:pt x="184511" y="271760"/>
                    <a:pt x="185723" y="275291"/>
                    <a:pt x="184937" y="277338"/>
                  </a:cubicBezTo>
                  <a:cubicBezTo>
                    <a:pt x="183466" y="281172"/>
                    <a:pt x="186953" y="284533"/>
                    <a:pt x="193415" y="285510"/>
                  </a:cubicBezTo>
                  <a:cubicBezTo>
                    <a:pt x="195439" y="285815"/>
                    <a:pt x="198251" y="288132"/>
                    <a:pt x="199664" y="290658"/>
                  </a:cubicBezTo>
                  <a:cubicBezTo>
                    <a:pt x="201078" y="293183"/>
                    <a:pt x="204796" y="297811"/>
                    <a:pt x="207927" y="300943"/>
                  </a:cubicBezTo>
                  <a:cubicBezTo>
                    <a:pt x="211058" y="304074"/>
                    <a:pt x="216366" y="310492"/>
                    <a:pt x="219722" y="315205"/>
                  </a:cubicBezTo>
                  <a:cubicBezTo>
                    <a:pt x="223078" y="319918"/>
                    <a:pt x="229657" y="327140"/>
                    <a:pt x="234342" y="331253"/>
                  </a:cubicBezTo>
                  <a:cubicBezTo>
                    <a:pt x="239027" y="335367"/>
                    <a:pt x="242630" y="340605"/>
                    <a:pt x="242348" y="342893"/>
                  </a:cubicBezTo>
                  <a:cubicBezTo>
                    <a:pt x="242066" y="345182"/>
                    <a:pt x="242758" y="350373"/>
                    <a:pt x="243886" y="354430"/>
                  </a:cubicBezTo>
                  <a:cubicBezTo>
                    <a:pt x="245242" y="359308"/>
                    <a:pt x="244910" y="362440"/>
                    <a:pt x="242906" y="363679"/>
                  </a:cubicBezTo>
                  <a:cubicBezTo>
                    <a:pt x="240669" y="365062"/>
                    <a:pt x="240599" y="367456"/>
                    <a:pt x="242638" y="372819"/>
                  </a:cubicBezTo>
                  <a:cubicBezTo>
                    <a:pt x="245274" y="379752"/>
                    <a:pt x="245565" y="379861"/>
                    <a:pt x="248980" y="375191"/>
                  </a:cubicBezTo>
                  <a:cubicBezTo>
                    <a:pt x="253071" y="369596"/>
                    <a:pt x="256854" y="372003"/>
                    <a:pt x="256854" y="380201"/>
                  </a:cubicBezTo>
                  <a:cubicBezTo>
                    <a:pt x="256854" y="384054"/>
                    <a:pt x="258448" y="385776"/>
                    <a:pt x="262017" y="385776"/>
                  </a:cubicBezTo>
                  <a:cubicBezTo>
                    <a:pt x="266316" y="385777"/>
                    <a:pt x="267243" y="387623"/>
                    <a:pt x="267554" y="396801"/>
                  </a:cubicBezTo>
                  <a:cubicBezTo>
                    <a:pt x="267995" y="409833"/>
                    <a:pt x="271290" y="414537"/>
                    <a:pt x="281559" y="416793"/>
                  </a:cubicBezTo>
                  <a:cubicBezTo>
                    <a:pt x="287964" y="418199"/>
                    <a:pt x="289378" y="420020"/>
                    <a:pt x="290755" y="428632"/>
                  </a:cubicBezTo>
                  <a:cubicBezTo>
                    <a:pt x="291650" y="434230"/>
                    <a:pt x="293391" y="439433"/>
                    <a:pt x="294624" y="440196"/>
                  </a:cubicBezTo>
                  <a:cubicBezTo>
                    <a:pt x="295858" y="440958"/>
                    <a:pt x="296867" y="446160"/>
                    <a:pt x="296867" y="451755"/>
                  </a:cubicBezTo>
                  <a:cubicBezTo>
                    <a:pt x="296867" y="461851"/>
                    <a:pt x="296793" y="461926"/>
                    <a:pt x="287186" y="461588"/>
                  </a:cubicBezTo>
                  <a:cubicBezTo>
                    <a:pt x="281862" y="461400"/>
                    <a:pt x="258020" y="459243"/>
                    <a:pt x="234204" y="456793"/>
                  </a:cubicBezTo>
                  <a:close/>
                </a:path>
              </a:pathLst>
            </a:custGeom>
            <a:solidFill>
              <a:srgbClr val="B9B9B9"/>
            </a:solidFill>
            <a:ln w="5163" cap="flat">
              <a:noFill/>
              <a:prstDash val="solid"/>
              <a:miter/>
            </a:ln>
          </p:spPr>
          <p:txBody>
            <a:bodyPr/>
            <a:lstStyle/>
            <a:p>
              <a:endParaRPr lang="es-419" noProof="0" dirty="0"/>
            </a:p>
          </p:txBody>
        </p:sp>
        <p:sp>
          <p:nvSpPr>
            <p:cNvPr id="108" name="Forma libre: forma 107">
              <a:extLst>
                <a:ext uri="{FF2B5EF4-FFF2-40B4-BE49-F238E27FC236}">
                  <a16:creationId xmlns:a16="http://schemas.microsoft.com/office/drawing/2014/main" id="{8FEB32F7-728F-4387-C08B-7C4404AE9F1B}"/>
                </a:ext>
              </a:extLst>
            </p:cNvPr>
            <p:cNvSpPr/>
            <p:nvPr/>
          </p:nvSpPr>
          <p:spPr>
            <a:xfrm>
              <a:off x="259777" y="1434618"/>
              <a:ext cx="20905" cy="34765"/>
            </a:xfrm>
            <a:custGeom>
              <a:avLst/>
              <a:gdLst>
                <a:gd name="csX0" fmla="*/ 7343 w 20905"/>
                <a:gd name="csY0" fmla="*/ 31742 h 34765"/>
                <a:gd name="csX1" fmla="*/ 5095 w 20905"/>
                <a:gd name="csY1" fmla="*/ 22712 h 34765"/>
                <a:gd name="csX2" fmla="*/ 11946 w 20905"/>
                <a:gd name="csY2" fmla="*/ 12959 h 34765"/>
                <a:gd name="csX3" fmla="*/ 17992 w 20905"/>
                <a:gd name="csY3" fmla="*/ 1997 h 34765"/>
                <a:gd name="csX4" fmla="*/ 19063 w 20905"/>
                <a:gd name="csY4" fmla="*/ 27093 h 34765"/>
                <a:gd name="csX5" fmla="*/ 7343 w 20905"/>
                <a:gd name="csY5" fmla="*/ 31742 h 34765"/>
              </a:gdLst>
              <a:ahLst/>
              <a:cxnLst>
                <a:cxn ang="0">
                  <a:pos x="csX0" y="csY0"/>
                </a:cxn>
                <a:cxn ang="0">
                  <a:pos x="csX1" y="csY1"/>
                </a:cxn>
                <a:cxn ang="0">
                  <a:pos x="csX2" y="csY2"/>
                </a:cxn>
                <a:cxn ang="0">
                  <a:pos x="csX3" y="csY3"/>
                </a:cxn>
                <a:cxn ang="0">
                  <a:pos x="csX4" y="csY4"/>
                </a:cxn>
                <a:cxn ang="0">
                  <a:pos x="csX5" y="csY5"/>
                </a:cxn>
              </a:cxnLst>
              <a:rect l="l" t="t" r="r" b="b"/>
              <a:pathLst>
                <a:path w="20905" h="34765">
                  <a:moveTo>
                    <a:pt x="7343" y="31742"/>
                  </a:moveTo>
                  <a:cubicBezTo>
                    <a:pt x="-1878" y="26647"/>
                    <a:pt x="-2170" y="25474"/>
                    <a:pt x="5095" y="22712"/>
                  </a:cubicBezTo>
                  <a:cubicBezTo>
                    <a:pt x="10179" y="20779"/>
                    <a:pt x="11916" y="18306"/>
                    <a:pt x="11946" y="12959"/>
                  </a:cubicBezTo>
                  <a:cubicBezTo>
                    <a:pt x="11996" y="3833"/>
                    <a:pt x="16177" y="-3749"/>
                    <a:pt x="17992" y="1997"/>
                  </a:cubicBezTo>
                  <a:cubicBezTo>
                    <a:pt x="21527" y="13191"/>
                    <a:pt x="21797" y="19522"/>
                    <a:pt x="19063" y="27093"/>
                  </a:cubicBezTo>
                  <a:cubicBezTo>
                    <a:pt x="15722" y="36343"/>
                    <a:pt x="15691" y="36355"/>
                    <a:pt x="7343" y="31742"/>
                  </a:cubicBezTo>
                  <a:close/>
                </a:path>
              </a:pathLst>
            </a:custGeom>
            <a:solidFill>
              <a:srgbClr val="B9B9B9"/>
            </a:solidFill>
            <a:ln w="5163" cap="flat">
              <a:noFill/>
              <a:prstDash val="solid"/>
              <a:miter/>
            </a:ln>
          </p:spPr>
          <p:txBody>
            <a:bodyPr/>
            <a:lstStyle/>
            <a:p>
              <a:endParaRPr lang="es-419" noProof="0" dirty="0"/>
            </a:p>
          </p:txBody>
        </p:sp>
        <p:sp>
          <p:nvSpPr>
            <p:cNvPr id="109" name="Forma libre: forma 108">
              <a:extLst>
                <a:ext uri="{FF2B5EF4-FFF2-40B4-BE49-F238E27FC236}">
                  <a16:creationId xmlns:a16="http://schemas.microsoft.com/office/drawing/2014/main" id="{F5067E02-855C-5590-5393-A4D3A07CEB0F}"/>
                </a:ext>
              </a:extLst>
            </p:cNvPr>
            <p:cNvSpPr/>
            <p:nvPr/>
          </p:nvSpPr>
          <p:spPr>
            <a:xfrm>
              <a:off x="73152" y="1375664"/>
              <a:ext cx="14357" cy="42577"/>
            </a:xfrm>
            <a:custGeom>
              <a:avLst/>
              <a:gdLst>
                <a:gd name="csX0" fmla="*/ 7495 w 14357"/>
                <a:gd name="csY0" fmla="*/ 37645 h 42577"/>
                <a:gd name="csX1" fmla="*/ 3632 w 14357"/>
                <a:gd name="csY1" fmla="*/ 24738 h 42577"/>
                <a:gd name="csX2" fmla="*/ 3632 w 14357"/>
                <a:gd name="csY2" fmla="*/ 1505 h 42577"/>
                <a:gd name="csX3" fmla="*/ 7504 w 14357"/>
                <a:gd name="csY3" fmla="*/ 6137 h 42577"/>
                <a:gd name="csX4" fmla="*/ 10146 w 14357"/>
                <a:gd name="csY4" fmla="*/ 14863 h 42577"/>
                <a:gd name="csX5" fmla="*/ 11643 w 14357"/>
                <a:gd name="csY5" fmla="*/ 38936 h 42577"/>
                <a:gd name="csX6" fmla="*/ 7495 w 14357"/>
                <a:gd name="csY6" fmla="*/ 37645 h 42577"/>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4357" h="42577">
                  <a:moveTo>
                    <a:pt x="7495" y="37645"/>
                  </a:moveTo>
                  <a:cubicBezTo>
                    <a:pt x="7399" y="34096"/>
                    <a:pt x="5661" y="28288"/>
                    <a:pt x="3632" y="24738"/>
                  </a:cubicBezTo>
                  <a:cubicBezTo>
                    <a:pt x="-1211" y="16267"/>
                    <a:pt x="-1211" y="5524"/>
                    <a:pt x="3632" y="1505"/>
                  </a:cubicBezTo>
                  <a:cubicBezTo>
                    <a:pt x="6929" y="-1232"/>
                    <a:pt x="7504" y="-544"/>
                    <a:pt x="7504" y="6137"/>
                  </a:cubicBezTo>
                  <a:cubicBezTo>
                    <a:pt x="7504" y="10452"/>
                    <a:pt x="8693" y="14378"/>
                    <a:pt x="10146" y="14863"/>
                  </a:cubicBezTo>
                  <a:cubicBezTo>
                    <a:pt x="14898" y="16447"/>
                    <a:pt x="15948" y="33343"/>
                    <a:pt x="11643" y="38936"/>
                  </a:cubicBezTo>
                  <a:cubicBezTo>
                    <a:pt x="7745" y="44000"/>
                    <a:pt x="7665" y="43975"/>
                    <a:pt x="7495" y="37645"/>
                  </a:cubicBezTo>
                  <a:close/>
                </a:path>
              </a:pathLst>
            </a:custGeom>
            <a:solidFill>
              <a:srgbClr val="B9B9B9"/>
            </a:solidFill>
            <a:ln w="5163" cap="flat">
              <a:noFill/>
              <a:prstDash val="solid"/>
              <a:miter/>
            </a:ln>
          </p:spPr>
          <p:txBody>
            <a:bodyPr/>
            <a:lstStyle/>
            <a:p>
              <a:endParaRPr lang="es-419" noProof="0" dirty="0"/>
            </a:p>
          </p:txBody>
        </p:sp>
        <p:sp>
          <p:nvSpPr>
            <p:cNvPr id="110" name="Forma libre: forma 109">
              <a:extLst>
                <a:ext uri="{FF2B5EF4-FFF2-40B4-BE49-F238E27FC236}">
                  <a16:creationId xmlns:a16="http://schemas.microsoft.com/office/drawing/2014/main" id="{AF8D6440-D7A8-7487-1A5D-3A7F31B076DD}"/>
                </a:ext>
              </a:extLst>
            </p:cNvPr>
            <p:cNvSpPr/>
            <p:nvPr/>
          </p:nvSpPr>
          <p:spPr>
            <a:xfrm>
              <a:off x="420547" y="1341567"/>
              <a:ext cx="36589" cy="57857"/>
            </a:xfrm>
            <a:custGeom>
              <a:avLst/>
              <a:gdLst>
                <a:gd name="csX0" fmla="*/ 24033 w 36589"/>
                <a:gd name="csY0" fmla="*/ 48231 h 57857"/>
                <a:gd name="csX1" fmla="*/ 8875 w 36589"/>
                <a:gd name="csY1" fmla="*/ 31730 h 57857"/>
                <a:gd name="csX2" fmla="*/ 2815 w 36589"/>
                <a:gd name="csY2" fmla="*/ 140 h 57857"/>
                <a:gd name="csX3" fmla="*/ 18571 w 36589"/>
                <a:gd name="csY3" fmla="*/ 17532 h 57857"/>
                <a:gd name="csX4" fmla="*/ 26156 w 36589"/>
                <a:gd name="csY4" fmla="*/ 27858 h 57857"/>
                <a:gd name="csX5" fmla="*/ 32361 w 36589"/>
                <a:gd name="csY5" fmla="*/ 36599 h 57857"/>
                <a:gd name="csX6" fmla="*/ 34380 w 36589"/>
                <a:gd name="csY6" fmla="*/ 51018 h 57857"/>
                <a:gd name="csX7" fmla="*/ 24033 w 36589"/>
                <a:gd name="csY7" fmla="*/ 48231 h 578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6589" h="57857">
                  <a:moveTo>
                    <a:pt x="24033" y="48231"/>
                  </a:moveTo>
                  <a:cubicBezTo>
                    <a:pt x="18251" y="41995"/>
                    <a:pt x="11430" y="34569"/>
                    <a:pt x="8875" y="31730"/>
                  </a:cubicBezTo>
                  <a:cubicBezTo>
                    <a:pt x="870" y="22831"/>
                    <a:pt x="-3051" y="2391"/>
                    <a:pt x="2815" y="140"/>
                  </a:cubicBezTo>
                  <a:cubicBezTo>
                    <a:pt x="7073" y="-1494"/>
                    <a:pt x="18931" y="11596"/>
                    <a:pt x="18571" y="17532"/>
                  </a:cubicBezTo>
                  <a:cubicBezTo>
                    <a:pt x="18043" y="26212"/>
                    <a:pt x="19252" y="27858"/>
                    <a:pt x="26156" y="27858"/>
                  </a:cubicBezTo>
                  <a:cubicBezTo>
                    <a:pt x="32848" y="27858"/>
                    <a:pt x="33306" y="28504"/>
                    <a:pt x="32361" y="36599"/>
                  </a:cubicBezTo>
                  <a:cubicBezTo>
                    <a:pt x="31800" y="41406"/>
                    <a:pt x="32708" y="47895"/>
                    <a:pt x="34380" y="51018"/>
                  </a:cubicBezTo>
                  <a:cubicBezTo>
                    <a:pt x="39819" y="61181"/>
                    <a:pt x="34782" y="59825"/>
                    <a:pt x="24033" y="48231"/>
                  </a:cubicBezTo>
                  <a:close/>
                </a:path>
              </a:pathLst>
            </a:custGeom>
            <a:solidFill>
              <a:srgbClr val="B9B9B9"/>
            </a:solidFill>
            <a:ln w="5163" cap="flat">
              <a:noFill/>
              <a:prstDash val="solid"/>
              <a:miter/>
            </a:ln>
          </p:spPr>
          <p:txBody>
            <a:bodyPr/>
            <a:lstStyle/>
            <a:p>
              <a:endParaRPr lang="es-419" noProof="0" dirty="0"/>
            </a:p>
          </p:txBody>
        </p:sp>
      </p:grpSp>
      <p:grpSp>
        <p:nvGrpSpPr>
          <p:cNvPr id="111" name="Gráfico 39">
            <a:extLst>
              <a:ext uri="{FF2B5EF4-FFF2-40B4-BE49-F238E27FC236}">
                <a16:creationId xmlns:a16="http://schemas.microsoft.com/office/drawing/2014/main" id="{CE305EE6-2C11-FB8B-3531-D7ACEA36D13F}"/>
              </a:ext>
            </a:extLst>
          </p:cNvPr>
          <p:cNvGrpSpPr/>
          <p:nvPr/>
        </p:nvGrpSpPr>
        <p:grpSpPr>
          <a:xfrm>
            <a:off x="347681" y="1057339"/>
            <a:ext cx="481325" cy="621418"/>
            <a:chOff x="347681" y="1057339"/>
            <a:chExt cx="481325" cy="621418"/>
          </a:xfrm>
          <a:solidFill>
            <a:srgbClr val="B9B9B9"/>
          </a:solidFill>
        </p:grpSpPr>
        <p:grpSp>
          <p:nvGrpSpPr>
            <p:cNvPr id="112" name="Gráfico 39">
              <a:extLst>
                <a:ext uri="{FF2B5EF4-FFF2-40B4-BE49-F238E27FC236}">
                  <a16:creationId xmlns:a16="http://schemas.microsoft.com/office/drawing/2014/main" id="{467572CC-6DC7-4380-6E06-C5DABC553368}"/>
                </a:ext>
              </a:extLst>
            </p:cNvPr>
            <p:cNvGrpSpPr/>
            <p:nvPr/>
          </p:nvGrpSpPr>
          <p:grpSpPr>
            <a:xfrm>
              <a:off x="492211" y="1384222"/>
              <a:ext cx="33498" cy="51895"/>
              <a:chOff x="492211" y="1384222"/>
              <a:chExt cx="33498" cy="51895"/>
            </a:xfrm>
            <a:solidFill>
              <a:srgbClr val="B9B9B9"/>
            </a:solidFill>
          </p:grpSpPr>
          <p:sp>
            <p:nvSpPr>
              <p:cNvPr id="113" name="Forma libre: forma 112">
                <a:extLst>
                  <a:ext uri="{FF2B5EF4-FFF2-40B4-BE49-F238E27FC236}">
                    <a16:creationId xmlns:a16="http://schemas.microsoft.com/office/drawing/2014/main" id="{30D5A00E-B302-46AA-7EB9-A2AA0697E06E}"/>
                  </a:ext>
                </a:extLst>
              </p:cNvPr>
              <p:cNvSpPr/>
              <p:nvPr/>
            </p:nvSpPr>
            <p:spPr>
              <a:xfrm>
                <a:off x="492211" y="1428798"/>
                <a:ext cx="6246" cy="7319"/>
              </a:xfrm>
              <a:custGeom>
                <a:avLst/>
                <a:gdLst>
                  <a:gd name="csX0" fmla="*/ 460 w 6246"/>
                  <a:gd name="csY0" fmla="*/ 4088 h 7319"/>
                  <a:gd name="csX1" fmla="*/ 4549 w 6246"/>
                  <a:gd name="csY1" fmla="*/ 0 h 7319"/>
                  <a:gd name="csX2" fmla="*/ 1959 w 6246"/>
                  <a:gd name="csY2" fmla="*/ 7153 h 7319"/>
                  <a:gd name="csX3" fmla="*/ 460 w 6246"/>
                  <a:gd name="csY3" fmla="*/ 4088 h 7319"/>
                </a:gdLst>
                <a:ahLst/>
                <a:cxnLst>
                  <a:cxn ang="0">
                    <a:pos x="csX0" y="csY0"/>
                  </a:cxn>
                  <a:cxn ang="0">
                    <a:pos x="csX1" y="csY1"/>
                  </a:cxn>
                  <a:cxn ang="0">
                    <a:pos x="csX2" y="csY2"/>
                  </a:cxn>
                  <a:cxn ang="0">
                    <a:pos x="csX3" y="csY3"/>
                  </a:cxn>
                </a:cxnLst>
                <a:rect l="l" t="t" r="r" b="b"/>
                <a:pathLst>
                  <a:path w="6246" h="7319">
                    <a:moveTo>
                      <a:pt x="460" y="4088"/>
                    </a:moveTo>
                    <a:cubicBezTo>
                      <a:pt x="1323" y="1840"/>
                      <a:pt x="3163" y="0"/>
                      <a:pt x="4549" y="0"/>
                    </a:cubicBezTo>
                    <a:cubicBezTo>
                      <a:pt x="7942" y="0"/>
                      <a:pt x="5818" y="5867"/>
                      <a:pt x="1959" y="7153"/>
                    </a:cubicBezTo>
                    <a:cubicBezTo>
                      <a:pt x="72" y="7782"/>
                      <a:pt x="-505" y="6602"/>
                      <a:pt x="460" y="4088"/>
                    </a:cubicBezTo>
                    <a:close/>
                  </a:path>
                </a:pathLst>
              </a:custGeom>
              <a:solidFill>
                <a:srgbClr val="B9B9B9"/>
              </a:solidFill>
              <a:ln w="5163" cap="flat">
                <a:noFill/>
                <a:prstDash val="solid"/>
                <a:miter/>
              </a:ln>
            </p:spPr>
            <p:txBody>
              <a:bodyPr/>
              <a:lstStyle/>
              <a:p>
                <a:endParaRPr lang="es-419" noProof="0" dirty="0"/>
              </a:p>
            </p:txBody>
          </p:sp>
          <p:sp>
            <p:nvSpPr>
              <p:cNvPr id="114" name="Forma libre: forma 113">
                <a:extLst>
                  <a:ext uri="{FF2B5EF4-FFF2-40B4-BE49-F238E27FC236}">
                    <a16:creationId xmlns:a16="http://schemas.microsoft.com/office/drawing/2014/main" id="{27AE64BB-8540-9340-08A7-A75EF82D592D}"/>
                  </a:ext>
                </a:extLst>
              </p:cNvPr>
              <p:cNvSpPr/>
              <p:nvPr/>
            </p:nvSpPr>
            <p:spPr>
              <a:xfrm>
                <a:off x="495379" y="1384222"/>
                <a:ext cx="30331" cy="44105"/>
              </a:xfrm>
              <a:custGeom>
                <a:avLst/>
                <a:gdLst>
                  <a:gd name="csX0" fmla="*/ 10578 w 30331"/>
                  <a:gd name="csY0" fmla="*/ 40845 h 44105"/>
                  <a:gd name="csX1" fmla="*/ 3426 w 30331"/>
                  <a:gd name="csY1" fmla="*/ 27268 h 44105"/>
                  <a:gd name="csX2" fmla="*/ 8634 w 30331"/>
                  <a:gd name="csY2" fmla="*/ 13316 h 44105"/>
                  <a:gd name="csX3" fmla="*/ 25629 w 30331"/>
                  <a:gd name="csY3" fmla="*/ 1695 h 44105"/>
                  <a:gd name="csX4" fmla="*/ 27283 w 30331"/>
                  <a:gd name="csY4" fmla="*/ 34769 h 44105"/>
                  <a:gd name="csX5" fmla="*/ 10578 w 30331"/>
                  <a:gd name="csY5" fmla="*/ 40845 h 44105"/>
                </a:gdLst>
                <a:ahLst/>
                <a:cxnLst>
                  <a:cxn ang="0">
                    <a:pos x="csX0" y="csY0"/>
                  </a:cxn>
                  <a:cxn ang="0">
                    <a:pos x="csX1" y="csY1"/>
                  </a:cxn>
                  <a:cxn ang="0">
                    <a:pos x="csX2" y="csY2"/>
                  </a:cxn>
                  <a:cxn ang="0">
                    <a:pos x="csX3" y="csY3"/>
                  </a:cxn>
                  <a:cxn ang="0">
                    <a:pos x="csX4" y="csY4"/>
                  </a:cxn>
                  <a:cxn ang="0">
                    <a:pos x="csX5" y="csY5"/>
                  </a:cxn>
                </a:cxnLst>
                <a:rect l="l" t="t" r="r" b="b"/>
                <a:pathLst>
                  <a:path w="30331" h="44105">
                    <a:moveTo>
                      <a:pt x="10578" y="40845"/>
                    </a:moveTo>
                    <a:cubicBezTo>
                      <a:pt x="-1917" y="34327"/>
                      <a:pt x="-2001" y="34167"/>
                      <a:pt x="3426" y="27268"/>
                    </a:cubicBezTo>
                    <a:cubicBezTo>
                      <a:pt x="6291" y="23626"/>
                      <a:pt x="8634" y="17348"/>
                      <a:pt x="8634" y="13316"/>
                    </a:cubicBezTo>
                    <a:cubicBezTo>
                      <a:pt x="8634" y="4586"/>
                      <a:pt x="20679" y="-3650"/>
                      <a:pt x="25629" y="1695"/>
                    </a:cubicBezTo>
                    <a:cubicBezTo>
                      <a:pt x="31123" y="7627"/>
                      <a:pt x="31970" y="24580"/>
                      <a:pt x="27283" y="34769"/>
                    </a:cubicBezTo>
                    <a:cubicBezTo>
                      <a:pt x="22315" y="45567"/>
                      <a:pt x="20734" y="46142"/>
                      <a:pt x="10578" y="40845"/>
                    </a:cubicBezTo>
                    <a:close/>
                  </a:path>
                </a:pathLst>
              </a:custGeom>
              <a:solidFill>
                <a:srgbClr val="B9B9B9"/>
              </a:solidFill>
              <a:ln w="5163" cap="flat">
                <a:noFill/>
                <a:prstDash val="solid"/>
                <a:miter/>
              </a:ln>
            </p:spPr>
            <p:txBody>
              <a:bodyPr/>
              <a:lstStyle/>
              <a:p>
                <a:endParaRPr lang="es-419" noProof="0" dirty="0"/>
              </a:p>
            </p:txBody>
          </p:sp>
        </p:grpSp>
        <p:grpSp>
          <p:nvGrpSpPr>
            <p:cNvPr id="115" name="Gráfico 39">
              <a:extLst>
                <a:ext uri="{FF2B5EF4-FFF2-40B4-BE49-F238E27FC236}">
                  <a16:creationId xmlns:a16="http://schemas.microsoft.com/office/drawing/2014/main" id="{7AA3D0FF-4762-7D8E-4AD4-9AE8AB504161}"/>
                </a:ext>
              </a:extLst>
            </p:cNvPr>
            <p:cNvGrpSpPr/>
            <p:nvPr/>
          </p:nvGrpSpPr>
          <p:grpSpPr>
            <a:xfrm>
              <a:off x="347681" y="1057339"/>
              <a:ext cx="481325" cy="621418"/>
              <a:chOff x="347681" y="1057339"/>
              <a:chExt cx="481325" cy="621418"/>
            </a:xfrm>
            <a:solidFill>
              <a:srgbClr val="B9B9B9"/>
            </a:solidFill>
          </p:grpSpPr>
          <p:sp>
            <p:nvSpPr>
              <p:cNvPr id="116" name="Forma libre: forma 115">
                <a:extLst>
                  <a:ext uri="{FF2B5EF4-FFF2-40B4-BE49-F238E27FC236}">
                    <a16:creationId xmlns:a16="http://schemas.microsoft.com/office/drawing/2014/main" id="{9995F703-439D-4BC5-9E4C-181923326009}"/>
                  </a:ext>
                </a:extLst>
              </p:cNvPr>
              <p:cNvSpPr/>
              <p:nvPr/>
            </p:nvSpPr>
            <p:spPr>
              <a:xfrm>
                <a:off x="347681" y="1057339"/>
                <a:ext cx="481325" cy="621418"/>
              </a:xfrm>
              <a:custGeom>
                <a:avLst/>
                <a:gdLst>
                  <a:gd name="csX0" fmla="*/ 392709 w 481325"/>
                  <a:gd name="csY0" fmla="*/ 609477 h 621418"/>
                  <a:gd name="csX1" fmla="*/ 388957 w 481325"/>
                  <a:gd name="csY1" fmla="*/ 594848 h 621418"/>
                  <a:gd name="csX2" fmla="*/ 382520 w 481325"/>
                  <a:gd name="csY2" fmla="*/ 582680 h 621418"/>
                  <a:gd name="csX3" fmla="*/ 381003 w 481325"/>
                  <a:gd name="csY3" fmla="*/ 575394 h 621418"/>
                  <a:gd name="csX4" fmla="*/ 376772 w 481325"/>
                  <a:gd name="csY4" fmla="*/ 573517 h 621418"/>
                  <a:gd name="csX5" fmla="*/ 372471 w 481325"/>
                  <a:gd name="csY5" fmla="*/ 575078 h 621418"/>
                  <a:gd name="csX6" fmla="*/ 371638 w 481325"/>
                  <a:gd name="csY6" fmla="*/ 577600 h 621418"/>
                  <a:gd name="csX7" fmla="*/ 373727 w 481325"/>
                  <a:gd name="csY7" fmla="*/ 583138 h 621418"/>
                  <a:gd name="csX8" fmla="*/ 369193 w 481325"/>
                  <a:gd name="csY8" fmla="*/ 580381 h 621418"/>
                  <a:gd name="csX9" fmla="*/ 364289 w 481325"/>
                  <a:gd name="csY9" fmla="*/ 578851 h 621418"/>
                  <a:gd name="csX10" fmla="*/ 358202 w 481325"/>
                  <a:gd name="csY10" fmla="*/ 578294 h 621418"/>
                  <a:gd name="csX11" fmla="*/ 344811 w 481325"/>
                  <a:gd name="csY11" fmla="*/ 546998 h 621418"/>
                  <a:gd name="csX12" fmla="*/ 347360 w 481325"/>
                  <a:gd name="csY12" fmla="*/ 544424 h 621418"/>
                  <a:gd name="csX13" fmla="*/ 329284 w 481325"/>
                  <a:gd name="csY13" fmla="*/ 536840 h 621418"/>
                  <a:gd name="csX14" fmla="*/ 312504 w 481325"/>
                  <a:gd name="csY14" fmla="*/ 531378 h 621418"/>
                  <a:gd name="csX15" fmla="*/ 299274 w 481325"/>
                  <a:gd name="csY15" fmla="*/ 523870 h 621418"/>
                  <a:gd name="csX16" fmla="*/ 298267 w 481325"/>
                  <a:gd name="csY16" fmla="*/ 519838 h 621418"/>
                  <a:gd name="csX17" fmla="*/ 294146 w 481325"/>
                  <a:gd name="csY17" fmla="*/ 506308 h 621418"/>
                  <a:gd name="csX18" fmla="*/ 290635 w 481325"/>
                  <a:gd name="csY18" fmla="*/ 495822 h 621418"/>
                  <a:gd name="csX19" fmla="*/ 290295 w 481325"/>
                  <a:gd name="csY19" fmla="*/ 485043 h 621418"/>
                  <a:gd name="csX20" fmla="*/ 292460 w 481325"/>
                  <a:gd name="csY20" fmla="*/ 479235 h 621418"/>
                  <a:gd name="csX21" fmla="*/ 293954 w 481325"/>
                  <a:gd name="csY21" fmla="*/ 469554 h 621418"/>
                  <a:gd name="csX22" fmla="*/ 288754 w 481325"/>
                  <a:gd name="csY22" fmla="*/ 460702 h 621418"/>
                  <a:gd name="csX23" fmla="*/ 283583 w 481325"/>
                  <a:gd name="csY23" fmla="*/ 460065 h 621418"/>
                  <a:gd name="csX24" fmla="*/ 278874 w 481325"/>
                  <a:gd name="csY24" fmla="*/ 460231 h 621418"/>
                  <a:gd name="csX25" fmla="*/ 272498 w 481325"/>
                  <a:gd name="csY25" fmla="*/ 449744 h 621418"/>
                  <a:gd name="csX26" fmla="*/ 269740 w 481325"/>
                  <a:gd name="csY26" fmla="*/ 445139 h 621418"/>
                  <a:gd name="csX27" fmla="*/ 268211 w 481325"/>
                  <a:gd name="csY27" fmla="*/ 450043 h 621418"/>
                  <a:gd name="csX28" fmla="*/ 267044 w 481325"/>
                  <a:gd name="csY28" fmla="*/ 456881 h 621418"/>
                  <a:gd name="csX29" fmla="*/ 259538 w 481325"/>
                  <a:gd name="csY29" fmla="*/ 454425 h 621418"/>
                  <a:gd name="csX30" fmla="*/ 254428 w 481325"/>
                  <a:gd name="csY30" fmla="*/ 444654 h 621418"/>
                  <a:gd name="csX31" fmla="*/ 249421 w 481325"/>
                  <a:gd name="csY31" fmla="*/ 443656 h 621418"/>
                  <a:gd name="csX32" fmla="*/ 238700 w 481325"/>
                  <a:gd name="csY32" fmla="*/ 428558 h 621418"/>
                  <a:gd name="csX33" fmla="*/ 224166 w 481325"/>
                  <a:gd name="csY33" fmla="*/ 409935 h 621418"/>
                  <a:gd name="csX34" fmla="*/ 213124 w 481325"/>
                  <a:gd name="csY34" fmla="*/ 401065 h 621418"/>
                  <a:gd name="csX35" fmla="*/ 206671 w 481325"/>
                  <a:gd name="csY35" fmla="*/ 388468 h 621418"/>
                  <a:gd name="csX36" fmla="*/ 204242 w 481325"/>
                  <a:gd name="csY36" fmla="*/ 374041 h 621418"/>
                  <a:gd name="csX37" fmla="*/ 206562 w 481325"/>
                  <a:gd name="csY37" fmla="*/ 371283 h 621418"/>
                  <a:gd name="csX38" fmla="*/ 201394 w 481325"/>
                  <a:gd name="csY38" fmla="*/ 369855 h 621418"/>
                  <a:gd name="csX39" fmla="*/ 181743 w 481325"/>
                  <a:gd name="csY39" fmla="*/ 350072 h 621418"/>
                  <a:gd name="csX40" fmla="*/ 180840 w 481325"/>
                  <a:gd name="csY40" fmla="*/ 340015 h 621418"/>
                  <a:gd name="csX41" fmla="*/ 168342 w 481325"/>
                  <a:gd name="csY41" fmla="*/ 316750 h 621418"/>
                  <a:gd name="csX42" fmla="*/ 162786 w 481325"/>
                  <a:gd name="csY42" fmla="*/ 304341 h 621418"/>
                  <a:gd name="csX43" fmla="*/ 153959 w 481325"/>
                  <a:gd name="csY43" fmla="*/ 280463 h 621418"/>
                  <a:gd name="csX44" fmla="*/ 143231 w 481325"/>
                  <a:gd name="csY44" fmla="*/ 268201 h 621418"/>
                  <a:gd name="csX45" fmla="*/ 141096 w 481325"/>
                  <a:gd name="csY45" fmla="*/ 246493 h 621418"/>
                  <a:gd name="csX46" fmla="*/ 133510 w 481325"/>
                  <a:gd name="csY46" fmla="*/ 215932 h 621418"/>
                  <a:gd name="csX47" fmla="*/ 125786 w 481325"/>
                  <a:gd name="csY47" fmla="*/ 201792 h 621418"/>
                  <a:gd name="csX48" fmla="*/ 113580 w 481325"/>
                  <a:gd name="csY48" fmla="*/ 175023 h 621418"/>
                  <a:gd name="csX49" fmla="*/ 104703 w 481325"/>
                  <a:gd name="csY49" fmla="*/ 151035 h 621418"/>
                  <a:gd name="csX50" fmla="*/ 100240 w 481325"/>
                  <a:gd name="csY50" fmla="*/ 135893 h 621418"/>
                  <a:gd name="csX51" fmla="*/ 100240 w 481325"/>
                  <a:gd name="csY51" fmla="*/ 128463 h 621418"/>
                  <a:gd name="csX52" fmla="*/ 99247 w 481325"/>
                  <a:gd name="csY52" fmla="*/ 115142 h 621418"/>
                  <a:gd name="csX53" fmla="*/ 93791 w 481325"/>
                  <a:gd name="csY53" fmla="*/ 109442 h 621418"/>
                  <a:gd name="csX54" fmla="*/ 95549 w 481325"/>
                  <a:gd name="csY54" fmla="*/ 115250 h 621418"/>
                  <a:gd name="csX55" fmla="*/ 90800 w 481325"/>
                  <a:gd name="csY55" fmla="*/ 117023 h 621418"/>
                  <a:gd name="csX56" fmla="*/ 87172 w 481325"/>
                  <a:gd name="csY56" fmla="*/ 114272 h 621418"/>
                  <a:gd name="csX57" fmla="*/ 67148 w 481325"/>
                  <a:gd name="csY57" fmla="*/ 111209 h 621418"/>
                  <a:gd name="csX58" fmla="*/ 49971 w 481325"/>
                  <a:gd name="csY58" fmla="*/ 100232 h 621418"/>
                  <a:gd name="csX59" fmla="*/ 44090 w 481325"/>
                  <a:gd name="csY59" fmla="*/ 90574 h 621418"/>
                  <a:gd name="csX60" fmla="*/ 35863 w 481325"/>
                  <a:gd name="csY60" fmla="*/ 83433 h 621418"/>
                  <a:gd name="csX61" fmla="*/ 32588 w 481325"/>
                  <a:gd name="csY61" fmla="*/ 82069 h 621418"/>
                  <a:gd name="csX62" fmla="*/ 11771 w 481325"/>
                  <a:gd name="csY62" fmla="*/ 68233 h 621418"/>
                  <a:gd name="csX63" fmla="*/ 5348 w 481325"/>
                  <a:gd name="csY63" fmla="*/ 59589 h 621418"/>
                  <a:gd name="csX64" fmla="*/ 1583 w 481325"/>
                  <a:gd name="csY64" fmla="*/ 46912 h 621418"/>
                  <a:gd name="csX65" fmla="*/ 325 w 481325"/>
                  <a:gd name="csY65" fmla="*/ 17525 h 621418"/>
                  <a:gd name="csX66" fmla="*/ 4538 w 481325"/>
                  <a:gd name="csY66" fmla="*/ 6689 h 621418"/>
                  <a:gd name="csX67" fmla="*/ 10480 w 481325"/>
                  <a:gd name="csY67" fmla="*/ 0 h 621418"/>
                  <a:gd name="csX68" fmla="*/ 53074 w 481325"/>
                  <a:gd name="csY68" fmla="*/ 22147 h 621418"/>
                  <a:gd name="csX69" fmla="*/ 133099 w 481325"/>
                  <a:gd name="csY69" fmla="*/ 64285 h 621418"/>
                  <a:gd name="csX70" fmla="*/ 308638 w 481325"/>
                  <a:gd name="csY70" fmla="*/ 150152 h 621418"/>
                  <a:gd name="csX71" fmla="*/ 460324 w 481325"/>
                  <a:gd name="csY71" fmla="*/ 163865 h 621418"/>
                  <a:gd name="csX72" fmla="*/ 466125 w 481325"/>
                  <a:gd name="csY72" fmla="*/ 170071 h 621418"/>
                  <a:gd name="csX73" fmla="*/ 465714 w 481325"/>
                  <a:gd name="csY73" fmla="*/ 176317 h 621418"/>
                  <a:gd name="csX74" fmla="*/ 471176 w 481325"/>
                  <a:gd name="csY74" fmla="*/ 205515 h 621418"/>
                  <a:gd name="csX75" fmla="*/ 478356 w 481325"/>
                  <a:gd name="csY75" fmla="*/ 244968 h 621418"/>
                  <a:gd name="csX76" fmla="*/ 480666 w 481325"/>
                  <a:gd name="csY76" fmla="*/ 291434 h 621418"/>
                  <a:gd name="csX77" fmla="*/ 471606 w 481325"/>
                  <a:gd name="csY77" fmla="*/ 339879 h 621418"/>
                  <a:gd name="csX78" fmla="*/ 467718 w 481325"/>
                  <a:gd name="csY78" fmla="*/ 346935 h 621418"/>
                  <a:gd name="csX79" fmla="*/ 468256 w 481325"/>
                  <a:gd name="csY79" fmla="*/ 419216 h 621418"/>
                  <a:gd name="csX80" fmla="*/ 469120 w 481325"/>
                  <a:gd name="csY80" fmla="*/ 434705 h 621418"/>
                  <a:gd name="csX81" fmla="*/ 451760 w 481325"/>
                  <a:gd name="csY81" fmla="*/ 439004 h 621418"/>
                  <a:gd name="csX82" fmla="*/ 430017 w 481325"/>
                  <a:gd name="csY82" fmla="*/ 458164 h 621418"/>
                  <a:gd name="csX83" fmla="*/ 441207 w 481325"/>
                  <a:gd name="csY83" fmla="*/ 484914 h 621418"/>
                  <a:gd name="csX84" fmla="*/ 455538 w 481325"/>
                  <a:gd name="csY84" fmla="*/ 533438 h 621418"/>
                  <a:gd name="csX85" fmla="*/ 463393 w 481325"/>
                  <a:gd name="csY85" fmla="*/ 557324 h 621418"/>
                  <a:gd name="csX86" fmla="*/ 466107 w 481325"/>
                  <a:gd name="csY86" fmla="*/ 564704 h 621418"/>
                  <a:gd name="csX87" fmla="*/ 427332 w 481325"/>
                  <a:gd name="csY87" fmla="*/ 607875 h 621418"/>
                  <a:gd name="csX88" fmla="*/ 408378 w 481325"/>
                  <a:gd name="csY88" fmla="*/ 619278 h 621418"/>
                  <a:gd name="csX89" fmla="*/ 406733 w 481325"/>
                  <a:gd name="csY89" fmla="*/ 612610 h 621418"/>
                  <a:gd name="csX90" fmla="*/ 398989 w 481325"/>
                  <a:gd name="csY90" fmla="*/ 614115 h 621418"/>
                  <a:gd name="csX91" fmla="*/ 394277 w 481325"/>
                  <a:gd name="csY91" fmla="*/ 621279 h 621418"/>
                  <a:gd name="csX92" fmla="*/ 392709 w 481325"/>
                  <a:gd name="csY92" fmla="*/ 609477 h 62141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Lst>
                <a:rect l="l" t="t" r="r" b="b"/>
                <a:pathLst>
                  <a:path w="481325" h="621418">
                    <a:moveTo>
                      <a:pt x="392709" y="609477"/>
                    </a:moveTo>
                    <a:cubicBezTo>
                      <a:pt x="394253" y="597840"/>
                      <a:pt x="393887" y="596413"/>
                      <a:pt x="388957" y="594848"/>
                    </a:cubicBezTo>
                    <a:cubicBezTo>
                      <a:pt x="381454" y="592467"/>
                      <a:pt x="376874" y="583809"/>
                      <a:pt x="382520" y="582680"/>
                    </a:cubicBezTo>
                    <a:cubicBezTo>
                      <a:pt x="386074" y="581969"/>
                      <a:pt x="385853" y="580904"/>
                      <a:pt x="381003" y="575394"/>
                    </a:cubicBezTo>
                    <a:cubicBezTo>
                      <a:pt x="377016" y="570863"/>
                      <a:pt x="375755" y="570304"/>
                      <a:pt x="376772" y="573517"/>
                    </a:cubicBezTo>
                    <a:cubicBezTo>
                      <a:pt x="378038" y="577517"/>
                      <a:pt x="377495" y="577714"/>
                      <a:pt x="372471" y="575078"/>
                    </a:cubicBezTo>
                    <a:cubicBezTo>
                      <a:pt x="366755" y="572079"/>
                      <a:pt x="366750" y="572094"/>
                      <a:pt x="371638" y="577600"/>
                    </a:cubicBezTo>
                    <a:cubicBezTo>
                      <a:pt x="374343" y="580646"/>
                      <a:pt x="375283" y="583138"/>
                      <a:pt x="373727" y="583138"/>
                    </a:cubicBezTo>
                    <a:cubicBezTo>
                      <a:pt x="372171" y="583138"/>
                      <a:pt x="370131" y="581897"/>
                      <a:pt x="369193" y="580381"/>
                    </a:cubicBezTo>
                    <a:cubicBezTo>
                      <a:pt x="368256" y="578864"/>
                      <a:pt x="366049" y="578176"/>
                      <a:pt x="364289" y="578851"/>
                    </a:cubicBezTo>
                    <a:cubicBezTo>
                      <a:pt x="362530" y="579526"/>
                      <a:pt x="359790" y="579276"/>
                      <a:pt x="358202" y="578294"/>
                    </a:cubicBezTo>
                    <a:cubicBezTo>
                      <a:pt x="354056" y="575732"/>
                      <a:pt x="341762" y="546998"/>
                      <a:pt x="344811" y="546998"/>
                    </a:cubicBezTo>
                    <a:cubicBezTo>
                      <a:pt x="346213" y="546998"/>
                      <a:pt x="347360" y="545839"/>
                      <a:pt x="347360" y="544424"/>
                    </a:cubicBezTo>
                    <a:cubicBezTo>
                      <a:pt x="347360" y="541126"/>
                      <a:pt x="331006" y="534265"/>
                      <a:pt x="329284" y="536840"/>
                    </a:cubicBezTo>
                    <a:cubicBezTo>
                      <a:pt x="328570" y="537907"/>
                      <a:pt x="321020" y="535449"/>
                      <a:pt x="312504" y="531378"/>
                    </a:cubicBezTo>
                    <a:cubicBezTo>
                      <a:pt x="303989" y="527306"/>
                      <a:pt x="298035" y="523928"/>
                      <a:pt x="299274" y="523870"/>
                    </a:cubicBezTo>
                    <a:cubicBezTo>
                      <a:pt x="300512" y="523812"/>
                      <a:pt x="300059" y="521998"/>
                      <a:pt x="298267" y="519838"/>
                    </a:cubicBezTo>
                    <a:cubicBezTo>
                      <a:pt x="296474" y="517678"/>
                      <a:pt x="294620" y="511589"/>
                      <a:pt x="294146" y="506308"/>
                    </a:cubicBezTo>
                    <a:cubicBezTo>
                      <a:pt x="293672" y="501026"/>
                      <a:pt x="292092" y="496307"/>
                      <a:pt x="290635" y="495822"/>
                    </a:cubicBezTo>
                    <a:cubicBezTo>
                      <a:pt x="287387" y="494739"/>
                      <a:pt x="287081" y="485043"/>
                      <a:pt x="290295" y="485043"/>
                    </a:cubicBezTo>
                    <a:cubicBezTo>
                      <a:pt x="291564" y="485043"/>
                      <a:pt x="292539" y="482429"/>
                      <a:pt x="292460" y="479235"/>
                    </a:cubicBezTo>
                    <a:cubicBezTo>
                      <a:pt x="292381" y="476040"/>
                      <a:pt x="293054" y="471684"/>
                      <a:pt x="293954" y="469554"/>
                    </a:cubicBezTo>
                    <a:cubicBezTo>
                      <a:pt x="294994" y="467095"/>
                      <a:pt x="293096" y="463864"/>
                      <a:pt x="288754" y="460702"/>
                    </a:cubicBezTo>
                    <a:cubicBezTo>
                      <a:pt x="282831" y="456387"/>
                      <a:pt x="282139" y="456302"/>
                      <a:pt x="283583" y="460065"/>
                    </a:cubicBezTo>
                    <a:cubicBezTo>
                      <a:pt x="285131" y="464099"/>
                      <a:pt x="284795" y="464110"/>
                      <a:pt x="278874" y="460231"/>
                    </a:cubicBezTo>
                    <a:cubicBezTo>
                      <a:pt x="274972" y="457675"/>
                      <a:pt x="272498" y="453605"/>
                      <a:pt x="272498" y="449744"/>
                    </a:cubicBezTo>
                    <a:cubicBezTo>
                      <a:pt x="272498" y="445927"/>
                      <a:pt x="271409" y="444108"/>
                      <a:pt x="269740" y="445139"/>
                    </a:cubicBezTo>
                    <a:cubicBezTo>
                      <a:pt x="268224" y="446077"/>
                      <a:pt x="267535" y="448283"/>
                      <a:pt x="268211" y="450043"/>
                    </a:cubicBezTo>
                    <a:cubicBezTo>
                      <a:pt x="268886" y="451803"/>
                      <a:pt x="268361" y="454880"/>
                      <a:pt x="267044" y="456881"/>
                    </a:cubicBezTo>
                    <a:cubicBezTo>
                      <a:pt x="265087" y="459853"/>
                      <a:pt x="263712" y="459403"/>
                      <a:pt x="259538" y="454425"/>
                    </a:cubicBezTo>
                    <a:cubicBezTo>
                      <a:pt x="256727" y="451073"/>
                      <a:pt x="254428" y="446676"/>
                      <a:pt x="254428" y="444654"/>
                    </a:cubicBezTo>
                    <a:cubicBezTo>
                      <a:pt x="254428" y="441815"/>
                      <a:pt x="253286" y="441587"/>
                      <a:pt x="249421" y="443656"/>
                    </a:cubicBezTo>
                    <a:cubicBezTo>
                      <a:pt x="243479" y="446836"/>
                      <a:pt x="243193" y="446433"/>
                      <a:pt x="238700" y="428558"/>
                    </a:cubicBezTo>
                    <a:cubicBezTo>
                      <a:pt x="235500" y="415829"/>
                      <a:pt x="234285" y="414272"/>
                      <a:pt x="224166" y="409935"/>
                    </a:cubicBezTo>
                    <a:cubicBezTo>
                      <a:pt x="217728" y="407175"/>
                      <a:pt x="213124" y="403477"/>
                      <a:pt x="213124" y="401065"/>
                    </a:cubicBezTo>
                    <a:cubicBezTo>
                      <a:pt x="213124" y="398790"/>
                      <a:pt x="210220" y="393122"/>
                      <a:pt x="206671" y="388468"/>
                    </a:cubicBezTo>
                    <a:cubicBezTo>
                      <a:pt x="199265" y="378758"/>
                      <a:pt x="198471" y="374041"/>
                      <a:pt x="204242" y="374041"/>
                    </a:cubicBezTo>
                    <a:cubicBezTo>
                      <a:pt x="206455" y="374041"/>
                      <a:pt x="207499" y="372800"/>
                      <a:pt x="206562" y="371283"/>
                    </a:cubicBezTo>
                    <a:cubicBezTo>
                      <a:pt x="205625" y="369767"/>
                      <a:pt x="203299" y="369124"/>
                      <a:pt x="201394" y="369855"/>
                    </a:cubicBezTo>
                    <a:cubicBezTo>
                      <a:pt x="197850" y="371215"/>
                      <a:pt x="182472" y="355734"/>
                      <a:pt x="181743" y="350072"/>
                    </a:cubicBezTo>
                    <a:cubicBezTo>
                      <a:pt x="181521" y="348347"/>
                      <a:pt x="181114" y="343821"/>
                      <a:pt x="180840" y="340015"/>
                    </a:cubicBezTo>
                    <a:cubicBezTo>
                      <a:pt x="179988" y="328208"/>
                      <a:pt x="174287" y="317597"/>
                      <a:pt x="168342" y="316750"/>
                    </a:cubicBezTo>
                    <a:cubicBezTo>
                      <a:pt x="163596" y="316073"/>
                      <a:pt x="162786" y="314266"/>
                      <a:pt x="162786" y="304341"/>
                    </a:cubicBezTo>
                    <a:cubicBezTo>
                      <a:pt x="162786" y="295229"/>
                      <a:pt x="160883" y="290082"/>
                      <a:pt x="153959" y="280463"/>
                    </a:cubicBezTo>
                    <a:cubicBezTo>
                      <a:pt x="149104" y="273719"/>
                      <a:pt x="144276" y="268201"/>
                      <a:pt x="143231" y="268201"/>
                    </a:cubicBezTo>
                    <a:cubicBezTo>
                      <a:pt x="142186" y="268201"/>
                      <a:pt x="141225" y="258432"/>
                      <a:pt x="141096" y="246493"/>
                    </a:cubicBezTo>
                    <a:cubicBezTo>
                      <a:pt x="140831" y="221943"/>
                      <a:pt x="139743" y="217562"/>
                      <a:pt x="133510" y="215932"/>
                    </a:cubicBezTo>
                    <a:cubicBezTo>
                      <a:pt x="130755" y="215211"/>
                      <a:pt x="127873" y="209936"/>
                      <a:pt x="125786" y="201792"/>
                    </a:cubicBezTo>
                    <a:cubicBezTo>
                      <a:pt x="123955" y="194647"/>
                      <a:pt x="118462" y="182601"/>
                      <a:pt x="113580" y="175023"/>
                    </a:cubicBezTo>
                    <a:cubicBezTo>
                      <a:pt x="107284" y="165251"/>
                      <a:pt x="104703" y="158277"/>
                      <a:pt x="104703" y="151035"/>
                    </a:cubicBezTo>
                    <a:cubicBezTo>
                      <a:pt x="104703" y="144982"/>
                      <a:pt x="102887" y="138818"/>
                      <a:pt x="100240" y="135893"/>
                    </a:cubicBezTo>
                    <a:cubicBezTo>
                      <a:pt x="96009" y="131218"/>
                      <a:pt x="96009" y="130831"/>
                      <a:pt x="100240" y="128463"/>
                    </a:cubicBezTo>
                    <a:cubicBezTo>
                      <a:pt x="106103" y="125181"/>
                      <a:pt x="105871" y="122062"/>
                      <a:pt x="99247" y="115142"/>
                    </a:cubicBezTo>
                    <a:lnTo>
                      <a:pt x="93791" y="109442"/>
                    </a:lnTo>
                    <a:lnTo>
                      <a:pt x="95549" y="115250"/>
                    </a:lnTo>
                    <a:cubicBezTo>
                      <a:pt x="97517" y="121752"/>
                      <a:pt x="93229" y="123352"/>
                      <a:pt x="90800" y="117023"/>
                    </a:cubicBezTo>
                    <a:cubicBezTo>
                      <a:pt x="89948" y="114803"/>
                      <a:pt x="88316" y="113565"/>
                      <a:pt x="87172" y="114272"/>
                    </a:cubicBezTo>
                    <a:cubicBezTo>
                      <a:pt x="86029" y="114978"/>
                      <a:pt x="77018" y="113600"/>
                      <a:pt x="67148" y="111209"/>
                    </a:cubicBezTo>
                    <a:cubicBezTo>
                      <a:pt x="50330" y="107134"/>
                      <a:pt x="49251" y="106444"/>
                      <a:pt x="49971" y="100232"/>
                    </a:cubicBezTo>
                    <a:cubicBezTo>
                      <a:pt x="50552" y="95214"/>
                      <a:pt x="49124" y="92867"/>
                      <a:pt x="44090" y="90574"/>
                    </a:cubicBezTo>
                    <a:cubicBezTo>
                      <a:pt x="40433" y="88908"/>
                      <a:pt x="36731" y="85694"/>
                      <a:pt x="35863" y="83433"/>
                    </a:cubicBezTo>
                    <a:cubicBezTo>
                      <a:pt x="34873" y="80853"/>
                      <a:pt x="33654" y="80345"/>
                      <a:pt x="32588" y="82069"/>
                    </a:cubicBezTo>
                    <a:cubicBezTo>
                      <a:pt x="30403" y="85606"/>
                      <a:pt x="11771" y="73222"/>
                      <a:pt x="11771" y="68233"/>
                    </a:cubicBezTo>
                    <a:cubicBezTo>
                      <a:pt x="11771" y="66258"/>
                      <a:pt x="8881" y="62368"/>
                      <a:pt x="5348" y="59589"/>
                    </a:cubicBezTo>
                    <a:cubicBezTo>
                      <a:pt x="-304" y="55143"/>
                      <a:pt x="-756" y="53621"/>
                      <a:pt x="1583" y="46912"/>
                    </a:cubicBezTo>
                    <a:cubicBezTo>
                      <a:pt x="4225" y="39332"/>
                      <a:pt x="3631" y="25451"/>
                      <a:pt x="325" y="17525"/>
                    </a:cubicBezTo>
                    <a:cubicBezTo>
                      <a:pt x="-744" y="14961"/>
                      <a:pt x="864" y="10824"/>
                      <a:pt x="4538" y="6689"/>
                    </a:cubicBezTo>
                    <a:lnTo>
                      <a:pt x="10480" y="0"/>
                    </a:lnTo>
                    <a:lnTo>
                      <a:pt x="53074" y="22147"/>
                    </a:lnTo>
                    <a:cubicBezTo>
                      <a:pt x="76501" y="34328"/>
                      <a:pt x="112512" y="53290"/>
                      <a:pt x="133099" y="64285"/>
                    </a:cubicBezTo>
                    <a:cubicBezTo>
                      <a:pt x="293633" y="150024"/>
                      <a:pt x="290844" y="148660"/>
                      <a:pt x="308638" y="150152"/>
                    </a:cubicBezTo>
                    <a:cubicBezTo>
                      <a:pt x="379829" y="156121"/>
                      <a:pt x="453326" y="162765"/>
                      <a:pt x="460324" y="163865"/>
                    </a:cubicBezTo>
                    <a:cubicBezTo>
                      <a:pt x="467642" y="165014"/>
                      <a:pt x="468398" y="165824"/>
                      <a:pt x="466125" y="170071"/>
                    </a:cubicBezTo>
                    <a:cubicBezTo>
                      <a:pt x="464688" y="172758"/>
                      <a:pt x="464502" y="175568"/>
                      <a:pt x="465714" y="176317"/>
                    </a:cubicBezTo>
                    <a:cubicBezTo>
                      <a:pt x="466925" y="177066"/>
                      <a:pt x="469383" y="190205"/>
                      <a:pt x="471176" y="205515"/>
                    </a:cubicBezTo>
                    <a:cubicBezTo>
                      <a:pt x="472969" y="220825"/>
                      <a:pt x="476200" y="238579"/>
                      <a:pt x="478356" y="244968"/>
                    </a:cubicBezTo>
                    <a:cubicBezTo>
                      <a:pt x="481464" y="254178"/>
                      <a:pt x="481943" y="263804"/>
                      <a:pt x="480666" y="291434"/>
                    </a:cubicBezTo>
                    <a:cubicBezTo>
                      <a:pt x="478736" y="333232"/>
                      <a:pt x="477318" y="340812"/>
                      <a:pt x="471606" y="339879"/>
                    </a:cubicBezTo>
                    <a:cubicBezTo>
                      <a:pt x="468443" y="339362"/>
                      <a:pt x="467477" y="341115"/>
                      <a:pt x="467718" y="346935"/>
                    </a:cubicBezTo>
                    <a:cubicBezTo>
                      <a:pt x="467998" y="353675"/>
                      <a:pt x="468241" y="386395"/>
                      <a:pt x="468256" y="419216"/>
                    </a:cubicBezTo>
                    <a:cubicBezTo>
                      <a:pt x="468259" y="424895"/>
                      <a:pt x="468647" y="431865"/>
                      <a:pt x="469120" y="434705"/>
                    </a:cubicBezTo>
                    <a:cubicBezTo>
                      <a:pt x="469922" y="439526"/>
                      <a:pt x="468775" y="439811"/>
                      <a:pt x="451760" y="439004"/>
                    </a:cubicBezTo>
                    <a:cubicBezTo>
                      <a:pt x="428789" y="437915"/>
                      <a:pt x="426025" y="440351"/>
                      <a:pt x="430017" y="458164"/>
                    </a:cubicBezTo>
                    <a:cubicBezTo>
                      <a:pt x="431548" y="464996"/>
                      <a:pt x="436584" y="477034"/>
                      <a:pt x="441207" y="484914"/>
                    </a:cubicBezTo>
                    <a:cubicBezTo>
                      <a:pt x="456169" y="510414"/>
                      <a:pt x="459720" y="522439"/>
                      <a:pt x="455538" y="533438"/>
                    </a:cubicBezTo>
                    <a:cubicBezTo>
                      <a:pt x="452990" y="540141"/>
                      <a:pt x="458641" y="557324"/>
                      <a:pt x="463393" y="557324"/>
                    </a:cubicBezTo>
                    <a:cubicBezTo>
                      <a:pt x="464886" y="557324"/>
                      <a:pt x="466107" y="560645"/>
                      <a:pt x="466107" y="564704"/>
                    </a:cubicBezTo>
                    <a:cubicBezTo>
                      <a:pt x="466107" y="574709"/>
                      <a:pt x="449340" y="593376"/>
                      <a:pt x="427332" y="607875"/>
                    </a:cubicBezTo>
                    <a:cubicBezTo>
                      <a:pt x="417812" y="614147"/>
                      <a:pt x="409283" y="619278"/>
                      <a:pt x="408378" y="619278"/>
                    </a:cubicBezTo>
                    <a:cubicBezTo>
                      <a:pt x="407473" y="619278"/>
                      <a:pt x="406733" y="616277"/>
                      <a:pt x="406733" y="612610"/>
                    </a:cubicBezTo>
                    <a:cubicBezTo>
                      <a:pt x="406733" y="604379"/>
                      <a:pt x="401025" y="605489"/>
                      <a:pt x="398989" y="614115"/>
                    </a:cubicBezTo>
                    <a:cubicBezTo>
                      <a:pt x="398201" y="617454"/>
                      <a:pt x="396080" y="620678"/>
                      <a:pt x="394277" y="621279"/>
                    </a:cubicBezTo>
                    <a:cubicBezTo>
                      <a:pt x="391773" y="622114"/>
                      <a:pt x="391403" y="619327"/>
                      <a:pt x="392709" y="609477"/>
                    </a:cubicBezTo>
                    <a:close/>
                  </a:path>
                </a:pathLst>
              </a:custGeom>
              <a:solidFill>
                <a:srgbClr val="B9B9B9"/>
              </a:solidFill>
              <a:ln w="5163" cap="flat">
                <a:noFill/>
                <a:prstDash val="solid"/>
                <a:miter/>
              </a:ln>
            </p:spPr>
            <p:txBody>
              <a:bodyPr/>
              <a:lstStyle/>
              <a:p>
                <a:endParaRPr lang="es-419" noProof="0" dirty="0"/>
              </a:p>
            </p:txBody>
          </p:sp>
          <p:sp>
            <p:nvSpPr>
              <p:cNvPr id="117" name="Forma libre: forma 116">
                <a:extLst>
                  <a:ext uri="{FF2B5EF4-FFF2-40B4-BE49-F238E27FC236}">
                    <a16:creationId xmlns:a16="http://schemas.microsoft.com/office/drawing/2014/main" id="{5DACA09D-0005-2E5B-0293-77C69748E7D3}"/>
                  </a:ext>
                </a:extLst>
              </p:cNvPr>
              <p:cNvSpPr/>
              <p:nvPr/>
            </p:nvSpPr>
            <p:spPr>
              <a:xfrm>
                <a:off x="356836" y="1137381"/>
                <a:ext cx="20516" cy="20135"/>
              </a:xfrm>
              <a:custGeom>
                <a:avLst/>
                <a:gdLst>
                  <a:gd name="csX0" fmla="*/ 3031 w 20516"/>
                  <a:gd name="csY0" fmla="*/ 13790 h 20135"/>
                  <a:gd name="csX1" fmla="*/ 11787 w 20516"/>
                  <a:gd name="csY1" fmla="*/ 6812 h 20135"/>
                  <a:gd name="csX2" fmla="*/ 16388 w 20516"/>
                  <a:gd name="csY2" fmla="*/ 8970 h 20135"/>
                  <a:gd name="csX3" fmla="*/ 17667 w 20516"/>
                  <a:gd name="csY3" fmla="*/ 5896 h 20135"/>
                  <a:gd name="csX4" fmla="*/ 16630 w 20516"/>
                  <a:gd name="csY4" fmla="*/ 16309 h 20135"/>
                  <a:gd name="csX5" fmla="*/ 3031 w 20516"/>
                  <a:gd name="csY5" fmla="*/ 13790 h 20135"/>
                </a:gdLst>
                <a:ahLst/>
                <a:cxnLst>
                  <a:cxn ang="0">
                    <a:pos x="csX0" y="csY0"/>
                  </a:cxn>
                  <a:cxn ang="0">
                    <a:pos x="csX1" y="csY1"/>
                  </a:cxn>
                  <a:cxn ang="0">
                    <a:pos x="csX2" y="csY2"/>
                  </a:cxn>
                  <a:cxn ang="0">
                    <a:pos x="csX3" y="csY3"/>
                  </a:cxn>
                  <a:cxn ang="0">
                    <a:pos x="csX4" y="csY4"/>
                  </a:cxn>
                  <a:cxn ang="0">
                    <a:pos x="csX5" y="csY5"/>
                  </a:cxn>
                </a:cxnLst>
                <a:rect l="l" t="t" r="r" b="b"/>
                <a:pathLst>
                  <a:path w="20516" h="20135">
                    <a:moveTo>
                      <a:pt x="3031" y="13790"/>
                    </a:moveTo>
                    <a:cubicBezTo>
                      <a:pt x="-3651" y="-875"/>
                      <a:pt x="1356" y="-4865"/>
                      <a:pt x="11787" y="6812"/>
                    </a:cubicBezTo>
                    <a:cubicBezTo>
                      <a:pt x="16355" y="11926"/>
                      <a:pt x="17642" y="12530"/>
                      <a:pt x="16388" y="8970"/>
                    </a:cubicBezTo>
                    <a:cubicBezTo>
                      <a:pt x="15184" y="5554"/>
                      <a:pt x="15578" y="4605"/>
                      <a:pt x="17667" y="5896"/>
                    </a:cubicBezTo>
                    <a:cubicBezTo>
                      <a:pt x="21766" y="8429"/>
                      <a:pt x="21462" y="11477"/>
                      <a:pt x="16630" y="16309"/>
                    </a:cubicBezTo>
                    <a:cubicBezTo>
                      <a:pt x="10809" y="22130"/>
                      <a:pt x="6464" y="21325"/>
                      <a:pt x="3031" y="13790"/>
                    </a:cubicBezTo>
                    <a:close/>
                  </a:path>
                </a:pathLst>
              </a:custGeom>
              <a:solidFill>
                <a:srgbClr val="B9B9B9"/>
              </a:solidFill>
              <a:ln w="5163" cap="flat">
                <a:noFill/>
                <a:prstDash val="solid"/>
                <a:miter/>
              </a:ln>
            </p:spPr>
            <p:txBody>
              <a:bodyPr/>
              <a:lstStyle/>
              <a:p>
                <a:endParaRPr lang="es-419" noProof="0" dirty="0"/>
              </a:p>
            </p:txBody>
          </p:sp>
        </p:grpSp>
      </p:grpSp>
      <p:grpSp>
        <p:nvGrpSpPr>
          <p:cNvPr id="36" name="Group 45">
            <a:extLst>
              <a:ext uri="{FF2B5EF4-FFF2-40B4-BE49-F238E27FC236}">
                <a16:creationId xmlns:a16="http://schemas.microsoft.com/office/drawing/2014/main" id="{CF0E1BD2-7B2C-7863-E9F5-40F336A5CD5D}"/>
              </a:ext>
            </a:extLst>
          </p:cNvPr>
          <p:cNvGrpSpPr>
            <a:grpSpLocks noChangeAspect="1"/>
          </p:cNvGrpSpPr>
          <p:nvPr/>
        </p:nvGrpSpPr>
        <p:grpSpPr>
          <a:xfrm>
            <a:off x="1243392" y="1291913"/>
            <a:ext cx="213038" cy="337620"/>
            <a:chOff x="0" y="26670"/>
            <a:chExt cx="3924300" cy="6219190"/>
          </a:xfrm>
        </p:grpSpPr>
        <p:sp>
          <p:nvSpPr>
            <p:cNvPr id="37" name="Freeform 46">
              <a:extLst>
                <a:ext uri="{FF2B5EF4-FFF2-40B4-BE49-F238E27FC236}">
                  <a16:creationId xmlns:a16="http://schemas.microsoft.com/office/drawing/2014/main" id="{4BD711A0-08BE-E002-5492-6872577943F4}"/>
                </a:ext>
              </a:extLst>
            </p:cNvPr>
            <p:cNvSpPr/>
            <p:nvPr/>
          </p:nvSpPr>
          <p:spPr>
            <a:xfrm>
              <a:off x="0" y="26670"/>
              <a:ext cx="3924300" cy="6219190"/>
            </a:xfrm>
            <a:custGeom>
              <a:avLst/>
              <a:gdLst/>
              <a:ahLst/>
              <a:cxnLst/>
              <a:rect l="l" t="t" r="r" b="b"/>
              <a:pathLst>
                <a:path w="3924300" h="6219190">
                  <a:moveTo>
                    <a:pt x="3924300" y="1962150"/>
                  </a:moveTo>
                  <a:cubicBezTo>
                    <a:pt x="3924300" y="878840"/>
                    <a:pt x="3045460" y="0"/>
                    <a:pt x="1962150" y="0"/>
                  </a:cubicBezTo>
                  <a:cubicBezTo>
                    <a:pt x="878840" y="0"/>
                    <a:pt x="0" y="878840"/>
                    <a:pt x="0" y="1962150"/>
                  </a:cubicBezTo>
                  <a:cubicBezTo>
                    <a:pt x="0" y="2974340"/>
                    <a:pt x="765810" y="3807460"/>
                    <a:pt x="1750060" y="3912870"/>
                  </a:cubicBezTo>
                  <a:lnTo>
                    <a:pt x="1962150" y="6219190"/>
                  </a:lnTo>
                  <a:lnTo>
                    <a:pt x="2174240" y="3912870"/>
                  </a:lnTo>
                  <a:cubicBezTo>
                    <a:pt x="3158490" y="3807460"/>
                    <a:pt x="3924300" y="2974340"/>
                    <a:pt x="3924300" y="1962150"/>
                  </a:cubicBezTo>
                  <a:close/>
                </a:path>
              </a:pathLst>
            </a:custGeom>
            <a:solidFill>
              <a:srgbClr val="EB6C01"/>
            </a:solidFill>
          </p:spPr>
          <p:txBody>
            <a:bodyPr/>
            <a:lstStyle/>
            <a:p>
              <a:endParaRPr lang="es-419" noProof="0" dirty="0"/>
            </a:p>
          </p:txBody>
        </p:sp>
        <p:sp>
          <p:nvSpPr>
            <p:cNvPr id="38" name="Freeform 47">
              <a:extLst>
                <a:ext uri="{FF2B5EF4-FFF2-40B4-BE49-F238E27FC236}">
                  <a16:creationId xmlns:a16="http://schemas.microsoft.com/office/drawing/2014/main" id="{389541B7-F519-05A5-54B8-218BF7F7E10D}"/>
                </a:ext>
              </a:extLst>
            </p:cNvPr>
            <p:cNvSpPr/>
            <p:nvPr/>
          </p:nvSpPr>
          <p:spPr>
            <a:xfrm>
              <a:off x="340744" y="374636"/>
              <a:ext cx="3242813" cy="3228370"/>
            </a:xfrm>
            <a:custGeom>
              <a:avLst/>
              <a:gdLst/>
              <a:ahLst/>
              <a:cxnLst/>
              <a:rect l="l" t="t" r="r" b="b"/>
              <a:pathLst>
                <a:path w="3242810" h="3228373">
                  <a:moveTo>
                    <a:pt x="1621405" y="16"/>
                  </a:moveTo>
                  <a:cubicBezTo>
                    <a:pt x="1042998" y="-2571"/>
                    <a:pt x="507417" y="304521"/>
                    <a:pt x="217465" y="805010"/>
                  </a:cubicBezTo>
                  <a:cubicBezTo>
                    <a:pt x="-72488" y="1305499"/>
                    <a:pt x="-72488" y="1922874"/>
                    <a:pt x="217465" y="2423362"/>
                  </a:cubicBezTo>
                  <a:cubicBezTo>
                    <a:pt x="507417" y="2923851"/>
                    <a:pt x="1042998" y="3230943"/>
                    <a:pt x="1621405" y="3228356"/>
                  </a:cubicBezTo>
                  <a:cubicBezTo>
                    <a:pt x="2199812" y="3230943"/>
                    <a:pt x="2735392" y="2923851"/>
                    <a:pt x="3025345" y="2423362"/>
                  </a:cubicBezTo>
                  <a:cubicBezTo>
                    <a:pt x="3315298" y="1922874"/>
                    <a:pt x="3315298" y="1305499"/>
                    <a:pt x="3025345" y="805010"/>
                  </a:cubicBezTo>
                  <a:cubicBezTo>
                    <a:pt x="2735392" y="304522"/>
                    <a:pt x="2199812" y="-2571"/>
                    <a:pt x="1621405" y="16"/>
                  </a:cubicBezTo>
                  <a:close/>
                </a:path>
              </a:pathLst>
            </a:custGeom>
            <a:blipFill>
              <a:blip r:embed="rId5"/>
              <a:stretch>
                <a:fillRect l="-28801" r="-28801" b="-58308"/>
              </a:stretch>
            </a:blipFill>
          </p:spPr>
          <p:txBody>
            <a:bodyPr/>
            <a:lstStyle/>
            <a:p>
              <a:endParaRPr lang="es-419" noProof="0" dirty="0"/>
            </a:p>
          </p:txBody>
        </p:sp>
      </p:grpSp>
    </p:spTree>
    <p:extLst>
      <p:ext uri="{BB962C8B-B14F-4D97-AF65-F5344CB8AC3E}">
        <p14:creationId xmlns:p14="http://schemas.microsoft.com/office/powerpoint/2010/main" val="13895522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nodeType="with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wipe(down)">
                                      <p:cBhvr>
                                        <p:cTn id="7" dur="580">
                                          <p:stCondLst>
                                            <p:cond delay="0"/>
                                          </p:stCondLst>
                                        </p:cTn>
                                        <p:tgtEl>
                                          <p:spTgt spid="36"/>
                                        </p:tgtEl>
                                      </p:cBhvr>
                                    </p:animEffect>
                                    <p:anim calcmode="lin" valueType="num">
                                      <p:cBhvr>
                                        <p:cTn id="8" dur="1822" tmFilter="0,0; 0.14,0.36; 0.43,0.73; 0.71,0.91; 1.0,1.0">
                                          <p:stCondLst>
                                            <p:cond delay="0"/>
                                          </p:stCondLst>
                                        </p:cTn>
                                        <p:tgtEl>
                                          <p:spTgt spid="36"/>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36"/>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36"/>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36"/>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36"/>
                                        </p:tgtEl>
                                        <p:attrNameLst>
                                          <p:attrName>ppt_y</p:attrName>
                                        </p:attrNameLst>
                                      </p:cBhvr>
                                      <p:tavLst>
                                        <p:tav tm="0" fmla="#ppt_y-sin(pi*$)/81">
                                          <p:val>
                                            <p:fltVal val="0"/>
                                          </p:val>
                                        </p:tav>
                                        <p:tav tm="100000">
                                          <p:val>
                                            <p:fltVal val="1"/>
                                          </p:val>
                                        </p:tav>
                                      </p:tavLst>
                                    </p:anim>
                                    <p:animScale>
                                      <p:cBhvr>
                                        <p:cTn id="13" dur="26">
                                          <p:stCondLst>
                                            <p:cond delay="650"/>
                                          </p:stCondLst>
                                        </p:cTn>
                                        <p:tgtEl>
                                          <p:spTgt spid="36"/>
                                        </p:tgtEl>
                                      </p:cBhvr>
                                      <p:to x="100000" y="60000"/>
                                    </p:animScale>
                                    <p:animScale>
                                      <p:cBhvr>
                                        <p:cTn id="14" dur="166" decel="50000">
                                          <p:stCondLst>
                                            <p:cond delay="676"/>
                                          </p:stCondLst>
                                        </p:cTn>
                                        <p:tgtEl>
                                          <p:spTgt spid="36"/>
                                        </p:tgtEl>
                                      </p:cBhvr>
                                      <p:to x="100000" y="100000"/>
                                    </p:animScale>
                                    <p:animScale>
                                      <p:cBhvr>
                                        <p:cTn id="15" dur="26">
                                          <p:stCondLst>
                                            <p:cond delay="1312"/>
                                          </p:stCondLst>
                                        </p:cTn>
                                        <p:tgtEl>
                                          <p:spTgt spid="36"/>
                                        </p:tgtEl>
                                      </p:cBhvr>
                                      <p:to x="100000" y="80000"/>
                                    </p:animScale>
                                    <p:animScale>
                                      <p:cBhvr>
                                        <p:cTn id="16" dur="166" decel="50000">
                                          <p:stCondLst>
                                            <p:cond delay="1338"/>
                                          </p:stCondLst>
                                        </p:cTn>
                                        <p:tgtEl>
                                          <p:spTgt spid="36"/>
                                        </p:tgtEl>
                                      </p:cBhvr>
                                      <p:to x="100000" y="100000"/>
                                    </p:animScale>
                                    <p:animScale>
                                      <p:cBhvr>
                                        <p:cTn id="17" dur="26">
                                          <p:stCondLst>
                                            <p:cond delay="1642"/>
                                          </p:stCondLst>
                                        </p:cTn>
                                        <p:tgtEl>
                                          <p:spTgt spid="36"/>
                                        </p:tgtEl>
                                      </p:cBhvr>
                                      <p:to x="100000" y="90000"/>
                                    </p:animScale>
                                    <p:animScale>
                                      <p:cBhvr>
                                        <p:cTn id="18" dur="166" decel="50000">
                                          <p:stCondLst>
                                            <p:cond delay="1668"/>
                                          </p:stCondLst>
                                        </p:cTn>
                                        <p:tgtEl>
                                          <p:spTgt spid="36"/>
                                        </p:tgtEl>
                                      </p:cBhvr>
                                      <p:to x="100000" y="100000"/>
                                    </p:animScale>
                                    <p:animScale>
                                      <p:cBhvr>
                                        <p:cTn id="19" dur="26">
                                          <p:stCondLst>
                                            <p:cond delay="1808"/>
                                          </p:stCondLst>
                                        </p:cTn>
                                        <p:tgtEl>
                                          <p:spTgt spid="36"/>
                                        </p:tgtEl>
                                      </p:cBhvr>
                                      <p:to x="100000" y="95000"/>
                                    </p:animScale>
                                    <p:animScale>
                                      <p:cBhvr>
                                        <p:cTn id="20" dur="166" decel="50000">
                                          <p:stCondLst>
                                            <p:cond delay="1834"/>
                                          </p:stCondLst>
                                        </p:cTn>
                                        <p:tgtEl>
                                          <p:spTgt spid="36"/>
                                        </p:tgtEl>
                                      </p:cBhvr>
                                      <p:to x="100000" y="100000"/>
                                    </p:animScale>
                                  </p:childTnLst>
                                </p:cTn>
                              </p:par>
                            </p:childTnLst>
                          </p:cTn>
                        </p:par>
                        <p:par>
                          <p:cTn id="21" fill="hold">
                            <p:stCondLst>
                              <p:cond delay="2000"/>
                            </p:stCondLst>
                            <p:childTnLst>
                              <p:par>
                                <p:cTn id="22" presetID="35" presetClass="emph" presetSubtype="0" repeatCount="indefinite" fill="hold" grpId="0" nodeType="afterEffect">
                                  <p:stCondLst>
                                    <p:cond delay="0"/>
                                  </p:stCondLst>
                                  <p:childTnLst>
                                    <p:anim calcmode="discrete" valueType="str">
                                      <p:cBhvr>
                                        <p:cTn id="23" dur="1000" fill="hold"/>
                                        <p:tgtEl>
                                          <p:spTgt spid="5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bg>
      <p:bgPr>
        <a:solidFill>
          <a:srgbClr val="F0F6FC"/>
        </a:solidFill>
        <a:effectLst/>
      </p:bgPr>
    </p:bg>
    <p:spTree>
      <p:nvGrpSpPr>
        <p:cNvPr id="1" name="">
          <a:extLst>
            <a:ext uri="{FF2B5EF4-FFF2-40B4-BE49-F238E27FC236}">
              <a16:creationId xmlns:a16="http://schemas.microsoft.com/office/drawing/2014/main" id="{D53CF202-D391-ACC6-79A7-9F31DD8B41B4}"/>
            </a:ext>
          </a:extLst>
        </p:cNvPr>
        <p:cNvGrpSpPr/>
        <p:nvPr/>
      </p:nvGrpSpPr>
      <p:grpSpPr>
        <a:xfrm>
          <a:off x="0" y="0"/>
          <a:ext cx="0" cy="0"/>
          <a:chOff x="0" y="0"/>
          <a:chExt cx="0" cy="0"/>
        </a:xfrm>
      </p:grpSpPr>
      <p:sp>
        <p:nvSpPr>
          <p:cNvPr id="2" name="Shape 0">
            <a:extLst>
              <a:ext uri="{FF2B5EF4-FFF2-40B4-BE49-F238E27FC236}">
                <a16:creationId xmlns:a16="http://schemas.microsoft.com/office/drawing/2014/main" id="{FB749D0E-8FAF-7800-F085-013D0F040F00}"/>
              </a:ext>
            </a:extLst>
          </p:cNvPr>
          <p:cNvSpPr/>
          <p:nvPr/>
        </p:nvSpPr>
        <p:spPr>
          <a:xfrm>
            <a:off x="0" y="0"/>
            <a:ext cx="9144000" cy="38405"/>
          </a:xfrm>
          <a:prstGeom prst="rect">
            <a:avLst/>
          </a:prstGeom>
          <a:solidFill>
            <a:srgbClr val="EB6C01"/>
          </a:solidFill>
          <a:ln w="12700">
            <a:solidFill>
              <a:srgbClr val="EB6C01"/>
            </a:solidFill>
            <a:prstDash val="solid"/>
          </a:ln>
        </p:spPr>
        <p:txBody>
          <a:bodyPr/>
          <a:lstStyle/>
          <a:p>
            <a:endParaRPr lang="es-419" noProof="0" dirty="0"/>
          </a:p>
        </p:txBody>
      </p:sp>
      <p:sp>
        <p:nvSpPr>
          <p:cNvPr id="3" name="Shape 1">
            <a:extLst>
              <a:ext uri="{FF2B5EF4-FFF2-40B4-BE49-F238E27FC236}">
                <a16:creationId xmlns:a16="http://schemas.microsoft.com/office/drawing/2014/main" id="{D4B85ED5-C848-1B5E-E731-F8FD2395DE82}"/>
              </a:ext>
            </a:extLst>
          </p:cNvPr>
          <p:cNvSpPr/>
          <p:nvPr/>
        </p:nvSpPr>
        <p:spPr>
          <a:xfrm>
            <a:off x="0" y="38405"/>
            <a:ext cx="9144000" cy="667512"/>
          </a:xfrm>
          <a:prstGeom prst="rect">
            <a:avLst/>
          </a:prstGeom>
          <a:solidFill>
            <a:srgbClr val="1A3464"/>
          </a:solidFill>
          <a:ln w="12700">
            <a:solidFill>
              <a:srgbClr val="1A3464"/>
            </a:solidFill>
            <a:prstDash val="solid"/>
          </a:ln>
        </p:spPr>
        <p:txBody>
          <a:bodyPr/>
          <a:lstStyle/>
          <a:p>
            <a:endParaRPr lang="es-419" noProof="0" dirty="0"/>
          </a:p>
        </p:txBody>
      </p:sp>
      <p:sp>
        <p:nvSpPr>
          <p:cNvPr id="4" name="Shape 2">
            <a:extLst>
              <a:ext uri="{FF2B5EF4-FFF2-40B4-BE49-F238E27FC236}">
                <a16:creationId xmlns:a16="http://schemas.microsoft.com/office/drawing/2014/main" id="{612691E0-C92E-4A68-6194-705AA79E6870}"/>
              </a:ext>
            </a:extLst>
          </p:cNvPr>
          <p:cNvSpPr/>
          <p:nvPr/>
        </p:nvSpPr>
        <p:spPr>
          <a:xfrm>
            <a:off x="384048" y="117043"/>
            <a:ext cx="685800" cy="237744"/>
          </a:xfrm>
          <a:prstGeom prst="rect">
            <a:avLst/>
          </a:prstGeom>
          <a:solidFill>
            <a:srgbClr val="EB6C01"/>
          </a:solidFill>
          <a:ln w="12700">
            <a:solidFill>
              <a:srgbClr val="EB6C01"/>
            </a:solidFill>
            <a:prstDash val="solid"/>
          </a:ln>
        </p:spPr>
        <p:txBody>
          <a:bodyPr/>
          <a:lstStyle/>
          <a:p>
            <a:endParaRPr lang="es-419" noProof="0" dirty="0"/>
          </a:p>
        </p:txBody>
      </p:sp>
      <p:sp>
        <p:nvSpPr>
          <p:cNvPr id="5" name="Text 3">
            <a:extLst>
              <a:ext uri="{FF2B5EF4-FFF2-40B4-BE49-F238E27FC236}">
                <a16:creationId xmlns:a16="http://schemas.microsoft.com/office/drawing/2014/main" id="{5CBA75AF-C6E8-70B6-0BD2-B7115DC9A8EE}"/>
              </a:ext>
            </a:extLst>
          </p:cNvPr>
          <p:cNvSpPr/>
          <p:nvPr/>
        </p:nvSpPr>
        <p:spPr>
          <a:xfrm>
            <a:off x="384048" y="117043"/>
            <a:ext cx="685800" cy="237744"/>
          </a:xfrm>
          <a:prstGeom prst="rect">
            <a:avLst/>
          </a:prstGeom>
          <a:noFill/>
          <a:ln/>
        </p:spPr>
        <p:txBody>
          <a:bodyPr wrap="square" lIns="0" tIns="0" rIns="0" bIns="0" rtlCol="0" anchor="ctr"/>
          <a:lstStyle/>
          <a:p>
            <a:pPr marL="0" indent="0" algn="ctr">
              <a:buNone/>
            </a:pPr>
            <a:r>
              <a:rPr lang="es-419" sz="650" b="1" kern="0" spc="150" noProof="0" dirty="0">
                <a:solidFill>
                  <a:srgbClr val="FFFFFF"/>
                </a:solidFill>
                <a:latin typeface="Montserrat" pitchFamily="34" charset="0"/>
                <a:ea typeface="Montserrat" pitchFamily="34" charset="-122"/>
                <a:cs typeface="Montserrat" pitchFamily="34" charset="-120"/>
              </a:rPr>
              <a:t>T. NORTE</a:t>
            </a:r>
            <a:endParaRPr lang="es-419" sz="650" noProof="0" dirty="0"/>
          </a:p>
        </p:txBody>
      </p:sp>
      <p:sp>
        <p:nvSpPr>
          <p:cNvPr id="6" name="Text 4">
            <a:extLst>
              <a:ext uri="{FF2B5EF4-FFF2-40B4-BE49-F238E27FC236}">
                <a16:creationId xmlns:a16="http://schemas.microsoft.com/office/drawing/2014/main" id="{6A8606DA-B333-1608-6C93-26DEFD2397C1}"/>
              </a:ext>
            </a:extLst>
          </p:cNvPr>
          <p:cNvSpPr/>
          <p:nvPr/>
        </p:nvSpPr>
        <p:spPr>
          <a:xfrm>
            <a:off x="1170432" y="91440"/>
            <a:ext cx="5029200" cy="402336"/>
          </a:xfrm>
          <a:prstGeom prst="rect">
            <a:avLst/>
          </a:prstGeom>
          <a:noFill/>
          <a:ln/>
        </p:spPr>
        <p:txBody>
          <a:bodyPr wrap="square" lIns="0" tIns="0" rIns="0" bIns="0" rtlCol="0" anchor="ctr"/>
          <a:lstStyle/>
          <a:p>
            <a:pPr marL="0" indent="0">
              <a:buNone/>
            </a:pPr>
            <a:r>
              <a:rPr lang="es-419" sz="2000" b="1" noProof="0" dirty="0">
                <a:solidFill>
                  <a:srgbClr val="FFFFFF"/>
                </a:solidFill>
                <a:latin typeface="Montserrat" pitchFamily="34" charset="0"/>
                <a:ea typeface="Montserrat" pitchFamily="34" charset="-122"/>
                <a:cs typeface="Montserrat" pitchFamily="34" charset="-120"/>
              </a:rPr>
              <a:t>MA </a:t>
            </a:r>
            <a:r>
              <a:rPr lang="es-MX" sz="2000" b="1" dirty="0">
                <a:solidFill>
                  <a:srgbClr val="FFFFFF"/>
                </a:solidFill>
                <a:latin typeface="Montserrat" pitchFamily="34" charset="0"/>
                <a:ea typeface="Montserrat" pitchFamily="34" charset="-122"/>
                <a:cs typeface="Montserrat" pitchFamily="34" charset="-120"/>
              </a:rPr>
              <a:t>TORREÓN </a:t>
            </a:r>
            <a:endParaRPr lang="es-419" sz="2000" noProof="0" dirty="0"/>
          </a:p>
        </p:txBody>
      </p:sp>
      <p:sp>
        <p:nvSpPr>
          <p:cNvPr id="7" name="Text 5">
            <a:extLst>
              <a:ext uri="{FF2B5EF4-FFF2-40B4-BE49-F238E27FC236}">
                <a16:creationId xmlns:a16="http://schemas.microsoft.com/office/drawing/2014/main" id="{BBF8FD31-AE67-EC70-1A33-CF9F12368BDD}"/>
              </a:ext>
            </a:extLst>
          </p:cNvPr>
          <p:cNvSpPr/>
          <p:nvPr/>
        </p:nvSpPr>
        <p:spPr>
          <a:xfrm>
            <a:off x="1170432" y="475488"/>
            <a:ext cx="3200400" cy="182880"/>
          </a:xfrm>
          <a:prstGeom prst="rect">
            <a:avLst/>
          </a:prstGeom>
          <a:noFill/>
          <a:ln/>
        </p:spPr>
        <p:txBody>
          <a:bodyPr wrap="square" lIns="0" tIns="0" rIns="0" bIns="0" rtlCol="0" anchor="ctr"/>
          <a:lstStyle/>
          <a:p>
            <a:pPr marL="0" indent="0">
              <a:buNone/>
            </a:pPr>
            <a:r>
              <a:rPr lang="es-419" sz="950" noProof="0" dirty="0">
                <a:solidFill>
                  <a:srgbClr val="8FAECB"/>
                </a:solidFill>
                <a:latin typeface="Montserrat" pitchFamily="34" charset="0"/>
              </a:rPr>
              <a:t>Coahuila </a:t>
            </a:r>
            <a:endParaRPr lang="es-419" sz="950" noProof="0" dirty="0"/>
          </a:p>
        </p:txBody>
      </p:sp>
      <p:sp>
        <p:nvSpPr>
          <p:cNvPr id="8" name="Text 6">
            <a:extLst>
              <a:ext uri="{FF2B5EF4-FFF2-40B4-BE49-F238E27FC236}">
                <a16:creationId xmlns:a16="http://schemas.microsoft.com/office/drawing/2014/main" id="{8C293238-276D-1D9A-216C-A0C7AB7476DE}"/>
              </a:ext>
            </a:extLst>
          </p:cNvPr>
          <p:cNvSpPr/>
          <p:nvPr/>
        </p:nvSpPr>
        <p:spPr>
          <a:xfrm>
            <a:off x="7132320" y="246888"/>
            <a:ext cx="1828800" cy="182880"/>
          </a:xfrm>
          <a:prstGeom prst="rect">
            <a:avLst/>
          </a:prstGeom>
          <a:noFill/>
          <a:ln/>
        </p:spPr>
        <p:txBody>
          <a:bodyPr wrap="square" lIns="0" tIns="0" rIns="0" bIns="0" rtlCol="0" anchor="ctr"/>
          <a:lstStyle/>
          <a:p>
            <a:pPr marL="0" indent="0" algn="r">
              <a:buNone/>
            </a:pPr>
            <a:r>
              <a:rPr lang="es-419" sz="700" b="1" kern="0" spc="150" noProof="0" dirty="0">
                <a:solidFill>
                  <a:srgbClr val="EB6C01"/>
                </a:solidFill>
                <a:latin typeface="Montserrat" pitchFamily="34" charset="0"/>
                <a:ea typeface="Montserrat" pitchFamily="34" charset="-122"/>
                <a:cs typeface="Montserrat" pitchFamily="34" charset="-120"/>
              </a:rPr>
              <a:t>SEMANA 18  ·  2025</a:t>
            </a:r>
            <a:endParaRPr lang="es-419" sz="700" noProof="0" dirty="0"/>
          </a:p>
        </p:txBody>
      </p:sp>
      <p:sp>
        <p:nvSpPr>
          <p:cNvPr id="9" name="Shape 7">
            <a:extLst>
              <a:ext uri="{FF2B5EF4-FFF2-40B4-BE49-F238E27FC236}">
                <a16:creationId xmlns:a16="http://schemas.microsoft.com/office/drawing/2014/main" id="{65463620-CE3C-45E4-FB70-CDAB609DEE06}"/>
              </a:ext>
            </a:extLst>
          </p:cNvPr>
          <p:cNvSpPr/>
          <p:nvPr/>
        </p:nvSpPr>
        <p:spPr>
          <a:xfrm>
            <a:off x="0" y="705917"/>
            <a:ext cx="2779776" cy="4163263"/>
          </a:xfrm>
          <a:prstGeom prst="rect">
            <a:avLst/>
          </a:prstGeom>
          <a:solidFill>
            <a:srgbClr val="FFFFFF"/>
          </a:solidFill>
          <a:ln w="12700">
            <a:solidFill>
              <a:srgbClr val="D4E4F2"/>
            </a:solidFill>
            <a:prstDash val="solid"/>
          </a:ln>
        </p:spPr>
        <p:txBody>
          <a:bodyPr/>
          <a:lstStyle/>
          <a:p>
            <a:endParaRPr lang="es-419" noProof="0" dirty="0"/>
          </a:p>
        </p:txBody>
      </p:sp>
      <p:sp>
        <p:nvSpPr>
          <p:cNvPr id="10" name="Text 8">
            <a:extLst>
              <a:ext uri="{FF2B5EF4-FFF2-40B4-BE49-F238E27FC236}">
                <a16:creationId xmlns:a16="http://schemas.microsoft.com/office/drawing/2014/main" id="{4A125CF3-841F-5EA5-1BB8-FDC0CD3096B1}"/>
              </a:ext>
            </a:extLst>
          </p:cNvPr>
          <p:cNvSpPr/>
          <p:nvPr/>
        </p:nvSpPr>
        <p:spPr>
          <a:xfrm>
            <a:off x="118872" y="768096"/>
            <a:ext cx="2468880" cy="146304"/>
          </a:xfrm>
          <a:prstGeom prst="rect">
            <a:avLst/>
          </a:prstGeom>
          <a:noFill/>
          <a:ln/>
        </p:spPr>
        <p:txBody>
          <a:bodyPr wrap="square" lIns="0" tIns="0" rIns="0" bIns="0" rtlCol="0" anchor="ctr"/>
          <a:lstStyle/>
          <a:p>
            <a:pPr marL="0" indent="0">
              <a:buNone/>
            </a:pPr>
            <a:r>
              <a:rPr lang="es-419" sz="650" b="1" kern="0" spc="250" noProof="0" dirty="0">
                <a:solidFill>
                  <a:srgbClr val="8FAECB"/>
                </a:solidFill>
                <a:latin typeface="Montserrat" pitchFamily="34" charset="0"/>
                <a:ea typeface="Montserrat" pitchFamily="34" charset="-122"/>
                <a:cs typeface="Montserrat" pitchFamily="34" charset="-120"/>
              </a:rPr>
              <a:t>UBICACIÓN EN MÉXICO</a:t>
            </a:r>
            <a:endParaRPr lang="es-419" sz="650" noProof="0" dirty="0"/>
          </a:p>
        </p:txBody>
      </p:sp>
      <p:sp>
        <p:nvSpPr>
          <p:cNvPr id="12" name="Text 9">
            <a:extLst>
              <a:ext uri="{FF2B5EF4-FFF2-40B4-BE49-F238E27FC236}">
                <a16:creationId xmlns:a16="http://schemas.microsoft.com/office/drawing/2014/main" id="{62E81C99-6737-4D26-4434-B5E6D3A76A7C}"/>
              </a:ext>
            </a:extLst>
          </p:cNvPr>
          <p:cNvSpPr/>
          <p:nvPr/>
        </p:nvSpPr>
        <p:spPr>
          <a:xfrm>
            <a:off x="73152" y="2944368"/>
            <a:ext cx="2633472" cy="182880"/>
          </a:xfrm>
          <a:prstGeom prst="rect">
            <a:avLst/>
          </a:prstGeom>
          <a:noFill/>
          <a:ln/>
        </p:spPr>
        <p:txBody>
          <a:bodyPr wrap="square" lIns="0" tIns="0" rIns="0" bIns="0" rtlCol="0" anchor="ctr"/>
          <a:lstStyle/>
          <a:p>
            <a:pPr marL="0" indent="0" algn="ctr">
              <a:buNone/>
            </a:pPr>
            <a:r>
              <a:rPr lang="es-MX" sz="750" b="1" kern="0" spc="200" dirty="0">
                <a:solidFill>
                  <a:srgbClr val="EB6C01"/>
                </a:solidFill>
                <a:latin typeface="Montserrat" pitchFamily="34" charset="0"/>
              </a:rPr>
              <a:t>TORREÓN </a:t>
            </a:r>
            <a:endParaRPr lang="es-419" sz="750" noProof="0" dirty="0"/>
          </a:p>
        </p:txBody>
      </p:sp>
      <p:sp>
        <p:nvSpPr>
          <p:cNvPr id="13" name="Text 10">
            <a:extLst>
              <a:ext uri="{FF2B5EF4-FFF2-40B4-BE49-F238E27FC236}">
                <a16:creationId xmlns:a16="http://schemas.microsoft.com/office/drawing/2014/main" id="{FE3485C3-D8BB-B253-3164-991C520B4076}"/>
              </a:ext>
            </a:extLst>
          </p:cNvPr>
          <p:cNvSpPr/>
          <p:nvPr/>
        </p:nvSpPr>
        <p:spPr>
          <a:xfrm>
            <a:off x="2944368" y="859536"/>
            <a:ext cx="1353312" cy="164592"/>
          </a:xfrm>
          <a:prstGeom prst="rect">
            <a:avLst/>
          </a:prstGeom>
          <a:noFill/>
          <a:ln/>
        </p:spPr>
        <p:txBody>
          <a:bodyPr wrap="square" lIns="0" tIns="0" rIns="0" bIns="0" rtlCol="0" anchor="ctr"/>
          <a:lstStyle/>
          <a:p>
            <a:pPr marL="0" indent="0">
              <a:buNone/>
            </a:pPr>
            <a:r>
              <a:rPr lang="es-419" sz="650" b="1" kern="0" spc="250" noProof="0" dirty="0">
                <a:solidFill>
                  <a:srgbClr val="EB6C01"/>
                </a:solidFill>
                <a:latin typeface="Montserrat" pitchFamily="34" charset="0"/>
                <a:ea typeface="Montserrat" pitchFamily="34" charset="-122"/>
                <a:cs typeface="Montserrat" pitchFamily="34" charset="-120"/>
              </a:rPr>
              <a:t>PROYECTO ACTIVO</a:t>
            </a:r>
            <a:endParaRPr lang="es-419" sz="650" noProof="0" dirty="0"/>
          </a:p>
        </p:txBody>
      </p:sp>
      <p:sp>
        <p:nvSpPr>
          <p:cNvPr id="14" name="Shape 11">
            <a:extLst>
              <a:ext uri="{FF2B5EF4-FFF2-40B4-BE49-F238E27FC236}">
                <a16:creationId xmlns:a16="http://schemas.microsoft.com/office/drawing/2014/main" id="{940E4694-D206-6DF6-8601-BCD1C3A8BB96}"/>
              </a:ext>
            </a:extLst>
          </p:cNvPr>
          <p:cNvSpPr/>
          <p:nvPr/>
        </p:nvSpPr>
        <p:spPr>
          <a:xfrm>
            <a:off x="2944368" y="1024128"/>
            <a:ext cx="987552" cy="16459"/>
          </a:xfrm>
          <a:prstGeom prst="rect">
            <a:avLst/>
          </a:prstGeom>
          <a:solidFill>
            <a:srgbClr val="EB6C01"/>
          </a:solidFill>
          <a:ln w="12700">
            <a:solidFill>
              <a:srgbClr val="EB6C01"/>
            </a:solidFill>
            <a:prstDash val="solid"/>
          </a:ln>
        </p:spPr>
        <p:txBody>
          <a:bodyPr/>
          <a:lstStyle/>
          <a:p>
            <a:endParaRPr lang="es-419" noProof="0" dirty="0"/>
          </a:p>
        </p:txBody>
      </p:sp>
      <p:sp>
        <p:nvSpPr>
          <p:cNvPr id="15" name="Shape 12">
            <a:extLst>
              <a:ext uri="{FF2B5EF4-FFF2-40B4-BE49-F238E27FC236}">
                <a16:creationId xmlns:a16="http://schemas.microsoft.com/office/drawing/2014/main" id="{B9B15388-DBE6-4D1A-46AA-42681175D8AD}"/>
              </a:ext>
            </a:extLst>
          </p:cNvPr>
          <p:cNvSpPr/>
          <p:nvPr/>
        </p:nvSpPr>
        <p:spPr>
          <a:xfrm>
            <a:off x="2944368" y="1115568"/>
            <a:ext cx="6035040" cy="603504"/>
          </a:xfrm>
          <a:prstGeom prst="rect">
            <a:avLst/>
          </a:prstGeom>
          <a:solidFill>
            <a:srgbClr val="E5EFF8"/>
          </a:solidFill>
          <a:ln w="12700">
            <a:solidFill>
              <a:srgbClr val="A8C0D8"/>
            </a:solidFill>
            <a:prstDash val="solid"/>
          </a:ln>
        </p:spPr>
        <p:txBody>
          <a:bodyPr/>
          <a:lstStyle/>
          <a:p>
            <a:endParaRPr lang="es-419" noProof="0" dirty="0"/>
          </a:p>
        </p:txBody>
      </p:sp>
      <p:sp>
        <p:nvSpPr>
          <p:cNvPr id="16" name="Text 13">
            <a:extLst>
              <a:ext uri="{FF2B5EF4-FFF2-40B4-BE49-F238E27FC236}">
                <a16:creationId xmlns:a16="http://schemas.microsoft.com/office/drawing/2014/main" id="{9F2B971F-C5B1-487A-00E9-B9E6EDB0FFB0}"/>
              </a:ext>
            </a:extLst>
          </p:cNvPr>
          <p:cNvSpPr/>
          <p:nvPr/>
        </p:nvSpPr>
        <p:spPr>
          <a:xfrm>
            <a:off x="3054096" y="1170432"/>
            <a:ext cx="5815584" cy="493776"/>
          </a:xfrm>
          <a:prstGeom prst="rect">
            <a:avLst/>
          </a:prstGeom>
          <a:noFill/>
          <a:ln/>
        </p:spPr>
        <p:txBody>
          <a:bodyPr wrap="square" lIns="0" tIns="0" rIns="0" bIns="0" rtlCol="0" anchor="ctr"/>
          <a:lstStyle/>
          <a:p>
            <a:pPr marL="0" indent="0">
              <a:buNone/>
            </a:pPr>
            <a:r>
              <a:rPr lang="es-419" sz="1500" b="1" noProof="0" dirty="0">
                <a:solidFill>
                  <a:srgbClr val="9BB5CC"/>
                </a:solidFill>
                <a:latin typeface="Montserrat" pitchFamily="34" charset="0"/>
                <a:ea typeface="Montserrat" pitchFamily="34" charset="-122"/>
                <a:cs typeface="Montserrat" pitchFamily="34" charset="-120"/>
              </a:rPr>
              <a:t>[Nombre del Proyecto / Actividad]</a:t>
            </a:r>
            <a:endParaRPr lang="es-419" sz="1500" noProof="0" dirty="0"/>
          </a:p>
        </p:txBody>
      </p:sp>
      <p:sp>
        <p:nvSpPr>
          <p:cNvPr id="17" name="Shape 14">
            <a:extLst>
              <a:ext uri="{FF2B5EF4-FFF2-40B4-BE49-F238E27FC236}">
                <a16:creationId xmlns:a16="http://schemas.microsoft.com/office/drawing/2014/main" id="{AA0BB719-5F0A-FCCC-2F7F-12CB6AC0AD28}"/>
              </a:ext>
            </a:extLst>
          </p:cNvPr>
          <p:cNvSpPr/>
          <p:nvPr/>
        </p:nvSpPr>
        <p:spPr>
          <a:xfrm>
            <a:off x="2944368" y="1837944"/>
            <a:ext cx="91440" cy="91440"/>
          </a:xfrm>
          <a:prstGeom prst="ellipse">
            <a:avLst/>
          </a:prstGeom>
          <a:solidFill>
            <a:srgbClr val="A8C0D8"/>
          </a:solidFill>
          <a:ln w="12700">
            <a:solidFill>
              <a:srgbClr val="A8C0D8"/>
            </a:solidFill>
            <a:prstDash val="solid"/>
          </a:ln>
        </p:spPr>
        <p:txBody>
          <a:bodyPr/>
          <a:lstStyle/>
          <a:p>
            <a:endParaRPr lang="es-419" noProof="0" dirty="0"/>
          </a:p>
        </p:txBody>
      </p:sp>
      <p:sp>
        <p:nvSpPr>
          <p:cNvPr id="18" name="Text 15">
            <a:extLst>
              <a:ext uri="{FF2B5EF4-FFF2-40B4-BE49-F238E27FC236}">
                <a16:creationId xmlns:a16="http://schemas.microsoft.com/office/drawing/2014/main" id="{6426631E-5111-72FE-E943-4AE7D1802C5E}"/>
              </a:ext>
            </a:extLst>
          </p:cNvPr>
          <p:cNvSpPr/>
          <p:nvPr/>
        </p:nvSpPr>
        <p:spPr>
          <a:xfrm>
            <a:off x="3099816" y="1819656"/>
            <a:ext cx="2743200" cy="137160"/>
          </a:xfrm>
          <a:prstGeom prst="rect">
            <a:avLst/>
          </a:prstGeom>
          <a:noFill/>
          <a:ln/>
        </p:spPr>
        <p:txBody>
          <a:bodyPr wrap="square" lIns="0" tIns="0" rIns="0" bIns="0" rtlCol="0" anchor="ctr"/>
          <a:lstStyle/>
          <a:p>
            <a:pPr marL="0" indent="0">
              <a:buNone/>
            </a:pPr>
            <a:r>
              <a:rPr lang="es-419" sz="850" b="1" kern="0" spc="100" noProof="0" dirty="0">
                <a:solidFill>
                  <a:srgbClr val="A8C0D8"/>
                </a:solidFill>
                <a:latin typeface="Montserrat" pitchFamily="34" charset="0"/>
                <a:ea typeface="Montserrat" pitchFamily="34" charset="-122"/>
                <a:cs typeface="Montserrat" pitchFamily="34" charset="-120"/>
              </a:rPr>
              <a:t>[ESTADO DEL PROYECTO]</a:t>
            </a:r>
            <a:endParaRPr lang="es-419" sz="850" noProof="0" dirty="0"/>
          </a:p>
        </p:txBody>
      </p:sp>
      <p:sp>
        <p:nvSpPr>
          <p:cNvPr id="19" name="Shape 16">
            <a:extLst>
              <a:ext uri="{FF2B5EF4-FFF2-40B4-BE49-F238E27FC236}">
                <a16:creationId xmlns:a16="http://schemas.microsoft.com/office/drawing/2014/main" id="{6CD15DA7-0BBF-723B-0A28-1F586F61A19D}"/>
              </a:ext>
            </a:extLst>
          </p:cNvPr>
          <p:cNvSpPr/>
          <p:nvPr/>
        </p:nvSpPr>
        <p:spPr>
          <a:xfrm>
            <a:off x="2944368" y="2057400"/>
            <a:ext cx="25603" cy="658368"/>
          </a:xfrm>
          <a:prstGeom prst="rect">
            <a:avLst/>
          </a:prstGeom>
          <a:solidFill>
            <a:srgbClr val="A8C0D8"/>
          </a:solidFill>
          <a:ln w="12700">
            <a:solidFill>
              <a:srgbClr val="A8C0D8"/>
            </a:solidFill>
            <a:prstDash val="solid"/>
          </a:ln>
        </p:spPr>
        <p:txBody>
          <a:bodyPr/>
          <a:lstStyle/>
          <a:p>
            <a:endParaRPr lang="es-419" noProof="0" dirty="0"/>
          </a:p>
        </p:txBody>
      </p:sp>
      <p:sp>
        <p:nvSpPr>
          <p:cNvPr id="20" name="Text 17">
            <a:extLst>
              <a:ext uri="{FF2B5EF4-FFF2-40B4-BE49-F238E27FC236}">
                <a16:creationId xmlns:a16="http://schemas.microsoft.com/office/drawing/2014/main" id="{9E80F0C4-8A15-351F-8F1E-07329A57DD5B}"/>
              </a:ext>
            </a:extLst>
          </p:cNvPr>
          <p:cNvSpPr/>
          <p:nvPr/>
        </p:nvSpPr>
        <p:spPr>
          <a:xfrm>
            <a:off x="3035808" y="2057400"/>
            <a:ext cx="5925312" cy="658368"/>
          </a:xfrm>
          <a:prstGeom prst="rect">
            <a:avLst/>
          </a:prstGeom>
          <a:noFill/>
          <a:ln/>
        </p:spPr>
        <p:txBody>
          <a:bodyPr wrap="square" rtlCol="0" anchor="ctr"/>
          <a:lstStyle/>
          <a:p>
            <a:pPr marL="0" indent="0">
              <a:buNone/>
            </a:pPr>
            <a:r>
              <a:rPr lang="es-419" sz="950" i="1" noProof="0" dirty="0">
                <a:solidFill>
                  <a:srgbClr val="A8BDD0"/>
                </a:solidFill>
                <a:latin typeface="Montserrat" pitchFamily="34" charset="0"/>
                <a:ea typeface="Montserrat" pitchFamily="34" charset="-122"/>
                <a:cs typeface="Montserrat" pitchFamily="34" charset="-120"/>
              </a:rPr>
              <a:t>Describa aquí el avance semanal, actividades realizadas,</a:t>
            </a:r>
            <a:endParaRPr lang="es-419" sz="950" noProof="0" dirty="0"/>
          </a:p>
          <a:p>
            <a:pPr marL="0" indent="0">
              <a:buNone/>
            </a:pPr>
            <a:r>
              <a:rPr lang="es-419" sz="950" i="1" noProof="0" dirty="0">
                <a:solidFill>
                  <a:srgbClr val="A8BDD0"/>
                </a:solidFill>
                <a:latin typeface="Montserrat" pitchFamily="34" charset="0"/>
                <a:ea typeface="Montserrat" pitchFamily="34" charset="-122"/>
                <a:cs typeface="Montserrat" pitchFamily="34" charset="-120"/>
              </a:rPr>
              <a:t>pagos, documentación o incidencias del proyecto.</a:t>
            </a:r>
            <a:endParaRPr lang="es-419" sz="950" noProof="0" dirty="0"/>
          </a:p>
        </p:txBody>
      </p:sp>
      <p:sp>
        <p:nvSpPr>
          <p:cNvPr id="21" name="Text 18">
            <a:extLst>
              <a:ext uri="{FF2B5EF4-FFF2-40B4-BE49-F238E27FC236}">
                <a16:creationId xmlns:a16="http://schemas.microsoft.com/office/drawing/2014/main" id="{0BE890F8-CA13-8FB0-ABBC-4B9482111033}"/>
              </a:ext>
            </a:extLst>
          </p:cNvPr>
          <p:cNvSpPr/>
          <p:nvPr/>
        </p:nvSpPr>
        <p:spPr>
          <a:xfrm>
            <a:off x="2944368" y="2834640"/>
            <a:ext cx="1828800" cy="164592"/>
          </a:xfrm>
          <a:prstGeom prst="rect">
            <a:avLst/>
          </a:prstGeom>
          <a:noFill/>
          <a:ln/>
        </p:spPr>
        <p:txBody>
          <a:bodyPr wrap="square" lIns="0" tIns="0" rIns="0" bIns="0" rtlCol="0" anchor="ctr"/>
          <a:lstStyle/>
          <a:p>
            <a:pPr marL="0" indent="0">
              <a:buNone/>
            </a:pPr>
            <a:r>
              <a:rPr lang="es-419" sz="650" b="1" kern="0" spc="250" noProof="0" dirty="0">
                <a:solidFill>
                  <a:srgbClr val="EB6C01"/>
                </a:solidFill>
                <a:latin typeface="Montserrat" pitchFamily="34" charset="0"/>
                <a:ea typeface="Montserrat" pitchFamily="34" charset="-122"/>
                <a:cs typeface="Montserrat" pitchFamily="34" charset="-120"/>
              </a:rPr>
              <a:t>FOTOGRAFÍAS DE AVANCE</a:t>
            </a:r>
            <a:endParaRPr lang="es-419" sz="650" noProof="0" dirty="0"/>
          </a:p>
        </p:txBody>
      </p:sp>
      <p:sp>
        <p:nvSpPr>
          <p:cNvPr id="22" name="Shape 19">
            <a:extLst>
              <a:ext uri="{FF2B5EF4-FFF2-40B4-BE49-F238E27FC236}">
                <a16:creationId xmlns:a16="http://schemas.microsoft.com/office/drawing/2014/main" id="{DF673898-398A-AE68-F02A-2A5707D22CC8}"/>
              </a:ext>
            </a:extLst>
          </p:cNvPr>
          <p:cNvSpPr/>
          <p:nvPr/>
        </p:nvSpPr>
        <p:spPr>
          <a:xfrm>
            <a:off x="2944368" y="3008376"/>
            <a:ext cx="1481328" cy="16459"/>
          </a:xfrm>
          <a:prstGeom prst="rect">
            <a:avLst/>
          </a:prstGeom>
          <a:solidFill>
            <a:srgbClr val="EB6C01"/>
          </a:solidFill>
          <a:ln w="12700">
            <a:solidFill>
              <a:srgbClr val="EB6C01"/>
            </a:solidFill>
            <a:prstDash val="solid"/>
          </a:ln>
        </p:spPr>
        <p:txBody>
          <a:bodyPr/>
          <a:lstStyle/>
          <a:p>
            <a:endParaRPr lang="es-419" noProof="0" dirty="0"/>
          </a:p>
        </p:txBody>
      </p:sp>
      <p:sp>
        <p:nvSpPr>
          <p:cNvPr id="23" name="Shape 20">
            <a:extLst>
              <a:ext uri="{FF2B5EF4-FFF2-40B4-BE49-F238E27FC236}">
                <a16:creationId xmlns:a16="http://schemas.microsoft.com/office/drawing/2014/main" id="{5A9469FD-FAF8-4F52-0CE3-8ADFB286ECB4}"/>
              </a:ext>
            </a:extLst>
          </p:cNvPr>
          <p:cNvSpPr/>
          <p:nvPr/>
        </p:nvSpPr>
        <p:spPr>
          <a:xfrm>
            <a:off x="2944368"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24" name="Image 1" descr="preencoded.png">
            <a:extLst>
              <a:ext uri="{FF2B5EF4-FFF2-40B4-BE49-F238E27FC236}">
                <a16:creationId xmlns:a16="http://schemas.microsoft.com/office/drawing/2014/main" id="{293E85A6-C501-78C6-A78C-3B979C1DB001}"/>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797808" y="3593592"/>
            <a:ext cx="256032" cy="256032"/>
          </a:xfrm>
          <a:prstGeom prst="rect">
            <a:avLst/>
          </a:prstGeom>
        </p:spPr>
      </p:pic>
      <p:sp>
        <p:nvSpPr>
          <p:cNvPr id="25" name="Text 21">
            <a:extLst>
              <a:ext uri="{FF2B5EF4-FFF2-40B4-BE49-F238E27FC236}">
                <a16:creationId xmlns:a16="http://schemas.microsoft.com/office/drawing/2014/main" id="{C643D8AB-3713-0993-960B-522C6948714D}"/>
              </a:ext>
            </a:extLst>
          </p:cNvPr>
          <p:cNvSpPr/>
          <p:nvPr/>
        </p:nvSpPr>
        <p:spPr>
          <a:xfrm>
            <a:off x="2944368"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26" name="Shape 22">
            <a:extLst>
              <a:ext uri="{FF2B5EF4-FFF2-40B4-BE49-F238E27FC236}">
                <a16:creationId xmlns:a16="http://schemas.microsoft.com/office/drawing/2014/main" id="{90E91F7E-243F-0581-B352-3D135887A1FF}"/>
              </a:ext>
            </a:extLst>
          </p:cNvPr>
          <p:cNvSpPr/>
          <p:nvPr/>
        </p:nvSpPr>
        <p:spPr>
          <a:xfrm>
            <a:off x="4980432"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27" name="Image 2" descr="preencoded.png">
            <a:extLst>
              <a:ext uri="{FF2B5EF4-FFF2-40B4-BE49-F238E27FC236}">
                <a16:creationId xmlns:a16="http://schemas.microsoft.com/office/drawing/2014/main" id="{84762764-737B-77D9-D2C4-413204208588}"/>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833872" y="3593592"/>
            <a:ext cx="256032" cy="256032"/>
          </a:xfrm>
          <a:prstGeom prst="rect">
            <a:avLst/>
          </a:prstGeom>
        </p:spPr>
      </p:pic>
      <p:sp>
        <p:nvSpPr>
          <p:cNvPr id="28" name="Text 23">
            <a:extLst>
              <a:ext uri="{FF2B5EF4-FFF2-40B4-BE49-F238E27FC236}">
                <a16:creationId xmlns:a16="http://schemas.microsoft.com/office/drawing/2014/main" id="{837FF93B-7C31-6402-2AFF-369DB58A66AB}"/>
              </a:ext>
            </a:extLst>
          </p:cNvPr>
          <p:cNvSpPr/>
          <p:nvPr/>
        </p:nvSpPr>
        <p:spPr>
          <a:xfrm>
            <a:off x="4980432"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29" name="Shape 24">
            <a:extLst>
              <a:ext uri="{FF2B5EF4-FFF2-40B4-BE49-F238E27FC236}">
                <a16:creationId xmlns:a16="http://schemas.microsoft.com/office/drawing/2014/main" id="{DA798F47-2115-B70F-7A3E-9CE1929993F7}"/>
              </a:ext>
            </a:extLst>
          </p:cNvPr>
          <p:cNvSpPr/>
          <p:nvPr/>
        </p:nvSpPr>
        <p:spPr>
          <a:xfrm>
            <a:off x="7016496"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30" name="Image 3" descr="preencoded.png">
            <a:extLst>
              <a:ext uri="{FF2B5EF4-FFF2-40B4-BE49-F238E27FC236}">
                <a16:creationId xmlns:a16="http://schemas.microsoft.com/office/drawing/2014/main" id="{57BA6C07-0693-B4F7-0821-5D51540E448F}"/>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7869936" y="3593592"/>
            <a:ext cx="256032" cy="256032"/>
          </a:xfrm>
          <a:prstGeom prst="rect">
            <a:avLst/>
          </a:prstGeom>
        </p:spPr>
      </p:pic>
      <p:sp>
        <p:nvSpPr>
          <p:cNvPr id="31" name="Text 25">
            <a:extLst>
              <a:ext uri="{FF2B5EF4-FFF2-40B4-BE49-F238E27FC236}">
                <a16:creationId xmlns:a16="http://schemas.microsoft.com/office/drawing/2014/main" id="{C551AE2F-2306-271A-D7E3-4AF7391F993B}"/>
              </a:ext>
            </a:extLst>
          </p:cNvPr>
          <p:cNvSpPr/>
          <p:nvPr/>
        </p:nvSpPr>
        <p:spPr>
          <a:xfrm>
            <a:off x="7016496"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32" name="Shape 26">
            <a:extLst>
              <a:ext uri="{FF2B5EF4-FFF2-40B4-BE49-F238E27FC236}">
                <a16:creationId xmlns:a16="http://schemas.microsoft.com/office/drawing/2014/main" id="{2157A013-A143-AC24-CEF8-E1029DBA4F62}"/>
              </a:ext>
            </a:extLst>
          </p:cNvPr>
          <p:cNvSpPr/>
          <p:nvPr/>
        </p:nvSpPr>
        <p:spPr>
          <a:xfrm>
            <a:off x="0" y="4873752"/>
            <a:ext cx="9144000" cy="269748"/>
          </a:xfrm>
          <a:prstGeom prst="rect">
            <a:avLst/>
          </a:prstGeom>
          <a:solidFill>
            <a:srgbClr val="1A3464"/>
          </a:solidFill>
          <a:ln w="12700">
            <a:solidFill>
              <a:srgbClr val="1A3464"/>
            </a:solidFill>
            <a:prstDash val="solid"/>
          </a:ln>
        </p:spPr>
        <p:txBody>
          <a:bodyPr/>
          <a:lstStyle/>
          <a:p>
            <a:endParaRPr lang="es-419" noProof="0" dirty="0"/>
          </a:p>
        </p:txBody>
      </p:sp>
      <p:sp>
        <p:nvSpPr>
          <p:cNvPr id="33" name="Text 27">
            <a:extLst>
              <a:ext uri="{FF2B5EF4-FFF2-40B4-BE49-F238E27FC236}">
                <a16:creationId xmlns:a16="http://schemas.microsoft.com/office/drawing/2014/main" id="{B63E1B0B-3590-5776-B77A-A24404240830}"/>
              </a:ext>
            </a:extLst>
          </p:cNvPr>
          <p:cNvSpPr/>
          <p:nvPr/>
        </p:nvSpPr>
        <p:spPr>
          <a:xfrm>
            <a:off x="384048" y="4901184"/>
            <a:ext cx="5029200" cy="182880"/>
          </a:xfrm>
          <a:prstGeom prst="rect">
            <a:avLst/>
          </a:prstGeom>
          <a:noFill/>
          <a:ln/>
        </p:spPr>
        <p:txBody>
          <a:bodyPr wrap="square" lIns="0" tIns="0" rIns="0" bIns="0" rtlCol="0" anchor="ctr"/>
          <a:lstStyle/>
          <a:p>
            <a:pPr marL="0" indent="0">
              <a:buNone/>
            </a:pPr>
            <a:r>
              <a:rPr lang="es-419" sz="700" kern="0" spc="150" noProof="0" dirty="0">
                <a:solidFill>
                  <a:srgbClr val="8FAECB"/>
                </a:solidFill>
                <a:latin typeface="Montserrat" pitchFamily="34" charset="0"/>
                <a:ea typeface="Montserrat" pitchFamily="34" charset="-122"/>
                <a:cs typeface="Montserrat" pitchFamily="34" charset="-120"/>
              </a:rPr>
              <a:t>COORDINACIÓN DE OBRAS Y MANTENIMIENTO RCMA</a:t>
            </a:r>
            <a:endParaRPr lang="es-419" sz="700" noProof="0" dirty="0"/>
          </a:p>
        </p:txBody>
      </p:sp>
      <p:sp>
        <p:nvSpPr>
          <p:cNvPr id="34" name="Shape 28">
            <a:extLst>
              <a:ext uri="{FF2B5EF4-FFF2-40B4-BE49-F238E27FC236}">
                <a16:creationId xmlns:a16="http://schemas.microsoft.com/office/drawing/2014/main" id="{0DC0429F-B6C5-9581-D8D4-00ED0512856C}"/>
              </a:ext>
            </a:extLst>
          </p:cNvPr>
          <p:cNvSpPr/>
          <p:nvPr/>
        </p:nvSpPr>
        <p:spPr>
          <a:xfrm>
            <a:off x="5559552" y="4974336"/>
            <a:ext cx="5486" cy="100584"/>
          </a:xfrm>
          <a:prstGeom prst="rect">
            <a:avLst/>
          </a:prstGeom>
          <a:solidFill>
            <a:srgbClr val="8FAECB"/>
          </a:solidFill>
          <a:ln w="12700">
            <a:solidFill>
              <a:srgbClr val="8FAECB"/>
            </a:solidFill>
            <a:prstDash val="solid"/>
          </a:ln>
        </p:spPr>
        <p:txBody>
          <a:bodyPr/>
          <a:lstStyle/>
          <a:p>
            <a:endParaRPr lang="es-419" noProof="0" dirty="0"/>
          </a:p>
        </p:txBody>
      </p:sp>
      <p:sp>
        <p:nvSpPr>
          <p:cNvPr id="35" name="Text 29">
            <a:extLst>
              <a:ext uri="{FF2B5EF4-FFF2-40B4-BE49-F238E27FC236}">
                <a16:creationId xmlns:a16="http://schemas.microsoft.com/office/drawing/2014/main" id="{E7FA16D5-B9A7-61E5-2719-6E7928B4AD0B}"/>
              </a:ext>
            </a:extLst>
          </p:cNvPr>
          <p:cNvSpPr/>
          <p:nvPr/>
        </p:nvSpPr>
        <p:spPr>
          <a:xfrm>
            <a:off x="5650992" y="4901184"/>
            <a:ext cx="2286000" cy="182880"/>
          </a:xfrm>
          <a:prstGeom prst="rect">
            <a:avLst/>
          </a:prstGeom>
          <a:noFill/>
          <a:ln/>
        </p:spPr>
        <p:txBody>
          <a:bodyPr wrap="square" lIns="0" tIns="0" rIns="0" bIns="0" rtlCol="0" anchor="ctr"/>
          <a:lstStyle/>
          <a:p>
            <a:pPr marL="0" indent="0">
              <a:buNone/>
            </a:pPr>
            <a:r>
              <a:rPr lang="es-419" sz="700" kern="0" spc="150" noProof="0" dirty="0">
                <a:solidFill>
                  <a:srgbClr val="8FAECB"/>
                </a:solidFill>
                <a:latin typeface="Montserrat" pitchFamily="34" charset="0"/>
                <a:ea typeface="Montserrat" pitchFamily="34" charset="-122"/>
                <a:cs typeface="Montserrat" pitchFamily="34" charset="-120"/>
              </a:rPr>
              <a:t>Mano Amiga</a:t>
            </a:r>
            <a:endParaRPr lang="es-419" sz="700" noProof="0" dirty="0"/>
          </a:p>
        </p:txBody>
      </p:sp>
      <p:sp>
        <p:nvSpPr>
          <p:cNvPr id="43" name="Forma libre: forma 42">
            <a:extLst>
              <a:ext uri="{FF2B5EF4-FFF2-40B4-BE49-F238E27FC236}">
                <a16:creationId xmlns:a16="http://schemas.microsoft.com/office/drawing/2014/main" id="{62F82071-5053-2897-6C4C-53A6AC9D0EAD}"/>
              </a:ext>
            </a:extLst>
          </p:cNvPr>
          <p:cNvSpPr/>
          <p:nvPr/>
        </p:nvSpPr>
        <p:spPr>
          <a:xfrm>
            <a:off x="1596105" y="2222074"/>
            <a:ext cx="193086" cy="261624"/>
          </a:xfrm>
          <a:custGeom>
            <a:avLst/>
            <a:gdLst>
              <a:gd name="csX0" fmla="*/ 47363 w 193086"/>
              <a:gd name="csY0" fmla="*/ 258865 h 261624"/>
              <a:gd name="csX1" fmla="*/ 34066 w 193086"/>
              <a:gd name="csY1" fmla="*/ 253627 h 261624"/>
              <a:gd name="csX2" fmla="*/ 25677 w 193086"/>
              <a:gd name="csY2" fmla="*/ 249703 h 261624"/>
              <a:gd name="csX3" fmla="*/ 12838 w 193086"/>
              <a:gd name="csY3" fmla="*/ 237813 h 261624"/>
              <a:gd name="csX4" fmla="*/ 0 w 193086"/>
              <a:gd name="csY4" fmla="*/ 228023 h 261624"/>
              <a:gd name="csX5" fmla="*/ 10590 w 193086"/>
              <a:gd name="csY5" fmla="*/ 222007 h 261624"/>
              <a:gd name="csX6" fmla="*/ 24311 w 193086"/>
              <a:gd name="csY6" fmla="*/ 218591 h 261624"/>
              <a:gd name="csX7" fmla="*/ 30840 w 193086"/>
              <a:gd name="csY7" fmla="*/ 210994 h 261624"/>
              <a:gd name="csX8" fmla="*/ 34002 w 193086"/>
              <a:gd name="csY8" fmla="*/ 201034 h 261624"/>
              <a:gd name="csX9" fmla="*/ 34055 w 193086"/>
              <a:gd name="csY9" fmla="*/ 192894 h 261624"/>
              <a:gd name="csX10" fmla="*/ 33474 w 193086"/>
              <a:gd name="csY10" fmla="*/ 186352 h 261624"/>
              <a:gd name="csX11" fmla="*/ 36002 w 193086"/>
              <a:gd name="csY11" fmla="*/ 155255 h 261624"/>
              <a:gd name="csX12" fmla="*/ 40814 w 193086"/>
              <a:gd name="csY12" fmla="*/ 125721 h 261624"/>
              <a:gd name="csX13" fmla="*/ 52906 w 193086"/>
              <a:gd name="csY13" fmla="*/ 136226 h 261624"/>
              <a:gd name="csX14" fmla="*/ 67584 w 193086"/>
              <a:gd name="csY14" fmla="*/ 150557 h 261624"/>
              <a:gd name="csX15" fmla="*/ 85050 w 193086"/>
              <a:gd name="csY15" fmla="*/ 148575 h 261624"/>
              <a:gd name="csX16" fmla="*/ 92615 w 193086"/>
              <a:gd name="csY16" fmla="*/ 147623 h 261624"/>
              <a:gd name="csX17" fmla="*/ 103162 w 193086"/>
              <a:gd name="csY17" fmla="*/ 143713 h 261624"/>
              <a:gd name="csX18" fmla="*/ 110991 w 193086"/>
              <a:gd name="csY18" fmla="*/ 139409 h 261624"/>
              <a:gd name="csX19" fmla="*/ 118857 w 193086"/>
              <a:gd name="csY19" fmla="*/ 137039 h 261624"/>
              <a:gd name="csX20" fmla="*/ 114946 w 193086"/>
              <a:gd name="csY20" fmla="*/ 126979 h 261624"/>
              <a:gd name="csX21" fmla="*/ 104278 w 193086"/>
              <a:gd name="csY21" fmla="*/ 120558 h 261624"/>
              <a:gd name="csX22" fmla="*/ 100539 w 193086"/>
              <a:gd name="csY22" fmla="*/ 116814 h 261624"/>
              <a:gd name="csX23" fmla="*/ 87769 w 193086"/>
              <a:gd name="csY23" fmla="*/ 107211 h 261624"/>
              <a:gd name="csX24" fmla="*/ 75649 w 193086"/>
              <a:gd name="csY24" fmla="*/ 82459 h 261624"/>
              <a:gd name="csX25" fmla="*/ 81162 w 193086"/>
              <a:gd name="csY25" fmla="*/ 66581 h 261624"/>
              <a:gd name="csX26" fmla="*/ 76956 w 193086"/>
              <a:gd name="csY26" fmla="*/ 53086 h 261624"/>
              <a:gd name="csX27" fmla="*/ 74281 w 193086"/>
              <a:gd name="csY27" fmla="*/ 48335 h 261624"/>
              <a:gd name="csX28" fmla="*/ 98388 w 193086"/>
              <a:gd name="csY28" fmla="*/ 21931 h 261624"/>
              <a:gd name="csX29" fmla="*/ 99033 w 193086"/>
              <a:gd name="csY29" fmla="*/ 12782 h 261624"/>
              <a:gd name="csX30" fmla="*/ 112340 w 193086"/>
              <a:gd name="csY30" fmla="*/ 234 h 261624"/>
              <a:gd name="csX31" fmla="*/ 115367 w 193086"/>
              <a:gd name="csY31" fmla="*/ 7384 h 261624"/>
              <a:gd name="csX32" fmla="*/ 123019 w 193086"/>
              <a:gd name="csY32" fmla="*/ 18442 h 261624"/>
              <a:gd name="csX33" fmla="*/ 122268 w 193086"/>
              <a:gd name="csY33" fmla="*/ 30221 h 261624"/>
              <a:gd name="csX34" fmla="*/ 113949 w 193086"/>
              <a:gd name="csY34" fmla="*/ 45287 h 261624"/>
              <a:gd name="csX35" fmla="*/ 120402 w 193086"/>
              <a:gd name="csY35" fmla="*/ 65276 h 261624"/>
              <a:gd name="csX36" fmla="*/ 138506 w 193086"/>
              <a:gd name="csY36" fmla="*/ 64867 h 261624"/>
              <a:gd name="csX37" fmla="*/ 143345 w 193086"/>
              <a:gd name="csY37" fmla="*/ 58224 h 261624"/>
              <a:gd name="csX38" fmla="*/ 152274 w 193086"/>
              <a:gd name="csY38" fmla="*/ 62931 h 261624"/>
              <a:gd name="csX39" fmla="*/ 162130 w 193086"/>
              <a:gd name="csY39" fmla="*/ 68135 h 261624"/>
              <a:gd name="csX40" fmla="*/ 158059 w 193086"/>
              <a:gd name="csY40" fmla="*/ 75879 h 261624"/>
              <a:gd name="csX41" fmla="*/ 142387 w 193086"/>
              <a:gd name="csY41" fmla="*/ 123139 h 261624"/>
              <a:gd name="csX42" fmla="*/ 161574 w 193086"/>
              <a:gd name="csY42" fmla="*/ 140138 h 261624"/>
              <a:gd name="csX43" fmla="*/ 162505 w 193086"/>
              <a:gd name="csY43" fmla="*/ 150542 h 261624"/>
              <a:gd name="csX44" fmla="*/ 151065 w 193086"/>
              <a:gd name="csY44" fmla="*/ 162165 h 261624"/>
              <a:gd name="csX45" fmla="*/ 147000 w 193086"/>
              <a:gd name="csY45" fmla="*/ 176069 h 261624"/>
              <a:gd name="csX46" fmla="*/ 151074 w 193086"/>
              <a:gd name="csY46" fmla="*/ 198795 h 261624"/>
              <a:gd name="csX47" fmla="*/ 161382 w 193086"/>
              <a:gd name="csY47" fmla="*/ 209212 h 261624"/>
              <a:gd name="csX48" fmla="*/ 180801 w 193086"/>
              <a:gd name="csY48" fmla="*/ 215310 h 261624"/>
              <a:gd name="csX49" fmla="*/ 191062 w 193086"/>
              <a:gd name="csY49" fmla="*/ 220266 h 261624"/>
              <a:gd name="csX50" fmla="*/ 186266 w 193086"/>
              <a:gd name="csY50" fmla="*/ 234411 h 261624"/>
              <a:gd name="csX51" fmla="*/ 146648 w 193086"/>
              <a:gd name="csY51" fmla="*/ 241973 h 261624"/>
              <a:gd name="csX52" fmla="*/ 130308 w 193086"/>
              <a:gd name="csY52" fmla="*/ 244333 h 261624"/>
              <a:gd name="csX53" fmla="*/ 120069 w 193086"/>
              <a:gd name="csY53" fmla="*/ 230760 h 261624"/>
              <a:gd name="csX54" fmla="*/ 99204 w 193086"/>
              <a:gd name="csY54" fmla="*/ 236809 h 261624"/>
              <a:gd name="csX55" fmla="*/ 99051 w 193086"/>
              <a:gd name="csY55" fmla="*/ 250983 h 261624"/>
              <a:gd name="csX56" fmla="*/ 92202 w 193086"/>
              <a:gd name="csY56" fmla="*/ 257021 h 261624"/>
              <a:gd name="csX57" fmla="*/ 61602 w 193086"/>
              <a:gd name="csY57" fmla="*/ 257374 h 261624"/>
              <a:gd name="csX58" fmla="*/ 47363 w 193086"/>
              <a:gd name="csY58" fmla="*/ 258865 h 2616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Lst>
            <a:rect l="l" t="t" r="r" b="b"/>
            <a:pathLst>
              <a:path w="193086" h="261624">
                <a:moveTo>
                  <a:pt x="47363" y="258865"/>
                </a:moveTo>
                <a:cubicBezTo>
                  <a:pt x="44664" y="256988"/>
                  <a:pt x="38681" y="254631"/>
                  <a:pt x="34066" y="253627"/>
                </a:cubicBezTo>
                <a:cubicBezTo>
                  <a:pt x="29452" y="252623"/>
                  <a:pt x="25677" y="250857"/>
                  <a:pt x="25677" y="249703"/>
                </a:cubicBezTo>
                <a:cubicBezTo>
                  <a:pt x="25677" y="248548"/>
                  <a:pt x="19899" y="243198"/>
                  <a:pt x="12838" y="237813"/>
                </a:cubicBezTo>
                <a:lnTo>
                  <a:pt x="0" y="228023"/>
                </a:lnTo>
                <a:lnTo>
                  <a:pt x="10590" y="222007"/>
                </a:lnTo>
                <a:cubicBezTo>
                  <a:pt x="17972" y="217814"/>
                  <a:pt x="22129" y="216779"/>
                  <a:pt x="24311" y="218591"/>
                </a:cubicBezTo>
                <a:cubicBezTo>
                  <a:pt x="28477" y="222048"/>
                  <a:pt x="30840" y="219299"/>
                  <a:pt x="30840" y="210994"/>
                </a:cubicBezTo>
                <a:cubicBezTo>
                  <a:pt x="30840" y="207256"/>
                  <a:pt x="32263" y="202774"/>
                  <a:pt x="34002" y="201034"/>
                </a:cubicBezTo>
                <a:cubicBezTo>
                  <a:pt x="36474" y="198562"/>
                  <a:pt x="36486" y="196787"/>
                  <a:pt x="34055" y="192894"/>
                </a:cubicBezTo>
                <a:cubicBezTo>
                  <a:pt x="32093" y="189753"/>
                  <a:pt x="31879" y="187338"/>
                  <a:pt x="33474" y="186352"/>
                </a:cubicBezTo>
                <a:cubicBezTo>
                  <a:pt x="34886" y="185479"/>
                  <a:pt x="36002" y="171748"/>
                  <a:pt x="36002" y="155255"/>
                </a:cubicBezTo>
                <a:cubicBezTo>
                  <a:pt x="36002" y="128160"/>
                  <a:pt x="36400" y="125721"/>
                  <a:pt x="40814" y="125721"/>
                </a:cubicBezTo>
                <a:cubicBezTo>
                  <a:pt x="43528" y="125721"/>
                  <a:pt x="48800" y="130301"/>
                  <a:pt x="52906" y="136226"/>
                </a:cubicBezTo>
                <a:cubicBezTo>
                  <a:pt x="56911" y="142004"/>
                  <a:pt x="63516" y="148453"/>
                  <a:pt x="67584" y="150557"/>
                </a:cubicBezTo>
                <a:cubicBezTo>
                  <a:pt x="75108" y="154448"/>
                  <a:pt x="85050" y="153319"/>
                  <a:pt x="85050" y="148575"/>
                </a:cubicBezTo>
                <a:cubicBezTo>
                  <a:pt x="85050" y="147029"/>
                  <a:pt x="88138" y="146640"/>
                  <a:pt x="92615" y="147623"/>
                </a:cubicBezTo>
                <a:cubicBezTo>
                  <a:pt x="98706" y="148961"/>
                  <a:pt x="100761" y="148199"/>
                  <a:pt x="103162" y="143713"/>
                </a:cubicBezTo>
                <a:cubicBezTo>
                  <a:pt x="105115" y="140063"/>
                  <a:pt x="107816" y="138578"/>
                  <a:pt x="110991" y="139409"/>
                </a:cubicBezTo>
                <a:cubicBezTo>
                  <a:pt x="113656" y="140106"/>
                  <a:pt x="117196" y="139039"/>
                  <a:pt x="118857" y="137039"/>
                </a:cubicBezTo>
                <a:cubicBezTo>
                  <a:pt x="121254" y="134150"/>
                  <a:pt x="120449" y="132080"/>
                  <a:pt x="114946" y="126979"/>
                </a:cubicBezTo>
                <a:cubicBezTo>
                  <a:pt x="111135" y="123448"/>
                  <a:pt x="106335" y="120558"/>
                  <a:pt x="104278" y="120558"/>
                </a:cubicBezTo>
                <a:cubicBezTo>
                  <a:pt x="102221" y="120558"/>
                  <a:pt x="100539" y="118873"/>
                  <a:pt x="100539" y="116814"/>
                </a:cubicBezTo>
                <a:cubicBezTo>
                  <a:pt x="100539" y="114754"/>
                  <a:pt x="94792" y="110433"/>
                  <a:pt x="87769" y="107211"/>
                </a:cubicBezTo>
                <a:cubicBezTo>
                  <a:pt x="73337" y="100591"/>
                  <a:pt x="69935" y="93642"/>
                  <a:pt x="75649" y="82459"/>
                </a:cubicBezTo>
                <a:cubicBezTo>
                  <a:pt x="77638" y="78567"/>
                  <a:pt x="80119" y="71422"/>
                  <a:pt x="81162" y="66581"/>
                </a:cubicBezTo>
                <a:cubicBezTo>
                  <a:pt x="82769" y="59128"/>
                  <a:pt x="82125" y="57061"/>
                  <a:pt x="76956" y="53086"/>
                </a:cubicBezTo>
                <a:cubicBezTo>
                  <a:pt x="73561" y="50475"/>
                  <a:pt x="72374" y="48366"/>
                  <a:pt x="74281" y="48335"/>
                </a:cubicBezTo>
                <a:cubicBezTo>
                  <a:pt x="79014" y="48255"/>
                  <a:pt x="97860" y="27614"/>
                  <a:pt x="98388" y="21931"/>
                </a:cubicBezTo>
                <a:cubicBezTo>
                  <a:pt x="98624" y="19384"/>
                  <a:pt x="98915" y="15267"/>
                  <a:pt x="99033" y="12782"/>
                </a:cubicBezTo>
                <a:cubicBezTo>
                  <a:pt x="99328" y="6580"/>
                  <a:pt x="107875" y="-1480"/>
                  <a:pt x="112340" y="234"/>
                </a:cubicBezTo>
                <a:cubicBezTo>
                  <a:pt x="114351" y="1006"/>
                  <a:pt x="115714" y="4223"/>
                  <a:pt x="115367" y="7384"/>
                </a:cubicBezTo>
                <a:cubicBezTo>
                  <a:pt x="114925" y="11414"/>
                  <a:pt x="117211" y="14717"/>
                  <a:pt x="123019" y="18442"/>
                </a:cubicBezTo>
                <a:cubicBezTo>
                  <a:pt x="132830" y="24734"/>
                  <a:pt x="132594" y="28432"/>
                  <a:pt x="122268" y="30221"/>
                </a:cubicBezTo>
                <a:cubicBezTo>
                  <a:pt x="115180" y="31449"/>
                  <a:pt x="114690" y="32336"/>
                  <a:pt x="113949" y="45287"/>
                </a:cubicBezTo>
                <a:cubicBezTo>
                  <a:pt x="113241" y="57646"/>
                  <a:pt x="113899" y="59682"/>
                  <a:pt x="120402" y="65276"/>
                </a:cubicBezTo>
                <a:cubicBezTo>
                  <a:pt x="129577" y="73166"/>
                  <a:pt x="132509" y="73100"/>
                  <a:pt x="138506" y="64867"/>
                </a:cubicBezTo>
                <a:lnTo>
                  <a:pt x="143345" y="58224"/>
                </a:lnTo>
                <a:lnTo>
                  <a:pt x="152274" y="62931"/>
                </a:lnTo>
                <a:cubicBezTo>
                  <a:pt x="157185" y="65520"/>
                  <a:pt x="161620" y="67861"/>
                  <a:pt x="162130" y="68135"/>
                </a:cubicBezTo>
                <a:cubicBezTo>
                  <a:pt x="162640" y="68408"/>
                  <a:pt x="160808" y="71893"/>
                  <a:pt x="158059" y="75879"/>
                </a:cubicBezTo>
                <a:cubicBezTo>
                  <a:pt x="151713" y="85081"/>
                  <a:pt x="141902" y="114664"/>
                  <a:pt x="142387" y="123139"/>
                </a:cubicBezTo>
                <a:cubicBezTo>
                  <a:pt x="142935" y="132744"/>
                  <a:pt x="146254" y="135684"/>
                  <a:pt x="161574" y="140138"/>
                </a:cubicBezTo>
                <a:cubicBezTo>
                  <a:pt x="177125" y="144659"/>
                  <a:pt x="177438" y="148154"/>
                  <a:pt x="162505" y="150542"/>
                </a:cubicBezTo>
                <a:cubicBezTo>
                  <a:pt x="152866" y="152083"/>
                  <a:pt x="147932" y="157096"/>
                  <a:pt x="151065" y="162165"/>
                </a:cubicBezTo>
                <a:cubicBezTo>
                  <a:pt x="151887" y="163495"/>
                  <a:pt x="150058" y="169752"/>
                  <a:pt x="147000" y="176069"/>
                </a:cubicBezTo>
                <a:cubicBezTo>
                  <a:pt x="140040" y="190447"/>
                  <a:pt x="141019" y="195911"/>
                  <a:pt x="151074" y="198795"/>
                </a:cubicBezTo>
                <a:cubicBezTo>
                  <a:pt x="156834" y="200447"/>
                  <a:pt x="159631" y="203274"/>
                  <a:pt x="161382" y="209212"/>
                </a:cubicBezTo>
                <a:cubicBezTo>
                  <a:pt x="163891" y="217725"/>
                  <a:pt x="167253" y="218781"/>
                  <a:pt x="180801" y="215310"/>
                </a:cubicBezTo>
                <a:cubicBezTo>
                  <a:pt x="186270" y="213909"/>
                  <a:pt x="188145" y="214815"/>
                  <a:pt x="191062" y="220266"/>
                </a:cubicBezTo>
                <a:cubicBezTo>
                  <a:pt x="194411" y="226524"/>
                  <a:pt x="194115" y="227399"/>
                  <a:pt x="186266" y="234411"/>
                </a:cubicBezTo>
                <a:cubicBezTo>
                  <a:pt x="177581" y="242171"/>
                  <a:pt x="173505" y="242950"/>
                  <a:pt x="146648" y="241973"/>
                </a:cubicBezTo>
                <a:cubicBezTo>
                  <a:pt x="138138" y="241664"/>
                  <a:pt x="131353" y="242644"/>
                  <a:pt x="130308" y="244333"/>
                </a:cubicBezTo>
                <a:cubicBezTo>
                  <a:pt x="127797" y="248397"/>
                  <a:pt x="118188" y="235660"/>
                  <a:pt x="120069" y="230760"/>
                </a:cubicBezTo>
                <a:cubicBezTo>
                  <a:pt x="124398" y="219478"/>
                  <a:pt x="105303" y="225013"/>
                  <a:pt x="99204" y="236809"/>
                </a:cubicBezTo>
                <a:cubicBezTo>
                  <a:pt x="95428" y="244110"/>
                  <a:pt x="95414" y="245432"/>
                  <a:pt x="99051" y="250983"/>
                </a:cubicBezTo>
                <a:cubicBezTo>
                  <a:pt x="103916" y="258408"/>
                  <a:pt x="100434" y="261478"/>
                  <a:pt x="92202" y="257021"/>
                </a:cubicBezTo>
                <a:cubicBezTo>
                  <a:pt x="83927" y="252540"/>
                  <a:pt x="66492" y="252742"/>
                  <a:pt x="61602" y="257374"/>
                </a:cubicBezTo>
                <a:cubicBezTo>
                  <a:pt x="56090" y="262596"/>
                  <a:pt x="53167" y="262902"/>
                  <a:pt x="47363" y="258865"/>
                </a:cubicBezTo>
                <a:close/>
              </a:path>
            </a:pathLst>
          </a:custGeom>
          <a:solidFill>
            <a:srgbClr val="B9B9B9"/>
          </a:solidFill>
          <a:ln w="5163" cap="flat">
            <a:noFill/>
            <a:prstDash val="solid"/>
            <a:miter/>
          </a:ln>
        </p:spPr>
        <p:txBody>
          <a:bodyPr/>
          <a:lstStyle/>
          <a:p>
            <a:endParaRPr lang="es-419" noProof="0" dirty="0"/>
          </a:p>
        </p:txBody>
      </p:sp>
      <p:sp>
        <p:nvSpPr>
          <p:cNvPr id="44" name="Forma libre: forma 43">
            <a:extLst>
              <a:ext uri="{FF2B5EF4-FFF2-40B4-BE49-F238E27FC236}">
                <a16:creationId xmlns:a16="http://schemas.microsoft.com/office/drawing/2014/main" id="{7356C8E5-686B-308A-6B73-FE880B423956}"/>
              </a:ext>
            </a:extLst>
          </p:cNvPr>
          <p:cNvSpPr/>
          <p:nvPr/>
        </p:nvSpPr>
        <p:spPr>
          <a:xfrm>
            <a:off x="1103504" y="2345749"/>
            <a:ext cx="95653" cy="64838"/>
          </a:xfrm>
          <a:custGeom>
            <a:avLst/>
            <a:gdLst>
              <a:gd name="csX0" fmla="*/ 71219 w 95653"/>
              <a:gd name="csY0" fmla="*/ 62506 h 64838"/>
              <a:gd name="csX1" fmla="*/ 62655 w 95653"/>
              <a:gd name="csY1" fmla="*/ 53685 h 64838"/>
              <a:gd name="csX2" fmla="*/ 57443 w 95653"/>
              <a:gd name="csY2" fmla="*/ 48511 h 64838"/>
              <a:gd name="csX3" fmla="*/ 51242 w 95653"/>
              <a:gd name="csY3" fmla="*/ 43994 h 64838"/>
              <a:gd name="csX4" fmla="*/ 48532 w 95653"/>
              <a:gd name="csY4" fmla="*/ 43994 h 64838"/>
              <a:gd name="csX5" fmla="*/ 36926 w 95653"/>
              <a:gd name="csY5" fmla="*/ 44510 h 64838"/>
              <a:gd name="csX6" fmla="*/ 28785 w 95653"/>
              <a:gd name="csY6" fmla="*/ 36765 h 64838"/>
              <a:gd name="csX7" fmla="*/ 27076 w 95653"/>
              <a:gd name="csY7" fmla="*/ 32629 h 64838"/>
              <a:gd name="csX8" fmla="*/ 11500 w 95653"/>
              <a:gd name="csY8" fmla="*/ 28262 h 64838"/>
              <a:gd name="csX9" fmla="*/ 1174 w 95653"/>
              <a:gd name="csY9" fmla="*/ 25068 h 64838"/>
              <a:gd name="csX10" fmla="*/ 31004 w 95653"/>
              <a:gd name="csY10" fmla="*/ 14820 h 64838"/>
              <a:gd name="csX11" fmla="*/ 49970 w 95653"/>
              <a:gd name="csY11" fmla="*/ 6499 h 64838"/>
              <a:gd name="csX12" fmla="*/ 60293 w 95653"/>
              <a:gd name="csY12" fmla="*/ 3207 h 64838"/>
              <a:gd name="csX13" fmla="*/ 79487 w 95653"/>
              <a:gd name="csY13" fmla="*/ 1724 h 64838"/>
              <a:gd name="csX14" fmla="*/ 95469 w 95653"/>
              <a:gd name="csY14" fmla="*/ 24677 h 64838"/>
              <a:gd name="csX15" fmla="*/ 92590 w 95653"/>
              <a:gd name="csY15" fmla="*/ 45837 h 64838"/>
              <a:gd name="csX16" fmla="*/ 88748 w 95653"/>
              <a:gd name="csY16" fmla="*/ 52688 h 64838"/>
              <a:gd name="csX17" fmla="*/ 82592 w 95653"/>
              <a:gd name="csY17" fmla="*/ 62155 h 64838"/>
              <a:gd name="csX18" fmla="*/ 71219 w 95653"/>
              <a:gd name="csY18" fmla="*/ 62506 h 648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95653" h="64838">
                <a:moveTo>
                  <a:pt x="71219" y="62506"/>
                </a:moveTo>
                <a:cubicBezTo>
                  <a:pt x="67412" y="60499"/>
                  <a:pt x="63558" y="56530"/>
                  <a:pt x="62655" y="53685"/>
                </a:cubicBezTo>
                <a:cubicBezTo>
                  <a:pt x="61752" y="50839"/>
                  <a:pt x="59407" y="48511"/>
                  <a:pt x="57443" y="48511"/>
                </a:cubicBezTo>
                <a:cubicBezTo>
                  <a:pt x="55480" y="48511"/>
                  <a:pt x="52689" y="46478"/>
                  <a:pt x="51242" y="43994"/>
                </a:cubicBezTo>
                <a:cubicBezTo>
                  <a:pt x="48736" y="39691"/>
                  <a:pt x="48607" y="39691"/>
                  <a:pt x="48532" y="43994"/>
                </a:cubicBezTo>
                <a:cubicBezTo>
                  <a:pt x="48437" y="49469"/>
                  <a:pt x="48761" y="49455"/>
                  <a:pt x="36926" y="44510"/>
                </a:cubicBezTo>
                <a:cubicBezTo>
                  <a:pt x="30451" y="41804"/>
                  <a:pt x="27814" y="39296"/>
                  <a:pt x="28785" y="36765"/>
                </a:cubicBezTo>
                <a:cubicBezTo>
                  <a:pt x="29575" y="34707"/>
                  <a:pt x="28806" y="32846"/>
                  <a:pt x="27076" y="32629"/>
                </a:cubicBezTo>
                <a:cubicBezTo>
                  <a:pt x="21029" y="31874"/>
                  <a:pt x="18714" y="31225"/>
                  <a:pt x="11500" y="28262"/>
                </a:cubicBezTo>
                <a:cubicBezTo>
                  <a:pt x="7503" y="26621"/>
                  <a:pt x="2857" y="25183"/>
                  <a:pt x="1174" y="25068"/>
                </a:cubicBezTo>
                <a:cubicBezTo>
                  <a:pt x="-4949" y="24646"/>
                  <a:pt x="14045" y="18121"/>
                  <a:pt x="31004" y="14820"/>
                </a:cubicBezTo>
                <a:cubicBezTo>
                  <a:pt x="44060" y="12279"/>
                  <a:pt x="48794" y="10202"/>
                  <a:pt x="49970" y="6499"/>
                </a:cubicBezTo>
                <a:cubicBezTo>
                  <a:pt x="51256" y="2445"/>
                  <a:pt x="53098" y="1858"/>
                  <a:pt x="60293" y="3207"/>
                </a:cubicBezTo>
                <a:cubicBezTo>
                  <a:pt x="65110" y="4111"/>
                  <a:pt x="73747" y="3443"/>
                  <a:pt x="79487" y="1724"/>
                </a:cubicBezTo>
                <a:cubicBezTo>
                  <a:pt x="94315" y="-2719"/>
                  <a:pt x="96385" y="255"/>
                  <a:pt x="95469" y="24677"/>
                </a:cubicBezTo>
                <a:cubicBezTo>
                  <a:pt x="95060" y="35554"/>
                  <a:pt x="93765" y="45076"/>
                  <a:pt x="92590" y="45837"/>
                </a:cubicBezTo>
                <a:cubicBezTo>
                  <a:pt x="91414" y="46598"/>
                  <a:pt x="89686" y="49681"/>
                  <a:pt x="88748" y="52688"/>
                </a:cubicBezTo>
                <a:cubicBezTo>
                  <a:pt x="87811" y="55696"/>
                  <a:pt x="85041" y="59955"/>
                  <a:pt x="82592" y="62155"/>
                </a:cubicBezTo>
                <a:cubicBezTo>
                  <a:pt x="78702" y="65649"/>
                  <a:pt x="77268" y="65693"/>
                  <a:pt x="71219" y="62506"/>
                </a:cubicBezTo>
                <a:close/>
              </a:path>
            </a:pathLst>
          </a:custGeom>
          <a:solidFill>
            <a:srgbClr val="B9B9B9"/>
          </a:solidFill>
          <a:ln w="5163" cap="flat">
            <a:noFill/>
            <a:prstDash val="solid"/>
            <a:miter/>
          </a:ln>
        </p:spPr>
        <p:txBody>
          <a:bodyPr/>
          <a:lstStyle/>
          <a:p>
            <a:endParaRPr lang="es-419" noProof="0" dirty="0"/>
          </a:p>
        </p:txBody>
      </p:sp>
      <p:sp>
        <p:nvSpPr>
          <p:cNvPr id="45" name="Forma libre: forma 44">
            <a:extLst>
              <a:ext uri="{FF2B5EF4-FFF2-40B4-BE49-F238E27FC236}">
                <a16:creationId xmlns:a16="http://schemas.microsoft.com/office/drawing/2014/main" id="{D7DE47A8-C5A3-A6AF-5D7D-A2C4BD168F20}"/>
              </a:ext>
            </a:extLst>
          </p:cNvPr>
          <p:cNvSpPr/>
          <p:nvPr/>
        </p:nvSpPr>
        <p:spPr>
          <a:xfrm>
            <a:off x="1015863" y="2030672"/>
            <a:ext cx="364335" cy="362024"/>
          </a:xfrm>
          <a:custGeom>
            <a:avLst/>
            <a:gdLst>
              <a:gd name="csX0" fmla="*/ 185142 w 364335"/>
              <a:gd name="csY0" fmla="*/ 358570 h 362024"/>
              <a:gd name="csX1" fmla="*/ 187621 w 364335"/>
              <a:gd name="csY1" fmla="*/ 340898 h 362024"/>
              <a:gd name="csX2" fmla="*/ 186283 w 364335"/>
              <a:gd name="csY2" fmla="*/ 320178 h 362024"/>
              <a:gd name="csX3" fmla="*/ 182466 w 364335"/>
              <a:gd name="csY3" fmla="*/ 312528 h 362024"/>
              <a:gd name="csX4" fmla="*/ 160064 w 364335"/>
              <a:gd name="csY4" fmla="*/ 313164 h 362024"/>
              <a:gd name="csX5" fmla="*/ 135394 w 364335"/>
              <a:gd name="csY5" fmla="*/ 318882 h 362024"/>
              <a:gd name="csX6" fmla="*/ 107653 w 364335"/>
              <a:gd name="csY6" fmla="*/ 328620 h 362024"/>
              <a:gd name="csX7" fmla="*/ 77975 w 364335"/>
              <a:gd name="csY7" fmla="*/ 329071 h 362024"/>
              <a:gd name="csX8" fmla="*/ 69734 w 364335"/>
              <a:gd name="csY8" fmla="*/ 324866 h 362024"/>
              <a:gd name="csX9" fmla="*/ 48325 w 364335"/>
              <a:gd name="csY9" fmla="*/ 303007 h 362024"/>
              <a:gd name="csX10" fmla="*/ 38186 w 364335"/>
              <a:gd name="csY10" fmla="*/ 292203 h 362024"/>
              <a:gd name="csX11" fmla="*/ 25184 w 364335"/>
              <a:gd name="csY11" fmla="*/ 273778 h 362024"/>
              <a:gd name="csX12" fmla="*/ 11540 w 364335"/>
              <a:gd name="csY12" fmla="*/ 253016 h 362024"/>
              <a:gd name="csX13" fmla="*/ 9603 w 364335"/>
              <a:gd name="csY13" fmla="*/ 246065 h 362024"/>
              <a:gd name="csX14" fmla="*/ 4075 w 364335"/>
              <a:gd name="csY14" fmla="*/ 230604 h 362024"/>
              <a:gd name="csX15" fmla="*/ 2870 w 364335"/>
              <a:gd name="csY15" fmla="*/ 216903 h 362024"/>
              <a:gd name="csX16" fmla="*/ 19099 w 364335"/>
              <a:gd name="csY16" fmla="*/ 209992 h 362024"/>
              <a:gd name="csX17" fmla="*/ 33857 w 364335"/>
              <a:gd name="csY17" fmla="*/ 202727 h 362024"/>
              <a:gd name="csX18" fmla="*/ 62323 w 364335"/>
              <a:gd name="csY18" fmla="*/ 175142 h 362024"/>
              <a:gd name="csX19" fmla="*/ 75732 w 364335"/>
              <a:gd name="csY19" fmla="*/ 169793 h 362024"/>
              <a:gd name="csX20" fmla="*/ 107485 w 364335"/>
              <a:gd name="csY20" fmla="*/ 178512 h 362024"/>
              <a:gd name="csX21" fmla="*/ 118888 w 364335"/>
              <a:gd name="csY21" fmla="*/ 188952 h 362024"/>
              <a:gd name="csX22" fmla="*/ 122369 w 364335"/>
              <a:gd name="csY22" fmla="*/ 177011 h 362024"/>
              <a:gd name="csX23" fmla="*/ 128391 w 364335"/>
              <a:gd name="csY23" fmla="*/ 163500 h 362024"/>
              <a:gd name="csX24" fmla="*/ 127169 w 364335"/>
              <a:gd name="csY24" fmla="*/ 147778 h 362024"/>
              <a:gd name="csX25" fmla="*/ 130389 w 364335"/>
              <a:gd name="csY25" fmla="*/ 138750 h 362024"/>
              <a:gd name="csX26" fmla="*/ 147714 w 364335"/>
              <a:gd name="csY26" fmla="*/ 129037 h 362024"/>
              <a:gd name="csX27" fmla="*/ 142395 w 364335"/>
              <a:gd name="csY27" fmla="*/ 116273 h 362024"/>
              <a:gd name="csX28" fmla="*/ 138322 w 364335"/>
              <a:gd name="csY28" fmla="*/ 100445 h 362024"/>
              <a:gd name="csX29" fmla="*/ 132219 w 364335"/>
              <a:gd name="csY29" fmla="*/ 77384 h 362024"/>
              <a:gd name="csX30" fmla="*/ 123182 w 364335"/>
              <a:gd name="csY30" fmla="*/ 67380 h 362024"/>
              <a:gd name="csX31" fmla="*/ 127316 w 364335"/>
              <a:gd name="csY31" fmla="*/ 49072 h 362024"/>
              <a:gd name="csX32" fmla="*/ 149002 w 364335"/>
              <a:gd name="csY32" fmla="*/ 26791 h 362024"/>
              <a:gd name="csX33" fmla="*/ 156308 w 364335"/>
              <a:gd name="csY33" fmla="*/ 19245 h 362024"/>
              <a:gd name="csX34" fmla="*/ 153995 w 364335"/>
              <a:gd name="csY34" fmla="*/ 9825 h 362024"/>
              <a:gd name="csX35" fmla="*/ 161050 w 364335"/>
              <a:gd name="csY35" fmla="*/ 76 h 362024"/>
              <a:gd name="csX36" fmla="*/ 166583 w 364335"/>
              <a:gd name="csY36" fmla="*/ 7348 h 362024"/>
              <a:gd name="csX37" fmla="*/ 154998 w 364335"/>
              <a:gd name="csY37" fmla="*/ 39300 h 362024"/>
              <a:gd name="csX38" fmla="*/ 157050 w 364335"/>
              <a:gd name="csY38" fmla="*/ 45546 h 362024"/>
              <a:gd name="csX39" fmla="*/ 169737 w 364335"/>
              <a:gd name="csY39" fmla="*/ 24492 h 362024"/>
              <a:gd name="csX40" fmla="*/ 176182 w 364335"/>
              <a:gd name="csY40" fmla="*/ 20317 h 362024"/>
              <a:gd name="csX41" fmla="*/ 177678 w 364335"/>
              <a:gd name="csY41" fmla="*/ 26406 h 362024"/>
              <a:gd name="csX42" fmla="*/ 173510 w 364335"/>
              <a:gd name="csY42" fmla="*/ 43871 h 362024"/>
              <a:gd name="csX43" fmla="*/ 171706 w 364335"/>
              <a:gd name="csY43" fmla="*/ 58451 h 362024"/>
              <a:gd name="csX44" fmla="*/ 179820 w 364335"/>
              <a:gd name="csY44" fmla="*/ 60233 h 362024"/>
              <a:gd name="csX45" fmla="*/ 195468 w 364335"/>
              <a:gd name="csY45" fmla="*/ 47665 h 362024"/>
              <a:gd name="csX46" fmla="*/ 212893 w 364335"/>
              <a:gd name="csY46" fmla="*/ 36256 h 362024"/>
              <a:gd name="csX47" fmla="*/ 215787 w 364335"/>
              <a:gd name="csY47" fmla="*/ 59322 h 362024"/>
              <a:gd name="csX48" fmla="*/ 202515 w 364335"/>
              <a:gd name="csY48" fmla="*/ 73785 h 362024"/>
              <a:gd name="csX49" fmla="*/ 193598 w 364335"/>
              <a:gd name="csY49" fmla="*/ 76402 h 362024"/>
              <a:gd name="csX50" fmla="*/ 196544 w 364335"/>
              <a:gd name="csY50" fmla="*/ 79629 h 362024"/>
              <a:gd name="csX51" fmla="*/ 200631 w 364335"/>
              <a:gd name="csY51" fmla="*/ 82161 h 362024"/>
              <a:gd name="csX52" fmla="*/ 183851 w 364335"/>
              <a:gd name="csY52" fmla="*/ 86694 h 362024"/>
              <a:gd name="csX53" fmla="*/ 179447 w 364335"/>
              <a:gd name="csY53" fmla="*/ 90600 h 362024"/>
              <a:gd name="csX54" fmla="*/ 177337 w 364335"/>
              <a:gd name="csY54" fmla="*/ 95117 h 362024"/>
              <a:gd name="csX55" fmla="*/ 175970 w 364335"/>
              <a:gd name="csY55" fmla="*/ 99847 h 362024"/>
              <a:gd name="csX56" fmla="*/ 172279 w 364335"/>
              <a:gd name="csY56" fmla="*/ 109275 h 362024"/>
              <a:gd name="csX57" fmla="*/ 162736 w 364335"/>
              <a:gd name="csY57" fmla="*/ 127778 h 362024"/>
              <a:gd name="csX58" fmla="*/ 154984 w 364335"/>
              <a:gd name="csY58" fmla="*/ 141584 h 362024"/>
              <a:gd name="csX59" fmla="*/ 157382 w 364335"/>
              <a:gd name="csY59" fmla="*/ 150820 h 362024"/>
              <a:gd name="csX60" fmla="*/ 166003 w 364335"/>
              <a:gd name="csY60" fmla="*/ 156522 h 362024"/>
              <a:gd name="csX61" fmla="*/ 178921 w 364335"/>
              <a:gd name="csY61" fmla="*/ 158229 h 362024"/>
              <a:gd name="csX62" fmla="*/ 200631 w 364335"/>
              <a:gd name="csY62" fmla="*/ 155851 h 362024"/>
              <a:gd name="csX63" fmla="*/ 253127 w 364335"/>
              <a:gd name="csY63" fmla="*/ 145110 h 362024"/>
              <a:gd name="csX64" fmla="*/ 260004 w 364335"/>
              <a:gd name="csY64" fmla="*/ 117060 h 362024"/>
              <a:gd name="csX65" fmla="*/ 261186 w 364335"/>
              <a:gd name="csY65" fmla="*/ 105023 h 362024"/>
              <a:gd name="csX66" fmla="*/ 280779 w 364335"/>
              <a:gd name="csY66" fmla="*/ 107831 h 362024"/>
              <a:gd name="csX67" fmla="*/ 316123 w 364335"/>
              <a:gd name="csY67" fmla="*/ 101238 h 362024"/>
              <a:gd name="csX68" fmla="*/ 332436 w 364335"/>
              <a:gd name="csY68" fmla="*/ 86525 h 362024"/>
              <a:gd name="csX69" fmla="*/ 340656 w 364335"/>
              <a:gd name="csY69" fmla="*/ 79224 h 362024"/>
              <a:gd name="csX70" fmla="*/ 348855 w 364335"/>
              <a:gd name="csY70" fmla="*/ 87171 h 362024"/>
              <a:gd name="csX71" fmla="*/ 361269 w 364335"/>
              <a:gd name="csY71" fmla="*/ 95117 h 362024"/>
              <a:gd name="csX72" fmla="*/ 363171 w 364335"/>
              <a:gd name="csY72" fmla="*/ 103178 h 362024"/>
              <a:gd name="csX73" fmla="*/ 356290 w 364335"/>
              <a:gd name="csY73" fmla="*/ 118022 h 362024"/>
              <a:gd name="csX74" fmla="*/ 352528 w 364335"/>
              <a:gd name="csY74" fmla="*/ 135380 h 362024"/>
              <a:gd name="csX75" fmla="*/ 345616 w 364335"/>
              <a:gd name="csY75" fmla="*/ 149152 h 362024"/>
              <a:gd name="csX76" fmla="*/ 336399 w 364335"/>
              <a:gd name="csY76" fmla="*/ 158318 h 362024"/>
              <a:gd name="csX77" fmla="*/ 325505 w 364335"/>
              <a:gd name="csY77" fmla="*/ 175523 h 362024"/>
              <a:gd name="csX78" fmla="*/ 315430 w 364335"/>
              <a:gd name="csY78" fmla="*/ 204352 h 362024"/>
              <a:gd name="csX79" fmla="*/ 313994 w 364335"/>
              <a:gd name="csY79" fmla="*/ 218773 h 362024"/>
              <a:gd name="csX80" fmla="*/ 296375 w 364335"/>
              <a:gd name="csY80" fmla="*/ 228175 h 362024"/>
              <a:gd name="csX81" fmla="*/ 265231 w 364335"/>
              <a:gd name="csY81" fmla="*/ 238311 h 362024"/>
              <a:gd name="csX82" fmla="*/ 244951 w 364335"/>
              <a:gd name="csY82" fmla="*/ 244768 h 362024"/>
              <a:gd name="csX83" fmla="*/ 219261 w 364335"/>
              <a:gd name="csY83" fmla="*/ 258588 h 362024"/>
              <a:gd name="csX84" fmla="*/ 224662 w 364335"/>
              <a:gd name="csY84" fmla="*/ 270643 h 362024"/>
              <a:gd name="csX85" fmla="*/ 242353 w 364335"/>
              <a:gd name="csY85" fmla="*/ 274944 h 362024"/>
              <a:gd name="csX86" fmla="*/ 251900 w 364335"/>
              <a:gd name="csY86" fmla="*/ 285801 h 362024"/>
              <a:gd name="csX87" fmla="*/ 252381 w 364335"/>
              <a:gd name="csY87" fmla="*/ 304719 h 362024"/>
              <a:gd name="csX88" fmla="*/ 261267 w 364335"/>
              <a:gd name="csY88" fmla="*/ 315608 h 362024"/>
              <a:gd name="csX89" fmla="*/ 268876 w 364335"/>
              <a:gd name="csY89" fmla="*/ 316858 h 362024"/>
              <a:gd name="csX90" fmla="*/ 252027 w 364335"/>
              <a:gd name="csY90" fmla="*/ 336142 h 362024"/>
              <a:gd name="csX91" fmla="*/ 230251 w 364335"/>
              <a:gd name="csY91" fmla="*/ 349333 h 362024"/>
              <a:gd name="csX92" fmla="*/ 209844 w 364335"/>
              <a:gd name="csY92" fmla="*/ 359530 h 362024"/>
              <a:gd name="csX93" fmla="*/ 194478 w 364335"/>
              <a:gd name="csY93" fmla="*/ 360594 h 362024"/>
              <a:gd name="csX94" fmla="*/ 185142 w 364335"/>
              <a:gd name="csY94" fmla="*/ 358570 h 362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364335" h="362024">
                <a:moveTo>
                  <a:pt x="185142" y="358570"/>
                </a:moveTo>
                <a:cubicBezTo>
                  <a:pt x="185142" y="356038"/>
                  <a:pt x="186257" y="348086"/>
                  <a:pt x="187621" y="340898"/>
                </a:cubicBezTo>
                <a:cubicBezTo>
                  <a:pt x="189559" y="330679"/>
                  <a:pt x="189267" y="326160"/>
                  <a:pt x="186283" y="320178"/>
                </a:cubicBezTo>
                <a:lnTo>
                  <a:pt x="182466" y="312528"/>
                </a:lnTo>
                <a:lnTo>
                  <a:pt x="160064" y="313164"/>
                </a:lnTo>
                <a:cubicBezTo>
                  <a:pt x="140617" y="313716"/>
                  <a:pt x="137363" y="314470"/>
                  <a:pt x="135394" y="318882"/>
                </a:cubicBezTo>
                <a:cubicBezTo>
                  <a:pt x="133601" y="322902"/>
                  <a:pt x="127800" y="324938"/>
                  <a:pt x="107653" y="328620"/>
                </a:cubicBezTo>
                <a:cubicBezTo>
                  <a:pt x="84116" y="332921"/>
                  <a:pt x="81860" y="332955"/>
                  <a:pt x="77975" y="329071"/>
                </a:cubicBezTo>
                <a:cubicBezTo>
                  <a:pt x="75663" y="326758"/>
                  <a:pt x="71954" y="324866"/>
                  <a:pt x="69734" y="324866"/>
                </a:cubicBezTo>
                <a:cubicBezTo>
                  <a:pt x="64790" y="324866"/>
                  <a:pt x="53564" y="313404"/>
                  <a:pt x="48325" y="303007"/>
                </a:cubicBezTo>
                <a:cubicBezTo>
                  <a:pt x="46195" y="298781"/>
                  <a:pt x="41633" y="293919"/>
                  <a:pt x="38186" y="292203"/>
                </a:cubicBezTo>
                <a:cubicBezTo>
                  <a:pt x="31831" y="289039"/>
                  <a:pt x="25350" y="279856"/>
                  <a:pt x="25184" y="273778"/>
                </a:cubicBezTo>
                <a:cubicBezTo>
                  <a:pt x="25085" y="270192"/>
                  <a:pt x="14730" y="254434"/>
                  <a:pt x="11540" y="253016"/>
                </a:cubicBezTo>
                <a:cubicBezTo>
                  <a:pt x="10475" y="252543"/>
                  <a:pt x="9603" y="249415"/>
                  <a:pt x="9603" y="246065"/>
                </a:cubicBezTo>
                <a:cubicBezTo>
                  <a:pt x="9603" y="242715"/>
                  <a:pt x="7116" y="235757"/>
                  <a:pt x="4075" y="230604"/>
                </a:cubicBezTo>
                <a:cubicBezTo>
                  <a:pt x="-1096" y="221839"/>
                  <a:pt x="-1174" y="220953"/>
                  <a:pt x="2870" y="216903"/>
                </a:cubicBezTo>
                <a:cubicBezTo>
                  <a:pt x="5247" y="214522"/>
                  <a:pt x="12551" y="211412"/>
                  <a:pt x="19099" y="209992"/>
                </a:cubicBezTo>
                <a:cubicBezTo>
                  <a:pt x="25650" y="208572"/>
                  <a:pt x="32288" y="205304"/>
                  <a:pt x="33857" y="202727"/>
                </a:cubicBezTo>
                <a:cubicBezTo>
                  <a:pt x="40254" y="192222"/>
                  <a:pt x="57879" y="175142"/>
                  <a:pt x="62323" y="175142"/>
                </a:cubicBezTo>
                <a:cubicBezTo>
                  <a:pt x="64938" y="175142"/>
                  <a:pt x="70972" y="172735"/>
                  <a:pt x="75732" y="169793"/>
                </a:cubicBezTo>
                <a:cubicBezTo>
                  <a:pt x="86563" y="163099"/>
                  <a:pt x="92402" y="164703"/>
                  <a:pt x="107485" y="178512"/>
                </a:cubicBezTo>
                <a:lnTo>
                  <a:pt x="118888" y="188952"/>
                </a:lnTo>
                <a:lnTo>
                  <a:pt x="122369" y="177011"/>
                </a:lnTo>
                <a:cubicBezTo>
                  <a:pt x="124284" y="170444"/>
                  <a:pt x="126994" y="164364"/>
                  <a:pt x="128391" y="163500"/>
                </a:cubicBezTo>
                <a:cubicBezTo>
                  <a:pt x="132170" y="161165"/>
                  <a:pt x="131464" y="152072"/>
                  <a:pt x="127169" y="147778"/>
                </a:cubicBezTo>
                <a:cubicBezTo>
                  <a:pt x="122214" y="142823"/>
                  <a:pt x="124785" y="135614"/>
                  <a:pt x="130389" y="138750"/>
                </a:cubicBezTo>
                <a:cubicBezTo>
                  <a:pt x="136409" y="142119"/>
                  <a:pt x="145744" y="136885"/>
                  <a:pt x="147714" y="129037"/>
                </a:cubicBezTo>
                <a:cubicBezTo>
                  <a:pt x="149051" y="123709"/>
                  <a:pt x="147940" y="121043"/>
                  <a:pt x="142395" y="116273"/>
                </a:cubicBezTo>
                <a:cubicBezTo>
                  <a:pt x="135828" y="110625"/>
                  <a:pt x="135571" y="109625"/>
                  <a:pt x="138322" y="100445"/>
                </a:cubicBezTo>
                <a:cubicBezTo>
                  <a:pt x="142194" y="87522"/>
                  <a:pt x="142531" y="88798"/>
                  <a:pt x="132219" y="77384"/>
                </a:cubicBezTo>
                <a:lnTo>
                  <a:pt x="123182" y="67380"/>
                </a:lnTo>
                <a:lnTo>
                  <a:pt x="127316" y="49072"/>
                </a:lnTo>
                <a:cubicBezTo>
                  <a:pt x="131667" y="29805"/>
                  <a:pt x="134422" y="26975"/>
                  <a:pt x="149002" y="26791"/>
                </a:cubicBezTo>
                <a:cubicBezTo>
                  <a:pt x="154177" y="26725"/>
                  <a:pt x="155624" y="25231"/>
                  <a:pt x="156308" y="19245"/>
                </a:cubicBezTo>
                <a:cubicBezTo>
                  <a:pt x="156776" y="15139"/>
                  <a:pt x="155736" y="10900"/>
                  <a:pt x="153995" y="9825"/>
                </a:cubicBezTo>
                <a:cubicBezTo>
                  <a:pt x="148346" y="6334"/>
                  <a:pt x="153520" y="-815"/>
                  <a:pt x="161050" y="76"/>
                </a:cubicBezTo>
                <a:cubicBezTo>
                  <a:pt x="168082" y="908"/>
                  <a:pt x="172982" y="7348"/>
                  <a:pt x="166583" y="7348"/>
                </a:cubicBezTo>
                <a:cubicBezTo>
                  <a:pt x="163388" y="7348"/>
                  <a:pt x="159114" y="19135"/>
                  <a:pt x="154998" y="39300"/>
                </a:cubicBezTo>
                <a:cubicBezTo>
                  <a:pt x="153853" y="44911"/>
                  <a:pt x="154355" y="46439"/>
                  <a:pt x="157050" y="45546"/>
                </a:cubicBezTo>
                <a:cubicBezTo>
                  <a:pt x="160851" y="44288"/>
                  <a:pt x="165520" y="36539"/>
                  <a:pt x="169737" y="24492"/>
                </a:cubicBezTo>
                <a:cubicBezTo>
                  <a:pt x="171898" y="18321"/>
                  <a:pt x="172952" y="17637"/>
                  <a:pt x="176182" y="20317"/>
                </a:cubicBezTo>
                <a:cubicBezTo>
                  <a:pt x="178636" y="22355"/>
                  <a:pt x="179182" y="24572"/>
                  <a:pt x="177678" y="26406"/>
                </a:cubicBezTo>
                <a:cubicBezTo>
                  <a:pt x="176378" y="27992"/>
                  <a:pt x="174502" y="35852"/>
                  <a:pt x="173510" y="43871"/>
                </a:cubicBezTo>
                <a:lnTo>
                  <a:pt x="171706" y="58451"/>
                </a:lnTo>
                <a:lnTo>
                  <a:pt x="179820" y="60233"/>
                </a:lnTo>
                <a:cubicBezTo>
                  <a:pt x="190172" y="62507"/>
                  <a:pt x="195468" y="58253"/>
                  <a:pt x="195468" y="47665"/>
                </a:cubicBezTo>
                <a:cubicBezTo>
                  <a:pt x="195468" y="37295"/>
                  <a:pt x="201609" y="33273"/>
                  <a:pt x="212893" y="36256"/>
                </a:cubicBezTo>
                <a:cubicBezTo>
                  <a:pt x="222809" y="38877"/>
                  <a:pt x="222920" y="39758"/>
                  <a:pt x="215787" y="59322"/>
                </a:cubicBezTo>
                <a:cubicBezTo>
                  <a:pt x="210635" y="73452"/>
                  <a:pt x="209804" y="74357"/>
                  <a:pt x="202515" y="73785"/>
                </a:cubicBezTo>
                <a:cubicBezTo>
                  <a:pt x="198132" y="73441"/>
                  <a:pt x="194241" y="74583"/>
                  <a:pt x="193598" y="76402"/>
                </a:cubicBezTo>
                <a:cubicBezTo>
                  <a:pt x="192970" y="78177"/>
                  <a:pt x="194295" y="79629"/>
                  <a:pt x="196544" y="79629"/>
                </a:cubicBezTo>
                <a:cubicBezTo>
                  <a:pt x="198791" y="79629"/>
                  <a:pt x="200631" y="80768"/>
                  <a:pt x="200631" y="82161"/>
                </a:cubicBezTo>
                <a:cubicBezTo>
                  <a:pt x="200631" y="85088"/>
                  <a:pt x="191380" y="87587"/>
                  <a:pt x="183851" y="86694"/>
                </a:cubicBezTo>
                <a:cubicBezTo>
                  <a:pt x="180197" y="86261"/>
                  <a:pt x="178910" y="87403"/>
                  <a:pt x="179447" y="90600"/>
                </a:cubicBezTo>
                <a:cubicBezTo>
                  <a:pt x="179864" y="93084"/>
                  <a:pt x="178915" y="95117"/>
                  <a:pt x="177337" y="95117"/>
                </a:cubicBezTo>
                <a:cubicBezTo>
                  <a:pt x="175731" y="95117"/>
                  <a:pt x="175129" y="97199"/>
                  <a:pt x="175970" y="99847"/>
                </a:cubicBezTo>
                <a:cubicBezTo>
                  <a:pt x="176899" y="102775"/>
                  <a:pt x="175493" y="106367"/>
                  <a:pt x="172279" y="109275"/>
                </a:cubicBezTo>
                <a:cubicBezTo>
                  <a:pt x="169424" y="111859"/>
                  <a:pt x="165130" y="120185"/>
                  <a:pt x="162736" y="127778"/>
                </a:cubicBezTo>
                <a:cubicBezTo>
                  <a:pt x="160343" y="135371"/>
                  <a:pt x="156854" y="141584"/>
                  <a:pt x="154984" y="141584"/>
                </a:cubicBezTo>
                <a:cubicBezTo>
                  <a:pt x="149300" y="141584"/>
                  <a:pt x="151188" y="148854"/>
                  <a:pt x="157382" y="150820"/>
                </a:cubicBezTo>
                <a:cubicBezTo>
                  <a:pt x="160571" y="151832"/>
                  <a:pt x="164451" y="154398"/>
                  <a:pt x="166003" y="156522"/>
                </a:cubicBezTo>
                <a:cubicBezTo>
                  <a:pt x="168191" y="159513"/>
                  <a:pt x="171101" y="159898"/>
                  <a:pt x="178921" y="158229"/>
                </a:cubicBezTo>
                <a:cubicBezTo>
                  <a:pt x="184472" y="157045"/>
                  <a:pt x="194242" y="155975"/>
                  <a:pt x="200631" y="155851"/>
                </a:cubicBezTo>
                <a:cubicBezTo>
                  <a:pt x="239506" y="155102"/>
                  <a:pt x="240586" y="154881"/>
                  <a:pt x="253127" y="145110"/>
                </a:cubicBezTo>
                <a:cubicBezTo>
                  <a:pt x="266671" y="134558"/>
                  <a:pt x="268972" y="125175"/>
                  <a:pt x="260004" y="117060"/>
                </a:cubicBezTo>
                <a:cubicBezTo>
                  <a:pt x="253254" y="110951"/>
                  <a:pt x="253492" y="108529"/>
                  <a:pt x="261186" y="105023"/>
                </a:cubicBezTo>
                <a:cubicBezTo>
                  <a:pt x="266361" y="102665"/>
                  <a:pt x="269974" y="103183"/>
                  <a:pt x="280779" y="107831"/>
                </a:cubicBezTo>
                <a:cubicBezTo>
                  <a:pt x="296129" y="114435"/>
                  <a:pt x="303140" y="113127"/>
                  <a:pt x="316123" y="101238"/>
                </a:cubicBezTo>
                <a:cubicBezTo>
                  <a:pt x="320574" y="97162"/>
                  <a:pt x="327915" y="90541"/>
                  <a:pt x="332436" y="86525"/>
                </a:cubicBezTo>
                <a:lnTo>
                  <a:pt x="340656" y="79224"/>
                </a:lnTo>
                <a:lnTo>
                  <a:pt x="348855" y="87171"/>
                </a:lnTo>
                <a:cubicBezTo>
                  <a:pt x="353365" y="91541"/>
                  <a:pt x="358951" y="95117"/>
                  <a:pt x="361269" y="95117"/>
                </a:cubicBezTo>
                <a:cubicBezTo>
                  <a:pt x="364761" y="95117"/>
                  <a:pt x="365087" y="96499"/>
                  <a:pt x="363171" y="103178"/>
                </a:cubicBezTo>
                <a:cubicBezTo>
                  <a:pt x="361900" y="107612"/>
                  <a:pt x="358803" y="114292"/>
                  <a:pt x="356290" y="118022"/>
                </a:cubicBezTo>
                <a:cubicBezTo>
                  <a:pt x="353286" y="122482"/>
                  <a:pt x="351997" y="128425"/>
                  <a:pt x="352528" y="135380"/>
                </a:cubicBezTo>
                <a:cubicBezTo>
                  <a:pt x="353262" y="145010"/>
                  <a:pt x="352644" y="146241"/>
                  <a:pt x="345616" y="149152"/>
                </a:cubicBezTo>
                <a:cubicBezTo>
                  <a:pt x="341239" y="150965"/>
                  <a:pt x="337248" y="154934"/>
                  <a:pt x="336399" y="158318"/>
                </a:cubicBezTo>
                <a:cubicBezTo>
                  <a:pt x="335575" y="161601"/>
                  <a:pt x="330673" y="169343"/>
                  <a:pt x="325505" y="175523"/>
                </a:cubicBezTo>
                <a:cubicBezTo>
                  <a:pt x="311850" y="191852"/>
                  <a:pt x="310247" y="196441"/>
                  <a:pt x="315430" y="204352"/>
                </a:cubicBezTo>
                <a:cubicBezTo>
                  <a:pt x="319567" y="210666"/>
                  <a:pt x="319502" y="211324"/>
                  <a:pt x="313994" y="218773"/>
                </a:cubicBezTo>
                <a:cubicBezTo>
                  <a:pt x="309522" y="224822"/>
                  <a:pt x="305556" y="226939"/>
                  <a:pt x="296375" y="228175"/>
                </a:cubicBezTo>
                <a:cubicBezTo>
                  <a:pt x="280209" y="230353"/>
                  <a:pt x="268738" y="234086"/>
                  <a:pt x="265231" y="238311"/>
                </a:cubicBezTo>
                <a:cubicBezTo>
                  <a:pt x="263619" y="240253"/>
                  <a:pt x="254493" y="243158"/>
                  <a:pt x="244951" y="244768"/>
                </a:cubicBezTo>
                <a:cubicBezTo>
                  <a:pt x="224827" y="248162"/>
                  <a:pt x="223542" y="248854"/>
                  <a:pt x="219261" y="258588"/>
                </a:cubicBezTo>
                <a:cubicBezTo>
                  <a:pt x="215450" y="267254"/>
                  <a:pt x="216976" y="270661"/>
                  <a:pt x="224662" y="270643"/>
                </a:cubicBezTo>
                <a:cubicBezTo>
                  <a:pt x="227772" y="270636"/>
                  <a:pt x="235733" y="272571"/>
                  <a:pt x="242353" y="274944"/>
                </a:cubicBezTo>
                <a:cubicBezTo>
                  <a:pt x="253677" y="279002"/>
                  <a:pt x="254241" y="279644"/>
                  <a:pt x="251900" y="285801"/>
                </a:cubicBezTo>
                <a:cubicBezTo>
                  <a:pt x="250237" y="290175"/>
                  <a:pt x="250396" y="296447"/>
                  <a:pt x="252381" y="304719"/>
                </a:cubicBezTo>
                <a:cubicBezTo>
                  <a:pt x="255038" y="315794"/>
                  <a:pt x="255971" y="316937"/>
                  <a:pt x="261267" y="315608"/>
                </a:cubicBezTo>
                <a:cubicBezTo>
                  <a:pt x="264522" y="314791"/>
                  <a:pt x="267946" y="315353"/>
                  <a:pt x="268876" y="316858"/>
                </a:cubicBezTo>
                <a:cubicBezTo>
                  <a:pt x="271618" y="321295"/>
                  <a:pt x="260047" y="334538"/>
                  <a:pt x="252027" y="336142"/>
                </a:cubicBezTo>
                <a:cubicBezTo>
                  <a:pt x="247958" y="336956"/>
                  <a:pt x="238159" y="342892"/>
                  <a:pt x="230251" y="349333"/>
                </a:cubicBezTo>
                <a:cubicBezTo>
                  <a:pt x="219279" y="358270"/>
                  <a:pt x="214445" y="360685"/>
                  <a:pt x="209844" y="359530"/>
                </a:cubicBezTo>
                <a:cubicBezTo>
                  <a:pt x="206527" y="358698"/>
                  <a:pt x="199613" y="359176"/>
                  <a:pt x="194478" y="360594"/>
                </a:cubicBezTo>
                <a:cubicBezTo>
                  <a:pt x="186278" y="362858"/>
                  <a:pt x="185142" y="362612"/>
                  <a:pt x="185142" y="358570"/>
                </a:cubicBezTo>
                <a:close/>
              </a:path>
            </a:pathLst>
          </a:custGeom>
          <a:solidFill>
            <a:srgbClr val="B9B9B9"/>
          </a:solidFill>
          <a:ln w="5163" cap="flat">
            <a:noFill/>
            <a:prstDash val="solid"/>
            <a:miter/>
          </a:ln>
        </p:spPr>
        <p:txBody>
          <a:bodyPr/>
          <a:lstStyle/>
          <a:p>
            <a:endParaRPr lang="es-419" noProof="0" dirty="0"/>
          </a:p>
        </p:txBody>
      </p:sp>
      <p:sp>
        <p:nvSpPr>
          <p:cNvPr id="46" name="Forma libre: forma 45">
            <a:extLst>
              <a:ext uri="{FF2B5EF4-FFF2-40B4-BE49-F238E27FC236}">
                <a16:creationId xmlns:a16="http://schemas.microsoft.com/office/drawing/2014/main" id="{228F3D69-5201-6379-1AA3-D005159680F9}"/>
              </a:ext>
            </a:extLst>
          </p:cNvPr>
          <p:cNvSpPr/>
          <p:nvPr/>
        </p:nvSpPr>
        <p:spPr>
          <a:xfrm>
            <a:off x="1331227" y="2128697"/>
            <a:ext cx="198884" cy="167193"/>
          </a:xfrm>
          <a:custGeom>
            <a:avLst/>
            <a:gdLst>
              <a:gd name="csX0" fmla="*/ 102761 w 198884"/>
              <a:gd name="csY0" fmla="*/ 161938 h 167193"/>
              <a:gd name="csX1" fmla="*/ 88269 w 198884"/>
              <a:gd name="csY1" fmla="*/ 157454 h 167193"/>
              <a:gd name="csX2" fmla="*/ 69481 w 198884"/>
              <a:gd name="csY2" fmla="*/ 161146 h 167193"/>
              <a:gd name="csX3" fmla="*/ 60039 w 198884"/>
              <a:gd name="csY3" fmla="*/ 160242 h 167193"/>
              <a:gd name="csX4" fmla="*/ 55236 w 198884"/>
              <a:gd name="csY4" fmla="*/ 148107 h 167193"/>
              <a:gd name="csX5" fmla="*/ 50480 w 198884"/>
              <a:gd name="csY5" fmla="*/ 138608 h 167193"/>
              <a:gd name="csX6" fmla="*/ 28907 w 198884"/>
              <a:gd name="csY6" fmla="*/ 140363 h 167193"/>
              <a:gd name="csX7" fmla="*/ 11289 w 198884"/>
              <a:gd name="csY7" fmla="*/ 137781 h 167193"/>
              <a:gd name="csX8" fmla="*/ 6827 w 198884"/>
              <a:gd name="csY8" fmla="*/ 131288 h 167193"/>
              <a:gd name="csX9" fmla="*/ 1775 w 198884"/>
              <a:gd name="csY9" fmla="*/ 129012 h 167193"/>
              <a:gd name="csX10" fmla="*/ 4158 w 198884"/>
              <a:gd name="csY10" fmla="*/ 118778 h 167193"/>
              <a:gd name="csX11" fmla="*/ 5752 w 198884"/>
              <a:gd name="csY11" fmla="*/ 106007 h 167193"/>
              <a:gd name="csX12" fmla="*/ 11789 w 198884"/>
              <a:gd name="csY12" fmla="*/ 81269 h 167193"/>
              <a:gd name="csX13" fmla="*/ 23630 w 198884"/>
              <a:gd name="csY13" fmla="*/ 62821 h 167193"/>
              <a:gd name="csX14" fmla="*/ 32410 w 198884"/>
              <a:gd name="csY14" fmla="*/ 53884 h 167193"/>
              <a:gd name="csX15" fmla="*/ 41084 w 198884"/>
              <a:gd name="csY15" fmla="*/ 33929 h 167193"/>
              <a:gd name="csX16" fmla="*/ 44790 w 198884"/>
              <a:gd name="csY16" fmla="*/ 21065 h 167193"/>
              <a:gd name="csX17" fmla="*/ 50866 w 198884"/>
              <a:gd name="csY17" fmla="*/ 7384 h 167193"/>
              <a:gd name="csX18" fmla="*/ 69085 w 198884"/>
              <a:gd name="csY18" fmla="*/ 3371 h 167193"/>
              <a:gd name="csX19" fmla="*/ 83968 w 198884"/>
              <a:gd name="csY19" fmla="*/ 7430 h 167193"/>
              <a:gd name="csX20" fmla="*/ 103250 w 198884"/>
              <a:gd name="csY20" fmla="*/ 16788 h 167193"/>
              <a:gd name="csX21" fmla="*/ 120904 w 198884"/>
              <a:gd name="csY21" fmla="*/ 28277 h 167193"/>
              <a:gd name="csX22" fmla="*/ 134887 w 198884"/>
              <a:gd name="csY22" fmla="*/ 23438 h 167193"/>
              <a:gd name="csX23" fmla="*/ 159058 w 198884"/>
              <a:gd name="csY23" fmla="*/ 20032 h 167193"/>
              <a:gd name="csX24" fmla="*/ 176483 w 198884"/>
              <a:gd name="csY24" fmla="*/ 28515 h 167193"/>
              <a:gd name="csX25" fmla="*/ 192460 w 198884"/>
              <a:gd name="csY25" fmla="*/ 37014 h 167193"/>
              <a:gd name="csX26" fmla="*/ 196332 w 198884"/>
              <a:gd name="csY26" fmla="*/ 44480 h 167193"/>
              <a:gd name="csX27" fmla="*/ 196153 w 198884"/>
              <a:gd name="csY27" fmla="*/ 52404 h 167193"/>
              <a:gd name="csX28" fmla="*/ 187288 w 198884"/>
              <a:gd name="csY28" fmla="*/ 53879 h 167193"/>
              <a:gd name="csX29" fmla="*/ 174390 w 198884"/>
              <a:gd name="csY29" fmla="*/ 56149 h 167193"/>
              <a:gd name="csX30" fmla="*/ 170518 w 198884"/>
              <a:gd name="csY30" fmla="*/ 64210 h 167193"/>
              <a:gd name="csX31" fmla="*/ 166645 w 198884"/>
              <a:gd name="csY31" fmla="*/ 72206 h 167193"/>
              <a:gd name="csX32" fmla="*/ 158901 w 198884"/>
              <a:gd name="csY32" fmla="*/ 75439 h 167193"/>
              <a:gd name="csX33" fmla="*/ 151157 w 198884"/>
              <a:gd name="csY33" fmla="*/ 76992 h 167193"/>
              <a:gd name="csX34" fmla="*/ 142182 w 198884"/>
              <a:gd name="csY34" fmla="*/ 79321 h 167193"/>
              <a:gd name="csX35" fmla="*/ 127056 w 198884"/>
              <a:gd name="csY35" fmla="*/ 97769 h 167193"/>
              <a:gd name="csX36" fmla="*/ 130544 w 198884"/>
              <a:gd name="csY36" fmla="*/ 109385 h 167193"/>
              <a:gd name="csX37" fmla="*/ 134269 w 198884"/>
              <a:gd name="csY37" fmla="*/ 120288 h 167193"/>
              <a:gd name="csX38" fmla="*/ 148765 w 198884"/>
              <a:gd name="csY38" fmla="*/ 140043 h 167193"/>
              <a:gd name="csX39" fmla="*/ 155377 w 198884"/>
              <a:gd name="csY39" fmla="*/ 157142 h 167193"/>
              <a:gd name="csX40" fmla="*/ 143045 w 198884"/>
              <a:gd name="csY40" fmla="*/ 162040 h 167193"/>
              <a:gd name="csX41" fmla="*/ 102761 w 198884"/>
              <a:gd name="csY41" fmla="*/ 161938 h 167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Lst>
            <a:rect l="l" t="t" r="r" b="b"/>
            <a:pathLst>
              <a:path w="198884" h="167193">
                <a:moveTo>
                  <a:pt x="102761" y="161938"/>
                </a:moveTo>
                <a:cubicBezTo>
                  <a:pt x="101767" y="158136"/>
                  <a:pt x="99022" y="157287"/>
                  <a:pt x="88269" y="157454"/>
                </a:cubicBezTo>
                <a:cubicBezTo>
                  <a:pt x="80973" y="157567"/>
                  <a:pt x="72518" y="159228"/>
                  <a:pt x="69481" y="161146"/>
                </a:cubicBezTo>
                <a:cubicBezTo>
                  <a:pt x="64710" y="164157"/>
                  <a:pt x="63423" y="164033"/>
                  <a:pt x="60039" y="160242"/>
                </a:cubicBezTo>
                <a:cubicBezTo>
                  <a:pt x="57884" y="157827"/>
                  <a:pt x="55723" y="152366"/>
                  <a:pt x="55236" y="148107"/>
                </a:cubicBezTo>
                <a:cubicBezTo>
                  <a:pt x="54750" y="143848"/>
                  <a:pt x="52610" y="139573"/>
                  <a:pt x="50480" y="138608"/>
                </a:cubicBezTo>
                <a:cubicBezTo>
                  <a:pt x="43634" y="135506"/>
                  <a:pt x="32890" y="136379"/>
                  <a:pt x="28907" y="140363"/>
                </a:cubicBezTo>
                <a:cubicBezTo>
                  <a:pt x="22942" y="146328"/>
                  <a:pt x="14628" y="145109"/>
                  <a:pt x="11289" y="137781"/>
                </a:cubicBezTo>
                <a:cubicBezTo>
                  <a:pt x="9671" y="134232"/>
                  <a:pt x="7664" y="131310"/>
                  <a:pt x="6827" y="131288"/>
                </a:cubicBezTo>
                <a:cubicBezTo>
                  <a:pt x="5990" y="131266"/>
                  <a:pt x="3716" y="130242"/>
                  <a:pt x="1775" y="129012"/>
                </a:cubicBezTo>
                <a:cubicBezTo>
                  <a:pt x="-1083" y="127202"/>
                  <a:pt x="-629" y="125253"/>
                  <a:pt x="4158" y="118778"/>
                </a:cubicBezTo>
                <a:cubicBezTo>
                  <a:pt x="9713" y="111264"/>
                  <a:pt x="9810" y="110491"/>
                  <a:pt x="5752" y="106007"/>
                </a:cubicBezTo>
                <a:cubicBezTo>
                  <a:pt x="-610" y="98977"/>
                  <a:pt x="325" y="95142"/>
                  <a:pt x="11789" y="81269"/>
                </a:cubicBezTo>
                <a:cubicBezTo>
                  <a:pt x="17485" y="74376"/>
                  <a:pt x="22814" y="66074"/>
                  <a:pt x="23630" y="62821"/>
                </a:cubicBezTo>
                <a:cubicBezTo>
                  <a:pt x="24447" y="59568"/>
                  <a:pt x="28398" y="55546"/>
                  <a:pt x="32410" y="53884"/>
                </a:cubicBezTo>
                <a:cubicBezTo>
                  <a:pt x="40181" y="50665"/>
                  <a:pt x="43478" y="43081"/>
                  <a:pt x="41084" y="33929"/>
                </a:cubicBezTo>
                <a:cubicBezTo>
                  <a:pt x="40186" y="30493"/>
                  <a:pt x="41619" y="25519"/>
                  <a:pt x="44790" y="21065"/>
                </a:cubicBezTo>
                <a:cubicBezTo>
                  <a:pt x="47634" y="17072"/>
                  <a:pt x="50368" y="10915"/>
                  <a:pt x="50866" y="7384"/>
                </a:cubicBezTo>
                <a:cubicBezTo>
                  <a:pt x="51978" y="-503"/>
                  <a:pt x="60785" y="-2442"/>
                  <a:pt x="69085" y="3371"/>
                </a:cubicBezTo>
                <a:cubicBezTo>
                  <a:pt x="72262" y="5597"/>
                  <a:pt x="78960" y="7424"/>
                  <a:pt x="83968" y="7430"/>
                </a:cubicBezTo>
                <a:cubicBezTo>
                  <a:pt x="90827" y="7440"/>
                  <a:pt x="95585" y="9748"/>
                  <a:pt x="103250" y="16788"/>
                </a:cubicBezTo>
                <a:cubicBezTo>
                  <a:pt x="108847" y="21927"/>
                  <a:pt x="116791" y="27098"/>
                  <a:pt x="120904" y="28277"/>
                </a:cubicBezTo>
                <a:cubicBezTo>
                  <a:pt x="127215" y="30087"/>
                  <a:pt x="129398" y="29332"/>
                  <a:pt x="134887" y="23438"/>
                </a:cubicBezTo>
                <a:cubicBezTo>
                  <a:pt x="142030" y="15767"/>
                  <a:pt x="156507" y="13727"/>
                  <a:pt x="159058" y="20032"/>
                </a:cubicBezTo>
                <a:cubicBezTo>
                  <a:pt x="159855" y="22000"/>
                  <a:pt x="167696" y="25818"/>
                  <a:pt x="176483" y="28515"/>
                </a:cubicBezTo>
                <a:cubicBezTo>
                  <a:pt x="186066" y="31457"/>
                  <a:pt x="192460" y="34858"/>
                  <a:pt x="192460" y="37014"/>
                </a:cubicBezTo>
                <a:cubicBezTo>
                  <a:pt x="192460" y="38991"/>
                  <a:pt x="194203" y="42351"/>
                  <a:pt x="196332" y="44480"/>
                </a:cubicBezTo>
                <a:cubicBezTo>
                  <a:pt x="199774" y="47922"/>
                  <a:pt x="199754" y="48803"/>
                  <a:pt x="196153" y="52404"/>
                </a:cubicBezTo>
                <a:cubicBezTo>
                  <a:pt x="193159" y="55398"/>
                  <a:pt x="190845" y="55783"/>
                  <a:pt x="187288" y="53879"/>
                </a:cubicBezTo>
                <a:cubicBezTo>
                  <a:pt x="179800" y="49872"/>
                  <a:pt x="174390" y="50824"/>
                  <a:pt x="174390" y="56149"/>
                </a:cubicBezTo>
                <a:cubicBezTo>
                  <a:pt x="174390" y="58815"/>
                  <a:pt x="172647" y="62442"/>
                  <a:pt x="170518" y="64210"/>
                </a:cubicBezTo>
                <a:cubicBezTo>
                  <a:pt x="168388" y="65977"/>
                  <a:pt x="166645" y="69575"/>
                  <a:pt x="166645" y="72206"/>
                </a:cubicBezTo>
                <a:cubicBezTo>
                  <a:pt x="166645" y="76143"/>
                  <a:pt x="165276" y="76714"/>
                  <a:pt x="158901" y="75439"/>
                </a:cubicBezTo>
                <a:cubicBezTo>
                  <a:pt x="153734" y="74406"/>
                  <a:pt x="151157" y="74922"/>
                  <a:pt x="151157" y="76992"/>
                </a:cubicBezTo>
                <a:cubicBezTo>
                  <a:pt x="151157" y="78961"/>
                  <a:pt x="147877" y="79812"/>
                  <a:pt x="142182" y="79321"/>
                </a:cubicBezTo>
                <a:cubicBezTo>
                  <a:pt x="130428" y="78308"/>
                  <a:pt x="124889" y="85064"/>
                  <a:pt x="127056" y="97769"/>
                </a:cubicBezTo>
                <a:cubicBezTo>
                  <a:pt x="127904" y="102738"/>
                  <a:pt x="129473" y="107965"/>
                  <a:pt x="130544" y="109385"/>
                </a:cubicBezTo>
                <a:cubicBezTo>
                  <a:pt x="131614" y="110805"/>
                  <a:pt x="133291" y="115711"/>
                  <a:pt x="134269" y="120288"/>
                </a:cubicBezTo>
                <a:cubicBezTo>
                  <a:pt x="135415" y="125645"/>
                  <a:pt x="140578" y="132682"/>
                  <a:pt x="148765" y="140043"/>
                </a:cubicBezTo>
                <a:cubicBezTo>
                  <a:pt x="162833" y="152691"/>
                  <a:pt x="164554" y="157142"/>
                  <a:pt x="155377" y="157142"/>
                </a:cubicBezTo>
                <a:cubicBezTo>
                  <a:pt x="152019" y="157142"/>
                  <a:pt x="146470" y="159346"/>
                  <a:pt x="143045" y="162040"/>
                </a:cubicBezTo>
                <a:cubicBezTo>
                  <a:pt x="134241" y="168966"/>
                  <a:pt x="104579" y="168891"/>
                  <a:pt x="102761" y="161938"/>
                </a:cubicBezTo>
                <a:close/>
              </a:path>
            </a:pathLst>
          </a:custGeom>
          <a:solidFill>
            <a:srgbClr val="B9B9B9"/>
          </a:solidFill>
          <a:ln w="5163" cap="flat">
            <a:noFill/>
            <a:prstDash val="solid"/>
            <a:miter/>
          </a:ln>
        </p:spPr>
        <p:txBody>
          <a:bodyPr/>
          <a:lstStyle/>
          <a:p>
            <a:endParaRPr lang="es-419" noProof="0" dirty="0"/>
          </a:p>
        </p:txBody>
      </p:sp>
      <p:sp>
        <p:nvSpPr>
          <p:cNvPr id="47" name="Forma libre: forma 46">
            <a:extLst>
              <a:ext uri="{FF2B5EF4-FFF2-40B4-BE49-F238E27FC236}">
                <a16:creationId xmlns:a16="http://schemas.microsoft.com/office/drawing/2014/main" id="{60FAD227-EACE-0C75-A660-DBA619540696}"/>
              </a:ext>
            </a:extLst>
          </p:cNvPr>
          <p:cNvSpPr/>
          <p:nvPr/>
        </p:nvSpPr>
        <p:spPr>
          <a:xfrm>
            <a:off x="1461542" y="2144566"/>
            <a:ext cx="129500" cy="144710"/>
          </a:xfrm>
          <a:custGeom>
            <a:avLst/>
            <a:gdLst>
              <a:gd name="csX0" fmla="*/ 39451 w 129500"/>
              <a:gd name="csY0" fmla="*/ 143362 h 144710"/>
              <a:gd name="csX1" fmla="*/ 36297 w 129500"/>
              <a:gd name="csY1" fmla="*/ 137530 h 144710"/>
              <a:gd name="csX2" fmla="*/ 22310 w 129500"/>
              <a:gd name="csY2" fmla="*/ 122582 h 144710"/>
              <a:gd name="csX3" fmla="*/ 6555 w 129500"/>
              <a:gd name="csY3" fmla="*/ 101930 h 144710"/>
              <a:gd name="csX4" fmla="*/ 2723 w 129500"/>
              <a:gd name="csY4" fmla="*/ 90935 h 144710"/>
              <a:gd name="csX5" fmla="*/ 1214 w 129500"/>
              <a:gd name="csY5" fmla="*/ 71343 h 144710"/>
              <a:gd name="csX6" fmla="*/ 12550 w 129500"/>
              <a:gd name="csY6" fmla="*/ 66880 h 144710"/>
              <a:gd name="csX7" fmla="*/ 22940 w 129500"/>
              <a:gd name="csY7" fmla="*/ 63986 h 144710"/>
              <a:gd name="csX8" fmla="*/ 31348 w 129500"/>
              <a:gd name="csY8" fmla="*/ 62963 h 144710"/>
              <a:gd name="csX9" fmla="*/ 38911 w 129500"/>
              <a:gd name="csY9" fmla="*/ 59306 h 144710"/>
              <a:gd name="csX10" fmla="*/ 42783 w 129500"/>
              <a:gd name="csY10" fmla="*/ 50923 h 144710"/>
              <a:gd name="csX11" fmla="*/ 46656 w 129500"/>
              <a:gd name="csY11" fmla="*/ 42586 h 144710"/>
              <a:gd name="csX12" fmla="*/ 51173 w 129500"/>
              <a:gd name="csY12" fmla="*/ 39323 h 144710"/>
              <a:gd name="csX13" fmla="*/ 69566 w 129500"/>
              <a:gd name="csY13" fmla="*/ 37767 h 144710"/>
              <a:gd name="csX14" fmla="*/ 69872 w 129500"/>
              <a:gd name="csY14" fmla="*/ 27120 h 144710"/>
              <a:gd name="csX15" fmla="*/ 67231 w 129500"/>
              <a:gd name="csY15" fmla="*/ 13692 h 144710"/>
              <a:gd name="csX16" fmla="*/ 69736 w 129500"/>
              <a:gd name="csY16" fmla="*/ 7102 h 144710"/>
              <a:gd name="csX17" fmla="*/ 81814 w 129500"/>
              <a:gd name="csY17" fmla="*/ 13524 h 144710"/>
              <a:gd name="csX18" fmla="*/ 100866 w 129500"/>
              <a:gd name="csY18" fmla="*/ 15068 h 144710"/>
              <a:gd name="csX19" fmla="*/ 113355 w 129500"/>
              <a:gd name="csY19" fmla="*/ 326 h 144710"/>
              <a:gd name="csX20" fmla="*/ 116355 w 129500"/>
              <a:gd name="csY20" fmla="*/ 6085 h 144710"/>
              <a:gd name="csX21" fmla="*/ 122928 w 129500"/>
              <a:gd name="csY21" fmla="*/ 21207 h 144710"/>
              <a:gd name="csX22" fmla="*/ 129501 w 129500"/>
              <a:gd name="csY22" fmla="*/ 32422 h 144710"/>
              <a:gd name="csX23" fmla="*/ 122289 w 129500"/>
              <a:gd name="csY23" fmla="*/ 39110 h 144710"/>
              <a:gd name="csX24" fmla="*/ 114210 w 129500"/>
              <a:gd name="csY24" fmla="*/ 43197 h 144710"/>
              <a:gd name="csX25" fmla="*/ 100996 w 129500"/>
              <a:gd name="csY25" fmla="*/ 50277 h 144710"/>
              <a:gd name="csX26" fmla="*/ 91480 w 129500"/>
              <a:gd name="csY26" fmla="*/ 69527 h 144710"/>
              <a:gd name="csX27" fmla="*/ 86825 w 129500"/>
              <a:gd name="csY27" fmla="*/ 82667 h 144710"/>
              <a:gd name="csX28" fmla="*/ 75170 w 129500"/>
              <a:gd name="csY28" fmla="*/ 92424 h 144710"/>
              <a:gd name="csX29" fmla="*/ 62144 w 129500"/>
              <a:gd name="csY29" fmla="*/ 108405 h 144710"/>
              <a:gd name="csX30" fmla="*/ 58272 w 129500"/>
              <a:gd name="csY30" fmla="*/ 119688 h 144710"/>
              <a:gd name="csX31" fmla="*/ 54400 w 129500"/>
              <a:gd name="csY31" fmla="*/ 127352 h 144710"/>
              <a:gd name="csX32" fmla="*/ 52416 w 129500"/>
              <a:gd name="csY32" fmla="*/ 133529 h 144710"/>
              <a:gd name="csX33" fmla="*/ 46503 w 129500"/>
              <a:gd name="csY33" fmla="*/ 140006 h 144710"/>
              <a:gd name="csX34" fmla="*/ 39451 w 129500"/>
              <a:gd name="csY34" fmla="*/ 143362 h 1447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129500" h="144710">
                <a:moveTo>
                  <a:pt x="39451" y="143362"/>
                </a:moveTo>
                <a:cubicBezTo>
                  <a:pt x="37734" y="141645"/>
                  <a:pt x="36315" y="139021"/>
                  <a:pt x="36297" y="137530"/>
                </a:cubicBezTo>
                <a:cubicBezTo>
                  <a:pt x="36279" y="136040"/>
                  <a:pt x="29985" y="129313"/>
                  <a:pt x="22310" y="122582"/>
                </a:cubicBezTo>
                <a:cubicBezTo>
                  <a:pt x="12868" y="114302"/>
                  <a:pt x="7773" y="107623"/>
                  <a:pt x="6555" y="101930"/>
                </a:cubicBezTo>
                <a:cubicBezTo>
                  <a:pt x="5566" y="97303"/>
                  <a:pt x="3842" y="92355"/>
                  <a:pt x="2723" y="90935"/>
                </a:cubicBezTo>
                <a:cubicBezTo>
                  <a:pt x="-91" y="87360"/>
                  <a:pt x="-945" y="76286"/>
                  <a:pt x="1214" y="71343"/>
                </a:cubicBezTo>
                <a:cubicBezTo>
                  <a:pt x="2338" y="68767"/>
                  <a:pt x="6560" y="67105"/>
                  <a:pt x="12550" y="66880"/>
                </a:cubicBezTo>
                <a:cubicBezTo>
                  <a:pt x="17800" y="66683"/>
                  <a:pt x="22476" y="65380"/>
                  <a:pt x="22940" y="63986"/>
                </a:cubicBezTo>
                <a:cubicBezTo>
                  <a:pt x="23405" y="62591"/>
                  <a:pt x="27189" y="62131"/>
                  <a:pt x="31348" y="62963"/>
                </a:cubicBezTo>
                <a:cubicBezTo>
                  <a:pt x="37697" y="64232"/>
                  <a:pt x="38911" y="63645"/>
                  <a:pt x="38911" y="59306"/>
                </a:cubicBezTo>
                <a:cubicBezTo>
                  <a:pt x="38911" y="56463"/>
                  <a:pt x="40654" y="52690"/>
                  <a:pt x="42783" y="50923"/>
                </a:cubicBezTo>
                <a:cubicBezTo>
                  <a:pt x="44913" y="49155"/>
                  <a:pt x="46656" y="45404"/>
                  <a:pt x="46656" y="42586"/>
                </a:cubicBezTo>
                <a:cubicBezTo>
                  <a:pt x="46656" y="38720"/>
                  <a:pt x="47764" y="37919"/>
                  <a:pt x="51173" y="39323"/>
                </a:cubicBezTo>
                <a:cubicBezTo>
                  <a:pt x="61512" y="43579"/>
                  <a:pt x="64377" y="43337"/>
                  <a:pt x="69566" y="37767"/>
                </a:cubicBezTo>
                <a:cubicBezTo>
                  <a:pt x="75009" y="31925"/>
                  <a:pt x="75010" y="31906"/>
                  <a:pt x="69872" y="27120"/>
                </a:cubicBezTo>
                <a:cubicBezTo>
                  <a:pt x="63882" y="21540"/>
                  <a:pt x="64007" y="22172"/>
                  <a:pt x="67231" y="13692"/>
                </a:cubicBezTo>
                <a:lnTo>
                  <a:pt x="69736" y="7102"/>
                </a:lnTo>
                <a:lnTo>
                  <a:pt x="81814" y="13524"/>
                </a:lnTo>
                <a:cubicBezTo>
                  <a:pt x="96277" y="21214"/>
                  <a:pt x="100866" y="21586"/>
                  <a:pt x="100866" y="15068"/>
                </a:cubicBezTo>
                <a:cubicBezTo>
                  <a:pt x="100866" y="8386"/>
                  <a:pt x="109640" y="-1970"/>
                  <a:pt x="113355" y="326"/>
                </a:cubicBezTo>
                <a:cubicBezTo>
                  <a:pt x="115005" y="1346"/>
                  <a:pt x="116355" y="3937"/>
                  <a:pt x="116355" y="6085"/>
                </a:cubicBezTo>
                <a:cubicBezTo>
                  <a:pt x="116355" y="8233"/>
                  <a:pt x="119313" y="15038"/>
                  <a:pt x="122928" y="21207"/>
                </a:cubicBezTo>
                <a:lnTo>
                  <a:pt x="129501" y="32422"/>
                </a:lnTo>
                <a:lnTo>
                  <a:pt x="122289" y="39110"/>
                </a:lnTo>
                <a:cubicBezTo>
                  <a:pt x="118322" y="42788"/>
                  <a:pt x="114687" y="44627"/>
                  <a:pt x="114210" y="43197"/>
                </a:cubicBezTo>
                <a:cubicBezTo>
                  <a:pt x="112111" y="36901"/>
                  <a:pt x="104310" y="41081"/>
                  <a:pt x="100996" y="50277"/>
                </a:cubicBezTo>
                <a:cubicBezTo>
                  <a:pt x="99077" y="55602"/>
                  <a:pt x="94795" y="64264"/>
                  <a:pt x="91480" y="69527"/>
                </a:cubicBezTo>
                <a:cubicBezTo>
                  <a:pt x="88166" y="74789"/>
                  <a:pt x="86071" y="80703"/>
                  <a:pt x="86825" y="82667"/>
                </a:cubicBezTo>
                <a:cubicBezTo>
                  <a:pt x="87734" y="85037"/>
                  <a:pt x="83812" y="88321"/>
                  <a:pt x="75170" y="92424"/>
                </a:cubicBezTo>
                <a:cubicBezTo>
                  <a:pt x="62898" y="98250"/>
                  <a:pt x="62144" y="99174"/>
                  <a:pt x="62144" y="108405"/>
                </a:cubicBezTo>
                <a:cubicBezTo>
                  <a:pt x="62144" y="114732"/>
                  <a:pt x="60773" y="118729"/>
                  <a:pt x="58272" y="119688"/>
                </a:cubicBezTo>
                <a:cubicBezTo>
                  <a:pt x="56143" y="120506"/>
                  <a:pt x="54400" y="123954"/>
                  <a:pt x="54400" y="127352"/>
                </a:cubicBezTo>
                <a:cubicBezTo>
                  <a:pt x="54400" y="130749"/>
                  <a:pt x="53507" y="133529"/>
                  <a:pt x="52416" y="133529"/>
                </a:cubicBezTo>
                <a:cubicBezTo>
                  <a:pt x="51325" y="133529"/>
                  <a:pt x="48664" y="136444"/>
                  <a:pt x="46503" y="140006"/>
                </a:cubicBezTo>
                <a:cubicBezTo>
                  <a:pt x="43429" y="145071"/>
                  <a:pt x="41892" y="145803"/>
                  <a:pt x="39451" y="143362"/>
                </a:cubicBezTo>
                <a:close/>
              </a:path>
            </a:pathLst>
          </a:custGeom>
          <a:solidFill>
            <a:srgbClr val="B9B9B9"/>
          </a:solidFill>
          <a:ln w="5163" cap="flat">
            <a:noFill/>
            <a:prstDash val="solid"/>
            <a:miter/>
          </a:ln>
        </p:spPr>
        <p:txBody>
          <a:bodyPr/>
          <a:lstStyle/>
          <a:p>
            <a:endParaRPr lang="es-419" noProof="0" dirty="0"/>
          </a:p>
        </p:txBody>
      </p:sp>
      <p:sp>
        <p:nvSpPr>
          <p:cNvPr id="48" name="Forma libre: forma 47">
            <a:extLst>
              <a:ext uri="{FF2B5EF4-FFF2-40B4-BE49-F238E27FC236}">
                <a16:creationId xmlns:a16="http://schemas.microsoft.com/office/drawing/2014/main" id="{65224F6E-63A0-F4FC-FA69-967DF6F55714}"/>
              </a:ext>
            </a:extLst>
          </p:cNvPr>
          <p:cNvSpPr/>
          <p:nvPr/>
        </p:nvSpPr>
        <p:spPr>
          <a:xfrm>
            <a:off x="2333829" y="2099494"/>
            <a:ext cx="245950" cy="186219"/>
          </a:xfrm>
          <a:custGeom>
            <a:avLst/>
            <a:gdLst>
              <a:gd name="csX0" fmla="*/ 63193 w 245950"/>
              <a:gd name="csY0" fmla="*/ 151536 h 186219"/>
              <a:gd name="csX1" fmla="*/ 28715 w 245950"/>
              <a:gd name="csY1" fmla="*/ 120621 h 186219"/>
              <a:gd name="csX2" fmla="*/ 15073 w 245950"/>
              <a:gd name="csY2" fmla="*/ 124390 h 186219"/>
              <a:gd name="csX3" fmla="*/ 5596 w 245950"/>
              <a:gd name="csY3" fmla="*/ 124390 h 186219"/>
              <a:gd name="csX4" fmla="*/ 5596 w 245950"/>
              <a:gd name="csY4" fmla="*/ 107763 h 186219"/>
              <a:gd name="csX5" fmla="*/ 3015 w 245950"/>
              <a:gd name="csY5" fmla="*/ 89541 h 186219"/>
              <a:gd name="csX6" fmla="*/ 11404 w 245950"/>
              <a:gd name="csY6" fmla="*/ 63244 h 186219"/>
              <a:gd name="csX7" fmla="*/ 106611 w 245950"/>
              <a:gd name="csY7" fmla="*/ 25070 h 186219"/>
              <a:gd name="csX8" fmla="*/ 133716 w 245950"/>
              <a:gd name="csY8" fmla="*/ 14252 h 186219"/>
              <a:gd name="csX9" fmla="*/ 160483 w 245950"/>
              <a:gd name="csY9" fmla="*/ 1908 h 186219"/>
              <a:gd name="csX10" fmla="*/ 238554 w 245950"/>
              <a:gd name="csY10" fmla="*/ 11931 h 186219"/>
              <a:gd name="csX11" fmla="*/ 245107 w 245950"/>
              <a:gd name="csY11" fmla="*/ 29136 h 186219"/>
              <a:gd name="csX12" fmla="*/ 240861 w 245950"/>
              <a:gd name="csY12" fmla="*/ 62435 h 186219"/>
              <a:gd name="csX13" fmla="*/ 234529 w 245950"/>
              <a:gd name="csY13" fmla="*/ 81796 h 186219"/>
              <a:gd name="csX14" fmla="*/ 183096 w 245950"/>
              <a:gd name="csY14" fmla="*/ 120518 h 186219"/>
              <a:gd name="csX15" fmla="*/ 112584 w 245950"/>
              <a:gd name="csY15" fmla="*/ 172730 h 186219"/>
              <a:gd name="csX16" fmla="*/ 93505 w 245950"/>
              <a:gd name="csY16" fmla="*/ 186220 h 186219"/>
              <a:gd name="csX17" fmla="*/ 63193 w 245950"/>
              <a:gd name="csY17" fmla="*/ 151536 h 1862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245950" h="186219">
                <a:moveTo>
                  <a:pt x="63193" y="151536"/>
                </a:moveTo>
                <a:cubicBezTo>
                  <a:pt x="35962" y="120379"/>
                  <a:pt x="32456" y="117236"/>
                  <a:pt x="28715" y="120621"/>
                </a:cubicBezTo>
                <a:cubicBezTo>
                  <a:pt x="26425" y="122694"/>
                  <a:pt x="20286" y="124390"/>
                  <a:pt x="15073" y="124390"/>
                </a:cubicBezTo>
                <a:lnTo>
                  <a:pt x="5596" y="124390"/>
                </a:lnTo>
                <a:lnTo>
                  <a:pt x="5596" y="107763"/>
                </a:lnTo>
                <a:cubicBezTo>
                  <a:pt x="5596" y="98618"/>
                  <a:pt x="4435" y="90418"/>
                  <a:pt x="3015" y="89541"/>
                </a:cubicBezTo>
                <a:cubicBezTo>
                  <a:pt x="-3245" y="85672"/>
                  <a:pt x="575" y="73700"/>
                  <a:pt x="11404" y="63244"/>
                </a:cubicBezTo>
                <a:cubicBezTo>
                  <a:pt x="30218" y="45081"/>
                  <a:pt x="67101" y="30293"/>
                  <a:pt x="106611" y="25070"/>
                </a:cubicBezTo>
                <a:cubicBezTo>
                  <a:pt x="113529" y="24155"/>
                  <a:pt x="124948" y="19598"/>
                  <a:pt x="133716" y="14252"/>
                </a:cubicBezTo>
                <a:cubicBezTo>
                  <a:pt x="142049" y="9172"/>
                  <a:pt x="154094" y="3617"/>
                  <a:pt x="160483" y="1908"/>
                </a:cubicBezTo>
                <a:cubicBezTo>
                  <a:pt x="179743" y="-3243"/>
                  <a:pt x="225908" y="2684"/>
                  <a:pt x="238554" y="11931"/>
                </a:cubicBezTo>
                <a:cubicBezTo>
                  <a:pt x="241216" y="13878"/>
                  <a:pt x="243864" y="20830"/>
                  <a:pt x="245107" y="29136"/>
                </a:cubicBezTo>
                <a:cubicBezTo>
                  <a:pt x="246841" y="40720"/>
                  <a:pt x="246124" y="46345"/>
                  <a:pt x="240861" y="62435"/>
                </a:cubicBezTo>
                <a:lnTo>
                  <a:pt x="234529" y="81796"/>
                </a:lnTo>
                <a:lnTo>
                  <a:pt x="183096" y="120518"/>
                </a:lnTo>
                <a:cubicBezTo>
                  <a:pt x="154808" y="141815"/>
                  <a:pt x="123078" y="165310"/>
                  <a:pt x="112584" y="172730"/>
                </a:cubicBezTo>
                <a:lnTo>
                  <a:pt x="93505" y="186220"/>
                </a:lnTo>
                <a:lnTo>
                  <a:pt x="63193" y="151536"/>
                </a:lnTo>
                <a:close/>
              </a:path>
            </a:pathLst>
          </a:custGeom>
          <a:solidFill>
            <a:srgbClr val="B9B9B9"/>
          </a:solidFill>
          <a:ln w="5163" cap="flat">
            <a:noFill/>
            <a:prstDash val="solid"/>
            <a:miter/>
          </a:ln>
        </p:spPr>
        <p:txBody>
          <a:bodyPr/>
          <a:lstStyle/>
          <a:p>
            <a:endParaRPr lang="es-419" noProof="0" dirty="0"/>
          </a:p>
        </p:txBody>
      </p:sp>
      <p:sp>
        <p:nvSpPr>
          <p:cNvPr id="49" name="Forma libre: forma 48">
            <a:extLst>
              <a:ext uri="{FF2B5EF4-FFF2-40B4-BE49-F238E27FC236}">
                <a16:creationId xmlns:a16="http://schemas.microsoft.com/office/drawing/2014/main" id="{537F37A8-ABBC-6D96-76A7-6A7BDE90BF1B}"/>
              </a:ext>
            </a:extLst>
          </p:cNvPr>
          <p:cNvSpPr/>
          <p:nvPr/>
        </p:nvSpPr>
        <p:spPr>
          <a:xfrm>
            <a:off x="2334670" y="2196667"/>
            <a:ext cx="1839" cy="7968"/>
          </a:xfrm>
          <a:custGeom>
            <a:avLst/>
            <a:gdLst>
              <a:gd name="csX0" fmla="*/ 0 w 1839"/>
              <a:gd name="csY0" fmla="*/ 3984 h 7968"/>
              <a:gd name="csX1" fmla="*/ 1302 w 1839"/>
              <a:gd name="csY1" fmla="*/ 757 h 7968"/>
              <a:gd name="csX2" fmla="*/ 1302 w 1839"/>
              <a:gd name="csY2" fmla="*/ 7211 h 7968"/>
              <a:gd name="csX3" fmla="*/ 0 w 1839"/>
              <a:gd name="csY3" fmla="*/ 3984 h 7968"/>
            </a:gdLst>
            <a:ahLst/>
            <a:cxnLst>
              <a:cxn ang="0">
                <a:pos x="csX0" y="csY0"/>
              </a:cxn>
              <a:cxn ang="0">
                <a:pos x="csX1" y="csY1"/>
              </a:cxn>
              <a:cxn ang="0">
                <a:pos x="csX2" y="csY2"/>
              </a:cxn>
              <a:cxn ang="0">
                <a:pos x="csX3" y="csY3"/>
              </a:cxn>
            </a:cxnLst>
            <a:rect l="l" t="t" r="r" b="b"/>
            <a:pathLst>
              <a:path w="1839" h="7968">
                <a:moveTo>
                  <a:pt x="0" y="3984"/>
                </a:moveTo>
                <a:cubicBezTo>
                  <a:pt x="0" y="435"/>
                  <a:pt x="586" y="-1017"/>
                  <a:pt x="1302" y="757"/>
                </a:cubicBezTo>
                <a:cubicBezTo>
                  <a:pt x="2018" y="2532"/>
                  <a:pt x="2018" y="5436"/>
                  <a:pt x="1302" y="7211"/>
                </a:cubicBezTo>
                <a:cubicBezTo>
                  <a:pt x="586" y="8986"/>
                  <a:pt x="0" y="7534"/>
                  <a:pt x="0" y="3984"/>
                </a:cubicBezTo>
                <a:close/>
              </a:path>
            </a:pathLst>
          </a:custGeom>
          <a:solidFill>
            <a:srgbClr val="B9B9B9"/>
          </a:solidFill>
          <a:ln w="5163" cap="flat">
            <a:noFill/>
            <a:prstDash val="solid"/>
            <a:miter/>
          </a:ln>
        </p:spPr>
        <p:txBody>
          <a:bodyPr/>
          <a:lstStyle/>
          <a:p>
            <a:endParaRPr lang="es-419" noProof="0" dirty="0"/>
          </a:p>
        </p:txBody>
      </p:sp>
      <p:sp>
        <p:nvSpPr>
          <p:cNvPr id="50" name="Forma libre: forma 49">
            <a:extLst>
              <a:ext uri="{FF2B5EF4-FFF2-40B4-BE49-F238E27FC236}">
                <a16:creationId xmlns:a16="http://schemas.microsoft.com/office/drawing/2014/main" id="{CE296868-E8F5-7B84-E410-D0594DF8FA7B}"/>
              </a:ext>
            </a:extLst>
          </p:cNvPr>
          <p:cNvSpPr/>
          <p:nvPr/>
        </p:nvSpPr>
        <p:spPr>
          <a:xfrm>
            <a:off x="1309468" y="1877186"/>
            <a:ext cx="342958" cy="300162"/>
          </a:xfrm>
          <a:custGeom>
            <a:avLst/>
            <a:gdLst>
              <a:gd name="csX0" fmla="*/ 295686 w 342958"/>
              <a:gd name="csY0" fmla="*/ 296278 h 300162"/>
              <a:gd name="csX1" fmla="*/ 285863 w 342958"/>
              <a:gd name="csY1" fmla="*/ 292488 h 300162"/>
              <a:gd name="csX2" fmla="*/ 274573 w 342958"/>
              <a:gd name="csY2" fmla="*/ 278339 h 300162"/>
              <a:gd name="csX3" fmla="*/ 265490 w 342958"/>
              <a:gd name="csY3" fmla="*/ 262580 h 300162"/>
              <a:gd name="csX4" fmla="*/ 250359 w 342958"/>
              <a:gd name="csY4" fmla="*/ 277449 h 300162"/>
              <a:gd name="csX5" fmla="*/ 232353 w 342958"/>
              <a:gd name="csY5" fmla="*/ 275755 h 300162"/>
              <a:gd name="csX6" fmla="*/ 216800 w 342958"/>
              <a:gd name="csY6" fmla="*/ 278780 h 300162"/>
              <a:gd name="csX7" fmla="*/ 197688 w 342958"/>
              <a:gd name="csY7" fmla="*/ 275445 h 300162"/>
              <a:gd name="csX8" fmla="*/ 186717 w 342958"/>
              <a:gd name="csY8" fmla="*/ 271836 h 300162"/>
              <a:gd name="csX9" fmla="*/ 183241 w 342958"/>
              <a:gd name="csY9" fmla="*/ 267964 h 300162"/>
              <a:gd name="csX10" fmla="*/ 171812 w 342958"/>
              <a:gd name="csY10" fmla="*/ 264092 h 300162"/>
              <a:gd name="csX11" fmla="*/ 155307 w 342958"/>
              <a:gd name="csY11" fmla="*/ 270545 h 300162"/>
              <a:gd name="csX12" fmla="*/ 128918 w 342958"/>
              <a:gd name="csY12" fmla="*/ 266264 h 300162"/>
              <a:gd name="csX13" fmla="*/ 106345 w 342958"/>
              <a:gd name="csY13" fmla="*/ 255141 h 300162"/>
              <a:gd name="csX14" fmla="*/ 91555 w 342958"/>
              <a:gd name="csY14" fmla="*/ 250269 h 300162"/>
              <a:gd name="csX15" fmla="*/ 81548 w 342958"/>
              <a:gd name="csY15" fmla="*/ 247474 h 300162"/>
              <a:gd name="csX16" fmla="*/ 78435 w 342958"/>
              <a:gd name="csY16" fmla="*/ 239429 h 300162"/>
              <a:gd name="csX17" fmla="*/ 82408 w 342958"/>
              <a:gd name="csY17" fmla="*/ 200657 h 300162"/>
              <a:gd name="csX18" fmla="*/ 83563 w 342958"/>
              <a:gd name="csY18" fmla="*/ 189030 h 300162"/>
              <a:gd name="csX19" fmla="*/ 79311 w 342958"/>
              <a:gd name="csY19" fmla="*/ 164140 h 300162"/>
              <a:gd name="csX20" fmla="*/ 69658 w 342958"/>
              <a:gd name="csY20" fmla="*/ 165664 h 300162"/>
              <a:gd name="csX21" fmla="*/ 52863 w 342958"/>
              <a:gd name="csY21" fmla="*/ 178880 h 300162"/>
              <a:gd name="csX22" fmla="*/ 46310 w 342958"/>
              <a:gd name="csY22" fmla="*/ 180840 h 300162"/>
              <a:gd name="csX23" fmla="*/ 41273 w 342958"/>
              <a:gd name="csY23" fmla="*/ 176042 h 300162"/>
              <a:gd name="csX24" fmla="*/ 28735 w 342958"/>
              <a:gd name="csY24" fmla="*/ 163573 h 300162"/>
              <a:gd name="csX25" fmla="*/ 8346 w 342958"/>
              <a:gd name="csY25" fmla="*/ 134458 h 300162"/>
              <a:gd name="csX26" fmla="*/ 3097 w 342958"/>
              <a:gd name="csY26" fmla="*/ 117621 h 300162"/>
              <a:gd name="csX27" fmla="*/ 147 w 342958"/>
              <a:gd name="csY27" fmla="*/ 113613 h 300162"/>
              <a:gd name="csX28" fmla="*/ 21165 w 342958"/>
              <a:gd name="csY28" fmla="*/ 104003 h 300162"/>
              <a:gd name="csX29" fmla="*/ 72335 w 342958"/>
              <a:gd name="csY29" fmla="*/ 73250 h 300162"/>
              <a:gd name="csX30" fmla="*/ 93508 w 342958"/>
              <a:gd name="csY30" fmla="*/ 38847 h 300162"/>
              <a:gd name="csX31" fmla="*/ 97565 w 342958"/>
              <a:gd name="csY31" fmla="*/ 29800 h 300162"/>
              <a:gd name="csX32" fmla="*/ 109742 w 342958"/>
              <a:gd name="csY32" fmla="*/ 18194 h 300162"/>
              <a:gd name="csX33" fmla="*/ 113822 w 342958"/>
              <a:gd name="csY33" fmla="*/ 11110 h 300162"/>
              <a:gd name="csX34" fmla="*/ 121678 w 342958"/>
              <a:gd name="csY34" fmla="*/ 5555 h 300162"/>
              <a:gd name="csX35" fmla="*/ 127233 w 342958"/>
              <a:gd name="csY35" fmla="*/ 0 h 300162"/>
              <a:gd name="csX36" fmla="*/ 134516 w 342958"/>
              <a:gd name="csY36" fmla="*/ 8782 h 300162"/>
              <a:gd name="csX37" fmla="*/ 141869 w 342958"/>
              <a:gd name="csY37" fmla="*/ 33944 h 300162"/>
              <a:gd name="csX38" fmla="*/ 147505 w 342958"/>
              <a:gd name="csY38" fmla="*/ 58144 h 300162"/>
              <a:gd name="csX39" fmla="*/ 152804 w 342958"/>
              <a:gd name="csY39" fmla="*/ 90810 h 300162"/>
              <a:gd name="csX40" fmla="*/ 162764 w 342958"/>
              <a:gd name="csY40" fmla="*/ 124694 h 300162"/>
              <a:gd name="csX41" fmla="*/ 170334 w 342958"/>
              <a:gd name="csY41" fmla="*/ 121832 h 300162"/>
              <a:gd name="csX42" fmla="*/ 185393 w 342958"/>
              <a:gd name="csY42" fmla="*/ 124884 h 300162"/>
              <a:gd name="csX43" fmla="*/ 190271 w 342958"/>
              <a:gd name="csY43" fmla="*/ 127275 h 300162"/>
              <a:gd name="csX44" fmla="*/ 201229 w 342958"/>
              <a:gd name="csY44" fmla="*/ 139721 h 300162"/>
              <a:gd name="csX45" fmla="*/ 197439 w 342958"/>
              <a:gd name="csY45" fmla="*/ 147005 h 300162"/>
              <a:gd name="csX46" fmla="*/ 196794 w 342958"/>
              <a:gd name="csY46" fmla="*/ 162615 h 300162"/>
              <a:gd name="csX47" fmla="*/ 220205 w 342958"/>
              <a:gd name="csY47" fmla="*/ 171185 h 300162"/>
              <a:gd name="csX48" fmla="*/ 242581 w 342958"/>
              <a:gd name="csY48" fmla="*/ 173796 h 300162"/>
              <a:gd name="csX49" fmla="*/ 259092 w 342958"/>
              <a:gd name="csY49" fmla="*/ 186698 h 300162"/>
              <a:gd name="csX50" fmla="*/ 273592 w 342958"/>
              <a:gd name="csY50" fmla="*/ 197707 h 300162"/>
              <a:gd name="csX51" fmla="*/ 304244 w 342958"/>
              <a:gd name="csY51" fmla="*/ 198591 h 300162"/>
              <a:gd name="csX52" fmla="*/ 333285 w 342958"/>
              <a:gd name="csY52" fmla="*/ 203946 h 300162"/>
              <a:gd name="csX53" fmla="*/ 339205 w 342958"/>
              <a:gd name="csY53" fmla="*/ 216060 h 300162"/>
              <a:gd name="csX54" fmla="*/ 336274 w 342958"/>
              <a:gd name="csY54" fmla="*/ 220854 h 300162"/>
              <a:gd name="csX55" fmla="*/ 328850 w 342958"/>
              <a:gd name="csY55" fmla="*/ 233114 h 300162"/>
              <a:gd name="csX56" fmla="*/ 326965 w 342958"/>
              <a:gd name="csY56" fmla="*/ 236341 h 300162"/>
              <a:gd name="csX57" fmla="*/ 329181 w 342958"/>
              <a:gd name="csY57" fmla="*/ 240859 h 300162"/>
              <a:gd name="csX58" fmla="*/ 331403 w 342958"/>
              <a:gd name="csY58" fmla="*/ 248187 h 300162"/>
              <a:gd name="csX59" fmla="*/ 328049 w 342958"/>
              <a:gd name="csY59" fmla="*/ 258014 h 300162"/>
              <a:gd name="csX60" fmla="*/ 326532 w 342958"/>
              <a:gd name="csY60" fmla="*/ 276244 h 300162"/>
              <a:gd name="csX61" fmla="*/ 325085 w 342958"/>
              <a:gd name="csY61" fmla="*/ 283496 h 300162"/>
              <a:gd name="csX62" fmla="*/ 321398 w 342958"/>
              <a:gd name="csY62" fmla="*/ 292711 h 300162"/>
              <a:gd name="csX63" fmla="*/ 311874 w 342958"/>
              <a:gd name="csY63" fmla="*/ 300150 h 300162"/>
              <a:gd name="csX64" fmla="*/ 295686 w 342958"/>
              <a:gd name="csY64" fmla="*/ 296278 h 3001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Lst>
            <a:rect l="l" t="t" r="r" b="b"/>
            <a:pathLst>
              <a:path w="342958" h="300162">
                <a:moveTo>
                  <a:pt x="295686" y="296278"/>
                </a:moveTo>
                <a:cubicBezTo>
                  <a:pt x="292930" y="294193"/>
                  <a:pt x="288510" y="292488"/>
                  <a:pt x="285863" y="292488"/>
                </a:cubicBezTo>
                <a:cubicBezTo>
                  <a:pt x="282541" y="292488"/>
                  <a:pt x="279045" y="288107"/>
                  <a:pt x="274573" y="278339"/>
                </a:cubicBezTo>
                <a:cubicBezTo>
                  <a:pt x="271011" y="270557"/>
                  <a:pt x="266923" y="263466"/>
                  <a:pt x="265490" y="262580"/>
                </a:cubicBezTo>
                <a:cubicBezTo>
                  <a:pt x="261887" y="260353"/>
                  <a:pt x="250359" y="271682"/>
                  <a:pt x="250359" y="277449"/>
                </a:cubicBezTo>
                <a:cubicBezTo>
                  <a:pt x="250359" y="284106"/>
                  <a:pt x="242694" y="283385"/>
                  <a:pt x="232353" y="275755"/>
                </a:cubicBezTo>
                <a:cubicBezTo>
                  <a:pt x="223375" y="269132"/>
                  <a:pt x="216800" y="270410"/>
                  <a:pt x="216800" y="278780"/>
                </a:cubicBezTo>
                <a:cubicBezTo>
                  <a:pt x="216800" y="282868"/>
                  <a:pt x="211006" y="281857"/>
                  <a:pt x="197688" y="275445"/>
                </a:cubicBezTo>
                <a:cubicBezTo>
                  <a:pt x="193566" y="273460"/>
                  <a:pt x="188628" y="271836"/>
                  <a:pt x="186717" y="271836"/>
                </a:cubicBezTo>
                <a:cubicBezTo>
                  <a:pt x="184805" y="271836"/>
                  <a:pt x="183241" y="270094"/>
                  <a:pt x="183241" y="267964"/>
                </a:cubicBezTo>
                <a:cubicBezTo>
                  <a:pt x="183241" y="265105"/>
                  <a:pt x="180251" y="264092"/>
                  <a:pt x="171812" y="264092"/>
                </a:cubicBezTo>
                <a:cubicBezTo>
                  <a:pt x="162696" y="264092"/>
                  <a:pt x="159356" y="265398"/>
                  <a:pt x="155307" y="270545"/>
                </a:cubicBezTo>
                <a:cubicBezTo>
                  <a:pt x="148138" y="279659"/>
                  <a:pt x="141633" y="278604"/>
                  <a:pt x="128918" y="266264"/>
                </a:cubicBezTo>
                <a:cubicBezTo>
                  <a:pt x="119547" y="257171"/>
                  <a:pt x="116097" y="255470"/>
                  <a:pt x="106345" y="255141"/>
                </a:cubicBezTo>
                <a:cubicBezTo>
                  <a:pt x="98734" y="254884"/>
                  <a:pt x="93722" y="253233"/>
                  <a:pt x="91555" y="250269"/>
                </a:cubicBezTo>
                <a:cubicBezTo>
                  <a:pt x="89207" y="247058"/>
                  <a:pt x="86367" y="246265"/>
                  <a:pt x="81548" y="247474"/>
                </a:cubicBezTo>
                <a:cubicBezTo>
                  <a:pt x="74001" y="249368"/>
                  <a:pt x="73102" y="247043"/>
                  <a:pt x="78435" y="239429"/>
                </a:cubicBezTo>
                <a:cubicBezTo>
                  <a:pt x="83856" y="231688"/>
                  <a:pt x="86528" y="205621"/>
                  <a:pt x="82408" y="200657"/>
                </a:cubicBezTo>
                <a:cubicBezTo>
                  <a:pt x="79647" y="197331"/>
                  <a:pt x="79847" y="195321"/>
                  <a:pt x="83563" y="189030"/>
                </a:cubicBezTo>
                <a:cubicBezTo>
                  <a:pt x="88650" y="180419"/>
                  <a:pt x="87374" y="172952"/>
                  <a:pt x="79311" y="164140"/>
                </a:cubicBezTo>
                <a:cubicBezTo>
                  <a:pt x="73608" y="157907"/>
                  <a:pt x="69658" y="158530"/>
                  <a:pt x="69658" y="165664"/>
                </a:cubicBezTo>
                <a:cubicBezTo>
                  <a:pt x="69658" y="171138"/>
                  <a:pt x="55140" y="182563"/>
                  <a:pt x="52863" y="178880"/>
                </a:cubicBezTo>
                <a:cubicBezTo>
                  <a:pt x="50323" y="174770"/>
                  <a:pt x="46434" y="175933"/>
                  <a:pt x="46310" y="180840"/>
                </a:cubicBezTo>
                <a:cubicBezTo>
                  <a:pt x="46241" y="183582"/>
                  <a:pt x="44262" y="181697"/>
                  <a:pt x="41273" y="176042"/>
                </a:cubicBezTo>
                <a:cubicBezTo>
                  <a:pt x="38533" y="170858"/>
                  <a:pt x="32973" y="165329"/>
                  <a:pt x="28735" y="163573"/>
                </a:cubicBezTo>
                <a:cubicBezTo>
                  <a:pt x="15748" y="158193"/>
                  <a:pt x="9667" y="149510"/>
                  <a:pt x="8346" y="134458"/>
                </a:cubicBezTo>
                <a:cubicBezTo>
                  <a:pt x="7635" y="126353"/>
                  <a:pt x="5506" y="119523"/>
                  <a:pt x="3097" y="117621"/>
                </a:cubicBezTo>
                <a:cubicBezTo>
                  <a:pt x="868" y="115861"/>
                  <a:pt x="-459" y="114058"/>
                  <a:pt x="147" y="113613"/>
                </a:cubicBezTo>
                <a:cubicBezTo>
                  <a:pt x="7952" y="107892"/>
                  <a:pt x="16388" y="104034"/>
                  <a:pt x="21165" y="104003"/>
                </a:cubicBezTo>
                <a:cubicBezTo>
                  <a:pt x="38718" y="103886"/>
                  <a:pt x="49596" y="97348"/>
                  <a:pt x="72335" y="73250"/>
                </a:cubicBezTo>
                <a:cubicBezTo>
                  <a:pt x="94445" y="49819"/>
                  <a:pt x="94883" y="49106"/>
                  <a:pt x="93508" y="38847"/>
                </a:cubicBezTo>
                <a:cubicBezTo>
                  <a:pt x="92208" y="29159"/>
                  <a:pt x="92513" y="28479"/>
                  <a:pt x="97565" y="29800"/>
                </a:cubicBezTo>
                <a:cubicBezTo>
                  <a:pt x="103852" y="31444"/>
                  <a:pt x="107223" y="28231"/>
                  <a:pt x="109742" y="18194"/>
                </a:cubicBezTo>
                <a:cubicBezTo>
                  <a:pt x="110720" y="14298"/>
                  <a:pt x="112556" y="11110"/>
                  <a:pt x="113822" y="11110"/>
                </a:cubicBezTo>
                <a:cubicBezTo>
                  <a:pt x="115088" y="11110"/>
                  <a:pt x="118623" y="8610"/>
                  <a:pt x="121678" y="5555"/>
                </a:cubicBezTo>
                <a:lnTo>
                  <a:pt x="127233" y="0"/>
                </a:lnTo>
                <a:lnTo>
                  <a:pt x="134516" y="8782"/>
                </a:lnTo>
                <a:cubicBezTo>
                  <a:pt x="140793" y="16350"/>
                  <a:pt x="141809" y="19826"/>
                  <a:pt x="141869" y="33944"/>
                </a:cubicBezTo>
                <a:cubicBezTo>
                  <a:pt x="141922" y="46507"/>
                  <a:pt x="143236" y="52147"/>
                  <a:pt x="147505" y="58144"/>
                </a:cubicBezTo>
                <a:cubicBezTo>
                  <a:pt x="152339" y="64931"/>
                  <a:pt x="153038" y="69240"/>
                  <a:pt x="152804" y="90810"/>
                </a:cubicBezTo>
                <a:cubicBezTo>
                  <a:pt x="152465" y="122159"/>
                  <a:pt x="153210" y="124694"/>
                  <a:pt x="162764" y="124694"/>
                </a:cubicBezTo>
                <a:cubicBezTo>
                  <a:pt x="166927" y="124694"/>
                  <a:pt x="170334" y="123406"/>
                  <a:pt x="170334" y="121832"/>
                </a:cubicBezTo>
                <a:cubicBezTo>
                  <a:pt x="170334" y="118431"/>
                  <a:pt x="184072" y="121216"/>
                  <a:pt x="185393" y="124884"/>
                </a:cubicBezTo>
                <a:cubicBezTo>
                  <a:pt x="185866" y="126199"/>
                  <a:pt x="188061" y="127275"/>
                  <a:pt x="190271" y="127275"/>
                </a:cubicBezTo>
                <a:cubicBezTo>
                  <a:pt x="194758" y="127275"/>
                  <a:pt x="201103" y="134482"/>
                  <a:pt x="201229" y="139721"/>
                </a:cubicBezTo>
                <a:cubicBezTo>
                  <a:pt x="201275" y="141597"/>
                  <a:pt x="199569" y="144875"/>
                  <a:pt x="197439" y="147005"/>
                </a:cubicBezTo>
                <a:cubicBezTo>
                  <a:pt x="192728" y="151716"/>
                  <a:pt x="192413" y="159339"/>
                  <a:pt x="196794" y="162615"/>
                </a:cubicBezTo>
                <a:cubicBezTo>
                  <a:pt x="198569" y="163942"/>
                  <a:pt x="209104" y="167799"/>
                  <a:pt x="220205" y="171185"/>
                </a:cubicBezTo>
                <a:cubicBezTo>
                  <a:pt x="236917" y="176284"/>
                  <a:pt x="240766" y="176733"/>
                  <a:pt x="242581" y="173796"/>
                </a:cubicBezTo>
                <a:cubicBezTo>
                  <a:pt x="245948" y="168348"/>
                  <a:pt x="255565" y="175863"/>
                  <a:pt x="259092" y="186698"/>
                </a:cubicBezTo>
                <a:cubicBezTo>
                  <a:pt x="261627" y="194485"/>
                  <a:pt x="263378" y="195815"/>
                  <a:pt x="273592" y="197707"/>
                </a:cubicBezTo>
                <a:cubicBezTo>
                  <a:pt x="279981" y="198890"/>
                  <a:pt x="293775" y="199289"/>
                  <a:pt x="304244" y="198591"/>
                </a:cubicBezTo>
                <a:cubicBezTo>
                  <a:pt x="321502" y="197442"/>
                  <a:pt x="324213" y="197942"/>
                  <a:pt x="333285" y="203946"/>
                </a:cubicBezTo>
                <a:cubicBezTo>
                  <a:pt x="344213" y="211177"/>
                  <a:pt x="345431" y="213671"/>
                  <a:pt x="339205" y="216060"/>
                </a:cubicBezTo>
                <a:cubicBezTo>
                  <a:pt x="336957" y="216923"/>
                  <a:pt x="335638" y="219080"/>
                  <a:pt x="336274" y="220854"/>
                </a:cubicBezTo>
                <a:cubicBezTo>
                  <a:pt x="337968" y="225576"/>
                  <a:pt x="333403" y="233114"/>
                  <a:pt x="328850" y="233114"/>
                </a:cubicBezTo>
                <a:cubicBezTo>
                  <a:pt x="326331" y="233114"/>
                  <a:pt x="325653" y="234275"/>
                  <a:pt x="326965" y="236341"/>
                </a:cubicBezTo>
                <a:cubicBezTo>
                  <a:pt x="328092" y="238116"/>
                  <a:pt x="329089" y="240149"/>
                  <a:pt x="329181" y="240859"/>
                </a:cubicBezTo>
                <a:cubicBezTo>
                  <a:pt x="329272" y="241569"/>
                  <a:pt x="330272" y="244866"/>
                  <a:pt x="331403" y="248187"/>
                </a:cubicBezTo>
                <a:cubicBezTo>
                  <a:pt x="332991" y="252852"/>
                  <a:pt x="332229" y="255087"/>
                  <a:pt x="328049" y="258014"/>
                </a:cubicBezTo>
                <a:cubicBezTo>
                  <a:pt x="321663" y="262487"/>
                  <a:pt x="321157" y="268570"/>
                  <a:pt x="326532" y="276244"/>
                </a:cubicBezTo>
                <a:cubicBezTo>
                  <a:pt x="330115" y="281360"/>
                  <a:pt x="330000" y="281936"/>
                  <a:pt x="325085" y="283496"/>
                </a:cubicBezTo>
                <a:cubicBezTo>
                  <a:pt x="320727" y="284879"/>
                  <a:pt x="320050" y="286571"/>
                  <a:pt x="321398" y="292711"/>
                </a:cubicBezTo>
                <a:cubicBezTo>
                  <a:pt x="323026" y="300123"/>
                  <a:pt x="322888" y="300231"/>
                  <a:pt x="311874" y="300150"/>
                </a:cubicBezTo>
                <a:cubicBezTo>
                  <a:pt x="305727" y="300105"/>
                  <a:pt x="298443" y="298362"/>
                  <a:pt x="295686" y="296278"/>
                </a:cubicBezTo>
                <a:close/>
              </a:path>
            </a:pathLst>
          </a:custGeom>
          <a:solidFill>
            <a:srgbClr val="B9B9B9"/>
          </a:solidFill>
          <a:ln w="5163" cap="flat">
            <a:noFill/>
            <a:prstDash val="solid"/>
            <a:miter/>
          </a:ln>
        </p:spPr>
        <p:txBody>
          <a:bodyPr/>
          <a:lstStyle/>
          <a:p>
            <a:endParaRPr lang="es-419" noProof="0" dirty="0"/>
          </a:p>
        </p:txBody>
      </p:sp>
      <p:sp>
        <p:nvSpPr>
          <p:cNvPr id="51" name="Forma libre: forma 50">
            <a:extLst>
              <a:ext uri="{FF2B5EF4-FFF2-40B4-BE49-F238E27FC236}">
                <a16:creationId xmlns:a16="http://schemas.microsoft.com/office/drawing/2014/main" id="{64866FCF-1A9D-4B2D-900C-A21C02E5218D}"/>
              </a:ext>
            </a:extLst>
          </p:cNvPr>
          <p:cNvSpPr/>
          <p:nvPr/>
        </p:nvSpPr>
        <p:spPr>
          <a:xfrm>
            <a:off x="1257795" y="2071057"/>
            <a:ext cx="87522" cy="67430"/>
          </a:xfrm>
          <a:custGeom>
            <a:avLst/>
            <a:gdLst>
              <a:gd name="csX0" fmla="*/ 3976 w 87522"/>
              <a:gd name="csY0" fmla="*/ 62589 h 67430"/>
              <a:gd name="csX1" fmla="*/ 1611 w 87522"/>
              <a:gd name="csY1" fmla="*/ 35473 h 67430"/>
              <a:gd name="csX2" fmla="*/ 13354 w 87522"/>
              <a:gd name="csY2" fmla="*/ 26110 h 67430"/>
              <a:gd name="csX3" fmla="*/ 24928 w 87522"/>
              <a:gd name="csY3" fmla="*/ 17185 h 67430"/>
              <a:gd name="csX4" fmla="*/ 28816 w 87522"/>
              <a:gd name="csY4" fmla="*/ 13430 h 67430"/>
              <a:gd name="csX5" fmla="*/ 55396 w 87522"/>
              <a:gd name="csY5" fmla="*/ 696 h 67430"/>
              <a:gd name="csX6" fmla="*/ 76595 w 87522"/>
              <a:gd name="csY6" fmla="*/ 27413 h 67430"/>
              <a:gd name="csX7" fmla="*/ 81474 w 87522"/>
              <a:gd name="csY7" fmla="*/ 35237 h 67430"/>
              <a:gd name="csX8" fmla="*/ 81963 w 87522"/>
              <a:gd name="csY8" fmla="*/ 49346 h 67430"/>
              <a:gd name="csX9" fmla="*/ 69036 w 87522"/>
              <a:gd name="csY9" fmla="*/ 59608 h 67430"/>
              <a:gd name="csX10" fmla="*/ 36947 w 87522"/>
              <a:gd name="csY10" fmla="*/ 62618 h 67430"/>
              <a:gd name="csX11" fmla="*/ 17042 w 87522"/>
              <a:gd name="csY11" fmla="*/ 62345 h 67430"/>
              <a:gd name="csX12" fmla="*/ 3976 w 87522"/>
              <a:gd name="csY12" fmla="*/ 62589 h 67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7522" h="67430">
                <a:moveTo>
                  <a:pt x="3976" y="62589"/>
                </a:moveTo>
                <a:cubicBezTo>
                  <a:pt x="-42" y="58150"/>
                  <a:pt x="-1347" y="43182"/>
                  <a:pt x="1611" y="35473"/>
                </a:cubicBezTo>
                <a:cubicBezTo>
                  <a:pt x="2496" y="33167"/>
                  <a:pt x="7780" y="28954"/>
                  <a:pt x="13354" y="26110"/>
                </a:cubicBezTo>
                <a:cubicBezTo>
                  <a:pt x="18927" y="23267"/>
                  <a:pt x="24135" y="19251"/>
                  <a:pt x="24928" y="17185"/>
                </a:cubicBezTo>
                <a:cubicBezTo>
                  <a:pt x="25721" y="15120"/>
                  <a:pt x="27470" y="13430"/>
                  <a:pt x="28816" y="13430"/>
                </a:cubicBezTo>
                <a:cubicBezTo>
                  <a:pt x="32726" y="13430"/>
                  <a:pt x="53752" y="3357"/>
                  <a:pt x="55396" y="696"/>
                </a:cubicBezTo>
                <a:cubicBezTo>
                  <a:pt x="58624" y="-4526"/>
                  <a:pt x="78997" y="21152"/>
                  <a:pt x="76595" y="27413"/>
                </a:cubicBezTo>
                <a:cubicBezTo>
                  <a:pt x="75767" y="29569"/>
                  <a:pt x="77801" y="32831"/>
                  <a:pt x="81474" y="35237"/>
                </a:cubicBezTo>
                <a:cubicBezTo>
                  <a:pt x="89349" y="40396"/>
                  <a:pt x="89558" y="46431"/>
                  <a:pt x="81963" y="49346"/>
                </a:cubicBezTo>
                <a:cubicBezTo>
                  <a:pt x="78769" y="50572"/>
                  <a:pt x="72952" y="55190"/>
                  <a:pt x="69036" y="59608"/>
                </a:cubicBezTo>
                <a:cubicBezTo>
                  <a:pt x="60658" y="69060"/>
                  <a:pt x="52768" y="69801"/>
                  <a:pt x="36947" y="62618"/>
                </a:cubicBezTo>
                <a:cubicBezTo>
                  <a:pt x="26493" y="57872"/>
                  <a:pt x="25833" y="57863"/>
                  <a:pt x="17042" y="62345"/>
                </a:cubicBezTo>
                <a:cubicBezTo>
                  <a:pt x="8489" y="66705"/>
                  <a:pt x="7714" y="66720"/>
                  <a:pt x="3976" y="62589"/>
                </a:cubicBezTo>
                <a:close/>
              </a:path>
            </a:pathLst>
          </a:custGeom>
          <a:solidFill>
            <a:srgbClr val="B9B9B9"/>
          </a:solidFill>
          <a:ln w="5163" cap="flat">
            <a:noFill/>
            <a:prstDash val="solid"/>
            <a:miter/>
          </a:ln>
        </p:spPr>
        <p:txBody>
          <a:bodyPr/>
          <a:lstStyle/>
          <a:p>
            <a:endParaRPr lang="es-419" noProof="0" dirty="0"/>
          </a:p>
        </p:txBody>
      </p:sp>
      <p:sp>
        <p:nvSpPr>
          <p:cNvPr id="52" name="Forma libre: forma 51">
            <a:extLst>
              <a:ext uri="{FF2B5EF4-FFF2-40B4-BE49-F238E27FC236}">
                <a16:creationId xmlns:a16="http://schemas.microsoft.com/office/drawing/2014/main" id="{3C99D53B-946B-57D0-254D-482C30A9D702}"/>
              </a:ext>
            </a:extLst>
          </p:cNvPr>
          <p:cNvSpPr/>
          <p:nvPr/>
        </p:nvSpPr>
        <p:spPr>
          <a:xfrm>
            <a:off x="1498388" y="1582666"/>
            <a:ext cx="245235" cy="503912"/>
          </a:xfrm>
          <a:custGeom>
            <a:avLst/>
            <a:gdLst>
              <a:gd name="csX0" fmla="*/ 181623 w 245235"/>
              <a:gd name="csY0" fmla="*/ 494203 h 503912"/>
              <a:gd name="csX1" fmla="*/ 158452 w 245235"/>
              <a:gd name="csY1" fmla="*/ 485687 h 503912"/>
              <a:gd name="csX2" fmla="*/ 148342 w 245235"/>
              <a:gd name="csY2" fmla="*/ 487770 h 503912"/>
              <a:gd name="csX3" fmla="*/ 119521 w 245235"/>
              <a:gd name="csY3" fmla="*/ 489801 h 503912"/>
              <a:gd name="csX4" fmla="*/ 87472 w 245235"/>
              <a:gd name="csY4" fmla="*/ 489620 h 503912"/>
              <a:gd name="csX5" fmla="*/ 73190 w 245235"/>
              <a:gd name="csY5" fmla="*/ 478988 h 503912"/>
              <a:gd name="csX6" fmla="*/ 52773 w 245235"/>
              <a:gd name="csY6" fmla="*/ 460575 h 503912"/>
              <a:gd name="csX7" fmla="*/ 49575 w 245235"/>
              <a:gd name="csY7" fmla="*/ 464677 h 503912"/>
              <a:gd name="csX8" fmla="*/ 47915 w 245235"/>
              <a:gd name="csY8" fmla="*/ 467591 h 503912"/>
              <a:gd name="csX9" fmla="*/ 13036 w 245235"/>
              <a:gd name="csY9" fmla="*/ 456319 h 503912"/>
              <a:gd name="csX10" fmla="*/ 12217 w 245235"/>
              <a:gd name="csY10" fmla="*/ 442447 h 503912"/>
              <a:gd name="csX11" fmla="*/ 16234 w 245235"/>
              <a:gd name="csY11" fmla="*/ 437376 h 503912"/>
              <a:gd name="csX12" fmla="*/ 3077 w 245235"/>
              <a:gd name="csY12" fmla="*/ 417673 h 503912"/>
              <a:gd name="csX13" fmla="*/ 0 w 245235"/>
              <a:gd name="csY13" fmla="*/ 409784 h 503912"/>
              <a:gd name="csX14" fmla="*/ 6196 w 245235"/>
              <a:gd name="csY14" fmla="*/ 402269 h 503912"/>
              <a:gd name="csX15" fmla="*/ 12532 w 245235"/>
              <a:gd name="csY15" fmla="*/ 401839 h 503912"/>
              <a:gd name="csX16" fmla="*/ 13332 w 245235"/>
              <a:gd name="csY16" fmla="*/ 389178 h 503912"/>
              <a:gd name="csX17" fmla="*/ 18583 w 245235"/>
              <a:gd name="csY17" fmla="*/ 371495 h 503912"/>
              <a:gd name="csX18" fmla="*/ 33934 w 245235"/>
              <a:gd name="csY18" fmla="*/ 366100 h 503912"/>
              <a:gd name="csX19" fmla="*/ 49768 w 245235"/>
              <a:gd name="csY19" fmla="*/ 361841 h 503912"/>
              <a:gd name="csX20" fmla="*/ 46692 w 245235"/>
              <a:gd name="csY20" fmla="*/ 337409 h 503912"/>
              <a:gd name="csX21" fmla="*/ 42031 w 245235"/>
              <a:gd name="csY21" fmla="*/ 321770 h 503912"/>
              <a:gd name="csX22" fmla="*/ 39524 w 245235"/>
              <a:gd name="csY22" fmla="*/ 295336 h 503912"/>
              <a:gd name="csX23" fmla="*/ 41858 w 245235"/>
              <a:gd name="csY23" fmla="*/ 287644 h 503912"/>
              <a:gd name="csX24" fmla="*/ 57042 w 245235"/>
              <a:gd name="csY24" fmla="*/ 277265 h 503912"/>
              <a:gd name="csX25" fmla="*/ 69737 w 245235"/>
              <a:gd name="csY25" fmla="*/ 269502 h 503912"/>
              <a:gd name="csX26" fmla="*/ 79509 w 245235"/>
              <a:gd name="csY26" fmla="*/ 253317 h 503912"/>
              <a:gd name="csX27" fmla="*/ 95370 w 245235"/>
              <a:gd name="csY27" fmla="*/ 241529 h 503912"/>
              <a:gd name="csX28" fmla="*/ 141543 w 245235"/>
              <a:gd name="csY28" fmla="*/ 207386 h 503912"/>
              <a:gd name="csX29" fmla="*/ 135987 w 245235"/>
              <a:gd name="csY29" fmla="*/ 199791 h 503912"/>
              <a:gd name="csX30" fmla="*/ 127900 w 245235"/>
              <a:gd name="csY30" fmla="*/ 166538 h 503912"/>
              <a:gd name="csX31" fmla="*/ 127266 w 245235"/>
              <a:gd name="csY31" fmla="*/ 150064 h 503912"/>
              <a:gd name="csX32" fmla="*/ 118230 w 245235"/>
              <a:gd name="csY32" fmla="*/ 149351 h 503912"/>
              <a:gd name="csX33" fmla="*/ 106311 w 245235"/>
              <a:gd name="csY33" fmla="*/ 151014 h 503912"/>
              <a:gd name="csX34" fmla="*/ 100187 w 245235"/>
              <a:gd name="csY34" fmla="*/ 149485 h 503912"/>
              <a:gd name="csX35" fmla="*/ 89795 w 245235"/>
              <a:gd name="csY35" fmla="*/ 145581 h 503912"/>
              <a:gd name="csX36" fmla="*/ 79509 w 245235"/>
              <a:gd name="csY36" fmla="*/ 132462 h 503912"/>
              <a:gd name="csX37" fmla="*/ 74746 w 245235"/>
              <a:gd name="csY37" fmla="*/ 127510 h 503912"/>
              <a:gd name="csX38" fmla="*/ 61439 w 245235"/>
              <a:gd name="csY38" fmla="*/ 106041 h 503912"/>
              <a:gd name="csX39" fmla="*/ 51376 w 245235"/>
              <a:gd name="csY39" fmla="*/ 92403 h 503912"/>
              <a:gd name="csX40" fmla="*/ 43631 w 245235"/>
              <a:gd name="csY40" fmla="*/ 82710 h 503912"/>
              <a:gd name="csX41" fmla="*/ 40756 w 245235"/>
              <a:gd name="csY41" fmla="*/ 70719 h 503912"/>
              <a:gd name="csX42" fmla="*/ 37174 w 245235"/>
              <a:gd name="csY42" fmla="*/ 60642 h 503912"/>
              <a:gd name="csX43" fmla="*/ 23391 w 245235"/>
              <a:gd name="csY43" fmla="*/ 17685 h 503912"/>
              <a:gd name="csX44" fmla="*/ 16983 w 245235"/>
              <a:gd name="csY44" fmla="*/ 12409 h 503912"/>
              <a:gd name="csX45" fmla="*/ 27512 w 245235"/>
              <a:gd name="csY45" fmla="*/ 5441 h 503912"/>
              <a:gd name="csX46" fmla="*/ 44577 w 245235"/>
              <a:gd name="csY46" fmla="*/ 1452 h 503912"/>
              <a:gd name="csX47" fmla="*/ 51418 w 245235"/>
              <a:gd name="csY47" fmla="*/ 21016 h 503912"/>
              <a:gd name="csX48" fmla="*/ 53995 w 245235"/>
              <a:gd name="csY48" fmla="*/ 32559 h 503912"/>
              <a:gd name="csX49" fmla="*/ 56749 w 245235"/>
              <a:gd name="csY49" fmla="*/ 46824 h 503912"/>
              <a:gd name="csX50" fmla="*/ 61515 w 245235"/>
              <a:gd name="csY50" fmla="*/ 64401 h 503912"/>
              <a:gd name="csX51" fmla="*/ 66783 w 245235"/>
              <a:gd name="csY51" fmla="*/ 80478 h 503912"/>
              <a:gd name="csX52" fmla="*/ 69183 w 245235"/>
              <a:gd name="csY52" fmla="*/ 82335 h 503912"/>
              <a:gd name="csX53" fmla="*/ 72797 w 245235"/>
              <a:gd name="csY53" fmla="*/ 89434 h 503912"/>
              <a:gd name="csX54" fmla="*/ 77368 w 245235"/>
              <a:gd name="csY54" fmla="*/ 95891 h 503912"/>
              <a:gd name="csX55" fmla="*/ 83382 w 245235"/>
              <a:gd name="csY55" fmla="*/ 106862 h 503912"/>
              <a:gd name="csX56" fmla="*/ 91209 w 245235"/>
              <a:gd name="csY56" fmla="*/ 114603 h 503912"/>
              <a:gd name="csX57" fmla="*/ 115649 w 245235"/>
              <a:gd name="csY57" fmla="*/ 125394 h 503912"/>
              <a:gd name="csX58" fmla="*/ 132428 w 245235"/>
              <a:gd name="csY58" fmla="*/ 131624 h 503912"/>
              <a:gd name="csX59" fmla="*/ 150553 w 245235"/>
              <a:gd name="csY59" fmla="*/ 139348 h 503912"/>
              <a:gd name="csX60" fmla="*/ 176368 w 245235"/>
              <a:gd name="csY60" fmla="*/ 146927 h 503912"/>
              <a:gd name="csX61" fmla="*/ 211382 w 245235"/>
              <a:gd name="csY61" fmla="*/ 156343 h 503912"/>
              <a:gd name="csX62" fmla="*/ 230401 w 245235"/>
              <a:gd name="csY62" fmla="*/ 161456 h 503912"/>
              <a:gd name="csX63" fmla="*/ 244475 w 245235"/>
              <a:gd name="csY63" fmla="*/ 154799 h 503912"/>
              <a:gd name="csX64" fmla="*/ 229656 w 245235"/>
              <a:gd name="csY64" fmla="*/ 212698 h 503912"/>
              <a:gd name="csX65" fmla="*/ 216833 w 245235"/>
              <a:gd name="csY65" fmla="*/ 242385 h 503912"/>
              <a:gd name="csX66" fmla="*/ 205960 w 245235"/>
              <a:gd name="csY66" fmla="*/ 288674 h 503912"/>
              <a:gd name="csX67" fmla="*/ 203418 w 245235"/>
              <a:gd name="csY67" fmla="*/ 300468 h 503912"/>
              <a:gd name="csX68" fmla="*/ 200956 w 245235"/>
              <a:gd name="csY68" fmla="*/ 300468 h 503912"/>
              <a:gd name="csX69" fmla="*/ 214917 w 245235"/>
              <a:gd name="csY69" fmla="*/ 237240 h 503912"/>
              <a:gd name="csX70" fmla="*/ 224070 w 245235"/>
              <a:gd name="csY70" fmla="*/ 211401 h 503912"/>
              <a:gd name="csX71" fmla="*/ 218637 w 245235"/>
              <a:gd name="csY71" fmla="*/ 205384 h 503912"/>
              <a:gd name="csX72" fmla="*/ 214956 w 245235"/>
              <a:gd name="csY72" fmla="*/ 204826 h 503912"/>
              <a:gd name="csX73" fmla="*/ 214905 w 245235"/>
              <a:gd name="csY73" fmla="*/ 215873 h 503912"/>
              <a:gd name="csX74" fmla="*/ 213101 w 245235"/>
              <a:gd name="csY74" fmla="*/ 224084 h 503912"/>
              <a:gd name="csX75" fmla="*/ 208491 w 245235"/>
              <a:gd name="csY75" fmla="*/ 218391 h 503912"/>
              <a:gd name="csX76" fmla="*/ 197466 w 245235"/>
              <a:gd name="csY76" fmla="*/ 218019 h 503912"/>
              <a:gd name="csX77" fmla="*/ 199747 w 245235"/>
              <a:gd name="csY77" fmla="*/ 224749 h 503912"/>
              <a:gd name="csX78" fmla="*/ 203418 w 245235"/>
              <a:gd name="csY78" fmla="*/ 228616 h 503912"/>
              <a:gd name="csX79" fmla="*/ 201015 w 245235"/>
              <a:gd name="csY79" fmla="*/ 229588 h 503912"/>
              <a:gd name="csX80" fmla="*/ 196991 w 245235"/>
              <a:gd name="csY80" fmla="*/ 230726 h 503912"/>
              <a:gd name="csX81" fmla="*/ 198308 w 245235"/>
              <a:gd name="csY81" fmla="*/ 233350 h 503912"/>
              <a:gd name="csX82" fmla="*/ 199523 w 245235"/>
              <a:gd name="csY82" fmla="*/ 241200 h 503912"/>
              <a:gd name="csX83" fmla="*/ 200899 w 245235"/>
              <a:gd name="csY83" fmla="*/ 252786 h 503912"/>
              <a:gd name="csX84" fmla="*/ 200228 w 245235"/>
              <a:gd name="csY84" fmla="*/ 257969 h 503912"/>
              <a:gd name="csX85" fmla="*/ 197509 w 245235"/>
              <a:gd name="csY85" fmla="*/ 272843 h 503912"/>
              <a:gd name="csX86" fmla="*/ 194340 w 245235"/>
              <a:gd name="csY86" fmla="*/ 281107 h 503912"/>
              <a:gd name="csX87" fmla="*/ 191370 w 245235"/>
              <a:gd name="csY87" fmla="*/ 292273 h 503912"/>
              <a:gd name="csX88" fmla="*/ 195674 w 245235"/>
              <a:gd name="csY88" fmla="*/ 307167 h 503912"/>
              <a:gd name="csX89" fmla="*/ 199681 w 245235"/>
              <a:gd name="csY89" fmla="*/ 306687 h 503912"/>
              <a:gd name="csX90" fmla="*/ 200986 w 245235"/>
              <a:gd name="csY90" fmla="*/ 320424 h 503912"/>
              <a:gd name="csX91" fmla="*/ 197882 w 245235"/>
              <a:gd name="csY91" fmla="*/ 340480 h 503912"/>
              <a:gd name="csX92" fmla="*/ 197480 w 245235"/>
              <a:gd name="csY92" fmla="*/ 350806 h 503912"/>
              <a:gd name="csX93" fmla="*/ 195674 w 245235"/>
              <a:gd name="csY93" fmla="*/ 339189 h 503912"/>
              <a:gd name="csX94" fmla="*/ 193480 w 245235"/>
              <a:gd name="csY94" fmla="*/ 360201 h 503912"/>
              <a:gd name="csX95" fmla="*/ 197184 w 245235"/>
              <a:gd name="csY95" fmla="*/ 414396 h 503912"/>
              <a:gd name="csX96" fmla="*/ 198086 w 245235"/>
              <a:gd name="csY96" fmla="*/ 450991 h 503912"/>
              <a:gd name="csX97" fmla="*/ 192986 w 245235"/>
              <a:gd name="csY97" fmla="*/ 462927 h 503912"/>
              <a:gd name="csX98" fmla="*/ 186260 w 245235"/>
              <a:gd name="csY98" fmla="*/ 476652 h 503912"/>
              <a:gd name="csX99" fmla="*/ 187756 w 245235"/>
              <a:gd name="csY99" fmla="*/ 481169 h 503912"/>
              <a:gd name="csX100" fmla="*/ 190891 w 245235"/>
              <a:gd name="csY100" fmla="*/ 476652 h 503912"/>
              <a:gd name="csX101" fmla="*/ 193026 w 245235"/>
              <a:gd name="csY101" fmla="*/ 487623 h 503912"/>
              <a:gd name="csX102" fmla="*/ 194241 w 245235"/>
              <a:gd name="csY102" fmla="*/ 503884 h 503912"/>
              <a:gd name="csX103" fmla="*/ 181623 w 245235"/>
              <a:gd name="csY103" fmla="*/ 494203 h 5039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Lst>
            <a:rect l="l" t="t" r="r" b="b"/>
            <a:pathLst>
              <a:path w="245235" h="503912">
                <a:moveTo>
                  <a:pt x="181623" y="494203"/>
                </a:moveTo>
                <a:cubicBezTo>
                  <a:pt x="170080" y="484213"/>
                  <a:pt x="162664" y="481487"/>
                  <a:pt x="158452" y="485687"/>
                </a:cubicBezTo>
                <a:cubicBezTo>
                  <a:pt x="157384" y="486752"/>
                  <a:pt x="152834" y="487689"/>
                  <a:pt x="148342" y="487770"/>
                </a:cubicBezTo>
                <a:cubicBezTo>
                  <a:pt x="143849" y="487851"/>
                  <a:pt x="130880" y="488765"/>
                  <a:pt x="119521" y="489801"/>
                </a:cubicBezTo>
                <a:cubicBezTo>
                  <a:pt x="108163" y="490837"/>
                  <a:pt x="93741" y="490755"/>
                  <a:pt x="87472" y="489620"/>
                </a:cubicBezTo>
                <a:cubicBezTo>
                  <a:pt x="77605" y="487832"/>
                  <a:pt x="75687" y="486404"/>
                  <a:pt x="73190" y="478988"/>
                </a:cubicBezTo>
                <a:cubicBezTo>
                  <a:pt x="70001" y="469517"/>
                  <a:pt x="60184" y="460664"/>
                  <a:pt x="52773" y="460575"/>
                </a:cubicBezTo>
                <a:cubicBezTo>
                  <a:pt x="49415" y="460535"/>
                  <a:pt x="48457" y="461764"/>
                  <a:pt x="49575" y="464677"/>
                </a:cubicBezTo>
                <a:cubicBezTo>
                  <a:pt x="50616" y="467390"/>
                  <a:pt x="50039" y="468403"/>
                  <a:pt x="47915" y="467591"/>
                </a:cubicBezTo>
                <a:cubicBezTo>
                  <a:pt x="43178" y="465778"/>
                  <a:pt x="16822" y="457260"/>
                  <a:pt x="13036" y="456319"/>
                </a:cubicBezTo>
                <a:cubicBezTo>
                  <a:pt x="9334" y="455399"/>
                  <a:pt x="8569" y="442447"/>
                  <a:pt x="12217" y="442447"/>
                </a:cubicBezTo>
                <a:cubicBezTo>
                  <a:pt x="13541" y="442447"/>
                  <a:pt x="15349" y="440165"/>
                  <a:pt x="16234" y="437376"/>
                </a:cubicBezTo>
                <a:cubicBezTo>
                  <a:pt x="18137" y="431382"/>
                  <a:pt x="7778" y="415870"/>
                  <a:pt x="3077" y="417673"/>
                </a:cubicBezTo>
                <a:cubicBezTo>
                  <a:pt x="1055" y="418449"/>
                  <a:pt x="0" y="415744"/>
                  <a:pt x="0" y="409784"/>
                </a:cubicBezTo>
                <a:cubicBezTo>
                  <a:pt x="0" y="401499"/>
                  <a:pt x="536" y="400849"/>
                  <a:pt x="6196" y="402269"/>
                </a:cubicBezTo>
                <a:cubicBezTo>
                  <a:pt x="9603" y="403124"/>
                  <a:pt x="12454" y="402931"/>
                  <a:pt x="12532" y="401839"/>
                </a:cubicBezTo>
                <a:cubicBezTo>
                  <a:pt x="12609" y="400747"/>
                  <a:pt x="12969" y="395050"/>
                  <a:pt x="13332" y="389178"/>
                </a:cubicBezTo>
                <a:cubicBezTo>
                  <a:pt x="13694" y="383307"/>
                  <a:pt x="16057" y="375349"/>
                  <a:pt x="18583" y="371495"/>
                </a:cubicBezTo>
                <a:cubicBezTo>
                  <a:pt x="22726" y="365172"/>
                  <a:pt x="24227" y="364644"/>
                  <a:pt x="33934" y="366100"/>
                </a:cubicBezTo>
                <a:cubicBezTo>
                  <a:pt x="43066" y="367469"/>
                  <a:pt x="45460" y="366825"/>
                  <a:pt x="49768" y="361841"/>
                </a:cubicBezTo>
                <a:cubicBezTo>
                  <a:pt x="55970" y="354665"/>
                  <a:pt x="55203" y="348567"/>
                  <a:pt x="46692" y="337409"/>
                </a:cubicBezTo>
                <a:cubicBezTo>
                  <a:pt x="41680" y="330837"/>
                  <a:pt x="40608" y="327241"/>
                  <a:pt x="42031" y="321770"/>
                </a:cubicBezTo>
                <a:cubicBezTo>
                  <a:pt x="45168" y="309711"/>
                  <a:pt x="44306" y="300620"/>
                  <a:pt x="39524" y="295336"/>
                </a:cubicBezTo>
                <a:cubicBezTo>
                  <a:pt x="35095" y="290442"/>
                  <a:pt x="35173" y="290185"/>
                  <a:pt x="41858" y="287644"/>
                </a:cubicBezTo>
                <a:cubicBezTo>
                  <a:pt x="45661" y="286198"/>
                  <a:pt x="52494" y="281527"/>
                  <a:pt x="57042" y="277265"/>
                </a:cubicBezTo>
                <a:cubicBezTo>
                  <a:pt x="61590" y="273002"/>
                  <a:pt x="67303" y="269509"/>
                  <a:pt x="69737" y="269502"/>
                </a:cubicBezTo>
                <a:cubicBezTo>
                  <a:pt x="74976" y="269488"/>
                  <a:pt x="79509" y="261980"/>
                  <a:pt x="79509" y="253317"/>
                </a:cubicBezTo>
                <a:cubicBezTo>
                  <a:pt x="79509" y="246749"/>
                  <a:pt x="88587" y="240002"/>
                  <a:pt x="95370" y="241529"/>
                </a:cubicBezTo>
                <a:cubicBezTo>
                  <a:pt x="99614" y="242485"/>
                  <a:pt x="137917" y="214161"/>
                  <a:pt x="141543" y="207386"/>
                </a:cubicBezTo>
                <a:cubicBezTo>
                  <a:pt x="144262" y="202307"/>
                  <a:pt x="142422" y="199791"/>
                  <a:pt x="135987" y="199791"/>
                </a:cubicBezTo>
                <a:cubicBezTo>
                  <a:pt x="130714" y="199791"/>
                  <a:pt x="128893" y="192306"/>
                  <a:pt x="127900" y="166538"/>
                </a:cubicBezTo>
                <a:lnTo>
                  <a:pt x="127266" y="150064"/>
                </a:lnTo>
                <a:lnTo>
                  <a:pt x="118230" y="149351"/>
                </a:lnTo>
                <a:cubicBezTo>
                  <a:pt x="113261" y="148959"/>
                  <a:pt x="107898" y="149707"/>
                  <a:pt x="106311" y="151014"/>
                </a:cubicBezTo>
                <a:cubicBezTo>
                  <a:pt x="104470" y="152530"/>
                  <a:pt x="102255" y="151977"/>
                  <a:pt x="100187" y="149485"/>
                </a:cubicBezTo>
                <a:cubicBezTo>
                  <a:pt x="98405" y="147337"/>
                  <a:pt x="93728" y="145581"/>
                  <a:pt x="89795" y="145581"/>
                </a:cubicBezTo>
                <a:cubicBezTo>
                  <a:pt x="82532" y="145581"/>
                  <a:pt x="79509" y="141725"/>
                  <a:pt x="79509" y="132462"/>
                </a:cubicBezTo>
                <a:cubicBezTo>
                  <a:pt x="79509" y="129370"/>
                  <a:pt x="77720" y="127510"/>
                  <a:pt x="74746" y="127510"/>
                </a:cubicBezTo>
                <a:cubicBezTo>
                  <a:pt x="66661" y="127510"/>
                  <a:pt x="61439" y="119085"/>
                  <a:pt x="61439" y="106041"/>
                </a:cubicBezTo>
                <a:cubicBezTo>
                  <a:pt x="61439" y="94056"/>
                  <a:pt x="61402" y="94007"/>
                  <a:pt x="51376" y="92403"/>
                </a:cubicBezTo>
                <a:cubicBezTo>
                  <a:pt x="41507" y="90825"/>
                  <a:pt x="41357" y="90638"/>
                  <a:pt x="43631" y="82710"/>
                </a:cubicBezTo>
                <a:cubicBezTo>
                  <a:pt x="46841" y="71517"/>
                  <a:pt x="46650" y="70719"/>
                  <a:pt x="40756" y="70719"/>
                </a:cubicBezTo>
                <a:cubicBezTo>
                  <a:pt x="36165" y="70719"/>
                  <a:pt x="35750" y="69551"/>
                  <a:pt x="37174" y="60642"/>
                </a:cubicBezTo>
                <a:cubicBezTo>
                  <a:pt x="39267" y="47555"/>
                  <a:pt x="31942" y="24727"/>
                  <a:pt x="23391" y="17685"/>
                </a:cubicBezTo>
                <a:lnTo>
                  <a:pt x="16983" y="12409"/>
                </a:lnTo>
                <a:lnTo>
                  <a:pt x="27512" y="5441"/>
                </a:lnTo>
                <a:cubicBezTo>
                  <a:pt x="36589" y="-566"/>
                  <a:pt x="38942" y="-1116"/>
                  <a:pt x="44577" y="1452"/>
                </a:cubicBezTo>
                <a:cubicBezTo>
                  <a:pt x="50920" y="4342"/>
                  <a:pt x="52469" y="8771"/>
                  <a:pt x="51418" y="21016"/>
                </a:cubicBezTo>
                <a:cubicBezTo>
                  <a:pt x="51144" y="24205"/>
                  <a:pt x="52304" y="29399"/>
                  <a:pt x="53995" y="32559"/>
                </a:cubicBezTo>
                <a:cubicBezTo>
                  <a:pt x="55686" y="35718"/>
                  <a:pt x="56925" y="42138"/>
                  <a:pt x="56749" y="46824"/>
                </a:cubicBezTo>
                <a:cubicBezTo>
                  <a:pt x="56573" y="51511"/>
                  <a:pt x="58717" y="59420"/>
                  <a:pt x="61515" y="64401"/>
                </a:cubicBezTo>
                <a:cubicBezTo>
                  <a:pt x="64313" y="69382"/>
                  <a:pt x="66683" y="76616"/>
                  <a:pt x="66783" y="80478"/>
                </a:cubicBezTo>
                <a:cubicBezTo>
                  <a:pt x="66944" y="86723"/>
                  <a:pt x="67209" y="86928"/>
                  <a:pt x="69183" y="82335"/>
                </a:cubicBezTo>
                <a:cubicBezTo>
                  <a:pt x="71476" y="76999"/>
                  <a:pt x="71863" y="77758"/>
                  <a:pt x="72797" y="89434"/>
                </a:cubicBezTo>
                <a:cubicBezTo>
                  <a:pt x="72939" y="91209"/>
                  <a:pt x="74996" y="94114"/>
                  <a:pt x="77368" y="95891"/>
                </a:cubicBezTo>
                <a:cubicBezTo>
                  <a:pt x="79740" y="97667"/>
                  <a:pt x="82447" y="102604"/>
                  <a:pt x="83382" y="106862"/>
                </a:cubicBezTo>
                <a:cubicBezTo>
                  <a:pt x="84688" y="112811"/>
                  <a:pt x="86501" y="114603"/>
                  <a:pt x="91209" y="114603"/>
                </a:cubicBezTo>
                <a:cubicBezTo>
                  <a:pt x="99379" y="114603"/>
                  <a:pt x="110872" y="119677"/>
                  <a:pt x="115649" y="125394"/>
                </a:cubicBezTo>
                <a:cubicBezTo>
                  <a:pt x="117952" y="128149"/>
                  <a:pt x="124752" y="130674"/>
                  <a:pt x="132428" y="131624"/>
                </a:cubicBezTo>
                <a:cubicBezTo>
                  <a:pt x="141521" y="132750"/>
                  <a:pt x="146878" y="135032"/>
                  <a:pt x="150553" y="139348"/>
                </a:cubicBezTo>
                <a:cubicBezTo>
                  <a:pt x="154982" y="144548"/>
                  <a:pt x="158885" y="145694"/>
                  <a:pt x="176368" y="146927"/>
                </a:cubicBezTo>
                <a:cubicBezTo>
                  <a:pt x="205380" y="148973"/>
                  <a:pt x="204499" y="148736"/>
                  <a:pt x="211382" y="156343"/>
                </a:cubicBezTo>
                <a:cubicBezTo>
                  <a:pt x="219859" y="165712"/>
                  <a:pt x="228327" y="167989"/>
                  <a:pt x="230401" y="161456"/>
                </a:cubicBezTo>
                <a:cubicBezTo>
                  <a:pt x="231901" y="156729"/>
                  <a:pt x="241748" y="152072"/>
                  <a:pt x="244475" y="154799"/>
                </a:cubicBezTo>
                <a:cubicBezTo>
                  <a:pt x="248005" y="158329"/>
                  <a:pt x="238595" y="195092"/>
                  <a:pt x="229656" y="212698"/>
                </a:cubicBezTo>
                <a:cubicBezTo>
                  <a:pt x="224250" y="223347"/>
                  <a:pt x="218479" y="236706"/>
                  <a:pt x="216833" y="242385"/>
                </a:cubicBezTo>
                <a:cubicBezTo>
                  <a:pt x="208092" y="272545"/>
                  <a:pt x="205996" y="281464"/>
                  <a:pt x="205960" y="288674"/>
                </a:cubicBezTo>
                <a:cubicBezTo>
                  <a:pt x="205939" y="293031"/>
                  <a:pt x="204795" y="298338"/>
                  <a:pt x="203418" y="300468"/>
                </a:cubicBezTo>
                <a:cubicBezTo>
                  <a:pt x="201194" y="303910"/>
                  <a:pt x="200920" y="303910"/>
                  <a:pt x="200956" y="300468"/>
                </a:cubicBezTo>
                <a:cubicBezTo>
                  <a:pt x="201123" y="284393"/>
                  <a:pt x="207229" y="256741"/>
                  <a:pt x="214917" y="237240"/>
                </a:cubicBezTo>
                <a:cubicBezTo>
                  <a:pt x="219951" y="224471"/>
                  <a:pt x="224070" y="212844"/>
                  <a:pt x="224070" y="211401"/>
                </a:cubicBezTo>
                <a:cubicBezTo>
                  <a:pt x="224070" y="209958"/>
                  <a:pt x="221625" y="207250"/>
                  <a:pt x="218637" y="205384"/>
                </a:cubicBezTo>
                <a:cubicBezTo>
                  <a:pt x="215583" y="203477"/>
                  <a:pt x="213971" y="203233"/>
                  <a:pt x="214956" y="204826"/>
                </a:cubicBezTo>
                <a:cubicBezTo>
                  <a:pt x="215920" y="206386"/>
                  <a:pt x="215897" y="211356"/>
                  <a:pt x="214905" y="215873"/>
                </a:cubicBezTo>
                <a:lnTo>
                  <a:pt x="213101" y="224084"/>
                </a:lnTo>
                <a:lnTo>
                  <a:pt x="208491" y="218391"/>
                </a:lnTo>
                <a:cubicBezTo>
                  <a:pt x="202731" y="211277"/>
                  <a:pt x="199260" y="211160"/>
                  <a:pt x="197466" y="218019"/>
                </a:cubicBezTo>
                <a:cubicBezTo>
                  <a:pt x="196615" y="221276"/>
                  <a:pt x="197499" y="223887"/>
                  <a:pt x="199747" y="224749"/>
                </a:cubicBezTo>
                <a:cubicBezTo>
                  <a:pt x="201766" y="225524"/>
                  <a:pt x="203418" y="227264"/>
                  <a:pt x="203418" y="228616"/>
                </a:cubicBezTo>
                <a:cubicBezTo>
                  <a:pt x="203418" y="229967"/>
                  <a:pt x="202337" y="230405"/>
                  <a:pt x="201015" y="229588"/>
                </a:cubicBezTo>
                <a:cubicBezTo>
                  <a:pt x="199694" y="228771"/>
                  <a:pt x="197882" y="229283"/>
                  <a:pt x="196991" y="230726"/>
                </a:cubicBezTo>
                <a:cubicBezTo>
                  <a:pt x="196099" y="232169"/>
                  <a:pt x="196692" y="233350"/>
                  <a:pt x="198308" y="233350"/>
                </a:cubicBezTo>
                <a:cubicBezTo>
                  <a:pt x="200240" y="233350"/>
                  <a:pt x="200656" y="236041"/>
                  <a:pt x="199523" y="241200"/>
                </a:cubicBezTo>
                <a:cubicBezTo>
                  <a:pt x="198474" y="245978"/>
                  <a:pt x="199012" y="250512"/>
                  <a:pt x="200899" y="252786"/>
                </a:cubicBezTo>
                <a:cubicBezTo>
                  <a:pt x="203352" y="255741"/>
                  <a:pt x="203212" y="256824"/>
                  <a:pt x="200228" y="257969"/>
                </a:cubicBezTo>
                <a:cubicBezTo>
                  <a:pt x="197388" y="259059"/>
                  <a:pt x="196716" y="262734"/>
                  <a:pt x="197509" y="272843"/>
                </a:cubicBezTo>
                <a:cubicBezTo>
                  <a:pt x="198508" y="285590"/>
                  <a:pt x="198348" y="286008"/>
                  <a:pt x="194340" y="281107"/>
                </a:cubicBezTo>
                <a:cubicBezTo>
                  <a:pt x="190355" y="276233"/>
                  <a:pt x="190188" y="276860"/>
                  <a:pt x="191370" y="292273"/>
                </a:cubicBezTo>
                <a:cubicBezTo>
                  <a:pt x="192505" y="307076"/>
                  <a:pt x="195674" y="318043"/>
                  <a:pt x="195674" y="307167"/>
                </a:cubicBezTo>
                <a:cubicBezTo>
                  <a:pt x="195674" y="303112"/>
                  <a:pt x="196059" y="303066"/>
                  <a:pt x="199681" y="306687"/>
                </a:cubicBezTo>
                <a:cubicBezTo>
                  <a:pt x="202942" y="309948"/>
                  <a:pt x="203185" y="312507"/>
                  <a:pt x="200986" y="320424"/>
                </a:cubicBezTo>
                <a:cubicBezTo>
                  <a:pt x="199500" y="325776"/>
                  <a:pt x="198103" y="334801"/>
                  <a:pt x="197882" y="340480"/>
                </a:cubicBezTo>
                <a:lnTo>
                  <a:pt x="197480" y="350806"/>
                </a:lnTo>
                <a:lnTo>
                  <a:pt x="195674" y="339189"/>
                </a:lnTo>
                <a:cubicBezTo>
                  <a:pt x="194403" y="331014"/>
                  <a:pt x="193753" y="337239"/>
                  <a:pt x="193480" y="360201"/>
                </a:cubicBezTo>
                <a:cubicBezTo>
                  <a:pt x="193236" y="380786"/>
                  <a:pt x="194603" y="400790"/>
                  <a:pt x="197184" y="414396"/>
                </a:cubicBezTo>
                <a:cubicBezTo>
                  <a:pt x="200612" y="432468"/>
                  <a:pt x="200758" y="438399"/>
                  <a:pt x="198086" y="450991"/>
                </a:cubicBezTo>
                <a:cubicBezTo>
                  <a:pt x="196258" y="459605"/>
                  <a:pt x="194082" y="464699"/>
                  <a:pt x="192986" y="462927"/>
                </a:cubicBezTo>
                <a:cubicBezTo>
                  <a:pt x="191158" y="459970"/>
                  <a:pt x="190587" y="461135"/>
                  <a:pt x="186260" y="476652"/>
                </a:cubicBezTo>
                <a:cubicBezTo>
                  <a:pt x="185567" y="479136"/>
                  <a:pt x="186240" y="481169"/>
                  <a:pt x="187756" y="481169"/>
                </a:cubicBezTo>
                <a:cubicBezTo>
                  <a:pt x="189271" y="481169"/>
                  <a:pt x="190682" y="479136"/>
                  <a:pt x="190891" y="476652"/>
                </a:cubicBezTo>
                <a:cubicBezTo>
                  <a:pt x="191099" y="474167"/>
                  <a:pt x="192060" y="479104"/>
                  <a:pt x="193026" y="487623"/>
                </a:cubicBezTo>
                <a:cubicBezTo>
                  <a:pt x="193992" y="496142"/>
                  <a:pt x="194538" y="503459"/>
                  <a:pt x="194241" y="503884"/>
                </a:cubicBezTo>
                <a:cubicBezTo>
                  <a:pt x="193943" y="504308"/>
                  <a:pt x="188265" y="499952"/>
                  <a:pt x="181623" y="494203"/>
                </a:cubicBezTo>
                <a:close/>
              </a:path>
            </a:pathLst>
          </a:custGeom>
          <a:solidFill>
            <a:srgbClr val="B9B9B9"/>
          </a:solidFill>
          <a:ln w="5163" cap="flat">
            <a:noFill/>
            <a:prstDash val="solid"/>
            <a:miter/>
          </a:ln>
        </p:spPr>
        <p:txBody>
          <a:bodyPr/>
          <a:lstStyle/>
          <a:p>
            <a:endParaRPr lang="es-419" noProof="0" dirty="0"/>
          </a:p>
        </p:txBody>
      </p:sp>
      <p:sp>
        <p:nvSpPr>
          <p:cNvPr id="53" name="Forma libre: forma 52">
            <a:extLst>
              <a:ext uri="{FF2B5EF4-FFF2-40B4-BE49-F238E27FC236}">
                <a16:creationId xmlns:a16="http://schemas.microsoft.com/office/drawing/2014/main" id="{41A74466-FB23-216F-A8BD-B66D68FB947B}"/>
              </a:ext>
            </a:extLst>
          </p:cNvPr>
          <p:cNvSpPr/>
          <p:nvPr/>
        </p:nvSpPr>
        <p:spPr>
          <a:xfrm>
            <a:off x="920115" y="1646957"/>
            <a:ext cx="379561" cy="415583"/>
          </a:xfrm>
          <a:custGeom>
            <a:avLst/>
            <a:gdLst>
              <a:gd name="csX0" fmla="*/ 203090 w 379561"/>
              <a:gd name="csY0" fmla="*/ 414284 h 415583"/>
              <a:gd name="csX1" fmla="*/ 197077 w 379561"/>
              <a:gd name="csY1" fmla="*/ 404675 h 415583"/>
              <a:gd name="csX2" fmla="*/ 192271 w 379561"/>
              <a:gd name="csY2" fmla="*/ 395646 h 415583"/>
              <a:gd name="csX3" fmla="*/ 171007 w 379561"/>
              <a:gd name="csY3" fmla="*/ 397866 h 415583"/>
              <a:gd name="csX4" fmla="*/ 166946 w 379561"/>
              <a:gd name="csY4" fmla="*/ 392738 h 415583"/>
              <a:gd name="csX5" fmla="*/ 171214 w 379561"/>
              <a:gd name="csY5" fmla="*/ 375323 h 415583"/>
              <a:gd name="csX6" fmla="*/ 168526 w 379561"/>
              <a:gd name="csY6" fmla="*/ 359903 h 415583"/>
              <a:gd name="csX7" fmla="*/ 135682 w 379561"/>
              <a:gd name="csY7" fmla="*/ 348579 h 415583"/>
              <a:gd name="csX8" fmla="*/ 130456 w 379561"/>
              <a:gd name="csY8" fmla="*/ 344743 h 415583"/>
              <a:gd name="csX9" fmla="*/ 123707 w 379561"/>
              <a:gd name="csY9" fmla="*/ 339434 h 415583"/>
              <a:gd name="csX10" fmla="*/ 111898 w 379561"/>
              <a:gd name="csY10" fmla="*/ 326710 h 415583"/>
              <a:gd name="csX11" fmla="*/ 102819 w 379561"/>
              <a:gd name="csY11" fmla="*/ 312359 h 415583"/>
              <a:gd name="csX12" fmla="*/ 100189 w 379561"/>
              <a:gd name="csY12" fmla="*/ 303716 h 415583"/>
              <a:gd name="csX13" fmla="*/ 96495 w 379561"/>
              <a:gd name="csY13" fmla="*/ 291424 h 415583"/>
              <a:gd name="csX14" fmla="*/ 91114 w 379561"/>
              <a:gd name="csY14" fmla="*/ 269668 h 415583"/>
              <a:gd name="csX15" fmla="*/ 73368 w 379561"/>
              <a:gd name="csY15" fmla="*/ 228658 h 415583"/>
              <a:gd name="csX16" fmla="*/ 56149 w 379561"/>
              <a:gd name="csY16" fmla="*/ 225592 h 415583"/>
              <a:gd name="csX17" fmla="*/ 38234 w 379561"/>
              <a:gd name="csY17" fmla="*/ 218995 h 415583"/>
              <a:gd name="csX18" fmla="*/ 14702 w 379561"/>
              <a:gd name="csY18" fmla="*/ 179229 h 415583"/>
              <a:gd name="csX19" fmla="*/ 4675 w 379561"/>
              <a:gd name="csY19" fmla="*/ 165798 h 415583"/>
              <a:gd name="csX20" fmla="*/ 1771 w 379561"/>
              <a:gd name="csY20" fmla="*/ 155184 h 415583"/>
              <a:gd name="csX21" fmla="*/ 712 w 379561"/>
              <a:gd name="csY21" fmla="*/ 126667 h 415583"/>
              <a:gd name="csX22" fmla="*/ 2557 w 379561"/>
              <a:gd name="csY22" fmla="*/ 104522 h 415583"/>
              <a:gd name="csX23" fmla="*/ 16402 w 379561"/>
              <a:gd name="csY23" fmla="*/ 104522 h 415583"/>
              <a:gd name="csX24" fmla="*/ 46584 w 379561"/>
              <a:gd name="csY24" fmla="*/ 95540 h 415583"/>
              <a:gd name="csX25" fmla="*/ 48520 w 379561"/>
              <a:gd name="csY25" fmla="*/ 81044 h 415583"/>
              <a:gd name="csX26" fmla="*/ 53693 w 379561"/>
              <a:gd name="csY26" fmla="*/ 64536 h 415583"/>
              <a:gd name="csX27" fmla="*/ 57236 w 379561"/>
              <a:gd name="csY27" fmla="*/ 49938 h 415583"/>
              <a:gd name="csX28" fmla="*/ 61307 w 379561"/>
              <a:gd name="csY28" fmla="*/ 39986 h 415583"/>
              <a:gd name="csX29" fmla="*/ 72238 w 379561"/>
              <a:gd name="csY29" fmla="*/ 37166 h 415583"/>
              <a:gd name="csX30" fmla="*/ 75921 w 379561"/>
              <a:gd name="csY30" fmla="*/ 26420 h 415583"/>
              <a:gd name="csX31" fmla="*/ 86217 w 379561"/>
              <a:gd name="csY31" fmla="*/ 9008 h 415583"/>
              <a:gd name="csX32" fmla="*/ 91229 w 379561"/>
              <a:gd name="csY32" fmla="*/ 3610 h 415583"/>
              <a:gd name="csX33" fmla="*/ 100572 w 379561"/>
              <a:gd name="csY33" fmla="*/ 6016 h 415583"/>
              <a:gd name="csX34" fmla="*/ 115842 w 379561"/>
              <a:gd name="csY34" fmla="*/ 15498 h 415583"/>
              <a:gd name="csX35" fmla="*/ 130061 w 379561"/>
              <a:gd name="csY35" fmla="*/ 25801 h 415583"/>
              <a:gd name="csX36" fmla="*/ 153502 w 379561"/>
              <a:gd name="csY36" fmla="*/ 36020 h 415583"/>
              <a:gd name="csX37" fmla="*/ 166647 w 379561"/>
              <a:gd name="csY37" fmla="*/ 35196 h 415583"/>
              <a:gd name="csX38" fmla="*/ 177014 w 379561"/>
              <a:gd name="csY38" fmla="*/ 35079 h 415583"/>
              <a:gd name="csX39" fmla="*/ 199575 w 379561"/>
              <a:gd name="csY39" fmla="*/ 42570 h 415583"/>
              <a:gd name="csX40" fmla="*/ 223114 w 379561"/>
              <a:gd name="csY40" fmla="*/ 30983 h 415583"/>
              <a:gd name="csX41" fmla="*/ 243392 w 379561"/>
              <a:gd name="csY41" fmla="*/ 13562 h 415583"/>
              <a:gd name="csX42" fmla="*/ 257664 w 379561"/>
              <a:gd name="csY42" fmla="*/ 14175 h 415583"/>
              <a:gd name="csX43" fmla="*/ 270020 w 379561"/>
              <a:gd name="csY43" fmla="*/ 16753 h 415583"/>
              <a:gd name="csX44" fmla="*/ 290519 w 379561"/>
              <a:gd name="csY44" fmla="*/ 30455 h 415583"/>
              <a:gd name="csX45" fmla="*/ 307913 w 379561"/>
              <a:gd name="csY45" fmla="*/ 52734 h 415583"/>
              <a:gd name="csX46" fmla="*/ 307918 w 379561"/>
              <a:gd name="csY46" fmla="*/ 71135 h 415583"/>
              <a:gd name="csX47" fmla="*/ 305239 w 379561"/>
              <a:gd name="csY47" fmla="*/ 92635 h 415583"/>
              <a:gd name="csX48" fmla="*/ 300393 w 379561"/>
              <a:gd name="csY48" fmla="*/ 116124 h 415583"/>
              <a:gd name="csX49" fmla="*/ 296534 w 379561"/>
              <a:gd name="csY49" fmla="*/ 139467 h 415583"/>
              <a:gd name="csX50" fmla="*/ 294862 w 379561"/>
              <a:gd name="csY50" fmla="*/ 144381 h 415583"/>
              <a:gd name="csX51" fmla="*/ 302443 w 379561"/>
              <a:gd name="csY51" fmla="*/ 174221 h 415583"/>
              <a:gd name="csX52" fmla="*/ 331579 w 379561"/>
              <a:gd name="csY52" fmla="*/ 200036 h 415583"/>
              <a:gd name="csX53" fmla="*/ 345885 w 379561"/>
              <a:gd name="csY53" fmla="*/ 204322 h 415583"/>
              <a:gd name="csX54" fmla="*/ 358173 w 379561"/>
              <a:gd name="csY54" fmla="*/ 192088 h 415583"/>
              <a:gd name="csX55" fmla="*/ 365209 w 379561"/>
              <a:gd name="csY55" fmla="*/ 177533 h 415583"/>
              <a:gd name="csX56" fmla="*/ 378528 w 379561"/>
              <a:gd name="csY56" fmla="*/ 217259 h 415583"/>
              <a:gd name="csX57" fmla="*/ 379561 w 379561"/>
              <a:gd name="csY57" fmla="*/ 233192 h 415583"/>
              <a:gd name="csX58" fmla="*/ 368302 w 379561"/>
              <a:gd name="csY58" fmla="*/ 234810 h 415583"/>
              <a:gd name="csX59" fmla="*/ 342845 w 379561"/>
              <a:gd name="csY59" fmla="*/ 234877 h 415583"/>
              <a:gd name="csX60" fmla="*/ 294625 w 379561"/>
              <a:gd name="csY60" fmla="*/ 235311 h 415583"/>
              <a:gd name="csX61" fmla="*/ 265550 w 379561"/>
              <a:gd name="csY61" fmla="*/ 264572 h 415583"/>
              <a:gd name="csX62" fmla="*/ 257155 w 379561"/>
              <a:gd name="csY62" fmla="*/ 290178 h 415583"/>
              <a:gd name="csX63" fmla="*/ 253059 w 379561"/>
              <a:gd name="csY63" fmla="*/ 303293 h 415583"/>
              <a:gd name="csX64" fmla="*/ 248021 w 379561"/>
              <a:gd name="csY64" fmla="*/ 307811 h 415583"/>
              <a:gd name="csX65" fmla="*/ 241573 w 379561"/>
              <a:gd name="csY65" fmla="*/ 316201 h 415583"/>
              <a:gd name="csX66" fmla="*/ 230054 w 379561"/>
              <a:gd name="csY66" fmla="*/ 378609 h 415583"/>
              <a:gd name="csX67" fmla="*/ 225886 w 379561"/>
              <a:gd name="csY67" fmla="*/ 411224 h 415583"/>
              <a:gd name="csX68" fmla="*/ 203090 w 379561"/>
              <a:gd name="csY68" fmla="*/ 414284 h 4155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Lst>
            <a:rect l="l" t="t" r="r" b="b"/>
            <a:pathLst>
              <a:path w="379561" h="415583">
                <a:moveTo>
                  <a:pt x="203090" y="414284"/>
                </a:moveTo>
                <a:cubicBezTo>
                  <a:pt x="200763" y="412907"/>
                  <a:pt x="198058" y="408583"/>
                  <a:pt x="197077" y="404675"/>
                </a:cubicBezTo>
                <a:cubicBezTo>
                  <a:pt x="196096" y="400766"/>
                  <a:pt x="193933" y="396703"/>
                  <a:pt x="192271" y="395646"/>
                </a:cubicBezTo>
                <a:cubicBezTo>
                  <a:pt x="187214" y="392429"/>
                  <a:pt x="177806" y="393412"/>
                  <a:pt x="171007" y="397866"/>
                </a:cubicBezTo>
                <a:cubicBezTo>
                  <a:pt x="162395" y="403509"/>
                  <a:pt x="159848" y="400293"/>
                  <a:pt x="166946" y="392738"/>
                </a:cubicBezTo>
                <a:cubicBezTo>
                  <a:pt x="171625" y="387757"/>
                  <a:pt x="172379" y="384679"/>
                  <a:pt x="171214" y="375323"/>
                </a:cubicBezTo>
                <a:cubicBezTo>
                  <a:pt x="170436" y="369072"/>
                  <a:pt x="169226" y="362133"/>
                  <a:pt x="168526" y="359903"/>
                </a:cubicBezTo>
                <a:cubicBezTo>
                  <a:pt x="167058" y="355229"/>
                  <a:pt x="141404" y="346384"/>
                  <a:pt x="135682" y="348579"/>
                </a:cubicBezTo>
                <a:cubicBezTo>
                  <a:pt x="133235" y="349518"/>
                  <a:pt x="131342" y="348128"/>
                  <a:pt x="130456" y="344743"/>
                </a:cubicBezTo>
                <a:cubicBezTo>
                  <a:pt x="129618" y="341535"/>
                  <a:pt x="126946" y="339434"/>
                  <a:pt x="123707" y="339434"/>
                </a:cubicBezTo>
                <a:cubicBezTo>
                  <a:pt x="119877" y="339434"/>
                  <a:pt x="116504" y="335800"/>
                  <a:pt x="111898" y="326710"/>
                </a:cubicBezTo>
                <a:cubicBezTo>
                  <a:pt x="108351" y="319711"/>
                  <a:pt x="104266" y="313253"/>
                  <a:pt x="102819" y="312359"/>
                </a:cubicBezTo>
                <a:cubicBezTo>
                  <a:pt x="101373" y="311465"/>
                  <a:pt x="100189" y="307575"/>
                  <a:pt x="100189" y="303716"/>
                </a:cubicBezTo>
                <a:cubicBezTo>
                  <a:pt x="100189" y="299856"/>
                  <a:pt x="98526" y="294325"/>
                  <a:pt x="96495" y="291424"/>
                </a:cubicBezTo>
                <a:cubicBezTo>
                  <a:pt x="94463" y="288523"/>
                  <a:pt x="92041" y="278733"/>
                  <a:pt x="91114" y="269668"/>
                </a:cubicBezTo>
                <a:cubicBezTo>
                  <a:pt x="89247" y="251425"/>
                  <a:pt x="83480" y="238096"/>
                  <a:pt x="73368" y="228658"/>
                </a:cubicBezTo>
                <a:cubicBezTo>
                  <a:pt x="67157" y="222862"/>
                  <a:pt x="65968" y="222650"/>
                  <a:pt x="56149" y="225592"/>
                </a:cubicBezTo>
                <a:cubicBezTo>
                  <a:pt x="44901" y="228962"/>
                  <a:pt x="38234" y="226507"/>
                  <a:pt x="38234" y="218995"/>
                </a:cubicBezTo>
                <a:cubicBezTo>
                  <a:pt x="38234" y="211509"/>
                  <a:pt x="24381" y="188100"/>
                  <a:pt x="14702" y="179229"/>
                </a:cubicBezTo>
                <a:cubicBezTo>
                  <a:pt x="9187" y="174175"/>
                  <a:pt x="4675" y="168131"/>
                  <a:pt x="4675" y="165798"/>
                </a:cubicBezTo>
                <a:cubicBezTo>
                  <a:pt x="4675" y="163466"/>
                  <a:pt x="3368" y="158689"/>
                  <a:pt x="1771" y="155184"/>
                </a:cubicBezTo>
                <a:cubicBezTo>
                  <a:pt x="-157" y="150952"/>
                  <a:pt x="-513" y="141373"/>
                  <a:pt x="712" y="126667"/>
                </a:cubicBezTo>
                <a:lnTo>
                  <a:pt x="2557" y="104522"/>
                </a:lnTo>
                <a:lnTo>
                  <a:pt x="16402" y="104522"/>
                </a:lnTo>
                <a:cubicBezTo>
                  <a:pt x="30035" y="104522"/>
                  <a:pt x="42866" y="100703"/>
                  <a:pt x="46584" y="95540"/>
                </a:cubicBezTo>
                <a:cubicBezTo>
                  <a:pt x="47627" y="94091"/>
                  <a:pt x="48499" y="87568"/>
                  <a:pt x="48520" y="81044"/>
                </a:cubicBezTo>
                <a:cubicBezTo>
                  <a:pt x="48549" y="72518"/>
                  <a:pt x="50004" y="67875"/>
                  <a:pt x="53693" y="64536"/>
                </a:cubicBezTo>
                <a:cubicBezTo>
                  <a:pt x="57798" y="60822"/>
                  <a:pt x="58508" y="57895"/>
                  <a:pt x="57236" y="49938"/>
                </a:cubicBezTo>
                <a:cubicBezTo>
                  <a:pt x="55795" y="40930"/>
                  <a:pt x="56182" y="39986"/>
                  <a:pt x="61307" y="39986"/>
                </a:cubicBezTo>
                <a:cubicBezTo>
                  <a:pt x="64421" y="39986"/>
                  <a:pt x="69340" y="38717"/>
                  <a:pt x="72238" y="37166"/>
                </a:cubicBezTo>
                <a:cubicBezTo>
                  <a:pt x="76432" y="34922"/>
                  <a:pt x="77183" y="32731"/>
                  <a:pt x="75921" y="26420"/>
                </a:cubicBezTo>
                <a:cubicBezTo>
                  <a:pt x="74260" y="18119"/>
                  <a:pt x="79648" y="9008"/>
                  <a:pt x="86217" y="9008"/>
                </a:cubicBezTo>
                <a:cubicBezTo>
                  <a:pt x="88031" y="9008"/>
                  <a:pt x="90286" y="6579"/>
                  <a:pt x="91229" y="3610"/>
                </a:cubicBezTo>
                <a:cubicBezTo>
                  <a:pt x="92878" y="-1587"/>
                  <a:pt x="93226" y="-1498"/>
                  <a:pt x="100572" y="6016"/>
                </a:cubicBezTo>
                <a:cubicBezTo>
                  <a:pt x="104769" y="10308"/>
                  <a:pt x="111640" y="14575"/>
                  <a:pt x="115842" y="15498"/>
                </a:cubicBezTo>
                <a:cubicBezTo>
                  <a:pt x="120151" y="16445"/>
                  <a:pt x="126350" y="20937"/>
                  <a:pt x="130061" y="25801"/>
                </a:cubicBezTo>
                <a:cubicBezTo>
                  <a:pt x="137904" y="36084"/>
                  <a:pt x="151245" y="41900"/>
                  <a:pt x="153502" y="36020"/>
                </a:cubicBezTo>
                <a:cubicBezTo>
                  <a:pt x="155231" y="31515"/>
                  <a:pt x="162509" y="31058"/>
                  <a:pt x="166647" y="35196"/>
                </a:cubicBezTo>
                <a:cubicBezTo>
                  <a:pt x="168865" y="37413"/>
                  <a:pt x="171448" y="37384"/>
                  <a:pt x="177014" y="35079"/>
                </a:cubicBezTo>
                <a:cubicBezTo>
                  <a:pt x="186293" y="31236"/>
                  <a:pt x="197119" y="34830"/>
                  <a:pt x="199575" y="42570"/>
                </a:cubicBezTo>
                <a:cubicBezTo>
                  <a:pt x="202586" y="52057"/>
                  <a:pt x="211392" y="47722"/>
                  <a:pt x="223114" y="30983"/>
                </a:cubicBezTo>
                <a:cubicBezTo>
                  <a:pt x="231922" y="18404"/>
                  <a:pt x="235698" y="15160"/>
                  <a:pt x="243392" y="13562"/>
                </a:cubicBezTo>
                <a:cubicBezTo>
                  <a:pt x="248841" y="12430"/>
                  <a:pt x="254889" y="12690"/>
                  <a:pt x="257664" y="14175"/>
                </a:cubicBezTo>
                <a:cubicBezTo>
                  <a:pt x="260313" y="15593"/>
                  <a:pt x="265874" y="16753"/>
                  <a:pt x="270020" y="16753"/>
                </a:cubicBezTo>
                <a:cubicBezTo>
                  <a:pt x="275778" y="16753"/>
                  <a:pt x="280624" y="19992"/>
                  <a:pt x="290519" y="30455"/>
                </a:cubicBezTo>
                <a:cubicBezTo>
                  <a:pt x="297647" y="37991"/>
                  <a:pt x="305474" y="48017"/>
                  <a:pt x="307913" y="52734"/>
                </a:cubicBezTo>
                <a:cubicBezTo>
                  <a:pt x="312104" y="60839"/>
                  <a:pt x="312105" y="61851"/>
                  <a:pt x="307918" y="71135"/>
                </a:cubicBezTo>
                <a:cubicBezTo>
                  <a:pt x="304686" y="78303"/>
                  <a:pt x="303961" y="84117"/>
                  <a:pt x="305239" y="92635"/>
                </a:cubicBezTo>
                <a:cubicBezTo>
                  <a:pt x="306699" y="102374"/>
                  <a:pt x="305896" y="106269"/>
                  <a:pt x="300393" y="116124"/>
                </a:cubicBezTo>
                <a:cubicBezTo>
                  <a:pt x="293385" y="128678"/>
                  <a:pt x="292058" y="136701"/>
                  <a:pt x="296534" y="139467"/>
                </a:cubicBezTo>
                <a:cubicBezTo>
                  <a:pt x="298276" y="140544"/>
                  <a:pt x="297669" y="142329"/>
                  <a:pt x="294862" y="144381"/>
                </a:cubicBezTo>
                <a:cubicBezTo>
                  <a:pt x="289162" y="148549"/>
                  <a:pt x="291010" y="155821"/>
                  <a:pt x="302443" y="174221"/>
                </a:cubicBezTo>
                <a:cubicBezTo>
                  <a:pt x="315893" y="195868"/>
                  <a:pt x="320598" y="200036"/>
                  <a:pt x="331579" y="200036"/>
                </a:cubicBezTo>
                <a:cubicBezTo>
                  <a:pt x="336873" y="200036"/>
                  <a:pt x="343264" y="201951"/>
                  <a:pt x="345885" y="204322"/>
                </a:cubicBezTo>
                <a:cubicBezTo>
                  <a:pt x="351730" y="209612"/>
                  <a:pt x="352148" y="209195"/>
                  <a:pt x="358173" y="192088"/>
                </a:cubicBezTo>
                <a:cubicBezTo>
                  <a:pt x="360854" y="184473"/>
                  <a:pt x="364021" y="177924"/>
                  <a:pt x="365209" y="177533"/>
                </a:cubicBezTo>
                <a:cubicBezTo>
                  <a:pt x="369150" y="176239"/>
                  <a:pt x="377478" y="201079"/>
                  <a:pt x="378528" y="217259"/>
                </a:cubicBezTo>
                <a:lnTo>
                  <a:pt x="379561" y="233192"/>
                </a:lnTo>
                <a:lnTo>
                  <a:pt x="368302" y="234810"/>
                </a:lnTo>
                <a:cubicBezTo>
                  <a:pt x="362110" y="235699"/>
                  <a:pt x="350654" y="235730"/>
                  <a:pt x="342845" y="234877"/>
                </a:cubicBezTo>
                <a:cubicBezTo>
                  <a:pt x="300900" y="230295"/>
                  <a:pt x="296475" y="230334"/>
                  <a:pt x="294625" y="235311"/>
                </a:cubicBezTo>
                <a:cubicBezTo>
                  <a:pt x="292370" y="241375"/>
                  <a:pt x="269321" y="264572"/>
                  <a:pt x="265550" y="264572"/>
                </a:cubicBezTo>
                <a:cubicBezTo>
                  <a:pt x="261474" y="264572"/>
                  <a:pt x="258070" y="274955"/>
                  <a:pt x="257155" y="290178"/>
                </a:cubicBezTo>
                <a:cubicBezTo>
                  <a:pt x="256642" y="298710"/>
                  <a:pt x="255211" y="303293"/>
                  <a:pt x="253059" y="303293"/>
                </a:cubicBezTo>
                <a:cubicBezTo>
                  <a:pt x="251239" y="303294"/>
                  <a:pt x="248973" y="305327"/>
                  <a:pt x="248021" y="307811"/>
                </a:cubicBezTo>
                <a:cubicBezTo>
                  <a:pt x="247070" y="310296"/>
                  <a:pt x="244168" y="314071"/>
                  <a:pt x="241573" y="316201"/>
                </a:cubicBezTo>
                <a:cubicBezTo>
                  <a:pt x="235220" y="321415"/>
                  <a:pt x="231367" y="342287"/>
                  <a:pt x="230054" y="378609"/>
                </a:cubicBezTo>
                <a:cubicBezTo>
                  <a:pt x="229366" y="397612"/>
                  <a:pt x="227827" y="409663"/>
                  <a:pt x="225886" y="411224"/>
                </a:cubicBezTo>
                <a:cubicBezTo>
                  <a:pt x="220922" y="415217"/>
                  <a:pt x="207671" y="416995"/>
                  <a:pt x="203090" y="414284"/>
                </a:cubicBezTo>
                <a:close/>
              </a:path>
            </a:pathLst>
          </a:custGeom>
          <a:solidFill>
            <a:srgbClr val="B9B9B9"/>
          </a:solidFill>
          <a:ln w="5163" cap="flat">
            <a:noFill/>
            <a:prstDash val="solid"/>
            <a:miter/>
          </a:ln>
        </p:spPr>
        <p:txBody>
          <a:bodyPr/>
          <a:lstStyle/>
          <a:p>
            <a:endParaRPr lang="es-419" noProof="0" dirty="0"/>
          </a:p>
        </p:txBody>
      </p:sp>
      <p:sp>
        <p:nvSpPr>
          <p:cNvPr id="54" name="Forma libre: forma 53">
            <a:extLst>
              <a:ext uri="{FF2B5EF4-FFF2-40B4-BE49-F238E27FC236}">
                <a16:creationId xmlns:a16="http://schemas.microsoft.com/office/drawing/2014/main" id="{6042E3B4-25AE-3872-B13F-C57E28116E14}"/>
              </a:ext>
            </a:extLst>
          </p:cNvPr>
          <p:cNvSpPr/>
          <p:nvPr/>
        </p:nvSpPr>
        <p:spPr>
          <a:xfrm>
            <a:off x="845627" y="1846993"/>
            <a:ext cx="4301" cy="5162"/>
          </a:xfrm>
          <a:custGeom>
            <a:avLst/>
            <a:gdLst>
              <a:gd name="csX0" fmla="*/ 4301 w 4301"/>
              <a:gd name="csY0" fmla="*/ 2581 h 5162"/>
              <a:gd name="csX1" fmla="*/ 1567 w 4301"/>
              <a:gd name="csY1" fmla="*/ 0 h 5162"/>
              <a:gd name="csX2" fmla="*/ 429 w 4301"/>
              <a:gd name="csY2" fmla="*/ 2581 h 5162"/>
              <a:gd name="csX3" fmla="*/ 3163 w 4301"/>
              <a:gd name="csY3" fmla="*/ 5163 h 5162"/>
              <a:gd name="csX4" fmla="*/ 4301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4301" y="2581"/>
                </a:moveTo>
                <a:cubicBezTo>
                  <a:pt x="4301" y="1162"/>
                  <a:pt x="3071" y="0"/>
                  <a:pt x="1567" y="0"/>
                </a:cubicBezTo>
                <a:cubicBezTo>
                  <a:pt x="64" y="0"/>
                  <a:pt x="-449" y="1162"/>
                  <a:pt x="429" y="2581"/>
                </a:cubicBezTo>
                <a:cubicBezTo>
                  <a:pt x="1306" y="4001"/>
                  <a:pt x="2537" y="5163"/>
                  <a:pt x="3163" y="5163"/>
                </a:cubicBezTo>
                <a:cubicBezTo>
                  <a:pt x="3789" y="5163"/>
                  <a:pt x="4301" y="4001"/>
                  <a:pt x="4301" y="2581"/>
                </a:cubicBezTo>
                <a:close/>
              </a:path>
            </a:pathLst>
          </a:custGeom>
          <a:solidFill>
            <a:srgbClr val="00C100"/>
          </a:solidFill>
          <a:ln w="5163" cap="flat">
            <a:noFill/>
            <a:prstDash val="solid"/>
            <a:miter/>
          </a:ln>
        </p:spPr>
        <p:txBody>
          <a:bodyPr/>
          <a:lstStyle/>
          <a:p>
            <a:endParaRPr lang="es-419" noProof="0" dirty="0"/>
          </a:p>
        </p:txBody>
      </p:sp>
      <p:sp>
        <p:nvSpPr>
          <p:cNvPr id="55" name="Forma libre: forma 54">
            <a:extLst>
              <a:ext uri="{FF2B5EF4-FFF2-40B4-BE49-F238E27FC236}">
                <a16:creationId xmlns:a16="http://schemas.microsoft.com/office/drawing/2014/main" id="{EAB37BCE-E7B4-3543-859C-72BDB37F0617}"/>
              </a:ext>
            </a:extLst>
          </p:cNvPr>
          <p:cNvSpPr/>
          <p:nvPr/>
        </p:nvSpPr>
        <p:spPr>
          <a:xfrm>
            <a:off x="1407174" y="1572075"/>
            <a:ext cx="229470" cy="427142"/>
          </a:xfrm>
          <a:custGeom>
            <a:avLst/>
            <a:gdLst>
              <a:gd name="csX0" fmla="*/ 59479 w 229470"/>
              <a:gd name="csY0" fmla="*/ 423996 h 427142"/>
              <a:gd name="csX1" fmla="*/ 59694 w 229470"/>
              <a:gd name="csY1" fmla="*/ 396698 h 427142"/>
              <a:gd name="csX2" fmla="*/ 53195 w 229470"/>
              <a:gd name="csY2" fmla="*/ 362114 h 427142"/>
              <a:gd name="csX3" fmla="*/ 47446 w 229470"/>
              <a:gd name="csY3" fmla="*/ 337138 h 427142"/>
              <a:gd name="csX4" fmla="*/ 40306 w 229470"/>
              <a:gd name="csY4" fmla="*/ 312349 h 427142"/>
              <a:gd name="csX5" fmla="*/ 32609 w 229470"/>
              <a:gd name="csY5" fmla="*/ 289116 h 427142"/>
              <a:gd name="csX6" fmla="*/ 35070 w 229470"/>
              <a:gd name="csY6" fmla="*/ 271899 h 427142"/>
              <a:gd name="csX7" fmla="*/ 32418 w 229470"/>
              <a:gd name="csY7" fmla="*/ 260780 h 427142"/>
              <a:gd name="csX8" fmla="*/ 33172 w 229470"/>
              <a:gd name="csY8" fmla="*/ 247019 h 427142"/>
              <a:gd name="csX9" fmla="*/ 57856 w 229470"/>
              <a:gd name="csY9" fmla="*/ 240981 h 427142"/>
              <a:gd name="csX10" fmla="*/ 80243 w 229470"/>
              <a:gd name="csY10" fmla="*/ 236439 h 427142"/>
              <a:gd name="csX11" fmla="*/ 76436 w 229470"/>
              <a:gd name="csY11" fmla="*/ 228427 h 427142"/>
              <a:gd name="csX12" fmla="*/ 66283 w 229470"/>
              <a:gd name="csY12" fmla="*/ 225870 h 427142"/>
              <a:gd name="csX13" fmla="*/ 61369 w 229470"/>
              <a:gd name="csY13" fmla="*/ 221998 h 427142"/>
              <a:gd name="csX14" fmla="*/ 54487 w 229470"/>
              <a:gd name="csY14" fmla="*/ 218126 h 427142"/>
              <a:gd name="csX15" fmla="*/ 50882 w 229470"/>
              <a:gd name="csY15" fmla="*/ 215226 h 427142"/>
              <a:gd name="csX16" fmla="*/ 39078 w 229470"/>
              <a:gd name="csY16" fmla="*/ 199827 h 427142"/>
              <a:gd name="csX17" fmla="*/ 27028 w 229470"/>
              <a:gd name="csY17" fmla="*/ 179593 h 427142"/>
              <a:gd name="csX18" fmla="*/ 26078 w 229470"/>
              <a:gd name="csY18" fmla="*/ 170317 h 427142"/>
              <a:gd name="csX19" fmla="*/ 23581 w 229470"/>
              <a:gd name="csY19" fmla="*/ 162984 h 427142"/>
              <a:gd name="csX20" fmla="*/ 11790 w 229470"/>
              <a:gd name="csY20" fmla="*/ 145065 h 427142"/>
              <a:gd name="csX21" fmla="*/ 0 w 229470"/>
              <a:gd name="csY21" fmla="*/ 132934 h 427142"/>
              <a:gd name="csX22" fmla="*/ 16266 w 229470"/>
              <a:gd name="csY22" fmla="*/ 118970 h 427142"/>
              <a:gd name="csX23" fmla="*/ 37313 w 229470"/>
              <a:gd name="csY23" fmla="*/ 107565 h 427142"/>
              <a:gd name="csX24" fmla="*/ 42526 w 229470"/>
              <a:gd name="csY24" fmla="*/ 109268 h 427142"/>
              <a:gd name="csX25" fmla="*/ 48759 w 229470"/>
              <a:gd name="csY25" fmla="*/ 100129 h 427142"/>
              <a:gd name="csX26" fmla="*/ 49251 w 229470"/>
              <a:gd name="csY26" fmla="*/ 64399 h 427142"/>
              <a:gd name="csX27" fmla="*/ 38960 w 229470"/>
              <a:gd name="csY27" fmla="*/ 62708 h 427142"/>
              <a:gd name="csX28" fmla="*/ 28744 w 229470"/>
              <a:gd name="csY28" fmla="*/ 61040 h 427142"/>
              <a:gd name="csX29" fmla="*/ 53379 w 229470"/>
              <a:gd name="csY29" fmla="*/ 39197 h 427142"/>
              <a:gd name="csX30" fmla="*/ 71905 w 229470"/>
              <a:gd name="csY30" fmla="*/ 19485 h 427142"/>
              <a:gd name="csX31" fmla="*/ 90959 w 229470"/>
              <a:gd name="csY31" fmla="*/ 8717 h 427142"/>
              <a:gd name="csX32" fmla="*/ 109824 w 229470"/>
              <a:gd name="csY32" fmla="*/ 6256 h 427142"/>
              <a:gd name="csX33" fmla="*/ 121001 w 229470"/>
              <a:gd name="csY33" fmla="*/ 2822 h 427142"/>
              <a:gd name="csX34" fmla="*/ 122428 w 229470"/>
              <a:gd name="csY34" fmla="*/ 8347 h 427142"/>
              <a:gd name="csX35" fmla="*/ 111269 w 229470"/>
              <a:gd name="csY35" fmla="*/ 31492 h 427142"/>
              <a:gd name="csX36" fmla="*/ 125654 w 229470"/>
              <a:gd name="csY36" fmla="*/ 68353 h 427142"/>
              <a:gd name="csX37" fmla="*/ 129394 w 229470"/>
              <a:gd name="csY37" fmla="*/ 83822 h 427142"/>
              <a:gd name="csX38" fmla="*/ 132621 w 229470"/>
              <a:gd name="csY38" fmla="*/ 87380 h 427142"/>
              <a:gd name="csX39" fmla="*/ 129420 w 229470"/>
              <a:gd name="csY39" fmla="*/ 96950 h 427142"/>
              <a:gd name="csX40" fmla="*/ 135228 w 229470"/>
              <a:gd name="csY40" fmla="*/ 104581 h 427142"/>
              <a:gd name="csX41" fmla="*/ 149666 w 229470"/>
              <a:gd name="csY41" fmla="*/ 122913 h 427142"/>
              <a:gd name="csX42" fmla="*/ 159752 w 229470"/>
              <a:gd name="csY42" fmla="*/ 139280 h 427142"/>
              <a:gd name="csX43" fmla="*/ 168181 w 229470"/>
              <a:gd name="csY43" fmla="*/ 148315 h 427142"/>
              <a:gd name="csX44" fmla="*/ 179067 w 229470"/>
              <a:gd name="csY44" fmla="*/ 159986 h 427142"/>
              <a:gd name="csX45" fmla="*/ 189769 w 229470"/>
              <a:gd name="csY45" fmla="*/ 164249 h 427142"/>
              <a:gd name="csX46" fmla="*/ 197030 w 229470"/>
              <a:gd name="csY46" fmla="*/ 167037 h 427142"/>
              <a:gd name="csX47" fmla="*/ 208574 w 229470"/>
              <a:gd name="csY47" fmla="*/ 163915 h 427142"/>
              <a:gd name="csX48" fmla="*/ 216996 w 229470"/>
              <a:gd name="csY48" fmla="*/ 163915 h 427142"/>
              <a:gd name="csX49" fmla="*/ 217738 w 229470"/>
              <a:gd name="csY49" fmla="*/ 187794 h 427142"/>
              <a:gd name="csX50" fmla="*/ 224437 w 229470"/>
              <a:gd name="csY50" fmla="*/ 212516 h 427142"/>
              <a:gd name="csX51" fmla="*/ 229386 w 229470"/>
              <a:gd name="csY51" fmla="*/ 216389 h 427142"/>
              <a:gd name="csX52" fmla="*/ 185958 w 229470"/>
              <a:gd name="csY52" fmla="*/ 248433 h 427142"/>
              <a:gd name="csX53" fmla="*/ 168142 w 229470"/>
              <a:gd name="csY53" fmla="*/ 261325 h 427142"/>
              <a:gd name="csX54" fmla="*/ 158371 w 229470"/>
              <a:gd name="csY54" fmla="*/ 277501 h 427142"/>
              <a:gd name="csX55" fmla="*/ 143795 w 229470"/>
              <a:gd name="csY55" fmla="*/ 286536 h 427142"/>
              <a:gd name="csX56" fmla="*/ 128870 w 229470"/>
              <a:gd name="csY56" fmla="*/ 295569 h 427142"/>
              <a:gd name="csX57" fmla="*/ 127129 w 229470"/>
              <a:gd name="csY57" fmla="*/ 308193 h 427142"/>
              <a:gd name="csX58" fmla="*/ 130400 w 229470"/>
              <a:gd name="csY58" fmla="*/ 326436 h 427142"/>
              <a:gd name="csX59" fmla="*/ 134994 w 229470"/>
              <a:gd name="csY59" fmla="*/ 349937 h 427142"/>
              <a:gd name="csX60" fmla="*/ 142327 w 229470"/>
              <a:gd name="csY60" fmla="*/ 362849 h 427142"/>
              <a:gd name="csX61" fmla="*/ 123210 w 229470"/>
              <a:gd name="csY61" fmla="*/ 373013 h 427142"/>
              <a:gd name="csX62" fmla="*/ 101651 w 229470"/>
              <a:gd name="csY62" fmla="*/ 397639 h 427142"/>
              <a:gd name="csX63" fmla="*/ 95883 w 229470"/>
              <a:gd name="csY63" fmla="*/ 407869 h 427142"/>
              <a:gd name="csX64" fmla="*/ 86571 w 229470"/>
              <a:gd name="csY64" fmla="*/ 418453 h 427142"/>
              <a:gd name="csX65" fmla="*/ 80167 w 229470"/>
              <a:gd name="csY65" fmla="*/ 421479 h 427142"/>
              <a:gd name="csX66" fmla="*/ 70822 w 229470"/>
              <a:gd name="csY66" fmla="*/ 423763 h 427142"/>
              <a:gd name="csX67" fmla="*/ 59479 w 229470"/>
              <a:gd name="csY67" fmla="*/ 423996 h 42714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Lst>
            <a:rect l="l" t="t" r="r" b="b"/>
            <a:pathLst>
              <a:path w="229470" h="427142">
                <a:moveTo>
                  <a:pt x="59479" y="423996"/>
                </a:moveTo>
                <a:cubicBezTo>
                  <a:pt x="59345" y="422222"/>
                  <a:pt x="59442" y="409937"/>
                  <a:pt x="59694" y="396698"/>
                </a:cubicBezTo>
                <a:cubicBezTo>
                  <a:pt x="60117" y="374482"/>
                  <a:pt x="59616" y="371817"/>
                  <a:pt x="53195" y="362114"/>
                </a:cubicBezTo>
                <a:cubicBezTo>
                  <a:pt x="47165" y="353002"/>
                  <a:pt x="46399" y="349674"/>
                  <a:pt x="47446" y="337138"/>
                </a:cubicBezTo>
                <a:cubicBezTo>
                  <a:pt x="48558" y="323819"/>
                  <a:pt x="47993" y="321857"/>
                  <a:pt x="40306" y="312349"/>
                </a:cubicBezTo>
                <a:cubicBezTo>
                  <a:pt x="33058" y="303383"/>
                  <a:pt x="32044" y="300323"/>
                  <a:pt x="32609" y="289116"/>
                </a:cubicBezTo>
                <a:cubicBezTo>
                  <a:pt x="32967" y="282017"/>
                  <a:pt x="34074" y="274269"/>
                  <a:pt x="35070" y="271899"/>
                </a:cubicBezTo>
                <a:cubicBezTo>
                  <a:pt x="36124" y="269390"/>
                  <a:pt x="35017" y="264746"/>
                  <a:pt x="32418" y="260780"/>
                </a:cubicBezTo>
                <a:cubicBezTo>
                  <a:pt x="28144" y="254257"/>
                  <a:pt x="28176" y="253678"/>
                  <a:pt x="33172" y="247019"/>
                </a:cubicBezTo>
                <a:cubicBezTo>
                  <a:pt x="38159" y="240374"/>
                  <a:pt x="39247" y="240108"/>
                  <a:pt x="57856" y="240981"/>
                </a:cubicBezTo>
                <a:cubicBezTo>
                  <a:pt x="75524" y="241809"/>
                  <a:pt x="77593" y="241390"/>
                  <a:pt x="80243" y="236439"/>
                </a:cubicBezTo>
                <a:cubicBezTo>
                  <a:pt x="82790" y="231679"/>
                  <a:pt x="82305" y="230659"/>
                  <a:pt x="76436" y="228427"/>
                </a:cubicBezTo>
                <a:cubicBezTo>
                  <a:pt x="72737" y="227021"/>
                  <a:pt x="68168" y="225870"/>
                  <a:pt x="66283" y="225870"/>
                </a:cubicBezTo>
                <a:cubicBezTo>
                  <a:pt x="64397" y="225870"/>
                  <a:pt x="62186" y="224127"/>
                  <a:pt x="61369" y="221998"/>
                </a:cubicBezTo>
                <a:cubicBezTo>
                  <a:pt x="60552" y="219868"/>
                  <a:pt x="57455" y="218126"/>
                  <a:pt x="54487" y="218126"/>
                </a:cubicBezTo>
                <a:cubicBezTo>
                  <a:pt x="51152" y="218126"/>
                  <a:pt x="49775" y="217018"/>
                  <a:pt x="50882" y="215226"/>
                </a:cubicBezTo>
                <a:cubicBezTo>
                  <a:pt x="51914" y="213556"/>
                  <a:pt x="46909" y="207027"/>
                  <a:pt x="39078" y="199827"/>
                </a:cubicBezTo>
                <a:cubicBezTo>
                  <a:pt x="27017" y="188739"/>
                  <a:pt x="25656" y="186453"/>
                  <a:pt x="27028" y="179593"/>
                </a:cubicBezTo>
                <a:cubicBezTo>
                  <a:pt x="27878" y="175340"/>
                  <a:pt x="27451" y="171165"/>
                  <a:pt x="26078" y="170317"/>
                </a:cubicBezTo>
                <a:cubicBezTo>
                  <a:pt x="24704" y="169468"/>
                  <a:pt x="23581" y="166168"/>
                  <a:pt x="23581" y="162984"/>
                </a:cubicBezTo>
                <a:cubicBezTo>
                  <a:pt x="23581" y="159602"/>
                  <a:pt x="18679" y="152152"/>
                  <a:pt x="11790" y="145065"/>
                </a:cubicBezTo>
                <a:lnTo>
                  <a:pt x="0" y="132934"/>
                </a:lnTo>
                <a:lnTo>
                  <a:pt x="16266" y="118970"/>
                </a:lnTo>
                <a:cubicBezTo>
                  <a:pt x="29571" y="107549"/>
                  <a:pt x="33403" y="105472"/>
                  <a:pt x="37313" y="107565"/>
                </a:cubicBezTo>
                <a:cubicBezTo>
                  <a:pt x="39942" y="108972"/>
                  <a:pt x="42288" y="109738"/>
                  <a:pt x="42526" y="109268"/>
                </a:cubicBezTo>
                <a:cubicBezTo>
                  <a:pt x="42764" y="108799"/>
                  <a:pt x="45569" y="104686"/>
                  <a:pt x="48759" y="100129"/>
                </a:cubicBezTo>
                <a:cubicBezTo>
                  <a:pt x="56473" y="89108"/>
                  <a:pt x="56720" y="71159"/>
                  <a:pt x="49251" y="64399"/>
                </a:cubicBezTo>
                <a:cubicBezTo>
                  <a:pt x="44880" y="60443"/>
                  <a:pt x="43064" y="60145"/>
                  <a:pt x="38960" y="62708"/>
                </a:cubicBezTo>
                <a:cubicBezTo>
                  <a:pt x="31928" y="67099"/>
                  <a:pt x="28744" y="66579"/>
                  <a:pt x="28744" y="61040"/>
                </a:cubicBezTo>
                <a:cubicBezTo>
                  <a:pt x="28744" y="53145"/>
                  <a:pt x="42480" y="40966"/>
                  <a:pt x="53379" y="39197"/>
                </a:cubicBezTo>
                <a:cubicBezTo>
                  <a:pt x="66115" y="37130"/>
                  <a:pt x="70109" y="32880"/>
                  <a:pt x="71905" y="19485"/>
                </a:cubicBezTo>
                <a:cubicBezTo>
                  <a:pt x="73827" y="5162"/>
                  <a:pt x="82115" y="478"/>
                  <a:pt x="90959" y="8717"/>
                </a:cubicBezTo>
                <a:cubicBezTo>
                  <a:pt x="98823" y="16043"/>
                  <a:pt x="101930" y="15638"/>
                  <a:pt x="109824" y="6256"/>
                </a:cubicBezTo>
                <a:cubicBezTo>
                  <a:pt x="116173" y="-1290"/>
                  <a:pt x="116721" y="-1458"/>
                  <a:pt x="121001" y="2822"/>
                </a:cubicBezTo>
                <a:cubicBezTo>
                  <a:pt x="124083" y="5904"/>
                  <a:pt x="124533" y="7646"/>
                  <a:pt x="122428" y="8347"/>
                </a:cubicBezTo>
                <a:cubicBezTo>
                  <a:pt x="108913" y="12852"/>
                  <a:pt x="101196" y="28858"/>
                  <a:pt x="111269" y="31492"/>
                </a:cubicBezTo>
                <a:cubicBezTo>
                  <a:pt x="117751" y="33187"/>
                  <a:pt x="127868" y="59114"/>
                  <a:pt x="125654" y="68353"/>
                </a:cubicBezTo>
                <a:cubicBezTo>
                  <a:pt x="122658" y="80848"/>
                  <a:pt x="122997" y="82249"/>
                  <a:pt x="129394" y="83822"/>
                </a:cubicBezTo>
                <a:cubicBezTo>
                  <a:pt x="133741" y="84890"/>
                  <a:pt x="134786" y="86042"/>
                  <a:pt x="132621" y="87380"/>
                </a:cubicBezTo>
                <a:cubicBezTo>
                  <a:pt x="130861" y="88468"/>
                  <a:pt x="129420" y="92774"/>
                  <a:pt x="129420" y="96950"/>
                </a:cubicBezTo>
                <a:cubicBezTo>
                  <a:pt x="129420" y="103090"/>
                  <a:pt x="130531" y="104549"/>
                  <a:pt x="135228" y="104581"/>
                </a:cubicBezTo>
                <a:cubicBezTo>
                  <a:pt x="144939" y="104647"/>
                  <a:pt x="147895" y="108401"/>
                  <a:pt x="149666" y="122913"/>
                </a:cubicBezTo>
                <a:cubicBezTo>
                  <a:pt x="151241" y="135814"/>
                  <a:pt x="151964" y="136987"/>
                  <a:pt x="159752" y="139280"/>
                </a:cubicBezTo>
                <a:cubicBezTo>
                  <a:pt x="166352" y="141223"/>
                  <a:pt x="168150" y="143150"/>
                  <a:pt x="168181" y="148315"/>
                </a:cubicBezTo>
                <a:cubicBezTo>
                  <a:pt x="168242" y="158306"/>
                  <a:pt x="171565" y="161869"/>
                  <a:pt x="179067" y="159986"/>
                </a:cubicBezTo>
                <a:cubicBezTo>
                  <a:pt x="184111" y="158720"/>
                  <a:pt x="186588" y="159706"/>
                  <a:pt x="189769" y="164249"/>
                </a:cubicBezTo>
                <a:cubicBezTo>
                  <a:pt x="193006" y="168870"/>
                  <a:pt x="194589" y="169478"/>
                  <a:pt x="197030" y="167037"/>
                </a:cubicBezTo>
                <a:cubicBezTo>
                  <a:pt x="198747" y="165320"/>
                  <a:pt x="203942" y="163915"/>
                  <a:pt x="208574" y="163915"/>
                </a:cubicBezTo>
                <a:lnTo>
                  <a:pt x="216996" y="163915"/>
                </a:lnTo>
                <a:lnTo>
                  <a:pt x="217738" y="187794"/>
                </a:lnTo>
                <a:cubicBezTo>
                  <a:pt x="218444" y="210514"/>
                  <a:pt x="218769" y="211713"/>
                  <a:pt x="224437" y="212516"/>
                </a:cubicBezTo>
                <a:cubicBezTo>
                  <a:pt x="227714" y="212981"/>
                  <a:pt x="229940" y="214723"/>
                  <a:pt x="229386" y="216389"/>
                </a:cubicBezTo>
                <a:cubicBezTo>
                  <a:pt x="227670" y="221537"/>
                  <a:pt x="190328" y="249091"/>
                  <a:pt x="185958" y="248433"/>
                </a:cubicBezTo>
                <a:cubicBezTo>
                  <a:pt x="178411" y="247297"/>
                  <a:pt x="168142" y="254728"/>
                  <a:pt x="168142" y="261325"/>
                </a:cubicBezTo>
                <a:cubicBezTo>
                  <a:pt x="168142" y="269993"/>
                  <a:pt x="163608" y="277499"/>
                  <a:pt x="158371" y="277501"/>
                </a:cubicBezTo>
                <a:cubicBezTo>
                  <a:pt x="155936" y="277502"/>
                  <a:pt x="149377" y="281568"/>
                  <a:pt x="143795" y="286536"/>
                </a:cubicBezTo>
                <a:cubicBezTo>
                  <a:pt x="138212" y="291504"/>
                  <a:pt x="131496" y="295569"/>
                  <a:pt x="128870" y="295569"/>
                </a:cubicBezTo>
                <a:cubicBezTo>
                  <a:pt x="121381" y="295569"/>
                  <a:pt x="120392" y="302737"/>
                  <a:pt x="127129" y="308193"/>
                </a:cubicBezTo>
                <a:cubicBezTo>
                  <a:pt x="132769" y="312760"/>
                  <a:pt x="132971" y="313884"/>
                  <a:pt x="130400" y="326436"/>
                </a:cubicBezTo>
                <a:cubicBezTo>
                  <a:pt x="127799" y="339132"/>
                  <a:pt x="128033" y="340327"/>
                  <a:pt x="134994" y="349937"/>
                </a:cubicBezTo>
                <a:cubicBezTo>
                  <a:pt x="139027" y="355505"/>
                  <a:pt x="142327" y="361315"/>
                  <a:pt x="142327" y="362849"/>
                </a:cubicBezTo>
                <a:cubicBezTo>
                  <a:pt x="142327" y="368872"/>
                  <a:pt x="134539" y="373013"/>
                  <a:pt x="123210" y="373013"/>
                </a:cubicBezTo>
                <a:cubicBezTo>
                  <a:pt x="109180" y="373013"/>
                  <a:pt x="103724" y="379244"/>
                  <a:pt x="101651" y="397639"/>
                </a:cubicBezTo>
                <a:cubicBezTo>
                  <a:pt x="100573" y="407198"/>
                  <a:pt x="99540" y="409030"/>
                  <a:pt x="95883" y="407869"/>
                </a:cubicBezTo>
                <a:cubicBezTo>
                  <a:pt x="90324" y="406105"/>
                  <a:pt x="84411" y="412825"/>
                  <a:pt x="86571" y="418453"/>
                </a:cubicBezTo>
                <a:cubicBezTo>
                  <a:pt x="87898" y="421912"/>
                  <a:pt x="86764" y="422448"/>
                  <a:pt x="80167" y="421479"/>
                </a:cubicBezTo>
                <a:cubicBezTo>
                  <a:pt x="74953" y="420714"/>
                  <a:pt x="71686" y="421512"/>
                  <a:pt x="70822" y="423763"/>
                </a:cubicBezTo>
                <a:cubicBezTo>
                  <a:pt x="69146" y="428132"/>
                  <a:pt x="59804" y="428324"/>
                  <a:pt x="59479" y="423996"/>
                </a:cubicBezTo>
                <a:close/>
              </a:path>
            </a:pathLst>
          </a:custGeom>
          <a:solidFill>
            <a:srgbClr val="B9B9B9"/>
          </a:solidFill>
          <a:ln w="5163" cap="flat">
            <a:noFill/>
            <a:prstDash val="solid"/>
            <a:miter/>
          </a:ln>
        </p:spPr>
        <p:txBody>
          <a:bodyPr/>
          <a:lstStyle/>
          <a:p>
            <a:endParaRPr lang="es-419" noProof="0" dirty="0"/>
          </a:p>
        </p:txBody>
      </p:sp>
      <p:sp>
        <p:nvSpPr>
          <p:cNvPr id="56" name="Forma libre: forma 55">
            <a:extLst>
              <a:ext uri="{FF2B5EF4-FFF2-40B4-BE49-F238E27FC236}">
                <a16:creationId xmlns:a16="http://schemas.microsoft.com/office/drawing/2014/main" id="{15E1E3E1-8C80-DC3F-FD85-EFE77ACB8832}"/>
              </a:ext>
            </a:extLst>
          </p:cNvPr>
          <p:cNvSpPr/>
          <p:nvPr/>
        </p:nvSpPr>
        <p:spPr>
          <a:xfrm>
            <a:off x="1184880" y="1375117"/>
            <a:ext cx="334306" cy="498738"/>
          </a:xfrm>
          <a:custGeom>
            <a:avLst/>
            <a:gdLst>
              <a:gd name="csX0" fmla="*/ 247743 w 334306"/>
              <a:gd name="csY0" fmla="*/ 496867 h 498738"/>
              <a:gd name="csX1" fmla="*/ 240505 w 334306"/>
              <a:gd name="csY1" fmla="*/ 493884 h 498738"/>
              <a:gd name="csX2" fmla="*/ 219827 w 334306"/>
              <a:gd name="csY2" fmla="*/ 476477 h 498738"/>
              <a:gd name="csX3" fmla="*/ 204292 w 334306"/>
              <a:gd name="csY3" fmla="*/ 470138 h 498738"/>
              <a:gd name="csX4" fmla="*/ 191180 w 334306"/>
              <a:gd name="csY4" fmla="*/ 465927 h 498738"/>
              <a:gd name="csX5" fmla="*/ 185245 w 334306"/>
              <a:gd name="csY5" fmla="*/ 460255 h 498738"/>
              <a:gd name="csX6" fmla="*/ 179372 w 334306"/>
              <a:gd name="csY6" fmla="*/ 456383 h 498738"/>
              <a:gd name="csX7" fmla="*/ 119384 w 334306"/>
              <a:gd name="csY7" fmla="*/ 437991 h 498738"/>
              <a:gd name="csX8" fmla="*/ 89617 w 334306"/>
              <a:gd name="csY8" fmla="*/ 463480 h 498738"/>
              <a:gd name="csX9" fmla="*/ 81270 w 334306"/>
              <a:gd name="csY9" fmla="*/ 471310 h 498738"/>
              <a:gd name="csX10" fmla="*/ 65769 w 334306"/>
              <a:gd name="csY10" fmla="*/ 466800 h 498738"/>
              <a:gd name="csX11" fmla="*/ 41569 w 334306"/>
              <a:gd name="csY11" fmla="*/ 444771 h 498738"/>
              <a:gd name="csX12" fmla="*/ 29063 w 334306"/>
              <a:gd name="csY12" fmla="*/ 422183 h 498738"/>
              <a:gd name="csX13" fmla="*/ 35486 w 334306"/>
              <a:gd name="csY13" fmla="*/ 420247 h 498738"/>
              <a:gd name="csX14" fmla="*/ 36311 w 334306"/>
              <a:gd name="csY14" fmla="*/ 410716 h 498738"/>
              <a:gd name="csX15" fmla="*/ 30682 w 334306"/>
              <a:gd name="csY15" fmla="*/ 404725 h 498738"/>
              <a:gd name="csX16" fmla="*/ 36945 w 334306"/>
              <a:gd name="csY16" fmla="*/ 393771 h 498738"/>
              <a:gd name="csX17" fmla="*/ 44969 w 334306"/>
              <a:gd name="csY17" fmla="*/ 363455 h 498738"/>
              <a:gd name="csX18" fmla="*/ 48481 w 334306"/>
              <a:gd name="csY18" fmla="*/ 335841 h 498738"/>
              <a:gd name="csX19" fmla="*/ 28755 w 334306"/>
              <a:gd name="csY19" fmla="*/ 300210 h 498738"/>
              <a:gd name="csX20" fmla="*/ 9477 w 334306"/>
              <a:gd name="csY20" fmla="*/ 236920 h 498738"/>
              <a:gd name="csX21" fmla="*/ 0 w 334306"/>
              <a:gd name="csY21" fmla="*/ 183956 h 498738"/>
              <a:gd name="csX22" fmla="*/ 8603 w 334306"/>
              <a:gd name="csY22" fmla="*/ 171093 h 498738"/>
              <a:gd name="csX23" fmla="*/ 19247 w 334306"/>
              <a:gd name="csY23" fmla="*/ 157370 h 498738"/>
              <a:gd name="csX24" fmla="*/ 21288 w 334306"/>
              <a:gd name="csY24" fmla="*/ 154226 h 498738"/>
              <a:gd name="csX25" fmla="*/ 42935 w 334306"/>
              <a:gd name="csY25" fmla="*/ 118946 h 498738"/>
              <a:gd name="csX26" fmla="*/ 66467 w 334306"/>
              <a:gd name="csY26" fmla="*/ 79496 h 498738"/>
              <a:gd name="csX27" fmla="*/ 76541 w 334306"/>
              <a:gd name="csY27" fmla="*/ 65175 h 498738"/>
              <a:gd name="csX28" fmla="*/ 97572 w 334306"/>
              <a:gd name="csY28" fmla="*/ 34163 h 498738"/>
              <a:gd name="csX29" fmla="*/ 112627 w 334306"/>
              <a:gd name="csY29" fmla="*/ 9814 h 498738"/>
              <a:gd name="csX30" fmla="*/ 119648 w 334306"/>
              <a:gd name="csY30" fmla="*/ 4329 h 498738"/>
              <a:gd name="csX31" fmla="*/ 132858 w 334306"/>
              <a:gd name="csY31" fmla="*/ 713 h 498738"/>
              <a:gd name="csX32" fmla="*/ 193546 w 334306"/>
              <a:gd name="csY32" fmla="*/ 5578 h 498738"/>
              <a:gd name="csX33" fmla="*/ 220060 w 334306"/>
              <a:gd name="csY33" fmla="*/ 20523 h 498738"/>
              <a:gd name="csX34" fmla="*/ 224578 w 334306"/>
              <a:gd name="csY34" fmla="*/ 25298 h 498738"/>
              <a:gd name="csX35" fmla="*/ 221567 w 334306"/>
              <a:gd name="csY35" fmla="*/ 31335 h 498738"/>
              <a:gd name="csX36" fmla="*/ 217338 w 334306"/>
              <a:gd name="csY36" fmla="*/ 39397 h 498738"/>
              <a:gd name="csX37" fmla="*/ 222891 w 334306"/>
              <a:gd name="csY37" fmla="*/ 37878 h 498738"/>
              <a:gd name="csX38" fmla="*/ 225189 w 334306"/>
              <a:gd name="csY38" fmla="*/ 36902 h 498738"/>
              <a:gd name="csX39" fmla="*/ 234581 w 334306"/>
              <a:gd name="csY39" fmla="*/ 40152 h 498738"/>
              <a:gd name="csX40" fmla="*/ 261177 w 334306"/>
              <a:gd name="csY40" fmla="*/ 57181 h 498738"/>
              <a:gd name="csX41" fmla="*/ 267817 w 334306"/>
              <a:gd name="csY41" fmla="*/ 67059 h 498738"/>
              <a:gd name="csX42" fmla="*/ 274280 w 334306"/>
              <a:gd name="csY42" fmla="*/ 79049 h 498738"/>
              <a:gd name="csX43" fmla="*/ 279443 w 334306"/>
              <a:gd name="csY43" fmla="*/ 91820 h 498738"/>
              <a:gd name="csX44" fmla="*/ 284596 w 334306"/>
              <a:gd name="csY44" fmla="*/ 105775 h 498738"/>
              <a:gd name="csX45" fmla="*/ 291417 w 334306"/>
              <a:gd name="csY45" fmla="*/ 120219 h 498738"/>
              <a:gd name="csX46" fmla="*/ 298659 w 334306"/>
              <a:gd name="csY46" fmla="*/ 133370 h 498738"/>
              <a:gd name="csX47" fmla="*/ 314425 w 334306"/>
              <a:gd name="csY47" fmla="*/ 156674 h 498738"/>
              <a:gd name="csX48" fmla="*/ 323321 w 334306"/>
              <a:gd name="csY48" fmla="*/ 164371 h 498738"/>
              <a:gd name="csX49" fmla="*/ 329277 w 334306"/>
              <a:gd name="csY49" fmla="*/ 172896 h 498738"/>
              <a:gd name="csX50" fmla="*/ 327346 w 334306"/>
              <a:gd name="csY50" fmla="*/ 203260 h 498738"/>
              <a:gd name="csX51" fmla="*/ 321564 w 334306"/>
              <a:gd name="csY51" fmla="*/ 208691 h 498738"/>
              <a:gd name="csX52" fmla="*/ 314839 w 334306"/>
              <a:gd name="csY52" fmla="*/ 201967 h 498738"/>
              <a:gd name="csX53" fmla="*/ 300945 w 334306"/>
              <a:gd name="csY53" fmla="*/ 198679 h 498738"/>
              <a:gd name="csX54" fmla="*/ 291854 w 334306"/>
              <a:gd name="csY54" fmla="*/ 213362 h 498738"/>
              <a:gd name="csX55" fmla="*/ 273477 w 334306"/>
              <a:gd name="csY55" fmla="*/ 233193 h 498738"/>
              <a:gd name="csX56" fmla="*/ 248561 w 334306"/>
              <a:gd name="csY56" fmla="*/ 258261 h 498738"/>
              <a:gd name="csX57" fmla="*/ 254757 w 334306"/>
              <a:gd name="csY57" fmla="*/ 265360 h 498738"/>
              <a:gd name="csX58" fmla="*/ 262758 w 334306"/>
              <a:gd name="csY58" fmla="*/ 262611 h 498738"/>
              <a:gd name="csX59" fmla="*/ 269300 w 334306"/>
              <a:gd name="csY59" fmla="*/ 264243 h 498738"/>
              <a:gd name="csX60" fmla="*/ 257492 w 334306"/>
              <a:gd name="csY60" fmla="*/ 300210 h 498738"/>
              <a:gd name="csX61" fmla="*/ 220205 w 334306"/>
              <a:gd name="csY61" fmla="*/ 329428 h 498738"/>
              <a:gd name="csX62" fmla="*/ 231476 w 334306"/>
              <a:gd name="csY62" fmla="*/ 344578 h 498738"/>
              <a:gd name="csX63" fmla="*/ 244540 w 334306"/>
              <a:gd name="csY63" fmla="*/ 369570 h 498738"/>
              <a:gd name="csX64" fmla="*/ 259568 w 334306"/>
              <a:gd name="csY64" fmla="*/ 400936 h 498738"/>
              <a:gd name="csX65" fmla="*/ 267812 w 334306"/>
              <a:gd name="csY65" fmla="*/ 410972 h 498738"/>
              <a:gd name="csX66" fmla="*/ 272980 w 334306"/>
              <a:gd name="csY66" fmla="*/ 418667 h 498738"/>
              <a:gd name="csX67" fmla="*/ 279745 w 334306"/>
              <a:gd name="csY67" fmla="*/ 423732 h 498738"/>
              <a:gd name="csX68" fmla="*/ 289553 w 334306"/>
              <a:gd name="csY68" fmla="*/ 427604 h 498738"/>
              <a:gd name="csX69" fmla="*/ 298277 w 334306"/>
              <a:gd name="csY69" fmla="*/ 431864 h 498738"/>
              <a:gd name="csX70" fmla="*/ 272913 w 334306"/>
              <a:gd name="csY70" fmla="*/ 433099 h 498738"/>
              <a:gd name="csX71" fmla="*/ 253686 w 334306"/>
              <a:gd name="csY71" fmla="*/ 440109 h 498738"/>
              <a:gd name="csX72" fmla="*/ 252360 w 334306"/>
              <a:gd name="csY72" fmla="*/ 461577 h 498738"/>
              <a:gd name="csX73" fmla="*/ 253346 w 334306"/>
              <a:gd name="csY73" fmla="*/ 468333 h 498738"/>
              <a:gd name="csX74" fmla="*/ 251680 w 334306"/>
              <a:gd name="csY74" fmla="*/ 476637 h 498738"/>
              <a:gd name="csX75" fmla="*/ 251259 w 334306"/>
              <a:gd name="csY75" fmla="*/ 491494 h 498738"/>
              <a:gd name="csX76" fmla="*/ 247743 w 334306"/>
              <a:gd name="csY76" fmla="*/ 496867 h 4987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Lst>
            <a:rect l="l" t="t" r="r" b="b"/>
            <a:pathLst>
              <a:path w="334306" h="498738">
                <a:moveTo>
                  <a:pt x="247743" y="496867"/>
                </a:moveTo>
                <a:cubicBezTo>
                  <a:pt x="246424" y="493506"/>
                  <a:pt x="244367" y="492659"/>
                  <a:pt x="240505" y="493884"/>
                </a:cubicBezTo>
                <a:cubicBezTo>
                  <a:pt x="234008" y="495946"/>
                  <a:pt x="224617" y="488040"/>
                  <a:pt x="219827" y="476477"/>
                </a:cubicBezTo>
                <a:cubicBezTo>
                  <a:pt x="216729" y="468997"/>
                  <a:pt x="216097" y="468739"/>
                  <a:pt x="204292" y="470138"/>
                </a:cubicBezTo>
                <a:cubicBezTo>
                  <a:pt x="193057" y="471468"/>
                  <a:pt x="191916" y="471102"/>
                  <a:pt x="191180" y="465927"/>
                </a:cubicBezTo>
                <a:cubicBezTo>
                  <a:pt x="190659" y="462266"/>
                  <a:pt x="188558" y="460258"/>
                  <a:pt x="185245" y="460255"/>
                </a:cubicBezTo>
                <a:cubicBezTo>
                  <a:pt x="182424" y="460253"/>
                  <a:pt x="179781" y="458510"/>
                  <a:pt x="179372" y="456383"/>
                </a:cubicBezTo>
                <a:cubicBezTo>
                  <a:pt x="178300" y="450818"/>
                  <a:pt x="133997" y="437235"/>
                  <a:pt x="119384" y="437991"/>
                </a:cubicBezTo>
                <a:cubicBezTo>
                  <a:pt x="99217" y="439035"/>
                  <a:pt x="100133" y="438251"/>
                  <a:pt x="89617" y="463480"/>
                </a:cubicBezTo>
                <a:cubicBezTo>
                  <a:pt x="85806" y="472621"/>
                  <a:pt x="84419" y="473923"/>
                  <a:pt x="81270" y="471310"/>
                </a:cubicBezTo>
                <a:cubicBezTo>
                  <a:pt x="79194" y="469587"/>
                  <a:pt x="72218" y="467557"/>
                  <a:pt x="65769" y="466800"/>
                </a:cubicBezTo>
                <a:cubicBezTo>
                  <a:pt x="54283" y="465451"/>
                  <a:pt x="53791" y="465003"/>
                  <a:pt x="41569" y="444771"/>
                </a:cubicBezTo>
                <a:cubicBezTo>
                  <a:pt x="34707" y="433413"/>
                  <a:pt x="29080" y="423248"/>
                  <a:pt x="29063" y="422183"/>
                </a:cubicBezTo>
                <a:cubicBezTo>
                  <a:pt x="29046" y="421119"/>
                  <a:pt x="31937" y="420247"/>
                  <a:pt x="35486" y="420247"/>
                </a:cubicBezTo>
                <a:cubicBezTo>
                  <a:pt x="43403" y="420247"/>
                  <a:pt x="43560" y="418433"/>
                  <a:pt x="36311" y="410716"/>
                </a:cubicBezTo>
                <a:lnTo>
                  <a:pt x="30682" y="404725"/>
                </a:lnTo>
                <a:lnTo>
                  <a:pt x="36945" y="393771"/>
                </a:lnTo>
                <a:cubicBezTo>
                  <a:pt x="41241" y="386255"/>
                  <a:pt x="43760" y="376739"/>
                  <a:pt x="44969" y="363455"/>
                </a:cubicBezTo>
                <a:cubicBezTo>
                  <a:pt x="45939" y="352807"/>
                  <a:pt x="47519" y="340381"/>
                  <a:pt x="48481" y="335841"/>
                </a:cubicBezTo>
                <a:cubicBezTo>
                  <a:pt x="50445" y="326577"/>
                  <a:pt x="45773" y="318139"/>
                  <a:pt x="28755" y="300210"/>
                </a:cubicBezTo>
                <a:cubicBezTo>
                  <a:pt x="18993" y="289925"/>
                  <a:pt x="18916" y="289673"/>
                  <a:pt x="9477" y="236920"/>
                </a:cubicBezTo>
                <a:lnTo>
                  <a:pt x="0" y="183956"/>
                </a:lnTo>
                <a:lnTo>
                  <a:pt x="8603" y="171093"/>
                </a:lnTo>
                <a:cubicBezTo>
                  <a:pt x="13334" y="164019"/>
                  <a:pt x="18124" y="157843"/>
                  <a:pt x="19247" y="157370"/>
                </a:cubicBezTo>
                <a:cubicBezTo>
                  <a:pt x="20370" y="156896"/>
                  <a:pt x="21288" y="155482"/>
                  <a:pt x="21288" y="154226"/>
                </a:cubicBezTo>
                <a:cubicBezTo>
                  <a:pt x="21288" y="152970"/>
                  <a:pt x="31029" y="137094"/>
                  <a:pt x="42935" y="118946"/>
                </a:cubicBezTo>
                <a:cubicBezTo>
                  <a:pt x="54840" y="100798"/>
                  <a:pt x="65430" y="83045"/>
                  <a:pt x="66467" y="79496"/>
                </a:cubicBezTo>
                <a:cubicBezTo>
                  <a:pt x="67505" y="75946"/>
                  <a:pt x="72038" y="69502"/>
                  <a:pt x="76541" y="65175"/>
                </a:cubicBezTo>
                <a:cubicBezTo>
                  <a:pt x="87950" y="54213"/>
                  <a:pt x="95497" y="43084"/>
                  <a:pt x="97572" y="34163"/>
                </a:cubicBezTo>
                <a:cubicBezTo>
                  <a:pt x="99599" y="25448"/>
                  <a:pt x="109249" y="9841"/>
                  <a:pt x="112627" y="9814"/>
                </a:cubicBezTo>
                <a:cubicBezTo>
                  <a:pt x="113880" y="9805"/>
                  <a:pt x="117040" y="7336"/>
                  <a:pt x="119648" y="4329"/>
                </a:cubicBezTo>
                <a:cubicBezTo>
                  <a:pt x="123477" y="-86"/>
                  <a:pt x="126019" y="-782"/>
                  <a:pt x="132858" y="713"/>
                </a:cubicBezTo>
                <a:cubicBezTo>
                  <a:pt x="141063" y="2507"/>
                  <a:pt x="160286" y="4048"/>
                  <a:pt x="193546" y="5578"/>
                </a:cubicBezTo>
                <a:cubicBezTo>
                  <a:pt x="210737" y="6368"/>
                  <a:pt x="220060" y="11623"/>
                  <a:pt x="220060" y="20523"/>
                </a:cubicBezTo>
                <a:cubicBezTo>
                  <a:pt x="220060" y="23333"/>
                  <a:pt x="221912" y="25291"/>
                  <a:pt x="224578" y="25298"/>
                </a:cubicBezTo>
                <a:cubicBezTo>
                  <a:pt x="228025" y="25308"/>
                  <a:pt x="227313" y="26737"/>
                  <a:pt x="221567" y="31335"/>
                </a:cubicBezTo>
                <a:cubicBezTo>
                  <a:pt x="216052" y="35748"/>
                  <a:pt x="214921" y="37903"/>
                  <a:pt x="217338" y="39397"/>
                </a:cubicBezTo>
                <a:cubicBezTo>
                  <a:pt x="219279" y="40596"/>
                  <a:pt x="221565" y="39971"/>
                  <a:pt x="222891" y="37878"/>
                </a:cubicBezTo>
                <a:cubicBezTo>
                  <a:pt x="224130" y="35921"/>
                  <a:pt x="225164" y="35482"/>
                  <a:pt x="225189" y="36902"/>
                </a:cubicBezTo>
                <a:cubicBezTo>
                  <a:pt x="225213" y="38322"/>
                  <a:pt x="229440" y="39784"/>
                  <a:pt x="234581" y="40152"/>
                </a:cubicBezTo>
                <a:cubicBezTo>
                  <a:pt x="243367" y="40781"/>
                  <a:pt x="260731" y="51899"/>
                  <a:pt x="261177" y="57181"/>
                </a:cubicBezTo>
                <a:cubicBezTo>
                  <a:pt x="261279" y="58396"/>
                  <a:pt x="264267" y="62841"/>
                  <a:pt x="267817" y="67059"/>
                </a:cubicBezTo>
                <a:cubicBezTo>
                  <a:pt x="271366" y="71278"/>
                  <a:pt x="274275" y="76673"/>
                  <a:pt x="274280" y="79049"/>
                </a:cubicBezTo>
                <a:cubicBezTo>
                  <a:pt x="274285" y="81424"/>
                  <a:pt x="276609" y="87172"/>
                  <a:pt x="279443" y="91820"/>
                </a:cubicBezTo>
                <a:cubicBezTo>
                  <a:pt x="282277" y="96469"/>
                  <a:pt x="284596" y="102748"/>
                  <a:pt x="284596" y="105775"/>
                </a:cubicBezTo>
                <a:cubicBezTo>
                  <a:pt x="284596" y="108801"/>
                  <a:pt x="287666" y="115301"/>
                  <a:pt x="291417" y="120219"/>
                </a:cubicBezTo>
                <a:cubicBezTo>
                  <a:pt x="295169" y="125138"/>
                  <a:pt x="298428" y="131056"/>
                  <a:pt x="298659" y="133370"/>
                </a:cubicBezTo>
                <a:cubicBezTo>
                  <a:pt x="299477" y="141547"/>
                  <a:pt x="305637" y="150653"/>
                  <a:pt x="314425" y="156674"/>
                </a:cubicBezTo>
                <a:cubicBezTo>
                  <a:pt x="319316" y="160026"/>
                  <a:pt x="323320" y="163489"/>
                  <a:pt x="323321" y="164371"/>
                </a:cubicBezTo>
                <a:cubicBezTo>
                  <a:pt x="323323" y="165253"/>
                  <a:pt x="326003" y="169089"/>
                  <a:pt x="329277" y="172896"/>
                </a:cubicBezTo>
                <a:cubicBezTo>
                  <a:pt x="336682" y="181505"/>
                  <a:pt x="335803" y="195314"/>
                  <a:pt x="327346" y="203260"/>
                </a:cubicBezTo>
                <a:lnTo>
                  <a:pt x="321564" y="208691"/>
                </a:lnTo>
                <a:lnTo>
                  <a:pt x="314839" y="201967"/>
                </a:lnTo>
                <a:cubicBezTo>
                  <a:pt x="308661" y="195789"/>
                  <a:pt x="307532" y="195522"/>
                  <a:pt x="300945" y="198679"/>
                </a:cubicBezTo>
                <a:cubicBezTo>
                  <a:pt x="295346" y="201363"/>
                  <a:pt x="293353" y="204582"/>
                  <a:pt x="291854" y="213362"/>
                </a:cubicBezTo>
                <a:cubicBezTo>
                  <a:pt x="289357" y="227993"/>
                  <a:pt x="286547" y="231025"/>
                  <a:pt x="273477" y="233193"/>
                </a:cubicBezTo>
                <a:cubicBezTo>
                  <a:pt x="260663" y="235319"/>
                  <a:pt x="248722" y="247333"/>
                  <a:pt x="248561" y="258261"/>
                </a:cubicBezTo>
                <a:cubicBezTo>
                  <a:pt x="248475" y="264096"/>
                  <a:pt x="249579" y="265360"/>
                  <a:pt x="254757" y="265360"/>
                </a:cubicBezTo>
                <a:cubicBezTo>
                  <a:pt x="258223" y="265360"/>
                  <a:pt x="261823" y="264123"/>
                  <a:pt x="262758" y="262611"/>
                </a:cubicBezTo>
                <a:cubicBezTo>
                  <a:pt x="263872" y="260808"/>
                  <a:pt x="266124" y="261370"/>
                  <a:pt x="269300" y="264243"/>
                </a:cubicBezTo>
                <a:cubicBezTo>
                  <a:pt x="279445" y="273424"/>
                  <a:pt x="270651" y="300210"/>
                  <a:pt x="257492" y="300210"/>
                </a:cubicBezTo>
                <a:cubicBezTo>
                  <a:pt x="250513" y="300210"/>
                  <a:pt x="220446" y="323770"/>
                  <a:pt x="220205" y="329428"/>
                </a:cubicBezTo>
                <a:cubicBezTo>
                  <a:pt x="220125" y="331300"/>
                  <a:pt x="225197" y="338118"/>
                  <a:pt x="231476" y="344578"/>
                </a:cubicBezTo>
                <a:cubicBezTo>
                  <a:pt x="241029" y="354406"/>
                  <a:pt x="243162" y="358486"/>
                  <a:pt x="244540" y="369570"/>
                </a:cubicBezTo>
                <a:cubicBezTo>
                  <a:pt x="246852" y="388171"/>
                  <a:pt x="250097" y="394944"/>
                  <a:pt x="259568" y="400936"/>
                </a:cubicBezTo>
                <a:cubicBezTo>
                  <a:pt x="264099" y="403804"/>
                  <a:pt x="267809" y="408320"/>
                  <a:pt x="267812" y="410972"/>
                </a:cubicBezTo>
                <a:cubicBezTo>
                  <a:pt x="267815" y="413625"/>
                  <a:pt x="270140" y="417087"/>
                  <a:pt x="272980" y="418667"/>
                </a:cubicBezTo>
                <a:cubicBezTo>
                  <a:pt x="275819" y="420246"/>
                  <a:pt x="278864" y="422525"/>
                  <a:pt x="279745" y="423732"/>
                </a:cubicBezTo>
                <a:cubicBezTo>
                  <a:pt x="280626" y="424939"/>
                  <a:pt x="285040" y="426681"/>
                  <a:pt x="289553" y="427604"/>
                </a:cubicBezTo>
                <a:cubicBezTo>
                  <a:pt x="294067" y="428527"/>
                  <a:pt x="297992" y="430444"/>
                  <a:pt x="298277" y="431864"/>
                </a:cubicBezTo>
                <a:cubicBezTo>
                  <a:pt x="299018" y="435562"/>
                  <a:pt x="277163" y="436626"/>
                  <a:pt x="272913" y="433099"/>
                </a:cubicBezTo>
                <a:cubicBezTo>
                  <a:pt x="268101" y="429105"/>
                  <a:pt x="260026" y="432049"/>
                  <a:pt x="253686" y="440109"/>
                </a:cubicBezTo>
                <a:cubicBezTo>
                  <a:pt x="247489" y="447987"/>
                  <a:pt x="246928" y="457069"/>
                  <a:pt x="252360" y="461577"/>
                </a:cubicBezTo>
                <a:cubicBezTo>
                  <a:pt x="255321" y="464035"/>
                  <a:pt x="255560" y="465666"/>
                  <a:pt x="253346" y="468333"/>
                </a:cubicBezTo>
                <a:cubicBezTo>
                  <a:pt x="251741" y="470267"/>
                  <a:pt x="250992" y="474004"/>
                  <a:pt x="251680" y="476637"/>
                </a:cubicBezTo>
                <a:cubicBezTo>
                  <a:pt x="252369" y="479271"/>
                  <a:pt x="252179" y="485956"/>
                  <a:pt x="251259" y="491494"/>
                </a:cubicBezTo>
                <a:cubicBezTo>
                  <a:pt x="249997" y="499087"/>
                  <a:pt x="249133" y="500409"/>
                  <a:pt x="247743" y="496867"/>
                </a:cubicBezTo>
                <a:close/>
              </a:path>
            </a:pathLst>
          </a:custGeom>
          <a:solidFill>
            <a:srgbClr val="B9B9B9"/>
          </a:solidFill>
          <a:ln w="5163" cap="flat">
            <a:noFill/>
            <a:prstDash val="solid"/>
            <a:miter/>
          </a:ln>
        </p:spPr>
        <p:txBody>
          <a:bodyPr/>
          <a:lstStyle/>
          <a:p>
            <a:endParaRPr lang="es-419" noProof="0" dirty="0"/>
          </a:p>
        </p:txBody>
      </p:sp>
      <p:grpSp>
        <p:nvGrpSpPr>
          <p:cNvPr id="57" name="Gráfico 39">
            <a:extLst>
              <a:ext uri="{FF2B5EF4-FFF2-40B4-BE49-F238E27FC236}">
                <a16:creationId xmlns:a16="http://schemas.microsoft.com/office/drawing/2014/main" id="{C67C8186-58E3-EC8F-4F4A-B09C656005EF}"/>
              </a:ext>
            </a:extLst>
          </p:cNvPr>
          <p:cNvGrpSpPr/>
          <p:nvPr/>
        </p:nvGrpSpPr>
        <p:grpSpPr>
          <a:xfrm>
            <a:off x="726816" y="1624037"/>
            <a:ext cx="321478" cy="429471"/>
            <a:chOff x="726816" y="1624037"/>
            <a:chExt cx="321478" cy="429471"/>
          </a:xfrm>
          <a:solidFill>
            <a:srgbClr val="B9B9B9"/>
          </a:solidFill>
        </p:grpSpPr>
        <p:sp>
          <p:nvSpPr>
            <p:cNvPr id="58" name="Forma libre: forma 57">
              <a:extLst>
                <a:ext uri="{FF2B5EF4-FFF2-40B4-BE49-F238E27FC236}">
                  <a16:creationId xmlns:a16="http://schemas.microsoft.com/office/drawing/2014/main" id="{C0234883-E470-F04F-2BD0-C14BBE20183C}"/>
                </a:ext>
              </a:extLst>
            </p:cNvPr>
            <p:cNvSpPr/>
            <p:nvPr/>
          </p:nvSpPr>
          <p:spPr>
            <a:xfrm>
              <a:off x="726816" y="1624037"/>
              <a:ext cx="321478" cy="429471"/>
            </a:xfrm>
            <a:custGeom>
              <a:avLst/>
              <a:gdLst>
                <a:gd name="csX0" fmla="*/ 298651 w 321478"/>
                <a:gd name="csY0" fmla="*/ 424657 h 429471"/>
                <a:gd name="csX1" fmla="*/ 285240 w 321478"/>
                <a:gd name="csY1" fmla="*/ 406239 h 429471"/>
                <a:gd name="csX2" fmla="*/ 285795 w 321478"/>
                <a:gd name="csY2" fmla="*/ 410173 h 429471"/>
                <a:gd name="csX3" fmla="*/ 287678 w 321478"/>
                <a:gd name="csY3" fmla="*/ 415491 h 429471"/>
                <a:gd name="csX4" fmla="*/ 268647 w 321478"/>
                <a:gd name="csY4" fmla="*/ 394065 h 429471"/>
                <a:gd name="csX5" fmla="*/ 249603 w 321478"/>
                <a:gd name="csY5" fmla="*/ 371546 h 429471"/>
                <a:gd name="csX6" fmla="*/ 255246 w 321478"/>
                <a:gd name="csY6" fmla="*/ 382701 h 429471"/>
                <a:gd name="csX7" fmla="*/ 260888 w 321478"/>
                <a:gd name="csY7" fmla="*/ 392041 h 429471"/>
                <a:gd name="csX8" fmla="*/ 254982 w 321478"/>
                <a:gd name="csY8" fmla="*/ 386884 h 429471"/>
                <a:gd name="csX9" fmla="*/ 245088 w 321478"/>
                <a:gd name="csY9" fmla="*/ 373977 h 429471"/>
                <a:gd name="csX10" fmla="*/ 227283 w 321478"/>
                <a:gd name="csY10" fmla="*/ 350451 h 429471"/>
                <a:gd name="csX11" fmla="*/ 213463 w 321478"/>
                <a:gd name="csY11" fmla="*/ 331266 h 429471"/>
                <a:gd name="csX12" fmla="*/ 191325 w 321478"/>
                <a:gd name="csY12" fmla="*/ 295282 h 429471"/>
                <a:gd name="csX13" fmla="*/ 182351 w 321478"/>
                <a:gd name="csY13" fmla="*/ 288640 h 429471"/>
                <a:gd name="csX14" fmla="*/ 181003 w 321478"/>
                <a:gd name="csY14" fmla="*/ 283904 h 429471"/>
                <a:gd name="csX15" fmla="*/ 179966 w 321478"/>
                <a:gd name="csY15" fmla="*/ 277802 h 429471"/>
                <a:gd name="csX16" fmla="*/ 170951 w 321478"/>
                <a:gd name="csY16" fmla="*/ 271038 h 429471"/>
                <a:gd name="csX17" fmla="*/ 164513 w 321478"/>
                <a:gd name="csY17" fmla="*/ 268249 h 429471"/>
                <a:gd name="csX18" fmla="*/ 156542 w 321478"/>
                <a:gd name="csY18" fmla="*/ 264259 h 429471"/>
                <a:gd name="csX19" fmla="*/ 146588 w 321478"/>
                <a:gd name="csY19" fmla="*/ 257160 h 429471"/>
                <a:gd name="csX20" fmla="*/ 135566 w 321478"/>
                <a:gd name="csY20" fmla="*/ 244331 h 429471"/>
                <a:gd name="csX21" fmla="*/ 140198 w 321478"/>
                <a:gd name="csY21" fmla="*/ 240806 h 429471"/>
                <a:gd name="csX22" fmla="*/ 149956 w 321478"/>
                <a:gd name="csY22" fmla="*/ 243611 h 429471"/>
                <a:gd name="csX23" fmla="*/ 139967 w 321478"/>
                <a:gd name="csY23" fmla="*/ 232769 h 429471"/>
                <a:gd name="csX24" fmla="*/ 129672 w 321478"/>
                <a:gd name="csY24" fmla="*/ 230788 h 429471"/>
                <a:gd name="csX25" fmla="*/ 122631 w 321478"/>
                <a:gd name="csY25" fmla="*/ 229456 h 429471"/>
                <a:gd name="csX26" fmla="*/ 114075 w 321478"/>
                <a:gd name="csY26" fmla="*/ 225535 h 429471"/>
                <a:gd name="csX27" fmla="*/ 112561 w 321478"/>
                <a:gd name="csY27" fmla="*/ 210989 h 429471"/>
                <a:gd name="csX28" fmla="*/ 113046 w 321478"/>
                <a:gd name="csY28" fmla="*/ 198950 h 429471"/>
                <a:gd name="csX29" fmla="*/ 110205 w 321478"/>
                <a:gd name="csY29" fmla="*/ 203079 h 429471"/>
                <a:gd name="csX30" fmla="*/ 107624 w 321478"/>
                <a:gd name="csY30" fmla="*/ 210049 h 429471"/>
                <a:gd name="csX31" fmla="*/ 105042 w 321478"/>
                <a:gd name="csY31" fmla="*/ 205992 h 429471"/>
                <a:gd name="csX32" fmla="*/ 101146 w 321478"/>
                <a:gd name="csY32" fmla="*/ 198040 h 429471"/>
                <a:gd name="csX33" fmla="*/ 106495 w 321478"/>
                <a:gd name="csY33" fmla="*/ 192040 h 429471"/>
                <a:gd name="csX34" fmla="*/ 110185 w 321478"/>
                <a:gd name="csY34" fmla="*/ 189360 h 429471"/>
                <a:gd name="csX35" fmla="*/ 105416 w 321478"/>
                <a:gd name="csY35" fmla="*/ 184234 h 429471"/>
                <a:gd name="csX36" fmla="*/ 94806 w 321478"/>
                <a:gd name="csY36" fmla="*/ 176570 h 429471"/>
                <a:gd name="csX37" fmla="*/ 84222 w 321478"/>
                <a:gd name="csY37" fmla="*/ 170141 h 429471"/>
                <a:gd name="csX38" fmla="*/ 77400 w 321478"/>
                <a:gd name="csY38" fmla="*/ 165246 h 429471"/>
                <a:gd name="csX39" fmla="*/ 66830 w 321478"/>
                <a:gd name="csY39" fmla="*/ 157291 h 429471"/>
                <a:gd name="csX40" fmla="*/ 62321 w 321478"/>
                <a:gd name="csY40" fmla="*/ 153462 h 429471"/>
                <a:gd name="csX41" fmla="*/ 58487 w 321478"/>
                <a:gd name="csY41" fmla="*/ 146011 h 429471"/>
                <a:gd name="csX42" fmla="*/ 53413 w 321478"/>
                <a:gd name="csY42" fmla="*/ 136585 h 429471"/>
                <a:gd name="csX43" fmla="*/ 46519 w 321478"/>
                <a:gd name="csY43" fmla="*/ 136694 h 429471"/>
                <a:gd name="csX44" fmla="*/ 42767 w 321478"/>
                <a:gd name="csY44" fmla="*/ 137339 h 429471"/>
                <a:gd name="csX45" fmla="*/ 40545 w 321478"/>
                <a:gd name="csY45" fmla="*/ 138358 h 429471"/>
                <a:gd name="csX46" fmla="*/ 34194 w 321478"/>
                <a:gd name="csY46" fmla="*/ 139945 h 429471"/>
                <a:gd name="csX47" fmla="*/ 30312 w 321478"/>
                <a:gd name="csY47" fmla="*/ 128691 h 429471"/>
                <a:gd name="csX48" fmla="*/ 32982 w 321478"/>
                <a:gd name="csY48" fmla="*/ 121125 h 429471"/>
                <a:gd name="csX49" fmla="*/ 29550 w 321478"/>
                <a:gd name="csY49" fmla="*/ 122878 h 429471"/>
                <a:gd name="csX50" fmla="*/ 21151 w 321478"/>
                <a:gd name="csY50" fmla="*/ 122752 h 429471"/>
                <a:gd name="csX51" fmla="*/ 17154 w 321478"/>
                <a:gd name="csY51" fmla="*/ 123427 h 429471"/>
                <a:gd name="csX52" fmla="*/ 6342 w 321478"/>
                <a:gd name="csY52" fmla="*/ 119543 h 429471"/>
                <a:gd name="csX53" fmla="*/ 4365 w 321478"/>
                <a:gd name="csY53" fmla="*/ 113226 h 429471"/>
                <a:gd name="csX54" fmla="*/ 10819 w 321478"/>
                <a:gd name="csY54" fmla="*/ 114808 h 429471"/>
                <a:gd name="csX55" fmla="*/ 4707 w 321478"/>
                <a:gd name="csY55" fmla="*/ 109494 h 429471"/>
                <a:gd name="csX56" fmla="*/ 1796 w 321478"/>
                <a:gd name="csY56" fmla="*/ 100322 h 429471"/>
                <a:gd name="csX57" fmla="*/ 1838 w 321478"/>
                <a:gd name="csY57" fmla="*/ 92658 h 429471"/>
                <a:gd name="csX58" fmla="*/ 4233 w 321478"/>
                <a:gd name="csY58" fmla="*/ 77378 h 429471"/>
                <a:gd name="csX59" fmla="*/ 13902 w 321478"/>
                <a:gd name="csY59" fmla="*/ 62490 h 429471"/>
                <a:gd name="csX60" fmla="*/ 16192 w 321478"/>
                <a:gd name="csY60" fmla="*/ 65508 h 429471"/>
                <a:gd name="csX61" fmla="*/ 14368 w 321478"/>
                <a:gd name="csY61" fmla="*/ 71941 h 429471"/>
                <a:gd name="csX62" fmla="*/ 19324 w 321478"/>
                <a:gd name="csY62" fmla="*/ 65780 h 429471"/>
                <a:gd name="csX63" fmla="*/ 24280 w 321478"/>
                <a:gd name="csY63" fmla="*/ 59619 h 429471"/>
                <a:gd name="csX64" fmla="*/ 25989 w 321478"/>
                <a:gd name="csY64" fmla="*/ 66426 h 429471"/>
                <a:gd name="csX65" fmla="*/ 30049 w 321478"/>
                <a:gd name="csY65" fmla="*/ 73232 h 429471"/>
                <a:gd name="csX66" fmla="*/ 30241 w 321478"/>
                <a:gd name="csY66" fmla="*/ 65700 h 429471"/>
                <a:gd name="csX67" fmla="*/ 47033 w 321478"/>
                <a:gd name="csY67" fmla="*/ 46164 h 429471"/>
                <a:gd name="csX68" fmla="*/ 89508 w 321478"/>
                <a:gd name="csY68" fmla="*/ 4943 h 429471"/>
                <a:gd name="csX69" fmla="*/ 99998 w 321478"/>
                <a:gd name="csY69" fmla="*/ 2688 h 429471"/>
                <a:gd name="csX70" fmla="*/ 114706 w 321478"/>
                <a:gd name="csY70" fmla="*/ 3716 h 429471"/>
                <a:gd name="csX71" fmla="*/ 123108 w 321478"/>
                <a:gd name="csY71" fmla="*/ 2764 h 429471"/>
                <a:gd name="csX72" fmla="*/ 137332 w 321478"/>
                <a:gd name="csY72" fmla="*/ 60759 h 429471"/>
                <a:gd name="csX73" fmla="*/ 159468 w 321478"/>
                <a:gd name="csY73" fmla="*/ 80313 h 429471"/>
                <a:gd name="csX74" fmla="*/ 174324 w 321478"/>
                <a:gd name="csY74" fmla="*/ 89973 h 429471"/>
                <a:gd name="csX75" fmla="*/ 184004 w 321478"/>
                <a:gd name="csY75" fmla="*/ 107383 h 429471"/>
                <a:gd name="csX76" fmla="*/ 190190 w 321478"/>
                <a:gd name="csY76" fmla="*/ 148735 h 429471"/>
                <a:gd name="csX77" fmla="*/ 191494 w 321478"/>
                <a:gd name="csY77" fmla="*/ 177131 h 429471"/>
                <a:gd name="csX78" fmla="*/ 195355 w 321478"/>
                <a:gd name="csY78" fmla="*/ 191824 h 429471"/>
                <a:gd name="csX79" fmla="*/ 205385 w 321478"/>
                <a:gd name="csY79" fmla="*/ 204731 h 429471"/>
                <a:gd name="csX80" fmla="*/ 224780 w 321478"/>
                <a:gd name="csY80" fmla="*/ 233927 h 429471"/>
                <a:gd name="csX81" fmla="*/ 251313 w 321478"/>
                <a:gd name="csY81" fmla="*/ 251602 h 429471"/>
                <a:gd name="csX82" fmla="*/ 265826 w 321478"/>
                <a:gd name="csY82" fmla="*/ 256119 h 429471"/>
                <a:gd name="csX83" fmla="*/ 280190 w 321478"/>
                <a:gd name="csY83" fmla="*/ 283901 h 429471"/>
                <a:gd name="csX84" fmla="*/ 287275 w 321478"/>
                <a:gd name="csY84" fmla="*/ 317016 h 429471"/>
                <a:gd name="csX85" fmla="*/ 290907 w 321478"/>
                <a:gd name="csY85" fmla="*/ 329217 h 429471"/>
                <a:gd name="csX86" fmla="*/ 293537 w 321478"/>
                <a:gd name="csY86" fmla="*/ 337861 h 429471"/>
                <a:gd name="csX87" fmla="*/ 302616 w 321478"/>
                <a:gd name="csY87" fmla="*/ 352211 h 429471"/>
                <a:gd name="csX88" fmla="*/ 314264 w 321478"/>
                <a:gd name="csY88" fmla="*/ 364936 h 429471"/>
                <a:gd name="csX89" fmla="*/ 319645 w 321478"/>
                <a:gd name="csY89" fmla="*/ 375951 h 429471"/>
                <a:gd name="csX90" fmla="*/ 316721 w 321478"/>
                <a:gd name="csY90" fmla="*/ 384238 h 429471"/>
                <a:gd name="csX91" fmla="*/ 312540 w 321478"/>
                <a:gd name="csY91" fmla="*/ 395571 h 429471"/>
                <a:gd name="csX92" fmla="*/ 312871 w 321478"/>
                <a:gd name="csY92" fmla="*/ 424954 h 429471"/>
                <a:gd name="csX93" fmla="*/ 306671 w 321478"/>
                <a:gd name="csY93" fmla="*/ 429472 h 429471"/>
                <a:gd name="csX94" fmla="*/ 298651 w 321478"/>
                <a:gd name="csY94" fmla="*/ 424657 h 4294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321478" h="429471">
                  <a:moveTo>
                    <a:pt x="298651" y="424657"/>
                  </a:moveTo>
                  <a:cubicBezTo>
                    <a:pt x="298651" y="419121"/>
                    <a:pt x="289271" y="406239"/>
                    <a:pt x="285240" y="406239"/>
                  </a:cubicBezTo>
                  <a:cubicBezTo>
                    <a:pt x="283590" y="406239"/>
                    <a:pt x="283808" y="407778"/>
                    <a:pt x="285795" y="410173"/>
                  </a:cubicBezTo>
                  <a:cubicBezTo>
                    <a:pt x="287591" y="412337"/>
                    <a:pt x="288438" y="414730"/>
                    <a:pt x="287678" y="415491"/>
                  </a:cubicBezTo>
                  <a:cubicBezTo>
                    <a:pt x="285539" y="417629"/>
                    <a:pt x="270321" y="400495"/>
                    <a:pt x="268647" y="394065"/>
                  </a:cubicBezTo>
                  <a:cubicBezTo>
                    <a:pt x="267226" y="388605"/>
                    <a:pt x="249603" y="367767"/>
                    <a:pt x="249603" y="371546"/>
                  </a:cubicBezTo>
                  <a:cubicBezTo>
                    <a:pt x="249603" y="372545"/>
                    <a:pt x="252142" y="377564"/>
                    <a:pt x="255246" y="382701"/>
                  </a:cubicBezTo>
                  <a:lnTo>
                    <a:pt x="260888" y="392041"/>
                  </a:lnTo>
                  <a:lnTo>
                    <a:pt x="254982" y="386884"/>
                  </a:lnTo>
                  <a:cubicBezTo>
                    <a:pt x="251733" y="384048"/>
                    <a:pt x="247281" y="378240"/>
                    <a:pt x="245088" y="373977"/>
                  </a:cubicBezTo>
                  <a:cubicBezTo>
                    <a:pt x="242896" y="369714"/>
                    <a:pt x="234883" y="359128"/>
                    <a:pt x="227283" y="350451"/>
                  </a:cubicBezTo>
                  <a:cubicBezTo>
                    <a:pt x="219682" y="341775"/>
                    <a:pt x="213463" y="333142"/>
                    <a:pt x="213463" y="331266"/>
                  </a:cubicBezTo>
                  <a:cubicBezTo>
                    <a:pt x="213463" y="326133"/>
                    <a:pt x="194515" y="295333"/>
                    <a:pt x="191325" y="295282"/>
                  </a:cubicBezTo>
                  <a:cubicBezTo>
                    <a:pt x="189798" y="295257"/>
                    <a:pt x="185760" y="292268"/>
                    <a:pt x="182351" y="288640"/>
                  </a:cubicBezTo>
                  <a:cubicBezTo>
                    <a:pt x="177259" y="283219"/>
                    <a:pt x="177019" y="282375"/>
                    <a:pt x="181003" y="283904"/>
                  </a:cubicBezTo>
                  <a:cubicBezTo>
                    <a:pt x="185315" y="285558"/>
                    <a:pt x="185200" y="284882"/>
                    <a:pt x="179966" y="277802"/>
                  </a:cubicBezTo>
                  <a:cubicBezTo>
                    <a:pt x="176728" y="273422"/>
                    <a:pt x="172671" y="270378"/>
                    <a:pt x="170951" y="271038"/>
                  </a:cubicBezTo>
                  <a:cubicBezTo>
                    <a:pt x="169231" y="271698"/>
                    <a:pt x="166334" y="270443"/>
                    <a:pt x="164513" y="268249"/>
                  </a:cubicBezTo>
                  <a:cubicBezTo>
                    <a:pt x="162692" y="266054"/>
                    <a:pt x="159105" y="264259"/>
                    <a:pt x="156542" y="264259"/>
                  </a:cubicBezTo>
                  <a:cubicBezTo>
                    <a:pt x="153980" y="264259"/>
                    <a:pt x="149500" y="261065"/>
                    <a:pt x="146588" y="257160"/>
                  </a:cubicBezTo>
                  <a:cubicBezTo>
                    <a:pt x="143676" y="253256"/>
                    <a:pt x="138716" y="247482"/>
                    <a:pt x="135566" y="244331"/>
                  </a:cubicBezTo>
                  <a:cubicBezTo>
                    <a:pt x="127839" y="236597"/>
                    <a:pt x="131401" y="233886"/>
                    <a:pt x="140198" y="240806"/>
                  </a:cubicBezTo>
                  <a:cubicBezTo>
                    <a:pt x="145135" y="244689"/>
                    <a:pt x="148042" y="245525"/>
                    <a:pt x="149956" y="243611"/>
                  </a:cubicBezTo>
                  <a:cubicBezTo>
                    <a:pt x="154558" y="239009"/>
                    <a:pt x="147985" y="231874"/>
                    <a:pt x="139967" y="232769"/>
                  </a:cubicBezTo>
                  <a:cubicBezTo>
                    <a:pt x="136133" y="233196"/>
                    <a:pt x="131500" y="232305"/>
                    <a:pt x="129672" y="230788"/>
                  </a:cubicBezTo>
                  <a:cubicBezTo>
                    <a:pt x="127844" y="229271"/>
                    <a:pt x="124675" y="228672"/>
                    <a:pt x="122631" y="229456"/>
                  </a:cubicBezTo>
                  <a:cubicBezTo>
                    <a:pt x="120587" y="230241"/>
                    <a:pt x="116736" y="228476"/>
                    <a:pt x="114075" y="225535"/>
                  </a:cubicBezTo>
                  <a:cubicBezTo>
                    <a:pt x="109769" y="220777"/>
                    <a:pt x="109602" y="219173"/>
                    <a:pt x="112561" y="210989"/>
                  </a:cubicBezTo>
                  <a:cubicBezTo>
                    <a:pt x="114982" y="204297"/>
                    <a:pt x="115114" y="201018"/>
                    <a:pt x="113046" y="198950"/>
                  </a:cubicBezTo>
                  <a:cubicBezTo>
                    <a:pt x="110979" y="196883"/>
                    <a:pt x="110205" y="198007"/>
                    <a:pt x="110205" y="203079"/>
                  </a:cubicBezTo>
                  <a:cubicBezTo>
                    <a:pt x="110205" y="206912"/>
                    <a:pt x="109043" y="210049"/>
                    <a:pt x="107624" y="210049"/>
                  </a:cubicBezTo>
                  <a:cubicBezTo>
                    <a:pt x="106204" y="210049"/>
                    <a:pt x="105042" y="208223"/>
                    <a:pt x="105042" y="205992"/>
                  </a:cubicBezTo>
                  <a:cubicBezTo>
                    <a:pt x="105042" y="203761"/>
                    <a:pt x="103289" y="200182"/>
                    <a:pt x="101146" y="198040"/>
                  </a:cubicBezTo>
                  <a:cubicBezTo>
                    <a:pt x="95668" y="192562"/>
                    <a:pt x="98756" y="189098"/>
                    <a:pt x="106495" y="192040"/>
                  </a:cubicBezTo>
                  <a:cubicBezTo>
                    <a:pt x="112388" y="194281"/>
                    <a:pt x="112698" y="194056"/>
                    <a:pt x="110185" y="189360"/>
                  </a:cubicBezTo>
                  <a:cubicBezTo>
                    <a:pt x="108676" y="186541"/>
                    <a:pt x="106530" y="184234"/>
                    <a:pt x="105416" y="184234"/>
                  </a:cubicBezTo>
                  <a:cubicBezTo>
                    <a:pt x="104302" y="184234"/>
                    <a:pt x="99527" y="180785"/>
                    <a:pt x="94806" y="176570"/>
                  </a:cubicBezTo>
                  <a:cubicBezTo>
                    <a:pt x="90084" y="172354"/>
                    <a:pt x="85321" y="169461"/>
                    <a:pt x="84222" y="170141"/>
                  </a:cubicBezTo>
                  <a:cubicBezTo>
                    <a:pt x="83122" y="170820"/>
                    <a:pt x="80052" y="168617"/>
                    <a:pt x="77400" y="165246"/>
                  </a:cubicBezTo>
                  <a:cubicBezTo>
                    <a:pt x="74748" y="161874"/>
                    <a:pt x="69991" y="158294"/>
                    <a:pt x="66830" y="157291"/>
                  </a:cubicBezTo>
                  <a:cubicBezTo>
                    <a:pt x="63669" y="156287"/>
                    <a:pt x="61640" y="154564"/>
                    <a:pt x="62321" y="153462"/>
                  </a:cubicBezTo>
                  <a:cubicBezTo>
                    <a:pt x="63003" y="152359"/>
                    <a:pt x="61277" y="149007"/>
                    <a:pt x="58487" y="146011"/>
                  </a:cubicBezTo>
                  <a:cubicBezTo>
                    <a:pt x="55696" y="143016"/>
                    <a:pt x="53413" y="138774"/>
                    <a:pt x="53413" y="136585"/>
                  </a:cubicBezTo>
                  <a:cubicBezTo>
                    <a:pt x="53413" y="131375"/>
                    <a:pt x="48531" y="131452"/>
                    <a:pt x="46519" y="136694"/>
                  </a:cubicBezTo>
                  <a:cubicBezTo>
                    <a:pt x="45256" y="139986"/>
                    <a:pt x="44525" y="140111"/>
                    <a:pt x="42767" y="137339"/>
                  </a:cubicBezTo>
                  <a:cubicBezTo>
                    <a:pt x="41090" y="134693"/>
                    <a:pt x="40576" y="134929"/>
                    <a:pt x="40545" y="138358"/>
                  </a:cubicBezTo>
                  <a:cubicBezTo>
                    <a:pt x="40512" y="142152"/>
                    <a:pt x="39561" y="142390"/>
                    <a:pt x="34194" y="139945"/>
                  </a:cubicBezTo>
                  <a:cubicBezTo>
                    <a:pt x="25899" y="136165"/>
                    <a:pt x="24011" y="130691"/>
                    <a:pt x="30312" y="128691"/>
                  </a:cubicBezTo>
                  <a:cubicBezTo>
                    <a:pt x="35660" y="126994"/>
                    <a:pt x="36881" y="123535"/>
                    <a:pt x="32982" y="121125"/>
                  </a:cubicBezTo>
                  <a:cubicBezTo>
                    <a:pt x="31683" y="120322"/>
                    <a:pt x="30139" y="121111"/>
                    <a:pt x="29550" y="122878"/>
                  </a:cubicBezTo>
                  <a:cubicBezTo>
                    <a:pt x="28702" y="125423"/>
                    <a:pt x="26957" y="125397"/>
                    <a:pt x="21151" y="122752"/>
                  </a:cubicBezTo>
                  <a:cubicBezTo>
                    <a:pt x="14600" y="119767"/>
                    <a:pt x="14176" y="119839"/>
                    <a:pt x="17154" y="123427"/>
                  </a:cubicBezTo>
                  <a:cubicBezTo>
                    <a:pt x="23195" y="130706"/>
                    <a:pt x="15185" y="127829"/>
                    <a:pt x="6342" y="119543"/>
                  </a:cubicBezTo>
                  <a:cubicBezTo>
                    <a:pt x="-1702" y="112007"/>
                    <a:pt x="-1792" y="111717"/>
                    <a:pt x="4365" y="113226"/>
                  </a:cubicBezTo>
                  <a:lnTo>
                    <a:pt x="10819" y="114808"/>
                  </a:lnTo>
                  <a:lnTo>
                    <a:pt x="4707" y="109494"/>
                  </a:lnTo>
                  <a:cubicBezTo>
                    <a:pt x="-312" y="105131"/>
                    <a:pt x="-833" y="103490"/>
                    <a:pt x="1796" y="100322"/>
                  </a:cubicBezTo>
                  <a:cubicBezTo>
                    <a:pt x="4323" y="97278"/>
                    <a:pt x="4332" y="95662"/>
                    <a:pt x="1838" y="92658"/>
                  </a:cubicBezTo>
                  <a:cubicBezTo>
                    <a:pt x="-700" y="89600"/>
                    <a:pt x="-229" y="86595"/>
                    <a:pt x="4233" y="77378"/>
                  </a:cubicBezTo>
                  <a:cubicBezTo>
                    <a:pt x="7287" y="71068"/>
                    <a:pt x="11639" y="64368"/>
                    <a:pt x="13902" y="62490"/>
                  </a:cubicBezTo>
                  <a:cubicBezTo>
                    <a:pt x="17532" y="59477"/>
                    <a:pt x="17802" y="59833"/>
                    <a:pt x="16192" y="65508"/>
                  </a:cubicBezTo>
                  <a:lnTo>
                    <a:pt x="14368" y="71941"/>
                  </a:lnTo>
                  <a:lnTo>
                    <a:pt x="19324" y="65780"/>
                  </a:lnTo>
                  <a:lnTo>
                    <a:pt x="24280" y="59619"/>
                  </a:lnTo>
                  <a:lnTo>
                    <a:pt x="25989" y="66426"/>
                  </a:lnTo>
                  <a:cubicBezTo>
                    <a:pt x="26928" y="70169"/>
                    <a:pt x="28755" y="73232"/>
                    <a:pt x="30049" y="73232"/>
                  </a:cubicBezTo>
                  <a:cubicBezTo>
                    <a:pt x="31420" y="73232"/>
                    <a:pt x="31500" y="70091"/>
                    <a:pt x="30241" y="65700"/>
                  </a:cubicBezTo>
                  <a:cubicBezTo>
                    <a:pt x="28162" y="58450"/>
                    <a:pt x="28788" y="57720"/>
                    <a:pt x="47033" y="46164"/>
                  </a:cubicBezTo>
                  <a:cubicBezTo>
                    <a:pt x="66934" y="33559"/>
                    <a:pt x="85466" y="15573"/>
                    <a:pt x="89508" y="4943"/>
                  </a:cubicBezTo>
                  <a:cubicBezTo>
                    <a:pt x="91833" y="-1172"/>
                    <a:pt x="92131" y="-1236"/>
                    <a:pt x="99998" y="2688"/>
                  </a:cubicBezTo>
                  <a:cubicBezTo>
                    <a:pt x="106503" y="5933"/>
                    <a:pt x="109396" y="6135"/>
                    <a:pt x="114706" y="3716"/>
                  </a:cubicBezTo>
                  <a:cubicBezTo>
                    <a:pt x="118341" y="2059"/>
                    <a:pt x="122122" y="1631"/>
                    <a:pt x="123108" y="2764"/>
                  </a:cubicBezTo>
                  <a:cubicBezTo>
                    <a:pt x="125561" y="5583"/>
                    <a:pt x="135461" y="45948"/>
                    <a:pt x="137332" y="60759"/>
                  </a:cubicBezTo>
                  <a:cubicBezTo>
                    <a:pt x="139199" y="75538"/>
                    <a:pt x="141734" y="77777"/>
                    <a:pt x="159468" y="80313"/>
                  </a:cubicBezTo>
                  <a:cubicBezTo>
                    <a:pt x="172513" y="82178"/>
                    <a:pt x="173509" y="82826"/>
                    <a:pt x="174324" y="89973"/>
                  </a:cubicBezTo>
                  <a:cubicBezTo>
                    <a:pt x="174804" y="94187"/>
                    <a:pt x="179160" y="102021"/>
                    <a:pt x="184004" y="107383"/>
                  </a:cubicBezTo>
                  <a:cubicBezTo>
                    <a:pt x="193664" y="118075"/>
                    <a:pt x="194152" y="121338"/>
                    <a:pt x="190190" y="148735"/>
                  </a:cubicBezTo>
                  <a:cubicBezTo>
                    <a:pt x="188197" y="162515"/>
                    <a:pt x="188470" y="168448"/>
                    <a:pt x="191494" y="177131"/>
                  </a:cubicBezTo>
                  <a:cubicBezTo>
                    <a:pt x="193597" y="183167"/>
                    <a:pt x="195335" y="189779"/>
                    <a:pt x="195355" y="191824"/>
                  </a:cubicBezTo>
                  <a:cubicBezTo>
                    <a:pt x="195376" y="193868"/>
                    <a:pt x="199889" y="199676"/>
                    <a:pt x="205385" y="204731"/>
                  </a:cubicBezTo>
                  <a:cubicBezTo>
                    <a:pt x="211344" y="210212"/>
                    <a:pt x="219172" y="221995"/>
                    <a:pt x="224780" y="233927"/>
                  </a:cubicBezTo>
                  <a:cubicBezTo>
                    <a:pt x="234706" y="255043"/>
                    <a:pt x="236093" y="255967"/>
                    <a:pt x="251313" y="251602"/>
                  </a:cubicBezTo>
                  <a:cubicBezTo>
                    <a:pt x="258379" y="249575"/>
                    <a:pt x="260277" y="250166"/>
                    <a:pt x="265826" y="256119"/>
                  </a:cubicBezTo>
                  <a:cubicBezTo>
                    <a:pt x="272628" y="263417"/>
                    <a:pt x="281243" y="280080"/>
                    <a:pt x="280190" y="283901"/>
                  </a:cubicBezTo>
                  <a:cubicBezTo>
                    <a:pt x="278841" y="288796"/>
                    <a:pt x="283826" y="312090"/>
                    <a:pt x="287275" y="317016"/>
                  </a:cubicBezTo>
                  <a:cubicBezTo>
                    <a:pt x="289273" y="319867"/>
                    <a:pt x="290907" y="325358"/>
                    <a:pt x="290907" y="329217"/>
                  </a:cubicBezTo>
                  <a:cubicBezTo>
                    <a:pt x="290907" y="333077"/>
                    <a:pt x="292090" y="336967"/>
                    <a:pt x="293537" y="337861"/>
                  </a:cubicBezTo>
                  <a:cubicBezTo>
                    <a:pt x="294984" y="338755"/>
                    <a:pt x="299069" y="345213"/>
                    <a:pt x="302616" y="352211"/>
                  </a:cubicBezTo>
                  <a:cubicBezTo>
                    <a:pt x="307126" y="361111"/>
                    <a:pt x="310627" y="364936"/>
                    <a:pt x="314264" y="364936"/>
                  </a:cubicBezTo>
                  <a:cubicBezTo>
                    <a:pt x="320436" y="364936"/>
                    <a:pt x="323792" y="371805"/>
                    <a:pt x="319645" y="375951"/>
                  </a:cubicBezTo>
                  <a:cubicBezTo>
                    <a:pt x="318037" y="377560"/>
                    <a:pt x="316721" y="381289"/>
                    <a:pt x="316721" y="384238"/>
                  </a:cubicBezTo>
                  <a:cubicBezTo>
                    <a:pt x="316721" y="387188"/>
                    <a:pt x="314840" y="392287"/>
                    <a:pt x="312540" y="395571"/>
                  </a:cubicBezTo>
                  <a:cubicBezTo>
                    <a:pt x="308425" y="401445"/>
                    <a:pt x="308570" y="414286"/>
                    <a:pt x="312871" y="424954"/>
                  </a:cubicBezTo>
                  <a:cubicBezTo>
                    <a:pt x="314372" y="428678"/>
                    <a:pt x="313283" y="429472"/>
                    <a:pt x="306671" y="429472"/>
                  </a:cubicBezTo>
                  <a:cubicBezTo>
                    <a:pt x="300565" y="429472"/>
                    <a:pt x="298651" y="428323"/>
                    <a:pt x="298651" y="424657"/>
                  </a:cubicBezTo>
                  <a:close/>
                </a:path>
              </a:pathLst>
            </a:custGeom>
            <a:solidFill>
              <a:srgbClr val="B9B9B9"/>
            </a:solidFill>
            <a:ln w="5163" cap="flat">
              <a:noFill/>
              <a:prstDash val="solid"/>
              <a:miter/>
            </a:ln>
          </p:spPr>
          <p:txBody>
            <a:bodyPr/>
            <a:lstStyle/>
            <a:p>
              <a:endParaRPr lang="es-419" noProof="0" dirty="0"/>
            </a:p>
          </p:txBody>
        </p:sp>
        <p:sp>
          <p:nvSpPr>
            <p:cNvPr id="59" name="Forma libre: forma 58">
              <a:extLst>
                <a:ext uri="{FF2B5EF4-FFF2-40B4-BE49-F238E27FC236}">
                  <a16:creationId xmlns:a16="http://schemas.microsoft.com/office/drawing/2014/main" id="{A1E6DC8B-4F3B-CF9B-8A5D-437F66BC9F98}"/>
                </a:ext>
              </a:extLst>
            </p:cNvPr>
            <p:cNvSpPr/>
            <p:nvPr/>
          </p:nvSpPr>
          <p:spPr>
            <a:xfrm>
              <a:off x="812163" y="1806340"/>
              <a:ext cx="15955" cy="30179"/>
            </a:xfrm>
            <a:custGeom>
              <a:avLst/>
              <a:gdLst>
                <a:gd name="csX0" fmla="*/ 12859 w 15955"/>
                <a:gd name="csY0" fmla="*/ 27128 h 30179"/>
                <a:gd name="csX1" fmla="*/ 45 w 15955"/>
                <a:gd name="csY1" fmla="*/ 70 h 30179"/>
                <a:gd name="csX2" fmla="*/ 15145 w 15955"/>
                <a:gd name="csY2" fmla="*/ 24519 h 30179"/>
                <a:gd name="csX3" fmla="*/ 12859 w 15955"/>
                <a:gd name="csY3" fmla="*/ 27128 h 30179"/>
              </a:gdLst>
              <a:ahLst/>
              <a:cxnLst>
                <a:cxn ang="0">
                  <a:pos x="csX0" y="csY0"/>
                </a:cxn>
                <a:cxn ang="0">
                  <a:pos x="csX1" y="csY1"/>
                </a:cxn>
                <a:cxn ang="0">
                  <a:pos x="csX2" y="csY2"/>
                </a:cxn>
                <a:cxn ang="0">
                  <a:pos x="csX3" y="csY3"/>
                </a:cxn>
              </a:cxnLst>
              <a:rect l="l" t="t" r="r" b="b"/>
              <a:pathLst>
                <a:path w="15955" h="30179">
                  <a:moveTo>
                    <a:pt x="12859" y="27128"/>
                  </a:moveTo>
                  <a:cubicBezTo>
                    <a:pt x="8119" y="19457"/>
                    <a:pt x="-707" y="822"/>
                    <a:pt x="45" y="70"/>
                  </a:cubicBezTo>
                  <a:cubicBezTo>
                    <a:pt x="1430" y="-1315"/>
                    <a:pt x="13563" y="18330"/>
                    <a:pt x="15145" y="24519"/>
                  </a:cubicBezTo>
                  <a:cubicBezTo>
                    <a:pt x="16793" y="30962"/>
                    <a:pt x="15876" y="32008"/>
                    <a:pt x="12859" y="27128"/>
                  </a:cubicBezTo>
                  <a:close/>
                </a:path>
              </a:pathLst>
            </a:custGeom>
            <a:solidFill>
              <a:srgbClr val="B9B9B9"/>
            </a:solidFill>
            <a:ln w="5163" cap="flat">
              <a:noFill/>
              <a:prstDash val="solid"/>
              <a:miter/>
            </a:ln>
          </p:spPr>
          <p:txBody>
            <a:bodyPr/>
            <a:lstStyle/>
            <a:p>
              <a:endParaRPr lang="es-419" noProof="0" dirty="0"/>
            </a:p>
          </p:txBody>
        </p:sp>
      </p:grpSp>
      <p:sp>
        <p:nvSpPr>
          <p:cNvPr id="60" name="Forma libre: forma 59">
            <a:extLst>
              <a:ext uri="{FF2B5EF4-FFF2-40B4-BE49-F238E27FC236}">
                <a16:creationId xmlns:a16="http://schemas.microsoft.com/office/drawing/2014/main" id="{7F077988-02D4-2983-434B-2F7F3CC3134C}"/>
              </a:ext>
            </a:extLst>
          </p:cNvPr>
          <p:cNvSpPr/>
          <p:nvPr/>
        </p:nvSpPr>
        <p:spPr>
          <a:xfrm>
            <a:off x="781520" y="1178397"/>
            <a:ext cx="460893" cy="570101"/>
          </a:xfrm>
          <a:custGeom>
            <a:avLst/>
            <a:gdLst>
              <a:gd name="csX0" fmla="*/ 151660 w 460893"/>
              <a:gd name="csY0" fmla="*/ 568610 h 570101"/>
              <a:gd name="csX1" fmla="*/ 140689 w 460893"/>
              <a:gd name="csY1" fmla="*/ 563178 h 570101"/>
              <a:gd name="csX2" fmla="*/ 131877 w 460893"/>
              <a:gd name="csY2" fmla="*/ 549661 h 570101"/>
              <a:gd name="csX3" fmla="*/ 122196 w 460893"/>
              <a:gd name="csY3" fmla="*/ 532968 h 570101"/>
              <a:gd name="csX4" fmla="*/ 107130 w 460893"/>
              <a:gd name="csY4" fmla="*/ 523131 h 570101"/>
              <a:gd name="csX5" fmla="*/ 89869 w 460893"/>
              <a:gd name="csY5" fmla="*/ 518421 h 570101"/>
              <a:gd name="csX6" fmla="*/ 85076 w 460893"/>
              <a:gd name="csY6" fmla="*/ 501266 h 570101"/>
              <a:gd name="csX7" fmla="*/ 77677 w 460893"/>
              <a:gd name="csY7" fmla="*/ 465952 h 570101"/>
              <a:gd name="csX8" fmla="*/ 72006 w 460893"/>
              <a:gd name="csY8" fmla="*/ 445300 h 570101"/>
              <a:gd name="csX9" fmla="*/ 58957 w 460893"/>
              <a:gd name="csY9" fmla="*/ 446095 h 570101"/>
              <a:gd name="csX10" fmla="*/ 35144 w 460893"/>
              <a:gd name="csY10" fmla="*/ 436548 h 570101"/>
              <a:gd name="csX11" fmla="*/ 24381 w 460893"/>
              <a:gd name="csY11" fmla="*/ 426207 h 570101"/>
              <a:gd name="csX12" fmla="*/ 26114 w 460893"/>
              <a:gd name="csY12" fmla="*/ 405421 h 570101"/>
              <a:gd name="csX13" fmla="*/ 25165 w 460893"/>
              <a:gd name="csY13" fmla="*/ 384636 h 570101"/>
              <a:gd name="csX14" fmla="*/ 17520 w 460893"/>
              <a:gd name="csY14" fmla="*/ 374956 h 570101"/>
              <a:gd name="csX15" fmla="*/ 6475 w 460893"/>
              <a:gd name="csY15" fmla="*/ 353942 h 570101"/>
              <a:gd name="csX16" fmla="*/ 196 w 460893"/>
              <a:gd name="csY16" fmla="*/ 332000 h 570101"/>
              <a:gd name="csX17" fmla="*/ 0 w 460893"/>
              <a:gd name="csY17" fmla="*/ 321391 h 570101"/>
              <a:gd name="csX18" fmla="*/ 20006 w 460893"/>
              <a:gd name="csY18" fmla="*/ 322209 h 570101"/>
              <a:gd name="csX19" fmla="*/ 37306 w 460893"/>
              <a:gd name="csY19" fmla="*/ 304003 h 570101"/>
              <a:gd name="csX20" fmla="*/ 36933 w 460893"/>
              <a:gd name="csY20" fmla="*/ 289805 h 570101"/>
              <a:gd name="csX21" fmla="*/ 37690 w 460893"/>
              <a:gd name="csY21" fmla="*/ 253719 h 570101"/>
              <a:gd name="csX22" fmla="*/ 41303 w 460893"/>
              <a:gd name="csY22" fmla="*/ 221451 h 570101"/>
              <a:gd name="csX23" fmla="*/ 48412 w 460893"/>
              <a:gd name="csY23" fmla="*/ 202644 h 570101"/>
              <a:gd name="csX24" fmla="*/ 48257 w 460893"/>
              <a:gd name="csY24" fmla="*/ 124622 h 570101"/>
              <a:gd name="csX25" fmla="*/ 40464 w 460893"/>
              <a:gd name="csY25" fmla="*/ 83859 h 570101"/>
              <a:gd name="csX26" fmla="*/ 52830 w 460893"/>
              <a:gd name="csY26" fmla="*/ 45160 h 570101"/>
              <a:gd name="csX27" fmla="*/ 63246 w 460893"/>
              <a:gd name="csY27" fmla="*/ 46920 h 570101"/>
              <a:gd name="csX28" fmla="*/ 63246 w 460893"/>
              <a:gd name="csY28" fmla="*/ 23460 h 570101"/>
              <a:gd name="csX29" fmla="*/ 66672 w 460893"/>
              <a:gd name="csY29" fmla="*/ 0 h 570101"/>
              <a:gd name="csX30" fmla="*/ 126691 w 460893"/>
              <a:gd name="csY30" fmla="*/ 3798 h 570101"/>
              <a:gd name="csX31" fmla="*/ 203405 w 460893"/>
              <a:gd name="csY31" fmla="*/ 8311 h 570101"/>
              <a:gd name="csX32" fmla="*/ 223527 w 460893"/>
              <a:gd name="csY32" fmla="*/ 9026 h 570101"/>
              <a:gd name="csX33" fmla="*/ 229665 w 460893"/>
              <a:gd name="csY33" fmla="*/ 21938 h 570101"/>
              <a:gd name="csX34" fmla="*/ 254984 w 460893"/>
              <a:gd name="csY34" fmla="*/ 54210 h 570101"/>
              <a:gd name="csX35" fmla="*/ 267180 w 460893"/>
              <a:gd name="csY35" fmla="*/ 65624 h 570101"/>
              <a:gd name="csX36" fmla="*/ 283960 w 460893"/>
              <a:gd name="csY36" fmla="*/ 83994 h 570101"/>
              <a:gd name="csX37" fmla="*/ 300739 w 460893"/>
              <a:gd name="csY37" fmla="*/ 103278 h 570101"/>
              <a:gd name="csX38" fmla="*/ 307688 w 460893"/>
              <a:gd name="csY38" fmla="*/ 107024 h 570101"/>
              <a:gd name="csX39" fmla="*/ 338320 w 460893"/>
              <a:gd name="csY39" fmla="*/ 140082 h 570101"/>
              <a:gd name="csX40" fmla="*/ 345307 w 460893"/>
              <a:gd name="csY40" fmla="*/ 156757 h 570101"/>
              <a:gd name="csX41" fmla="*/ 350264 w 460893"/>
              <a:gd name="csY41" fmla="*/ 174757 h 570101"/>
              <a:gd name="csX42" fmla="*/ 353728 w 460893"/>
              <a:gd name="csY42" fmla="*/ 192882 h 570101"/>
              <a:gd name="csX43" fmla="*/ 357557 w 460893"/>
              <a:gd name="csY43" fmla="*/ 206186 h 570101"/>
              <a:gd name="csX44" fmla="*/ 373046 w 460893"/>
              <a:gd name="csY44" fmla="*/ 221653 h 570101"/>
              <a:gd name="csX45" fmla="*/ 388508 w 460893"/>
              <a:gd name="csY45" fmla="*/ 235073 h 570101"/>
              <a:gd name="csX46" fmla="*/ 408536 w 460893"/>
              <a:gd name="csY46" fmla="*/ 251563 h 570101"/>
              <a:gd name="csX47" fmla="*/ 419486 w 460893"/>
              <a:gd name="csY47" fmla="*/ 258145 h 570101"/>
              <a:gd name="csX48" fmla="*/ 429612 w 460893"/>
              <a:gd name="csY48" fmla="*/ 264555 h 570101"/>
              <a:gd name="csX49" fmla="*/ 440498 w 460893"/>
              <a:gd name="csY49" fmla="*/ 270196 h 570101"/>
              <a:gd name="csX50" fmla="*/ 458638 w 460893"/>
              <a:gd name="csY50" fmla="*/ 279871 h 570101"/>
              <a:gd name="csX51" fmla="*/ 433706 w 460893"/>
              <a:gd name="csY51" fmla="*/ 328123 h 570101"/>
              <a:gd name="csX52" fmla="*/ 401785 w 460893"/>
              <a:gd name="csY52" fmla="*/ 376892 h 570101"/>
              <a:gd name="csX53" fmla="*/ 408173 w 460893"/>
              <a:gd name="csY53" fmla="*/ 427230 h 570101"/>
              <a:gd name="csX54" fmla="*/ 407224 w 460893"/>
              <a:gd name="csY54" fmla="*/ 481463 h 570101"/>
              <a:gd name="csX55" fmla="*/ 357001 w 460893"/>
              <a:gd name="csY55" fmla="*/ 500599 h 570101"/>
              <a:gd name="csX56" fmla="*/ 339993 w 460893"/>
              <a:gd name="csY56" fmla="*/ 507393 h 570101"/>
              <a:gd name="csX57" fmla="*/ 315871 w 460893"/>
              <a:gd name="csY57" fmla="*/ 500146 h 570101"/>
              <a:gd name="csX58" fmla="*/ 305685 w 460893"/>
              <a:gd name="csY58" fmla="*/ 499249 h 570101"/>
              <a:gd name="csX59" fmla="*/ 291896 w 460893"/>
              <a:gd name="csY59" fmla="*/ 499687 h 570101"/>
              <a:gd name="csX60" fmla="*/ 270870 w 460893"/>
              <a:gd name="csY60" fmla="*/ 491757 h 570101"/>
              <a:gd name="csX61" fmla="*/ 256706 w 460893"/>
              <a:gd name="csY61" fmla="*/ 481408 h 570101"/>
              <a:gd name="csX62" fmla="*/ 242051 w 460893"/>
              <a:gd name="csY62" fmla="*/ 472207 h 570101"/>
              <a:gd name="csX63" fmla="*/ 227525 w 460893"/>
              <a:gd name="csY63" fmla="*/ 468533 h 570101"/>
              <a:gd name="csX64" fmla="*/ 222731 w 460893"/>
              <a:gd name="csY64" fmla="*/ 472486 h 570101"/>
              <a:gd name="csX65" fmla="*/ 210984 w 460893"/>
              <a:gd name="csY65" fmla="*/ 493362 h 570101"/>
              <a:gd name="csX66" fmla="*/ 200162 w 460893"/>
              <a:gd name="csY66" fmla="*/ 504374 h 570101"/>
              <a:gd name="csX67" fmla="*/ 192160 w 460893"/>
              <a:gd name="csY67" fmla="*/ 516880 h 570101"/>
              <a:gd name="csX68" fmla="*/ 189436 w 460893"/>
              <a:gd name="csY68" fmla="*/ 530760 h 570101"/>
              <a:gd name="csX69" fmla="*/ 184534 w 460893"/>
              <a:gd name="csY69" fmla="*/ 547022 h 570101"/>
              <a:gd name="csX70" fmla="*/ 182598 w 460893"/>
              <a:gd name="csY70" fmla="*/ 561518 h 570101"/>
              <a:gd name="csX71" fmla="*/ 164446 w 460893"/>
              <a:gd name="csY71" fmla="*/ 570049 h 570101"/>
              <a:gd name="csX72" fmla="*/ 151660 w 460893"/>
              <a:gd name="csY72" fmla="*/ 568610 h 5701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Lst>
            <a:rect l="l" t="t" r="r" b="b"/>
            <a:pathLst>
              <a:path w="460893" h="570101">
                <a:moveTo>
                  <a:pt x="151660" y="568610"/>
                </a:moveTo>
                <a:cubicBezTo>
                  <a:pt x="143384" y="567865"/>
                  <a:pt x="140689" y="566530"/>
                  <a:pt x="140689" y="563178"/>
                </a:cubicBezTo>
                <a:cubicBezTo>
                  <a:pt x="140689" y="560733"/>
                  <a:pt x="136724" y="554651"/>
                  <a:pt x="131877" y="549661"/>
                </a:cubicBezTo>
                <a:cubicBezTo>
                  <a:pt x="126875" y="544511"/>
                  <a:pt x="122689" y="537293"/>
                  <a:pt x="122196" y="532968"/>
                </a:cubicBezTo>
                <a:cubicBezTo>
                  <a:pt x="121389" y="525881"/>
                  <a:pt x="120335" y="525192"/>
                  <a:pt x="107130" y="523131"/>
                </a:cubicBezTo>
                <a:cubicBezTo>
                  <a:pt x="99321" y="521912"/>
                  <a:pt x="91554" y="519792"/>
                  <a:pt x="89869" y="518421"/>
                </a:cubicBezTo>
                <a:cubicBezTo>
                  <a:pt x="88184" y="517050"/>
                  <a:pt x="86027" y="509330"/>
                  <a:pt x="85076" y="501266"/>
                </a:cubicBezTo>
                <a:cubicBezTo>
                  <a:pt x="84126" y="493202"/>
                  <a:pt x="80796" y="477310"/>
                  <a:pt x="77677" y="465952"/>
                </a:cubicBezTo>
                <a:lnTo>
                  <a:pt x="72006" y="445300"/>
                </a:lnTo>
                <a:lnTo>
                  <a:pt x="58957" y="446095"/>
                </a:lnTo>
                <a:cubicBezTo>
                  <a:pt x="46778" y="446836"/>
                  <a:pt x="45189" y="446199"/>
                  <a:pt x="35144" y="436548"/>
                </a:cubicBezTo>
                <a:lnTo>
                  <a:pt x="24381" y="426207"/>
                </a:lnTo>
                <a:lnTo>
                  <a:pt x="26114" y="405421"/>
                </a:lnTo>
                <a:cubicBezTo>
                  <a:pt x="27263" y="391650"/>
                  <a:pt x="26942" y="384636"/>
                  <a:pt x="25165" y="384636"/>
                </a:cubicBezTo>
                <a:cubicBezTo>
                  <a:pt x="23689" y="384636"/>
                  <a:pt x="20249" y="380280"/>
                  <a:pt x="17520" y="374956"/>
                </a:cubicBezTo>
                <a:cubicBezTo>
                  <a:pt x="14791" y="369631"/>
                  <a:pt x="9821" y="360175"/>
                  <a:pt x="6475" y="353942"/>
                </a:cubicBezTo>
                <a:cubicBezTo>
                  <a:pt x="3106" y="347664"/>
                  <a:pt x="305" y="337877"/>
                  <a:pt x="196" y="332000"/>
                </a:cubicBezTo>
                <a:lnTo>
                  <a:pt x="0" y="321391"/>
                </a:lnTo>
                <a:lnTo>
                  <a:pt x="20006" y="322209"/>
                </a:lnTo>
                <a:cubicBezTo>
                  <a:pt x="42391" y="323125"/>
                  <a:pt x="42565" y="322942"/>
                  <a:pt x="37306" y="304003"/>
                </a:cubicBezTo>
                <a:cubicBezTo>
                  <a:pt x="35685" y="298169"/>
                  <a:pt x="35538" y="292562"/>
                  <a:pt x="36933" y="289805"/>
                </a:cubicBezTo>
                <a:cubicBezTo>
                  <a:pt x="38201" y="287300"/>
                  <a:pt x="38542" y="271061"/>
                  <a:pt x="37690" y="253719"/>
                </a:cubicBezTo>
                <a:cubicBezTo>
                  <a:pt x="36207" y="223555"/>
                  <a:pt x="36364" y="222156"/>
                  <a:pt x="41303" y="221451"/>
                </a:cubicBezTo>
                <a:cubicBezTo>
                  <a:pt x="45680" y="220826"/>
                  <a:pt x="46762" y="217964"/>
                  <a:pt x="48412" y="202644"/>
                </a:cubicBezTo>
                <a:cubicBezTo>
                  <a:pt x="51806" y="171127"/>
                  <a:pt x="51726" y="130863"/>
                  <a:pt x="48257" y="124622"/>
                </a:cubicBezTo>
                <a:cubicBezTo>
                  <a:pt x="46501" y="121464"/>
                  <a:pt x="42994" y="103121"/>
                  <a:pt x="40464" y="83859"/>
                </a:cubicBezTo>
                <a:cubicBezTo>
                  <a:pt x="35209" y="43860"/>
                  <a:pt x="35717" y="42269"/>
                  <a:pt x="52830" y="45160"/>
                </a:cubicBezTo>
                <a:lnTo>
                  <a:pt x="63246" y="46920"/>
                </a:lnTo>
                <a:lnTo>
                  <a:pt x="63246" y="23460"/>
                </a:lnTo>
                <a:cubicBezTo>
                  <a:pt x="63246" y="5683"/>
                  <a:pt x="64076" y="0"/>
                  <a:pt x="66672" y="0"/>
                </a:cubicBezTo>
                <a:cubicBezTo>
                  <a:pt x="68557" y="0"/>
                  <a:pt x="95565" y="1709"/>
                  <a:pt x="126691" y="3798"/>
                </a:cubicBezTo>
                <a:cubicBezTo>
                  <a:pt x="157817" y="5887"/>
                  <a:pt x="192338" y="7917"/>
                  <a:pt x="203405" y="8311"/>
                </a:cubicBezTo>
                <a:lnTo>
                  <a:pt x="223527" y="9026"/>
                </a:lnTo>
                <a:lnTo>
                  <a:pt x="229665" y="21938"/>
                </a:lnTo>
                <a:cubicBezTo>
                  <a:pt x="235583" y="34389"/>
                  <a:pt x="251134" y="54210"/>
                  <a:pt x="254984" y="54210"/>
                </a:cubicBezTo>
                <a:cubicBezTo>
                  <a:pt x="256963" y="54210"/>
                  <a:pt x="267180" y="63772"/>
                  <a:pt x="267180" y="65624"/>
                </a:cubicBezTo>
                <a:cubicBezTo>
                  <a:pt x="267180" y="66222"/>
                  <a:pt x="274731" y="74489"/>
                  <a:pt x="283960" y="83994"/>
                </a:cubicBezTo>
                <a:cubicBezTo>
                  <a:pt x="293188" y="93499"/>
                  <a:pt x="300739" y="102177"/>
                  <a:pt x="300739" y="103278"/>
                </a:cubicBezTo>
                <a:cubicBezTo>
                  <a:pt x="300739" y="104379"/>
                  <a:pt x="303866" y="106065"/>
                  <a:pt x="307688" y="107024"/>
                </a:cubicBezTo>
                <a:cubicBezTo>
                  <a:pt x="316754" y="109299"/>
                  <a:pt x="336159" y="130241"/>
                  <a:pt x="338320" y="140082"/>
                </a:cubicBezTo>
                <a:cubicBezTo>
                  <a:pt x="339250" y="144316"/>
                  <a:pt x="342394" y="151820"/>
                  <a:pt x="345307" y="156757"/>
                </a:cubicBezTo>
                <a:cubicBezTo>
                  <a:pt x="348253" y="161749"/>
                  <a:pt x="350453" y="169738"/>
                  <a:pt x="350264" y="174757"/>
                </a:cubicBezTo>
                <a:cubicBezTo>
                  <a:pt x="350078" y="179720"/>
                  <a:pt x="351636" y="187876"/>
                  <a:pt x="353728" y="192882"/>
                </a:cubicBezTo>
                <a:cubicBezTo>
                  <a:pt x="355820" y="197888"/>
                  <a:pt x="357543" y="203875"/>
                  <a:pt x="357557" y="206186"/>
                </a:cubicBezTo>
                <a:cubicBezTo>
                  <a:pt x="357572" y="208497"/>
                  <a:pt x="364542" y="215457"/>
                  <a:pt x="373046" y="221653"/>
                </a:cubicBezTo>
                <a:cubicBezTo>
                  <a:pt x="381550" y="227849"/>
                  <a:pt x="388508" y="233888"/>
                  <a:pt x="388508" y="235073"/>
                </a:cubicBezTo>
                <a:cubicBezTo>
                  <a:pt x="388508" y="239850"/>
                  <a:pt x="400638" y="249837"/>
                  <a:pt x="408536" y="251563"/>
                </a:cubicBezTo>
                <a:cubicBezTo>
                  <a:pt x="413162" y="252574"/>
                  <a:pt x="418090" y="255536"/>
                  <a:pt x="419486" y="258145"/>
                </a:cubicBezTo>
                <a:cubicBezTo>
                  <a:pt x="420882" y="260754"/>
                  <a:pt x="425439" y="263638"/>
                  <a:pt x="429612" y="264555"/>
                </a:cubicBezTo>
                <a:cubicBezTo>
                  <a:pt x="433785" y="265471"/>
                  <a:pt x="438684" y="268010"/>
                  <a:pt x="440498" y="270196"/>
                </a:cubicBezTo>
                <a:cubicBezTo>
                  <a:pt x="443409" y="273704"/>
                  <a:pt x="453843" y="279268"/>
                  <a:pt x="458638" y="279871"/>
                </a:cubicBezTo>
                <a:cubicBezTo>
                  <a:pt x="464237" y="280575"/>
                  <a:pt x="460647" y="287523"/>
                  <a:pt x="433706" y="328123"/>
                </a:cubicBezTo>
                <a:cubicBezTo>
                  <a:pt x="417320" y="352816"/>
                  <a:pt x="402956" y="374762"/>
                  <a:pt x="401785" y="376892"/>
                </a:cubicBezTo>
                <a:cubicBezTo>
                  <a:pt x="400523" y="379188"/>
                  <a:pt x="403122" y="399673"/>
                  <a:pt x="408173" y="427230"/>
                </a:cubicBezTo>
                <a:cubicBezTo>
                  <a:pt x="419157" y="487163"/>
                  <a:pt x="419215" y="483871"/>
                  <a:pt x="407224" y="481463"/>
                </a:cubicBezTo>
                <a:cubicBezTo>
                  <a:pt x="377101" y="475416"/>
                  <a:pt x="375238" y="476126"/>
                  <a:pt x="357001" y="500599"/>
                </a:cubicBezTo>
                <a:cubicBezTo>
                  <a:pt x="346599" y="514558"/>
                  <a:pt x="343773" y="515687"/>
                  <a:pt x="339993" y="507393"/>
                </a:cubicBezTo>
                <a:cubicBezTo>
                  <a:pt x="336462" y="499643"/>
                  <a:pt x="325739" y="496421"/>
                  <a:pt x="315871" y="500146"/>
                </a:cubicBezTo>
                <a:cubicBezTo>
                  <a:pt x="310307" y="502246"/>
                  <a:pt x="308004" y="502043"/>
                  <a:pt x="305685" y="499249"/>
                </a:cubicBezTo>
                <a:cubicBezTo>
                  <a:pt x="301762" y="494522"/>
                  <a:pt x="296907" y="494676"/>
                  <a:pt x="291896" y="499687"/>
                </a:cubicBezTo>
                <a:cubicBezTo>
                  <a:pt x="286395" y="505188"/>
                  <a:pt x="278982" y="502392"/>
                  <a:pt x="270870" y="491757"/>
                </a:cubicBezTo>
                <a:cubicBezTo>
                  <a:pt x="267159" y="486892"/>
                  <a:pt x="260921" y="482334"/>
                  <a:pt x="256706" y="481408"/>
                </a:cubicBezTo>
                <a:cubicBezTo>
                  <a:pt x="252563" y="480498"/>
                  <a:pt x="245969" y="476358"/>
                  <a:pt x="242051" y="472207"/>
                </a:cubicBezTo>
                <a:cubicBezTo>
                  <a:pt x="234140" y="463825"/>
                  <a:pt x="229757" y="462717"/>
                  <a:pt x="227525" y="468533"/>
                </a:cubicBezTo>
                <a:cubicBezTo>
                  <a:pt x="226708" y="470663"/>
                  <a:pt x="224550" y="472442"/>
                  <a:pt x="222731" y="472486"/>
                </a:cubicBezTo>
                <a:cubicBezTo>
                  <a:pt x="216831" y="472631"/>
                  <a:pt x="209780" y="485162"/>
                  <a:pt x="210984" y="493362"/>
                </a:cubicBezTo>
                <a:cubicBezTo>
                  <a:pt x="212266" y="502098"/>
                  <a:pt x="211304" y="503076"/>
                  <a:pt x="200162" y="504374"/>
                </a:cubicBezTo>
                <a:cubicBezTo>
                  <a:pt x="189734" y="505588"/>
                  <a:pt x="189645" y="505728"/>
                  <a:pt x="192160" y="516880"/>
                </a:cubicBezTo>
                <a:cubicBezTo>
                  <a:pt x="193910" y="524639"/>
                  <a:pt x="193416" y="527159"/>
                  <a:pt x="189436" y="530760"/>
                </a:cubicBezTo>
                <a:cubicBezTo>
                  <a:pt x="186033" y="533840"/>
                  <a:pt x="184562" y="538720"/>
                  <a:pt x="184534" y="547022"/>
                </a:cubicBezTo>
                <a:cubicBezTo>
                  <a:pt x="184512" y="553546"/>
                  <a:pt x="183641" y="560069"/>
                  <a:pt x="182598" y="561518"/>
                </a:cubicBezTo>
                <a:cubicBezTo>
                  <a:pt x="180445" y="564508"/>
                  <a:pt x="167199" y="570734"/>
                  <a:pt x="164446" y="570049"/>
                </a:cubicBezTo>
                <a:cubicBezTo>
                  <a:pt x="163448" y="569801"/>
                  <a:pt x="157694" y="569154"/>
                  <a:pt x="151660" y="568610"/>
                </a:cubicBezTo>
                <a:close/>
              </a:path>
            </a:pathLst>
          </a:custGeom>
          <a:solidFill>
            <a:srgbClr val="B9B9B9"/>
          </a:solidFill>
          <a:ln w="5163" cap="flat">
            <a:noFill/>
            <a:prstDash val="solid"/>
            <a:miter/>
          </a:ln>
        </p:spPr>
        <p:txBody>
          <a:bodyPr/>
          <a:lstStyle/>
          <a:p>
            <a:endParaRPr lang="es-419" noProof="0" dirty="0"/>
          </a:p>
        </p:txBody>
      </p:sp>
      <p:sp>
        <p:nvSpPr>
          <p:cNvPr id="61" name="Forma libre: forma 60">
            <a:extLst>
              <a:ext uri="{FF2B5EF4-FFF2-40B4-BE49-F238E27FC236}">
                <a16:creationId xmlns:a16="http://schemas.microsoft.com/office/drawing/2014/main" id="{7D905358-A3B8-FB59-047C-8106414B3700}"/>
              </a:ext>
            </a:extLst>
          </p:cNvPr>
          <p:cNvSpPr/>
          <p:nvPr/>
        </p:nvSpPr>
        <p:spPr>
          <a:xfrm>
            <a:off x="2038384" y="2469122"/>
            <a:ext cx="332998" cy="314936"/>
          </a:xfrm>
          <a:custGeom>
            <a:avLst/>
            <a:gdLst>
              <a:gd name="csX0" fmla="*/ 150508 w 332998"/>
              <a:gd name="csY0" fmla="*/ 295153 h 314936"/>
              <a:gd name="csX1" fmla="*/ 122921 w 332998"/>
              <a:gd name="csY1" fmla="*/ 269012 h 314936"/>
              <a:gd name="csX2" fmla="*/ 122279 w 332998"/>
              <a:gd name="csY2" fmla="*/ 264031 h 314936"/>
              <a:gd name="csX3" fmla="*/ 126546 w 332998"/>
              <a:gd name="csY3" fmla="*/ 262908 h 314936"/>
              <a:gd name="csX4" fmla="*/ 106954 w 332998"/>
              <a:gd name="csY4" fmla="*/ 254224 h 314936"/>
              <a:gd name="csX5" fmla="*/ 78561 w 332998"/>
              <a:gd name="csY5" fmla="*/ 232541 h 314936"/>
              <a:gd name="csX6" fmla="*/ 60903 w 332998"/>
              <a:gd name="csY6" fmla="*/ 216842 h 314936"/>
              <a:gd name="csX7" fmla="*/ 60455 w 332998"/>
              <a:gd name="csY7" fmla="*/ 213585 h 314936"/>
              <a:gd name="csX8" fmla="*/ 56711 w 332998"/>
              <a:gd name="csY8" fmla="*/ 207285 h 314936"/>
              <a:gd name="csX9" fmla="*/ 53349 w 332998"/>
              <a:gd name="csY9" fmla="*/ 207961 h 314936"/>
              <a:gd name="csX10" fmla="*/ 34703 w 332998"/>
              <a:gd name="csY10" fmla="*/ 200142 h 314936"/>
              <a:gd name="csX11" fmla="*/ 16028 w 332998"/>
              <a:gd name="csY11" fmla="*/ 187234 h 314936"/>
              <a:gd name="csX12" fmla="*/ 16436 w 332998"/>
              <a:gd name="csY12" fmla="*/ 184359 h 314936"/>
              <a:gd name="csX13" fmla="*/ 14549 w 332998"/>
              <a:gd name="csY13" fmla="*/ 178120 h 314936"/>
              <a:gd name="csX14" fmla="*/ 7908 w 332998"/>
              <a:gd name="csY14" fmla="*/ 171021 h 314936"/>
              <a:gd name="csX15" fmla="*/ 2407 w 332998"/>
              <a:gd name="csY15" fmla="*/ 154470 h 314936"/>
              <a:gd name="csX16" fmla="*/ 6812 w 332998"/>
              <a:gd name="csY16" fmla="*/ 119621 h 314936"/>
              <a:gd name="csX17" fmla="*/ 17071 w 332998"/>
              <a:gd name="csY17" fmla="*/ 91641 h 314936"/>
              <a:gd name="csX18" fmla="*/ 20635 w 332998"/>
              <a:gd name="csY18" fmla="*/ 82008 h 314936"/>
              <a:gd name="csX19" fmla="*/ 29523 w 332998"/>
              <a:gd name="csY19" fmla="*/ 71230 h 314936"/>
              <a:gd name="csX20" fmla="*/ 42896 w 332998"/>
              <a:gd name="csY20" fmla="*/ 48085 h 314936"/>
              <a:gd name="csX21" fmla="*/ 49532 w 332998"/>
              <a:gd name="csY21" fmla="*/ 35969 h 314936"/>
              <a:gd name="csX22" fmla="*/ 54906 w 332998"/>
              <a:gd name="csY22" fmla="*/ 23257 h 314936"/>
              <a:gd name="csX23" fmla="*/ 66531 w 332998"/>
              <a:gd name="csY23" fmla="*/ 0 h 314936"/>
              <a:gd name="csX24" fmla="*/ 82468 w 332998"/>
              <a:gd name="csY24" fmla="*/ 19425 h 314936"/>
              <a:gd name="csX25" fmla="*/ 95351 w 332998"/>
              <a:gd name="csY25" fmla="*/ 43885 h 314936"/>
              <a:gd name="csX26" fmla="*/ 106141 w 332998"/>
              <a:gd name="csY26" fmla="*/ 49048 h 314936"/>
              <a:gd name="csX27" fmla="*/ 113640 w 332998"/>
              <a:gd name="csY27" fmla="*/ 54166 h 314936"/>
              <a:gd name="csX28" fmla="*/ 132249 w 332998"/>
              <a:gd name="csY28" fmla="*/ 34653 h 314936"/>
              <a:gd name="csX29" fmla="*/ 156404 w 332998"/>
              <a:gd name="csY29" fmla="*/ 10326 h 314936"/>
              <a:gd name="csX30" fmla="*/ 168334 w 332998"/>
              <a:gd name="csY30" fmla="*/ 6060 h 314936"/>
              <a:gd name="csX31" fmla="*/ 186389 w 332998"/>
              <a:gd name="csY31" fmla="*/ 9933 h 314936"/>
              <a:gd name="csX32" fmla="*/ 200349 w 332998"/>
              <a:gd name="csY32" fmla="*/ 18070 h 314936"/>
              <a:gd name="csX33" fmla="*/ 204999 w 332998"/>
              <a:gd name="csY33" fmla="*/ 30473 h 314936"/>
              <a:gd name="csX34" fmla="*/ 218185 w 332998"/>
              <a:gd name="csY34" fmla="*/ 43802 h 314936"/>
              <a:gd name="csX35" fmla="*/ 227241 w 332998"/>
              <a:gd name="csY35" fmla="*/ 50036 h 314936"/>
              <a:gd name="csX36" fmla="*/ 238424 w 332998"/>
              <a:gd name="csY36" fmla="*/ 60571 h 314936"/>
              <a:gd name="csX37" fmla="*/ 261581 w 332998"/>
              <a:gd name="csY37" fmla="*/ 79599 h 314936"/>
              <a:gd name="csX38" fmla="*/ 276424 w 332998"/>
              <a:gd name="csY38" fmla="*/ 89453 h 314936"/>
              <a:gd name="csX39" fmla="*/ 280389 w 332998"/>
              <a:gd name="csY39" fmla="*/ 90232 h 314936"/>
              <a:gd name="csX40" fmla="*/ 288978 w 332998"/>
              <a:gd name="csY40" fmla="*/ 95366 h 314936"/>
              <a:gd name="csX41" fmla="*/ 309784 w 332998"/>
              <a:gd name="csY41" fmla="*/ 117828 h 314936"/>
              <a:gd name="csX42" fmla="*/ 323208 w 332998"/>
              <a:gd name="csY42" fmla="*/ 127731 h 314936"/>
              <a:gd name="csX43" fmla="*/ 330610 w 332998"/>
              <a:gd name="csY43" fmla="*/ 136947 h 314936"/>
              <a:gd name="csX44" fmla="*/ 327230 w 332998"/>
              <a:gd name="csY44" fmla="*/ 153094 h 314936"/>
              <a:gd name="csX45" fmla="*/ 328146 w 332998"/>
              <a:gd name="csY45" fmla="*/ 164492 h 314936"/>
              <a:gd name="csX46" fmla="*/ 285552 w 332998"/>
              <a:gd name="csY46" fmla="*/ 166189 h 314936"/>
              <a:gd name="csX47" fmla="*/ 228050 w 332998"/>
              <a:gd name="csY47" fmla="*/ 169472 h 314936"/>
              <a:gd name="csX48" fmla="*/ 213142 w 332998"/>
              <a:gd name="csY48" fmla="*/ 171057 h 314936"/>
              <a:gd name="csX49" fmla="*/ 197915 w 332998"/>
              <a:gd name="csY49" fmla="*/ 199758 h 314936"/>
              <a:gd name="csX50" fmla="*/ 180329 w 332998"/>
              <a:gd name="csY50" fmla="*/ 231127 h 314936"/>
              <a:gd name="csX51" fmla="*/ 181055 w 332998"/>
              <a:gd name="csY51" fmla="*/ 253031 h 314936"/>
              <a:gd name="csX52" fmla="*/ 185000 w 332998"/>
              <a:gd name="csY52" fmla="*/ 272477 h 314936"/>
              <a:gd name="csX53" fmla="*/ 182260 w 332998"/>
              <a:gd name="csY53" fmla="*/ 301769 h 314936"/>
              <a:gd name="csX54" fmla="*/ 174070 w 332998"/>
              <a:gd name="csY54" fmla="*/ 314937 h 314936"/>
              <a:gd name="csX55" fmla="*/ 150508 w 332998"/>
              <a:gd name="csY55" fmla="*/ 295153 h 3149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Lst>
            <a:rect l="l" t="t" r="r" b="b"/>
            <a:pathLst>
              <a:path w="332998" h="314936">
                <a:moveTo>
                  <a:pt x="150508" y="295153"/>
                </a:moveTo>
                <a:cubicBezTo>
                  <a:pt x="138884" y="284272"/>
                  <a:pt x="126470" y="272508"/>
                  <a:pt x="122921" y="269012"/>
                </a:cubicBezTo>
                <a:cubicBezTo>
                  <a:pt x="116541" y="262727"/>
                  <a:pt x="116534" y="262670"/>
                  <a:pt x="122279" y="264031"/>
                </a:cubicBezTo>
                <a:cubicBezTo>
                  <a:pt x="125681" y="264837"/>
                  <a:pt x="127450" y="264371"/>
                  <a:pt x="126546" y="262908"/>
                </a:cubicBezTo>
                <a:cubicBezTo>
                  <a:pt x="124960" y="260342"/>
                  <a:pt x="114693" y="255791"/>
                  <a:pt x="106954" y="254224"/>
                </a:cubicBezTo>
                <a:cubicBezTo>
                  <a:pt x="98738" y="252560"/>
                  <a:pt x="93040" y="248209"/>
                  <a:pt x="78561" y="232541"/>
                </a:cubicBezTo>
                <a:cubicBezTo>
                  <a:pt x="70581" y="223906"/>
                  <a:pt x="62635" y="216842"/>
                  <a:pt x="60903" y="216842"/>
                </a:cubicBezTo>
                <a:cubicBezTo>
                  <a:pt x="58660" y="216842"/>
                  <a:pt x="58531" y="215904"/>
                  <a:pt x="60455" y="213585"/>
                </a:cubicBezTo>
                <a:cubicBezTo>
                  <a:pt x="62461" y="211169"/>
                  <a:pt x="61494" y="209543"/>
                  <a:pt x="56711" y="207285"/>
                </a:cubicBezTo>
                <a:cubicBezTo>
                  <a:pt x="51186" y="204678"/>
                  <a:pt x="50705" y="204775"/>
                  <a:pt x="53349" y="207961"/>
                </a:cubicBezTo>
                <a:cubicBezTo>
                  <a:pt x="59572" y="215458"/>
                  <a:pt x="50558" y="211678"/>
                  <a:pt x="34703" y="200142"/>
                </a:cubicBezTo>
                <a:cubicBezTo>
                  <a:pt x="25983" y="193796"/>
                  <a:pt x="17579" y="187988"/>
                  <a:pt x="16028" y="187234"/>
                </a:cubicBezTo>
                <a:cubicBezTo>
                  <a:pt x="14108" y="186301"/>
                  <a:pt x="14238" y="185384"/>
                  <a:pt x="16436" y="184359"/>
                </a:cubicBezTo>
                <a:cubicBezTo>
                  <a:pt x="21429" y="182028"/>
                  <a:pt x="20247" y="178120"/>
                  <a:pt x="14549" y="178120"/>
                </a:cubicBezTo>
                <a:cubicBezTo>
                  <a:pt x="11062" y="178120"/>
                  <a:pt x="8950" y="175862"/>
                  <a:pt x="7908" y="171021"/>
                </a:cubicBezTo>
                <a:cubicBezTo>
                  <a:pt x="7068" y="167117"/>
                  <a:pt x="4593" y="159669"/>
                  <a:pt x="2407" y="154470"/>
                </a:cubicBezTo>
                <a:cubicBezTo>
                  <a:pt x="-1401" y="145413"/>
                  <a:pt x="-1217" y="143959"/>
                  <a:pt x="6812" y="119621"/>
                </a:cubicBezTo>
                <a:cubicBezTo>
                  <a:pt x="11420" y="105652"/>
                  <a:pt x="16036" y="93061"/>
                  <a:pt x="17071" y="91641"/>
                </a:cubicBezTo>
                <a:cubicBezTo>
                  <a:pt x="18105" y="90222"/>
                  <a:pt x="19709" y="85887"/>
                  <a:pt x="20635" y="82008"/>
                </a:cubicBezTo>
                <a:cubicBezTo>
                  <a:pt x="21600" y="77965"/>
                  <a:pt x="25393" y="73366"/>
                  <a:pt x="29523" y="71230"/>
                </a:cubicBezTo>
                <a:cubicBezTo>
                  <a:pt x="37293" y="67213"/>
                  <a:pt x="42896" y="57515"/>
                  <a:pt x="42896" y="48085"/>
                </a:cubicBezTo>
                <a:cubicBezTo>
                  <a:pt x="42896" y="44850"/>
                  <a:pt x="45882" y="39398"/>
                  <a:pt x="49532" y="35969"/>
                </a:cubicBezTo>
                <a:cubicBezTo>
                  <a:pt x="54317" y="31473"/>
                  <a:pt x="55816" y="27929"/>
                  <a:pt x="54906" y="23257"/>
                </a:cubicBezTo>
                <a:cubicBezTo>
                  <a:pt x="53161" y="14292"/>
                  <a:pt x="60305" y="0"/>
                  <a:pt x="66531" y="0"/>
                </a:cubicBezTo>
                <a:cubicBezTo>
                  <a:pt x="74307" y="0"/>
                  <a:pt x="80918" y="8058"/>
                  <a:pt x="82468" y="19425"/>
                </a:cubicBezTo>
                <a:cubicBezTo>
                  <a:pt x="84849" y="36891"/>
                  <a:pt x="88533" y="43885"/>
                  <a:pt x="95351" y="43885"/>
                </a:cubicBezTo>
                <a:cubicBezTo>
                  <a:pt x="98716" y="43885"/>
                  <a:pt x="103572" y="46208"/>
                  <a:pt x="106141" y="49048"/>
                </a:cubicBezTo>
                <a:cubicBezTo>
                  <a:pt x="108711" y="51887"/>
                  <a:pt x="112086" y="54190"/>
                  <a:pt x="113640" y="54166"/>
                </a:cubicBezTo>
                <a:cubicBezTo>
                  <a:pt x="117209" y="54110"/>
                  <a:pt x="125915" y="44980"/>
                  <a:pt x="132249" y="34653"/>
                </a:cubicBezTo>
                <a:cubicBezTo>
                  <a:pt x="141121" y="20185"/>
                  <a:pt x="150911" y="10326"/>
                  <a:pt x="156404" y="10326"/>
                </a:cubicBezTo>
                <a:cubicBezTo>
                  <a:pt x="159385" y="10326"/>
                  <a:pt x="164754" y="8406"/>
                  <a:pt x="168334" y="6060"/>
                </a:cubicBezTo>
                <a:cubicBezTo>
                  <a:pt x="174611" y="1948"/>
                  <a:pt x="175258" y="2087"/>
                  <a:pt x="186389" y="9933"/>
                </a:cubicBezTo>
                <a:cubicBezTo>
                  <a:pt x="192739" y="14408"/>
                  <a:pt x="199021" y="18070"/>
                  <a:pt x="200349" y="18070"/>
                </a:cubicBezTo>
                <a:cubicBezTo>
                  <a:pt x="204669" y="18070"/>
                  <a:pt x="208141" y="27331"/>
                  <a:pt x="204999" y="30473"/>
                </a:cubicBezTo>
                <a:cubicBezTo>
                  <a:pt x="200842" y="34630"/>
                  <a:pt x="205908" y="39750"/>
                  <a:pt x="218185" y="43802"/>
                </a:cubicBezTo>
                <a:cubicBezTo>
                  <a:pt x="223767" y="45645"/>
                  <a:pt x="227842" y="48450"/>
                  <a:pt x="227241" y="50036"/>
                </a:cubicBezTo>
                <a:cubicBezTo>
                  <a:pt x="226639" y="51622"/>
                  <a:pt x="231671" y="56363"/>
                  <a:pt x="238424" y="60571"/>
                </a:cubicBezTo>
                <a:cubicBezTo>
                  <a:pt x="245177" y="64780"/>
                  <a:pt x="255598" y="73342"/>
                  <a:pt x="261581" y="79599"/>
                </a:cubicBezTo>
                <a:cubicBezTo>
                  <a:pt x="268586" y="86925"/>
                  <a:pt x="273870" y="90433"/>
                  <a:pt x="276424" y="89453"/>
                </a:cubicBezTo>
                <a:cubicBezTo>
                  <a:pt x="278605" y="88616"/>
                  <a:pt x="280389" y="88966"/>
                  <a:pt x="280389" y="90232"/>
                </a:cubicBezTo>
                <a:cubicBezTo>
                  <a:pt x="280389" y="91497"/>
                  <a:pt x="284254" y="93807"/>
                  <a:pt x="288978" y="95366"/>
                </a:cubicBezTo>
                <a:cubicBezTo>
                  <a:pt x="297678" y="98238"/>
                  <a:pt x="306636" y="107909"/>
                  <a:pt x="309784" y="117828"/>
                </a:cubicBezTo>
                <a:cubicBezTo>
                  <a:pt x="310845" y="121169"/>
                  <a:pt x="316015" y="124983"/>
                  <a:pt x="323208" y="127731"/>
                </a:cubicBezTo>
                <a:cubicBezTo>
                  <a:pt x="334331" y="131978"/>
                  <a:pt x="334696" y="132432"/>
                  <a:pt x="330610" y="136947"/>
                </a:cubicBezTo>
                <a:cubicBezTo>
                  <a:pt x="327588" y="140286"/>
                  <a:pt x="326585" y="145078"/>
                  <a:pt x="327230" y="153094"/>
                </a:cubicBezTo>
                <a:lnTo>
                  <a:pt x="328146" y="164492"/>
                </a:lnTo>
                <a:lnTo>
                  <a:pt x="285552" y="166189"/>
                </a:lnTo>
                <a:cubicBezTo>
                  <a:pt x="262126" y="167123"/>
                  <a:pt x="236250" y="168600"/>
                  <a:pt x="228050" y="169472"/>
                </a:cubicBezTo>
                <a:lnTo>
                  <a:pt x="213142" y="171057"/>
                </a:lnTo>
                <a:lnTo>
                  <a:pt x="197915" y="199758"/>
                </a:lnTo>
                <a:cubicBezTo>
                  <a:pt x="189539" y="215543"/>
                  <a:pt x="181626" y="229659"/>
                  <a:pt x="180329" y="231127"/>
                </a:cubicBezTo>
                <a:cubicBezTo>
                  <a:pt x="174323" y="237923"/>
                  <a:pt x="174624" y="246989"/>
                  <a:pt x="181055" y="253031"/>
                </a:cubicBezTo>
                <a:cubicBezTo>
                  <a:pt x="187596" y="259176"/>
                  <a:pt x="189401" y="268075"/>
                  <a:pt x="185000" y="272477"/>
                </a:cubicBezTo>
                <a:cubicBezTo>
                  <a:pt x="182808" y="274669"/>
                  <a:pt x="182167" y="281522"/>
                  <a:pt x="182260" y="301769"/>
                </a:cubicBezTo>
                <a:cubicBezTo>
                  <a:pt x="182290" y="308297"/>
                  <a:pt x="178160" y="314937"/>
                  <a:pt x="174070" y="314937"/>
                </a:cubicBezTo>
                <a:cubicBezTo>
                  <a:pt x="172734" y="314937"/>
                  <a:pt x="162131" y="306034"/>
                  <a:pt x="150508" y="295153"/>
                </a:cubicBezTo>
                <a:close/>
              </a:path>
            </a:pathLst>
          </a:custGeom>
          <a:solidFill>
            <a:srgbClr val="B9B9B9"/>
          </a:solidFill>
          <a:ln w="5163" cap="flat">
            <a:noFill/>
            <a:prstDash val="solid"/>
            <a:miter/>
          </a:ln>
        </p:spPr>
        <p:txBody>
          <a:bodyPr/>
          <a:lstStyle/>
          <a:p>
            <a:endParaRPr lang="es-419" noProof="0" dirty="0"/>
          </a:p>
        </p:txBody>
      </p:sp>
      <p:sp>
        <p:nvSpPr>
          <p:cNvPr id="62" name="Forma libre: forma 61">
            <a:extLst>
              <a:ext uri="{FF2B5EF4-FFF2-40B4-BE49-F238E27FC236}">
                <a16:creationId xmlns:a16="http://schemas.microsoft.com/office/drawing/2014/main" id="{92AEDFC1-0DED-E426-BFB4-11E76A09B22B}"/>
              </a:ext>
            </a:extLst>
          </p:cNvPr>
          <p:cNvSpPr/>
          <p:nvPr/>
        </p:nvSpPr>
        <p:spPr>
          <a:xfrm>
            <a:off x="1645015" y="2415517"/>
            <a:ext cx="409424" cy="276749"/>
          </a:xfrm>
          <a:custGeom>
            <a:avLst/>
            <a:gdLst>
              <a:gd name="csX0" fmla="*/ 169694 w 409424"/>
              <a:gd name="csY0" fmla="*/ 275279 h 276749"/>
              <a:gd name="csX1" fmla="*/ 152536 w 409424"/>
              <a:gd name="csY1" fmla="*/ 270490 h 276749"/>
              <a:gd name="csX2" fmla="*/ 128939 w 409424"/>
              <a:gd name="csY2" fmla="*/ 261017 h 276749"/>
              <a:gd name="csX3" fmla="*/ 97253 w 409424"/>
              <a:gd name="csY3" fmla="*/ 251980 h 276749"/>
              <a:gd name="csX4" fmla="*/ 66316 w 409424"/>
              <a:gd name="csY4" fmla="*/ 248914 h 276749"/>
              <a:gd name="csX5" fmla="*/ 49536 w 409424"/>
              <a:gd name="csY5" fmla="*/ 241356 h 276749"/>
              <a:gd name="csX6" fmla="*/ 12262 w 409424"/>
              <a:gd name="csY6" fmla="*/ 223990 h 276749"/>
              <a:gd name="csX7" fmla="*/ 0 w 409424"/>
              <a:gd name="csY7" fmla="*/ 222341 h 276749"/>
              <a:gd name="csX8" fmla="*/ 5808 w 409424"/>
              <a:gd name="csY8" fmla="*/ 214784 h 276749"/>
              <a:gd name="csX9" fmla="*/ 14198 w 409424"/>
              <a:gd name="csY9" fmla="*/ 206134 h 276749"/>
              <a:gd name="csX10" fmla="*/ 30441 w 409424"/>
              <a:gd name="csY10" fmla="*/ 191104 h 276749"/>
              <a:gd name="csX11" fmla="*/ 44102 w 409424"/>
              <a:gd name="csY11" fmla="*/ 178805 h 276749"/>
              <a:gd name="csX12" fmla="*/ 41686 w 409424"/>
              <a:gd name="csY12" fmla="*/ 166228 h 276749"/>
              <a:gd name="csX13" fmla="*/ 27640 w 409424"/>
              <a:gd name="csY13" fmla="*/ 142994 h 276749"/>
              <a:gd name="csX14" fmla="*/ 10050 w 409424"/>
              <a:gd name="csY14" fmla="*/ 94836 h 276749"/>
              <a:gd name="csX15" fmla="*/ 25607 w 409424"/>
              <a:gd name="csY15" fmla="*/ 63931 h 276749"/>
              <a:gd name="csX16" fmla="*/ 43054 w 409424"/>
              <a:gd name="csY16" fmla="*/ 67030 h 276749"/>
              <a:gd name="csX17" fmla="*/ 54130 w 409424"/>
              <a:gd name="csY17" fmla="*/ 57326 h 276749"/>
              <a:gd name="csX18" fmla="*/ 54400 w 409424"/>
              <a:gd name="csY18" fmla="*/ 43740 h 276749"/>
              <a:gd name="csX19" fmla="*/ 67118 w 409424"/>
              <a:gd name="csY19" fmla="*/ 40356 h 276749"/>
              <a:gd name="csX20" fmla="*/ 69858 w 409424"/>
              <a:gd name="csY20" fmla="*/ 47250 h 276749"/>
              <a:gd name="csX21" fmla="*/ 74957 w 409424"/>
              <a:gd name="csY21" fmla="*/ 55146 h 276749"/>
              <a:gd name="csX22" fmla="*/ 85078 w 409424"/>
              <a:gd name="csY22" fmla="*/ 56392 h 276749"/>
              <a:gd name="csX23" fmla="*/ 108275 w 409424"/>
              <a:gd name="csY23" fmla="*/ 51828 h 276749"/>
              <a:gd name="csX24" fmla="*/ 135859 w 409424"/>
              <a:gd name="csY24" fmla="*/ 46965 h 276749"/>
              <a:gd name="csX25" fmla="*/ 159928 w 409424"/>
              <a:gd name="csY25" fmla="*/ 4926 h 276749"/>
              <a:gd name="csX26" fmla="*/ 164133 w 409424"/>
              <a:gd name="csY26" fmla="*/ 409 h 276749"/>
              <a:gd name="csX27" fmla="*/ 170486 w 409424"/>
              <a:gd name="csY27" fmla="*/ 1976 h 276749"/>
              <a:gd name="csX28" fmla="*/ 183283 w 409424"/>
              <a:gd name="csY28" fmla="*/ 17951 h 276749"/>
              <a:gd name="csX29" fmla="*/ 185999 w 409424"/>
              <a:gd name="csY29" fmla="*/ 22627 h 276749"/>
              <a:gd name="csX30" fmla="*/ 191478 w 409424"/>
              <a:gd name="csY30" fmla="*/ 30556 h 276749"/>
              <a:gd name="csX31" fmla="*/ 217371 w 409424"/>
              <a:gd name="csY31" fmla="*/ 43279 h 276749"/>
              <a:gd name="csX32" fmla="*/ 231319 w 409424"/>
              <a:gd name="csY32" fmla="*/ 47797 h 276749"/>
              <a:gd name="csX33" fmla="*/ 231065 w 409424"/>
              <a:gd name="csY33" fmla="*/ 71654 h 276749"/>
              <a:gd name="csX34" fmla="*/ 232914 w 409424"/>
              <a:gd name="csY34" fmla="*/ 94162 h 276749"/>
              <a:gd name="csX35" fmla="*/ 264097 w 409424"/>
              <a:gd name="csY35" fmla="*/ 98422 h 276749"/>
              <a:gd name="csX36" fmla="*/ 290859 w 409424"/>
              <a:gd name="csY36" fmla="*/ 85458 h 276749"/>
              <a:gd name="csX37" fmla="*/ 289553 w 409424"/>
              <a:gd name="csY37" fmla="*/ 87164 h 276749"/>
              <a:gd name="csX38" fmla="*/ 313001 w 409424"/>
              <a:gd name="csY38" fmla="*/ 117924 h 276749"/>
              <a:gd name="csX39" fmla="*/ 320100 w 409424"/>
              <a:gd name="csY39" fmla="*/ 125822 h 276749"/>
              <a:gd name="csX40" fmla="*/ 323327 w 409424"/>
              <a:gd name="csY40" fmla="*/ 131062 h 276749"/>
              <a:gd name="csX41" fmla="*/ 409403 w 409424"/>
              <a:gd name="csY41" fmla="*/ 134303 h 276749"/>
              <a:gd name="csX42" fmla="*/ 398626 w 409424"/>
              <a:gd name="csY42" fmla="*/ 166622 h 276749"/>
              <a:gd name="csX43" fmla="*/ 387152 w 409424"/>
              <a:gd name="csY43" fmla="*/ 198243 h 276749"/>
              <a:gd name="csX44" fmla="*/ 392348 w 409424"/>
              <a:gd name="csY44" fmla="*/ 208428 h 276749"/>
              <a:gd name="csX45" fmla="*/ 395238 w 409424"/>
              <a:gd name="csY45" fmla="*/ 226562 h 276749"/>
              <a:gd name="csX46" fmla="*/ 391384 w 409424"/>
              <a:gd name="csY46" fmla="*/ 222526 h 276749"/>
              <a:gd name="csX47" fmla="*/ 386991 w 409424"/>
              <a:gd name="csY47" fmla="*/ 220249 h 276749"/>
              <a:gd name="csX48" fmla="*/ 376751 w 409424"/>
              <a:gd name="csY48" fmla="*/ 216540 h 276749"/>
              <a:gd name="csX49" fmla="*/ 366566 w 409424"/>
              <a:gd name="csY49" fmla="*/ 215027 h 276749"/>
              <a:gd name="csX50" fmla="*/ 371084 w 409424"/>
              <a:gd name="csY50" fmla="*/ 220497 h 276749"/>
              <a:gd name="csX51" fmla="*/ 400125 w 409424"/>
              <a:gd name="csY51" fmla="*/ 234526 h 276749"/>
              <a:gd name="csX52" fmla="*/ 382700 w 409424"/>
              <a:gd name="csY52" fmla="*/ 228973 h 276749"/>
              <a:gd name="csX53" fmla="*/ 356240 w 409424"/>
              <a:gd name="csY53" fmla="*/ 221430 h 276749"/>
              <a:gd name="csX54" fmla="*/ 344640 w 409424"/>
              <a:gd name="csY54" fmla="*/ 215296 h 276749"/>
              <a:gd name="csX55" fmla="*/ 351310 w 409424"/>
              <a:gd name="csY55" fmla="*/ 215089 h 276749"/>
              <a:gd name="csX56" fmla="*/ 353659 w 409424"/>
              <a:gd name="csY56" fmla="*/ 213898 h 276749"/>
              <a:gd name="csX57" fmla="*/ 348281 w 409424"/>
              <a:gd name="csY57" fmla="*/ 208377 h 276749"/>
              <a:gd name="csX58" fmla="*/ 338397 w 409424"/>
              <a:gd name="csY58" fmla="*/ 209577 h 276749"/>
              <a:gd name="csX59" fmla="*/ 330426 w 409424"/>
              <a:gd name="csY59" fmla="*/ 208411 h 276749"/>
              <a:gd name="csX60" fmla="*/ 317751 w 409424"/>
              <a:gd name="csY60" fmla="*/ 206264 h 276749"/>
              <a:gd name="csX61" fmla="*/ 320963 w 409424"/>
              <a:gd name="csY61" fmla="*/ 214760 h 276749"/>
              <a:gd name="csX62" fmla="*/ 323972 w 409424"/>
              <a:gd name="csY62" fmla="*/ 215747 h 276749"/>
              <a:gd name="csX63" fmla="*/ 314937 w 409424"/>
              <a:gd name="csY63" fmla="*/ 219599 h 276749"/>
              <a:gd name="csX64" fmla="*/ 321391 w 409424"/>
              <a:gd name="csY64" fmla="*/ 219864 h 276749"/>
              <a:gd name="csX65" fmla="*/ 330426 w 409424"/>
              <a:gd name="csY65" fmla="*/ 221426 h 276749"/>
              <a:gd name="csX66" fmla="*/ 310754 w 409424"/>
              <a:gd name="csY66" fmla="*/ 223941 h 276749"/>
              <a:gd name="csX67" fmla="*/ 284939 w 409424"/>
              <a:gd name="csY67" fmla="*/ 234304 h 276749"/>
              <a:gd name="csX68" fmla="*/ 270316 w 409424"/>
              <a:gd name="csY68" fmla="*/ 244630 h 276749"/>
              <a:gd name="csX69" fmla="*/ 259397 w 409424"/>
              <a:gd name="csY69" fmla="*/ 248767 h 276749"/>
              <a:gd name="csX70" fmla="*/ 242736 w 409424"/>
              <a:gd name="csY70" fmla="*/ 255227 h 276749"/>
              <a:gd name="csX71" fmla="*/ 220097 w 409424"/>
              <a:gd name="csY71" fmla="*/ 265079 h 276749"/>
              <a:gd name="csX72" fmla="*/ 198772 w 409424"/>
              <a:gd name="csY72" fmla="*/ 274061 h 276749"/>
              <a:gd name="csX73" fmla="*/ 169694 w 409424"/>
              <a:gd name="csY73" fmla="*/ 275279 h 2767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Lst>
            <a:rect l="l" t="t" r="r" b="b"/>
            <a:pathLst>
              <a:path w="409424" h="276749">
                <a:moveTo>
                  <a:pt x="169694" y="275279"/>
                </a:moveTo>
                <a:cubicBezTo>
                  <a:pt x="167412" y="274002"/>
                  <a:pt x="159691" y="271847"/>
                  <a:pt x="152536" y="270490"/>
                </a:cubicBezTo>
                <a:cubicBezTo>
                  <a:pt x="145381" y="269133"/>
                  <a:pt x="134762" y="264870"/>
                  <a:pt x="128939" y="261017"/>
                </a:cubicBezTo>
                <a:cubicBezTo>
                  <a:pt x="120697" y="255563"/>
                  <a:pt x="113680" y="253561"/>
                  <a:pt x="97253" y="251980"/>
                </a:cubicBezTo>
                <a:cubicBezTo>
                  <a:pt x="85648" y="250863"/>
                  <a:pt x="71726" y="249483"/>
                  <a:pt x="66316" y="248914"/>
                </a:cubicBezTo>
                <a:cubicBezTo>
                  <a:pt x="60430" y="248295"/>
                  <a:pt x="53691" y="245260"/>
                  <a:pt x="49536" y="241356"/>
                </a:cubicBezTo>
                <a:cubicBezTo>
                  <a:pt x="36860" y="229445"/>
                  <a:pt x="25174" y="224000"/>
                  <a:pt x="12262" y="223990"/>
                </a:cubicBezTo>
                <a:cubicBezTo>
                  <a:pt x="5518" y="223985"/>
                  <a:pt x="0" y="223243"/>
                  <a:pt x="0" y="222341"/>
                </a:cubicBezTo>
                <a:cubicBezTo>
                  <a:pt x="0" y="221438"/>
                  <a:pt x="2614" y="218038"/>
                  <a:pt x="5808" y="214784"/>
                </a:cubicBezTo>
                <a:cubicBezTo>
                  <a:pt x="9003" y="211529"/>
                  <a:pt x="12778" y="207637"/>
                  <a:pt x="14198" y="206134"/>
                </a:cubicBezTo>
                <a:cubicBezTo>
                  <a:pt x="15618" y="204632"/>
                  <a:pt x="22927" y="197868"/>
                  <a:pt x="30441" y="191104"/>
                </a:cubicBezTo>
                <a:lnTo>
                  <a:pt x="44102" y="178805"/>
                </a:lnTo>
                <a:lnTo>
                  <a:pt x="41686" y="166228"/>
                </a:lnTo>
                <a:cubicBezTo>
                  <a:pt x="39751" y="156152"/>
                  <a:pt x="36957" y="151530"/>
                  <a:pt x="27640" y="142994"/>
                </a:cubicBezTo>
                <a:cubicBezTo>
                  <a:pt x="14024" y="130519"/>
                  <a:pt x="10714" y="121458"/>
                  <a:pt x="10050" y="94836"/>
                </a:cubicBezTo>
                <a:cubicBezTo>
                  <a:pt x="9450" y="70766"/>
                  <a:pt x="12891" y="63931"/>
                  <a:pt x="25607" y="63931"/>
                </a:cubicBezTo>
                <a:cubicBezTo>
                  <a:pt x="30489" y="63931"/>
                  <a:pt x="38340" y="65326"/>
                  <a:pt x="43054" y="67030"/>
                </a:cubicBezTo>
                <a:cubicBezTo>
                  <a:pt x="54638" y="71219"/>
                  <a:pt x="59354" y="67087"/>
                  <a:pt x="54130" y="57326"/>
                </a:cubicBezTo>
                <a:cubicBezTo>
                  <a:pt x="51035" y="51543"/>
                  <a:pt x="51072" y="49668"/>
                  <a:pt x="54400" y="43740"/>
                </a:cubicBezTo>
                <a:cubicBezTo>
                  <a:pt x="59239" y="35118"/>
                  <a:pt x="67118" y="33022"/>
                  <a:pt x="67118" y="40356"/>
                </a:cubicBezTo>
                <a:cubicBezTo>
                  <a:pt x="67118" y="43216"/>
                  <a:pt x="68351" y="46318"/>
                  <a:pt x="69858" y="47250"/>
                </a:cubicBezTo>
                <a:cubicBezTo>
                  <a:pt x="71366" y="48181"/>
                  <a:pt x="73660" y="51735"/>
                  <a:pt x="74957" y="55146"/>
                </a:cubicBezTo>
                <a:cubicBezTo>
                  <a:pt x="77803" y="62631"/>
                  <a:pt x="81496" y="63085"/>
                  <a:pt x="85078" y="56392"/>
                </a:cubicBezTo>
                <a:cubicBezTo>
                  <a:pt x="87383" y="52084"/>
                  <a:pt x="90423" y="51486"/>
                  <a:pt x="108275" y="51828"/>
                </a:cubicBezTo>
                <a:cubicBezTo>
                  <a:pt x="125309" y="52154"/>
                  <a:pt x="130021" y="51323"/>
                  <a:pt x="135859" y="46965"/>
                </a:cubicBezTo>
                <a:cubicBezTo>
                  <a:pt x="144210" y="40730"/>
                  <a:pt x="159754" y="13580"/>
                  <a:pt x="159928" y="4926"/>
                </a:cubicBezTo>
                <a:cubicBezTo>
                  <a:pt x="160018" y="462"/>
                  <a:pt x="161137" y="-741"/>
                  <a:pt x="164133" y="409"/>
                </a:cubicBezTo>
                <a:cubicBezTo>
                  <a:pt x="166379" y="1271"/>
                  <a:pt x="169238" y="1976"/>
                  <a:pt x="170486" y="1976"/>
                </a:cubicBezTo>
                <a:cubicBezTo>
                  <a:pt x="174404" y="1976"/>
                  <a:pt x="183283" y="13060"/>
                  <a:pt x="183283" y="17951"/>
                </a:cubicBezTo>
                <a:cubicBezTo>
                  <a:pt x="183283" y="20523"/>
                  <a:pt x="184505" y="22627"/>
                  <a:pt x="185999" y="22627"/>
                </a:cubicBezTo>
                <a:cubicBezTo>
                  <a:pt x="187493" y="22627"/>
                  <a:pt x="189958" y="26195"/>
                  <a:pt x="191478" y="30556"/>
                </a:cubicBezTo>
                <a:cubicBezTo>
                  <a:pt x="194632" y="39603"/>
                  <a:pt x="202114" y="43279"/>
                  <a:pt x="217371" y="43279"/>
                </a:cubicBezTo>
                <a:cubicBezTo>
                  <a:pt x="224361" y="43279"/>
                  <a:pt x="229040" y="44794"/>
                  <a:pt x="231319" y="47797"/>
                </a:cubicBezTo>
                <a:cubicBezTo>
                  <a:pt x="235951" y="53900"/>
                  <a:pt x="235804" y="67721"/>
                  <a:pt x="231065" y="71654"/>
                </a:cubicBezTo>
                <a:cubicBezTo>
                  <a:pt x="227042" y="74993"/>
                  <a:pt x="227738" y="83470"/>
                  <a:pt x="232914" y="94162"/>
                </a:cubicBezTo>
                <a:cubicBezTo>
                  <a:pt x="236944" y="102487"/>
                  <a:pt x="256280" y="105129"/>
                  <a:pt x="264097" y="98422"/>
                </a:cubicBezTo>
                <a:cubicBezTo>
                  <a:pt x="272137" y="91525"/>
                  <a:pt x="288836" y="83435"/>
                  <a:pt x="290859" y="85458"/>
                </a:cubicBezTo>
                <a:cubicBezTo>
                  <a:pt x="291797" y="86396"/>
                  <a:pt x="291209" y="87164"/>
                  <a:pt x="289553" y="87164"/>
                </a:cubicBezTo>
                <a:cubicBezTo>
                  <a:pt x="278849" y="87164"/>
                  <a:pt x="297992" y="112276"/>
                  <a:pt x="313001" y="117924"/>
                </a:cubicBezTo>
                <a:cubicBezTo>
                  <a:pt x="317528" y="119627"/>
                  <a:pt x="320100" y="122488"/>
                  <a:pt x="320100" y="125822"/>
                </a:cubicBezTo>
                <a:cubicBezTo>
                  <a:pt x="320100" y="128696"/>
                  <a:pt x="321552" y="131055"/>
                  <a:pt x="323327" y="131062"/>
                </a:cubicBezTo>
                <a:cubicBezTo>
                  <a:pt x="338940" y="131129"/>
                  <a:pt x="408862" y="133762"/>
                  <a:pt x="409403" y="134303"/>
                </a:cubicBezTo>
                <a:cubicBezTo>
                  <a:pt x="409786" y="134687"/>
                  <a:pt x="404937" y="149230"/>
                  <a:pt x="398626" y="166622"/>
                </a:cubicBezTo>
                <a:lnTo>
                  <a:pt x="387152" y="198243"/>
                </a:lnTo>
                <a:lnTo>
                  <a:pt x="392348" y="208428"/>
                </a:lnTo>
                <a:cubicBezTo>
                  <a:pt x="397867" y="219247"/>
                  <a:pt x="399033" y="226562"/>
                  <a:pt x="395238" y="226562"/>
                </a:cubicBezTo>
                <a:cubicBezTo>
                  <a:pt x="393970" y="226562"/>
                  <a:pt x="392236" y="224746"/>
                  <a:pt x="391384" y="222526"/>
                </a:cubicBezTo>
                <a:cubicBezTo>
                  <a:pt x="390533" y="220307"/>
                  <a:pt x="388555" y="219282"/>
                  <a:pt x="386991" y="220249"/>
                </a:cubicBezTo>
                <a:cubicBezTo>
                  <a:pt x="385426" y="221216"/>
                  <a:pt x="380818" y="219547"/>
                  <a:pt x="376751" y="216540"/>
                </a:cubicBezTo>
                <a:cubicBezTo>
                  <a:pt x="367939" y="210026"/>
                  <a:pt x="366566" y="209821"/>
                  <a:pt x="366566" y="215027"/>
                </a:cubicBezTo>
                <a:cubicBezTo>
                  <a:pt x="366566" y="217201"/>
                  <a:pt x="368599" y="219663"/>
                  <a:pt x="371084" y="220497"/>
                </a:cubicBezTo>
                <a:cubicBezTo>
                  <a:pt x="382593" y="224364"/>
                  <a:pt x="400125" y="232833"/>
                  <a:pt x="400125" y="234526"/>
                </a:cubicBezTo>
                <a:cubicBezTo>
                  <a:pt x="400125" y="235560"/>
                  <a:pt x="392284" y="233061"/>
                  <a:pt x="382700" y="228973"/>
                </a:cubicBezTo>
                <a:cubicBezTo>
                  <a:pt x="373117" y="224884"/>
                  <a:pt x="361210" y="221490"/>
                  <a:pt x="356240" y="221430"/>
                </a:cubicBezTo>
                <a:cubicBezTo>
                  <a:pt x="344962" y="221293"/>
                  <a:pt x="338255" y="217747"/>
                  <a:pt x="344640" y="215296"/>
                </a:cubicBezTo>
                <a:cubicBezTo>
                  <a:pt x="347017" y="214384"/>
                  <a:pt x="350019" y="214291"/>
                  <a:pt x="351310" y="215089"/>
                </a:cubicBezTo>
                <a:cubicBezTo>
                  <a:pt x="352602" y="215888"/>
                  <a:pt x="353659" y="215352"/>
                  <a:pt x="353659" y="213898"/>
                </a:cubicBezTo>
                <a:cubicBezTo>
                  <a:pt x="353659" y="212444"/>
                  <a:pt x="351239" y="209960"/>
                  <a:pt x="348281" y="208377"/>
                </a:cubicBezTo>
                <a:cubicBezTo>
                  <a:pt x="344050" y="206113"/>
                  <a:pt x="341943" y="206369"/>
                  <a:pt x="338397" y="209577"/>
                </a:cubicBezTo>
                <a:cubicBezTo>
                  <a:pt x="332399" y="215006"/>
                  <a:pt x="330426" y="214717"/>
                  <a:pt x="330426" y="208411"/>
                </a:cubicBezTo>
                <a:cubicBezTo>
                  <a:pt x="330426" y="200483"/>
                  <a:pt x="323396" y="199293"/>
                  <a:pt x="317751" y="206264"/>
                </a:cubicBezTo>
                <a:cubicBezTo>
                  <a:pt x="311888" y="213504"/>
                  <a:pt x="313243" y="217088"/>
                  <a:pt x="320963" y="214760"/>
                </a:cubicBezTo>
                <a:cubicBezTo>
                  <a:pt x="324787" y="213607"/>
                  <a:pt x="325738" y="213919"/>
                  <a:pt x="323972" y="215747"/>
                </a:cubicBezTo>
                <a:cubicBezTo>
                  <a:pt x="322552" y="217218"/>
                  <a:pt x="318487" y="218951"/>
                  <a:pt x="314937" y="219599"/>
                </a:cubicBezTo>
                <a:cubicBezTo>
                  <a:pt x="311388" y="220248"/>
                  <a:pt x="314292" y="220366"/>
                  <a:pt x="321391" y="219864"/>
                </a:cubicBezTo>
                <a:cubicBezTo>
                  <a:pt x="330318" y="219231"/>
                  <a:pt x="333104" y="219713"/>
                  <a:pt x="330426" y="221426"/>
                </a:cubicBezTo>
                <a:cubicBezTo>
                  <a:pt x="328296" y="222787"/>
                  <a:pt x="319444" y="223919"/>
                  <a:pt x="310754" y="223941"/>
                </a:cubicBezTo>
                <a:cubicBezTo>
                  <a:pt x="295733" y="223979"/>
                  <a:pt x="294460" y="224490"/>
                  <a:pt x="284939" y="234304"/>
                </a:cubicBezTo>
                <a:cubicBezTo>
                  <a:pt x="279431" y="239982"/>
                  <a:pt x="272851" y="244629"/>
                  <a:pt x="270316" y="244630"/>
                </a:cubicBezTo>
                <a:cubicBezTo>
                  <a:pt x="267782" y="244631"/>
                  <a:pt x="262868" y="246493"/>
                  <a:pt x="259397" y="248767"/>
                </a:cubicBezTo>
                <a:cubicBezTo>
                  <a:pt x="255927" y="251041"/>
                  <a:pt x="248429" y="253948"/>
                  <a:pt x="242736" y="255227"/>
                </a:cubicBezTo>
                <a:cubicBezTo>
                  <a:pt x="237044" y="256506"/>
                  <a:pt x="226856" y="260940"/>
                  <a:pt x="220097" y="265079"/>
                </a:cubicBezTo>
                <a:cubicBezTo>
                  <a:pt x="213337" y="269219"/>
                  <a:pt x="203741" y="273261"/>
                  <a:pt x="198772" y="274061"/>
                </a:cubicBezTo>
                <a:cubicBezTo>
                  <a:pt x="178742" y="277289"/>
                  <a:pt x="173664" y="277501"/>
                  <a:pt x="169694" y="275279"/>
                </a:cubicBezTo>
                <a:close/>
              </a:path>
            </a:pathLst>
          </a:custGeom>
          <a:solidFill>
            <a:srgbClr val="B9B9B9"/>
          </a:solidFill>
          <a:ln w="5163" cap="flat">
            <a:noFill/>
            <a:prstDash val="solid"/>
            <a:miter/>
          </a:ln>
        </p:spPr>
        <p:txBody>
          <a:bodyPr/>
          <a:lstStyle/>
          <a:p>
            <a:endParaRPr lang="es-419" noProof="0" dirty="0"/>
          </a:p>
        </p:txBody>
      </p:sp>
      <p:sp>
        <p:nvSpPr>
          <p:cNvPr id="63" name="Forma libre: forma 62">
            <a:extLst>
              <a:ext uri="{FF2B5EF4-FFF2-40B4-BE49-F238E27FC236}">
                <a16:creationId xmlns:a16="http://schemas.microsoft.com/office/drawing/2014/main" id="{6023599D-1D84-55F7-1AD1-3214D0A47D6B}"/>
              </a:ext>
            </a:extLst>
          </p:cNvPr>
          <p:cNvSpPr/>
          <p:nvPr/>
        </p:nvSpPr>
        <p:spPr>
          <a:xfrm>
            <a:off x="1324915" y="2412330"/>
            <a:ext cx="357764" cy="223095"/>
          </a:xfrm>
          <a:custGeom>
            <a:avLst/>
            <a:gdLst>
              <a:gd name="csX0" fmla="*/ 310749 w 357764"/>
              <a:gd name="csY0" fmla="*/ 220821 h 223095"/>
              <a:gd name="csX1" fmla="*/ 306750 w 357764"/>
              <a:gd name="csY1" fmla="*/ 216842 h 223095"/>
              <a:gd name="csX2" fmla="*/ 298107 w 357764"/>
              <a:gd name="csY2" fmla="*/ 209508 h 223095"/>
              <a:gd name="csX3" fmla="*/ 280348 w 357764"/>
              <a:gd name="csY3" fmla="*/ 201999 h 223095"/>
              <a:gd name="csX4" fmla="*/ 262845 w 357764"/>
              <a:gd name="csY4" fmla="*/ 196313 h 223095"/>
              <a:gd name="csX5" fmla="*/ 256032 w 357764"/>
              <a:gd name="csY5" fmla="*/ 193496 h 223095"/>
              <a:gd name="csX6" fmla="*/ 242886 w 357764"/>
              <a:gd name="csY6" fmla="*/ 190679 h 223095"/>
              <a:gd name="csX7" fmla="*/ 229978 w 357764"/>
              <a:gd name="csY7" fmla="*/ 186722 h 223095"/>
              <a:gd name="csX8" fmla="*/ 220854 w 357764"/>
              <a:gd name="csY8" fmla="*/ 186091 h 223095"/>
              <a:gd name="csX9" fmla="*/ 209097 w 357764"/>
              <a:gd name="csY9" fmla="*/ 183130 h 223095"/>
              <a:gd name="csX10" fmla="*/ 214906 w 357764"/>
              <a:gd name="csY10" fmla="*/ 187877 h 223095"/>
              <a:gd name="csX11" fmla="*/ 215222 w 357764"/>
              <a:gd name="csY11" fmla="*/ 190853 h 223095"/>
              <a:gd name="csX12" fmla="*/ 206349 w 357764"/>
              <a:gd name="csY12" fmla="*/ 186954 h 223095"/>
              <a:gd name="csX13" fmla="*/ 189899 w 357764"/>
              <a:gd name="csY13" fmla="*/ 176334 h 223095"/>
              <a:gd name="csX14" fmla="*/ 172154 w 357764"/>
              <a:gd name="csY14" fmla="*/ 165667 h 223095"/>
              <a:gd name="csX15" fmla="*/ 165494 w 357764"/>
              <a:gd name="csY15" fmla="*/ 164758 h 223095"/>
              <a:gd name="csX16" fmla="*/ 154887 w 357764"/>
              <a:gd name="csY16" fmla="*/ 162867 h 223095"/>
              <a:gd name="csX17" fmla="*/ 146116 w 357764"/>
              <a:gd name="csY17" fmla="*/ 160825 h 223095"/>
              <a:gd name="csX18" fmla="*/ 117490 w 357764"/>
              <a:gd name="csY18" fmla="*/ 151278 h 223095"/>
              <a:gd name="csX19" fmla="*/ 95284 w 357764"/>
              <a:gd name="csY19" fmla="*/ 141980 h 223095"/>
              <a:gd name="csX20" fmla="*/ 92932 w 357764"/>
              <a:gd name="csY20" fmla="*/ 138216 h 223095"/>
              <a:gd name="csX21" fmla="*/ 81316 w 357764"/>
              <a:gd name="csY21" fmla="*/ 127645 h 223095"/>
              <a:gd name="csX22" fmla="*/ 69699 w 357764"/>
              <a:gd name="csY22" fmla="*/ 117508 h 223095"/>
              <a:gd name="csX23" fmla="*/ 49682 w 357764"/>
              <a:gd name="csY23" fmla="*/ 104238 h 223095"/>
              <a:gd name="csX24" fmla="*/ 33940 w 357764"/>
              <a:gd name="csY24" fmla="*/ 91155 h 223095"/>
              <a:gd name="csX25" fmla="*/ 3571 w 357764"/>
              <a:gd name="csY25" fmla="*/ 73330 h 223095"/>
              <a:gd name="csX26" fmla="*/ 0 w 357764"/>
              <a:gd name="csY26" fmla="*/ 65812 h 223095"/>
              <a:gd name="csX27" fmla="*/ 7287 w 357764"/>
              <a:gd name="csY27" fmla="*/ 53156 h 223095"/>
              <a:gd name="csX28" fmla="*/ 18044 w 357764"/>
              <a:gd name="csY28" fmla="*/ 33495 h 223095"/>
              <a:gd name="csX29" fmla="*/ 19421 w 357764"/>
              <a:gd name="csY29" fmla="*/ 20586 h 223095"/>
              <a:gd name="csX30" fmla="*/ 43911 w 357764"/>
              <a:gd name="csY30" fmla="*/ 20678 h 223095"/>
              <a:gd name="csX31" fmla="*/ 60045 w 357764"/>
              <a:gd name="csY31" fmla="*/ 24079 h 223095"/>
              <a:gd name="csX32" fmla="*/ 132045 w 357764"/>
              <a:gd name="csY32" fmla="*/ 29780 h 223095"/>
              <a:gd name="csX33" fmla="*/ 140624 w 357764"/>
              <a:gd name="csY33" fmla="*/ 26018 h 223095"/>
              <a:gd name="csX34" fmla="*/ 141619 w 357764"/>
              <a:gd name="csY34" fmla="*/ 13502 h 223095"/>
              <a:gd name="csX35" fmla="*/ 147260 w 357764"/>
              <a:gd name="csY35" fmla="*/ 0 h 223095"/>
              <a:gd name="csX36" fmla="*/ 157468 w 357764"/>
              <a:gd name="csY36" fmla="*/ 24790 h 223095"/>
              <a:gd name="csX37" fmla="*/ 164323 w 357764"/>
              <a:gd name="csY37" fmla="*/ 32600 h 223095"/>
              <a:gd name="csX38" fmla="*/ 177876 w 357764"/>
              <a:gd name="csY38" fmla="*/ 26172 h 223095"/>
              <a:gd name="csX39" fmla="*/ 195232 w 357764"/>
              <a:gd name="csY39" fmla="*/ 18047 h 223095"/>
              <a:gd name="csX40" fmla="*/ 208905 w 357764"/>
              <a:gd name="csY40" fmla="*/ 10791 h 223095"/>
              <a:gd name="csX41" fmla="*/ 219887 w 357764"/>
              <a:gd name="csY41" fmla="*/ 4680 h 223095"/>
              <a:gd name="csX42" fmla="*/ 238661 w 357764"/>
              <a:gd name="csY42" fmla="*/ 20265 h 223095"/>
              <a:gd name="csX43" fmla="*/ 254397 w 357764"/>
              <a:gd name="csY43" fmla="*/ 25712 h 223095"/>
              <a:gd name="csX44" fmla="*/ 258145 w 357764"/>
              <a:gd name="csY44" fmla="*/ 24934 h 223095"/>
              <a:gd name="csX45" fmla="*/ 286337 w 357764"/>
              <a:gd name="csY45" fmla="*/ 54210 h 223095"/>
              <a:gd name="csX46" fmla="*/ 292234 w 357764"/>
              <a:gd name="csY46" fmla="*/ 58728 h 223095"/>
              <a:gd name="csX47" fmla="*/ 311147 w 357764"/>
              <a:gd name="csY47" fmla="*/ 69699 h 223095"/>
              <a:gd name="csX48" fmla="*/ 321808 w 357764"/>
              <a:gd name="csY48" fmla="*/ 76335 h 223095"/>
              <a:gd name="csX49" fmla="*/ 326980 w 357764"/>
              <a:gd name="csY49" fmla="*/ 102795 h 223095"/>
              <a:gd name="csX50" fmla="*/ 329261 w 357764"/>
              <a:gd name="csY50" fmla="*/ 127630 h 223095"/>
              <a:gd name="csX51" fmla="*/ 333007 w 357764"/>
              <a:gd name="csY51" fmla="*/ 137310 h 223095"/>
              <a:gd name="csX52" fmla="*/ 335120 w 357764"/>
              <a:gd name="csY52" fmla="*/ 141980 h 223095"/>
              <a:gd name="csX53" fmla="*/ 346410 w 357764"/>
              <a:gd name="csY53" fmla="*/ 150369 h 223095"/>
              <a:gd name="csX54" fmla="*/ 357125 w 357764"/>
              <a:gd name="csY54" fmla="*/ 170794 h 223095"/>
              <a:gd name="csX55" fmla="*/ 348644 w 357764"/>
              <a:gd name="csY55" fmla="*/ 191877 h 223095"/>
              <a:gd name="csX56" fmla="*/ 333236 w 357764"/>
              <a:gd name="csY56" fmla="*/ 203812 h 223095"/>
              <a:gd name="csX57" fmla="*/ 327844 w 357764"/>
              <a:gd name="csY57" fmla="*/ 209994 h 223095"/>
              <a:gd name="csX58" fmla="*/ 320060 w 357764"/>
              <a:gd name="csY58" fmla="*/ 219045 h 223095"/>
              <a:gd name="csX59" fmla="*/ 310749 w 357764"/>
              <a:gd name="csY59" fmla="*/ 220821 h 2230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Lst>
            <a:rect l="l" t="t" r="r" b="b"/>
            <a:pathLst>
              <a:path w="357764" h="223095">
                <a:moveTo>
                  <a:pt x="310749" y="220821"/>
                </a:moveTo>
                <a:cubicBezTo>
                  <a:pt x="309909" y="218632"/>
                  <a:pt x="308109" y="216842"/>
                  <a:pt x="306750" y="216842"/>
                </a:cubicBezTo>
                <a:cubicBezTo>
                  <a:pt x="305390" y="216842"/>
                  <a:pt x="301501" y="213542"/>
                  <a:pt x="298107" y="209508"/>
                </a:cubicBezTo>
                <a:cubicBezTo>
                  <a:pt x="293077" y="203531"/>
                  <a:pt x="289793" y="202142"/>
                  <a:pt x="280348" y="201999"/>
                </a:cubicBezTo>
                <a:cubicBezTo>
                  <a:pt x="272259" y="201877"/>
                  <a:pt x="266975" y="200160"/>
                  <a:pt x="262845" y="196313"/>
                </a:cubicBezTo>
                <a:cubicBezTo>
                  <a:pt x="259591" y="193282"/>
                  <a:pt x="256525" y="192014"/>
                  <a:pt x="256032" y="193496"/>
                </a:cubicBezTo>
                <a:cubicBezTo>
                  <a:pt x="254564" y="197900"/>
                  <a:pt x="248378" y="196574"/>
                  <a:pt x="242886" y="190679"/>
                </a:cubicBezTo>
                <a:cubicBezTo>
                  <a:pt x="238972" y="186478"/>
                  <a:pt x="235903" y="185537"/>
                  <a:pt x="229978" y="186722"/>
                </a:cubicBezTo>
                <a:cubicBezTo>
                  <a:pt x="225703" y="187577"/>
                  <a:pt x="221597" y="187293"/>
                  <a:pt x="220854" y="186091"/>
                </a:cubicBezTo>
                <a:cubicBezTo>
                  <a:pt x="219048" y="183170"/>
                  <a:pt x="209097" y="180663"/>
                  <a:pt x="209097" y="183130"/>
                </a:cubicBezTo>
                <a:cubicBezTo>
                  <a:pt x="209097" y="184200"/>
                  <a:pt x="211711" y="186336"/>
                  <a:pt x="214906" y="187877"/>
                </a:cubicBezTo>
                <a:cubicBezTo>
                  <a:pt x="220644" y="190644"/>
                  <a:pt x="220647" y="190680"/>
                  <a:pt x="215222" y="190853"/>
                </a:cubicBezTo>
                <a:cubicBezTo>
                  <a:pt x="212201" y="190949"/>
                  <a:pt x="208208" y="189194"/>
                  <a:pt x="206349" y="186954"/>
                </a:cubicBezTo>
                <a:cubicBezTo>
                  <a:pt x="204489" y="184713"/>
                  <a:pt x="197087" y="179934"/>
                  <a:pt x="189899" y="176334"/>
                </a:cubicBezTo>
                <a:cubicBezTo>
                  <a:pt x="182711" y="172733"/>
                  <a:pt x="174726" y="167933"/>
                  <a:pt x="172154" y="165667"/>
                </a:cubicBezTo>
                <a:cubicBezTo>
                  <a:pt x="168546" y="162487"/>
                  <a:pt x="167026" y="162279"/>
                  <a:pt x="165494" y="164758"/>
                </a:cubicBezTo>
                <a:cubicBezTo>
                  <a:pt x="163542" y="167916"/>
                  <a:pt x="154887" y="166373"/>
                  <a:pt x="154887" y="162867"/>
                </a:cubicBezTo>
                <a:cubicBezTo>
                  <a:pt x="154887" y="161880"/>
                  <a:pt x="150940" y="160961"/>
                  <a:pt x="146116" y="160825"/>
                </a:cubicBezTo>
                <a:cubicBezTo>
                  <a:pt x="141292" y="160688"/>
                  <a:pt x="128410" y="156392"/>
                  <a:pt x="117490" y="151278"/>
                </a:cubicBezTo>
                <a:cubicBezTo>
                  <a:pt x="106570" y="146164"/>
                  <a:pt x="96577" y="141980"/>
                  <a:pt x="95284" y="141980"/>
                </a:cubicBezTo>
                <a:cubicBezTo>
                  <a:pt x="93990" y="141980"/>
                  <a:pt x="92932" y="140286"/>
                  <a:pt x="92932" y="138216"/>
                </a:cubicBezTo>
                <a:cubicBezTo>
                  <a:pt x="92932" y="136147"/>
                  <a:pt x="87705" y="131390"/>
                  <a:pt x="81316" y="127645"/>
                </a:cubicBezTo>
                <a:cubicBezTo>
                  <a:pt x="74927" y="123901"/>
                  <a:pt x="69699" y="119339"/>
                  <a:pt x="69699" y="117508"/>
                </a:cubicBezTo>
                <a:cubicBezTo>
                  <a:pt x="69699" y="113290"/>
                  <a:pt x="58936" y="106155"/>
                  <a:pt x="49682" y="104238"/>
                </a:cubicBezTo>
                <a:cubicBezTo>
                  <a:pt x="45282" y="103326"/>
                  <a:pt x="39312" y="98365"/>
                  <a:pt x="33940" y="91155"/>
                </a:cubicBezTo>
                <a:cubicBezTo>
                  <a:pt x="25287" y="79543"/>
                  <a:pt x="10302" y="70747"/>
                  <a:pt x="3571" y="73330"/>
                </a:cubicBezTo>
                <a:cubicBezTo>
                  <a:pt x="957" y="74333"/>
                  <a:pt x="0" y="72319"/>
                  <a:pt x="0" y="65812"/>
                </a:cubicBezTo>
                <a:cubicBezTo>
                  <a:pt x="0" y="58672"/>
                  <a:pt x="1433" y="56184"/>
                  <a:pt x="7287" y="53156"/>
                </a:cubicBezTo>
                <a:cubicBezTo>
                  <a:pt x="19411" y="46887"/>
                  <a:pt x="21790" y="42538"/>
                  <a:pt x="18044" y="33495"/>
                </a:cubicBezTo>
                <a:cubicBezTo>
                  <a:pt x="15244" y="26735"/>
                  <a:pt x="15429" y="24996"/>
                  <a:pt x="19421" y="20586"/>
                </a:cubicBezTo>
                <a:cubicBezTo>
                  <a:pt x="25368" y="14014"/>
                  <a:pt x="37292" y="14059"/>
                  <a:pt x="43911" y="20678"/>
                </a:cubicBezTo>
                <a:cubicBezTo>
                  <a:pt x="48190" y="24957"/>
                  <a:pt x="51021" y="25553"/>
                  <a:pt x="60045" y="24079"/>
                </a:cubicBezTo>
                <a:cubicBezTo>
                  <a:pt x="79921" y="20832"/>
                  <a:pt x="103607" y="22707"/>
                  <a:pt x="132045" y="29780"/>
                </a:cubicBezTo>
                <a:cubicBezTo>
                  <a:pt x="137569" y="31154"/>
                  <a:pt x="139225" y="30428"/>
                  <a:pt x="140624" y="26018"/>
                </a:cubicBezTo>
                <a:cubicBezTo>
                  <a:pt x="141578" y="23013"/>
                  <a:pt x="142026" y="17381"/>
                  <a:pt x="141619" y="13502"/>
                </a:cubicBezTo>
                <a:cubicBezTo>
                  <a:pt x="140830" y="5985"/>
                  <a:pt x="143331" y="0"/>
                  <a:pt x="147260" y="0"/>
                </a:cubicBezTo>
                <a:cubicBezTo>
                  <a:pt x="150433" y="0"/>
                  <a:pt x="157468" y="17085"/>
                  <a:pt x="157468" y="24790"/>
                </a:cubicBezTo>
                <a:cubicBezTo>
                  <a:pt x="157468" y="29227"/>
                  <a:pt x="159328" y="31346"/>
                  <a:pt x="164323" y="32600"/>
                </a:cubicBezTo>
                <a:cubicBezTo>
                  <a:pt x="169965" y="34015"/>
                  <a:pt x="172364" y="32878"/>
                  <a:pt x="177876" y="26172"/>
                </a:cubicBezTo>
                <a:cubicBezTo>
                  <a:pt x="183430" y="19415"/>
                  <a:pt x="186393" y="18028"/>
                  <a:pt x="195232" y="18047"/>
                </a:cubicBezTo>
                <a:cubicBezTo>
                  <a:pt x="204499" y="18067"/>
                  <a:pt x="206283" y="17120"/>
                  <a:pt x="208905" y="10791"/>
                </a:cubicBezTo>
                <a:cubicBezTo>
                  <a:pt x="211484" y="4565"/>
                  <a:pt x="213074" y="3680"/>
                  <a:pt x="219887" y="4680"/>
                </a:cubicBezTo>
                <a:cubicBezTo>
                  <a:pt x="228665" y="5969"/>
                  <a:pt x="236077" y="12121"/>
                  <a:pt x="238661" y="20265"/>
                </a:cubicBezTo>
                <a:cubicBezTo>
                  <a:pt x="240752" y="26852"/>
                  <a:pt x="249411" y="29849"/>
                  <a:pt x="254397" y="25712"/>
                </a:cubicBezTo>
                <a:cubicBezTo>
                  <a:pt x="256458" y="24001"/>
                  <a:pt x="258145" y="23651"/>
                  <a:pt x="258145" y="24934"/>
                </a:cubicBezTo>
                <a:cubicBezTo>
                  <a:pt x="258145" y="28142"/>
                  <a:pt x="283247" y="54210"/>
                  <a:pt x="286337" y="54210"/>
                </a:cubicBezTo>
                <a:cubicBezTo>
                  <a:pt x="287708" y="54210"/>
                  <a:pt x="290362" y="56243"/>
                  <a:pt x="292234" y="58728"/>
                </a:cubicBezTo>
                <a:cubicBezTo>
                  <a:pt x="296425" y="64288"/>
                  <a:pt x="305753" y="69699"/>
                  <a:pt x="311147" y="69699"/>
                </a:cubicBezTo>
                <a:cubicBezTo>
                  <a:pt x="313361" y="69699"/>
                  <a:pt x="318158" y="72685"/>
                  <a:pt x="321808" y="76335"/>
                </a:cubicBezTo>
                <a:cubicBezTo>
                  <a:pt x="328098" y="82626"/>
                  <a:pt x="328367" y="84002"/>
                  <a:pt x="326980" y="102795"/>
                </a:cubicBezTo>
                <a:cubicBezTo>
                  <a:pt x="325865" y="117888"/>
                  <a:pt x="326410" y="123815"/>
                  <a:pt x="329261" y="127630"/>
                </a:cubicBezTo>
                <a:cubicBezTo>
                  <a:pt x="331322" y="130386"/>
                  <a:pt x="333007" y="134742"/>
                  <a:pt x="333007" y="137310"/>
                </a:cubicBezTo>
                <a:cubicBezTo>
                  <a:pt x="333007" y="139879"/>
                  <a:pt x="333958" y="141980"/>
                  <a:pt x="335120" y="141980"/>
                </a:cubicBezTo>
                <a:cubicBezTo>
                  <a:pt x="336282" y="141980"/>
                  <a:pt x="341362" y="145755"/>
                  <a:pt x="346410" y="150369"/>
                </a:cubicBezTo>
                <a:cubicBezTo>
                  <a:pt x="353607" y="156948"/>
                  <a:pt x="355920" y="161358"/>
                  <a:pt x="357125" y="170794"/>
                </a:cubicBezTo>
                <a:cubicBezTo>
                  <a:pt x="358591" y="182285"/>
                  <a:pt x="358209" y="183236"/>
                  <a:pt x="348644" y="191877"/>
                </a:cubicBezTo>
                <a:cubicBezTo>
                  <a:pt x="343134" y="196855"/>
                  <a:pt x="336201" y="202226"/>
                  <a:pt x="333236" y="203812"/>
                </a:cubicBezTo>
                <a:cubicBezTo>
                  <a:pt x="330270" y="205399"/>
                  <a:pt x="327844" y="208181"/>
                  <a:pt x="327844" y="209994"/>
                </a:cubicBezTo>
                <a:cubicBezTo>
                  <a:pt x="327844" y="211806"/>
                  <a:pt x="324341" y="215879"/>
                  <a:pt x="320060" y="219045"/>
                </a:cubicBezTo>
                <a:cubicBezTo>
                  <a:pt x="313416" y="223957"/>
                  <a:pt x="312052" y="224217"/>
                  <a:pt x="310749" y="220821"/>
                </a:cubicBezTo>
                <a:close/>
              </a:path>
            </a:pathLst>
          </a:custGeom>
          <a:solidFill>
            <a:srgbClr val="B9B9B9"/>
          </a:solidFill>
          <a:ln w="5163" cap="flat">
            <a:noFill/>
            <a:prstDash val="solid"/>
            <a:miter/>
          </a:ln>
        </p:spPr>
        <p:txBody>
          <a:bodyPr/>
          <a:lstStyle/>
          <a:p>
            <a:endParaRPr lang="es-419" noProof="0" dirty="0"/>
          </a:p>
        </p:txBody>
      </p:sp>
      <p:sp>
        <p:nvSpPr>
          <p:cNvPr id="64" name="Forma libre: forma 63">
            <a:extLst>
              <a:ext uri="{FF2B5EF4-FFF2-40B4-BE49-F238E27FC236}">
                <a16:creationId xmlns:a16="http://schemas.microsoft.com/office/drawing/2014/main" id="{36915D35-91D0-5D9E-A6C3-4DF08DBD5135}"/>
              </a:ext>
            </a:extLst>
          </p:cNvPr>
          <p:cNvSpPr/>
          <p:nvPr/>
        </p:nvSpPr>
        <p:spPr>
          <a:xfrm>
            <a:off x="2030531" y="2394260"/>
            <a:ext cx="276109" cy="131653"/>
          </a:xfrm>
          <a:custGeom>
            <a:avLst/>
            <a:gdLst>
              <a:gd name="csX0" fmla="*/ 240916 w 276109"/>
              <a:gd name="csY0" fmla="*/ 129933 h 131653"/>
              <a:gd name="csX1" fmla="*/ 239195 w 276109"/>
              <a:gd name="csY1" fmla="*/ 124013 h 131653"/>
              <a:gd name="csX2" fmla="*/ 228223 w 276109"/>
              <a:gd name="csY2" fmla="*/ 115744 h 131653"/>
              <a:gd name="csX3" fmla="*/ 217897 w 276109"/>
              <a:gd name="csY3" fmla="*/ 106005 h 131653"/>
              <a:gd name="csX4" fmla="*/ 210063 w 276109"/>
              <a:gd name="csY4" fmla="*/ 90246 h 131653"/>
              <a:gd name="csX5" fmla="*/ 197989 w 276109"/>
              <a:gd name="csY5" fmla="*/ 82502 h 131653"/>
              <a:gd name="csX6" fmla="*/ 171181 w 276109"/>
              <a:gd name="csY6" fmla="*/ 78639 h 131653"/>
              <a:gd name="csX7" fmla="*/ 162540 w 276109"/>
              <a:gd name="csY7" fmla="*/ 80766 h 131653"/>
              <a:gd name="csX8" fmla="*/ 140024 w 276109"/>
              <a:gd name="csY8" fmla="*/ 103258 h 131653"/>
              <a:gd name="csX9" fmla="*/ 121107 w 276109"/>
              <a:gd name="csY9" fmla="*/ 123910 h 131653"/>
              <a:gd name="csX10" fmla="*/ 115285 w 276109"/>
              <a:gd name="csY10" fmla="*/ 120037 h 131653"/>
              <a:gd name="csX11" fmla="*/ 106086 w 276109"/>
              <a:gd name="csY11" fmla="*/ 116165 h 131653"/>
              <a:gd name="csX12" fmla="*/ 95488 w 276109"/>
              <a:gd name="csY12" fmla="*/ 97511 h 131653"/>
              <a:gd name="csX13" fmla="*/ 74161 w 276109"/>
              <a:gd name="csY13" fmla="*/ 72281 h 131653"/>
              <a:gd name="csX14" fmla="*/ 62180 w 276109"/>
              <a:gd name="csY14" fmla="*/ 80383 h 131653"/>
              <a:gd name="csX15" fmla="*/ 59403 w 276109"/>
              <a:gd name="csY15" fmla="*/ 95543 h 131653"/>
              <a:gd name="csX16" fmla="*/ 54777 w 276109"/>
              <a:gd name="csY16" fmla="*/ 108274 h 131653"/>
              <a:gd name="csX17" fmla="*/ 46950 w 276109"/>
              <a:gd name="csY17" fmla="*/ 122154 h 131653"/>
              <a:gd name="csX18" fmla="*/ 45160 w 276109"/>
              <a:gd name="csY18" fmla="*/ 130363 h 131653"/>
              <a:gd name="csX19" fmla="*/ 42524 w 276109"/>
              <a:gd name="csY19" fmla="*/ 123910 h 131653"/>
              <a:gd name="csX20" fmla="*/ 27585 w 276109"/>
              <a:gd name="csY20" fmla="*/ 101648 h 131653"/>
              <a:gd name="csX21" fmla="*/ 3541 w 276109"/>
              <a:gd name="csY21" fmla="*/ 71617 h 131653"/>
              <a:gd name="csX22" fmla="*/ 489 w 276109"/>
              <a:gd name="csY22" fmla="*/ 57859 h 131653"/>
              <a:gd name="csX23" fmla="*/ 5896 w 276109"/>
              <a:gd name="csY23" fmla="*/ 47783 h 131653"/>
              <a:gd name="csX24" fmla="*/ 14046 w 276109"/>
              <a:gd name="csY24" fmla="*/ 46070 h 131653"/>
              <a:gd name="csX25" fmla="*/ 24934 w 276109"/>
              <a:gd name="csY25" fmla="*/ 43885 h 131653"/>
              <a:gd name="csX26" fmla="*/ 35503 w 276109"/>
              <a:gd name="csY26" fmla="*/ 38722 h 131653"/>
              <a:gd name="csX27" fmla="*/ 41946 w 276109"/>
              <a:gd name="csY27" fmla="*/ 35764 h 131653"/>
              <a:gd name="csX28" fmla="*/ 25819 w 276109"/>
              <a:gd name="csY28" fmla="*/ 37615 h 131653"/>
              <a:gd name="csX29" fmla="*/ 26045 w 276109"/>
              <a:gd name="csY29" fmla="*/ 35947 h 131653"/>
              <a:gd name="csX30" fmla="*/ 73982 w 276109"/>
              <a:gd name="csY30" fmla="*/ 25857 h 131653"/>
              <a:gd name="csX31" fmla="*/ 76916 w 276109"/>
              <a:gd name="csY31" fmla="*/ 28123 h 131653"/>
              <a:gd name="csX32" fmla="*/ 76893 w 276109"/>
              <a:gd name="csY32" fmla="*/ 31518 h 131653"/>
              <a:gd name="csX33" fmla="*/ 83755 w 276109"/>
              <a:gd name="csY33" fmla="*/ 29317 h 131653"/>
              <a:gd name="csX34" fmla="*/ 96686 w 276109"/>
              <a:gd name="csY34" fmla="*/ 23336 h 131653"/>
              <a:gd name="csX35" fmla="*/ 114106 w 276109"/>
              <a:gd name="csY35" fmla="*/ 13587 h 131653"/>
              <a:gd name="csX36" fmla="*/ 134447 w 276109"/>
              <a:gd name="csY36" fmla="*/ 0 h 131653"/>
              <a:gd name="csX37" fmla="*/ 136418 w 276109"/>
              <a:gd name="csY37" fmla="*/ 8390 h 131653"/>
              <a:gd name="csX38" fmla="*/ 147553 w 276109"/>
              <a:gd name="csY38" fmla="*/ 17557 h 131653"/>
              <a:gd name="csX39" fmla="*/ 164372 w 276109"/>
              <a:gd name="csY39" fmla="*/ 37279 h 131653"/>
              <a:gd name="csX40" fmla="*/ 179001 w 276109"/>
              <a:gd name="csY40" fmla="*/ 58990 h 131653"/>
              <a:gd name="csX41" fmla="*/ 191415 w 276109"/>
              <a:gd name="csY41" fmla="*/ 67081 h 131653"/>
              <a:gd name="csX42" fmla="*/ 215539 w 276109"/>
              <a:gd name="csY42" fmla="*/ 67434 h 131653"/>
              <a:gd name="csX43" fmla="*/ 218120 w 276109"/>
              <a:gd name="csY43" fmla="*/ 59084 h 131653"/>
              <a:gd name="csX44" fmla="*/ 224155 w 276109"/>
              <a:gd name="csY44" fmla="*/ 52122 h 131653"/>
              <a:gd name="csX45" fmla="*/ 241477 w 276109"/>
              <a:gd name="csY45" fmla="*/ 56639 h 131653"/>
              <a:gd name="csX46" fmla="*/ 260758 w 276109"/>
              <a:gd name="csY46" fmla="*/ 61955 h 131653"/>
              <a:gd name="csX47" fmla="*/ 271115 w 276109"/>
              <a:gd name="csY47" fmla="*/ 65853 h 131653"/>
              <a:gd name="csX48" fmla="*/ 274360 w 276109"/>
              <a:gd name="csY48" fmla="*/ 100702 h 131653"/>
              <a:gd name="csX49" fmla="*/ 276110 w 276109"/>
              <a:gd name="csY49" fmla="*/ 131654 h 131653"/>
              <a:gd name="csX50" fmla="*/ 259373 w 276109"/>
              <a:gd name="csY50" fmla="*/ 131654 h 131653"/>
              <a:gd name="csX51" fmla="*/ 240916 w 276109"/>
              <a:gd name="csY51" fmla="*/ 129933 h 1316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Lst>
            <a:rect l="l" t="t" r="r" b="b"/>
            <a:pathLst>
              <a:path w="276109" h="131653">
                <a:moveTo>
                  <a:pt x="240916" y="129933"/>
                </a:moveTo>
                <a:cubicBezTo>
                  <a:pt x="239969" y="128986"/>
                  <a:pt x="239195" y="126322"/>
                  <a:pt x="239195" y="124013"/>
                </a:cubicBezTo>
                <a:cubicBezTo>
                  <a:pt x="239195" y="121432"/>
                  <a:pt x="234966" y="118245"/>
                  <a:pt x="228223" y="115744"/>
                </a:cubicBezTo>
                <a:cubicBezTo>
                  <a:pt x="219440" y="112485"/>
                  <a:pt x="217381" y="110543"/>
                  <a:pt x="217897" y="106005"/>
                </a:cubicBezTo>
                <a:cubicBezTo>
                  <a:pt x="218682" y="99107"/>
                  <a:pt x="214348" y="90389"/>
                  <a:pt x="210063" y="90246"/>
                </a:cubicBezTo>
                <a:cubicBezTo>
                  <a:pt x="208338" y="90188"/>
                  <a:pt x="202905" y="86703"/>
                  <a:pt x="197989" y="82502"/>
                </a:cubicBezTo>
                <a:cubicBezTo>
                  <a:pt x="188345" y="74258"/>
                  <a:pt x="178782" y="72880"/>
                  <a:pt x="171181" y="78639"/>
                </a:cubicBezTo>
                <a:cubicBezTo>
                  <a:pt x="168558" y="80626"/>
                  <a:pt x="164670" y="81583"/>
                  <a:pt x="162540" y="80766"/>
                </a:cubicBezTo>
                <a:cubicBezTo>
                  <a:pt x="158541" y="79232"/>
                  <a:pt x="151258" y="86508"/>
                  <a:pt x="140024" y="103258"/>
                </a:cubicBezTo>
                <a:cubicBezTo>
                  <a:pt x="131601" y="115819"/>
                  <a:pt x="124189" y="123910"/>
                  <a:pt x="121107" y="123910"/>
                </a:cubicBezTo>
                <a:cubicBezTo>
                  <a:pt x="119672" y="123910"/>
                  <a:pt x="117052" y="122167"/>
                  <a:pt x="115285" y="120037"/>
                </a:cubicBezTo>
                <a:cubicBezTo>
                  <a:pt x="113517" y="117908"/>
                  <a:pt x="109378" y="116165"/>
                  <a:pt x="106086" y="116165"/>
                </a:cubicBezTo>
                <a:cubicBezTo>
                  <a:pt x="98470" y="116165"/>
                  <a:pt x="97317" y="114137"/>
                  <a:pt x="95488" y="97511"/>
                </a:cubicBezTo>
                <a:cubicBezTo>
                  <a:pt x="93708" y="81325"/>
                  <a:pt x="86063" y="72281"/>
                  <a:pt x="74161" y="72281"/>
                </a:cubicBezTo>
                <a:cubicBezTo>
                  <a:pt x="68039" y="72281"/>
                  <a:pt x="65473" y="74016"/>
                  <a:pt x="62180" y="80383"/>
                </a:cubicBezTo>
                <a:cubicBezTo>
                  <a:pt x="59748" y="85087"/>
                  <a:pt x="58583" y="91445"/>
                  <a:pt x="59403" y="95543"/>
                </a:cubicBezTo>
                <a:cubicBezTo>
                  <a:pt x="60452" y="100790"/>
                  <a:pt x="59265" y="104058"/>
                  <a:pt x="54777" y="108274"/>
                </a:cubicBezTo>
                <a:cubicBezTo>
                  <a:pt x="51457" y="111393"/>
                  <a:pt x="47935" y="117640"/>
                  <a:pt x="46950" y="122154"/>
                </a:cubicBezTo>
                <a:lnTo>
                  <a:pt x="45160" y="130363"/>
                </a:lnTo>
                <a:lnTo>
                  <a:pt x="42524" y="123910"/>
                </a:lnTo>
                <a:cubicBezTo>
                  <a:pt x="37073" y="110563"/>
                  <a:pt x="32979" y="104462"/>
                  <a:pt x="27585" y="101648"/>
                </a:cubicBezTo>
                <a:cubicBezTo>
                  <a:pt x="17943" y="96616"/>
                  <a:pt x="4895" y="80319"/>
                  <a:pt x="3541" y="71617"/>
                </a:cubicBezTo>
                <a:cubicBezTo>
                  <a:pt x="2825" y="67013"/>
                  <a:pt x="1452" y="60822"/>
                  <a:pt x="489" y="57859"/>
                </a:cubicBezTo>
                <a:cubicBezTo>
                  <a:pt x="-848" y="53746"/>
                  <a:pt x="431" y="51364"/>
                  <a:pt x="5896" y="47783"/>
                </a:cubicBezTo>
                <a:cubicBezTo>
                  <a:pt x="10761" y="44595"/>
                  <a:pt x="13372" y="44047"/>
                  <a:pt x="14046" y="46070"/>
                </a:cubicBezTo>
                <a:cubicBezTo>
                  <a:pt x="15462" y="50316"/>
                  <a:pt x="18138" y="49779"/>
                  <a:pt x="24934" y="43885"/>
                </a:cubicBezTo>
                <a:cubicBezTo>
                  <a:pt x="28208" y="41045"/>
                  <a:pt x="32964" y="38722"/>
                  <a:pt x="35503" y="38722"/>
                </a:cubicBezTo>
                <a:cubicBezTo>
                  <a:pt x="38041" y="38722"/>
                  <a:pt x="40941" y="37391"/>
                  <a:pt x="41946" y="35764"/>
                </a:cubicBezTo>
                <a:cubicBezTo>
                  <a:pt x="43722" y="32890"/>
                  <a:pt x="39180" y="33412"/>
                  <a:pt x="25819" y="37615"/>
                </a:cubicBezTo>
                <a:cubicBezTo>
                  <a:pt x="21516" y="38969"/>
                  <a:pt x="21538" y="38810"/>
                  <a:pt x="26045" y="35947"/>
                </a:cubicBezTo>
                <a:cubicBezTo>
                  <a:pt x="31416" y="32535"/>
                  <a:pt x="63427" y="25797"/>
                  <a:pt x="73982" y="25857"/>
                </a:cubicBezTo>
                <a:cubicBezTo>
                  <a:pt x="78607" y="25883"/>
                  <a:pt x="79439" y="26525"/>
                  <a:pt x="76916" y="28123"/>
                </a:cubicBezTo>
                <a:cubicBezTo>
                  <a:pt x="73965" y="29993"/>
                  <a:pt x="73961" y="30540"/>
                  <a:pt x="76893" y="31518"/>
                </a:cubicBezTo>
                <a:cubicBezTo>
                  <a:pt x="78816" y="32159"/>
                  <a:pt x="81904" y="31168"/>
                  <a:pt x="83755" y="29317"/>
                </a:cubicBezTo>
                <a:cubicBezTo>
                  <a:pt x="85607" y="27466"/>
                  <a:pt x="91425" y="24774"/>
                  <a:pt x="96686" y="23336"/>
                </a:cubicBezTo>
                <a:cubicBezTo>
                  <a:pt x="101946" y="21898"/>
                  <a:pt x="109785" y="17511"/>
                  <a:pt x="114106" y="13587"/>
                </a:cubicBezTo>
                <a:cubicBezTo>
                  <a:pt x="121455" y="6915"/>
                  <a:pt x="131807" y="0"/>
                  <a:pt x="134447" y="0"/>
                </a:cubicBezTo>
                <a:cubicBezTo>
                  <a:pt x="135087" y="0"/>
                  <a:pt x="135973" y="3775"/>
                  <a:pt x="136418" y="8390"/>
                </a:cubicBezTo>
                <a:cubicBezTo>
                  <a:pt x="137168" y="16168"/>
                  <a:pt x="137980" y="16836"/>
                  <a:pt x="147553" y="17557"/>
                </a:cubicBezTo>
                <a:cubicBezTo>
                  <a:pt x="160105" y="18501"/>
                  <a:pt x="164320" y="23444"/>
                  <a:pt x="164372" y="37279"/>
                </a:cubicBezTo>
                <a:cubicBezTo>
                  <a:pt x="164422" y="50382"/>
                  <a:pt x="165667" y="52231"/>
                  <a:pt x="179001" y="58990"/>
                </a:cubicBezTo>
                <a:cubicBezTo>
                  <a:pt x="184939" y="62000"/>
                  <a:pt x="190525" y="65641"/>
                  <a:pt x="191415" y="67081"/>
                </a:cubicBezTo>
                <a:cubicBezTo>
                  <a:pt x="193368" y="70242"/>
                  <a:pt x="210709" y="70495"/>
                  <a:pt x="215539" y="67434"/>
                </a:cubicBezTo>
                <a:cubicBezTo>
                  <a:pt x="217436" y="66231"/>
                  <a:pt x="218597" y="62474"/>
                  <a:pt x="218120" y="59084"/>
                </a:cubicBezTo>
                <a:cubicBezTo>
                  <a:pt x="217412" y="54054"/>
                  <a:pt x="218522" y="52773"/>
                  <a:pt x="224155" y="52122"/>
                </a:cubicBezTo>
                <a:cubicBezTo>
                  <a:pt x="227952" y="51683"/>
                  <a:pt x="235747" y="53716"/>
                  <a:pt x="241477" y="56639"/>
                </a:cubicBezTo>
                <a:cubicBezTo>
                  <a:pt x="247208" y="59563"/>
                  <a:pt x="255884" y="61955"/>
                  <a:pt x="260758" y="61955"/>
                </a:cubicBezTo>
                <a:cubicBezTo>
                  <a:pt x="266280" y="61955"/>
                  <a:pt x="270184" y="63424"/>
                  <a:pt x="271115" y="65853"/>
                </a:cubicBezTo>
                <a:cubicBezTo>
                  <a:pt x="271938" y="67996"/>
                  <a:pt x="273398" y="83679"/>
                  <a:pt x="274360" y="100702"/>
                </a:cubicBezTo>
                <a:lnTo>
                  <a:pt x="276110" y="131654"/>
                </a:lnTo>
                <a:lnTo>
                  <a:pt x="259373" y="131654"/>
                </a:lnTo>
                <a:cubicBezTo>
                  <a:pt x="250168" y="131654"/>
                  <a:pt x="241862" y="130880"/>
                  <a:pt x="240916" y="129933"/>
                </a:cubicBezTo>
                <a:close/>
              </a:path>
            </a:pathLst>
          </a:custGeom>
          <a:solidFill>
            <a:srgbClr val="B9B9B9"/>
          </a:solidFill>
          <a:ln w="5163" cap="flat">
            <a:noFill/>
            <a:prstDash val="solid"/>
            <a:miter/>
          </a:ln>
        </p:spPr>
        <p:txBody>
          <a:bodyPr/>
          <a:lstStyle/>
          <a:p>
            <a:endParaRPr lang="es-419" noProof="0" dirty="0"/>
          </a:p>
        </p:txBody>
      </p:sp>
      <p:sp>
        <p:nvSpPr>
          <p:cNvPr id="65" name="Forma libre: forma 64">
            <a:extLst>
              <a:ext uri="{FF2B5EF4-FFF2-40B4-BE49-F238E27FC236}">
                <a16:creationId xmlns:a16="http://schemas.microsoft.com/office/drawing/2014/main" id="{FF5E110D-8C08-6819-EA20-94C0F19D39B3}"/>
              </a:ext>
            </a:extLst>
          </p:cNvPr>
          <p:cNvSpPr/>
          <p:nvPr/>
        </p:nvSpPr>
        <p:spPr>
          <a:xfrm>
            <a:off x="1184484" y="2261861"/>
            <a:ext cx="318490" cy="227740"/>
          </a:xfrm>
          <a:custGeom>
            <a:avLst/>
            <a:gdLst>
              <a:gd name="csX0" fmla="*/ 114616 w 318490"/>
              <a:gd name="csY0" fmla="*/ 224041 h 227740"/>
              <a:gd name="csX1" fmla="*/ 98063 w 318490"/>
              <a:gd name="csY1" fmla="*/ 220365 h 227740"/>
              <a:gd name="csX2" fmla="*/ 78702 w 318490"/>
              <a:gd name="csY2" fmla="*/ 212689 h 227740"/>
              <a:gd name="csX3" fmla="*/ 52720 w 318490"/>
              <a:gd name="csY3" fmla="*/ 202264 h 227740"/>
              <a:gd name="csX4" fmla="*/ 16521 w 318490"/>
              <a:gd name="csY4" fmla="*/ 184010 h 227740"/>
              <a:gd name="csX5" fmla="*/ 9212 w 318490"/>
              <a:gd name="csY5" fmla="*/ 173147 h 227740"/>
              <a:gd name="csX6" fmla="*/ 4642 w 318490"/>
              <a:gd name="csY6" fmla="*/ 147730 h 227740"/>
              <a:gd name="csX7" fmla="*/ 11809 w 318490"/>
              <a:gd name="csY7" fmla="*/ 137502 h 227740"/>
              <a:gd name="csX8" fmla="*/ 21183 w 318490"/>
              <a:gd name="csY8" fmla="*/ 134430 h 227740"/>
              <a:gd name="csX9" fmla="*/ 31013 w 318490"/>
              <a:gd name="csY9" fmla="*/ 131925 h 227740"/>
              <a:gd name="csX10" fmla="*/ 40878 w 318490"/>
              <a:gd name="csY10" fmla="*/ 131248 h 227740"/>
              <a:gd name="csX11" fmla="*/ 63873 w 318490"/>
              <a:gd name="csY11" fmla="*/ 121001 h 227740"/>
              <a:gd name="csX12" fmla="*/ 83748 w 318490"/>
              <a:gd name="csY12" fmla="*/ 109166 h 227740"/>
              <a:gd name="csX13" fmla="*/ 103738 w 318490"/>
              <a:gd name="csY13" fmla="*/ 85934 h 227740"/>
              <a:gd name="csX14" fmla="*/ 95901 w 318490"/>
              <a:gd name="csY14" fmla="*/ 79966 h 227740"/>
              <a:gd name="csX15" fmla="*/ 88802 w 318490"/>
              <a:gd name="csY15" fmla="*/ 74674 h 227740"/>
              <a:gd name="csX16" fmla="*/ 86125 w 318490"/>
              <a:gd name="csY16" fmla="*/ 66219 h 227740"/>
              <a:gd name="csX17" fmla="*/ 86125 w 318490"/>
              <a:gd name="csY17" fmla="*/ 56499 h 227740"/>
              <a:gd name="csX18" fmla="*/ 88802 w 318490"/>
              <a:gd name="csY18" fmla="*/ 47540 h 227740"/>
              <a:gd name="csX19" fmla="*/ 60913 w 318490"/>
              <a:gd name="csY19" fmla="*/ 35309 h 227740"/>
              <a:gd name="csX20" fmla="*/ 56419 w 318490"/>
              <a:gd name="csY20" fmla="*/ 24926 h 227740"/>
              <a:gd name="csX21" fmla="*/ 74769 w 318490"/>
              <a:gd name="csY21" fmla="*/ 18056 h 227740"/>
              <a:gd name="csX22" fmla="*/ 99155 w 318490"/>
              <a:gd name="csY22" fmla="*/ 10069 h 227740"/>
              <a:gd name="csX23" fmla="*/ 128747 w 318490"/>
              <a:gd name="csY23" fmla="*/ 1794 h 227740"/>
              <a:gd name="csX24" fmla="*/ 148545 w 318490"/>
              <a:gd name="csY24" fmla="*/ 0 h 227740"/>
              <a:gd name="csX25" fmla="*/ 155959 w 318490"/>
              <a:gd name="csY25" fmla="*/ 8117 h 227740"/>
              <a:gd name="csX26" fmla="*/ 176571 w 318490"/>
              <a:gd name="csY26" fmla="*/ 11071 h 227740"/>
              <a:gd name="csX27" fmla="*/ 199804 w 318490"/>
              <a:gd name="csY27" fmla="*/ 21145 h 227740"/>
              <a:gd name="csX28" fmla="*/ 218086 w 318490"/>
              <a:gd name="csY28" fmla="*/ 31610 h 227740"/>
              <a:gd name="csX29" fmla="*/ 246412 w 318490"/>
              <a:gd name="csY29" fmla="*/ 32163 h 227740"/>
              <a:gd name="csX30" fmla="*/ 266539 w 318490"/>
              <a:gd name="csY30" fmla="*/ 37891 h 227740"/>
              <a:gd name="csX31" fmla="*/ 290777 w 318490"/>
              <a:gd name="csY31" fmla="*/ 32555 h 227740"/>
              <a:gd name="csX32" fmla="*/ 315453 w 318490"/>
              <a:gd name="csY32" fmla="*/ 29658 h 227740"/>
              <a:gd name="csX33" fmla="*/ 315970 w 318490"/>
              <a:gd name="csY33" fmla="*/ 49793 h 227740"/>
              <a:gd name="csX34" fmla="*/ 313388 w 318490"/>
              <a:gd name="csY34" fmla="*/ 54741 h 227740"/>
              <a:gd name="csX35" fmla="*/ 311088 w 318490"/>
              <a:gd name="csY35" fmla="*/ 60549 h 227740"/>
              <a:gd name="csX36" fmla="*/ 306292 w 318490"/>
              <a:gd name="csY36" fmla="*/ 87865 h 227740"/>
              <a:gd name="csX37" fmla="*/ 284623 w 318490"/>
              <a:gd name="csY37" fmla="*/ 147819 h 227740"/>
              <a:gd name="csX38" fmla="*/ 277248 w 318490"/>
              <a:gd name="csY38" fmla="*/ 167736 h 227740"/>
              <a:gd name="csX39" fmla="*/ 272730 w 318490"/>
              <a:gd name="csY39" fmla="*/ 177484 h 227740"/>
              <a:gd name="csX40" fmla="*/ 214235 w 318490"/>
              <a:gd name="csY40" fmla="*/ 170076 h 227740"/>
              <a:gd name="csX41" fmla="*/ 184978 w 318490"/>
              <a:gd name="csY41" fmla="*/ 166604 h 227740"/>
              <a:gd name="csX42" fmla="*/ 157292 w 318490"/>
              <a:gd name="csY42" fmla="*/ 168449 h 227740"/>
              <a:gd name="csX43" fmla="*/ 156212 w 318490"/>
              <a:gd name="csY43" fmla="*/ 189010 h 227740"/>
              <a:gd name="csX44" fmla="*/ 147530 w 318490"/>
              <a:gd name="csY44" fmla="*/ 199123 h 227740"/>
              <a:gd name="csX45" fmla="*/ 137850 w 318490"/>
              <a:gd name="csY45" fmla="*/ 216729 h 227740"/>
              <a:gd name="csX46" fmla="*/ 130751 w 318490"/>
              <a:gd name="csY46" fmla="*/ 227717 h 227740"/>
              <a:gd name="csX47" fmla="*/ 114616 w 318490"/>
              <a:gd name="csY47" fmla="*/ 224041 h 2277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Lst>
            <a:rect l="l" t="t" r="r" b="b"/>
            <a:pathLst>
              <a:path w="318490" h="227740">
                <a:moveTo>
                  <a:pt x="114616" y="224041"/>
                </a:moveTo>
                <a:cubicBezTo>
                  <a:pt x="109647" y="222127"/>
                  <a:pt x="102198" y="220473"/>
                  <a:pt x="98063" y="220365"/>
                </a:cubicBezTo>
                <a:cubicBezTo>
                  <a:pt x="93928" y="220257"/>
                  <a:pt x="85216" y="216803"/>
                  <a:pt x="78702" y="212689"/>
                </a:cubicBezTo>
                <a:cubicBezTo>
                  <a:pt x="72189" y="208575"/>
                  <a:pt x="60497" y="203884"/>
                  <a:pt x="52720" y="202264"/>
                </a:cubicBezTo>
                <a:cubicBezTo>
                  <a:pt x="38260" y="199253"/>
                  <a:pt x="16521" y="188291"/>
                  <a:pt x="16521" y="184010"/>
                </a:cubicBezTo>
                <a:cubicBezTo>
                  <a:pt x="16521" y="182699"/>
                  <a:pt x="13232" y="177811"/>
                  <a:pt x="9212" y="173147"/>
                </a:cubicBezTo>
                <a:cubicBezTo>
                  <a:pt x="-1729" y="160453"/>
                  <a:pt x="-2493" y="156209"/>
                  <a:pt x="4642" y="147730"/>
                </a:cubicBezTo>
                <a:cubicBezTo>
                  <a:pt x="8064" y="143663"/>
                  <a:pt x="11290" y="139060"/>
                  <a:pt x="11809" y="137502"/>
                </a:cubicBezTo>
                <a:cubicBezTo>
                  <a:pt x="12328" y="135944"/>
                  <a:pt x="16546" y="134562"/>
                  <a:pt x="21183" y="134430"/>
                </a:cubicBezTo>
                <a:cubicBezTo>
                  <a:pt x="25819" y="134298"/>
                  <a:pt x="30243" y="133171"/>
                  <a:pt x="31013" y="131925"/>
                </a:cubicBezTo>
                <a:cubicBezTo>
                  <a:pt x="31783" y="130679"/>
                  <a:pt x="36222" y="130374"/>
                  <a:pt x="40878" y="131248"/>
                </a:cubicBezTo>
                <a:cubicBezTo>
                  <a:pt x="48236" y="132628"/>
                  <a:pt x="51244" y="131288"/>
                  <a:pt x="63873" y="121001"/>
                </a:cubicBezTo>
                <a:cubicBezTo>
                  <a:pt x="71865" y="114492"/>
                  <a:pt x="80808" y="109166"/>
                  <a:pt x="83748" y="109166"/>
                </a:cubicBezTo>
                <a:cubicBezTo>
                  <a:pt x="91503" y="109166"/>
                  <a:pt x="104649" y="93888"/>
                  <a:pt x="103738" y="85934"/>
                </a:cubicBezTo>
                <a:cubicBezTo>
                  <a:pt x="103134" y="80649"/>
                  <a:pt x="101713" y="79568"/>
                  <a:pt x="95901" y="79966"/>
                </a:cubicBezTo>
                <a:cubicBezTo>
                  <a:pt x="90126" y="80361"/>
                  <a:pt x="88802" y="79374"/>
                  <a:pt x="88802" y="74674"/>
                </a:cubicBezTo>
                <a:cubicBezTo>
                  <a:pt x="88802" y="71496"/>
                  <a:pt x="87597" y="67691"/>
                  <a:pt x="86125" y="66219"/>
                </a:cubicBezTo>
                <a:cubicBezTo>
                  <a:pt x="84276" y="64370"/>
                  <a:pt x="84276" y="61362"/>
                  <a:pt x="86125" y="56499"/>
                </a:cubicBezTo>
                <a:cubicBezTo>
                  <a:pt x="87597" y="52626"/>
                  <a:pt x="88802" y="48595"/>
                  <a:pt x="88802" y="47540"/>
                </a:cubicBezTo>
                <a:cubicBezTo>
                  <a:pt x="88802" y="45033"/>
                  <a:pt x="71424" y="37411"/>
                  <a:pt x="60913" y="35309"/>
                </a:cubicBezTo>
                <a:cubicBezTo>
                  <a:pt x="51581" y="33443"/>
                  <a:pt x="51150" y="32448"/>
                  <a:pt x="56419" y="24926"/>
                </a:cubicBezTo>
                <a:cubicBezTo>
                  <a:pt x="59183" y="20980"/>
                  <a:pt x="64034" y="19164"/>
                  <a:pt x="74769" y="18056"/>
                </a:cubicBezTo>
                <a:cubicBezTo>
                  <a:pt x="84042" y="17099"/>
                  <a:pt x="92933" y="14187"/>
                  <a:pt x="99155" y="10069"/>
                </a:cubicBezTo>
                <a:cubicBezTo>
                  <a:pt x="106450" y="5242"/>
                  <a:pt x="114000" y="3130"/>
                  <a:pt x="128747" y="1794"/>
                </a:cubicBezTo>
                <a:lnTo>
                  <a:pt x="148545" y="0"/>
                </a:lnTo>
                <a:lnTo>
                  <a:pt x="155959" y="8117"/>
                </a:lnTo>
                <a:cubicBezTo>
                  <a:pt x="164608" y="17586"/>
                  <a:pt x="168428" y="18134"/>
                  <a:pt x="176571" y="11071"/>
                </a:cubicBezTo>
                <a:cubicBezTo>
                  <a:pt x="187391" y="1687"/>
                  <a:pt x="199804" y="7069"/>
                  <a:pt x="199804" y="21145"/>
                </a:cubicBezTo>
                <a:cubicBezTo>
                  <a:pt x="199804" y="30772"/>
                  <a:pt x="209395" y="36261"/>
                  <a:pt x="218086" y="31610"/>
                </a:cubicBezTo>
                <a:cubicBezTo>
                  <a:pt x="228270" y="26160"/>
                  <a:pt x="241869" y="26426"/>
                  <a:pt x="246412" y="32163"/>
                </a:cubicBezTo>
                <a:cubicBezTo>
                  <a:pt x="249505" y="36068"/>
                  <a:pt x="254126" y="37384"/>
                  <a:pt x="266539" y="37891"/>
                </a:cubicBezTo>
                <a:cubicBezTo>
                  <a:pt x="279978" y="38440"/>
                  <a:pt x="284000" y="37555"/>
                  <a:pt x="290777" y="32555"/>
                </a:cubicBezTo>
                <a:cubicBezTo>
                  <a:pt x="299613" y="26036"/>
                  <a:pt x="310548" y="24752"/>
                  <a:pt x="315453" y="29658"/>
                </a:cubicBezTo>
                <a:cubicBezTo>
                  <a:pt x="319191" y="33396"/>
                  <a:pt x="319612" y="49793"/>
                  <a:pt x="315970" y="49793"/>
                </a:cubicBezTo>
                <a:cubicBezTo>
                  <a:pt x="314550" y="49793"/>
                  <a:pt x="313388" y="52020"/>
                  <a:pt x="313388" y="54741"/>
                </a:cubicBezTo>
                <a:cubicBezTo>
                  <a:pt x="313388" y="57462"/>
                  <a:pt x="312353" y="60076"/>
                  <a:pt x="311088" y="60549"/>
                </a:cubicBezTo>
                <a:cubicBezTo>
                  <a:pt x="309822" y="61023"/>
                  <a:pt x="307664" y="73315"/>
                  <a:pt x="306292" y="87865"/>
                </a:cubicBezTo>
                <a:cubicBezTo>
                  <a:pt x="303509" y="117372"/>
                  <a:pt x="292552" y="147689"/>
                  <a:pt x="284623" y="147819"/>
                </a:cubicBezTo>
                <a:cubicBezTo>
                  <a:pt x="279191" y="147908"/>
                  <a:pt x="277248" y="153157"/>
                  <a:pt x="277248" y="167736"/>
                </a:cubicBezTo>
                <a:cubicBezTo>
                  <a:pt x="277248" y="177878"/>
                  <a:pt x="276652" y="179163"/>
                  <a:pt x="272730" y="177484"/>
                </a:cubicBezTo>
                <a:cubicBezTo>
                  <a:pt x="262382" y="173052"/>
                  <a:pt x="240695" y="170306"/>
                  <a:pt x="214235" y="170076"/>
                </a:cubicBezTo>
                <a:cubicBezTo>
                  <a:pt x="194190" y="169901"/>
                  <a:pt x="185756" y="168900"/>
                  <a:pt x="184978" y="166604"/>
                </a:cubicBezTo>
                <a:cubicBezTo>
                  <a:pt x="183149" y="161204"/>
                  <a:pt x="162610" y="162574"/>
                  <a:pt x="157292" y="168449"/>
                </a:cubicBezTo>
                <a:cubicBezTo>
                  <a:pt x="153074" y="173111"/>
                  <a:pt x="152885" y="176707"/>
                  <a:pt x="156212" y="189010"/>
                </a:cubicBezTo>
                <a:cubicBezTo>
                  <a:pt x="156777" y="191099"/>
                  <a:pt x="153007" y="195490"/>
                  <a:pt x="147530" y="199123"/>
                </a:cubicBezTo>
                <a:cubicBezTo>
                  <a:pt x="138821" y="204900"/>
                  <a:pt x="137850" y="206668"/>
                  <a:pt x="137850" y="216729"/>
                </a:cubicBezTo>
                <a:cubicBezTo>
                  <a:pt x="137850" y="227257"/>
                  <a:pt x="137433" y="227902"/>
                  <a:pt x="130751" y="227717"/>
                </a:cubicBezTo>
                <a:cubicBezTo>
                  <a:pt x="126846" y="227609"/>
                  <a:pt x="119586" y="225955"/>
                  <a:pt x="114616" y="224041"/>
                </a:cubicBezTo>
                <a:close/>
              </a:path>
            </a:pathLst>
          </a:custGeom>
          <a:solidFill>
            <a:srgbClr val="B9B9B9"/>
          </a:solidFill>
          <a:ln w="5163" cap="flat">
            <a:noFill/>
            <a:prstDash val="solid"/>
            <a:miter/>
          </a:ln>
        </p:spPr>
        <p:txBody>
          <a:bodyPr/>
          <a:lstStyle/>
          <a:p>
            <a:endParaRPr lang="es-419" noProof="0" dirty="0"/>
          </a:p>
        </p:txBody>
      </p:sp>
      <p:sp>
        <p:nvSpPr>
          <p:cNvPr id="66" name="Forma libre: forma 65">
            <a:extLst>
              <a:ext uri="{FF2B5EF4-FFF2-40B4-BE49-F238E27FC236}">
                <a16:creationId xmlns:a16="http://schemas.microsoft.com/office/drawing/2014/main" id="{CF19FEE6-945F-B71D-F19D-4FD5562B70D7}"/>
              </a:ext>
            </a:extLst>
          </p:cNvPr>
          <p:cNvSpPr/>
          <p:nvPr/>
        </p:nvSpPr>
        <p:spPr>
          <a:xfrm>
            <a:off x="1557246" y="2384328"/>
            <a:ext cx="70794" cy="61560"/>
          </a:xfrm>
          <a:custGeom>
            <a:avLst/>
            <a:gdLst>
              <a:gd name="csX0" fmla="*/ 30977 w 70794"/>
              <a:gd name="csY0" fmla="*/ 53817 h 61560"/>
              <a:gd name="csX1" fmla="*/ 18070 w 70794"/>
              <a:gd name="csY1" fmla="*/ 49863 h 61560"/>
              <a:gd name="csX2" fmla="*/ 14198 w 70794"/>
              <a:gd name="csY2" fmla="*/ 52169 h 61560"/>
              <a:gd name="csX3" fmla="*/ 10326 w 70794"/>
              <a:gd name="csY3" fmla="*/ 47062 h 61560"/>
              <a:gd name="csX4" fmla="*/ 5163 w 70794"/>
              <a:gd name="csY4" fmla="*/ 39020 h 61560"/>
              <a:gd name="csX5" fmla="*/ 0 w 70794"/>
              <a:gd name="csY5" fmla="*/ 32748 h 61560"/>
              <a:gd name="csX6" fmla="*/ 10326 w 70794"/>
              <a:gd name="csY6" fmla="*/ 18967 h 61560"/>
              <a:gd name="csX7" fmla="*/ 20652 w 70794"/>
              <a:gd name="csY7" fmla="*/ 3034 h 61560"/>
              <a:gd name="csX8" fmla="*/ 30332 w 70794"/>
              <a:gd name="csY8" fmla="*/ 698 h 61560"/>
              <a:gd name="csX9" fmla="*/ 54210 w 70794"/>
              <a:gd name="csY9" fmla="*/ 10137 h 61560"/>
              <a:gd name="csX10" fmla="*/ 63267 w 70794"/>
              <a:gd name="csY10" fmla="*/ 15095 h 61560"/>
              <a:gd name="csX11" fmla="*/ 69100 w 70794"/>
              <a:gd name="csY11" fmla="*/ 20258 h 61560"/>
              <a:gd name="csX12" fmla="*/ 69100 w 70794"/>
              <a:gd name="csY12" fmla="*/ 30584 h 61560"/>
              <a:gd name="csX13" fmla="*/ 69721 w 70794"/>
              <a:gd name="csY13" fmla="*/ 35746 h 61560"/>
              <a:gd name="csX14" fmla="*/ 67118 w 70794"/>
              <a:gd name="csY14" fmla="*/ 44803 h 61560"/>
              <a:gd name="csX15" fmla="*/ 61618 w 70794"/>
              <a:gd name="csY15" fmla="*/ 50612 h 61560"/>
              <a:gd name="csX16" fmla="*/ 54931 w 70794"/>
              <a:gd name="csY16" fmla="*/ 50644 h 61560"/>
              <a:gd name="csX17" fmla="*/ 37735 w 70794"/>
              <a:gd name="csY17" fmla="*/ 61561 h 61560"/>
              <a:gd name="csX18" fmla="*/ 30977 w 70794"/>
              <a:gd name="csY18" fmla="*/ 53817 h 615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70794" h="61560">
                <a:moveTo>
                  <a:pt x="30977" y="53817"/>
                </a:moveTo>
                <a:cubicBezTo>
                  <a:pt x="25158" y="45644"/>
                  <a:pt x="18070" y="43473"/>
                  <a:pt x="18070" y="49863"/>
                </a:cubicBezTo>
                <a:cubicBezTo>
                  <a:pt x="18070" y="52173"/>
                  <a:pt x="16557" y="53074"/>
                  <a:pt x="14198" y="52169"/>
                </a:cubicBezTo>
                <a:cubicBezTo>
                  <a:pt x="12068" y="51351"/>
                  <a:pt x="10326" y="49053"/>
                  <a:pt x="10326" y="47062"/>
                </a:cubicBezTo>
                <a:cubicBezTo>
                  <a:pt x="10326" y="45070"/>
                  <a:pt x="8003" y="41451"/>
                  <a:pt x="5163" y="39020"/>
                </a:cubicBezTo>
                <a:cubicBezTo>
                  <a:pt x="2323" y="36588"/>
                  <a:pt x="0" y="33766"/>
                  <a:pt x="0" y="32748"/>
                </a:cubicBezTo>
                <a:cubicBezTo>
                  <a:pt x="0" y="31730"/>
                  <a:pt x="4647" y="25529"/>
                  <a:pt x="10326" y="18967"/>
                </a:cubicBezTo>
                <a:cubicBezTo>
                  <a:pt x="16005" y="12405"/>
                  <a:pt x="20652" y="5235"/>
                  <a:pt x="20652" y="3034"/>
                </a:cubicBezTo>
                <a:cubicBezTo>
                  <a:pt x="20652" y="-166"/>
                  <a:pt x="22592" y="-634"/>
                  <a:pt x="30332" y="698"/>
                </a:cubicBezTo>
                <a:cubicBezTo>
                  <a:pt x="52748" y="4557"/>
                  <a:pt x="54210" y="5134"/>
                  <a:pt x="54210" y="10137"/>
                </a:cubicBezTo>
                <a:cubicBezTo>
                  <a:pt x="54210" y="14084"/>
                  <a:pt x="56056" y="15095"/>
                  <a:pt x="63267" y="15095"/>
                </a:cubicBezTo>
                <a:cubicBezTo>
                  <a:pt x="71678" y="15095"/>
                  <a:pt x="72094" y="15463"/>
                  <a:pt x="69100" y="20258"/>
                </a:cubicBezTo>
                <a:cubicBezTo>
                  <a:pt x="66522" y="24386"/>
                  <a:pt x="66522" y="26456"/>
                  <a:pt x="69100" y="30584"/>
                </a:cubicBezTo>
                <a:cubicBezTo>
                  <a:pt x="71011" y="33644"/>
                  <a:pt x="71264" y="35746"/>
                  <a:pt x="69721" y="35746"/>
                </a:cubicBezTo>
                <a:cubicBezTo>
                  <a:pt x="68289" y="35746"/>
                  <a:pt x="67118" y="39822"/>
                  <a:pt x="67118" y="44803"/>
                </a:cubicBezTo>
                <a:cubicBezTo>
                  <a:pt x="67118" y="53341"/>
                  <a:pt x="66802" y="53674"/>
                  <a:pt x="61618" y="50612"/>
                </a:cubicBezTo>
                <a:cubicBezTo>
                  <a:pt x="57188" y="47995"/>
                  <a:pt x="55886" y="48002"/>
                  <a:pt x="54931" y="50644"/>
                </a:cubicBezTo>
                <a:cubicBezTo>
                  <a:pt x="53898" y="53500"/>
                  <a:pt x="41201" y="61561"/>
                  <a:pt x="37735" y="61561"/>
                </a:cubicBezTo>
                <a:cubicBezTo>
                  <a:pt x="37051" y="61561"/>
                  <a:pt x="34010" y="58076"/>
                  <a:pt x="30977" y="53817"/>
                </a:cubicBezTo>
                <a:close/>
              </a:path>
            </a:pathLst>
          </a:custGeom>
          <a:solidFill>
            <a:srgbClr val="B9B9B9"/>
          </a:solidFill>
          <a:ln w="5163" cap="flat">
            <a:noFill/>
            <a:prstDash val="solid"/>
            <a:miter/>
          </a:ln>
        </p:spPr>
        <p:txBody>
          <a:bodyPr/>
          <a:lstStyle/>
          <a:p>
            <a:endParaRPr lang="es-419" noProof="0" dirty="0"/>
          </a:p>
        </p:txBody>
      </p:sp>
      <p:sp>
        <p:nvSpPr>
          <p:cNvPr id="67" name="Forma libre: forma 66">
            <a:extLst>
              <a:ext uri="{FF2B5EF4-FFF2-40B4-BE49-F238E27FC236}">
                <a16:creationId xmlns:a16="http://schemas.microsoft.com/office/drawing/2014/main" id="{FE466797-BCE6-B55C-6530-2D0CC233564D}"/>
              </a:ext>
            </a:extLst>
          </p:cNvPr>
          <p:cNvSpPr/>
          <p:nvPr/>
        </p:nvSpPr>
        <p:spPr>
          <a:xfrm>
            <a:off x="1478193" y="2273156"/>
            <a:ext cx="153622" cy="170128"/>
          </a:xfrm>
          <a:custGeom>
            <a:avLst/>
            <a:gdLst>
              <a:gd name="csX0" fmla="*/ 8493 w 153622"/>
              <a:gd name="csY0" fmla="*/ 168431 h 170128"/>
              <a:gd name="csX1" fmla="*/ 6772 w 153622"/>
              <a:gd name="csY1" fmla="*/ 161418 h 170128"/>
              <a:gd name="csX2" fmla="*/ 2681 w 153622"/>
              <a:gd name="csY2" fmla="*/ 145415 h 170128"/>
              <a:gd name="csX3" fmla="*/ 5459 w 153622"/>
              <a:gd name="csY3" fmla="*/ 121148 h 170128"/>
              <a:gd name="csX4" fmla="*/ 14777 w 153622"/>
              <a:gd name="csY4" fmla="*/ 82726 h 170128"/>
              <a:gd name="csX5" fmla="*/ 25155 w 153622"/>
              <a:gd name="csY5" fmla="*/ 43661 h 170128"/>
              <a:gd name="csX6" fmla="*/ 27423 w 153622"/>
              <a:gd name="csY6" fmla="*/ 32229 h 170128"/>
              <a:gd name="csX7" fmla="*/ 31172 w 153622"/>
              <a:gd name="csY7" fmla="*/ 17047 h 170128"/>
              <a:gd name="csX8" fmla="*/ 33221 w 153622"/>
              <a:gd name="csY8" fmla="*/ 11598 h 170128"/>
              <a:gd name="csX9" fmla="*/ 37362 w 153622"/>
              <a:gd name="csY9" fmla="*/ 8370 h 170128"/>
              <a:gd name="csX10" fmla="*/ 41848 w 153622"/>
              <a:gd name="csY10" fmla="*/ 3309 h 170128"/>
              <a:gd name="csX11" fmla="*/ 51947 w 153622"/>
              <a:gd name="csY11" fmla="*/ 4939 h 170128"/>
              <a:gd name="csX12" fmla="*/ 67990 w 153622"/>
              <a:gd name="csY12" fmla="*/ 10085 h 170128"/>
              <a:gd name="csX13" fmla="*/ 82983 w 153622"/>
              <a:gd name="csY13" fmla="*/ 28865 h 170128"/>
              <a:gd name="csX14" fmla="*/ 93236 w 153622"/>
              <a:gd name="csY14" fmla="*/ 38498 h 170128"/>
              <a:gd name="csX15" fmla="*/ 103025 w 153622"/>
              <a:gd name="csY15" fmla="*/ 33366 h 170128"/>
              <a:gd name="csX16" fmla="*/ 120832 w 153622"/>
              <a:gd name="csY16" fmla="*/ 24595 h 170128"/>
              <a:gd name="csX17" fmla="*/ 122064 w 153622"/>
              <a:gd name="csY17" fmla="*/ 33182 h 170128"/>
              <a:gd name="csX18" fmla="*/ 135261 w 153622"/>
              <a:gd name="csY18" fmla="*/ 39968 h 170128"/>
              <a:gd name="csX19" fmla="*/ 152396 w 153622"/>
              <a:gd name="csY19" fmla="*/ 46930 h 170128"/>
              <a:gd name="csX20" fmla="*/ 149002 w 153622"/>
              <a:gd name="csY20" fmla="*/ 58232 h 170128"/>
              <a:gd name="csX21" fmla="*/ 146552 w 153622"/>
              <a:gd name="csY21" fmla="*/ 64545 h 170128"/>
              <a:gd name="csX22" fmla="*/ 148358 w 153622"/>
              <a:gd name="csY22" fmla="*/ 121402 h 170128"/>
              <a:gd name="csX23" fmla="*/ 135844 w 153622"/>
              <a:gd name="csY23" fmla="*/ 118523 h 170128"/>
              <a:gd name="csX24" fmla="*/ 131972 w 153622"/>
              <a:gd name="csY24" fmla="*/ 113360 h 170128"/>
              <a:gd name="csX25" fmla="*/ 128062 w 153622"/>
              <a:gd name="csY25" fmla="*/ 103679 h 170128"/>
              <a:gd name="csX26" fmla="*/ 124378 w 153622"/>
              <a:gd name="csY26" fmla="*/ 87545 h 170128"/>
              <a:gd name="csX27" fmla="*/ 116378 w 153622"/>
              <a:gd name="csY27" fmla="*/ 72702 h 170128"/>
              <a:gd name="csX28" fmla="*/ 107448 w 153622"/>
              <a:gd name="csY28" fmla="*/ 67912 h 170128"/>
              <a:gd name="csX29" fmla="*/ 99376 w 153622"/>
              <a:gd name="csY29" fmla="*/ 80152 h 170128"/>
              <a:gd name="csX30" fmla="*/ 94468 w 153622"/>
              <a:gd name="csY30" fmla="*/ 101141 h 170128"/>
              <a:gd name="csX31" fmla="*/ 81766 w 153622"/>
              <a:gd name="csY31" fmla="*/ 133635 h 170128"/>
              <a:gd name="csX32" fmla="*/ 65090 w 153622"/>
              <a:gd name="csY32" fmla="*/ 140680 h 170128"/>
              <a:gd name="csX33" fmla="*/ 53260 w 153622"/>
              <a:gd name="csY33" fmla="*/ 146865 h 170128"/>
              <a:gd name="csX34" fmla="*/ 38902 w 153622"/>
              <a:gd name="csY34" fmla="*/ 154663 h 170128"/>
              <a:gd name="csX35" fmla="*/ 22260 w 153622"/>
              <a:gd name="csY35" fmla="*/ 162407 h 170128"/>
              <a:gd name="csX36" fmla="*/ 8493 w 153622"/>
              <a:gd name="csY36" fmla="*/ 168431 h 17012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Lst>
            <a:rect l="l" t="t" r="r" b="b"/>
            <a:pathLst>
              <a:path w="153622" h="170128">
                <a:moveTo>
                  <a:pt x="8493" y="168431"/>
                </a:moveTo>
                <a:cubicBezTo>
                  <a:pt x="7546" y="167484"/>
                  <a:pt x="6772" y="164329"/>
                  <a:pt x="6772" y="161418"/>
                </a:cubicBezTo>
                <a:cubicBezTo>
                  <a:pt x="6772" y="158508"/>
                  <a:pt x="4931" y="151306"/>
                  <a:pt x="2681" y="145415"/>
                </a:cubicBezTo>
                <a:cubicBezTo>
                  <a:pt x="-1298" y="134996"/>
                  <a:pt x="-1222" y="134332"/>
                  <a:pt x="5459" y="121148"/>
                </a:cubicBezTo>
                <a:cubicBezTo>
                  <a:pt x="10516" y="111168"/>
                  <a:pt x="12973" y="101035"/>
                  <a:pt x="14777" y="82726"/>
                </a:cubicBezTo>
                <a:cubicBezTo>
                  <a:pt x="17244" y="57676"/>
                  <a:pt x="20967" y="43661"/>
                  <a:pt x="25155" y="43661"/>
                </a:cubicBezTo>
                <a:cubicBezTo>
                  <a:pt x="26403" y="43661"/>
                  <a:pt x="27423" y="38516"/>
                  <a:pt x="27423" y="32229"/>
                </a:cubicBezTo>
                <a:cubicBezTo>
                  <a:pt x="27423" y="25675"/>
                  <a:pt x="29023" y="19196"/>
                  <a:pt x="31172" y="17047"/>
                </a:cubicBezTo>
                <a:cubicBezTo>
                  <a:pt x="33235" y="14985"/>
                  <a:pt x="34156" y="12533"/>
                  <a:pt x="33221" y="11598"/>
                </a:cubicBezTo>
                <a:cubicBezTo>
                  <a:pt x="32286" y="10662"/>
                  <a:pt x="34150" y="9210"/>
                  <a:pt x="37362" y="8370"/>
                </a:cubicBezTo>
                <a:cubicBezTo>
                  <a:pt x="40925" y="7438"/>
                  <a:pt x="42675" y="5464"/>
                  <a:pt x="41848" y="3309"/>
                </a:cubicBezTo>
                <a:cubicBezTo>
                  <a:pt x="39982" y="-1555"/>
                  <a:pt x="42837" y="-1094"/>
                  <a:pt x="51947" y="4939"/>
                </a:cubicBezTo>
                <a:cubicBezTo>
                  <a:pt x="56206" y="7760"/>
                  <a:pt x="63426" y="10076"/>
                  <a:pt x="67990" y="10085"/>
                </a:cubicBezTo>
                <a:cubicBezTo>
                  <a:pt x="77231" y="10104"/>
                  <a:pt x="80149" y="13759"/>
                  <a:pt x="82983" y="28865"/>
                </a:cubicBezTo>
                <a:cubicBezTo>
                  <a:pt x="84632" y="37657"/>
                  <a:pt x="85527" y="38498"/>
                  <a:pt x="93236" y="38498"/>
                </a:cubicBezTo>
                <a:cubicBezTo>
                  <a:pt x="99495" y="38498"/>
                  <a:pt x="102031" y="37168"/>
                  <a:pt x="103025" y="33366"/>
                </a:cubicBezTo>
                <a:cubicBezTo>
                  <a:pt x="104466" y="27855"/>
                  <a:pt x="116509" y="21923"/>
                  <a:pt x="120832" y="24595"/>
                </a:cubicBezTo>
                <a:cubicBezTo>
                  <a:pt x="122276" y="25487"/>
                  <a:pt x="122830" y="29351"/>
                  <a:pt x="122064" y="33182"/>
                </a:cubicBezTo>
                <a:cubicBezTo>
                  <a:pt x="120679" y="40107"/>
                  <a:pt x="120757" y="40147"/>
                  <a:pt x="135261" y="39968"/>
                </a:cubicBezTo>
                <a:cubicBezTo>
                  <a:pt x="148934" y="39800"/>
                  <a:pt x="150012" y="40238"/>
                  <a:pt x="152396" y="46930"/>
                </a:cubicBezTo>
                <a:cubicBezTo>
                  <a:pt x="154575" y="53045"/>
                  <a:pt x="154087" y="54670"/>
                  <a:pt x="149002" y="58232"/>
                </a:cubicBezTo>
                <a:cubicBezTo>
                  <a:pt x="144363" y="61481"/>
                  <a:pt x="143827" y="62863"/>
                  <a:pt x="146552" y="64545"/>
                </a:cubicBezTo>
                <a:cubicBezTo>
                  <a:pt x="151618" y="67671"/>
                  <a:pt x="153227" y="118317"/>
                  <a:pt x="148358" y="121402"/>
                </a:cubicBezTo>
                <a:cubicBezTo>
                  <a:pt x="142062" y="125392"/>
                  <a:pt x="135844" y="123962"/>
                  <a:pt x="135844" y="118523"/>
                </a:cubicBezTo>
                <a:cubicBezTo>
                  <a:pt x="135844" y="115655"/>
                  <a:pt x="134123" y="113360"/>
                  <a:pt x="131972" y="113360"/>
                </a:cubicBezTo>
                <a:cubicBezTo>
                  <a:pt x="129225" y="113360"/>
                  <a:pt x="128089" y="110546"/>
                  <a:pt x="128062" y="103679"/>
                </a:cubicBezTo>
                <a:cubicBezTo>
                  <a:pt x="128041" y="98355"/>
                  <a:pt x="126383" y="91095"/>
                  <a:pt x="124378" y="87545"/>
                </a:cubicBezTo>
                <a:cubicBezTo>
                  <a:pt x="122373" y="83996"/>
                  <a:pt x="118773" y="77316"/>
                  <a:pt x="116378" y="72702"/>
                </a:cubicBezTo>
                <a:cubicBezTo>
                  <a:pt x="111867" y="64011"/>
                  <a:pt x="107448" y="61641"/>
                  <a:pt x="107448" y="67912"/>
                </a:cubicBezTo>
                <a:cubicBezTo>
                  <a:pt x="107448" y="69891"/>
                  <a:pt x="103816" y="75399"/>
                  <a:pt x="99376" y="80152"/>
                </a:cubicBezTo>
                <a:cubicBezTo>
                  <a:pt x="91445" y="88642"/>
                  <a:pt x="91359" y="89010"/>
                  <a:pt x="94468" y="101141"/>
                </a:cubicBezTo>
                <a:cubicBezTo>
                  <a:pt x="97988" y="114877"/>
                  <a:pt x="97068" y="117230"/>
                  <a:pt x="81766" y="133635"/>
                </a:cubicBezTo>
                <a:cubicBezTo>
                  <a:pt x="74766" y="141139"/>
                  <a:pt x="72544" y="142078"/>
                  <a:pt x="65090" y="140680"/>
                </a:cubicBezTo>
                <a:cubicBezTo>
                  <a:pt x="57313" y="139221"/>
                  <a:pt x="56181" y="139812"/>
                  <a:pt x="53260" y="146865"/>
                </a:cubicBezTo>
                <a:cubicBezTo>
                  <a:pt x="50372" y="153836"/>
                  <a:pt x="48850" y="154663"/>
                  <a:pt x="38902" y="154663"/>
                </a:cubicBezTo>
                <a:cubicBezTo>
                  <a:pt x="29485" y="154663"/>
                  <a:pt x="26927" y="155853"/>
                  <a:pt x="22260" y="162407"/>
                </a:cubicBezTo>
                <a:cubicBezTo>
                  <a:pt x="16933" y="169889"/>
                  <a:pt x="12076" y="172014"/>
                  <a:pt x="8493" y="168431"/>
                </a:cubicBezTo>
                <a:close/>
              </a:path>
            </a:pathLst>
          </a:custGeom>
          <a:solidFill>
            <a:srgbClr val="B9B9B9"/>
          </a:solidFill>
          <a:ln w="5163" cap="flat">
            <a:noFill/>
            <a:prstDash val="solid"/>
            <a:miter/>
          </a:ln>
        </p:spPr>
        <p:txBody>
          <a:bodyPr/>
          <a:lstStyle/>
          <a:p>
            <a:endParaRPr lang="es-419" noProof="0" dirty="0"/>
          </a:p>
        </p:txBody>
      </p:sp>
      <p:grpSp>
        <p:nvGrpSpPr>
          <p:cNvPr id="68" name="Gráfico 39">
            <a:extLst>
              <a:ext uri="{FF2B5EF4-FFF2-40B4-BE49-F238E27FC236}">
                <a16:creationId xmlns:a16="http://schemas.microsoft.com/office/drawing/2014/main" id="{268077F6-E7BE-0999-958E-788E24C1E38B}"/>
              </a:ext>
            </a:extLst>
          </p:cNvPr>
          <p:cNvGrpSpPr/>
          <p:nvPr/>
        </p:nvGrpSpPr>
        <p:grpSpPr>
          <a:xfrm>
            <a:off x="2169009" y="2212045"/>
            <a:ext cx="273705" cy="260208"/>
            <a:chOff x="2169009" y="2212045"/>
            <a:chExt cx="273705" cy="260208"/>
          </a:xfrm>
          <a:solidFill>
            <a:srgbClr val="B9B9B9"/>
          </a:solidFill>
        </p:grpSpPr>
        <p:sp>
          <p:nvSpPr>
            <p:cNvPr id="69" name="Forma libre: forma 68">
              <a:extLst>
                <a:ext uri="{FF2B5EF4-FFF2-40B4-BE49-F238E27FC236}">
                  <a16:creationId xmlns:a16="http://schemas.microsoft.com/office/drawing/2014/main" id="{58070582-C7CD-564A-1090-4278BFE6693C}"/>
                </a:ext>
              </a:extLst>
            </p:cNvPr>
            <p:cNvSpPr/>
            <p:nvPr/>
          </p:nvSpPr>
          <p:spPr>
            <a:xfrm>
              <a:off x="2169009" y="2212045"/>
              <a:ext cx="273705" cy="260208"/>
            </a:xfrm>
            <a:custGeom>
              <a:avLst/>
              <a:gdLst>
                <a:gd name="csX0" fmla="*/ 136396 w 273705"/>
                <a:gd name="csY0" fmla="*/ 251544 h 260208"/>
                <a:gd name="csX1" fmla="*/ 123951 w 273705"/>
                <a:gd name="csY1" fmla="*/ 241399 h 260208"/>
                <a:gd name="csX2" fmla="*/ 100178 w 273705"/>
                <a:gd name="csY2" fmla="*/ 233837 h 260208"/>
                <a:gd name="csX3" fmla="*/ 81199 w 273705"/>
                <a:gd name="csY3" fmla="*/ 230865 h 260208"/>
                <a:gd name="csX4" fmla="*/ 75979 w 273705"/>
                <a:gd name="csY4" fmla="*/ 240363 h 260208"/>
                <a:gd name="csX5" fmla="*/ 67894 w 273705"/>
                <a:gd name="csY5" fmla="*/ 246752 h 260208"/>
                <a:gd name="csX6" fmla="*/ 29911 w 273705"/>
                <a:gd name="csY6" fmla="*/ 227450 h 260208"/>
                <a:gd name="csX7" fmla="*/ 28472 w 273705"/>
                <a:gd name="csY7" fmla="*/ 213064 h 260208"/>
                <a:gd name="csX8" fmla="*/ 12481 w 273705"/>
                <a:gd name="csY8" fmla="*/ 197704 h 260208"/>
                <a:gd name="csX9" fmla="*/ 1103 w 273705"/>
                <a:gd name="csY9" fmla="*/ 191257 h 260208"/>
                <a:gd name="csX10" fmla="*/ 24560 w 273705"/>
                <a:gd name="csY10" fmla="*/ 177413 h 260208"/>
                <a:gd name="csX11" fmla="*/ 49357 w 273705"/>
                <a:gd name="csY11" fmla="*/ 181249 h 260208"/>
                <a:gd name="csX12" fmla="*/ 33383 w 273705"/>
                <a:gd name="csY12" fmla="*/ 188440 h 260208"/>
                <a:gd name="csX13" fmla="*/ 18111 w 273705"/>
                <a:gd name="csY13" fmla="*/ 189801 h 260208"/>
                <a:gd name="csX14" fmla="*/ 23379 w 273705"/>
                <a:gd name="csY14" fmla="*/ 191217 h 260208"/>
                <a:gd name="csX15" fmla="*/ 42338 w 273705"/>
                <a:gd name="csY15" fmla="*/ 193852 h 260208"/>
                <a:gd name="csX16" fmla="*/ 54801 w 273705"/>
                <a:gd name="csY16" fmla="*/ 205031 h 260208"/>
                <a:gd name="csX17" fmla="*/ 53572 w 273705"/>
                <a:gd name="csY17" fmla="*/ 211902 h 260208"/>
                <a:gd name="csX18" fmla="*/ 58745 w 273705"/>
                <a:gd name="csY18" fmla="*/ 206739 h 260208"/>
                <a:gd name="csX19" fmla="*/ 62804 w 273705"/>
                <a:gd name="csY19" fmla="*/ 199640 h 260208"/>
                <a:gd name="csX20" fmla="*/ 78923 w 273705"/>
                <a:gd name="csY20" fmla="*/ 200342 h 260208"/>
                <a:gd name="csX21" fmla="*/ 84524 w 273705"/>
                <a:gd name="csY21" fmla="*/ 197871 h 260208"/>
                <a:gd name="csX22" fmla="*/ 91725 w 273705"/>
                <a:gd name="csY22" fmla="*/ 189946 h 260208"/>
                <a:gd name="csX23" fmla="*/ 100403 w 273705"/>
                <a:gd name="csY23" fmla="*/ 165765 h 260208"/>
                <a:gd name="csX24" fmla="*/ 96700 w 273705"/>
                <a:gd name="csY24" fmla="*/ 159218 h 260208"/>
                <a:gd name="csX25" fmla="*/ 94398 w 273705"/>
                <a:gd name="csY25" fmla="*/ 157998 h 260208"/>
                <a:gd name="csX26" fmla="*/ 90392 w 273705"/>
                <a:gd name="csY26" fmla="*/ 161840 h 260208"/>
                <a:gd name="csX27" fmla="*/ 87810 w 273705"/>
                <a:gd name="csY27" fmla="*/ 164145 h 260208"/>
                <a:gd name="csX28" fmla="*/ 100799 w 273705"/>
                <a:gd name="csY28" fmla="*/ 149016 h 260208"/>
                <a:gd name="csX29" fmla="*/ 118746 w 273705"/>
                <a:gd name="csY29" fmla="*/ 138331 h 260208"/>
                <a:gd name="csX30" fmla="*/ 133646 w 273705"/>
                <a:gd name="csY30" fmla="*/ 125809 h 260208"/>
                <a:gd name="csX31" fmla="*/ 149004 w 273705"/>
                <a:gd name="csY31" fmla="*/ 91807 h 260208"/>
                <a:gd name="csX32" fmla="*/ 157715 w 273705"/>
                <a:gd name="csY32" fmla="*/ 65895 h 260208"/>
                <a:gd name="csX33" fmla="*/ 163243 w 273705"/>
                <a:gd name="csY33" fmla="*/ 33397 h 260208"/>
                <a:gd name="csX34" fmla="*/ 165326 w 273705"/>
                <a:gd name="csY34" fmla="*/ 1486 h 260208"/>
                <a:gd name="csX35" fmla="*/ 167796 w 273705"/>
                <a:gd name="csY35" fmla="*/ 6032 h 260208"/>
                <a:gd name="csX36" fmla="*/ 180226 w 273705"/>
                <a:gd name="csY36" fmla="*/ 14421 h 260208"/>
                <a:gd name="csX37" fmla="*/ 195070 w 273705"/>
                <a:gd name="csY37" fmla="*/ 12027 h 260208"/>
                <a:gd name="csX38" fmla="*/ 227557 w 273705"/>
                <a:gd name="csY38" fmla="*/ 43889 h 260208"/>
                <a:gd name="csX39" fmla="*/ 257592 w 273705"/>
                <a:gd name="csY39" fmla="*/ 78146 h 260208"/>
                <a:gd name="csX40" fmla="*/ 261681 w 273705"/>
                <a:gd name="csY40" fmla="*/ 107593 h 260208"/>
                <a:gd name="csX41" fmla="*/ 273489 w 273705"/>
                <a:gd name="csY41" fmla="*/ 250266 h 260208"/>
                <a:gd name="csX42" fmla="*/ 218174 w 273705"/>
                <a:gd name="csY42" fmla="*/ 254247 h 260208"/>
                <a:gd name="csX43" fmla="*/ 150594 w 273705"/>
                <a:gd name="csY43" fmla="*/ 258722 h 260208"/>
                <a:gd name="csX44" fmla="*/ 137226 w 273705"/>
                <a:gd name="csY44" fmla="*/ 260208 h 260208"/>
                <a:gd name="csX45" fmla="*/ 136396 w 273705"/>
                <a:gd name="csY45" fmla="*/ 251544 h 2602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Lst>
              <a:rect l="l" t="t" r="r" b="b"/>
              <a:pathLst>
                <a:path w="273705" h="260208">
                  <a:moveTo>
                    <a:pt x="136396" y="251544"/>
                  </a:moveTo>
                  <a:cubicBezTo>
                    <a:pt x="135615" y="243380"/>
                    <a:pt x="134897" y="242794"/>
                    <a:pt x="123951" y="241399"/>
                  </a:cubicBezTo>
                  <a:cubicBezTo>
                    <a:pt x="117562" y="240584"/>
                    <a:pt x="106864" y="237181"/>
                    <a:pt x="100178" y="233837"/>
                  </a:cubicBezTo>
                  <a:cubicBezTo>
                    <a:pt x="89763" y="228627"/>
                    <a:pt x="87046" y="228201"/>
                    <a:pt x="81199" y="230865"/>
                  </a:cubicBezTo>
                  <a:cubicBezTo>
                    <a:pt x="75659" y="233390"/>
                    <a:pt x="74677" y="235176"/>
                    <a:pt x="75979" y="240363"/>
                  </a:cubicBezTo>
                  <a:cubicBezTo>
                    <a:pt x="77472" y="246311"/>
                    <a:pt x="76914" y="246752"/>
                    <a:pt x="67894" y="246752"/>
                  </a:cubicBezTo>
                  <a:cubicBezTo>
                    <a:pt x="55809" y="246752"/>
                    <a:pt x="31822" y="234563"/>
                    <a:pt x="29911" y="227450"/>
                  </a:cubicBezTo>
                  <a:cubicBezTo>
                    <a:pt x="29139" y="224578"/>
                    <a:pt x="28492" y="218104"/>
                    <a:pt x="28472" y="213064"/>
                  </a:cubicBezTo>
                  <a:cubicBezTo>
                    <a:pt x="28427" y="201349"/>
                    <a:pt x="24633" y="197704"/>
                    <a:pt x="12481" y="197704"/>
                  </a:cubicBezTo>
                  <a:cubicBezTo>
                    <a:pt x="4225" y="197704"/>
                    <a:pt x="2471" y="196710"/>
                    <a:pt x="1103" y="191257"/>
                  </a:cubicBezTo>
                  <a:cubicBezTo>
                    <a:pt x="-2114" y="178441"/>
                    <a:pt x="578" y="176853"/>
                    <a:pt x="24560" y="177413"/>
                  </a:cubicBezTo>
                  <a:cubicBezTo>
                    <a:pt x="38820" y="177746"/>
                    <a:pt x="47574" y="179100"/>
                    <a:pt x="49357" y="181249"/>
                  </a:cubicBezTo>
                  <a:cubicBezTo>
                    <a:pt x="54736" y="187730"/>
                    <a:pt x="49187" y="190228"/>
                    <a:pt x="33383" y="188440"/>
                  </a:cubicBezTo>
                  <a:cubicBezTo>
                    <a:pt x="22288" y="187184"/>
                    <a:pt x="18111" y="187556"/>
                    <a:pt x="18111" y="189801"/>
                  </a:cubicBezTo>
                  <a:cubicBezTo>
                    <a:pt x="18111" y="191735"/>
                    <a:pt x="20080" y="192265"/>
                    <a:pt x="23379" y="191217"/>
                  </a:cubicBezTo>
                  <a:cubicBezTo>
                    <a:pt x="26276" y="190298"/>
                    <a:pt x="34808" y="191483"/>
                    <a:pt x="42338" y="193852"/>
                  </a:cubicBezTo>
                  <a:cubicBezTo>
                    <a:pt x="54989" y="197831"/>
                    <a:pt x="55937" y="198681"/>
                    <a:pt x="54801" y="205031"/>
                  </a:cubicBezTo>
                  <a:lnTo>
                    <a:pt x="53572" y="211902"/>
                  </a:lnTo>
                  <a:lnTo>
                    <a:pt x="58745" y="206739"/>
                  </a:lnTo>
                  <a:cubicBezTo>
                    <a:pt x="61590" y="203900"/>
                    <a:pt x="63416" y="200705"/>
                    <a:pt x="62804" y="199640"/>
                  </a:cubicBezTo>
                  <a:cubicBezTo>
                    <a:pt x="61196" y="196843"/>
                    <a:pt x="70823" y="197262"/>
                    <a:pt x="78923" y="200342"/>
                  </a:cubicBezTo>
                  <a:cubicBezTo>
                    <a:pt x="85153" y="202711"/>
                    <a:pt x="85724" y="202459"/>
                    <a:pt x="84524" y="197871"/>
                  </a:cubicBezTo>
                  <a:cubicBezTo>
                    <a:pt x="83478" y="193868"/>
                    <a:pt x="85034" y="192154"/>
                    <a:pt x="91725" y="189946"/>
                  </a:cubicBezTo>
                  <a:cubicBezTo>
                    <a:pt x="104380" y="185769"/>
                    <a:pt x="109318" y="172009"/>
                    <a:pt x="100403" y="165765"/>
                  </a:cubicBezTo>
                  <a:cubicBezTo>
                    <a:pt x="97428" y="163681"/>
                    <a:pt x="95762" y="160736"/>
                    <a:pt x="96700" y="159218"/>
                  </a:cubicBezTo>
                  <a:cubicBezTo>
                    <a:pt x="97747" y="157525"/>
                    <a:pt x="96859" y="157053"/>
                    <a:pt x="94398" y="157998"/>
                  </a:cubicBezTo>
                  <a:cubicBezTo>
                    <a:pt x="92194" y="158843"/>
                    <a:pt x="90392" y="160572"/>
                    <a:pt x="90392" y="161840"/>
                  </a:cubicBezTo>
                  <a:cubicBezTo>
                    <a:pt x="90392" y="163108"/>
                    <a:pt x="89230" y="164145"/>
                    <a:pt x="87810" y="164145"/>
                  </a:cubicBezTo>
                  <a:cubicBezTo>
                    <a:pt x="81811" y="164145"/>
                    <a:pt x="86198" y="159036"/>
                    <a:pt x="100799" y="149016"/>
                  </a:cubicBezTo>
                  <a:cubicBezTo>
                    <a:pt x="109362" y="143139"/>
                    <a:pt x="117438" y="138331"/>
                    <a:pt x="118746" y="138331"/>
                  </a:cubicBezTo>
                  <a:cubicBezTo>
                    <a:pt x="120053" y="138331"/>
                    <a:pt x="126758" y="132696"/>
                    <a:pt x="133646" y="125809"/>
                  </a:cubicBezTo>
                  <a:cubicBezTo>
                    <a:pt x="145786" y="113669"/>
                    <a:pt x="146254" y="112631"/>
                    <a:pt x="149004" y="91807"/>
                  </a:cubicBezTo>
                  <a:cubicBezTo>
                    <a:pt x="151298" y="74430"/>
                    <a:pt x="152962" y="69481"/>
                    <a:pt x="157715" y="65895"/>
                  </a:cubicBezTo>
                  <a:cubicBezTo>
                    <a:pt x="163239" y="61729"/>
                    <a:pt x="163570" y="59784"/>
                    <a:pt x="163243" y="33397"/>
                  </a:cubicBezTo>
                  <a:cubicBezTo>
                    <a:pt x="163052" y="17960"/>
                    <a:pt x="163989" y="3600"/>
                    <a:pt x="165326" y="1486"/>
                  </a:cubicBezTo>
                  <a:cubicBezTo>
                    <a:pt x="167138" y="-1380"/>
                    <a:pt x="167766" y="-224"/>
                    <a:pt x="167796" y="6032"/>
                  </a:cubicBezTo>
                  <a:cubicBezTo>
                    <a:pt x="167835" y="14326"/>
                    <a:pt x="167976" y="14421"/>
                    <a:pt x="180226" y="14421"/>
                  </a:cubicBezTo>
                  <a:cubicBezTo>
                    <a:pt x="187041" y="14421"/>
                    <a:pt x="193721" y="13344"/>
                    <a:pt x="195070" y="12027"/>
                  </a:cubicBezTo>
                  <a:cubicBezTo>
                    <a:pt x="196598" y="10534"/>
                    <a:pt x="208840" y="22541"/>
                    <a:pt x="227557" y="43889"/>
                  </a:cubicBezTo>
                  <a:lnTo>
                    <a:pt x="257592" y="78146"/>
                  </a:lnTo>
                  <a:lnTo>
                    <a:pt x="261681" y="107593"/>
                  </a:lnTo>
                  <a:cubicBezTo>
                    <a:pt x="266251" y="140497"/>
                    <a:pt x="275208" y="248724"/>
                    <a:pt x="273489" y="250266"/>
                  </a:cubicBezTo>
                  <a:cubicBezTo>
                    <a:pt x="272881" y="250811"/>
                    <a:pt x="247989" y="252602"/>
                    <a:pt x="218174" y="254247"/>
                  </a:cubicBezTo>
                  <a:cubicBezTo>
                    <a:pt x="188358" y="255891"/>
                    <a:pt x="157947" y="257905"/>
                    <a:pt x="150594" y="258722"/>
                  </a:cubicBezTo>
                  <a:lnTo>
                    <a:pt x="137226" y="260208"/>
                  </a:lnTo>
                  <a:lnTo>
                    <a:pt x="136396" y="251544"/>
                  </a:lnTo>
                  <a:close/>
                </a:path>
              </a:pathLst>
            </a:custGeom>
            <a:solidFill>
              <a:srgbClr val="B9B9B9"/>
            </a:solidFill>
            <a:ln w="5163" cap="flat">
              <a:noFill/>
              <a:prstDash val="solid"/>
              <a:miter/>
            </a:ln>
          </p:spPr>
          <p:txBody>
            <a:bodyPr/>
            <a:lstStyle/>
            <a:p>
              <a:endParaRPr lang="es-419" noProof="0" dirty="0"/>
            </a:p>
          </p:txBody>
        </p:sp>
        <p:sp>
          <p:nvSpPr>
            <p:cNvPr id="70" name="Forma libre: forma 69">
              <a:extLst>
                <a:ext uri="{FF2B5EF4-FFF2-40B4-BE49-F238E27FC236}">
                  <a16:creationId xmlns:a16="http://schemas.microsoft.com/office/drawing/2014/main" id="{E315C378-A3B2-8FA4-321E-450C104BA99F}"/>
                </a:ext>
              </a:extLst>
            </p:cNvPr>
            <p:cNvSpPr/>
            <p:nvPr/>
          </p:nvSpPr>
          <p:spPr>
            <a:xfrm>
              <a:off x="2221969" y="2379232"/>
              <a:ext cx="29491" cy="17638"/>
            </a:xfrm>
            <a:custGeom>
              <a:avLst/>
              <a:gdLst>
                <a:gd name="csX0" fmla="*/ 10326 w 29491"/>
                <a:gd name="csY0" fmla="*/ 11251 h 17638"/>
                <a:gd name="csX1" fmla="*/ 23663 w 29491"/>
                <a:gd name="csY1" fmla="*/ 4783 h 17638"/>
                <a:gd name="csX2" fmla="*/ 27977 w 29491"/>
                <a:gd name="csY2" fmla="*/ 1475 h 17638"/>
                <a:gd name="csX3" fmla="*/ 29483 w 29491"/>
                <a:gd name="csY3" fmla="*/ 1025 h 17638"/>
                <a:gd name="csX4" fmla="*/ 8425 w 29491"/>
                <a:gd name="csY4" fmla="*/ 16751 h 17638"/>
                <a:gd name="csX5" fmla="*/ 0 w 29491"/>
                <a:gd name="csY5" fmla="*/ 17639 h 17638"/>
                <a:gd name="csX6" fmla="*/ 10326 w 29491"/>
                <a:gd name="csY6" fmla="*/ 11251 h 17638"/>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9491" h="17638">
                  <a:moveTo>
                    <a:pt x="10326" y="11251"/>
                  </a:moveTo>
                  <a:cubicBezTo>
                    <a:pt x="16005" y="7738"/>
                    <a:pt x="22007" y="4827"/>
                    <a:pt x="23663" y="4783"/>
                  </a:cubicBezTo>
                  <a:cubicBezTo>
                    <a:pt x="25320" y="4738"/>
                    <a:pt x="27261" y="3250"/>
                    <a:pt x="27977" y="1475"/>
                  </a:cubicBezTo>
                  <a:cubicBezTo>
                    <a:pt x="28693" y="-299"/>
                    <a:pt x="29371" y="-502"/>
                    <a:pt x="29483" y="1025"/>
                  </a:cubicBezTo>
                  <a:cubicBezTo>
                    <a:pt x="29861" y="6183"/>
                    <a:pt x="16907" y="15857"/>
                    <a:pt x="8425" y="16751"/>
                  </a:cubicBezTo>
                  <a:lnTo>
                    <a:pt x="0" y="17639"/>
                  </a:lnTo>
                  <a:lnTo>
                    <a:pt x="10326" y="11251"/>
                  </a:lnTo>
                  <a:close/>
                </a:path>
              </a:pathLst>
            </a:custGeom>
            <a:solidFill>
              <a:srgbClr val="B9B9B9"/>
            </a:solidFill>
            <a:ln w="5163" cap="flat">
              <a:noFill/>
              <a:prstDash val="solid"/>
              <a:miter/>
            </a:ln>
          </p:spPr>
          <p:txBody>
            <a:bodyPr/>
            <a:lstStyle/>
            <a:p>
              <a:endParaRPr lang="es-419" noProof="0" dirty="0"/>
            </a:p>
          </p:txBody>
        </p:sp>
      </p:grpSp>
      <p:sp>
        <p:nvSpPr>
          <p:cNvPr id="71" name="Forma libre: forma 70">
            <a:extLst>
              <a:ext uri="{FF2B5EF4-FFF2-40B4-BE49-F238E27FC236}">
                <a16:creationId xmlns:a16="http://schemas.microsoft.com/office/drawing/2014/main" id="{B5A45FF6-E659-D296-7688-2FBADFA4ED6E}"/>
              </a:ext>
            </a:extLst>
          </p:cNvPr>
          <p:cNvSpPr/>
          <p:nvPr/>
        </p:nvSpPr>
        <p:spPr>
          <a:xfrm>
            <a:off x="1574029" y="2346575"/>
            <a:ext cx="28491" cy="35790"/>
          </a:xfrm>
          <a:custGeom>
            <a:avLst/>
            <a:gdLst>
              <a:gd name="csX0" fmla="*/ 11768 w 28491"/>
              <a:gd name="csY0" fmla="*/ 34872 h 35790"/>
              <a:gd name="csX1" fmla="*/ 805 w 28491"/>
              <a:gd name="csY1" fmla="*/ 25413 h 35790"/>
              <a:gd name="csX2" fmla="*/ 7669 w 28491"/>
              <a:gd name="csY2" fmla="*/ 7571 h 35790"/>
              <a:gd name="csX3" fmla="*/ 18379 w 28491"/>
              <a:gd name="csY3" fmla="*/ 2738 h 35790"/>
              <a:gd name="csX4" fmla="*/ 23574 w 28491"/>
              <a:gd name="csY4" fmla="*/ 11696 h 35790"/>
              <a:gd name="csX5" fmla="*/ 28193 w 28491"/>
              <a:gd name="csY5" fmla="*/ 24987 h 35790"/>
              <a:gd name="csX6" fmla="*/ 11768 w 28491"/>
              <a:gd name="csY6" fmla="*/ 34872 h 35790"/>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8491" h="35790">
                <a:moveTo>
                  <a:pt x="11768" y="34872"/>
                </a:moveTo>
                <a:cubicBezTo>
                  <a:pt x="4464" y="33733"/>
                  <a:pt x="2519" y="32055"/>
                  <a:pt x="805" y="25413"/>
                </a:cubicBezTo>
                <a:cubicBezTo>
                  <a:pt x="-1017" y="18356"/>
                  <a:pt x="-153" y="16110"/>
                  <a:pt x="7669" y="7571"/>
                </a:cubicBezTo>
                <a:cubicBezTo>
                  <a:pt x="15700" y="-1197"/>
                  <a:pt x="16797" y="-1692"/>
                  <a:pt x="18379" y="2738"/>
                </a:cubicBezTo>
                <a:cubicBezTo>
                  <a:pt x="19348" y="5452"/>
                  <a:pt x="21686" y="9483"/>
                  <a:pt x="23574" y="11696"/>
                </a:cubicBezTo>
                <a:cubicBezTo>
                  <a:pt x="25461" y="13908"/>
                  <a:pt x="27540" y="19890"/>
                  <a:pt x="28193" y="24987"/>
                </a:cubicBezTo>
                <a:cubicBezTo>
                  <a:pt x="29539" y="35505"/>
                  <a:pt x="26717" y="37203"/>
                  <a:pt x="11768" y="34872"/>
                </a:cubicBezTo>
                <a:close/>
              </a:path>
            </a:pathLst>
          </a:custGeom>
          <a:solidFill>
            <a:srgbClr val="CCCCCC"/>
          </a:solidFill>
          <a:ln w="5163" cap="flat">
            <a:noFill/>
            <a:prstDash val="solid"/>
            <a:miter/>
          </a:ln>
        </p:spPr>
        <p:txBody>
          <a:bodyPr/>
          <a:lstStyle/>
          <a:p>
            <a:endParaRPr lang="es-419" noProof="0" dirty="0"/>
          </a:p>
        </p:txBody>
      </p:sp>
      <p:sp>
        <p:nvSpPr>
          <p:cNvPr id="72" name="Forma libre: forma 71">
            <a:extLst>
              <a:ext uri="{FF2B5EF4-FFF2-40B4-BE49-F238E27FC236}">
                <a16:creationId xmlns:a16="http://schemas.microsoft.com/office/drawing/2014/main" id="{936B513D-1D07-673F-FE3C-C8E42D338B7D}"/>
              </a:ext>
            </a:extLst>
          </p:cNvPr>
          <p:cNvSpPr/>
          <p:nvPr/>
        </p:nvSpPr>
        <p:spPr>
          <a:xfrm>
            <a:off x="1629800" y="2326596"/>
            <a:ext cx="82332" cy="45198"/>
          </a:xfrm>
          <a:custGeom>
            <a:avLst/>
            <a:gdLst>
              <a:gd name="csX0" fmla="*/ 35828 w 82332"/>
              <a:gd name="csY0" fmla="*/ 43172 h 45198"/>
              <a:gd name="csX1" fmla="*/ 20861 w 82332"/>
              <a:gd name="csY1" fmla="*/ 27939 h 45198"/>
              <a:gd name="csX2" fmla="*/ 6710 w 82332"/>
              <a:gd name="csY2" fmla="*/ 16733 h 45198"/>
              <a:gd name="csX3" fmla="*/ 200 w 82332"/>
              <a:gd name="csY3" fmla="*/ 11518 h 45198"/>
              <a:gd name="csX4" fmla="*/ 11960 w 82332"/>
              <a:gd name="csY4" fmla="*/ 5709 h 45198"/>
              <a:gd name="csX5" fmla="*/ 29437 w 82332"/>
              <a:gd name="csY5" fmla="*/ 2139 h 45198"/>
              <a:gd name="csX6" fmla="*/ 38320 w 82332"/>
              <a:gd name="csY6" fmla="*/ 692 h 45198"/>
              <a:gd name="csX7" fmla="*/ 49592 w 82332"/>
              <a:gd name="csY7" fmla="*/ 4355 h 45198"/>
              <a:gd name="csX8" fmla="*/ 61209 w 82332"/>
              <a:gd name="csY8" fmla="*/ 13550 h 45198"/>
              <a:gd name="csX9" fmla="*/ 68838 w 82332"/>
              <a:gd name="csY9" fmla="*/ 19970 h 45198"/>
              <a:gd name="csX10" fmla="*/ 82332 w 82332"/>
              <a:gd name="csY10" fmla="*/ 30233 h 45198"/>
              <a:gd name="csX11" fmla="*/ 75901 w 82332"/>
              <a:gd name="csY11" fmla="*/ 31524 h 45198"/>
              <a:gd name="csX12" fmla="*/ 66358 w 82332"/>
              <a:gd name="csY12" fmla="*/ 36506 h 45198"/>
              <a:gd name="csX13" fmla="*/ 58348 w 82332"/>
              <a:gd name="csY13" fmla="*/ 38866 h 45198"/>
              <a:gd name="csX14" fmla="*/ 47885 w 82332"/>
              <a:gd name="csY14" fmla="*/ 41425 h 45198"/>
              <a:gd name="csX15" fmla="*/ 35828 w 82332"/>
              <a:gd name="csY15" fmla="*/ 43172 h 4519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82332" h="45198">
                <a:moveTo>
                  <a:pt x="35828" y="43172"/>
                </a:moveTo>
                <a:cubicBezTo>
                  <a:pt x="32257" y="41284"/>
                  <a:pt x="25522" y="34429"/>
                  <a:pt x="20861" y="27939"/>
                </a:cubicBezTo>
                <a:cubicBezTo>
                  <a:pt x="14698" y="19357"/>
                  <a:pt x="10840" y="16301"/>
                  <a:pt x="6710" y="16733"/>
                </a:cubicBezTo>
                <a:cubicBezTo>
                  <a:pt x="2564" y="17166"/>
                  <a:pt x="809" y="15760"/>
                  <a:pt x="200" y="11518"/>
                </a:cubicBezTo>
                <a:cubicBezTo>
                  <a:pt x="-566" y="6174"/>
                  <a:pt x="375" y="5709"/>
                  <a:pt x="11960" y="5709"/>
                </a:cubicBezTo>
                <a:cubicBezTo>
                  <a:pt x="18887" y="5709"/>
                  <a:pt x="26751" y="4102"/>
                  <a:pt x="29437" y="2139"/>
                </a:cubicBezTo>
                <a:cubicBezTo>
                  <a:pt x="32427" y="-48"/>
                  <a:pt x="35871" y="-609"/>
                  <a:pt x="38320" y="692"/>
                </a:cubicBezTo>
                <a:cubicBezTo>
                  <a:pt x="40520" y="1860"/>
                  <a:pt x="45592" y="3509"/>
                  <a:pt x="49592" y="4355"/>
                </a:cubicBezTo>
                <a:cubicBezTo>
                  <a:pt x="53972" y="5282"/>
                  <a:pt x="58593" y="8940"/>
                  <a:pt x="61209" y="13550"/>
                </a:cubicBezTo>
                <a:cubicBezTo>
                  <a:pt x="63598" y="17761"/>
                  <a:pt x="67032" y="20650"/>
                  <a:pt x="68838" y="19970"/>
                </a:cubicBezTo>
                <a:cubicBezTo>
                  <a:pt x="71755" y="18872"/>
                  <a:pt x="82332" y="26917"/>
                  <a:pt x="82332" y="30233"/>
                </a:cubicBezTo>
                <a:cubicBezTo>
                  <a:pt x="82332" y="30943"/>
                  <a:pt x="79438" y="31524"/>
                  <a:pt x="75901" y="31524"/>
                </a:cubicBezTo>
                <a:cubicBezTo>
                  <a:pt x="72343" y="31524"/>
                  <a:pt x="68079" y="33750"/>
                  <a:pt x="66358" y="36506"/>
                </a:cubicBezTo>
                <a:cubicBezTo>
                  <a:pt x="63915" y="40418"/>
                  <a:pt x="62194" y="40925"/>
                  <a:pt x="58348" y="38866"/>
                </a:cubicBezTo>
                <a:cubicBezTo>
                  <a:pt x="54563" y="36841"/>
                  <a:pt x="52184" y="37422"/>
                  <a:pt x="47885" y="41425"/>
                </a:cubicBezTo>
                <a:cubicBezTo>
                  <a:pt x="42972" y="45999"/>
                  <a:pt x="41560" y="46204"/>
                  <a:pt x="35828" y="43172"/>
                </a:cubicBezTo>
                <a:close/>
              </a:path>
            </a:pathLst>
          </a:custGeom>
          <a:solidFill>
            <a:srgbClr val="B9B9B9"/>
          </a:solidFill>
          <a:ln w="5163" cap="flat">
            <a:noFill/>
            <a:prstDash val="solid"/>
            <a:miter/>
          </a:ln>
        </p:spPr>
        <p:txBody>
          <a:bodyPr/>
          <a:lstStyle/>
          <a:p>
            <a:endParaRPr lang="es-419" noProof="0" dirty="0"/>
          </a:p>
        </p:txBody>
      </p:sp>
      <p:sp>
        <p:nvSpPr>
          <p:cNvPr id="73" name="Forma libre: forma 72">
            <a:extLst>
              <a:ext uri="{FF2B5EF4-FFF2-40B4-BE49-F238E27FC236}">
                <a16:creationId xmlns:a16="http://schemas.microsoft.com/office/drawing/2014/main" id="{0266BF2F-FE6B-2A64-D285-AD0ABDD773CA}"/>
              </a:ext>
            </a:extLst>
          </p:cNvPr>
          <p:cNvSpPr/>
          <p:nvPr/>
        </p:nvSpPr>
        <p:spPr>
          <a:xfrm>
            <a:off x="1522864" y="2163021"/>
            <a:ext cx="166771" cy="166600"/>
          </a:xfrm>
          <a:custGeom>
            <a:avLst/>
            <a:gdLst>
              <a:gd name="csX0" fmla="*/ 112825 w 166771"/>
              <a:gd name="csY0" fmla="*/ 162186 h 166600"/>
              <a:gd name="csX1" fmla="*/ 93810 w 166771"/>
              <a:gd name="csY1" fmla="*/ 146052 h 166600"/>
              <a:gd name="csX2" fmla="*/ 80847 w 166771"/>
              <a:gd name="csY2" fmla="*/ 139517 h 166600"/>
              <a:gd name="csX3" fmla="*/ 77061 w 166771"/>
              <a:gd name="csY3" fmla="*/ 131529 h 166600"/>
              <a:gd name="csX4" fmla="*/ 56324 w 166771"/>
              <a:gd name="csY4" fmla="*/ 140503 h 166600"/>
              <a:gd name="csX5" fmla="*/ 40835 w 166771"/>
              <a:gd name="csY5" fmla="*/ 134435 h 166600"/>
              <a:gd name="csX6" fmla="*/ 25839 w 166771"/>
              <a:gd name="csY6" fmla="*/ 117575 h 166600"/>
              <a:gd name="csX7" fmla="*/ 603 w 166771"/>
              <a:gd name="csY7" fmla="*/ 103594 h 166600"/>
              <a:gd name="csX8" fmla="*/ 3427 w 166771"/>
              <a:gd name="csY8" fmla="*/ 92334 h 166600"/>
              <a:gd name="csX9" fmla="*/ 16980 w 166771"/>
              <a:gd name="csY9" fmla="*/ 76064 h 166600"/>
              <a:gd name="csX10" fmla="*/ 29744 w 166771"/>
              <a:gd name="csY10" fmla="*/ 65065 h 166600"/>
              <a:gd name="csX11" fmla="*/ 36843 w 166771"/>
              <a:gd name="csY11" fmla="*/ 46479 h 166600"/>
              <a:gd name="csX12" fmla="*/ 44707 w 166771"/>
              <a:gd name="csY12" fmla="*/ 28415 h 166600"/>
              <a:gd name="csX13" fmla="*/ 49507 w 166771"/>
              <a:gd name="csY13" fmla="*/ 27678 h 166600"/>
              <a:gd name="csX14" fmla="*/ 60947 w 166771"/>
              <a:gd name="csY14" fmla="*/ 25763 h 166600"/>
              <a:gd name="csX15" fmla="*/ 70323 w 166771"/>
              <a:gd name="csY15" fmla="*/ 14969 h 166600"/>
              <a:gd name="csX16" fmla="*/ 78890 w 166771"/>
              <a:gd name="csY16" fmla="*/ 12726 h 166600"/>
              <a:gd name="csX17" fmla="*/ 98544 w 166771"/>
              <a:gd name="csY17" fmla="*/ 17873 h 166600"/>
              <a:gd name="csX18" fmla="*/ 112369 w 166771"/>
              <a:gd name="csY18" fmla="*/ 19382 h 166600"/>
              <a:gd name="csX19" fmla="*/ 111333 w 166771"/>
              <a:gd name="csY19" fmla="*/ 10510 h 166600"/>
              <a:gd name="csX20" fmla="*/ 113560 w 166771"/>
              <a:gd name="csY20" fmla="*/ 387 h 166600"/>
              <a:gd name="csX21" fmla="*/ 117960 w 166771"/>
              <a:gd name="csY21" fmla="*/ 7843 h 166600"/>
              <a:gd name="csX22" fmla="*/ 132949 w 166771"/>
              <a:gd name="csY22" fmla="*/ 23283 h 166600"/>
              <a:gd name="csX23" fmla="*/ 137639 w 166771"/>
              <a:gd name="csY23" fmla="*/ 24249 h 166600"/>
              <a:gd name="csX24" fmla="*/ 142971 w 166771"/>
              <a:gd name="csY24" fmla="*/ 28097 h 166600"/>
              <a:gd name="csX25" fmla="*/ 144280 w 166771"/>
              <a:gd name="csY25" fmla="*/ 37270 h 166600"/>
              <a:gd name="csX26" fmla="*/ 141806 w 166771"/>
              <a:gd name="csY26" fmla="*/ 49084 h 166600"/>
              <a:gd name="csX27" fmla="*/ 134976 w 166771"/>
              <a:gd name="csY27" fmla="*/ 50495 h 166600"/>
              <a:gd name="csX28" fmla="*/ 125814 w 166771"/>
              <a:gd name="csY28" fmla="*/ 54367 h 166600"/>
              <a:gd name="csX29" fmla="*/ 117982 w 166771"/>
              <a:gd name="csY29" fmla="*/ 60864 h 166600"/>
              <a:gd name="csX30" fmla="*/ 114406 w 166771"/>
              <a:gd name="csY30" fmla="*/ 64736 h 166600"/>
              <a:gd name="csX31" fmla="*/ 118081 w 166771"/>
              <a:gd name="csY31" fmla="*/ 68608 h 166600"/>
              <a:gd name="csX32" fmla="*/ 117880 w 166771"/>
              <a:gd name="csY32" fmla="*/ 76375 h 166600"/>
              <a:gd name="csX33" fmla="*/ 120902 w 166771"/>
              <a:gd name="csY33" fmla="*/ 101250 h 166600"/>
              <a:gd name="csX34" fmla="*/ 146578 w 166771"/>
              <a:gd name="csY34" fmla="*/ 85070 h 166600"/>
              <a:gd name="csX35" fmla="*/ 165866 w 166771"/>
              <a:gd name="csY35" fmla="*/ 78619 h 166600"/>
              <a:gd name="csX36" fmla="*/ 158858 w 166771"/>
              <a:gd name="csY36" fmla="*/ 93393 h 166600"/>
              <a:gd name="csX37" fmla="*/ 145606 w 166771"/>
              <a:gd name="csY37" fmla="*/ 103389 h 166600"/>
              <a:gd name="csX38" fmla="*/ 146405 w 166771"/>
              <a:gd name="csY38" fmla="*/ 113844 h 166600"/>
              <a:gd name="csX39" fmla="*/ 151373 w 166771"/>
              <a:gd name="csY39" fmla="*/ 126271 h 166600"/>
              <a:gd name="csX40" fmla="*/ 146320 w 166771"/>
              <a:gd name="csY40" fmla="*/ 138511 h 166600"/>
              <a:gd name="csX41" fmla="*/ 142802 w 166771"/>
              <a:gd name="csY41" fmla="*/ 150216 h 166600"/>
              <a:gd name="csX42" fmla="*/ 135305 w 166771"/>
              <a:gd name="csY42" fmla="*/ 162275 h 166600"/>
              <a:gd name="csX43" fmla="*/ 112825 w 166771"/>
              <a:gd name="csY43" fmla="*/ 162186 h 1666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66771" h="166600">
                <a:moveTo>
                  <a:pt x="112825" y="162186"/>
                </a:moveTo>
                <a:cubicBezTo>
                  <a:pt x="107924" y="146593"/>
                  <a:pt x="107287" y="146052"/>
                  <a:pt x="93810" y="146052"/>
                </a:cubicBezTo>
                <a:cubicBezTo>
                  <a:pt x="81661" y="146052"/>
                  <a:pt x="80847" y="145641"/>
                  <a:pt x="80847" y="139517"/>
                </a:cubicBezTo>
                <a:cubicBezTo>
                  <a:pt x="80847" y="135923"/>
                  <a:pt x="79143" y="132329"/>
                  <a:pt x="77061" y="131529"/>
                </a:cubicBezTo>
                <a:cubicBezTo>
                  <a:pt x="70944" y="129182"/>
                  <a:pt x="59116" y="134300"/>
                  <a:pt x="56324" y="140503"/>
                </a:cubicBezTo>
                <a:cubicBezTo>
                  <a:pt x="52116" y="149848"/>
                  <a:pt x="43882" y="146622"/>
                  <a:pt x="40835" y="134435"/>
                </a:cubicBezTo>
                <a:cubicBezTo>
                  <a:pt x="37208" y="119926"/>
                  <a:pt x="35198" y="117667"/>
                  <a:pt x="25839" y="117575"/>
                </a:cubicBezTo>
                <a:cubicBezTo>
                  <a:pt x="16487" y="117484"/>
                  <a:pt x="-3740" y="106278"/>
                  <a:pt x="603" y="103594"/>
                </a:cubicBezTo>
                <a:cubicBezTo>
                  <a:pt x="2143" y="102641"/>
                  <a:pt x="3414" y="97575"/>
                  <a:pt x="3427" y="92334"/>
                </a:cubicBezTo>
                <a:cubicBezTo>
                  <a:pt x="3448" y="83428"/>
                  <a:pt x="4333" y="82366"/>
                  <a:pt x="16980" y="76064"/>
                </a:cubicBezTo>
                <a:cubicBezTo>
                  <a:pt x="26201" y="71468"/>
                  <a:pt x="30266" y="67966"/>
                  <a:pt x="29744" y="65065"/>
                </a:cubicBezTo>
                <a:cubicBezTo>
                  <a:pt x="29324" y="62724"/>
                  <a:pt x="32518" y="54360"/>
                  <a:pt x="36843" y="46479"/>
                </a:cubicBezTo>
                <a:cubicBezTo>
                  <a:pt x="41168" y="38598"/>
                  <a:pt x="44707" y="30469"/>
                  <a:pt x="44707" y="28415"/>
                </a:cubicBezTo>
                <a:cubicBezTo>
                  <a:pt x="44707" y="25420"/>
                  <a:pt x="45659" y="25274"/>
                  <a:pt x="49507" y="27678"/>
                </a:cubicBezTo>
                <a:cubicBezTo>
                  <a:pt x="53370" y="30090"/>
                  <a:pt x="55603" y="29716"/>
                  <a:pt x="60947" y="25763"/>
                </a:cubicBezTo>
                <a:cubicBezTo>
                  <a:pt x="64599" y="23062"/>
                  <a:pt x="68819" y="18205"/>
                  <a:pt x="70323" y="14969"/>
                </a:cubicBezTo>
                <a:cubicBezTo>
                  <a:pt x="72821" y="9600"/>
                  <a:pt x="73567" y="9404"/>
                  <a:pt x="78890" y="12726"/>
                </a:cubicBezTo>
                <a:cubicBezTo>
                  <a:pt x="82096" y="14727"/>
                  <a:pt x="90941" y="17044"/>
                  <a:pt x="98544" y="17873"/>
                </a:cubicBezTo>
                <a:lnTo>
                  <a:pt x="112369" y="19382"/>
                </a:lnTo>
                <a:lnTo>
                  <a:pt x="111333" y="10510"/>
                </a:lnTo>
                <a:cubicBezTo>
                  <a:pt x="110680" y="4917"/>
                  <a:pt x="111503" y="1176"/>
                  <a:pt x="113560" y="387"/>
                </a:cubicBezTo>
                <a:cubicBezTo>
                  <a:pt x="117812" y="-1245"/>
                  <a:pt x="120015" y="2488"/>
                  <a:pt x="117960" y="7843"/>
                </a:cubicBezTo>
                <a:cubicBezTo>
                  <a:pt x="115692" y="13753"/>
                  <a:pt x="126829" y="25225"/>
                  <a:pt x="132949" y="23283"/>
                </a:cubicBezTo>
                <a:cubicBezTo>
                  <a:pt x="135529" y="22464"/>
                  <a:pt x="137639" y="22899"/>
                  <a:pt x="137639" y="24249"/>
                </a:cubicBezTo>
                <a:cubicBezTo>
                  <a:pt x="137639" y="25599"/>
                  <a:pt x="140039" y="27330"/>
                  <a:pt x="142971" y="28097"/>
                </a:cubicBezTo>
                <a:cubicBezTo>
                  <a:pt x="148037" y="29422"/>
                  <a:pt x="148102" y="29879"/>
                  <a:pt x="144280" y="37270"/>
                </a:cubicBezTo>
                <a:cubicBezTo>
                  <a:pt x="142067" y="41548"/>
                  <a:pt x="140954" y="46864"/>
                  <a:pt x="141806" y="49084"/>
                </a:cubicBezTo>
                <a:cubicBezTo>
                  <a:pt x="143608" y="53779"/>
                  <a:pt x="141808" y="54151"/>
                  <a:pt x="134976" y="50495"/>
                </a:cubicBezTo>
                <a:cubicBezTo>
                  <a:pt x="130992" y="48362"/>
                  <a:pt x="129272" y="49089"/>
                  <a:pt x="125814" y="54367"/>
                </a:cubicBezTo>
                <a:cubicBezTo>
                  <a:pt x="123473" y="57940"/>
                  <a:pt x="119948" y="60864"/>
                  <a:pt x="117982" y="60864"/>
                </a:cubicBezTo>
                <a:cubicBezTo>
                  <a:pt x="116015" y="60864"/>
                  <a:pt x="114406" y="62606"/>
                  <a:pt x="114406" y="64736"/>
                </a:cubicBezTo>
                <a:cubicBezTo>
                  <a:pt x="114406" y="66866"/>
                  <a:pt x="116060" y="68608"/>
                  <a:pt x="118081" y="68608"/>
                </a:cubicBezTo>
                <a:cubicBezTo>
                  <a:pt x="121214" y="68608"/>
                  <a:pt x="121185" y="69751"/>
                  <a:pt x="117880" y="76375"/>
                </a:cubicBezTo>
                <a:cubicBezTo>
                  <a:pt x="113557" y="85043"/>
                  <a:pt x="115262" y="99086"/>
                  <a:pt x="120902" y="101250"/>
                </a:cubicBezTo>
                <a:cubicBezTo>
                  <a:pt x="125974" y="103196"/>
                  <a:pt x="134577" y="97775"/>
                  <a:pt x="146578" y="85070"/>
                </a:cubicBezTo>
                <a:cubicBezTo>
                  <a:pt x="158352" y="72606"/>
                  <a:pt x="161996" y="71387"/>
                  <a:pt x="165866" y="78619"/>
                </a:cubicBezTo>
                <a:cubicBezTo>
                  <a:pt x="167980" y="82568"/>
                  <a:pt x="166683" y="85304"/>
                  <a:pt x="158858" y="93393"/>
                </a:cubicBezTo>
                <a:cubicBezTo>
                  <a:pt x="153577" y="98853"/>
                  <a:pt x="147613" y="103351"/>
                  <a:pt x="145606" y="103389"/>
                </a:cubicBezTo>
                <a:cubicBezTo>
                  <a:pt x="139218" y="103509"/>
                  <a:pt x="139670" y="109432"/>
                  <a:pt x="146405" y="113844"/>
                </a:cubicBezTo>
                <a:cubicBezTo>
                  <a:pt x="151813" y="117388"/>
                  <a:pt x="152650" y="119482"/>
                  <a:pt x="151373" y="126271"/>
                </a:cubicBezTo>
                <a:cubicBezTo>
                  <a:pt x="150529" y="130761"/>
                  <a:pt x="148255" y="136269"/>
                  <a:pt x="146320" y="138511"/>
                </a:cubicBezTo>
                <a:cubicBezTo>
                  <a:pt x="144385" y="140752"/>
                  <a:pt x="142802" y="146020"/>
                  <a:pt x="142802" y="150216"/>
                </a:cubicBezTo>
                <a:cubicBezTo>
                  <a:pt x="142802" y="155900"/>
                  <a:pt x="140890" y="158975"/>
                  <a:pt x="135305" y="162275"/>
                </a:cubicBezTo>
                <a:cubicBezTo>
                  <a:pt x="125481" y="168078"/>
                  <a:pt x="114663" y="168035"/>
                  <a:pt x="112825" y="162186"/>
                </a:cubicBezTo>
                <a:close/>
              </a:path>
            </a:pathLst>
          </a:custGeom>
          <a:solidFill>
            <a:srgbClr val="B9B9B9"/>
          </a:solidFill>
          <a:ln w="5163" cap="flat">
            <a:noFill/>
            <a:prstDash val="solid"/>
            <a:miter/>
          </a:ln>
        </p:spPr>
        <p:txBody>
          <a:bodyPr/>
          <a:lstStyle/>
          <a:p>
            <a:endParaRPr lang="es-419" noProof="0" dirty="0"/>
          </a:p>
        </p:txBody>
      </p:sp>
      <p:sp>
        <p:nvSpPr>
          <p:cNvPr id="74" name="Forma libre: forma 73">
            <a:extLst>
              <a:ext uri="{FF2B5EF4-FFF2-40B4-BE49-F238E27FC236}">
                <a16:creationId xmlns:a16="http://schemas.microsoft.com/office/drawing/2014/main" id="{C23FFD04-ED4C-AF17-5ADE-449BB3A1C00F}"/>
              </a:ext>
            </a:extLst>
          </p:cNvPr>
          <p:cNvSpPr/>
          <p:nvPr/>
        </p:nvSpPr>
        <p:spPr>
          <a:xfrm>
            <a:off x="1152549" y="1816032"/>
            <a:ext cx="278306" cy="369963"/>
          </a:xfrm>
          <a:custGeom>
            <a:avLst/>
            <a:gdLst>
              <a:gd name="csX0" fmla="*/ 34904 w 278306"/>
              <a:gd name="csY0" fmla="*/ 369743 h 369963"/>
              <a:gd name="csX1" fmla="*/ 30386 w 278306"/>
              <a:gd name="csY1" fmla="*/ 366534 h 369963"/>
              <a:gd name="csX2" fmla="*/ 24882 w 278306"/>
              <a:gd name="csY2" fmla="*/ 362569 h 369963"/>
              <a:gd name="csX3" fmla="*/ 21927 w 278306"/>
              <a:gd name="csY3" fmla="*/ 359169 h 369963"/>
              <a:gd name="csX4" fmla="*/ 27578 w 278306"/>
              <a:gd name="csY4" fmla="*/ 347996 h 369963"/>
              <a:gd name="csX5" fmla="*/ 35410 w 278306"/>
              <a:gd name="csY5" fmla="*/ 332463 h 369963"/>
              <a:gd name="csX6" fmla="*/ 46301 w 278306"/>
              <a:gd name="csY6" fmla="*/ 305733 h 369963"/>
              <a:gd name="csX7" fmla="*/ 51274 w 278306"/>
              <a:gd name="csY7" fmla="*/ 305469 h 369963"/>
              <a:gd name="csX8" fmla="*/ 85602 w 278306"/>
              <a:gd name="csY8" fmla="*/ 259605 h 369963"/>
              <a:gd name="csX9" fmla="*/ 77041 w 278306"/>
              <a:gd name="csY9" fmla="*/ 247151 h 369963"/>
              <a:gd name="csX10" fmla="*/ 56201 w 278306"/>
              <a:gd name="csY10" fmla="*/ 259540 h 369963"/>
              <a:gd name="csX11" fmla="*/ 43804 w 278306"/>
              <a:gd name="csY11" fmla="*/ 271918 h 369963"/>
              <a:gd name="csX12" fmla="*/ 42369 w 278306"/>
              <a:gd name="csY12" fmla="*/ 249815 h 369963"/>
              <a:gd name="csX13" fmla="*/ 41724 w 278306"/>
              <a:gd name="csY13" fmla="*/ 231013 h 369963"/>
              <a:gd name="csX14" fmla="*/ 29106 w 278306"/>
              <a:gd name="csY14" fmla="*/ 240028 h 369963"/>
              <a:gd name="csX15" fmla="*/ 22444 w 278306"/>
              <a:gd name="csY15" fmla="*/ 254379 h 369963"/>
              <a:gd name="csX16" fmla="*/ 24802 w 278306"/>
              <a:gd name="csY16" fmla="*/ 241025 h 369963"/>
              <a:gd name="csX17" fmla="*/ 33753 w 278306"/>
              <a:gd name="csY17" fmla="*/ 223416 h 369963"/>
              <a:gd name="csX18" fmla="*/ 20060 w 278306"/>
              <a:gd name="csY18" fmla="*/ 211002 h 369963"/>
              <a:gd name="csX19" fmla="*/ 12798 w 278306"/>
              <a:gd name="csY19" fmla="*/ 218762 h 369963"/>
              <a:gd name="csX20" fmla="*/ 14913 w 278306"/>
              <a:gd name="csY20" fmla="*/ 227151 h 369963"/>
              <a:gd name="csX21" fmla="*/ 17013 w 278306"/>
              <a:gd name="csY21" fmla="*/ 232960 h 369963"/>
              <a:gd name="csX22" fmla="*/ 9735 w 278306"/>
              <a:gd name="csY22" fmla="*/ 237857 h 369963"/>
              <a:gd name="csX23" fmla="*/ 1293 w 278306"/>
              <a:gd name="csY23" fmla="*/ 233984 h 369963"/>
              <a:gd name="csX24" fmla="*/ 5050 w 278306"/>
              <a:gd name="csY24" fmla="*/ 166825 h 369963"/>
              <a:gd name="csX25" fmla="*/ 13098 w 278306"/>
              <a:gd name="csY25" fmla="*/ 148470 h 369963"/>
              <a:gd name="csX26" fmla="*/ 17479 w 278306"/>
              <a:gd name="csY26" fmla="*/ 142324 h 369963"/>
              <a:gd name="csX27" fmla="*/ 23957 w 278306"/>
              <a:gd name="csY27" fmla="*/ 139382 h 369963"/>
              <a:gd name="csX28" fmla="*/ 29365 w 278306"/>
              <a:gd name="csY28" fmla="*/ 127120 h 369963"/>
              <a:gd name="csX29" fmla="*/ 37749 w 278306"/>
              <a:gd name="csY29" fmla="*/ 97729 h 369963"/>
              <a:gd name="csX30" fmla="*/ 49507 w 278306"/>
              <a:gd name="csY30" fmla="*/ 88122 h 369963"/>
              <a:gd name="csX31" fmla="*/ 58774 w 278306"/>
              <a:gd name="csY31" fmla="*/ 77796 h 369963"/>
              <a:gd name="csX32" fmla="*/ 64863 w 278306"/>
              <a:gd name="csY32" fmla="*/ 68721 h 369963"/>
              <a:gd name="csX33" fmla="*/ 80119 w 278306"/>
              <a:gd name="csY33" fmla="*/ 65404 h 369963"/>
              <a:gd name="csX34" fmla="*/ 105248 w 278306"/>
              <a:gd name="csY34" fmla="*/ 69057 h 369963"/>
              <a:gd name="csX35" fmla="*/ 132354 w 278306"/>
              <a:gd name="csY35" fmla="*/ 69793 h 369963"/>
              <a:gd name="csX36" fmla="*/ 147842 w 278306"/>
              <a:gd name="csY36" fmla="*/ 68392 h 369963"/>
              <a:gd name="csX37" fmla="*/ 148600 w 278306"/>
              <a:gd name="csY37" fmla="*/ 51194 h 369963"/>
              <a:gd name="csX38" fmla="*/ 143045 w 278306"/>
              <a:gd name="csY38" fmla="*/ 18458 h 369963"/>
              <a:gd name="csX39" fmla="*/ 138200 w 278306"/>
              <a:gd name="csY39" fmla="*/ 1452 h 369963"/>
              <a:gd name="csX40" fmla="*/ 176238 w 278306"/>
              <a:gd name="csY40" fmla="*/ 4099 h 369963"/>
              <a:gd name="csX41" fmla="*/ 200117 w 278306"/>
              <a:gd name="csY41" fmla="*/ 11594 h 369963"/>
              <a:gd name="csX42" fmla="*/ 208506 w 278306"/>
              <a:gd name="csY42" fmla="*/ 17328 h 369963"/>
              <a:gd name="csX43" fmla="*/ 213126 w 278306"/>
              <a:gd name="csY43" fmla="*/ 22327 h 369963"/>
              <a:gd name="csX44" fmla="*/ 220224 w 278306"/>
              <a:gd name="csY44" fmla="*/ 29184 h 369963"/>
              <a:gd name="csX45" fmla="*/ 234966 w 278306"/>
              <a:gd name="csY45" fmla="*/ 33975 h 369963"/>
              <a:gd name="csX46" fmla="*/ 247228 w 278306"/>
              <a:gd name="csY46" fmla="*/ 35904 h 369963"/>
              <a:gd name="csX47" fmla="*/ 256714 w 278306"/>
              <a:gd name="csY47" fmla="*/ 49191 h 369963"/>
              <a:gd name="csX48" fmla="*/ 272203 w 278306"/>
              <a:gd name="csY48" fmla="*/ 58184 h 369963"/>
              <a:gd name="csX49" fmla="*/ 271714 w 278306"/>
              <a:gd name="csY49" fmla="*/ 67589 h 369963"/>
              <a:gd name="csX50" fmla="*/ 263105 w 278306"/>
              <a:gd name="csY50" fmla="*/ 78504 h 369963"/>
              <a:gd name="csX51" fmla="*/ 254303 w 278306"/>
              <a:gd name="csY51" fmla="*/ 85750 h 369963"/>
              <a:gd name="csX52" fmla="*/ 246105 w 278306"/>
              <a:gd name="csY52" fmla="*/ 101699 h 369963"/>
              <a:gd name="csX53" fmla="*/ 227494 w 278306"/>
              <a:gd name="csY53" fmla="*/ 130702 h 369963"/>
              <a:gd name="csX54" fmla="*/ 183924 w 278306"/>
              <a:gd name="csY54" fmla="*/ 160034 h 369963"/>
              <a:gd name="csX55" fmla="*/ 153537 w 278306"/>
              <a:gd name="csY55" fmla="*/ 173778 h 369963"/>
              <a:gd name="csX56" fmla="*/ 157053 w 278306"/>
              <a:gd name="csY56" fmla="*/ 181528 h 369963"/>
              <a:gd name="csX57" fmla="*/ 160436 w 278306"/>
              <a:gd name="csY57" fmla="*/ 193225 h 369963"/>
              <a:gd name="csX58" fmla="*/ 180263 w 278306"/>
              <a:gd name="csY58" fmla="*/ 225950 h 369963"/>
              <a:gd name="csX59" fmla="*/ 194663 w 278306"/>
              <a:gd name="csY59" fmla="*/ 239264 h 369963"/>
              <a:gd name="csX60" fmla="*/ 204770 w 278306"/>
              <a:gd name="csY60" fmla="*/ 247088 h 369963"/>
              <a:gd name="csX61" fmla="*/ 210897 w 278306"/>
              <a:gd name="csY61" fmla="*/ 244424 h 369963"/>
              <a:gd name="csX62" fmla="*/ 229158 w 278306"/>
              <a:gd name="csY62" fmla="*/ 228391 h 369963"/>
              <a:gd name="csX63" fmla="*/ 234321 w 278306"/>
              <a:gd name="csY63" fmla="*/ 228442 h 369963"/>
              <a:gd name="csX64" fmla="*/ 234966 w 278306"/>
              <a:gd name="csY64" fmla="*/ 250091 h 369963"/>
              <a:gd name="csX65" fmla="*/ 235014 w 278306"/>
              <a:gd name="csY65" fmla="*/ 261191 h 369963"/>
              <a:gd name="csX66" fmla="*/ 230353 w 278306"/>
              <a:gd name="csY66" fmla="*/ 300578 h 369963"/>
              <a:gd name="csX67" fmla="*/ 224337 w 278306"/>
              <a:gd name="csY67" fmla="*/ 308123 h 369963"/>
              <a:gd name="csX68" fmla="*/ 215823 w 278306"/>
              <a:gd name="csY68" fmla="*/ 299799 h 369963"/>
              <a:gd name="csX69" fmla="*/ 202099 w 278306"/>
              <a:gd name="csY69" fmla="*/ 292094 h 369963"/>
              <a:gd name="csX70" fmla="*/ 185246 w 278306"/>
              <a:gd name="csY70" fmla="*/ 278805 h 369963"/>
              <a:gd name="csX71" fmla="*/ 173928 w 278306"/>
              <a:gd name="csY71" fmla="*/ 260086 h 369963"/>
              <a:gd name="csX72" fmla="*/ 159486 w 278306"/>
              <a:gd name="csY72" fmla="*/ 251642 h 369963"/>
              <a:gd name="csX73" fmla="*/ 135920 w 278306"/>
              <a:gd name="csY73" fmla="*/ 263292 h 369963"/>
              <a:gd name="csX74" fmla="*/ 128496 w 278306"/>
              <a:gd name="csY74" fmla="*/ 268428 h 369963"/>
              <a:gd name="csX75" fmla="*/ 118324 w 278306"/>
              <a:gd name="csY75" fmla="*/ 277403 h 369963"/>
              <a:gd name="csX76" fmla="*/ 102749 w 278306"/>
              <a:gd name="csY76" fmla="*/ 302843 h 369963"/>
              <a:gd name="csX77" fmla="*/ 111986 w 278306"/>
              <a:gd name="csY77" fmla="*/ 325389 h 369963"/>
              <a:gd name="csX78" fmla="*/ 124791 w 278306"/>
              <a:gd name="csY78" fmla="*/ 345325 h 369963"/>
              <a:gd name="csX79" fmla="*/ 112525 w 278306"/>
              <a:gd name="csY79" fmla="*/ 358252 h 369963"/>
              <a:gd name="csX80" fmla="*/ 61364 w 278306"/>
              <a:gd name="csY80" fmla="*/ 367059 h 369963"/>
              <a:gd name="csX81" fmla="*/ 45875 w 278306"/>
              <a:gd name="csY81" fmla="*/ 368630 h 369963"/>
              <a:gd name="csX82" fmla="*/ 34904 w 278306"/>
              <a:gd name="csY82" fmla="*/ 369743 h 3699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Lst>
            <a:rect l="l" t="t" r="r" b="b"/>
            <a:pathLst>
              <a:path w="278306" h="369963">
                <a:moveTo>
                  <a:pt x="34904" y="369743"/>
                </a:moveTo>
                <a:cubicBezTo>
                  <a:pt x="32419" y="369198"/>
                  <a:pt x="30386" y="367754"/>
                  <a:pt x="30386" y="366534"/>
                </a:cubicBezTo>
                <a:cubicBezTo>
                  <a:pt x="30386" y="365314"/>
                  <a:pt x="27909" y="363530"/>
                  <a:pt x="24882" y="362569"/>
                </a:cubicBezTo>
                <a:cubicBezTo>
                  <a:pt x="21855" y="361609"/>
                  <a:pt x="20525" y="360078"/>
                  <a:pt x="21927" y="359169"/>
                </a:cubicBezTo>
                <a:cubicBezTo>
                  <a:pt x="23328" y="358259"/>
                  <a:pt x="25871" y="353231"/>
                  <a:pt x="27578" y="347996"/>
                </a:cubicBezTo>
                <a:cubicBezTo>
                  <a:pt x="29284" y="342760"/>
                  <a:pt x="32809" y="335771"/>
                  <a:pt x="35410" y="332463"/>
                </a:cubicBezTo>
                <a:cubicBezTo>
                  <a:pt x="41776" y="324371"/>
                  <a:pt x="48428" y="308044"/>
                  <a:pt x="46301" y="305733"/>
                </a:cubicBezTo>
                <a:cubicBezTo>
                  <a:pt x="45357" y="304708"/>
                  <a:pt x="47595" y="304589"/>
                  <a:pt x="51274" y="305469"/>
                </a:cubicBezTo>
                <a:cubicBezTo>
                  <a:pt x="65489" y="308870"/>
                  <a:pt x="84946" y="282874"/>
                  <a:pt x="85602" y="259605"/>
                </a:cubicBezTo>
                <a:cubicBezTo>
                  <a:pt x="85868" y="250143"/>
                  <a:pt x="85296" y="249310"/>
                  <a:pt x="77041" y="247151"/>
                </a:cubicBezTo>
                <a:cubicBezTo>
                  <a:pt x="64390" y="243842"/>
                  <a:pt x="56201" y="248710"/>
                  <a:pt x="56201" y="259540"/>
                </a:cubicBezTo>
                <a:cubicBezTo>
                  <a:pt x="56201" y="269382"/>
                  <a:pt x="51616" y="273960"/>
                  <a:pt x="43804" y="271918"/>
                </a:cubicBezTo>
                <a:cubicBezTo>
                  <a:pt x="37009" y="270141"/>
                  <a:pt x="36944" y="269149"/>
                  <a:pt x="42369" y="249815"/>
                </a:cubicBezTo>
                <a:cubicBezTo>
                  <a:pt x="46434" y="235327"/>
                  <a:pt x="46408" y="234559"/>
                  <a:pt x="41724" y="231013"/>
                </a:cubicBezTo>
                <a:cubicBezTo>
                  <a:pt x="34464" y="225517"/>
                  <a:pt x="33758" y="226021"/>
                  <a:pt x="29106" y="240028"/>
                </a:cubicBezTo>
                <a:cubicBezTo>
                  <a:pt x="26753" y="247111"/>
                  <a:pt x="23756" y="253568"/>
                  <a:pt x="22444" y="254379"/>
                </a:cubicBezTo>
                <a:cubicBezTo>
                  <a:pt x="19454" y="256227"/>
                  <a:pt x="19357" y="256781"/>
                  <a:pt x="24802" y="241025"/>
                </a:cubicBezTo>
                <a:cubicBezTo>
                  <a:pt x="27318" y="233748"/>
                  <a:pt x="31345" y="225823"/>
                  <a:pt x="33753" y="223416"/>
                </a:cubicBezTo>
                <a:cubicBezTo>
                  <a:pt x="41536" y="215633"/>
                  <a:pt x="38403" y="212792"/>
                  <a:pt x="20060" y="211002"/>
                </a:cubicBezTo>
                <a:cubicBezTo>
                  <a:pt x="14508" y="210460"/>
                  <a:pt x="13494" y="211544"/>
                  <a:pt x="12798" y="218762"/>
                </a:cubicBezTo>
                <a:cubicBezTo>
                  <a:pt x="12315" y="223766"/>
                  <a:pt x="13169" y="227151"/>
                  <a:pt x="14913" y="227151"/>
                </a:cubicBezTo>
                <a:cubicBezTo>
                  <a:pt x="16522" y="227151"/>
                  <a:pt x="17467" y="229765"/>
                  <a:pt x="17013" y="232960"/>
                </a:cubicBezTo>
                <a:cubicBezTo>
                  <a:pt x="16365" y="237521"/>
                  <a:pt x="14803" y="238572"/>
                  <a:pt x="9735" y="237857"/>
                </a:cubicBezTo>
                <a:cubicBezTo>
                  <a:pt x="6185" y="237355"/>
                  <a:pt x="2386" y="235613"/>
                  <a:pt x="1293" y="233984"/>
                </a:cubicBezTo>
                <a:cubicBezTo>
                  <a:pt x="-1682" y="229553"/>
                  <a:pt x="858" y="184145"/>
                  <a:pt x="5050" y="166825"/>
                </a:cubicBezTo>
                <a:cubicBezTo>
                  <a:pt x="7067" y="158491"/>
                  <a:pt x="10689" y="150232"/>
                  <a:pt x="13098" y="148470"/>
                </a:cubicBezTo>
                <a:cubicBezTo>
                  <a:pt x="15508" y="146708"/>
                  <a:pt x="17479" y="143943"/>
                  <a:pt x="17479" y="142324"/>
                </a:cubicBezTo>
                <a:cubicBezTo>
                  <a:pt x="17479" y="140706"/>
                  <a:pt x="20394" y="139382"/>
                  <a:pt x="23957" y="139382"/>
                </a:cubicBezTo>
                <a:cubicBezTo>
                  <a:pt x="30115" y="139382"/>
                  <a:pt x="30383" y="138776"/>
                  <a:pt x="29365" y="127120"/>
                </a:cubicBezTo>
                <a:cubicBezTo>
                  <a:pt x="27807" y="109281"/>
                  <a:pt x="29957" y="101744"/>
                  <a:pt x="37749" y="97729"/>
                </a:cubicBezTo>
                <a:cubicBezTo>
                  <a:pt x="41508" y="95792"/>
                  <a:pt x="46799" y="91468"/>
                  <a:pt x="49507" y="88122"/>
                </a:cubicBezTo>
                <a:cubicBezTo>
                  <a:pt x="52214" y="84775"/>
                  <a:pt x="56385" y="80128"/>
                  <a:pt x="58774" y="77796"/>
                </a:cubicBezTo>
                <a:cubicBezTo>
                  <a:pt x="61163" y="75463"/>
                  <a:pt x="63903" y="71380"/>
                  <a:pt x="64863" y="68721"/>
                </a:cubicBezTo>
                <a:cubicBezTo>
                  <a:pt x="66368" y="64550"/>
                  <a:pt x="68459" y="64095"/>
                  <a:pt x="80119" y="65404"/>
                </a:cubicBezTo>
                <a:cubicBezTo>
                  <a:pt x="87551" y="66238"/>
                  <a:pt x="98859" y="67882"/>
                  <a:pt x="105248" y="69057"/>
                </a:cubicBezTo>
                <a:cubicBezTo>
                  <a:pt x="111637" y="70233"/>
                  <a:pt x="123835" y="70564"/>
                  <a:pt x="132354" y="69793"/>
                </a:cubicBezTo>
                <a:lnTo>
                  <a:pt x="147842" y="68392"/>
                </a:lnTo>
                <a:lnTo>
                  <a:pt x="148600" y="51194"/>
                </a:lnTo>
                <a:cubicBezTo>
                  <a:pt x="149196" y="37679"/>
                  <a:pt x="148006" y="30668"/>
                  <a:pt x="143045" y="18458"/>
                </a:cubicBezTo>
                <a:cubicBezTo>
                  <a:pt x="139573" y="9912"/>
                  <a:pt x="137392" y="2259"/>
                  <a:pt x="138200" y="1452"/>
                </a:cubicBezTo>
                <a:cubicBezTo>
                  <a:pt x="141102" y="-1451"/>
                  <a:pt x="166125" y="290"/>
                  <a:pt x="176238" y="4099"/>
                </a:cubicBezTo>
                <a:cubicBezTo>
                  <a:pt x="189419" y="9062"/>
                  <a:pt x="190086" y="9272"/>
                  <a:pt x="200117" y="11594"/>
                </a:cubicBezTo>
                <a:cubicBezTo>
                  <a:pt x="204892" y="12700"/>
                  <a:pt x="208506" y="15170"/>
                  <a:pt x="208506" y="17328"/>
                </a:cubicBezTo>
                <a:cubicBezTo>
                  <a:pt x="208506" y="19413"/>
                  <a:pt x="210585" y="21662"/>
                  <a:pt x="213126" y="22327"/>
                </a:cubicBezTo>
                <a:cubicBezTo>
                  <a:pt x="215666" y="22991"/>
                  <a:pt x="218861" y="26077"/>
                  <a:pt x="220224" y="29184"/>
                </a:cubicBezTo>
                <a:cubicBezTo>
                  <a:pt x="222363" y="34057"/>
                  <a:pt x="224390" y="34715"/>
                  <a:pt x="234966" y="33975"/>
                </a:cubicBezTo>
                <a:cubicBezTo>
                  <a:pt x="242553" y="33444"/>
                  <a:pt x="247228" y="34179"/>
                  <a:pt x="247228" y="35904"/>
                </a:cubicBezTo>
                <a:cubicBezTo>
                  <a:pt x="247228" y="37437"/>
                  <a:pt x="251497" y="43416"/>
                  <a:pt x="256714" y="49191"/>
                </a:cubicBezTo>
                <a:cubicBezTo>
                  <a:pt x="264193" y="57469"/>
                  <a:pt x="267470" y="59372"/>
                  <a:pt x="272203" y="58184"/>
                </a:cubicBezTo>
                <a:cubicBezTo>
                  <a:pt x="280616" y="56072"/>
                  <a:pt x="280219" y="63714"/>
                  <a:pt x="271714" y="67589"/>
                </a:cubicBezTo>
                <a:cubicBezTo>
                  <a:pt x="267863" y="69343"/>
                  <a:pt x="264361" y="73784"/>
                  <a:pt x="263105" y="78504"/>
                </a:cubicBezTo>
                <a:cubicBezTo>
                  <a:pt x="261351" y="85098"/>
                  <a:pt x="259842" y="86340"/>
                  <a:pt x="254303" y="85750"/>
                </a:cubicBezTo>
                <a:cubicBezTo>
                  <a:pt x="246592" y="84928"/>
                  <a:pt x="243436" y="91067"/>
                  <a:pt x="246105" y="101699"/>
                </a:cubicBezTo>
                <a:cubicBezTo>
                  <a:pt x="247533" y="107389"/>
                  <a:pt x="244867" y="111544"/>
                  <a:pt x="227494" y="130702"/>
                </a:cubicBezTo>
                <a:cubicBezTo>
                  <a:pt x="207371" y="152893"/>
                  <a:pt x="196764" y="160034"/>
                  <a:pt x="183924" y="160034"/>
                </a:cubicBezTo>
                <a:cubicBezTo>
                  <a:pt x="175394" y="160034"/>
                  <a:pt x="155328" y="169109"/>
                  <a:pt x="153537" y="173778"/>
                </a:cubicBezTo>
                <a:cubicBezTo>
                  <a:pt x="152784" y="175740"/>
                  <a:pt x="154366" y="179227"/>
                  <a:pt x="157053" y="181528"/>
                </a:cubicBezTo>
                <a:cubicBezTo>
                  <a:pt x="160618" y="184580"/>
                  <a:pt x="161532" y="187741"/>
                  <a:pt x="160436" y="193225"/>
                </a:cubicBezTo>
                <a:cubicBezTo>
                  <a:pt x="158065" y="205081"/>
                  <a:pt x="165477" y="217314"/>
                  <a:pt x="180263" y="225950"/>
                </a:cubicBezTo>
                <a:cubicBezTo>
                  <a:pt x="187814" y="230360"/>
                  <a:pt x="193823" y="235916"/>
                  <a:pt x="194663" y="239264"/>
                </a:cubicBezTo>
                <a:cubicBezTo>
                  <a:pt x="196711" y="247420"/>
                  <a:pt x="202826" y="252154"/>
                  <a:pt x="204770" y="247088"/>
                </a:cubicBezTo>
                <a:cubicBezTo>
                  <a:pt x="205617" y="244882"/>
                  <a:pt x="208258" y="243734"/>
                  <a:pt x="210897" y="244424"/>
                </a:cubicBezTo>
                <a:cubicBezTo>
                  <a:pt x="216566" y="245906"/>
                  <a:pt x="229158" y="234851"/>
                  <a:pt x="229158" y="228391"/>
                </a:cubicBezTo>
                <a:cubicBezTo>
                  <a:pt x="229158" y="223967"/>
                  <a:pt x="229378" y="223969"/>
                  <a:pt x="234321" y="228442"/>
                </a:cubicBezTo>
                <a:cubicBezTo>
                  <a:pt x="240730" y="234242"/>
                  <a:pt x="241099" y="246636"/>
                  <a:pt x="234966" y="250091"/>
                </a:cubicBezTo>
                <a:cubicBezTo>
                  <a:pt x="230667" y="252513"/>
                  <a:pt x="230669" y="253050"/>
                  <a:pt x="235014" y="261191"/>
                </a:cubicBezTo>
                <a:cubicBezTo>
                  <a:pt x="240871" y="272165"/>
                  <a:pt x="238755" y="290041"/>
                  <a:pt x="230353" y="300578"/>
                </a:cubicBezTo>
                <a:lnTo>
                  <a:pt x="224337" y="308123"/>
                </a:lnTo>
                <a:lnTo>
                  <a:pt x="215823" y="299799"/>
                </a:lnTo>
                <a:cubicBezTo>
                  <a:pt x="210927" y="295013"/>
                  <a:pt x="205095" y="291738"/>
                  <a:pt x="202099" y="292094"/>
                </a:cubicBezTo>
                <a:cubicBezTo>
                  <a:pt x="194035" y="293052"/>
                  <a:pt x="185277" y="286146"/>
                  <a:pt x="185246" y="278805"/>
                </a:cubicBezTo>
                <a:cubicBezTo>
                  <a:pt x="185229" y="274767"/>
                  <a:pt x="180965" y="267715"/>
                  <a:pt x="173928" y="260086"/>
                </a:cubicBezTo>
                <a:cubicBezTo>
                  <a:pt x="164333" y="249682"/>
                  <a:pt x="162165" y="248415"/>
                  <a:pt x="159486" y="251642"/>
                </a:cubicBezTo>
                <a:cubicBezTo>
                  <a:pt x="155362" y="256612"/>
                  <a:pt x="141849" y="263292"/>
                  <a:pt x="135920" y="263292"/>
                </a:cubicBezTo>
                <a:cubicBezTo>
                  <a:pt x="133348" y="263292"/>
                  <a:pt x="130007" y="265603"/>
                  <a:pt x="128496" y="268428"/>
                </a:cubicBezTo>
                <a:cubicBezTo>
                  <a:pt x="126984" y="271253"/>
                  <a:pt x="122406" y="275292"/>
                  <a:pt x="118324" y="277403"/>
                </a:cubicBezTo>
                <a:cubicBezTo>
                  <a:pt x="105333" y="284120"/>
                  <a:pt x="102661" y="288486"/>
                  <a:pt x="102749" y="302843"/>
                </a:cubicBezTo>
                <a:cubicBezTo>
                  <a:pt x="102826" y="315405"/>
                  <a:pt x="106784" y="325066"/>
                  <a:pt x="111986" y="325389"/>
                </a:cubicBezTo>
                <a:cubicBezTo>
                  <a:pt x="116589" y="325676"/>
                  <a:pt x="126252" y="340721"/>
                  <a:pt x="124791" y="345325"/>
                </a:cubicBezTo>
                <a:cubicBezTo>
                  <a:pt x="123983" y="347870"/>
                  <a:pt x="118463" y="353688"/>
                  <a:pt x="112525" y="358252"/>
                </a:cubicBezTo>
                <a:cubicBezTo>
                  <a:pt x="101535" y="366699"/>
                  <a:pt x="89725" y="368732"/>
                  <a:pt x="61364" y="367059"/>
                </a:cubicBezTo>
                <a:cubicBezTo>
                  <a:pt x="56394" y="366766"/>
                  <a:pt x="49424" y="367473"/>
                  <a:pt x="45875" y="368630"/>
                </a:cubicBezTo>
                <a:cubicBezTo>
                  <a:pt x="42325" y="369787"/>
                  <a:pt x="37388" y="370288"/>
                  <a:pt x="34904" y="369743"/>
                </a:cubicBezTo>
                <a:close/>
              </a:path>
            </a:pathLst>
          </a:custGeom>
          <a:solidFill>
            <a:srgbClr val="B9B9B9"/>
          </a:solidFill>
          <a:ln w="5163" cap="flat">
            <a:noFill/>
            <a:prstDash val="solid"/>
            <a:miter/>
          </a:ln>
        </p:spPr>
        <p:txBody>
          <a:bodyPr/>
          <a:lstStyle/>
          <a:p>
            <a:endParaRPr lang="es-419" noProof="0" dirty="0"/>
          </a:p>
        </p:txBody>
      </p:sp>
      <p:grpSp>
        <p:nvGrpSpPr>
          <p:cNvPr id="75" name="Gráfico 39">
            <a:extLst>
              <a:ext uri="{FF2B5EF4-FFF2-40B4-BE49-F238E27FC236}">
                <a16:creationId xmlns:a16="http://schemas.microsoft.com/office/drawing/2014/main" id="{17FED24C-CA58-3461-1AA9-A6006C3EFC9D}"/>
              </a:ext>
            </a:extLst>
          </p:cNvPr>
          <p:cNvGrpSpPr/>
          <p:nvPr/>
        </p:nvGrpSpPr>
        <p:grpSpPr>
          <a:xfrm>
            <a:off x="1634957" y="2069316"/>
            <a:ext cx="438046" cy="474569"/>
            <a:chOff x="1634957" y="2069316"/>
            <a:chExt cx="438046" cy="474569"/>
          </a:xfrm>
        </p:grpSpPr>
        <p:sp>
          <p:nvSpPr>
            <p:cNvPr id="76" name="Forma libre: forma 75">
              <a:extLst>
                <a:ext uri="{FF2B5EF4-FFF2-40B4-BE49-F238E27FC236}">
                  <a16:creationId xmlns:a16="http://schemas.microsoft.com/office/drawing/2014/main" id="{1113FA08-5677-E18F-6D21-61B185B466A1}"/>
                </a:ext>
              </a:extLst>
            </p:cNvPr>
            <p:cNvSpPr/>
            <p:nvPr/>
          </p:nvSpPr>
          <p:spPr>
            <a:xfrm>
              <a:off x="1634957" y="2069316"/>
              <a:ext cx="438046" cy="474569"/>
            </a:xfrm>
            <a:custGeom>
              <a:avLst/>
              <a:gdLst>
                <a:gd name="csX0" fmla="*/ 332739 w 438046"/>
                <a:gd name="csY0" fmla="*/ 469202 h 474569"/>
                <a:gd name="csX1" fmla="*/ 324349 w 438046"/>
                <a:gd name="csY1" fmla="*/ 460541 h 474569"/>
                <a:gd name="csX2" fmla="*/ 306954 w 438046"/>
                <a:gd name="csY2" fmla="*/ 447652 h 474569"/>
                <a:gd name="csX3" fmla="*/ 301522 w 438046"/>
                <a:gd name="csY3" fmla="*/ 436095 h 474569"/>
                <a:gd name="csX4" fmla="*/ 298287 w 438046"/>
                <a:gd name="csY4" fmla="*/ 425621 h 474569"/>
                <a:gd name="csX5" fmla="*/ 291436 w 438046"/>
                <a:gd name="csY5" fmla="*/ 429493 h 474569"/>
                <a:gd name="csX6" fmla="*/ 284162 w 438046"/>
                <a:gd name="csY6" fmla="*/ 433365 h 474569"/>
                <a:gd name="csX7" fmla="*/ 273181 w 438046"/>
                <a:gd name="csY7" fmla="*/ 439996 h 474569"/>
                <a:gd name="csX8" fmla="*/ 246542 w 438046"/>
                <a:gd name="csY8" fmla="*/ 415677 h 474569"/>
                <a:gd name="csX9" fmla="*/ 247543 w 438046"/>
                <a:gd name="csY9" fmla="*/ 398488 h 474569"/>
                <a:gd name="csX10" fmla="*/ 227242 w 438046"/>
                <a:gd name="csY10" fmla="*/ 385770 h 474569"/>
                <a:gd name="csX11" fmla="*/ 216574 w 438046"/>
                <a:gd name="csY11" fmla="*/ 384267 h 474569"/>
                <a:gd name="csX12" fmla="*/ 211411 w 438046"/>
                <a:gd name="csY12" fmla="*/ 381736 h 474569"/>
                <a:gd name="csX13" fmla="*/ 206248 w 438046"/>
                <a:gd name="csY13" fmla="*/ 377864 h 474569"/>
                <a:gd name="csX14" fmla="*/ 201085 w 438046"/>
                <a:gd name="csY14" fmla="*/ 368829 h 474569"/>
                <a:gd name="csX15" fmla="*/ 195840 w 438046"/>
                <a:gd name="csY15" fmla="*/ 360439 h 474569"/>
                <a:gd name="csX16" fmla="*/ 179383 w 438046"/>
                <a:gd name="csY16" fmla="*/ 344572 h 474569"/>
                <a:gd name="csX17" fmla="*/ 166056 w 438046"/>
                <a:gd name="csY17" fmla="*/ 347532 h 474569"/>
                <a:gd name="csX18" fmla="*/ 162127 w 438046"/>
                <a:gd name="csY18" fmla="*/ 363514 h 474569"/>
                <a:gd name="csX19" fmla="*/ 156676 w 438046"/>
                <a:gd name="csY19" fmla="*/ 372397 h 474569"/>
                <a:gd name="csX20" fmla="*/ 152333 w 438046"/>
                <a:gd name="csY20" fmla="*/ 366640 h 474569"/>
                <a:gd name="csX21" fmla="*/ 138487 w 438046"/>
                <a:gd name="csY21" fmla="*/ 364853 h 474569"/>
                <a:gd name="csX22" fmla="*/ 126312 w 438046"/>
                <a:gd name="csY22" fmla="*/ 363833 h 474569"/>
                <a:gd name="csX23" fmla="*/ 123641 w 438046"/>
                <a:gd name="csY23" fmla="*/ 355006 h 474569"/>
                <a:gd name="csX24" fmla="*/ 115723 w 438046"/>
                <a:gd name="csY24" fmla="*/ 349430 h 474569"/>
                <a:gd name="csX25" fmla="*/ 110493 w 438046"/>
                <a:gd name="csY25" fmla="*/ 333027 h 474569"/>
                <a:gd name="csX26" fmla="*/ 115897 w 438046"/>
                <a:gd name="csY26" fmla="*/ 317692 h 474569"/>
                <a:gd name="csX27" fmla="*/ 126868 w 438046"/>
                <a:gd name="csY27" fmla="*/ 306474 h 474569"/>
                <a:gd name="csX28" fmla="*/ 128005 w 438046"/>
                <a:gd name="csY28" fmla="*/ 290864 h 474569"/>
                <a:gd name="csX29" fmla="*/ 107467 w 438046"/>
                <a:gd name="csY29" fmla="*/ 276906 h 474569"/>
                <a:gd name="csX30" fmla="*/ 125531 w 438046"/>
                <a:gd name="csY30" fmla="*/ 228226 h 474569"/>
                <a:gd name="csX31" fmla="*/ 128516 w 438046"/>
                <a:gd name="csY31" fmla="*/ 218872 h 474569"/>
                <a:gd name="csX32" fmla="*/ 122054 w 438046"/>
                <a:gd name="csY32" fmla="*/ 216563 h 474569"/>
                <a:gd name="csX33" fmla="*/ 112602 w 438046"/>
                <a:gd name="csY33" fmla="*/ 211354 h 474569"/>
                <a:gd name="csX34" fmla="*/ 97827 w 438046"/>
                <a:gd name="csY34" fmla="*/ 212411 h 474569"/>
                <a:gd name="csX35" fmla="*/ 87566 w 438046"/>
                <a:gd name="csY35" fmla="*/ 216588 h 474569"/>
                <a:gd name="csX36" fmla="*/ 80430 w 438046"/>
                <a:gd name="csY36" fmla="*/ 211038 h 474569"/>
                <a:gd name="csX37" fmla="*/ 79784 w 438046"/>
                <a:gd name="csY37" fmla="*/ 198453 h 474569"/>
                <a:gd name="csX38" fmla="*/ 82015 w 438046"/>
                <a:gd name="csY38" fmla="*/ 188949 h 474569"/>
                <a:gd name="csX39" fmla="*/ 89966 w 438046"/>
                <a:gd name="csY39" fmla="*/ 185629 h 474569"/>
                <a:gd name="csX40" fmla="*/ 87641 w 438046"/>
                <a:gd name="csY40" fmla="*/ 169636 h 474569"/>
                <a:gd name="csX41" fmla="*/ 79292 w 438046"/>
                <a:gd name="csY41" fmla="*/ 156728 h 474569"/>
                <a:gd name="csX42" fmla="*/ 72462 w 438046"/>
                <a:gd name="csY42" fmla="*/ 148956 h 474569"/>
                <a:gd name="csX43" fmla="*/ 56524 w 438046"/>
                <a:gd name="csY43" fmla="*/ 163920 h 474569"/>
                <a:gd name="csX44" fmla="*/ 52658 w 438046"/>
                <a:gd name="csY44" fmla="*/ 164900 h 474569"/>
                <a:gd name="csX45" fmla="*/ 39697 w 438046"/>
                <a:gd name="csY45" fmla="*/ 168628 h 474569"/>
                <a:gd name="csX46" fmla="*/ 26748 w 438046"/>
                <a:gd name="csY46" fmla="*/ 181448 h 474569"/>
                <a:gd name="csX47" fmla="*/ 16403 w 438046"/>
                <a:gd name="csY47" fmla="*/ 190289 h 474569"/>
                <a:gd name="csX48" fmla="*/ 7343 w 438046"/>
                <a:gd name="csY48" fmla="*/ 186486 h 474569"/>
                <a:gd name="csX49" fmla="*/ 9965 w 438046"/>
                <a:gd name="csY49" fmla="*/ 170925 h 474569"/>
                <a:gd name="csX50" fmla="*/ 15158 w 438046"/>
                <a:gd name="csY50" fmla="*/ 162124 h 474569"/>
                <a:gd name="csX51" fmla="*/ 9381 w 438046"/>
                <a:gd name="csY51" fmla="*/ 159801 h 474569"/>
                <a:gd name="csX52" fmla="*/ 7807 w 438046"/>
                <a:gd name="csY52" fmla="*/ 157314 h 474569"/>
                <a:gd name="csX53" fmla="*/ 15681 w 438046"/>
                <a:gd name="csY53" fmla="*/ 151621 h 474569"/>
                <a:gd name="csX54" fmla="*/ 24691 w 438046"/>
                <a:gd name="csY54" fmla="*/ 148948 h 474569"/>
                <a:gd name="csX55" fmla="*/ 33291 w 438046"/>
                <a:gd name="csY55" fmla="*/ 142643 h 474569"/>
                <a:gd name="csX56" fmla="*/ 36252 w 438046"/>
                <a:gd name="csY56" fmla="*/ 130243 h 474569"/>
                <a:gd name="csX57" fmla="*/ 35959 w 438046"/>
                <a:gd name="csY57" fmla="*/ 119824 h 474569"/>
                <a:gd name="csX58" fmla="*/ 30417 w 438046"/>
                <a:gd name="csY58" fmla="*/ 117319 h 474569"/>
                <a:gd name="csX59" fmla="*/ 28128 w 438046"/>
                <a:gd name="csY59" fmla="*/ 114535 h 474569"/>
                <a:gd name="csX60" fmla="*/ 22780 w 438046"/>
                <a:gd name="csY60" fmla="*/ 112034 h 474569"/>
                <a:gd name="csX61" fmla="*/ 9335 w 438046"/>
                <a:gd name="csY61" fmla="*/ 100263 h 474569"/>
                <a:gd name="csX62" fmla="*/ 5316 w 438046"/>
                <a:gd name="csY62" fmla="*/ 85099 h 474569"/>
                <a:gd name="csX63" fmla="*/ 0 w 438046"/>
                <a:gd name="csY63" fmla="*/ 74899 h 474569"/>
                <a:gd name="csX64" fmla="*/ 5230 w 438046"/>
                <a:gd name="csY64" fmla="*/ 68250 h 474569"/>
                <a:gd name="csX65" fmla="*/ 8777 w 438046"/>
                <a:gd name="csY65" fmla="*/ 53938 h 474569"/>
                <a:gd name="csX66" fmla="*/ 11157 w 438046"/>
                <a:gd name="csY66" fmla="*/ 40474 h 474569"/>
                <a:gd name="csX67" fmla="*/ 15221 w 438046"/>
                <a:gd name="csY67" fmla="*/ 30361 h 474569"/>
                <a:gd name="csX68" fmla="*/ 19093 w 438046"/>
                <a:gd name="csY68" fmla="*/ 24563 h 474569"/>
                <a:gd name="csX69" fmla="*/ 13331 w 438046"/>
                <a:gd name="csY69" fmla="*/ 11391 h 474569"/>
                <a:gd name="csX70" fmla="*/ 15610 w 438046"/>
                <a:gd name="csY70" fmla="*/ 4739 h 474569"/>
                <a:gd name="csX71" fmla="*/ 24152 w 438046"/>
                <a:gd name="csY71" fmla="*/ 2431 h 474569"/>
                <a:gd name="csX72" fmla="*/ 42643 w 438046"/>
                <a:gd name="csY72" fmla="*/ 10008 h 474569"/>
                <a:gd name="csX73" fmla="*/ 58021 w 438046"/>
                <a:gd name="csY73" fmla="*/ 20333 h 474569"/>
                <a:gd name="csX74" fmla="*/ 76259 w 438046"/>
                <a:gd name="csY74" fmla="*/ 58909 h 474569"/>
                <a:gd name="csX75" fmla="*/ 87417 w 438046"/>
                <a:gd name="csY75" fmla="*/ 80908 h 474569"/>
                <a:gd name="csX76" fmla="*/ 99122 w 438046"/>
                <a:gd name="csY76" fmla="*/ 102996 h 474569"/>
                <a:gd name="csX77" fmla="*/ 103913 w 438046"/>
                <a:gd name="csY77" fmla="*/ 110684 h 474569"/>
                <a:gd name="csX78" fmla="*/ 102362 w 438046"/>
                <a:gd name="csY78" fmla="*/ 90033 h 474569"/>
                <a:gd name="csX79" fmla="*/ 92203 w 438046"/>
                <a:gd name="csY79" fmla="*/ 66799 h 474569"/>
                <a:gd name="csX80" fmla="*/ 83568 w 438046"/>
                <a:gd name="csY80" fmla="*/ 60346 h 474569"/>
                <a:gd name="csX81" fmla="*/ 86838 w 438046"/>
                <a:gd name="csY81" fmla="*/ 69381 h 474569"/>
                <a:gd name="csX82" fmla="*/ 85111 w 438046"/>
                <a:gd name="csY82" fmla="*/ 70354 h 474569"/>
                <a:gd name="csX83" fmla="*/ 81250 w 438046"/>
                <a:gd name="csY83" fmla="*/ 58738 h 474569"/>
                <a:gd name="csX84" fmla="*/ 73693 w 438046"/>
                <a:gd name="csY84" fmla="*/ 39979 h 474569"/>
                <a:gd name="csX85" fmla="*/ 66850 w 438046"/>
                <a:gd name="csY85" fmla="*/ 27201 h 474569"/>
                <a:gd name="csX86" fmla="*/ 80920 w 438046"/>
                <a:gd name="csY86" fmla="*/ 44489 h 474569"/>
                <a:gd name="csX87" fmla="*/ 99162 w 438046"/>
                <a:gd name="csY87" fmla="*/ 64586 h 474569"/>
                <a:gd name="csX88" fmla="*/ 107565 w 438046"/>
                <a:gd name="csY88" fmla="*/ 86419 h 474569"/>
                <a:gd name="csX89" fmla="*/ 116108 w 438046"/>
                <a:gd name="csY89" fmla="*/ 138203 h 474569"/>
                <a:gd name="csX90" fmla="*/ 121060 w 438046"/>
                <a:gd name="csY90" fmla="*/ 151411 h 474569"/>
                <a:gd name="csX91" fmla="*/ 135828 w 438046"/>
                <a:gd name="csY91" fmla="*/ 169580 h 474569"/>
                <a:gd name="csX92" fmla="*/ 173747 w 438046"/>
                <a:gd name="csY92" fmla="*/ 217637 h 474569"/>
                <a:gd name="csX93" fmla="*/ 186052 w 438046"/>
                <a:gd name="csY93" fmla="*/ 237240 h 474569"/>
                <a:gd name="csX94" fmla="*/ 192809 w 438046"/>
                <a:gd name="csY94" fmla="*/ 259193 h 474569"/>
                <a:gd name="csX95" fmla="*/ 202887 w 438046"/>
                <a:gd name="csY95" fmla="*/ 280570 h 474569"/>
                <a:gd name="csX96" fmla="*/ 215434 w 438046"/>
                <a:gd name="csY96" fmla="*/ 294429 h 474569"/>
                <a:gd name="csX97" fmla="*/ 223898 w 438046"/>
                <a:gd name="csY97" fmla="*/ 302869 h 474569"/>
                <a:gd name="csX98" fmla="*/ 231639 w 438046"/>
                <a:gd name="csY98" fmla="*/ 310848 h 474569"/>
                <a:gd name="csX99" fmla="*/ 241066 w 438046"/>
                <a:gd name="csY99" fmla="*/ 319770 h 474569"/>
                <a:gd name="csX100" fmla="*/ 242388 w 438046"/>
                <a:gd name="csY100" fmla="*/ 323654 h 474569"/>
                <a:gd name="csX101" fmla="*/ 237225 w 438046"/>
                <a:gd name="csY101" fmla="*/ 324770 h 474569"/>
                <a:gd name="csX102" fmla="*/ 239807 w 438046"/>
                <a:gd name="csY102" fmla="*/ 327526 h 474569"/>
                <a:gd name="csX103" fmla="*/ 241743 w 438046"/>
                <a:gd name="csY103" fmla="*/ 330724 h 474569"/>
                <a:gd name="csX104" fmla="*/ 248333 w 438046"/>
                <a:gd name="csY104" fmla="*/ 333103 h 474569"/>
                <a:gd name="csX105" fmla="*/ 259724 w 438046"/>
                <a:gd name="csY105" fmla="*/ 335713 h 474569"/>
                <a:gd name="csX106" fmla="*/ 262612 w 438046"/>
                <a:gd name="csY106" fmla="*/ 335270 h 474569"/>
                <a:gd name="csX107" fmla="*/ 255739 w 438046"/>
                <a:gd name="csY107" fmla="*/ 330573 h 474569"/>
                <a:gd name="csX108" fmla="*/ 250133 w 438046"/>
                <a:gd name="csY108" fmla="*/ 327461 h 474569"/>
                <a:gd name="csX109" fmla="*/ 260301 w 438046"/>
                <a:gd name="csY109" fmla="*/ 328761 h 474569"/>
                <a:gd name="csX110" fmla="*/ 284960 w 438046"/>
                <a:gd name="csY110" fmla="*/ 330853 h 474569"/>
                <a:gd name="csX111" fmla="*/ 308115 w 438046"/>
                <a:gd name="csY111" fmla="*/ 337754 h 474569"/>
                <a:gd name="csX112" fmla="*/ 325378 w 438046"/>
                <a:gd name="csY112" fmla="*/ 347910 h 474569"/>
                <a:gd name="csX113" fmla="*/ 336932 w 438046"/>
                <a:gd name="csY113" fmla="*/ 355594 h 474569"/>
                <a:gd name="csX114" fmla="*/ 342564 w 438046"/>
                <a:gd name="csY114" fmla="*/ 364198 h 474569"/>
                <a:gd name="csX115" fmla="*/ 343743 w 438046"/>
                <a:gd name="csY115" fmla="*/ 371080 h 474569"/>
                <a:gd name="csX116" fmla="*/ 344358 w 438046"/>
                <a:gd name="csY116" fmla="*/ 373363 h 474569"/>
                <a:gd name="csX117" fmla="*/ 350269 w 438046"/>
                <a:gd name="csY117" fmla="*/ 376862 h 474569"/>
                <a:gd name="csX118" fmla="*/ 372627 w 438046"/>
                <a:gd name="csY118" fmla="*/ 380540 h 474569"/>
                <a:gd name="csX119" fmla="*/ 391189 w 438046"/>
                <a:gd name="csY119" fmla="*/ 378801 h 474569"/>
                <a:gd name="csX120" fmla="*/ 394232 w 438046"/>
                <a:gd name="csY120" fmla="*/ 388958 h 474569"/>
                <a:gd name="csX121" fmla="*/ 397318 w 438046"/>
                <a:gd name="csY121" fmla="*/ 403978 h 474569"/>
                <a:gd name="csX122" fmla="*/ 409224 w 438046"/>
                <a:gd name="csY122" fmla="*/ 419167 h 474569"/>
                <a:gd name="csX123" fmla="*/ 434929 w 438046"/>
                <a:gd name="csY123" fmla="*/ 450207 h 474569"/>
                <a:gd name="csX124" fmla="*/ 429332 w 438046"/>
                <a:gd name="csY124" fmla="*/ 469288 h 474569"/>
                <a:gd name="csX125" fmla="*/ 376412 w 438046"/>
                <a:gd name="csY125" fmla="*/ 474534 h 474569"/>
                <a:gd name="csX126" fmla="*/ 332739 w 438046"/>
                <a:gd name="csY126" fmla="*/ 469202 h 47456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438046" h="474569">
                  <a:moveTo>
                    <a:pt x="332739" y="469202"/>
                  </a:moveTo>
                  <a:cubicBezTo>
                    <a:pt x="332739" y="465869"/>
                    <a:pt x="329807" y="462843"/>
                    <a:pt x="324349" y="460541"/>
                  </a:cubicBezTo>
                  <a:cubicBezTo>
                    <a:pt x="319735" y="458594"/>
                    <a:pt x="311907" y="452795"/>
                    <a:pt x="306954" y="447652"/>
                  </a:cubicBezTo>
                  <a:cubicBezTo>
                    <a:pt x="299888" y="440316"/>
                    <a:pt x="298719" y="437828"/>
                    <a:pt x="301522" y="436095"/>
                  </a:cubicBezTo>
                  <a:cubicBezTo>
                    <a:pt x="305823" y="433437"/>
                    <a:pt x="303408" y="425621"/>
                    <a:pt x="298287" y="425621"/>
                  </a:cubicBezTo>
                  <a:cubicBezTo>
                    <a:pt x="296286" y="425621"/>
                    <a:pt x="293203" y="427364"/>
                    <a:pt x="291436" y="429493"/>
                  </a:cubicBezTo>
                  <a:cubicBezTo>
                    <a:pt x="289668" y="431623"/>
                    <a:pt x="286395" y="433365"/>
                    <a:pt x="284162" y="433365"/>
                  </a:cubicBezTo>
                  <a:cubicBezTo>
                    <a:pt x="281929" y="433365"/>
                    <a:pt x="276987" y="436349"/>
                    <a:pt x="273181" y="439996"/>
                  </a:cubicBezTo>
                  <a:cubicBezTo>
                    <a:pt x="256469" y="456007"/>
                    <a:pt x="233183" y="434749"/>
                    <a:pt x="246542" y="415677"/>
                  </a:cubicBezTo>
                  <a:cubicBezTo>
                    <a:pt x="250094" y="410606"/>
                    <a:pt x="250239" y="408115"/>
                    <a:pt x="247543" y="398488"/>
                  </a:cubicBezTo>
                  <a:cubicBezTo>
                    <a:pt x="243936" y="385603"/>
                    <a:pt x="241942" y="384354"/>
                    <a:pt x="227242" y="385770"/>
                  </a:cubicBezTo>
                  <a:cubicBezTo>
                    <a:pt x="221295" y="386343"/>
                    <a:pt x="216574" y="385678"/>
                    <a:pt x="216574" y="384267"/>
                  </a:cubicBezTo>
                  <a:cubicBezTo>
                    <a:pt x="216574" y="382875"/>
                    <a:pt x="214251" y="381736"/>
                    <a:pt x="211411" y="381736"/>
                  </a:cubicBezTo>
                  <a:cubicBezTo>
                    <a:pt x="208543" y="381736"/>
                    <a:pt x="206248" y="380015"/>
                    <a:pt x="206248" y="377864"/>
                  </a:cubicBezTo>
                  <a:cubicBezTo>
                    <a:pt x="206248" y="375735"/>
                    <a:pt x="203925" y="371669"/>
                    <a:pt x="201085" y="368829"/>
                  </a:cubicBezTo>
                  <a:cubicBezTo>
                    <a:pt x="198245" y="365990"/>
                    <a:pt x="195885" y="362214"/>
                    <a:pt x="195840" y="360439"/>
                  </a:cubicBezTo>
                  <a:cubicBezTo>
                    <a:pt x="195695" y="354744"/>
                    <a:pt x="189552" y="348821"/>
                    <a:pt x="179383" y="344572"/>
                  </a:cubicBezTo>
                  <a:cubicBezTo>
                    <a:pt x="165908" y="338942"/>
                    <a:pt x="164292" y="339301"/>
                    <a:pt x="166056" y="347532"/>
                  </a:cubicBezTo>
                  <a:cubicBezTo>
                    <a:pt x="167087" y="352339"/>
                    <a:pt x="165818" y="357500"/>
                    <a:pt x="162127" y="363514"/>
                  </a:cubicBezTo>
                  <a:lnTo>
                    <a:pt x="156676" y="372397"/>
                  </a:lnTo>
                  <a:lnTo>
                    <a:pt x="152333" y="366640"/>
                  </a:lnTo>
                  <a:cubicBezTo>
                    <a:pt x="148166" y="361115"/>
                    <a:pt x="147605" y="361043"/>
                    <a:pt x="138487" y="364853"/>
                  </a:cubicBezTo>
                  <a:cubicBezTo>
                    <a:pt x="129534" y="368594"/>
                    <a:pt x="128828" y="368535"/>
                    <a:pt x="126312" y="363833"/>
                  </a:cubicBezTo>
                  <a:cubicBezTo>
                    <a:pt x="124843" y="361088"/>
                    <a:pt x="123641" y="357116"/>
                    <a:pt x="123641" y="355006"/>
                  </a:cubicBezTo>
                  <a:cubicBezTo>
                    <a:pt x="123641" y="352823"/>
                    <a:pt x="120228" y="350420"/>
                    <a:pt x="115723" y="349430"/>
                  </a:cubicBezTo>
                  <a:cubicBezTo>
                    <a:pt x="105375" y="347157"/>
                    <a:pt x="103846" y="342362"/>
                    <a:pt x="110493" y="333027"/>
                  </a:cubicBezTo>
                  <a:cubicBezTo>
                    <a:pt x="113465" y="328853"/>
                    <a:pt x="115897" y="321952"/>
                    <a:pt x="115897" y="317692"/>
                  </a:cubicBezTo>
                  <a:cubicBezTo>
                    <a:pt x="115897" y="310844"/>
                    <a:pt x="117170" y="309543"/>
                    <a:pt x="126868" y="306474"/>
                  </a:cubicBezTo>
                  <a:cubicBezTo>
                    <a:pt x="141640" y="301799"/>
                    <a:pt x="142221" y="293818"/>
                    <a:pt x="128005" y="290864"/>
                  </a:cubicBezTo>
                  <a:cubicBezTo>
                    <a:pt x="113703" y="287893"/>
                    <a:pt x="108950" y="284662"/>
                    <a:pt x="107467" y="276906"/>
                  </a:cubicBezTo>
                  <a:cubicBezTo>
                    <a:pt x="105739" y="267867"/>
                    <a:pt x="117059" y="237363"/>
                    <a:pt x="125531" y="228226"/>
                  </a:cubicBezTo>
                  <a:cubicBezTo>
                    <a:pt x="130828" y="222513"/>
                    <a:pt x="131406" y="220702"/>
                    <a:pt x="128516" y="218872"/>
                  </a:cubicBezTo>
                  <a:cubicBezTo>
                    <a:pt x="126545" y="217624"/>
                    <a:pt x="123637" y="216585"/>
                    <a:pt x="122054" y="216563"/>
                  </a:cubicBezTo>
                  <a:cubicBezTo>
                    <a:pt x="120470" y="216541"/>
                    <a:pt x="116217" y="214197"/>
                    <a:pt x="112602" y="211354"/>
                  </a:cubicBezTo>
                  <a:cubicBezTo>
                    <a:pt x="105961" y="206129"/>
                    <a:pt x="97827" y="206711"/>
                    <a:pt x="97827" y="212411"/>
                  </a:cubicBezTo>
                  <a:cubicBezTo>
                    <a:pt x="97827" y="219059"/>
                    <a:pt x="92291" y="221313"/>
                    <a:pt x="87566" y="216588"/>
                  </a:cubicBezTo>
                  <a:cubicBezTo>
                    <a:pt x="85046" y="214068"/>
                    <a:pt x="81835" y="211570"/>
                    <a:pt x="80430" y="211038"/>
                  </a:cubicBezTo>
                  <a:cubicBezTo>
                    <a:pt x="78870" y="210447"/>
                    <a:pt x="78619" y="205549"/>
                    <a:pt x="79784" y="198453"/>
                  </a:cubicBezTo>
                  <a:cubicBezTo>
                    <a:pt x="80834" y="192064"/>
                    <a:pt x="81838" y="187787"/>
                    <a:pt x="82015" y="188949"/>
                  </a:cubicBezTo>
                  <a:cubicBezTo>
                    <a:pt x="82193" y="190110"/>
                    <a:pt x="85771" y="188616"/>
                    <a:pt x="89966" y="185629"/>
                  </a:cubicBezTo>
                  <a:cubicBezTo>
                    <a:pt x="98750" y="179374"/>
                    <a:pt x="98211" y="175668"/>
                    <a:pt x="87641" y="169636"/>
                  </a:cubicBezTo>
                  <a:cubicBezTo>
                    <a:pt x="82102" y="166474"/>
                    <a:pt x="79900" y="163069"/>
                    <a:pt x="79292" y="156728"/>
                  </a:cubicBezTo>
                  <a:cubicBezTo>
                    <a:pt x="78587" y="149374"/>
                    <a:pt x="77588" y="148238"/>
                    <a:pt x="72462" y="148956"/>
                  </a:cubicBezTo>
                  <a:cubicBezTo>
                    <a:pt x="65224" y="149970"/>
                    <a:pt x="56524" y="158137"/>
                    <a:pt x="56524" y="163920"/>
                  </a:cubicBezTo>
                  <a:cubicBezTo>
                    <a:pt x="56524" y="167347"/>
                    <a:pt x="55821" y="167525"/>
                    <a:pt x="52658" y="164900"/>
                  </a:cubicBezTo>
                  <a:cubicBezTo>
                    <a:pt x="49486" y="162267"/>
                    <a:pt x="47159" y="162936"/>
                    <a:pt x="39697" y="168628"/>
                  </a:cubicBezTo>
                  <a:cubicBezTo>
                    <a:pt x="34695" y="172443"/>
                    <a:pt x="28868" y="178212"/>
                    <a:pt x="26748" y="181448"/>
                  </a:cubicBezTo>
                  <a:cubicBezTo>
                    <a:pt x="24627" y="184684"/>
                    <a:pt x="19972" y="188663"/>
                    <a:pt x="16403" y="190289"/>
                  </a:cubicBezTo>
                  <a:cubicBezTo>
                    <a:pt x="10541" y="192960"/>
                    <a:pt x="9664" y="192592"/>
                    <a:pt x="7343" y="186486"/>
                  </a:cubicBezTo>
                  <a:cubicBezTo>
                    <a:pt x="5309" y="181137"/>
                    <a:pt x="5857" y="177888"/>
                    <a:pt x="9965" y="170925"/>
                  </a:cubicBezTo>
                  <a:lnTo>
                    <a:pt x="15158" y="162124"/>
                  </a:lnTo>
                  <a:lnTo>
                    <a:pt x="9381" y="159801"/>
                  </a:lnTo>
                  <a:cubicBezTo>
                    <a:pt x="5449" y="158219"/>
                    <a:pt x="4946" y="157425"/>
                    <a:pt x="7807" y="157314"/>
                  </a:cubicBezTo>
                  <a:cubicBezTo>
                    <a:pt x="10118" y="157224"/>
                    <a:pt x="13662" y="154662"/>
                    <a:pt x="15681" y="151621"/>
                  </a:cubicBezTo>
                  <a:cubicBezTo>
                    <a:pt x="18731" y="147026"/>
                    <a:pt x="20256" y="146574"/>
                    <a:pt x="24691" y="148948"/>
                  </a:cubicBezTo>
                  <a:cubicBezTo>
                    <a:pt x="31018" y="152334"/>
                    <a:pt x="33291" y="150668"/>
                    <a:pt x="33291" y="142643"/>
                  </a:cubicBezTo>
                  <a:cubicBezTo>
                    <a:pt x="33291" y="139397"/>
                    <a:pt x="34623" y="133817"/>
                    <a:pt x="36252" y="130243"/>
                  </a:cubicBezTo>
                  <a:cubicBezTo>
                    <a:pt x="38533" y="125236"/>
                    <a:pt x="38466" y="122844"/>
                    <a:pt x="35959" y="119824"/>
                  </a:cubicBezTo>
                  <a:cubicBezTo>
                    <a:pt x="34170" y="117668"/>
                    <a:pt x="31676" y="116540"/>
                    <a:pt x="30417" y="117319"/>
                  </a:cubicBezTo>
                  <a:cubicBezTo>
                    <a:pt x="29158" y="118097"/>
                    <a:pt x="28128" y="116844"/>
                    <a:pt x="28128" y="114535"/>
                  </a:cubicBezTo>
                  <a:cubicBezTo>
                    <a:pt x="28128" y="111463"/>
                    <a:pt x="26693" y="110792"/>
                    <a:pt x="22780" y="112034"/>
                  </a:cubicBezTo>
                  <a:cubicBezTo>
                    <a:pt x="15848" y="114234"/>
                    <a:pt x="7575" y="106991"/>
                    <a:pt x="9335" y="100263"/>
                  </a:cubicBezTo>
                  <a:cubicBezTo>
                    <a:pt x="10049" y="97533"/>
                    <a:pt x="8241" y="90709"/>
                    <a:pt x="5316" y="85099"/>
                  </a:cubicBezTo>
                  <a:lnTo>
                    <a:pt x="0" y="74899"/>
                  </a:lnTo>
                  <a:lnTo>
                    <a:pt x="5230" y="68250"/>
                  </a:lnTo>
                  <a:cubicBezTo>
                    <a:pt x="9068" y="63371"/>
                    <a:pt x="10012" y="59562"/>
                    <a:pt x="8777" y="53938"/>
                  </a:cubicBezTo>
                  <a:cubicBezTo>
                    <a:pt x="7655" y="48830"/>
                    <a:pt x="8449" y="44342"/>
                    <a:pt x="11157" y="40474"/>
                  </a:cubicBezTo>
                  <a:cubicBezTo>
                    <a:pt x="13392" y="37284"/>
                    <a:pt x="15221" y="32733"/>
                    <a:pt x="15221" y="30361"/>
                  </a:cubicBezTo>
                  <a:cubicBezTo>
                    <a:pt x="15221" y="27989"/>
                    <a:pt x="16963" y="25380"/>
                    <a:pt x="19093" y="24563"/>
                  </a:cubicBezTo>
                  <a:cubicBezTo>
                    <a:pt x="25297" y="22182"/>
                    <a:pt x="23642" y="18398"/>
                    <a:pt x="13331" y="11391"/>
                  </a:cubicBezTo>
                  <a:cubicBezTo>
                    <a:pt x="3467" y="4689"/>
                    <a:pt x="3713" y="3972"/>
                    <a:pt x="15610" y="4739"/>
                  </a:cubicBezTo>
                  <a:cubicBezTo>
                    <a:pt x="19374" y="4981"/>
                    <a:pt x="23217" y="3943"/>
                    <a:pt x="24152" y="2431"/>
                  </a:cubicBezTo>
                  <a:cubicBezTo>
                    <a:pt x="26872" y="-1970"/>
                    <a:pt x="29405" y="-932"/>
                    <a:pt x="42643" y="10008"/>
                  </a:cubicBezTo>
                  <a:cubicBezTo>
                    <a:pt x="49515" y="15687"/>
                    <a:pt x="56436" y="20333"/>
                    <a:pt x="58021" y="20333"/>
                  </a:cubicBezTo>
                  <a:cubicBezTo>
                    <a:pt x="61009" y="20333"/>
                    <a:pt x="65792" y="30450"/>
                    <a:pt x="76259" y="58909"/>
                  </a:cubicBezTo>
                  <a:cubicBezTo>
                    <a:pt x="79624" y="68058"/>
                    <a:pt x="84645" y="77957"/>
                    <a:pt x="87417" y="80908"/>
                  </a:cubicBezTo>
                  <a:cubicBezTo>
                    <a:pt x="90189" y="83859"/>
                    <a:pt x="95457" y="93799"/>
                    <a:pt x="99122" y="102996"/>
                  </a:cubicBezTo>
                  <a:cubicBezTo>
                    <a:pt x="103054" y="112863"/>
                    <a:pt x="105019" y="116015"/>
                    <a:pt x="103913" y="110684"/>
                  </a:cubicBezTo>
                  <a:cubicBezTo>
                    <a:pt x="102883" y="105715"/>
                    <a:pt x="102185" y="96422"/>
                    <a:pt x="102362" y="90033"/>
                  </a:cubicBezTo>
                  <a:cubicBezTo>
                    <a:pt x="102644" y="79863"/>
                    <a:pt x="101378" y="76968"/>
                    <a:pt x="92203" y="66799"/>
                  </a:cubicBezTo>
                  <a:cubicBezTo>
                    <a:pt x="86438" y="60410"/>
                    <a:pt x="82553" y="57506"/>
                    <a:pt x="83568" y="60346"/>
                  </a:cubicBezTo>
                  <a:cubicBezTo>
                    <a:pt x="84584" y="63185"/>
                    <a:pt x="86055" y="67251"/>
                    <a:pt x="86838" y="69381"/>
                  </a:cubicBezTo>
                  <a:cubicBezTo>
                    <a:pt x="87916" y="72315"/>
                    <a:pt x="87498" y="72550"/>
                    <a:pt x="85111" y="70354"/>
                  </a:cubicBezTo>
                  <a:cubicBezTo>
                    <a:pt x="83379" y="68760"/>
                    <a:pt x="81641" y="63533"/>
                    <a:pt x="81250" y="58738"/>
                  </a:cubicBezTo>
                  <a:cubicBezTo>
                    <a:pt x="80858" y="53943"/>
                    <a:pt x="77457" y="45502"/>
                    <a:pt x="73693" y="39979"/>
                  </a:cubicBezTo>
                  <a:cubicBezTo>
                    <a:pt x="69929" y="34457"/>
                    <a:pt x="66850" y="28707"/>
                    <a:pt x="66850" y="27201"/>
                  </a:cubicBezTo>
                  <a:cubicBezTo>
                    <a:pt x="66850" y="23517"/>
                    <a:pt x="69162" y="26358"/>
                    <a:pt x="80920" y="44489"/>
                  </a:cubicBezTo>
                  <a:cubicBezTo>
                    <a:pt x="86314" y="52805"/>
                    <a:pt x="94522" y="61849"/>
                    <a:pt x="99162" y="64586"/>
                  </a:cubicBezTo>
                  <a:cubicBezTo>
                    <a:pt x="108835" y="70294"/>
                    <a:pt x="111618" y="77524"/>
                    <a:pt x="107565" y="86419"/>
                  </a:cubicBezTo>
                  <a:cubicBezTo>
                    <a:pt x="104001" y="94242"/>
                    <a:pt x="108931" y="124125"/>
                    <a:pt x="116108" y="138203"/>
                  </a:cubicBezTo>
                  <a:cubicBezTo>
                    <a:pt x="118832" y="143545"/>
                    <a:pt x="121060" y="149489"/>
                    <a:pt x="121060" y="151411"/>
                  </a:cubicBezTo>
                  <a:cubicBezTo>
                    <a:pt x="121060" y="153333"/>
                    <a:pt x="127706" y="161509"/>
                    <a:pt x="135828" y="169580"/>
                  </a:cubicBezTo>
                  <a:cubicBezTo>
                    <a:pt x="153391" y="187033"/>
                    <a:pt x="164572" y="201203"/>
                    <a:pt x="173747" y="217637"/>
                  </a:cubicBezTo>
                  <a:cubicBezTo>
                    <a:pt x="177457" y="224283"/>
                    <a:pt x="182994" y="233104"/>
                    <a:pt x="186052" y="237240"/>
                  </a:cubicBezTo>
                  <a:cubicBezTo>
                    <a:pt x="189610" y="242051"/>
                    <a:pt x="192043" y="249958"/>
                    <a:pt x="192809" y="259193"/>
                  </a:cubicBezTo>
                  <a:cubicBezTo>
                    <a:pt x="193864" y="271919"/>
                    <a:pt x="195056" y="274447"/>
                    <a:pt x="202887" y="280570"/>
                  </a:cubicBezTo>
                  <a:cubicBezTo>
                    <a:pt x="207772" y="284389"/>
                    <a:pt x="213418" y="290626"/>
                    <a:pt x="215434" y="294429"/>
                  </a:cubicBezTo>
                  <a:cubicBezTo>
                    <a:pt x="217449" y="298233"/>
                    <a:pt x="221258" y="302031"/>
                    <a:pt x="223898" y="302869"/>
                  </a:cubicBezTo>
                  <a:cubicBezTo>
                    <a:pt x="226538" y="303707"/>
                    <a:pt x="230021" y="307297"/>
                    <a:pt x="231639" y="310848"/>
                  </a:cubicBezTo>
                  <a:cubicBezTo>
                    <a:pt x="233257" y="314399"/>
                    <a:pt x="237499" y="318413"/>
                    <a:pt x="241066" y="319770"/>
                  </a:cubicBezTo>
                  <a:cubicBezTo>
                    <a:pt x="248737" y="322686"/>
                    <a:pt x="249875" y="326030"/>
                    <a:pt x="242388" y="323654"/>
                  </a:cubicBezTo>
                  <a:cubicBezTo>
                    <a:pt x="239427" y="322714"/>
                    <a:pt x="237225" y="323190"/>
                    <a:pt x="237225" y="324770"/>
                  </a:cubicBezTo>
                  <a:cubicBezTo>
                    <a:pt x="237225" y="326286"/>
                    <a:pt x="238387" y="327526"/>
                    <a:pt x="239807" y="327526"/>
                  </a:cubicBezTo>
                  <a:cubicBezTo>
                    <a:pt x="241227" y="327526"/>
                    <a:pt x="242098" y="328965"/>
                    <a:pt x="241743" y="330724"/>
                  </a:cubicBezTo>
                  <a:cubicBezTo>
                    <a:pt x="241323" y="332806"/>
                    <a:pt x="243624" y="333637"/>
                    <a:pt x="248333" y="333103"/>
                  </a:cubicBezTo>
                  <a:cubicBezTo>
                    <a:pt x="252313" y="332652"/>
                    <a:pt x="257439" y="333827"/>
                    <a:pt x="259724" y="335713"/>
                  </a:cubicBezTo>
                  <a:cubicBezTo>
                    <a:pt x="263236" y="338612"/>
                    <a:pt x="263683" y="338543"/>
                    <a:pt x="262612" y="335270"/>
                  </a:cubicBezTo>
                  <a:cubicBezTo>
                    <a:pt x="261915" y="333141"/>
                    <a:pt x="258822" y="331027"/>
                    <a:pt x="255739" y="330573"/>
                  </a:cubicBezTo>
                  <a:cubicBezTo>
                    <a:pt x="252655" y="330119"/>
                    <a:pt x="250133" y="328719"/>
                    <a:pt x="250133" y="327461"/>
                  </a:cubicBezTo>
                  <a:cubicBezTo>
                    <a:pt x="250133" y="326203"/>
                    <a:pt x="254708" y="326788"/>
                    <a:pt x="260301" y="328761"/>
                  </a:cubicBezTo>
                  <a:cubicBezTo>
                    <a:pt x="266891" y="331086"/>
                    <a:pt x="275567" y="331822"/>
                    <a:pt x="284960" y="330853"/>
                  </a:cubicBezTo>
                  <a:cubicBezTo>
                    <a:pt x="298714" y="329433"/>
                    <a:pt x="299892" y="329784"/>
                    <a:pt x="308115" y="337754"/>
                  </a:cubicBezTo>
                  <a:cubicBezTo>
                    <a:pt x="312880" y="342373"/>
                    <a:pt x="320648" y="346943"/>
                    <a:pt x="325378" y="347910"/>
                  </a:cubicBezTo>
                  <a:cubicBezTo>
                    <a:pt x="330622" y="348983"/>
                    <a:pt x="335130" y="351981"/>
                    <a:pt x="336932" y="355594"/>
                  </a:cubicBezTo>
                  <a:cubicBezTo>
                    <a:pt x="338556" y="358853"/>
                    <a:pt x="341091" y="362725"/>
                    <a:pt x="342564" y="364198"/>
                  </a:cubicBezTo>
                  <a:cubicBezTo>
                    <a:pt x="344037" y="365671"/>
                    <a:pt x="344568" y="368768"/>
                    <a:pt x="343743" y="371080"/>
                  </a:cubicBezTo>
                  <a:cubicBezTo>
                    <a:pt x="342917" y="373391"/>
                    <a:pt x="343194" y="374419"/>
                    <a:pt x="344358" y="373363"/>
                  </a:cubicBezTo>
                  <a:cubicBezTo>
                    <a:pt x="345522" y="372307"/>
                    <a:pt x="348182" y="373882"/>
                    <a:pt x="350269" y="376862"/>
                  </a:cubicBezTo>
                  <a:cubicBezTo>
                    <a:pt x="353742" y="381821"/>
                    <a:pt x="355637" y="382132"/>
                    <a:pt x="372627" y="380540"/>
                  </a:cubicBezTo>
                  <a:lnTo>
                    <a:pt x="391189" y="378801"/>
                  </a:lnTo>
                  <a:lnTo>
                    <a:pt x="394232" y="388958"/>
                  </a:lnTo>
                  <a:cubicBezTo>
                    <a:pt x="395906" y="394544"/>
                    <a:pt x="397295" y="401303"/>
                    <a:pt x="397318" y="403978"/>
                  </a:cubicBezTo>
                  <a:cubicBezTo>
                    <a:pt x="397342" y="406653"/>
                    <a:pt x="402699" y="413488"/>
                    <a:pt x="409224" y="419167"/>
                  </a:cubicBezTo>
                  <a:cubicBezTo>
                    <a:pt x="427997" y="435508"/>
                    <a:pt x="431130" y="439291"/>
                    <a:pt x="434929" y="450207"/>
                  </a:cubicBezTo>
                  <a:cubicBezTo>
                    <a:pt x="439665" y="463816"/>
                    <a:pt x="439887" y="463061"/>
                    <a:pt x="429332" y="469288"/>
                  </a:cubicBezTo>
                  <a:cubicBezTo>
                    <a:pt x="420856" y="474289"/>
                    <a:pt x="416443" y="474727"/>
                    <a:pt x="376412" y="474534"/>
                  </a:cubicBezTo>
                  <a:cubicBezTo>
                    <a:pt x="334645" y="474334"/>
                    <a:pt x="332739" y="474101"/>
                    <a:pt x="332739" y="469202"/>
                  </a:cubicBezTo>
                  <a:close/>
                </a:path>
              </a:pathLst>
            </a:custGeom>
            <a:solidFill>
              <a:srgbClr val="B9B9B9"/>
            </a:solidFill>
            <a:ln w="5163" cap="flat">
              <a:noFill/>
              <a:prstDash val="solid"/>
              <a:miter/>
            </a:ln>
          </p:spPr>
          <p:txBody>
            <a:bodyPr/>
            <a:lstStyle/>
            <a:p>
              <a:endParaRPr lang="es-419" noProof="0" dirty="0"/>
            </a:p>
          </p:txBody>
        </p:sp>
        <p:sp>
          <p:nvSpPr>
            <p:cNvPr id="77" name="Forma libre: forma 76">
              <a:extLst>
                <a:ext uri="{FF2B5EF4-FFF2-40B4-BE49-F238E27FC236}">
                  <a16:creationId xmlns:a16="http://schemas.microsoft.com/office/drawing/2014/main" id="{A482CB64-5B37-A45C-1302-2F504E700082}"/>
                </a:ext>
              </a:extLst>
            </p:cNvPr>
            <p:cNvSpPr/>
            <p:nvPr/>
          </p:nvSpPr>
          <p:spPr>
            <a:xfrm>
              <a:off x="1730874" y="2149721"/>
              <a:ext cx="4491" cy="9472"/>
            </a:xfrm>
            <a:custGeom>
              <a:avLst/>
              <a:gdLst>
                <a:gd name="csX0" fmla="*/ 480 w 4491"/>
                <a:gd name="csY0" fmla="*/ 6821 h 9472"/>
                <a:gd name="csX1" fmla="*/ 1619 w 4491"/>
                <a:gd name="csY1" fmla="*/ 1142 h 9472"/>
                <a:gd name="csX2" fmla="*/ 4491 w 4491"/>
                <a:gd name="csY2" fmla="*/ 3948 h 9472"/>
                <a:gd name="csX3" fmla="*/ 480 w 4491"/>
                <a:gd name="csY3" fmla="*/ 6821 h 9472"/>
              </a:gdLst>
              <a:ahLst/>
              <a:cxnLst>
                <a:cxn ang="0">
                  <a:pos x="csX0" y="csY0"/>
                </a:cxn>
                <a:cxn ang="0">
                  <a:pos x="csX1" y="csY1"/>
                </a:cxn>
                <a:cxn ang="0">
                  <a:pos x="csX2" y="csY2"/>
                </a:cxn>
                <a:cxn ang="0">
                  <a:pos x="csX3" y="csY3"/>
                </a:cxn>
              </a:cxnLst>
              <a:rect l="l" t="t" r="r" b="b"/>
              <a:pathLst>
                <a:path w="4491" h="9472">
                  <a:moveTo>
                    <a:pt x="480" y="6821"/>
                  </a:moveTo>
                  <a:cubicBezTo>
                    <a:pt x="-474" y="5277"/>
                    <a:pt x="39" y="2722"/>
                    <a:pt x="1619" y="1142"/>
                  </a:cubicBezTo>
                  <a:cubicBezTo>
                    <a:pt x="3728" y="-968"/>
                    <a:pt x="4491" y="-222"/>
                    <a:pt x="4491" y="3948"/>
                  </a:cubicBezTo>
                  <a:cubicBezTo>
                    <a:pt x="4491" y="10181"/>
                    <a:pt x="3150" y="11141"/>
                    <a:pt x="480" y="6821"/>
                  </a:cubicBezTo>
                  <a:close/>
                </a:path>
              </a:pathLst>
            </a:custGeom>
            <a:solidFill>
              <a:srgbClr val="00C100"/>
            </a:solidFill>
            <a:ln w="5163" cap="flat">
              <a:noFill/>
              <a:prstDash val="solid"/>
              <a:miter/>
            </a:ln>
          </p:spPr>
          <p:txBody>
            <a:bodyPr/>
            <a:lstStyle/>
            <a:p>
              <a:endParaRPr lang="es-419" noProof="0" dirty="0"/>
            </a:p>
          </p:txBody>
        </p:sp>
      </p:grpSp>
      <p:grpSp>
        <p:nvGrpSpPr>
          <p:cNvPr id="78" name="Gráfico 39">
            <a:extLst>
              <a:ext uri="{FF2B5EF4-FFF2-40B4-BE49-F238E27FC236}">
                <a16:creationId xmlns:a16="http://schemas.microsoft.com/office/drawing/2014/main" id="{29E10363-C37B-ECBF-659F-17FEAA413DD8}"/>
              </a:ext>
            </a:extLst>
          </p:cNvPr>
          <p:cNvGrpSpPr/>
          <p:nvPr/>
        </p:nvGrpSpPr>
        <p:grpSpPr>
          <a:xfrm>
            <a:off x="2429776" y="2092540"/>
            <a:ext cx="224135" cy="371419"/>
            <a:chOff x="2429776" y="2092540"/>
            <a:chExt cx="224135" cy="371419"/>
          </a:xfrm>
          <a:solidFill>
            <a:srgbClr val="B9B9B9"/>
          </a:solidFill>
        </p:grpSpPr>
        <p:sp>
          <p:nvSpPr>
            <p:cNvPr id="79" name="Forma libre: forma 78">
              <a:extLst>
                <a:ext uri="{FF2B5EF4-FFF2-40B4-BE49-F238E27FC236}">
                  <a16:creationId xmlns:a16="http://schemas.microsoft.com/office/drawing/2014/main" id="{9BE72BF8-9E96-19B5-E845-05D3EC2F0EBC}"/>
                </a:ext>
              </a:extLst>
            </p:cNvPr>
            <p:cNvSpPr/>
            <p:nvPr/>
          </p:nvSpPr>
          <p:spPr>
            <a:xfrm>
              <a:off x="2429776" y="2092540"/>
              <a:ext cx="213820" cy="371419"/>
            </a:xfrm>
            <a:custGeom>
              <a:avLst/>
              <a:gdLst>
                <a:gd name="csX0" fmla="*/ 16950 w 213820"/>
                <a:gd name="csY0" fmla="*/ 360449 h 371419"/>
                <a:gd name="csX1" fmla="*/ 11453 w 213820"/>
                <a:gd name="csY1" fmla="*/ 297848 h 371419"/>
                <a:gd name="csX2" fmla="*/ 3696 w 213820"/>
                <a:gd name="csY2" fmla="*/ 222369 h 371419"/>
                <a:gd name="csX3" fmla="*/ 0 w 213820"/>
                <a:gd name="csY3" fmla="*/ 197274 h 371419"/>
                <a:gd name="csX4" fmla="*/ 19120 w 213820"/>
                <a:gd name="csY4" fmla="*/ 182403 h 371419"/>
                <a:gd name="csX5" fmla="*/ 138310 w 213820"/>
                <a:gd name="csY5" fmla="*/ 92657 h 371419"/>
                <a:gd name="csX6" fmla="*/ 152643 w 213820"/>
                <a:gd name="csY6" fmla="*/ 35441 h 371419"/>
                <a:gd name="csX7" fmla="*/ 150658 w 213820"/>
                <a:gd name="csY7" fmla="*/ 20853 h 371419"/>
                <a:gd name="csX8" fmla="*/ 160369 w 213820"/>
                <a:gd name="csY8" fmla="*/ 19300 h 371419"/>
                <a:gd name="csX9" fmla="*/ 171671 w 213820"/>
                <a:gd name="csY9" fmla="*/ 15173 h 371419"/>
                <a:gd name="csX10" fmla="*/ 158173 w 213820"/>
                <a:gd name="csY10" fmla="*/ 10308 h 371419"/>
                <a:gd name="csX11" fmla="*/ 132945 w 213820"/>
                <a:gd name="csY11" fmla="*/ 8975 h 371419"/>
                <a:gd name="csX12" fmla="*/ 120037 w 213820"/>
                <a:gd name="csY12" fmla="*/ 5453 h 371419"/>
                <a:gd name="csX13" fmla="*/ 136817 w 213820"/>
                <a:gd name="csY13" fmla="*/ 5689 h 371419"/>
                <a:gd name="csX14" fmla="*/ 168222 w 213820"/>
                <a:gd name="csY14" fmla="*/ 2321 h 371419"/>
                <a:gd name="csX15" fmla="*/ 193336 w 213820"/>
                <a:gd name="csY15" fmla="*/ 5657 h 371419"/>
                <a:gd name="csX16" fmla="*/ 207546 w 213820"/>
                <a:gd name="csY16" fmla="*/ 12598 h 371419"/>
                <a:gd name="csX17" fmla="*/ 213132 w 213820"/>
                <a:gd name="csY17" fmla="*/ 30004 h 371419"/>
                <a:gd name="csX18" fmla="*/ 187630 w 213820"/>
                <a:gd name="csY18" fmla="*/ 96831 h 371419"/>
                <a:gd name="csX19" fmla="*/ 176562 w 213820"/>
                <a:gd name="csY19" fmla="*/ 115211 h 371419"/>
                <a:gd name="csX20" fmla="*/ 172870 w 213820"/>
                <a:gd name="csY20" fmla="*/ 123601 h 371419"/>
                <a:gd name="csX21" fmla="*/ 166261 w 213820"/>
                <a:gd name="csY21" fmla="*/ 157642 h 371419"/>
                <a:gd name="csX22" fmla="*/ 166219 w 213820"/>
                <a:gd name="csY22" fmla="*/ 169421 h 371419"/>
                <a:gd name="csX23" fmla="*/ 156436 w 213820"/>
                <a:gd name="csY23" fmla="*/ 177166 h 371419"/>
                <a:gd name="csX24" fmla="*/ 152486 w 213820"/>
                <a:gd name="csY24" fmla="*/ 184910 h 371419"/>
                <a:gd name="csX25" fmla="*/ 149724 w 213820"/>
                <a:gd name="csY25" fmla="*/ 180392 h 371419"/>
                <a:gd name="csX26" fmla="*/ 150673 w 213820"/>
                <a:gd name="csY26" fmla="*/ 190434 h 371419"/>
                <a:gd name="csX27" fmla="*/ 157540 w 213820"/>
                <a:gd name="csY27" fmla="*/ 189342 h 371419"/>
                <a:gd name="csX28" fmla="*/ 164336 w 213820"/>
                <a:gd name="csY28" fmla="*/ 186648 h 371419"/>
                <a:gd name="csX29" fmla="*/ 167794 w 213820"/>
                <a:gd name="csY29" fmla="*/ 183969 h 371419"/>
                <a:gd name="csX30" fmla="*/ 171021 w 213820"/>
                <a:gd name="csY30" fmla="*/ 181048 h 371419"/>
                <a:gd name="csX31" fmla="*/ 159467 w 213820"/>
                <a:gd name="csY31" fmla="*/ 208029 h 371419"/>
                <a:gd name="csX32" fmla="*/ 153370 w 213820"/>
                <a:gd name="csY32" fmla="*/ 220699 h 371419"/>
                <a:gd name="csX33" fmla="*/ 158583 w 213820"/>
                <a:gd name="csY33" fmla="*/ 221050 h 371419"/>
                <a:gd name="csX34" fmla="*/ 167434 w 213820"/>
                <a:gd name="csY34" fmla="*/ 216533 h 371419"/>
                <a:gd name="csX35" fmla="*/ 167794 w 213820"/>
                <a:gd name="csY35" fmla="*/ 224277 h 371419"/>
                <a:gd name="csX36" fmla="*/ 162477 w 213820"/>
                <a:gd name="csY36" fmla="*/ 240411 h 371419"/>
                <a:gd name="csX37" fmla="*/ 159980 w 213820"/>
                <a:gd name="csY37" fmla="*/ 264290 h 371419"/>
                <a:gd name="csX38" fmla="*/ 154702 w 213820"/>
                <a:gd name="csY38" fmla="*/ 297848 h 371419"/>
                <a:gd name="csX39" fmla="*/ 147143 w 213820"/>
                <a:gd name="csY39" fmla="*/ 319016 h 371419"/>
                <a:gd name="csX40" fmla="*/ 144561 w 213820"/>
                <a:gd name="csY40" fmla="*/ 314628 h 371419"/>
                <a:gd name="csX41" fmla="*/ 142397 w 213820"/>
                <a:gd name="csY41" fmla="*/ 312692 h 371419"/>
                <a:gd name="csX42" fmla="*/ 133654 w 213820"/>
                <a:gd name="csY42" fmla="*/ 296518 h 371419"/>
                <a:gd name="csX43" fmla="*/ 127870 w 213820"/>
                <a:gd name="csY43" fmla="*/ 279915 h 371419"/>
                <a:gd name="csX44" fmla="*/ 129246 w 213820"/>
                <a:gd name="csY44" fmla="*/ 255255 h 371419"/>
                <a:gd name="csX45" fmla="*/ 125242 w 213820"/>
                <a:gd name="csY45" fmla="*/ 260285 h 371419"/>
                <a:gd name="csX46" fmla="*/ 118479 w 213820"/>
                <a:gd name="csY46" fmla="*/ 266956 h 371419"/>
                <a:gd name="csX47" fmla="*/ 115990 w 213820"/>
                <a:gd name="csY47" fmla="*/ 271823 h 371419"/>
                <a:gd name="csX48" fmla="*/ 103625 w 213820"/>
                <a:gd name="csY48" fmla="*/ 299151 h 371419"/>
                <a:gd name="csX49" fmla="*/ 93086 w 213820"/>
                <a:gd name="csY49" fmla="*/ 304140 h 371419"/>
                <a:gd name="csX50" fmla="*/ 86910 w 213820"/>
                <a:gd name="csY50" fmla="*/ 313522 h 371419"/>
                <a:gd name="csX51" fmla="*/ 79326 w 213820"/>
                <a:gd name="csY51" fmla="*/ 328399 h 371419"/>
                <a:gd name="csX52" fmla="*/ 69895 w 213820"/>
                <a:gd name="csY52" fmla="*/ 347747 h 371419"/>
                <a:gd name="csX53" fmla="*/ 51629 w 213820"/>
                <a:gd name="csY53" fmla="*/ 357222 h 371419"/>
                <a:gd name="csX54" fmla="*/ 36622 w 213820"/>
                <a:gd name="csY54" fmla="*/ 363051 h 371419"/>
                <a:gd name="csX55" fmla="*/ 27100 w 213820"/>
                <a:gd name="csY55" fmla="*/ 371420 h 371419"/>
                <a:gd name="csX56" fmla="*/ 16950 w 213820"/>
                <a:gd name="csY56" fmla="*/ 360449 h 3714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Lst>
              <a:rect l="l" t="t" r="r" b="b"/>
              <a:pathLst>
                <a:path w="213820" h="371419">
                  <a:moveTo>
                    <a:pt x="16950" y="360449"/>
                  </a:moveTo>
                  <a:cubicBezTo>
                    <a:pt x="16160" y="354414"/>
                    <a:pt x="13687" y="326244"/>
                    <a:pt x="11453" y="297848"/>
                  </a:cubicBezTo>
                  <a:cubicBezTo>
                    <a:pt x="9219" y="269452"/>
                    <a:pt x="5728" y="235487"/>
                    <a:pt x="3696" y="222369"/>
                  </a:cubicBezTo>
                  <a:cubicBezTo>
                    <a:pt x="1663" y="209251"/>
                    <a:pt x="0" y="197958"/>
                    <a:pt x="0" y="197274"/>
                  </a:cubicBezTo>
                  <a:cubicBezTo>
                    <a:pt x="0" y="196590"/>
                    <a:pt x="8604" y="189898"/>
                    <a:pt x="19120" y="182403"/>
                  </a:cubicBezTo>
                  <a:cubicBezTo>
                    <a:pt x="45138" y="163860"/>
                    <a:pt x="131668" y="98706"/>
                    <a:pt x="138310" y="92657"/>
                  </a:cubicBezTo>
                  <a:cubicBezTo>
                    <a:pt x="147047" y="84700"/>
                    <a:pt x="155017" y="52884"/>
                    <a:pt x="152643" y="35441"/>
                  </a:cubicBezTo>
                  <a:lnTo>
                    <a:pt x="150658" y="20853"/>
                  </a:lnTo>
                  <a:lnTo>
                    <a:pt x="160369" y="19300"/>
                  </a:lnTo>
                  <a:cubicBezTo>
                    <a:pt x="165710" y="18446"/>
                    <a:pt x="170796" y="16589"/>
                    <a:pt x="171671" y="15173"/>
                  </a:cubicBezTo>
                  <a:cubicBezTo>
                    <a:pt x="174939" y="9885"/>
                    <a:pt x="170188" y="8173"/>
                    <a:pt x="158173" y="10308"/>
                  </a:cubicBezTo>
                  <a:cubicBezTo>
                    <a:pt x="149606" y="11830"/>
                    <a:pt x="141919" y="11424"/>
                    <a:pt x="132945" y="8975"/>
                  </a:cubicBezTo>
                  <a:lnTo>
                    <a:pt x="120037" y="5453"/>
                  </a:lnTo>
                  <a:lnTo>
                    <a:pt x="136817" y="5689"/>
                  </a:lnTo>
                  <a:cubicBezTo>
                    <a:pt x="146045" y="5819"/>
                    <a:pt x="160178" y="4304"/>
                    <a:pt x="168222" y="2321"/>
                  </a:cubicBezTo>
                  <a:cubicBezTo>
                    <a:pt x="182583" y="-1218"/>
                    <a:pt x="183037" y="-1158"/>
                    <a:pt x="193336" y="5657"/>
                  </a:cubicBezTo>
                  <a:cubicBezTo>
                    <a:pt x="199104" y="9475"/>
                    <a:pt x="205499" y="12598"/>
                    <a:pt x="207546" y="12598"/>
                  </a:cubicBezTo>
                  <a:cubicBezTo>
                    <a:pt x="210236" y="12598"/>
                    <a:pt x="211785" y="17427"/>
                    <a:pt x="213132" y="30004"/>
                  </a:cubicBezTo>
                  <a:cubicBezTo>
                    <a:pt x="216062" y="57367"/>
                    <a:pt x="210014" y="73217"/>
                    <a:pt x="187630" y="96831"/>
                  </a:cubicBezTo>
                  <a:cubicBezTo>
                    <a:pt x="182422" y="102326"/>
                    <a:pt x="177441" y="110596"/>
                    <a:pt x="176562" y="115211"/>
                  </a:cubicBezTo>
                  <a:cubicBezTo>
                    <a:pt x="175683" y="119825"/>
                    <a:pt x="174022" y="123601"/>
                    <a:pt x="172870" y="123601"/>
                  </a:cubicBezTo>
                  <a:cubicBezTo>
                    <a:pt x="168512" y="123601"/>
                    <a:pt x="164964" y="141879"/>
                    <a:pt x="166261" y="157642"/>
                  </a:cubicBezTo>
                  <a:cubicBezTo>
                    <a:pt x="166999" y="166605"/>
                    <a:pt x="166980" y="171906"/>
                    <a:pt x="166219" y="169421"/>
                  </a:cubicBezTo>
                  <a:cubicBezTo>
                    <a:pt x="163842" y="161666"/>
                    <a:pt x="160352" y="164428"/>
                    <a:pt x="156436" y="177166"/>
                  </a:cubicBezTo>
                  <a:cubicBezTo>
                    <a:pt x="154362" y="183910"/>
                    <a:pt x="152584" y="187395"/>
                    <a:pt x="152486" y="184910"/>
                  </a:cubicBezTo>
                  <a:cubicBezTo>
                    <a:pt x="152387" y="182425"/>
                    <a:pt x="151144" y="180392"/>
                    <a:pt x="149724" y="180392"/>
                  </a:cubicBezTo>
                  <a:cubicBezTo>
                    <a:pt x="145947" y="180392"/>
                    <a:pt x="146574" y="187032"/>
                    <a:pt x="150673" y="190434"/>
                  </a:cubicBezTo>
                  <a:cubicBezTo>
                    <a:pt x="153362" y="192666"/>
                    <a:pt x="154997" y="192406"/>
                    <a:pt x="157540" y="189342"/>
                  </a:cubicBezTo>
                  <a:cubicBezTo>
                    <a:pt x="159375" y="187130"/>
                    <a:pt x="162434" y="185918"/>
                    <a:pt x="164336" y="186648"/>
                  </a:cubicBezTo>
                  <a:cubicBezTo>
                    <a:pt x="166311" y="187405"/>
                    <a:pt x="167794" y="186256"/>
                    <a:pt x="167794" y="183969"/>
                  </a:cubicBezTo>
                  <a:cubicBezTo>
                    <a:pt x="167794" y="181765"/>
                    <a:pt x="169246" y="180451"/>
                    <a:pt x="171021" y="181048"/>
                  </a:cubicBezTo>
                  <a:cubicBezTo>
                    <a:pt x="178588" y="183594"/>
                    <a:pt x="167396" y="209728"/>
                    <a:pt x="159467" y="208029"/>
                  </a:cubicBezTo>
                  <a:cubicBezTo>
                    <a:pt x="155365" y="207150"/>
                    <a:pt x="151352" y="215489"/>
                    <a:pt x="153370" y="220699"/>
                  </a:cubicBezTo>
                  <a:cubicBezTo>
                    <a:pt x="155154" y="225305"/>
                    <a:pt x="155436" y="225324"/>
                    <a:pt x="158583" y="221050"/>
                  </a:cubicBezTo>
                  <a:cubicBezTo>
                    <a:pt x="160413" y="218566"/>
                    <a:pt x="164395" y="216533"/>
                    <a:pt x="167434" y="216533"/>
                  </a:cubicBezTo>
                  <a:cubicBezTo>
                    <a:pt x="174275" y="216533"/>
                    <a:pt x="174331" y="217740"/>
                    <a:pt x="167794" y="224277"/>
                  </a:cubicBezTo>
                  <a:cubicBezTo>
                    <a:pt x="164323" y="227748"/>
                    <a:pt x="162581" y="233035"/>
                    <a:pt x="162477" y="240411"/>
                  </a:cubicBezTo>
                  <a:cubicBezTo>
                    <a:pt x="162393" y="246445"/>
                    <a:pt x="161269" y="257191"/>
                    <a:pt x="159980" y="264290"/>
                  </a:cubicBezTo>
                  <a:cubicBezTo>
                    <a:pt x="158691" y="271389"/>
                    <a:pt x="156316" y="286490"/>
                    <a:pt x="154702" y="297848"/>
                  </a:cubicBezTo>
                  <a:cubicBezTo>
                    <a:pt x="152051" y="316511"/>
                    <a:pt x="147143" y="330254"/>
                    <a:pt x="147143" y="319016"/>
                  </a:cubicBezTo>
                  <a:cubicBezTo>
                    <a:pt x="147143" y="316603"/>
                    <a:pt x="145981" y="314628"/>
                    <a:pt x="144561" y="314628"/>
                  </a:cubicBezTo>
                  <a:cubicBezTo>
                    <a:pt x="143141" y="314628"/>
                    <a:pt x="142167" y="313757"/>
                    <a:pt x="142397" y="312692"/>
                  </a:cubicBezTo>
                  <a:cubicBezTo>
                    <a:pt x="143282" y="308582"/>
                    <a:pt x="136781" y="296556"/>
                    <a:pt x="133654" y="296518"/>
                  </a:cubicBezTo>
                  <a:cubicBezTo>
                    <a:pt x="125264" y="296417"/>
                    <a:pt x="123998" y="292782"/>
                    <a:pt x="127870" y="279915"/>
                  </a:cubicBezTo>
                  <a:cubicBezTo>
                    <a:pt x="132191" y="265558"/>
                    <a:pt x="132766" y="255255"/>
                    <a:pt x="129246" y="255255"/>
                  </a:cubicBezTo>
                  <a:cubicBezTo>
                    <a:pt x="127923" y="255255"/>
                    <a:pt x="126121" y="257518"/>
                    <a:pt x="125242" y="260285"/>
                  </a:cubicBezTo>
                  <a:cubicBezTo>
                    <a:pt x="124364" y="263052"/>
                    <a:pt x="121321" y="266054"/>
                    <a:pt x="118479" y="266956"/>
                  </a:cubicBezTo>
                  <a:cubicBezTo>
                    <a:pt x="114695" y="268157"/>
                    <a:pt x="114029" y="269460"/>
                    <a:pt x="115990" y="271823"/>
                  </a:cubicBezTo>
                  <a:cubicBezTo>
                    <a:pt x="120178" y="276868"/>
                    <a:pt x="111817" y="295346"/>
                    <a:pt x="103625" y="299151"/>
                  </a:cubicBezTo>
                  <a:cubicBezTo>
                    <a:pt x="99874" y="300894"/>
                    <a:pt x="95131" y="303139"/>
                    <a:pt x="93086" y="304140"/>
                  </a:cubicBezTo>
                  <a:cubicBezTo>
                    <a:pt x="91041" y="305142"/>
                    <a:pt x="88261" y="309364"/>
                    <a:pt x="86910" y="313522"/>
                  </a:cubicBezTo>
                  <a:cubicBezTo>
                    <a:pt x="85558" y="317680"/>
                    <a:pt x="82145" y="324374"/>
                    <a:pt x="79326" y="328399"/>
                  </a:cubicBezTo>
                  <a:cubicBezTo>
                    <a:pt x="76507" y="332423"/>
                    <a:pt x="72263" y="341130"/>
                    <a:pt x="69895" y="347747"/>
                  </a:cubicBezTo>
                  <a:cubicBezTo>
                    <a:pt x="65145" y="361024"/>
                    <a:pt x="59224" y="364095"/>
                    <a:pt x="51629" y="357222"/>
                  </a:cubicBezTo>
                  <a:cubicBezTo>
                    <a:pt x="44314" y="350602"/>
                    <a:pt x="37572" y="353221"/>
                    <a:pt x="36622" y="363051"/>
                  </a:cubicBezTo>
                  <a:cubicBezTo>
                    <a:pt x="35885" y="370676"/>
                    <a:pt x="35039" y="371420"/>
                    <a:pt x="27100" y="371420"/>
                  </a:cubicBezTo>
                  <a:cubicBezTo>
                    <a:pt x="18795" y="371420"/>
                    <a:pt x="18319" y="370905"/>
                    <a:pt x="16950" y="360449"/>
                  </a:cubicBezTo>
                  <a:close/>
                </a:path>
              </a:pathLst>
            </a:custGeom>
            <a:solidFill>
              <a:srgbClr val="B9B9B9"/>
            </a:solidFill>
            <a:ln w="5163" cap="flat">
              <a:noFill/>
              <a:prstDash val="solid"/>
              <a:miter/>
            </a:ln>
          </p:spPr>
          <p:txBody>
            <a:bodyPr/>
            <a:lstStyle/>
            <a:p>
              <a:endParaRPr lang="es-419" noProof="0" dirty="0"/>
            </a:p>
          </p:txBody>
        </p:sp>
        <p:sp>
          <p:nvSpPr>
            <p:cNvPr id="80" name="Forma libre: forma 79">
              <a:extLst>
                <a:ext uri="{FF2B5EF4-FFF2-40B4-BE49-F238E27FC236}">
                  <a16:creationId xmlns:a16="http://schemas.microsoft.com/office/drawing/2014/main" id="{2C06AB23-476C-916E-090C-1EEE5F17F314}"/>
                </a:ext>
              </a:extLst>
            </p:cNvPr>
            <p:cNvSpPr/>
            <p:nvPr/>
          </p:nvSpPr>
          <p:spPr>
            <a:xfrm>
              <a:off x="2598432" y="2301328"/>
              <a:ext cx="4301" cy="5162"/>
            </a:xfrm>
            <a:custGeom>
              <a:avLst/>
              <a:gdLst>
                <a:gd name="csX0" fmla="*/ 429 w 4301"/>
                <a:gd name="csY0" fmla="*/ 2581 h 5162"/>
                <a:gd name="csX1" fmla="*/ 1567 w 4301"/>
                <a:gd name="csY1" fmla="*/ 0 h 5162"/>
                <a:gd name="csX2" fmla="*/ 4301 w 4301"/>
                <a:gd name="csY2" fmla="*/ 2581 h 5162"/>
                <a:gd name="csX3" fmla="*/ 3163 w 4301"/>
                <a:gd name="csY3" fmla="*/ 5163 h 5162"/>
                <a:gd name="csX4" fmla="*/ 429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429" y="2581"/>
                  </a:moveTo>
                  <a:cubicBezTo>
                    <a:pt x="-448" y="1162"/>
                    <a:pt x="64" y="0"/>
                    <a:pt x="1567" y="0"/>
                  </a:cubicBezTo>
                  <a:cubicBezTo>
                    <a:pt x="3071" y="0"/>
                    <a:pt x="4301" y="1162"/>
                    <a:pt x="4301" y="2581"/>
                  </a:cubicBezTo>
                  <a:cubicBezTo>
                    <a:pt x="4301" y="4001"/>
                    <a:pt x="3789" y="5163"/>
                    <a:pt x="3163" y="5163"/>
                  </a:cubicBezTo>
                  <a:cubicBezTo>
                    <a:pt x="2537" y="5163"/>
                    <a:pt x="1307" y="4001"/>
                    <a:pt x="429" y="2581"/>
                  </a:cubicBezTo>
                  <a:close/>
                </a:path>
              </a:pathLst>
            </a:custGeom>
            <a:solidFill>
              <a:srgbClr val="B9B9B9"/>
            </a:solidFill>
            <a:ln w="5163" cap="flat">
              <a:noFill/>
              <a:prstDash val="solid"/>
              <a:miter/>
            </a:ln>
          </p:spPr>
          <p:txBody>
            <a:bodyPr/>
            <a:lstStyle/>
            <a:p>
              <a:endParaRPr lang="es-419" noProof="0" dirty="0"/>
            </a:p>
          </p:txBody>
        </p:sp>
        <p:sp>
          <p:nvSpPr>
            <p:cNvPr id="81" name="Forma libre: forma 80">
              <a:extLst>
                <a:ext uri="{FF2B5EF4-FFF2-40B4-BE49-F238E27FC236}">
                  <a16:creationId xmlns:a16="http://schemas.microsoft.com/office/drawing/2014/main" id="{7789653B-2075-1B57-DB33-C09770AFBDAF}"/>
                </a:ext>
              </a:extLst>
            </p:cNvPr>
            <p:cNvSpPr/>
            <p:nvPr/>
          </p:nvSpPr>
          <p:spPr>
            <a:xfrm>
              <a:off x="2631714" y="2178527"/>
              <a:ext cx="22197" cy="31992"/>
            </a:xfrm>
            <a:custGeom>
              <a:avLst/>
              <a:gdLst>
                <a:gd name="csX0" fmla="*/ 471 w 22197"/>
                <a:gd name="csY0" fmla="*/ 28899 h 31992"/>
                <a:gd name="csX1" fmla="*/ 9355 w 22197"/>
                <a:gd name="csY1" fmla="*/ 4976 h 31992"/>
                <a:gd name="csX2" fmla="*/ 18130 w 22197"/>
                <a:gd name="csY2" fmla="*/ 1262 h 31992"/>
                <a:gd name="csX3" fmla="*/ 15361 w 22197"/>
                <a:gd name="csY3" fmla="*/ 16772 h 31992"/>
                <a:gd name="csX4" fmla="*/ 471 w 22197"/>
                <a:gd name="csY4" fmla="*/ 28899 h 31992"/>
              </a:gdLst>
              <a:ahLst/>
              <a:cxnLst>
                <a:cxn ang="0">
                  <a:pos x="csX0" y="csY0"/>
                </a:cxn>
                <a:cxn ang="0">
                  <a:pos x="csX1" y="csY1"/>
                </a:cxn>
                <a:cxn ang="0">
                  <a:pos x="csX2" y="csY2"/>
                </a:cxn>
                <a:cxn ang="0">
                  <a:pos x="csX3" y="csY3"/>
                </a:cxn>
                <a:cxn ang="0">
                  <a:pos x="csX4" y="csY4"/>
                </a:cxn>
              </a:cxnLst>
              <a:rect l="l" t="t" r="r" b="b"/>
              <a:pathLst>
                <a:path w="22197" h="31992">
                  <a:moveTo>
                    <a:pt x="471" y="28899"/>
                  </a:moveTo>
                  <a:cubicBezTo>
                    <a:pt x="-1762" y="23078"/>
                    <a:pt x="4399" y="6487"/>
                    <a:pt x="9355" y="4976"/>
                  </a:cubicBezTo>
                  <a:cubicBezTo>
                    <a:pt x="11697" y="4262"/>
                    <a:pt x="15646" y="2591"/>
                    <a:pt x="18130" y="1262"/>
                  </a:cubicBezTo>
                  <a:cubicBezTo>
                    <a:pt x="24115" y="-1937"/>
                    <a:pt x="23741" y="160"/>
                    <a:pt x="15361" y="16772"/>
                  </a:cubicBezTo>
                  <a:cubicBezTo>
                    <a:pt x="7920" y="31524"/>
                    <a:pt x="3013" y="35521"/>
                    <a:pt x="471" y="28899"/>
                  </a:cubicBezTo>
                  <a:close/>
                </a:path>
              </a:pathLst>
            </a:custGeom>
            <a:solidFill>
              <a:srgbClr val="B9B9B9"/>
            </a:solidFill>
            <a:ln w="5163" cap="flat">
              <a:noFill/>
              <a:prstDash val="solid"/>
              <a:miter/>
            </a:ln>
          </p:spPr>
          <p:txBody>
            <a:bodyPr/>
            <a:lstStyle/>
            <a:p>
              <a:endParaRPr lang="es-419" noProof="0" dirty="0"/>
            </a:p>
          </p:txBody>
        </p:sp>
        <p:sp>
          <p:nvSpPr>
            <p:cNvPr id="82" name="Forma libre: forma 81">
              <a:extLst>
                <a:ext uri="{FF2B5EF4-FFF2-40B4-BE49-F238E27FC236}">
                  <a16:creationId xmlns:a16="http://schemas.microsoft.com/office/drawing/2014/main" id="{11DFB816-8ABE-47D9-83BD-4FFFB5C36459}"/>
                </a:ext>
              </a:extLst>
            </p:cNvPr>
            <p:cNvSpPr/>
            <p:nvPr/>
          </p:nvSpPr>
          <p:spPr>
            <a:xfrm>
              <a:off x="2646618" y="2128371"/>
              <a:ext cx="5162" cy="6756"/>
            </a:xfrm>
            <a:custGeom>
              <a:avLst/>
              <a:gdLst>
                <a:gd name="csX0" fmla="*/ 0 w 5162"/>
                <a:gd name="csY0" fmla="*/ 4025 h 6756"/>
                <a:gd name="csX1" fmla="*/ 2581 w 5162"/>
                <a:gd name="csY1" fmla="*/ 0 h 6756"/>
                <a:gd name="csX2" fmla="*/ 5163 w 5162"/>
                <a:gd name="csY2" fmla="*/ 2429 h 6756"/>
                <a:gd name="csX3" fmla="*/ 2581 w 5162"/>
                <a:gd name="csY3" fmla="*/ 6454 h 6756"/>
                <a:gd name="csX4" fmla="*/ 0 w 5162"/>
                <a:gd name="csY4" fmla="*/ 4025 h 6756"/>
              </a:gdLst>
              <a:ahLst/>
              <a:cxnLst>
                <a:cxn ang="0">
                  <a:pos x="csX0" y="csY0"/>
                </a:cxn>
                <a:cxn ang="0">
                  <a:pos x="csX1" y="csY1"/>
                </a:cxn>
                <a:cxn ang="0">
                  <a:pos x="csX2" y="csY2"/>
                </a:cxn>
                <a:cxn ang="0">
                  <a:pos x="csX3" y="csY3"/>
                </a:cxn>
                <a:cxn ang="0">
                  <a:pos x="csX4" y="csY4"/>
                </a:cxn>
              </a:cxnLst>
              <a:rect l="l" t="t" r="r" b="b"/>
              <a:pathLst>
                <a:path w="5162" h="6756">
                  <a:moveTo>
                    <a:pt x="0" y="4025"/>
                  </a:moveTo>
                  <a:cubicBezTo>
                    <a:pt x="0" y="1811"/>
                    <a:pt x="1162" y="0"/>
                    <a:pt x="2581" y="0"/>
                  </a:cubicBezTo>
                  <a:cubicBezTo>
                    <a:pt x="4001" y="0"/>
                    <a:pt x="5163" y="1093"/>
                    <a:pt x="5163" y="2429"/>
                  </a:cubicBezTo>
                  <a:cubicBezTo>
                    <a:pt x="5163" y="3765"/>
                    <a:pt x="4001" y="5576"/>
                    <a:pt x="2581" y="6454"/>
                  </a:cubicBezTo>
                  <a:cubicBezTo>
                    <a:pt x="1162" y="7331"/>
                    <a:pt x="0" y="6238"/>
                    <a:pt x="0" y="4025"/>
                  </a:cubicBezTo>
                  <a:close/>
                </a:path>
              </a:pathLst>
            </a:custGeom>
            <a:solidFill>
              <a:srgbClr val="B9B9B9"/>
            </a:solidFill>
            <a:ln w="5163" cap="flat">
              <a:noFill/>
              <a:prstDash val="solid"/>
              <a:miter/>
            </a:ln>
          </p:spPr>
          <p:txBody>
            <a:bodyPr/>
            <a:lstStyle/>
            <a:p>
              <a:endParaRPr lang="es-419" noProof="0" dirty="0"/>
            </a:p>
          </p:txBody>
        </p:sp>
        <p:sp>
          <p:nvSpPr>
            <p:cNvPr id="83" name="Forma libre: forma 82">
              <a:extLst>
                <a:ext uri="{FF2B5EF4-FFF2-40B4-BE49-F238E27FC236}">
                  <a16:creationId xmlns:a16="http://schemas.microsoft.com/office/drawing/2014/main" id="{4ABADF42-2491-CB48-F4CF-AB18C554E0C9}"/>
                </a:ext>
              </a:extLst>
            </p:cNvPr>
            <p:cNvSpPr/>
            <p:nvPr/>
          </p:nvSpPr>
          <p:spPr>
            <a:xfrm>
              <a:off x="2646618" y="2110301"/>
              <a:ext cx="4301" cy="5162"/>
            </a:xfrm>
            <a:custGeom>
              <a:avLst/>
              <a:gdLst>
                <a:gd name="csX0" fmla="*/ 0 w 4301"/>
                <a:gd name="csY0" fmla="*/ 2581 h 5162"/>
                <a:gd name="csX1" fmla="*/ 1138 w 4301"/>
                <a:gd name="csY1" fmla="*/ 0 h 5162"/>
                <a:gd name="csX2" fmla="*/ 3872 w 4301"/>
                <a:gd name="csY2" fmla="*/ 2581 h 5162"/>
                <a:gd name="csX3" fmla="*/ 2734 w 4301"/>
                <a:gd name="csY3" fmla="*/ 5163 h 5162"/>
                <a:gd name="csX4" fmla="*/ 0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0" y="2581"/>
                  </a:moveTo>
                  <a:cubicBezTo>
                    <a:pt x="0" y="1162"/>
                    <a:pt x="512" y="0"/>
                    <a:pt x="1138" y="0"/>
                  </a:cubicBezTo>
                  <a:cubicBezTo>
                    <a:pt x="1765" y="0"/>
                    <a:pt x="2995" y="1162"/>
                    <a:pt x="3872" y="2581"/>
                  </a:cubicBezTo>
                  <a:cubicBezTo>
                    <a:pt x="4750" y="4001"/>
                    <a:pt x="4237" y="5163"/>
                    <a:pt x="2734" y="5163"/>
                  </a:cubicBezTo>
                  <a:cubicBezTo>
                    <a:pt x="1230" y="5163"/>
                    <a:pt x="0" y="4001"/>
                    <a:pt x="0" y="2581"/>
                  </a:cubicBezTo>
                  <a:close/>
                </a:path>
              </a:pathLst>
            </a:custGeom>
            <a:solidFill>
              <a:srgbClr val="B9B9B9"/>
            </a:solidFill>
            <a:ln w="5163" cap="flat">
              <a:noFill/>
              <a:prstDash val="solid"/>
              <a:miter/>
            </a:ln>
          </p:spPr>
          <p:txBody>
            <a:bodyPr/>
            <a:lstStyle/>
            <a:p>
              <a:endParaRPr lang="es-419" noProof="0" dirty="0"/>
            </a:p>
          </p:txBody>
        </p:sp>
      </p:grpSp>
      <p:grpSp>
        <p:nvGrpSpPr>
          <p:cNvPr id="84" name="Gráfico 39">
            <a:extLst>
              <a:ext uri="{FF2B5EF4-FFF2-40B4-BE49-F238E27FC236}">
                <a16:creationId xmlns:a16="http://schemas.microsoft.com/office/drawing/2014/main" id="{948F6E92-EC91-288A-51ED-CB26E80C8705}"/>
              </a:ext>
            </a:extLst>
          </p:cNvPr>
          <p:cNvGrpSpPr/>
          <p:nvPr/>
        </p:nvGrpSpPr>
        <p:grpSpPr>
          <a:xfrm>
            <a:off x="924790" y="1999612"/>
            <a:ext cx="235561" cy="223008"/>
            <a:chOff x="924790" y="1999612"/>
            <a:chExt cx="235561" cy="223008"/>
          </a:xfrm>
          <a:solidFill>
            <a:srgbClr val="B9B9B9"/>
          </a:solidFill>
        </p:grpSpPr>
        <p:sp>
          <p:nvSpPr>
            <p:cNvPr id="85" name="Forma libre: forma 84">
              <a:extLst>
                <a:ext uri="{FF2B5EF4-FFF2-40B4-BE49-F238E27FC236}">
                  <a16:creationId xmlns:a16="http://schemas.microsoft.com/office/drawing/2014/main" id="{B5D232BA-614E-EFF4-2B81-DC5CCD8B1C61}"/>
                </a:ext>
              </a:extLst>
            </p:cNvPr>
            <p:cNvSpPr/>
            <p:nvPr/>
          </p:nvSpPr>
          <p:spPr>
            <a:xfrm>
              <a:off x="1018216" y="1999612"/>
              <a:ext cx="142135" cy="223008"/>
            </a:xfrm>
            <a:custGeom>
              <a:avLst/>
              <a:gdLst>
                <a:gd name="csX0" fmla="*/ 33142 w 142135"/>
                <a:gd name="csY0" fmla="*/ 222624 h 223008"/>
                <a:gd name="csX1" fmla="*/ 24030 w 142135"/>
                <a:gd name="csY1" fmla="*/ 217989 h 223008"/>
                <a:gd name="csX2" fmla="*/ 15077 w 142135"/>
                <a:gd name="csY2" fmla="*/ 214475 h 223008"/>
                <a:gd name="csX3" fmla="*/ 28065 w 142135"/>
                <a:gd name="csY3" fmla="*/ 199749 h 223008"/>
                <a:gd name="csX4" fmla="*/ 39623 w 142135"/>
                <a:gd name="csY4" fmla="*/ 181324 h 223008"/>
                <a:gd name="csX5" fmla="*/ 40552 w 142135"/>
                <a:gd name="csY5" fmla="*/ 163618 h 223008"/>
                <a:gd name="csX6" fmla="*/ 38270 w 142135"/>
                <a:gd name="csY6" fmla="*/ 146871 h 223008"/>
                <a:gd name="csX7" fmla="*/ 31342 w 142135"/>
                <a:gd name="csY7" fmla="*/ 141344 h 223008"/>
                <a:gd name="csX8" fmla="*/ 23064 w 142135"/>
                <a:gd name="csY8" fmla="*/ 130695 h 223008"/>
                <a:gd name="csX9" fmla="*/ 21238 w 142135"/>
                <a:gd name="csY9" fmla="*/ 121015 h 223008"/>
                <a:gd name="csX10" fmla="*/ 21448 w 142135"/>
                <a:gd name="csY10" fmla="*/ 110689 h 223008"/>
                <a:gd name="csX11" fmla="*/ 17417 w 142135"/>
                <a:gd name="csY11" fmla="*/ 113600 h 223008"/>
                <a:gd name="csX12" fmla="*/ 6090 w 142135"/>
                <a:gd name="csY12" fmla="*/ 75839 h 223008"/>
                <a:gd name="csX13" fmla="*/ 446 w 142135"/>
                <a:gd name="csY13" fmla="*/ 49379 h 223008"/>
                <a:gd name="csX14" fmla="*/ 1787 w 142135"/>
                <a:gd name="csY14" fmla="*/ 43571 h 223008"/>
                <a:gd name="csX15" fmla="*/ 4669 w 142135"/>
                <a:gd name="csY15" fmla="*/ 50173 h 223008"/>
                <a:gd name="csX16" fmla="*/ 15640 w 142135"/>
                <a:gd name="csY16" fmla="*/ 55981 h 223008"/>
                <a:gd name="csX17" fmla="*/ 25590 w 142135"/>
                <a:gd name="csY17" fmla="*/ 51315 h 223008"/>
                <a:gd name="csX18" fmla="*/ 21927 w 142135"/>
                <a:gd name="csY18" fmla="*/ 38128 h 223008"/>
                <a:gd name="csX19" fmla="*/ 25126 w 142135"/>
                <a:gd name="csY19" fmla="*/ 20612 h 223008"/>
                <a:gd name="csX20" fmla="*/ 29635 w 142135"/>
                <a:gd name="csY20" fmla="*/ 8944 h 223008"/>
                <a:gd name="csX21" fmla="*/ 56601 w 142135"/>
                <a:gd name="csY21" fmla="*/ 2664 h 223008"/>
                <a:gd name="csX22" fmla="*/ 68014 w 142135"/>
                <a:gd name="csY22" fmla="*/ 14926 h 223008"/>
                <a:gd name="csX23" fmla="*/ 70397 w 142135"/>
                <a:gd name="csY23" fmla="*/ 28730 h 223008"/>
                <a:gd name="csX24" fmla="*/ 64799 w 142135"/>
                <a:gd name="csY24" fmla="*/ 38367 h 223008"/>
                <a:gd name="csX25" fmla="*/ 76515 w 142135"/>
                <a:gd name="csY25" fmla="*/ 47199 h 223008"/>
                <a:gd name="csX26" fmla="*/ 95020 w 142135"/>
                <a:gd name="csY26" fmla="*/ 52596 h 223008"/>
                <a:gd name="csX27" fmla="*/ 116723 w 142135"/>
                <a:gd name="csY27" fmla="*/ 66052 h 223008"/>
                <a:gd name="csX28" fmla="*/ 125419 w 142135"/>
                <a:gd name="csY28" fmla="*/ 64641 h 223008"/>
                <a:gd name="csX29" fmla="*/ 121867 w 142135"/>
                <a:gd name="csY29" fmla="*/ 77984 h 223008"/>
                <a:gd name="csX30" fmla="*/ 126198 w 142135"/>
                <a:gd name="csY30" fmla="*/ 109560 h 223008"/>
                <a:gd name="csX31" fmla="*/ 132452 w 142135"/>
                <a:gd name="csY31" fmla="*/ 130811 h 223008"/>
                <a:gd name="csX32" fmla="*/ 137172 w 142135"/>
                <a:gd name="csY32" fmla="*/ 149525 h 223008"/>
                <a:gd name="csX33" fmla="*/ 126264 w 142135"/>
                <a:gd name="csY33" fmla="*/ 165042 h 223008"/>
                <a:gd name="csX34" fmla="*/ 119713 w 142135"/>
                <a:gd name="csY34" fmla="*/ 162318 h 223008"/>
                <a:gd name="csX35" fmla="*/ 122125 w 142135"/>
                <a:gd name="csY35" fmla="*/ 181310 h 223008"/>
                <a:gd name="csX36" fmla="*/ 122395 w 142135"/>
                <a:gd name="csY36" fmla="*/ 193071 h 223008"/>
                <a:gd name="csX37" fmla="*/ 117050 w 142135"/>
                <a:gd name="csY37" fmla="*/ 205350 h 223008"/>
                <a:gd name="csX38" fmla="*/ 115307 w 142135"/>
                <a:gd name="csY38" fmla="*/ 214639 h 223008"/>
                <a:gd name="csX39" fmla="*/ 105608 w 142135"/>
                <a:gd name="csY39" fmla="*/ 205168 h 223008"/>
                <a:gd name="csX40" fmla="*/ 70306 w 142135"/>
                <a:gd name="csY40" fmla="*/ 198146 h 223008"/>
                <a:gd name="csX41" fmla="*/ 57886 w 142135"/>
                <a:gd name="csY41" fmla="*/ 203581 h 223008"/>
                <a:gd name="csX42" fmla="*/ 42822 w 142135"/>
                <a:gd name="csY42" fmla="*/ 214552 h 223008"/>
                <a:gd name="csX43" fmla="*/ 33142 w 142135"/>
                <a:gd name="csY43" fmla="*/ 222624 h 2230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42135" h="223008">
                  <a:moveTo>
                    <a:pt x="33142" y="222624"/>
                  </a:moveTo>
                  <a:cubicBezTo>
                    <a:pt x="33100" y="221007"/>
                    <a:pt x="28999" y="218922"/>
                    <a:pt x="24030" y="217989"/>
                  </a:cubicBezTo>
                  <a:cubicBezTo>
                    <a:pt x="19061" y="217057"/>
                    <a:pt x="15032" y="215476"/>
                    <a:pt x="15077" y="214475"/>
                  </a:cubicBezTo>
                  <a:cubicBezTo>
                    <a:pt x="15123" y="213475"/>
                    <a:pt x="20967" y="206848"/>
                    <a:pt x="28065" y="199749"/>
                  </a:cubicBezTo>
                  <a:cubicBezTo>
                    <a:pt x="37756" y="190056"/>
                    <a:pt x="40635" y="185467"/>
                    <a:pt x="39623" y="181324"/>
                  </a:cubicBezTo>
                  <a:cubicBezTo>
                    <a:pt x="38882" y="178289"/>
                    <a:pt x="39300" y="170321"/>
                    <a:pt x="40552" y="163618"/>
                  </a:cubicBezTo>
                  <a:cubicBezTo>
                    <a:pt x="42457" y="153420"/>
                    <a:pt x="42085" y="150686"/>
                    <a:pt x="38270" y="146871"/>
                  </a:cubicBezTo>
                  <a:cubicBezTo>
                    <a:pt x="35762" y="144363"/>
                    <a:pt x="32644" y="141876"/>
                    <a:pt x="31342" y="141344"/>
                  </a:cubicBezTo>
                  <a:cubicBezTo>
                    <a:pt x="30039" y="140811"/>
                    <a:pt x="26314" y="136019"/>
                    <a:pt x="23064" y="130695"/>
                  </a:cubicBezTo>
                  <a:cubicBezTo>
                    <a:pt x="18146" y="122638"/>
                    <a:pt x="17840" y="121015"/>
                    <a:pt x="21238" y="121015"/>
                  </a:cubicBezTo>
                  <a:cubicBezTo>
                    <a:pt x="26407" y="121015"/>
                    <a:pt x="26532" y="114908"/>
                    <a:pt x="21448" y="110689"/>
                  </a:cubicBezTo>
                  <a:cubicBezTo>
                    <a:pt x="18195" y="107989"/>
                    <a:pt x="17551" y="108454"/>
                    <a:pt x="17417" y="113600"/>
                  </a:cubicBezTo>
                  <a:cubicBezTo>
                    <a:pt x="17202" y="121855"/>
                    <a:pt x="11362" y="102386"/>
                    <a:pt x="6090" y="75839"/>
                  </a:cubicBezTo>
                  <a:cubicBezTo>
                    <a:pt x="3834" y="64481"/>
                    <a:pt x="1295" y="52574"/>
                    <a:pt x="446" y="49379"/>
                  </a:cubicBezTo>
                  <a:cubicBezTo>
                    <a:pt x="-477" y="45903"/>
                    <a:pt x="61" y="43571"/>
                    <a:pt x="1787" y="43571"/>
                  </a:cubicBezTo>
                  <a:cubicBezTo>
                    <a:pt x="3372" y="43571"/>
                    <a:pt x="4669" y="46542"/>
                    <a:pt x="4669" y="50173"/>
                  </a:cubicBezTo>
                  <a:cubicBezTo>
                    <a:pt x="4669" y="56344"/>
                    <a:pt x="5386" y="56723"/>
                    <a:pt x="15640" y="55981"/>
                  </a:cubicBezTo>
                  <a:cubicBezTo>
                    <a:pt x="23894" y="55384"/>
                    <a:pt x="26358" y="54229"/>
                    <a:pt x="25590" y="51315"/>
                  </a:cubicBezTo>
                  <a:cubicBezTo>
                    <a:pt x="25028" y="49186"/>
                    <a:pt x="23380" y="43251"/>
                    <a:pt x="21927" y="38128"/>
                  </a:cubicBezTo>
                  <a:cubicBezTo>
                    <a:pt x="19644" y="30074"/>
                    <a:pt x="20076" y="27703"/>
                    <a:pt x="25126" y="20612"/>
                  </a:cubicBezTo>
                  <a:cubicBezTo>
                    <a:pt x="28338" y="16101"/>
                    <a:pt x="30367" y="10851"/>
                    <a:pt x="29635" y="8944"/>
                  </a:cubicBezTo>
                  <a:cubicBezTo>
                    <a:pt x="26306" y="269"/>
                    <a:pt x="38854" y="-2653"/>
                    <a:pt x="56601" y="2664"/>
                  </a:cubicBezTo>
                  <a:cubicBezTo>
                    <a:pt x="65243" y="5253"/>
                    <a:pt x="66731" y="6851"/>
                    <a:pt x="68014" y="14926"/>
                  </a:cubicBezTo>
                  <a:cubicBezTo>
                    <a:pt x="68826" y="20032"/>
                    <a:pt x="69898" y="26244"/>
                    <a:pt x="70397" y="28730"/>
                  </a:cubicBezTo>
                  <a:cubicBezTo>
                    <a:pt x="70908" y="31276"/>
                    <a:pt x="68463" y="35485"/>
                    <a:pt x="64799" y="38367"/>
                  </a:cubicBezTo>
                  <a:cubicBezTo>
                    <a:pt x="52677" y="47902"/>
                    <a:pt x="63675" y="56192"/>
                    <a:pt x="76515" y="47199"/>
                  </a:cubicBezTo>
                  <a:cubicBezTo>
                    <a:pt x="84862" y="41352"/>
                    <a:pt x="95020" y="44315"/>
                    <a:pt x="95020" y="52596"/>
                  </a:cubicBezTo>
                  <a:cubicBezTo>
                    <a:pt x="95020" y="61383"/>
                    <a:pt x="105491" y="67875"/>
                    <a:pt x="116723" y="66052"/>
                  </a:cubicBezTo>
                  <a:lnTo>
                    <a:pt x="125419" y="64641"/>
                  </a:lnTo>
                  <a:lnTo>
                    <a:pt x="121867" y="77984"/>
                  </a:lnTo>
                  <a:cubicBezTo>
                    <a:pt x="116766" y="97143"/>
                    <a:pt x="117305" y="101074"/>
                    <a:pt x="126198" y="109560"/>
                  </a:cubicBezTo>
                  <a:cubicBezTo>
                    <a:pt x="133696" y="116715"/>
                    <a:pt x="134049" y="117914"/>
                    <a:pt x="132452" y="130811"/>
                  </a:cubicBezTo>
                  <a:cubicBezTo>
                    <a:pt x="130905" y="143306"/>
                    <a:pt x="131310" y="144914"/>
                    <a:pt x="137172" y="149525"/>
                  </a:cubicBezTo>
                  <a:cubicBezTo>
                    <a:pt x="148350" y="158317"/>
                    <a:pt x="138877" y="171792"/>
                    <a:pt x="126264" y="165042"/>
                  </a:cubicBezTo>
                  <a:cubicBezTo>
                    <a:pt x="123464" y="163544"/>
                    <a:pt x="120516" y="162318"/>
                    <a:pt x="119713" y="162318"/>
                  </a:cubicBezTo>
                  <a:cubicBezTo>
                    <a:pt x="116537" y="162318"/>
                    <a:pt x="118487" y="177672"/>
                    <a:pt x="122125" y="181310"/>
                  </a:cubicBezTo>
                  <a:cubicBezTo>
                    <a:pt x="126947" y="186132"/>
                    <a:pt x="127019" y="189234"/>
                    <a:pt x="122395" y="193071"/>
                  </a:cubicBezTo>
                  <a:cubicBezTo>
                    <a:pt x="120414" y="194715"/>
                    <a:pt x="118009" y="200241"/>
                    <a:pt x="117050" y="205350"/>
                  </a:cubicBezTo>
                  <a:lnTo>
                    <a:pt x="115307" y="214639"/>
                  </a:lnTo>
                  <a:lnTo>
                    <a:pt x="105608" y="205168"/>
                  </a:lnTo>
                  <a:cubicBezTo>
                    <a:pt x="93087" y="192941"/>
                    <a:pt x="80185" y="190375"/>
                    <a:pt x="70306" y="198146"/>
                  </a:cubicBezTo>
                  <a:cubicBezTo>
                    <a:pt x="66478" y="201157"/>
                    <a:pt x="60889" y="203603"/>
                    <a:pt x="57886" y="203581"/>
                  </a:cubicBezTo>
                  <a:cubicBezTo>
                    <a:pt x="54649" y="203557"/>
                    <a:pt x="48516" y="208024"/>
                    <a:pt x="42822" y="214552"/>
                  </a:cubicBezTo>
                  <a:cubicBezTo>
                    <a:pt x="37540" y="220608"/>
                    <a:pt x="33184" y="224241"/>
                    <a:pt x="33142" y="222624"/>
                  </a:cubicBezTo>
                  <a:close/>
                </a:path>
              </a:pathLst>
            </a:custGeom>
            <a:solidFill>
              <a:srgbClr val="B9B9B9"/>
            </a:solidFill>
            <a:ln w="5163" cap="flat">
              <a:noFill/>
              <a:prstDash val="solid"/>
              <a:miter/>
            </a:ln>
          </p:spPr>
          <p:txBody>
            <a:bodyPr/>
            <a:lstStyle/>
            <a:p>
              <a:endParaRPr lang="es-419" noProof="0" dirty="0"/>
            </a:p>
          </p:txBody>
        </p:sp>
        <p:sp>
          <p:nvSpPr>
            <p:cNvPr id="86" name="Forma libre: forma 85">
              <a:extLst>
                <a:ext uri="{FF2B5EF4-FFF2-40B4-BE49-F238E27FC236}">
                  <a16:creationId xmlns:a16="http://schemas.microsoft.com/office/drawing/2014/main" id="{73EDDA17-1A33-9457-1BFB-366F88CCA830}"/>
                </a:ext>
              </a:extLst>
            </p:cNvPr>
            <p:cNvSpPr/>
            <p:nvPr/>
          </p:nvSpPr>
          <p:spPr>
            <a:xfrm>
              <a:off x="976738" y="2149266"/>
              <a:ext cx="9026" cy="7395"/>
            </a:xfrm>
            <a:custGeom>
              <a:avLst/>
              <a:gdLst>
                <a:gd name="csX0" fmla="*/ 866 w 9026"/>
                <a:gd name="csY0" fmla="*/ 4748 h 7395"/>
                <a:gd name="csX1" fmla="*/ 6187 w 9026"/>
                <a:gd name="csY1" fmla="*/ 710 h 7395"/>
                <a:gd name="csX2" fmla="*/ 8728 w 9026"/>
                <a:gd name="csY2" fmla="*/ 4901 h 7395"/>
                <a:gd name="csX3" fmla="*/ 866 w 9026"/>
                <a:gd name="csY3" fmla="*/ 4748 h 7395"/>
              </a:gdLst>
              <a:ahLst/>
              <a:cxnLst>
                <a:cxn ang="0">
                  <a:pos x="csX0" y="csY0"/>
                </a:cxn>
                <a:cxn ang="0">
                  <a:pos x="csX1" y="csY1"/>
                </a:cxn>
                <a:cxn ang="0">
                  <a:pos x="csX2" y="csY2"/>
                </a:cxn>
                <a:cxn ang="0">
                  <a:pos x="csX3" y="csY3"/>
                </a:cxn>
              </a:cxnLst>
              <a:rect l="l" t="t" r="r" b="b"/>
              <a:pathLst>
                <a:path w="9026" h="7395">
                  <a:moveTo>
                    <a:pt x="866" y="4748"/>
                  </a:moveTo>
                  <a:cubicBezTo>
                    <a:pt x="-1510" y="904"/>
                    <a:pt x="1245" y="-1186"/>
                    <a:pt x="6187" y="710"/>
                  </a:cubicBezTo>
                  <a:cubicBezTo>
                    <a:pt x="8468" y="1586"/>
                    <a:pt x="9611" y="3472"/>
                    <a:pt x="8728" y="4901"/>
                  </a:cubicBezTo>
                  <a:cubicBezTo>
                    <a:pt x="6635" y="8287"/>
                    <a:pt x="3009" y="8216"/>
                    <a:pt x="866" y="4748"/>
                  </a:cubicBezTo>
                  <a:close/>
                </a:path>
              </a:pathLst>
            </a:custGeom>
            <a:solidFill>
              <a:srgbClr val="B9B9B9"/>
            </a:solidFill>
            <a:ln w="5163" cap="flat">
              <a:noFill/>
              <a:prstDash val="solid"/>
              <a:miter/>
            </a:ln>
          </p:spPr>
          <p:txBody>
            <a:bodyPr/>
            <a:lstStyle/>
            <a:p>
              <a:endParaRPr lang="es-419" noProof="0" dirty="0"/>
            </a:p>
          </p:txBody>
        </p:sp>
        <p:sp>
          <p:nvSpPr>
            <p:cNvPr id="87" name="Forma libre: forma 86">
              <a:extLst>
                <a:ext uri="{FF2B5EF4-FFF2-40B4-BE49-F238E27FC236}">
                  <a16:creationId xmlns:a16="http://schemas.microsoft.com/office/drawing/2014/main" id="{847309AA-1705-9724-3F30-F8BB57F205D9}"/>
                </a:ext>
              </a:extLst>
            </p:cNvPr>
            <p:cNvSpPr/>
            <p:nvPr/>
          </p:nvSpPr>
          <p:spPr>
            <a:xfrm>
              <a:off x="958388" y="2135665"/>
              <a:ext cx="19364" cy="11047"/>
            </a:xfrm>
            <a:custGeom>
              <a:avLst/>
              <a:gdLst>
                <a:gd name="csX0" fmla="*/ 0 w 19364"/>
                <a:gd name="csY0" fmla="*/ 8841 h 11047"/>
                <a:gd name="csX1" fmla="*/ 17408 w 19364"/>
                <a:gd name="csY1" fmla="*/ 154 h 11047"/>
                <a:gd name="csX2" fmla="*/ 17432 w 19364"/>
                <a:gd name="csY2" fmla="*/ 5614 h 11047"/>
                <a:gd name="csX3" fmla="*/ 0 w 19364"/>
                <a:gd name="csY3" fmla="*/ 8841 h 11047"/>
              </a:gdLst>
              <a:ahLst/>
              <a:cxnLst>
                <a:cxn ang="0">
                  <a:pos x="csX0" y="csY0"/>
                </a:cxn>
                <a:cxn ang="0">
                  <a:pos x="csX1" y="csY1"/>
                </a:cxn>
                <a:cxn ang="0">
                  <a:pos x="csX2" y="csY2"/>
                </a:cxn>
                <a:cxn ang="0">
                  <a:pos x="csX3" y="csY3"/>
                </a:cxn>
              </a:cxnLst>
              <a:rect l="l" t="t" r="r" b="b"/>
              <a:pathLst>
                <a:path w="19364" h="11047">
                  <a:moveTo>
                    <a:pt x="0" y="8841"/>
                  </a:moveTo>
                  <a:cubicBezTo>
                    <a:pt x="126" y="2682"/>
                    <a:pt x="7086" y="-791"/>
                    <a:pt x="17408" y="154"/>
                  </a:cubicBezTo>
                  <a:cubicBezTo>
                    <a:pt x="20010" y="392"/>
                    <a:pt x="20015" y="1478"/>
                    <a:pt x="17432" y="5614"/>
                  </a:cubicBezTo>
                  <a:cubicBezTo>
                    <a:pt x="14357" y="10538"/>
                    <a:pt x="-89" y="13212"/>
                    <a:pt x="0" y="8841"/>
                  </a:cubicBezTo>
                  <a:close/>
                </a:path>
              </a:pathLst>
            </a:custGeom>
            <a:solidFill>
              <a:srgbClr val="B9B9B9"/>
            </a:solidFill>
            <a:ln w="5163" cap="flat">
              <a:noFill/>
              <a:prstDash val="solid"/>
              <a:miter/>
            </a:ln>
          </p:spPr>
          <p:txBody>
            <a:bodyPr/>
            <a:lstStyle/>
            <a:p>
              <a:endParaRPr lang="es-419" noProof="0" dirty="0"/>
            </a:p>
          </p:txBody>
        </p:sp>
        <p:sp>
          <p:nvSpPr>
            <p:cNvPr id="88" name="Forma libre: forma 87">
              <a:extLst>
                <a:ext uri="{FF2B5EF4-FFF2-40B4-BE49-F238E27FC236}">
                  <a16:creationId xmlns:a16="http://schemas.microsoft.com/office/drawing/2014/main" id="{1A8405A7-58CA-93FE-1563-98329042975F}"/>
                </a:ext>
              </a:extLst>
            </p:cNvPr>
            <p:cNvSpPr/>
            <p:nvPr/>
          </p:nvSpPr>
          <p:spPr>
            <a:xfrm>
              <a:off x="938010" y="2110987"/>
              <a:ext cx="18997" cy="19965"/>
            </a:xfrm>
            <a:custGeom>
              <a:avLst/>
              <a:gdLst>
                <a:gd name="csX0" fmla="*/ 2787 w 18997"/>
                <a:gd name="csY0" fmla="*/ 11392 h 19965"/>
                <a:gd name="csX1" fmla="*/ 4678 w 18997"/>
                <a:gd name="csY1" fmla="*/ 36 h 19965"/>
                <a:gd name="csX2" fmla="*/ 17544 w 18997"/>
                <a:gd name="csY2" fmla="*/ 12951 h 19965"/>
                <a:gd name="csX3" fmla="*/ 13049 w 18997"/>
                <a:gd name="csY3" fmla="*/ 19965 h 19965"/>
                <a:gd name="csX4" fmla="*/ 2787 w 18997"/>
                <a:gd name="csY4" fmla="*/ 11392 h 19965"/>
              </a:gdLst>
              <a:ahLst/>
              <a:cxnLst>
                <a:cxn ang="0">
                  <a:pos x="csX0" y="csY0"/>
                </a:cxn>
                <a:cxn ang="0">
                  <a:pos x="csX1" y="csY1"/>
                </a:cxn>
                <a:cxn ang="0">
                  <a:pos x="csX2" y="csY2"/>
                </a:cxn>
                <a:cxn ang="0">
                  <a:pos x="csX3" y="csY3"/>
                </a:cxn>
                <a:cxn ang="0">
                  <a:pos x="csX4" y="csY4"/>
                </a:cxn>
              </a:cxnLst>
              <a:rect l="l" t="t" r="r" b="b"/>
              <a:pathLst>
                <a:path w="18997" h="19965">
                  <a:moveTo>
                    <a:pt x="2787" y="11392"/>
                  </a:moveTo>
                  <a:cubicBezTo>
                    <a:pt x="-1192" y="389"/>
                    <a:pt x="-1207" y="479"/>
                    <a:pt x="4678" y="36"/>
                  </a:cubicBezTo>
                  <a:cubicBezTo>
                    <a:pt x="10396" y="-395"/>
                    <a:pt x="13750" y="2973"/>
                    <a:pt x="17544" y="12951"/>
                  </a:cubicBezTo>
                  <a:cubicBezTo>
                    <a:pt x="20048" y="19537"/>
                    <a:pt x="19774" y="19965"/>
                    <a:pt x="13049" y="19965"/>
                  </a:cubicBezTo>
                  <a:cubicBezTo>
                    <a:pt x="7281" y="19965"/>
                    <a:pt x="5284" y="18297"/>
                    <a:pt x="2787" y="11392"/>
                  </a:cubicBezTo>
                  <a:close/>
                </a:path>
              </a:pathLst>
            </a:custGeom>
            <a:solidFill>
              <a:srgbClr val="B9B9B9"/>
            </a:solidFill>
            <a:ln w="5163" cap="flat">
              <a:noFill/>
              <a:prstDash val="solid"/>
              <a:miter/>
            </a:ln>
          </p:spPr>
          <p:txBody>
            <a:bodyPr/>
            <a:lstStyle/>
            <a:p>
              <a:endParaRPr lang="es-419" noProof="0" dirty="0"/>
            </a:p>
          </p:txBody>
        </p:sp>
        <p:sp>
          <p:nvSpPr>
            <p:cNvPr id="89" name="Forma libre: forma 88">
              <a:extLst>
                <a:ext uri="{FF2B5EF4-FFF2-40B4-BE49-F238E27FC236}">
                  <a16:creationId xmlns:a16="http://schemas.microsoft.com/office/drawing/2014/main" id="{CFD4FACF-2D52-0214-0081-39EE73FD6DF3}"/>
                </a:ext>
              </a:extLst>
            </p:cNvPr>
            <p:cNvSpPr/>
            <p:nvPr/>
          </p:nvSpPr>
          <p:spPr>
            <a:xfrm>
              <a:off x="924790" y="2098451"/>
              <a:ext cx="5162" cy="9268"/>
            </a:xfrm>
            <a:custGeom>
              <a:avLst/>
              <a:gdLst>
                <a:gd name="csX0" fmla="*/ 0 w 5162"/>
                <a:gd name="csY0" fmla="*/ 3953 h 9268"/>
                <a:gd name="csX1" fmla="*/ 2581 w 5162"/>
                <a:gd name="csY1" fmla="*/ 233 h 9268"/>
                <a:gd name="csX2" fmla="*/ 5163 w 5162"/>
                <a:gd name="csY2" fmla="*/ 5549 h 9268"/>
                <a:gd name="csX3" fmla="*/ 2581 w 5162"/>
                <a:gd name="csY3" fmla="*/ 9269 h 9268"/>
                <a:gd name="csX4" fmla="*/ 0 w 5162"/>
                <a:gd name="csY4" fmla="*/ 3953 h 9268"/>
              </a:gdLst>
              <a:ahLst/>
              <a:cxnLst>
                <a:cxn ang="0">
                  <a:pos x="csX0" y="csY0"/>
                </a:cxn>
                <a:cxn ang="0">
                  <a:pos x="csX1" y="csY1"/>
                </a:cxn>
                <a:cxn ang="0">
                  <a:pos x="csX2" y="csY2"/>
                </a:cxn>
                <a:cxn ang="0">
                  <a:pos x="csX3" y="csY3"/>
                </a:cxn>
                <a:cxn ang="0">
                  <a:pos x="csX4" y="csY4"/>
                </a:cxn>
              </a:cxnLst>
              <a:rect l="l" t="t" r="r" b="b"/>
              <a:pathLst>
                <a:path w="5162" h="9268">
                  <a:moveTo>
                    <a:pt x="0" y="3953"/>
                  </a:moveTo>
                  <a:cubicBezTo>
                    <a:pt x="0" y="1030"/>
                    <a:pt x="1162" y="-644"/>
                    <a:pt x="2581" y="233"/>
                  </a:cubicBezTo>
                  <a:cubicBezTo>
                    <a:pt x="4001" y="1111"/>
                    <a:pt x="5163" y="3503"/>
                    <a:pt x="5163" y="5549"/>
                  </a:cubicBezTo>
                  <a:cubicBezTo>
                    <a:pt x="5163" y="7595"/>
                    <a:pt x="4001" y="9269"/>
                    <a:pt x="2581" y="9269"/>
                  </a:cubicBezTo>
                  <a:cubicBezTo>
                    <a:pt x="1162" y="9269"/>
                    <a:pt x="0" y="6877"/>
                    <a:pt x="0" y="3953"/>
                  </a:cubicBezTo>
                  <a:close/>
                </a:path>
              </a:pathLst>
            </a:custGeom>
            <a:solidFill>
              <a:srgbClr val="B9B9B9"/>
            </a:solidFill>
            <a:ln w="5163" cap="flat">
              <a:noFill/>
              <a:prstDash val="solid"/>
              <a:miter/>
            </a:ln>
          </p:spPr>
          <p:txBody>
            <a:bodyPr/>
            <a:lstStyle/>
            <a:p>
              <a:endParaRPr lang="es-419" noProof="0" dirty="0"/>
            </a:p>
          </p:txBody>
        </p:sp>
      </p:grpSp>
      <p:grpSp>
        <p:nvGrpSpPr>
          <p:cNvPr id="90" name="Gráfico 39">
            <a:extLst>
              <a:ext uri="{FF2B5EF4-FFF2-40B4-BE49-F238E27FC236}">
                <a16:creationId xmlns:a16="http://schemas.microsoft.com/office/drawing/2014/main" id="{1B3A4ADC-6E2E-6231-2A2F-22B8FBE567C4}"/>
              </a:ext>
            </a:extLst>
          </p:cNvPr>
          <p:cNvGrpSpPr/>
          <p:nvPr/>
        </p:nvGrpSpPr>
        <p:grpSpPr>
          <a:xfrm>
            <a:off x="281340" y="1474182"/>
            <a:ext cx="428841" cy="522535"/>
            <a:chOff x="281340" y="1474182"/>
            <a:chExt cx="428841" cy="522535"/>
          </a:xfrm>
          <a:solidFill>
            <a:srgbClr val="B9B9B9"/>
          </a:solidFill>
        </p:grpSpPr>
        <p:grpSp>
          <p:nvGrpSpPr>
            <p:cNvPr id="91" name="Gráfico 39">
              <a:extLst>
                <a:ext uri="{FF2B5EF4-FFF2-40B4-BE49-F238E27FC236}">
                  <a16:creationId xmlns:a16="http://schemas.microsoft.com/office/drawing/2014/main" id="{40EBE621-EEF3-0597-39F0-5597EC5AA763}"/>
                </a:ext>
              </a:extLst>
            </p:cNvPr>
            <p:cNvGrpSpPr/>
            <p:nvPr/>
          </p:nvGrpSpPr>
          <p:grpSpPr>
            <a:xfrm>
              <a:off x="281340" y="1474182"/>
              <a:ext cx="428841" cy="522535"/>
              <a:chOff x="281340" y="1474182"/>
              <a:chExt cx="428841" cy="522535"/>
            </a:xfrm>
            <a:solidFill>
              <a:srgbClr val="B9B9B9"/>
            </a:solidFill>
          </p:grpSpPr>
          <p:sp>
            <p:nvSpPr>
              <p:cNvPr id="92" name="Forma libre: forma 91">
                <a:extLst>
                  <a:ext uri="{FF2B5EF4-FFF2-40B4-BE49-F238E27FC236}">
                    <a16:creationId xmlns:a16="http://schemas.microsoft.com/office/drawing/2014/main" id="{5D0F2AD0-5EFF-BA89-9370-5B4FBCF4C895}"/>
                  </a:ext>
                </a:extLst>
              </p:cNvPr>
              <p:cNvSpPr/>
              <p:nvPr/>
            </p:nvSpPr>
            <p:spPr>
              <a:xfrm>
                <a:off x="281340" y="1474182"/>
                <a:ext cx="428841" cy="522535"/>
              </a:xfrm>
              <a:custGeom>
                <a:avLst/>
                <a:gdLst>
                  <a:gd name="csX0" fmla="*/ 375000 w 428841"/>
                  <a:gd name="csY0" fmla="*/ 516104 h 522535"/>
                  <a:gd name="csX1" fmla="*/ 367101 w 428841"/>
                  <a:gd name="csY1" fmla="*/ 496098 h 522535"/>
                  <a:gd name="csX2" fmla="*/ 357849 w 428841"/>
                  <a:gd name="csY2" fmla="*/ 467300 h 522535"/>
                  <a:gd name="csX3" fmla="*/ 337807 w 428841"/>
                  <a:gd name="csY3" fmla="*/ 445109 h 522535"/>
                  <a:gd name="csX4" fmla="*/ 320489 w 428841"/>
                  <a:gd name="csY4" fmla="*/ 429036 h 522535"/>
                  <a:gd name="csX5" fmla="*/ 269809 w 428841"/>
                  <a:gd name="csY5" fmla="*/ 379110 h 522535"/>
                  <a:gd name="csX6" fmla="*/ 248488 w 428841"/>
                  <a:gd name="csY6" fmla="*/ 370097 h 522535"/>
                  <a:gd name="csX7" fmla="*/ 256878 w 428841"/>
                  <a:gd name="csY7" fmla="*/ 370327 h 522535"/>
                  <a:gd name="csX8" fmla="*/ 265267 w 428841"/>
                  <a:gd name="csY8" fmla="*/ 372646 h 522535"/>
                  <a:gd name="csX9" fmla="*/ 258168 w 428841"/>
                  <a:gd name="csY9" fmla="*/ 366399 h 522535"/>
                  <a:gd name="csX10" fmla="*/ 251069 w 428841"/>
                  <a:gd name="csY10" fmla="*/ 355305 h 522535"/>
                  <a:gd name="csX11" fmla="*/ 237556 w 428841"/>
                  <a:gd name="csY11" fmla="*/ 353450 h 522535"/>
                  <a:gd name="csX12" fmla="*/ 235538 w 428841"/>
                  <a:gd name="csY12" fmla="*/ 349578 h 522535"/>
                  <a:gd name="csX13" fmla="*/ 231626 w 428841"/>
                  <a:gd name="csY13" fmla="*/ 338114 h 522535"/>
                  <a:gd name="csX14" fmla="*/ 227531 w 428841"/>
                  <a:gd name="csY14" fmla="*/ 327788 h 522535"/>
                  <a:gd name="csX15" fmla="*/ 225255 w 428841"/>
                  <a:gd name="csY15" fmla="*/ 330217 h 522535"/>
                  <a:gd name="csX16" fmla="*/ 222797 w 428841"/>
                  <a:gd name="csY16" fmla="*/ 331508 h 522535"/>
                  <a:gd name="csX17" fmla="*/ 220276 w 428841"/>
                  <a:gd name="csY17" fmla="*/ 330217 h 522535"/>
                  <a:gd name="csX18" fmla="*/ 216375 w 428841"/>
                  <a:gd name="csY18" fmla="*/ 326968 h 522535"/>
                  <a:gd name="csX19" fmla="*/ 212138 w 428841"/>
                  <a:gd name="csY19" fmla="*/ 320021 h 522535"/>
                  <a:gd name="csX20" fmla="*/ 209766 w 428841"/>
                  <a:gd name="csY20" fmla="*/ 317462 h 522535"/>
                  <a:gd name="csX21" fmla="*/ 212670 w 428841"/>
                  <a:gd name="csY21" fmla="*/ 314083 h 522535"/>
                  <a:gd name="csX22" fmla="*/ 216877 w 428841"/>
                  <a:gd name="csY22" fmla="*/ 311142 h 522535"/>
                  <a:gd name="csX23" fmla="*/ 215264 w 428841"/>
                  <a:gd name="csY23" fmla="*/ 309359 h 522535"/>
                  <a:gd name="csX24" fmla="*/ 217511 w 428841"/>
                  <a:gd name="csY24" fmla="*/ 291496 h 522535"/>
                  <a:gd name="csX25" fmla="*/ 222673 w 428841"/>
                  <a:gd name="csY25" fmla="*/ 271731 h 522535"/>
                  <a:gd name="csX26" fmla="*/ 225571 w 428841"/>
                  <a:gd name="csY26" fmla="*/ 266972 h 522535"/>
                  <a:gd name="csX27" fmla="*/ 225255 w 428841"/>
                  <a:gd name="csY27" fmla="*/ 263100 h 522535"/>
                  <a:gd name="csX28" fmla="*/ 224939 w 428841"/>
                  <a:gd name="csY28" fmla="*/ 259227 h 522535"/>
                  <a:gd name="csX29" fmla="*/ 227470 w 428841"/>
                  <a:gd name="csY29" fmla="*/ 246966 h 522535"/>
                  <a:gd name="csX30" fmla="*/ 227104 w 428841"/>
                  <a:gd name="csY30" fmla="*/ 234704 h 522535"/>
                  <a:gd name="csX31" fmla="*/ 225255 w 428841"/>
                  <a:gd name="csY31" fmla="*/ 245029 h 522535"/>
                  <a:gd name="csX32" fmla="*/ 222926 w 428841"/>
                  <a:gd name="csY32" fmla="*/ 241157 h 522535"/>
                  <a:gd name="csX33" fmla="*/ 213514 w 428841"/>
                  <a:gd name="csY33" fmla="*/ 204198 h 522535"/>
                  <a:gd name="csX34" fmla="*/ 207511 w 428841"/>
                  <a:gd name="csY34" fmla="*/ 195911 h 522535"/>
                  <a:gd name="csX35" fmla="*/ 199366 w 428841"/>
                  <a:gd name="csY35" fmla="*/ 188261 h 522535"/>
                  <a:gd name="csX36" fmla="*/ 189814 w 428841"/>
                  <a:gd name="csY36" fmla="*/ 185143 h 522535"/>
                  <a:gd name="csX37" fmla="*/ 177824 w 428841"/>
                  <a:gd name="csY37" fmla="*/ 176701 h 522535"/>
                  <a:gd name="csX38" fmla="*/ 173385 w 428841"/>
                  <a:gd name="csY38" fmla="*/ 171969 h 522535"/>
                  <a:gd name="csX39" fmla="*/ 172244 w 428841"/>
                  <a:gd name="csY39" fmla="*/ 166295 h 522535"/>
                  <a:gd name="csX40" fmla="*/ 157189 w 428841"/>
                  <a:gd name="csY40" fmla="*/ 154717 h 522535"/>
                  <a:gd name="csX41" fmla="*/ 154290 w 428841"/>
                  <a:gd name="csY41" fmla="*/ 143110 h 522535"/>
                  <a:gd name="csX42" fmla="*/ 153437 w 428841"/>
                  <a:gd name="csY42" fmla="*/ 130888 h 522535"/>
                  <a:gd name="csX43" fmla="*/ 150373 w 428841"/>
                  <a:gd name="csY43" fmla="*/ 128835 h 522535"/>
                  <a:gd name="csX44" fmla="*/ 148457 w 428841"/>
                  <a:gd name="csY44" fmla="*/ 125777 h 522535"/>
                  <a:gd name="csX45" fmla="*/ 150890 w 428841"/>
                  <a:gd name="csY45" fmla="*/ 109503 h 522535"/>
                  <a:gd name="csX46" fmla="*/ 144325 w 428841"/>
                  <a:gd name="csY46" fmla="*/ 119656 h 522535"/>
                  <a:gd name="csX47" fmla="*/ 132054 w 428841"/>
                  <a:gd name="csY47" fmla="*/ 127093 h 522535"/>
                  <a:gd name="csX48" fmla="*/ 125630 w 428841"/>
                  <a:gd name="csY48" fmla="*/ 120812 h 522535"/>
                  <a:gd name="csX49" fmla="*/ 123207 w 428841"/>
                  <a:gd name="csY49" fmla="*/ 117248 h 522535"/>
                  <a:gd name="csX50" fmla="*/ 119415 w 428841"/>
                  <a:gd name="csY50" fmla="*/ 121894 h 522535"/>
                  <a:gd name="csX51" fmla="*/ 116519 w 428841"/>
                  <a:gd name="csY51" fmla="*/ 129437 h 522535"/>
                  <a:gd name="csX52" fmla="*/ 107977 w 428841"/>
                  <a:gd name="csY52" fmla="*/ 127285 h 522535"/>
                  <a:gd name="csX53" fmla="*/ 105433 w 428841"/>
                  <a:gd name="csY53" fmla="*/ 123427 h 522535"/>
                  <a:gd name="csX54" fmla="*/ 96024 w 428841"/>
                  <a:gd name="csY54" fmla="*/ 113119 h 522535"/>
                  <a:gd name="csX55" fmla="*/ 84566 w 428841"/>
                  <a:gd name="csY55" fmla="*/ 104340 h 522535"/>
                  <a:gd name="csX56" fmla="*/ 73108 w 428841"/>
                  <a:gd name="csY56" fmla="*/ 95562 h 522535"/>
                  <a:gd name="csX57" fmla="*/ 56725 w 428841"/>
                  <a:gd name="csY57" fmla="*/ 85124 h 522535"/>
                  <a:gd name="csX58" fmla="*/ 41890 w 428841"/>
                  <a:gd name="csY58" fmla="*/ 66163 h 522535"/>
                  <a:gd name="csX59" fmla="*/ 28677 w 428841"/>
                  <a:gd name="csY59" fmla="*/ 46701 h 522535"/>
                  <a:gd name="csX60" fmla="*/ 19131 w 428841"/>
                  <a:gd name="csY60" fmla="*/ 37238 h 522535"/>
                  <a:gd name="csX61" fmla="*/ 12905 w 428841"/>
                  <a:gd name="csY61" fmla="*/ 29478 h 522535"/>
                  <a:gd name="csX62" fmla="*/ 565 w 428841"/>
                  <a:gd name="csY62" fmla="*/ 12763 h 522535"/>
                  <a:gd name="csX63" fmla="*/ 24931 w 428841"/>
                  <a:gd name="csY63" fmla="*/ 17586 h 522535"/>
                  <a:gd name="csX64" fmla="*/ 53740 w 428841"/>
                  <a:gd name="csY64" fmla="*/ 17944 h 522535"/>
                  <a:gd name="csX65" fmla="*/ 62623 w 428841"/>
                  <a:gd name="csY65" fmla="*/ 19236 h 522535"/>
                  <a:gd name="csX66" fmla="*/ 68432 w 428841"/>
                  <a:gd name="csY66" fmla="*/ 26677 h 522535"/>
                  <a:gd name="csX67" fmla="*/ 76711 w 428841"/>
                  <a:gd name="csY67" fmla="*/ 24137 h 522535"/>
                  <a:gd name="csX68" fmla="*/ 79251 w 428841"/>
                  <a:gd name="csY68" fmla="*/ 21734 h 522535"/>
                  <a:gd name="csX69" fmla="*/ 83275 w 428841"/>
                  <a:gd name="csY69" fmla="*/ 19103 h 522535"/>
                  <a:gd name="csX70" fmla="*/ 76792 w 428841"/>
                  <a:gd name="csY70" fmla="*/ 18100 h 522535"/>
                  <a:gd name="csX71" fmla="*/ 72078 w 428841"/>
                  <a:gd name="csY71" fmla="*/ 15119 h 522535"/>
                  <a:gd name="csX72" fmla="*/ 69501 w 428841"/>
                  <a:gd name="csY72" fmla="*/ 12179 h 522535"/>
                  <a:gd name="csX73" fmla="*/ 70989 w 428841"/>
                  <a:gd name="csY73" fmla="*/ 5916 h 522535"/>
                  <a:gd name="csX74" fmla="*/ 77646 w 428841"/>
                  <a:gd name="csY74" fmla="*/ 3402 h 522535"/>
                  <a:gd name="csX75" fmla="*/ 139275 w 428841"/>
                  <a:gd name="csY75" fmla="*/ 15638 h 522535"/>
                  <a:gd name="csX76" fmla="*/ 187630 w 428841"/>
                  <a:gd name="csY76" fmla="*/ 22047 h 522535"/>
                  <a:gd name="csX77" fmla="*/ 207209 w 428841"/>
                  <a:gd name="csY77" fmla="*/ 56596 h 522535"/>
                  <a:gd name="csX78" fmla="*/ 227114 w 428841"/>
                  <a:gd name="csY78" fmla="*/ 93147 h 522535"/>
                  <a:gd name="csX79" fmla="*/ 237157 w 428841"/>
                  <a:gd name="csY79" fmla="*/ 106748 h 522535"/>
                  <a:gd name="csX80" fmla="*/ 244314 w 428841"/>
                  <a:gd name="csY80" fmla="*/ 119404 h 522535"/>
                  <a:gd name="csX81" fmla="*/ 245646 w 428841"/>
                  <a:gd name="csY81" fmla="*/ 128703 h 522535"/>
                  <a:gd name="csX82" fmla="*/ 248545 w 428841"/>
                  <a:gd name="csY82" fmla="*/ 142569 h 522535"/>
                  <a:gd name="csX83" fmla="*/ 261330 w 428841"/>
                  <a:gd name="csY83" fmla="*/ 164801 h 522535"/>
                  <a:gd name="csX84" fmla="*/ 258888 w 428841"/>
                  <a:gd name="csY84" fmla="*/ 155359 h 522535"/>
                  <a:gd name="csX85" fmla="*/ 255800 w 428841"/>
                  <a:gd name="csY85" fmla="*/ 130155 h 522535"/>
                  <a:gd name="csX86" fmla="*/ 275961 w 428841"/>
                  <a:gd name="csY86" fmla="*/ 158456 h 522535"/>
                  <a:gd name="csX87" fmla="*/ 281077 w 428841"/>
                  <a:gd name="csY87" fmla="*/ 166295 h 522535"/>
                  <a:gd name="csX88" fmla="*/ 284516 w 428841"/>
                  <a:gd name="csY88" fmla="*/ 174685 h 522535"/>
                  <a:gd name="csX89" fmla="*/ 290330 w 428841"/>
                  <a:gd name="csY89" fmla="*/ 206853 h 522535"/>
                  <a:gd name="csX90" fmla="*/ 289732 w 428841"/>
                  <a:gd name="csY90" fmla="*/ 219395 h 522535"/>
                  <a:gd name="csX91" fmla="*/ 295284 w 428841"/>
                  <a:gd name="csY91" fmla="*/ 246624 h 522535"/>
                  <a:gd name="csX92" fmla="*/ 307839 w 428841"/>
                  <a:gd name="csY92" fmla="*/ 265674 h 522535"/>
                  <a:gd name="csX93" fmla="*/ 311998 w 428841"/>
                  <a:gd name="csY93" fmla="*/ 272749 h 522535"/>
                  <a:gd name="csX94" fmla="*/ 323310 w 428841"/>
                  <a:gd name="csY94" fmla="*/ 313772 h 522535"/>
                  <a:gd name="csX95" fmla="*/ 331080 w 428841"/>
                  <a:gd name="csY95" fmla="*/ 343142 h 522535"/>
                  <a:gd name="csX96" fmla="*/ 329774 w 428841"/>
                  <a:gd name="csY96" fmla="*/ 364390 h 522535"/>
                  <a:gd name="csX97" fmla="*/ 349986 w 428841"/>
                  <a:gd name="csY97" fmla="*/ 396248 h 522535"/>
                  <a:gd name="csX98" fmla="*/ 354973 w 428841"/>
                  <a:gd name="csY98" fmla="*/ 397754 h 522535"/>
                  <a:gd name="csX99" fmla="*/ 357026 w 428841"/>
                  <a:gd name="csY99" fmla="*/ 403789 h 522535"/>
                  <a:gd name="csX100" fmla="*/ 360843 w 428841"/>
                  <a:gd name="csY100" fmla="*/ 395399 h 522535"/>
                  <a:gd name="csX101" fmla="*/ 361835 w 428841"/>
                  <a:gd name="csY101" fmla="*/ 383279 h 522535"/>
                  <a:gd name="csX102" fmla="*/ 377379 w 428841"/>
                  <a:gd name="csY102" fmla="*/ 393272 h 522535"/>
                  <a:gd name="csX103" fmla="*/ 390468 w 428841"/>
                  <a:gd name="csY103" fmla="*/ 410555 h 522535"/>
                  <a:gd name="csX104" fmla="*/ 396921 w 428841"/>
                  <a:gd name="csY104" fmla="*/ 414114 h 522535"/>
                  <a:gd name="csX105" fmla="*/ 403375 w 428841"/>
                  <a:gd name="csY105" fmla="*/ 419847 h 522535"/>
                  <a:gd name="csX106" fmla="*/ 406602 w 428841"/>
                  <a:gd name="csY106" fmla="*/ 439662 h 522535"/>
                  <a:gd name="csX107" fmla="*/ 418087 w 428841"/>
                  <a:gd name="csY107" fmla="*/ 458630 h 522535"/>
                  <a:gd name="csX108" fmla="*/ 419011 w 428841"/>
                  <a:gd name="csY108" fmla="*/ 503820 h 522535"/>
                  <a:gd name="csX109" fmla="*/ 409820 w 428841"/>
                  <a:gd name="csY109" fmla="*/ 509628 h 522535"/>
                  <a:gd name="csX110" fmla="*/ 394580 w 428841"/>
                  <a:gd name="csY110" fmla="*/ 516082 h 522535"/>
                  <a:gd name="csX111" fmla="*/ 382031 w 428841"/>
                  <a:gd name="csY111" fmla="*/ 522535 h 522535"/>
                  <a:gd name="csX112" fmla="*/ 375000 w 428841"/>
                  <a:gd name="csY112" fmla="*/ 516104 h 5225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Lst>
                <a:rect l="l" t="t" r="r" b="b"/>
                <a:pathLst>
                  <a:path w="428841" h="522535">
                    <a:moveTo>
                      <a:pt x="375000" y="516104"/>
                    </a:moveTo>
                    <a:cubicBezTo>
                      <a:pt x="371085" y="511937"/>
                      <a:pt x="368304" y="504894"/>
                      <a:pt x="367101" y="496098"/>
                    </a:cubicBezTo>
                    <a:cubicBezTo>
                      <a:pt x="366079" y="488632"/>
                      <a:pt x="361916" y="475673"/>
                      <a:pt x="357849" y="467300"/>
                    </a:cubicBezTo>
                    <a:cubicBezTo>
                      <a:pt x="351802" y="454850"/>
                      <a:pt x="348152" y="450809"/>
                      <a:pt x="337807" y="445109"/>
                    </a:cubicBezTo>
                    <a:cubicBezTo>
                      <a:pt x="329743" y="440665"/>
                      <a:pt x="323467" y="434840"/>
                      <a:pt x="320489" y="429036"/>
                    </a:cubicBezTo>
                    <a:cubicBezTo>
                      <a:pt x="313727" y="415856"/>
                      <a:pt x="278311" y="380967"/>
                      <a:pt x="269809" y="379110"/>
                    </a:cubicBezTo>
                    <a:cubicBezTo>
                      <a:pt x="258622" y="376667"/>
                      <a:pt x="248488" y="372383"/>
                      <a:pt x="248488" y="370097"/>
                    </a:cubicBezTo>
                    <a:cubicBezTo>
                      <a:pt x="248488" y="368948"/>
                      <a:pt x="252263" y="369052"/>
                      <a:pt x="256878" y="370327"/>
                    </a:cubicBezTo>
                    <a:lnTo>
                      <a:pt x="265267" y="372646"/>
                    </a:lnTo>
                    <a:lnTo>
                      <a:pt x="258168" y="366399"/>
                    </a:lnTo>
                    <a:cubicBezTo>
                      <a:pt x="254264" y="362963"/>
                      <a:pt x="251069" y="357971"/>
                      <a:pt x="251069" y="355305"/>
                    </a:cubicBezTo>
                    <a:cubicBezTo>
                      <a:pt x="251069" y="350053"/>
                      <a:pt x="241061" y="348679"/>
                      <a:pt x="237556" y="353450"/>
                    </a:cubicBezTo>
                    <a:cubicBezTo>
                      <a:pt x="236513" y="354870"/>
                      <a:pt x="235605" y="353128"/>
                      <a:pt x="235538" y="349578"/>
                    </a:cubicBezTo>
                    <a:cubicBezTo>
                      <a:pt x="235471" y="346029"/>
                      <a:pt x="233711" y="340870"/>
                      <a:pt x="231626" y="338114"/>
                    </a:cubicBezTo>
                    <a:cubicBezTo>
                      <a:pt x="229542" y="335358"/>
                      <a:pt x="227699" y="330711"/>
                      <a:pt x="227531" y="327788"/>
                    </a:cubicBezTo>
                    <a:cubicBezTo>
                      <a:pt x="227316" y="324054"/>
                      <a:pt x="226639" y="324776"/>
                      <a:pt x="225255" y="330217"/>
                    </a:cubicBezTo>
                    <a:cubicBezTo>
                      <a:pt x="223398" y="337513"/>
                      <a:pt x="223256" y="337588"/>
                      <a:pt x="222797" y="331508"/>
                    </a:cubicBezTo>
                    <a:cubicBezTo>
                      <a:pt x="222352" y="325610"/>
                      <a:pt x="222136" y="325499"/>
                      <a:pt x="220276" y="330217"/>
                    </a:cubicBezTo>
                    <a:cubicBezTo>
                      <a:pt x="218499" y="334726"/>
                      <a:pt x="218005" y="334315"/>
                      <a:pt x="216375" y="326968"/>
                    </a:cubicBezTo>
                    <a:cubicBezTo>
                      <a:pt x="215349" y="322341"/>
                      <a:pt x="213442" y="319215"/>
                      <a:pt x="212138" y="320021"/>
                    </a:cubicBezTo>
                    <a:cubicBezTo>
                      <a:pt x="210833" y="320827"/>
                      <a:pt x="209766" y="319676"/>
                      <a:pt x="209766" y="317462"/>
                    </a:cubicBezTo>
                    <a:cubicBezTo>
                      <a:pt x="209766" y="315249"/>
                      <a:pt x="211073" y="313728"/>
                      <a:pt x="212670" y="314083"/>
                    </a:cubicBezTo>
                    <a:cubicBezTo>
                      <a:pt x="214268" y="314438"/>
                      <a:pt x="216161" y="313115"/>
                      <a:pt x="216877" y="311142"/>
                    </a:cubicBezTo>
                    <a:cubicBezTo>
                      <a:pt x="217675" y="308946"/>
                      <a:pt x="217050" y="308255"/>
                      <a:pt x="215264" y="309359"/>
                    </a:cubicBezTo>
                    <a:cubicBezTo>
                      <a:pt x="211189" y="311878"/>
                      <a:pt x="211586" y="308715"/>
                      <a:pt x="217511" y="291496"/>
                    </a:cubicBezTo>
                    <a:cubicBezTo>
                      <a:pt x="220350" y="283242"/>
                      <a:pt x="222673" y="274348"/>
                      <a:pt x="222673" y="271731"/>
                    </a:cubicBezTo>
                    <a:cubicBezTo>
                      <a:pt x="222673" y="269113"/>
                      <a:pt x="223977" y="266972"/>
                      <a:pt x="225571" y="266972"/>
                    </a:cubicBezTo>
                    <a:cubicBezTo>
                      <a:pt x="227573" y="266972"/>
                      <a:pt x="227475" y="265775"/>
                      <a:pt x="225255" y="263100"/>
                    </a:cubicBezTo>
                    <a:cubicBezTo>
                      <a:pt x="223035" y="260424"/>
                      <a:pt x="222937" y="259227"/>
                      <a:pt x="224939" y="259227"/>
                    </a:cubicBezTo>
                    <a:cubicBezTo>
                      <a:pt x="226726" y="259227"/>
                      <a:pt x="227696" y="254529"/>
                      <a:pt x="227470" y="246966"/>
                    </a:cubicBezTo>
                    <a:lnTo>
                      <a:pt x="227104" y="234704"/>
                    </a:lnTo>
                    <a:lnTo>
                      <a:pt x="225255" y="245029"/>
                    </a:lnTo>
                    <a:cubicBezTo>
                      <a:pt x="223422" y="255266"/>
                      <a:pt x="223402" y="255233"/>
                      <a:pt x="222926" y="241157"/>
                    </a:cubicBezTo>
                    <a:cubicBezTo>
                      <a:pt x="222330" y="223537"/>
                      <a:pt x="217100" y="203003"/>
                      <a:pt x="213514" y="204198"/>
                    </a:cubicBezTo>
                    <a:cubicBezTo>
                      <a:pt x="212038" y="204690"/>
                      <a:pt x="209337" y="200961"/>
                      <a:pt x="207511" y="195911"/>
                    </a:cubicBezTo>
                    <a:cubicBezTo>
                      <a:pt x="204912" y="188724"/>
                      <a:pt x="203143" y="187062"/>
                      <a:pt x="199366" y="188261"/>
                    </a:cubicBezTo>
                    <a:cubicBezTo>
                      <a:pt x="196479" y="189177"/>
                      <a:pt x="192643" y="187925"/>
                      <a:pt x="189814" y="185143"/>
                    </a:cubicBezTo>
                    <a:cubicBezTo>
                      <a:pt x="187213" y="182586"/>
                      <a:pt x="181818" y="178787"/>
                      <a:pt x="177824" y="176701"/>
                    </a:cubicBezTo>
                    <a:cubicBezTo>
                      <a:pt x="173830" y="174616"/>
                      <a:pt x="171833" y="172486"/>
                      <a:pt x="173385" y="171969"/>
                    </a:cubicBezTo>
                    <a:cubicBezTo>
                      <a:pt x="177632" y="170553"/>
                      <a:pt x="176775" y="166295"/>
                      <a:pt x="172244" y="166295"/>
                    </a:cubicBezTo>
                    <a:cubicBezTo>
                      <a:pt x="165904" y="166295"/>
                      <a:pt x="155744" y="158482"/>
                      <a:pt x="157189" y="154717"/>
                    </a:cubicBezTo>
                    <a:cubicBezTo>
                      <a:pt x="157916" y="152822"/>
                      <a:pt x="156611" y="147599"/>
                      <a:pt x="154290" y="143110"/>
                    </a:cubicBezTo>
                    <a:cubicBezTo>
                      <a:pt x="150789" y="136341"/>
                      <a:pt x="150644" y="134254"/>
                      <a:pt x="153437" y="130888"/>
                    </a:cubicBezTo>
                    <a:cubicBezTo>
                      <a:pt x="156396" y="127323"/>
                      <a:pt x="156023" y="127073"/>
                      <a:pt x="150373" y="128835"/>
                    </a:cubicBezTo>
                    <a:cubicBezTo>
                      <a:pt x="144136" y="130780"/>
                      <a:pt x="144078" y="130686"/>
                      <a:pt x="148457" y="125777"/>
                    </a:cubicBezTo>
                    <a:cubicBezTo>
                      <a:pt x="153040" y="120640"/>
                      <a:pt x="154705" y="109503"/>
                      <a:pt x="150890" y="109503"/>
                    </a:cubicBezTo>
                    <a:cubicBezTo>
                      <a:pt x="149743" y="109503"/>
                      <a:pt x="146789" y="114072"/>
                      <a:pt x="144325" y="119656"/>
                    </a:cubicBezTo>
                    <a:cubicBezTo>
                      <a:pt x="140017" y="129421"/>
                      <a:pt x="139548" y="129705"/>
                      <a:pt x="132054" y="127093"/>
                    </a:cubicBezTo>
                    <a:cubicBezTo>
                      <a:pt x="127075" y="125357"/>
                      <a:pt x="124756" y="123090"/>
                      <a:pt x="125630" y="120812"/>
                    </a:cubicBezTo>
                    <a:cubicBezTo>
                      <a:pt x="126411" y="118778"/>
                      <a:pt x="125370" y="117248"/>
                      <a:pt x="123207" y="117248"/>
                    </a:cubicBezTo>
                    <a:cubicBezTo>
                      <a:pt x="121121" y="117248"/>
                      <a:pt x="119415" y="119339"/>
                      <a:pt x="119415" y="121894"/>
                    </a:cubicBezTo>
                    <a:cubicBezTo>
                      <a:pt x="119415" y="124450"/>
                      <a:pt x="118112" y="127844"/>
                      <a:pt x="116519" y="129437"/>
                    </a:cubicBezTo>
                    <a:cubicBezTo>
                      <a:pt x="113230" y="132727"/>
                      <a:pt x="105775" y="130849"/>
                      <a:pt x="107977" y="127285"/>
                    </a:cubicBezTo>
                    <a:cubicBezTo>
                      <a:pt x="108769" y="126004"/>
                      <a:pt x="107624" y="124268"/>
                      <a:pt x="105433" y="123427"/>
                    </a:cubicBezTo>
                    <a:cubicBezTo>
                      <a:pt x="103242" y="122586"/>
                      <a:pt x="99008" y="117948"/>
                      <a:pt x="96024" y="113119"/>
                    </a:cubicBezTo>
                    <a:cubicBezTo>
                      <a:pt x="92358" y="107187"/>
                      <a:pt x="88642" y="104340"/>
                      <a:pt x="84566" y="104340"/>
                    </a:cubicBezTo>
                    <a:cubicBezTo>
                      <a:pt x="80490" y="104340"/>
                      <a:pt x="76774" y="101493"/>
                      <a:pt x="73108" y="95562"/>
                    </a:cubicBezTo>
                    <a:cubicBezTo>
                      <a:pt x="67387" y="86305"/>
                      <a:pt x="62222" y="83015"/>
                      <a:pt x="56725" y="85124"/>
                    </a:cubicBezTo>
                    <a:cubicBezTo>
                      <a:pt x="50606" y="87472"/>
                      <a:pt x="41978" y="76444"/>
                      <a:pt x="41890" y="66163"/>
                    </a:cubicBezTo>
                    <a:cubicBezTo>
                      <a:pt x="41792" y="54708"/>
                      <a:pt x="37917" y="49001"/>
                      <a:pt x="28677" y="46701"/>
                    </a:cubicBezTo>
                    <a:cubicBezTo>
                      <a:pt x="24172" y="45580"/>
                      <a:pt x="20912" y="42349"/>
                      <a:pt x="19131" y="37238"/>
                    </a:cubicBezTo>
                    <a:cubicBezTo>
                      <a:pt x="17643" y="32970"/>
                      <a:pt x="14841" y="29478"/>
                      <a:pt x="12905" y="29478"/>
                    </a:cubicBezTo>
                    <a:cubicBezTo>
                      <a:pt x="8305" y="29478"/>
                      <a:pt x="-2593" y="14715"/>
                      <a:pt x="565" y="12763"/>
                    </a:cubicBezTo>
                    <a:cubicBezTo>
                      <a:pt x="3818" y="10752"/>
                      <a:pt x="12858" y="12542"/>
                      <a:pt x="24931" y="17586"/>
                    </a:cubicBezTo>
                    <a:cubicBezTo>
                      <a:pt x="37286" y="22748"/>
                      <a:pt x="47225" y="22872"/>
                      <a:pt x="53740" y="17944"/>
                    </a:cubicBezTo>
                    <a:cubicBezTo>
                      <a:pt x="60581" y="12770"/>
                      <a:pt x="62623" y="13067"/>
                      <a:pt x="62623" y="19236"/>
                    </a:cubicBezTo>
                    <a:cubicBezTo>
                      <a:pt x="62623" y="22305"/>
                      <a:pt x="65034" y="25393"/>
                      <a:pt x="68432" y="26677"/>
                    </a:cubicBezTo>
                    <a:cubicBezTo>
                      <a:pt x="74871" y="29111"/>
                      <a:pt x="79002" y="27843"/>
                      <a:pt x="76711" y="24137"/>
                    </a:cubicBezTo>
                    <a:cubicBezTo>
                      <a:pt x="75894" y="22815"/>
                      <a:pt x="77037" y="21734"/>
                      <a:pt x="79251" y="21734"/>
                    </a:cubicBezTo>
                    <a:cubicBezTo>
                      <a:pt x="81464" y="21734"/>
                      <a:pt x="83275" y="20550"/>
                      <a:pt x="83275" y="19103"/>
                    </a:cubicBezTo>
                    <a:cubicBezTo>
                      <a:pt x="83275" y="17583"/>
                      <a:pt x="80538" y="17160"/>
                      <a:pt x="76792" y="18100"/>
                    </a:cubicBezTo>
                    <a:cubicBezTo>
                      <a:pt x="71329" y="19471"/>
                      <a:pt x="70588" y="19002"/>
                      <a:pt x="72078" y="15119"/>
                    </a:cubicBezTo>
                    <a:cubicBezTo>
                      <a:pt x="73452" y="11539"/>
                      <a:pt x="72877" y="10883"/>
                      <a:pt x="69501" y="12179"/>
                    </a:cubicBezTo>
                    <a:cubicBezTo>
                      <a:pt x="66052" y="13503"/>
                      <a:pt x="66358" y="12212"/>
                      <a:pt x="70989" y="5916"/>
                    </a:cubicBezTo>
                    <a:cubicBezTo>
                      <a:pt x="76351" y="-1376"/>
                      <a:pt x="76888" y="-1579"/>
                      <a:pt x="77646" y="3402"/>
                    </a:cubicBezTo>
                    <a:cubicBezTo>
                      <a:pt x="78672" y="10145"/>
                      <a:pt x="78784" y="10167"/>
                      <a:pt x="139275" y="15638"/>
                    </a:cubicBezTo>
                    <a:cubicBezTo>
                      <a:pt x="166526" y="18103"/>
                      <a:pt x="188286" y="20987"/>
                      <a:pt x="187630" y="22047"/>
                    </a:cubicBezTo>
                    <a:cubicBezTo>
                      <a:pt x="185081" y="26172"/>
                      <a:pt x="200296" y="53021"/>
                      <a:pt x="207209" y="56596"/>
                    </a:cubicBezTo>
                    <a:cubicBezTo>
                      <a:pt x="214767" y="60504"/>
                      <a:pt x="224810" y="78946"/>
                      <a:pt x="227114" y="93147"/>
                    </a:cubicBezTo>
                    <a:cubicBezTo>
                      <a:pt x="228108" y="99272"/>
                      <a:pt x="230904" y="103059"/>
                      <a:pt x="237157" y="106748"/>
                    </a:cubicBezTo>
                    <a:cubicBezTo>
                      <a:pt x="244668" y="111180"/>
                      <a:pt x="245621" y="112866"/>
                      <a:pt x="244314" y="119404"/>
                    </a:cubicBezTo>
                    <a:cubicBezTo>
                      <a:pt x="243448" y="123731"/>
                      <a:pt x="244017" y="127696"/>
                      <a:pt x="245646" y="128703"/>
                    </a:cubicBezTo>
                    <a:cubicBezTo>
                      <a:pt x="247209" y="129669"/>
                      <a:pt x="248514" y="135909"/>
                      <a:pt x="248545" y="142569"/>
                    </a:cubicBezTo>
                    <a:cubicBezTo>
                      <a:pt x="248610" y="156222"/>
                      <a:pt x="256380" y="169733"/>
                      <a:pt x="261330" y="164801"/>
                    </a:cubicBezTo>
                    <a:cubicBezTo>
                      <a:pt x="263334" y="162805"/>
                      <a:pt x="262643" y="160133"/>
                      <a:pt x="258888" y="155359"/>
                    </a:cubicBezTo>
                    <a:cubicBezTo>
                      <a:pt x="253728" y="148800"/>
                      <a:pt x="251444" y="130155"/>
                      <a:pt x="255800" y="130155"/>
                    </a:cubicBezTo>
                    <a:cubicBezTo>
                      <a:pt x="259829" y="130155"/>
                      <a:pt x="274389" y="150593"/>
                      <a:pt x="275961" y="158456"/>
                    </a:cubicBezTo>
                    <a:cubicBezTo>
                      <a:pt x="276824" y="162768"/>
                      <a:pt x="279126" y="166295"/>
                      <a:pt x="281077" y="166295"/>
                    </a:cubicBezTo>
                    <a:cubicBezTo>
                      <a:pt x="283382" y="166295"/>
                      <a:pt x="284587" y="169236"/>
                      <a:pt x="284516" y="174685"/>
                    </a:cubicBezTo>
                    <a:cubicBezTo>
                      <a:pt x="284361" y="186530"/>
                      <a:pt x="287367" y="203159"/>
                      <a:pt x="290330" y="206853"/>
                    </a:cubicBezTo>
                    <a:cubicBezTo>
                      <a:pt x="291973" y="208901"/>
                      <a:pt x="291767" y="213229"/>
                      <a:pt x="289732" y="219395"/>
                    </a:cubicBezTo>
                    <a:cubicBezTo>
                      <a:pt x="286869" y="228068"/>
                      <a:pt x="287307" y="230214"/>
                      <a:pt x="295284" y="246624"/>
                    </a:cubicBezTo>
                    <a:cubicBezTo>
                      <a:pt x="300047" y="256421"/>
                      <a:pt x="305697" y="264994"/>
                      <a:pt x="307839" y="265674"/>
                    </a:cubicBezTo>
                    <a:cubicBezTo>
                      <a:pt x="309981" y="266354"/>
                      <a:pt x="311853" y="269538"/>
                      <a:pt x="311998" y="272749"/>
                    </a:cubicBezTo>
                    <a:cubicBezTo>
                      <a:pt x="312747" y="289262"/>
                      <a:pt x="316417" y="302569"/>
                      <a:pt x="323310" y="313772"/>
                    </a:cubicBezTo>
                    <a:cubicBezTo>
                      <a:pt x="332864" y="329298"/>
                      <a:pt x="335210" y="338166"/>
                      <a:pt x="331080" y="343142"/>
                    </a:cubicBezTo>
                    <a:cubicBezTo>
                      <a:pt x="328823" y="345861"/>
                      <a:pt x="328447" y="351993"/>
                      <a:pt x="329774" y="364390"/>
                    </a:cubicBezTo>
                    <a:cubicBezTo>
                      <a:pt x="332100" y="386110"/>
                      <a:pt x="338349" y="395959"/>
                      <a:pt x="349986" y="396248"/>
                    </a:cubicBezTo>
                    <a:cubicBezTo>
                      <a:pt x="354503" y="396360"/>
                      <a:pt x="356748" y="397038"/>
                      <a:pt x="354973" y="397754"/>
                    </a:cubicBezTo>
                    <a:cubicBezTo>
                      <a:pt x="349867" y="399814"/>
                      <a:pt x="351219" y="403789"/>
                      <a:pt x="357026" y="403789"/>
                    </a:cubicBezTo>
                    <a:cubicBezTo>
                      <a:pt x="361562" y="403789"/>
                      <a:pt x="362100" y="402606"/>
                      <a:pt x="360843" y="395399"/>
                    </a:cubicBezTo>
                    <a:cubicBezTo>
                      <a:pt x="360039" y="390785"/>
                      <a:pt x="360485" y="385331"/>
                      <a:pt x="361835" y="383279"/>
                    </a:cubicBezTo>
                    <a:cubicBezTo>
                      <a:pt x="363800" y="380292"/>
                      <a:pt x="366898" y="382284"/>
                      <a:pt x="377379" y="393272"/>
                    </a:cubicBezTo>
                    <a:cubicBezTo>
                      <a:pt x="384578" y="400820"/>
                      <a:pt x="390468" y="408598"/>
                      <a:pt x="390468" y="410555"/>
                    </a:cubicBezTo>
                    <a:cubicBezTo>
                      <a:pt x="390468" y="412631"/>
                      <a:pt x="393158" y="414114"/>
                      <a:pt x="396921" y="414114"/>
                    </a:cubicBezTo>
                    <a:cubicBezTo>
                      <a:pt x="401868" y="414114"/>
                      <a:pt x="403375" y="415453"/>
                      <a:pt x="403375" y="419847"/>
                    </a:cubicBezTo>
                    <a:cubicBezTo>
                      <a:pt x="403375" y="423000"/>
                      <a:pt x="404827" y="431917"/>
                      <a:pt x="406602" y="439662"/>
                    </a:cubicBezTo>
                    <a:cubicBezTo>
                      <a:pt x="409222" y="451096"/>
                      <a:pt x="411381" y="454663"/>
                      <a:pt x="418087" y="458630"/>
                    </a:cubicBezTo>
                    <a:cubicBezTo>
                      <a:pt x="432031" y="466881"/>
                      <a:pt x="432496" y="489608"/>
                      <a:pt x="419011" y="503820"/>
                    </a:cubicBezTo>
                    <a:cubicBezTo>
                      <a:pt x="415980" y="507014"/>
                      <a:pt x="411844" y="509628"/>
                      <a:pt x="409820" y="509628"/>
                    </a:cubicBezTo>
                    <a:cubicBezTo>
                      <a:pt x="407796" y="509628"/>
                      <a:pt x="400938" y="512532"/>
                      <a:pt x="394580" y="516082"/>
                    </a:cubicBezTo>
                    <a:cubicBezTo>
                      <a:pt x="388222" y="519631"/>
                      <a:pt x="382575" y="522535"/>
                      <a:pt x="382031" y="522535"/>
                    </a:cubicBezTo>
                    <a:cubicBezTo>
                      <a:pt x="381487" y="522535"/>
                      <a:pt x="378323" y="519641"/>
                      <a:pt x="375000" y="516104"/>
                    </a:cubicBezTo>
                    <a:close/>
                  </a:path>
                </a:pathLst>
              </a:custGeom>
              <a:solidFill>
                <a:srgbClr val="B9B9B9"/>
              </a:solidFill>
              <a:ln w="5163" cap="flat">
                <a:noFill/>
                <a:prstDash val="solid"/>
                <a:miter/>
              </a:ln>
            </p:spPr>
            <p:txBody>
              <a:bodyPr/>
              <a:lstStyle/>
              <a:p>
                <a:endParaRPr lang="es-419" noProof="0" dirty="0"/>
              </a:p>
            </p:txBody>
          </p:sp>
          <p:sp>
            <p:nvSpPr>
              <p:cNvPr id="93" name="Forma libre: forma 92">
                <a:extLst>
                  <a:ext uri="{FF2B5EF4-FFF2-40B4-BE49-F238E27FC236}">
                    <a16:creationId xmlns:a16="http://schemas.microsoft.com/office/drawing/2014/main" id="{B4141173-FC96-4257-BB44-B205F93D5034}"/>
                  </a:ext>
                </a:extLst>
              </p:cNvPr>
              <p:cNvSpPr/>
              <p:nvPr/>
            </p:nvSpPr>
            <p:spPr>
              <a:xfrm>
                <a:off x="675648" y="1860606"/>
                <a:ext cx="11408" cy="19945"/>
              </a:xfrm>
              <a:custGeom>
                <a:avLst/>
                <a:gdLst>
                  <a:gd name="csX0" fmla="*/ 2146 w 11408"/>
                  <a:gd name="csY0" fmla="*/ 10289 h 19945"/>
                  <a:gd name="csX1" fmla="*/ 6337 w 11408"/>
                  <a:gd name="csY1" fmla="*/ 7392 h 19945"/>
                  <a:gd name="csX2" fmla="*/ 8408 w 11408"/>
                  <a:gd name="csY2" fmla="*/ 19945 h 19945"/>
                  <a:gd name="csX3" fmla="*/ 2146 w 11408"/>
                  <a:gd name="csY3" fmla="*/ 10289 h 19945"/>
                </a:gdLst>
                <a:ahLst/>
                <a:cxnLst>
                  <a:cxn ang="0">
                    <a:pos x="csX0" y="csY0"/>
                  </a:cxn>
                  <a:cxn ang="0">
                    <a:pos x="csX1" y="csY1"/>
                  </a:cxn>
                  <a:cxn ang="0">
                    <a:pos x="csX2" y="csY2"/>
                  </a:cxn>
                  <a:cxn ang="0">
                    <a:pos x="csX3" y="csY3"/>
                  </a:cxn>
                </a:cxnLst>
                <a:rect l="l" t="t" r="r" b="b"/>
                <a:pathLst>
                  <a:path w="11408" h="19945">
                    <a:moveTo>
                      <a:pt x="2146" y="10289"/>
                    </a:moveTo>
                    <a:cubicBezTo>
                      <a:pt x="-1802" y="-2324"/>
                      <a:pt x="-243" y="-3401"/>
                      <a:pt x="6337" y="7392"/>
                    </a:cubicBezTo>
                    <a:cubicBezTo>
                      <a:pt x="12476" y="17462"/>
                      <a:pt x="12886" y="19945"/>
                      <a:pt x="8408" y="19945"/>
                    </a:cubicBezTo>
                    <a:cubicBezTo>
                      <a:pt x="6626" y="19945"/>
                      <a:pt x="3808" y="15600"/>
                      <a:pt x="2146" y="10289"/>
                    </a:cubicBezTo>
                    <a:close/>
                  </a:path>
                </a:pathLst>
              </a:custGeom>
              <a:solidFill>
                <a:srgbClr val="B9B9B9"/>
              </a:solidFill>
              <a:ln w="5163" cap="flat">
                <a:noFill/>
                <a:prstDash val="solid"/>
                <a:miter/>
              </a:ln>
            </p:spPr>
            <p:txBody>
              <a:bodyPr/>
              <a:lstStyle/>
              <a:p>
                <a:endParaRPr lang="es-419" noProof="0" dirty="0"/>
              </a:p>
            </p:txBody>
          </p:sp>
          <p:sp>
            <p:nvSpPr>
              <p:cNvPr id="94" name="Forma libre: forma 93">
                <a:extLst>
                  <a:ext uri="{FF2B5EF4-FFF2-40B4-BE49-F238E27FC236}">
                    <a16:creationId xmlns:a16="http://schemas.microsoft.com/office/drawing/2014/main" id="{3375DFC0-F68A-D920-11B6-3377A00317A4}"/>
                  </a:ext>
                </a:extLst>
              </p:cNvPr>
              <p:cNvSpPr/>
              <p:nvPr/>
            </p:nvSpPr>
            <p:spPr>
              <a:xfrm>
                <a:off x="517039" y="1839249"/>
                <a:ext cx="11082" cy="12784"/>
              </a:xfrm>
              <a:custGeom>
                <a:avLst/>
                <a:gdLst>
                  <a:gd name="csX0" fmla="*/ 4154 w 11082"/>
                  <a:gd name="csY0" fmla="*/ 8186 h 12784"/>
                  <a:gd name="csX1" fmla="*/ 2167 w 11082"/>
                  <a:gd name="csY1" fmla="*/ 0 h 12784"/>
                  <a:gd name="csX2" fmla="*/ 8680 w 11082"/>
                  <a:gd name="csY2" fmla="*/ 6454 h 12784"/>
                  <a:gd name="csX3" fmla="*/ 4154 w 11082"/>
                  <a:gd name="csY3" fmla="*/ 8186 h 12784"/>
                </a:gdLst>
                <a:ahLst/>
                <a:cxnLst>
                  <a:cxn ang="0">
                    <a:pos x="csX0" y="csY0"/>
                  </a:cxn>
                  <a:cxn ang="0">
                    <a:pos x="csX1" y="csY1"/>
                  </a:cxn>
                  <a:cxn ang="0">
                    <a:pos x="csX2" y="csY2"/>
                  </a:cxn>
                  <a:cxn ang="0">
                    <a:pos x="csX3" y="csY3"/>
                  </a:cxn>
                </a:cxnLst>
                <a:rect l="l" t="t" r="r" b="b"/>
                <a:pathLst>
                  <a:path w="11082" h="12784">
                    <a:moveTo>
                      <a:pt x="4154" y="8186"/>
                    </a:moveTo>
                    <a:cubicBezTo>
                      <a:pt x="-584" y="2950"/>
                      <a:pt x="-1300" y="0"/>
                      <a:pt x="2167" y="0"/>
                    </a:cubicBezTo>
                    <a:cubicBezTo>
                      <a:pt x="3423" y="0"/>
                      <a:pt x="6354" y="2904"/>
                      <a:pt x="8680" y="6454"/>
                    </a:cubicBezTo>
                    <a:cubicBezTo>
                      <a:pt x="13580" y="13931"/>
                      <a:pt x="10441" y="15133"/>
                      <a:pt x="4154" y="8186"/>
                    </a:cubicBezTo>
                    <a:close/>
                  </a:path>
                </a:pathLst>
              </a:custGeom>
              <a:solidFill>
                <a:srgbClr val="B9B9B9"/>
              </a:solidFill>
              <a:ln w="5163" cap="flat">
                <a:noFill/>
                <a:prstDash val="solid"/>
                <a:miter/>
              </a:ln>
            </p:spPr>
            <p:txBody>
              <a:bodyPr/>
              <a:lstStyle/>
              <a:p>
                <a:endParaRPr lang="es-419" noProof="0" dirty="0"/>
              </a:p>
            </p:txBody>
          </p:sp>
          <p:sp>
            <p:nvSpPr>
              <p:cNvPr id="95" name="Forma libre: forma 94">
                <a:extLst>
                  <a:ext uri="{FF2B5EF4-FFF2-40B4-BE49-F238E27FC236}">
                    <a16:creationId xmlns:a16="http://schemas.microsoft.com/office/drawing/2014/main" id="{752F48E6-DF66-4B96-450C-4DCF56ACC8E0}"/>
                  </a:ext>
                </a:extLst>
              </p:cNvPr>
              <p:cNvSpPr/>
              <p:nvPr/>
            </p:nvSpPr>
            <p:spPr>
              <a:xfrm>
                <a:off x="633440" y="1833111"/>
                <a:ext cx="12552" cy="18971"/>
              </a:xfrm>
              <a:custGeom>
                <a:avLst/>
                <a:gdLst>
                  <a:gd name="csX0" fmla="*/ 3996 w 12552"/>
                  <a:gd name="csY0" fmla="*/ 9922 h 18971"/>
                  <a:gd name="csX1" fmla="*/ 6099 w 12552"/>
                  <a:gd name="csY1" fmla="*/ 5082 h 18971"/>
                  <a:gd name="csX2" fmla="*/ 12553 w 12552"/>
                  <a:gd name="csY2" fmla="*/ 15290 h 18971"/>
                  <a:gd name="csX3" fmla="*/ 3996 w 12552"/>
                  <a:gd name="csY3" fmla="*/ 9922 h 18971"/>
                </a:gdLst>
                <a:ahLst/>
                <a:cxnLst>
                  <a:cxn ang="0">
                    <a:pos x="csX0" y="csY0"/>
                  </a:cxn>
                  <a:cxn ang="0">
                    <a:pos x="csX1" y="csY1"/>
                  </a:cxn>
                  <a:cxn ang="0">
                    <a:pos x="csX2" y="csY2"/>
                  </a:cxn>
                  <a:cxn ang="0">
                    <a:pos x="csX3" y="csY3"/>
                  </a:cxn>
                </a:cxnLst>
                <a:rect l="l" t="t" r="r" b="b"/>
                <a:pathLst>
                  <a:path w="12552" h="18971">
                    <a:moveTo>
                      <a:pt x="3996" y="9922"/>
                    </a:moveTo>
                    <a:cubicBezTo>
                      <a:pt x="-1733" y="-2091"/>
                      <a:pt x="-1533" y="-2550"/>
                      <a:pt x="6099" y="5082"/>
                    </a:cubicBezTo>
                    <a:cubicBezTo>
                      <a:pt x="9649" y="8631"/>
                      <a:pt x="12553" y="13225"/>
                      <a:pt x="12553" y="15290"/>
                    </a:cubicBezTo>
                    <a:cubicBezTo>
                      <a:pt x="12553" y="21885"/>
                      <a:pt x="8483" y="19332"/>
                      <a:pt x="3996" y="9922"/>
                    </a:cubicBezTo>
                    <a:close/>
                  </a:path>
                </a:pathLst>
              </a:custGeom>
              <a:solidFill>
                <a:srgbClr val="B9B9B9"/>
              </a:solidFill>
              <a:ln w="5163" cap="flat">
                <a:noFill/>
                <a:prstDash val="solid"/>
                <a:miter/>
              </a:ln>
            </p:spPr>
            <p:txBody>
              <a:bodyPr/>
              <a:lstStyle/>
              <a:p>
                <a:endParaRPr lang="es-419" noProof="0" dirty="0"/>
              </a:p>
            </p:txBody>
          </p:sp>
          <p:sp>
            <p:nvSpPr>
              <p:cNvPr id="96" name="Forma libre: forma 95">
                <a:extLst>
                  <a:ext uri="{FF2B5EF4-FFF2-40B4-BE49-F238E27FC236}">
                    <a16:creationId xmlns:a16="http://schemas.microsoft.com/office/drawing/2014/main" id="{EDAE16E4-61F2-6284-367D-A3BD8D7C2CB5}"/>
                  </a:ext>
                </a:extLst>
              </p:cNvPr>
              <p:cNvSpPr/>
              <p:nvPr/>
            </p:nvSpPr>
            <p:spPr>
              <a:xfrm>
                <a:off x="499513" y="1824179"/>
                <a:ext cx="16487" cy="10786"/>
              </a:xfrm>
              <a:custGeom>
                <a:avLst/>
                <a:gdLst>
                  <a:gd name="csX0" fmla="*/ 5790 w 16487"/>
                  <a:gd name="csY0" fmla="*/ 5576 h 10786"/>
                  <a:gd name="csX1" fmla="*/ 4501 w 16487"/>
                  <a:gd name="csY1" fmla="*/ 936 h 10786"/>
                  <a:gd name="csX2" fmla="*/ 15719 w 16487"/>
                  <a:gd name="csY2" fmla="*/ 10646 h 10786"/>
                  <a:gd name="csX3" fmla="*/ 5790 w 16487"/>
                  <a:gd name="csY3" fmla="*/ 5576 h 10786"/>
                </a:gdLst>
                <a:ahLst/>
                <a:cxnLst>
                  <a:cxn ang="0">
                    <a:pos x="csX0" y="csY0"/>
                  </a:cxn>
                  <a:cxn ang="0">
                    <a:pos x="csX1" y="csY1"/>
                  </a:cxn>
                  <a:cxn ang="0">
                    <a:pos x="csX2" y="csY2"/>
                  </a:cxn>
                  <a:cxn ang="0">
                    <a:pos x="csX3" y="csY3"/>
                  </a:cxn>
                </a:cxnLst>
                <a:rect l="l" t="t" r="r" b="b"/>
                <a:pathLst>
                  <a:path w="16487" h="10786">
                    <a:moveTo>
                      <a:pt x="5790" y="5576"/>
                    </a:moveTo>
                    <a:cubicBezTo>
                      <a:pt x="-1676" y="-615"/>
                      <a:pt x="-1722" y="-781"/>
                      <a:pt x="4501" y="936"/>
                    </a:cubicBezTo>
                    <a:cubicBezTo>
                      <a:pt x="12209" y="3063"/>
                      <a:pt x="18782" y="8753"/>
                      <a:pt x="15719" y="10646"/>
                    </a:cubicBezTo>
                    <a:cubicBezTo>
                      <a:pt x="14517" y="11389"/>
                      <a:pt x="10049" y="9107"/>
                      <a:pt x="5790" y="5576"/>
                    </a:cubicBezTo>
                    <a:close/>
                  </a:path>
                </a:pathLst>
              </a:custGeom>
              <a:solidFill>
                <a:srgbClr val="B9B9B9"/>
              </a:solidFill>
              <a:ln w="5163" cap="flat">
                <a:noFill/>
                <a:prstDash val="solid"/>
                <a:miter/>
              </a:ln>
            </p:spPr>
            <p:txBody>
              <a:bodyPr/>
              <a:lstStyle/>
              <a:p>
                <a:endParaRPr lang="es-419" noProof="0" dirty="0"/>
              </a:p>
            </p:txBody>
          </p:sp>
          <p:sp>
            <p:nvSpPr>
              <p:cNvPr id="97" name="Forma libre: forma 96">
                <a:extLst>
                  <a:ext uri="{FF2B5EF4-FFF2-40B4-BE49-F238E27FC236}">
                    <a16:creationId xmlns:a16="http://schemas.microsoft.com/office/drawing/2014/main" id="{3A8AE895-DFF8-0FEE-665C-58616F6301E7}"/>
                  </a:ext>
                </a:extLst>
              </p:cNvPr>
              <p:cNvSpPr/>
              <p:nvPr/>
            </p:nvSpPr>
            <p:spPr>
              <a:xfrm>
                <a:off x="478303" y="1760241"/>
                <a:ext cx="17819" cy="62484"/>
              </a:xfrm>
              <a:custGeom>
                <a:avLst/>
                <a:gdLst>
                  <a:gd name="csX0" fmla="*/ 12817 w 17819"/>
                  <a:gd name="csY0" fmla="*/ 59663 h 62484"/>
                  <a:gd name="csX1" fmla="*/ 8906 w 17819"/>
                  <a:gd name="csY1" fmla="*/ 49920 h 62484"/>
                  <a:gd name="csX2" fmla="*/ 3768 w 17819"/>
                  <a:gd name="csY2" fmla="*/ 41934 h 62484"/>
                  <a:gd name="csX3" fmla="*/ 2261 w 17819"/>
                  <a:gd name="csY3" fmla="*/ 33152 h 62484"/>
                  <a:gd name="csX4" fmla="*/ 8278 w 17819"/>
                  <a:gd name="csY4" fmla="*/ 19635 h 62484"/>
                  <a:gd name="csX5" fmla="*/ 14954 w 17819"/>
                  <a:gd name="csY5" fmla="*/ 4146 h 62484"/>
                  <a:gd name="csX6" fmla="*/ 16371 w 17819"/>
                  <a:gd name="csY6" fmla="*/ 6727 h 62484"/>
                  <a:gd name="csX7" fmla="*/ 10951 w 17819"/>
                  <a:gd name="csY7" fmla="*/ 23219 h 62484"/>
                  <a:gd name="csX8" fmla="*/ 9971 w 17819"/>
                  <a:gd name="csY8" fmla="*/ 36893 h 62484"/>
                  <a:gd name="csX9" fmla="*/ 12803 w 17819"/>
                  <a:gd name="csY9" fmla="*/ 48926 h 62484"/>
                  <a:gd name="csX10" fmla="*/ 15858 w 17819"/>
                  <a:gd name="csY10" fmla="*/ 57797 h 62484"/>
                  <a:gd name="csX11" fmla="*/ 17517 w 17819"/>
                  <a:gd name="csY11" fmla="*/ 62248 h 62484"/>
                  <a:gd name="csX12" fmla="*/ 12817 w 17819"/>
                  <a:gd name="csY12" fmla="*/ 59663 h 624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7819" h="62484">
                    <a:moveTo>
                      <a:pt x="12817" y="59663"/>
                    </a:moveTo>
                    <a:cubicBezTo>
                      <a:pt x="10999" y="57473"/>
                      <a:pt x="9240" y="53089"/>
                      <a:pt x="8906" y="49920"/>
                    </a:cubicBezTo>
                    <a:cubicBezTo>
                      <a:pt x="7921" y="40559"/>
                      <a:pt x="7808" y="40384"/>
                      <a:pt x="3768" y="41934"/>
                    </a:cubicBezTo>
                    <a:cubicBezTo>
                      <a:pt x="-606" y="43612"/>
                      <a:pt x="-1257" y="39820"/>
                      <a:pt x="2261" y="33152"/>
                    </a:cubicBezTo>
                    <a:cubicBezTo>
                      <a:pt x="3561" y="30687"/>
                      <a:pt x="6269" y="24604"/>
                      <a:pt x="8278" y="19635"/>
                    </a:cubicBezTo>
                    <a:cubicBezTo>
                      <a:pt x="10287" y="14665"/>
                      <a:pt x="13291" y="7695"/>
                      <a:pt x="14954" y="4146"/>
                    </a:cubicBezTo>
                    <a:cubicBezTo>
                      <a:pt x="17758" y="-1839"/>
                      <a:pt x="17861" y="-1651"/>
                      <a:pt x="16371" y="6727"/>
                    </a:cubicBezTo>
                    <a:cubicBezTo>
                      <a:pt x="15486" y="11697"/>
                      <a:pt x="13047" y="19118"/>
                      <a:pt x="10951" y="23219"/>
                    </a:cubicBezTo>
                    <a:cubicBezTo>
                      <a:pt x="8012" y="28966"/>
                      <a:pt x="7787" y="32101"/>
                      <a:pt x="9971" y="36893"/>
                    </a:cubicBezTo>
                    <a:cubicBezTo>
                      <a:pt x="11529" y="40313"/>
                      <a:pt x="12803" y="45728"/>
                      <a:pt x="12803" y="48926"/>
                    </a:cubicBezTo>
                    <a:cubicBezTo>
                      <a:pt x="12803" y="52125"/>
                      <a:pt x="14178" y="56117"/>
                      <a:pt x="15858" y="57797"/>
                    </a:cubicBezTo>
                    <a:cubicBezTo>
                      <a:pt x="17538" y="59477"/>
                      <a:pt x="18285" y="61480"/>
                      <a:pt x="17517" y="62248"/>
                    </a:cubicBezTo>
                    <a:cubicBezTo>
                      <a:pt x="16749" y="63016"/>
                      <a:pt x="14634" y="61852"/>
                      <a:pt x="12817" y="59663"/>
                    </a:cubicBezTo>
                    <a:close/>
                  </a:path>
                </a:pathLst>
              </a:custGeom>
              <a:solidFill>
                <a:srgbClr val="B9B9B9"/>
              </a:solidFill>
              <a:ln w="5163" cap="flat">
                <a:noFill/>
                <a:prstDash val="solid"/>
                <a:miter/>
              </a:ln>
            </p:spPr>
            <p:txBody>
              <a:bodyPr/>
              <a:lstStyle/>
              <a:p>
                <a:endParaRPr lang="es-419" noProof="0" dirty="0"/>
              </a:p>
            </p:txBody>
          </p:sp>
          <p:sp>
            <p:nvSpPr>
              <p:cNvPr id="98" name="Forma libre: forma 97">
                <a:extLst>
                  <a:ext uri="{FF2B5EF4-FFF2-40B4-BE49-F238E27FC236}">
                    <a16:creationId xmlns:a16="http://schemas.microsoft.com/office/drawing/2014/main" id="{18BE1AB1-AB5B-2D05-7C5F-820A67C9DC49}"/>
                  </a:ext>
                </a:extLst>
              </p:cNvPr>
              <p:cNvSpPr/>
              <p:nvPr/>
            </p:nvSpPr>
            <p:spPr>
              <a:xfrm>
                <a:off x="610272" y="1785879"/>
                <a:ext cx="19431" cy="24201"/>
              </a:xfrm>
              <a:custGeom>
                <a:avLst/>
                <a:gdLst>
                  <a:gd name="csX0" fmla="*/ 12977 w 19431"/>
                  <a:gd name="csY0" fmla="*/ 20895 h 24201"/>
                  <a:gd name="csX1" fmla="*/ 7325 w 19431"/>
                  <a:gd name="csY1" fmla="*/ 14059 h 24201"/>
                  <a:gd name="csX2" fmla="*/ 3038 w 19431"/>
                  <a:gd name="csY2" fmla="*/ 6445 h 24201"/>
                  <a:gd name="csX3" fmla="*/ 7745 w 19431"/>
                  <a:gd name="csY3" fmla="*/ 1409 h 24201"/>
                  <a:gd name="csX4" fmla="*/ 17054 w 19431"/>
                  <a:gd name="csY4" fmla="*/ 13612 h 24201"/>
                  <a:gd name="csX5" fmla="*/ 19347 w 19431"/>
                  <a:gd name="csY5" fmla="*/ 24137 h 24201"/>
                  <a:gd name="csX6" fmla="*/ 12977 w 19431"/>
                  <a:gd name="csY6" fmla="*/ 20895 h 24201"/>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9431" h="24201">
                    <a:moveTo>
                      <a:pt x="12977" y="20895"/>
                    </a:moveTo>
                    <a:cubicBezTo>
                      <a:pt x="9869" y="18718"/>
                      <a:pt x="7325" y="15642"/>
                      <a:pt x="7325" y="14059"/>
                    </a:cubicBezTo>
                    <a:cubicBezTo>
                      <a:pt x="7325" y="12477"/>
                      <a:pt x="5396" y="9050"/>
                      <a:pt x="3038" y="6445"/>
                    </a:cubicBezTo>
                    <a:cubicBezTo>
                      <a:pt x="-2384" y="453"/>
                      <a:pt x="-388" y="-1683"/>
                      <a:pt x="7745" y="1409"/>
                    </a:cubicBezTo>
                    <a:cubicBezTo>
                      <a:pt x="11871" y="2978"/>
                      <a:pt x="15083" y="7189"/>
                      <a:pt x="17054" y="13612"/>
                    </a:cubicBezTo>
                    <a:cubicBezTo>
                      <a:pt x="18710" y="19007"/>
                      <a:pt x="19742" y="23743"/>
                      <a:pt x="19347" y="24137"/>
                    </a:cubicBezTo>
                    <a:cubicBezTo>
                      <a:pt x="18953" y="24532"/>
                      <a:pt x="16086" y="23073"/>
                      <a:pt x="12977" y="20895"/>
                    </a:cubicBezTo>
                    <a:close/>
                  </a:path>
                </a:pathLst>
              </a:custGeom>
              <a:solidFill>
                <a:srgbClr val="B9B9B9"/>
              </a:solidFill>
              <a:ln w="5163" cap="flat">
                <a:noFill/>
                <a:prstDash val="solid"/>
                <a:miter/>
              </a:ln>
            </p:spPr>
            <p:txBody>
              <a:bodyPr/>
              <a:lstStyle/>
              <a:p>
                <a:endParaRPr lang="es-419" noProof="0" dirty="0"/>
              </a:p>
            </p:txBody>
          </p:sp>
          <p:sp>
            <p:nvSpPr>
              <p:cNvPr id="99" name="Forma libre: forma 98">
                <a:extLst>
                  <a:ext uri="{FF2B5EF4-FFF2-40B4-BE49-F238E27FC236}">
                    <a16:creationId xmlns:a16="http://schemas.microsoft.com/office/drawing/2014/main" id="{228AC3FA-683C-527A-7D3A-E9CDED3BDFB6}"/>
                  </a:ext>
                </a:extLst>
              </p:cNvPr>
              <p:cNvSpPr/>
              <p:nvPr/>
            </p:nvSpPr>
            <p:spPr>
              <a:xfrm>
                <a:off x="615016" y="1765374"/>
                <a:ext cx="5162" cy="6756"/>
              </a:xfrm>
              <a:custGeom>
                <a:avLst/>
                <a:gdLst>
                  <a:gd name="csX0" fmla="*/ 0 w 5162"/>
                  <a:gd name="csY0" fmla="*/ 4328 h 6756"/>
                  <a:gd name="csX1" fmla="*/ 2581 w 5162"/>
                  <a:gd name="csY1" fmla="*/ 303 h 6756"/>
                  <a:gd name="csX2" fmla="*/ 5163 w 5162"/>
                  <a:gd name="csY2" fmla="*/ 2732 h 6756"/>
                  <a:gd name="csX3" fmla="*/ 2581 w 5162"/>
                  <a:gd name="csY3" fmla="*/ 6757 h 6756"/>
                  <a:gd name="csX4" fmla="*/ 0 w 5162"/>
                  <a:gd name="csY4" fmla="*/ 4328 h 6756"/>
                </a:gdLst>
                <a:ahLst/>
                <a:cxnLst>
                  <a:cxn ang="0">
                    <a:pos x="csX0" y="csY0"/>
                  </a:cxn>
                  <a:cxn ang="0">
                    <a:pos x="csX1" y="csY1"/>
                  </a:cxn>
                  <a:cxn ang="0">
                    <a:pos x="csX2" y="csY2"/>
                  </a:cxn>
                  <a:cxn ang="0">
                    <a:pos x="csX3" y="csY3"/>
                  </a:cxn>
                  <a:cxn ang="0">
                    <a:pos x="csX4" y="csY4"/>
                  </a:cxn>
                </a:cxnLst>
                <a:rect l="l" t="t" r="r" b="b"/>
                <a:pathLst>
                  <a:path w="5162" h="6756">
                    <a:moveTo>
                      <a:pt x="0" y="4328"/>
                    </a:moveTo>
                    <a:cubicBezTo>
                      <a:pt x="0" y="2992"/>
                      <a:pt x="1162" y="1181"/>
                      <a:pt x="2581" y="303"/>
                    </a:cubicBezTo>
                    <a:cubicBezTo>
                      <a:pt x="4001" y="-574"/>
                      <a:pt x="5163" y="519"/>
                      <a:pt x="5163" y="2732"/>
                    </a:cubicBezTo>
                    <a:cubicBezTo>
                      <a:pt x="5163" y="4946"/>
                      <a:pt x="4001" y="6757"/>
                      <a:pt x="2581" y="6757"/>
                    </a:cubicBezTo>
                    <a:cubicBezTo>
                      <a:pt x="1162" y="6757"/>
                      <a:pt x="0" y="5664"/>
                      <a:pt x="0" y="4328"/>
                    </a:cubicBezTo>
                    <a:close/>
                  </a:path>
                </a:pathLst>
              </a:custGeom>
              <a:solidFill>
                <a:srgbClr val="B9B9B9"/>
              </a:solidFill>
              <a:ln w="5163" cap="flat">
                <a:noFill/>
                <a:prstDash val="solid"/>
                <a:miter/>
              </a:ln>
            </p:spPr>
            <p:txBody>
              <a:bodyPr/>
              <a:lstStyle/>
              <a:p>
                <a:endParaRPr lang="es-419" noProof="0" dirty="0"/>
              </a:p>
            </p:txBody>
          </p:sp>
          <p:sp>
            <p:nvSpPr>
              <p:cNvPr id="100" name="Forma libre: forma 99">
                <a:extLst>
                  <a:ext uri="{FF2B5EF4-FFF2-40B4-BE49-F238E27FC236}">
                    <a16:creationId xmlns:a16="http://schemas.microsoft.com/office/drawing/2014/main" id="{6D58A991-7D97-CDD5-B844-D59938334E36}"/>
                  </a:ext>
                </a:extLst>
              </p:cNvPr>
              <p:cNvSpPr/>
              <p:nvPr/>
            </p:nvSpPr>
            <p:spPr>
              <a:xfrm>
                <a:off x="496444" y="1737058"/>
                <a:ext cx="4812" cy="15975"/>
              </a:xfrm>
              <a:custGeom>
                <a:avLst/>
                <a:gdLst>
                  <a:gd name="csX0" fmla="*/ 6 w 4812"/>
                  <a:gd name="csY0" fmla="*/ 12637 h 15975"/>
                  <a:gd name="csX1" fmla="*/ 2406 w 4812"/>
                  <a:gd name="csY1" fmla="*/ 2804 h 15975"/>
                  <a:gd name="csX2" fmla="*/ 4806 w 4812"/>
                  <a:gd name="csY2" fmla="*/ 5879 h 15975"/>
                  <a:gd name="csX3" fmla="*/ 2406 w 4812"/>
                  <a:gd name="csY3" fmla="*/ 15712 h 15975"/>
                  <a:gd name="csX4" fmla="*/ 6 w 4812"/>
                  <a:gd name="csY4" fmla="*/ 12637 h 15975"/>
                </a:gdLst>
                <a:ahLst/>
                <a:cxnLst>
                  <a:cxn ang="0">
                    <a:pos x="csX0" y="csY0"/>
                  </a:cxn>
                  <a:cxn ang="0">
                    <a:pos x="csX1" y="csY1"/>
                  </a:cxn>
                  <a:cxn ang="0">
                    <a:pos x="csX2" y="csY2"/>
                  </a:cxn>
                  <a:cxn ang="0">
                    <a:pos x="csX3" y="csY3"/>
                  </a:cxn>
                  <a:cxn ang="0">
                    <a:pos x="csX4" y="csY4"/>
                  </a:cxn>
                </a:cxnLst>
                <a:rect l="l" t="t" r="r" b="b"/>
                <a:pathLst>
                  <a:path w="4812" h="15975">
                    <a:moveTo>
                      <a:pt x="6" y="12637"/>
                    </a:moveTo>
                    <a:cubicBezTo>
                      <a:pt x="106" y="10069"/>
                      <a:pt x="1186" y="5644"/>
                      <a:pt x="2406" y="2804"/>
                    </a:cubicBezTo>
                    <a:cubicBezTo>
                      <a:pt x="4277" y="-1548"/>
                      <a:pt x="4653" y="-1065"/>
                      <a:pt x="4806" y="5879"/>
                    </a:cubicBezTo>
                    <a:cubicBezTo>
                      <a:pt x="4906" y="10409"/>
                      <a:pt x="3826" y="14834"/>
                      <a:pt x="2406" y="15712"/>
                    </a:cubicBezTo>
                    <a:cubicBezTo>
                      <a:pt x="987" y="16589"/>
                      <a:pt x="-93" y="15206"/>
                      <a:pt x="6" y="12637"/>
                    </a:cubicBezTo>
                    <a:close/>
                  </a:path>
                </a:pathLst>
              </a:custGeom>
              <a:solidFill>
                <a:srgbClr val="B9B9B9"/>
              </a:solidFill>
              <a:ln w="5163" cap="flat">
                <a:noFill/>
                <a:prstDash val="solid"/>
                <a:miter/>
              </a:ln>
            </p:spPr>
            <p:txBody>
              <a:bodyPr/>
              <a:lstStyle/>
              <a:p>
                <a:endParaRPr lang="es-419" noProof="0" dirty="0"/>
              </a:p>
            </p:txBody>
          </p:sp>
          <p:sp>
            <p:nvSpPr>
              <p:cNvPr id="101" name="Forma libre: forma 100">
                <a:extLst>
                  <a:ext uri="{FF2B5EF4-FFF2-40B4-BE49-F238E27FC236}">
                    <a16:creationId xmlns:a16="http://schemas.microsoft.com/office/drawing/2014/main" id="{7B5EB254-5819-D20A-EFAF-5BAA5F52EF75}"/>
                  </a:ext>
                </a:extLst>
              </p:cNvPr>
              <p:cNvSpPr/>
              <p:nvPr/>
            </p:nvSpPr>
            <p:spPr>
              <a:xfrm>
                <a:off x="610293" y="1727161"/>
                <a:ext cx="5615" cy="11379"/>
              </a:xfrm>
              <a:custGeom>
                <a:avLst/>
                <a:gdLst>
                  <a:gd name="csX0" fmla="*/ 427 w 5615"/>
                  <a:gd name="csY0" fmla="*/ 7365 h 11379"/>
                  <a:gd name="csX1" fmla="*/ 1464 w 5615"/>
                  <a:gd name="csY1" fmla="*/ 731 h 11379"/>
                  <a:gd name="csX2" fmla="*/ 5321 w 5615"/>
                  <a:gd name="csY2" fmla="*/ 4777 h 11379"/>
                  <a:gd name="csX3" fmla="*/ 427 w 5615"/>
                  <a:gd name="csY3" fmla="*/ 7365 h 11379"/>
                </a:gdLst>
                <a:ahLst/>
                <a:cxnLst>
                  <a:cxn ang="0">
                    <a:pos x="csX0" y="csY0"/>
                  </a:cxn>
                  <a:cxn ang="0">
                    <a:pos x="csX1" y="csY1"/>
                  </a:cxn>
                  <a:cxn ang="0">
                    <a:pos x="csX2" y="csY2"/>
                  </a:cxn>
                  <a:cxn ang="0">
                    <a:pos x="csX3" y="csY3"/>
                  </a:cxn>
                </a:cxnLst>
                <a:rect l="l" t="t" r="r" b="b"/>
                <a:pathLst>
                  <a:path w="5615" h="11379">
                    <a:moveTo>
                      <a:pt x="427" y="7365"/>
                    </a:moveTo>
                    <a:cubicBezTo>
                      <a:pt x="-426" y="5140"/>
                      <a:pt x="40" y="2155"/>
                      <a:pt x="1464" y="731"/>
                    </a:cubicBezTo>
                    <a:cubicBezTo>
                      <a:pt x="3194" y="-1000"/>
                      <a:pt x="4473" y="341"/>
                      <a:pt x="5321" y="4777"/>
                    </a:cubicBezTo>
                    <a:cubicBezTo>
                      <a:pt x="6696" y="11973"/>
                      <a:pt x="2955" y="13952"/>
                      <a:pt x="427" y="7365"/>
                    </a:cubicBezTo>
                    <a:close/>
                  </a:path>
                </a:pathLst>
              </a:custGeom>
              <a:solidFill>
                <a:srgbClr val="B9B9B9"/>
              </a:solidFill>
              <a:ln w="5163" cap="flat">
                <a:noFill/>
                <a:prstDash val="solid"/>
                <a:miter/>
              </a:ln>
            </p:spPr>
            <p:txBody>
              <a:bodyPr/>
              <a:lstStyle/>
              <a:p>
                <a:endParaRPr lang="es-419" noProof="0" dirty="0"/>
              </a:p>
            </p:txBody>
          </p:sp>
          <p:sp>
            <p:nvSpPr>
              <p:cNvPr id="102" name="Forma libre: forma 101">
                <a:extLst>
                  <a:ext uri="{FF2B5EF4-FFF2-40B4-BE49-F238E27FC236}">
                    <a16:creationId xmlns:a16="http://schemas.microsoft.com/office/drawing/2014/main" id="{5660F7DE-A9B2-65C8-3E51-47A2FB50757D}"/>
                  </a:ext>
                </a:extLst>
              </p:cNvPr>
              <p:cNvSpPr/>
              <p:nvPr/>
            </p:nvSpPr>
            <p:spPr>
              <a:xfrm>
                <a:off x="589201" y="1723083"/>
                <a:ext cx="5162" cy="7744"/>
              </a:xfrm>
              <a:custGeom>
                <a:avLst/>
                <a:gdLst>
                  <a:gd name="csX0" fmla="*/ 0 w 5162"/>
                  <a:gd name="csY0" fmla="*/ 3872 h 7744"/>
                  <a:gd name="csX1" fmla="*/ 2581 w 5162"/>
                  <a:gd name="csY1" fmla="*/ 0 h 7744"/>
                  <a:gd name="csX2" fmla="*/ 5163 w 5162"/>
                  <a:gd name="csY2" fmla="*/ 3872 h 7744"/>
                  <a:gd name="csX3" fmla="*/ 2581 w 5162"/>
                  <a:gd name="csY3" fmla="*/ 7744 h 7744"/>
                  <a:gd name="csX4" fmla="*/ 0 w 5162"/>
                  <a:gd name="csY4" fmla="*/ 3872 h 7744"/>
                </a:gdLst>
                <a:ahLst/>
                <a:cxnLst>
                  <a:cxn ang="0">
                    <a:pos x="csX0" y="csY0"/>
                  </a:cxn>
                  <a:cxn ang="0">
                    <a:pos x="csX1" y="csY1"/>
                  </a:cxn>
                  <a:cxn ang="0">
                    <a:pos x="csX2" y="csY2"/>
                  </a:cxn>
                  <a:cxn ang="0">
                    <a:pos x="csX3" y="csY3"/>
                  </a:cxn>
                  <a:cxn ang="0">
                    <a:pos x="csX4" y="csY4"/>
                  </a:cxn>
                </a:cxnLst>
                <a:rect l="l" t="t" r="r" b="b"/>
                <a:pathLst>
                  <a:path w="5162" h="7744">
                    <a:moveTo>
                      <a:pt x="0" y="3872"/>
                    </a:moveTo>
                    <a:cubicBezTo>
                      <a:pt x="0" y="1742"/>
                      <a:pt x="1162" y="0"/>
                      <a:pt x="2581" y="0"/>
                    </a:cubicBezTo>
                    <a:cubicBezTo>
                      <a:pt x="4001" y="0"/>
                      <a:pt x="5163" y="1742"/>
                      <a:pt x="5163" y="3872"/>
                    </a:cubicBezTo>
                    <a:cubicBezTo>
                      <a:pt x="5163" y="6002"/>
                      <a:pt x="4001" y="7744"/>
                      <a:pt x="2581" y="7744"/>
                    </a:cubicBezTo>
                    <a:cubicBezTo>
                      <a:pt x="1162" y="7744"/>
                      <a:pt x="0" y="6002"/>
                      <a:pt x="0" y="3872"/>
                    </a:cubicBezTo>
                    <a:close/>
                  </a:path>
                </a:pathLst>
              </a:custGeom>
              <a:solidFill>
                <a:srgbClr val="B9B9B9"/>
              </a:solidFill>
              <a:ln w="5163" cap="flat">
                <a:noFill/>
                <a:prstDash val="solid"/>
                <a:miter/>
              </a:ln>
            </p:spPr>
            <p:txBody>
              <a:bodyPr/>
              <a:lstStyle/>
              <a:p>
                <a:endParaRPr lang="es-419" noProof="0" dirty="0"/>
              </a:p>
            </p:txBody>
          </p:sp>
          <p:sp>
            <p:nvSpPr>
              <p:cNvPr id="103" name="Forma libre: forma 102">
                <a:extLst>
                  <a:ext uri="{FF2B5EF4-FFF2-40B4-BE49-F238E27FC236}">
                    <a16:creationId xmlns:a16="http://schemas.microsoft.com/office/drawing/2014/main" id="{233DE8FB-2649-E052-F84A-455342C7BBB5}"/>
                  </a:ext>
                </a:extLst>
              </p:cNvPr>
              <p:cNvSpPr/>
              <p:nvPr/>
            </p:nvSpPr>
            <p:spPr>
              <a:xfrm>
                <a:off x="576294" y="1689525"/>
                <a:ext cx="15348" cy="20423"/>
              </a:xfrm>
              <a:custGeom>
                <a:avLst/>
                <a:gdLst>
                  <a:gd name="csX0" fmla="*/ 0 w 15348"/>
                  <a:gd name="csY0" fmla="*/ 17942 h 20423"/>
                  <a:gd name="csX1" fmla="*/ 11683 w 15348"/>
                  <a:gd name="csY1" fmla="*/ 0 h 20423"/>
                  <a:gd name="csX2" fmla="*/ 8918 w 15348"/>
                  <a:gd name="csY2" fmla="*/ 14081 h 20423"/>
                  <a:gd name="csX3" fmla="*/ 0 w 15348"/>
                  <a:gd name="csY3" fmla="*/ 17942 h 20423"/>
                </a:gdLst>
                <a:ahLst/>
                <a:cxnLst>
                  <a:cxn ang="0">
                    <a:pos x="csX0" y="csY0"/>
                  </a:cxn>
                  <a:cxn ang="0">
                    <a:pos x="csX1" y="csY1"/>
                  </a:cxn>
                  <a:cxn ang="0">
                    <a:pos x="csX2" y="csY2"/>
                  </a:cxn>
                  <a:cxn ang="0">
                    <a:pos x="csX3" y="csY3"/>
                  </a:cxn>
                </a:cxnLst>
                <a:rect l="l" t="t" r="r" b="b"/>
                <a:pathLst>
                  <a:path w="15348" h="20423">
                    <a:moveTo>
                      <a:pt x="0" y="17942"/>
                    </a:moveTo>
                    <a:cubicBezTo>
                      <a:pt x="0" y="12328"/>
                      <a:pt x="8027" y="0"/>
                      <a:pt x="11683" y="0"/>
                    </a:cubicBezTo>
                    <a:cubicBezTo>
                      <a:pt x="17539" y="0"/>
                      <a:pt x="16205" y="6793"/>
                      <a:pt x="8918" y="14081"/>
                    </a:cubicBezTo>
                    <a:cubicBezTo>
                      <a:pt x="1711" y="21287"/>
                      <a:pt x="0" y="22028"/>
                      <a:pt x="0" y="17942"/>
                    </a:cubicBezTo>
                    <a:close/>
                  </a:path>
                </a:pathLst>
              </a:custGeom>
              <a:solidFill>
                <a:srgbClr val="B9B9B9"/>
              </a:solidFill>
              <a:ln w="5163" cap="flat">
                <a:noFill/>
                <a:prstDash val="solid"/>
                <a:miter/>
              </a:ln>
            </p:spPr>
            <p:txBody>
              <a:bodyPr/>
              <a:lstStyle/>
              <a:p>
                <a:endParaRPr lang="es-419" noProof="0" dirty="0"/>
              </a:p>
            </p:txBody>
          </p:sp>
        </p:grpSp>
        <p:sp>
          <p:nvSpPr>
            <p:cNvPr id="104" name="Forma libre: forma 103">
              <a:extLst>
                <a:ext uri="{FF2B5EF4-FFF2-40B4-BE49-F238E27FC236}">
                  <a16:creationId xmlns:a16="http://schemas.microsoft.com/office/drawing/2014/main" id="{29B840B7-CBA1-7251-3D69-C008D7C5AB1D}"/>
                </a:ext>
              </a:extLst>
            </p:cNvPr>
            <p:cNvSpPr/>
            <p:nvPr/>
          </p:nvSpPr>
          <p:spPr>
            <a:xfrm>
              <a:off x="516921" y="1569184"/>
              <a:ext cx="5162" cy="6756"/>
            </a:xfrm>
            <a:custGeom>
              <a:avLst/>
              <a:gdLst>
                <a:gd name="csX0" fmla="*/ 0 w 5162"/>
                <a:gd name="csY0" fmla="*/ 2732 h 6756"/>
                <a:gd name="csX1" fmla="*/ 2581 w 5162"/>
                <a:gd name="csY1" fmla="*/ 303 h 6756"/>
                <a:gd name="csX2" fmla="*/ 5163 w 5162"/>
                <a:gd name="csY2" fmla="*/ 4328 h 6756"/>
                <a:gd name="csX3" fmla="*/ 2581 w 5162"/>
                <a:gd name="csY3" fmla="*/ 6757 h 6756"/>
                <a:gd name="csX4" fmla="*/ 0 w 5162"/>
                <a:gd name="csY4" fmla="*/ 2732 h 6756"/>
              </a:gdLst>
              <a:ahLst/>
              <a:cxnLst>
                <a:cxn ang="0">
                  <a:pos x="csX0" y="csY0"/>
                </a:cxn>
                <a:cxn ang="0">
                  <a:pos x="csX1" y="csY1"/>
                </a:cxn>
                <a:cxn ang="0">
                  <a:pos x="csX2" y="csY2"/>
                </a:cxn>
                <a:cxn ang="0">
                  <a:pos x="csX3" y="csY3"/>
                </a:cxn>
                <a:cxn ang="0">
                  <a:pos x="csX4" y="csY4"/>
                </a:cxn>
              </a:cxnLst>
              <a:rect l="l" t="t" r="r" b="b"/>
              <a:pathLst>
                <a:path w="5162" h="6756">
                  <a:moveTo>
                    <a:pt x="0" y="2732"/>
                  </a:moveTo>
                  <a:cubicBezTo>
                    <a:pt x="0" y="519"/>
                    <a:pt x="1162" y="-574"/>
                    <a:pt x="2581" y="303"/>
                  </a:cubicBezTo>
                  <a:cubicBezTo>
                    <a:pt x="4001" y="1181"/>
                    <a:pt x="5163" y="2992"/>
                    <a:pt x="5163" y="4328"/>
                  </a:cubicBezTo>
                  <a:cubicBezTo>
                    <a:pt x="5163" y="5664"/>
                    <a:pt x="4001" y="6757"/>
                    <a:pt x="2581" y="6757"/>
                  </a:cubicBezTo>
                  <a:cubicBezTo>
                    <a:pt x="1162" y="6757"/>
                    <a:pt x="0" y="4946"/>
                    <a:pt x="0" y="2732"/>
                  </a:cubicBezTo>
                  <a:close/>
                </a:path>
              </a:pathLst>
            </a:custGeom>
            <a:solidFill>
              <a:srgbClr val="B9B9B9"/>
            </a:solidFill>
            <a:ln w="5163" cap="flat">
              <a:noFill/>
              <a:prstDash val="solid"/>
              <a:miter/>
            </a:ln>
          </p:spPr>
          <p:txBody>
            <a:bodyPr/>
            <a:lstStyle/>
            <a:p>
              <a:endParaRPr lang="es-419" noProof="0" dirty="0"/>
            </a:p>
          </p:txBody>
        </p:sp>
      </p:grpSp>
      <p:sp>
        <p:nvSpPr>
          <p:cNvPr id="105" name="Forma libre: forma 104">
            <a:extLst>
              <a:ext uri="{FF2B5EF4-FFF2-40B4-BE49-F238E27FC236}">
                <a16:creationId xmlns:a16="http://schemas.microsoft.com/office/drawing/2014/main" id="{BCF16FDB-8D4D-5633-4B6F-B1ABFE6D74B2}"/>
              </a:ext>
            </a:extLst>
          </p:cNvPr>
          <p:cNvSpPr/>
          <p:nvPr/>
        </p:nvSpPr>
        <p:spPr>
          <a:xfrm>
            <a:off x="466238" y="1431499"/>
            <a:ext cx="11558" cy="7543"/>
          </a:xfrm>
          <a:custGeom>
            <a:avLst/>
            <a:gdLst>
              <a:gd name="csX0" fmla="*/ 1635 w 11558"/>
              <a:gd name="csY0" fmla="*/ 3752 h 7543"/>
              <a:gd name="csX1" fmla="*/ 8241 w 11558"/>
              <a:gd name="csY1" fmla="*/ 3670 h 7543"/>
              <a:gd name="csX2" fmla="*/ 9050 w 11558"/>
              <a:gd name="csY2" fmla="*/ 7542 h 7543"/>
              <a:gd name="csX3" fmla="*/ 1635 w 11558"/>
              <a:gd name="csY3" fmla="*/ 3752 h 7543"/>
            </a:gdLst>
            <a:ahLst/>
            <a:cxnLst>
              <a:cxn ang="0">
                <a:pos x="csX0" y="csY0"/>
              </a:cxn>
              <a:cxn ang="0">
                <a:pos x="csX1" y="csY1"/>
              </a:cxn>
              <a:cxn ang="0">
                <a:pos x="csX2" y="csY2"/>
              </a:cxn>
              <a:cxn ang="0">
                <a:pos x="csX3" y="csY3"/>
              </a:cxn>
            </a:cxnLst>
            <a:rect l="l" t="t" r="r" b="b"/>
            <a:pathLst>
              <a:path w="11558" h="7543">
                <a:moveTo>
                  <a:pt x="1635" y="3752"/>
                </a:moveTo>
                <a:cubicBezTo>
                  <a:pt x="-2484" y="-1211"/>
                  <a:pt x="1718" y="-1263"/>
                  <a:pt x="8241" y="3670"/>
                </a:cubicBezTo>
                <a:cubicBezTo>
                  <a:pt x="12450" y="6854"/>
                  <a:pt x="12580" y="7473"/>
                  <a:pt x="9050" y="7542"/>
                </a:cubicBezTo>
                <a:cubicBezTo>
                  <a:pt x="6739" y="7587"/>
                  <a:pt x="3403" y="5882"/>
                  <a:pt x="1635" y="3752"/>
                </a:cubicBezTo>
                <a:close/>
              </a:path>
            </a:pathLst>
          </a:custGeom>
          <a:solidFill>
            <a:srgbClr val="B9B9B9"/>
          </a:solidFill>
          <a:ln w="5163" cap="flat">
            <a:noFill/>
            <a:prstDash val="solid"/>
            <a:miter/>
          </a:ln>
        </p:spPr>
        <p:txBody>
          <a:bodyPr/>
          <a:lstStyle/>
          <a:p>
            <a:endParaRPr lang="es-419" noProof="0" dirty="0"/>
          </a:p>
        </p:txBody>
      </p:sp>
      <p:grpSp>
        <p:nvGrpSpPr>
          <p:cNvPr id="106" name="Gráfico 39">
            <a:extLst>
              <a:ext uri="{FF2B5EF4-FFF2-40B4-BE49-F238E27FC236}">
                <a16:creationId xmlns:a16="http://schemas.microsoft.com/office/drawing/2014/main" id="{22D311BE-C9C0-A66C-4519-614136DB88C3}"/>
              </a:ext>
            </a:extLst>
          </p:cNvPr>
          <p:cNvGrpSpPr/>
          <p:nvPr/>
        </p:nvGrpSpPr>
        <p:grpSpPr>
          <a:xfrm>
            <a:off x="73152" y="1028824"/>
            <a:ext cx="399884" cy="461679"/>
            <a:chOff x="73152" y="1028824"/>
            <a:chExt cx="399884" cy="461679"/>
          </a:xfrm>
          <a:solidFill>
            <a:srgbClr val="B9B9B9"/>
          </a:solidFill>
        </p:grpSpPr>
        <p:sp>
          <p:nvSpPr>
            <p:cNvPr id="107" name="Forma libre: forma 106">
              <a:extLst>
                <a:ext uri="{FF2B5EF4-FFF2-40B4-BE49-F238E27FC236}">
                  <a16:creationId xmlns:a16="http://schemas.microsoft.com/office/drawing/2014/main" id="{BA0593B5-3DBD-AFD4-1D83-857B19BEA84A}"/>
                </a:ext>
              </a:extLst>
            </p:cNvPr>
            <p:cNvSpPr/>
            <p:nvPr/>
          </p:nvSpPr>
          <p:spPr>
            <a:xfrm>
              <a:off x="176169" y="1028824"/>
              <a:ext cx="296866" cy="461679"/>
            </a:xfrm>
            <a:custGeom>
              <a:avLst/>
              <a:gdLst>
                <a:gd name="csX0" fmla="*/ 234204 w 296866"/>
                <a:gd name="csY0" fmla="*/ 456793 h 461679"/>
                <a:gd name="csX1" fmla="*/ 189641 w 296866"/>
                <a:gd name="csY1" fmla="*/ 451076 h 461679"/>
                <a:gd name="csX2" fmla="*/ 192285 w 296866"/>
                <a:gd name="csY2" fmla="*/ 440463 h 461679"/>
                <a:gd name="csX3" fmla="*/ 192319 w 296866"/>
                <a:gd name="csY3" fmla="*/ 432599 h 461679"/>
                <a:gd name="csX4" fmla="*/ 190826 w 296866"/>
                <a:gd name="csY4" fmla="*/ 424368 h 461679"/>
                <a:gd name="csX5" fmla="*/ 194908 w 296866"/>
                <a:gd name="csY5" fmla="*/ 412652 h 461679"/>
                <a:gd name="csX6" fmla="*/ 188729 w 296866"/>
                <a:gd name="csY6" fmla="*/ 395950 h 461679"/>
                <a:gd name="csX7" fmla="*/ 175616 w 296866"/>
                <a:gd name="csY7" fmla="*/ 376348 h 461679"/>
                <a:gd name="csX8" fmla="*/ 165432 w 296866"/>
                <a:gd name="csY8" fmla="*/ 362612 h 461679"/>
                <a:gd name="csX9" fmla="*/ 157619 w 296866"/>
                <a:gd name="csY9" fmla="*/ 354047 h 461679"/>
                <a:gd name="csX10" fmla="*/ 123850 w 296866"/>
                <a:gd name="csY10" fmla="*/ 312204 h 461679"/>
                <a:gd name="csX11" fmla="*/ 110408 w 296866"/>
                <a:gd name="csY11" fmla="*/ 302524 h 461679"/>
                <a:gd name="csX12" fmla="*/ 90624 w 296866"/>
                <a:gd name="csY12" fmla="*/ 283830 h 461679"/>
                <a:gd name="csX13" fmla="*/ 80025 w 296866"/>
                <a:gd name="csY13" fmla="*/ 265391 h 461679"/>
                <a:gd name="csX14" fmla="*/ 76089 w 296866"/>
                <a:gd name="csY14" fmla="*/ 254455 h 461679"/>
                <a:gd name="csX15" fmla="*/ 73345 w 296866"/>
                <a:gd name="csY15" fmla="*/ 247079 h 461679"/>
                <a:gd name="csX16" fmla="*/ 72109 w 296866"/>
                <a:gd name="csY16" fmla="*/ 214519 h 461679"/>
                <a:gd name="csX17" fmla="*/ 68319 w 296866"/>
                <a:gd name="csY17" fmla="*/ 206510 h 461679"/>
                <a:gd name="csX18" fmla="*/ 67160 w 296866"/>
                <a:gd name="csY18" fmla="*/ 202519 h 461679"/>
                <a:gd name="csX19" fmla="*/ 64536 w 296866"/>
                <a:gd name="csY19" fmla="*/ 206365 h 461679"/>
                <a:gd name="csX20" fmla="*/ 61955 w 296866"/>
                <a:gd name="csY20" fmla="*/ 210237 h 461679"/>
                <a:gd name="csX21" fmla="*/ 59373 w 296866"/>
                <a:gd name="csY21" fmla="*/ 190811 h 461679"/>
                <a:gd name="csX22" fmla="*/ 48569 w 296866"/>
                <a:gd name="csY22" fmla="*/ 154736 h 461679"/>
                <a:gd name="csX23" fmla="*/ 46466 w 296866"/>
                <a:gd name="csY23" fmla="*/ 141789 h 461679"/>
                <a:gd name="csX24" fmla="*/ 38475 w 296866"/>
                <a:gd name="csY24" fmla="*/ 114684 h 461679"/>
                <a:gd name="csX25" fmla="*/ 28150 w 296866"/>
                <a:gd name="csY25" fmla="*/ 99082 h 461679"/>
                <a:gd name="csX26" fmla="*/ 25815 w 296866"/>
                <a:gd name="csY26" fmla="*/ 89273 h 461679"/>
                <a:gd name="csX27" fmla="*/ 22760 w 296866"/>
                <a:gd name="csY27" fmla="*/ 77852 h 461679"/>
                <a:gd name="csX28" fmla="*/ 21512 w 296866"/>
                <a:gd name="csY28" fmla="*/ 72990 h 461679"/>
                <a:gd name="csX29" fmla="*/ 26374 w 296866"/>
                <a:gd name="csY29" fmla="*/ 74238 h 461679"/>
                <a:gd name="csX30" fmla="*/ 33559 w 296866"/>
                <a:gd name="csY30" fmla="*/ 72129 h 461679"/>
                <a:gd name="csX31" fmla="*/ 29687 w 296866"/>
                <a:gd name="csY31" fmla="*/ 66967 h 461679"/>
                <a:gd name="csX32" fmla="*/ 25815 w 296866"/>
                <a:gd name="csY32" fmla="*/ 64277 h 461679"/>
                <a:gd name="csX33" fmla="*/ 20828 w 296866"/>
                <a:gd name="csY33" fmla="*/ 56236 h 461679"/>
                <a:gd name="csX34" fmla="*/ 14159 w 296866"/>
                <a:gd name="csY34" fmla="*/ 40210 h 461679"/>
                <a:gd name="csX35" fmla="*/ 6238 w 296866"/>
                <a:gd name="csY35" fmla="*/ 17321 h 461679"/>
                <a:gd name="csX36" fmla="*/ 0 w 296866"/>
                <a:gd name="csY36" fmla="*/ 2478 h 461679"/>
                <a:gd name="csX37" fmla="*/ 99386 w 296866"/>
                <a:gd name="csY37" fmla="*/ 3758 h 461679"/>
                <a:gd name="csX38" fmla="*/ 191027 w 296866"/>
                <a:gd name="csY38" fmla="*/ 12449 h 461679"/>
                <a:gd name="csX39" fmla="*/ 178059 w 296866"/>
                <a:gd name="csY39" fmla="*/ 27807 h 461679"/>
                <a:gd name="csX40" fmla="*/ 167369 w 296866"/>
                <a:gd name="csY40" fmla="*/ 45725 h 461679"/>
                <a:gd name="csX41" fmla="*/ 163079 w 296866"/>
                <a:gd name="csY41" fmla="*/ 80524 h 461679"/>
                <a:gd name="csX42" fmla="*/ 162631 w 296866"/>
                <a:gd name="csY42" fmla="*/ 83796 h 461679"/>
                <a:gd name="csX43" fmla="*/ 171021 w 296866"/>
                <a:gd name="csY43" fmla="*/ 93315 h 461679"/>
                <a:gd name="csX44" fmla="*/ 173406 w 296866"/>
                <a:gd name="csY44" fmla="*/ 109690 h 461679"/>
                <a:gd name="csX45" fmla="*/ 164850 w 296866"/>
                <a:gd name="csY45" fmla="*/ 145701 h 461679"/>
                <a:gd name="csX46" fmla="*/ 169084 w 296866"/>
                <a:gd name="csY46" fmla="*/ 169291 h 461679"/>
                <a:gd name="csX47" fmla="*/ 171477 w 296866"/>
                <a:gd name="csY47" fmla="*/ 213103 h 461679"/>
                <a:gd name="csX48" fmla="*/ 174210 w 296866"/>
                <a:gd name="csY48" fmla="*/ 257046 h 461679"/>
                <a:gd name="csX49" fmla="*/ 178120 w 296866"/>
                <a:gd name="csY49" fmla="*/ 261958 h 461679"/>
                <a:gd name="csX50" fmla="*/ 182243 w 296866"/>
                <a:gd name="csY50" fmla="*/ 269492 h 461679"/>
                <a:gd name="csX51" fmla="*/ 184937 w 296866"/>
                <a:gd name="csY51" fmla="*/ 277338 h 461679"/>
                <a:gd name="csX52" fmla="*/ 193415 w 296866"/>
                <a:gd name="csY52" fmla="*/ 285510 h 461679"/>
                <a:gd name="csX53" fmla="*/ 199664 w 296866"/>
                <a:gd name="csY53" fmla="*/ 290658 h 461679"/>
                <a:gd name="csX54" fmla="*/ 207927 w 296866"/>
                <a:gd name="csY54" fmla="*/ 300943 h 461679"/>
                <a:gd name="csX55" fmla="*/ 219722 w 296866"/>
                <a:gd name="csY55" fmla="*/ 315205 h 461679"/>
                <a:gd name="csX56" fmla="*/ 234342 w 296866"/>
                <a:gd name="csY56" fmla="*/ 331253 h 461679"/>
                <a:gd name="csX57" fmla="*/ 242348 w 296866"/>
                <a:gd name="csY57" fmla="*/ 342893 h 461679"/>
                <a:gd name="csX58" fmla="*/ 243886 w 296866"/>
                <a:gd name="csY58" fmla="*/ 354430 h 461679"/>
                <a:gd name="csX59" fmla="*/ 242906 w 296866"/>
                <a:gd name="csY59" fmla="*/ 363679 h 461679"/>
                <a:gd name="csX60" fmla="*/ 242638 w 296866"/>
                <a:gd name="csY60" fmla="*/ 372819 h 461679"/>
                <a:gd name="csX61" fmla="*/ 248980 w 296866"/>
                <a:gd name="csY61" fmla="*/ 375191 h 461679"/>
                <a:gd name="csX62" fmla="*/ 256854 w 296866"/>
                <a:gd name="csY62" fmla="*/ 380201 h 461679"/>
                <a:gd name="csX63" fmla="*/ 262017 w 296866"/>
                <a:gd name="csY63" fmla="*/ 385776 h 461679"/>
                <a:gd name="csX64" fmla="*/ 267554 w 296866"/>
                <a:gd name="csY64" fmla="*/ 396801 h 461679"/>
                <a:gd name="csX65" fmla="*/ 281559 w 296866"/>
                <a:gd name="csY65" fmla="*/ 416793 h 461679"/>
                <a:gd name="csX66" fmla="*/ 290755 w 296866"/>
                <a:gd name="csY66" fmla="*/ 428632 h 461679"/>
                <a:gd name="csX67" fmla="*/ 294624 w 296866"/>
                <a:gd name="csY67" fmla="*/ 440196 h 461679"/>
                <a:gd name="csX68" fmla="*/ 296867 w 296866"/>
                <a:gd name="csY68" fmla="*/ 451755 h 461679"/>
                <a:gd name="csX69" fmla="*/ 287186 w 296866"/>
                <a:gd name="csY69" fmla="*/ 461588 h 461679"/>
                <a:gd name="csX70" fmla="*/ 234204 w 296866"/>
                <a:gd name="csY70" fmla="*/ 456793 h 4616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Lst>
              <a:rect l="l" t="t" r="r" b="b"/>
              <a:pathLst>
                <a:path w="296866" h="461679">
                  <a:moveTo>
                    <a:pt x="234204" y="456793"/>
                  </a:moveTo>
                  <a:cubicBezTo>
                    <a:pt x="210389" y="454343"/>
                    <a:pt x="190335" y="451771"/>
                    <a:pt x="189641" y="451076"/>
                  </a:cubicBezTo>
                  <a:cubicBezTo>
                    <a:pt x="188946" y="450382"/>
                    <a:pt x="190136" y="445606"/>
                    <a:pt x="192285" y="440463"/>
                  </a:cubicBezTo>
                  <a:cubicBezTo>
                    <a:pt x="195748" y="432175"/>
                    <a:pt x="195752" y="431281"/>
                    <a:pt x="192319" y="432599"/>
                  </a:cubicBezTo>
                  <a:cubicBezTo>
                    <a:pt x="188021" y="434248"/>
                    <a:pt x="186953" y="428358"/>
                    <a:pt x="190826" y="424368"/>
                  </a:cubicBezTo>
                  <a:cubicBezTo>
                    <a:pt x="192136" y="423019"/>
                    <a:pt x="193972" y="417747"/>
                    <a:pt x="194908" y="412652"/>
                  </a:cubicBezTo>
                  <a:cubicBezTo>
                    <a:pt x="196394" y="404559"/>
                    <a:pt x="195613" y="402447"/>
                    <a:pt x="188729" y="395950"/>
                  </a:cubicBezTo>
                  <a:cubicBezTo>
                    <a:pt x="184395" y="391860"/>
                    <a:pt x="178494" y="383039"/>
                    <a:pt x="175616" y="376348"/>
                  </a:cubicBezTo>
                  <a:cubicBezTo>
                    <a:pt x="172738" y="369658"/>
                    <a:pt x="168155" y="363476"/>
                    <a:pt x="165432" y="362612"/>
                  </a:cubicBezTo>
                  <a:cubicBezTo>
                    <a:pt x="162709" y="361748"/>
                    <a:pt x="159193" y="357894"/>
                    <a:pt x="157619" y="354047"/>
                  </a:cubicBezTo>
                  <a:cubicBezTo>
                    <a:pt x="149821" y="334997"/>
                    <a:pt x="131426" y="312204"/>
                    <a:pt x="123850" y="312204"/>
                  </a:cubicBezTo>
                  <a:cubicBezTo>
                    <a:pt x="121509" y="312204"/>
                    <a:pt x="115460" y="307848"/>
                    <a:pt x="110408" y="302524"/>
                  </a:cubicBezTo>
                  <a:cubicBezTo>
                    <a:pt x="105356" y="297200"/>
                    <a:pt x="96453" y="288788"/>
                    <a:pt x="90624" y="283830"/>
                  </a:cubicBezTo>
                  <a:cubicBezTo>
                    <a:pt x="81794" y="276321"/>
                    <a:pt x="80025" y="273244"/>
                    <a:pt x="80025" y="265391"/>
                  </a:cubicBezTo>
                  <a:cubicBezTo>
                    <a:pt x="80025" y="259326"/>
                    <a:pt x="78622" y="255426"/>
                    <a:pt x="76089" y="254455"/>
                  </a:cubicBezTo>
                  <a:cubicBezTo>
                    <a:pt x="73596" y="253498"/>
                    <a:pt x="72591" y="250794"/>
                    <a:pt x="73345" y="247079"/>
                  </a:cubicBezTo>
                  <a:cubicBezTo>
                    <a:pt x="77548" y="226392"/>
                    <a:pt x="77309" y="220102"/>
                    <a:pt x="72109" y="214519"/>
                  </a:cubicBezTo>
                  <a:cubicBezTo>
                    <a:pt x="69219" y="211417"/>
                    <a:pt x="67513" y="207813"/>
                    <a:pt x="68319" y="206510"/>
                  </a:cubicBezTo>
                  <a:cubicBezTo>
                    <a:pt x="69124" y="205206"/>
                    <a:pt x="68603" y="203410"/>
                    <a:pt x="67160" y="202519"/>
                  </a:cubicBezTo>
                  <a:cubicBezTo>
                    <a:pt x="65698" y="201615"/>
                    <a:pt x="64536" y="203319"/>
                    <a:pt x="64536" y="206365"/>
                  </a:cubicBezTo>
                  <a:cubicBezTo>
                    <a:pt x="64536" y="209372"/>
                    <a:pt x="63375" y="211114"/>
                    <a:pt x="61955" y="210237"/>
                  </a:cubicBezTo>
                  <a:cubicBezTo>
                    <a:pt x="60535" y="209360"/>
                    <a:pt x="59373" y="200618"/>
                    <a:pt x="59373" y="190811"/>
                  </a:cubicBezTo>
                  <a:cubicBezTo>
                    <a:pt x="59373" y="173740"/>
                    <a:pt x="53682" y="154736"/>
                    <a:pt x="48569" y="154736"/>
                  </a:cubicBezTo>
                  <a:cubicBezTo>
                    <a:pt x="47413" y="154736"/>
                    <a:pt x="46466" y="148910"/>
                    <a:pt x="46466" y="141789"/>
                  </a:cubicBezTo>
                  <a:cubicBezTo>
                    <a:pt x="46466" y="132086"/>
                    <a:pt x="44464" y="125296"/>
                    <a:pt x="38475" y="114684"/>
                  </a:cubicBezTo>
                  <a:cubicBezTo>
                    <a:pt x="34080" y="106897"/>
                    <a:pt x="29434" y="99876"/>
                    <a:pt x="28150" y="99082"/>
                  </a:cubicBezTo>
                  <a:cubicBezTo>
                    <a:pt x="26865" y="98289"/>
                    <a:pt x="25815" y="93874"/>
                    <a:pt x="25815" y="89273"/>
                  </a:cubicBezTo>
                  <a:cubicBezTo>
                    <a:pt x="25815" y="84671"/>
                    <a:pt x="24440" y="79532"/>
                    <a:pt x="22760" y="77852"/>
                  </a:cubicBezTo>
                  <a:cubicBezTo>
                    <a:pt x="21080" y="76172"/>
                    <a:pt x="20518" y="73984"/>
                    <a:pt x="21512" y="72990"/>
                  </a:cubicBezTo>
                  <a:cubicBezTo>
                    <a:pt x="22506" y="71996"/>
                    <a:pt x="24694" y="72558"/>
                    <a:pt x="26374" y="74238"/>
                  </a:cubicBezTo>
                  <a:cubicBezTo>
                    <a:pt x="30884" y="78748"/>
                    <a:pt x="33559" y="77963"/>
                    <a:pt x="33559" y="72129"/>
                  </a:cubicBezTo>
                  <a:cubicBezTo>
                    <a:pt x="33559" y="69261"/>
                    <a:pt x="31838" y="66967"/>
                    <a:pt x="29687" y="66967"/>
                  </a:cubicBezTo>
                  <a:cubicBezTo>
                    <a:pt x="27557" y="66967"/>
                    <a:pt x="25815" y="65756"/>
                    <a:pt x="25815" y="64277"/>
                  </a:cubicBezTo>
                  <a:cubicBezTo>
                    <a:pt x="25815" y="62798"/>
                    <a:pt x="23571" y="59179"/>
                    <a:pt x="20828" y="56236"/>
                  </a:cubicBezTo>
                  <a:cubicBezTo>
                    <a:pt x="18086" y="53292"/>
                    <a:pt x="15085" y="46080"/>
                    <a:pt x="14159" y="40210"/>
                  </a:cubicBezTo>
                  <a:cubicBezTo>
                    <a:pt x="13233" y="34339"/>
                    <a:pt x="9669" y="24039"/>
                    <a:pt x="6238" y="17321"/>
                  </a:cubicBezTo>
                  <a:cubicBezTo>
                    <a:pt x="2807" y="10603"/>
                    <a:pt x="0" y="3924"/>
                    <a:pt x="0" y="2478"/>
                  </a:cubicBezTo>
                  <a:cubicBezTo>
                    <a:pt x="0" y="-1152"/>
                    <a:pt x="23478" y="-850"/>
                    <a:pt x="99386" y="3758"/>
                  </a:cubicBezTo>
                  <a:cubicBezTo>
                    <a:pt x="175010" y="8348"/>
                    <a:pt x="191027" y="9867"/>
                    <a:pt x="191027" y="12449"/>
                  </a:cubicBezTo>
                  <a:cubicBezTo>
                    <a:pt x="191027" y="13496"/>
                    <a:pt x="185192" y="20407"/>
                    <a:pt x="178059" y="27807"/>
                  </a:cubicBezTo>
                  <a:cubicBezTo>
                    <a:pt x="167978" y="38266"/>
                    <a:pt x="165598" y="42256"/>
                    <a:pt x="167369" y="45725"/>
                  </a:cubicBezTo>
                  <a:cubicBezTo>
                    <a:pt x="174634" y="59948"/>
                    <a:pt x="171699" y="83751"/>
                    <a:pt x="163079" y="80524"/>
                  </a:cubicBezTo>
                  <a:cubicBezTo>
                    <a:pt x="159180" y="79065"/>
                    <a:pt x="159137" y="79384"/>
                    <a:pt x="162631" y="83796"/>
                  </a:cubicBezTo>
                  <a:cubicBezTo>
                    <a:pt x="164761" y="86485"/>
                    <a:pt x="168536" y="90769"/>
                    <a:pt x="171021" y="93315"/>
                  </a:cubicBezTo>
                  <a:cubicBezTo>
                    <a:pt x="175834" y="98246"/>
                    <a:pt x="176913" y="105657"/>
                    <a:pt x="173406" y="109690"/>
                  </a:cubicBezTo>
                  <a:cubicBezTo>
                    <a:pt x="169336" y="114370"/>
                    <a:pt x="164942" y="132862"/>
                    <a:pt x="164850" y="145701"/>
                  </a:cubicBezTo>
                  <a:cubicBezTo>
                    <a:pt x="164711" y="165107"/>
                    <a:pt x="165194" y="167798"/>
                    <a:pt x="169084" y="169291"/>
                  </a:cubicBezTo>
                  <a:cubicBezTo>
                    <a:pt x="171992" y="170406"/>
                    <a:pt x="172437" y="178546"/>
                    <a:pt x="171477" y="213103"/>
                  </a:cubicBezTo>
                  <a:cubicBezTo>
                    <a:pt x="170471" y="249367"/>
                    <a:pt x="170869" y="255764"/>
                    <a:pt x="174210" y="257046"/>
                  </a:cubicBezTo>
                  <a:cubicBezTo>
                    <a:pt x="176360" y="257871"/>
                    <a:pt x="178120" y="260081"/>
                    <a:pt x="178120" y="261958"/>
                  </a:cubicBezTo>
                  <a:cubicBezTo>
                    <a:pt x="178120" y="263834"/>
                    <a:pt x="179975" y="267225"/>
                    <a:pt x="182243" y="269492"/>
                  </a:cubicBezTo>
                  <a:cubicBezTo>
                    <a:pt x="184511" y="271760"/>
                    <a:pt x="185723" y="275291"/>
                    <a:pt x="184937" y="277338"/>
                  </a:cubicBezTo>
                  <a:cubicBezTo>
                    <a:pt x="183466" y="281172"/>
                    <a:pt x="186953" y="284533"/>
                    <a:pt x="193415" y="285510"/>
                  </a:cubicBezTo>
                  <a:cubicBezTo>
                    <a:pt x="195439" y="285815"/>
                    <a:pt x="198251" y="288132"/>
                    <a:pt x="199664" y="290658"/>
                  </a:cubicBezTo>
                  <a:cubicBezTo>
                    <a:pt x="201078" y="293183"/>
                    <a:pt x="204796" y="297811"/>
                    <a:pt x="207927" y="300943"/>
                  </a:cubicBezTo>
                  <a:cubicBezTo>
                    <a:pt x="211058" y="304074"/>
                    <a:pt x="216366" y="310492"/>
                    <a:pt x="219722" y="315205"/>
                  </a:cubicBezTo>
                  <a:cubicBezTo>
                    <a:pt x="223078" y="319918"/>
                    <a:pt x="229657" y="327140"/>
                    <a:pt x="234342" y="331253"/>
                  </a:cubicBezTo>
                  <a:cubicBezTo>
                    <a:pt x="239027" y="335367"/>
                    <a:pt x="242630" y="340605"/>
                    <a:pt x="242348" y="342893"/>
                  </a:cubicBezTo>
                  <a:cubicBezTo>
                    <a:pt x="242066" y="345182"/>
                    <a:pt x="242758" y="350373"/>
                    <a:pt x="243886" y="354430"/>
                  </a:cubicBezTo>
                  <a:cubicBezTo>
                    <a:pt x="245242" y="359308"/>
                    <a:pt x="244910" y="362440"/>
                    <a:pt x="242906" y="363679"/>
                  </a:cubicBezTo>
                  <a:cubicBezTo>
                    <a:pt x="240669" y="365062"/>
                    <a:pt x="240599" y="367456"/>
                    <a:pt x="242638" y="372819"/>
                  </a:cubicBezTo>
                  <a:cubicBezTo>
                    <a:pt x="245274" y="379752"/>
                    <a:pt x="245565" y="379861"/>
                    <a:pt x="248980" y="375191"/>
                  </a:cubicBezTo>
                  <a:cubicBezTo>
                    <a:pt x="253071" y="369596"/>
                    <a:pt x="256854" y="372003"/>
                    <a:pt x="256854" y="380201"/>
                  </a:cubicBezTo>
                  <a:cubicBezTo>
                    <a:pt x="256854" y="384054"/>
                    <a:pt x="258448" y="385776"/>
                    <a:pt x="262017" y="385776"/>
                  </a:cubicBezTo>
                  <a:cubicBezTo>
                    <a:pt x="266316" y="385777"/>
                    <a:pt x="267243" y="387623"/>
                    <a:pt x="267554" y="396801"/>
                  </a:cubicBezTo>
                  <a:cubicBezTo>
                    <a:pt x="267995" y="409833"/>
                    <a:pt x="271290" y="414537"/>
                    <a:pt x="281559" y="416793"/>
                  </a:cubicBezTo>
                  <a:cubicBezTo>
                    <a:pt x="287964" y="418199"/>
                    <a:pt x="289378" y="420020"/>
                    <a:pt x="290755" y="428632"/>
                  </a:cubicBezTo>
                  <a:cubicBezTo>
                    <a:pt x="291650" y="434230"/>
                    <a:pt x="293391" y="439433"/>
                    <a:pt x="294624" y="440196"/>
                  </a:cubicBezTo>
                  <a:cubicBezTo>
                    <a:pt x="295858" y="440958"/>
                    <a:pt x="296867" y="446160"/>
                    <a:pt x="296867" y="451755"/>
                  </a:cubicBezTo>
                  <a:cubicBezTo>
                    <a:pt x="296867" y="461851"/>
                    <a:pt x="296793" y="461926"/>
                    <a:pt x="287186" y="461588"/>
                  </a:cubicBezTo>
                  <a:cubicBezTo>
                    <a:pt x="281862" y="461400"/>
                    <a:pt x="258020" y="459243"/>
                    <a:pt x="234204" y="456793"/>
                  </a:cubicBezTo>
                  <a:close/>
                </a:path>
              </a:pathLst>
            </a:custGeom>
            <a:solidFill>
              <a:srgbClr val="B9B9B9"/>
            </a:solidFill>
            <a:ln w="5163" cap="flat">
              <a:noFill/>
              <a:prstDash val="solid"/>
              <a:miter/>
            </a:ln>
          </p:spPr>
          <p:txBody>
            <a:bodyPr/>
            <a:lstStyle/>
            <a:p>
              <a:endParaRPr lang="es-419" noProof="0" dirty="0"/>
            </a:p>
          </p:txBody>
        </p:sp>
        <p:sp>
          <p:nvSpPr>
            <p:cNvPr id="108" name="Forma libre: forma 107">
              <a:extLst>
                <a:ext uri="{FF2B5EF4-FFF2-40B4-BE49-F238E27FC236}">
                  <a16:creationId xmlns:a16="http://schemas.microsoft.com/office/drawing/2014/main" id="{9A0CE29C-5792-5BE1-6027-D998CC0E9F67}"/>
                </a:ext>
              </a:extLst>
            </p:cNvPr>
            <p:cNvSpPr/>
            <p:nvPr/>
          </p:nvSpPr>
          <p:spPr>
            <a:xfrm>
              <a:off x="259777" y="1434618"/>
              <a:ext cx="20905" cy="34765"/>
            </a:xfrm>
            <a:custGeom>
              <a:avLst/>
              <a:gdLst>
                <a:gd name="csX0" fmla="*/ 7343 w 20905"/>
                <a:gd name="csY0" fmla="*/ 31742 h 34765"/>
                <a:gd name="csX1" fmla="*/ 5095 w 20905"/>
                <a:gd name="csY1" fmla="*/ 22712 h 34765"/>
                <a:gd name="csX2" fmla="*/ 11946 w 20905"/>
                <a:gd name="csY2" fmla="*/ 12959 h 34765"/>
                <a:gd name="csX3" fmla="*/ 17992 w 20905"/>
                <a:gd name="csY3" fmla="*/ 1997 h 34765"/>
                <a:gd name="csX4" fmla="*/ 19063 w 20905"/>
                <a:gd name="csY4" fmla="*/ 27093 h 34765"/>
                <a:gd name="csX5" fmla="*/ 7343 w 20905"/>
                <a:gd name="csY5" fmla="*/ 31742 h 34765"/>
              </a:gdLst>
              <a:ahLst/>
              <a:cxnLst>
                <a:cxn ang="0">
                  <a:pos x="csX0" y="csY0"/>
                </a:cxn>
                <a:cxn ang="0">
                  <a:pos x="csX1" y="csY1"/>
                </a:cxn>
                <a:cxn ang="0">
                  <a:pos x="csX2" y="csY2"/>
                </a:cxn>
                <a:cxn ang="0">
                  <a:pos x="csX3" y="csY3"/>
                </a:cxn>
                <a:cxn ang="0">
                  <a:pos x="csX4" y="csY4"/>
                </a:cxn>
                <a:cxn ang="0">
                  <a:pos x="csX5" y="csY5"/>
                </a:cxn>
              </a:cxnLst>
              <a:rect l="l" t="t" r="r" b="b"/>
              <a:pathLst>
                <a:path w="20905" h="34765">
                  <a:moveTo>
                    <a:pt x="7343" y="31742"/>
                  </a:moveTo>
                  <a:cubicBezTo>
                    <a:pt x="-1878" y="26647"/>
                    <a:pt x="-2170" y="25474"/>
                    <a:pt x="5095" y="22712"/>
                  </a:cubicBezTo>
                  <a:cubicBezTo>
                    <a:pt x="10179" y="20779"/>
                    <a:pt x="11916" y="18306"/>
                    <a:pt x="11946" y="12959"/>
                  </a:cubicBezTo>
                  <a:cubicBezTo>
                    <a:pt x="11996" y="3833"/>
                    <a:pt x="16177" y="-3749"/>
                    <a:pt x="17992" y="1997"/>
                  </a:cubicBezTo>
                  <a:cubicBezTo>
                    <a:pt x="21527" y="13191"/>
                    <a:pt x="21797" y="19522"/>
                    <a:pt x="19063" y="27093"/>
                  </a:cubicBezTo>
                  <a:cubicBezTo>
                    <a:pt x="15722" y="36343"/>
                    <a:pt x="15691" y="36355"/>
                    <a:pt x="7343" y="31742"/>
                  </a:cubicBezTo>
                  <a:close/>
                </a:path>
              </a:pathLst>
            </a:custGeom>
            <a:solidFill>
              <a:srgbClr val="B9B9B9"/>
            </a:solidFill>
            <a:ln w="5163" cap="flat">
              <a:noFill/>
              <a:prstDash val="solid"/>
              <a:miter/>
            </a:ln>
          </p:spPr>
          <p:txBody>
            <a:bodyPr/>
            <a:lstStyle/>
            <a:p>
              <a:endParaRPr lang="es-419" noProof="0" dirty="0"/>
            </a:p>
          </p:txBody>
        </p:sp>
        <p:sp>
          <p:nvSpPr>
            <p:cNvPr id="109" name="Forma libre: forma 108">
              <a:extLst>
                <a:ext uri="{FF2B5EF4-FFF2-40B4-BE49-F238E27FC236}">
                  <a16:creationId xmlns:a16="http://schemas.microsoft.com/office/drawing/2014/main" id="{F9D32A74-E3D9-D154-B2C5-1B7C577BC346}"/>
                </a:ext>
              </a:extLst>
            </p:cNvPr>
            <p:cNvSpPr/>
            <p:nvPr/>
          </p:nvSpPr>
          <p:spPr>
            <a:xfrm>
              <a:off x="73152" y="1375664"/>
              <a:ext cx="14357" cy="42577"/>
            </a:xfrm>
            <a:custGeom>
              <a:avLst/>
              <a:gdLst>
                <a:gd name="csX0" fmla="*/ 7495 w 14357"/>
                <a:gd name="csY0" fmla="*/ 37645 h 42577"/>
                <a:gd name="csX1" fmla="*/ 3632 w 14357"/>
                <a:gd name="csY1" fmla="*/ 24738 h 42577"/>
                <a:gd name="csX2" fmla="*/ 3632 w 14357"/>
                <a:gd name="csY2" fmla="*/ 1505 h 42577"/>
                <a:gd name="csX3" fmla="*/ 7504 w 14357"/>
                <a:gd name="csY3" fmla="*/ 6137 h 42577"/>
                <a:gd name="csX4" fmla="*/ 10146 w 14357"/>
                <a:gd name="csY4" fmla="*/ 14863 h 42577"/>
                <a:gd name="csX5" fmla="*/ 11643 w 14357"/>
                <a:gd name="csY5" fmla="*/ 38936 h 42577"/>
                <a:gd name="csX6" fmla="*/ 7495 w 14357"/>
                <a:gd name="csY6" fmla="*/ 37645 h 42577"/>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4357" h="42577">
                  <a:moveTo>
                    <a:pt x="7495" y="37645"/>
                  </a:moveTo>
                  <a:cubicBezTo>
                    <a:pt x="7399" y="34096"/>
                    <a:pt x="5661" y="28288"/>
                    <a:pt x="3632" y="24738"/>
                  </a:cubicBezTo>
                  <a:cubicBezTo>
                    <a:pt x="-1211" y="16267"/>
                    <a:pt x="-1211" y="5524"/>
                    <a:pt x="3632" y="1505"/>
                  </a:cubicBezTo>
                  <a:cubicBezTo>
                    <a:pt x="6929" y="-1232"/>
                    <a:pt x="7504" y="-544"/>
                    <a:pt x="7504" y="6137"/>
                  </a:cubicBezTo>
                  <a:cubicBezTo>
                    <a:pt x="7504" y="10452"/>
                    <a:pt x="8693" y="14378"/>
                    <a:pt x="10146" y="14863"/>
                  </a:cubicBezTo>
                  <a:cubicBezTo>
                    <a:pt x="14898" y="16447"/>
                    <a:pt x="15948" y="33343"/>
                    <a:pt x="11643" y="38936"/>
                  </a:cubicBezTo>
                  <a:cubicBezTo>
                    <a:pt x="7745" y="44000"/>
                    <a:pt x="7665" y="43975"/>
                    <a:pt x="7495" y="37645"/>
                  </a:cubicBezTo>
                  <a:close/>
                </a:path>
              </a:pathLst>
            </a:custGeom>
            <a:solidFill>
              <a:srgbClr val="B9B9B9"/>
            </a:solidFill>
            <a:ln w="5163" cap="flat">
              <a:noFill/>
              <a:prstDash val="solid"/>
              <a:miter/>
            </a:ln>
          </p:spPr>
          <p:txBody>
            <a:bodyPr/>
            <a:lstStyle/>
            <a:p>
              <a:endParaRPr lang="es-419" noProof="0" dirty="0"/>
            </a:p>
          </p:txBody>
        </p:sp>
        <p:sp>
          <p:nvSpPr>
            <p:cNvPr id="110" name="Forma libre: forma 109">
              <a:extLst>
                <a:ext uri="{FF2B5EF4-FFF2-40B4-BE49-F238E27FC236}">
                  <a16:creationId xmlns:a16="http://schemas.microsoft.com/office/drawing/2014/main" id="{AE748319-FD02-BA85-4C58-CB23F718828B}"/>
                </a:ext>
              </a:extLst>
            </p:cNvPr>
            <p:cNvSpPr/>
            <p:nvPr/>
          </p:nvSpPr>
          <p:spPr>
            <a:xfrm>
              <a:off x="420547" y="1341567"/>
              <a:ext cx="36589" cy="57857"/>
            </a:xfrm>
            <a:custGeom>
              <a:avLst/>
              <a:gdLst>
                <a:gd name="csX0" fmla="*/ 24033 w 36589"/>
                <a:gd name="csY0" fmla="*/ 48231 h 57857"/>
                <a:gd name="csX1" fmla="*/ 8875 w 36589"/>
                <a:gd name="csY1" fmla="*/ 31730 h 57857"/>
                <a:gd name="csX2" fmla="*/ 2815 w 36589"/>
                <a:gd name="csY2" fmla="*/ 140 h 57857"/>
                <a:gd name="csX3" fmla="*/ 18571 w 36589"/>
                <a:gd name="csY3" fmla="*/ 17532 h 57857"/>
                <a:gd name="csX4" fmla="*/ 26156 w 36589"/>
                <a:gd name="csY4" fmla="*/ 27858 h 57857"/>
                <a:gd name="csX5" fmla="*/ 32361 w 36589"/>
                <a:gd name="csY5" fmla="*/ 36599 h 57857"/>
                <a:gd name="csX6" fmla="*/ 34380 w 36589"/>
                <a:gd name="csY6" fmla="*/ 51018 h 57857"/>
                <a:gd name="csX7" fmla="*/ 24033 w 36589"/>
                <a:gd name="csY7" fmla="*/ 48231 h 578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6589" h="57857">
                  <a:moveTo>
                    <a:pt x="24033" y="48231"/>
                  </a:moveTo>
                  <a:cubicBezTo>
                    <a:pt x="18251" y="41995"/>
                    <a:pt x="11430" y="34569"/>
                    <a:pt x="8875" y="31730"/>
                  </a:cubicBezTo>
                  <a:cubicBezTo>
                    <a:pt x="870" y="22831"/>
                    <a:pt x="-3051" y="2391"/>
                    <a:pt x="2815" y="140"/>
                  </a:cubicBezTo>
                  <a:cubicBezTo>
                    <a:pt x="7073" y="-1494"/>
                    <a:pt x="18931" y="11596"/>
                    <a:pt x="18571" y="17532"/>
                  </a:cubicBezTo>
                  <a:cubicBezTo>
                    <a:pt x="18043" y="26212"/>
                    <a:pt x="19252" y="27858"/>
                    <a:pt x="26156" y="27858"/>
                  </a:cubicBezTo>
                  <a:cubicBezTo>
                    <a:pt x="32848" y="27858"/>
                    <a:pt x="33306" y="28504"/>
                    <a:pt x="32361" y="36599"/>
                  </a:cubicBezTo>
                  <a:cubicBezTo>
                    <a:pt x="31800" y="41406"/>
                    <a:pt x="32708" y="47895"/>
                    <a:pt x="34380" y="51018"/>
                  </a:cubicBezTo>
                  <a:cubicBezTo>
                    <a:pt x="39819" y="61181"/>
                    <a:pt x="34782" y="59825"/>
                    <a:pt x="24033" y="48231"/>
                  </a:cubicBezTo>
                  <a:close/>
                </a:path>
              </a:pathLst>
            </a:custGeom>
            <a:solidFill>
              <a:srgbClr val="B9B9B9"/>
            </a:solidFill>
            <a:ln w="5163" cap="flat">
              <a:noFill/>
              <a:prstDash val="solid"/>
              <a:miter/>
            </a:ln>
          </p:spPr>
          <p:txBody>
            <a:bodyPr/>
            <a:lstStyle/>
            <a:p>
              <a:endParaRPr lang="es-419" noProof="0" dirty="0"/>
            </a:p>
          </p:txBody>
        </p:sp>
      </p:grpSp>
      <p:grpSp>
        <p:nvGrpSpPr>
          <p:cNvPr id="111" name="Gráfico 39">
            <a:extLst>
              <a:ext uri="{FF2B5EF4-FFF2-40B4-BE49-F238E27FC236}">
                <a16:creationId xmlns:a16="http://schemas.microsoft.com/office/drawing/2014/main" id="{F17F83DB-8E0F-A773-3770-B083E76F709E}"/>
              </a:ext>
            </a:extLst>
          </p:cNvPr>
          <p:cNvGrpSpPr/>
          <p:nvPr/>
        </p:nvGrpSpPr>
        <p:grpSpPr>
          <a:xfrm>
            <a:off x="347681" y="1057339"/>
            <a:ext cx="481325" cy="621418"/>
            <a:chOff x="347681" y="1057339"/>
            <a:chExt cx="481325" cy="621418"/>
          </a:xfrm>
          <a:solidFill>
            <a:srgbClr val="B9B9B9"/>
          </a:solidFill>
        </p:grpSpPr>
        <p:grpSp>
          <p:nvGrpSpPr>
            <p:cNvPr id="112" name="Gráfico 39">
              <a:extLst>
                <a:ext uri="{FF2B5EF4-FFF2-40B4-BE49-F238E27FC236}">
                  <a16:creationId xmlns:a16="http://schemas.microsoft.com/office/drawing/2014/main" id="{0900E67C-0920-9395-B228-C7A819E497DF}"/>
                </a:ext>
              </a:extLst>
            </p:cNvPr>
            <p:cNvGrpSpPr/>
            <p:nvPr/>
          </p:nvGrpSpPr>
          <p:grpSpPr>
            <a:xfrm>
              <a:off x="492211" y="1384222"/>
              <a:ext cx="33498" cy="51895"/>
              <a:chOff x="492211" y="1384222"/>
              <a:chExt cx="33498" cy="51895"/>
            </a:xfrm>
            <a:solidFill>
              <a:srgbClr val="B9B9B9"/>
            </a:solidFill>
          </p:grpSpPr>
          <p:sp>
            <p:nvSpPr>
              <p:cNvPr id="113" name="Forma libre: forma 112">
                <a:extLst>
                  <a:ext uri="{FF2B5EF4-FFF2-40B4-BE49-F238E27FC236}">
                    <a16:creationId xmlns:a16="http://schemas.microsoft.com/office/drawing/2014/main" id="{9907D2FD-35CE-820E-FC09-2C30AEF36D0C}"/>
                  </a:ext>
                </a:extLst>
              </p:cNvPr>
              <p:cNvSpPr/>
              <p:nvPr/>
            </p:nvSpPr>
            <p:spPr>
              <a:xfrm>
                <a:off x="492211" y="1428798"/>
                <a:ext cx="6246" cy="7319"/>
              </a:xfrm>
              <a:custGeom>
                <a:avLst/>
                <a:gdLst>
                  <a:gd name="csX0" fmla="*/ 460 w 6246"/>
                  <a:gd name="csY0" fmla="*/ 4088 h 7319"/>
                  <a:gd name="csX1" fmla="*/ 4549 w 6246"/>
                  <a:gd name="csY1" fmla="*/ 0 h 7319"/>
                  <a:gd name="csX2" fmla="*/ 1959 w 6246"/>
                  <a:gd name="csY2" fmla="*/ 7153 h 7319"/>
                  <a:gd name="csX3" fmla="*/ 460 w 6246"/>
                  <a:gd name="csY3" fmla="*/ 4088 h 7319"/>
                </a:gdLst>
                <a:ahLst/>
                <a:cxnLst>
                  <a:cxn ang="0">
                    <a:pos x="csX0" y="csY0"/>
                  </a:cxn>
                  <a:cxn ang="0">
                    <a:pos x="csX1" y="csY1"/>
                  </a:cxn>
                  <a:cxn ang="0">
                    <a:pos x="csX2" y="csY2"/>
                  </a:cxn>
                  <a:cxn ang="0">
                    <a:pos x="csX3" y="csY3"/>
                  </a:cxn>
                </a:cxnLst>
                <a:rect l="l" t="t" r="r" b="b"/>
                <a:pathLst>
                  <a:path w="6246" h="7319">
                    <a:moveTo>
                      <a:pt x="460" y="4088"/>
                    </a:moveTo>
                    <a:cubicBezTo>
                      <a:pt x="1323" y="1840"/>
                      <a:pt x="3163" y="0"/>
                      <a:pt x="4549" y="0"/>
                    </a:cubicBezTo>
                    <a:cubicBezTo>
                      <a:pt x="7942" y="0"/>
                      <a:pt x="5818" y="5867"/>
                      <a:pt x="1959" y="7153"/>
                    </a:cubicBezTo>
                    <a:cubicBezTo>
                      <a:pt x="72" y="7782"/>
                      <a:pt x="-505" y="6602"/>
                      <a:pt x="460" y="4088"/>
                    </a:cubicBezTo>
                    <a:close/>
                  </a:path>
                </a:pathLst>
              </a:custGeom>
              <a:solidFill>
                <a:srgbClr val="B9B9B9"/>
              </a:solidFill>
              <a:ln w="5163" cap="flat">
                <a:noFill/>
                <a:prstDash val="solid"/>
                <a:miter/>
              </a:ln>
            </p:spPr>
            <p:txBody>
              <a:bodyPr/>
              <a:lstStyle/>
              <a:p>
                <a:endParaRPr lang="es-419" noProof="0" dirty="0"/>
              </a:p>
            </p:txBody>
          </p:sp>
          <p:sp>
            <p:nvSpPr>
              <p:cNvPr id="114" name="Forma libre: forma 113">
                <a:extLst>
                  <a:ext uri="{FF2B5EF4-FFF2-40B4-BE49-F238E27FC236}">
                    <a16:creationId xmlns:a16="http://schemas.microsoft.com/office/drawing/2014/main" id="{867ECEDE-2FE2-6B3C-2A1E-429299A7C85A}"/>
                  </a:ext>
                </a:extLst>
              </p:cNvPr>
              <p:cNvSpPr/>
              <p:nvPr/>
            </p:nvSpPr>
            <p:spPr>
              <a:xfrm>
                <a:off x="495379" y="1384222"/>
                <a:ext cx="30331" cy="44105"/>
              </a:xfrm>
              <a:custGeom>
                <a:avLst/>
                <a:gdLst>
                  <a:gd name="csX0" fmla="*/ 10578 w 30331"/>
                  <a:gd name="csY0" fmla="*/ 40845 h 44105"/>
                  <a:gd name="csX1" fmla="*/ 3426 w 30331"/>
                  <a:gd name="csY1" fmla="*/ 27268 h 44105"/>
                  <a:gd name="csX2" fmla="*/ 8634 w 30331"/>
                  <a:gd name="csY2" fmla="*/ 13316 h 44105"/>
                  <a:gd name="csX3" fmla="*/ 25629 w 30331"/>
                  <a:gd name="csY3" fmla="*/ 1695 h 44105"/>
                  <a:gd name="csX4" fmla="*/ 27283 w 30331"/>
                  <a:gd name="csY4" fmla="*/ 34769 h 44105"/>
                  <a:gd name="csX5" fmla="*/ 10578 w 30331"/>
                  <a:gd name="csY5" fmla="*/ 40845 h 44105"/>
                </a:gdLst>
                <a:ahLst/>
                <a:cxnLst>
                  <a:cxn ang="0">
                    <a:pos x="csX0" y="csY0"/>
                  </a:cxn>
                  <a:cxn ang="0">
                    <a:pos x="csX1" y="csY1"/>
                  </a:cxn>
                  <a:cxn ang="0">
                    <a:pos x="csX2" y="csY2"/>
                  </a:cxn>
                  <a:cxn ang="0">
                    <a:pos x="csX3" y="csY3"/>
                  </a:cxn>
                  <a:cxn ang="0">
                    <a:pos x="csX4" y="csY4"/>
                  </a:cxn>
                  <a:cxn ang="0">
                    <a:pos x="csX5" y="csY5"/>
                  </a:cxn>
                </a:cxnLst>
                <a:rect l="l" t="t" r="r" b="b"/>
                <a:pathLst>
                  <a:path w="30331" h="44105">
                    <a:moveTo>
                      <a:pt x="10578" y="40845"/>
                    </a:moveTo>
                    <a:cubicBezTo>
                      <a:pt x="-1917" y="34327"/>
                      <a:pt x="-2001" y="34167"/>
                      <a:pt x="3426" y="27268"/>
                    </a:cubicBezTo>
                    <a:cubicBezTo>
                      <a:pt x="6291" y="23626"/>
                      <a:pt x="8634" y="17348"/>
                      <a:pt x="8634" y="13316"/>
                    </a:cubicBezTo>
                    <a:cubicBezTo>
                      <a:pt x="8634" y="4586"/>
                      <a:pt x="20679" y="-3650"/>
                      <a:pt x="25629" y="1695"/>
                    </a:cubicBezTo>
                    <a:cubicBezTo>
                      <a:pt x="31123" y="7627"/>
                      <a:pt x="31970" y="24580"/>
                      <a:pt x="27283" y="34769"/>
                    </a:cubicBezTo>
                    <a:cubicBezTo>
                      <a:pt x="22315" y="45567"/>
                      <a:pt x="20734" y="46142"/>
                      <a:pt x="10578" y="40845"/>
                    </a:cubicBezTo>
                    <a:close/>
                  </a:path>
                </a:pathLst>
              </a:custGeom>
              <a:solidFill>
                <a:srgbClr val="B9B9B9"/>
              </a:solidFill>
              <a:ln w="5163" cap="flat">
                <a:noFill/>
                <a:prstDash val="solid"/>
                <a:miter/>
              </a:ln>
            </p:spPr>
            <p:txBody>
              <a:bodyPr/>
              <a:lstStyle/>
              <a:p>
                <a:endParaRPr lang="es-419" noProof="0" dirty="0"/>
              </a:p>
            </p:txBody>
          </p:sp>
        </p:grpSp>
        <p:grpSp>
          <p:nvGrpSpPr>
            <p:cNvPr id="115" name="Gráfico 39">
              <a:extLst>
                <a:ext uri="{FF2B5EF4-FFF2-40B4-BE49-F238E27FC236}">
                  <a16:creationId xmlns:a16="http://schemas.microsoft.com/office/drawing/2014/main" id="{64FBA1B7-DE9D-6A07-275C-6E791F724B17}"/>
                </a:ext>
              </a:extLst>
            </p:cNvPr>
            <p:cNvGrpSpPr/>
            <p:nvPr/>
          </p:nvGrpSpPr>
          <p:grpSpPr>
            <a:xfrm>
              <a:off x="347681" y="1057339"/>
              <a:ext cx="481325" cy="621418"/>
              <a:chOff x="347681" y="1057339"/>
              <a:chExt cx="481325" cy="621418"/>
            </a:xfrm>
            <a:solidFill>
              <a:srgbClr val="B9B9B9"/>
            </a:solidFill>
          </p:grpSpPr>
          <p:sp>
            <p:nvSpPr>
              <p:cNvPr id="116" name="Forma libre: forma 115">
                <a:extLst>
                  <a:ext uri="{FF2B5EF4-FFF2-40B4-BE49-F238E27FC236}">
                    <a16:creationId xmlns:a16="http://schemas.microsoft.com/office/drawing/2014/main" id="{8DAFE2DA-4637-F21C-9AC2-5CCD5C6F6DBE}"/>
                  </a:ext>
                </a:extLst>
              </p:cNvPr>
              <p:cNvSpPr/>
              <p:nvPr/>
            </p:nvSpPr>
            <p:spPr>
              <a:xfrm>
                <a:off x="347681" y="1057339"/>
                <a:ext cx="481325" cy="621418"/>
              </a:xfrm>
              <a:custGeom>
                <a:avLst/>
                <a:gdLst>
                  <a:gd name="csX0" fmla="*/ 392709 w 481325"/>
                  <a:gd name="csY0" fmla="*/ 609477 h 621418"/>
                  <a:gd name="csX1" fmla="*/ 388957 w 481325"/>
                  <a:gd name="csY1" fmla="*/ 594848 h 621418"/>
                  <a:gd name="csX2" fmla="*/ 382520 w 481325"/>
                  <a:gd name="csY2" fmla="*/ 582680 h 621418"/>
                  <a:gd name="csX3" fmla="*/ 381003 w 481325"/>
                  <a:gd name="csY3" fmla="*/ 575394 h 621418"/>
                  <a:gd name="csX4" fmla="*/ 376772 w 481325"/>
                  <a:gd name="csY4" fmla="*/ 573517 h 621418"/>
                  <a:gd name="csX5" fmla="*/ 372471 w 481325"/>
                  <a:gd name="csY5" fmla="*/ 575078 h 621418"/>
                  <a:gd name="csX6" fmla="*/ 371638 w 481325"/>
                  <a:gd name="csY6" fmla="*/ 577600 h 621418"/>
                  <a:gd name="csX7" fmla="*/ 373727 w 481325"/>
                  <a:gd name="csY7" fmla="*/ 583138 h 621418"/>
                  <a:gd name="csX8" fmla="*/ 369193 w 481325"/>
                  <a:gd name="csY8" fmla="*/ 580381 h 621418"/>
                  <a:gd name="csX9" fmla="*/ 364289 w 481325"/>
                  <a:gd name="csY9" fmla="*/ 578851 h 621418"/>
                  <a:gd name="csX10" fmla="*/ 358202 w 481325"/>
                  <a:gd name="csY10" fmla="*/ 578294 h 621418"/>
                  <a:gd name="csX11" fmla="*/ 344811 w 481325"/>
                  <a:gd name="csY11" fmla="*/ 546998 h 621418"/>
                  <a:gd name="csX12" fmla="*/ 347360 w 481325"/>
                  <a:gd name="csY12" fmla="*/ 544424 h 621418"/>
                  <a:gd name="csX13" fmla="*/ 329284 w 481325"/>
                  <a:gd name="csY13" fmla="*/ 536840 h 621418"/>
                  <a:gd name="csX14" fmla="*/ 312504 w 481325"/>
                  <a:gd name="csY14" fmla="*/ 531378 h 621418"/>
                  <a:gd name="csX15" fmla="*/ 299274 w 481325"/>
                  <a:gd name="csY15" fmla="*/ 523870 h 621418"/>
                  <a:gd name="csX16" fmla="*/ 298267 w 481325"/>
                  <a:gd name="csY16" fmla="*/ 519838 h 621418"/>
                  <a:gd name="csX17" fmla="*/ 294146 w 481325"/>
                  <a:gd name="csY17" fmla="*/ 506308 h 621418"/>
                  <a:gd name="csX18" fmla="*/ 290635 w 481325"/>
                  <a:gd name="csY18" fmla="*/ 495822 h 621418"/>
                  <a:gd name="csX19" fmla="*/ 290295 w 481325"/>
                  <a:gd name="csY19" fmla="*/ 485043 h 621418"/>
                  <a:gd name="csX20" fmla="*/ 292460 w 481325"/>
                  <a:gd name="csY20" fmla="*/ 479235 h 621418"/>
                  <a:gd name="csX21" fmla="*/ 293954 w 481325"/>
                  <a:gd name="csY21" fmla="*/ 469554 h 621418"/>
                  <a:gd name="csX22" fmla="*/ 288754 w 481325"/>
                  <a:gd name="csY22" fmla="*/ 460702 h 621418"/>
                  <a:gd name="csX23" fmla="*/ 283583 w 481325"/>
                  <a:gd name="csY23" fmla="*/ 460065 h 621418"/>
                  <a:gd name="csX24" fmla="*/ 278874 w 481325"/>
                  <a:gd name="csY24" fmla="*/ 460231 h 621418"/>
                  <a:gd name="csX25" fmla="*/ 272498 w 481325"/>
                  <a:gd name="csY25" fmla="*/ 449744 h 621418"/>
                  <a:gd name="csX26" fmla="*/ 269740 w 481325"/>
                  <a:gd name="csY26" fmla="*/ 445139 h 621418"/>
                  <a:gd name="csX27" fmla="*/ 268211 w 481325"/>
                  <a:gd name="csY27" fmla="*/ 450043 h 621418"/>
                  <a:gd name="csX28" fmla="*/ 267044 w 481325"/>
                  <a:gd name="csY28" fmla="*/ 456881 h 621418"/>
                  <a:gd name="csX29" fmla="*/ 259538 w 481325"/>
                  <a:gd name="csY29" fmla="*/ 454425 h 621418"/>
                  <a:gd name="csX30" fmla="*/ 254428 w 481325"/>
                  <a:gd name="csY30" fmla="*/ 444654 h 621418"/>
                  <a:gd name="csX31" fmla="*/ 249421 w 481325"/>
                  <a:gd name="csY31" fmla="*/ 443656 h 621418"/>
                  <a:gd name="csX32" fmla="*/ 238700 w 481325"/>
                  <a:gd name="csY32" fmla="*/ 428558 h 621418"/>
                  <a:gd name="csX33" fmla="*/ 224166 w 481325"/>
                  <a:gd name="csY33" fmla="*/ 409935 h 621418"/>
                  <a:gd name="csX34" fmla="*/ 213124 w 481325"/>
                  <a:gd name="csY34" fmla="*/ 401065 h 621418"/>
                  <a:gd name="csX35" fmla="*/ 206671 w 481325"/>
                  <a:gd name="csY35" fmla="*/ 388468 h 621418"/>
                  <a:gd name="csX36" fmla="*/ 204242 w 481325"/>
                  <a:gd name="csY36" fmla="*/ 374041 h 621418"/>
                  <a:gd name="csX37" fmla="*/ 206562 w 481325"/>
                  <a:gd name="csY37" fmla="*/ 371283 h 621418"/>
                  <a:gd name="csX38" fmla="*/ 201394 w 481325"/>
                  <a:gd name="csY38" fmla="*/ 369855 h 621418"/>
                  <a:gd name="csX39" fmla="*/ 181743 w 481325"/>
                  <a:gd name="csY39" fmla="*/ 350072 h 621418"/>
                  <a:gd name="csX40" fmla="*/ 180840 w 481325"/>
                  <a:gd name="csY40" fmla="*/ 340015 h 621418"/>
                  <a:gd name="csX41" fmla="*/ 168342 w 481325"/>
                  <a:gd name="csY41" fmla="*/ 316750 h 621418"/>
                  <a:gd name="csX42" fmla="*/ 162786 w 481325"/>
                  <a:gd name="csY42" fmla="*/ 304341 h 621418"/>
                  <a:gd name="csX43" fmla="*/ 153959 w 481325"/>
                  <a:gd name="csY43" fmla="*/ 280463 h 621418"/>
                  <a:gd name="csX44" fmla="*/ 143231 w 481325"/>
                  <a:gd name="csY44" fmla="*/ 268201 h 621418"/>
                  <a:gd name="csX45" fmla="*/ 141096 w 481325"/>
                  <a:gd name="csY45" fmla="*/ 246493 h 621418"/>
                  <a:gd name="csX46" fmla="*/ 133510 w 481325"/>
                  <a:gd name="csY46" fmla="*/ 215932 h 621418"/>
                  <a:gd name="csX47" fmla="*/ 125786 w 481325"/>
                  <a:gd name="csY47" fmla="*/ 201792 h 621418"/>
                  <a:gd name="csX48" fmla="*/ 113580 w 481325"/>
                  <a:gd name="csY48" fmla="*/ 175023 h 621418"/>
                  <a:gd name="csX49" fmla="*/ 104703 w 481325"/>
                  <a:gd name="csY49" fmla="*/ 151035 h 621418"/>
                  <a:gd name="csX50" fmla="*/ 100240 w 481325"/>
                  <a:gd name="csY50" fmla="*/ 135893 h 621418"/>
                  <a:gd name="csX51" fmla="*/ 100240 w 481325"/>
                  <a:gd name="csY51" fmla="*/ 128463 h 621418"/>
                  <a:gd name="csX52" fmla="*/ 99247 w 481325"/>
                  <a:gd name="csY52" fmla="*/ 115142 h 621418"/>
                  <a:gd name="csX53" fmla="*/ 93791 w 481325"/>
                  <a:gd name="csY53" fmla="*/ 109442 h 621418"/>
                  <a:gd name="csX54" fmla="*/ 95549 w 481325"/>
                  <a:gd name="csY54" fmla="*/ 115250 h 621418"/>
                  <a:gd name="csX55" fmla="*/ 90800 w 481325"/>
                  <a:gd name="csY55" fmla="*/ 117023 h 621418"/>
                  <a:gd name="csX56" fmla="*/ 87172 w 481325"/>
                  <a:gd name="csY56" fmla="*/ 114272 h 621418"/>
                  <a:gd name="csX57" fmla="*/ 67148 w 481325"/>
                  <a:gd name="csY57" fmla="*/ 111209 h 621418"/>
                  <a:gd name="csX58" fmla="*/ 49971 w 481325"/>
                  <a:gd name="csY58" fmla="*/ 100232 h 621418"/>
                  <a:gd name="csX59" fmla="*/ 44090 w 481325"/>
                  <a:gd name="csY59" fmla="*/ 90574 h 621418"/>
                  <a:gd name="csX60" fmla="*/ 35863 w 481325"/>
                  <a:gd name="csY60" fmla="*/ 83433 h 621418"/>
                  <a:gd name="csX61" fmla="*/ 32588 w 481325"/>
                  <a:gd name="csY61" fmla="*/ 82069 h 621418"/>
                  <a:gd name="csX62" fmla="*/ 11771 w 481325"/>
                  <a:gd name="csY62" fmla="*/ 68233 h 621418"/>
                  <a:gd name="csX63" fmla="*/ 5348 w 481325"/>
                  <a:gd name="csY63" fmla="*/ 59589 h 621418"/>
                  <a:gd name="csX64" fmla="*/ 1583 w 481325"/>
                  <a:gd name="csY64" fmla="*/ 46912 h 621418"/>
                  <a:gd name="csX65" fmla="*/ 325 w 481325"/>
                  <a:gd name="csY65" fmla="*/ 17525 h 621418"/>
                  <a:gd name="csX66" fmla="*/ 4538 w 481325"/>
                  <a:gd name="csY66" fmla="*/ 6689 h 621418"/>
                  <a:gd name="csX67" fmla="*/ 10480 w 481325"/>
                  <a:gd name="csY67" fmla="*/ 0 h 621418"/>
                  <a:gd name="csX68" fmla="*/ 53074 w 481325"/>
                  <a:gd name="csY68" fmla="*/ 22147 h 621418"/>
                  <a:gd name="csX69" fmla="*/ 133099 w 481325"/>
                  <a:gd name="csY69" fmla="*/ 64285 h 621418"/>
                  <a:gd name="csX70" fmla="*/ 308638 w 481325"/>
                  <a:gd name="csY70" fmla="*/ 150152 h 621418"/>
                  <a:gd name="csX71" fmla="*/ 460324 w 481325"/>
                  <a:gd name="csY71" fmla="*/ 163865 h 621418"/>
                  <a:gd name="csX72" fmla="*/ 466125 w 481325"/>
                  <a:gd name="csY72" fmla="*/ 170071 h 621418"/>
                  <a:gd name="csX73" fmla="*/ 465714 w 481325"/>
                  <a:gd name="csY73" fmla="*/ 176317 h 621418"/>
                  <a:gd name="csX74" fmla="*/ 471176 w 481325"/>
                  <a:gd name="csY74" fmla="*/ 205515 h 621418"/>
                  <a:gd name="csX75" fmla="*/ 478356 w 481325"/>
                  <a:gd name="csY75" fmla="*/ 244968 h 621418"/>
                  <a:gd name="csX76" fmla="*/ 480666 w 481325"/>
                  <a:gd name="csY76" fmla="*/ 291434 h 621418"/>
                  <a:gd name="csX77" fmla="*/ 471606 w 481325"/>
                  <a:gd name="csY77" fmla="*/ 339879 h 621418"/>
                  <a:gd name="csX78" fmla="*/ 467718 w 481325"/>
                  <a:gd name="csY78" fmla="*/ 346935 h 621418"/>
                  <a:gd name="csX79" fmla="*/ 468256 w 481325"/>
                  <a:gd name="csY79" fmla="*/ 419216 h 621418"/>
                  <a:gd name="csX80" fmla="*/ 469120 w 481325"/>
                  <a:gd name="csY80" fmla="*/ 434705 h 621418"/>
                  <a:gd name="csX81" fmla="*/ 451760 w 481325"/>
                  <a:gd name="csY81" fmla="*/ 439004 h 621418"/>
                  <a:gd name="csX82" fmla="*/ 430017 w 481325"/>
                  <a:gd name="csY82" fmla="*/ 458164 h 621418"/>
                  <a:gd name="csX83" fmla="*/ 441207 w 481325"/>
                  <a:gd name="csY83" fmla="*/ 484914 h 621418"/>
                  <a:gd name="csX84" fmla="*/ 455538 w 481325"/>
                  <a:gd name="csY84" fmla="*/ 533438 h 621418"/>
                  <a:gd name="csX85" fmla="*/ 463393 w 481325"/>
                  <a:gd name="csY85" fmla="*/ 557324 h 621418"/>
                  <a:gd name="csX86" fmla="*/ 466107 w 481325"/>
                  <a:gd name="csY86" fmla="*/ 564704 h 621418"/>
                  <a:gd name="csX87" fmla="*/ 427332 w 481325"/>
                  <a:gd name="csY87" fmla="*/ 607875 h 621418"/>
                  <a:gd name="csX88" fmla="*/ 408378 w 481325"/>
                  <a:gd name="csY88" fmla="*/ 619278 h 621418"/>
                  <a:gd name="csX89" fmla="*/ 406733 w 481325"/>
                  <a:gd name="csY89" fmla="*/ 612610 h 621418"/>
                  <a:gd name="csX90" fmla="*/ 398989 w 481325"/>
                  <a:gd name="csY90" fmla="*/ 614115 h 621418"/>
                  <a:gd name="csX91" fmla="*/ 394277 w 481325"/>
                  <a:gd name="csY91" fmla="*/ 621279 h 621418"/>
                  <a:gd name="csX92" fmla="*/ 392709 w 481325"/>
                  <a:gd name="csY92" fmla="*/ 609477 h 62141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Lst>
                <a:rect l="l" t="t" r="r" b="b"/>
                <a:pathLst>
                  <a:path w="481325" h="621418">
                    <a:moveTo>
                      <a:pt x="392709" y="609477"/>
                    </a:moveTo>
                    <a:cubicBezTo>
                      <a:pt x="394253" y="597840"/>
                      <a:pt x="393887" y="596413"/>
                      <a:pt x="388957" y="594848"/>
                    </a:cubicBezTo>
                    <a:cubicBezTo>
                      <a:pt x="381454" y="592467"/>
                      <a:pt x="376874" y="583809"/>
                      <a:pt x="382520" y="582680"/>
                    </a:cubicBezTo>
                    <a:cubicBezTo>
                      <a:pt x="386074" y="581969"/>
                      <a:pt x="385853" y="580904"/>
                      <a:pt x="381003" y="575394"/>
                    </a:cubicBezTo>
                    <a:cubicBezTo>
                      <a:pt x="377016" y="570863"/>
                      <a:pt x="375755" y="570304"/>
                      <a:pt x="376772" y="573517"/>
                    </a:cubicBezTo>
                    <a:cubicBezTo>
                      <a:pt x="378038" y="577517"/>
                      <a:pt x="377495" y="577714"/>
                      <a:pt x="372471" y="575078"/>
                    </a:cubicBezTo>
                    <a:cubicBezTo>
                      <a:pt x="366755" y="572079"/>
                      <a:pt x="366750" y="572094"/>
                      <a:pt x="371638" y="577600"/>
                    </a:cubicBezTo>
                    <a:cubicBezTo>
                      <a:pt x="374343" y="580646"/>
                      <a:pt x="375283" y="583138"/>
                      <a:pt x="373727" y="583138"/>
                    </a:cubicBezTo>
                    <a:cubicBezTo>
                      <a:pt x="372171" y="583138"/>
                      <a:pt x="370131" y="581897"/>
                      <a:pt x="369193" y="580381"/>
                    </a:cubicBezTo>
                    <a:cubicBezTo>
                      <a:pt x="368256" y="578864"/>
                      <a:pt x="366049" y="578176"/>
                      <a:pt x="364289" y="578851"/>
                    </a:cubicBezTo>
                    <a:cubicBezTo>
                      <a:pt x="362530" y="579526"/>
                      <a:pt x="359790" y="579276"/>
                      <a:pt x="358202" y="578294"/>
                    </a:cubicBezTo>
                    <a:cubicBezTo>
                      <a:pt x="354056" y="575732"/>
                      <a:pt x="341762" y="546998"/>
                      <a:pt x="344811" y="546998"/>
                    </a:cubicBezTo>
                    <a:cubicBezTo>
                      <a:pt x="346213" y="546998"/>
                      <a:pt x="347360" y="545839"/>
                      <a:pt x="347360" y="544424"/>
                    </a:cubicBezTo>
                    <a:cubicBezTo>
                      <a:pt x="347360" y="541126"/>
                      <a:pt x="331006" y="534265"/>
                      <a:pt x="329284" y="536840"/>
                    </a:cubicBezTo>
                    <a:cubicBezTo>
                      <a:pt x="328570" y="537907"/>
                      <a:pt x="321020" y="535449"/>
                      <a:pt x="312504" y="531378"/>
                    </a:cubicBezTo>
                    <a:cubicBezTo>
                      <a:pt x="303989" y="527306"/>
                      <a:pt x="298035" y="523928"/>
                      <a:pt x="299274" y="523870"/>
                    </a:cubicBezTo>
                    <a:cubicBezTo>
                      <a:pt x="300512" y="523812"/>
                      <a:pt x="300059" y="521998"/>
                      <a:pt x="298267" y="519838"/>
                    </a:cubicBezTo>
                    <a:cubicBezTo>
                      <a:pt x="296474" y="517678"/>
                      <a:pt x="294620" y="511589"/>
                      <a:pt x="294146" y="506308"/>
                    </a:cubicBezTo>
                    <a:cubicBezTo>
                      <a:pt x="293672" y="501026"/>
                      <a:pt x="292092" y="496307"/>
                      <a:pt x="290635" y="495822"/>
                    </a:cubicBezTo>
                    <a:cubicBezTo>
                      <a:pt x="287387" y="494739"/>
                      <a:pt x="287081" y="485043"/>
                      <a:pt x="290295" y="485043"/>
                    </a:cubicBezTo>
                    <a:cubicBezTo>
                      <a:pt x="291564" y="485043"/>
                      <a:pt x="292539" y="482429"/>
                      <a:pt x="292460" y="479235"/>
                    </a:cubicBezTo>
                    <a:cubicBezTo>
                      <a:pt x="292381" y="476040"/>
                      <a:pt x="293054" y="471684"/>
                      <a:pt x="293954" y="469554"/>
                    </a:cubicBezTo>
                    <a:cubicBezTo>
                      <a:pt x="294994" y="467095"/>
                      <a:pt x="293096" y="463864"/>
                      <a:pt x="288754" y="460702"/>
                    </a:cubicBezTo>
                    <a:cubicBezTo>
                      <a:pt x="282831" y="456387"/>
                      <a:pt x="282139" y="456302"/>
                      <a:pt x="283583" y="460065"/>
                    </a:cubicBezTo>
                    <a:cubicBezTo>
                      <a:pt x="285131" y="464099"/>
                      <a:pt x="284795" y="464110"/>
                      <a:pt x="278874" y="460231"/>
                    </a:cubicBezTo>
                    <a:cubicBezTo>
                      <a:pt x="274972" y="457675"/>
                      <a:pt x="272498" y="453605"/>
                      <a:pt x="272498" y="449744"/>
                    </a:cubicBezTo>
                    <a:cubicBezTo>
                      <a:pt x="272498" y="445927"/>
                      <a:pt x="271409" y="444108"/>
                      <a:pt x="269740" y="445139"/>
                    </a:cubicBezTo>
                    <a:cubicBezTo>
                      <a:pt x="268224" y="446077"/>
                      <a:pt x="267535" y="448283"/>
                      <a:pt x="268211" y="450043"/>
                    </a:cubicBezTo>
                    <a:cubicBezTo>
                      <a:pt x="268886" y="451803"/>
                      <a:pt x="268361" y="454880"/>
                      <a:pt x="267044" y="456881"/>
                    </a:cubicBezTo>
                    <a:cubicBezTo>
                      <a:pt x="265087" y="459853"/>
                      <a:pt x="263712" y="459403"/>
                      <a:pt x="259538" y="454425"/>
                    </a:cubicBezTo>
                    <a:cubicBezTo>
                      <a:pt x="256727" y="451073"/>
                      <a:pt x="254428" y="446676"/>
                      <a:pt x="254428" y="444654"/>
                    </a:cubicBezTo>
                    <a:cubicBezTo>
                      <a:pt x="254428" y="441815"/>
                      <a:pt x="253286" y="441587"/>
                      <a:pt x="249421" y="443656"/>
                    </a:cubicBezTo>
                    <a:cubicBezTo>
                      <a:pt x="243479" y="446836"/>
                      <a:pt x="243193" y="446433"/>
                      <a:pt x="238700" y="428558"/>
                    </a:cubicBezTo>
                    <a:cubicBezTo>
                      <a:pt x="235500" y="415829"/>
                      <a:pt x="234285" y="414272"/>
                      <a:pt x="224166" y="409935"/>
                    </a:cubicBezTo>
                    <a:cubicBezTo>
                      <a:pt x="217728" y="407175"/>
                      <a:pt x="213124" y="403477"/>
                      <a:pt x="213124" y="401065"/>
                    </a:cubicBezTo>
                    <a:cubicBezTo>
                      <a:pt x="213124" y="398790"/>
                      <a:pt x="210220" y="393122"/>
                      <a:pt x="206671" y="388468"/>
                    </a:cubicBezTo>
                    <a:cubicBezTo>
                      <a:pt x="199265" y="378758"/>
                      <a:pt x="198471" y="374041"/>
                      <a:pt x="204242" y="374041"/>
                    </a:cubicBezTo>
                    <a:cubicBezTo>
                      <a:pt x="206455" y="374041"/>
                      <a:pt x="207499" y="372800"/>
                      <a:pt x="206562" y="371283"/>
                    </a:cubicBezTo>
                    <a:cubicBezTo>
                      <a:pt x="205625" y="369767"/>
                      <a:pt x="203299" y="369124"/>
                      <a:pt x="201394" y="369855"/>
                    </a:cubicBezTo>
                    <a:cubicBezTo>
                      <a:pt x="197850" y="371215"/>
                      <a:pt x="182472" y="355734"/>
                      <a:pt x="181743" y="350072"/>
                    </a:cubicBezTo>
                    <a:cubicBezTo>
                      <a:pt x="181521" y="348347"/>
                      <a:pt x="181114" y="343821"/>
                      <a:pt x="180840" y="340015"/>
                    </a:cubicBezTo>
                    <a:cubicBezTo>
                      <a:pt x="179988" y="328208"/>
                      <a:pt x="174287" y="317597"/>
                      <a:pt x="168342" y="316750"/>
                    </a:cubicBezTo>
                    <a:cubicBezTo>
                      <a:pt x="163596" y="316073"/>
                      <a:pt x="162786" y="314266"/>
                      <a:pt x="162786" y="304341"/>
                    </a:cubicBezTo>
                    <a:cubicBezTo>
                      <a:pt x="162786" y="295229"/>
                      <a:pt x="160883" y="290082"/>
                      <a:pt x="153959" y="280463"/>
                    </a:cubicBezTo>
                    <a:cubicBezTo>
                      <a:pt x="149104" y="273719"/>
                      <a:pt x="144276" y="268201"/>
                      <a:pt x="143231" y="268201"/>
                    </a:cubicBezTo>
                    <a:cubicBezTo>
                      <a:pt x="142186" y="268201"/>
                      <a:pt x="141225" y="258432"/>
                      <a:pt x="141096" y="246493"/>
                    </a:cubicBezTo>
                    <a:cubicBezTo>
                      <a:pt x="140831" y="221943"/>
                      <a:pt x="139743" y="217562"/>
                      <a:pt x="133510" y="215932"/>
                    </a:cubicBezTo>
                    <a:cubicBezTo>
                      <a:pt x="130755" y="215211"/>
                      <a:pt x="127873" y="209936"/>
                      <a:pt x="125786" y="201792"/>
                    </a:cubicBezTo>
                    <a:cubicBezTo>
                      <a:pt x="123955" y="194647"/>
                      <a:pt x="118462" y="182601"/>
                      <a:pt x="113580" y="175023"/>
                    </a:cubicBezTo>
                    <a:cubicBezTo>
                      <a:pt x="107284" y="165251"/>
                      <a:pt x="104703" y="158277"/>
                      <a:pt x="104703" y="151035"/>
                    </a:cubicBezTo>
                    <a:cubicBezTo>
                      <a:pt x="104703" y="144982"/>
                      <a:pt x="102887" y="138818"/>
                      <a:pt x="100240" y="135893"/>
                    </a:cubicBezTo>
                    <a:cubicBezTo>
                      <a:pt x="96009" y="131218"/>
                      <a:pt x="96009" y="130831"/>
                      <a:pt x="100240" y="128463"/>
                    </a:cubicBezTo>
                    <a:cubicBezTo>
                      <a:pt x="106103" y="125181"/>
                      <a:pt x="105871" y="122062"/>
                      <a:pt x="99247" y="115142"/>
                    </a:cubicBezTo>
                    <a:lnTo>
                      <a:pt x="93791" y="109442"/>
                    </a:lnTo>
                    <a:lnTo>
                      <a:pt x="95549" y="115250"/>
                    </a:lnTo>
                    <a:cubicBezTo>
                      <a:pt x="97517" y="121752"/>
                      <a:pt x="93229" y="123352"/>
                      <a:pt x="90800" y="117023"/>
                    </a:cubicBezTo>
                    <a:cubicBezTo>
                      <a:pt x="89948" y="114803"/>
                      <a:pt x="88316" y="113565"/>
                      <a:pt x="87172" y="114272"/>
                    </a:cubicBezTo>
                    <a:cubicBezTo>
                      <a:pt x="86029" y="114978"/>
                      <a:pt x="77018" y="113600"/>
                      <a:pt x="67148" y="111209"/>
                    </a:cubicBezTo>
                    <a:cubicBezTo>
                      <a:pt x="50330" y="107134"/>
                      <a:pt x="49251" y="106444"/>
                      <a:pt x="49971" y="100232"/>
                    </a:cubicBezTo>
                    <a:cubicBezTo>
                      <a:pt x="50552" y="95214"/>
                      <a:pt x="49124" y="92867"/>
                      <a:pt x="44090" y="90574"/>
                    </a:cubicBezTo>
                    <a:cubicBezTo>
                      <a:pt x="40433" y="88908"/>
                      <a:pt x="36731" y="85694"/>
                      <a:pt x="35863" y="83433"/>
                    </a:cubicBezTo>
                    <a:cubicBezTo>
                      <a:pt x="34873" y="80853"/>
                      <a:pt x="33654" y="80345"/>
                      <a:pt x="32588" y="82069"/>
                    </a:cubicBezTo>
                    <a:cubicBezTo>
                      <a:pt x="30403" y="85606"/>
                      <a:pt x="11771" y="73222"/>
                      <a:pt x="11771" y="68233"/>
                    </a:cubicBezTo>
                    <a:cubicBezTo>
                      <a:pt x="11771" y="66258"/>
                      <a:pt x="8881" y="62368"/>
                      <a:pt x="5348" y="59589"/>
                    </a:cubicBezTo>
                    <a:cubicBezTo>
                      <a:pt x="-304" y="55143"/>
                      <a:pt x="-756" y="53621"/>
                      <a:pt x="1583" y="46912"/>
                    </a:cubicBezTo>
                    <a:cubicBezTo>
                      <a:pt x="4225" y="39332"/>
                      <a:pt x="3631" y="25451"/>
                      <a:pt x="325" y="17525"/>
                    </a:cubicBezTo>
                    <a:cubicBezTo>
                      <a:pt x="-744" y="14961"/>
                      <a:pt x="864" y="10824"/>
                      <a:pt x="4538" y="6689"/>
                    </a:cubicBezTo>
                    <a:lnTo>
                      <a:pt x="10480" y="0"/>
                    </a:lnTo>
                    <a:lnTo>
                      <a:pt x="53074" y="22147"/>
                    </a:lnTo>
                    <a:cubicBezTo>
                      <a:pt x="76501" y="34328"/>
                      <a:pt x="112512" y="53290"/>
                      <a:pt x="133099" y="64285"/>
                    </a:cubicBezTo>
                    <a:cubicBezTo>
                      <a:pt x="293633" y="150024"/>
                      <a:pt x="290844" y="148660"/>
                      <a:pt x="308638" y="150152"/>
                    </a:cubicBezTo>
                    <a:cubicBezTo>
                      <a:pt x="379829" y="156121"/>
                      <a:pt x="453326" y="162765"/>
                      <a:pt x="460324" y="163865"/>
                    </a:cubicBezTo>
                    <a:cubicBezTo>
                      <a:pt x="467642" y="165014"/>
                      <a:pt x="468398" y="165824"/>
                      <a:pt x="466125" y="170071"/>
                    </a:cubicBezTo>
                    <a:cubicBezTo>
                      <a:pt x="464688" y="172758"/>
                      <a:pt x="464502" y="175568"/>
                      <a:pt x="465714" y="176317"/>
                    </a:cubicBezTo>
                    <a:cubicBezTo>
                      <a:pt x="466925" y="177066"/>
                      <a:pt x="469383" y="190205"/>
                      <a:pt x="471176" y="205515"/>
                    </a:cubicBezTo>
                    <a:cubicBezTo>
                      <a:pt x="472969" y="220825"/>
                      <a:pt x="476200" y="238579"/>
                      <a:pt x="478356" y="244968"/>
                    </a:cubicBezTo>
                    <a:cubicBezTo>
                      <a:pt x="481464" y="254178"/>
                      <a:pt x="481943" y="263804"/>
                      <a:pt x="480666" y="291434"/>
                    </a:cubicBezTo>
                    <a:cubicBezTo>
                      <a:pt x="478736" y="333232"/>
                      <a:pt x="477318" y="340812"/>
                      <a:pt x="471606" y="339879"/>
                    </a:cubicBezTo>
                    <a:cubicBezTo>
                      <a:pt x="468443" y="339362"/>
                      <a:pt x="467477" y="341115"/>
                      <a:pt x="467718" y="346935"/>
                    </a:cubicBezTo>
                    <a:cubicBezTo>
                      <a:pt x="467998" y="353675"/>
                      <a:pt x="468241" y="386395"/>
                      <a:pt x="468256" y="419216"/>
                    </a:cubicBezTo>
                    <a:cubicBezTo>
                      <a:pt x="468259" y="424895"/>
                      <a:pt x="468647" y="431865"/>
                      <a:pt x="469120" y="434705"/>
                    </a:cubicBezTo>
                    <a:cubicBezTo>
                      <a:pt x="469922" y="439526"/>
                      <a:pt x="468775" y="439811"/>
                      <a:pt x="451760" y="439004"/>
                    </a:cubicBezTo>
                    <a:cubicBezTo>
                      <a:pt x="428789" y="437915"/>
                      <a:pt x="426025" y="440351"/>
                      <a:pt x="430017" y="458164"/>
                    </a:cubicBezTo>
                    <a:cubicBezTo>
                      <a:pt x="431548" y="464996"/>
                      <a:pt x="436584" y="477034"/>
                      <a:pt x="441207" y="484914"/>
                    </a:cubicBezTo>
                    <a:cubicBezTo>
                      <a:pt x="456169" y="510414"/>
                      <a:pt x="459720" y="522439"/>
                      <a:pt x="455538" y="533438"/>
                    </a:cubicBezTo>
                    <a:cubicBezTo>
                      <a:pt x="452990" y="540141"/>
                      <a:pt x="458641" y="557324"/>
                      <a:pt x="463393" y="557324"/>
                    </a:cubicBezTo>
                    <a:cubicBezTo>
                      <a:pt x="464886" y="557324"/>
                      <a:pt x="466107" y="560645"/>
                      <a:pt x="466107" y="564704"/>
                    </a:cubicBezTo>
                    <a:cubicBezTo>
                      <a:pt x="466107" y="574709"/>
                      <a:pt x="449340" y="593376"/>
                      <a:pt x="427332" y="607875"/>
                    </a:cubicBezTo>
                    <a:cubicBezTo>
                      <a:pt x="417812" y="614147"/>
                      <a:pt x="409283" y="619278"/>
                      <a:pt x="408378" y="619278"/>
                    </a:cubicBezTo>
                    <a:cubicBezTo>
                      <a:pt x="407473" y="619278"/>
                      <a:pt x="406733" y="616277"/>
                      <a:pt x="406733" y="612610"/>
                    </a:cubicBezTo>
                    <a:cubicBezTo>
                      <a:pt x="406733" y="604379"/>
                      <a:pt x="401025" y="605489"/>
                      <a:pt x="398989" y="614115"/>
                    </a:cubicBezTo>
                    <a:cubicBezTo>
                      <a:pt x="398201" y="617454"/>
                      <a:pt x="396080" y="620678"/>
                      <a:pt x="394277" y="621279"/>
                    </a:cubicBezTo>
                    <a:cubicBezTo>
                      <a:pt x="391773" y="622114"/>
                      <a:pt x="391403" y="619327"/>
                      <a:pt x="392709" y="609477"/>
                    </a:cubicBezTo>
                    <a:close/>
                  </a:path>
                </a:pathLst>
              </a:custGeom>
              <a:solidFill>
                <a:srgbClr val="B9B9B9"/>
              </a:solidFill>
              <a:ln w="5163" cap="flat">
                <a:noFill/>
                <a:prstDash val="solid"/>
                <a:miter/>
              </a:ln>
            </p:spPr>
            <p:txBody>
              <a:bodyPr/>
              <a:lstStyle/>
              <a:p>
                <a:endParaRPr lang="es-419" noProof="0" dirty="0"/>
              </a:p>
            </p:txBody>
          </p:sp>
          <p:sp>
            <p:nvSpPr>
              <p:cNvPr id="117" name="Forma libre: forma 116">
                <a:extLst>
                  <a:ext uri="{FF2B5EF4-FFF2-40B4-BE49-F238E27FC236}">
                    <a16:creationId xmlns:a16="http://schemas.microsoft.com/office/drawing/2014/main" id="{680736CF-6CA8-4418-3461-9BB814731D0C}"/>
                  </a:ext>
                </a:extLst>
              </p:cNvPr>
              <p:cNvSpPr/>
              <p:nvPr/>
            </p:nvSpPr>
            <p:spPr>
              <a:xfrm>
                <a:off x="356836" y="1137381"/>
                <a:ext cx="20516" cy="20135"/>
              </a:xfrm>
              <a:custGeom>
                <a:avLst/>
                <a:gdLst>
                  <a:gd name="csX0" fmla="*/ 3031 w 20516"/>
                  <a:gd name="csY0" fmla="*/ 13790 h 20135"/>
                  <a:gd name="csX1" fmla="*/ 11787 w 20516"/>
                  <a:gd name="csY1" fmla="*/ 6812 h 20135"/>
                  <a:gd name="csX2" fmla="*/ 16388 w 20516"/>
                  <a:gd name="csY2" fmla="*/ 8970 h 20135"/>
                  <a:gd name="csX3" fmla="*/ 17667 w 20516"/>
                  <a:gd name="csY3" fmla="*/ 5896 h 20135"/>
                  <a:gd name="csX4" fmla="*/ 16630 w 20516"/>
                  <a:gd name="csY4" fmla="*/ 16309 h 20135"/>
                  <a:gd name="csX5" fmla="*/ 3031 w 20516"/>
                  <a:gd name="csY5" fmla="*/ 13790 h 20135"/>
                </a:gdLst>
                <a:ahLst/>
                <a:cxnLst>
                  <a:cxn ang="0">
                    <a:pos x="csX0" y="csY0"/>
                  </a:cxn>
                  <a:cxn ang="0">
                    <a:pos x="csX1" y="csY1"/>
                  </a:cxn>
                  <a:cxn ang="0">
                    <a:pos x="csX2" y="csY2"/>
                  </a:cxn>
                  <a:cxn ang="0">
                    <a:pos x="csX3" y="csY3"/>
                  </a:cxn>
                  <a:cxn ang="0">
                    <a:pos x="csX4" y="csY4"/>
                  </a:cxn>
                  <a:cxn ang="0">
                    <a:pos x="csX5" y="csY5"/>
                  </a:cxn>
                </a:cxnLst>
                <a:rect l="l" t="t" r="r" b="b"/>
                <a:pathLst>
                  <a:path w="20516" h="20135">
                    <a:moveTo>
                      <a:pt x="3031" y="13790"/>
                    </a:moveTo>
                    <a:cubicBezTo>
                      <a:pt x="-3651" y="-875"/>
                      <a:pt x="1356" y="-4865"/>
                      <a:pt x="11787" y="6812"/>
                    </a:cubicBezTo>
                    <a:cubicBezTo>
                      <a:pt x="16355" y="11926"/>
                      <a:pt x="17642" y="12530"/>
                      <a:pt x="16388" y="8970"/>
                    </a:cubicBezTo>
                    <a:cubicBezTo>
                      <a:pt x="15184" y="5554"/>
                      <a:pt x="15578" y="4605"/>
                      <a:pt x="17667" y="5896"/>
                    </a:cubicBezTo>
                    <a:cubicBezTo>
                      <a:pt x="21766" y="8429"/>
                      <a:pt x="21462" y="11477"/>
                      <a:pt x="16630" y="16309"/>
                    </a:cubicBezTo>
                    <a:cubicBezTo>
                      <a:pt x="10809" y="22130"/>
                      <a:pt x="6464" y="21325"/>
                      <a:pt x="3031" y="13790"/>
                    </a:cubicBezTo>
                    <a:close/>
                  </a:path>
                </a:pathLst>
              </a:custGeom>
              <a:solidFill>
                <a:srgbClr val="B9B9B9"/>
              </a:solidFill>
              <a:ln w="5163" cap="flat">
                <a:noFill/>
                <a:prstDash val="solid"/>
                <a:miter/>
              </a:ln>
            </p:spPr>
            <p:txBody>
              <a:bodyPr/>
              <a:lstStyle/>
              <a:p>
                <a:endParaRPr lang="es-419" noProof="0" dirty="0"/>
              </a:p>
            </p:txBody>
          </p:sp>
        </p:grpSp>
      </p:grpSp>
      <p:grpSp>
        <p:nvGrpSpPr>
          <p:cNvPr id="36" name="Group 45">
            <a:extLst>
              <a:ext uri="{FF2B5EF4-FFF2-40B4-BE49-F238E27FC236}">
                <a16:creationId xmlns:a16="http://schemas.microsoft.com/office/drawing/2014/main" id="{790CAAAC-9A5A-B5EE-CF43-EC7B7BC213C5}"/>
              </a:ext>
            </a:extLst>
          </p:cNvPr>
          <p:cNvGrpSpPr>
            <a:grpSpLocks noChangeAspect="1"/>
          </p:cNvGrpSpPr>
          <p:nvPr/>
        </p:nvGrpSpPr>
        <p:grpSpPr>
          <a:xfrm>
            <a:off x="1243392" y="1291913"/>
            <a:ext cx="213038" cy="337620"/>
            <a:chOff x="0" y="26670"/>
            <a:chExt cx="3924300" cy="6219190"/>
          </a:xfrm>
        </p:grpSpPr>
        <p:sp>
          <p:nvSpPr>
            <p:cNvPr id="37" name="Freeform 46">
              <a:extLst>
                <a:ext uri="{FF2B5EF4-FFF2-40B4-BE49-F238E27FC236}">
                  <a16:creationId xmlns:a16="http://schemas.microsoft.com/office/drawing/2014/main" id="{5FC458E4-80A0-479D-786D-1DBC2E88814A}"/>
                </a:ext>
              </a:extLst>
            </p:cNvPr>
            <p:cNvSpPr/>
            <p:nvPr/>
          </p:nvSpPr>
          <p:spPr>
            <a:xfrm>
              <a:off x="0" y="26670"/>
              <a:ext cx="3924300" cy="6219190"/>
            </a:xfrm>
            <a:custGeom>
              <a:avLst/>
              <a:gdLst/>
              <a:ahLst/>
              <a:cxnLst/>
              <a:rect l="l" t="t" r="r" b="b"/>
              <a:pathLst>
                <a:path w="3924300" h="6219190">
                  <a:moveTo>
                    <a:pt x="3924300" y="1962150"/>
                  </a:moveTo>
                  <a:cubicBezTo>
                    <a:pt x="3924300" y="878840"/>
                    <a:pt x="3045460" y="0"/>
                    <a:pt x="1962150" y="0"/>
                  </a:cubicBezTo>
                  <a:cubicBezTo>
                    <a:pt x="878840" y="0"/>
                    <a:pt x="0" y="878840"/>
                    <a:pt x="0" y="1962150"/>
                  </a:cubicBezTo>
                  <a:cubicBezTo>
                    <a:pt x="0" y="2974340"/>
                    <a:pt x="765810" y="3807460"/>
                    <a:pt x="1750060" y="3912870"/>
                  </a:cubicBezTo>
                  <a:lnTo>
                    <a:pt x="1962150" y="6219190"/>
                  </a:lnTo>
                  <a:lnTo>
                    <a:pt x="2174240" y="3912870"/>
                  </a:lnTo>
                  <a:cubicBezTo>
                    <a:pt x="3158490" y="3807460"/>
                    <a:pt x="3924300" y="2974340"/>
                    <a:pt x="3924300" y="1962150"/>
                  </a:cubicBezTo>
                  <a:close/>
                </a:path>
              </a:pathLst>
            </a:custGeom>
            <a:solidFill>
              <a:srgbClr val="EB6C01"/>
            </a:solidFill>
          </p:spPr>
          <p:txBody>
            <a:bodyPr/>
            <a:lstStyle/>
            <a:p>
              <a:endParaRPr lang="es-419" noProof="0" dirty="0"/>
            </a:p>
          </p:txBody>
        </p:sp>
        <p:sp>
          <p:nvSpPr>
            <p:cNvPr id="38" name="Freeform 47">
              <a:extLst>
                <a:ext uri="{FF2B5EF4-FFF2-40B4-BE49-F238E27FC236}">
                  <a16:creationId xmlns:a16="http://schemas.microsoft.com/office/drawing/2014/main" id="{B6646392-4CF4-A754-61DB-5EF1EF4A9DCE}"/>
                </a:ext>
              </a:extLst>
            </p:cNvPr>
            <p:cNvSpPr/>
            <p:nvPr/>
          </p:nvSpPr>
          <p:spPr>
            <a:xfrm>
              <a:off x="340744" y="374636"/>
              <a:ext cx="3242813" cy="3228370"/>
            </a:xfrm>
            <a:custGeom>
              <a:avLst/>
              <a:gdLst/>
              <a:ahLst/>
              <a:cxnLst/>
              <a:rect l="l" t="t" r="r" b="b"/>
              <a:pathLst>
                <a:path w="3242810" h="3228373">
                  <a:moveTo>
                    <a:pt x="1621405" y="16"/>
                  </a:moveTo>
                  <a:cubicBezTo>
                    <a:pt x="1042998" y="-2571"/>
                    <a:pt x="507417" y="304521"/>
                    <a:pt x="217465" y="805010"/>
                  </a:cubicBezTo>
                  <a:cubicBezTo>
                    <a:pt x="-72488" y="1305499"/>
                    <a:pt x="-72488" y="1922874"/>
                    <a:pt x="217465" y="2423362"/>
                  </a:cubicBezTo>
                  <a:cubicBezTo>
                    <a:pt x="507417" y="2923851"/>
                    <a:pt x="1042998" y="3230943"/>
                    <a:pt x="1621405" y="3228356"/>
                  </a:cubicBezTo>
                  <a:cubicBezTo>
                    <a:pt x="2199812" y="3230943"/>
                    <a:pt x="2735392" y="2923851"/>
                    <a:pt x="3025345" y="2423362"/>
                  </a:cubicBezTo>
                  <a:cubicBezTo>
                    <a:pt x="3315298" y="1922874"/>
                    <a:pt x="3315298" y="1305499"/>
                    <a:pt x="3025345" y="805010"/>
                  </a:cubicBezTo>
                  <a:cubicBezTo>
                    <a:pt x="2735392" y="304522"/>
                    <a:pt x="2199812" y="-2571"/>
                    <a:pt x="1621405" y="16"/>
                  </a:cubicBezTo>
                  <a:close/>
                </a:path>
              </a:pathLst>
            </a:custGeom>
            <a:blipFill>
              <a:blip r:embed="rId5"/>
              <a:stretch>
                <a:fillRect l="-28801" r="-28801" b="-58308"/>
              </a:stretch>
            </a:blipFill>
          </p:spPr>
          <p:txBody>
            <a:bodyPr/>
            <a:lstStyle/>
            <a:p>
              <a:endParaRPr lang="es-419" noProof="0" dirty="0"/>
            </a:p>
          </p:txBody>
        </p:sp>
      </p:grpSp>
    </p:spTree>
    <p:extLst>
      <p:ext uri="{BB962C8B-B14F-4D97-AF65-F5344CB8AC3E}">
        <p14:creationId xmlns:p14="http://schemas.microsoft.com/office/powerpoint/2010/main" val="39126317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nodeType="with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wipe(down)">
                                      <p:cBhvr>
                                        <p:cTn id="7" dur="580">
                                          <p:stCondLst>
                                            <p:cond delay="0"/>
                                          </p:stCondLst>
                                        </p:cTn>
                                        <p:tgtEl>
                                          <p:spTgt spid="36"/>
                                        </p:tgtEl>
                                      </p:cBhvr>
                                    </p:animEffect>
                                    <p:anim calcmode="lin" valueType="num">
                                      <p:cBhvr>
                                        <p:cTn id="8" dur="1822" tmFilter="0,0; 0.14,0.36; 0.43,0.73; 0.71,0.91; 1.0,1.0">
                                          <p:stCondLst>
                                            <p:cond delay="0"/>
                                          </p:stCondLst>
                                        </p:cTn>
                                        <p:tgtEl>
                                          <p:spTgt spid="36"/>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36"/>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36"/>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36"/>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36"/>
                                        </p:tgtEl>
                                        <p:attrNameLst>
                                          <p:attrName>ppt_y</p:attrName>
                                        </p:attrNameLst>
                                      </p:cBhvr>
                                      <p:tavLst>
                                        <p:tav tm="0" fmla="#ppt_y-sin(pi*$)/81">
                                          <p:val>
                                            <p:fltVal val="0"/>
                                          </p:val>
                                        </p:tav>
                                        <p:tav tm="100000">
                                          <p:val>
                                            <p:fltVal val="1"/>
                                          </p:val>
                                        </p:tav>
                                      </p:tavLst>
                                    </p:anim>
                                    <p:animScale>
                                      <p:cBhvr>
                                        <p:cTn id="13" dur="26">
                                          <p:stCondLst>
                                            <p:cond delay="650"/>
                                          </p:stCondLst>
                                        </p:cTn>
                                        <p:tgtEl>
                                          <p:spTgt spid="36"/>
                                        </p:tgtEl>
                                      </p:cBhvr>
                                      <p:to x="100000" y="60000"/>
                                    </p:animScale>
                                    <p:animScale>
                                      <p:cBhvr>
                                        <p:cTn id="14" dur="166" decel="50000">
                                          <p:stCondLst>
                                            <p:cond delay="676"/>
                                          </p:stCondLst>
                                        </p:cTn>
                                        <p:tgtEl>
                                          <p:spTgt spid="36"/>
                                        </p:tgtEl>
                                      </p:cBhvr>
                                      <p:to x="100000" y="100000"/>
                                    </p:animScale>
                                    <p:animScale>
                                      <p:cBhvr>
                                        <p:cTn id="15" dur="26">
                                          <p:stCondLst>
                                            <p:cond delay="1312"/>
                                          </p:stCondLst>
                                        </p:cTn>
                                        <p:tgtEl>
                                          <p:spTgt spid="36"/>
                                        </p:tgtEl>
                                      </p:cBhvr>
                                      <p:to x="100000" y="80000"/>
                                    </p:animScale>
                                    <p:animScale>
                                      <p:cBhvr>
                                        <p:cTn id="16" dur="166" decel="50000">
                                          <p:stCondLst>
                                            <p:cond delay="1338"/>
                                          </p:stCondLst>
                                        </p:cTn>
                                        <p:tgtEl>
                                          <p:spTgt spid="36"/>
                                        </p:tgtEl>
                                      </p:cBhvr>
                                      <p:to x="100000" y="100000"/>
                                    </p:animScale>
                                    <p:animScale>
                                      <p:cBhvr>
                                        <p:cTn id="17" dur="26">
                                          <p:stCondLst>
                                            <p:cond delay="1642"/>
                                          </p:stCondLst>
                                        </p:cTn>
                                        <p:tgtEl>
                                          <p:spTgt spid="36"/>
                                        </p:tgtEl>
                                      </p:cBhvr>
                                      <p:to x="100000" y="90000"/>
                                    </p:animScale>
                                    <p:animScale>
                                      <p:cBhvr>
                                        <p:cTn id="18" dur="166" decel="50000">
                                          <p:stCondLst>
                                            <p:cond delay="1668"/>
                                          </p:stCondLst>
                                        </p:cTn>
                                        <p:tgtEl>
                                          <p:spTgt spid="36"/>
                                        </p:tgtEl>
                                      </p:cBhvr>
                                      <p:to x="100000" y="100000"/>
                                    </p:animScale>
                                    <p:animScale>
                                      <p:cBhvr>
                                        <p:cTn id="19" dur="26">
                                          <p:stCondLst>
                                            <p:cond delay="1808"/>
                                          </p:stCondLst>
                                        </p:cTn>
                                        <p:tgtEl>
                                          <p:spTgt spid="36"/>
                                        </p:tgtEl>
                                      </p:cBhvr>
                                      <p:to x="100000" y="95000"/>
                                    </p:animScale>
                                    <p:animScale>
                                      <p:cBhvr>
                                        <p:cTn id="20" dur="166" decel="50000">
                                          <p:stCondLst>
                                            <p:cond delay="1834"/>
                                          </p:stCondLst>
                                        </p:cTn>
                                        <p:tgtEl>
                                          <p:spTgt spid="36"/>
                                        </p:tgtEl>
                                      </p:cBhvr>
                                      <p:to x="100000" y="100000"/>
                                    </p:animScale>
                                  </p:childTnLst>
                                </p:cTn>
                              </p:par>
                            </p:childTnLst>
                          </p:cTn>
                        </p:par>
                        <p:par>
                          <p:cTn id="21" fill="hold">
                            <p:stCondLst>
                              <p:cond delay="2000"/>
                            </p:stCondLst>
                            <p:childTnLst>
                              <p:par>
                                <p:cTn id="22" presetID="35" presetClass="emph" presetSubtype="0" repeatCount="indefinite" fill="hold" grpId="0" nodeType="afterEffect">
                                  <p:stCondLst>
                                    <p:cond delay="0"/>
                                  </p:stCondLst>
                                  <p:childTnLst>
                                    <p:anim calcmode="discrete" valueType="str">
                                      <p:cBhvr>
                                        <p:cTn id="23" dur="1000" fill="hold"/>
                                        <p:tgtEl>
                                          <p:spTgt spid="5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bg>
      <p:bgPr>
        <a:solidFill>
          <a:srgbClr val="F0F6FC"/>
        </a:solidFill>
        <a:effectLst/>
      </p:bgPr>
    </p:bg>
    <p:spTree>
      <p:nvGrpSpPr>
        <p:cNvPr id="1" name="">
          <a:extLst>
            <a:ext uri="{FF2B5EF4-FFF2-40B4-BE49-F238E27FC236}">
              <a16:creationId xmlns:a16="http://schemas.microsoft.com/office/drawing/2014/main" id="{AE452949-BA15-16D8-9409-19E3E2B0988A}"/>
            </a:ext>
          </a:extLst>
        </p:cNvPr>
        <p:cNvGrpSpPr/>
        <p:nvPr/>
      </p:nvGrpSpPr>
      <p:grpSpPr>
        <a:xfrm>
          <a:off x="0" y="0"/>
          <a:ext cx="0" cy="0"/>
          <a:chOff x="0" y="0"/>
          <a:chExt cx="0" cy="0"/>
        </a:xfrm>
      </p:grpSpPr>
      <p:sp>
        <p:nvSpPr>
          <p:cNvPr id="2" name="Shape 0">
            <a:extLst>
              <a:ext uri="{FF2B5EF4-FFF2-40B4-BE49-F238E27FC236}">
                <a16:creationId xmlns:a16="http://schemas.microsoft.com/office/drawing/2014/main" id="{30BDCE8D-AE5A-BF1B-7430-C330536FA38C}"/>
              </a:ext>
            </a:extLst>
          </p:cNvPr>
          <p:cNvSpPr/>
          <p:nvPr/>
        </p:nvSpPr>
        <p:spPr>
          <a:xfrm>
            <a:off x="0" y="0"/>
            <a:ext cx="9144000" cy="38405"/>
          </a:xfrm>
          <a:prstGeom prst="rect">
            <a:avLst/>
          </a:prstGeom>
          <a:solidFill>
            <a:srgbClr val="EB6C01"/>
          </a:solidFill>
          <a:ln w="12700">
            <a:solidFill>
              <a:srgbClr val="EB6C01"/>
            </a:solidFill>
            <a:prstDash val="solid"/>
          </a:ln>
        </p:spPr>
        <p:txBody>
          <a:bodyPr/>
          <a:lstStyle/>
          <a:p>
            <a:endParaRPr lang="es-419" noProof="0" dirty="0"/>
          </a:p>
        </p:txBody>
      </p:sp>
      <p:sp>
        <p:nvSpPr>
          <p:cNvPr id="3" name="Shape 1">
            <a:extLst>
              <a:ext uri="{FF2B5EF4-FFF2-40B4-BE49-F238E27FC236}">
                <a16:creationId xmlns:a16="http://schemas.microsoft.com/office/drawing/2014/main" id="{679BC0F1-85D6-BF1F-CB27-60C8A1A7AADC}"/>
              </a:ext>
            </a:extLst>
          </p:cNvPr>
          <p:cNvSpPr/>
          <p:nvPr/>
        </p:nvSpPr>
        <p:spPr>
          <a:xfrm>
            <a:off x="0" y="38405"/>
            <a:ext cx="9144000" cy="667512"/>
          </a:xfrm>
          <a:prstGeom prst="rect">
            <a:avLst/>
          </a:prstGeom>
          <a:solidFill>
            <a:srgbClr val="1A3464"/>
          </a:solidFill>
          <a:ln w="12700">
            <a:solidFill>
              <a:srgbClr val="1A3464"/>
            </a:solidFill>
            <a:prstDash val="solid"/>
          </a:ln>
        </p:spPr>
        <p:txBody>
          <a:bodyPr/>
          <a:lstStyle/>
          <a:p>
            <a:endParaRPr lang="es-419" noProof="0" dirty="0"/>
          </a:p>
        </p:txBody>
      </p:sp>
      <p:sp>
        <p:nvSpPr>
          <p:cNvPr id="4" name="Shape 2">
            <a:extLst>
              <a:ext uri="{FF2B5EF4-FFF2-40B4-BE49-F238E27FC236}">
                <a16:creationId xmlns:a16="http://schemas.microsoft.com/office/drawing/2014/main" id="{00E6EFC0-F8C8-60AF-7EB9-60BAA4AD7407}"/>
              </a:ext>
            </a:extLst>
          </p:cNvPr>
          <p:cNvSpPr/>
          <p:nvPr/>
        </p:nvSpPr>
        <p:spPr>
          <a:xfrm>
            <a:off x="384048" y="117043"/>
            <a:ext cx="685800" cy="237744"/>
          </a:xfrm>
          <a:prstGeom prst="rect">
            <a:avLst/>
          </a:prstGeom>
          <a:solidFill>
            <a:srgbClr val="EB6C01"/>
          </a:solidFill>
          <a:ln w="12700">
            <a:solidFill>
              <a:srgbClr val="EB6C01"/>
            </a:solidFill>
            <a:prstDash val="solid"/>
          </a:ln>
        </p:spPr>
        <p:txBody>
          <a:bodyPr/>
          <a:lstStyle/>
          <a:p>
            <a:endParaRPr lang="es-419" noProof="0" dirty="0"/>
          </a:p>
        </p:txBody>
      </p:sp>
      <p:sp>
        <p:nvSpPr>
          <p:cNvPr id="5" name="Text 3">
            <a:extLst>
              <a:ext uri="{FF2B5EF4-FFF2-40B4-BE49-F238E27FC236}">
                <a16:creationId xmlns:a16="http://schemas.microsoft.com/office/drawing/2014/main" id="{C685F91D-82A8-2CA6-BC44-6203E867CFEF}"/>
              </a:ext>
            </a:extLst>
          </p:cNvPr>
          <p:cNvSpPr/>
          <p:nvPr/>
        </p:nvSpPr>
        <p:spPr>
          <a:xfrm>
            <a:off x="384048" y="117043"/>
            <a:ext cx="685800" cy="237744"/>
          </a:xfrm>
          <a:prstGeom prst="rect">
            <a:avLst/>
          </a:prstGeom>
          <a:noFill/>
          <a:ln/>
        </p:spPr>
        <p:txBody>
          <a:bodyPr wrap="square" lIns="0" tIns="0" rIns="0" bIns="0" rtlCol="0" anchor="ctr"/>
          <a:lstStyle/>
          <a:p>
            <a:pPr marL="0" indent="0" algn="ctr">
              <a:buNone/>
            </a:pPr>
            <a:r>
              <a:rPr lang="es-419" sz="650" b="1" kern="0" spc="150" noProof="0" dirty="0">
                <a:solidFill>
                  <a:srgbClr val="FFFFFF"/>
                </a:solidFill>
                <a:latin typeface="Montserrat" pitchFamily="34" charset="0"/>
                <a:ea typeface="Montserrat" pitchFamily="34" charset="-122"/>
                <a:cs typeface="Montserrat" pitchFamily="34" charset="-120"/>
              </a:rPr>
              <a:t>T. NORTE</a:t>
            </a:r>
            <a:endParaRPr lang="es-419" sz="650" noProof="0" dirty="0"/>
          </a:p>
        </p:txBody>
      </p:sp>
      <p:sp>
        <p:nvSpPr>
          <p:cNvPr id="6" name="Text 4">
            <a:extLst>
              <a:ext uri="{FF2B5EF4-FFF2-40B4-BE49-F238E27FC236}">
                <a16:creationId xmlns:a16="http://schemas.microsoft.com/office/drawing/2014/main" id="{808BB20D-5655-5452-CB11-39C6A80B619B}"/>
              </a:ext>
            </a:extLst>
          </p:cNvPr>
          <p:cNvSpPr/>
          <p:nvPr/>
        </p:nvSpPr>
        <p:spPr>
          <a:xfrm>
            <a:off x="1170432" y="91440"/>
            <a:ext cx="5029200" cy="402336"/>
          </a:xfrm>
          <a:prstGeom prst="rect">
            <a:avLst/>
          </a:prstGeom>
          <a:noFill/>
          <a:ln/>
        </p:spPr>
        <p:txBody>
          <a:bodyPr wrap="square" lIns="0" tIns="0" rIns="0" bIns="0" rtlCol="0" anchor="ctr"/>
          <a:lstStyle/>
          <a:p>
            <a:pPr marL="0" indent="0">
              <a:buNone/>
            </a:pPr>
            <a:r>
              <a:rPr lang="es-419" sz="2000" b="1" noProof="0" dirty="0">
                <a:solidFill>
                  <a:srgbClr val="FFFFFF"/>
                </a:solidFill>
                <a:latin typeface="Montserrat" pitchFamily="34" charset="0"/>
                <a:ea typeface="Montserrat" pitchFamily="34" charset="-122"/>
                <a:cs typeface="Montserrat" pitchFamily="34" charset="-120"/>
              </a:rPr>
              <a:t>MA TIJUANA </a:t>
            </a:r>
            <a:endParaRPr lang="es-419" sz="2000" noProof="0" dirty="0"/>
          </a:p>
        </p:txBody>
      </p:sp>
      <p:sp>
        <p:nvSpPr>
          <p:cNvPr id="7" name="Text 5">
            <a:extLst>
              <a:ext uri="{FF2B5EF4-FFF2-40B4-BE49-F238E27FC236}">
                <a16:creationId xmlns:a16="http://schemas.microsoft.com/office/drawing/2014/main" id="{AAB483ED-1BBF-03F8-7DC9-9FA8F9B1D8BB}"/>
              </a:ext>
            </a:extLst>
          </p:cNvPr>
          <p:cNvSpPr/>
          <p:nvPr/>
        </p:nvSpPr>
        <p:spPr>
          <a:xfrm>
            <a:off x="1170432" y="475488"/>
            <a:ext cx="3200400" cy="182880"/>
          </a:xfrm>
          <a:prstGeom prst="rect">
            <a:avLst/>
          </a:prstGeom>
          <a:noFill/>
          <a:ln/>
        </p:spPr>
        <p:txBody>
          <a:bodyPr wrap="square" lIns="0" tIns="0" rIns="0" bIns="0" rtlCol="0" anchor="ctr"/>
          <a:lstStyle/>
          <a:p>
            <a:pPr marL="0" indent="0">
              <a:buNone/>
            </a:pPr>
            <a:r>
              <a:rPr lang="es-419" sz="950" noProof="0" dirty="0">
                <a:solidFill>
                  <a:srgbClr val="8FAECB"/>
                </a:solidFill>
                <a:latin typeface="Montserrat" pitchFamily="34" charset="0"/>
              </a:rPr>
              <a:t>Baja California </a:t>
            </a:r>
            <a:endParaRPr lang="es-419" sz="950" noProof="0" dirty="0"/>
          </a:p>
        </p:txBody>
      </p:sp>
      <p:sp>
        <p:nvSpPr>
          <p:cNvPr id="8" name="Text 6">
            <a:extLst>
              <a:ext uri="{FF2B5EF4-FFF2-40B4-BE49-F238E27FC236}">
                <a16:creationId xmlns:a16="http://schemas.microsoft.com/office/drawing/2014/main" id="{D74E039E-8A05-1BD6-27C9-7F68F9DB672D}"/>
              </a:ext>
            </a:extLst>
          </p:cNvPr>
          <p:cNvSpPr/>
          <p:nvPr/>
        </p:nvSpPr>
        <p:spPr>
          <a:xfrm>
            <a:off x="7132320" y="246888"/>
            <a:ext cx="1828800" cy="182880"/>
          </a:xfrm>
          <a:prstGeom prst="rect">
            <a:avLst/>
          </a:prstGeom>
          <a:noFill/>
          <a:ln/>
        </p:spPr>
        <p:txBody>
          <a:bodyPr wrap="square" lIns="0" tIns="0" rIns="0" bIns="0" rtlCol="0" anchor="ctr"/>
          <a:lstStyle/>
          <a:p>
            <a:pPr marL="0" indent="0" algn="r">
              <a:buNone/>
            </a:pPr>
            <a:r>
              <a:rPr lang="es-419" sz="700" b="1" kern="0" spc="150" noProof="0" dirty="0">
                <a:solidFill>
                  <a:srgbClr val="EB6C01"/>
                </a:solidFill>
                <a:latin typeface="Montserrat" pitchFamily="34" charset="0"/>
                <a:ea typeface="Montserrat" pitchFamily="34" charset="-122"/>
                <a:cs typeface="Montserrat" pitchFamily="34" charset="-120"/>
              </a:rPr>
              <a:t>SEMANA 18  ·  2025</a:t>
            </a:r>
            <a:endParaRPr lang="es-419" sz="700" noProof="0" dirty="0"/>
          </a:p>
        </p:txBody>
      </p:sp>
      <p:sp>
        <p:nvSpPr>
          <p:cNvPr id="9" name="Shape 7">
            <a:extLst>
              <a:ext uri="{FF2B5EF4-FFF2-40B4-BE49-F238E27FC236}">
                <a16:creationId xmlns:a16="http://schemas.microsoft.com/office/drawing/2014/main" id="{48B17B4E-02D8-5580-1C27-8D7AC334B93B}"/>
              </a:ext>
            </a:extLst>
          </p:cNvPr>
          <p:cNvSpPr/>
          <p:nvPr/>
        </p:nvSpPr>
        <p:spPr>
          <a:xfrm>
            <a:off x="0" y="705917"/>
            <a:ext cx="2779776" cy="4163263"/>
          </a:xfrm>
          <a:prstGeom prst="rect">
            <a:avLst/>
          </a:prstGeom>
          <a:solidFill>
            <a:srgbClr val="FFFFFF"/>
          </a:solidFill>
          <a:ln w="12700">
            <a:solidFill>
              <a:srgbClr val="D4E4F2"/>
            </a:solidFill>
            <a:prstDash val="solid"/>
          </a:ln>
        </p:spPr>
        <p:txBody>
          <a:bodyPr/>
          <a:lstStyle/>
          <a:p>
            <a:endParaRPr lang="es-419" noProof="0" dirty="0"/>
          </a:p>
        </p:txBody>
      </p:sp>
      <p:sp>
        <p:nvSpPr>
          <p:cNvPr id="10" name="Text 8">
            <a:extLst>
              <a:ext uri="{FF2B5EF4-FFF2-40B4-BE49-F238E27FC236}">
                <a16:creationId xmlns:a16="http://schemas.microsoft.com/office/drawing/2014/main" id="{68C1CBFC-19D9-7C92-9515-88C079A9195B}"/>
              </a:ext>
            </a:extLst>
          </p:cNvPr>
          <p:cNvSpPr/>
          <p:nvPr/>
        </p:nvSpPr>
        <p:spPr>
          <a:xfrm>
            <a:off x="118872" y="768096"/>
            <a:ext cx="2468880" cy="146304"/>
          </a:xfrm>
          <a:prstGeom prst="rect">
            <a:avLst/>
          </a:prstGeom>
          <a:noFill/>
          <a:ln/>
        </p:spPr>
        <p:txBody>
          <a:bodyPr wrap="square" lIns="0" tIns="0" rIns="0" bIns="0" rtlCol="0" anchor="ctr"/>
          <a:lstStyle/>
          <a:p>
            <a:pPr marL="0" indent="0">
              <a:buNone/>
            </a:pPr>
            <a:r>
              <a:rPr lang="es-419" sz="650" b="1" kern="0" spc="250" noProof="0" dirty="0">
                <a:solidFill>
                  <a:srgbClr val="8FAECB"/>
                </a:solidFill>
                <a:latin typeface="Montserrat" pitchFamily="34" charset="0"/>
                <a:ea typeface="Montserrat" pitchFamily="34" charset="-122"/>
                <a:cs typeface="Montserrat" pitchFamily="34" charset="-120"/>
              </a:rPr>
              <a:t>UBICACIÓN EN MÉXICO</a:t>
            </a:r>
            <a:endParaRPr lang="es-419" sz="650" noProof="0" dirty="0"/>
          </a:p>
        </p:txBody>
      </p:sp>
      <p:sp>
        <p:nvSpPr>
          <p:cNvPr id="12" name="Text 9">
            <a:extLst>
              <a:ext uri="{FF2B5EF4-FFF2-40B4-BE49-F238E27FC236}">
                <a16:creationId xmlns:a16="http://schemas.microsoft.com/office/drawing/2014/main" id="{F902FE90-5D85-D61A-95DC-4299F58C21B1}"/>
              </a:ext>
            </a:extLst>
          </p:cNvPr>
          <p:cNvSpPr/>
          <p:nvPr/>
        </p:nvSpPr>
        <p:spPr>
          <a:xfrm>
            <a:off x="73152" y="2944368"/>
            <a:ext cx="2633472" cy="182880"/>
          </a:xfrm>
          <a:prstGeom prst="rect">
            <a:avLst/>
          </a:prstGeom>
          <a:noFill/>
          <a:ln/>
        </p:spPr>
        <p:txBody>
          <a:bodyPr wrap="square" lIns="0" tIns="0" rIns="0" bIns="0" rtlCol="0" anchor="ctr"/>
          <a:lstStyle/>
          <a:p>
            <a:pPr marL="0" indent="0" algn="ctr">
              <a:buNone/>
            </a:pPr>
            <a:r>
              <a:rPr lang="es-419" sz="750" b="1" kern="0" spc="200" noProof="0" dirty="0">
                <a:solidFill>
                  <a:srgbClr val="EB6C01"/>
                </a:solidFill>
                <a:latin typeface="Montserrat" pitchFamily="34" charset="0"/>
              </a:rPr>
              <a:t>TIJUANA </a:t>
            </a:r>
            <a:endParaRPr lang="es-419" sz="750" noProof="0" dirty="0"/>
          </a:p>
        </p:txBody>
      </p:sp>
      <p:sp>
        <p:nvSpPr>
          <p:cNvPr id="13" name="Text 10">
            <a:extLst>
              <a:ext uri="{FF2B5EF4-FFF2-40B4-BE49-F238E27FC236}">
                <a16:creationId xmlns:a16="http://schemas.microsoft.com/office/drawing/2014/main" id="{8C530FB6-2C5F-ABD9-DF67-BF2D976AF61F}"/>
              </a:ext>
            </a:extLst>
          </p:cNvPr>
          <p:cNvSpPr/>
          <p:nvPr/>
        </p:nvSpPr>
        <p:spPr>
          <a:xfrm>
            <a:off x="2944368" y="859536"/>
            <a:ext cx="1353312" cy="164592"/>
          </a:xfrm>
          <a:prstGeom prst="rect">
            <a:avLst/>
          </a:prstGeom>
          <a:noFill/>
          <a:ln/>
        </p:spPr>
        <p:txBody>
          <a:bodyPr wrap="square" lIns="0" tIns="0" rIns="0" bIns="0" rtlCol="0" anchor="ctr"/>
          <a:lstStyle/>
          <a:p>
            <a:pPr marL="0" indent="0">
              <a:buNone/>
            </a:pPr>
            <a:r>
              <a:rPr lang="es-419" sz="650" b="1" kern="0" spc="250" noProof="0" dirty="0">
                <a:solidFill>
                  <a:srgbClr val="EB6C01"/>
                </a:solidFill>
                <a:latin typeface="Montserrat" pitchFamily="34" charset="0"/>
                <a:ea typeface="Montserrat" pitchFamily="34" charset="-122"/>
                <a:cs typeface="Montserrat" pitchFamily="34" charset="-120"/>
              </a:rPr>
              <a:t>PROYECTO ACTIVO</a:t>
            </a:r>
            <a:endParaRPr lang="es-419" sz="650" noProof="0" dirty="0"/>
          </a:p>
        </p:txBody>
      </p:sp>
      <p:sp>
        <p:nvSpPr>
          <p:cNvPr id="14" name="Shape 11">
            <a:extLst>
              <a:ext uri="{FF2B5EF4-FFF2-40B4-BE49-F238E27FC236}">
                <a16:creationId xmlns:a16="http://schemas.microsoft.com/office/drawing/2014/main" id="{6E1FBAF6-7EC6-FF27-8E6C-12CC5A8DEBE5}"/>
              </a:ext>
            </a:extLst>
          </p:cNvPr>
          <p:cNvSpPr/>
          <p:nvPr/>
        </p:nvSpPr>
        <p:spPr>
          <a:xfrm>
            <a:off x="2944368" y="1024128"/>
            <a:ext cx="987552" cy="16459"/>
          </a:xfrm>
          <a:prstGeom prst="rect">
            <a:avLst/>
          </a:prstGeom>
          <a:solidFill>
            <a:srgbClr val="EB6C01"/>
          </a:solidFill>
          <a:ln w="12700">
            <a:solidFill>
              <a:srgbClr val="EB6C01"/>
            </a:solidFill>
            <a:prstDash val="solid"/>
          </a:ln>
        </p:spPr>
        <p:txBody>
          <a:bodyPr/>
          <a:lstStyle/>
          <a:p>
            <a:endParaRPr lang="es-419" noProof="0" dirty="0"/>
          </a:p>
        </p:txBody>
      </p:sp>
      <p:sp>
        <p:nvSpPr>
          <p:cNvPr id="15" name="Shape 12">
            <a:extLst>
              <a:ext uri="{FF2B5EF4-FFF2-40B4-BE49-F238E27FC236}">
                <a16:creationId xmlns:a16="http://schemas.microsoft.com/office/drawing/2014/main" id="{82B419F6-AC2C-057D-FEDC-3EC139EBD68F}"/>
              </a:ext>
            </a:extLst>
          </p:cNvPr>
          <p:cNvSpPr/>
          <p:nvPr/>
        </p:nvSpPr>
        <p:spPr>
          <a:xfrm>
            <a:off x="2944368" y="1115568"/>
            <a:ext cx="6035040" cy="603504"/>
          </a:xfrm>
          <a:prstGeom prst="rect">
            <a:avLst/>
          </a:prstGeom>
          <a:solidFill>
            <a:srgbClr val="E5EFF8"/>
          </a:solidFill>
          <a:ln w="12700">
            <a:solidFill>
              <a:srgbClr val="A8C0D8"/>
            </a:solidFill>
            <a:prstDash val="solid"/>
          </a:ln>
        </p:spPr>
        <p:txBody>
          <a:bodyPr/>
          <a:lstStyle/>
          <a:p>
            <a:endParaRPr lang="es-419" noProof="0" dirty="0"/>
          </a:p>
        </p:txBody>
      </p:sp>
      <p:sp>
        <p:nvSpPr>
          <p:cNvPr id="16" name="Text 13">
            <a:extLst>
              <a:ext uri="{FF2B5EF4-FFF2-40B4-BE49-F238E27FC236}">
                <a16:creationId xmlns:a16="http://schemas.microsoft.com/office/drawing/2014/main" id="{92B8D69E-F918-3C9D-C390-A9630EA5387C}"/>
              </a:ext>
            </a:extLst>
          </p:cNvPr>
          <p:cNvSpPr/>
          <p:nvPr/>
        </p:nvSpPr>
        <p:spPr>
          <a:xfrm>
            <a:off x="3054096" y="1170432"/>
            <a:ext cx="5815584" cy="493776"/>
          </a:xfrm>
          <a:prstGeom prst="rect">
            <a:avLst/>
          </a:prstGeom>
          <a:noFill/>
          <a:ln/>
        </p:spPr>
        <p:txBody>
          <a:bodyPr wrap="square" lIns="0" tIns="0" rIns="0" bIns="0" rtlCol="0" anchor="ctr"/>
          <a:lstStyle/>
          <a:p>
            <a:pPr marL="0" indent="0">
              <a:buNone/>
            </a:pPr>
            <a:r>
              <a:rPr lang="es-419" sz="1500" b="1" noProof="0" dirty="0">
                <a:solidFill>
                  <a:srgbClr val="9BB5CC"/>
                </a:solidFill>
                <a:latin typeface="Montserrat" pitchFamily="34" charset="0"/>
                <a:ea typeface="Montserrat" pitchFamily="34" charset="-122"/>
                <a:cs typeface="Montserrat" pitchFamily="34" charset="-120"/>
              </a:rPr>
              <a:t>[Nombre del Proyecto / Actividad]</a:t>
            </a:r>
            <a:endParaRPr lang="es-419" sz="1500" noProof="0" dirty="0"/>
          </a:p>
        </p:txBody>
      </p:sp>
      <p:sp>
        <p:nvSpPr>
          <p:cNvPr id="17" name="Shape 14">
            <a:extLst>
              <a:ext uri="{FF2B5EF4-FFF2-40B4-BE49-F238E27FC236}">
                <a16:creationId xmlns:a16="http://schemas.microsoft.com/office/drawing/2014/main" id="{9B1F2F4E-2B14-5CCF-2C72-75E9C8095B9E}"/>
              </a:ext>
            </a:extLst>
          </p:cNvPr>
          <p:cNvSpPr/>
          <p:nvPr/>
        </p:nvSpPr>
        <p:spPr>
          <a:xfrm>
            <a:off x="2944368" y="1837944"/>
            <a:ext cx="91440" cy="91440"/>
          </a:xfrm>
          <a:prstGeom prst="ellipse">
            <a:avLst/>
          </a:prstGeom>
          <a:solidFill>
            <a:srgbClr val="A8C0D8"/>
          </a:solidFill>
          <a:ln w="12700">
            <a:solidFill>
              <a:srgbClr val="A8C0D8"/>
            </a:solidFill>
            <a:prstDash val="solid"/>
          </a:ln>
        </p:spPr>
        <p:txBody>
          <a:bodyPr/>
          <a:lstStyle/>
          <a:p>
            <a:endParaRPr lang="es-419" noProof="0" dirty="0"/>
          </a:p>
        </p:txBody>
      </p:sp>
      <p:sp>
        <p:nvSpPr>
          <p:cNvPr id="18" name="Text 15">
            <a:extLst>
              <a:ext uri="{FF2B5EF4-FFF2-40B4-BE49-F238E27FC236}">
                <a16:creationId xmlns:a16="http://schemas.microsoft.com/office/drawing/2014/main" id="{B4754B0B-A756-7427-33AE-48C09422D8D5}"/>
              </a:ext>
            </a:extLst>
          </p:cNvPr>
          <p:cNvSpPr/>
          <p:nvPr/>
        </p:nvSpPr>
        <p:spPr>
          <a:xfrm>
            <a:off x="3099816" y="1819656"/>
            <a:ext cx="2743200" cy="137160"/>
          </a:xfrm>
          <a:prstGeom prst="rect">
            <a:avLst/>
          </a:prstGeom>
          <a:noFill/>
          <a:ln/>
        </p:spPr>
        <p:txBody>
          <a:bodyPr wrap="square" lIns="0" tIns="0" rIns="0" bIns="0" rtlCol="0" anchor="ctr"/>
          <a:lstStyle/>
          <a:p>
            <a:pPr marL="0" indent="0">
              <a:buNone/>
            </a:pPr>
            <a:r>
              <a:rPr lang="es-419" sz="850" b="1" kern="0" spc="100" noProof="0" dirty="0">
                <a:solidFill>
                  <a:srgbClr val="A8C0D8"/>
                </a:solidFill>
                <a:latin typeface="Montserrat" pitchFamily="34" charset="0"/>
                <a:ea typeface="Montserrat" pitchFamily="34" charset="-122"/>
                <a:cs typeface="Montserrat" pitchFamily="34" charset="-120"/>
              </a:rPr>
              <a:t>[ESTADO DEL PROYECTO]</a:t>
            </a:r>
            <a:endParaRPr lang="es-419" sz="850" noProof="0" dirty="0"/>
          </a:p>
        </p:txBody>
      </p:sp>
      <p:sp>
        <p:nvSpPr>
          <p:cNvPr id="19" name="Shape 16">
            <a:extLst>
              <a:ext uri="{FF2B5EF4-FFF2-40B4-BE49-F238E27FC236}">
                <a16:creationId xmlns:a16="http://schemas.microsoft.com/office/drawing/2014/main" id="{C9EEA8CA-A653-BD5A-F62A-D75A960AA7BA}"/>
              </a:ext>
            </a:extLst>
          </p:cNvPr>
          <p:cNvSpPr/>
          <p:nvPr/>
        </p:nvSpPr>
        <p:spPr>
          <a:xfrm>
            <a:off x="2944368" y="2057400"/>
            <a:ext cx="25603" cy="658368"/>
          </a:xfrm>
          <a:prstGeom prst="rect">
            <a:avLst/>
          </a:prstGeom>
          <a:solidFill>
            <a:srgbClr val="A8C0D8"/>
          </a:solidFill>
          <a:ln w="12700">
            <a:solidFill>
              <a:srgbClr val="A8C0D8"/>
            </a:solidFill>
            <a:prstDash val="solid"/>
          </a:ln>
        </p:spPr>
        <p:txBody>
          <a:bodyPr/>
          <a:lstStyle/>
          <a:p>
            <a:endParaRPr lang="es-419" noProof="0" dirty="0"/>
          </a:p>
        </p:txBody>
      </p:sp>
      <p:sp>
        <p:nvSpPr>
          <p:cNvPr id="20" name="Text 17">
            <a:extLst>
              <a:ext uri="{FF2B5EF4-FFF2-40B4-BE49-F238E27FC236}">
                <a16:creationId xmlns:a16="http://schemas.microsoft.com/office/drawing/2014/main" id="{FF9895E3-8ED2-700E-3391-F5B9B29154E2}"/>
              </a:ext>
            </a:extLst>
          </p:cNvPr>
          <p:cNvSpPr/>
          <p:nvPr/>
        </p:nvSpPr>
        <p:spPr>
          <a:xfrm>
            <a:off x="3035808" y="2057400"/>
            <a:ext cx="5925312" cy="658368"/>
          </a:xfrm>
          <a:prstGeom prst="rect">
            <a:avLst/>
          </a:prstGeom>
          <a:noFill/>
          <a:ln/>
        </p:spPr>
        <p:txBody>
          <a:bodyPr wrap="square" rtlCol="0" anchor="ctr"/>
          <a:lstStyle/>
          <a:p>
            <a:pPr marL="0" indent="0">
              <a:buNone/>
            </a:pPr>
            <a:r>
              <a:rPr lang="es-419" sz="950" i="1" noProof="0" dirty="0">
                <a:solidFill>
                  <a:srgbClr val="A8BDD0"/>
                </a:solidFill>
                <a:latin typeface="Montserrat" pitchFamily="34" charset="0"/>
                <a:ea typeface="Montserrat" pitchFamily="34" charset="-122"/>
                <a:cs typeface="Montserrat" pitchFamily="34" charset="-120"/>
              </a:rPr>
              <a:t>Describa aquí el avance semanal, actividades realizadas,</a:t>
            </a:r>
            <a:endParaRPr lang="es-419" sz="950" noProof="0" dirty="0"/>
          </a:p>
          <a:p>
            <a:pPr marL="0" indent="0">
              <a:buNone/>
            </a:pPr>
            <a:r>
              <a:rPr lang="es-419" sz="950" i="1" noProof="0" dirty="0">
                <a:solidFill>
                  <a:srgbClr val="A8BDD0"/>
                </a:solidFill>
                <a:latin typeface="Montserrat" pitchFamily="34" charset="0"/>
                <a:ea typeface="Montserrat" pitchFamily="34" charset="-122"/>
                <a:cs typeface="Montserrat" pitchFamily="34" charset="-120"/>
              </a:rPr>
              <a:t>pagos, documentación o incidencias del proyecto.</a:t>
            </a:r>
            <a:endParaRPr lang="es-419" sz="950" noProof="0" dirty="0"/>
          </a:p>
        </p:txBody>
      </p:sp>
      <p:sp>
        <p:nvSpPr>
          <p:cNvPr id="21" name="Text 18">
            <a:extLst>
              <a:ext uri="{FF2B5EF4-FFF2-40B4-BE49-F238E27FC236}">
                <a16:creationId xmlns:a16="http://schemas.microsoft.com/office/drawing/2014/main" id="{5082DB86-8021-BF83-0494-70A58E1FCDE1}"/>
              </a:ext>
            </a:extLst>
          </p:cNvPr>
          <p:cNvSpPr/>
          <p:nvPr/>
        </p:nvSpPr>
        <p:spPr>
          <a:xfrm>
            <a:off x="2944368" y="2834640"/>
            <a:ext cx="1828800" cy="164592"/>
          </a:xfrm>
          <a:prstGeom prst="rect">
            <a:avLst/>
          </a:prstGeom>
          <a:noFill/>
          <a:ln/>
        </p:spPr>
        <p:txBody>
          <a:bodyPr wrap="square" lIns="0" tIns="0" rIns="0" bIns="0" rtlCol="0" anchor="ctr"/>
          <a:lstStyle/>
          <a:p>
            <a:pPr marL="0" indent="0">
              <a:buNone/>
            </a:pPr>
            <a:r>
              <a:rPr lang="es-419" sz="650" b="1" kern="0" spc="250" noProof="0" dirty="0">
                <a:solidFill>
                  <a:srgbClr val="EB6C01"/>
                </a:solidFill>
                <a:latin typeface="Montserrat" pitchFamily="34" charset="0"/>
                <a:ea typeface="Montserrat" pitchFamily="34" charset="-122"/>
                <a:cs typeface="Montserrat" pitchFamily="34" charset="-120"/>
              </a:rPr>
              <a:t>FOTOGRAFÍAS DE AVANCE</a:t>
            </a:r>
            <a:endParaRPr lang="es-419" sz="650" noProof="0" dirty="0"/>
          </a:p>
        </p:txBody>
      </p:sp>
      <p:sp>
        <p:nvSpPr>
          <p:cNvPr id="22" name="Shape 19">
            <a:extLst>
              <a:ext uri="{FF2B5EF4-FFF2-40B4-BE49-F238E27FC236}">
                <a16:creationId xmlns:a16="http://schemas.microsoft.com/office/drawing/2014/main" id="{EDA97F8A-183C-2608-5242-3B21FFD6AA06}"/>
              </a:ext>
            </a:extLst>
          </p:cNvPr>
          <p:cNvSpPr/>
          <p:nvPr/>
        </p:nvSpPr>
        <p:spPr>
          <a:xfrm>
            <a:off x="2944368" y="3008376"/>
            <a:ext cx="1481328" cy="16459"/>
          </a:xfrm>
          <a:prstGeom prst="rect">
            <a:avLst/>
          </a:prstGeom>
          <a:solidFill>
            <a:srgbClr val="EB6C01"/>
          </a:solidFill>
          <a:ln w="12700">
            <a:solidFill>
              <a:srgbClr val="EB6C01"/>
            </a:solidFill>
            <a:prstDash val="solid"/>
          </a:ln>
        </p:spPr>
        <p:txBody>
          <a:bodyPr/>
          <a:lstStyle/>
          <a:p>
            <a:endParaRPr lang="es-419" noProof="0" dirty="0"/>
          </a:p>
        </p:txBody>
      </p:sp>
      <p:sp>
        <p:nvSpPr>
          <p:cNvPr id="23" name="Shape 20">
            <a:extLst>
              <a:ext uri="{FF2B5EF4-FFF2-40B4-BE49-F238E27FC236}">
                <a16:creationId xmlns:a16="http://schemas.microsoft.com/office/drawing/2014/main" id="{DF968CD8-9501-B613-91EE-E77A81182F1F}"/>
              </a:ext>
            </a:extLst>
          </p:cNvPr>
          <p:cNvSpPr/>
          <p:nvPr/>
        </p:nvSpPr>
        <p:spPr>
          <a:xfrm>
            <a:off x="2944368"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24" name="Image 1" descr="preencoded.png">
            <a:extLst>
              <a:ext uri="{FF2B5EF4-FFF2-40B4-BE49-F238E27FC236}">
                <a16:creationId xmlns:a16="http://schemas.microsoft.com/office/drawing/2014/main" id="{CB6F8BFE-CFB4-CF46-81EF-3BBA92B6B5E1}"/>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797808" y="3593592"/>
            <a:ext cx="256032" cy="256032"/>
          </a:xfrm>
          <a:prstGeom prst="rect">
            <a:avLst/>
          </a:prstGeom>
        </p:spPr>
      </p:pic>
      <p:sp>
        <p:nvSpPr>
          <p:cNvPr id="25" name="Text 21">
            <a:extLst>
              <a:ext uri="{FF2B5EF4-FFF2-40B4-BE49-F238E27FC236}">
                <a16:creationId xmlns:a16="http://schemas.microsoft.com/office/drawing/2014/main" id="{BF32317E-F84B-AD59-8F47-839F37B8AAB9}"/>
              </a:ext>
            </a:extLst>
          </p:cNvPr>
          <p:cNvSpPr/>
          <p:nvPr/>
        </p:nvSpPr>
        <p:spPr>
          <a:xfrm>
            <a:off x="2944368"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26" name="Shape 22">
            <a:extLst>
              <a:ext uri="{FF2B5EF4-FFF2-40B4-BE49-F238E27FC236}">
                <a16:creationId xmlns:a16="http://schemas.microsoft.com/office/drawing/2014/main" id="{5FDA7929-126C-BDDE-EA06-3E23DF486A24}"/>
              </a:ext>
            </a:extLst>
          </p:cNvPr>
          <p:cNvSpPr/>
          <p:nvPr/>
        </p:nvSpPr>
        <p:spPr>
          <a:xfrm>
            <a:off x="4980432"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27" name="Image 2" descr="preencoded.png">
            <a:extLst>
              <a:ext uri="{FF2B5EF4-FFF2-40B4-BE49-F238E27FC236}">
                <a16:creationId xmlns:a16="http://schemas.microsoft.com/office/drawing/2014/main" id="{03DF42E2-D4D7-0475-AA58-00F39F9BB8D0}"/>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833872" y="3593592"/>
            <a:ext cx="256032" cy="256032"/>
          </a:xfrm>
          <a:prstGeom prst="rect">
            <a:avLst/>
          </a:prstGeom>
        </p:spPr>
      </p:pic>
      <p:sp>
        <p:nvSpPr>
          <p:cNvPr id="28" name="Text 23">
            <a:extLst>
              <a:ext uri="{FF2B5EF4-FFF2-40B4-BE49-F238E27FC236}">
                <a16:creationId xmlns:a16="http://schemas.microsoft.com/office/drawing/2014/main" id="{F25E202E-8352-C0C1-C140-CCF8374222AB}"/>
              </a:ext>
            </a:extLst>
          </p:cNvPr>
          <p:cNvSpPr/>
          <p:nvPr/>
        </p:nvSpPr>
        <p:spPr>
          <a:xfrm>
            <a:off x="4980432"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29" name="Shape 24">
            <a:extLst>
              <a:ext uri="{FF2B5EF4-FFF2-40B4-BE49-F238E27FC236}">
                <a16:creationId xmlns:a16="http://schemas.microsoft.com/office/drawing/2014/main" id="{1ED2B8F4-AAC3-DBCC-D13C-B145C17D8C9C}"/>
              </a:ext>
            </a:extLst>
          </p:cNvPr>
          <p:cNvSpPr/>
          <p:nvPr/>
        </p:nvSpPr>
        <p:spPr>
          <a:xfrm>
            <a:off x="7016496"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30" name="Image 3" descr="preencoded.png">
            <a:extLst>
              <a:ext uri="{FF2B5EF4-FFF2-40B4-BE49-F238E27FC236}">
                <a16:creationId xmlns:a16="http://schemas.microsoft.com/office/drawing/2014/main" id="{F7F5C646-F6F3-92CC-0ABF-F3059C50B1C2}"/>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7869936" y="3593592"/>
            <a:ext cx="256032" cy="256032"/>
          </a:xfrm>
          <a:prstGeom prst="rect">
            <a:avLst/>
          </a:prstGeom>
        </p:spPr>
      </p:pic>
      <p:sp>
        <p:nvSpPr>
          <p:cNvPr id="31" name="Text 25">
            <a:extLst>
              <a:ext uri="{FF2B5EF4-FFF2-40B4-BE49-F238E27FC236}">
                <a16:creationId xmlns:a16="http://schemas.microsoft.com/office/drawing/2014/main" id="{FD81CFDB-BA9E-43C4-78BB-022072D43AB8}"/>
              </a:ext>
            </a:extLst>
          </p:cNvPr>
          <p:cNvSpPr/>
          <p:nvPr/>
        </p:nvSpPr>
        <p:spPr>
          <a:xfrm>
            <a:off x="7016496"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32" name="Shape 26">
            <a:extLst>
              <a:ext uri="{FF2B5EF4-FFF2-40B4-BE49-F238E27FC236}">
                <a16:creationId xmlns:a16="http://schemas.microsoft.com/office/drawing/2014/main" id="{5F49862A-449B-C5E9-C1A4-DF80E3064C0B}"/>
              </a:ext>
            </a:extLst>
          </p:cNvPr>
          <p:cNvSpPr/>
          <p:nvPr/>
        </p:nvSpPr>
        <p:spPr>
          <a:xfrm>
            <a:off x="0" y="4873752"/>
            <a:ext cx="9144000" cy="269748"/>
          </a:xfrm>
          <a:prstGeom prst="rect">
            <a:avLst/>
          </a:prstGeom>
          <a:solidFill>
            <a:srgbClr val="1A3464"/>
          </a:solidFill>
          <a:ln w="12700">
            <a:solidFill>
              <a:srgbClr val="1A3464"/>
            </a:solidFill>
            <a:prstDash val="solid"/>
          </a:ln>
        </p:spPr>
        <p:txBody>
          <a:bodyPr/>
          <a:lstStyle/>
          <a:p>
            <a:endParaRPr lang="es-419" noProof="0" dirty="0"/>
          </a:p>
        </p:txBody>
      </p:sp>
      <p:sp>
        <p:nvSpPr>
          <p:cNvPr id="33" name="Text 27">
            <a:extLst>
              <a:ext uri="{FF2B5EF4-FFF2-40B4-BE49-F238E27FC236}">
                <a16:creationId xmlns:a16="http://schemas.microsoft.com/office/drawing/2014/main" id="{3706EABD-0EEB-1E86-216F-2E3A67C2328C}"/>
              </a:ext>
            </a:extLst>
          </p:cNvPr>
          <p:cNvSpPr/>
          <p:nvPr/>
        </p:nvSpPr>
        <p:spPr>
          <a:xfrm>
            <a:off x="384048" y="4901184"/>
            <a:ext cx="5029200" cy="182880"/>
          </a:xfrm>
          <a:prstGeom prst="rect">
            <a:avLst/>
          </a:prstGeom>
          <a:noFill/>
          <a:ln/>
        </p:spPr>
        <p:txBody>
          <a:bodyPr wrap="square" lIns="0" tIns="0" rIns="0" bIns="0" rtlCol="0" anchor="ctr"/>
          <a:lstStyle/>
          <a:p>
            <a:pPr marL="0" indent="0">
              <a:buNone/>
            </a:pPr>
            <a:r>
              <a:rPr lang="es-419" sz="700" kern="0" spc="150" noProof="0" dirty="0">
                <a:solidFill>
                  <a:srgbClr val="8FAECB"/>
                </a:solidFill>
                <a:latin typeface="Montserrat" pitchFamily="34" charset="0"/>
                <a:ea typeface="Montserrat" pitchFamily="34" charset="-122"/>
                <a:cs typeface="Montserrat" pitchFamily="34" charset="-120"/>
              </a:rPr>
              <a:t>COORDINACIÓN DE OBRAS Y MANTENIMIENTO RCMA</a:t>
            </a:r>
            <a:endParaRPr lang="es-419" sz="700" noProof="0" dirty="0"/>
          </a:p>
        </p:txBody>
      </p:sp>
      <p:sp>
        <p:nvSpPr>
          <p:cNvPr id="34" name="Shape 28">
            <a:extLst>
              <a:ext uri="{FF2B5EF4-FFF2-40B4-BE49-F238E27FC236}">
                <a16:creationId xmlns:a16="http://schemas.microsoft.com/office/drawing/2014/main" id="{F32535E4-A4C9-54D1-F8A0-F168EF493B69}"/>
              </a:ext>
            </a:extLst>
          </p:cNvPr>
          <p:cNvSpPr/>
          <p:nvPr/>
        </p:nvSpPr>
        <p:spPr>
          <a:xfrm>
            <a:off x="5559552" y="4974336"/>
            <a:ext cx="5486" cy="100584"/>
          </a:xfrm>
          <a:prstGeom prst="rect">
            <a:avLst/>
          </a:prstGeom>
          <a:solidFill>
            <a:srgbClr val="8FAECB"/>
          </a:solidFill>
          <a:ln w="12700">
            <a:solidFill>
              <a:srgbClr val="8FAECB"/>
            </a:solidFill>
            <a:prstDash val="solid"/>
          </a:ln>
        </p:spPr>
        <p:txBody>
          <a:bodyPr/>
          <a:lstStyle/>
          <a:p>
            <a:endParaRPr lang="es-419" noProof="0" dirty="0"/>
          </a:p>
        </p:txBody>
      </p:sp>
      <p:sp>
        <p:nvSpPr>
          <p:cNvPr id="35" name="Text 29">
            <a:extLst>
              <a:ext uri="{FF2B5EF4-FFF2-40B4-BE49-F238E27FC236}">
                <a16:creationId xmlns:a16="http://schemas.microsoft.com/office/drawing/2014/main" id="{A8D42F5F-352F-BFDF-6CA7-4E2B83F1D7C2}"/>
              </a:ext>
            </a:extLst>
          </p:cNvPr>
          <p:cNvSpPr/>
          <p:nvPr/>
        </p:nvSpPr>
        <p:spPr>
          <a:xfrm>
            <a:off x="5650992" y="4901184"/>
            <a:ext cx="2286000" cy="182880"/>
          </a:xfrm>
          <a:prstGeom prst="rect">
            <a:avLst/>
          </a:prstGeom>
          <a:noFill/>
          <a:ln/>
        </p:spPr>
        <p:txBody>
          <a:bodyPr wrap="square" lIns="0" tIns="0" rIns="0" bIns="0" rtlCol="0" anchor="ctr"/>
          <a:lstStyle/>
          <a:p>
            <a:pPr marL="0" indent="0">
              <a:buNone/>
            </a:pPr>
            <a:r>
              <a:rPr lang="es-419" sz="700" kern="0" spc="150" noProof="0" dirty="0">
                <a:solidFill>
                  <a:srgbClr val="8FAECB"/>
                </a:solidFill>
                <a:latin typeface="Montserrat" pitchFamily="34" charset="0"/>
                <a:ea typeface="Montserrat" pitchFamily="34" charset="-122"/>
                <a:cs typeface="Montserrat" pitchFamily="34" charset="-120"/>
              </a:rPr>
              <a:t>Mano Amiga</a:t>
            </a:r>
            <a:endParaRPr lang="es-419" sz="700" noProof="0" dirty="0"/>
          </a:p>
        </p:txBody>
      </p:sp>
      <p:sp>
        <p:nvSpPr>
          <p:cNvPr id="43" name="Forma libre: forma 42">
            <a:extLst>
              <a:ext uri="{FF2B5EF4-FFF2-40B4-BE49-F238E27FC236}">
                <a16:creationId xmlns:a16="http://schemas.microsoft.com/office/drawing/2014/main" id="{603255E6-7BED-7F99-B17A-28D517A1A23E}"/>
              </a:ext>
            </a:extLst>
          </p:cNvPr>
          <p:cNvSpPr/>
          <p:nvPr/>
        </p:nvSpPr>
        <p:spPr>
          <a:xfrm>
            <a:off x="1596105" y="2222074"/>
            <a:ext cx="193086" cy="261624"/>
          </a:xfrm>
          <a:custGeom>
            <a:avLst/>
            <a:gdLst>
              <a:gd name="csX0" fmla="*/ 47363 w 193086"/>
              <a:gd name="csY0" fmla="*/ 258865 h 261624"/>
              <a:gd name="csX1" fmla="*/ 34066 w 193086"/>
              <a:gd name="csY1" fmla="*/ 253627 h 261624"/>
              <a:gd name="csX2" fmla="*/ 25677 w 193086"/>
              <a:gd name="csY2" fmla="*/ 249703 h 261624"/>
              <a:gd name="csX3" fmla="*/ 12838 w 193086"/>
              <a:gd name="csY3" fmla="*/ 237813 h 261624"/>
              <a:gd name="csX4" fmla="*/ 0 w 193086"/>
              <a:gd name="csY4" fmla="*/ 228023 h 261624"/>
              <a:gd name="csX5" fmla="*/ 10590 w 193086"/>
              <a:gd name="csY5" fmla="*/ 222007 h 261624"/>
              <a:gd name="csX6" fmla="*/ 24311 w 193086"/>
              <a:gd name="csY6" fmla="*/ 218591 h 261624"/>
              <a:gd name="csX7" fmla="*/ 30840 w 193086"/>
              <a:gd name="csY7" fmla="*/ 210994 h 261624"/>
              <a:gd name="csX8" fmla="*/ 34002 w 193086"/>
              <a:gd name="csY8" fmla="*/ 201034 h 261624"/>
              <a:gd name="csX9" fmla="*/ 34055 w 193086"/>
              <a:gd name="csY9" fmla="*/ 192894 h 261624"/>
              <a:gd name="csX10" fmla="*/ 33474 w 193086"/>
              <a:gd name="csY10" fmla="*/ 186352 h 261624"/>
              <a:gd name="csX11" fmla="*/ 36002 w 193086"/>
              <a:gd name="csY11" fmla="*/ 155255 h 261624"/>
              <a:gd name="csX12" fmla="*/ 40814 w 193086"/>
              <a:gd name="csY12" fmla="*/ 125721 h 261624"/>
              <a:gd name="csX13" fmla="*/ 52906 w 193086"/>
              <a:gd name="csY13" fmla="*/ 136226 h 261624"/>
              <a:gd name="csX14" fmla="*/ 67584 w 193086"/>
              <a:gd name="csY14" fmla="*/ 150557 h 261624"/>
              <a:gd name="csX15" fmla="*/ 85050 w 193086"/>
              <a:gd name="csY15" fmla="*/ 148575 h 261624"/>
              <a:gd name="csX16" fmla="*/ 92615 w 193086"/>
              <a:gd name="csY16" fmla="*/ 147623 h 261624"/>
              <a:gd name="csX17" fmla="*/ 103162 w 193086"/>
              <a:gd name="csY17" fmla="*/ 143713 h 261624"/>
              <a:gd name="csX18" fmla="*/ 110991 w 193086"/>
              <a:gd name="csY18" fmla="*/ 139409 h 261624"/>
              <a:gd name="csX19" fmla="*/ 118857 w 193086"/>
              <a:gd name="csY19" fmla="*/ 137039 h 261624"/>
              <a:gd name="csX20" fmla="*/ 114946 w 193086"/>
              <a:gd name="csY20" fmla="*/ 126979 h 261624"/>
              <a:gd name="csX21" fmla="*/ 104278 w 193086"/>
              <a:gd name="csY21" fmla="*/ 120558 h 261624"/>
              <a:gd name="csX22" fmla="*/ 100539 w 193086"/>
              <a:gd name="csY22" fmla="*/ 116814 h 261624"/>
              <a:gd name="csX23" fmla="*/ 87769 w 193086"/>
              <a:gd name="csY23" fmla="*/ 107211 h 261624"/>
              <a:gd name="csX24" fmla="*/ 75649 w 193086"/>
              <a:gd name="csY24" fmla="*/ 82459 h 261624"/>
              <a:gd name="csX25" fmla="*/ 81162 w 193086"/>
              <a:gd name="csY25" fmla="*/ 66581 h 261624"/>
              <a:gd name="csX26" fmla="*/ 76956 w 193086"/>
              <a:gd name="csY26" fmla="*/ 53086 h 261624"/>
              <a:gd name="csX27" fmla="*/ 74281 w 193086"/>
              <a:gd name="csY27" fmla="*/ 48335 h 261624"/>
              <a:gd name="csX28" fmla="*/ 98388 w 193086"/>
              <a:gd name="csY28" fmla="*/ 21931 h 261624"/>
              <a:gd name="csX29" fmla="*/ 99033 w 193086"/>
              <a:gd name="csY29" fmla="*/ 12782 h 261624"/>
              <a:gd name="csX30" fmla="*/ 112340 w 193086"/>
              <a:gd name="csY30" fmla="*/ 234 h 261624"/>
              <a:gd name="csX31" fmla="*/ 115367 w 193086"/>
              <a:gd name="csY31" fmla="*/ 7384 h 261624"/>
              <a:gd name="csX32" fmla="*/ 123019 w 193086"/>
              <a:gd name="csY32" fmla="*/ 18442 h 261624"/>
              <a:gd name="csX33" fmla="*/ 122268 w 193086"/>
              <a:gd name="csY33" fmla="*/ 30221 h 261624"/>
              <a:gd name="csX34" fmla="*/ 113949 w 193086"/>
              <a:gd name="csY34" fmla="*/ 45287 h 261624"/>
              <a:gd name="csX35" fmla="*/ 120402 w 193086"/>
              <a:gd name="csY35" fmla="*/ 65276 h 261624"/>
              <a:gd name="csX36" fmla="*/ 138506 w 193086"/>
              <a:gd name="csY36" fmla="*/ 64867 h 261624"/>
              <a:gd name="csX37" fmla="*/ 143345 w 193086"/>
              <a:gd name="csY37" fmla="*/ 58224 h 261624"/>
              <a:gd name="csX38" fmla="*/ 152274 w 193086"/>
              <a:gd name="csY38" fmla="*/ 62931 h 261624"/>
              <a:gd name="csX39" fmla="*/ 162130 w 193086"/>
              <a:gd name="csY39" fmla="*/ 68135 h 261624"/>
              <a:gd name="csX40" fmla="*/ 158059 w 193086"/>
              <a:gd name="csY40" fmla="*/ 75879 h 261624"/>
              <a:gd name="csX41" fmla="*/ 142387 w 193086"/>
              <a:gd name="csY41" fmla="*/ 123139 h 261624"/>
              <a:gd name="csX42" fmla="*/ 161574 w 193086"/>
              <a:gd name="csY42" fmla="*/ 140138 h 261624"/>
              <a:gd name="csX43" fmla="*/ 162505 w 193086"/>
              <a:gd name="csY43" fmla="*/ 150542 h 261624"/>
              <a:gd name="csX44" fmla="*/ 151065 w 193086"/>
              <a:gd name="csY44" fmla="*/ 162165 h 261624"/>
              <a:gd name="csX45" fmla="*/ 147000 w 193086"/>
              <a:gd name="csY45" fmla="*/ 176069 h 261624"/>
              <a:gd name="csX46" fmla="*/ 151074 w 193086"/>
              <a:gd name="csY46" fmla="*/ 198795 h 261624"/>
              <a:gd name="csX47" fmla="*/ 161382 w 193086"/>
              <a:gd name="csY47" fmla="*/ 209212 h 261624"/>
              <a:gd name="csX48" fmla="*/ 180801 w 193086"/>
              <a:gd name="csY48" fmla="*/ 215310 h 261624"/>
              <a:gd name="csX49" fmla="*/ 191062 w 193086"/>
              <a:gd name="csY49" fmla="*/ 220266 h 261624"/>
              <a:gd name="csX50" fmla="*/ 186266 w 193086"/>
              <a:gd name="csY50" fmla="*/ 234411 h 261624"/>
              <a:gd name="csX51" fmla="*/ 146648 w 193086"/>
              <a:gd name="csY51" fmla="*/ 241973 h 261624"/>
              <a:gd name="csX52" fmla="*/ 130308 w 193086"/>
              <a:gd name="csY52" fmla="*/ 244333 h 261624"/>
              <a:gd name="csX53" fmla="*/ 120069 w 193086"/>
              <a:gd name="csY53" fmla="*/ 230760 h 261624"/>
              <a:gd name="csX54" fmla="*/ 99204 w 193086"/>
              <a:gd name="csY54" fmla="*/ 236809 h 261624"/>
              <a:gd name="csX55" fmla="*/ 99051 w 193086"/>
              <a:gd name="csY55" fmla="*/ 250983 h 261624"/>
              <a:gd name="csX56" fmla="*/ 92202 w 193086"/>
              <a:gd name="csY56" fmla="*/ 257021 h 261624"/>
              <a:gd name="csX57" fmla="*/ 61602 w 193086"/>
              <a:gd name="csY57" fmla="*/ 257374 h 261624"/>
              <a:gd name="csX58" fmla="*/ 47363 w 193086"/>
              <a:gd name="csY58" fmla="*/ 258865 h 2616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Lst>
            <a:rect l="l" t="t" r="r" b="b"/>
            <a:pathLst>
              <a:path w="193086" h="261624">
                <a:moveTo>
                  <a:pt x="47363" y="258865"/>
                </a:moveTo>
                <a:cubicBezTo>
                  <a:pt x="44664" y="256988"/>
                  <a:pt x="38681" y="254631"/>
                  <a:pt x="34066" y="253627"/>
                </a:cubicBezTo>
                <a:cubicBezTo>
                  <a:pt x="29452" y="252623"/>
                  <a:pt x="25677" y="250857"/>
                  <a:pt x="25677" y="249703"/>
                </a:cubicBezTo>
                <a:cubicBezTo>
                  <a:pt x="25677" y="248548"/>
                  <a:pt x="19899" y="243198"/>
                  <a:pt x="12838" y="237813"/>
                </a:cubicBezTo>
                <a:lnTo>
                  <a:pt x="0" y="228023"/>
                </a:lnTo>
                <a:lnTo>
                  <a:pt x="10590" y="222007"/>
                </a:lnTo>
                <a:cubicBezTo>
                  <a:pt x="17972" y="217814"/>
                  <a:pt x="22129" y="216779"/>
                  <a:pt x="24311" y="218591"/>
                </a:cubicBezTo>
                <a:cubicBezTo>
                  <a:pt x="28477" y="222048"/>
                  <a:pt x="30840" y="219299"/>
                  <a:pt x="30840" y="210994"/>
                </a:cubicBezTo>
                <a:cubicBezTo>
                  <a:pt x="30840" y="207256"/>
                  <a:pt x="32263" y="202774"/>
                  <a:pt x="34002" y="201034"/>
                </a:cubicBezTo>
                <a:cubicBezTo>
                  <a:pt x="36474" y="198562"/>
                  <a:pt x="36486" y="196787"/>
                  <a:pt x="34055" y="192894"/>
                </a:cubicBezTo>
                <a:cubicBezTo>
                  <a:pt x="32093" y="189753"/>
                  <a:pt x="31879" y="187338"/>
                  <a:pt x="33474" y="186352"/>
                </a:cubicBezTo>
                <a:cubicBezTo>
                  <a:pt x="34886" y="185479"/>
                  <a:pt x="36002" y="171748"/>
                  <a:pt x="36002" y="155255"/>
                </a:cubicBezTo>
                <a:cubicBezTo>
                  <a:pt x="36002" y="128160"/>
                  <a:pt x="36400" y="125721"/>
                  <a:pt x="40814" y="125721"/>
                </a:cubicBezTo>
                <a:cubicBezTo>
                  <a:pt x="43528" y="125721"/>
                  <a:pt x="48800" y="130301"/>
                  <a:pt x="52906" y="136226"/>
                </a:cubicBezTo>
                <a:cubicBezTo>
                  <a:pt x="56911" y="142004"/>
                  <a:pt x="63516" y="148453"/>
                  <a:pt x="67584" y="150557"/>
                </a:cubicBezTo>
                <a:cubicBezTo>
                  <a:pt x="75108" y="154448"/>
                  <a:pt x="85050" y="153319"/>
                  <a:pt x="85050" y="148575"/>
                </a:cubicBezTo>
                <a:cubicBezTo>
                  <a:pt x="85050" y="147029"/>
                  <a:pt x="88138" y="146640"/>
                  <a:pt x="92615" y="147623"/>
                </a:cubicBezTo>
                <a:cubicBezTo>
                  <a:pt x="98706" y="148961"/>
                  <a:pt x="100761" y="148199"/>
                  <a:pt x="103162" y="143713"/>
                </a:cubicBezTo>
                <a:cubicBezTo>
                  <a:pt x="105115" y="140063"/>
                  <a:pt x="107816" y="138578"/>
                  <a:pt x="110991" y="139409"/>
                </a:cubicBezTo>
                <a:cubicBezTo>
                  <a:pt x="113656" y="140106"/>
                  <a:pt x="117196" y="139039"/>
                  <a:pt x="118857" y="137039"/>
                </a:cubicBezTo>
                <a:cubicBezTo>
                  <a:pt x="121254" y="134150"/>
                  <a:pt x="120449" y="132080"/>
                  <a:pt x="114946" y="126979"/>
                </a:cubicBezTo>
                <a:cubicBezTo>
                  <a:pt x="111135" y="123448"/>
                  <a:pt x="106335" y="120558"/>
                  <a:pt x="104278" y="120558"/>
                </a:cubicBezTo>
                <a:cubicBezTo>
                  <a:pt x="102221" y="120558"/>
                  <a:pt x="100539" y="118873"/>
                  <a:pt x="100539" y="116814"/>
                </a:cubicBezTo>
                <a:cubicBezTo>
                  <a:pt x="100539" y="114754"/>
                  <a:pt x="94792" y="110433"/>
                  <a:pt x="87769" y="107211"/>
                </a:cubicBezTo>
                <a:cubicBezTo>
                  <a:pt x="73337" y="100591"/>
                  <a:pt x="69935" y="93642"/>
                  <a:pt x="75649" y="82459"/>
                </a:cubicBezTo>
                <a:cubicBezTo>
                  <a:pt x="77638" y="78567"/>
                  <a:pt x="80119" y="71422"/>
                  <a:pt x="81162" y="66581"/>
                </a:cubicBezTo>
                <a:cubicBezTo>
                  <a:pt x="82769" y="59128"/>
                  <a:pt x="82125" y="57061"/>
                  <a:pt x="76956" y="53086"/>
                </a:cubicBezTo>
                <a:cubicBezTo>
                  <a:pt x="73561" y="50475"/>
                  <a:pt x="72374" y="48366"/>
                  <a:pt x="74281" y="48335"/>
                </a:cubicBezTo>
                <a:cubicBezTo>
                  <a:pt x="79014" y="48255"/>
                  <a:pt x="97860" y="27614"/>
                  <a:pt x="98388" y="21931"/>
                </a:cubicBezTo>
                <a:cubicBezTo>
                  <a:pt x="98624" y="19384"/>
                  <a:pt x="98915" y="15267"/>
                  <a:pt x="99033" y="12782"/>
                </a:cubicBezTo>
                <a:cubicBezTo>
                  <a:pt x="99328" y="6580"/>
                  <a:pt x="107875" y="-1480"/>
                  <a:pt x="112340" y="234"/>
                </a:cubicBezTo>
                <a:cubicBezTo>
                  <a:pt x="114351" y="1006"/>
                  <a:pt x="115714" y="4223"/>
                  <a:pt x="115367" y="7384"/>
                </a:cubicBezTo>
                <a:cubicBezTo>
                  <a:pt x="114925" y="11414"/>
                  <a:pt x="117211" y="14717"/>
                  <a:pt x="123019" y="18442"/>
                </a:cubicBezTo>
                <a:cubicBezTo>
                  <a:pt x="132830" y="24734"/>
                  <a:pt x="132594" y="28432"/>
                  <a:pt x="122268" y="30221"/>
                </a:cubicBezTo>
                <a:cubicBezTo>
                  <a:pt x="115180" y="31449"/>
                  <a:pt x="114690" y="32336"/>
                  <a:pt x="113949" y="45287"/>
                </a:cubicBezTo>
                <a:cubicBezTo>
                  <a:pt x="113241" y="57646"/>
                  <a:pt x="113899" y="59682"/>
                  <a:pt x="120402" y="65276"/>
                </a:cubicBezTo>
                <a:cubicBezTo>
                  <a:pt x="129577" y="73166"/>
                  <a:pt x="132509" y="73100"/>
                  <a:pt x="138506" y="64867"/>
                </a:cubicBezTo>
                <a:lnTo>
                  <a:pt x="143345" y="58224"/>
                </a:lnTo>
                <a:lnTo>
                  <a:pt x="152274" y="62931"/>
                </a:lnTo>
                <a:cubicBezTo>
                  <a:pt x="157185" y="65520"/>
                  <a:pt x="161620" y="67861"/>
                  <a:pt x="162130" y="68135"/>
                </a:cubicBezTo>
                <a:cubicBezTo>
                  <a:pt x="162640" y="68408"/>
                  <a:pt x="160808" y="71893"/>
                  <a:pt x="158059" y="75879"/>
                </a:cubicBezTo>
                <a:cubicBezTo>
                  <a:pt x="151713" y="85081"/>
                  <a:pt x="141902" y="114664"/>
                  <a:pt x="142387" y="123139"/>
                </a:cubicBezTo>
                <a:cubicBezTo>
                  <a:pt x="142935" y="132744"/>
                  <a:pt x="146254" y="135684"/>
                  <a:pt x="161574" y="140138"/>
                </a:cubicBezTo>
                <a:cubicBezTo>
                  <a:pt x="177125" y="144659"/>
                  <a:pt x="177438" y="148154"/>
                  <a:pt x="162505" y="150542"/>
                </a:cubicBezTo>
                <a:cubicBezTo>
                  <a:pt x="152866" y="152083"/>
                  <a:pt x="147932" y="157096"/>
                  <a:pt x="151065" y="162165"/>
                </a:cubicBezTo>
                <a:cubicBezTo>
                  <a:pt x="151887" y="163495"/>
                  <a:pt x="150058" y="169752"/>
                  <a:pt x="147000" y="176069"/>
                </a:cubicBezTo>
                <a:cubicBezTo>
                  <a:pt x="140040" y="190447"/>
                  <a:pt x="141019" y="195911"/>
                  <a:pt x="151074" y="198795"/>
                </a:cubicBezTo>
                <a:cubicBezTo>
                  <a:pt x="156834" y="200447"/>
                  <a:pt x="159631" y="203274"/>
                  <a:pt x="161382" y="209212"/>
                </a:cubicBezTo>
                <a:cubicBezTo>
                  <a:pt x="163891" y="217725"/>
                  <a:pt x="167253" y="218781"/>
                  <a:pt x="180801" y="215310"/>
                </a:cubicBezTo>
                <a:cubicBezTo>
                  <a:pt x="186270" y="213909"/>
                  <a:pt x="188145" y="214815"/>
                  <a:pt x="191062" y="220266"/>
                </a:cubicBezTo>
                <a:cubicBezTo>
                  <a:pt x="194411" y="226524"/>
                  <a:pt x="194115" y="227399"/>
                  <a:pt x="186266" y="234411"/>
                </a:cubicBezTo>
                <a:cubicBezTo>
                  <a:pt x="177581" y="242171"/>
                  <a:pt x="173505" y="242950"/>
                  <a:pt x="146648" y="241973"/>
                </a:cubicBezTo>
                <a:cubicBezTo>
                  <a:pt x="138138" y="241664"/>
                  <a:pt x="131353" y="242644"/>
                  <a:pt x="130308" y="244333"/>
                </a:cubicBezTo>
                <a:cubicBezTo>
                  <a:pt x="127797" y="248397"/>
                  <a:pt x="118188" y="235660"/>
                  <a:pt x="120069" y="230760"/>
                </a:cubicBezTo>
                <a:cubicBezTo>
                  <a:pt x="124398" y="219478"/>
                  <a:pt x="105303" y="225013"/>
                  <a:pt x="99204" y="236809"/>
                </a:cubicBezTo>
                <a:cubicBezTo>
                  <a:pt x="95428" y="244110"/>
                  <a:pt x="95414" y="245432"/>
                  <a:pt x="99051" y="250983"/>
                </a:cubicBezTo>
                <a:cubicBezTo>
                  <a:pt x="103916" y="258408"/>
                  <a:pt x="100434" y="261478"/>
                  <a:pt x="92202" y="257021"/>
                </a:cubicBezTo>
                <a:cubicBezTo>
                  <a:pt x="83927" y="252540"/>
                  <a:pt x="66492" y="252742"/>
                  <a:pt x="61602" y="257374"/>
                </a:cubicBezTo>
                <a:cubicBezTo>
                  <a:pt x="56090" y="262596"/>
                  <a:pt x="53167" y="262902"/>
                  <a:pt x="47363" y="258865"/>
                </a:cubicBezTo>
                <a:close/>
              </a:path>
            </a:pathLst>
          </a:custGeom>
          <a:solidFill>
            <a:srgbClr val="B9B9B9"/>
          </a:solidFill>
          <a:ln w="5163" cap="flat">
            <a:noFill/>
            <a:prstDash val="solid"/>
            <a:miter/>
          </a:ln>
        </p:spPr>
        <p:txBody>
          <a:bodyPr/>
          <a:lstStyle/>
          <a:p>
            <a:endParaRPr lang="es-419" noProof="0" dirty="0"/>
          </a:p>
        </p:txBody>
      </p:sp>
      <p:sp>
        <p:nvSpPr>
          <p:cNvPr id="44" name="Forma libre: forma 43">
            <a:extLst>
              <a:ext uri="{FF2B5EF4-FFF2-40B4-BE49-F238E27FC236}">
                <a16:creationId xmlns:a16="http://schemas.microsoft.com/office/drawing/2014/main" id="{5F62CE5E-CF4C-E626-5AFC-6770EB66AF78}"/>
              </a:ext>
            </a:extLst>
          </p:cNvPr>
          <p:cNvSpPr/>
          <p:nvPr/>
        </p:nvSpPr>
        <p:spPr>
          <a:xfrm>
            <a:off x="1103504" y="2345749"/>
            <a:ext cx="95653" cy="64838"/>
          </a:xfrm>
          <a:custGeom>
            <a:avLst/>
            <a:gdLst>
              <a:gd name="csX0" fmla="*/ 71219 w 95653"/>
              <a:gd name="csY0" fmla="*/ 62506 h 64838"/>
              <a:gd name="csX1" fmla="*/ 62655 w 95653"/>
              <a:gd name="csY1" fmla="*/ 53685 h 64838"/>
              <a:gd name="csX2" fmla="*/ 57443 w 95653"/>
              <a:gd name="csY2" fmla="*/ 48511 h 64838"/>
              <a:gd name="csX3" fmla="*/ 51242 w 95653"/>
              <a:gd name="csY3" fmla="*/ 43994 h 64838"/>
              <a:gd name="csX4" fmla="*/ 48532 w 95653"/>
              <a:gd name="csY4" fmla="*/ 43994 h 64838"/>
              <a:gd name="csX5" fmla="*/ 36926 w 95653"/>
              <a:gd name="csY5" fmla="*/ 44510 h 64838"/>
              <a:gd name="csX6" fmla="*/ 28785 w 95653"/>
              <a:gd name="csY6" fmla="*/ 36765 h 64838"/>
              <a:gd name="csX7" fmla="*/ 27076 w 95653"/>
              <a:gd name="csY7" fmla="*/ 32629 h 64838"/>
              <a:gd name="csX8" fmla="*/ 11500 w 95653"/>
              <a:gd name="csY8" fmla="*/ 28262 h 64838"/>
              <a:gd name="csX9" fmla="*/ 1174 w 95653"/>
              <a:gd name="csY9" fmla="*/ 25068 h 64838"/>
              <a:gd name="csX10" fmla="*/ 31004 w 95653"/>
              <a:gd name="csY10" fmla="*/ 14820 h 64838"/>
              <a:gd name="csX11" fmla="*/ 49970 w 95653"/>
              <a:gd name="csY11" fmla="*/ 6499 h 64838"/>
              <a:gd name="csX12" fmla="*/ 60293 w 95653"/>
              <a:gd name="csY12" fmla="*/ 3207 h 64838"/>
              <a:gd name="csX13" fmla="*/ 79487 w 95653"/>
              <a:gd name="csY13" fmla="*/ 1724 h 64838"/>
              <a:gd name="csX14" fmla="*/ 95469 w 95653"/>
              <a:gd name="csY14" fmla="*/ 24677 h 64838"/>
              <a:gd name="csX15" fmla="*/ 92590 w 95653"/>
              <a:gd name="csY15" fmla="*/ 45837 h 64838"/>
              <a:gd name="csX16" fmla="*/ 88748 w 95653"/>
              <a:gd name="csY16" fmla="*/ 52688 h 64838"/>
              <a:gd name="csX17" fmla="*/ 82592 w 95653"/>
              <a:gd name="csY17" fmla="*/ 62155 h 64838"/>
              <a:gd name="csX18" fmla="*/ 71219 w 95653"/>
              <a:gd name="csY18" fmla="*/ 62506 h 648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95653" h="64838">
                <a:moveTo>
                  <a:pt x="71219" y="62506"/>
                </a:moveTo>
                <a:cubicBezTo>
                  <a:pt x="67412" y="60499"/>
                  <a:pt x="63558" y="56530"/>
                  <a:pt x="62655" y="53685"/>
                </a:cubicBezTo>
                <a:cubicBezTo>
                  <a:pt x="61752" y="50839"/>
                  <a:pt x="59407" y="48511"/>
                  <a:pt x="57443" y="48511"/>
                </a:cubicBezTo>
                <a:cubicBezTo>
                  <a:pt x="55480" y="48511"/>
                  <a:pt x="52689" y="46478"/>
                  <a:pt x="51242" y="43994"/>
                </a:cubicBezTo>
                <a:cubicBezTo>
                  <a:pt x="48736" y="39691"/>
                  <a:pt x="48607" y="39691"/>
                  <a:pt x="48532" y="43994"/>
                </a:cubicBezTo>
                <a:cubicBezTo>
                  <a:pt x="48437" y="49469"/>
                  <a:pt x="48761" y="49455"/>
                  <a:pt x="36926" y="44510"/>
                </a:cubicBezTo>
                <a:cubicBezTo>
                  <a:pt x="30451" y="41804"/>
                  <a:pt x="27814" y="39296"/>
                  <a:pt x="28785" y="36765"/>
                </a:cubicBezTo>
                <a:cubicBezTo>
                  <a:pt x="29575" y="34707"/>
                  <a:pt x="28806" y="32846"/>
                  <a:pt x="27076" y="32629"/>
                </a:cubicBezTo>
                <a:cubicBezTo>
                  <a:pt x="21029" y="31874"/>
                  <a:pt x="18714" y="31225"/>
                  <a:pt x="11500" y="28262"/>
                </a:cubicBezTo>
                <a:cubicBezTo>
                  <a:pt x="7503" y="26621"/>
                  <a:pt x="2857" y="25183"/>
                  <a:pt x="1174" y="25068"/>
                </a:cubicBezTo>
                <a:cubicBezTo>
                  <a:pt x="-4949" y="24646"/>
                  <a:pt x="14045" y="18121"/>
                  <a:pt x="31004" y="14820"/>
                </a:cubicBezTo>
                <a:cubicBezTo>
                  <a:pt x="44060" y="12279"/>
                  <a:pt x="48794" y="10202"/>
                  <a:pt x="49970" y="6499"/>
                </a:cubicBezTo>
                <a:cubicBezTo>
                  <a:pt x="51256" y="2445"/>
                  <a:pt x="53098" y="1858"/>
                  <a:pt x="60293" y="3207"/>
                </a:cubicBezTo>
                <a:cubicBezTo>
                  <a:pt x="65110" y="4111"/>
                  <a:pt x="73747" y="3443"/>
                  <a:pt x="79487" y="1724"/>
                </a:cubicBezTo>
                <a:cubicBezTo>
                  <a:pt x="94315" y="-2719"/>
                  <a:pt x="96385" y="255"/>
                  <a:pt x="95469" y="24677"/>
                </a:cubicBezTo>
                <a:cubicBezTo>
                  <a:pt x="95060" y="35554"/>
                  <a:pt x="93765" y="45076"/>
                  <a:pt x="92590" y="45837"/>
                </a:cubicBezTo>
                <a:cubicBezTo>
                  <a:pt x="91414" y="46598"/>
                  <a:pt x="89686" y="49681"/>
                  <a:pt x="88748" y="52688"/>
                </a:cubicBezTo>
                <a:cubicBezTo>
                  <a:pt x="87811" y="55696"/>
                  <a:pt x="85041" y="59955"/>
                  <a:pt x="82592" y="62155"/>
                </a:cubicBezTo>
                <a:cubicBezTo>
                  <a:pt x="78702" y="65649"/>
                  <a:pt x="77268" y="65693"/>
                  <a:pt x="71219" y="62506"/>
                </a:cubicBezTo>
                <a:close/>
              </a:path>
            </a:pathLst>
          </a:custGeom>
          <a:solidFill>
            <a:srgbClr val="B9B9B9"/>
          </a:solidFill>
          <a:ln w="5163" cap="flat">
            <a:noFill/>
            <a:prstDash val="solid"/>
            <a:miter/>
          </a:ln>
        </p:spPr>
        <p:txBody>
          <a:bodyPr/>
          <a:lstStyle/>
          <a:p>
            <a:endParaRPr lang="es-419" noProof="0" dirty="0"/>
          </a:p>
        </p:txBody>
      </p:sp>
      <p:sp>
        <p:nvSpPr>
          <p:cNvPr id="45" name="Forma libre: forma 44">
            <a:extLst>
              <a:ext uri="{FF2B5EF4-FFF2-40B4-BE49-F238E27FC236}">
                <a16:creationId xmlns:a16="http://schemas.microsoft.com/office/drawing/2014/main" id="{575E5626-9042-AC94-A0AD-780F49408A71}"/>
              </a:ext>
            </a:extLst>
          </p:cNvPr>
          <p:cNvSpPr/>
          <p:nvPr/>
        </p:nvSpPr>
        <p:spPr>
          <a:xfrm>
            <a:off x="1015863" y="2030672"/>
            <a:ext cx="364335" cy="362024"/>
          </a:xfrm>
          <a:custGeom>
            <a:avLst/>
            <a:gdLst>
              <a:gd name="csX0" fmla="*/ 185142 w 364335"/>
              <a:gd name="csY0" fmla="*/ 358570 h 362024"/>
              <a:gd name="csX1" fmla="*/ 187621 w 364335"/>
              <a:gd name="csY1" fmla="*/ 340898 h 362024"/>
              <a:gd name="csX2" fmla="*/ 186283 w 364335"/>
              <a:gd name="csY2" fmla="*/ 320178 h 362024"/>
              <a:gd name="csX3" fmla="*/ 182466 w 364335"/>
              <a:gd name="csY3" fmla="*/ 312528 h 362024"/>
              <a:gd name="csX4" fmla="*/ 160064 w 364335"/>
              <a:gd name="csY4" fmla="*/ 313164 h 362024"/>
              <a:gd name="csX5" fmla="*/ 135394 w 364335"/>
              <a:gd name="csY5" fmla="*/ 318882 h 362024"/>
              <a:gd name="csX6" fmla="*/ 107653 w 364335"/>
              <a:gd name="csY6" fmla="*/ 328620 h 362024"/>
              <a:gd name="csX7" fmla="*/ 77975 w 364335"/>
              <a:gd name="csY7" fmla="*/ 329071 h 362024"/>
              <a:gd name="csX8" fmla="*/ 69734 w 364335"/>
              <a:gd name="csY8" fmla="*/ 324866 h 362024"/>
              <a:gd name="csX9" fmla="*/ 48325 w 364335"/>
              <a:gd name="csY9" fmla="*/ 303007 h 362024"/>
              <a:gd name="csX10" fmla="*/ 38186 w 364335"/>
              <a:gd name="csY10" fmla="*/ 292203 h 362024"/>
              <a:gd name="csX11" fmla="*/ 25184 w 364335"/>
              <a:gd name="csY11" fmla="*/ 273778 h 362024"/>
              <a:gd name="csX12" fmla="*/ 11540 w 364335"/>
              <a:gd name="csY12" fmla="*/ 253016 h 362024"/>
              <a:gd name="csX13" fmla="*/ 9603 w 364335"/>
              <a:gd name="csY13" fmla="*/ 246065 h 362024"/>
              <a:gd name="csX14" fmla="*/ 4075 w 364335"/>
              <a:gd name="csY14" fmla="*/ 230604 h 362024"/>
              <a:gd name="csX15" fmla="*/ 2870 w 364335"/>
              <a:gd name="csY15" fmla="*/ 216903 h 362024"/>
              <a:gd name="csX16" fmla="*/ 19099 w 364335"/>
              <a:gd name="csY16" fmla="*/ 209992 h 362024"/>
              <a:gd name="csX17" fmla="*/ 33857 w 364335"/>
              <a:gd name="csY17" fmla="*/ 202727 h 362024"/>
              <a:gd name="csX18" fmla="*/ 62323 w 364335"/>
              <a:gd name="csY18" fmla="*/ 175142 h 362024"/>
              <a:gd name="csX19" fmla="*/ 75732 w 364335"/>
              <a:gd name="csY19" fmla="*/ 169793 h 362024"/>
              <a:gd name="csX20" fmla="*/ 107485 w 364335"/>
              <a:gd name="csY20" fmla="*/ 178512 h 362024"/>
              <a:gd name="csX21" fmla="*/ 118888 w 364335"/>
              <a:gd name="csY21" fmla="*/ 188952 h 362024"/>
              <a:gd name="csX22" fmla="*/ 122369 w 364335"/>
              <a:gd name="csY22" fmla="*/ 177011 h 362024"/>
              <a:gd name="csX23" fmla="*/ 128391 w 364335"/>
              <a:gd name="csY23" fmla="*/ 163500 h 362024"/>
              <a:gd name="csX24" fmla="*/ 127169 w 364335"/>
              <a:gd name="csY24" fmla="*/ 147778 h 362024"/>
              <a:gd name="csX25" fmla="*/ 130389 w 364335"/>
              <a:gd name="csY25" fmla="*/ 138750 h 362024"/>
              <a:gd name="csX26" fmla="*/ 147714 w 364335"/>
              <a:gd name="csY26" fmla="*/ 129037 h 362024"/>
              <a:gd name="csX27" fmla="*/ 142395 w 364335"/>
              <a:gd name="csY27" fmla="*/ 116273 h 362024"/>
              <a:gd name="csX28" fmla="*/ 138322 w 364335"/>
              <a:gd name="csY28" fmla="*/ 100445 h 362024"/>
              <a:gd name="csX29" fmla="*/ 132219 w 364335"/>
              <a:gd name="csY29" fmla="*/ 77384 h 362024"/>
              <a:gd name="csX30" fmla="*/ 123182 w 364335"/>
              <a:gd name="csY30" fmla="*/ 67380 h 362024"/>
              <a:gd name="csX31" fmla="*/ 127316 w 364335"/>
              <a:gd name="csY31" fmla="*/ 49072 h 362024"/>
              <a:gd name="csX32" fmla="*/ 149002 w 364335"/>
              <a:gd name="csY32" fmla="*/ 26791 h 362024"/>
              <a:gd name="csX33" fmla="*/ 156308 w 364335"/>
              <a:gd name="csY33" fmla="*/ 19245 h 362024"/>
              <a:gd name="csX34" fmla="*/ 153995 w 364335"/>
              <a:gd name="csY34" fmla="*/ 9825 h 362024"/>
              <a:gd name="csX35" fmla="*/ 161050 w 364335"/>
              <a:gd name="csY35" fmla="*/ 76 h 362024"/>
              <a:gd name="csX36" fmla="*/ 166583 w 364335"/>
              <a:gd name="csY36" fmla="*/ 7348 h 362024"/>
              <a:gd name="csX37" fmla="*/ 154998 w 364335"/>
              <a:gd name="csY37" fmla="*/ 39300 h 362024"/>
              <a:gd name="csX38" fmla="*/ 157050 w 364335"/>
              <a:gd name="csY38" fmla="*/ 45546 h 362024"/>
              <a:gd name="csX39" fmla="*/ 169737 w 364335"/>
              <a:gd name="csY39" fmla="*/ 24492 h 362024"/>
              <a:gd name="csX40" fmla="*/ 176182 w 364335"/>
              <a:gd name="csY40" fmla="*/ 20317 h 362024"/>
              <a:gd name="csX41" fmla="*/ 177678 w 364335"/>
              <a:gd name="csY41" fmla="*/ 26406 h 362024"/>
              <a:gd name="csX42" fmla="*/ 173510 w 364335"/>
              <a:gd name="csY42" fmla="*/ 43871 h 362024"/>
              <a:gd name="csX43" fmla="*/ 171706 w 364335"/>
              <a:gd name="csY43" fmla="*/ 58451 h 362024"/>
              <a:gd name="csX44" fmla="*/ 179820 w 364335"/>
              <a:gd name="csY44" fmla="*/ 60233 h 362024"/>
              <a:gd name="csX45" fmla="*/ 195468 w 364335"/>
              <a:gd name="csY45" fmla="*/ 47665 h 362024"/>
              <a:gd name="csX46" fmla="*/ 212893 w 364335"/>
              <a:gd name="csY46" fmla="*/ 36256 h 362024"/>
              <a:gd name="csX47" fmla="*/ 215787 w 364335"/>
              <a:gd name="csY47" fmla="*/ 59322 h 362024"/>
              <a:gd name="csX48" fmla="*/ 202515 w 364335"/>
              <a:gd name="csY48" fmla="*/ 73785 h 362024"/>
              <a:gd name="csX49" fmla="*/ 193598 w 364335"/>
              <a:gd name="csY49" fmla="*/ 76402 h 362024"/>
              <a:gd name="csX50" fmla="*/ 196544 w 364335"/>
              <a:gd name="csY50" fmla="*/ 79629 h 362024"/>
              <a:gd name="csX51" fmla="*/ 200631 w 364335"/>
              <a:gd name="csY51" fmla="*/ 82161 h 362024"/>
              <a:gd name="csX52" fmla="*/ 183851 w 364335"/>
              <a:gd name="csY52" fmla="*/ 86694 h 362024"/>
              <a:gd name="csX53" fmla="*/ 179447 w 364335"/>
              <a:gd name="csY53" fmla="*/ 90600 h 362024"/>
              <a:gd name="csX54" fmla="*/ 177337 w 364335"/>
              <a:gd name="csY54" fmla="*/ 95117 h 362024"/>
              <a:gd name="csX55" fmla="*/ 175970 w 364335"/>
              <a:gd name="csY55" fmla="*/ 99847 h 362024"/>
              <a:gd name="csX56" fmla="*/ 172279 w 364335"/>
              <a:gd name="csY56" fmla="*/ 109275 h 362024"/>
              <a:gd name="csX57" fmla="*/ 162736 w 364335"/>
              <a:gd name="csY57" fmla="*/ 127778 h 362024"/>
              <a:gd name="csX58" fmla="*/ 154984 w 364335"/>
              <a:gd name="csY58" fmla="*/ 141584 h 362024"/>
              <a:gd name="csX59" fmla="*/ 157382 w 364335"/>
              <a:gd name="csY59" fmla="*/ 150820 h 362024"/>
              <a:gd name="csX60" fmla="*/ 166003 w 364335"/>
              <a:gd name="csY60" fmla="*/ 156522 h 362024"/>
              <a:gd name="csX61" fmla="*/ 178921 w 364335"/>
              <a:gd name="csY61" fmla="*/ 158229 h 362024"/>
              <a:gd name="csX62" fmla="*/ 200631 w 364335"/>
              <a:gd name="csY62" fmla="*/ 155851 h 362024"/>
              <a:gd name="csX63" fmla="*/ 253127 w 364335"/>
              <a:gd name="csY63" fmla="*/ 145110 h 362024"/>
              <a:gd name="csX64" fmla="*/ 260004 w 364335"/>
              <a:gd name="csY64" fmla="*/ 117060 h 362024"/>
              <a:gd name="csX65" fmla="*/ 261186 w 364335"/>
              <a:gd name="csY65" fmla="*/ 105023 h 362024"/>
              <a:gd name="csX66" fmla="*/ 280779 w 364335"/>
              <a:gd name="csY66" fmla="*/ 107831 h 362024"/>
              <a:gd name="csX67" fmla="*/ 316123 w 364335"/>
              <a:gd name="csY67" fmla="*/ 101238 h 362024"/>
              <a:gd name="csX68" fmla="*/ 332436 w 364335"/>
              <a:gd name="csY68" fmla="*/ 86525 h 362024"/>
              <a:gd name="csX69" fmla="*/ 340656 w 364335"/>
              <a:gd name="csY69" fmla="*/ 79224 h 362024"/>
              <a:gd name="csX70" fmla="*/ 348855 w 364335"/>
              <a:gd name="csY70" fmla="*/ 87171 h 362024"/>
              <a:gd name="csX71" fmla="*/ 361269 w 364335"/>
              <a:gd name="csY71" fmla="*/ 95117 h 362024"/>
              <a:gd name="csX72" fmla="*/ 363171 w 364335"/>
              <a:gd name="csY72" fmla="*/ 103178 h 362024"/>
              <a:gd name="csX73" fmla="*/ 356290 w 364335"/>
              <a:gd name="csY73" fmla="*/ 118022 h 362024"/>
              <a:gd name="csX74" fmla="*/ 352528 w 364335"/>
              <a:gd name="csY74" fmla="*/ 135380 h 362024"/>
              <a:gd name="csX75" fmla="*/ 345616 w 364335"/>
              <a:gd name="csY75" fmla="*/ 149152 h 362024"/>
              <a:gd name="csX76" fmla="*/ 336399 w 364335"/>
              <a:gd name="csY76" fmla="*/ 158318 h 362024"/>
              <a:gd name="csX77" fmla="*/ 325505 w 364335"/>
              <a:gd name="csY77" fmla="*/ 175523 h 362024"/>
              <a:gd name="csX78" fmla="*/ 315430 w 364335"/>
              <a:gd name="csY78" fmla="*/ 204352 h 362024"/>
              <a:gd name="csX79" fmla="*/ 313994 w 364335"/>
              <a:gd name="csY79" fmla="*/ 218773 h 362024"/>
              <a:gd name="csX80" fmla="*/ 296375 w 364335"/>
              <a:gd name="csY80" fmla="*/ 228175 h 362024"/>
              <a:gd name="csX81" fmla="*/ 265231 w 364335"/>
              <a:gd name="csY81" fmla="*/ 238311 h 362024"/>
              <a:gd name="csX82" fmla="*/ 244951 w 364335"/>
              <a:gd name="csY82" fmla="*/ 244768 h 362024"/>
              <a:gd name="csX83" fmla="*/ 219261 w 364335"/>
              <a:gd name="csY83" fmla="*/ 258588 h 362024"/>
              <a:gd name="csX84" fmla="*/ 224662 w 364335"/>
              <a:gd name="csY84" fmla="*/ 270643 h 362024"/>
              <a:gd name="csX85" fmla="*/ 242353 w 364335"/>
              <a:gd name="csY85" fmla="*/ 274944 h 362024"/>
              <a:gd name="csX86" fmla="*/ 251900 w 364335"/>
              <a:gd name="csY86" fmla="*/ 285801 h 362024"/>
              <a:gd name="csX87" fmla="*/ 252381 w 364335"/>
              <a:gd name="csY87" fmla="*/ 304719 h 362024"/>
              <a:gd name="csX88" fmla="*/ 261267 w 364335"/>
              <a:gd name="csY88" fmla="*/ 315608 h 362024"/>
              <a:gd name="csX89" fmla="*/ 268876 w 364335"/>
              <a:gd name="csY89" fmla="*/ 316858 h 362024"/>
              <a:gd name="csX90" fmla="*/ 252027 w 364335"/>
              <a:gd name="csY90" fmla="*/ 336142 h 362024"/>
              <a:gd name="csX91" fmla="*/ 230251 w 364335"/>
              <a:gd name="csY91" fmla="*/ 349333 h 362024"/>
              <a:gd name="csX92" fmla="*/ 209844 w 364335"/>
              <a:gd name="csY92" fmla="*/ 359530 h 362024"/>
              <a:gd name="csX93" fmla="*/ 194478 w 364335"/>
              <a:gd name="csY93" fmla="*/ 360594 h 362024"/>
              <a:gd name="csX94" fmla="*/ 185142 w 364335"/>
              <a:gd name="csY94" fmla="*/ 358570 h 362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364335" h="362024">
                <a:moveTo>
                  <a:pt x="185142" y="358570"/>
                </a:moveTo>
                <a:cubicBezTo>
                  <a:pt x="185142" y="356038"/>
                  <a:pt x="186257" y="348086"/>
                  <a:pt x="187621" y="340898"/>
                </a:cubicBezTo>
                <a:cubicBezTo>
                  <a:pt x="189559" y="330679"/>
                  <a:pt x="189267" y="326160"/>
                  <a:pt x="186283" y="320178"/>
                </a:cubicBezTo>
                <a:lnTo>
                  <a:pt x="182466" y="312528"/>
                </a:lnTo>
                <a:lnTo>
                  <a:pt x="160064" y="313164"/>
                </a:lnTo>
                <a:cubicBezTo>
                  <a:pt x="140617" y="313716"/>
                  <a:pt x="137363" y="314470"/>
                  <a:pt x="135394" y="318882"/>
                </a:cubicBezTo>
                <a:cubicBezTo>
                  <a:pt x="133601" y="322902"/>
                  <a:pt x="127800" y="324938"/>
                  <a:pt x="107653" y="328620"/>
                </a:cubicBezTo>
                <a:cubicBezTo>
                  <a:pt x="84116" y="332921"/>
                  <a:pt x="81860" y="332955"/>
                  <a:pt x="77975" y="329071"/>
                </a:cubicBezTo>
                <a:cubicBezTo>
                  <a:pt x="75663" y="326758"/>
                  <a:pt x="71954" y="324866"/>
                  <a:pt x="69734" y="324866"/>
                </a:cubicBezTo>
                <a:cubicBezTo>
                  <a:pt x="64790" y="324866"/>
                  <a:pt x="53564" y="313404"/>
                  <a:pt x="48325" y="303007"/>
                </a:cubicBezTo>
                <a:cubicBezTo>
                  <a:pt x="46195" y="298781"/>
                  <a:pt x="41633" y="293919"/>
                  <a:pt x="38186" y="292203"/>
                </a:cubicBezTo>
                <a:cubicBezTo>
                  <a:pt x="31831" y="289039"/>
                  <a:pt x="25350" y="279856"/>
                  <a:pt x="25184" y="273778"/>
                </a:cubicBezTo>
                <a:cubicBezTo>
                  <a:pt x="25085" y="270192"/>
                  <a:pt x="14730" y="254434"/>
                  <a:pt x="11540" y="253016"/>
                </a:cubicBezTo>
                <a:cubicBezTo>
                  <a:pt x="10475" y="252543"/>
                  <a:pt x="9603" y="249415"/>
                  <a:pt x="9603" y="246065"/>
                </a:cubicBezTo>
                <a:cubicBezTo>
                  <a:pt x="9603" y="242715"/>
                  <a:pt x="7116" y="235757"/>
                  <a:pt x="4075" y="230604"/>
                </a:cubicBezTo>
                <a:cubicBezTo>
                  <a:pt x="-1096" y="221839"/>
                  <a:pt x="-1174" y="220953"/>
                  <a:pt x="2870" y="216903"/>
                </a:cubicBezTo>
                <a:cubicBezTo>
                  <a:pt x="5247" y="214522"/>
                  <a:pt x="12551" y="211412"/>
                  <a:pt x="19099" y="209992"/>
                </a:cubicBezTo>
                <a:cubicBezTo>
                  <a:pt x="25650" y="208572"/>
                  <a:pt x="32288" y="205304"/>
                  <a:pt x="33857" y="202727"/>
                </a:cubicBezTo>
                <a:cubicBezTo>
                  <a:pt x="40254" y="192222"/>
                  <a:pt x="57879" y="175142"/>
                  <a:pt x="62323" y="175142"/>
                </a:cubicBezTo>
                <a:cubicBezTo>
                  <a:pt x="64938" y="175142"/>
                  <a:pt x="70972" y="172735"/>
                  <a:pt x="75732" y="169793"/>
                </a:cubicBezTo>
                <a:cubicBezTo>
                  <a:pt x="86563" y="163099"/>
                  <a:pt x="92402" y="164703"/>
                  <a:pt x="107485" y="178512"/>
                </a:cubicBezTo>
                <a:lnTo>
                  <a:pt x="118888" y="188952"/>
                </a:lnTo>
                <a:lnTo>
                  <a:pt x="122369" y="177011"/>
                </a:lnTo>
                <a:cubicBezTo>
                  <a:pt x="124284" y="170444"/>
                  <a:pt x="126994" y="164364"/>
                  <a:pt x="128391" y="163500"/>
                </a:cubicBezTo>
                <a:cubicBezTo>
                  <a:pt x="132170" y="161165"/>
                  <a:pt x="131464" y="152072"/>
                  <a:pt x="127169" y="147778"/>
                </a:cubicBezTo>
                <a:cubicBezTo>
                  <a:pt x="122214" y="142823"/>
                  <a:pt x="124785" y="135614"/>
                  <a:pt x="130389" y="138750"/>
                </a:cubicBezTo>
                <a:cubicBezTo>
                  <a:pt x="136409" y="142119"/>
                  <a:pt x="145744" y="136885"/>
                  <a:pt x="147714" y="129037"/>
                </a:cubicBezTo>
                <a:cubicBezTo>
                  <a:pt x="149051" y="123709"/>
                  <a:pt x="147940" y="121043"/>
                  <a:pt x="142395" y="116273"/>
                </a:cubicBezTo>
                <a:cubicBezTo>
                  <a:pt x="135828" y="110625"/>
                  <a:pt x="135571" y="109625"/>
                  <a:pt x="138322" y="100445"/>
                </a:cubicBezTo>
                <a:cubicBezTo>
                  <a:pt x="142194" y="87522"/>
                  <a:pt x="142531" y="88798"/>
                  <a:pt x="132219" y="77384"/>
                </a:cubicBezTo>
                <a:lnTo>
                  <a:pt x="123182" y="67380"/>
                </a:lnTo>
                <a:lnTo>
                  <a:pt x="127316" y="49072"/>
                </a:lnTo>
                <a:cubicBezTo>
                  <a:pt x="131667" y="29805"/>
                  <a:pt x="134422" y="26975"/>
                  <a:pt x="149002" y="26791"/>
                </a:cubicBezTo>
                <a:cubicBezTo>
                  <a:pt x="154177" y="26725"/>
                  <a:pt x="155624" y="25231"/>
                  <a:pt x="156308" y="19245"/>
                </a:cubicBezTo>
                <a:cubicBezTo>
                  <a:pt x="156776" y="15139"/>
                  <a:pt x="155736" y="10900"/>
                  <a:pt x="153995" y="9825"/>
                </a:cubicBezTo>
                <a:cubicBezTo>
                  <a:pt x="148346" y="6334"/>
                  <a:pt x="153520" y="-815"/>
                  <a:pt x="161050" y="76"/>
                </a:cubicBezTo>
                <a:cubicBezTo>
                  <a:pt x="168082" y="908"/>
                  <a:pt x="172982" y="7348"/>
                  <a:pt x="166583" y="7348"/>
                </a:cubicBezTo>
                <a:cubicBezTo>
                  <a:pt x="163388" y="7348"/>
                  <a:pt x="159114" y="19135"/>
                  <a:pt x="154998" y="39300"/>
                </a:cubicBezTo>
                <a:cubicBezTo>
                  <a:pt x="153853" y="44911"/>
                  <a:pt x="154355" y="46439"/>
                  <a:pt x="157050" y="45546"/>
                </a:cubicBezTo>
                <a:cubicBezTo>
                  <a:pt x="160851" y="44288"/>
                  <a:pt x="165520" y="36539"/>
                  <a:pt x="169737" y="24492"/>
                </a:cubicBezTo>
                <a:cubicBezTo>
                  <a:pt x="171898" y="18321"/>
                  <a:pt x="172952" y="17637"/>
                  <a:pt x="176182" y="20317"/>
                </a:cubicBezTo>
                <a:cubicBezTo>
                  <a:pt x="178636" y="22355"/>
                  <a:pt x="179182" y="24572"/>
                  <a:pt x="177678" y="26406"/>
                </a:cubicBezTo>
                <a:cubicBezTo>
                  <a:pt x="176378" y="27992"/>
                  <a:pt x="174502" y="35852"/>
                  <a:pt x="173510" y="43871"/>
                </a:cubicBezTo>
                <a:lnTo>
                  <a:pt x="171706" y="58451"/>
                </a:lnTo>
                <a:lnTo>
                  <a:pt x="179820" y="60233"/>
                </a:lnTo>
                <a:cubicBezTo>
                  <a:pt x="190172" y="62507"/>
                  <a:pt x="195468" y="58253"/>
                  <a:pt x="195468" y="47665"/>
                </a:cubicBezTo>
                <a:cubicBezTo>
                  <a:pt x="195468" y="37295"/>
                  <a:pt x="201609" y="33273"/>
                  <a:pt x="212893" y="36256"/>
                </a:cubicBezTo>
                <a:cubicBezTo>
                  <a:pt x="222809" y="38877"/>
                  <a:pt x="222920" y="39758"/>
                  <a:pt x="215787" y="59322"/>
                </a:cubicBezTo>
                <a:cubicBezTo>
                  <a:pt x="210635" y="73452"/>
                  <a:pt x="209804" y="74357"/>
                  <a:pt x="202515" y="73785"/>
                </a:cubicBezTo>
                <a:cubicBezTo>
                  <a:pt x="198132" y="73441"/>
                  <a:pt x="194241" y="74583"/>
                  <a:pt x="193598" y="76402"/>
                </a:cubicBezTo>
                <a:cubicBezTo>
                  <a:pt x="192970" y="78177"/>
                  <a:pt x="194295" y="79629"/>
                  <a:pt x="196544" y="79629"/>
                </a:cubicBezTo>
                <a:cubicBezTo>
                  <a:pt x="198791" y="79629"/>
                  <a:pt x="200631" y="80768"/>
                  <a:pt x="200631" y="82161"/>
                </a:cubicBezTo>
                <a:cubicBezTo>
                  <a:pt x="200631" y="85088"/>
                  <a:pt x="191380" y="87587"/>
                  <a:pt x="183851" y="86694"/>
                </a:cubicBezTo>
                <a:cubicBezTo>
                  <a:pt x="180197" y="86261"/>
                  <a:pt x="178910" y="87403"/>
                  <a:pt x="179447" y="90600"/>
                </a:cubicBezTo>
                <a:cubicBezTo>
                  <a:pt x="179864" y="93084"/>
                  <a:pt x="178915" y="95117"/>
                  <a:pt x="177337" y="95117"/>
                </a:cubicBezTo>
                <a:cubicBezTo>
                  <a:pt x="175731" y="95117"/>
                  <a:pt x="175129" y="97199"/>
                  <a:pt x="175970" y="99847"/>
                </a:cubicBezTo>
                <a:cubicBezTo>
                  <a:pt x="176899" y="102775"/>
                  <a:pt x="175493" y="106367"/>
                  <a:pt x="172279" y="109275"/>
                </a:cubicBezTo>
                <a:cubicBezTo>
                  <a:pt x="169424" y="111859"/>
                  <a:pt x="165130" y="120185"/>
                  <a:pt x="162736" y="127778"/>
                </a:cubicBezTo>
                <a:cubicBezTo>
                  <a:pt x="160343" y="135371"/>
                  <a:pt x="156854" y="141584"/>
                  <a:pt x="154984" y="141584"/>
                </a:cubicBezTo>
                <a:cubicBezTo>
                  <a:pt x="149300" y="141584"/>
                  <a:pt x="151188" y="148854"/>
                  <a:pt x="157382" y="150820"/>
                </a:cubicBezTo>
                <a:cubicBezTo>
                  <a:pt x="160571" y="151832"/>
                  <a:pt x="164451" y="154398"/>
                  <a:pt x="166003" y="156522"/>
                </a:cubicBezTo>
                <a:cubicBezTo>
                  <a:pt x="168191" y="159513"/>
                  <a:pt x="171101" y="159898"/>
                  <a:pt x="178921" y="158229"/>
                </a:cubicBezTo>
                <a:cubicBezTo>
                  <a:pt x="184472" y="157045"/>
                  <a:pt x="194242" y="155975"/>
                  <a:pt x="200631" y="155851"/>
                </a:cubicBezTo>
                <a:cubicBezTo>
                  <a:pt x="239506" y="155102"/>
                  <a:pt x="240586" y="154881"/>
                  <a:pt x="253127" y="145110"/>
                </a:cubicBezTo>
                <a:cubicBezTo>
                  <a:pt x="266671" y="134558"/>
                  <a:pt x="268972" y="125175"/>
                  <a:pt x="260004" y="117060"/>
                </a:cubicBezTo>
                <a:cubicBezTo>
                  <a:pt x="253254" y="110951"/>
                  <a:pt x="253492" y="108529"/>
                  <a:pt x="261186" y="105023"/>
                </a:cubicBezTo>
                <a:cubicBezTo>
                  <a:pt x="266361" y="102665"/>
                  <a:pt x="269974" y="103183"/>
                  <a:pt x="280779" y="107831"/>
                </a:cubicBezTo>
                <a:cubicBezTo>
                  <a:pt x="296129" y="114435"/>
                  <a:pt x="303140" y="113127"/>
                  <a:pt x="316123" y="101238"/>
                </a:cubicBezTo>
                <a:cubicBezTo>
                  <a:pt x="320574" y="97162"/>
                  <a:pt x="327915" y="90541"/>
                  <a:pt x="332436" y="86525"/>
                </a:cubicBezTo>
                <a:lnTo>
                  <a:pt x="340656" y="79224"/>
                </a:lnTo>
                <a:lnTo>
                  <a:pt x="348855" y="87171"/>
                </a:lnTo>
                <a:cubicBezTo>
                  <a:pt x="353365" y="91541"/>
                  <a:pt x="358951" y="95117"/>
                  <a:pt x="361269" y="95117"/>
                </a:cubicBezTo>
                <a:cubicBezTo>
                  <a:pt x="364761" y="95117"/>
                  <a:pt x="365087" y="96499"/>
                  <a:pt x="363171" y="103178"/>
                </a:cubicBezTo>
                <a:cubicBezTo>
                  <a:pt x="361900" y="107612"/>
                  <a:pt x="358803" y="114292"/>
                  <a:pt x="356290" y="118022"/>
                </a:cubicBezTo>
                <a:cubicBezTo>
                  <a:pt x="353286" y="122482"/>
                  <a:pt x="351997" y="128425"/>
                  <a:pt x="352528" y="135380"/>
                </a:cubicBezTo>
                <a:cubicBezTo>
                  <a:pt x="353262" y="145010"/>
                  <a:pt x="352644" y="146241"/>
                  <a:pt x="345616" y="149152"/>
                </a:cubicBezTo>
                <a:cubicBezTo>
                  <a:pt x="341239" y="150965"/>
                  <a:pt x="337248" y="154934"/>
                  <a:pt x="336399" y="158318"/>
                </a:cubicBezTo>
                <a:cubicBezTo>
                  <a:pt x="335575" y="161601"/>
                  <a:pt x="330673" y="169343"/>
                  <a:pt x="325505" y="175523"/>
                </a:cubicBezTo>
                <a:cubicBezTo>
                  <a:pt x="311850" y="191852"/>
                  <a:pt x="310247" y="196441"/>
                  <a:pt x="315430" y="204352"/>
                </a:cubicBezTo>
                <a:cubicBezTo>
                  <a:pt x="319567" y="210666"/>
                  <a:pt x="319502" y="211324"/>
                  <a:pt x="313994" y="218773"/>
                </a:cubicBezTo>
                <a:cubicBezTo>
                  <a:pt x="309522" y="224822"/>
                  <a:pt x="305556" y="226939"/>
                  <a:pt x="296375" y="228175"/>
                </a:cubicBezTo>
                <a:cubicBezTo>
                  <a:pt x="280209" y="230353"/>
                  <a:pt x="268738" y="234086"/>
                  <a:pt x="265231" y="238311"/>
                </a:cubicBezTo>
                <a:cubicBezTo>
                  <a:pt x="263619" y="240253"/>
                  <a:pt x="254493" y="243158"/>
                  <a:pt x="244951" y="244768"/>
                </a:cubicBezTo>
                <a:cubicBezTo>
                  <a:pt x="224827" y="248162"/>
                  <a:pt x="223542" y="248854"/>
                  <a:pt x="219261" y="258588"/>
                </a:cubicBezTo>
                <a:cubicBezTo>
                  <a:pt x="215450" y="267254"/>
                  <a:pt x="216976" y="270661"/>
                  <a:pt x="224662" y="270643"/>
                </a:cubicBezTo>
                <a:cubicBezTo>
                  <a:pt x="227772" y="270636"/>
                  <a:pt x="235733" y="272571"/>
                  <a:pt x="242353" y="274944"/>
                </a:cubicBezTo>
                <a:cubicBezTo>
                  <a:pt x="253677" y="279002"/>
                  <a:pt x="254241" y="279644"/>
                  <a:pt x="251900" y="285801"/>
                </a:cubicBezTo>
                <a:cubicBezTo>
                  <a:pt x="250237" y="290175"/>
                  <a:pt x="250396" y="296447"/>
                  <a:pt x="252381" y="304719"/>
                </a:cubicBezTo>
                <a:cubicBezTo>
                  <a:pt x="255038" y="315794"/>
                  <a:pt x="255971" y="316937"/>
                  <a:pt x="261267" y="315608"/>
                </a:cubicBezTo>
                <a:cubicBezTo>
                  <a:pt x="264522" y="314791"/>
                  <a:pt x="267946" y="315353"/>
                  <a:pt x="268876" y="316858"/>
                </a:cubicBezTo>
                <a:cubicBezTo>
                  <a:pt x="271618" y="321295"/>
                  <a:pt x="260047" y="334538"/>
                  <a:pt x="252027" y="336142"/>
                </a:cubicBezTo>
                <a:cubicBezTo>
                  <a:pt x="247958" y="336956"/>
                  <a:pt x="238159" y="342892"/>
                  <a:pt x="230251" y="349333"/>
                </a:cubicBezTo>
                <a:cubicBezTo>
                  <a:pt x="219279" y="358270"/>
                  <a:pt x="214445" y="360685"/>
                  <a:pt x="209844" y="359530"/>
                </a:cubicBezTo>
                <a:cubicBezTo>
                  <a:pt x="206527" y="358698"/>
                  <a:pt x="199613" y="359176"/>
                  <a:pt x="194478" y="360594"/>
                </a:cubicBezTo>
                <a:cubicBezTo>
                  <a:pt x="186278" y="362858"/>
                  <a:pt x="185142" y="362612"/>
                  <a:pt x="185142" y="358570"/>
                </a:cubicBezTo>
                <a:close/>
              </a:path>
            </a:pathLst>
          </a:custGeom>
          <a:solidFill>
            <a:srgbClr val="B9B9B9"/>
          </a:solidFill>
          <a:ln w="5163" cap="flat">
            <a:noFill/>
            <a:prstDash val="solid"/>
            <a:miter/>
          </a:ln>
        </p:spPr>
        <p:txBody>
          <a:bodyPr/>
          <a:lstStyle/>
          <a:p>
            <a:endParaRPr lang="es-419" noProof="0" dirty="0"/>
          </a:p>
        </p:txBody>
      </p:sp>
      <p:sp>
        <p:nvSpPr>
          <p:cNvPr id="46" name="Forma libre: forma 45">
            <a:extLst>
              <a:ext uri="{FF2B5EF4-FFF2-40B4-BE49-F238E27FC236}">
                <a16:creationId xmlns:a16="http://schemas.microsoft.com/office/drawing/2014/main" id="{6BD9C4B4-6D5B-148B-A204-9A21C0DF4183}"/>
              </a:ext>
            </a:extLst>
          </p:cNvPr>
          <p:cNvSpPr/>
          <p:nvPr/>
        </p:nvSpPr>
        <p:spPr>
          <a:xfrm>
            <a:off x="1331227" y="2128697"/>
            <a:ext cx="198884" cy="167193"/>
          </a:xfrm>
          <a:custGeom>
            <a:avLst/>
            <a:gdLst>
              <a:gd name="csX0" fmla="*/ 102761 w 198884"/>
              <a:gd name="csY0" fmla="*/ 161938 h 167193"/>
              <a:gd name="csX1" fmla="*/ 88269 w 198884"/>
              <a:gd name="csY1" fmla="*/ 157454 h 167193"/>
              <a:gd name="csX2" fmla="*/ 69481 w 198884"/>
              <a:gd name="csY2" fmla="*/ 161146 h 167193"/>
              <a:gd name="csX3" fmla="*/ 60039 w 198884"/>
              <a:gd name="csY3" fmla="*/ 160242 h 167193"/>
              <a:gd name="csX4" fmla="*/ 55236 w 198884"/>
              <a:gd name="csY4" fmla="*/ 148107 h 167193"/>
              <a:gd name="csX5" fmla="*/ 50480 w 198884"/>
              <a:gd name="csY5" fmla="*/ 138608 h 167193"/>
              <a:gd name="csX6" fmla="*/ 28907 w 198884"/>
              <a:gd name="csY6" fmla="*/ 140363 h 167193"/>
              <a:gd name="csX7" fmla="*/ 11289 w 198884"/>
              <a:gd name="csY7" fmla="*/ 137781 h 167193"/>
              <a:gd name="csX8" fmla="*/ 6827 w 198884"/>
              <a:gd name="csY8" fmla="*/ 131288 h 167193"/>
              <a:gd name="csX9" fmla="*/ 1775 w 198884"/>
              <a:gd name="csY9" fmla="*/ 129012 h 167193"/>
              <a:gd name="csX10" fmla="*/ 4158 w 198884"/>
              <a:gd name="csY10" fmla="*/ 118778 h 167193"/>
              <a:gd name="csX11" fmla="*/ 5752 w 198884"/>
              <a:gd name="csY11" fmla="*/ 106007 h 167193"/>
              <a:gd name="csX12" fmla="*/ 11789 w 198884"/>
              <a:gd name="csY12" fmla="*/ 81269 h 167193"/>
              <a:gd name="csX13" fmla="*/ 23630 w 198884"/>
              <a:gd name="csY13" fmla="*/ 62821 h 167193"/>
              <a:gd name="csX14" fmla="*/ 32410 w 198884"/>
              <a:gd name="csY14" fmla="*/ 53884 h 167193"/>
              <a:gd name="csX15" fmla="*/ 41084 w 198884"/>
              <a:gd name="csY15" fmla="*/ 33929 h 167193"/>
              <a:gd name="csX16" fmla="*/ 44790 w 198884"/>
              <a:gd name="csY16" fmla="*/ 21065 h 167193"/>
              <a:gd name="csX17" fmla="*/ 50866 w 198884"/>
              <a:gd name="csY17" fmla="*/ 7384 h 167193"/>
              <a:gd name="csX18" fmla="*/ 69085 w 198884"/>
              <a:gd name="csY18" fmla="*/ 3371 h 167193"/>
              <a:gd name="csX19" fmla="*/ 83968 w 198884"/>
              <a:gd name="csY19" fmla="*/ 7430 h 167193"/>
              <a:gd name="csX20" fmla="*/ 103250 w 198884"/>
              <a:gd name="csY20" fmla="*/ 16788 h 167193"/>
              <a:gd name="csX21" fmla="*/ 120904 w 198884"/>
              <a:gd name="csY21" fmla="*/ 28277 h 167193"/>
              <a:gd name="csX22" fmla="*/ 134887 w 198884"/>
              <a:gd name="csY22" fmla="*/ 23438 h 167193"/>
              <a:gd name="csX23" fmla="*/ 159058 w 198884"/>
              <a:gd name="csY23" fmla="*/ 20032 h 167193"/>
              <a:gd name="csX24" fmla="*/ 176483 w 198884"/>
              <a:gd name="csY24" fmla="*/ 28515 h 167193"/>
              <a:gd name="csX25" fmla="*/ 192460 w 198884"/>
              <a:gd name="csY25" fmla="*/ 37014 h 167193"/>
              <a:gd name="csX26" fmla="*/ 196332 w 198884"/>
              <a:gd name="csY26" fmla="*/ 44480 h 167193"/>
              <a:gd name="csX27" fmla="*/ 196153 w 198884"/>
              <a:gd name="csY27" fmla="*/ 52404 h 167193"/>
              <a:gd name="csX28" fmla="*/ 187288 w 198884"/>
              <a:gd name="csY28" fmla="*/ 53879 h 167193"/>
              <a:gd name="csX29" fmla="*/ 174390 w 198884"/>
              <a:gd name="csY29" fmla="*/ 56149 h 167193"/>
              <a:gd name="csX30" fmla="*/ 170518 w 198884"/>
              <a:gd name="csY30" fmla="*/ 64210 h 167193"/>
              <a:gd name="csX31" fmla="*/ 166645 w 198884"/>
              <a:gd name="csY31" fmla="*/ 72206 h 167193"/>
              <a:gd name="csX32" fmla="*/ 158901 w 198884"/>
              <a:gd name="csY32" fmla="*/ 75439 h 167193"/>
              <a:gd name="csX33" fmla="*/ 151157 w 198884"/>
              <a:gd name="csY33" fmla="*/ 76992 h 167193"/>
              <a:gd name="csX34" fmla="*/ 142182 w 198884"/>
              <a:gd name="csY34" fmla="*/ 79321 h 167193"/>
              <a:gd name="csX35" fmla="*/ 127056 w 198884"/>
              <a:gd name="csY35" fmla="*/ 97769 h 167193"/>
              <a:gd name="csX36" fmla="*/ 130544 w 198884"/>
              <a:gd name="csY36" fmla="*/ 109385 h 167193"/>
              <a:gd name="csX37" fmla="*/ 134269 w 198884"/>
              <a:gd name="csY37" fmla="*/ 120288 h 167193"/>
              <a:gd name="csX38" fmla="*/ 148765 w 198884"/>
              <a:gd name="csY38" fmla="*/ 140043 h 167193"/>
              <a:gd name="csX39" fmla="*/ 155377 w 198884"/>
              <a:gd name="csY39" fmla="*/ 157142 h 167193"/>
              <a:gd name="csX40" fmla="*/ 143045 w 198884"/>
              <a:gd name="csY40" fmla="*/ 162040 h 167193"/>
              <a:gd name="csX41" fmla="*/ 102761 w 198884"/>
              <a:gd name="csY41" fmla="*/ 161938 h 167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Lst>
            <a:rect l="l" t="t" r="r" b="b"/>
            <a:pathLst>
              <a:path w="198884" h="167193">
                <a:moveTo>
                  <a:pt x="102761" y="161938"/>
                </a:moveTo>
                <a:cubicBezTo>
                  <a:pt x="101767" y="158136"/>
                  <a:pt x="99022" y="157287"/>
                  <a:pt x="88269" y="157454"/>
                </a:cubicBezTo>
                <a:cubicBezTo>
                  <a:pt x="80973" y="157567"/>
                  <a:pt x="72518" y="159228"/>
                  <a:pt x="69481" y="161146"/>
                </a:cubicBezTo>
                <a:cubicBezTo>
                  <a:pt x="64710" y="164157"/>
                  <a:pt x="63423" y="164033"/>
                  <a:pt x="60039" y="160242"/>
                </a:cubicBezTo>
                <a:cubicBezTo>
                  <a:pt x="57884" y="157827"/>
                  <a:pt x="55723" y="152366"/>
                  <a:pt x="55236" y="148107"/>
                </a:cubicBezTo>
                <a:cubicBezTo>
                  <a:pt x="54750" y="143848"/>
                  <a:pt x="52610" y="139573"/>
                  <a:pt x="50480" y="138608"/>
                </a:cubicBezTo>
                <a:cubicBezTo>
                  <a:pt x="43634" y="135506"/>
                  <a:pt x="32890" y="136379"/>
                  <a:pt x="28907" y="140363"/>
                </a:cubicBezTo>
                <a:cubicBezTo>
                  <a:pt x="22942" y="146328"/>
                  <a:pt x="14628" y="145109"/>
                  <a:pt x="11289" y="137781"/>
                </a:cubicBezTo>
                <a:cubicBezTo>
                  <a:pt x="9671" y="134232"/>
                  <a:pt x="7664" y="131310"/>
                  <a:pt x="6827" y="131288"/>
                </a:cubicBezTo>
                <a:cubicBezTo>
                  <a:pt x="5990" y="131266"/>
                  <a:pt x="3716" y="130242"/>
                  <a:pt x="1775" y="129012"/>
                </a:cubicBezTo>
                <a:cubicBezTo>
                  <a:pt x="-1083" y="127202"/>
                  <a:pt x="-629" y="125253"/>
                  <a:pt x="4158" y="118778"/>
                </a:cubicBezTo>
                <a:cubicBezTo>
                  <a:pt x="9713" y="111264"/>
                  <a:pt x="9810" y="110491"/>
                  <a:pt x="5752" y="106007"/>
                </a:cubicBezTo>
                <a:cubicBezTo>
                  <a:pt x="-610" y="98977"/>
                  <a:pt x="325" y="95142"/>
                  <a:pt x="11789" y="81269"/>
                </a:cubicBezTo>
                <a:cubicBezTo>
                  <a:pt x="17485" y="74376"/>
                  <a:pt x="22814" y="66074"/>
                  <a:pt x="23630" y="62821"/>
                </a:cubicBezTo>
                <a:cubicBezTo>
                  <a:pt x="24447" y="59568"/>
                  <a:pt x="28398" y="55546"/>
                  <a:pt x="32410" y="53884"/>
                </a:cubicBezTo>
                <a:cubicBezTo>
                  <a:pt x="40181" y="50665"/>
                  <a:pt x="43478" y="43081"/>
                  <a:pt x="41084" y="33929"/>
                </a:cubicBezTo>
                <a:cubicBezTo>
                  <a:pt x="40186" y="30493"/>
                  <a:pt x="41619" y="25519"/>
                  <a:pt x="44790" y="21065"/>
                </a:cubicBezTo>
                <a:cubicBezTo>
                  <a:pt x="47634" y="17072"/>
                  <a:pt x="50368" y="10915"/>
                  <a:pt x="50866" y="7384"/>
                </a:cubicBezTo>
                <a:cubicBezTo>
                  <a:pt x="51978" y="-503"/>
                  <a:pt x="60785" y="-2442"/>
                  <a:pt x="69085" y="3371"/>
                </a:cubicBezTo>
                <a:cubicBezTo>
                  <a:pt x="72262" y="5597"/>
                  <a:pt x="78960" y="7424"/>
                  <a:pt x="83968" y="7430"/>
                </a:cubicBezTo>
                <a:cubicBezTo>
                  <a:pt x="90827" y="7440"/>
                  <a:pt x="95585" y="9748"/>
                  <a:pt x="103250" y="16788"/>
                </a:cubicBezTo>
                <a:cubicBezTo>
                  <a:pt x="108847" y="21927"/>
                  <a:pt x="116791" y="27098"/>
                  <a:pt x="120904" y="28277"/>
                </a:cubicBezTo>
                <a:cubicBezTo>
                  <a:pt x="127215" y="30087"/>
                  <a:pt x="129398" y="29332"/>
                  <a:pt x="134887" y="23438"/>
                </a:cubicBezTo>
                <a:cubicBezTo>
                  <a:pt x="142030" y="15767"/>
                  <a:pt x="156507" y="13727"/>
                  <a:pt x="159058" y="20032"/>
                </a:cubicBezTo>
                <a:cubicBezTo>
                  <a:pt x="159855" y="22000"/>
                  <a:pt x="167696" y="25818"/>
                  <a:pt x="176483" y="28515"/>
                </a:cubicBezTo>
                <a:cubicBezTo>
                  <a:pt x="186066" y="31457"/>
                  <a:pt x="192460" y="34858"/>
                  <a:pt x="192460" y="37014"/>
                </a:cubicBezTo>
                <a:cubicBezTo>
                  <a:pt x="192460" y="38991"/>
                  <a:pt x="194203" y="42351"/>
                  <a:pt x="196332" y="44480"/>
                </a:cubicBezTo>
                <a:cubicBezTo>
                  <a:pt x="199774" y="47922"/>
                  <a:pt x="199754" y="48803"/>
                  <a:pt x="196153" y="52404"/>
                </a:cubicBezTo>
                <a:cubicBezTo>
                  <a:pt x="193159" y="55398"/>
                  <a:pt x="190845" y="55783"/>
                  <a:pt x="187288" y="53879"/>
                </a:cubicBezTo>
                <a:cubicBezTo>
                  <a:pt x="179800" y="49872"/>
                  <a:pt x="174390" y="50824"/>
                  <a:pt x="174390" y="56149"/>
                </a:cubicBezTo>
                <a:cubicBezTo>
                  <a:pt x="174390" y="58815"/>
                  <a:pt x="172647" y="62442"/>
                  <a:pt x="170518" y="64210"/>
                </a:cubicBezTo>
                <a:cubicBezTo>
                  <a:pt x="168388" y="65977"/>
                  <a:pt x="166645" y="69575"/>
                  <a:pt x="166645" y="72206"/>
                </a:cubicBezTo>
                <a:cubicBezTo>
                  <a:pt x="166645" y="76143"/>
                  <a:pt x="165276" y="76714"/>
                  <a:pt x="158901" y="75439"/>
                </a:cubicBezTo>
                <a:cubicBezTo>
                  <a:pt x="153734" y="74406"/>
                  <a:pt x="151157" y="74922"/>
                  <a:pt x="151157" y="76992"/>
                </a:cubicBezTo>
                <a:cubicBezTo>
                  <a:pt x="151157" y="78961"/>
                  <a:pt x="147877" y="79812"/>
                  <a:pt x="142182" y="79321"/>
                </a:cubicBezTo>
                <a:cubicBezTo>
                  <a:pt x="130428" y="78308"/>
                  <a:pt x="124889" y="85064"/>
                  <a:pt x="127056" y="97769"/>
                </a:cubicBezTo>
                <a:cubicBezTo>
                  <a:pt x="127904" y="102738"/>
                  <a:pt x="129473" y="107965"/>
                  <a:pt x="130544" y="109385"/>
                </a:cubicBezTo>
                <a:cubicBezTo>
                  <a:pt x="131614" y="110805"/>
                  <a:pt x="133291" y="115711"/>
                  <a:pt x="134269" y="120288"/>
                </a:cubicBezTo>
                <a:cubicBezTo>
                  <a:pt x="135415" y="125645"/>
                  <a:pt x="140578" y="132682"/>
                  <a:pt x="148765" y="140043"/>
                </a:cubicBezTo>
                <a:cubicBezTo>
                  <a:pt x="162833" y="152691"/>
                  <a:pt x="164554" y="157142"/>
                  <a:pt x="155377" y="157142"/>
                </a:cubicBezTo>
                <a:cubicBezTo>
                  <a:pt x="152019" y="157142"/>
                  <a:pt x="146470" y="159346"/>
                  <a:pt x="143045" y="162040"/>
                </a:cubicBezTo>
                <a:cubicBezTo>
                  <a:pt x="134241" y="168966"/>
                  <a:pt x="104579" y="168891"/>
                  <a:pt x="102761" y="161938"/>
                </a:cubicBezTo>
                <a:close/>
              </a:path>
            </a:pathLst>
          </a:custGeom>
          <a:solidFill>
            <a:srgbClr val="B9B9B9"/>
          </a:solidFill>
          <a:ln w="5163" cap="flat">
            <a:noFill/>
            <a:prstDash val="solid"/>
            <a:miter/>
          </a:ln>
        </p:spPr>
        <p:txBody>
          <a:bodyPr/>
          <a:lstStyle/>
          <a:p>
            <a:endParaRPr lang="es-419" noProof="0" dirty="0"/>
          </a:p>
        </p:txBody>
      </p:sp>
      <p:sp>
        <p:nvSpPr>
          <p:cNvPr id="47" name="Forma libre: forma 46">
            <a:extLst>
              <a:ext uri="{FF2B5EF4-FFF2-40B4-BE49-F238E27FC236}">
                <a16:creationId xmlns:a16="http://schemas.microsoft.com/office/drawing/2014/main" id="{68F03C18-7A3F-15D7-99F1-624BFBD3A4F9}"/>
              </a:ext>
            </a:extLst>
          </p:cNvPr>
          <p:cNvSpPr/>
          <p:nvPr/>
        </p:nvSpPr>
        <p:spPr>
          <a:xfrm>
            <a:off x="1461542" y="2144566"/>
            <a:ext cx="129500" cy="144710"/>
          </a:xfrm>
          <a:custGeom>
            <a:avLst/>
            <a:gdLst>
              <a:gd name="csX0" fmla="*/ 39451 w 129500"/>
              <a:gd name="csY0" fmla="*/ 143362 h 144710"/>
              <a:gd name="csX1" fmla="*/ 36297 w 129500"/>
              <a:gd name="csY1" fmla="*/ 137530 h 144710"/>
              <a:gd name="csX2" fmla="*/ 22310 w 129500"/>
              <a:gd name="csY2" fmla="*/ 122582 h 144710"/>
              <a:gd name="csX3" fmla="*/ 6555 w 129500"/>
              <a:gd name="csY3" fmla="*/ 101930 h 144710"/>
              <a:gd name="csX4" fmla="*/ 2723 w 129500"/>
              <a:gd name="csY4" fmla="*/ 90935 h 144710"/>
              <a:gd name="csX5" fmla="*/ 1214 w 129500"/>
              <a:gd name="csY5" fmla="*/ 71343 h 144710"/>
              <a:gd name="csX6" fmla="*/ 12550 w 129500"/>
              <a:gd name="csY6" fmla="*/ 66880 h 144710"/>
              <a:gd name="csX7" fmla="*/ 22940 w 129500"/>
              <a:gd name="csY7" fmla="*/ 63986 h 144710"/>
              <a:gd name="csX8" fmla="*/ 31348 w 129500"/>
              <a:gd name="csY8" fmla="*/ 62963 h 144710"/>
              <a:gd name="csX9" fmla="*/ 38911 w 129500"/>
              <a:gd name="csY9" fmla="*/ 59306 h 144710"/>
              <a:gd name="csX10" fmla="*/ 42783 w 129500"/>
              <a:gd name="csY10" fmla="*/ 50923 h 144710"/>
              <a:gd name="csX11" fmla="*/ 46656 w 129500"/>
              <a:gd name="csY11" fmla="*/ 42586 h 144710"/>
              <a:gd name="csX12" fmla="*/ 51173 w 129500"/>
              <a:gd name="csY12" fmla="*/ 39323 h 144710"/>
              <a:gd name="csX13" fmla="*/ 69566 w 129500"/>
              <a:gd name="csY13" fmla="*/ 37767 h 144710"/>
              <a:gd name="csX14" fmla="*/ 69872 w 129500"/>
              <a:gd name="csY14" fmla="*/ 27120 h 144710"/>
              <a:gd name="csX15" fmla="*/ 67231 w 129500"/>
              <a:gd name="csY15" fmla="*/ 13692 h 144710"/>
              <a:gd name="csX16" fmla="*/ 69736 w 129500"/>
              <a:gd name="csY16" fmla="*/ 7102 h 144710"/>
              <a:gd name="csX17" fmla="*/ 81814 w 129500"/>
              <a:gd name="csY17" fmla="*/ 13524 h 144710"/>
              <a:gd name="csX18" fmla="*/ 100866 w 129500"/>
              <a:gd name="csY18" fmla="*/ 15068 h 144710"/>
              <a:gd name="csX19" fmla="*/ 113355 w 129500"/>
              <a:gd name="csY19" fmla="*/ 326 h 144710"/>
              <a:gd name="csX20" fmla="*/ 116355 w 129500"/>
              <a:gd name="csY20" fmla="*/ 6085 h 144710"/>
              <a:gd name="csX21" fmla="*/ 122928 w 129500"/>
              <a:gd name="csY21" fmla="*/ 21207 h 144710"/>
              <a:gd name="csX22" fmla="*/ 129501 w 129500"/>
              <a:gd name="csY22" fmla="*/ 32422 h 144710"/>
              <a:gd name="csX23" fmla="*/ 122289 w 129500"/>
              <a:gd name="csY23" fmla="*/ 39110 h 144710"/>
              <a:gd name="csX24" fmla="*/ 114210 w 129500"/>
              <a:gd name="csY24" fmla="*/ 43197 h 144710"/>
              <a:gd name="csX25" fmla="*/ 100996 w 129500"/>
              <a:gd name="csY25" fmla="*/ 50277 h 144710"/>
              <a:gd name="csX26" fmla="*/ 91480 w 129500"/>
              <a:gd name="csY26" fmla="*/ 69527 h 144710"/>
              <a:gd name="csX27" fmla="*/ 86825 w 129500"/>
              <a:gd name="csY27" fmla="*/ 82667 h 144710"/>
              <a:gd name="csX28" fmla="*/ 75170 w 129500"/>
              <a:gd name="csY28" fmla="*/ 92424 h 144710"/>
              <a:gd name="csX29" fmla="*/ 62144 w 129500"/>
              <a:gd name="csY29" fmla="*/ 108405 h 144710"/>
              <a:gd name="csX30" fmla="*/ 58272 w 129500"/>
              <a:gd name="csY30" fmla="*/ 119688 h 144710"/>
              <a:gd name="csX31" fmla="*/ 54400 w 129500"/>
              <a:gd name="csY31" fmla="*/ 127352 h 144710"/>
              <a:gd name="csX32" fmla="*/ 52416 w 129500"/>
              <a:gd name="csY32" fmla="*/ 133529 h 144710"/>
              <a:gd name="csX33" fmla="*/ 46503 w 129500"/>
              <a:gd name="csY33" fmla="*/ 140006 h 144710"/>
              <a:gd name="csX34" fmla="*/ 39451 w 129500"/>
              <a:gd name="csY34" fmla="*/ 143362 h 1447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129500" h="144710">
                <a:moveTo>
                  <a:pt x="39451" y="143362"/>
                </a:moveTo>
                <a:cubicBezTo>
                  <a:pt x="37734" y="141645"/>
                  <a:pt x="36315" y="139021"/>
                  <a:pt x="36297" y="137530"/>
                </a:cubicBezTo>
                <a:cubicBezTo>
                  <a:pt x="36279" y="136040"/>
                  <a:pt x="29985" y="129313"/>
                  <a:pt x="22310" y="122582"/>
                </a:cubicBezTo>
                <a:cubicBezTo>
                  <a:pt x="12868" y="114302"/>
                  <a:pt x="7773" y="107623"/>
                  <a:pt x="6555" y="101930"/>
                </a:cubicBezTo>
                <a:cubicBezTo>
                  <a:pt x="5566" y="97303"/>
                  <a:pt x="3842" y="92355"/>
                  <a:pt x="2723" y="90935"/>
                </a:cubicBezTo>
                <a:cubicBezTo>
                  <a:pt x="-91" y="87360"/>
                  <a:pt x="-945" y="76286"/>
                  <a:pt x="1214" y="71343"/>
                </a:cubicBezTo>
                <a:cubicBezTo>
                  <a:pt x="2338" y="68767"/>
                  <a:pt x="6560" y="67105"/>
                  <a:pt x="12550" y="66880"/>
                </a:cubicBezTo>
                <a:cubicBezTo>
                  <a:pt x="17800" y="66683"/>
                  <a:pt x="22476" y="65380"/>
                  <a:pt x="22940" y="63986"/>
                </a:cubicBezTo>
                <a:cubicBezTo>
                  <a:pt x="23405" y="62591"/>
                  <a:pt x="27189" y="62131"/>
                  <a:pt x="31348" y="62963"/>
                </a:cubicBezTo>
                <a:cubicBezTo>
                  <a:pt x="37697" y="64232"/>
                  <a:pt x="38911" y="63645"/>
                  <a:pt x="38911" y="59306"/>
                </a:cubicBezTo>
                <a:cubicBezTo>
                  <a:pt x="38911" y="56463"/>
                  <a:pt x="40654" y="52690"/>
                  <a:pt x="42783" y="50923"/>
                </a:cubicBezTo>
                <a:cubicBezTo>
                  <a:pt x="44913" y="49155"/>
                  <a:pt x="46656" y="45404"/>
                  <a:pt x="46656" y="42586"/>
                </a:cubicBezTo>
                <a:cubicBezTo>
                  <a:pt x="46656" y="38720"/>
                  <a:pt x="47764" y="37919"/>
                  <a:pt x="51173" y="39323"/>
                </a:cubicBezTo>
                <a:cubicBezTo>
                  <a:pt x="61512" y="43579"/>
                  <a:pt x="64377" y="43337"/>
                  <a:pt x="69566" y="37767"/>
                </a:cubicBezTo>
                <a:cubicBezTo>
                  <a:pt x="75009" y="31925"/>
                  <a:pt x="75010" y="31906"/>
                  <a:pt x="69872" y="27120"/>
                </a:cubicBezTo>
                <a:cubicBezTo>
                  <a:pt x="63882" y="21540"/>
                  <a:pt x="64007" y="22172"/>
                  <a:pt x="67231" y="13692"/>
                </a:cubicBezTo>
                <a:lnTo>
                  <a:pt x="69736" y="7102"/>
                </a:lnTo>
                <a:lnTo>
                  <a:pt x="81814" y="13524"/>
                </a:lnTo>
                <a:cubicBezTo>
                  <a:pt x="96277" y="21214"/>
                  <a:pt x="100866" y="21586"/>
                  <a:pt x="100866" y="15068"/>
                </a:cubicBezTo>
                <a:cubicBezTo>
                  <a:pt x="100866" y="8386"/>
                  <a:pt x="109640" y="-1970"/>
                  <a:pt x="113355" y="326"/>
                </a:cubicBezTo>
                <a:cubicBezTo>
                  <a:pt x="115005" y="1346"/>
                  <a:pt x="116355" y="3937"/>
                  <a:pt x="116355" y="6085"/>
                </a:cubicBezTo>
                <a:cubicBezTo>
                  <a:pt x="116355" y="8233"/>
                  <a:pt x="119313" y="15038"/>
                  <a:pt x="122928" y="21207"/>
                </a:cubicBezTo>
                <a:lnTo>
                  <a:pt x="129501" y="32422"/>
                </a:lnTo>
                <a:lnTo>
                  <a:pt x="122289" y="39110"/>
                </a:lnTo>
                <a:cubicBezTo>
                  <a:pt x="118322" y="42788"/>
                  <a:pt x="114687" y="44627"/>
                  <a:pt x="114210" y="43197"/>
                </a:cubicBezTo>
                <a:cubicBezTo>
                  <a:pt x="112111" y="36901"/>
                  <a:pt x="104310" y="41081"/>
                  <a:pt x="100996" y="50277"/>
                </a:cubicBezTo>
                <a:cubicBezTo>
                  <a:pt x="99077" y="55602"/>
                  <a:pt x="94795" y="64264"/>
                  <a:pt x="91480" y="69527"/>
                </a:cubicBezTo>
                <a:cubicBezTo>
                  <a:pt x="88166" y="74789"/>
                  <a:pt x="86071" y="80703"/>
                  <a:pt x="86825" y="82667"/>
                </a:cubicBezTo>
                <a:cubicBezTo>
                  <a:pt x="87734" y="85037"/>
                  <a:pt x="83812" y="88321"/>
                  <a:pt x="75170" y="92424"/>
                </a:cubicBezTo>
                <a:cubicBezTo>
                  <a:pt x="62898" y="98250"/>
                  <a:pt x="62144" y="99174"/>
                  <a:pt x="62144" y="108405"/>
                </a:cubicBezTo>
                <a:cubicBezTo>
                  <a:pt x="62144" y="114732"/>
                  <a:pt x="60773" y="118729"/>
                  <a:pt x="58272" y="119688"/>
                </a:cubicBezTo>
                <a:cubicBezTo>
                  <a:pt x="56143" y="120506"/>
                  <a:pt x="54400" y="123954"/>
                  <a:pt x="54400" y="127352"/>
                </a:cubicBezTo>
                <a:cubicBezTo>
                  <a:pt x="54400" y="130749"/>
                  <a:pt x="53507" y="133529"/>
                  <a:pt x="52416" y="133529"/>
                </a:cubicBezTo>
                <a:cubicBezTo>
                  <a:pt x="51325" y="133529"/>
                  <a:pt x="48664" y="136444"/>
                  <a:pt x="46503" y="140006"/>
                </a:cubicBezTo>
                <a:cubicBezTo>
                  <a:pt x="43429" y="145071"/>
                  <a:pt x="41892" y="145803"/>
                  <a:pt x="39451" y="143362"/>
                </a:cubicBezTo>
                <a:close/>
              </a:path>
            </a:pathLst>
          </a:custGeom>
          <a:solidFill>
            <a:srgbClr val="B9B9B9"/>
          </a:solidFill>
          <a:ln w="5163" cap="flat">
            <a:noFill/>
            <a:prstDash val="solid"/>
            <a:miter/>
          </a:ln>
        </p:spPr>
        <p:txBody>
          <a:bodyPr/>
          <a:lstStyle/>
          <a:p>
            <a:endParaRPr lang="es-419" noProof="0" dirty="0"/>
          </a:p>
        </p:txBody>
      </p:sp>
      <p:sp>
        <p:nvSpPr>
          <p:cNvPr id="48" name="Forma libre: forma 47">
            <a:extLst>
              <a:ext uri="{FF2B5EF4-FFF2-40B4-BE49-F238E27FC236}">
                <a16:creationId xmlns:a16="http://schemas.microsoft.com/office/drawing/2014/main" id="{464DF86D-949A-205A-B7D0-F48C3E6EFAD3}"/>
              </a:ext>
            </a:extLst>
          </p:cNvPr>
          <p:cNvSpPr/>
          <p:nvPr/>
        </p:nvSpPr>
        <p:spPr>
          <a:xfrm>
            <a:off x="2333829" y="2099494"/>
            <a:ext cx="245950" cy="186219"/>
          </a:xfrm>
          <a:custGeom>
            <a:avLst/>
            <a:gdLst>
              <a:gd name="csX0" fmla="*/ 63193 w 245950"/>
              <a:gd name="csY0" fmla="*/ 151536 h 186219"/>
              <a:gd name="csX1" fmla="*/ 28715 w 245950"/>
              <a:gd name="csY1" fmla="*/ 120621 h 186219"/>
              <a:gd name="csX2" fmla="*/ 15073 w 245950"/>
              <a:gd name="csY2" fmla="*/ 124390 h 186219"/>
              <a:gd name="csX3" fmla="*/ 5596 w 245950"/>
              <a:gd name="csY3" fmla="*/ 124390 h 186219"/>
              <a:gd name="csX4" fmla="*/ 5596 w 245950"/>
              <a:gd name="csY4" fmla="*/ 107763 h 186219"/>
              <a:gd name="csX5" fmla="*/ 3015 w 245950"/>
              <a:gd name="csY5" fmla="*/ 89541 h 186219"/>
              <a:gd name="csX6" fmla="*/ 11404 w 245950"/>
              <a:gd name="csY6" fmla="*/ 63244 h 186219"/>
              <a:gd name="csX7" fmla="*/ 106611 w 245950"/>
              <a:gd name="csY7" fmla="*/ 25070 h 186219"/>
              <a:gd name="csX8" fmla="*/ 133716 w 245950"/>
              <a:gd name="csY8" fmla="*/ 14252 h 186219"/>
              <a:gd name="csX9" fmla="*/ 160483 w 245950"/>
              <a:gd name="csY9" fmla="*/ 1908 h 186219"/>
              <a:gd name="csX10" fmla="*/ 238554 w 245950"/>
              <a:gd name="csY10" fmla="*/ 11931 h 186219"/>
              <a:gd name="csX11" fmla="*/ 245107 w 245950"/>
              <a:gd name="csY11" fmla="*/ 29136 h 186219"/>
              <a:gd name="csX12" fmla="*/ 240861 w 245950"/>
              <a:gd name="csY12" fmla="*/ 62435 h 186219"/>
              <a:gd name="csX13" fmla="*/ 234529 w 245950"/>
              <a:gd name="csY13" fmla="*/ 81796 h 186219"/>
              <a:gd name="csX14" fmla="*/ 183096 w 245950"/>
              <a:gd name="csY14" fmla="*/ 120518 h 186219"/>
              <a:gd name="csX15" fmla="*/ 112584 w 245950"/>
              <a:gd name="csY15" fmla="*/ 172730 h 186219"/>
              <a:gd name="csX16" fmla="*/ 93505 w 245950"/>
              <a:gd name="csY16" fmla="*/ 186220 h 186219"/>
              <a:gd name="csX17" fmla="*/ 63193 w 245950"/>
              <a:gd name="csY17" fmla="*/ 151536 h 1862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245950" h="186219">
                <a:moveTo>
                  <a:pt x="63193" y="151536"/>
                </a:moveTo>
                <a:cubicBezTo>
                  <a:pt x="35962" y="120379"/>
                  <a:pt x="32456" y="117236"/>
                  <a:pt x="28715" y="120621"/>
                </a:cubicBezTo>
                <a:cubicBezTo>
                  <a:pt x="26425" y="122694"/>
                  <a:pt x="20286" y="124390"/>
                  <a:pt x="15073" y="124390"/>
                </a:cubicBezTo>
                <a:lnTo>
                  <a:pt x="5596" y="124390"/>
                </a:lnTo>
                <a:lnTo>
                  <a:pt x="5596" y="107763"/>
                </a:lnTo>
                <a:cubicBezTo>
                  <a:pt x="5596" y="98618"/>
                  <a:pt x="4435" y="90418"/>
                  <a:pt x="3015" y="89541"/>
                </a:cubicBezTo>
                <a:cubicBezTo>
                  <a:pt x="-3245" y="85672"/>
                  <a:pt x="575" y="73700"/>
                  <a:pt x="11404" y="63244"/>
                </a:cubicBezTo>
                <a:cubicBezTo>
                  <a:pt x="30218" y="45081"/>
                  <a:pt x="67101" y="30293"/>
                  <a:pt x="106611" y="25070"/>
                </a:cubicBezTo>
                <a:cubicBezTo>
                  <a:pt x="113529" y="24155"/>
                  <a:pt x="124948" y="19598"/>
                  <a:pt x="133716" y="14252"/>
                </a:cubicBezTo>
                <a:cubicBezTo>
                  <a:pt x="142049" y="9172"/>
                  <a:pt x="154094" y="3617"/>
                  <a:pt x="160483" y="1908"/>
                </a:cubicBezTo>
                <a:cubicBezTo>
                  <a:pt x="179743" y="-3243"/>
                  <a:pt x="225908" y="2684"/>
                  <a:pt x="238554" y="11931"/>
                </a:cubicBezTo>
                <a:cubicBezTo>
                  <a:pt x="241216" y="13878"/>
                  <a:pt x="243864" y="20830"/>
                  <a:pt x="245107" y="29136"/>
                </a:cubicBezTo>
                <a:cubicBezTo>
                  <a:pt x="246841" y="40720"/>
                  <a:pt x="246124" y="46345"/>
                  <a:pt x="240861" y="62435"/>
                </a:cubicBezTo>
                <a:lnTo>
                  <a:pt x="234529" y="81796"/>
                </a:lnTo>
                <a:lnTo>
                  <a:pt x="183096" y="120518"/>
                </a:lnTo>
                <a:cubicBezTo>
                  <a:pt x="154808" y="141815"/>
                  <a:pt x="123078" y="165310"/>
                  <a:pt x="112584" y="172730"/>
                </a:cubicBezTo>
                <a:lnTo>
                  <a:pt x="93505" y="186220"/>
                </a:lnTo>
                <a:lnTo>
                  <a:pt x="63193" y="151536"/>
                </a:lnTo>
                <a:close/>
              </a:path>
            </a:pathLst>
          </a:custGeom>
          <a:solidFill>
            <a:srgbClr val="B9B9B9"/>
          </a:solidFill>
          <a:ln w="5163" cap="flat">
            <a:noFill/>
            <a:prstDash val="solid"/>
            <a:miter/>
          </a:ln>
        </p:spPr>
        <p:txBody>
          <a:bodyPr/>
          <a:lstStyle/>
          <a:p>
            <a:endParaRPr lang="es-419" noProof="0" dirty="0"/>
          </a:p>
        </p:txBody>
      </p:sp>
      <p:sp>
        <p:nvSpPr>
          <p:cNvPr id="49" name="Forma libre: forma 48">
            <a:extLst>
              <a:ext uri="{FF2B5EF4-FFF2-40B4-BE49-F238E27FC236}">
                <a16:creationId xmlns:a16="http://schemas.microsoft.com/office/drawing/2014/main" id="{26BDAE03-6C65-EBB7-AC94-5CEB5ED386A1}"/>
              </a:ext>
            </a:extLst>
          </p:cNvPr>
          <p:cNvSpPr/>
          <p:nvPr/>
        </p:nvSpPr>
        <p:spPr>
          <a:xfrm>
            <a:off x="2334670" y="2196667"/>
            <a:ext cx="1839" cy="7968"/>
          </a:xfrm>
          <a:custGeom>
            <a:avLst/>
            <a:gdLst>
              <a:gd name="csX0" fmla="*/ 0 w 1839"/>
              <a:gd name="csY0" fmla="*/ 3984 h 7968"/>
              <a:gd name="csX1" fmla="*/ 1302 w 1839"/>
              <a:gd name="csY1" fmla="*/ 757 h 7968"/>
              <a:gd name="csX2" fmla="*/ 1302 w 1839"/>
              <a:gd name="csY2" fmla="*/ 7211 h 7968"/>
              <a:gd name="csX3" fmla="*/ 0 w 1839"/>
              <a:gd name="csY3" fmla="*/ 3984 h 7968"/>
            </a:gdLst>
            <a:ahLst/>
            <a:cxnLst>
              <a:cxn ang="0">
                <a:pos x="csX0" y="csY0"/>
              </a:cxn>
              <a:cxn ang="0">
                <a:pos x="csX1" y="csY1"/>
              </a:cxn>
              <a:cxn ang="0">
                <a:pos x="csX2" y="csY2"/>
              </a:cxn>
              <a:cxn ang="0">
                <a:pos x="csX3" y="csY3"/>
              </a:cxn>
            </a:cxnLst>
            <a:rect l="l" t="t" r="r" b="b"/>
            <a:pathLst>
              <a:path w="1839" h="7968">
                <a:moveTo>
                  <a:pt x="0" y="3984"/>
                </a:moveTo>
                <a:cubicBezTo>
                  <a:pt x="0" y="435"/>
                  <a:pt x="586" y="-1017"/>
                  <a:pt x="1302" y="757"/>
                </a:cubicBezTo>
                <a:cubicBezTo>
                  <a:pt x="2018" y="2532"/>
                  <a:pt x="2018" y="5436"/>
                  <a:pt x="1302" y="7211"/>
                </a:cubicBezTo>
                <a:cubicBezTo>
                  <a:pt x="586" y="8986"/>
                  <a:pt x="0" y="7534"/>
                  <a:pt x="0" y="3984"/>
                </a:cubicBezTo>
                <a:close/>
              </a:path>
            </a:pathLst>
          </a:custGeom>
          <a:solidFill>
            <a:srgbClr val="B9B9B9"/>
          </a:solidFill>
          <a:ln w="5163" cap="flat">
            <a:noFill/>
            <a:prstDash val="solid"/>
            <a:miter/>
          </a:ln>
        </p:spPr>
        <p:txBody>
          <a:bodyPr/>
          <a:lstStyle/>
          <a:p>
            <a:endParaRPr lang="es-419" noProof="0" dirty="0"/>
          </a:p>
        </p:txBody>
      </p:sp>
      <p:sp>
        <p:nvSpPr>
          <p:cNvPr id="50" name="Forma libre: forma 49">
            <a:extLst>
              <a:ext uri="{FF2B5EF4-FFF2-40B4-BE49-F238E27FC236}">
                <a16:creationId xmlns:a16="http://schemas.microsoft.com/office/drawing/2014/main" id="{251B927B-F75F-D551-AE9B-F712467DEC8D}"/>
              </a:ext>
            </a:extLst>
          </p:cNvPr>
          <p:cNvSpPr/>
          <p:nvPr/>
        </p:nvSpPr>
        <p:spPr>
          <a:xfrm>
            <a:off x="1309468" y="1877186"/>
            <a:ext cx="342958" cy="300162"/>
          </a:xfrm>
          <a:custGeom>
            <a:avLst/>
            <a:gdLst>
              <a:gd name="csX0" fmla="*/ 295686 w 342958"/>
              <a:gd name="csY0" fmla="*/ 296278 h 300162"/>
              <a:gd name="csX1" fmla="*/ 285863 w 342958"/>
              <a:gd name="csY1" fmla="*/ 292488 h 300162"/>
              <a:gd name="csX2" fmla="*/ 274573 w 342958"/>
              <a:gd name="csY2" fmla="*/ 278339 h 300162"/>
              <a:gd name="csX3" fmla="*/ 265490 w 342958"/>
              <a:gd name="csY3" fmla="*/ 262580 h 300162"/>
              <a:gd name="csX4" fmla="*/ 250359 w 342958"/>
              <a:gd name="csY4" fmla="*/ 277449 h 300162"/>
              <a:gd name="csX5" fmla="*/ 232353 w 342958"/>
              <a:gd name="csY5" fmla="*/ 275755 h 300162"/>
              <a:gd name="csX6" fmla="*/ 216800 w 342958"/>
              <a:gd name="csY6" fmla="*/ 278780 h 300162"/>
              <a:gd name="csX7" fmla="*/ 197688 w 342958"/>
              <a:gd name="csY7" fmla="*/ 275445 h 300162"/>
              <a:gd name="csX8" fmla="*/ 186717 w 342958"/>
              <a:gd name="csY8" fmla="*/ 271836 h 300162"/>
              <a:gd name="csX9" fmla="*/ 183241 w 342958"/>
              <a:gd name="csY9" fmla="*/ 267964 h 300162"/>
              <a:gd name="csX10" fmla="*/ 171812 w 342958"/>
              <a:gd name="csY10" fmla="*/ 264092 h 300162"/>
              <a:gd name="csX11" fmla="*/ 155307 w 342958"/>
              <a:gd name="csY11" fmla="*/ 270545 h 300162"/>
              <a:gd name="csX12" fmla="*/ 128918 w 342958"/>
              <a:gd name="csY12" fmla="*/ 266264 h 300162"/>
              <a:gd name="csX13" fmla="*/ 106345 w 342958"/>
              <a:gd name="csY13" fmla="*/ 255141 h 300162"/>
              <a:gd name="csX14" fmla="*/ 91555 w 342958"/>
              <a:gd name="csY14" fmla="*/ 250269 h 300162"/>
              <a:gd name="csX15" fmla="*/ 81548 w 342958"/>
              <a:gd name="csY15" fmla="*/ 247474 h 300162"/>
              <a:gd name="csX16" fmla="*/ 78435 w 342958"/>
              <a:gd name="csY16" fmla="*/ 239429 h 300162"/>
              <a:gd name="csX17" fmla="*/ 82408 w 342958"/>
              <a:gd name="csY17" fmla="*/ 200657 h 300162"/>
              <a:gd name="csX18" fmla="*/ 83563 w 342958"/>
              <a:gd name="csY18" fmla="*/ 189030 h 300162"/>
              <a:gd name="csX19" fmla="*/ 79311 w 342958"/>
              <a:gd name="csY19" fmla="*/ 164140 h 300162"/>
              <a:gd name="csX20" fmla="*/ 69658 w 342958"/>
              <a:gd name="csY20" fmla="*/ 165664 h 300162"/>
              <a:gd name="csX21" fmla="*/ 52863 w 342958"/>
              <a:gd name="csY21" fmla="*/ 178880 h 300162"/>
              <a:gd name="csX22" fmla="*/ 46310 w 342958"/>
              <a:gd name="csY22" fmla="*/ 180840 h 300162"/>
              <a:gd name="csX23" fmla="*/ 41273 w 342958"/>
              <a:gd name="csY23" fmla="*/ 176042 h 300162"/>
              <a:gd name="csX24" fmla="*/ 28735 w 342958"/>
              <a:gd name="csY24" fmla="*/ 163573 h 300162"/>
              <a:gd name="csX25" fmla="*/ 8346 w 342958"/>
              <a:gd name="csY25" fmla="*/ 134458 h 300162"/>
              <a:gd name="csX26" fmla="*/ 3097 w 342958"/>
              <a:gd name="csY26" fmla="*/ 117621 h 300162"/>
              <a:gd name="csX27" fmla="*/ 147 w 342958"/>
              <a:gd name="csY27" fmla="*/ 113613 h 300162"/>
              <a:gd name="csX28" fmla="*/ 21165 w 342958"/>
              <a:gd name="csY28" fmla="*/ 104003 h 300162"/>
              <a:gd name="csX29" fmla="*/ 72335 w 342958"/>
              <a:gd name="csY29" fmla="*/ 73250 h 300162"/>
              <a:gd name="csX30" fmla="*/ 93508 w 342958"/>
              <a:gd name="csY30" fmla="*/ 38847 h 300162"/>
              <a:gd name="csX31" fmla="*/ 97565 w 342958"/>
              <a:gd name="csY31" fmla="*/ 29800 h 300162"/>
              <a:gd name="csX32" fmla="*/ 109742 w 342958"/>
              <a:gd name="csY32" fmla="*/ 18194 h 300162"/>
              <a:gd name="csX33" fmla="*/ 113822 w 342958"/>
              <a:gd name="csY33" fmla="*/ 11110 h 300162"/>
              <a:gd name="csX34" fmla="*/ 121678 w 342958"/>
              <a:gd name="csY34" fmla="*/ 5555 h 300162"/>
              <a:gd name="csX35" fmla="*/ 127233 w 342958"/>
              <a:gd name="csY35" fmla="*/ 0 h 300162"/>
              <a:gd name="csX36" fmla="*/ 134516 w 342958"/>
              <a:gd name="csY36" fmla="*/ 8782 h 300162"/>
              <a:gd name="csX37" fmla="*/ 141869 w 342958"/>
              <a:gd name="csY37" fmla="*/ 33944 h 300162"/>
              <a:gd name="csX38" fmla="*/ 147505 w 342958"/>
              <a:gd name="csY38" fmla="*/ 58144 h 300162"/>
              <a:gd name="csX39" fmla="*/ 152804 w 342958"/>
              <a:gd name="csY39" fmla="*/ 90810 h 300162"/>
              <a:gd name="csX40" fmla="*/ 162764 w 342958"/>
              <a:gd name="csY40" fmla="*/ 124694 h 300162"/>
              <a:gd name="csX41" fmla="*/ 170334 w 342958"/>
              <a:gd name="csY41" fmla="*/ 121832 h 300162"/>
              <a:gd name="csX42" fmla="*/ 185393 w 342958"/>
              <a:gd name="csY42" fmla="*/ 124884 h 300162"/>
              <a:gd name="csX43" fmla="*/ 190271 w 342958"/>
              <a:gd name="csY43" fmla="*/ 127275 h 300162"/>
              <a:gd name="csX44" fmla="*/ 201229 w 342958"/>
              <a:gd name="csY44" fmla="*/ 139721 h 300162"/>
              <a:gd name="csX45" fmla="*/ 197439 w 342958"/>
              <a:gd name="csY45" fmla="*/ 147005 h 300162"/>
              <a:gd name="csX46" fmla="*/ 196794 w 342958"/>
              <a:gd name="csY46" fmla="*/ 162615 h 300162"/>
              <a:gd name="csX47" fmla="*/ 220205 w 342958"/>
              <a:gd name="csY47" fmla="*/ 171185 h 300162"/>
              <a:gd name="csX48" fmla="*/ 242581 w 342958"/>
              <a:gd name="csY48" fmla="*/ 173796 h 300162"/>
              <a:gd name="csX49" fmla="*/ 259092 w 342958"/>
              <a:gd name="csY49" fmla="*/ 186698 h 300162"/>
              <a:gd name="csX50" fmla="*/ 273592 w 342958"/>
              <a:gd name="csY50" fmla="*/ 197707 h 300162"/>
              <a:gd name="csX51" fmla="*/ 304244 w 342958"/>
              <a:gd name="csY51" fmla="*/ 198591 h 300162"/>
              <a:gd name="csX52" fmla="*/ 333285 w 342958"/>
              <a:gd name="csY52" fmla="*/ 203946 h 300162"/>
              <a:gd name="csX53" fmla="*/ 339205 w 342958"/>
              <a:gd name="csY53" fmla="*/ 216060 h 300162"/>
              <a:gd name="csX54" fmla="*/ 336274 w 342958"/>
              <a:gd name="csY54" fmla="*/ 220854 h 300162"/>
              <a:gd name="csX55" fmla="*/ 328850 w 342958"/>
              <a:gd name="csY55" fmla="*/ 233114 h 300162"/>
              <a:gd name="csX56" fmla="*/ 326965 w 342958"/>
              <a:gd name="csY56" fmla="*/ 236341 h 300162"/>
              <a:gd name="csX57" fmla="*/ 329181 w 342958"/>
              <a:gd name="csY57" fmla="*/ 240859 h 300162"/>
              <a:gd name="csX58" fmla="*/ 331403 w 342958"/>
              <a:gd name="csY58" fmla="*/ 248187 h 300162"/>
              <a:gd name="csX59" fmla="*/ 328049 w 342958"/>
              <a:gd name="csY59" fmla="*/ 258014 h 300162"/>
              <a:gd name="csX60" fmla="*/ 326532 w 342958"/>
              <a:gd name="csY60" fmla="*/ 276244 h 300162"/>
              <a:gd name="csX61" fmla="*/ 325085 w 342958"/>
              <a:gd name="csY61" fmla="*/ 283496 h 300162"/>
              <a:gd name="csX62" fmla="*/ 321398 w 342958"/>
              <a:gd name="csY62" fmla="*/ 292711 h 300162"/>
              <a:gd name="csX63" fmla="*/ 311874 w 342958"/>
              <a:gd name="csY63" fmla="*/ 300150 h 300162"/>
              <a:gd name="csX64" fmla="*/ 295686 w 342958"/>
              <a:gd name="csY64" fmla="*/ 296278 h 3001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Lst>
            <a:rect l="l" t="t" r="r" b="b"/>
            <a:pathLst>
              <a:path w="342958" h="300162">
                <a:moveTo>
                  <a:pt x="295686" y="296278"/>
                </a:moveTo>
                <a:cubicBezTo>
                  <a:pt x="292930" y="294193"/>
                  <a:pt x="288510" y="292488"/>
                  <a:pt x="285863" y="292488"/>
                </a:cubicBezTo>
                <a:cubicBezTo>
                  <a:pt x="282541" y="292488"/>
                  <a:pt x="279045" y="288107"/>
                  <a:pt x="274573" y="278339"/>
                </a:cubicBezTo>
                <a:cubicBezTo>
                  <a:pt x="271011" y="270557"/>
                  <a:pt x="266923" y="263466"/>
                  <a:pt x="265490" y="262580"/>
                </a:cubicBezTo>
                <a:cubicBezTo>
                  <a:pt x="261887" y="260353"/>
                  <a:pt x="250359" y="271682"/>
                  <a:pt x="250359" y="277449"/>
                </a:cubicBezTo>
                <a:cubicBezTo>
                  <a:pt x="250359" y="284106"/>
                  <a:pt x="242694" y="283385"/>
                  <a:pt x="232353" y="275755"/>
                </a:cubicBezTo>
                <a:cubicBezTo>
                  <a:pt x="223375" y="269132"/>
                  <a:pt x="216800" y="270410"/>
                  <a:pt x="216800" y="278780"/>
                </a:cubicBezTo>
                <a:cubicBezTo>
                  <a:pt x="216800" y="282868"/>
                  <a:pt x="211006" y="281857"/>
                  <a:pt x="197688" y="275445"/>
                </a:cubicBezTo>
                <a:cubicBezTo>
                  <a:pt x="193566" y="273460"/>
                  <a:pt x="188628" y="271836"/>
                  <a:pt x="186717" y="271836"/>
                </a:cubicBezTo>
                <a:cubicBezTo>
                  <a:pt x="184805" y="271836"/>
                  <a:pt x="183241" y="270094"/>
                  <a:pt x="183241" y="267964"/>
                </a:cubicBezTo>
                <a:cubicBezTo>
                  <a:pt x="183241" y="265105"/>
                  <a:pt x="180251" y="264092"/>
                  <a:pt x="171812" y="264092"/>
                </a:cubicBezTo>
                <a:cubicBezTo>
                  <a:pt x="162696" y="264092"/>
                  <a:pt x="159356" y="265398"/>
                  <a:pt x="155307" y="270545"/>
                </a:cubicBezTo>
                <a:cubicBezTo>
                  <a:pt x="148138" y="279659"/>
                  <a:pt x="141633" y="278604"/>
                  <a:pt x="128918" y="266264"/>
                </a:cubicBezTo>
                <a:cubicBezTo>
                  <a:pt x="119547" y="257171"/>
                  <a:pt x="116097" y="255470"/>
                  <a:pt x="106345" y="255141"/>
                </a:cubicBezTo>
                <a:cubicBezTo>
                  <a:pt x="98734" y="254884"/>
                  <a:pt x="93722" y="253233"/>
                  <a:pt x="91555" y="250269"/>
                </a:cubicBezTo>
                <a:cubicBezTo>
                  <a:pt x="89207" y="247058"/>
                  <a:pt x="86367" y="246265"/>
                  <a:pt x="81548" y="247474"/>
                </a:cubicBezTo>
                <a:cubicBezTo>
                  <a:pt x="74001" y="249368"/>
                  <a:pt x="73102" y="247043"/>
                  <a:pt x="78435" y="239429"/>
                </a:cubicBezTo>
                <a:cubicBezTo>
                  <a:pt x="83856" y="231688"/>
                  <a:pt x="86528" y="205621"/>
                  <a:pt x="82408" y="200657"/>
                </a:cubicBezTo>
                <a:cubicBezTo>
                  <a:pt x="79647" y="197331"/>
                  <a:pt x="79847" y="195321"/>
                  <a:pt x="83563" y="189030"/>
                </a:cubicBezTo>
                <a:cubicBezTo>
                  <a:pt x="88650" y="180419"/>
                  <a:pt x="87374" y="172952"/>
                  <a:pt x="79311" y="164140"/>
                </a:cubicBezTo>
                <a:cubicBezTo>
                  <a:pt x="73608" y="157907"/>
                  <a:pt x="69658" y="158530"/>
                  <a:pt x="69658" y="165664"/>
                </a:cubicBezTo>
                <a:cubicBezTo>
                  <a:pt x="69658" y="171138"/>
                  <a:pt x="55140" y="182563"/>
                  <a:pt x="52863" y="178880"/>
                </a:cubicBezTo>
                <a:cubicBezTo>
                  <a:pt x="50323" y="174770"/>
                  <a:pt x="46434" y="175933"/>
                  <a:pt x="46310" y="180840"/>
                </a:cubicBezTo>
                <a:cubicBezTo>
                  <a:pt x="46241" y="183582"/>
                  <a:pt x="44262" y="181697"/>
                  <a:pt x="41273" y="176042"/>
                </a:cubicBezTo>
                <a:cubicBezTo>
                  <a:pt x="38533" y="170858"/>
                  <a:pt x="32973" y="165329"/>
                  <a:pt x="28735" y="163573"/>
                </a:cubicBezTo>
                <a:cubicBezTo>
                  <a:pt x="15748" y="158193"/>
                  <a:pt x="9667" y="149510"/>
                  <a:pt x="8346" y="134458"/>
                </a:cubicBezTo>
                <a:cubicBezTo>
                  <a:pt x="7635" y="126353"/>
                  <a:pt x="5506" y="119523"/>
                  <a:pt x="3097" y="117621"/>
                </a:cubicBezTo>
                <a:cubicBezTo>
                  <a:pt x="868" y="115861"/>
                  <a:pt x="-459" y="114058"/>
                  <a:pt x="147" y="113613"/>
                </a:cubicBezTo>
                <a:cubicBezTo>
                  <a:pt x="7952" y="107892"/>
                  <a:pt x="16388" y="104034"/>
                  <a:pt x="21165" y="104003"/>
                </a:cubicBezTo>
                <a:cubicBezTo>
                  <a:pt x="38718" y="103886"/>
                  <a:pt x="49596" y="97348"/>
                  <a:pt x="72335" y="73250"/>
                </a:cubicBezTo>
                <a:cubicBezTo>
                  <a:pt x="94445" y="49819"/>
                  <a:pt x="94883" y="49106"/>
                  <a:pt x="93508" y="38847"/>
                </a:cubicBezTo>
                <a:cubicBezTo>
                  <a:pt x="92208" y="29159"/>
                  <a:pt x="92513" y="28479"/>
                  <a:pt x="97565" y="29800"/>
                </a:cubicBezTo>
                <a:cubicBezTo>
                  <a:pt x="103852" y="31444"/>
                  <a:pt x="107223" y="28231"/>
                  <a:pt x="109742" y="18194"/>
                </a:cubicBezTo>
                <a:cubicBezTo>
                  <a:pt x="110720" y="14298"/>
                  <a:pt x="112556" y="11110"/>
                  <a:pt x="113822" y="11110"/>
                </a:cubicBezTo>
                <a:cubicBezTo>
                  <a:pt x="115088" y="11110"/>
                  <a:pt x="118623" y="8610"/>
                  <a:pt x="121678" y="5555"/>
                </a:cubicBezTo>
                <a:lnTo>
                  <a:pt x="127233" y="0"/>
                </a:lnTo>
                <a:lnTo>
                  <a:pt x="134516" y="8782"/>
                </a:lnTo>
                <a:cubicBezTo>
                  <a:pt x="140793" y="16350"/>
                  <a:pt x="141809" y="19826"/>
                  <a:pt x="141869" y="33944"/>
                </a:cubicBezTo>
                <a:cubicBezTo>
                  <a:pt x="141922" y="46507"/>
                  <a:pt x="143236" y="52147"/>
                  <a:pt x="147505" y="58144"/>
                </a:cubicBezTo>
                <a:cubicBezTo>
                  <a:pt x="152339" y="64931"/>
                  <a:pt x="153038" y="69240"/>
                  <a:pt x="152804" y="90810"/>
                </a:cubicBezTo>
                <a:cubicBezTo>
                  <a:pt x="152465" y="122159"/>
                  <a:pt x="153210" y="124694"/>
                  <a:pt x="162764" y="124694"/>
                </a:cubicBezTo>
                <a:cubicBezTo>
                  <a:pt x="166927" y="124694"/>
                  <a:pt x="170334" y="123406"/>
                  <a:pt x="170334" y="121832"/>
                </a:cubicBezTo>
                <a:cubicBezTo>
                  <a:pt x="170334" y="118431"/>
                  <a:pt x="184072" y="121216"/>
                  <a:pt x="185393" y="124884"/>
                </a:cubicBezTo>
                <a:cubicBezTo>
                  <a:pt x="185866" y="126199"/>
                  <a:pt x="188061" y="127275"/>
                  <a:pt x="190271" y="127275"/>
                </a:cubicBezTo>
                <a:cubicBezTo>
                  <a:pt x="194758" y="127275"/>
                  <a:pt x="201103" y="134482"/>
                  <a:pt x="201229" y="139721"/>
                </a:cubicBezTo>
                <a:cubicBezTo>
                  <a:pt x="201275" y="141597"/>
                  <a:pt x="199569" y="144875"/>
                  <a:pt x="197439" y="147005"/>
                </a:cubicBezTo>
                <a:cubicBezTo>
                  <a:pt x="192728" y="151716"/>
                  <a:pt x="192413" y="159339"/>
                  <a:pt x="196794" y="162615"/>
                </a:cubicBezTo>
                <a:cubicBezTo>
                  <a:pt x="198569" y="163942"/>
                  <a:pt x="209104" y="167799"/>
                  <a:pt x="220205" y="171185"/>
                </a:cubicBezTo>
                <a:cubicBezTo>
                  <a:pt x="236917" y="176284"/>
                  <a:pt x="240766" y="176733"/>
                  <a:pt x="242581" y="173796"/>
                </a:cubicBezTo>
                <a:cubicBezTo>
                  <a:pt x="245948" y="168348"/>
                  <a:pt x="255565" y="175863"/>
                  <a:pt x="259092" y="186698"/>
                </a:cubicBezTo>
                <a:cubicBezTo>
                  <a:pt x="261627" y="194485"/>
                  <a:pt x="263378" y="195815"/>
                  <a:pt x="273592" y="197707"/>
                </a:cubicBezTo>
                <a:cubicBezTo>
                  <a:pt x="279981" y="198890"/>
                  <a:pt x="293775" y="199289"/>
                  <a:pt x="304244" y="198591"/>
                </a:cubicBezTo>
                <a:cubicBezTo>
                  <a:pt x="321502" y="197442"/>
                  <a:pt x="324213" y="197942"/>
                  <a:pt x="333285" y="203946"/>
                </a:cubicBezTo>
                <a:cubicBezTo>
                  <a:pt x="344213" y="211177"/>
                  <a:pt x="345431" y="213671"/>
                  <a:pt x="339205" y="216060"/>
                </a:cubicBezTo>
                <a:cubicBezTo>
                  <a:pt x="336957" y="216923"/>
                  <a:pt x="335638" y="219080"/>
                  <a:pt x="336274" y="220854"/>
                </a:cubicBezTo>
                <a:cubicBezTo>
                  <a:pt x="337968" y="225576"/>
                  <a:pt x="333403" y="233114"/>
                  <a:pt x="328850" y="233114"/>
                </a:cubicBezTo>
                <a:cubicBezTo>
                  <a:pt x="326331" y="233114"/>
                  <a:pt x="325653" y="234275"/>
                  <a:pt x="326965" y="236341"/>
                </a:cubicBezTo>
                <a:cubicBezTo>
                  <a:pt x="328092" y="238116"/>
                  <a:pt x="329089" y="240149"/>
                  <a:pt x="329181" y="240859"/>
                </a:cubicBezTo>
                <a:cubicBezTo>
                  <a:pt x="329272" y="241569"/>
                  <a:pt x="330272" y="244866"/>
                  <a:pt x="331403" y="248187"/>
                </a:cubicBezTo>
                <a:cubicBezTo>
                  <a:pt x="332991" y="252852"/>
                  <a:pt x="332229" y="255087"/>
                  <a:pt x="328049" y="258014"/>
                </a:cubicBezTo>
                <a:cubicBezTo>
                  <a:pt x="321663" y="262487"/>
                  <a:pt x="321157" y="268570"/>
                  <a:pt x="326532" y="276244"/>
                </a:cubicBezTo>
                <a:cubicBezTo>
                  <a:pt x="330115" y="281360"/>
                  <a:pt x="330000" y="281936"/>
                  <a:pt x="325085" y="283496"/>
                </a:cubicBezTo>
                <a:cubicBezTo>
                  <a:pt x="320727" y="284879"/>
                  <a:pt x="320050" y="286571"/>
                  <a:pt x="321398" y="292711"/>
                </a:cubicBezTo>
                <a:cubicBezTo>
                  <a:pt x="323026" y="300123"/>
                  <a:pt x="322888" y="300231"/>
                  <a:pt x="311874" y="300150"/>
                </a:cubicBezTo>
                <a:cubicBezTo>
                  <a:pt x="305727" y="300105"/>
                  <a:pt x="298443" y="298362"/>
                  <a:pt x="295686" y="296278"/>
                </a:cubicBezTo>
                <a:close/>
              </a:path>
            </a:pathLst>
          </a:custGeom>
          <a:solidFill>
            <a:srgbClr val="B9B9B9"/>
          </a:solidFill>
          <a:ln w="5163" cap="flat">
            <a:noFill/>
            <a:prstDash val="solid"/>
            <a:miter/>
          </a:ln>
        </p:spPr>
        <p:txBody>
          <a:bodyPr/>
          <a:lstStyle/>
          <a:p>
            <a:endParaRPr lang="es-419" noProof="0" dirty="0"/>
          </a:p>
        </p:txBody>
      </p:sp>
      <p:sp>
        <p:nvSpPr>
          <p:cNvPr id="51" name="Forma libre: forma 50">
            <a:extLst>
              <a:ext uri="{FF2B5EF4-FFF2-40B4-BE49-F238E27FC236}">
                <a16:creationId xmlns:a16="http://schemas.microsoft.com/office/drawing/2014/main" id="{B6425CF3-D832-C393-E917-37CF802C89E0}"/>
              </a:ext>
            </a:extLst>
          </p:cNvPr>
          <p:cNvSpPr/>
          <p:nvPr/>
        </p:nvSpPr>
        <p:spPr>
          <a:xfrm>
            <a:off x="1257795" y="2071057"/>
            <a:ext cx="87522" cy="67430"/>
          </a:xfrm>
          <a:custGeom>
            <a:avLst/>
            <a:gdLst>
              <a:gd name="csX0" fmla="*/ 3976 w 87522"/>
              <a:gd name="csY0" fmla="*/ 62589 h 67430"/>
              <a:gd name="csX1" fmla="*/ 1611 w 87522"/>
              <a:gd name="csY1" fmla="*/ 35473 h 67430"/>
              <a:gd name="csX2" fmla="*/ 13354 w 87522"/>
              <a:gd name="csY2" fmla="*/ 26110 h 67430"/>
              <a:gd name="csX3" fmla="*/ 24928 w 87522"/>
              <a:gd name="csY3" fmla="*/ 17185 h 67430"/>
              <a:gd name="csX4" fmla="*/ 28816 w 87522"/>
              <a:gd name="csY4" fmla="*/ 13430 h 67430"/>
              <a:gd name="csX5" fmla="*/ 55396 w 87522"/>
              <a:gd name="csY5" fmla="*/ 696 h 67430"/>
              <a:gd name="csX6" fmla="*/ 76595 w 87522"/>
              <a:gd name="csY6" fmla="*/ 27413 h 67430"/>
              <a:gd name="csX7" fmla="*/ 81474 w 87522"/>
              <a:gd name="csY7" fmla="*/ 35237 h 67430"/>
              <a:gd name="csX8" fmla="*/ 81963 w 87522"/>
              <a:gd name="csY8" fmla="*/ 49346 h 67430"/>
              <a:gd name="csX9" fmla="*/ 69036 w 87522"/>
              <a:gd name="csY9" fmla="*/ 59608 h 67430"/>
              <a:gd name="csX10" fmla="*/ 36947 w 87522"/>
              <a:gd name="csY10" fmla="*/ 62618 h 67430"/>
              <a:gd name="csX11" fmla="*/ 17042 w 87522"/>
              <a:gd name="csY11" fmla="*/ 62345 h 67430"/>
              <a:gd name="csX12" fmla="*/ 3976 w 87522"/>
              <a:gd name="csY12" fmla="*/ 62589 h 67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7522" h="67430">
                <a:moveTo>
                  <a:pt x="3976" y="62589"/>
                </a:moveTo>
                <a:cubicBezTo>
                  <a:pt x="-42" y="58150"/>
                  <a:pt x="-1347" y="43182"/>
                  <a:pt x="1611" y="35473"/>
                </a:cubicBezTo>
                <a:cubicBezTo>
                  <a:pt x="2496" y="33167"/>
                  <a:pt x="7780" y="28954"/>
                  <a:pt x="13354" y="26110"/>
                </a:cubicBezTo>
                <a:cubicBezTo>
                  <a:pt x="18927" y="23267"/>
                  <a:pt x="24135" y="19251"/>
                  <a:pt x="24928" y="17185"/>
                </a:cubicBezTo>
                <a:cubicBezTo>
                  <a:pt x="25721" y="15120"/>
                  <a:pt x="27470" y="13430"/>
                  <a:pt x="28816" y="13430"/>
                </a:cubicBezTo>
                <a:cubicBezTo>
                  <a:pt x="32726" y="13430"/>
                  <a:pt x="53752" y="3357"/>
                  <a:pt x="55396" y="696"/>
                </a:cubicBezTo>
                <a:cubicBezTo>
                  <a:pt x="58624" y="-4526"/>
                  <a:pt x="78997" y="21152"/>
                  <a:pt x="76595" y="27413"/>
                </a:cubicBezTo>
                <a:cubicBezTo>
                  <a:pt x="75767" y="29569"/>
                  <a:pt x="77801" y="32831"/>
                  <a:pt x="81474" y="35237"/>
                </a:cubicBezTo>
                <a:cubicBezTo>
                  <a:pt x="89349" y="40396"/>
                  <a:pt x="89558" y="46431"/>
                  <a:pt x="81963" y="49346"/>
                </a:cubicBezTo>
                <a:cubicBezTo>
                  <a:pt x="78769" y="50572"/>
                  <a:pt x="72952" y="55190"/>
                  <a:pt x="69036" y="59608"/>
                </a:cubicBezTo>
                <a:cubicBezTo>
                  <a:pt x="60658" y="69060"/>
                  <a:pt x="52768" y="69801"/>
                  <a:pt x="36947" y="62618"/>
                </a:cubicBezTo>
                <a:cubicBezTo>
                  <a:pt x="26493" y="57872"/>
                  <a:pt x="25833" y="57863"/>
                  <a:pt x="17042" y="62345"/>
                </a:cubicBezTo>
                <a:cubicBezTo>
                  <a:pt x="8489" y="66705"/>
                  <a:pt x="7714" y="66720"/>
                  <a:pt x="3976" y="62589"/>
                </a:cubicBezTo>
                <a:close/>
              </a:path>
            </a:pathLst>
          </a:custGeom>
          <a:solidFill>
            <a:srgbClr val="B9B9B9"/>
          </a:solidFill>
          <a:ln w="5163" cap="flat">
            <a:noFill/>
            <a:prstDash val="solid"/>
            <a:miter/>
          </a:ln>
        </p:spPr>
        <p:txBody>
          <a:bodyPr/>
          <a:lstStyle/>
          <a:p>
            <a:endParaRPr lang="es-419" noProof="0" dirty="0"/>
          </a:p>
        </p:txBody>
      </p:sp>
      <p:sp>
        <p:nvSpPr>
          <p:cNvPr id="52" name="Forma libre: forma 51">
            <a:extLst>
              <a:ext uri="{FF2B5EF4-FFF2-40B4-BE49-F238E27FC236}">
                <a16:creationId xmlns:a16="http://schemas.microsoft.com/office/drawing/2014/main" id="{AD2CDDA5-3BF4-9759-AF32-2B4E39BCDEC7}"/>
              </a:ext>
            </a:extLst>
          </p:cNvPr>
          <p:cNvSpPr/>
          <p:nvPr/>
        </p:nvSpPr>
        <p:spPr>
          <a:xfrm>
            <a:off x="1498388" y="1582666"/>
            <a:ext cx="245235" cy="503912"/>
          </a:xfrm>
          <a:custGeom>
            <a:avLst/>
            <a:gdLst>
              <a:gd name="csX0" fmla="*/ 181623 w 245235"/>
              <a:gd name="csY0" fmla="*/ 494203 h 503912"/>
              <a:gd name="csX1" fmla="*/ 158452 w 245235"/>
              <a:gd name="csY1" fmla="*/ 485687 h 503912"/>
              <a:gd name="csX2" fmla="*/ 148342 w 245235"/>
              <a:gd name="csY2" fmla="*/ 487770 h 503912"/>
              <a:gd name="csX3" fmla="*/ 119521 w 245235"/>
              <a:gd name="csY3" fmla="*/ 489801 h 503912"/>
              <a:gd name="csX4" fmla="*/ 87472 w 245235"/>
              <a:gd name="csY4" fmla="*/ 489620 h 503912"/>
              <a:gd name="csX5" fmla="*/ 73190 w 245235"/>
              <a:gd name="csY5" fmla="*/ 478988 h 503912"/>
              <a:gd name="csX6" fmla="*/ 52773 w 245235"/>
              <a:gd name="csY6" fmla="*/ 460575 h 503912"/>
              <a:gd name="csX7" fmla="*/ 49575 w 245235"/>
              <a:gd name="csY7" fmla="*/ 464677 h 503912"/>
              <a:gd name="csX8" fmla="*/ 47915 w 245235"/>
              <a:gd name="csY8" fmla="*/ 467591 h 503912"/>
              <a:gd name="csX9" fmla="*/ 13036 w 245235"/>
              <a:gd name="csY9" fmla="*/ 456319 h 503912"/>
              <a:gd name="csX10" fmla="*/ 12217 w 245235"/>
              <a:gd name="csY10" fmla="*/ 442447 h 503912"/>
              <a:gd name="csX11" fmla="*/ 16234 w 245235"/>
              <a:gd name="csY11" fmla="*/ 437376 h 503912"/>
              <a:gd name="csX12" fmla="*/ 3077 w 245235"/>
              <a:gd name="csY12" fmla="*/ 417673 h 503912"/>
              <a:gd name="csX13" fmla="*/ 0 w 245235"/>
              <a:gd name="csY13" fmla="*/ 409784 h 503912"/>
              <a:gd name="csX14" fmla="*/ 6196 w 245235"/>
              <a:gd name="csY14" fmla="*/ 402269 h 503912"/>
              <a:gd name="csX15" fmla="*/ 12532 w 245235"/>
              <a:gd name="csY15" fmla="*/ 401839 h 503912"/>
              <a:gd name="csX16" fmla="*/ 13332 w 245235"/>
              <a:gd name="csY16" fmla="*/ 389178 h 503912"/>
              <a:gd name="csX17" fmla="*/ 18583 w 245235"/>
              <a:gd name="csY17" fmla="*/ 371495 h 503912"/>
              <a:gd name="csX18" fmla="*/ 33934 w 245235"/>
              <a:gd name="csY18" fmla="*/ 366100 h 503912"/>
              <a:gd name="csX19" fmla="*/ 49768 w 245235"/>
              <a:gd name="csY19" fmla="*/ 361841 h 503912"/>
              <a:gd name="csX20" fmla="*/ 46692 w 245235"/>
              <a:gd name="csY20" fmla="*/ 337409 h 503912"/>
              <a:gd name="csX21" fmla="*/ 42031 w 245235"/>
              <a:gd name="csY21" fmla="*/ 321770 h 503912"/>
              <a:gd name="csX22" fmla="*/ 39524 w 245235"/>
              <a:gd name="csY22" fmla="*/ 295336 h 503912"/>
              <a:gd name="csX23" fmla="*/ 41858 w 245235"/>
              <a:gd name="csY23" fmla="*/ 287644 h 503912"/>
              <a:gd name="csX24" fmla="*/ 57042 w 245235"/>
              <a:gd name="csY24" fmla="*/ 277265 h 503912"/>
              <a:gd name="csX25" fmla="*/ 69737 w 245235"/>
              <a:gd name="csY25" fmla="*/ 269502 h 503912"/>
              <a:gd name="csX26" fmla="*/ 79509 w 245235"/>
              <a:gd name="csY26" fmla="*/ 253317 h 503912"/>
              <a:gd name="csX27" fmla="*/ 95370 w 245235"/>
              <a:gd name="csY27" fmla="*/ 241529 h 503912"/>
              <a:gd name="csX28" fmla="*/ 141543 w 245235"/>
              <a:gd name="csY28" fmla="*/ 207386 h 503912"/>
              <a:gd name="csX29" fmla="*/ 135987 w 245235"/>
              <a:gd name="csY29" fmla="*/ 199791 h 503912"/>
              <a:gd name="csX30" fmla="*/ 127900 w 245235"/>
              <a:gd name="csY30" fmla="*/ 166538 h 503912"/>
              <a:gd name="csX31" fmla="*/ 127266 w 245235"/>
              <a:gd name="csY31" fmla="*/ 150064 h 503912"/>
              <a:gd name="csX32" fmla="*/ 118230 w 245235"/>
              <a:gd name="csY32" fmla="*/ 149351 h 503912"/>
              <a:gd name="csX33" fmla="*/ 106311 w 245235"/>
              <a:gd name="csY33" fmla="*/ 151014 h 503912"/>
              <a:gd name="csX34" fmla="*/ 100187 w 245235"/>
              <a:gd name="csY34" fmla="*/ 149485 h 503912"/>
              <a:gd name="csX35" fmla="*/ 89795 w 245235"/>
              <a:gd name="csY35" fmla="*/ 145581 h 503912"/>
              <a:gd name="csX36" fmla="*/ 79509 w 245235"/>
              <a:gd name="csY36" fmla="*/ 132462 h 503912"/>
              <a:gd name="csX37" fmla="*/ 74746 w 245235"/>
              <a:gd name="csY37" fmla="*/ 127510 h 503912"/>
              <a:gd name="csX38" fmla="*/ 61439 w 245235"/>
              <a:gd name="csY38" fmla="*/ 106041 h 503912"/>
              <a:gd name="csX39" fmla="*/ 51376 w 245235"/>
              <a:gd name="csY39" fmla="*/ 92403 h 503912"/>
              <a:gd name="csX40" fmla="*/ 43631 w 245235"/>
              <a:gd name="csY40" fmla="*/ 82710 h 503912"/>
              <a:gd name="csX41" fmla="*/ 40756 w 245235"/>
              <a:gd name="csY41" fmla="*/ 70719 h 503912"/>
              <a:gd name="csX42" fmla="*/ 37174 w 245235"/>
              <a:gd name="csY42" fmla="*/ 60642 h 503912"/>
              <a:gd name="csX43" fmla="*/ 23391 w 245235"/>
              <a:gd name="csY43" fmla="*/ 17685 h 503912"/>
              <a:gd name="csX44" fmla="*/ 16983 w 245235"/>
              <a:gd name="csY44" fmla="*/ 12409 h 503912"/>
              <a:gd name="csX45" fmla="*/ 27512 w 245235"/>
              <a:gd name="csY45" fmla="*/ 5441 h 503912"/>
              <a:gd name="csX46" fmla="*/ 44577 w 245235"/>
              <a:gd name="csY46" fmla="*/ 1452 h 503912"/>
              <a:gd name="csX47" fmla="*/ 51418 w 245235"/>
              <a:gd name="csY47" fmla="*/ 21016 h 503912"/>
              <a:gd name="csX48" fmla="*/ 53995 w 245235"/>
              <a:gd name="csY48" fmla="*/ 32559 h 503912"/>
              <a:gd name="csX49" fmla="*/ 56749 w 245235"/>
              <a:gd name="csY49" fmla="*/ 46824 h 503912"/>
              <a:gd name="csX50" fmla="*/ 61515 w 245235"/>
              <a:gd name="csY50" fmla="*/ 64401 h 503912"/>
              <a:gd name="csX51" fmla="*/ 66783 w 245235"/>
              <a:gd name="csY51" fmla="*/ 80478 h 503912"/>
              <a:gd name="csX52" fmla="*/ 69183 w 245235"/>
              <a:gd name="csY52" fmla="*/ 82335 h 503912"/>
              <a:gd name="csX53" fmla="*/ 72797 w 245235"/>
              <a:gd name="csY53" fmla="*/ 89434 h 503912"/>
              <a:gd name="csX54" fmla="*/ 77368 w 245235"/>
              <a:gd name="csY54" fmla="*/ 95891 h 503912"/>
              <a:gd name="csX55" fmla="*/ 83382 w 245235"/>
              <a:gd name="csY55" fmla="*/ 106862 h 503912"/>
              <a:gd name="csX56" fmla="*/ 91209 w 245235"/>
              <a:gd name="csY56" fmla="*/ 114603 h 503912"/>
              <a:gd name="csX57" fmla="*/ 115649 w 245235"/>
              <a:gd name="csY57" fmla="*/ 125394 h 503912"/>
              <a:gd name="csX58" fmla="*/ 132428 w 245235"/>
              <a:gd name="csY58" fmla="*/ 131624 h 503912"/>
              <a:gd name="csX59" fmla="*/ 150553 w 245235"/>
              <a:gd name="csY59" fmla="*/ 139348 h 503912"/>
              <a:gd name="csX60" fmla="*/ 176368 w 245235"/>
              <a:gd name="csY60" fmla="*/ 146927 h 503912"/>
              <a:gd name="csX61" fmla="*/ 211382 w 245235"/>
              <a:gd name="csY61" fmla="*/ 156343 h 503912"/>
              <a:gd name="csX62" fmla="*/ 230401 w 245235"/>
              <a:gd name="csY62" fmla="*/ 161456 h 503912"/>
              <a:gd name="csX63" fmla="*/ 244475 w 245235"/>
              <a:gd name="csY63" fmla="*/ 154799 h 503912"/>
              <a:gd name="csX64" fmla="*/ 229656 w 245235"/>
              <a:gd name="csY64" fmla="*/ 212698 h 503912"/>
              <a:gd name="csX65" fmla="*/ 216833 w 245235"/>
              <a:gd name="csY65" fmla="*/ 242385 h 503912"/>
              <a:gd name="csX66" fmla="*/ 205960 w 245235"/>
              <a:gd name="csY66" fmla="*/ 288674 h 503912"/>
              <a:gd name="csX67" fmla="*/ 203418 w 245235"/>
              <a:gd name="csY67" fmla="*/ 300468 h 503912"/>
              <a:gd name="csX68" fmla="*/ 200956 w 245235"/>
              <a:gd name="csY68" fmla="*/ 300468 h 503912"/>
              <a:gd name="csX69" fmla="*/ 214917 w 245235"/>
              <a:gd name="csY69" fmla="*/ 237240 h 503912"/>
              <a:gd name="csX70" fmla="*/ 224070 w 245235"/>
              <a:gd name="csY70" fmla="*/ 211401 h 503912"/>
              <a:gd name="csX71" fmla="*/ 218637 w 245235"/>
              <a:gd name="csY71" fmla="*/ 205384 h 503912"/>
              <a:gd name="csX72" fmla="*/ 214956 w 245235"/>
              <a:gd name="csY72" fmla="*/ 204826 h 503912"/>
              <a:gd name="csX73" fmla="*/ 214905 w 245235"/>
              <a:gd name="csY73" fmla="*/ 215873 h 503912"/>
              <a:gd name="csX74" fmla="*/ 213101 w 245235"/>
              <a:gd name="csY74" fmla="*/ 224084 h 503912"/>
              <a:gd name="csX75" fmla="*/ 208491 w 245235"/>
              <a:gd name="csY75" fmla="*/ 218391 h 503912"/>
              <a:gd name="csX76" fmla="*/ 197466 w 245235"/>
              <a:gd name="csY76" fmla="*/ 218019 h 503912"/>
              <a:gd name="csX77" fmla="*/ 199747 w 245235"/>
              <a:gd name="csY77" fmla="*/ 224749 h 503912"/>
              <a:gd name="csX78" fmla="*/ 203418 w 245235"/>
              <a:gd name="csY78" fmla="*/ 228616 h 503912"/>
              <a:gd name="csX79" fmla="*/ 201015 w 245235"/>
              <a:gd name="csY79" fmla="*/ 229588 h 503912"/>
              <a:gd name="csX80" fmla="*/ 196991 w 245235"/>
              <a:gd name="csY80" fmla="*/ 230726 h 503912"/>
              <a:gd name="csX81" fmla="*/ 198308 w 245235"/>
              <a:gd name="csY81" fmla="*/ 233350 h 503912"/>
              <a:gd name="csX82" fmla="*/ 199523 w 245235"/>
              <a:gd name="csY82" fmla="*/ 241200 h 503912"/>
              <a:gd name="csX83" fmla="*/ 200899 w 245235"/>
              <a:gd name="csY83" fmla="*/ 252786 h 503912"/>
              <a:gd name="csX84" fmla="*/ 200228 w 245235"/>
              <a:gd name="csY84" fmla="*/ 257969 h 503912"/>
              <a:gd name="csX85" fmla="*/ 197509 w 245235"/>
              <a:gd name="csY85" fmla="*/ 272843 h 503912"/>
              <a:gd name="csX86" fmla="*/ 194340 w 245235"/>
              <a:gd name="csY86" fmla="*/ 281107 h 503912"/>
              <a:gd name="csX87" fmla="*/ 191370 w 245235"/>
              <a:gd name="csY87" fmla="*/ 292273 h 503912"/>
              <a:gd name="csX88" fmla="*/ 195674 w 245235"/>
              <a:gd name="csY88" fmla="*/ 307167 h 503912"/>
              <a:gd name="csX89" fmla="*/ 199681 w 245235"/>
              <a:gd name="csY89" fmla="*/ 306687 h 503912"/>
              <a:gd name="csX90" fmla="*/ 200986 w 245235"/>
              <a:gd name="csY90" fmla="*/ 320424 h 503912"/>
              <a:gd name="csX91" fmla="*/ 197882 w 245235"/>
              <a:gd name="csY91" fmla="*/ 340480 h 503912"/>
              <a:gd name="csX92" fmla="*/ 197480 w 245235"/>
              <a:gd name="csY92" fmla="*/ 350806 h 503912"/>
              <a:gd name="csX93" fmla="*/ 195674 w 245235"/>
              <a:gd name="csY93" fmla="*/ 339189 h 503912"/>
              <a:gd name="csX94" fmla="*/ 193480 w 245235"/>
              <a:gd name="csY94" fmla="*/ 360201 h 503912"/>
              <a:gd name="csX95" fmla="*/ 197184 w 245235"/>
              <a:gd name="csY95" fmla="*/ 414396 h 503912"/>
              <a:gd name="csX96" fmla="*/ 198086 w 245235"/>
              <a:gd name="csY96" fmla="*/ 450991 h 503912"/>
              <a:gd name="csX97" fmla="*/ 192986 w 245235"/>
              <a:gd name="csY97" fmla="*/ 462927 h 503912"/>
              <a:gd name="csX98" fmla="*/ 186260 w 245235"/>
              <a:gd name="csY98" fmla="*/ 476652 h 503912"/>
              <a:gd name="csX99" fmla="*/ 187756 w 245235"/>
              <a:gd name="csY99" fmla="*/ 481169 h 503912"/>
              <a:gd name="csX100" fmla="*/ 190891 w 245235"/>
              <a:gd name="csY100" fmla="*/ 476652 h 503912"/>
              <a:gd name="csX101" fmla="*/ 193026 w 245235"/>
              <a:gd name="csY101" fmla="*/ 487623 h 503912"/>
              <a:gd name="csX102" fmla="*/ 194241 w 245235"/>
              <a:gd name="csY102" fmla="*/ 503884 h 503912"/>
              <a:gd name="csX103" fmla="*/ 181623 w 245235"/>
              <a:gd name="csY103" fmla="*/ 494203 h 5039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Lst>
            <a:rect l="l" t="t" r="r" b="b"/>
            <a:pathLst>
              <a:path w="245235" h="503912">
                <a:moveTo>
                  <a:pt x="181623" y="494203"/>
                </a:moveTo>
                <a:cubicBezTo>
                  <a:pt x="170080" y="484213"/>
                  <a:pt x="162664" y="481487"/>
                  <a:pt x="158452" y="485687"/>
                </a:cubicBezTo>
                <a:cubicBezTo>
                  <a:pt x="157384" y="486752"/>
                  <a:pt x="152834" y="487689"/>
                  <a:pt x="148342" y="487770"/>
                </a:cubicBezTo>
                <a:cubicBezTo>
                  <a:pt x="143849" y="487851"/>
                  <a:pt x="130880" y="488765"/>
                  <a:pt x="119521" y="489801"/>
                </a:cubicBezTo>
                <a:cubicBezTo>
                  <a:pt x="108163" y="490837"/>
                  <a:pt x="93741" y="490755"/>
                  <a:pt x="87472" y="489620"/>
                </a:cubicBezTo>
                <a:cubicBezTo>
                  <a:pt x="77605" y="487832"/>
                  <a:pt x="75687" y="486404"/>
                  <a:pt x="73190" y="478988"/>
                </a:cubicBezTo>
                <a:cubicBezTo>
                  <a:pt x="70001" y="469517"/>
                  <a:pt x="60184" y="460664"/>
                  <a:pt x="52773" y="460575"/>
                </a:cubicBezTo>
                <a:cubicBezTo>
                  <a:pt x="49415" y="460535"/>
                  <a:pt x="48457" y="461764"/>
                  <a:pt x="49575" y="464677"/>
                </a:cubicBezTo>
                <a:cubicBezTo>
                  <a:pt x="50616" y="467390"/>
                  <a:pt x="50039" y="468403"/>
                  <a:pt x="47915" y="467591"/>
                </a:cubicBezTo>
                <a:cubicBezTo>
                  <a:pt x="43178" y="465778"/>
                  <a:pt x="16822" y="457260"/>
                  <a:pt x="13036" y="456319"/>
                </a:cubicBezTo>
                <a:cubicBezTo>
                  <a:pt x="9334" y="455399"/>
                  <a:pt x="8569" y="442447"/>
                  <a:pt x="12217" y="442447"/>
                </a:cubicBezTo>
                <a:cubicBezTo>
                  <a:pt x="13541" y="442447"/>
                  <a:pt x="15349" y="440165"/>
                  <a:pt x="16234" y="437376"/>
                </a:cubicBezTo>
                <a:cubicBezTo>
                  <a:pt x="18137" y="431382"/>
                  <a:pt x="7778" y="415870"/>
                  <a:pt x="3077" y="417673"/>
                </a:cubicBezTo>
                <a:cubicBezTo>
                  <a:pt x="1055" y="418449"/>
                  <a:pt x="0" y="415744"/>
                  <a:pt x="0" y="409784"/>
                </a:cubicBezTo>
                <a:cubicBezTo>
                  <a:pt x="0" y="401499"/>
                  <a:pt x="536" y="400849"/>
                  <a:pt x="6196" y="402269"/>
                </a:cubicBezTo>
                <a:cubicBezTo>
                  <a:pt x="9603" y="403124"/>
                  <a:pt x="12454" y="402931"/>
                  <a:pt x="12532" y="401839"/>
                </a:cubicBezTo>
                <a:cubicBezTo>
                  <a:pt x="12609" y="400747"/>
                  <a:pt x="12969" y="395050"/>
                  <a:pt x="13332" y="389178"/>
                </a:cubicBezTo>
                <a:cubicBezTo>
                  <a:pt x="13694" y="383307"/>
                  <a:pt x="16057" y="375349"/>
                  <a:pt x="18583" y="371495"/>
                </a:cubicBezTo>
                <a:cubicBezTo>
                  <a:pt x="22726" y="365172"/>
                  <a:pt x="24227" y="364644"/>
                  <a:pt x="33934" y="366100"/>
                </a:cubicBezTo>
                <a:cubicBezTo>
                  <a:pt x="43066" y="367469"/>
                  <a:pt x="45460" y="366825"/>
                  <a:pt x="49768" y="361841"/>
                </a:cubicBezTo>
                <a:cubicBezTo>
                  <a:pt x="55970" y="354665"/>
                  <a:pt x="55203" y="348567"/>
                  <a:pt x="46692" y="337409"/>
                </a:cubicBezTo>
                <a:cubicBezTo>
                  <a:pt x="41680" y="330837"/>
                  <a:pt x="40608" y="327241"/>
                  <a:pt x="42031" y="321770"/>
                </a:cubicBezTo>
                <a:cubicBezTo>
                  <a:pt x="45168" y="309711"/>
                  <a:pt x="44306" y="300620"/>
                  <a:pt x="39524" y="295336"/>
                </a:cubicBezTo>
                <a:cubicBezTo>
                  <a:pt x="35095" y="290442"/>
                  <a:pt x="35173" y="290185"/>
                  <a:pt x="41858" y="287644"/>
                </a:cubicBezTo>
                <a:cubicBezTo>
                  <a:pt x="45661" y="286198"/>
                  <a:pt x="52494" y="281527"/>
                  <a:pt x="57042" y="277265"/>
                </a:cubicBezTo>
                <a:cubicBezTo>
                  <a:pt x="61590" y="273002"/>
                  <a:pt x="67303" y="269509"/>
                  <a:pt x="69737" y="269502"/>
                </a:cubicBezTo>
                <a:cubicBezTo>
                  <a:pt x="74976" y="269488"/>
                  <a:pt x="79509" y="261980"/>
                  <a:pt x="79509" y="253317"/>
                </a:cubicBezTo>
                <a:cubicBezTo>
                  <a:pt x="79509" y="246749"/>
                  <a:pt x="88587" y="240002"/>
                  <a:pt x="95370" y="241529"/>
                </a:cubicBezTo>
                <a:cubicBezTo>
                  <a:pt x="99614" y="242485"/>
                  <a:pt x="137917" y="214161"/>
                  <a:pt x="141543" y="207386"/>
                </a:cubicBezTo>
                <a:cubicBezTo>
                  <a:pt x="144262" y="202307"/>
                  <a:pt x="142422" y="199791"/>
                  <a:pt x="135987" y="199791"/>
                </a:cubicBezTo>
                <a:cubicBezTo>
                  <a:pt x="130714" y="199791"/>
                  <a:pt x="128893" y="192306"/>
                  <a:pt x="127900" y="166538"/>
                </a:cubicBezTo>
                <a:lnTo>
                  <a:pt x="127266" y="150064"/>
                </a:lnTo>
                <a:lnTo>
                  <a:pt x="118230" y="149351"/>
                </a:lnTo>
                <a:cubicBezTo>
                  <a:pt x="113261" y="148959"/>
                  <a:pt x="107898" y="149707"/>
                  <a:pt x="106311" y="151014"/>
                </a:cubicBezTo>
                <a:cubicBezTo>
                  <a:pt x="104470" y="152530"/>
                  <a:pt x="102255" y="151977"/>
                  <a:pt x="100187" y="149485"/>
                </a:cubicBezTo>
                <a:cubicBezTo>
                  <a:pt x="98405" y="147337"/>
                  <a:pt x="93728" y="145581"/>
                  <a:pt x="89795" y="145581"/>
                </a:cubicBezTo>
                <a:cubicBezTo>
                  <a:pt x="82532" y="145581"/>
                  <a:pt x="79509" y="141725"/>
                  <a:pt x="79509" y="132462"/>
                </a:cubicBezTo>
                <a:cubicBezTo>
                  <a:pt x="79509" y="129370"/>
                  <a:pt x="77720" y="127510"/>
                  <a:pt x="74746" y="127510"/>
                </a:cubicBezTo>
                <a:cubicBezTo>
                  <a:pt x="66661" y="127510"/>
                  <a:pt x="61439" y="119085"/>
                  <a:pt x="61439" y="106041"/>
                </a:cubicBezTo>
                <a:cubicBezTo>
                  <a:pt x="61439" y="94056"/>
                  <a:pt x="61402" y="94007"/>
                  <a:pt x="51376" y="92403"/>
                </a:cubicBezTo>
                <a:cubicBezTo>
                  <a:pt x="41507" y="90825"/>
                  <a:pt x="41357" y="90638"/>
                  <a:pt x="43631" y="82710"/>
                </a:cubicBezTo>
                <a:cubicBezTo>
                  <a:pt x="46841" y="71517"/>
                  <a:pt x="46650" y="70719"/>
                  <a:pt x="40756" y="70719"/>
                </a:cubicBezTo>
                <a:cubicBezTo>
                  <a:pt x="36165" y="70719"/>
                  <a:pt x="35750" y="69551"/>
                  <a:pt x="37174" y="60642"/>
                </a:cubicBezTo>
                <a:cubicBezTo>
                  <a:pt x="39267" y="47555"/>
                  <a:pt x="31942" y="24727"/>
                  <a:pt x="23391" y="17685"/>
                </a:cubicBezTo>
                <a:lnTo>
                  <a:pt x="16983" y="12409"/>
                </a:lnTo>
                <a:lnTo>
                  <a:pt x="27512" y="5441"/>
                </a:lnTo>
                <a:cubicBezTo>
                  <a:pt x="36589" y="-566"/>
                  <a:pt x="38942" y="-1116"/>
                  <a:pt x="44577" y="1452"/>
                </a:cubicBezTo>
                <a:cubicBezTo>
                  <a:pt x="50920" y="4342"/>
                  <a:pt x="52469" y="8771"/>
                  <a:pt x="51418" y="21016"/>
                </a:cubicBezTo>
                <a:cubicBezTo>
                  <a:pt x="51144" y="24205"/>
                  <a:pt x="52304" y="29399"/>
                  <a:pt x="53995" y="32559"/>
                </a:cubicBezTo>
                <a:cubicBezTo>
                  <a:pt x="55686" y="35718"/>
                  <a:pt x="56925" y="42138"/>
                  <a:pt x="56749" y="46824"/>
                </a:cubicBezTo>
                <a:cubicBezTo>
                  <a:pt x="56573" y="51511"/>
                  <a:pt x="58717" y="59420"/>
                  <a:pt x="61515" y="64401"/>
                </a:cubicBezTo>
                <a:cubicBezTo>
                  <a:pt x="64313" y="69382"/>
                  <a:pt x="66683" y="76616"/>
                  <a:pt x="66783" y="80478"/>
                </a:cubicBezTo>
                <a:cubicBezTo>
                  <a:pt x="66944" y="86723"/>
                  <a:pt x="67209" y="86928"/>
                  <a:pt x="69183" y="82335"/>
                </a:cubicBezTo>
                <a:cubicBezTo>
                  <a:pt x="71476" y="76999"/>
                  <a:pt x="71863" y="77758"/>
                  <a:pt x="72797" y="89434"/>
                </a:cubicBezTo>
                <a:cubicBezTo>
                  <a:pt x="72939" y="91209"/>
                  <a:pt x="74996" y="94114"/>
                  <a:pt x="77368" y="95891"/>
                </a:cubicBezTo>
                <a:cubicBezTo>
                  <a:pt x="79740" y="97667"/>
                  <a:pt x="82447" y="102604"/>
                  <a:pt x="83382" y="106862"/>
                </a:cubicBezTo>
                <a:cubicBezTo>
                  <a:pt x="84688" y="112811"/>
                  <a:pt x="86501" y="114603"/>
                  <a:pt x="91209" y="114603"/>
                </a:cubicBezTo>
                <a:cubicBezTo>
                  <a:pt x="99379" y="114603"/>
                  <a:pt x="110872" y="119677"/>
                  <a:pt x="115649" y="125394"/>
                </a:cubicBezTo>
                <a:cubicBezTo>
                  <a:pt x="117952" y="128149"/>
                  <a:pt x="124752" y="130674"/>
                  <a:pt x="132428" y="131624"/>
                </a:cubicBezTo>
                <a:cubicBezTo>
                  <a:pt x="141521" y="132750"/>
                  <a:pt x="146878" y="135032"/>
                  <a:pt x="150553" y="139348"/>
                </a:cubicBezTo>
                <a:cubicBezTo>
                  <a:pt x="154982" y="144548"/>
                  <a:pt x="158885" y="145694"/>
                  <a:pt x="176368" y="146927"/>
                </a:cubicBezTo>
                <a:cubicBezTo>
                  <a:pt x="205380" y="148973"/>
                  <a:pt x="204499" y="148736"/>
                  <a:pt x="211382" y="156343"/>
                </a:cubicBezTo>
                <a:cubicBezTo>
                  <a:pt x="219859" y="165712"/>
                  <a:pt x="228327" y="167989"/>
                  <a:pt x="230401" y="161456"/>
                </a:cubicBezTo>
                <a:cubicBezTo>
                  <a:pt x="231901" y="156729"/>
                  <a:pt x="241748" y="152072"/>
                  <a:pt x="244475" y="154799"/>
                </a:cubicBezTo>
                <a:cubicBezTo>
                  <a:pt x="248005" y="158329"/>
                  <a:pt x="238595" y="195092"/>
                  <a:pt x="229656" y="212698"/>
                </a:cubicBezTo>
                <a:cubicBezTo>
                  <a:pt x="224250" y="223347"/>
                  <a:pt x="218479" y="236706"/>
                  <a:pt x="216833" y="242385"/>
                </a:cubicBezTo>
                <a:cubicBezTo>
                  <a:pt x="208092" y="272545"/>
                  <a:pt x="205996" y="281464"/>
                  <a:pt x="205960" y="288674"/>
                </a:cubicBezTo>
                <a:cubicBezTo>
                  <a:pt x="205939" y="293031"/>
                  <a:pt x="204795" y="298338"/>
                  <a:pt x="203418" y="300468"/>
                </a:cubicBezTo>
                <a:cubicBezTo>
                  <a:pt x="201194" y="303910"/>
                  <a:pt x="200920" y="303910"/>
                  <a:pt x="200956" y="300468"/>
                </a:cubicBezTo>
                <a:cubicBezTo>
                  <a:pt x="201123" y="284393"/>
                  <a:pt x="207229" y="256741"/>
                  <a:pt x="214917" y="237240"/>
                </a:cubicBezTo>
                <a:cubicBezTo>
                  <a:pt x="219951" y="224471"/>
                  <a:pt x="224070" y="212844"/>
                  <a:pt x="224070" y="211401"/>
                </a:cubicBezTo>
                <a:cubicBezTo>
                  <a:pt x="224070" y="209958"/>
                  <a:pt x="221625" y="207250"/>
                  <a:pt x="218637" y="205384"/>
                </a:cubicBezTo>
                <a:cubicBezTo>
                  <a:pt x="215583" y="203477"/>
                  <a:pt x="213971" y="203233"/>
                  <a:pt x="214956" y="204826"/>
                </a:cubicBezTo>
                <a:cubicBezTo>
                  <a:pt x="215920" y="206386"/>
                  <a:pt x="215897" y="211356"/>
                  <a:pt x="214905" y="215873"/>
                </a:cubicBezTo>
                <a:lnTo>
                  <a:pt x="213101" y="224084"/>
                </a:lnTo>
                <a:lnTo>
                  <a:pt x="208491" y="218391"/>
                </a:lnTo>
                <a:cubicBezTo>
                  <a:pt x="202731" y="211277"/>
                  <a:pt x="199260" y="211160"/>
                  <a:pt x="197466" y="218019"/>
                </a:cubicBezTo>
                <a:cubicBezTo>
                  <a:pt x="196615" y="221276"/>
                  <a:pt x="197499" y="223887"/>
                  <a:pt x="199747" y="224749"/>
                </a:cubicBezTo>
                <a:cubicBezTo>
                  <a:pt x="201766" y="225524"/>
                  <a:pt x="203418" y="227264"/>
                  <a:pt x="203418" y="228616"/>
                </a:cubicBezTo>
                <a:cubicBezTo>
                  <a:pt x="203418" y="229967"/>
                  <a:pt x="202337" y="230405"/>
                  <a:pt x="201015" y="229588"/>
                </a:cubicBezTo>
                <a:cubicBezTo>
                  <a:pt x="199694" y="228771"/>
                  <a:pt x="197882" y="229283"/>
                  <a:pt x="196991" y="230726"/>
                </a:cubicBezTo>
                <a:cubicBezTo>
                  <a:pt x="196099" y="232169"/>
                  <a:pt x="196692" y="233350"/>
                  <a:pt x="198308" y="233350"/>
                </a:cubicBezTo>
                <a:cubicBezTo>
                  <a:pt x="200240" y="233350"/>
                  <a:pt x="200656" y="236041"/>
                  <a:pt x="199523" y="241200"/>
                </a:cubicBezTo>
                <a:cubicBezTo>
                  <a:pt x="198474" y="245978"/>
                  <a:pt x="199012" y="250512"/>
                  <a:pt x="200899" y="252786"/>
                </a:cubicBezTo>
                <a:cubicBezTo>
                  <a:pt x="203352" y="255741"/>
                  <a:pt x="203212" y="256824"/>
                  <a:pt x="200228" y="257969"/>
                </a:cubicBezTo>
                <a:cubicBezTo>
                  <a:pt x="197388" y="259059"/>
                  <a:pt x="196716" y="262734"/>
                  <a:pt x="197509" y="272843"/>
                </a:cubicBezTo>
                <a:cubicBezTo>
                  <a:pt x="198508" y="285590"/>
                  <a:pt x="198348" y="286008"/>
                  <a:pt x="194340" y="281107"/>
                </a:cubicBezTo>
                <a:cubicBezTo>
                  <a:pt x="190355" y="276233"/>
                  <a:pt x="190188" y="276860"/>
                  <a:pt x="191370" y="292273"/>
                </a:cubicBezTo>
                <a:cubicBezTo>
                  <a:pt x="192505" y="307076"/>
                  <a:pt x="195674" y="318043"/>
                  <a:pt x="195674" y="307167"/>
                </a:cubicBezTo>
                <a:cubicBezTo>
                  <a:pt x="195674" y="303112"/>
                  <a:pt x="196059" y="303066"/>
                  <a:pt x="199681" y="306687"/>
                </a:cubicBezTo>
                <a:cubicBezTo>
                  <a:pt x="202942" y="309948"/>
                  <a:pt x="203185" y="312507"/>
                  <a:pt x="200986" y="320424"/>
                </a:cubicBezTo>
                <a:cubicBezTo>
                  <a:pt x="199500" y="325776"/>
                  <a:pt x="198103" y="334801"/>
                  <a:pt x="197882" y="340480"/>
                </a:cubicBezTo>
                <a:lnTo>
                  <a:pt x="197480" y="350806"/>
                </a:lnTo>
                <a:lnTo>
                  <a:pt x="195674" y="339189"/>
                </a:lnTo>
                <a:cubicBezTo>
                  <a:pt x="194403" y="331014"/>
                  <a:pt x="193753" y="337239"/>
                  <a:pt x="193480" y="360201"/>
                </a:cubicBezTo>
                <a:cubicBezTo>
                  <a:pt x="193236" y="380786"/>
                  <a:pt x="194603" y="400790"/>
                  <a:pt x="197184" y="414396"/>
                </a:cubicBezTo>
                <a:cubicBezTo>
                  <a:pt x="200612" y="432468"/>
                  <a:pt x="200758" y="438399"/>
                  <a:pt x="198086" y="450991"/>
                </a:cubicBezTo>
                <a:cubicBezTo>
                  <a:pt x="196258" y="459605"/>
                  <a:pt x="194082" y="464699"/>
                  <a:pt x="192986" y="462927"/>
                </a:cubicBezTo>
                <a:cubicBezTo>
                  <a:pt x="191158" y="459970"/>
                  <a:pt x="190587" y="461135"/>
                  <a:pt x="186260" y="476652"/>
                </a:cubicBezTo>
                <a:cubicBezTo>
                  <a:pt x="185567" y="479136"/>
                  <a:pt x="186240" y="481169"/>
                  <a:pt x="187756" y="481169"/>
                </a:cubicBezTo>
                <a:cubicBezTo>
                  <a:pt x="189271" y="481169"/>
                  <a:pt x="190682" y="479136"/>
                  <a:pt x="190891" y="476652"/>
                </a:cubicBezTo>
                <a:cubicBezTo>
                  <a:pt x="191099" y="474167"/>
                  <a:pt x="192060" y="479104"/>
                  <a:pt x="193026" y="487623"/>
                </a:cubicBezTo>
                <a:cubicBezTo>
                  <a:pt x="193992" y="496142"/>
                  <a:pt x="194538" y="503459"/>
                  <a:pt x="194241" y="503884"/>
                </a:cubicBezTo>
                <a:cubicBezTo>
                  <a:pt x="193943" y="504308"/>
                  <a:pt x="188265" y="499952"/>
                  <a:pt x="181623" y="494203"/>
                </a:cubicBezTo>
                <a:close/>
              </a:path>
            </a:pathLst>
          </a:custGeom>
          <a:solidFill>
            <a:srgbClr val="B9B9B9"/>
          </a:solidFill>
          <a:ln w="5163" cap="flat">
            <a:noFill/>
            <a:prstDash val="solid"/>
            <a:miter/>
          </a:ln>
        </p:spPr>
        <p:txBody>
          <a:bodyPr/>
          <a:lstStyle/>
          <a:p>
            <a:endParaRPr lang="es-419" noProof="0" dirty="0"/>
          </a:p>
        </p:txBody>
      </p:sp>
      <p:sp>
        <p:nvSpPr>
          <p:cNvPr id="53" name="Forma libre: forma 52">
            <a:extLst>
              <a:ext uri="{FF2B5EF4-FFF2-40B4-BE49-F238E27FC236}">
                <a16:creationId xmlns:a16="http://schemas.microsoft.com/office/drawing/2014/main" id="{B9A38037-27AA-18C9-017B-E2CE7353EAD1}"/>
              </a:ext>
            </a:extLst>
          </p:cNvPr>
          <p:cNvSpPr/>
          <p:nvPr/>
        </p:nvSpPr>
        <p:spPr>
          <a:xfrm>
            <a:off x="920115" y="1646957"/>
            <a:ext cx="379561" cy="415583"/>
          </a:xfrm>
          <a:custGeom>
            <a:avLst/>
            <a:gdLst>
              <a:gd name="csX0" fmla="*/ 203090 w 379561"/>
              <a:gd name="csY0" fmla="*/ 414284 h 415583"/>
              <a:gd name="csX1" fmla="*/ 197077 w 379561"/>
              <a:gd name="csY1" fmla="*/ 404675 h 415583"/>
              <a:gd name="csX2" fmla="*/ 192271 w 379561"/>
              <a:gd name="csY2" fmla="*/ 395646 h 415583"/>
              <a:gd name="csX3" fmla="*/ 171007 w 379561"/>
              <a:gd name="csY3" fmla="*/ 397866 h 415583"/>
              <a:gd name="csX4" fmla="*/ 166946 w 379561"/>
              <a:gd name="csY4" fmla="*/ 392738 h 415583"/>
              <a:gd name="csX5" fmla="*/ 171214 w 379561"/>
              <a:gd name="csY5" fmla="*/ 375323 h 415583"/>
              <a:gd name="csX6" fmla="*/ 168526 w 379561"/>
              <a:gd name="csY6" fmla="*/ 359903 h 415583"/>
              <a:gd name="csX7" fmla="*/ 135682 w 379561"/>
              <a:gd name="csY7" fmla="*/ 348579 h 415583"/>
              <a:gd name="csX8" fmla="*/ 130456 w 379561"/>
              <a:gd name="csY8" fmla="*/ 344743 h 415583"/>
              <a:gd name="csX9" fmla="*/ 123707 w 379561"/>
              <a:gd name="csY9" fmla="*/ 339434 h 415583"/>
              <a:gd name="csX10" fmla="*/ 111898 w 379561"/>
              <a:gd name="csY10" fmla="*/ 326710 h 415583"/>
              <a:gd name="csX11" fmla="*/ 102819 w 379561"/>
              <a:gd name="csY11" fmla="*/ 312359 h 415583"/>
              <a:gd name="csX12" fmla="*/ 100189 w 379561"/>
              <a:gd name="csY12" fmla="*/ 303716 h 415583"/>
              <a:gd name="csX13" fmla="*/ 96495 w 379561"/>
              <a:gd name="csY13" fmla="*/ 291424 h 415583"/>
              <a:gd name="csX14" fmla="*/ 91114 w 379561"/>
              <a:gd name="csY14" fmla="*/ 269668 h 415583"/>
              <a:gd name="csX15" fmla="*/ 73368 w 379561"/>
              <a:gd name="csY15" fmla="*/ 228658 h 415583"/>
              <a:gd name="csX16" fmla="*/ 56149 w 379561"/>
              <a:gd name="csY16" fmla="*/ 225592 h 415583"/>
              <a:gd name="csX17" fmla="*/ 38234 w 379561"/>
              <a:gd name="csY17" fmla="*/ 218995 h 415583"/>
              <a:gd name="csX18" fmla="*/ 14702 w 379561"/>
              <a:gd name="csY18" fmla="*/ 179229 h 415583"/>
              <a:gd name="csX19" fmla="*/ 4675 w 379561"/>
              <a:gd name="csY19" fmla="*/ 165798 h 415583"/>
              <a:gd name="csX20" fmla="*/ 1771 w 379561"/>
              <a:gd name="csY20" fmla="*/ 155184 h 415583"/>
              <a:gd name="csX21" fmla="*/ 712 w 379561"/>
              <a:gd name="csY21" fmla="*/ 126667 h 415583"/>
              <a:gd name="csX22" fmla="*/ 2557 w 379561"/>
              <a:gd name="csY22" fmla="*/ 104522 h 415583"/>
              <a:gd name="csX23" fmla="*/ 16402 w 379561"/>
              <a:gd name="csY23" fmla="*/ 104522 h 415583"/>
              <a:gd name="csX24" fmla="*/ 46584 w 379561"/>
              <a:gd name="csY24" fmla="*/ 95540 h 415583"/>
              <a:gd name="csX25" fmla="*/ 48520 w 379561"/>
              <a:gd name="csY25" fmla="*/ 81044 h 415583"/>
              <a:gd name="csX26" fmla="*/ 53693 w 379561"/>
              <a:gd name="csY26" fmla="*/ 64536 h 415583"/>
              <a:gd name="csX27" fmla="*/ 57236 w 379561"/>
              <a:gd name="csY27" fmla="*/ 49938 h 415583"/>
              <a:gd name="csX28" fmla="*/ 61307 w 379561"/>
              <a:gd name="csY28" fmla="*/ 39986 h 415583"/>
              <a:gd name="csX29" fmla="*/ 72238 w 379561"/>
              <a:gd name="csY29" fmla="*/ 37166 h 415583"/>
              <a:gd name="csX30" fmla="*/ 75921 w 379561"/>
              <a:gd name="csY30" fmla="*/ 26420 h 415583"/>
              <a:gd name="csX31" fmla="*/ 86217 w 379561"/>
              <a:gd name="csY31" fmla="*/ 9008 h 415583"/>
              <a:gd name="csX32" fmla="*/ 91229 w 379561"/>
              <a:gd name="csY32" fmla="*/ 3610 h 415583"/>
              <a:gd name="csX33" fmla="*/ 100572 w 379561"/>
              <a:gd name="csY33" fmla="*/ 6016 h 415583"/>
              <a:gd name="csX34" fmla="*/ 115842 w 379561"/>
              <a:gd name="csY34" fmla="*/ 15498 h 415583"/>
              <a:gd name="csX35" fmla="*/ 130061 w 379561"/>
              <a:gd name="csY35" fmla="*/ 25801 h 415583"/>
              <a:gd name="csX36" fmla="*/ 153502 w 379561"/>
              <a:gd name="csY36" fmla="*/ 36020 h 415583"/>
              <a:gd name="csX37" fmla="*/ 166647 w 379561"/>
              <a:gd name="csY37" fmla="*/ 35196 h 415583"/>
              <a:gd name="csX38" fmla="*/ 177014 w 379561"/>
              <a:gd name="csY38" fmla="*/ 35079 h 415583"/>
              <a:gd name="csX39" fmla="*/ 199575 w 379561"/>
              <a:gd name="csY39" fmla="*/ 42570 h 415583"/>
              <a:gd name="csX40" fmla="*/ 223114 w 379561"/>
              <a:gd name="csY40" fmla="*/ 30983 h 415583"/>
              <a:gd name="csX41" fmla="*/ 243392 w 379561"/>
              <a:gd name="csY41" fmla="*/ 13562 h 415583"/>
              <a:gd name="csX42" fmla="*/ 257664 w 379561"/>
              <a:gd name="csY42" fmla="*/ 14175 h 415583"/>
              <a:gd name="csX43" fmla="*/ 270020 w 379561"/>
              <a:gd name="csY43" fmla="*/ 16753 h 415583"/>
              <a:gd name="csX44" fmla="*/ 290519 w 379561"/>
              <a:gd name="csY44" fmla="*/ 30455 h 415583"/>
              <a:gd name="csX45" fmla="*/ 307913 w 379561"/>
              <a:gd name="csY45" fmla="*/ 52734 h 415583"/>
              <a:gd name="csX46" fmla="*/ 307918 w 379561"/>
              <a:gd name="csY46" fmla="*/ 71135 h 415583"/>
              <a:gd name="csX47" fmla="*/ 305239 w 379561"/>
              <a:gd name="csY47" fmla="*/ 92635 h 415583"/>
              <a:gd name="csX48" fmla="*/ 300393 w 379561"/>
              <a:gd name="csY48" fmla="*/ 116124 h 415583"/>
              <a:gd name="csX49" fmla="*/ 296534 w 379561"/>
              <a:gd name="csY49" fmla="*/ 139467 h 415583"/>
              <a:gd name="csX50" fmla="*/ 294862 w 379561"/>
              <a:gd name="csY50" fmla="*/ 144381 h 415583"/>
              <a:gd name="csX51" fmla="*/ 302443 w 379561"/>
              <a:gd name="csY51" fmla="*/ 174221 h 415583"/>
              <a:gd name="csX52" fmla="*/ 331579 w 379561"/>
              <a:gd name="csY52" fmla="*/ 200036 h 415583"/>
              <a:gd name="csX53" fmla="*/ 345885 w 379561"/>
              <a:gd name="csY53" fmla="*/ 204322 h 415583"/>
              <a:gd name="csX54" fmla="*/ 358173 w 379561"/>
              <a:gd name="csY54" fmla="*/ 192088 h 415583"/>
              <a:gd name="csX55" fmla="*/ 365209 w 379561"/>
              <a:gd name="csY55" fmla="*/ 177533 h 415583"/>
              <a:gd name="csX56" fmla="*/ 378528 w 379561"/>
              <a:gd name="csY56" fmla="*/ 217259 h 415583"/>
              <a:gd name="csX57" fmla="*/ 379561 w 379561"/>
              <a:gd name="csY57" fmla="*/ 233192 h 415583"/>
              <a:gd name="csX58" fmla="*/ 368302 w 379561"/>
              <a:gd name="csY58" fmla="*/ 234810 h 415583"/>
              <a:gd name="csX59" fmla="*/ 342845 w 379561"/>
              <a:gd name="csY59" fmla="*/ 234877 h 415583"/>
              <a:gd name="csX60" fmla="*/ 294625 w 379561"/>
              <a:gd name="csY60" fmla="*/ 235311 h 415583"/>
              <a:gd name="csX61" fmla="*/ 265550 w 379561"/>
              <a:gd name="csY61" fmla="*/ 264572 h 415583"/>
              <a:gd name="csX62" fmla="*/ 257155 w 379561"/>
              <a:gd name="csY62" fmla="*/ 290178 h 415583"/>
              <a:gd name="csX63" fmla="*/ 253059 w 379561"/>
              <a:gd name="csY63" fmla="*/ 303293 h 415583"/>
              <a:gd name="csX64" fmla="*/ 248021 w 379561"/>
              <a:gd name="csY64" fmla="*/ 307811 h 415583"/>
              <a:gd name="csX65" fmla="*/ 241573 w 379561"/>
              <a:gd name="csY65" fmla="*/ 316201 h 415583"/>
              <a:gd name="csX66" fmla="*/ 230054 w 379561"/>
              <a:gd name="csY66" fmla="*/ 378609 h 415583"/>
              <a:gd name="csX67" fmla="*/ 225886 w 379561"/>
              <a:gd name="csY67" fmla="*/ 411224 h 415583"/>
              <a:gd name="csX68" fmla="*/ 203090 w 379561"/>
              <a:gd name="csY68" fmla="*/ 414284 h 4155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Lst>
            <a:rect l="l" t="t" r="r" b="b"/>
            <a:pathLst>
              <a:path w="379561" h="415583">
                <a:moveTo>
                  <a:pt x="203090" y="414284"/>
                </a:moveTo>
                <a:cubicBezTo>
                  <a:pt x="200763" y="412907"/>
                  <a:pt x="198058" y="408583"/>
                  <a:pt x="197077" y="404675"/>
                </a:cubicBezTo>
                <a:cubicBezTo>
                  <a:pt x="196096" y="400766"/>
                  <a:pt x="193933" y="396703"/>
                  <a:pt x="192271" y="395646"/>
                </a:cubicBezTo>
                <a:cubicBezTo>
                  <a:pt x="187214" y="392429"/>
                  <a:pt x="177806" y="393412"/>
                  <a:pt x="171007" y="397866"/>
                </a:cubicBezTo>
                <a:cubicBezTo>
                  <a:pt x="162395" y="403509"/>
                  <a:pt x="159848" y="400293"/>
                  <a:pt x="166946" y="392738"/>
                </a:cubicBezTo>
                <a:cubicBezTo>
                  <a:pt x="171625" y="387757"/>
                  <a:pt x="172379" y="384679"/>
                  <a:pt x="171214" y="375323"/>
                </a:cubicBezTo>
                <a:cubicBezTo>
                  <a:pt x="170436" y="369072"/>
                  <a:pt x="169226" y="362133"/>
                  <a:pt x="168526" y="359903"/>
                </a:cubicBezTo>
                <a:cubicBezTo>
                  <a:pt x="167058" y="355229"/>
                  <a:pt x="141404" y="346384"/>
                  <a:pt x="135682" y="348579"/>
                </a:cubicBezTo>
                <a:cubicBezTo>
                  <a:pt x="133235" y="349518"/>
                  <a:pt x="131342" y="348128"/>
                  <a:pt x="130456" y="344743"/>
                </a:cubicBezTo>
                <a:cubicBezTo>
                  <a:pt x="129618" y="341535"/>
                  <a:pt x="126946" y="339434"/>
                  <a:pt x="123707" y="339434"/>
                </a:cubicBezTo>
                <a:cubicBezTo>
                  <a:pt x="119877" y="339434"/>
                  <a:pt x="116504" y="335800"/>
                  <a:pt x="111898" y="326710"/>
                </a:cubicBezTo>
                <a:cubicBezTo>
                  <a:pt x="108351" y="319711"/>
                  <a:pt x="104266" y="313253"/>
                  <a:pt x="102819" y="312359"/>
                </a:cubicBezTo>
                <a:cubicBezTo>
                  <a:pt x="101373" y="311465"/>
                  <a:pt x="100189" y="307575"/>
                  <a:pt x="100189" y="303716"/>
                </a:cubicBezTo>
                <a:cubicBezTo>
                  <a:pt x="100189" y="299856"/>
                  <a:pt x="98526" y="294325"/>
                  <a:pt x="96495" y="291424"/>
                </a:cubicBezTo>
                <a:cubicBezTo>
                  <a:pt x="94463" y="288523"/>
                  <a:pt x="92041" y="278733"/>
                  <a:pt x="91114" y="269668"/>
                </a:cubicBezTo>
                <a:cubicBezTo>
                  <a:pt x="89247" y="251425"/>
                  <a:pt x="83480" y="238096"/>
                  <a:pt x="73368" y="228658"/>
                </a:cubicBezTo>
                <a:cubicBezTo>
                  <a:pt x="67157" y="222862"/>
                  <a:pt x="65968" y="222650"/>
                  <a:pt x="56149" y="225592"/>
                </a:cubicBezTo>
                <a:cubicBezTo>
                  <a:pt x="44901" y="228962"/>
                  <a:pt x="38234" y="226507"/>
                  <a:pt x="38234" y="218995"/>
                </a:cubicBezTo>
                <a:cubicBezTo>
                  <a:pt x="38234" y="211509"/>
                  <a:pt x="24381" y="188100"/>
                  <a:pt x="14702" y="179229"/>
                </a:cubicBezTo>
                <a:cubicBezTo>
                  <a:pt x="9187" y="174175"/>
                  <a:pt x="4675" y="168131"/>
                  <a:pt x="4675" y="165798"/>
                </a:cubicBezTo>
                <a:cubicBezTo>
                  <a:pt x="4675" y="163466"/>
                  <a:pt x="3368" y="158689"/>
                  <a:pt x="1771" y="155184"/>
                </a:cubicBezTo>
                <a:cubicBezTo>
                  <a:pt x="-157" y="150952"/>
                  <a:pt x="-513" y="141373"/>
                  <a:pt x="712" y="126667"/>
                </a:cubicBezTo>
                <a:lnTo>
                  <a:pt x="2557" y="104522"/>
                </a:lnTo>
                <a:lnTo>
                  <a:pt x="16402" y="104522"/>
                </a:lnTo>
                <a:cubicBezTo>
                  <a:pt x="30035" y="104522"/>
                  <a:pt x="42866" y="100703"/>
                  <a:pt x="46584" y="95540"/>
                </a:cubicBezTo>
                <a:cubicBezTo>
                  <a:pt x="47627" y="94091"/>
                  <a:pt x="48499" y="87568"/>
                  <a:pt x="48520" y="81044"/>
                </a:cubicBezTo>
                <a:cubicBezTo>
                  <a:pt x="48549" y="72518"/>
                  <a:pt x="50004" y="67875"/>
                  <a:pt x="53693" y="64536"/>
                </a:cubicBezTo>
                <a:cubicBezTo>
                  <a:pt x="57798" y="60822"/>
                  <a:pt x="58508" y="57895"/>
                  <a:pt x="57236" y="49938"/>
                </a:cubicBezTo>
                <a:cubicBezTo>
                  <a:pt x="55795" y="40930"/>
                  <a:pt x="56182" y="39986"/>
                  <a:pt x="61307" y="39986"/>
                </a:cubicBezTo>
                <a:cubicBezTo>
                  <a:pt x="64421" y="39986"/>
                  <a:pt x="69340" y="38717"/>
                  <a:pt x="72238" y="37166"/>
                </a:cubicBezTo>
                <a:cubicBezTo>
                  <a:pt x="76432" y="34922"/>
                  <a:pt x="77183" y="32731"/>
                  <a:pt x="75921" y="26420"/>
                </a:cubicBezTo>
                <a:cubicBezTo>
                  <a:pt x="74260" y="18119"/>
                  <a:pt x="79648" y="9008"/>
                  <a:pt x="86217" y="9008"/>
                </a:cubicBezTo>
                <a:cubicBezTo>
                  <a:pt x="88031" y="9008"/>
                  <a:pt x="90286" y="6579"/>
                  <a:pt x="91229" y="3610"/>
                </a:cubicBezTo>
                <a:cubicBezTo>
                  <a:pt x="92878" y="-1587"/>
                  <a:pt x="93226" y="-1498"/>
                  <a:pt x="100572" y="6016"/>
                </a:cubicBezTo>
                <a:cubicBezTo>
                  <a:pt x="104769" y="10308"/>
                  <a:pt x="111640" y="14575"/>
                  <a:pt x="115842" y="15498"/>
                </a:cubicBezTo>
                <a:cubicBezTo>
                  <a:pt x="120151" y="16445"/>
                  <a:pt x="126350" y="20937"/>
                  <a:pt x="130061" y="25801"/>
                </a:cubicBezTo>
                <a:cubicBezTo>
                  <a:pt x="137904" y="36084"/>
                  <a:pt x="151245" y="41900"/>
                  <a:pt x="153502" y="36020"/>
                </a:cubicBezTo>
                <a:cubicBezTo>
                  <a:pt x="155231" y="31515"/>
                  <a:pt x="162509" y="31058"/>
                  <a:pt x="166647" y="35196"/>
                </a:cubicBezTo>
                <a:cubicBezTo>
                  <a:pt x="168865" y="37413"/>
                  <a:pt x="171448" y="37384"/>
                  <a:pt x="177014" y="35079"/>
                </a:cubicBezTo>
                <a:cubicBezTo>
                  <a:pt x="186293" y="31236"/>
                  <a:pt x="197119" y="34830"/>
                  <a:pt x="199575" y="42570"/>
                </a:cubicBezTo>
                <a:cubicBezTo>
                  <a:pt x="202586" y="52057"/>
                  <a:pt x="211392" y="47722"/>
                  <a:pt x="223114" y="30983"/>
                </a:cubicBezTo>
                <a:cubicBezTo>
                  <a:pt x="231922" y="18404"/>
                  <a:pt x="235698" y="15160"/>
                  <a:pt x="243392" y="13562"/>
                </a:cubicBezTo>
                <a:cubicBezTo>
                  <a:pt x="248841" y="12430"/>
                  <a:pt x="254889" y="12690"/>
                  <a:pt x="257664" y="14175"/>
                </a:cubicBezTo>
                <a:cubicBezTo>
                  <a:pt x="260313" y="15593"/>
                  <a:pt x="265874" y="16753"/>
                  <a:pt x="270020" y="16753"/>
                </a:cubicBezTo>
                <a:cubicBezTo>
                  <a:pt x="275778" y="16753"/>
                  <a:pt x="280624" y="19992"/>
                  <a:pt x="290519" y="30455"/>
                </a:cubicBezTo>
                <a:cubicBezTo>
                  <a:pt x="297647" y="37991"/>
                  <a:pt x="305474" y="48017"/>
                  <a:pt x="307913" y="52734"/>
                </a:cubicBezTo>
                <a:cubicBezTo>
                  <a:pt x="312104" y="60839"/>
                  <a:pt x="312105" y="61851"/>
                  <a:pt x="307918" y="71135"/>
                </a:cubicBezTo>
                <a:cubicBezTo>
                  <a:pt x="304686" y="78303"/>
                  <a:pt x="303961" y="84117"/>
                  <a:pt x="305239" y="92635"/>
                </a:cubicBezTo>
                <a:cubicBezTo>
                  <a:pt x="306699" y="102374"/>
                  <a:pt x="305896" y="106269"/>
                  <a:pt x="300393" y="116124"/>
                </a:cubicBezTo>
                <a:cubicBezTo>
                  <a:pt x="293385" y="128678"/>
                  <a:pt x="292058" y="136701"/>
                  <a:pt x="296534" y="139467"/>
                </a:cubicBezTo>
                <a:cubicBezTo>
                  <a:pt x="298276" y="140544"/>
                  <a:pt x="297669" y="142329"/>
                  <a:pt x="294862" y="144381"/>
                </a:cubicBezTo>
                <a:cubicBezTo>
                  <a:pt x="289162" y="148549"/>
                  <a:pt x="291010" y="155821"/>
                  <a:pt x="302443" y="174221"/>
                </a:cubicBezTo>
                <a:cubicBezTo>
                  <a:pt x="315893" y="195868"/>
                  <a:pt x="320598" y="200036"/>
                  <a:pt x="331579" y="200036"/>
                </a:cubicBezTo>
                <a:cubicBezTo>
                  <a:pt x="336873" y="200036"/>
                  <a:pt x="343264" y="201951"/>
                  <a:pt x="345885" y="204322"/>
                </a:cubicBezTo>
                <a:cubicBezTo>
                  <a:pt x="351730" y="209612"/>
                  <a:pt x="352148" y="209195"/>
                  <a:pt x="358173" y="192088"/>
                </a:cubicBezTo>
                <a:cubicBezTo>
                  <a:pt x="360854" y="184473"/>
                  <a:pt x="364021" y="177924"/>
                  <a:pt x="365209" y="177533"/>
                </a:cubicBezTo>
                <a:cubicBezTo>
                  <a:pt x="369150" y="176239"/>
                  <a:pt x="377478" y="201079"/>
                  <a:pt x="378528" y="217259"/>
                </a:cubicBezTo>
                <a:lnTo>
                  <a:pt x="379561" y="233192"/>
                </a:lnTo>
                <a:lnTo>
                  <a:pt x="368302" y="234810"/>
                </a:lnTo>
                <a:cubicBezTo>
                  <a:pt x="362110" y="235699"/>
                  <a:pt x="350654" y="235730"/>
                  <a:pt x="342845" y="234877"/>
                </a:cubicBezTo>
                <a:cubicBezTo>
                  <a:pt x="300900" y="230295"/>
                  <a:pt x="296475" y="230334"/>
                  <a:pt x="294625" y="235311"/>
                </a:cubicBezTo>
                <a:cubicBezTo>
                  <a:pt x="292370" y="241375"/>
                  <a:pt x="269321" y="264572"/>
                  <a:pt x="265550" y="264572"/>
                </a:cubicBezTo>
                <a:cubicBezTo>
                  <a:pt x="261474" y="264572"/>
                  <a:pt x="258070" y="274955"/>
                  <a:pt x="257155" y="290178"/>
                </a:cubicBezTo>
                <a:cubicBezTo>
                  <a:pt x="256642" y="298710"/>
                  <a:pt x="255211" y="303293"/>
                  <a:pt x="253059" y="303293"/>
                </a:cubicBezTo>
                <a:cubicBezTo>
                  <a:pt x="251239" y="303294"/>
                  <a:pt x="248973" y="305327"/>
                  <a:pt x="248021" y="307811"/>
                </a:cubicBezTo>
                <a:cubicBezTo>
                  <a:pt x="247070" y="310296"/>
                  <a:pt x="244168" y="314071"/>
                  <a:pt x="241573" y="316201"/>
                </a:cubicBezTo>
                <a:cubicBezTo>
                  <a:pt x="235220" y="321415"/>
                  <a:pt x="231367" y="342287"/>
                  <a:pt x="230054" y="378609"/>
                </a:cubicBezTo>
                <a:cubicBezTo>
                  <a:pt x="229366" y="397612"/>
                  <a:pt x="227827" y="409663"/>
                  <a:pt x="225886" y="411224"/>
                </a:cubicBezTo>
                <a:cubicBezTo>
                  <a:pt x="220922" y="415217"/>
                  <a:pt x="207671" y="416995"/>
                  <a:pt x="203090" y="414284"/>
                </a:cubicBezTo>
                <a:close/>
              </a:path>
            </a:pathLst>
          </a:custGeom>
          <a:solidFill>
            <a:srgbClr val="B9B9B9"/>
          </a:solidFill>
          <a:ln w="5163" cap="flat">
            <a:noFill/>
            <a:prstDash val="solid"/>
            <a:miter/>
          </a:ln>
        </p:spPr>
        <p:txBody>
          <a:bodyPr/>
          <a:lstStyle/>
          <a:p>
            <a:endParaRPr lang="es-419" noProof="0" dirty="0"/>
          </a:p>
        </p:txBody>
      </p:sp>
      <p:sp>
        <p:nvSpPr>
          <p:cNvPr id="54" name="Forma libre: forma 53">
            <a:extLst>
              <a:ext uri="{FF2B5EF4-FFF2-40B4-BE49-F238E27FC236}">
                <a16:creationId xmlns:a16="http://schemas.microsoft.com/office/drawing/2014/main" id="{2436FCA6-0F23-E490-438A-AB2D1397266C}"/>
              </a:ext>
            </a:extLst>
          </p:cNvPr>
          <p:cNvSpPr/>
          <p:nvPr/>
        </p:nvSpPr>
        <p:spPr>
          <a:xfrm>
            <a:off x="845627" y="1846993"/>
            <a:ext cx="4301" cy="5162"/>
          </a:xfrm>
          <a:custGeom>
            <a:avLst/>
            <a:gdLst>
              <a:gd name="csX0" fmla="*/ 4301 w 4301"/>
              <a:gd name="csY0" fmla="*/ 2581 h 5162"/>
              <a:gd name="csX1" fmla="*/ 1567 w 4301"/>
              <a:gd name="csY1" fmla="*/ 0 h 5162"/>
              <a:gd name="csX2" fmla="*/ 429 w 4301"/>
              <a:gd name="csY2" fmla="*/ 2581 h 5162"/>
              <a:gd name="csX3" fmla="*/ 3163 w 4301"/>
              <a:gd name="csY3" fmla="*/ 5163 h 5162"/>
              <a:gd name="csX4" fmla="*/ 4301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4301" y="2581"/>
                </a:moveTo>
                <a:cubicBezTo>
                  <a:pt x="4301" y="1162"/>
                  <a:pt x="3071" y="0"/>
                  <a:pt x="1567" y="0"/>
                </a:cubicBezTo>
                <a:cubicBezTo>
                  <a:pt x="64" y="0"/>
                  <a:pt x="-449" y="1162"/>
                  <a:pt x="429" y="2581"/>
                </a:cubicBezTo>
                <a:cubicBezTo>
                  <a:pt x="1306" y="4001"/>
                  <a:pt x="2537" y="5163"/>
                  <a:pt x="3163" y="5163"/>
                </a:cubicBezTo>
                <a:cubicBezTo>
                  <a:pt x="3789" y="5163"/>
                  <a:pt x="4301" y="4001"/>
                  <a:pt x="4301" y="2581"/>
                </a:cubicBezTo>
                <a:close/>
              </a:path>
            </a:pathLst>
          </a:custGeom>
          <a:solidFill>
            <a:srgbClr val="00C100"/>
          </a:solidFill>
          <a:ln w="5163" cap="flat">
            <a:noFill/>
            <a:prstDash val="solid"/>
            <a:miter/>
          </a:ln>
        </p:spPr>
        <p:txBody>
          <a:bodyPr/>
          <a:lstStyle/>
          <a:p>
            <a:endParaRPr lang="es-419" noProof="0" dirty="0"/>
          </a:p>
        </p:txBody>
      </p:sp>
      <p:sp>
        <p:nvSpPr>
          <p:cNvPr id="55" name="Forma libre: forma 54">
            <a:extLst>
              <a:ext uri="{FF2B5EF4-FFF2-40B4-BE49-F238E27FC236}">
                <a16:creationId xmlns:a16="http://schemas.microsoft.com/office/drawing/2014/main" id="{260B9A5A-075D-C0B2-36FD-C8D1D25C42DD}"/>
              </a:ext>
            </a:extLst>
          </p:cNvPr>
          <p:cNvSpPr/>
          <p:nvPr/>
        </p:nvSpPr>
        <p:spPr>
          <a:xfrm>
            <a:off x="1407174" y="1572075"/>
            <a:ext cx="229470" cy="427142"/>
          </a:xfrm>
          <a:custGeom>
            <a:avLst/>
            <a:gdLst>
              <a:gd name="csX0" fmla="*/ 59479 w 229470"/>
              <a:gd name="csY0" fmla="*/ 423996 h 427142"/>
              <a:gd name="csX1" fmla="*/ 59694 w 229470"/>
              <a:gd name="csY1" fmla="*/ 396698 h 427142"/>
              <a:gd name="csX2" fmla="*/ 53195 w 229470"/>
              <a:gd name="csY2" fmla="*/ 362114 h 427142"/>
              <a:gd name="csX3" fmla="*/ 47446 w 229470"/>
              <a:gd name="csY3" fmla="*/ 337138 h 427142"/>
              <a:gd name="csX4" fmla="*/ 40306 w 229470"/>
              <a:gd name="csY4" fmla="*/ 312349 h 427142"/>
              <a:gd name="csX5" fmla="*/ 32609 w 229470"/>
              <a:gd name="csY5" fmla="*/ 289116 h 427142"/>
              <a:gd name="csX6" fmla="*/ 35070 w 229470"/>
              <a:gd name="csY6" fmla="*/ 271899 h 427142"/>
              <a:gd name="csX7" fmla="*/ 32418 w 229470"/>
              <a:gd name="csY7" fmla="*/ 260780 h 427142"/>
              <a:gd name="csX8" fmla="*/ 33172 w 229470"/>
              <a:gd name="csY8" fmla="*/ 247019 h 427142"/>
              <a:gd name="csX9" fmla="*/ 57856 w 229470"/>
              <a:gd name="csY9" fmla="*/ 240981 h 427142"/>
              <a:gd name="csX10" fmla="*/ 80243 w 229470"/>
              <a:gd name="csY10" fmla="*/ 236439 h 427142"/>
              <a:gd name="csX11" fmla="*/ 76436 w 229470"/>
              <a:gd name="csY11" fmla="*/ 228427 h 427142"/>
              <a:gd name="csX12" fmla="*/ 66283 w 229470"/>
              <a:gd name="csY12" fmla="*/ 225870 h 427142"/>
              <a:gd name="csX13" fmla="*/ 61369 w 229470"/>
              <a:gd name="csY13" fmla="*/ 221998 h 427142"/>
              <a:gd name="csX14" fmla="*/ 54487 w 229470"/>
              <a:gd name="csY14" fmla="*/ 218126 h 427142"/>
              <a:gd name="csX15" fmla="*/ 50882 w 229470"/>
              <a:gd name="csY15" fmla="*/ 215226 h 427142"/>
              <a:gd name="csX16" fmla="*/ 39078 w 229470"/>
              <a:gd name="csY16" fmla="*/ 199827 h 427142"/>
              <a:gd name="csX17" fmla="*/ 27028 w 229470"/>
              <a:gd name="csY17" fmla="*/ 179593 h 427142"/>
              <a:gd name="csX18" fmla="*/ 26078 w 229470"/>
              <a:gd name="csY18" fmla="*/ 170317 h 427142"/>
              <a:gd name="csX19" fmla="*/ 23581 w 229470"/>
              <a:gd name="csY19" fmla="*/ 162984 h 427142"/>
              <a:gd name="csX20" fmla="*/ 11790 w 229470"/>
              <a:gd name="csY20" fmla="*/ 145065 h 427142"/>
              <a:gd name="csX21" fmla="*/ 0 w 229470"/>
              <a:gd name="csY21" fmla="*/ 132934 h 427142"/>
              <a:gd name="csX22" fmla="*/ 16266 w 229470"/>
              <a:gd name="csY22" fmla="*/ 118970 h 427142"/>
              <a:gd name="csX23" fmla="*/ 37313 w 229470"/>
              <a:gd name="csY23" fmla="*/ 107565 h 427142"/>
              <a:gd name="csX24" fmla="*/ 42526 w 229470"/>
              <a:gd name="csY24" fmla="*/ 109268 h 427142"/>
              <a:gd name="csX25" fmla="*/ 48759 w 229470"/>
              <a:gd name="csY25" fmla="*/ 100129 h 427142"/>
              <a:gd name="csX26" fmla="*/ 49251 w 229470"/>
              <a:gd name="csY26" fmla="*/ 64399 h 427142"/>
              <a:gd name="csX27" fmla="*/ 38960 w 229470"/>
              <a:gd name="csY27" fmla="*/ 62708 h 427142"/>
              <a:gd name="csX28" fmla="*/ 28744 w 229470"/>
              <a:gd name="csY28" fmla="*/ 61040 h 427142"/>
              <a:gd name="csX29" fmla="*/ 53379 w 229470"/>
              <a:gd name="csY29" fmla="*/ 39197 h 427142"/>
              <a:gd name="csX30" fmla="*/ 71905 w 229470"/>
              <a:gd name="csY30" fmla="*/ 19485 h 427142"/>
              <a:gd name="csX31" fmla="*/ 90959 w 229470"/>
              <a:gd name="csY31" fmla="*/ 8717 h 427142"/>
              <a:gd name="csX32" fmla="*/ 109824 w 229470"/>
              <a:gd name="csY32" fmla="*/ 6256 h 427142"/>
              <a:gd name="csX33" fmla="*/ 121001 w 229470"/>
              <a:gd name="csY33" fmla="*/ 2822 h 427142"/>
              <a:gd name="csX34" fmla="*/ 122428 w 229470"/>
              <a:gd name="csY34" fmla="*/ 8347 h 427142"/>
              <a:gd name="csX35" fmla="*/ 111269 w 229470"/>
              <a:gd name="csY35" fmla="*/ 31492 h 427142"/>
              <a:gd name="csX36" fmla="*/ 125654 w 229470"/>
              <a:gd name="csY36" fmla="*/ 68353 h 427142"/>
              <a:gd name="csX37" fmla="*/ 129394 w 229470"/>
              <a:gd name="csY37" fmla="*/ 83822 h 427142"/>
              <a:gd name="csX38" fmla="*/ 132621 w 229470"/>
              <a:gd name="csY38" fmla="*/ 87380 h 427142"/>
              <a:gd name="csX39" fmla="*/ 129420 w 229470"/>
              <a:gd name="csY39" fmla="*/ 96950 h 427142"/>
              <a:gd name="csX40" fmla="*/ 135228 w 229470"/>
              <a:gd name="csY40" fmla="*/ 104581 h 427142"/>
              <a:gd name="csX41" fmla="*/ 149666 w 229470"/>
              <a:gd name="csY41" fmla="*/ 122913 h 427142"/>
              <a:gd name="csX42" fmla="*/ 159752 w 229470"/>
              <a:gd name="csY42" fmla="*/ 139280 h 427142"/>
              <a:gd name="csX43" fmla="*/ 168181 w 229470"/>
              <a:gd name="csY43" fmla="*/ 148315 h 427142"/>
              <a:gd name="csX44" fmla="*/ 179067 w 229470"/>
              <a:gd name="csY44" fmla="*/ 159986 h 427142"/>
              <a:gd name="csX45" fmla="*/ 189769 w 229470"/>
              <a:gd name="csY45" fmla="*/ 164249 h 427142"/>
              <a:gd name="csX46" fmla="*/ 197030 w 229470"/>
              <a:gd name="csY46" fmla="*/ 167037 h 427142"/>
              <a:gd name="csX47" fmla="*/ 208574 w 229470"/>
              <a:gd name="csY47" fmla="*/ 163915 h 427142"/>
              <a:gd name="csX48" fmla="*/ 216996 w 229470"/>
              <a:gd name="csY48" fmla="*/ 163915 h 427142"/>
              <a:gd name="csX49" fmla="*/ 217738 w 229470"/>
              <a:gd name="csY49" fmla="*/ 187794 h 427142"/>
              <a:gd name="csX50" fmla="*/ 224437 w 229470"/>
              <a:gd name="csY50" fmla="*/ 212516 h 427142"/>
              <a:gd name="csX51" fmla="*/ 229386 w 229470"/>
              <a:gd name="csY51" fmla="*/ 216389 h 427142"/>
              <a:gd name="csX52" fmla="*/ 185958 w 229470"/>
              <a:gd name="csY52" fmla="*/ 248433 h 427142"/>
              <a:gd name="csX53" fmla="*/ 168142 w 229470"/>
              <a:gd name="csY53" fmla="*/ 261325 h 427142"/>
              <a:gd name="csX54" fmla="*/ 158371 w 229470"/>
              <a:gd name="csY54" fmla="*/ 277501 h 427142"/>
              <a:gd name="csX55" fmla="*/ 143795 w 229470"/>
              <a:gd name="csY55" fmla="*/ 286536 h 427142"/>
              <a:gd name="csX56" fmla="*/ 128870 w 229470"/>
              <a:gd name="csY56" fmla="*/ 295569 h 427142"/>
              <a:gd name="csX57" fmla="*/ 127129 w 229470"/>
              <a:gd name="csY57" fmla="*/ 308193 h 427142"/>
              <a:gd name="csX58" fmla="*/ 130400 w 229470"/>
              <a:gd name="csY58" fmla="*/ 326436 h 427142"/>
              <a:gd name="csX59" fmla="*/ 134994 w 229470"/>
              <a:gd name="csY59" fmla="*/ 349937 h 427142"/>
              <a:gd name="csX60" fmla="*/ 142327 w 229470"/>
              <a:gd name="csY60" fmla="*/ 362849 h 427142"/>
              <a:gd name="csX61" fmla="*/ 123210 w 229470"/>
              <a:gd name="csY61" fmla="*/ 373013 h 427142"/>
              <a:gd name="csX62" fmla="*/ 101651 w 229470"/>
              <a:gd name="csY62" fmla="*/ 397639 h 427142"/>
              <a:gd name="csX63" fmla="*/ 95883 w 229470"/>
              <a:gd name="csY63" fmla="*/ 407869 h 427142"/>
              <a:gd name="csX64" fmla="*/ 86571 w 229470"/>
              <a:gd name="csY64" fmla="*/ 418453 h 427142"/>
              <a:gd name="csX65" fmla="*/ 80167 w 229470"/>
              <a:gd name="csY65" fmla="*/ 421479 h 427142"/>
              <a:gd name="csX66" fmla="*/ 70822 w 229470"/>
              <a:gd name="csY66" fmla="*/ 423763 h 427142"/>
              <a:gd name="csX67" fmla="*/ 59479 w 229470"/>
              <a:gd name="csY67" fmla="*/ 423996 h 42714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Lst>
            <a:rect l="l" t="t" r="r" b="b"/>
            <a:pathLst>
              <a:path w="229470" h="427142">
                <a:moveTo>
                  <a:pt x="59479" y="423996"/>
                </a:moveTo>
                <a:cubicBezTo>
                  <a:pt x="59345" y="422222"/>
                  <a:pt x="59442" y="409937"/>
                  <a:pt x="59694" y="396698"/>
                </a:cubicBezTo>
                <a:cubicBezTo>
                  <a:pt x="60117" y="374482"/>
                  <a:pt x="59616" y="371817"/>
                  <a:pt x="53195" y="362114"/>
                </a:cubicBezTo>
                <a:cubicBezTo>
                  <a:pt x="47165" y="353002"/>
                  <a:pt x="46399" y="349674"/>
                  <a:pt x="47446" y="337138"/>
                </a:cubicBezTo>
                <a:cubicBezTo>
                  <a:pt x="48558" y="323819"/>
                  <a:pt x="47993" y="321857"/>
                  <a:pt x="40306" y="312349"/>
                </a:cubicBezTo>
                <a:cubicBezTo>
                  <a:pt x="33058" y="303383"/>
                  <a:pt x="32044" y="300323"/>
                  <a:pt x="32609" y="289116"/>
                </a:cubicBezTo>
                <a:cubicBezTo>
                  <a:pt x="32967" y="282017"/>
                  <a:pt x="34074" y="274269"/>
                  <a:pt x="35070" y="271899"/>
                </a:cubicBezTo>
                <a:cubicBezTo>
                  <a:pt x="36124" y="269390"/>
                  <a:pt x="35017" y="264746"/>
                  <a:pt x="32418" y="260780"/>
                </a:cubicBezTo>
                <a:cubicBezTo>
                  <a:pt x="28144" y="254257"/>
                  <a:pt x="28176" y="253678"/>
                  <a:pt x="33172" y="247019"/>
                </a:cubicBezTo>
                <a:cubicBezTo>
                  <a:pt x="38159" y="240374"/>
                  <a:pt x="39247" y="240108"/>
                  <a:pt x="57856" y="240981"/>
                </a:cubicBezTo>
                <a:cubicBezTo>
                  <a:pt x="75524" y="241809"/>
                  <a:pt x="77593" y="241390"/>
                  <a:pt x="80243" y="236439"/>
                </a:cubicBezTo>
                <a:cubicBezTo>
                  <a:pt x="82790" y="231679"/>
                  <a:pt x="82305" y="230659"/>
                  <a:pt x="76436" y="228427"/>
                </a:cubicBezTo>
                <a:cubicBezTo>
                  <a:pt x="72737" y="227021"/>
                  <a:pt x="68168" y="225870"/>
                  <a:pt x="66283" y="225870"/>
                </a:cubicBezTo>
                <a:cubicBezTo>
                  <a:pt x="64397" y="225870"/>
                  <a:pt x="62186" y="224127"/>
                  <a:pt x="61369" y="221998"/>
                </a:cubicBezTo>
                <a:cubicBezTo>
                  <a:pt x="60552" y="219868"/>
                  <a:pt x="57455" y="218126"/>
                  <a:pt x="54487" y="218126"/>
                </a:cubicBezTo>
                <a:cubicBezTo>
                  <a:pt x="51152" y="218126"/>
                  <a:pt x="49775" y="217018"/>
                  <a:pt x="50882" y="215226"/>
                </a:cubicBezTo>
                <a:cubicBezTo>
                  <a:pt x="51914" y="213556"/>
                  <a:pt x="46909" y="207027"/>
                  <a:pt x="39078" y="199827"/>
                </a:cubicBezTo>
                <a:cubicBezTo>
                  <a:pt x="27017" y="188739"/>
                  <a:pt x="25656" y="186453"/>
                  <a:pt x="27028" y="179593"/>
                </a:cubicBezTo>
                <a:cubicBezTo>
                  <a:pt x="27878" y="175340"/>
                  <a:pt x="27451" y="171165"/>
                  <a:pt x="26078" y="170317"/>
                </a:cubicBezTo>
                <a:cubicBezTo>
                  <a:pt x="24704" y="169468"/>
                  <a:pt x="23581" y="166168"/>
                  <a:pt x="23581" y="162984"/>
                </a:cubicBezTo>
                <a:cubicBezTo>
                  <a:pt x="23581" y="159602"/>
                  <a:pt x="18679" y="152152"/>
                  <a:pt x="11790" y="145065"/>
                </a:cubicBezTo>
                <a:lnTo>
                  <a:pt x="0" y="132934"/>
                </a:lnTo>
                <a:lnTo>
                  <a:pt x="16266" y="118970"/>
                </a:lnTo>
                <a:cubicBezTo>
                  <a:pt x="29571" y="107549"/>
                  <a:pt x="33403" y="105472"/>
                  <a:pt x="37313" y="107565"/>
                </a:cubicBezTo>
                <a:cubicBezTo>
                  <a:pt x="39942" y="108972"/>
                  <a:pt x="42288" y="109738"/>
                  <a:pt x="42526" y="109268"/>
                </a:cubicBezTo>
                <a:cubicBezTo>
                  <a:pt x="42764" y="108799"/>
                  <a:pt x="45569" y="104686"/>
                  <a:pt x="48759" y="100129"/>
                </a:cubicBezTo>
                <a:cubicBezTo>
                  <a:pt x="56473" y="89108"/>
                  <a:pt x="56720" y="71159"/>
                  <a:pt x="49251" y="64399"/>
                </a:cubicBezTo>
                <a:cubicBezTo>
                  <a:pt x="44880" y="60443"/>
                  <a:pt x="43064" y="60145"/>
                  <a:pt x="38960" y="62708"/>
                </a:cubicBezTo>
                <a:cubicBezTo>
                  <a:pt x="31928" y="67099"/>
                  <a:pt x="28744" y="66579"/>
                  <a:pt x="28744" y="61040"/>
                </a:cubicBezTo>
                <a:cubicBezTo>
                  <a:pt x="28744" y="53145"/>
                  <a:pt x="42480" y="40966"/>
                  <a:pt x="53379" y="39197"/>
                </a:cubicBezTo>
                <a:cubicBezTo>
                  <a:pt x="66115" y="37130"/>
                  <a:pt x="70109" y="32880"/>
                  <a:pt x="71905" y="19485"/>
                </a:cubicBezTo>
                <a:cubicBezTo>
                  <a:pt x="73827" y="5162"/>
                  <a:pt x="82115" y="478"/>
                  <a:pt x="90959" y="8717"/>
                </a:cubicBezTo>
                <a:cubicBezTo>
                  <a:pt x="98823" y="16043"/>
                  <a:pt x="101930" y="15638"/>
                  <a:pt x="109824" y="6256"/>
                </a:cubicBezTo>
                <a:cubicBezTo>
                  <a:pt x="116173" y="-1290"/>
                  <a:pt x="116721" y="-1458"/>
                  <a:pt x="121001" y="2822"/>
                </a:cubicBezTo>
                <a:cubicBezTo>
                  <a:pt x="124083" y="5904"/>
                  <a:pt x="124533" y="7646"/>
                  <a:pt x="122428" y="8347"/>
                </a:cubicBezTo>
                <a:cubicBezTo>
                  <a:pt x="108913" y="12852"/>
                  <a:pt x="101196" y="28858"/>
                  <a:pt x="111269" y="31492"/>
                </a:cubicBezTo>
                <a:cubicBezTo>
                  <a:pt x="117751" y="33187"/>
                  <a:pt x="127868" y="59114"/>
                  <a:pt x="125654" y="68353"/>
                </a:cubicBezTo>
                <a:cubicBezTo>
                  <a:pt x="122658" y="80848"/>
                  <a:pt x="122997" y="82249"/>
                  <a:pt x="129394" y="83822"/>
                </a:cubicBezTo>
                <a:cubicBezTo>
                  <a:pt x="133741" y="84890"/>
                  <a:pt x="134786" y="86042"/>
                  <a:pt x="132621" y="87380"/>
                </a:cubicBezTo>
                <a:cubicBezTo>
                  <a:pt x="130861" y="88468"/>
                  <a:pt x="129420" y="92774"/>
                  <a:pt x="129420" y="96950"/>
                </a:cubicBezTo>
                <a:cubicBezTo>
                  <a:pt x="129420" y="103090"/>
                  <a:pt x="130531" y="104549"/>
                  <a:pt x="135228" y="104581"/>
                </a:cubicBezTo>
                <a:cubicBezTo>
                  <a:pt x="144939" y="104647"/>
                  <a:pt x="147895" y="108401"/>
                  <a:pt x="149666" y="122913"/>
                </a:cubicBezTo>
                <a:cubicBezTo>
                  <a:pt x="151241" y="135814"/>
                  <a:pt x="151964" y="136987"/>
                  <a:pt x="159752" y="139280"/>
                </a:cubicBezTo>
                <a:cubicBezTo>
                  <a:pt x="166352" y="141223"/>
                  <a:pt x="168150" y="143150"/>
                  <a:pt x="168181" y="148315"/>
                </a:cubicBezTo>
                <a:cubicBezTo>
                  <a:pt x="168242" y="158306"/>
                  <a:pt x="171565" y="161869"/>
                  <a:pt x="179067" y="159986"/>
                </a:cubicBezTo>
                <a:cubicBezTo>
                  <a:pt x="184111" y="158720"/>
                  <a:pt x="186588" y="159706"/>
                  <a:pt x="189769" y="164249"/>
                </a:cubicBezTo>
                <a:cubicBezTo>
                  <a:pt x="193006" y="168870"/>
                  <a:pt x="194589" y="169478"/>
                  <a:pt x="197030" y="167037"/>
                </a:cubicBezTo>
                <a:cubicBezTo>
                  <a:pt x="198747" y="165320"/>
                  <a:pt x="203942" y="163915"/>
                  <a:pt x="208574" y="163915"/>
                </a:cubicBezTo>
                <a:lnTo>
                  <a:pt x="216996" y="163915"/>
                </a:lnTo>
                <a:lnTo>
                  <a:pt x="217738" y="187794"/>
                </a:lnTo>
                <a:cubicBezTo>
                  <a:pt x="218444" y="210514"/>
                  <a:pt x="218769" y="211713"/>
                  <a:pt x="224437" y="212516"/>
                </a:cubicBezTo>
                <a:cubicBezTo>
                  <a:pt x="227714" y="212981"/>
                  <a:pt x="229940" y="214723"/>
                  <a:pt x="229386" y="216389"/>
                </a:cubicBezTo>
                <a:cubicBezTo>
                  <a:pt x="227670" y="221537"/>
                  <a:pt x="190328" y="249091"/>
                  <a:pt x="185958" y="248433"/>
                </a:cubicBezTo>
                <a:cubicBezTo>
                  <a:pt x="178411" y="247297"/>
                  <a:pt x="168142" y="254728"/>
                  <a:pt x="168142" y="261325"/>
                </a:cubicBezTo>
                <a:cubicBezTo>
                  <a:pt x="168142" y="269993"/>
                  <a:pt x="163608" y="277499"/>
                  <a:pt x="158371" y="277501"/>
                </a:cubicBezTo>
                <a:cubicBezTo>
                  <a:pt x="155936" y="277502"/>
                  <a:pt x="149377" y="281568"/>
                  <a:pt x="143795" y="286536"/>
                </a:cubicBezTo>
                <a:cubicBezTo>
                  <a:pt x="138212" y="291504"/>
                  <a:pt x="131496" y="295569"/>
                  <a:pt x="128870" y="295569"/>
                </a:cubicBezTo>
                <a:cubicBezTo>
                  <a:pt x="121381" y="295569"/>
                  <a:pt x="120392" y="302737"/>
                  <a:pt x="127129" y="308193"/>
                </a:cubicBezTo>
                <a:cubicBezTo>
                  <a:pt x="132769" y="312760"/>
                  <a:pt x="132971" y="313884"/>
                  <a:pt x="130400" y="326436"/>
                </a:cubicBezTo>
                <a:cubicBezTo>
                  <a:pt x="127799" y="339132"/>
                  <a:pt x="128033" y="340327"/>
                  <a:pt x="134994" y="349937"/>
                </a:cubicBezTo>
                <a:cubicBezTo>
                  <a:pt x="139027" y="355505"/>
                  <a:pt x="142327" y="361315"/>
                  <a:pt x="142327" y="362849"/>
                </a:cubicBezTo>
                <a:cubicBezTo>
                  <a:pt x="142327" y="368872"/>
                  <a:pt x="134539" y="373013"/>
                  <a:pt x="123210" y="373013"/>
                </a:cubicBezTo>
                <a:cubicBezTo>
                  <a:pt x="109180" y="373013"/>
                  <a:pt x="103724" y="379244"/>
                  <a:pt x="101651" y="397639"/>
                </a:cubicBezTo>
                <a:cubicBezTo>
                  <a:pt x="100573" y="407198"/>
                  <a:pt x="99540" y="409030"/>
                  <a:pt x="95883" y="407869"/>
                </a:cubicBezTo>
                <a:cubicBezTo>
                  <a:pt x="90324" y="406105"/>
                  <a:pt x="84411" y="412825"/>
                  <a:pt x="86571" y="418453"/>
                </a:cubicBezTo>
                <a:cubicBezTo>
                  <a:pt x="87898" y="421912"/>
                  <a:pt x="86764" y="422448"/>
                  <a:pt x="80167" y="421479"/>
                </a:cubicBezTo>
                <a:cubicBezTo>
                  <a:pt x="74953" y="420714"/>
                  <a:pt x="71686" y="421512"/>
                  <a:pt x="70822" y="423763"/>
                </a:cubicBezTo>
                <a:cubicBezTo>
                  <a:pt x="69146" y="428132"/>
                  <a:pt x="59804" y="428324"/>
                  <a:pt x="59479" y="423996"/>
                </a:cubicBezTo>
                <a:close/>
              </a:path>
            </a:pathLst>
          </a:custGeom>
          <a:solidFill>
            <a:srgbClr val="B9B9B9"/>
          </a:solidFill>
          <a:ln w="5163" cap="flat">
            <a:noFill/>
            <a:prstDash val="solid"/>
            <a:miter/>
          </a:ln>
        </p:spPr>
        <p:txBody>
          <a:bodyPr/>
          <a:lstStyle/>
          <a:p>
            <a:endParaRPr lang="es-419" noProof="0" dirty="0"/>
          </a:p>
        </p:txBody>
      </p:sp>
      <p:sp>
        <p:nvSpPr>
          <p:cNvPr id="56" name="Forma libre: forma 55">
            <a:extLst>
              <a:ext uri="{FF2B5EF4-FFF2-40B4-BE49-F238E27FC236}">
                <a16:creationId xmlns:a16="http://schemas.microsoft.com/office/drawing/2014/main" id="{EF6798C5-4FAB-F9EF-D55F-ED3F93FC3661}"/>
              </a:ext>
            </a:extLst>
          </p:cNvPr>
          <p:cNvSpPr/>
          <p:nvPr/>
        </p:nvSpPr>
        <p:spPr>
          <a:xfrm>
            <a:off x="1184880" y="1375117"/>
            <a:ext cx="334306" cy="498738"/>
          </a:xfrm>
          <a:custGeom>
            <a:avLst/>
            <a:gdLst>
              <a:gd name="csX0" fmla="*/ 247743 w 334306"/>
              <a:gd name="csY0" fmla="*/ 496867 h 498738"/>
              <a:gd name="csX1" fmla="*/ 240505 w 334306"/>
              <a:gd name="csY1" fmla="*/ 493884 h 498738"/>
              <a:gd name="csX2" fmla="*/ 219827 w 334306"/>
              <a:gd name="csY2" fmla="*/ 476477 h 498738"/>
              <a:gd name="csX3" fmla="*/ 204292 w 334306"/>
              <a:gd name="csY3" fmla="*/ 470138 h 498738"/>
              <a:gd name="csX4" fmla="*/ 191180 w 334306"/>
              <a:gd name="csY4" fmla="*/ 465927 h 498738"/>
              <a:gd name="csX5" fmla="*/ 185245 w 334306"/>
              <a:gd name="csY5" fmla="*/ 460255 h 498738"/>
              <a:gd name="csX6" fmla="*/ 179372 w 334306"/>
              <a:gd name="csY6" fmla="*/ 456383 h 498738"/>
              <a:gd name="csX7" fmla="*/ 119384 w 334306"/>
              <a:gd name="csY7" fmla="*/ 437991 h 498738"/>
              <a:gd name="csX8" fmla="*/ 89617 w 334306"/>
              <a:gd name="csY8" fmla="*/ 463480 h 498738"/>
              <a:gd name="csX9" fmla="*/ 81270 w 334306"/>
              <a:gd name="csY9" fmla="*/ 471310 h 498738"/>
              <a:gd name="csX10" fmla="*/ 65769 w 334306"/>
              <a:gd name="csY10" fmla="*/ 466800 h 498738"/>
              <a:gd name="csX11" fmla="*/ 41569 w 334306"/>
              <a:gd name="csY11" fmla="*/ 444771 h 498738"/>
              <a:gd name="csX12" fmla="*/ 29063 w 334306"/>
              <a:gd name="csY12" fmla="*/ 422183 h 498738"/>
              <a:gd name="csX13" fmla="*/ 35486 w 334306"/>
              <a:gd name="csY13" fmla="*/ 420247 h 498738"/>
              <a:gd name="csX14" fmla="*/ 36311 w 334306"/>
              <a:gd name="csY14" fmla="*/ 410716 h 498738"/>
              <a:gd name="csX15" fmla="*/ 30682 w 334306"/>
              <a:gd name="csY15" fmla="*/ 404725 h 498738"/>
              <a:gd name="csX16" fmla="*/ 36945 w 334306"/>
              <a:gd name="csY16" fmla="*/ 393771 h 498738"/>
              <a:gd name="csX17" fmla="*/ 44969 w 334306"/>
              <a:gd name="csY17" fmla="*/ 363455 h 498738"/>
              <a:gd name="csX18" fmla="*/ 48481 w 334306"/>
              <a:gd name="csY18" fmla="*/ 335841 h 498738"/>
              <a:gd name="csX19" fmla="*/ 28755 w 334306"/>
              <a:gd name="csY19" fmla="*/ 300210 h 498738"/>
              <a:gd name="csX20" fmla="*/ 9477 w 334306"/>
              <a:gd name="csY20" fmla="*/ 236920 h 498738"/>
              <a:gd name="csX21" fmla="*/ 0 w 334306"/>
              <a:gd name="csY21" fmla="*/ 183956 h 498738"/>
              <a:gd name="csX22" fmla="*/ 8603 w 334306"/>
              <a:gd name="csY22" fmla="*/ 171093 h 498738"/>
              <a:gd name="csX23" fmla="*/ 19247 w 334306"/>
              <a:gd name="csY23" fmla="*/ 157370 h 498738"/>
              <a:gd name="csX24" fmla="*/ 21288 w 334306"/>
              <a:gd name="csY24" fmla="*/ 154226 h 498738"/>
              <a:gd name="csX25" fmla="*/ 42935 w 334306"/>
              <a:gd name="csY25" fmla="*/ 118946 h 498738"/>
              <a:gd name="csX26" fmla="*/ 66467 w 334306"/>
              <a:gd name="csY26" fmla="*/ 79496 h 498738"/>
              <a:gd name="csX27" fmla="*/ 76541 w 334306"/>
              <a:gd name="csY27" fmla="*/ 65175 h 498738"/>
              <a:gd name="csX28" fmla="*/ 97572 w 334306"/>
              <a:gd name="csY28" fmla="*/ 34163 h 498738"/>
              <a:gd name="csX29" fmla="*/ 112627 w 334306"/>
              <a:gd name="csY29" fmla="*/ 9814 h 498738"/>
              <a:gd name="csX30" fmla="*/ 119648 w 334306"/>
              <a:gd name="csY30" fmla="*/ 4329 h 498738"/>
              <a:gd name="csX31" fmla="*/ 132858 w 334306"/>
              <a:gd name="csY31" fmla="*/ 713 h 498738"/>
              <a:gd name="csX32" fmla="*/ 193546 w 334306"/>
              <a:gd name="csY32" fmla="*/ 5578 h 498738"/>
              <a:gd name="csX33" fmla="*/ 220060 w 334306"/>
              <a:gd name="csY33" fmla="*/ 20523 h 498738"/>
              <a:gd name="csX34" fmla="*/ 224578 w 334306"/>
              <a:gd name="csY34" fmla="*/ 25298 h 498738"/>
              <a:gd name="csX35" fmla="*/ 221567 w 334306"/>
              <a:gd name="csY35" fmla="*/ 31335 h 498738"/>
              <a:gd name="csX36" fmla="*/ 217338 w 334306"/>
              <a:gd name="csY36" fmla="*/ 39397 h 498738"/>
              <a:gd name="csX37" fmla="*/ 222891 w 334306"/>
              <a:gd name="csY37" fmla="*/ 37878 h 498738"/>
              <a:gd name="csX38" fmla="*/ 225189 w 334306"/>
              <a:gd name="csY38" fmla="*/ 36902 h 498738"/>
              <a:gd name="csX39" fmla="*/ 234581 w 334306"/>
              <a:gd name="csY39" fmla="*/ 40152 h 498738"/>
              <a:gd name="csX40" fmla="*/ 261177 w 334306"/>
              <a:gd name="csY40" fmla="*/ 57181 h 498738"/>
              <a:gd name="csX41" fmla="*/ 267817 w 334306"/>
              <a:gd name="csY41" fmla="*/ 67059 h 498738"/>
              <a:gd name="csX42" fmla="*/ 274280 w 334306"/>
              <a:gd name="csY42" fmla="*/ 79049 h 498738"/>
              <a:gd name="csX43" fmla="*/ 279443 w 334306"/>
              <a:gd name="csY43" fmla="*/ 91820 h 498738"/>
              <a:gd name="csX44" fmla="*/ 284596 w 334306"/>
              <a:gd name="csY44" fmla="*/ 105775 h 498738"/>
              <a:gd name="csX45" fmla="*/ 291417 w 334306"/>
              <a:gd name="csY45" fmla="*/ 120219 h 498738"/>
              <a:gd name="csX46" fmla="*/ 298659 w 334306"/>
              <a:gd name="csY46" fmla="*/ 133370 h 498738"/>
              <a:gd name="csX47" fmla="*/ 314425 w 334306"/>
              <a:gd name="csY47" fmla="*/ 156674 h 498738"/>
              <a:gd name="csX48" fmla="*/ 323321 w 334306"/>
              <a:gd name="csY48" fmla="*/ 164371 h 498738"/>
              <a:gd name="csX49" fmla="*/ 329277 w 334306"/>
              <a:gd name="csY49" fmla="*/ 172896 h 498738"/>
              <a:gd name="csX50" fmla="*/ 327346 w 334306"/>
              <a:gd name="csY50" fmla="*/ 203260 h 498738"/>
              <a:gd name="csX51" fmla="*/ 321564 w 334306"/>
              <a:gd name="csY51" fmla="*/ 208691 h 498738"/>
              <a:gd name="csX52" fmla="*/ 314839 w 334306"/>
              <a:gd name="csY52" fmla="*/ 201967 h 498738"/>
              <a:gd name="csX53" fmla="*/ 300945 w 334306"/>
              <a:gd name="csY53" fmla="*/ 198679 h 498738"/>
              <a:gd name="csX54" fmla="*/ 291854 w 334306"/>
              <a:gd name="csY54" fmla="*/ 213362 h 498738"/>
              <a:gd name="csX55" fmla="*/ 273477 w 334306"/>
              <a:gd name="csY55" fmla="*/ 233193 h 498738"/>
              <a:gd name="csX56" fmla="*/ 248561 w 334306"/>
              <a:gd name="csY56" fmla="*/ 258261 h 498738"/>
              <a:gd name="csX57" fmla="*/ 254757 w 334306"/>
              <a:gd name="csY57" fmla="*/ 265360 h 498738"/>
              <a:gd name="csX58" fmla="*/ 262758 w 334306"/>
              <a:gd name="csY58" fmla="*/ 262611 h 498738"/>
              <a:gd name="csX59" fmla="*/ 269300 w 334306"/>
              <a:gd name="csY59" fmla="*/ 264243 h 498738"/>
              <a:gd name="csX60" fmla="*/ 257492 w 334306"/>
              <a:gd name="csY60" fmla="*/ 300210 h 498738"/>
              <a:gd name="csX61" fmla="*/ 220205 w 334306"/>
              <a:gd name="csY61" fmla="*/ 329428 h 498738"/>
              <a:gd name="csX62" fmla="*/ 231476 w 334306"/>
              <a:gd name="csY62" fmla="*/ 344578 h 498738"/>
              <a:gd name="csX63" fmla="*/ 244540 w 334306"/>
              <a:gd name="csY63" fmla="*/ 369570 h 498738"/>
              <a:gd name="csX64" fmla="*/ 259568 w 334306"/>
              <a:gd name="csY64" fmla="*/ 400936 h 498738"/>
              <a:gd name="csX65" fmla="*/ 267812 w 334306"/>
              <a:gd name="csY65" fmla="*/ 410972 h 498738"/>
              <a:gd name="csX66" fmla="*/ 272980 w 334306"/>
              <a:gd name="csY66" fmla="*/ 418667 h 498738"/>
              <a:gd name="csX67" fmla="*/ 279745 w 334306"/>
              <a:gd name="csY67" fmla="*/ 423732 h 498738"/>
              <a:gd name="csX68" fmla="*/ 289553 w 334306"/>
              <a:gd name="csY68" fmla="*/ 427604 h 498738"/>
              <a:gd name="csX69" fmla="*/ 298277 w 334306"/>
              <a:gd name="csY69" fmla="*/ 431864 h 498738"/>
              <a:gd name="csX70" fmla="*/ 272913 w 334306"/>
              <a:gd name="csY70" fmla="*/ 433099 h 498738"/>
              <a:gd name="csX71" fmla="*/ 253686 w 334306"/>
              <a:gd name="csY71" fmla="*/ 440109 h 498738"/>
              <a:gd name="csX72" fmla="*/ 252360 w 334306"/>
              <a:gd name="csY72" fmla="*/ 461577 h 498738"/>
              <a:gd name="csX73" fmla="*/ 253346 w 334306"/>
              <a:gd name="csY73" fmla="*/ 468333 h 498738"/>
              <a:gd name="csX74" fmla="*/ 251680 w 334306"/>
              <a:gd name="csY74" fmla="*/ 476637 h 498738"/>
              <a:gd name="csX75" fmla="*/ 251259 w 334306"/>
              <a:gd name="csY75" fmla="*/ 491494 h 498738"/>
              <a:gd name="csX76" fmla="*/ 247743 w 334306"/>
              <a:gd name="csY76" fmla="*/ 496867 h 4987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Lst>
            <a:rect l="l" t="t" r="r" b="b"/>
            <a:pathLst>
              <a:path w="334306" h="498738">
                <a:moveTo>
                  <a:pt x="247743" y="496867"/>
                </a:moveTo>
                <a:cubicBezTo>
                  <a:pt x="246424" y="493506"/>
                  <a:pt x="244367" y="492659"/>
                  <a:pt x="240505" y="493884"/>
                </a:cubicBezTo>
                <a:cubicBezTo>
                  <a:pt x="234008" y="495946"/>
                  <a:pt x="224617" y="488040"/>
                  <a:pt x="219827" y="476477"/>
                </a:cubicBezTo>
                <a:cubicBezTo>
                  <a:pt x="216729" y="468997"/>
                  <a:pt x="216097" y="468739"/>
                  <a:pt x="204292" y="470138"/>
                </a:cubicBezTo>
                <a:cubicBezTo>
                  <a:pt x="193057" y="471468"/>
                  <a:pt x="191916" y="471102"/>
                  <a:pt x="191180" y="465927"/>
                </a:cubicBezTo>
                <a:cubicBezTo>
                  <a:pt x="190659" y="462266"/>
                  <a:pt x="188558" y="460258"/>
                  <a:pt x="185245" y="460255"/>
                </a:cubicBezTo>
                <a:cubicBezTo>
                  <a:pt x="182424" y="460253"/>
                  <a:pt x="179781" y="458510"/>
                  <a:pt x="179372" y="456383"/>
                </a:cubicBezTo>
                <a:cubicBezTo>
                  <a:pt x="178300" y="450818"/>
                  <a:pt x="133997" y="437235"/>
                  <a:pt x="119384" y="437991"/>
                </a:cubicBezTo>
                <a:cubicBezTo>
                  <a:pt x="99217" y="439035"/>
                  <a:pt x="100133" y="438251"/>
                  <a:pt x="89617" y="463480"/>
                </a:cubicBezTo>
                <a:cubicBezTo>
                  <a:pt x="85806" y="472621"/>
                  <a:pt x="84419" y="473923"/>
                  <a:pt x="81270" y="471310"/>
                </a:cubicBezTo>
                <a:cubicBezTo>
                  <a:pt x="79194" y="469587"/>
                  <a:pt x="72218" y="467557"/>
                  <a:pt x="65769" y="466800"/>
                </a:cubicBezTo>
                <a:cubicBezTo>
                  <a:pt x="54283" y="465451"/>
                  <a:pt x="53791" y="465003"/>
                  <a:pt x="41569" y="444771"/>
                </a:cubicBezTo>
                <a:cubicBezTo>
                  <a:pt x="34707" y="433413"/>
                  <a:pt x="29080" y="423248"/>
                  <a:pt x="29063" y="422183"/>
                </a:cubicBezTo>
                <a:cubicBezTo>
                  <a:pt x="29046" y="421119"/>
                  <a:pt x="31937" y="420247"/>
                  <a:pt x="35486" y="420247"/>
                </a:cubicBezTo>
                <a:cubicBezTo>
                  <a:pt x="43403" y="420247"/>
                  <a:pt x="43560" y="418433"/>
                  <a:pt x="36311" y="410716"/>
                </a:cubicBezTo>
                <a:lnTo>
                  <a:pt x="30682" y="404725"/>
                </a:lnTo>
                <a:lnTo>
                  <a:pt x="36945" y="393771"/>
                </a:lnTo>
                <a:cubicBezTo>
                  <a:pt x="41241" y="386255"/>
                  <a:pt x="43760" y="376739"/>
                  <a:pt x="44969" y="363455"/>
                </a:cubicBezTo>
                <a:cubicBezTo>
                  <a:pt x="45939" y="352807"/>
                  <a:pt x="47519" y="340381"/>
                  <a:pt x="48481" y="335841"/>
                </a:cubicBezTo>
                <a:cubicBezTo>
                  <a:pt x="50445" y="326577"/>
                  <a:pt x="45773" y="318139"/>
                  <a:pt x="28755" y="300210"/>
                </a:cubicBezTo>
                <a:cubicBezTo>
                  <a:pt x="18993" y="289925"/>
                  <a:pt x="18916" y="289673"/>
                  <a:pt x="9477" y="236920"/>
                </a:cubicBezTo>
                <a:lnTo>
                  <a:pt x="0" y="183956"/>
                </a:lnTo>
                <a:lnTo>
                  <a:pt x="8603" y="171093"/>
                </a:lnTo>
                <a:cubicBezTo>
                  <a:pt x="13334" y="164019"/>
                  <a:pt x="18124" y="157843"/>
                  <a:pt x="19247" y="157370"/>
                </a:cubicBezTo>
                <a:cubicBezTo>
                  <a:pt x="20370" y="156896"/>
                  <a:pt x="21288" y="155482"/>
                  <a:pt x="21288" y="154226"/>
                </a:cubicBezTo>
                <a:cubicBezTo>
                  <a:pt x="21288" y="152970"/>
                  <a:pt x="31029" y="137094"/>
                  <a:pt x="42935" y="118946"/>
                </a:cubicBezTo>
                <a:cubicBezTo>
                  <a:pt x="54840" y="100798"/>
                  <a:pt x="65430" y="83045"/>
                  <a:pt x="66467" y="79496"/>
                </a:cubicBezTo>
                <a:cubicBezTo>
                  <a:pt x="67505" y="75946"/>
                  <a:pt x="72038" y="69502"/>
                  <a:pt x="76541" y="65175"/>
                </a:cubicBezTo>
                <a:cubicBezTo>
                  <a:pt x="87950" y="54213"/>
                  <a:pt x="95497" y="43084"/>
                  <a:pt x="97572" y="34163"/>
                </a:cubicBezTo>
                <a:cubicBezTo>
                  <a:pt x="99599" y="25448"/>
                  <a:pt x="109249" y="9841"/>
                  <a:pt x="112627" y="9814"/>
                </a:cubicBezTo>
                <a:cubicBezTo>
                  <a:pt x="113880" y="9805"/>
                  <a:pt x="117040" y="7336"/>
                  <a:pt x="119648" y="4329"/>
                </a:cubicBezTo>
                <a:cubicBezTo>
                  <a:pt x="123477" y="-86"/>
                  <a:pt x="126019" y="-782"/>
                  <a:pt x="132858" y="713"/>
                </a:cubicBezTo>
                <a:cubicBezTo>
                  <a:pt x="141063" y="2507"/>
                  <a:pt x="160286" y="4048"/>
                  <a:pt x="193546" y="5578"/>
                </a:cubicBezTo>
                <a:cubicBezTo>
                  <a:pt x="210737" y="6368"/>
                  <a:pt x="220060" y="11623"/>
                  <a:pt x="220060" y="20523"/>
                </a:cubicBezTo>
                <a:cubicBezTo>
                  <a:pt x="220060" y="23333"/>
                  <a:pt x="221912" y="25291"/>
                  <a:pt x="224578" y="25298"/>
                </a:cubicBezTo>
                <a:cubicBezTo>
                  <a:pt x="228025" y="25308"/>
                  <a:pt x="227313" y="26737"/>
                  <a:pt x="221567" y="31335"/>
                </a:cubicBezTo>
                <a:cubicBezTo>
                  <a:pt x="216052" y="35748"/>
                  <a:pt x="214921" y="37903"/>
                  <a:pt x="217338" y="39397"/>
                </a:cubicBezTo>
                <a:cubicBezTo>
                  <a:pt x="219279" y="40596"/>
                  <a:pt x="221565" y="39971"/>
                  <a:pt x="222891" y="37878"/>
                </a:cubicBezTo>
                <a:cubicBezTo>
                  <a:pt x="224130" y="35921"/>
                  <a:pt x="225164" y="35482"/>
                  <a:pt x="225189" y="36902"/>
                </a:cubicBezTo>
                <a:cubicBezTo>
                  <a:pt x="225213" y="38322"/>
                  <a:pt x="229440" y="39784"/>
                  <a:pt x="234581" y="40152"/>
                </a:cubicBezTo>
                <a:cubicBezTo>
                  <a:pt x="243367" y="40781"/>
                  <a:pt x="260731" y="51899"/>
                  <a:pt x="261177" y="57181"/>
                </a:cubicBezTo>
                <a:cubicBezTo>
                  <a:pt x="261279" y="58396"/>
                  <a:pt x="264267" y="62841"/>
                  <a:pt x="267817" y="67059"/>
                </a:cubicBezTo>
                <a:cubicBezTo>
                  <a:pt x="271366" y="71278"/>
                  <a:pt x="274275" y="76673"/>
                  <a:pt x="274280" y="79049"/>
                </a:cubicBezTo>
                <a:cubicBezTo>
                  <a:pt x="274285" y="81424"/>
                  <a:pt x="276609" y="87172"/>
                  <a:pt x="279443" y="91820"/>
                </a:cubicBezTo>
                <a:cubicBezTo>
                  <a:pt x="282277" y="96469"/>
                  <a:pt x="284596" y="102748"/>
                  <a:pt x="284596" y="105775"/>
                </a:cubicBezTo>
                <a:cubicBezTo>
                  <a:pt x="284596" y="108801"/>
                  <a:pt x="287666" y="115301"/>
                  <a:pt x="291417" y="120219"/>
                </a:cubicBezTo>
                <a:cubicBezTo>
                  <a:pt x="295169" y="125138"/>
                  <a:pt x="298428" y="131056"/>
                  <a:pt x="298659" y="133370"/>
                </a:cubicBezTo>
                <a:cubicBezTo>
                  <a:pt x="299477" y="141547"/>
                  <a:pt x="305637" y="150653"/>
                  <a:pt x="314425" y="156674"/>
                </a:cubicBezTo>
                <a:cubicBezTo>
                  <a:pt x="319316" y="160026"/>
                  <a:pt x="323320" y="163489"/>
                  <a:pt x="323321" y="164371"/>
                </a:cubicBezTo>
                <a:cubicBezTo>
                  <a:pt x="323323" y="165253"/>
                  <a:pt x="326003" y="169089"/>
                  <a:pt x="329277" y="172896"/>
                </a:cubicBezTo>
                <a:cubicBezTo>
                  <a:pt x="336682" y="181505"/>
                  <a:pt x="335803" y="195314"/>
                  <a:pt x="327346" y="203260"/>
                </a:cubicBezTo>
                <a:lnTo>
                  <a:pt x="321564" y="208691"/>
                </a:lnTo>
                <a:lnTo>
                  <a:pt x="314839" y="201967"/>
                </a:lnTo>
                <a:cubicBezTo>
                  <a:pt x="308661" y="195789"/>
                  <a:pt x="307532" y="195522"/>
                  <a:pt x="300945" y="198679"/>
                </a:cubicBezTo>
                <a:cubicBezTo>
                  <a:pt x="295346" y="201363"/>
                  <a:pt x="293353" y="204582"/>
                  <a:pt x="291854" y="213362"/>
                </a:cubicBezTo>
                <a:cubicBezTo>
                  <a:pt x="289357" y="227993"/>
                  <a:pt x="286547" y="231025"/>
                  <a:pt x="273477" y="233193"/>
                </a:cubicBezTo>
                <a:cubicBezTo>
                  <a:pt x="260663" y="235319"/>
                  <a:pt x="248722" y="247333"/>
                  <a:pt x="248561" y="258261"/>
                </a:cubicBezTo>
                <a:cubicBezTo>
                  <a:pt x="248475" y="264096"/>
                  <a:pt x="249579" y="265360"/>
                  <a:pt x="254757" y="265360"/>
                </a:cubicBezTo>
                <a:cubicBezTo>
                  <a:pt x="258223" y="265360"/>
                  <a:pt x="261823" y="264123"/>
                  <a:pt x="262758" y="262611"/>
                </a:cubicBezTo>
                <a:cubicBezTo>
                  <a:pt x="263872" y="260808"/>
                  <a:pt x="266124" y="261370"/>
                  <a:pt x="269300" y="264243"/>
                </a:cubicBezTo>
                <a:cubicBezTo>
                  <a:pt x="279445" y="273424"/>
                  <a:pt x="270651" y="300210"/>
                  <a:pt x="257492" y="300210"/>
                </a:cubicBezTo>
                <a:cubicBezTo>
                  <a:pt x="250513" y="300210"/>
                  <a:pt x="220446" y="323770"/>
                  <a:pt x="220205" y="329428"/>
                </a:cubicBezTo>
                <a:cubicBezTo>
                  <a:pt x="220125" y="331300"/>
                  <a:pt x="225197" y="338118"/>
                  <a:pt x="231476" y="344578"/>
                </a:cubicBezTo>
                <a:cubicBezTo>
                  <a:pt x="241029" y="354406"/>
                  <a:pt x="243162" y="358486"/>
                  <a:pt x="244540" y="369570"/>
                </a:cubicBezTo>
                <a:cubicBezTo>
                  <a:pt x="246852" y="388171"/>
                  <a:pt x="250097" y="394944"/>
                  <a:pt x="259568" y="400936"/>
                </a:cubicBezTo>
                <a:cubicBezTo>
                  <a:pt x="264099" y="403804"/>
                  <a:pt x="267809" y="408320"/>
                  <a:pt x="267812" y="410972"/>
                </a:cubicBezTo>
                <a:cubicBezTo>
                  <a:pt x="267815" y="413625"/>
                  <a:pt x="270140" y="417087"/>
                  <a:pt x="272980" y="418667"/>
                </a:cubicBezTo>
                <a:cubicBezTo>
                  <a:pt x="275819" y="420246"/>
                  <a:pt x="278864" y="422525"/>
                  <a:pt x="279745" y="423732"/>
                </a:cubicBezTo>
                <a:cubicBezTo>
                  <a:pt x="280626" y="424939"/>
                  <a:pt x="285040" y="426681"/>
                  <a:pt x="289553" y="427604"/>
                </a:cubicBezTo>
                <a:cubicBezTo>
                  <a:pt x="294067" y="428527"/>
                  <a:pt x="297992" y="430444"/>
                  <a:pt x="298277" y="431864"/>
                </a:cubicBezTo>
                <a:cubicBezTo>
                  <a:pt x="299018" y="435562"/>
                  <a:pt x="277163" y="436626"/>
                  <a:pt x="272913" y="433099"/>
                </a:cubicBezTo>
                <a:cubicBezTo>
                  <a:pt x="268101" y="429105"/>
                  <a:pt x="260026" y="432049"/>
                  <a:pt x="253686" y="440109"/>
                </a:cubicBezTo>
                <a:cubicBezTo>
                  <a:pt x="247489" y="447987"/>
                  <a:pt x="246928" y="457069"/>
                  <a:pt x="252360" y="461577"/>
                </a:cubicBezTo>
                <a:cubicBezTo>
                  <a:pt x="255321" y="464035"/>
                  <a:pt x="255560" y="465666"/>
                  <a:pt x="253346" y="468333"/>
                </a:cubicBezTo>
                <a:cubicBezTo>
                  <a:pt x="251741" y="470267"/>
                  <a:pt x="250992" y="474004"/>
                  <a:pt x="251680" y="476637"/>
                </a:cubicBezTo>
                <a:cubicBezTo>
                  <a:pt x="252369" y="479271"/>
                  <a:pt x="252179" y="485956"/>
                  <a:pt x="251259" y="491494"/>
                </a:cubicBezTo>
                <a:cubicBezTo>
                  <a:pt x="249997" y="499087"/>
                  <a:pt x="249133" y="500409"/>
                  <a:pt x="247743" y="496867"/>
                </a:cubicBezTo>
                <a:close/>
              </a:path>
            </a:pathLst>
          </a:custGeom>
          <a:solidFill>
            <a:srgbClr val="B9B9B9"/>
          </a:solidFill>
          <a:ln w="5163" cap="flat">
            <a:noFill/>
            <a:prstDash val="solid"/>
            <a:miter/>
          </a:ln>
        </p:spPr>
        <p:txBody>
          <a:bodyPr/>
          <a:lstStyle/>
          <a:p>
            <a:endParaRPr lang="es-419" noProof="0" dirty="0"/>
          </a:p>
        </p:txBody>
      </p:sp>
      <p:grpSp>
        <p:nvGrpSpPr>
          <p:cNvPr id="57" name="Gráfico 39">
            <a:extLst>
              <a:ext uri="{FF2B5EF4-FFF2-40B4-BE49-F238E27FC236}">
                <a16:creationId xmlns:a16="http://schemas.microsoft.com/office/drawing/2014/main" id="{61466EC8-E1D7-6B91-AB41-372C1916EEFF}"/>
              </a:ext>
            </a:extLst>
          </p:cNvPr>
          <p:cNvGrpSpPr/>
          <p:nvPr/>
        </p:nvGrpSpPr>
        <p:grpSpPr>
          <a:xfrm>
            <a:off x="726816" y="1624037"/>
            <a:ext cx="321478" cy="429471"/>
            <a:chOff x="726816" y="1624037"/>
            <a:chExt cx="321478" cy="429471"/>
          </a:xfrm>
          <a:solidFill>
            <a:srgbClr val="B9B9B9"/>
          </a:solidFill>
        </p:grpSpPr>
        <p:sp>
          <p:nvSpPr>
            <p:cNvPr id="58" name="Forma libre: forma 57">
              <a:extLst>
                <a:ext uri="{FF2B5EF4-FFF2-40B4-BE49-F238E27FC236}">
                  <a16:creationId xmlns:a16="http://schemas.microsoft.com/office/drawing/2014/main" id="{2B2F5DDF-2C31-D6EA-CA62-94FEE76D6741}"/>
                </a:ext>
              </a:extLst>
            </p:cNvPr>
            <p:cNvSpPr/>
            <p:nvPr/>
          </p:nvSpPr>
          <p:spPr>
            <a:xfrm>
              <a:off x="726816" y="1624037"/>
              <a:ext cx="321478" cy="429471"/>
            </a:xfrm>
            <a:custGeom>
              <a:avLst/>
              <a:gdLst>
                <a:gd name="csX0" fmla="*/ 298651 w 321478"/>
                <a:gd name="csY0" fmla="*/ 424657 h 429471"/>
                <a:gd name="csX1" fmla="*/ 285240 w 321478"/>
                <a:gd name="csY1" fmla="*/ 406239 h 429471"/>
                <a:gd name="csX2" fmla="*/ 285795 w 321478"/>
                <a:gd name="csY2" fmla="*/ 410173 h 429471"/>
                <a:gd name="csX3" fmla="*/ 287678 w 321478"/>
                <a:gd name="csY3" fmla="*/ 415491 h 429471"/>
                <a:gd name="csX4" fmla="*/ 268647 w 321478"/>
                <a:gd name="csY4" fmla="*/ 394065 h 429471"/>
                <a:gd name="csX5" fmla="*/ 249603 w 321478"/>
                <a:gd name="csY5" fmla="*/ 371546 h 429471"/>
                <a:gd name="csX6" fmla="*/ 255246 w 321478"/>
                <a:gd name="csY6" fmla="*/ 382701 h 429471"/>
                <a:gd name="csX7" fmla="*/ 260888 w 321478"/>
                <a:gd name="csY7" fmla="*/ 392041 h 429471"/>
                <a:gd name="csX8" fmla="*/ 254982 w 321478"/>
                <a:gd name="csY8" fmla="*/ 386884 h 429471"/>
                <a:gd name="csX9" fmla="*/ 245088 w 321478"/>
                <a:gd name="csY9" fmla="*/ 373977 h 429471"/>
                <a:gd name="csX10" fmla="*/ 227283 w 321478"/>
                <a:gd name="csY10" fmla="*/ 350451 h 429471"/>
                <a:gd name="csX11" fmla="*/ 213463 w 321478"/>
                <a:gd name="csY11" fmla="*/ 331266 h 429471"/>
                <a:gd name="csX12" fmla="*/ 191325 w 321478"/>
                <a:gd name="csY12" fmla="*/ 295282 h 429471"/>
                <a:gd name="csX13" fmla="*/ 182351 w 321478"/>
                <a:gd name="csY13" fmla="*/ 288640 h 429471"/>
                <a:gd name="csX14" fmla="*/ 181003 w 321478"/>
                <a:gd name="csY14" fmla="*/ 283904 h 429471"/>
                <a:gd name="csX15" fmla="*/ 179966 w 321478"/>
                <a:gd name="csY15" fmla="*/ 277802 h 429471"/>
                <a:gd name="csX16" fmla="*/ 170951 w 321478"/>
                <a:gd name="csY16" fmla="*/ 271038 h 429471"/>
                <a:gd name="csX17" fmla="*/ 164513 w 321478"/>
                <a:gd name="csY17" fmla="*/ 268249 h 429471"/>
                <a:gd name="csX18" fmla="*/ 156542 w 321478"/>
                <a:gd name="csY18" fmla="*/ 264259 h 429471"/>
                <a:gd name="csX19" fmla="*/ 146588 w 321478"/>
                <a:gd name="csY19" fmla="*/ 257160 h 429471"/>
                <a:gd name="csX20" fmla="*/ 135566 w 321478"/>
                <a:gd name="csY20" fmla="*/ 244331 h 429471"/>
                <a:gd name="csX21" fmla="*/ 140198 w 321478"/>
                <a:gd name="csY21" fmla="*/ 240806 h 429471"/>
                <a:gd name="csX22" fmla="*/ 149956 w 321478"/>
                <a:gd name="csY22" fmla="*/ 243611 h 429471"/>
                <a:gd name="csX23" fmla="*/ 139967 w 321478"/>
                <a:gd name="csY23" fmla="*/ 232769 h 429471"/>
                <a:gd name="csX24" fmla="*/ 129672 w 321478"/>
                <a:gd name="csY24" fmla="*/ 230788 h 429471"/>
                <a:gd name="csX25" fmla="*/ 122631 w 321478"/>
                <a:gd name="csY25" fmla="*/ 229456 h 429471"/>
                <a:gd name="csX26" fmla="*/ 114075 w 321478"/>
                <a:gd name="csY26" fmla="*/ 225535 h 429471"/>
                <a:gd name="csX27" fmla="*/ 112561 w 321478"/>
                <a:gd name="csY27" fmla="*/ 210989 h 429471"/>
                <a:gd name="csX28" fmla="*/ 113046 w 321478"/>
                <a:gd name="csY28" fmla="*/ 198950 h 429471"/>
                <a:gd name="csX29" fmla="*/ 110205 w 321478"/>
                <a:gd name="csY29" fmla="*/ 203079 h 429471"/>
                <a:gd name="csX30" fmla="*/ 107624 w 321478"/>
                <a:gd name="csY30" fmla="*/ 210049 h 429471"/>
                <a:gd name="csX31" fmla="*/ 105042 w 321478"/>
                <a:gd name="csY31" fmla="*/ 205992 h 429471"/>
                <a:gd name="csX32" fmla="*/ 101146 w 321478"/>
                <a:gd name="csY32" fmla="*/ 198040 h 429471"/>
                <a:gd name="csX33" fmla="*/ 106495 w 321478"/>
                <a:gd name="csY33" fmla="*/ 192040 h 429471"/>
                <a:gd name="csX34" fmla="*/ 110185 w 321478"/>
                <a:gd name="csY34" fmla="*/ 189360 h 429471"/>
                <a:gd name="csX35" fmla="*/ 105416 w 321478"/>
                <a:gd name="csY35" fmla="*/ 184234 h 429471"/>
                <a:gd name="csX36" fmla="*/ 94806 w 321478"/>
                <a:gd name="csY36" fmla="*/ 176570 h 429471"/>
                <a:gd name="csX37" fmla="*/ 84222 w 321478"/>
                <a:gd name="csY37" fmla="*/ 170141 h 429471"/>
                <a:gd name="csX38" fmla="*/ 77400 w 321478"/>
                <a:gd name="csY38" fmla="*/ 165246 h 429471"/>
                <a:gd name="csX39" fmla="*/ 66830 w 321478"/>
                <a:gd name="csY39" fmla="*/ 157291 h 429471"/>
                <a:gd name="csX40" fmla="*/ 62321 w 321478"/>
                <a:gd name="csY40" fmla="*/ 153462 h 429471"/>
                <a:gd name="csX41" fmla="*/ 58487 w 321478"/>
                <a:gd name="csY41" fmla="*/ 146011 h 429471"/>
                <a:gd name="csX42" fmla="*/ 53413 w 321478"/>
                <a:gd name="csY42" fmla="*/ 136585 h 429471"/>
                <a:gd name="csX43" fmla="*/ 46519 w 321478"/>
                <a:gd name="csY43" fmla="*/ 136694 h 429471"/>
                <a:gd name="csX44" fmla="*/ 42767 w 321478"/>
                <a:gd name="csY44" fmla="*/ 137339 h 429471"/>
                <a:gd name="csX45" fmla="*/ 40545 w 321478"/>
                <a:gd name="csY45" fmla="*/ 138358 h 429471"/>
                <a:gd name="csX46" fmla="*/ 34194 w 321478"/>
                <a:gd name="csY46" fmla="*/ 139945 h 429471"/>
                <a:gd name="csX47" fmla="*/ 30312 w 321478"/>
                <a:gd name="csY47" fmla="*/ 128691 h 429471"/>
                <a:gd name="csX48" fmla="*/ 32982 w 321478"/>
                <a:gd name="csY48" fmla="*/ 121125 h 429471"/>
                <a:gd name="csX49" fmla="*/ 29550 w 321478"/>
                <a:gd name="csY49" fmla="*/ 122878 h 429471"/>
                <a:gd name="csX50" fmla="*/ 21151 w 321478"/>
                <a:gd name="csY50" fmla="*/ 122752 h 429471"/>
                <a:gd name="csX51" fmla="*/ 17154 w 321478"/>
                <a:gd name="csY51" fmla="*/ 123427 h 429471"/>
                <a:gd name="csX52" fmla="*/ 6342 w 321478"/>
                <a:gd name="csY52" fmla="*/ 119543 h 429471"/>
                <a:gd name="csX53" fmla="*/ 4365 w 321478"/>
                <a:gd name="csY53" fmla="*/ 113226 h 429471"/>
                <a:gd name="csX54" fmla="*/ 10819 w 321478"/>
                <a:gd name="csY54" fmla="*/ 114808 h 429471"/>
                <a:gd name="csX55" fmla="*/ 4707 w 321478"/>
                <a:gd name="csY55" fmla="*/ 109494 h 429471"/>
                <a:gd name="csX56" fmla="*/ 1796 w 321478"/>
                <a:gd name="csY56" fmla="*/ 100322 h 429471"/>
                <a:gd name="csX57" fmla="*/ 1838 w 321478"/>
                <a:gd name="csY57" fmla="*/ 92658 h 429471"/>
                <a:gd name="csX58" fmla="*/ 4233 w 321478"/>
                <a:gd name="csY58" fmla="*/ 77378 h 429471"/>
                <a:gd name="csX59" fmla="*/ 13902 w 321478"/>
                <a:gd name="csY59" fmla="*/ 62490 h 429471"/>
                <a:gd name="csX60" fmla="*/ 16192 w 321478"/>
                <a:gd name="csY60" fmla="*/ 65508 h 429471"/>
                <a:gd name="csX61" fmla="*/ 14368 w 321478"/>
                <a:gd name="csY61" fmla="*/ 71941 h 429471"/>
                <a:gd name="csX62" fmla="*/ 19324 w 321478"/>
                <a:gd name="csY62" fmla="*/ 65780 h 429471"/>
                <a:gd name="csX63" fmla="*/ 24280 w 321478"/>
                <a:gd name="csY63" fmla="*/ 59619 h 429471"/>
                <a:gd name="csX64" fmla="*/ 25989 w 321478"/>
                <a:gd name="csY64" fmla="*/ 66426 h 429471"/>
                <a:gd name="csX65" fmla="*/ 30049 w 321478"/>
                <a:gd name="csY65" fmla="*/ 73232 h 429471"/>
                <a:gd name="csX66" fmla="*/ 30241 w 321478"/>
                <a:gd name="csY66" fmla="*/ 65700 h 429471"/>
                <a:gd name="csX67" fmla="*/ 47033 w 321478"/>
                <a:gd name="csY67" fmla="*/ 46164 h 429471"/>
                <a:gd name="csX68" fmla="*/ 89508 w 321478"/>
                <a:gd name="csY68" fmla="*/ 4943 h 429471"/>
                <a:gd name="csX69" fmla="*/ 99998 w 321478"/>
                <a:gd name="csY69" fmla="*/ 2688 h 429471"/>
                <a:gd name="csX70" fmla="*/ 114706 w 321478"/>
                <a:gd name="csY70" fmla="*/ 3716 h 429471"/>
                <a:gd name="csX71" fmla="*/ 123108 w 321478"/>
                <a:gd name="csY71" fmla="*/ 2764 h 429471"/>
                <a:gd name="csX72" fmla="*/ 137332 w 321478"/>
                <a:gd name="csY72" fmla="*/ 60759 h 429471"/>
                <a:gd name="csX73" fmla="*/ 159468 w 321478"/>
                <a:gd name="csY73" fmla="*/ 80313 h 429471"/>
                <a:gd name="csX74" fmla="*/ 174324 w 321478"/>
                <a:gd name="csY74" fmla="*/ 89973 h 429471"/>
                <a:gd name="csX75" fmla="*/ 184004 w 321478"/>
                <a:gd name="csY75" fmla="*/ 107383 h 429471"/>
                <a:gd name="csX76" fmla="*/ 190190 w 321478"/>
                <a:gd name="csY76" fmla="*/ 148735 h 429471"/>
                <a:gd name="csX77" fmla="*/ 191494 w 321478"/>
                <a:gd name="csY77" fmla="*/ 177131 h 429471"/>
                <a:gd name="csX78" fmla="*/ 195355 w 321478"/>
                <a:gd name="csY78" fmla="*/ 191824 h 429471"/>
                <a:gd name="csX79" fmla="*/ 205385 w 321478"/>
                <a:gd name="csY79" fmla="*/ 204731 h 429471"/>
                <a:gd name="csX80" fmla="*/ 224780 w 321478"/>
                <a:gd name="csY80" fmla="*/ 233927 h 429471"/>
                <a:gd name="csX81" fmla="*/ 251313 w 321478"/>
                <a:gd name="csY81" fmla="*/ 251602 h 429471"/>
                <a:gd name="csX82" fmla="*/ 265826 w 321478"/>
                <a:gd name="csY82" fmla="*/ 256119 h 429471"/>
                <a:gd name="csX83" fmla="*/ 280190 w 321478"/>
                <a:gd name="csY83" fmla="*/ 283901 h 429471"/>
                <a:gd name="csX84" fmla="*/ 287275 w 321478"/>
                <a:gd name="csY84" fmla="*/ 317016 h 429471"/>
                <a:gd name="csX85" fmla="*/ 290907 w 321478"/>
                <a:gd name="csY85" fmla="*/ 329217 h 429471"/>
                <a:gd name="csX86" fmla="*/ 293537 w 321478"/>
                <a:gd name="csY86" fmla="*/ 337861 h 429471"/>
                <a:gd name="csX87" fmla="*/ 302616 w 321478"/>
                <a:gd name="csY87" fmla="*/ 352211 h 429471"/>
                <a:gd name="csX88" fmla="*/ 314264 w 321478"/>
                <a:gd name="csY88" fmla="*/ 364936 h 429471"/>
                <a:gd name="csX89" fmla="*/ 319645 w 321478"/>
                <a:gd name="csY89" fmla="*/ 375951 h 429471"/>
                <a:gd name="csX90" fmla="*/ 316721 w 321478"/>
                <a:gd name="csY90" fmla="*/ 384238 h 429471"/>
                <a:gd name="csX91" fmla="*/ 312540 w 321478"/>
                <a:gd name="csY91" fmla="*/ 395571 h 429471"/>
                <a:gd name="csX92" fmla="*/ 312871 w 321478"/>
                <a:gd name="csY92" fmla="*/ 424954 h 429471"/>
                <a:gd name="csX93" fmla="*/ 306671 w 321478"/>
                <a:gd name="csY93" fmla="*/ 429472 h 429471"/>
                <a:gd name="csX94" fmla="*/ 298651 w 321478"/>
                <a:gd name="csY94" fmla="*/ 424657 h 4294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321478" h="429471">
                  <a:moveTo>
                    <a:pt x="298651" y="424657"/>
                  </a:moveTo>
                  <a:cubicBezTo>
                    <a:pt x="298651" y="419121"/>
                    <a:pt x="289271" y="406239"/>
                    <a:pt x="285240" y="406239"/>
                  </a:cubicBezTo>
                  <a:cubicBezTo>
                    <a:pt x="283590" y="406239"/>
                    <a:pt x="283808" y="407778"/>
                    <a:pt x="285795" y="410173"/>
                  </a:cubicBezTo>
                  <a:cubicBezTo>
                    <a:pt x="287591" y="412337"/>
                    <a:pt x="288438" y="414730"/>
                    <a:pt x="287678" y="415491"/>
                  </a:cubicBezTo>
                  <a:cubicBezTo>
                    <a:pt x="285539" y="417629"/>
                    <a:pt x="270321" y="400495"/>
                    <a:pt x="268647" y="394065"/>
                  </a:cubicBezTo>
                  <a:cubicBezTo>
                    <a:pt x="267226" y="388605"/>
                    <a:pt x="249603" y="367767"/>
                    <a:pt x="249603" y="371546"/>
                  </a:cubicBezTo>
                  <a:cubicBezTo>
                    <a:pt x="249603" y="372545"/>
                    <a:pt x="252142" y="377564"/>
                    <a:pt x="255246" y="382701"/>
                  </a:cubicBezTo>
                  <a:lnTo>
                    <a:pt x="260888" y="392041"/>
                  </a:lnTo>
                  <a:lnTo>
                    <a:pt x="254982" y="386884"/>
                  </a:lnTo>
                  <a:cubicBezTo>
                    <a:pt x="251733" y="384048"/>
                    <a:pt x="247281" y="378240"/>
                    <a:pt x="245088" y="373977"/>
                  </a:cubicBezTo>
                  <a:cubicBezTo>
                    <a:pt x="242896" y="369714"/>
                    <a:pt x="234883" y="359128"/>
                    <a:pt x="227283" y="350451"/>
                  </a:cubicBezTo>
                  <a:cubicBezTo>
                    <a:pt x="219682" y="341775"/>
                    <a:pt x="213463" y="333142"/>
                    <a:pt x="213463" y="331266"/>
                  </a:cubicBezTo>
                  <a:cubicBezTo>
                    <a:pt x="213463" y="326133"/>
                    <a:pt x="194515" y="295333"/>
                    <a:pt x="191325" y="295282"/>
                  </a:cubicBezTo>
                  <a:cubicBezTo>
                    <a:pt x="189798" y="295257"/>
                    <a:pt x="185760" y="292268"/>
                    <a:pt x="182351" y="288640"/>
                  </a:cubicBezTo>
                  <a:cubicBezTo>
                    <a:pt x="177259" y="283219"/>
                    <a:pt x="177019" y="282375"/>
                    <a:pt x="181003" y="283904"/>
                  </a:cubicBezTo>
                  <a:cubicBezTo>
                    <a:pt x="185315" y="285558"/>
                    <a:pt x="185200" y="284882"/>
                    <a:pt x="179966" y="277802"/>
                  </a:cubicBezTo>
                  <a:cubicBezTo>
                    <a:pt x="176728" y="273422"/>
                    <a:pt x="172671" y="270378"/>
                    <a:pt x="170951" y="271038"/>
                  </a:cubicBezTo>
                  <a:cubicBezTo>
                    <a:pt x="169231" y="271698"/>
                    <a:pt x="166334" y="270443"/>
                    <a:pt x="164513" y="268249"/>
                  </a:cubicBezTo>
                  <a:cubicBezTo>
                    <a:pt x="162692" y="266054"/>
                    <a:pt x="159105" y="264259"/>
                    <a:pt x="156542" y="264259"/>
                  </a:cubicBezTo>
                  <a:cubicBezTo>
                    <a:pt x="153980" y="264259"/>
                    <a:pt x="149500" y="261065"/>
                    <a:pt x="146588" y="257160"/>
                  </a:cubicBezTo>
                  <a:cubicBezTo>
                    <a:pt x="143676" y="253256"/>
                    <a:pt x="138716" y="247482"/>
                    <a:pt x="135566" y="244331"/>
                  </a:cubicBezTo>
                  <a:cubicBezTo>
                    <a:pt x="127839" y="236597"/>
                    <a:pt x="131401" y="233886"/>
                    <a:pt x="140198" y="240806"/>
                  </a:cubicBezTo>
                  <a:cubicBezTo>
                    <a:pt x="145135" y="244689"/>
                    <a:pt x="148042" y="245525"/>
                    <a:pt x="149956" y="243611"/>
                  </a:cubicBezTo>
                  <a:cubicBezTo>
                    <a:pt x="154558" y="239009"/>
                    <a:pt x="147985" y="231874"/>
                    <a:pt x="139967" y="232769"/>
                  </a:cubicBezTo>
                  <a:cubicBezTo>
                    <a:pt x="136133" y="233196"/>
                    <a:pt x="131500" y="232305"/>
                    <a:pt x="129672" y="230788"/>
                  </a:cubicBezTo>
                  <a:cubicBezTo>
                    <a:pt x="127844" y="229271"/>
                    <a:pt x="124675" y="228672"/>
                    <a:pt x="122631" y="229456"/>
                  </a:cubicBezTo>
                  <a:cubicBezTo>
                    <a:pt x="120587" y="230241"/>
                    <a:pt x="116736" y="228476"/>
                    <a:pt x="114075" y="225535"/>
                  </a:cubicBezTo>
                  <a:cubicBezTo>
                    <a:pt x="109769" y="220777"/>
                    <a:pt x="109602" y="219173"/>
                    <a:pt x="112561" y="210989"/>
                  </a:cubicBezTo>
                  <a:cubicBezTo>
                    <a:pt x="114982" y="204297"/>
                    <a:pt x="115114" y="201018"/>
                    <a:pt x="113046" y="198950"/>
                  </a:cubicBezTo>
                  <a:cubicBezTo>
                    <a:pt x="110979" y="196883"/>
                    <a:pt x="110205" y="198007"/>
                    <a:pt x="110205" y="203079"/>
                  </a:cubicBezTo>
                  <a:cubicBezTo>
                    <a:pt x="110205" y="206912"/>
                    <a:pt x="109043" y="210049"/>
                    <a:pt x="107624" y="210049"/>
                  </a:cubicBezTo>
                  <a:cubicBezTo>
                    <a:pt x="106204" y="210049"/>
                    <a:pt x="105042" y="208223"/>
                    <a:pt x="105042" y="205992"/>
                  </a:cubicBezTo>
                  <a:cubicBezTo>
                    <a:pt x="105042" y="203761"/>
                    <a:pt x="103289" y="200182"/>
                    <a:pt x="101146" y="198040"/>
                  </a:cubicBezTo>
                  <a:cubicBezTo>
                    <a:pt x="95668" y="192562"/>
                    <a:pt x="98756" y="189098"/>
                    <a:pt x="106495" y="192040"/>
                  </a:cubicBezTo>
                  <a:cubicBezTo>
                    <a:pt x="112388" y="194281"/>
                    <a:pt x="112698" y="194056"/>
                    <a:pt x="110185" y="189360"/>
                  </a:cubicBezTo>
                  <a:cubicBezTo>
                    <a:pt x="108676" y="186541"/>
                    <a:pt x="106530" y="184234"/>
                    <a:pt x="105416" y="184234"/>
                  </a:cubicBezTo>
                  <a:cubicBezTo>
                    <a:pt x="104302" y="184234"/>
                    <a:pt x="99527" y="180785"/>
                    <a:pt x="94806" y="176570"/>
                  </a:cubicBezTo>
                  <a:cubicBezTo>
                    <a:pt x="90084" y="172354"/>
                    <a:pt x="85321" y="169461"/>
                    <a:pt x="84222" y="170141"/>
                  </a:cubicBezTo>
                  <a:cubicBezTo>
                    <a:pt x="83122" y="170820"/>
                    <a:pt x="80052" y="168617"/>
                    <a:pt x="77400" y="165246"/>
                  </a:cubicBezTo>
                  <a:cubicBezTo>
                    <a:pt x="74748" y="161874"/>
                    <a:pt x="69991" y="158294"/>
                    <a:pt x="66830" y="157291"/>
                  </a:cubicBezTo>
                  <a:cubicBezTo>
                    <a:pt x="63669" y="156287"/>
                    <a:pt x="61640" y="154564"/>
                    <a:pt x="62321" y="153462"/>
                  </a:cubicBezTo>
                  <a:cubicBezTo>
                    <a:pt x="63003" y="152359"/>
                    <a:pt x="61277" y="149007"/>
                    <a:pt x="58487" y="146011"/>
                  </a:cubicBezTo>
                  <a:cubicBezTo>
                    <a:pt x="55696" y="143016"/>
                    <a:pt x="53413" y="138774"/>
                    <a:pt x="53413" y="136585"/>
                  </a:cubicBezTo>
                  <a:cubicBezTo>
                    <a:pt x="53413" y="131375"/>
                    <a:pt x="48531" y="131452"/>
                    <a:pt x="46519" y="136694"/>
                  </a:cubicBezTo>
                  <a:cubicBezTo>
                    <a:pt x="45256" y="139986"/>
                    <a:pt x="44525" y="140111"/>
                    <a:pt x="42767" y="137339"/>
                  </a:cubicBezTo>
                  <a:cubicBezTo>
                    <a:pt x="41090" y="134693"/>
                    <a:pt x="40576" y="134929"/>
                    <a:pt x="40545" y="138358"/>
                  </a:cubicBezTo>
                  <a:cubicBezTo>
                    <a:pt x="40512" y="142152"/>
                    <a:pt x="39561" y="142390"/>
                    <a:pt x="34194" y="139945"/>
                  </a:cubicBezTo>
                  <a:cubicBezTo>
                    <a:pt x="25899" y="136165"/>
                    <a:pt x="24011" y="130691"/>
                    <a:pt x="30312" y="128691"/>
                  </a:cubicBezTo>
                  <a:cubicBezTo>
                    <a:pt x="35660" y="126994"/>
                    <a:pt x="36881" y="123535"/>
                    <a:pt x="32982" y="121125"/>
                  </a:cubicBezTo>
                  <a:cubicBezTo>
                    <a:pt x="31683" y="120322"/>
                    <a:pt x="30139" y="121111"/>
                    <a:pt x="29550" y="122878"/>
                  </a:cubicBezTo>
                  <a:cubicBezTo>
                    <a:pt x="28702" y="125423"/>
                    <a:pt x="26957" y="125397"/>
                    <a:pt x="21151" y="122752"/>
                  </a:cubicBezTo>
                  <a:cubicBezTo>
                    <a:pt x="14600" y="119767"/>
                    <a:pt x="14176" y="119839"/>
                    <a:pt x="17154" y="123427"/>
                  </a:cubicBezTo>
                  <a:cubicBezTo>
                    <a:pt x="23195" y="130706"/>
                    <a:pt x="15185" y="127829"/>
                    <a:pt x="6342" y="119543"/>
                  </a:cubicBezTo>
                  <a:cubicBezTo>
                    <a:pt x="-1702" y="112007"/>
                    <a:pt x="-1792" y="111717"/>
                    <a:pt x="4365" y="113226"/>
                  </a:cubicBezTo>
                  <a:lnTo>
                    <a:pt x="10819" y="114808"/>
                  </a:lnTo>
                  <a:lnTo>
                    <a:pt x="4707" y="109494"/>
                  </a:lnTo>
                  <a:cubicBezTo>
                    <a:pt x="-312" y="105131"/>
                    <a:pt x="-833" y="103490"/>
                    <a:pt x="1796" y="100322"/>
                  </a:cubicBezTo>
                  <a:cubicBezTo>
                    <a:pt x="4323" y="97278"/>
                    <a:pt x="4332" y="95662"/>
                    <a:pt x="1838" y="92658"/>
                  </a:cubicBezTo>
                  <a:cubicBezTo>
                    <a:pt x="-700" y="89600"/>
                    <a:pt x="-229" y="86595"/>
                    <a:pt x="4233" y="77378"/>
                  </a:cubicBezTo>
                  <a:cubicBezTo>
                    <a:pt x="7287" y="71068"/>
                    <a:pt x="11639" y="64368"/>
                    <a:pt x="13902" y="62490"/>
                  </a:cubicBezTo>
                  <a:cubicBezTo>
                    <a:pt x="17532" y="59477"/>
                    <a:pt x="17802" y="59833"/>
                    <a:pt x="16192" y="65508"/>
                  </a:cubicBezTo>
                  <a:lnTo>
                    <a:pt x="14368" y="71941"/>
                  </a:lnTo>
                  <a:lnTo>
                    <a:pt x="19324" y="65780"/>
                  </a:lnTo>
                  <a:lnTo>
                    <a:pt x="24280" y="59619"/>
                  </a:lnTo>
                  <a:lnTo>
                    <a:pt x="25989" y="66426"/>
                  </a:lnTo>
                  <a:cubicBezTo>
                    <a:pt x="26928" y="70169"/>
                    <a:pt x="28755" y="73232"/>
                    <a:pt x="30049" y="73232"/>
                  </a:cubicBezTo>
                  <a:cubicBezTo>
                    <a:pt x="31420" y="73232"/>
                    <a:pt x="31500" y="70091"/>
                    <a:pt x="30241" y="65700"/>
                  </a:cubicBezTo>
                  <a:cubicBezTo>
                    <a:pt x="28162" y="58450"/>
                    <a:pt x="28788" y="57720"/>
                    <a:pt x="47033" y="46164"/>
                  </a:cubicBezTo>
                  <a:cubicBezTo>
                    <a:pt x="66934" y="33559"/>
                    <a:pt x="85466" y="15573"/>
                    <a:pt x="89508" y="4943"/>
                  </a:cubicBezTo>
                  <a:cubicBezTo>
                    <a:pt x="91833" y="-1172"/>
                    <a:pt x="92131" y="-1236"/>
                    <a:pt x="99998" y="2688"/>
                  </a:cubicBezTo>
                  <a:cubicBezTo>
                    <a:pt x="106503" y="5933"/>
                    <a:pt x="109396" y="6135"/>
                    <a:pt x="114706" y="3716"/>
                  </a:cubicBezTo>
                  <a:cubicBezTo>
                    <a:pt x="118341" y="2059"/>
                    <a:pt x="122122" y="1631"/>
                    <a:pt x="123108" y="2764"/>
                  </a:cubicBezTo>
                  <a:cubicBezTo>
                    <a:pt x="125561" y="5583"/>
                    <a:pt x="135461" y="45948"/>
                    <a:pt x="137332" y="60759"/>
                  </a:cubicBezTo>
                  <a:cubicBezTo>
                    <a:pt x="139199" y="75538"/>
                    <a:pt x="141734" y="77777"/>
                    <a:pt x="159468" y="80313"/>
                  </a:cubicBezTo>
                  <a:cubicBezTo>
                    <a:pt x="172513" y="82178"/>
                    <a:pt x="173509" y="82826"/>
                    <a:pt x="174324" y="89973"/>
                  </a:cubicBezTo>
                  <a:cubicBezTo>
                    <a:pt x="174804" y="94187"/>
                    <a:pt x="179160" y="102021"/>
                    <a:pt x="184004" y="107383"/>
                  </a:cubicBezTo>
                  <a:cubicBezTo>
                    <a:pt x="193664" y="118075"/>
                    <a:pt x="194152" y="121338"/>
                    <a:pt x="190190" y="148735"/>
                  </a:cubicBezTo>
                  <a:cubicBezTo>
                    <a:pt x="188197" y="162515"/>
                    <a:pt x="188470" y="168448"/>
                    <a:pt x="191494" y="177131"/>
                  </a:cubicBezTo>
                  <a:cubicBezTo>
                    <a:pt x="193597" y="183167"/>
                    <a:pt x="195335" y="189779"/>
                    <a:pt x="195355" y="191824"/>
                  </a:cubicBezTo>
                  <a:cubicBezTo>
                    <a:pt x="195376" y="193868"/>
                    <a:pt x="199889" y="199676"/>
                    <a:pt x="205385" y="204731"/>
                  </a:cubicBezTo>
                  <a:cubicBezTo>
                    <a:pt x="211344" y="210212"/>
                    <a:pt x="219172" y="221995"/>
                    <a:pt x="224780" y="233927"/>
                  </a:cubicBezTo>
                  <a:cubicBezTo>
                    <a:pt x="234706" y="255043"/>
                    <a:pt x="236093" y="255967"/>
                    <a:pt x="251313" y="251602"/>
                  </a:cubicBezTo>
                  <a:cubicBezTo>
                    <a:pt x="258379" y="249575"/>
                    <a:pt x="260277" y="250166"/>
                    <a:pt x="265826" y="256119"/>
                  </a:cubicBezTo>
                  <a:cubicBezTo>
                    <a:pt x="272628" y="263417"/>
                    <a:pt x="281243" y="280080"/>
                    <a:pt x="280190" y="283901"/>
                  </a:cubicBezTo>
                  <a:cubicBezTo>
                    <a:pt x="278841" y="288796"/>
                    <a:pt x="283826" y="312090"/>
                    <a:pt x="287275" y="317016"/>
                  </a:cubicBezTo>
                  <a:cubicBezTo>
                    <a:pt x="289273" y="319867"/>
                    <a:pt x="290907" y="325358"/>
                    <a:pt x="290907" y="329217"/>
                  </a:cubicBezTo>
                  <a:cubicBezTo>
                    <a:pt x="290907" y="333077"/>
                    <a:pt x="292090" y="336967"/>
                    <a:pt x="293537" y="337861"/>
                  </a:cubicBezTo>
                  <a:cubicBezTo>
                    <a:pt x="294984" y="338755"/>
                    <a:pt x="299069" y="345213"/>
                    <a:pt x="302616" y="352211"/>
                  </a:cubicBezTo>
                  <a:cubicBezTo>
                    <a:pt x="307126" y="361111"/>
                    <a:pt x="310627" y="364936"/>
                    <a:pt x="314264" y="364936"/>
                  </a:cubicBezTo>
                  <a:cubicBezTo>
                    <a:pt x="320436" y="364936"/>
                    <a:pt x="323792" y="371805"/>
                    <a:pt x="319645" y="375951"/>
                  </a:cubicBezTo>
                  <a:cubicBezTo>
                    <a:pt x="318037" y="377560"/>
                    <a:pt x="316721" y="381289"/>
                    <a:pt x="316721" y="384238"/>
                  </a:cubicBezTo>
                  <a:cubicBezTo>
                    <a:pt x="316721" y="387188"/>
                    <a:pt x="314840" y="392287"/>
                    <a:pt x="312540" y="395571"/>
                  </a:cubicBezTo>
                  <a:cubicBezTo>
                    <a:pt x="308425" y="401445"/>
                    <a:pt x="308570" y="414286"/>
                    <a:pt x="312871" y="424954"/>
                  </a:cubicBezTo>
                  <a:cubicBezTo>
                    <a:pt x="314372" y="428678"/>
                    <a:pt x="313283" y="429472"/>
                    <a:pt x="306671" y="429472"/>
                  </a:cubicBezTo>
                  <a:cubicBezTo>
                    <a:pt x="300565" y="429472"/>
                    <a:pt x="298651" y="428323"/>
                    <a:pt x="298651" y="424657"/>
                  </a:cubicBezTo>
                  <a:close/>
                </a:path>
              </a:pathLst>
            </a:custGeom>
            <a:solidFill>
              <a:srgbClr val="B9B9B9"/>
            </a:solidFill>
            <a:ln w="5163" cap="flat">
              <a:noFill/>
              <a:prstDash val="solid"/>
              <a:miter/>
            </a:ln>
          </p:spPr>
          <p:txBody>
            <a:bodyPr/>
            <a:lstStyle/>
            <a:p>
              <a:endParaRPr lang="es-419" noProof="0" dirty="0"/>
            </a:p>
          </p:txBody>
        </p:sp>
        <p:sp>
          <p:nvSpPr>
            <p:cNvPr id="59" name="Forma libre: forma 58">
              <a:extLst>
                <a:ext uri="{FF2B5EF4-FFF2-40B4-BE49-F238E27FC236}">
                  <a16:creationId xmlns:a16="http://schemas.microsoft.com/office/drawing/2014/main" id="{E68B18CE-9BE4-73B2-3D65-261FA1C41696}"/>
                </a:ext>
              </a:extLst>
            </p:cNvPr>
            <p:cNvSpPr/>
            <p:nvPr/>
          </p:nvSpPr>
          <p:spPr>
            <a:xfrm>
              <a:off x="812163" y="1806340"/>
              <a:ext cx="15955" cy="30179"/>
            </a:xfrm>
            <a:custGeom>
              <a:avLst/>
              <a:gdLst>
                <a:gd name="csX0" fmla="*/ 12859 w 15955"/>
                <a:gd name="csY0" fmla="*/ 27128 h 30179"/>
                <a:gd name="csX1" fmla="*/ 45 w 15955"/>
                <a:gd name="csY1" fmla="*/ 70 h 30179"/>
                <a:gd name="csX2" fmla="*/ 15145 w 15955"/>
                <a:gd name="csY2" fmla="*/ 24519 h 30179"/>
                <a:gd name="csX3" fmla="*/ 12859 w 15955"/>
                <a:gd name="csY3" fmla="*/ 27128 h 30179"/>
              </a:gdLst>
              <a:ahLst/>
              <a:cxnLst>
                <a:cxn ang="0">
                  <a:pos x="csX0" y="csY0"/>
                </a:cxn>
                <a:cxn ang="0">
                  <a:pos x="csX1" y="csY1"/>
                </a:cxn>
                <a:cxn ang="0">
                  <a:pos x="csX2" y="csY2"/>
                </a:cxn>
                <a:cxn ang="0">
                  <a:pos x="csX3" y="csY3"/>
                </a:cxn>
              </a:cxnLst>
              <a:rect l="l" t="t" r="r" b="b"/>
              <a:pathLst>
                <a:path w="15955" h="30179">
                  <a:moveTo>
                    <a:pt x="12859" y="27128"/>
                  </a:moveTo>
                  <a:cubicBezTo>
                    <a:pt x="8119" y="19457"/>
                    <a:pt x="-707" y="822"/>
                    <a:pt x="45" y="70"/>
                  </a:cubicBezTo>
                  <a:cubicBezTo>
                    <a:pt x="1430" y="-1315"/>
                    <a:pt x="13563" y="18330"/>
                    <a:pt x="15145" y="24519"/>
                  </a:cubicBezTo>
                  <a:cubicBezTo>
                    <a:pt x="16793" y="30962"/>
                    <a:pt x="15876" y="32008"/>
                    <a:pt x="12859" y="27128"/>
                  </a:cubicBezTo>
                  <a:close/>
                </a:path>
              </a:pathLst>
            </a:custGeom>
            <a:solidFill>
              <a:srgbClr val="B9B9B9"/>
            </a:solidFill>
            <a:ln w="5163" cap="flat">
              <a:noFill/>
              <a:prstDash val="solid"/>
              <a:miter/>
            </a:ln>
          </p:spPr>
          <p:txBody>
            <a:bodyPr/>
            <a:lstStyle/>
            <a:p>
              <a:endParaRPr lang="es-419" noProof="0" dirty="0"/>
            </a:p>
          </p:txBody>
        </p:sp>
      </p:grpSp>
      <p:sp>
        <p:nvSpPr>
          <p:cNvPr id="60" name="Forma libre: forma 59">
            <a:extLst>
              <a:ext uri="{FF2B5EF4-FFF2-40B4-BE49-F238E27FC236}">
                <a16:creationId xmlns:a16="http://schemas.microsoft.com/office/drawing/2014/main" id="{2CF6F546-B98F-ECBD-289B-D27BAB50CB7F}"/>
              </a:ext>
            </a:extLst>
          </p:cNvPr>
          <p:cNvSpPr/>
          <p:nvPr/>
        </p:nvSpPr>
        <p:spPr>
          <a:xfrm>
            <a:off x="781520" y="1178397"/>
            <a:ext cx="460893" cy="570101"/>
          </a:xfrm>
          <a:custGeom>
            <a:avLst/>
            <a:gdLst>
              <a:gd name="csX0" fmla="*/ 151660 w 460893"/>
              <a:gd name="csY0" fmla="*/ 568610 h 570101"/>
              <a:gd name="csX1" fmla="*/ 140689 w 460893"/>
              <a:gd name="csY1" fmla="*/ 563178 h 570101"/>
              <a:gd name="csX2" fmla="*/ 131877 w 460893"/>
              <a:gd name="csY2" fmla="*/ 549661 h 570101"/>
              <a:gd name="csX3" fmla="*/ 122196 w 460893"/>
              <a:gd name="csY3" fmla="*/ 532968 h 570101"/>
              <a:gd name="csX4" fmla="*/ 107130 w 460893"/>
              <a:gd name="csY4" fmla="*/ 523131 h 570101"/>
              <a:gd name="csX5" fmla="*/ 89869 w 460893"/>
              <a:gd name="csY5" fmla="*/ 518421 h 570101"/>
              <a:gd name="csX6" fmla="*/ 85076 w 460893"/>
              <a:gd name="csY6" fmla="*/ 501266 h 570101"/>
              <a:gd name="csX7" fmla="*/ 77677 w 460893"/>
              <a:gd name="csY7" fmla="*/ 465952 h 570101"/>
              <a:gd name="csX8" fmla="*/ 72006 w 460893"/>
              <a:gd name="csY8" fmla="*/ 445300 h 570101"/>
              <a:gd name="csX9" fmla="*/ 58957 w 460893"/>
              <a:gd name="csY9" fmla="*/ 446095 h 570101"/>
              <a:gd name="csX10" fmla="*/ 35144 w 460893"/>
              <a:gd name="csY10" fmla="*/ 436548 h 570101"/>
              <a:gd name="csX11" fmla="*/ 24381 w 460893"/>
              <a:gd name="csY11" fmla="*/ 426207 h 570101"/>
              <a:gd name="csX12" fmla="*/ 26114 w 460893"/>
              <a:gd name="csY12" fmla="*/ 405421 h 570101"/>
              <a:gd name="csX13" fmla="*/ 25165 w 460893"/>
              <a:gd name="csY13" fmla="*/ 384636 h 570101"/>
              <a:gd name="csX14" fmla="*/ 17520 w 460893"/>
              <a:gd name="csY14" fmla="*/ 374956 h 570101"/>
              <a:gd name="csX15" fmla="*/ 6475 w 460893"/>
              <a:gd name="csY15" fmla="*/ 353942 h 570101"/>
              <a:gd name="csX16" fmla="*/ 196 w 460893"/>
              <a:gd name="csY16" fmla="*/ 332000 h 570101"/>
              <a:gd name="csX17" fmla="*/ 0 w 460893"/>
              <a:gd name="csY17" fmla="*/ 321391 h 570101"/>
              <a:gd name="csX18" fmla="*/ 20006 w 460893"/>
              <a:gd name="csY18" fmla="*/ 322209 h 570101"/>
              <a:gd name="csX19" fmla="*/ 37306 w 460893"/>
              <a:gd name="csY19" fmla="*/ 304003 h 570101"/>
              <a:gd name="csX20" fmla="*/ 36933 w 460893"/>
              <a:gd name="csY20" fmla="*/ 289805 h 570101"/>
              <a:gd name="csX21" fmla="*/ 37690 w 460893"/>
              <a:gd name="csY21" fmla="*/ 253719 h 570101"/>
              <a:gd name="csX22" fmla="*/ 41303 w 460893"/>
              <a:gd name="csY22" fmla="*/ 221451 h 570101"/>
              <a:gd name="csX23" fmla="*/ 48412 w 460893"/>
              <a:gd name="csY23" fmla="*/ 202644 h 570101"/>
              <a:gd name="csX24" fmla="*/ 48257 w 460893"/>
              <a:gd name="csY24" fmla="*/ 124622 h 570101"/>
              <a:gd name="csX25" fmla="*/ 40464 w 460893"/>
              <a:gd name="csY25" fmla="*/ 83859 h 570101"/>
              <a:gd name="csX26" fmla="*/ 52830 w 460893"/>
              <a:gd name="csY26" fmla="*/ 45160 h 570101"/>
              <a:gd name="csX27" fmla="*/ 63246 w 460893"/>
              <a:gd name="csY27" fmla="*/ 46920 h 570101"/>
              <a:gd name="csX28" fmla="*/ 63246 w 460893"/>
              <a:gd name="csY28" fmla="*/ 23460 h 570101"/>
              <a:gd name="csX29" fmla="*/ 66672 w 460893"/>
              <a:gd name="csY29" fmla="*/ 0 h 570101"/>
              <a:gd name="csX30" fmla="*/ 126691 w 460893"/>
              <a:gd name="csY30" fmla="*/ 3798 h 570101"/>
              <a:gd name="csX31" fmla="*/ 203405 w 460893"/>
              <a:gd name="csY31" fmla="*/ 8311 h 570101"/>
              <a:gd name="csX32" fmla="*/ 223527 w 460893"/>
              <a:gd name="csY32" fmla="*/ 9026 h 570101"/>
              <a:gd name="csX33" fmla="*/ 229665 w 460893"/>
              <a:gd name="csY33" fmla="*/ 21938 h 570101"/>
              <a:gd name="csX34" fmla="*/ 254984 w 460893"/>
              <a:gd name="csY34" fmla="*/ 54210 h 570101"/>
              <a:gd name="csX35" fmla="*/ 267180 w 460893"/>
              <a:gd name="csY35" fmla="*/ 65624 h 570101"/>
              <a:gd name="csX36" fmla="*/ 283960 w 460893"/>
              <a:gd name="csY36" fmla="*/ 83994 h 570101"/>
              <a:gd name="csX37" fmla="*/ 300739 w 460893"/>
              <a:gd name="csY37" fmla="*/ 103278 h 570101"/>
              <a:gd name="csX38" fmla="*/ 307688 w 460893"/>
              <a:gd name="csY38" fmla="*/ 107024 h 570101"/>
              <a:gd name="csX39" fmla="*/ 338320 w 460893"/>
              <a:gd name="csY39" fmla="*/ 140082 h 570101"/>
              <a:gd name="csX40" fmla="*/ 345307 w 460893"/>
              <a:gd name="csY40" fmla="*/ 156757 h 570101"/>
              <a:gd name="csX41" fmla="*/ 350264 w 460893"/>
              <a:gd name="csY41" fmla="*/ 174757 h 570101"/>
              <a:gd name="csX42" fmla="*/ 353728 w 460893"/>
              <a:gd name="csY42" fmla="*/ 192882 h 570101"/>
              <a:gd name="csX43" fmla="*/ 357557 w 460893"/>
              <a:gd name="csY43" fmla="*/ 206186 h 570101"/>
              <a:gd name="csX44" fmla="*/ 373046 w 460893"/>
              <a:gd name="csY44" fmla="*/ 221653 h 570101"/>
              <a:gd name="csX45" fmla="*/ 388508 w 460893"/>
              <a:gd name="csY45" fmla="*/ 235073 h 570101"/>
              <a:gd name="csX46" fmla="*/ 408536 w 460893"/>
              <a:gd name="csY46" fmla="*/ 251563 h 570101"/>
              <a:gd name="csX47" fmla="*/ 419486 w 460893"/>
              <a:gd name="csY47" fmla="*/ 258145 h 570101"/>
              <a:gd name="csX48" fmla="*/ 429612 w 460893"/>
              <a:gd name="csY48" fmla="*/ 264555 h 570101"/>
              <a:gd name="csX49" fmla="*/ 440498 w 460893"/>
              <a:gd name="csY49" fmla="*/ 270196 h 570101"/>
              <a:gd name="csX50" fmla="*/ 458638 w 460893"/>
              <a:gd name="csY50" fmla="*/ 279871 h 570101"/>
              <a:gd name="csX51" fmla="*/ 433706 w 460893"/>
              <a:gd name="csY51" fmla="*/ 328123 h 570101"/>
              <a:gd name="csX52" fmla="*/ 401785 w 460893"/>
              <a:gd name="csY52" fmla="*/ 376892 h 570101"/>
              <a:gd name="csX53" fmla="*/ 408173 w 460893"/>
              <a:gd name="csY53" fmla="*/ 427230 h 570101"/>
              <a:gd name="csX54" fmla="*/ 407224 w 460893"/>
              <a:gd name="csY54" fmla="*/ 481463 h 570101"/>
              <a:gd name="csX55" fmla="*/ 357001 w 460893"/>
              <a:gd name="csY55" fmla="*/ 500599 h 570101"/>
              <a:gd name="csX56" fmla="*/ 339993 w 460893"/>
              <a:gd name="csY56" fmla="*/ 507393 h 570101"/>
              <a:gd name="csX57" fmla="*/ 315871 w 460893"/>
              <a:gd name="csY57" fmla="*/ 500146 h 570101"/>
              <a:gd name="csX58" fmla="*/ 305685 w 460893"/>
              <a:gd name="csY58" fmla="*/ 499249 h 570101"/>
              <a:gd name="csX59" fmla="*/ 291896 w 460893"/>
              <a:gd name="csY59" fmla="*/ 499687 h 570101"/>
              <a:gd name="csX60" fmla="*/ 270870 w 460893"/>
              <a:gd name="csY60" fmla="*/ 491757 h 570101"/>
              <a:gd name="csX61" fmla="*/ 256706 w 460893"/>
              <a:gd name="csY61" fmla="*/ 481408 h 570101"/>
              <a:gd name="csX62" fmla="*/ 242051 w 460893"/>
              <a:gd name="csY62" fmla="*/ 472207 h 570101"/>
              <a:gd name="csX63" fmla="*/ 227525 w 460893"/>
              <a:gd name="csY63" fmla="*/ 468533 h 570101"/>
              <a:gd name="csX64" fmla="*/ 222731 w 460893"/>
              <a:gd name="csY64" fmla="*/ 472486 h 570101"/>
              <a:gd name="csX65" fmla="*/ 210984 w 460893"/>
              <a:gd name="csY65" fmla="*/ 493362 h 570101"/>
              <a:gd name="csX66" fmla="*/ 200162 w 460893"/>
              <a:gd name="csY66" fmla="*/ 504374 h 570101"/>
              <a:gd name="csX67" fmla="*/ 192160 w 460893"/>
              <a:gd name="csY67" fmla="*/ 516880 h 570101"/>
              <a:gd name="csX68" fmla="*/ 189436 w 460893"/>
              <a:gd name="csY68" fmla="*/ 530760 h 570101"/>
              <a:gd name="csX69" fmla="*/ 184534 w 460893"/>
              <a:gd name="csY69" fmla="*/ 547022 h 570101"/>
              <a:gd name="csX70" fmla="*/ 182598 w 460893"/>
              <a:gd name="csY70" fmla="*/ 561518 h 570101"/>
              <a:gd name="csX71" fmla="*/ 164446 w 460893"/>
              <a:gd name="csY71" fmla="*/ 570049 h 570101"/>
              <a:gd name="csX72" fmla="*/ 151660 w 460893"/>
              <a:gd name="csY72" fmla="*/ 568610 h 5701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Lst>
            <a:rect l="l" t="t" r="r" b="b"/>
            <a:pathLst>
              <a:path w="460893" h="570101">
                <a:moveTo>
                  <a:pt x="151660" y="568610"/>
                </a:moveTo>
                <a:cubicBezTo>
                  <a:pt x="143384" y="567865"/>
                  <a:pt x="140689" y="566530"/>
                  <a:pt x="140689" y="563178"/>
                </a:cubicBezTo>
                <a:cubicBezTo>
                  <a:pt x="140689" y="560733"/>
                  <a:pt x="136724" y="554651"/>
                  <a:pt x="131877" y="549661"/>
                </a:cubicBezTo>
                <a:cubicBezTo>
                  <a:pt x="126875" y="544511"/>
                  <a:pt x="122689" y="537293"/>
                  <a:pt x="122196" y="532968"/>
                </a:cubicBezTo>
                <a:cubicBezTo>
                  <a:pt x="121389" y="525881"/>
                  <a:pt x="120335" y="525192"/>
                  <a:pt x="107130" y="523131"/>
                </a:cubicBezTo>
                <a:cubicBezTo>
                  <a:pt x="99321" y="521912"/>
                  <a:pt x="91554" y="519792"/>
                  <a:pt x="89869" y="518421"/>
                </a:cubicBezTo>
                <a:cubicBezTo>
                  <a:pt x="88184" y="517050"/>
                  <a:pt x="86027" y="509330"/>
                  <a:pt x="85076" y="501266"/>
                </a:cubicBezTo>
                <a:cubicBezTo>
                  <a:pt x="84126" y="493202"/>
                  <a:pt x="80796" y="477310"/>
                  <a:pt x="77677" y="465952"/>
                </a:cubicBezTo>
                <a:lnTo>
                  <a:pt x="72006" y="445300"/>
                </a:lnTo>
                <a:lnTo>
                  <a:pt x="58957" y="446095"/>
                </a:lnTo>
                <a:cubicBezTo>
                  <a:pt x="46778" y="446836"/>
                  <a:pt x="45189" y="446199"/>
                  <a:pt x="35144" y="436548"/>
                </a:cubicBezTo>
                <a:lnTo>
                  <a:pt x="24381" y="426207"/>
                </a:lnTo>
                <a:lnTo>
                  <a:pt x="26114" y="405421"/>
                </a:lnTo>
                <a:cubicBezTo>
                  <a:pt x="27263" y="391650"/>
                  <a:pt x="26942" y="384636"/>
                  <a:pt x="25165" y="384636"/>
                </a:cubicBezTo>
                <a:cubicBezTo>
                  <a:pt x="23689" y="384636"/>
                  <a:pt x="20249" y="380280"/>
                  <a:pt x="17520" y="374956"/>
                </a:cubicBezTo>
                <a:cubicBezTo>
                  <a:pt x="14791" y="369631"/>
                  <a:pt x="9821" y="360175"/>
                  <a:pt x="6475" y="353942"/>
                </a:cubicBezTo>
                <a:cubicBezTo>
                  <a:pt x="3106" y="347664"/>
                  <a:pt x="305" y="337877"/>
                  <a:pt x="196" y="332000"/>
                </a:cubicBezTo>
                <a:lnTo>
                  <a:pt x="0" y="321391"/>
                </a:lnTo>
                <a:lnTo>
                  <a:pt x="20006" y="322209"/>
                </a:lnTo>
                <a:cubicBezTo>
                  <a:pt x="42391" y="323125"/>
                  <a:pt x="42565" y="322942"/>
                  <a:pt x="37306" y="304003"/>
                </a:cubicBezTo>
                <a:cubicBezTo>
                  <a:pt x="35685" y="298169"/>
                  <a:pt x="35538" y="292562"/>
                  <a:pt x="36933" y="289805"/>
                </a:cubicBezTo>
                <a:cubicBezTo>
                  <a:pt x="38201" y="287300"/>
                  <a:pt x="38542" y="271061"/>
                  <a:pt x="37690" y="253719"/>
                </a:cubicBezTo>
                <a:cubicBezTo>
                  <a:pt x="36207" y="223555"/>
                  <a:pt x="36364" y="222156"/>
                  <a:pt x="41303" y="221451"/>
                </a:cubicBezTo>
                <a:cubicBezTo>
                  <a:pt x="45680" y="220826"/>
                  <a:pt x="46762" y="217964"/>
                  <a:pt x="48412" y="202644"/>
                </a:cubicBezTo>
                <a:cubicBezTo>
                  <a:pt x="51806" y="171127"/>
                  <a:pt x="51726" y="130863"/>
                  <a:pt x="48257" y="124622"/>
                </a:cubicBezTo>
                <a:cubicBezTo>
                  <a:pt x="46501" y="121464"/>
                  <a:pt x="42994" y="103121"/>
                  <a:pt x="40464" y="83859"/>
                </a:cubicBezTo>
                <a:cubicBezTo>
                  <a:pt x="35209" y="43860"/>
                  <a:pt x="35717" y="42269"/>
                  <a:pt x="52830" y="45160"/>
                </a:cubicBezTo>
                <a:lnTo>
                  <a:pt x="63246" y="46920"/>
                </a:lnTo>
                <a:lnTo>
                  <a:pt x="63246" y="23460"/>
                </a:lnTo>
                <a:cubicBezTo>
                  <a:pt x="63246" y="5683"/>
                  <a:pt x="64076" y="0"/>
                  <a:pt x="66672" y="0"/>
                </a:cubicBezTo>
                <a:cubicBezTo>
                  <a:pt x="68557" y="0"/>
                  <a:pt x="95565" y="1709"/>
                  <a:pt x="126691" y="3798"/>
                </a:cubicBezTo>
                <a:cubicBezTo>
                  <a:pt x="157817" y="5887"/>
                  <a:pt x="192338" y="7917"/>
                  <a:pt x="203405" y="8311"/>
                </a:cubicBezTo>
                <a:lnTo>
                  <a:pt x="223527" y="9026"/>
                </a:lnTo>
                <a:lnTo>
                  <a:pt x="229665" y="21938"/>
                </a:lnTo>
                <a:cubicBezTo>
                  <a:pt x="235583" y="34389"/>
                  <a:pt x="251134" y="54210"/>
                  <a:pt x="254984" y="54210"/>
                </a:cubicBezTo>
                <a:cubicBezTo>
                  <a:pt x="256963" y="54210"/>
                  <a:pt x="267180" y="63772"/>
                  <a:pt x="267180" y="65624"/>
                </a:cubicBezTo>
                <a:cubicBezTo>
                  <a:pt x="267180" y="66222"/>
                  <a:pt x="274731" y="74489"/>
                  <a:pt x="283960" y="83994"/>
                </a:cubicBezTo>
                <a:cubicBezTo>
                  <a:pt x="293188" y="93499"/>
                  <a:pt x="300739" y="102177"/>
                  <a:pt x="300739" y="103278"/>
                </a:cubicBezTo>
                <a:cubicBezTo>
                  <a:pt x="300739" y="104379"/>
                  <a:pt x="303866" y="106065"/>
                  <a:pt x="307688" y="107024"/>
                </a:cubicBezTo>
                <a:cubicBezTo>
                  <a:pt x="316754" y="109299"/>
                  <a:pt x="336159" y="130241"/>
                  <a:pt x="338320" y="140082"/>
                </a:cubicBezTo>
                <a:cubicBezTo>
                  <a:pt x="339250" y="144316"/>
                  <a:pt x="342394" y="151820"/>
                  <a:pt x="345307" y="156757"/>
                </a:cubicBezTo>
                <a:cubicBezTo>
                  <a:pt x="348253" y="161749"/>
                  <a:pt x="350453" y="169738"/>
                  <a:pt x="350264" y="174757"/>
                </a:cubicBezTo>
                <a:cubicBezTo>
                  <a:pt x="350078" y="179720"/>
                  <a:pt x="351636" y="187876"/>
                  <a:pt x="353728" y="192882"/>
                </a:cubicBezTo>
                <a:cubicBezTo>
                  <a:pt x="355820" y="197888"/>
                  <a:pt x="357543" y="203875"/>
                  <a:pt x="357557" y="206186"/>
                </a:cubicBezTo>
                <a:cubicBezTo>
                  <a:pt x="357572" y="208497"/>
                  <a:pt x="364542" y="215457"/>
                  <a:pt x="373046" y="221653"/>
                </a:cubicBezTo>
                <a:cubicBezTo>
                  <a:pt x="381550" y="227849"/>
                  <a:pt x="388508" y="233888"/>
                  <a:pt x="388508" y="235073"/>
                </a:cubicBezTo>
                <a:cubicBezTo>
                  <a:pt x="388508" y="239850"/>
                  <a:pt x="400638" y="249837"/>
                  <a:pt x="408536" y="251563"/>
                </a:cubicBezTo>
                <a:cubicBezTo>
                  <a:pt x="413162" y="252574"/>
                  <a:pt x="418090" y="255536"/>
                  <a:pt x="419486" y="258145"/>
                </a:cubicBezTo>
                <a:cubicBezTo>
                  <a:pt x="420882" y="260754"/>
                  <a:pt x="425439" y="263638"/>
                  <a:pt x="429612" y="264555"/>
                </a:cubicBezTo>
                <a:cubicBezTo>
                  <a:pt x="433785" y="265471"/>
                  <a:pt x="438684" y="268010"/>
                  <a:pt x="440498" y="270196"/>
                </a:cubicBezTo>
                <a:cubicBezTo>
                  <a:pt x="443409" y="273704"/>
                  <a:pt x="453843" y="279268"/>
                  <a:pt x="458638" y="279871"/>
                </a:cubicBezTo>
                <a:cubicBezTo>
                  <a:pt x="464237" y="280575"/>
                  <a:pt x="460647" y="287523"/>
                  <a:pt x="433706" y="328123"/>
                </a:cubicBezTo>
                <a:cubicBezTo>
                  <a:pt x="417320" y="352816"/>
                  <a:pt x="402956" y="374762"/>
                  <a:pt x="401785" y="376892"/>
                </a:cubicBezTo>
                <a:cubicBezTo>
                  <a:pt x="400523" y="379188"/>
                  <a:pt x="403122" y="399673"/>
                  <a:pt x="408173" y="427230"/>
                </a:cubicBezTo>
                <a:cubicBezTo>
                  <a:pt x="419157" y="487163"/>
                  <a:pt x="419215" y="483871"/>
                  <a:pt x="407224" y="481463"/>
                </a:cubicBezTo>
                <a:cubicBezTo>
                  <a:pt x="377101" y="475416"/>
                  <a:pt x="375238" y="476126"/>
                  <a:pt x="357001" y="500599"/>
                </a:cubicBezTo>
                <a:cubicBezTo>
                  <a:pt x="346599" y="514558"/>
                  <a:pt x="343773" y="515687"/>
                  <a:pt x="339993" y="507393"/>
                </a:cubicBezTo>
                <a:cubicBezTo>
                  <a:pt x="336462" y="499643"/>
                  <a:pt x="325739" y="496421"/>
                  <a:pt x="315871" y="500146"/>
                </a:cubicBezTo>
                <a:cubicBezTo>
                  <a:pt x="310307" y="502246"/>
                  <a:pt x="308004" y="502043"/>
                  <a:pt x="305685" y="499249"/>
                </a:cubicBezTo>
                <a:cubicBezTo>
                  <a:pt x="301762" y="494522"/>
                  <a:pt x="296907" y="494676"/>
                  <a:pt x="291896" y="499687"/>
                </a:cubicBezTo>
                <a:cubicBezTo>
                  <a:pt x="286395" y="505188"/>
                  <a:pt x="278982" y="502392"/>
                  <a:pt x="270870" y="491757"/>
                </a:cubicBezTo>
                <a:cubicBezTo>
                  <a:pt x="267159" y="486892"/>
                  <a:pt x="260921" y="482334"/>
                  <a:pt x="256706" y="481408"/>
                </a:cubicBezTo>
                <a:cubicBezTo>
                  <a:pt x="252563" y="480498"/>
                  <a:pt x="245969" y="476358"/>
                  <a:pt x="242051" y="472207"/>
                </a:cubicBezTo>
                <a:cubicBezTo>
                  <a:pt x="234140" y="463825"/>
                  <a:pt x="229757" y="462717"/>
                  <a:pt x="227525" y="468533"/>
                </a:cubicBezTo>
                <a:cubicBezTo>
                  <a:pt x="226708" y="470663"/>
                  <a:pt x="224550" y="472442"/>
                  <a:pt x="222731" y="472486"/>
                </a:cubicBezTo>
                <a:cubicBezTo>
                  <a:pt x="216831" y="472631"/>
                  <a:pt x="209780" y="485162"/>
                  <a:pt x="210984" y="493362"/>
                </a:cubicBezTo>
                <a:cubicBezTo>
                  <a:pt x="212266" y="502098"/>
                  <a:pt x="211304" y="503076"/>
                  <a:pt x="200162" y="504374"/>
                </a:cubicBezTo>
                <a:cubicBezTo>
                  <a:pt x="189734" y="505588"/>
                  <a:pt x="189645" y="505728"/>
                  <a:pt x="192160" y="516880"/>
                </a:cubicBezTo>
                <a:cubicBezTo>
                  <a:pt x="193910" y="524639"/>
                  <a:pt x="193416" y="527159"/>
                  <a:pt x="189436" y="530760"/>
                </a:cubicBezTo>
                <a:cubicBezTo>
                  <a:pt x="186033" y="533840"/>
                  <a:pt x="184562" y="538720"/>
                  <a:pt x="184534" y="547022"/>
                </a:cubicBezTo>
                <a:cubicBezTo>
                  <a:pt x="184512" y="553546"/>
                  <a:pt x="183641" y="560069"/>
                  <a:pt x="182598" y="561518"/>
                </a:cubicBezTo>
                <a:cubicBezTo>
                  <a:pt x="180445" y="564508"/>
                  <a:pt x="167199" y="570734"/>
                  <a:pt x="164446" y="570049"/>
                </a:cubicBezTo>
                <a:cubicBezTo>
                  <a:pt x="163448" y="569801"/>
                  <a:pt x="157694" y="569154"/>
                  <a:pt x="151660" y="568610"/>
                </a:cubicBezTo>
                <a:close/>
              </a:path>
            </a:pathLst>
          </a:custGeom>
          <a:solidFill>
            <a:srgbClr val="B9B9B9"/>
          </a:solidFill>
          <a:ln w="5163" cap="flat">
            <a:noFill/>
            <a:prstDash val="solid"/>
            <a:miter/>
          </a:ln>
        </p:spPr>
        <p:txBody>
          <a:bodyPr/>
          <a:lstStyle/>
          <a:p>
            <a:endParaRPr lang="es-419" noProof="0" dirty="0"/>
          </a:p>
        </p:txBody>
      </p:sp>
      <p:sp>
        <p:nvSpPr>
          <p:cNvPr id="61" name="Forma libre: forma 60">
            <a:extLst>
              <a:ext uri="{FF2B5EF4-FFF2-40B4-BE49-F238E27FC236}">
                <a16:creationId xmlns:a16="http://schemas.microsoft.com/office/drawing/2014/main" id="{ED9AB910-0ABB-608C-26E9-359F13683C12}"/>
              </a:ext>
            </a:extLst>
          </p:cNvPr>
          <p:cNvSpPr/>
          <p:nvPr/>
        </p:nvSpPr>
        <p:spPr>
          <a:xfrm>
            <a:off x="2038384" y="2469122"/>
            <a:ext cx="332998" cy="314936"/>
          </a:xfrm>
          <a:custGeom>
            <a:avLst/>
            <a:gdLst>
              <a:gd name="csX0" fmla="*/ 150508 w 332998"/>
              <a:gd name="csY0" fmla="*/ 295153 h 314936"/>
              <a:gd name="csX1" fmla="*/ 122921 w 332998"/>
              <a:gd name="csY1" fmla="*/ 269012 h 314936"/>
              <a:gd name="csX2" fmla="*/ 122279 w 332998"/>
              <a:gd name="csY2" fmla="*/ 264031 h 314936"/>
              <a:gd name="csX3" fmla="*/ 126546 w 332998"/>
              <a:gd name="csY3" fmla="*/ 262908 h 314936"/>
              <a:gd name="csX4" fmla="*/ 106954 w 332998"/>
              <a:gd name="csY4" fmla="*/ 254224 h 314936"/>
              <a:gd name="csX5" fmla="*/ 78561 w 332998"/>
              <a:gd name="csY5" fmla="*/ 232541 h 314936"/>
              <a:gd name="csX6" fmla="*/ 60903 w 332998"/>
              <a:gd name="csY6" fmla="*/ 216842 h 314936"/>
              <a:gd name="csX7" fmla="*/ 60455 w 332998"/>
              <a:gd name="csY7" fmla="*/ 213585 h 314936"/>
              <a:gd name="csX8" fmla="*/ 56711 w 332998"/>
              <a:gd name="csY8" fmla="*/ 207285 h 314936"/>
              <a:gd name="csX9" fmla="*/ 53349 w 332998"/>
              <a:gd name="csY9" fmla="*/ 207961 h 314936"/>
              <a:gd name="csX10" fmla="*/ 34703 w 332998"/>
              <a:gd name="csY10" fmla="*/ 200142 h 314936"/>
              <a:gd name="csX11" fmla="*/ 16028 w 332998"/>
              <a:gd name="csY11" fmla="*/ 187234 h 314936"/>
              <a:gd name="csX12" fmla="*/ 16436 w 332998"/>
              <a:gd name="csY12" fmla="*/ 184359 h 314936"/>
              <a:gd name="csX13" fmla="*/ 14549 w 332998"/>
              <a:gd name="csY13" fmla="*/ 178120 h 314936"/>
              <a:gd name="csX14" fmla="*/ 7908 w 332998"/>
              <a:gd name="csY14" fmla="*/ 171021 h 314936"/>
              <a:gd name="csX15" fmla="*/ 2407 w 332998"/>
              <a:gd name="csY15" fmla="*/ 154470 h 314936"/>
              <a:gd name="csX16" fmla="*/ 6812 w 332998"/>
              <a:gd name="csY16" fmla="*/ 119621 h 314936"/>
              <a:gd name="csX17" fmla="*/ 17071 w 332998"/>
              <a:gd name="csY17" fmla="*/ 91641 h 314936"/>
              <a:gd name="csX18" fmla="*/ 20635 w 332998"/>
              <a:gd name="csY18" fmla="*/ 82008 h 314936"/>
              <a:gd name="csX19" fmla="*/ 29523 w 332998"/>
              <a:gd name="csY19" fmla="*/ 71230 h 314936"/>
              <a:gd name="csX20" fmla="*/ 42896 w 332998"/>
              <a:gd name="csY20" fmla="*/ 48085 h 314936"/>
              <a:gd name="csX21" fmla="*/ 49532 w 332998"/>
              <a:gd name="csY21" fmla="*/ 35969 h 314936"/>
              <a:gd name="csX22" fmla="*/ 54906 w 332998"/>
              <a:gd name="csY22" fmla="*/ 23257 h 314936"/>
              <a:gd name="csX23" fmla="*/ 66531 w 332998"/>
              <a:gd name="csY23" fmla="*/ 0 h 314936"/>
              <a:gd name="csX24" fmla="*/ 82468 w 332998"/>
              <a:gd name="csY24" fmla="*/ 19425 h 314936"/>
              <a:gd name="csX25" fmla="*/ 95351 w 332998"/>
              <a:gd name="csY25" fmla="*/ 43885 h 314936"/>
              <a:gd name="csX26" fmla="*/ 106141 w 332998"/>
              <a:gd name="csY26" fmla="*/ 49048 h 314936"/>
              <a:gd name="csX27" fmla="*/ 113640 w 332998"/>
              <a:gd name="csY27" fmla="*/ 54166 h 314936"/>
              <a:gd name="csX28" fmla="*/ 132249 w 332998"/>
              <a:gd name="csY28" fmla="*/ 34653 h 314936"/>
              <a:gd name="csX29" fmla="*/ 156404 w 332998"/>
              <a:gd name="csY29" fmla="*/ 10326 h 314936"/>
              <a:gd name="csX30" fmla="*/ 168334 w 332998"/>
              <a:gd name="csY30" fmla="*/ 6060 h 314936"/>
              <a:gd name="csX31" fmla="*/ 186389 w 332998"/>
              <a:gd name="csY31" fmla="*/ 9933 h 314936"/>
              <a:gd name="csX32" fmla="*/ 200349 w 332998"/>
              <a:gd name="csY32" fmla="*/ 18070 h 314936"/>
              <a:gd name="csX33" fmla="*/ 204999 w 332998"/>
              <a:gd name="csY33" fmla="*/ 30473 h 314936"/>
              <a:gd name="csX34" fmla="*/ 218185 w 332998"/>
              <a:gd name="csY34" fmla="*/ 43802 h 314936"/>
              <a:gd name="csX35" fmla="*/ 227241 w 332998"/>
              <a:gd name="csY35" fmla="*/ 50036 h 314936"/>
              <a:gd name="csX36" fmla="*/ 238424 w 332998"/>
              <a:gd name="csY36" fmla="*/ 60571 h 314936"/>
              <a:gd name="csX37" fmla="*/ 261581 w 332998"/>
              <a:gd name="csY37" fmla="*/ 79599 h 314936"/>
              <a:gd name="csX38" fmla="*/ 276424 w 332998"/>
              <a:gd name="csY38" fmla="*/ 89453 h 314936"/>
              <a:gd name="csX39" fmla="*/ 280389 w 332998"/>
              <a:gd name="csY39" fmla="*/ 90232 h 314936"/>
              <a:gd name="csX40" fmla="*/ 288978 w 332998"/>
              <a:gd name="csY40" fmla="*/ 95366 h 314936"/>
              <a:gd name="csX41" fmla="*/ 309784 w 332998"/>
              <a:gd name="csY41" fmla="*/ 117828 h 314936"/>
              <a:gd name="csX42" fmla="*/ 323208 w 332998"/>
              <a:gd name="csY42" fmla="*/ 127731 h 314936"/>
              <a:gd name="csX43" fmla="*/ 330610 w 332998"/>
              <a:gd name="csY43" fmla="*/ 136947 h 314936"/>
              <a:gd name="csX44" fmla="*/ 327230 w 332998"/>
              <a:gd name="csY44" fmla="*/ 153094 h 314936"/>
              <a:gd name="csX45" fmla="*/ 328146 w 332998"/>
              <a:gd name="csY45" fmla="*/ 164492 h 314936"/>
              <a:gd name="csX46" fmla="*/ 285552 w 332998"/>
              <a:gd name="csY46" fmla="*/ 166189 h 314936"/>
              <a:gd name="csX47" fmla="*/ 228050 w 332998"/>
              <a:gd name="csY47" fmla="*/ 169472 h 314936"/>
              <a:gd name="csX48" fmla="*/ 213142 w 332998"/>
              <a:gd name="csY48" fmla="*/ 171057 h 314936"/>
              <a:gd name="csX49" fmla="*/ 197915 w 332998"/>
              <a:gd name="csY49" fmla="*/ 199758 h 314936"/>
              <a:gd name="csX50" fmla="*/ 180329 w 332998"/>
              <a:gd name="csY50" fmla="*/ 231127 h 314936"/>
              <a:gd name="csX51" fmla="*/ 181055 w 332998"/>
              <a:gd name="csY51" fmla="*/ 253031 h 314936"/>
              <a:gd name="csX52" fmla="*/ 185000 w 332998"/>
              <a:gd name="csY52" fmla="*/ 272477 h 314936"/>
              <a:gd name="csX53" fmla="*/ 182260 w 332998"/>
              <a:gd name="csY53" fmla="*/ 301769 h 314936"/>
              <a:gd name="csX54" fmla="*/ 174070 w 332998"/>
              <a:gd name="csY54" fmla="*/ 314937 h 314936"/>
              <a:gd name="csX55" fmla="*/ 150508 w 332998"/>
              <a:gd name="csY55" fmla="*/ 295153 h 3149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Lst>
            <a:rect l="l" t="t" r="r" b="b"/>
            <a:pathLst>
              <a:path w="332998" h="314936">
                <a:moveTo>
                  <a:pt x="150508" y="295153"/>
                </a:moveTo>
                <a:cubicBezTo>
                  <a:pt x="138884" y="284272"/>
                  <a:pt x="126470" y="272508"/>
                  <a:pt x="122921" y="269012"/>
                </a:cubicBezTo>
                <a:cubicBezTo>
                  <a:pt x="116541" y="262727"/>
                  <a:pt x="116534" y="262670"/>
                  <a:pt x="122279" y="264031"/>
                </a:cubicBezTo>
                <a:cubicBezTo>
                  <a:pt x="125681" y="264837"/>
                  <a:pt x="127450" y="264371"/>
                  <a:pt x="126546" y="262908"/>
                </a:cubicBezTo>
                <a:cubicBezTo>
                  <a:pt x="124960" y="260342"/>
                  <a:pt x="114693" y="255791"/>
                  <a:pt x="106954" y="254224"/>
                </a:cubicBezTo>
                <a:cubicBezTo>
                  <a:pt x="98738" y="252560"/>
                  <a:pt x="93040" y="248209"/>
                  <a:pt x="78561" y="232541"/>
                </a:cubicBezTo>
                <a:cubicBezTo>
                  <a:pt x="70581" y="223906"/>
                  <a:pt x="62635" y="216842"/>
                  <a:pt x="60903" y="216842"/>
                </a:cubicBezTo>
                <a:cubicBezTo>
                  <a:pt x="58660" y="216842"/>
                  <a:pt x="58531" y="215904"/>
                  <a:pt x="60455" y="213585"/>
                </a:cubicBezTo>
                <a:cubicBezTo>
                  <a:pt x="62461" y="211169"/>
                  <a:pt x="61494" y="209543"/>
                  <a:pt x="56711" y="207285"/>
                </a:cubicBezTo>
                <a:cubicBezTo>
                  <a:pt x="51186" y="204678"/>
                  <a:pt x="50705" y="204775"/>
                  <a:pt x="53349" y="207961"/>
                </a:cubicBezTo>
                <a:cubicBezTo>
                  <a:pt x="59572" y="215458"/>
                  <a:pt x="50558" y="211678"/>
                  <a:pt x="34703" y="200142"/>
                </a:cubicBezTo>
                <a:cubicBezTo>
                  <a:pt x="25983" y="193796"/>
                  <a:pt x="17579" y="187988"/>
                  <a:pt x="16028" y="187234"/>
                </a:cubicBezTo>
                <a:cubicBezTo>
                  <a:pt x="14108" y="186301"/>
                  <a:pt x="14238" y="185384"/>
                  <a:pt x="16436" y="184359"/>
                </a:cubicBezTo>
                <a:cubicBezTo>
                  <a:pt x="21429" y="182028"/>
                  <a:pt x="20247" y="178120"/>
                  <a:pt x="14549" y="178120"/>
                </a:cubicBezTo>
                <a:cubicBezTo>
                  <a:pt x="11062" y="178120"/>
                  <a:pt x="8950" y="175862"/>
                  <a:pt x="7908" y="171021"/>
                </a:cubicBezTo>
                <a:cubicBezTo>
                  <a:pt x="7068" y="167117"/>
                  <a:pt x="4593" y="159669"/>
                  <a:pt x="2407" y="154470"/>
                </a:cubicBezTo>
                <a:cubicBezTo>
                  <a:pt x="-1401" y="145413"/>
                  <a:pt x="-1217" y="143959"/>
                  <a:pt x="6812" y="119621"/>
                </a:cubicBezTo>
                <a:cubicBezTo>
                  <a:pt x="11420" y="105652"/>
                  <a:pt x="16036" y="93061"/>
                  <a:pt x="17071" y="91641"/>
                </a:cubicBezTo>
                <a:cubicBezTo>
                  <a:pt x="18105" y="90222"/>
                  <a:pt x="19709" y="85887"/>
                  <a:pt x="20635" y="82008"/>
                </a:cubicBezTo>
                <a:cubicBezTo>
                  <a:pt x="21600" y="77965"/>
                  <a:pt x="25393" y="73366"/>
                  <a:pt x="29523" y="71230"/>
                </a:cubicBezTo>
                <a:cubicBezTo>
                  <a:pt x="37293" y="67213"/>
                  <a:pt x="42896" y="57515"/>
                  <a:pt x="42896" y="48085"/>
                </a:cubicBezTo>
                <a:cubicBezTo>
                  <a:pt x="42896" y="44850"/>
                  <a:pt x="45882" y="39398"/>
                  <a:pt x="49532" y="35969"/>
                </a:cubicBezTo>
                <a:cubicBezTo>
                  <a:pt x="54317" y="31473"/>
                  <a:pt x="55816" y="27929"/>
                  <a:pt x="54906" y="23257"/>
                </a:cubicBezTo>
                <a:cubicBezTo>
                  <a:pt x="53161" y="14292"/>
                  <a:pt x="60305" y="0"/>
                  <a:pt x="66531" y="0"/>
                </a:cubicBezTo>
                <a:cubicBezTo>
                  <a:pt x="74307" y="0"/>
                  <a:pt x="80918" y="8058"/>
                  <a:pt x="82468" y="19425"/>
                </a:cubicBezTo>
                <a:cubicBezTo>
                  <a:pt x="84849" y="36891"/>
                  <a:pt x="88533" y="43885"/>
                  <a:pt x="95351" y="43885"/>
                </a:cubicBezTo>
                <a:cubicBezTo>
                  <a:pt x="98716" y="43885"/>
                  <a:pt x="103572" y="46208"/>
                  <a:pt x="106141" y="49048"/>
                </a:cubicBezTo>
                <a:cubicBezTo>
                  <a:pt x="108711" y="51887"/>
                  <a:pt x="112086" y="54190"/>
                  <a:pt x="113640" y="54166"/>
                </a:cubicBezTo>
                <a:cubicBezTo>
                  <a:pt x="117209" y="54110"/>
                  <a:pt x="125915" y="44980"/>
                  <a:pt x="132249" y="34653"/>
                </a:cubicBezTo>
                <a:cubicBezTo>
                  <a:pt x="141121" y="20185"/>
                  <a:pt x="150911" y="10326"/>
                  <a:pt x="156404" y="10326"/>
                </a:cubicBezTo>
                <a:cubicBezTo>
                  <a:pt x="159385" y="10326"/>
                  <a:pt x="164754" y="8406"/>
                  <a:pt x="168334" y="6060"/>
                </a:cubicBezTo>
                <a:cubicBezTo>
                  <a:pt x="174611" y="1948"/>
                  <a:pt x="175258" y="2087"/>
                  <a:pt x="186389" y="9933"/>
                </a:cubicBezTo>
                <a:cubicBezTo>
                  <a:pt x="192739" y="14408"/>
                  <a:pt x="199021" y="18070"/>
                  <a:pt x="200349" y="18070"/>
                </a:cubicBezTo>
                <a:cubicBezTo>
                  <a:pt x="204669" y="18070"/>
                  <a:pt x="208141" y="27331"/>
                  <a:pt x="204999" y="30473"/>
                </a:cubicBezTo>
                <a:cubicBezTo>
                  <a:pt x="200842" y="34630"/>
                  <a:pt x="205908" y="39750"/>
                  <a:pt x="218185" y="43802"/>
                </a:cubicBezTo>
                <a:cubicBezTo>
                  <a:pt x="223767" y="45645"/>
                  <a:pt x="227842" y="48450"/>
                  <a:pt x="227241" y="50036"/>
                </a:cubicBezTo>
                <a:cubicBezTo>
                  <a:pt x="226639" y="51622"/>
                  <a:pt x="231671" y="56363"/>
                  <a:pt x="238424" y="60571"/>
                </a:cubicBezTo>
                <a:cubicBezTo>
                  <a:pt x="245177" y="64780"/>
                  <a:pt x="255598" y="73342"/>
                  <a:pt x="261581" y="79599"/>
                </a:cubicBezTo>
                <a:cubicBezTo>
                  <a:pt x="268586" y="86925"/>
                  <a:pt x="273870" y="90433"/>
                  <a:pt x="276424" y="89453"/>
                </a:cubicBezTo>
                <a:cubicBezTo>
                  <a:pt x="278605" y="88616"/>
                  <a:pt x="280389" y="88966"/>
                  <a:pt x="280389" y="90232"/>
                </a:cubicBezTo>
                <a:cubicBezTo>
                  <a:pt x="280389" y="91497"/>
                  <a:pt x="284254" y="93807"/>
                  <a:pt x="288978" y="95366"/>
                </a:cubicBezTo>
                <a:cubicBezTo>
                  <a:pt x="297678" y="98238"/>
                  <a:pt x="306636" y="107909"/>
                  <a:pt x="309784" y="117828"/>
                </a:cubicBezTo>
                <a:cubicBezTo>
                  <a:pt x="310845" y="121169"/>
                  <a:pt x="316015" y="124983"/>
                  <a:pt x="323208" y="127731"/>
                </a:cubicBezTo>
                <a:cubicBezTo>
                  <a:pt x="334331" y="131978"/>
                  <a:pt x="334696" y="132432"/>
                  <a:pt x="330610" y="136947"/>
                </a:cubicBezTo>
                <a:cubicBezTo>
                  <a:pt x="327588" y="140286"/>
                  <a:pt x="326585" y="145078"/>
                  <a:pt x="327230" y="153094"/>
                </a:cubicBezTo>
                <a:lnTo>
                  <a:pt x="328146" y="164492"/>
                </a:lnTo>
                <a:lnTo>
                  <a:pt x="285552" y="166189"/>
                </a:lnTo>
                <a:cubicBezTo>
                  <a:pt x="262126" y="167123"/>
                  <a:pt x="236250" y="168600"/>
                  <a:pt x="228050" y="169472"/>
                </a:cubicBezTo>
                <a:lnTo>
                  <a:pt x="213142" y="171057"/>
                </a:lnTo>
                <a:lnTo>
                  <a:pt x="197915" y="199758"/>
                </a:lnTo>
                <a:cubicBezTo>
                  <a:pt x="189539" y="215543"/>
                  <a:pt x="181626" y="229659"/>
                  <a:pt x="180329" y="231127"/>
                </a:cubicBezTo>
                <a:cubicBezTo>
                  <a:pt x="174323" y="237923"/>
                  <a:pt x="174624" y="246989"/>
                  <a:pt x="181055" y="253031"/>
                </a:cubicBezTo>
                <a:cubicBezTo>
                  <a:pt x="187596" y="259176"/>
                  <a:pt x="189401" y="268075"/>
                  <a:pt x="185000" y="272477"/>
                </a:cubicBezTo>
                <a:cubicBezTo>
                  <a:pt x="182808" y="274669"/>
                  <a:pt x="182167" y="281522"/>
                  <a:pt x="182260" y="301769"/>
                </a:cubicBezTo>
                <a:cubicBezTo>
                  <a:pt x="182290" y="308297"/>
                  <a:pt x="178160" y="314937"/>
                  <a:pt x="174070" y="314937"/>
                </a:cubicBezTo>
                <a:cubicBezTo>
                  <a:pt x="172734" y="314937"/>
                  <a:pt x="162131" y="306034"/>
                  <a:pt x="150508" y="295153"/>
                </a:cubicBezTo>
                <a:close/>
              </a:path>
            </a:pathLst>
          </a:custGeom>
          <a:solidFill>
            <a:srgbClr val="B9B9B9"/>
          </a:solidFill>
          <a:ln w="5163" cap="flat">
            <a:noFill/>
            <a:prstDash val="solid"/>
            <a:miter/>
          </a:ln>
        </p:spPr>
        <p:txBody>
          <a:bodyPr/>
          <a:lstStyle/>
          <a:p>
            <a:endParaRPr lang="es-419" noProof="0" dirty="0"/>
          </a:p>
        </p:txBody>
      </p:sp>
      <p:sp>
        <p:nvSpPr>
          <p:cNvPr id="62" name="Forma libre: forma 61">
            <a:extLst>
              <a:ext uri="{FF2B5EF4-FFF2-40B4-BE49-F238E27FC236}">
                <a16:creationId xmlns:a16="http://schemas.microsoft.com/office/drawing/2014/main" id="{5A502B29-4769-D939-4659-1D1B93B31281}"/>
              </a:ext>
            </a:extLst>
          </p:cNvPr>
          <p:cNvSpPr/>
          <p:nvPr/>
        </p:nvSpPr>
        <p:spPr>
          <a:xfrm>
            <a:off x="1645015" y="2415517"/>
            <a:ext cx="409424" cy="276749"/>
          </a:xfrm>
          <a:custGeom>
            <a:avLst/>
            <a:gdLst>
              <a:gd name="csX0" fmla="*/ 169694 w 409424"/>
              <a:gd name="csY0" fmla="*/ 275279 h 276749"/>
              <a:gd name="csX1" fmla="*/ 152536 w 409424"/>
              <a:gd name="csY1" fmla="*/ 270490 h 276749"/>
              <a:gd name="csX2" fmla="*/ 128939 w 409424"/>
              <a:gd name="csY2" fmla="*/ 261017 h 276749"/>
              <a:gd name="csX3" fmla="*/ 97253 w 409424"/>
              <a:gd name="csY3" fmla="*/ 251980 h 276749"/>
              <a:gd name="csX4" fmla="*/ 66316 w 409424"/>
              <a:gd name="csY4" fmla="*/ 248914 h 276749"/>
              <a:gd name="csX5" fmla="*/ 49536 w 409424"/>
              <a:gd name="csY5" fmla="*/ 241356 h 276749"/>
              <a:gd name="csX6" fmla="*/ 12262 w 409424"/>
              <a:gd name="csY6" fmla="*/ 223990 h 276749"/>
              <a:gd name="csX7" fmla="*/ 0 w 409424"/>
              <a:gd name="csY7" fmla="*/ 222341 h 276749"/>
              <a:gd name="csX8" fmla="*/ 5808 w 409424"/>
              <a:gd name="csY8" fmla="*/ 214784 h 276749"/>
              <a:gd name="csX9" fmla="*/ 14198 w 409424"/>
              <a:gd name="csY9" fmla="*/ 206134 h 276749"/>
              <a:gd name="csX10" fmla="*/ 30441 w 409424"/>
              <a:gd name="csY10" fmla="*/ 191104 h 276749"/>
              <a:gd name="csX11" fmla="*/ 44102 w 409424"/>
              <a:gd name="csY11" fmla="*/ 178805 h 276749"/>
              <a:gd name="csX12" fmla="*/ 41686 w 409424"/>
              <a:gd name="csY12" fmla="*/ 166228 h 276749"/>
              <a:gd name="csX13" fmla="*/ 27640 w 409424"/>
              <a:gd name="csY13" fmla="*/ 142994 h 276749"/>
              <a:gd name="csX14" fmla="*/ 10050 w 409424"/>
              <a:gd name="csY14" fmla="*/ 94836 h 276749"/>
              <a:gd name="csX15" fmla="*/ 25607 w 409424"/>
              <a:gd name="csY15" fmla="*/ 63931 h 276749"/>
              <a:gd name="csX16" fmla="*/ 43054 w 409424"/>
              <a:gd name="csY16" fmla="*/ 67030 h 276749"/>
              <a:gd name="csX17" fmla="*/ 54130 w 409424"/>
              <a:gd name="csY17" fmla="*/ 57326 h 276749"/>
              <a:gd name="csX18" fmla="*/ 54400 w 409424"/>
              <a:gd name="csY18" fmla="*/ 43740 h 276749"/>
              <a:gd name="csX19" fmla="*/ 67118 w 409424"/>
              <a:gd name="csY19" fmla="*/ 40356 h 276749"/>
              <a:gd name="csX20" fmla="*/ 69858 w 409424"/>
              <a:gd name="csY20" fmla="*/ 47250 h 276749"/>
              <a:gd name="csX21" fmla="*/ 74957 w 409424"/>
              <a:gd name="csY21" fmla="*/ 55146 h 276749"/>
              <a:gd name="csX22" fmla="*/ 85078 w 409424"/>
              <a:gd name="csY22" fmla="*/ 56392 h 276749"/>
              <a:gd name="csX23" fmla="*/ 108275 w 409424"/>
              <a:gd name="csY23" fmla="*/ 51828 h 276749"/>
              <a:gd name="csX24" fmla="*/ 135859 w 409424"/>
              <a:gd name="csY24" fmla="*/ 46965 h 276749"/>
              <a:gd name="csX25" fmla="*/ 159928 w 409424"/>
              <a:gd name="csY25" fmla="*/ 4926 h 276749"/>
              <a:gd name="csX26" fmla="*/ 164133 w 409424"/>
              <a:gd name="csY26" fmla="*/ 409 h 276749"/>
              <a:gd name="csX27" fmla="*/ 170486 w 409424"/>
              <a:gd name="csY27" fmla="*/ 1976 h 276749"/>
              <a:gd name="csX28" fmla="*/ 183283 w 409424"/>
              <a:gd name="csY28" fmla="*/ 17951 h 276749"/>
              <a:gd name="csX29" fmla="*/ 185999 w 409424"/>
              <a:gd name="csY29" fmla="*/ 22627 h 276749"/>
              <a:gd name="csX30" fmla="*/ 191478 w 409424"/>
              <a:gd name="csY30" fmla="*/ 30556 h 276749"/>
              <a:gd name="csX31" fmla="*/ 217371 w 409424"/>
              <a:gd name="csY31" fmla="*/ 43279 h 276749"/>
              <a:gd name="csX32" fmla="*/ 231319 w 409424"/>
              <a:gd name="csY32" fmla="*/ 47797 h 276749"/>
              <a:gd name="csX33" fmla="*/ 231065 w 409424"/>
              <a:gd name="csY33" fmla="*/ 71654 h 276749"/>
              <a:gd name="csX34" fmla="*/ 232914 w 409424"/>
              <a:gd name="csY34" fmla="*/ 94162 h 276749"/>
              <a:gd name="csX35" fmla="*/ 264097 w 409424"/>
              <a:gd name="csY35" fmla="*/ 98422 h 276749"/>
              <a:gd name="csX36" fmla="*/ 290859 w 409424"/>
              <a:gd name="csY36" fmla="*/ 85458 h 276749"/>
              <a:gd name="csX37" fmla="*/ 289553 w 409424"/>
              <a:gd name="csY37" fmla="*/ 87164 h 276749"/>
              <a:gd name="csX38" fmla="*/ 313001 w 409424"/>
              <a:gd name="csY38" fmla="*/ 117924 h 276749"/>
              <a:gd name="csX39" fmla="*/ 320100 w 409424"/>
              <a:gd name="csY39" fmla="*/ 125822 h 276749"/>
              <a:gd name="csX40" fmla="*/ 323327 w 409424"/>
              <a:gd name="csY40" fmla="*/ 131062 h 276749"/>
              <a:gd name="csX41" fmla="*/ 409403 w 409424"/>
              <a:gd name="csY41" fmla="*/ 134303 h 276749"/>
              <a:gd name="csX42" fmla="*/ 398626 w 409424"/>
              <a:gd name="csY42" fmla="*/ 166622 h 276749"/>
              <a:gd name="csX43" fmla="*/ 387152 w 409424"/>
              <a:gd name="csY43" fmla="*/ 198243 h 276749"/>
              <a:gd name="csX44" fmla="*/ 392348 w 409424"/>
              <a:gd name="csY44" fmla="*/ 208428 h 276749"/>
              <a:gd name="csX45" fmla="*/ 395238 w 409424"/>
              <a:gd name="csY45" fmla="*/ 226562 h 276749"/>
              <a:gd name="csX46" fmla="*/ 391384 w 409424"/>
              <a:gd name="csY46" fmla="*/ 222526 h 276749"/>
              <a:gd name="csX47" fmla="*/ 386991 w 409424"/>
              <a:gd name="csY47" fmla="*/ 220249 h 276749"/>
              <a:gd name="csX48" fmla="*/ 376751 w 409424"/>
              <a:gd name="csY48" fmla="*/ 216540 h 276749"/>
              <a:gd name="csX49" fmla="*/ 366566 w 409424"/>
              <a:gd name="csY49" fmla="*/ 215027 h 276749"/>
              <a:gd name="csX50" fmla="*/ 371084 w 409424"/>
              <a:gd name="csY50" fmla="*/ 220497 h 276749"/>
              <a:gd name="csX51" fmla="*/ 400125 w 409424"/>
              <a:gd name="csY51" fmla="*/ 234526 h 276749"/>
              <a:gd name="csX52" fmla="*/ 382700 w 409424"/>
              <a:gd name="csY52" fmla="*/ 228973 h 276749"/>
              <a:gd name="csX53" fmla="*/ 356240 w 409424"/>
              <a:gd name="csY53" fmla="*/ 221430 h 276749"/>
              <a:gd name="csX54" fmla="*/ 344640 w 409424"/>
              <a:gd name="csY54" fmla="*/ 215296 h 276749"/>
              <a:gd name="csX55" fmla="*/ 351310 w 409424"/>
              <a:gd name="csY55" fmla="*/ 215089 h 276749"/>
              <a:gd name="csX56" fmla="*/ 353659 w 409424"/>
              <a:gd name="csY56" fmla="*/ 213898 h 276749"/>
              <a:gd name="csX57" fmla="*/ 348281 w 409424"/>
              <a:gd name="csY57" fmla="*/ 208377 h 276749"/>
              <a:gd name="csX58" fmla="*/ 338397 w 409424"/>
              <a:gd name="csY58" fmla="*/ 209577 h 276749"/>
              <a:gd name="csX59" fmla="*/ 330426 w 409424"/>
              <a:gd name="csY59" fmla="*/ 208411 h 276749"/>
              <a:gd name="csX60" fmla="*/ 317751 w 409424"/>
              <a:gd name="csY60" fmla="*/ 206264 h 276749"/>
              <a:gd name="csX61" fmla="*/ 320963 w 409424"/>
              <a:gd name="csY61" fmla="*/ 214760 h 276749"/>
              <a:gd name="csX62" fmla="*/ 323972 w 409424"/>
              <a:gd name="csY62" fmla="*/ 215747 h 276749"/>
              <a:gd name="csX63" fmla="*/ 314937 w 409424"/>
              <a:gd name="csY63" fmla="*/ 219599 h 276749"/>
              <a:gd name="csX64" fmla="*/ 321391 w 409424"/>
              <a:gd name="csY64" fmla="*/ 219864 h 276749"/>
              <a:gd name="csX65" fmla="*/ 330426 w 409424"/>
              <a:gd name="csY65" fmla="*/ 221426 h 276749"/>
              <a:gd name="csX66" fmla="*/ 310754 w 409424"/>
              <a:gd name="csY66" fmla="*/ 223941 h 276749"/>
              <a:gd name="csX67" fmla="*/ 284939 w 409424"/>
              <a:gd name="csY67" fmla="*/ 234304 h 276749"/>
              <a:gd name="csX68" fmla="*/ 270316 w 409424"/>
              <a:gd name="csY68" fmla="*/ 244630 h 276749"/>
              <a:gd name="csX69" fmla="*/ 259397 w 409424"/>
              <a:gd name="csY69" fmla="*/ 248767 h 276749"/>
              <a:gd name="csX70" fmla="*/ 242736 w 409424"/>
              <a:gd name="csY70" fmla="*/ 255227 h 276749"/>
              <a:gd name="csX71" fmla="*/ 220097 w 409424"/>
              <a:gd name="csY71" fmla="*/ 265079 h 276749"/>
              <a:gd name="csX72" fmla="*/ 198772 w 409424"/>
              <a:gd name="csY72" fmla="*/ 274061 h 276749"/>
              <a:gd name="csX73" fmla="*/ 169694 w 409424"/>
              <a:gd name="csY73" fmla="*/ 275279 h 2767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Lst>
            <a:rect l="l" t="t" r="r" b="b"/>
            <a:pathLst>
              <a:path w="409424" h="276749">
                <a:moveTo>
                  <a:pt x="169694" y="275279"/>
                </a:moveTo>
                <a:cubicBezTo>
                  <a:pt x="167412" y="274002"/>
                  <a:pt x="159691" y="271847"/>
                  <a:pt x="152536" y="270490"/>
                </a:cubicBezTo>
                <a:cubicBezTo>
                  <a:pt x="145381" y="269133"/>
                  <a:pt x="134762" y="264870"/>
                  <a:pt x="128939" y="261017"/>
                </a:cubicBezTo>
                <a:cubicBezTo>
                  <a:pt x="120697" y="255563"/>
                  <a:pt x="113680" y="253561"/>
                  <a:pt x="97253" y="251980"/>
                </a:cubicBezTo>
                <a:cubicBezTo>
                  <a:pt x="85648" y="250863"/>
                  <a:pt x="71726" y="249483"/>
                  <a:pt x="66316" y="248914"/>
                </a:cubicBezTo>
                <a:cubicBezTo>
                  <a:pt x="60430" y="248295"/>
                  <a:pt x="53691" y="245260"/>
                  <a:pt x="49536" y="241356"/>
                </a:cubicBezTo>
                <a:cubicBezTo>
                  <a:pt x="36860" y="229445"/>
                  <a:pt x="25174" y="224000"/>
                  <a:pt x="12262" y="223990"/>
                </a:cubicBezTo>
                <a:cubicBezTo>
                  <a:pt x="5518" y="223985"/>
                  <a:pt x="0" y="223243"/>
                  <a:pt x="0" y="222341"/>
                </a:cubicBezTo>
                <a:cubicBezTo>
                  <a:pt x="0" y="221438"/>
                  <a:pt x="2614" y="218038"/>
                  <a:pt x="5808" y="214784"/>
                </a:cubicBezTo>
                <a:cubicBezTo>
                  <a:pt x="9003" y="211529"/>
                  <a:pt x="12778" y="207637"/>
                  <a:pt x="14198" y="206134"/>
                </a:cubicBezTo>
                <a:cubicBezTo>
                  <a:pt x="15618" y="204632"/>
                  <a:pt x="22927" y="197868"/>
                  <a:pt x="30441" y="191104"/>
                </a:cubicBezTo>
                <a:lnTo>
                  <a:pt x="44102" y="178805"/>
                </a:lnTo>
                <a:lnTo>
                  <a:pt x="41686" y="166228"/>
                </a:lnTo>
                <a:cubicBezTo>
                  <a:pt x="39751" y="156152"/>
                  <a:pt x="36957" y="151530"/>
                  <a:pt x="27640" y="142994"/>
                </a:cubicBezTo>
                <a:cubicBezTo>
                  <a:pt x="14024" y="130519"/>
                  <a:pt x="10714" y="121458"/>
                  <a:pt x="10050" y="94836"/>
                </a:cubicBezTo>
                <a:cubicBezTo>
                  <a:pt x="9450" y="70766"/>
                  <a:pt x="12891" y="63931"/>
                  <a:pt x="25607" y="63931"/>
                </a:cubicBezTo>
                <a:cubicBezTo>
                  <a:pt x="30489" y="63931"/>
                  <a:pt x="38340" y="65326"/>
                  <a:pt x="43054" y="67030"/>
                </a:cubicBezTo>
                <a:cubicBezTo>
                  <a:pt x="54638" y="71219"/>
                  <a:pt x="59354" y="67087"/>
                  <a:pt x="54130" y="57326"/>
                </a:cubicBezTo>
                <a:cubicBezTo>
                  <a:pt x="51035" y="51543"/>
                  <a:pt x="51072" y="49668"/>
                  <a:pt x="54400" y="43740"/>
                </a:cubicBezTo>
                <a:cubicBezTo>
                  <a:pt x="59239" y="35118"/>
                  <a:pt x="67118" y="33022"/>
                  <a:pt x="67118" y="40356"/>
                </a:cubicBezTo>
                <a:cubicBezTo>
                  <a:pt x="67118" y="43216"/>
                  <a:pt x="68351" y="46318"/>
                  <a:pt x="69858" y="47250"/>
                </a:cubicBezTo>
                <a:cubicBezTo>
                  <a:pt x="71366" y="48181"/>
                  <a:pt x="73660" y="51735"/>
                  <a:pt x="74957" y="55146"/>
                </a:cubicBezTo>
                <a:cubicBezTo>
                  <a:pt x="77803" y="62631"/>
                  <a:pt x="81496" y="63085"/>
                  <a:pt x="85078" y="56392"/>
                </a:cubicBezTo>
                <a:cubicBezTo>
                  <a:pt x="87383" y="52084"/>
                  <a:pt x="90423" y="51486"/>
                  <a:pt x="108275" y="51828"/>
                </a:cubicBezTo>
                <a:cubicBezTo>
                  <a:pt x="125309" y="52154"/>
                  <a:pt x="130021" y="51323"/>
                  <a:pt x="135859" y="46965"/>
                </a:cubicBezTo>
                <a:cubicBezTo>
                  <a:pt x="144210" y="40730"/>
                  <a:pt x="159754" y="13580"/>
                  <a:pt x="159928" y="4926"/>
                </a:cubicBezTo>
                <a:cubicBezTo>
                  <a:pt x="160018" y="462"/>
                  <a:pt x="161137" y="-741"/>
                  <a:pt x="164133" y="409"/>
                </a:cubicBezTo>
                <a:cubicBezTo>
                  <a:pt x="166379" y="1271"/>
                  <a:pt x="169238" y="1976"/>
                  <a:pt x="170486" y="1976"/>
                </a:cubicBezTo>
                <a:cubicBezTo>
                  <a:pt x="174404" y="1976"/>
                  <a:pt x="183283" y="13060"/>
                  <a:pt x="183283" y="17951"/>
                </a:cubicBezTo>
                <a:cubicBezTo>
                  <a:pt x="183283" y="20523"/>
                  <a:pt x="184505" y="22627"/>
                  <a:pt x="185999" y="22627"/>
                </a:cubicBezTo>
                <a:cubicBezTo>
                  <a:pt x="187493" y="22627"/>
                  <a:pt x="189958" y="26195"/>
                  <a:pt x="191478" y="30556"/>
                </a:cubicBezTo>
                <a:cubicBezTo>
                  <a:pt x="194632" y="39603"/>
                  <a:pt x="202114" y="43279"/>
                  <a:pt x="217371" y="43279"/>
                </a:cubicBezTo>
                <a:cubicBezTo>
                  <a:pt x="224361" y="43279"/>
                  <a:pt x="229040" y="44794"/>
                  <a:pt x="231319" y="47797"/>
                </a:cubicBezTo>
                <a:cubicBezTo>
                  <a:pt x="235951" y="53900"/>
                  <a:pt x="235804" y="67721"/>
                  <a:pt x="231065" y="71654"/>
                </a:cubicBezTo>
                <a:cubicBezTo>
                  <a:pt x="227042" y="74993"/>
                  <a:pt x="227738" y="83470"/>
                  <a:pt x="232914" y="94162"/>
                </a:cubicBezTo>
                <a:cubicBezTo>
                  <a:pt x="236944" y="102487"/>
                  <a:pt x="256280" y="105129"/>
                  <a:pt x="264097" y="98422"/>
                </a:cubicBezTo>
                <a:cubicBezTo>
                  <a:pt x="272137" y="91525"/>
                  <a:pt x="288836" y="83435"/>
                  <a:pt x="290859" y="85458"/>
                </a:cubicBezTo>
                <a:cubicBezTo>
                  <a:pt x="291797" y="86396"/>
                  <a:pt x="291209" y="87164"/>
                  <a:pt x="289553" y="87164"/>
                </a:cubicBezTo>
                <a:cubicBezTo>
                  <a:pt x="278849" y="87164"/>
                  <a:pt x="297992" y="112276"/>
                  <a:pt x="313001" y="117924"/>
                </a:cubicBezTo>
                <a:cubicBezTo>
                  <a:pt x="317528" y="119627"/>
                  <a:pt x="320100" y="122488"/>
                  <a:pt x="320100" y="125822"/>
                </a:cubicBezTo>
                <a:cubicBezTo>
                  <a:pt x="320100" y="128696"/>
                  <a:pt x="321552" y="131055"/>
                  <a:pt x="323327" y="131062"/>
                </a:cubicBezTo>
                <a:cubicBezTo>
                  <a:pt x="338940" y="131129"/>
                  <a:pt x="408862" y="133762"/>
                  <a:pt x="409403" y="134303"/>
                </a:cubicBezTo>
                <a:cubicBezTo>
                  <a:pt x="409786" y="134687"/>
                  <a:pt x="404937" y="149230"/>
                  <a:pt x="398626" y="166622"/>
                </a:cubicBezTo>
                <a:lnTo>
                  <a:pt x="387152" y="198243"/>
                </a:lnTo>
                <a:lnTo>
                  <a:pt x="392348" y="208428"/>
                </a:lnTo>
                <a:cubicBezTo>
                  <a:pt x="397867" y="219247"/>
                  <a:pt x="399033" y="226562"/>
                  <a:pt x="395238" y="226562"/>
                </a:cubicBezTo>
                <a:cubicBezTo>
                  <a:pt x="393970" y="226562"/>
                  <a:pt x="392236" y="224746"/>
                  <a:pt x="391384" y="222526"/>
                </a:cubicBezTo>
                <a:cubicBezTo>
                  <a:pt x="390533" y="220307"/>
                  <a:pt x="388555" y="219282"/>
                  <a:pt x="386991" y="220249"/>
                </a:cubicBezTo>
                <a:cubicBezTo>
                  <a:pt x="385426" y="221216"/>
                  <a:pt x="380818" y="219547"/>
                  <a:pt x="376751" y="216540"/>
                </a:cubicBezTo>
                <a:cubicBezTo>
                  <a:pt x="367939" y="210026"/>
                  <a:pt x="366566" y="209821"/>
                  <a:pt x="366566" y="215027"/>
                </a:cubicBezTo>
                <a:cubicBezTo>
                  <a:pt x="366566" y="217201"/>
                  <a:pt x="368599" y="219663"/>
                  <a:pt x="371084" y="220497"/>
                </a:cubicBezTo>
                <a:cubicBezTo>
                  <a:pt x="382593" y="224364"/>
                  <a:pt x="400125" y="232833"/>
                  <a:pt x="400125" y="234526"/>
                </a:cubicBezTo>
                <a:cubicBezTo>
                  <a:pt x="400125" y="235560"/>
                  <a:pt x="392284" y="233061"/>
                  <a:pt x="382700" y="228973"/>
                </a:cubicBezTo>
                <a:cubicBezTo>
                  <a:pt x="373117" y="224884"/>
                  <a:pt x="361210" y="221490"/>
                  <a:pt x="356240" y="221430"/>
                </a:cubicBezTo>
                <a:cubicBezTo>
                  <a:pt x="344962" y="221293"/>
                  <a:pt x="338255" y="217747"/>
                  <a:pt x="344640" y="215296"/>
                </a:cubicBezTo>
                <a:cubicBezTo>
                  <a:pt x="347017" y="214384"/>
                  <a:pt x="350019" y="214291"/>
                  <a:pt x="351310" y="215089"/>
                </a:cubicBezTo>
                <a:cubicBezTo>
                  <a:pt x="352602" y="215888"/>
                  <a:pt x="353659" y="215352"/>
                  <a:pt x="353659" y="213898"/>
                </a:cubicBezTo>
                <a:cubicBezTo>
                  <a:pt x="353659" y="212444"/>
                  <a:pt x="351239" y="209960"/>
                  <a:pt x="348281" y="208377"/>
                </a:cubicBezTo>
                <a:cubicBezTo>
                  <a:pt x="344050" y="206113"/>
                  <a:pt x="341943" y="206369"/>
                  <a:pt x="338397" y="209577"/>
                </a:cubicBezTo>
                <a:cubicBezTo>
                  <a:pt x="332399" y="215006"/>
                  <a:pt x="330426" y="214717"/>
                  <a:pt x="330426" y="208411"/>
                </a:cubicBezTo>
                <a:cubicBezTo>
                  <a:pt x="330426" y="200483"/>
                  <a:pt x="323396" y="199293"/>
                  <a:pt x="317751" y="206264"/>
                </a:cubicBezTo>
                <a:cubicBezTo>
                  <a:pt x="311888" y="213504"/>
                  <a:pt x="313243" y="217088"/>
                  <a:pt x="320963" y="214760"/>
                </a:cubicBezTo>
                <a:cubicBezTo>
                  <a:pt x="324787" y="213607"/>
                  <a:pt x="325738" y="213919"/>
                  <a:pt x="323972" y="215747"/>
                </a:cubicBezTo>
                <a:cubicBezTo>
                  <a:pt x="322552" y="217218"/>
                  <a:pt x="318487" y="218951"/>
                  <a:pt x="314937" y="219599"/>
                </a:cubicBezTo>
                <a:cubicBezTo>
                  <a:pt x="311388" y="220248"/>
                  <a:pt x="314292" y="220366"/>
                  <a:pt x="321391" y="219864"/>
                </a:cubicBezTo>
                <a:cubicBezTo>
                  <a:pt x="330318" y="219231"/>
                  <a:pt x="333104" y="219713"/>
                  <a:pt x="330426" y="221426"/>
                </a:cubicBezTo>
                <a:cubicBezTo>
                  <a:pt x="328296" y="222787"/>
                  <a:pt x="319444" y="223919"/>
                  <a:pt x="310754" y="223941"/>
                </a:cubicBezTo>
                <a:cubicBezTo>
                  <a:pt x="295733" y="223979"/>
                  <a:pt x="294460" y="224490"/>
                  <a:pt x="284939" y="234304"/>
                </a:cubicBezTo>
                <a:cubicBezTo>
                  <a:pt x="279431" y="239982"/>
                  <a:pt x="272851" y="244629"/>
                  <a:pt x="270316" y="244630"/>
                </a:cubicBezTo>
                <a:cubicBezTo>
                  <a:pt x="267782" y="244631"/>
                  <a:pt x="262868" y="246493"/>
                  <a:pt x="259397" y="248767"/>
                </a:cubicBezTo>
                <a:cubicBezTo>
                  <a:pt x="255927" y="251041"/>
                  <a:pt x="248429" y="253948"/>
                  <a:pt x="242736" y="255227"/>
                </a:cubicBezTo>
                <a:cubicBezTo>
                  <a:pt x="237044" y="256506"/>
                  <a:pt x="226856" y="260940"/>
                  <a:pt x="220097" y="265079"/>
                </a:cubicBezTo>
                <a:cubicBezTo>
                  <a:pt x="213337" y="269219"/>
                  <a:pt x="203741" y="273261"/>
                  <a:pt x="198772" y="274061"/>
                </a:cubicBezTo>
                <a:cubicBezTo>
                  <a:pt x="178742" y="277289"/>
                  <a:pt x="173664" y="277501"/>
                  <a:pt x="169694" y="275279"/>
                </a:cubicBezTo>
                <a:close/>
              </a:path>
            </a:pathLst>
          </a:custGeom>
          <a:solidFill>
            <a:srgbClr val="B9B9B9"/>
          </a:solidFill>
          <a:ln w="5163" cap="flat">
            <a:noFill/>
            <a:prstDash val="solid"/>
            <a:miter/>
          </a:ln>
        </p:spPr>
        <p:txBody>
          <a:bodyPr/>
          <a:lstStyle/>
          <a:p>
            <a:endParaRPr lang="es-419" noProof="0" dirty="0"/>
          </a:p>
        </p:txBody>
      </p:sp>
      <p:sp>
        <p:nvSpPr>
          <p:cNvPr id="63" name="Forma libre: forma 62">
            <a:extLst>
              <a:ext uri="{FF2B5EF4-FFF2-40B4-BE49-F238E27FC236}">
                <a16:creationId xmlns:a16="http://schemas.microsoft.com/office/drawing/2014/main" id="{83D4147E-8684-C633-DE26-ACEB88FED657}"/>
              </a:ext>
            </a:extLst>
          </p:cNvPr>
          <p:cNvSpPr/>
          <p:nvPr/>
        </p:nvSpPr>
        <p:spPr>
          <a:xfrm>
            <a:off x="1324915" y="2412330"/>
            <a:ext cx="357764" cy="223095"/>
          </a:xfrm>
          <a:custGeom>
            <a:avLst/>
            <a:gdLst>
              <a:gd name="csX0" fmla="*/ 310749 w 357764"/>
              <a:gd name="csY0" fmla="*/ 220821 h 223095"/>
              <a:gd name="csX1" fmla="*/ 306750 w 357764"/>
              <a:gd name="csY1" fmla="*/ 216842 h 223095"/>
              <a:gd name="csX2" fmla="*/ 298107 w 357764"/>
              <a:gd name="csY2" fmla="*/ 209508 h 223095"/>
              <a:gd name="csX3" fmla="*/ 280348 w 357764"/>
              <a:gd name="csY3" fmla="*/ 201999 h 223095"/>
              <a:gd name="csX4" fmla="*/ 262845 w 357764"/>
              <a:gd name="csY4" fmla="*/ 196313 h 223095"/>
              <a:gd name="csX5" fmla="*/ 256032 w 357764"/>
              <a:gd name="csY5" fmla="*/ 193496 h 223095"/>
              <a:gd name="csX6" fmla="*/ 242886 w 357764"/>
              <a:gd name="csY6" fmla="*/ 190679 h 223095"/>
              <a:gd name="csX7" fmla="*/ 229978 w 357764"/>
              <a:gd name="csY7" fmla="*/ 186722 h 223095"/>
              <a:gd name="csX8" fmla="*/ 220854 w 357764"/>
              <a:gd name="csY8" fmla="*/ 186091 h 223095"/>
              <a:gd name="csX9" fmla="*/ 209097 w 357764"/>
              <a:gd name="csY9" fmla="*/ 183130 h 223095"/>
              <a:gd name="csX10" fmla="*/ 214906 w 357764"/>
              <a:gd name="csY10" fmla="*/ 187877 h 223095"/>
              <a:gd name="csX11" fmla="*/ 215222 w 357764"/>
              <a:gd name="csY11" fmla="*/ 190853 h 223095"/>
              <a:gd name="csX12" fmla="*/ 206349 w 357764"/>
              <a:gd name="csY12" fmla="*/ 186954 h 223095"/>
              <a:gd name="csX13" fmla="*/ 189899 w 357764"/>
              <a:gd name="csY13" fmla="*/ 176334 h 223095"/>
              <a:gd name="csX14" fmla="*/ 172154 w 357764"/>
              <a:gd name="csY14" fmla="*/ 165667 h 223095"/>
              <a:gd name="csX15" fmla="*/ 165494 w 357764"/>
              <a:gd name="csY15" fmla="*/ 164758 h 223095"/>
              <a:gd name="csX16" fmla="*/ 154887 w 357764"/>
              <a:gd name="csY16" fmla="*/ 162867 h 223095"/>
              <a:gd name="csX17" fmla="*/ 146116 w 357764"/>
              <a:gd name="csY17" fmla="*/ 160825 h 223095"/>
              <a:gd name="csX18" fmla="*/ 117490 w 357764"/>
              <a:gd name="csY18" fmla="*/ 151278 h 223095"/>
              <a:gd name="csX19" fmla="*/ 95284 w 357764"/>
              <a:gd name="csY19" fmla="*/ 141980 h 223095"/>
              <a:gd name="csX20" fmla="*/ 92932 w 357764"/>
              <a:gd name="csY20" fmla="*/ 138216 h 223095"/>
              <a:gd name="csX21" fmla="*/ 81316 w 357764"/>
              <a:gd name="csY21" fmla="*/ 127645 h 223095"/>
              <a:gd name="csX22" fmla="*/ 69699 w 357764"/>
              <a:gd name="csY22" fmla="*/ 117508 h 223095"/>
              <a:gd name="csX23" fmla="*/ 49682 w 357764"/>
              <a:gd name="csY23" fmla="*/ 104238 h 223095"/>
              <a:gd name="csX24" fmla="*/ 33940 w 357764"/>
              <a:gd name="csY24" fmla="*/ 91155 h 223095"/>
              <a:gd name="csX25" fmla="*/ 3571 w 357764"/>
              <a:gd name="csY25" fmla="*/ 73330 h 223095"/>
              <a:gd name="csX26" fmla="*/ 0 w 357764"/>
              <a:gd name="csY26" fmla="*/ 65812 h 223095"/>
              <a:gd name="csX27" fmla="*/ 7287 w 357764"/>
              <a:gd name="csY27" fmla="*/ 53156 h 223095"/>
              <a:gd name="csX28" fmla="*/ 18044 w 357764"/>
              <a:gd name="csY28" fmla="*/ 33495 h 223095"/>
              <a:gd name="csX29" fmla="*/ 19421 w 357764"/>
              <a:gd name="csY29" fmla="*/ 20586 h 223095"/>
              <a:gd name="csX30" fmla="*/ 43911 w 357764"/>
              <a:gd name="csY30" fmla="*/ 20678 h 223095"/>
              <a:gd name="csX31" fmla="*/ 60045 w 357764"/>
              <a:gd name="csY31" fmla="*/ 24079 h 223095"/>
              <a:gd name="csX32" fmla="*/ 132045 w 357764"/>
              <a:gd name="csY32" fmla="*/ 29780 h 223095"/>
              <a:gd name="csX33" fmla="*/ 140624 w 357764"/>
              <a:gd name="csY33" fmla="*/ 26018 h 223095"/>
              <a:gd name="csX34" fmla="*/ 141619 w 357764"/>
              <a:gd name="csY34" fmla="*/ 13502 h 223095"/>
              <a:gd name="csX35" fmla="*/ 147260 w 357764"/>
              <a:gd name="csY35" fmla="*/ 0 h 223095"/>
              <a:gd name="csX36" fmla="*/ 157468 w 357764"/>
              <a:gd name="csY36" fmla="*/ 24790 h 223095"/>
              <a:gd name="csX37" fmla="*/ 164323 w 357764"/>
              <a:gd name="csY37" fmla="*/ 32600 h 223095"/>
              <a:gd name="csX38" fmla="*/ 177876 w 357764"/>
              <a:gd name="csY38" fmla="*/ 26172 h 223095"/>
              <a:gd name="csX39" fmla="*/ 195232 w 357764"/>
              <a:gd name="csY39" fmla="*/ 18047 h 223095"/>
              <a:gd name="csX40" fmla="*/ 208905 w 357764"/>
              <a:gd name="csY40" fmla="*/ 10791 h 223095"/>
              <a:gd name="csX41" fmla="*/ 219887 w 357764"/>
              <a:gd name="csY41" fmla="*/ 4680 h 223095"/>
              <a:gd name="csX42" fmla="*/ 238661 w 357764"/>
              <a:gd name="csY42" fmla="*/ 20265 h 223095"/>
              <a:gd name="csX43" fmla="*/ 254397 w 357764"/>
              <a:gd name="csY43" fmla="*/ 25712 h 223095"/>
              <a:gd name="csX44" fmla="*/ 258145 w 357764"/>
              <a:gd name="csY44" fmla="*/ 24934 h 223095"/>
              <a:gd name="csX45" fmla="*/ 286337 w 357764"/>
              <a:gd name="csY45" fmla="*/ 54210 h 223095"/>
              <a:gd name="csX46" fmla="*/ 292234 w 357764"/>
              <a:gd name="csY46" fmla="*/ 58728 h 223095"/>
              <a:gd name="csX47" fmla="*/ 311147 w 357764"/>
              <a:gd name="csY47" fmla="*/ 69699 h 223095"/>
              <a:gd name="csX48" fmla="*/ 321808 w 357764"/>
              <a:gd name="csY48" fmla="*/ 76335 h 223095"/>
              <a:gd name="csX49" fmla="*/ 326980 w 357764"/>
              <a:gd name="csY49" fmla="*/ 102795 h 223095"/>
              <a:gd name="csX50" fmla="*/ 329261 w 357764"/>
              <a:gd name="csY50" fmla="*/ 127630 h 223095"/>
              <a:gd name="csX51" fmla="*/ 333007 w 357764"/>
              <a:gd name="csY51" fmla="*/ 137310 h 223095"/>
              <a:gd name="csX52" fmla="*/ 335120 w 357764"/>
              <a:gd name="csY52" fmla="*/ 141980 h 223095"/>
              <a:gd name="csX53" fmla="*/ 346410 w 357764"/>
              <a:gd name="csY53" fmla="*/ 150369 h 223095"/>
              <a:gd name="csX54" fmla="*/ 357125 w 357764"/>
              <a:gd name="csY54" fmla="*/ 170794 h 223095"/>
              <a:gd name="csX55" fmla="*/ 348644 w 357764"/>
              <a:gd name="csY55" fmla="*/ 191877 h 223095"/>
              <a:gd name="csX56" fmla="*/ 333236 w 357764"/>
              <a:gd name="csY56" fmla="*/ 203812 h 223095"/>
              <a:gd name="csX57" fmla="*/ 327844 w 357764"/>
              <a:gd name="csY57" fmla="*/ 209994 h 223095"/>
              <a:gd name="csX58" fmla="*/ 320060 w 357764"/>
              <a:gd name="csY58" fmla="*/ 219045 h 223095"/>
              <a:gd name="csX59" fmla="*/ 310749 w 357764"/>
              <a:gd name="csY59" fmla="*/ 220821 h 2230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Lst>
            <a:rect l="l" t="t" r="r" b="b"/>
            <a:pathLst>
              <a:path w="357764" h="223095">
                <a:moveTo>
                  <a:pt x="310749" y="220821"/>
                </a:moveTo>
                <a:cubicBezTo>
                  <a:pt x="309909" y="218632"/>
                  <a:pt x="308109" y="216842"/>
                  <a:pt x="306750" y="216842"/>
                </a:cubicBezTo>
                <a:cubicBezTo>
                  <a:pt x="305390" y="216842"/>
                  <a:pt x="301501" y="213542"/>
                  <a:pt x="298107" y="209508"/>
                </a:cubicBezTo>
                <a:cubicBezTo>
                  <a:pt x="293077" y="203531"/>
                  <a:pt x="289793" y="202142"/>
                  <a:pt x="280348" y="201999"/>
                </a:cubicBezTo>
                <a:cubicBezTo>
                  <a:pt x="272259" y="201877"/>
                  <a:pt x="266975" y="200160"/>
                  <a:pt x="262845" y="196313"/>
                </a:cubicBezTo>
                <a:cubicBezTo>
                  <a:pt x="259591" y="193282"/>
                  <a:pt x="256525" y="192014"/>
                  <a:pt x="256032" y="193496"/>
                </a:cubicBezTo>
                <a:cubicBezTo>
                  <a:pt x="254564" y="197900"/>
                  <a:pt x="248378" y="196574"/>
                  <a:pt x="242886" y="190679"/>
                </a:cubicBezTo>
                <a:cubicBezTo>
                  <a:pt x="238972" y="186478"/>
                  <a:pt x="235903" y="185537"/>
                  <a:pt x="229978" y="186722"/>
                </a:cubicBezTo>
                <a:cubicBezTo>
                  <a:pt x="225703" y="187577"/>
                  <a:pt x="221597" y="187293"/>
                  <a:pt x="220854" y="186091"/>
                </a:cubicBezTo>
                <a:cubicBezTo>
                  <a:pt x="219048" y="183170"/>
                  <a:pt x="209097" y="180663"/>
                  <a:pt x="209097" y="183130"/>
                </a:cubicBezTo>
                <a:cubicBezTo>
                  <a:pt x="209097" y="184200"/>
                  <a:pt x="211711" y="186336"/>
                  <a:pt x="214906" y="187877"/>
                </a:cubicBezTo>
                <a:cubicBezTo>
                  <a:pt x="220644" y="190644"/>
                  <a:pt x="220647" y="190680"/>
                  <a:pt x="215222" y="190853"/>
                </a:cubicBezTo>
                <a:cubicBezTo>
                  <a:pt x="212201" y="190949"/>
                  <a:pt x="208208" y="189194"/>
                  <a:pt x="206349" y="186954"/>
                </a:cubicBezTo>
                <a:cubicBezTo>
                  <a:pt x="204489" y="184713"/>
                  <a:pt x="197087" y="179934"/>
                  <a:pt x="189899" y="176334"/>
                </a:cubicBezTo>
                <a:cubicBezTo>
                  <a:pt x="182711" y="172733"/>
                  <a:pt x="174726" y="167933"/>
                  <a:pt x="172154" y="165667"/>
                </a:cubicBezTo>
                <a:cubicBezTo>
                  <a:pt x="168546" y="162487"/>
                  <a:pt x="167026" y="162279"/>
                  <a:pt x="165494" y="164758"/>
                </a:cubicBezTo>
                <a:cubicBezTo>
                  <a:pt x="163542" y="167916"/>
                  <a:pt x="154887" y="166373"/>
                  <a:pt x="154887" y="162867"/>
                </a:cubicBezTo>
                <a:cubicBezTo>
                  <a:pt x="154887" y="161880"/>
                  <a:pt x="150940" y="160961"/>
                  <a:pt x="146116" y="160825"/>
                </a:cubicBezTo>
                <a:cubicBezTo>
                  <a:pt x="141292" y="160688"/>
                  <a:pt x="128410" y="156392"/>
                  <a:pt x="117490" y="151278"/>
                </a:cubicBezTo>
                <a:cubicBezTo>
                  <a:pt x="106570" y="146164"/>
                  <a:pt x="96577" y="141980"/>
                  <a:pt x="95284" y="141980"/>
                </a:cubicBezTo>
                <a:cubicBezTo>
                  <a:pt x="93990" y="141980"/>
                  <a:pt x="92932" y="140286"/>
                  <a:pt x="92932" y="138216"/>
                </a:cubicBezTo>
                <a:cubicBezTo>
                  <a:pt x="92932" y="136147"/>
                  <a:pt x="87705" y="131390"/>
                  <a:pt x="81316" y="127645"/>
                </a:cubicBezTo>
                <a:cubicBezTo>
                  <a:pt x="74927" y="123901"/>
                  <a:pt x="69699" y="119339"/>
                  <a:pt x="69699" y="117508"/>
                </a:cubicBezTo>
                <a:cubicBezTo>
                  <a:pt x="69699" y="113290"/>
                  <a:pt x="58936" y="106155"/>
                  <a:pt x="49682" y="104238"/>
                </a:cubicBezTo>
                <a:cubicBezTo>
                  <a:pt x="45282" y="103326"/>
                  <a:pt x="39312" y="98365"/>
                  <a:pt x="33940" y="91155"/>
                </a:cubicBezTo>
                <a:cubicBezTo>
                  <a:pt x="25287" y="79543"/>
                  <a:pt x="10302" y="70747"/>
                  <a:pt x="3571" y="73330"/>
                </a:cubicBezTo>
                <a:cubicBezTo>
                  <a:pt x="957" y="74333"/>
                  <a:pt x="0" y="72319"/>
                  <a:pt x="0" y="65812"/>
                </a:cubicBezTo>
                <a:cubicBezTo>
                  <a:pt x="0" y="58672"/>
                  <a:pt x="1433" y="56184"/>
                  <a:pt x="7287" y="53156"/>
                </a:cubicBezTo>
                <a:cubicBezTo>
                  <a:pt x="19411" y="46887"/>
                  <a:pt x="21790" y="42538"/>
                  <a:pt x="18044" y="33495"/>
                </a:cubicBezTo>
                <a:cubicBezTo>
                  <a:pt x="15244" y="26735"/>
                  <a:pt x="15429" y="24996"/>
                  <a:pt x="19421" y="20586"/>
                </a:cubicBezTo>
                <a:cubicBezTo>
                  <a:pt x="25368" y="14014"/>
                  <a:pt x="37292" y="14059"/>
                  <a:pt x="43911" y="20678"/>
                </a:cubicBezTo>
                <a:cubicBezTo>
                  <a:pt x="48190" y="24957"/>
                  <a:pt x="51021" y="25553"/>
                  <a:pt x="60045" y="24079"/>
                </a:cubicBezTo>
                <a:cubicBezTo>
                  <a:pt x="79921" y="20832"/>
                  <a:pt x="103607" y="22707"/>
                  <a:pt x="132045" y="29780"/>
                </a:cubicBezTo>
                <a:cubicBezTo>
                  <a:pt x="137569" y="31154"/>
                  <a:pt x="139225" y="30428"/>
                  <a:pt x="140624" y="26018"/>
                </a:cubicBezTo>
                <a:cubicBezTo>
                  <a:pt x="141578" y="23013"/>
                  <a:pt x="142026" y="17381"/>
                  <a:pt x="141619" y="13502"/>
                </a:cubicBezTo>
                <a:cubicBezTo>
                  <a:pt x="140830" y="5985"/>
                  <a:pt x="143331" y="0"/>
                  <a:pt x="147260" y="0"/>
                </a:cubicBezTo>
                <a:cubicBezTo>
                  <a:pt x="150433" y="0"/>
                  <a:pt x="157468" y="17085"/>
                  <a:pt x="157468" y="24790"/>
                </a:cubicBezTo>
                <a:cubicBezTo>
                  <a:pt x="157468" y="29227"/>
                  <a:pt x="159328" y="31346"/>
                  <a:pt x="164323" y="32600"/>
                </a:cubicBezTo>
                <a:cubicBezTo>
                  <a:pt x="169965" y="34015"/>
                  <a:pt x="172364" y="32878"/>
                  <a:pt x="177876" y="26172"/>
                </a:cubicBezTo>
                <a:cubicBezTo>
                  <a:pt x="183430" y="19415"/>
                  <a:pt x="186393" y="18028"/>
                  <a:pt x="195232" y="18047"/>
                </a:cubicBezTo>
                <a:cubicBezTo>
                  <a:pt x="204499" y="18067"/>
                  <a:pt x="206283" y="17120"/>
                  <a:pt x="208905" y="10791"/>
                </a:cubicBezTo>
                <a:cubicBezTo>
                  <a:pt x="211484" y="4565"/>
                  <a:pt x="213074" y="3680"/>
                  <a:pt x="219887" y="4680"/>
                </a:cubicBezTo>
                <a:cubicBezTo>
                  <a:pt x="228665" y="5969"/>
                  <a:pt x="236077" y="12121"/>
                  <a:pt x="238661" y="20265"/>
                </a:cubicBezTo>
                <a:cubicBezTo>
                  <a:pt x="240752" y="26852"/>
                  <a:pt x="249411" y="29849"/>
                  <a:pt x="254397" y="25712"/>
                </a:cubicBezTo>
                <a:cubicBezTo>
                  <a:pt x="256458" y="24001"/>
                  <a:pt x="258145" y="23651"/>
                  <a:pt x="258145" y="24934"/>
                </a:cubicBezTo>
                <a:cubicBezTo>
                  <a:pt x="258145" y="28142"/>
                  <a:pt x="283247" y="54210"/>
                  <a:pt x="286337" y="54210"/>
                </a:cubicBezTo>
                <a:cubicBezTo>
                  <a:pt x="287708" y="54210"/>
                  <a:pt x="290362" y="56243"/>
                  <a:pt x="292234" y="58728"/>
                </a:cubicBezTo>
                <a:cubicBezTo>
                  <a:pt x="296425" y="64288"/>
                  <a:pt x="305753" y="69699"/>
                  <a:pt x="311147" y="69699"/>
                </a:cubicBezTo>
                <a:cubicBezTo>
                  <a:pt x="313361" y="69699"/>
                  <a:pt x="318158" y="72685"/>
                  <a:pt x="321808" y="76335"/>
                </a:cubicBezTo>
                <a:cubicBezTo>
                  <a:pt x="328098" y="82626"/>
                  <a:pt x="328367" y="84002"/>
                  <a:pt x="326980" y="102795"/>
                </a:cubicBezTo>
                <a:cubicBezTo>
                  <a:pt x="325865" y="117888"/>
                  <a:pt x="326410" y="123815"/>
                  <a:pt x="329261" y="127630"/>
                </a:cubicBezTo>
                <a:cubicBezTo>
                  <a:pt x="331322" y="130386"/>
                  <a:pt x="333007" y="134742"/>
                  <a:pt x="333007" y="137310"/>
                </a:cubicBezTo>
                <a:cubicBezTo>
                  <a:pt x="333007" y="139879"/>
                  <a:pt x="333958" y="141980"/>
                  <a:pt x="335120" y="141980"/>
                </a:cubicBezTo>
                <a:cubicBezTo>
                  <a:pt x="336282" y="141980"/>
                  <a:pt x="341362" y="145755"/>
                  <a:pt x="346410" y="150369"/>
                </a:cubicBezTo>
                <a:cubicBezTo>
                  <a:pt x="353607" y="156948"/>
                  <a:pt x="355920" y="161358"/>
                  <a:pt x="357125" y="170794"/>
                </a:cubicBezTo>
                <a:cubicBezTo>
                  <a:pt x="358591" y="182285"/>
                  <a:pt x="358209" y="183236"/>
                  <a:pt x="348644" y="191877"/>
                </a:cubicBezTo>
                <a:cubicBezTo>
                  <a:pt x="343134" y="196855"/>
                  <a:pt x="336201" y="202226"/>
                  <a:pt x="333236" y="203812"/>
                </a:cubicBezTo>
                <a:cubicBezTo>
                  <a:pt x="330270" y="205399"/>
                  <a:pt x="327844" y="208181"/>
                  <a:pt x="327844" y="209994"/>
                </a:cubicBezTo>
                <a:cubicBezTo>
                  <a:pt x="327844" y="211806"/>
                  <a:pt x="324341" y="215879"/>
                  <a:pt x="320060" y="219045"/>
                </a:cubicBezTo>
                <a:cubicBezTo>
                  <a:pt x="313416" y="223957"/>
                  <a:pt x="312052" y="224217"/>
                  <a:pt x="310749" y="220821"/>
                </a:cubicBezTo>
                <a:close/>
              </a:path>
            </a:pathLst>
          </a:custGeom>
          <a:solidFill>
            <a:srgbClr val="B9B9B9"/>
          </a:solidFill>
          <a:ln w="5163" cap="flat">
            <a:noFill/>
            <a:prstDash val="solid"/>
            <a:miter/>
          </a:ln>
        </p:spPr>
        <p:txBody>
          <a:bodyPr/>
          <a:lstStyle/>
          <a:p>
            <a:endParaRPr lang="es-419" noProof="0" dirty="0"/>
          </a:p>
        </p:txBody>
      </p:sp>
      <p:sp>
        <p:nvSpPr>
          <p:cNvPr id="64" name="Forma libre: forma 63">
            <a:extLst>
              <a:ext uri="{FF2B5EF4-FFF2-40B4-BE49-F238E27FC236}">
                <a16:creationId xmlns:a16="http://schemas.microsoft.com/office/drawing/2014/main" id="{2A57AA5B-E24E-51BC-8D4D-0DB2E98F2CE1}"/>
              </a:ext>
            </a:extLst>
          </p:cNvPr>
          <p:cNvSpPr/>
          <p:nvPr/>
        </p:nvSpPr>
        <p:spPr>
          <a:xfrm>
            <a:off x="2030531" y="2394260"/>
            <a:ext cx="276109" cy="131653"/>
          </a:xfrm>
          <a:custGeom>
            <a:avLst/>
            <a:gdLst>
              <a:gd name="csX0" fmla="*/ 240916 w 276109"/>
              <a:gd name="csY0" fmla="*/ 129933 h 131653"/>
              <a:gd name="csX1" fmla="*/ 239195 w 276109"/>
              <a:gd name="csY1" fmla="*/ 124013 h 131653"/>
              <a:gd name="csX2" fmla="*/ 228223 w 276109"/>
              <a:gd name="csY2" fmla="*/ 115744 h 131653"/>
              <a:gd name="csX3" fmla="*/ 217897 w 276109"/>
              <a:gd name="csY3" fmla="*/ 106005 h 131653"/>
              <a:gd name="csX4" fmla="*/ 210063 w 276109"/>
              <a:gd name="csY4" fmla="*/ 90246 h 131653"/>
              <a:gd name="csX5" fmla="*/ 197989 w 276109"/>
              <a:gd name="csY5" fmla="*/ 82502 h 131653"/>
              <a:gd name="csX6" fmla="*/ 171181 w 276109"/>
              <a:gd name="csY6" fmla="*/ 78639 h 131653"/>
              <a:gd name="csX7" fmla="*/ 162540 w 276109"/>
              <a:gd name="csY7" fmla="*/ 80766 h 131653"/>
              <a:gd name="csX8" fmla="*/ 140024 w 276109"/>
              <a:gd name="csY8" fmla="*/ 103258 h 131653"/>
              <a:gd name="csX9" fmla="*/ 121107 w 276109"/>
              <a:gd name="csY9" fmla="*/ 123910 h 131653"/>
              <a:gd name="csX10" fmla="*/ 115285 w 276109"/>
              <a:gd name="csY10" fmla="*/ 120037 h 131653"/>
              <a:gd name="csX11" fmla="*/ 106086 w 276109"/>
              <a:gd name="csY11" fmla="*/ 116165 h 131653"/>
              <a:gd name="csX12" fmla="*/ 95488 w 276109"/>
              <a:gd name="csY12" fmla="*/ 97511 h 131653"/>
              <a:gd name="csX13" fmla="*/ 74161 w 276109"/>
              <a:gd name="csY13" fmla="*/ 72281 h 131653"/>
              <a:gd name="csX14" fmla="*/ 62180 w 276109"/>
              <a:gd name="csY14" fmla="*/ 80383 h 131653"/>
              <a:gd name="csX15" fmla="*/ 59403 w 276109"/>
              <a:gd name="csY15" fmla="*/ 95543 h 131653"/>
              <a:gd name="csX16" fmla="*/ 54777 w 276109"/>
              <a:gd name="csY16" fmla="*/ 108274 h 131653"/>
              <a:gd name="csX17" fmla="*/ 46950 w 276109"/>
              <a:gd name="csY17" fmla="*/ 122154 h 131653"/>
              <a:gd name="csX18" fmla="*/ 45160 w 276109"/>
              <a:gd name="csY18" fmla="*/ 130363 h 131653"/>
              <a:gd name="csX19" fmla="*/ 42524 w 276109"/>
              <a:gd name="csY19" fmla="*/ 123910 h 131653"/>
              <a:gd name="csX20" fmla="*/ 27585 w 276109"/>
              <a:gd name="csY20" fmla="*/ 101648 h 131653"/>
              <a:gd name="csX21" fmla="*/ 3541 w 276109"/>
              <a:gd name="csY21" fmla="*/ 71617 h 131653"/>
              <a:gd name="csX22" fmla="*/ 489 w 276109"/>
              <a:gd name="csY22" fmla="*/ 57859 h 131653"/>
              <a:gd name="csX23" fmla="*/ 5896 w 276109"/>
              <a:gd name="csY23" fmla="*/ 47783 h 131653"/>
              <a:gd name="csX24" fmla="*/ 14046 w 276109"/>
              <a:gd name="csY24" fmla="*/ 46070 h 131653"/>
              <a:gd name="csX25" fmla="*/ 24934 w 276109"/>
              <a:gd name="csY25" fmla="*/ 43885 h 131653"/>
              <a:gd name="csX26" fmla="*/ 35503 w 276109"/>
              <a:gd name="csY26" fmla="*/ 38722 h 131653"/>
              <a:gd name="csX27" fmla="*/ 41946 w 276109"/>
              <a:gd name="csY27" fmla="*/ 35764 h 131653"/>
              <a:gd name="csX28" fmla="*/ 25819 w 276109"/>
              <a:gd name="csY28" fmla="*/ 37615 h 131653"/>
              <a:gd name="csX29" fmla="*/ 26045 w 276109"/>
              <a:gd name="csY29" fmla="*/ 35947 h 131653"/>
              <a:gd name="csX30" fmla="*/ 73982 w 276109"/>
              <a:gd name="csY30" fmla="*/ 25857 h 131653"/>
              <a:gd name="csX31" fmla="*/ 76916 w 276109"/>
              <a:gd name="csY31" fmla="*/ 28123 h 131653"/>
              <a:gd name="csX32" fmla="*/ 76893 w 276109"/>
              <a:gd name="csY32" fmla="*/ 31518 h 131653"/>
              <a:gd name="csX33" fmla="*/ 83755 w 276109"/>
              <a:gd name="csY33" fmla="*/ 29317 h 131653"/>
              <a:gd name="csX34" fmla="*/ 96686 w 276109"/>
              <a:gd name="csY34" fmla="*/ 23336 h 131653"/>
              <a:gd name="csX35" fmla="*/ 114106 w 276109"/>
              <a:gd name="csY35" fmla="*/ 13587 h 131653"/>
              <a:gd name="csX36" fmla="*/ 134447 w 276109"/>
              <a:gd name="csY36" fmla="*/ 0 h 131653"/>
              <a:gd name="csX37" fmla="*/ 136418 w 276109"/>
              <a:gd name="csY37" fmla="*/ 8390 h 131653"/>
              <a:gd name="csX38" fmla="*/ 147553 w 276109"/>
              <a:gd name="csY38" fmla="*/ 17557 h 131653"/>
              <a:gd name="csX39" fmla="*/ 164372 w 276109"/>
              <a:gd name="csY39" fmla="*/ 37279 h 131653"/>
              <a:gd name="csX40" fmla="*/ 179001 w 276109"/>
              <a:gd name="csY40" fmla="*/ 58990 h 131653"/>
              <a:gd name="csX41" fmla="*/ 191415 w 276109"/>
              <a:gd name="csY41" fmla="*/ 67081 h 131653"/>
              <a:gd name="csX42" fmla="*/ 215539 w 276109"/>
              <a:gd name="csY42" fmla="*/ 67434 h 131653"/>
              <a:gd name="csX43" fmla="*/ 218120 w 276109"/>
              <a:gd name="csY43" fmla="*/ 59084 h 131653"/>
              <a:gd name="csX44" fmla="*/ 224155 w 276109"/>
              <a:gd name="csY44" fmla="*/ 52122 h 131653"/>
              <a:gd name="csX45" fmla="*/ 241477 w 276109"/>
              <a:gd name="csY45" fmla="*/ 56639 h 131653"/>
              <a:gd name="csX46" fmla="*/ 260758 w 276109"/>
              <a:gd name="csY46" fmla="*/ 61955 h 131653"/>
              <a:gd name="csX47" fmla="*/ 271115 w 276109"/>
              <a:gd name="csY47" fmla="*/ 65853 h 131653"/>
              <a:gd name="csX48" fmla="*/ 274360 w 276109"/>
              <a:gd name="csY48" fmla="*/ 100702 h 131653"/>
              <a:gd name="csX49" fmla="*/ 276110 w 276109"/>
              <a:gd name="csY49" fmla="*/ 131654 h 131653"/>
              <a:gd name="csX50" fmla="*/ 259373 w 276109"/>
              <a:gd name="csY50" fmla="*/ 131654 h 131653"/>
              <a:gd name="csX51" fmla="*/ 240916 w 276109"/>
              <a:gd name="csY51" fmla="*/ 129933 h 1316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Lst>
            <a:rect l="l" t="t" r="r" b="b"/>
            <a:pathLst>
              <a:path w="276109" h="131653">
                <a:moveTo>
                  <a:pt x="240916" y="129933"/>
                </a:moveTo>
                <a:cubicBezTo>
                  <a:pt x="239969" y="128986"/>
                  <a:pt x="239195" y="126322"/>
                  <a:pt x="239195" y="124013"/>
                </a:cubicBezTo>
                <a:cubicBezTo>
                  <a:pt x="239195" y="121432"/>
                  <a:pt x="234966" y="118245"/>
                  <a:pt x="228223" y="115744"/>
                </a:cubicBezTo>
                <a:cubicBezTo>
                  <a:pt x="219440" y="112485"/>
                  <a:pt x="217381" y="110543"/>
                  <a:pt x="217897" y="106005"/>
                </a:cubicBezTo>
                <a:cubicBezTo>
                  <a:pt x="218682" y="99107"/>
                  <a:pt x="214348" y="90389"/>
                  <a:pt x="210063" y="90246"/>
                </a:cubicBezTo>
                <a:cubicBezTo>
                  <a:pt x="208338" y="90188"/>
                  <a:pt x="202905" y="86703"/>
                  <a:pt x="197989" y="82502"/>
                </a:cubicBezTo>
                <a:cubicBezTo>
                  <a:pt x="188345" y="74258"/>
                  <a:pt x="178782" y="72880"/>
                  <a:pt x="171181" y="78639"/>
                </a:cubicBezTo>
                <a:cubicBezTo>
                  <a:pt x="168558" y="80626"/>
                  <a:pt x="164670" y="81583"/>
                  <a:pt x="162540" y="80766"/>
                </a:cubicBezTo>
                <a:cubicBezTo>
                  <a:pt x="158541" y="79232"/>
                  <a:pt x="151258" y="86508"/>
                  <a:pt x="140024" y="103258"/>
                </a:cubicBezTo>
                <a:cubicBezTo>
                  <a:pt x="131601" y="115819"/>
                  <a:pt x="124189" y="123910"/>
                  <a:pt x="121107" y="123910"/>
                </a:cubicBezTo>
                <a:cubicBezTo>
                  <a:pt x="119672" y="123910"/>
                  <a:pt x="117052" y="122167"/>
                  <a:pt x="115285" y="120037"/>
                </a:cubicBezTo>
                <a:cubicBezTo>
                  <a:pt x="113517" y="117908"/>
                  <a:pt x="109378" y="116165"/>
                  <a:pt x="106086" y="116165"/>
                </a:cubicBezTo>
                <a:cubicBezTo>
                  <a:pt x="98470" y="116165"/>
                  <a:pt x="97317" y="114137"/>
                  <a:pt x="95488" y="97511"/>
                </a:cubicBezTo>
                <a:cubicBezTo>
                  <a:pt x="93708" y="81325"/>
                  <a:pt x="86063" y="72281"/>
                  <a:pt x="74161" y="72281"/>
                </a:cubicBezTo>
                <a:cubicBezTo>
                  <a:pt x="68039" y="72281"/>
                  <a:pt x="65473" y="74016"/>
                  <a:pt x="62180" y="80383"/>
                </a:cubicBezTo>
                <a:cubicBezTo>
                  <a:pt x="59748" y="85087"/>
                  <a:pt x="58583" y="91445"/>
                  <a:pt x="59403" y="95543"/>
                </a:cubicBezTo>
                <a:cubicBezTo>
                  <a:pt x="60452" y="100790"/>
                  <a:pt x="59265" y="104058"/>
                  <a:pt x="54777" y="108274"/>
                </a:cubicBezTo>
                <a:cubicBezTo>
                  <a:pt x="51457" y="111393"/>
                  <a:pt x="47935" y="117640"/>
                  <a:pt x="46950" y="122154"/>
                </a:cubicBezTo>
                <a:lnTo>
                  <a:pt x="45160" y="130363"/>
                </a:lnTo>
                <a:lnTo>
                  <a:pt x="42524" y="123910"/>
                </a:lnTo>
                <a:cubicBezTo>
                  <a:pt x="37073" y="110563"/>
                  <a:pt x="32979" y="104462"/>
                  <a:pt x="27585" y="101648"/>
                </a:cubicBezTo>
                <a:cubicBezTo>
                  <a:pt x="17943" y="96616"/>
                  <a:pt x="4895" y="80319"/>
                  <a:pt x="3541" y="71617"/>
                </a:cubicBezTo>
                <a:cubicBezTo>
                  <a:pt x="2825" y="67013"/>
                  <a:pt x="1452" y="60822"/>
                  <a:pt x="489" y="57859"/>
                </a:cubicBezTo>
                <a:cubicBezTo>
                  <a:pt x="-848" y="53746"/>
                  <a:pt x="431" y="51364"/>
                  <a:pt x="5896" y="47783"/>
                </a:cubicBezTo>
                <a:cubicBezTo>
                  <a:pt x="10761" y="44595"/>
                  <a:pt x="13372" y="44047"/>
                  <a:pt x="14046" y="46070"/>
                </a:cubicBezTo>
                <a:cubicBezTo>
                  <a:pt x="15462" y="50316"/>
                  <a:pt x="18138" y="49779"/>
                  <a:pt x="24934" y="43885"/>
                </a:cubicBezTo>
                <a:cubicBezTo>
                  <a:pt x="28208" y="41045"/>
                  <a:pt x="32964" y="38722"/>
                  <a:pt x="35503" y="38722"/>
                </a:cubicBezTo>
                <a:cubicBezTo>
                  <a:pt x="38041" y="38722"/>
                  <a:pt x="40941" y="37391"/>
                  <a:pt x="41946" y="35764"/>
                </a:cubicBezTo>
                <a:cubicBezTo>
                  <a:pt x="43722" y="32890"/>
                  <a:pt x="39180" y="33412"/>
                  <a:pt x="25819" y="37615"/>
                </a:cubicBezTo>
                <a:cubicBezTo>
                  <a:pt x="21516" y="38969"/>
                  <a:pt x="21538" y="38810"/>
                  <a:pt x="26045" y="35947"/>
                </a:cubicBezTo>
                <a:cubicBezTo>
                  <a:pt x="31416" y="32535"/>
                  <a:pt x="63427" y="25797"/>
                  <a:pt x="73982" y="25857"/>
                </a:cubicBezTo>
                <a:cubicBezTo>
                  <a:pt x="78607" y="25883"/>
                  <a:pt x="79439" y="26525"/>
                  <a:pt x="76916" y="28123"/>
                </a:cubicBezTo>
                <a:cubicBezTo>
                  <a:pt x="73965" y="29993"/>
                  <a:pt x="73961" y="30540"/>
                  <a:pt x="76893" y="31518"/>
                </a:cubicBezTo>
                <a:cubicBezTo>
                  <a:pt x="78816" y="32159"/>
                  <a:pt x="81904" y="31168"/>
                  <a:pt x="83755" y="29317"/>
                </a:cubicBezTo>
                <a:cubicBezTo>
                  <a:pt x="85607" y="27466"/>
                  <a:pt x="91425" y="24774"/>
                  <a:pt x="96686" y="23336"/>
                </a:cubicBezTo>
                <a:cubicBezTo>
                  <a:pt x="101946" y="21898"/>
                  <a:pt x="109785" y="17511"/>
                  <a:pt x="114106" y="13587"/>
                </a:cubicBezTo>
                <a:cubicBezTo>
                  <a:pt x="121455" y="6915"/>
                  <a:pt x="131807" y="0"/>
                  <a:pt x="134447" y="0"/>
                </a:cubicBezTo>
                <a:cubicBezTo>
                  <a:pt x="135087" y="0"/>
                  <a:pt x="135973" y="3775"/>
                  <a:pt x="136418" y="8390"/>
                </a:cubicBezTo>
                <a:cubicBezTo>
                  <a:pt x="137168" y="16168"/>
                  <a:pt x="137980" y="16836"/>
                  <a:pt x="147553" y="17557"/>
                </a:cubicBezTo>
                <a:cubicBezTo>
                  <a:pt x="160105" y="18501"/>
                  <a:pt x="164320" y="23444"/>
                  <a:pt x="164372" y="37279"/>
                </a:cubicBezTo>
                <a:cubicBezTo>
                  <a:pt x="164422" y="50382"/>
                  <a:pt x="165667" y="52231"/>
                  <a:pt x="179001" y="58990"/>
                </a:cubicBezTo>
                <a:cubicBezTo>
                  <a:pt x="184939" y="62000"/>
                  <a:pt x="190525" y="65641"/>
                  <a:pt x="191415" y="67081"/>
                </a:cubicBezTo>
                <a:cubicBezTo>
                  <a:pt x="193368" y="70242"/>
                  <a:pt x="210709" y="70495"/>
                  <a:pt x="215539" y="67434"/>
                </a:cubicBezTo>
                <a:cubicBezTo>
                  <a:pt x="217436" y="66231"/>
                  <a:pt x="218597" y="62474"/>
                  <a:pt x="218120" y="59084"/>
                </a:cubicBezTo>
                <a:cubicBezTo>
                  <a:pt x="217412" y="54054"/>
                  <a:pt x="218522" y="52773"/>
                  <a:pt x="224155" y="52122"/>
                </a:cubicBezTo>
                <a:cubicBezTo>
                  <a:pt x="227952" y="51683"/>
                  <a:pt x="235747" y="53716"/>
                  <a:pt x="241477" y="56639"/>
                </a:cubicBezTo>
                <a:cubicBezTo>
                  <a:pt x="247208" y="59563"/>
                  <a:pt x="255884" y="61955"/>
                  <a:pt x="260758" y="61955"/>
                </a:cubicBezTo>
                <a:cubicBezTo>
                  <a:pt x="266280" y="61955"/>
                  <a:pt x="270184" y="63424"/>
                  <a:pt x="271115" y="65853"/>
                </a:cubicBezTo>
                <a:cubicBezTo>
                  <a:pt x="271938" y="67996"/>
                  <a:pt x="273398" y="83679"/>
                  <a:pt x="274360" y="100702"/>
                </a:cubicBezTo>
                <a:lnTo>
                  <a:pt x="276110" y="131654"/>
                </a:lnTo>
                <a:lnTo>
                  <a:pt x="259373" y="131654"/>
                </a:lnTo>
                <a:cubicBezTo>
                  <a:pt x="250168" y="131654"/>
                  <a:pt x="241862" y="130880"/>
                  <a:pt x="240916" y="129933"/>
                </a:cubicBezTo>
                <a:close/>
              </a:path>
            </a:pathLst>
          </a:custGeom>
          <a:solidFill>
            <a:srgbClr val="B9B9B9"/>
          </a:solidFill>
          <a:ln w="5163" cap="flat">
            <a:noFill/>
            <a:prstDash val="solid"/>
            <a:miter/>
          </a:ln>
        </p:spPr>
        <p:txBody>
          <a:bodyPr/>
          <a:lstStyle/>
          <a:p>
            <a:endParaRPr lang="es-419" noProof="0" dirty="0"/>
          </a:p>
        </p:txBody>
      </p:sp>
      <p:sp>
        <p:nvSpPr>
          <p:cNvPr id="65" name="Forma libre: forma 64">
            <a:extLst>
              <a:ext uri="{FF2B5EF4-FFF2-40B4-BE49-F238E27FC236}">
                <a16:creationId xmlns:a16="http://schemas.microsoft.com/office/drawing/2014/main" id="{91C78274-BBF5-4D3D-F3BF-E9F7F63B0631}"/>
              </a:ext>
            </a:extLst>
          </p:cNvPr>
          <p:cNvSpPr/>
          <p:nvPr/>
        </p:nvSpPr>
        <p:spPr>
          <a:xfrm>
            <a:off x="1184484" y="2261861"/>
            <a:ext cx="318490" cy="227740"/>
          </a:xfrm>
          <a:custGeom>
            <a:avLst/>
            <a:gdLst>
              <a:gd name="csX0" fmla="*/ 114616 w 318490"/>
              <a:gd name="csY0" fmla="*/ 224041 h 227740"/>
              <a:gd name="csX1" fmla="*/ 98063 w 318490"/>
              <a:gd name="csY1" fmla="*/ 220365 h 227740"/>
              <a:gd name="csX2" fmla="*/ 78702 w 318490"/>
              <a:gd name="csY2" fmla="*/ 212689 h 227740"/>
              <a:gd name="csX3" fmla="*/ 52720 w 318490"/>
              <a:gd name="csY3" fmla="*/ 202264 h 227740"/>
              <a:gd name="csX4" fmla="*/ 16521 w 318490"/>
              <a:gd name="csY4" fmla="*/ 184010 h 227740"/>
              <a:gd name="csX5" fmla="*/ 9212 w 318490"/>
              <a:gd name="csY5" fmla="*/ 173147 h 227740"/>
              <a:gd name="csX6" fmla="*/ 4642 w 318490"/>
              <a:gd name="csY6" fmla="*/ 147730 h 227740"/>
              <a:gd name="csX7" fmla="*/ 11809 w 318490"/>
              <a:gd name="csY7" fmla="*/ 137502 h 227740"/>
              <a:gd name="csX8" fmla="*/ 21183 w 318490"/>
              <a:gd name="csY8" fmla="*/ 134430 h 227740"/>
              <a:gd name="csX9" fmla="*/ 31013 w 318490"/>
              <a:gd name="csY9" fmla="*/ 131925 h 227740"/>
              <a:gd name="csX10" fmla="*/ 40878 w 318490"/>
              <a:gd name="csY10" fmla="*/ 131248 h 227740"/>
              <a:gd name="csX11" fmla="*/ 63873 w 318490"/>
              <a:gd name="csY11" fmla="*/ 121001 h 227740"/>
              <a:gd name="csX12" fmla="*/ 83748 w 318490"/>
              <a:gd name="csY12" fmla="*/ 109166 h 227740"/>
              <a:gd name="csX13" fmla="*/ 103738 w 318490"/>
              <a:gd name="csY13" fmla="*/ 85934 h 227740"/>
              <a:gd name="csX14" fmla="*/ 95901 w 318490"/>
              <a:gd name="csY14" fmla="*/ 79966 h 227740"/>
              <a:gd name="csX15" fmla="*/ 88802 w 318490"/>
              <a:gd name="csY15" fmla="*/ 74674 h 227740"/>
              <a:gd name="csX16" fmla="*/ 86125 w 318490"/>
              <a:gd name="csY16" fmla="*/ 66219 h 227740"/>
              <a:gd name="csX17" fmla="*/ 86125 w 318490"/>
              <a:gd name="csY17" fmla="*/ 56499 h 227740"/>
              <a:gd name="csX18" fmla="*/ 88802 w 318490"/>
              <a:gd name="csY18" fmla="*/ 47540 h 227740"/>
              <a:gd name="csX19" fmla="*/ 60913 w 318490"/>
              <a:gd name="csY19" fmla="*/ 35309 h 227740"/>
              <a:gd name="csX20" fmla="*/ 56419 w 318490"/>
              <a:gd name="csY20" fmla="*/ 24926 h 227740"/>
              <a:gd name="csX21" fmla="*/ 74769 w 318490"/>
              <a:gd name="csY21" fmla="*/ 18056 h 227740"/>
              <a:gd name="csX22" fmla="*/ 99155 w 318490"/>
              <a:gd name="csY22" fmla="*/ 10069 h 227740"/>
              <a:gd name="csX23" fmla="*/ 128747 w 318490"/>
              <a:gd name="csY23" fmla="*/ 1794 h 227740"/>
              <a:gd name="csX24" fmla="*/ 148545 w 318490"/>
              <a:gd name="csY24" fmla="*/ 0 h 227740"/>
              <a:gd name="csX25" fmla="*/ 155959 w 318490"/>
              <a:gd name="csY25" fmla="*/ 8117 h 227740"/>
              <a:gd name="csX26" fmla="*/ 176571 w 318490"/>
              <a:gd name="csY26" fmla="*/ 11071 h 227740"/>
              <a:gd name="csX27" fmla="*/ 199804 w 318490"/>
              <a:gd name="csY27" fmla="*/ 21145 h 227740"/>
              <a:gd name="csX28" fmla="*/ 218086 w 318490"/>
              <a:gd name="csY28" fmla="*/ 31610 h 227740"/>
              <a:gd name="csX29" fmla="*/ 246412 w 318490"/>
              <a:gd name="csY29" fmla="*/ 32163 h 227740"/>
              <a:gd name="csX30" fmla="*/ 266539 w 318490"/>
              <a:gd name="csY30" fmla="*/ 37891 h 227740"/>
              <a:gd name="csX31" fmla="*/ 290777 w 318490"/>
              <a:gd name="csY31" fmla="*/ 32555 h 227740"/>
              <a:gd name="csX32" fmla="*/ 315453 w 318490"/>
              <a:gd name="csY32" fmla="*/ 29658 h 227740"/>
              <a:gd name="csX33" fmla="*/ 315970 w 318490"/>
              <a:gd name="csY33" fmla="*/ 49793 h 227740"/>
              <a:gd name="csX34" fmla="*/ 313388 w 318490"/>
              <a:gd name="csY34" fmla="*/ 54741 h 227740"/>
              <a:gd name="csX35" fmla="*/ 311088 w 318490"/>
              <a:gd name="csY35" fmla="*/ 60549 h 227740"/>
              <a:gd name="csX36" fmla="*/ 306292 w 318490"/>
              <a:gd name="csY36" fmla="*/ 87865 h 227740"/>
              <a:gd name="csX37" fmla="*/ 284623 w 318490"/>
              <a:gd name="csY37" fmla="*/ 147819 h 227740"/>
              <a:gd name="csX38" fmla="*/ 277248 w 318490"/>
              <a:gd name="csY38" fmla="*/ 167736 h 227740"/>
              <a:gd name="csX39" fmla="*/ 272730 w 318490"/>
              <a:gd name="csY39" fmla="*/ 177484 h 227740"/>
              <a:gd name="csX40" fmla="*/ 214235 w 318490"/>
              <a:gd name="csY40" fmla="*/ 170076 h 227740"/>
              <a:gd name="csX41" fmla="*/ 184978 w 318490"/>
              <a:gd name="csY41" fmla="*/ 166604 h 227740"/>
              <a:gd name="csX42" fmla="*/ 157292 w 318490"/>
              <a:gd name="csY42" fmla="*/ 168449 h 227740"/>
              <a:gd name="csX43" fmla="*/ 156212 w 318490"/>
              <a:gd name="csY43" fmla="*/ 189010 h 227740"/>
              <a:gd name="csX44" fmla="*/ 147530 w 318490"/>
              <a:gd name="csY44" fmla="*/ 199123 h 227740"/>
              <a:gd name="csX45" fmla="*/ 137850 w 318490"/>
              <a:gd name="csY45" fmla="*/ 216729 h 227740"/>
              <a:gd name="csX46" fmla="*/ 130751 w 318490"/>
              <a:gd name="csY46" fmla="*/ 227717 h 227740"/>
              <a:gd name="csX47" fmla="*/ 114616 w 318490"/>
              <a:gd name="csY47" fmla="*/ 224041 h 2277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Lst>
            <a:rect l="l" t="t" r="r" b="b"/>
            <a:pathLst>
              <a:path w="318490" h="227740">
                <a:moveTo>
                  <a:pt x="114616" y="224041"/>
                </a:moveTo>
                <a:cubicBezTo>
                  <a:pt x="109647" y="222127"/>
                  <a:pt x="102198" y="220473"/>
                  <a:pt x="98063" y="220365"/>
                </a:cubicBezTo>
                <a:cubicBezTo>
                  <a:pt x="93928" y="220257"/>
                  <a:pt x="85216" y="216803"/>
                  <a:pt x="78702" y="212689"/>
                </a:cubicBezTo>
                <a:cubicBezTo>
                  <a:pt x="72189" y="208575"/>
                  <a:pt x="60497" y="203884"/>
                  <a:pt x="52720" y="202264"/>
                </a:cubicBezTo>
                <a:cubicBezTo>
                  <a:pt x="38260" y="199253"/>
                  <a:pt x="16521" y="188291"/>
                  <a:pt x="16521" y="184010"/>
                </a:cubicBezTo>
                <a:cubicBezTo>
                  <a:pt x="16521" y="182699"/>
                  <a:pt x="13232" y="177811"/>
                  <a:pt x="9212" y="173147"/>
                </a:cubicBezTo>
                <a:cubicBezTo>
                  <a:pt x="-1729" y="160453"/>
                  <a:pt x="-2493" y="156209"/>
                  <a:pt x="4642" y="147730"/>
                </a:cubicBezTo>
                <a:cubicBezTo>
                  <a:pt x="8064" y="143663"/>
                  <a:pt x="11290" y="139060"/>
                  <a:pt x="11809" y="137502"/>
                </a:cubicBezTo>
                <a:cubicBezTo>
                  <a:pt x="12328" y="135944"/>
                  <a:pt x="16546" y="134562"/>
                  <a:pt x="21183" y="134430"/>
                </a:cubicBezTo>
                <a:cubicBezTo>
                  <a:pt x="25819" y="134298"/>
                  <a:pt x="30243" y="133171"/>
                  <a:pt x="31013" y="131925"/>
                </a:cubicBezTo>
                <a:cubicBezTo>
                  <a:pt x="31783" y="130679"/>
                  <a:pt x="36222" y="130374"/>
                  <a:pt x="40878" y="131248"/>
                </a:cubicBezTo>
                <a:cubicBezTo>
                  <a:pt x="48236" y="132628"/>
                  <a:pt x="51244" y="131288"/>
                  <a:pt x="63873" y="121001"/>
                </a:cubicBezTo>
                <a:cubicBezTo>
                  <a:pt x="71865" y="114492"/>
                  <a:pt x="80808" y="109166"/>
                  <a:pt x="83748" y="109166"/>
                </a:cubicBezTo>
                <a:cubicBezTo>
                  <a:pt x="91503" y="109166"/>
                  <a:pt x="104649" y="93888"/>
                  <a:pt x="103738" y="85934"/>
                </a:cubicBezTo>
                <a:cubicBezTo>
                  <a:pt x="103134" y="80649"/>
                  <a:pt x="101713" y="79568"/>
                  <a:pt x="95901" y="79966"/>
                </a:cubicBezTo>
                <a:cubicBezTo>
                  <a:pt x="90126" y="80361"/>
                  <a:pt x="88802" y="79374"/>
                  <a:pt x="88802" y="74674"/>
                </a:cubicBezTo>
                <a:cubicBezTo>
                  <a:pt x="88802" y="71496"/>
                  <a:pt x="87597" y="67691"/>
                  <a:pt x="86125" y="66219"/>
                </a:cubicBezTo>
                <a:cubicBezTo>
                  <a:pt x="84276" y="64370"/>
                  <a:pt x="84276" y="61362"/>
                  <a:pt x="86125" y="56499"/>
                </a:cubicBezTo>
                <a:cubicBezTo>
                  <a:pt x="87597" y="52626"/>
                  <a:pt x="88802" y="48595"/>
                  <a:pt x="88802" y="47540"/>
                </a:cubicBezTo>
                <a:cubicBezTo>
                  <a:pt x="88802" y="45033"/>
                  <a:pt x="71424" y="37411"/>
                  <a:pt x="60913" y="35309"/>
                </a:cubicBezTo>
                <a:cubicBezTo>
                  <a:pt x="51581" y="33443"/>
                  <a:pt x="51150" y="32448"/>
                  <a:pt x="56419" y="24926"/>
                </a:cubicBezTo>
                <a:cubicBezTo>
                  <a:pt x="59183" y="20980"/>
                  <a:pt x="64034" y="19164"/>
                  <a:pt x="74769" y="18056"/>
                </a:cubicBezTo>
                <a:cubicBezTo>
                  <a:pt x="84042" y="17099"/>
                  <a:pt x="92933" y="14187"/>
                  <a:pt x="99155" y="10069"/>
                </a:cubicBezTo>
                <a:cubicBezTo>
                  <a:pt x="106450" y="5242"/>
                  <a:pt x="114000" y="3130"/>
                  <a:pt x="128747" y="1794"/>
                </a:cubicBezTo>
                <a:lnTo>
                  <a:pt x="148545" y="0"/>
                </a:lnTo>
                <a:lnTo>
                  <a:pt x="155959" y="8117"/>
                </a:lnTo>
                <a:cubicBezTo>
                  <a:pt x="164608" y="17586"/>
                  <a:pt x="168428" y="18134"/>
                  <a:pt x="176571" y="11071"/>
                </a:cubicBezTo>
                <a:cubicBezTo>
                  <a:pt x="187391" y="1687"/>
                  <a:pt x="199804" y="7069"/>
                  <a:pt x="199804" y="21145"/>
                </a:cubicBezTo>
                <a:cubicBezTo>
                  <a:pt x="199804" y="30772"/>
                  <a:pt x="209395" y="36261"/>
                  <a:pt x="218086" y="31610"/>
                </a:cubicBezTo>
                <a:cubicBezTo>
                  <a:pt x="228270" y="26160"/>
                  <a:pt x="241869" y="26426"/>
                  <a:pt x="246412" y="32163"/>
                </a:cubicBezTo>
                <a:cubicBezTo>
                  <a:pt x="249505" y="36068"/>
                  <a:pt x="254126" y="37384"/>
                  <a:pt x="266539" y="37891"/>
                </a:cubicBezTo>
                <a:cubicBezTo>
                  <a:pt x="279978" y="38440"/>
                  <a:pt x="284000" y="37555"/>
                  <a:pt x="290777" y="32555"/>
                </a:cubicBezTo>
                <a:cubicBezTo>
                  <a:pt x="299613" y="26036"/>
                  <a:pt x="310548" y="24752"/>
                  <a:pt x="315453" y="29658"/>
                </a:cubicBezTo>
                <a:cubicBezTo>
                  <a:pt x="319191" y="33396"/>
                  <a:pt x="319612" y="49793"/>
                  <a:pt x="315970" y="49793"/>
                </a:cubicBezTo>
                <a:cubicBezTo>
                  <a:pt x="314550" y="49793"/>
                  <a:pt x="313388" y="52020"/>
                  <a:pt x="313388" y="54741"/>
                </a:cubicBezTo>
                <a:cubicBezTo>
                  <a:pt x="313388" y="57462"/>
                  <a:pt x="312353" y="60076"/>
                  <a:pt x="311088" y="60549"/>
                </a:cubicBezTo>
                <a:cubicBezTo>
                  <a:pt x="309822" y="61023"/>
                  <a:pt x="307664" y="73315"/>
                  <a:pt x="306292" y="87865"/>
                </a:cubicBezTo>
                <a:cubicBezTo>
                  <a:pt x="303509" y="117372"/>
                  <a:pt x="292552" y="147689"/>
                  <a:pt x="284623" y="147819"/>
                </a:cubicBezTo>
                <a:cubicBezTo>
                  <a:pt x="279191" y="147908"/>
                  <a:pt x="277248" y="153157"/>
                  <a:pt x="277248" y="167736"/>
                </a:cubicBezTo>
                <a:cubicBezTo>
                  <a:pt x="277248" y="177878"/>
                  <a:pt x="276652" y="179163"/>
                  <a:pt x="272730" y="177484"/>
                </a:cubicBezTo>
                <a:cubicBezTo>
                  <a:pt x="262382" y="173052"/>
                  <a:pt x="240695" y="170306"/>
                  <a:pt x="214235" y="170076"/>
                </a:cubicBezTo>
                <a:cubicBezTo>
                  <a:pt x="194190" y="169901"/>
                  <a:pt x="185756" y="168900"/>
                  <a:pt x="184978" y="166604"/>
                </a:cubicBezTo>
                <a:cubicBezTo>
                  <a:pt x="183149" y="161204"/>
                  <a:pt x="162610" y="162574"/>
                  <a:pt x="157292" y="168449"/>
                </a:cubicBezTo>
                <a:cubicBezTo>
                  <a:pt x="153074" y="173111"/>
                  <a:pt x="152885" y="176707"/>
                  <a:pt x="156212" y="189010"/>
                </a:cubicBezTo>
                <a:cubicBezTo>
                  <a:pt x="156777" y="191099"/>
                  <a:pt x="153007" y="195490"/>
                  <a:pt x="147530" y="199123"/>
                </a:cubicBezTo>
                <a:cubicBezTo>
                  <a:pt x="138821" y="204900"/>
                  <a:pt x="137850" y="206668"/>
                  <a:pt x="137850" y="216729"/>
                </a:cubicBezTo>
                <a:cubicBezTo>
                  <a:pt x="137850" y="227257"/>
                  <a:pt x="137433" y="227902"/>
                  <a:pt x="130751" y="227717"/>
                </a:cubicBezTo>
                <a:cubicBezTo>
                  <a:pt x="126846" y="227609"/>
                  <a:pt x="119586" y="225955"/>
                  <a:pt x="114616" y="224041"/>
                </a:cubicBezTo>
                <a:close/>
              </a:path>
            </a:pathLst>
          </a:custGeom>
          <a:solidFill>
            <a:srgbClr val="B9B9B9"/>
          </a:solidFill>
          <a:ln w="5163" cap="flat">
            <a:noFill/>
            <a:prstDash val="solid"/>
            <a:miter/>
          </a:ln>
        </p:spPr>
        <p:txBody>
          <a:bodyPr/>
          <a:lstStyle/>
          <a:p>
            <a:endParaRPr lang="es-419" noProof="0" dirty="0"/>
          </a:p>
        </p:txBody>
      </p:sp>
      <p:sp>
        <p:nvSpPr>
          <p:cNvPr id="66" name="Forma libre: forma 65">
            <a:extLst>
              <a:ext uri="{FF2B5EF4-FFF2-40B4-BE49-F238E27FC236}">
                <a16:creationId xmlns:a16="http://schemas.microsoft.com/office/drawing/2014/main" id="{C1FC24BC-CACE-CEC1-42BE-4AB1043212B6}"/>
              </a:ext>
            </a:extLst>
          </p:cNvPr>
          <p:cNvSpPr/>
          <p:nvPr/>
        </p:nvSpPr>
        <p:spPr>
          <a:xfrm>
            <a:off x="1557246" y="2384328"/>
            <a:ext cx="70794" cy="61560"/>
          </a:xfrm>
          <a:custGeom>
            <a:avLst/>
            <a:gdLst>
              <a:gd name="csX0" fmla="*/ 30977 w 70794"/>
              <a:gd name="csY0" fmla="*/ 53817 h 61560"/>
              <a:gd name="csX1" fmla="*/ 18070 w 70794"/>
              <a:gd name="csY1" fmla="*/ 49863 h 61560"/>
              <a:gd name="csX2" fmla="*/ 14198 w 70794"/>
              <a:gd name="csY2" fmla="*/ 52169 h 61560"/>
              <a:gd name="csX3" fmla="*/ 10326 w 70794"/>
              <a:gd name="csY3" fmla="*/ 47062 h 61560"/>
              <a:gd name="csX4" fmla="*/ 5163 w 70794"/>
              <a:gd name="csY4" fmla="*/ 39020 h 61560"/>
              <a:gd name="csX5" fmla="*/ 0 w 70794"/>
              <a:gd name="csY5" fmla="*/ 32748 h 61560"/>
              <a:gd name="csX6" fmla="*/ 10326 w 70794"/>
              <a:gd name="csY6" fmla="*/ 18967 h 61560"/>
              <a:gd name="csX7" fmla="*/ 20652 w 70794"/>
              <a:gd name="csY7" fmla="*/ 3034 h 61560"/>
              <a:gd name="csX8" fmla="*/ 30332 w 70794"/>
              <a:gd name="csY8" fmla="*/ 698 h 61560"/>
              <a:gd name="csX9" fmla="*/ 54210 w 70794"/>
              <a:gd name="csY9" fmla="*/ 10137 h 61560"/>
              <a:gd name="csX10" fmla="*/ 63267 w 70794"/>
              <a:gd name="csY10" fmla="*/ 15095 h 61560"/>
              <a:gd name="csX11" fmla="*/ 69100 w 70794"/>
              <a:gd name="csY11" fmla="*/ 20258 h 61560"/>
              <a:gd name="csX12" fmla="*/ 69100 w 70794"/>
              <a:gd name="csY12" fmla="*/ 30584 h 61560"/>
              <a:gd name="csX13" fmla="*/ 69721 w 70794"/>
              <a:gd name="csY13" fmla="*/ 35746 h 61560"/>
              <a:gd name="csX14" fmla="*/ 67118 w 70794"/>
              <a:gd name="csY14" fmla="*/ 44803 h 61560"/>
              <a:gd name="csX15" fmla="*/ 61618 w 70794"/>
              <a:gd name="csY15" fmla="*/ 50612 h 61560"/>
              <a:gd name="csX16" fmla="*/ 54931 w 70794"/>
              <a:gd name="csY16" fmla="*/ 50644 h 61560"/>
              <a:gd name="csX17" fmla="*/ 37735 w 70794"/>
              <a:gd name="csY17" fmla="*/ 61561 h 61560"/>
              <a:gd name="csX18" fmla="*/ 30977 w 70794"/>
              <a:gd name="csY18" fmla="*/ 53817 h 615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70794" h="61560">
                <a:moveTo>
                  <a:pt x="30977" y="53817"/>
                </a:moveTo>
                <a:cubicBezTo>
                  <a:pt x="25158" y="45644"/>
                  <a:pt x="18070" y="43473"/>
                  <a:pt x="18070" y="49863"/>
                </a:cubicBezTo>
                <a:cubicBezTo>
                  <a:pt x="18070" y="52173"/>
                  <a:pt x="16557" y="53074"/>
                  <a:pt x="14198" y="52169"/>
                </a:cubicBezTo>
                <a:cubicBezTo>
                  <a:pt x="12068" y="51351"/>
                  <a:pt x="10326" y="49053"/>
                  <a:pt x="10326" y="47062"/>
                </a:cubicBezTo>
                <a:cubicBezTo>
                  <a:pt x="10326" y="45070"/>
                  <a:pt x="8003" y="41451"/>
                  <a:pt x="5163" y="39020"/>
                </a:cubicBezTo>
                <a:cubicBezTo>
                  <a:pt x="2323" y="36588"/>
                  <a:pt x="0" y="33766"/>
                  <a:pt x="0" y="32748"/>
                </a:cubicBezTo>
                <a:cubicBezTo>
                  <a:pt x="0" y="31730"/>
                  <a:pt x="4647" y="25529"/>
                  <a:pt x="10326" y="18967"/>
                </a:cubicBezTo>
                <a:cubicBezTo>
                  <a:pt x="16005" y="12405"/>
                  <a:pt x="20652" y="5235"/>
                  <a:pt x="20652" y="3034"/>
                </a:cubicBezTo>
                <a:cubicBezTo>
                  <a:pt x="20652" y="-166"/>
                  <a:pt x="22592" y="-634"/>
                  <a:pt x="30332" y="698"/>
                </a:cubicBezTo>
                <a:cubicBezTo>
                  <a:pt x="52748" y="4557"/>
                  <a:pt x="54210" y="5134"/>
                  <a:pt x="54210" y="10137"/>
                </a:cubicBezTo>
                <a:cubicBezTo>
                  <a:pt x="54210" y="14084"/>
                  <a:pt x="56056" y="15095"/>
                  <a:pt x="63267" y="15095"/>
                </a:cubicBezTo>
                <a:cubicBezTo>
                  <a:pt x="71678" y="15095"/>
                  <a:pt x="72094" y="15463"/>
                  <a:pt x="69100" y="20258"/>
                </a:cubicBezTo>
                <a:cubicBezTo>
                  <a:pt x="66522" y="24386"/>
                  <a:pt x="66522" y="26456"/>
                  <a:pt x="69100" y="30584"/>
                </a:cubicBezTo>
                <a:cubicBezTo>
                  <a:pt x="71011" y="33644"/>
                  <a:pt x="71264" y="35746"/>
                  <a:pt x="69721" y="35746"/>
                </a:cubicBezTo>
                <a:cubicBezTo>
                  <a:pt x="68289" y="35746"/>
                  <a:pt x="67118" y="39822"/>
                  <a:pt x="67118" y="44803"/>
                </a:cubicBezTo>
                <a:cubicBezTo>
                  <a:pt x="67118" y="53341"/>
                  <a:pt x="66802" y="53674"/>
                  <a:pt x="61618" y="50612"/>
                </a:cubicBezTo>
                <a:cubicBezTo>
                  <a:pt x="57188" y="47995"/>
                  <a:pt x="55886" y="48002"/>
                  <a:pt x="54931" y="50644"/>
                </a:cubicBezTo>
                <a:cubicBezTo>
                  <a:pt x="53898" y="53500"/>
                  <a:pt x="41201" y="61561"/>
                  <a:pt x="37735" y="61561"/>
                </a:cubicBezTo>
                <a:cubicBezTo>
                  <a:pt x="37051" y="61561"/>
                  <a:pt x="34010" y="58076"/>
                  <a:pt x="30977" y="53817"/>
                </a:cubicBezTo>
                <a:close/>
              </a:path>
            </a:pathLst>
          </a:custGeom>
          <a:solidFill>
            <a:srgbClr val="B9B9B9"/>
          </a:solidFill>
          <a:ln w="5163" cap="flat">
            <a:noFill/>
            <a:prstDash val="solid"/>
            <a:miter/>
          </a:ln>
        </p:spPr>
        <p:txBody>
          <a:bodyPr/>
          <a:lstStyle/>
          <a:p>
            <a:endParaRPr lang="es-419" noProof="0" dirty="0"/>
          </a:p>
        </p:txBody>
      </p:sp>
      <p:sp>
        <p:nvSpPr>
          <p:cNvPr id="67" name="Forma libre: forma 66">
            <a:extLst>
              <a:ext uri="{FF2B5EF4-FFF2-40B4-BE49-F238E27FC236}">
                <a16:creationId xmlns:a16="http://schemas.microsoft.com/office/drawing/2014/main" id="{D2044AB4-AA49-54B6-7A37-6E0E1F8F0D68}"/>
              </a:ext>
            </a:extLst>
          </p:cNvPr>
          <p:cNvSpPr/>
          <p:nvPr/>
        </p:nvSpPr>
        <p:spPr>
          <a:xfrm>
            <a:off x="1478193" y="2273156"/>
            <a:ext cx="153622" cy="170128"/>
          </a:xfrm>
          <a:custGeom>
            <a:avLst/>
            <a:gdLst>
              <a:gd name="csX0" fmla="*/ 8493 w 153622"/>
              <a:gd name="csY0" fmla="*/ 168431 h 170128"/>
              <a:gd name="csX1" fmla="*/ 6772 w 153622"/>
              <a:gd name="csY1" fmla="*/ 161418 h 170128"/>
              <a:gd name="csX2" fmla="*/ 2681 w 153622"/>
              <a:gd name="csY2" fmla="*/ 145415 h 170128"/>
              <a:gd name="csX3" fmla="*/ 5459 w 153622"/>
              <a:gd name="csY3" fmla="*/ 121148 h 170128"/>
              <a:gd name="csX4" fmla="*/ 14777 w 153622"/>
              <a:gd name="csY4" fmla="*/ 82726 h 170128"/>
              <a:gd name="csX5" fmla="*/ 25155 w 153622"/>
              <a:gd name="csY5" fmla="*/ 43661 h 170128"/>
              <a:gd name="csX6" fmla="*/ 27423 w 153622"/>
              <a:gd name="csY6" fmla="*/ 32229 h 170128"/>
              <a:gd name="csX7" fmla="*/ 31172 w 153622"/>
              <a:gd name="csY7" fmla="*/ 17047 h 170128"/>
              <a:gd name="csX8" fmla="*/ 33221 w 153622"/>
              <a:gd name="csY8" fmla="*/ 11598 h 170128"/>
              <a:gd name="csX9" fmla="*/ 37362 w 153622"/>
              <a:gd name="csY9" fmla="*/ 8370 h 170128"/>
              <a:gd name="csX10" fmla="*/ 41848 w 153622"/>
              <a:gd name="csY10" fmla="*/ 3309 h 170128"/>
              <a:gd name="csX11" fmla="*/ 51947 w 153622"/>
              <a:gd name="csY11" fmla="*/ 4939 h 170128"/>
              <a:gd name="csX12" fmla="*/ 67990 w 153622"/>
              <a:gd name="csY12" fmla="*/ 10085 h 170128"/>
              <a:gd name="csX13" fmla="*/ 82983 w 153622"/>
              <a:gd name="csY13" fmla="*/ 28865 h 170128"/>
              <a:gd name="csX14" fmla="*/ 93236 w 153622"/>
              <a:gd name="csY14" fmla="*/ 38498 h 170128"/>
              <a:gd name="csX15" fmla="*/ 103025 w 153622"/>
              <a:gd name="csY15" fmla="*/ 33366 h 170128"/>
              <a:gd name="csX16" fmla="*/ 120832 w 153622"/>
              <a:gd name="csY16" fmla="*/ 24595 h 170128"/>
              <a:gd name="csX17" fmla="*/ 122064 w 153622"/>
              <a:gd name="csY17" fmla="*/ 33182 h 170128"/>
              <a:gd name="csX18" fmla="*/ 135261 w 153622"/>
              <a:gd name="csY18" fmla="*/ 39968 h 170128"/>
              <a:gd name="csX19" fmla="*/ 152396 w 153622"/>
              <a:gd name="csY19" fmla="*/ 46930 h 170128"/>
              <a:gd name="csX20" fmla="*/ 149002 w 153622"/>
              <a:gd name="csY20" fmla="*/ 58232 h 170128"/>
              <a:gd name="csX21" fmla="*/ 146552 w 153622"/>
              <a:gd name="csY21" fmla="*/ 64545 h 170128"/>
              <a:gd name="csX22" fmla="*/ 148358 w 153622"/>
              <a:gd name="csY22" fmla="*/ 121402 h 170128"/>
              <a:gd name="csX23" fmla="*/ 135844 w 153622"/>
              <a:gd name="csY23" fmla="*/ 118523 h 170128"/>
              <a:gd name="csX24" fmla="*/ 131972 w 153622"/>
              <a:gd name="csY24" fmla="*/ 113360 h 170128"/>
              <a:gd name="csX25" fmla="*/ 128062 w 153622"/>
              <a:gd name="csY25" fmla="*/ 103679 h 170128"/>
              <a:gd name="csX26" fmla="*/ 124378 w 153622"/>
              <a:gd name="csY26" fmla="*/ 87545 h 170128"/>
              <a:gd name="csX27" fmla="*/ 116378 w 153622"/>
              <a:gd name="csY27" fmla="*/ 72702 h 170128"/>
              <a:gd name="csX28" fmla="*/ 107448 w 153622"/>
              <a:gd name="csY28" fmla="*/ 67912 h 170128"/>
              <a:gd name="csX29" fmla="*/ 99376 w 153622"/>
              <a:gd name="csY29" fmla="*/ 80152 h 170128"/>
              <a:gd name="csX30" fmla="*/ 94468 w 153622"/>
              <a:gd name="csY30" fmla="*/ 101141 h 170128"/>
              <a:gd name="csX31" fmla="*/ 81766 w 153622"/>
              <a:gd name="csY31" fmla="*/ 133635 h 170128"/>
              <a:gd name="csX32" fmla="*/ 65090 w 153622"/>
              <a:gd name="csY32" fmla="*/ 140680 h 170128"/>
              <a:gd name="csX33" fmla="*/ 53260 w 153622"/>
              <a:gd name="csY33" fmla="*/ 146865 h 170128"/>
              <a:gd name="csX34" fmla="*/ 38902 w 153622"/>
              <a:gd name="csY34" fmla="*/ 154663 h 170128"/>
              <a:gd name="csX35" fmla="*/ 22260 w 153622"/>
              <a:gd name="csY35" fmla="*/ 162407 h 170128"/>
              <a:gd name="csX36" fmla="*/ 8493 w 153622"/>
              <a:gd name="csY36" fmla="*/ 168431 h 17012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Lst>
            <a:rect l="l" t="t" r="r" b="b"/>
            <a:pathLst>
              <a:path w="153622" h="170128">
                <a:moveTo>
                  <a:pt x="8493" y="168431"/>
                </a:moveTo>
                <a:cubicBezTo>
                  <a:pt x="7546" y="167484"/>
                  <a:pt x="6772" y="164329"/>
                  <a:pt x="6772" y="161418"/>
                </a:cubicBezTo>
                <a:cubicBezTo>
                  <a:pt x="6772" y="158508"/>
                  <a:pt x="4931" y="151306"/>
                  <a:pt x="2681" y="145415"/>
                </a:cubicBezTo>
                <a:cubicBezTo>
                  <a:pt x="-1298" y="134996"/>
                  <a:pt x="-1222" y="134332"/>
                  <a:pt x="5459" y="121148"/>
                </a:cubicBezTo>
                <a:cubicBezTo>
                  <a:pt x="10516" y="111168"/>
                  <a:pt x="12973" y="101035"/>
                  <a:pt x="14777" y="82726"/>
                </a:cubicBezTo>
                <a:cubicBezTo>
                  <a:pt x="17244" y="57676"/>
                  <a:pt x="20967" y="43661"/>
                  <a:pt x="25155" y="43661"/>
                </a:cubicBezTo>
                <a:cubicBezTo>
                  <a:pt x="26403" y="43661"/>
                  <a:pt x="27423" y="38516"/>
                  <a:pt x="27423" y="32229"/>
                </a:cubicBezTo>
                <a:cubicBezTo>
                  <a:pt x="27423" y="25675"/>
                  <a:pt x="29023" y="19196"/>
                  <a:pt x="31172" y="17047"/>
                </a:cubicBezTo>
                <a:cubicBezTo>
                  <a:pt x="33235" y="14985"/>
                  <a:pt x="34156" y="12533"/>
                  <a:pt x="33221" y="11598"/>
                </a:cubicBezTo>
                <a:cubicBezTo>
                  <a:pt x="32286" y="10662"/>
                  <a:pt x="34150" y="9210"/>
                  <a:pt x="37362" y="8370"/>
                </a:cubicBezTo>
                <a:cubicBezTo>
                  <a:pt x="40925" y="7438"/>
                  <a:pt x="42675" y="5464"/>
                  <a:pt x="41848" y="3309"/>
                </a:cubicBezTo>
                <a:cubicBezTo>
                  <a:pt x="39982" y="-1555"/>
                  <a:pt x="42837" y="-1094"/>
                  <a:pt x="51947" y="4939"/>
                </a:cubicBezTo>
                <a:cubicBezTo>
                  <a:pt x="56206" y="7760"/>
                  <a:pt x="63426" y="10076"/>
                  <a:pt x="67990" y="10085"/>
                </a:cubicBezTo>
                <a:cubicBezTo>
                  <a:pt x="77231" y="10104"/>
                  <a:pt x="80149" y="13759"/>
                  <a:pt x="82983" y="28865"/>
                </a:cubicBezTo>
                <a:cubicBezTo>
                  <a:pt x="84632" y="37657"/>
                  <a:pt x="85527" y="38498"/>
                  <a:pt x="93236" y="38498"/>
                </a:cubicBezTo>
                <a:cubicBezTo>
                  <a:pt x="99495" y="38498"/>
                  <a:pt x="102031" y="37168"/>
                  <a:pt x="103025" y="33366"/>
                </a:cubicBezTo>
                <a:cubicBezTo>
                  <a:pt x="104466" y="27855"/>
                  <a:pt x="116509" y="21923"/>
                  <a:pt x="120832" y="24595"/>
                </a:cubicBezTo>
                <a:cubicBezTo>
                  <a:pt x="122276" y="25487"/>
                  <a:pt x="122830" y="29351"/>
                  <a:pt x="122064" y="33182"/>
                </a:cubicBezTo>
                <a:cubicBezTo>
                  <a:pt x="120679" y="40107"/>
                  <a:pt x="120757" y="40147"/>
                  <a:pt x="135261" y="39968"/>
                </a:cubicBezTo>
                <a:cubicBezTo>
                  <a:pt x="148934" y="39800"/>
                  <a:pt x="150012" y="40238"/>
                  <a:pt x="152396" y="46930"/>
                </a:cubicBezTo>
                <a:cubicBezTo>
                  <a:pt x="154575" y="53045"/>
                  <a:pt x="154087" y="54670"/>
                  <a:pt x="149002" y="58232"/>
                </a:cubicBezTo>
                <a:cubicBezTo>
                  <a:pt x="144363" y="61481"/>
                  <a:pt x="143827" y="62863"/>
                  <a:pt x="146552" y="64545"/>
                </a:cubicBezTo>
                <a:cubicBezTo>
                  <a:pt x="151618" y="67671"/>
                  <a:pt x="153227" y="118317"/>
                  <a:pt x="148358" y="121402"/>
                </a:cubicBezTo>
                <a:cubicBezTo>
                  <a:pt x="142062" y="125392"/>
                  <a:pt x="135844" y="123962"/>
                  <a:pt x="135844" y="118523"/>
                </a:cubicBezTo>
                <a:cubicBezTo>
                  <a:pt x="135844" y="115655"/>
                  <a:pt x="134123" y="113360"/>
                  <a:pt x="131972" y="113360"/>
                </a:cubicBezTo>
                <a:cubicBezTo>
                  <a:pt x="129225" y="113360"/>
                  <a:pt x="128089" y="110546"/>
                  <a:pt x="128062" y="103679"/>
                </a:cubicBezTo>
                <a:cubicBezTo>
                  <a:pt x="128041" y="98355"/>
                  <a:pt x="126383" y="91095"/>
                  <a:pt x="124378" y="87545"/>
                </a:cubicBezTo>
                <a:cubicBezTo>
                  <a:pt x="122373" y="83996"/>
                  <a:pt x="118773" y="77316"/>
                  <a:pt x="116378" y="72702"/>
                </a:cubicBezTo>
                <a:cubicBezTo>
                  <a:pt x="111867" y="64011"/>
                  <a:pt x="107448" y="61641"/>
                  <a:pt x="107448" y="67912"/>
                </a:cubicBezTo>
                <a:cubicBezTo>
                  <a:pt x="107448" y="69891"/>
                  <a:pt x="103816" y="75399"/>
                  <a:pt x="99376" y="80152"/>
                </a:cubicBezTo>
                <a:cubicBezTo>
                  <a:pt x="91445" y="88642"/>
                  <a:pt x="91359" y="89010"/>
                  <a:pt x="94468" y="101141"/>
                </a:cubicBezTo>
                <a:cubicBezTo>
                  <a:pt x="97988" y="114877"/>
                  <a:pt x="97068" y="117230"/>
                  <a:pt x="81766" y="133635"/>
                </a:cubicBezTo>
                <a:cubicBezTo>
                  <a:pt x="74766" y="141139"/>
                  <a:pt x="72544" y="142078"/>
                  <a:pt x="65090" y="140680"/>
                </a:cubicBezTo>
                <a:cubicBezTo>
                  <a:pt x="57313" y="139221"/>
                  <a:pt x="56181" y="139812"/>
                  <a:pt x="53260" y="146865"/>
                </a:cubicBezTo>
                <a:cubicBezTo>
                  <a:pt x="50372" y="153836"/>
                  <a:pt x="48850" y="154663"/>
                  <a:pt x="38902" y="154663"/>
                </a:cubicBezTo>
                <a:cubicBezTo>
                  <a:pt x="29485" y="154663"/>
                  <a:pt x="26927" y="155853"/>
                  <a:pt x="22260" y="162407"/>
                </a:cubicBezTo>
                <a:cubicBezTo>
                  <a:pt x="16933" y="169889"/>
                  <a:pt x="12076" y="172014"/>
                  <a:pt x="8493" y="168431"/>
                </a:cubicBezTo>
                <a:close/>
              </a:path>
            </a:pathLst>
          </a:custGeom>
          <a:solidFill>
            <a:srgbClr val="B9B9B9"/>
          </a:solidFill>
          <a:ln w="5163" cap="flat">
            <a:noFill/>
            <a:prstDash val="solid"/>
            <a:miter/>
          </a:ln>
        </p:spPr>
        <p:txBody>
          <a:bodyPr/>
          <a:lstStyle/>
          <a:p>
            <a:endParaRPr lang="es-419" noProof="0" dirty="0"/>
          </a:p>
        </p:txBody>
      </p:sp>
      <p:grpSp>
        <p:nvGrpSpPr>
          <p:cNvPr id="68" name="Gráfico 39">
            <a:extLst>
              <a:ext uri="{FF2B5EF4-FFF2-40B4-BE49-F238E27FC236}">
                <a16:creationId xmlns:a16="http://schemas.microsoft.com/office/drawing/2014/main" id="{F0EAA0C7-59C5-128D-66A8-C1A2AB3ED147}"/>
              </a:ext>
            </a:extLst>
          </p:cNvPr>
          <p:cNvGrpSpPr/>
          <p:nvPr/>
        </p:nvGrpSpPr>
        <p:grpSpPr>
          <a:xfrm>
            <a:off x="2169009" y="2212045"/>
            <a:ext cx="273705" cy="260208"/>
            <a:chOff x="2169009" y="2212045"/>
            <a:chExt cx="273705" cy="260208"/>
          </a:xfrm>
          <a:solidFill>
            <a:srgbClr val="B9B9B9"/>
          </a:solidFill>
        </p:grpSpPr>
        <p:sp>
          <p:nvSpPr>
            <p:cNvPr id="69" name="Forma libre: forma 68">
              <a:extLst>
                <a:ext uri="{FF2B5EF4-FFF2-40B4-BE49-F238E27FC236}">
                  <a16:creationId xmlns:a16="http://schemas.microsoft.com/office/drawing/2014/main" id="{523D5B6D-A85D-4652-D19D-66D0EE0B330F}"/>
                </a:ext>
              </a:extLst>
            </p:cNvPr>
            <p:cNvSpPr/>
            <p:nvPr/>
          </p:nvSpPr>
          <p:spPr>
            <a:xfrm>
              <a:off x="2169009" y="2212045"/>
              <a:ext cx="273705" cy="260208"/>
            </a:xfrm>
            <a:custGeom>
              <a:avLst/>
              <a:gdLst>
                <a:gd name="csX0" fmla="*/ 136396 w 273705"/>
                <a:gd name="csY0" fmla="*/ 251544 h 260208"/>
                <a:gd name="csX1" fmla="*/ 123951 w 273705"/>
                <a:gd name="csY1" fmla="*/ 241399 h 260208"/>
                <a:gd name="csX2" fmla="*/ 100178 w 273705"/>
                <a:gd name="csY2" fmla="*/ 233837 h 260208"/>
                <a:gd name="csX3" fmla="*/ 81199 w 273705"/>
                <a:gd name="csY3" fmla="*/ 230865 h 260208"/>
                <a:gd name="csX4" fmla="*/ 75979 w 273705"/>
                <a:gd name="csY4" fmla="*/ 240363 h 260208"/>
                <a:gd name="csX5" fmla="*/ 67894 w 273705"/>
                <a:gd name="csY5" fmla="*/ 246752 h 260208"/>
                <a:gd name="csX6" fmla="*/ 29911 w 273705"/>
                <a:gd name="csY6" fmla="*/ 227450 h 260208"/>
                <a:gd name="csX7" fmla="*/ 28472 w 273705"/>
                <a:gd name="csY7" fmla="*/ 213064 h 260208"/>
                <a:gd name="csX8" fmla="*/ 12481 w 273705"/>
                <a:gd name="csY8" fmla="*/ 197704 h 260208"/>
                <a:gd name="csX9" fmla="*/ 1103 w 273705"/>
                <a:gd name="csY9" fmla="*/ 191257 h 260208"/>
                <a:gd name="csX10" fmla="*/ 24560 w 273705"/>
                <a:gd name="csY10" fmla="*/ 177413 h 260208"/>
                <a:gd name="csX11" fmla="*/ 49357 w 273705"/>
                <a:gd name="csY11" fmla="*/ 181249 h 260208"/>
                <a:gd name="csX12" fmla="*/ 33383 w 273705"/>
                <a:gd name="csY12" fmla="*/ 188440 h 260208"/>
                <a:gd name="csX13" fmla="*/ 18111 w 273705"/>
                <a:gd name="csY13" fmla="*/ 189801 h 260208"/>
                <a:gd name="csX14" fmla="*/ 23379 w 273705"/>
                <a:gd name="csY14" fmla="*/ 191217 h 260208"/>
                <a:gd name="csX15" fmla="*/ 42338 w 273705"/>
                <a:gd name="csY15" fmla="*/ 193852 h 260208"/>
                <a:gd name="csX16" fmla="*/ 54801 w 273705"/>
                <a:gd name="csY16" fmla="*/ 205031 h 260208"/>
                <a:gd name="csX17" fmla="*/ 53572 w 273705"/>
                <a:gd name="csY17" fmla="*/ 211902 h 260208"/>
                <a:gd name="csX18" fmla="*/ 58745 w 273705"/>
                <a:gd name="csY18" fmla="*/ 206739 h 260208"/>
                <a:gd name="csX19" fmla="*/ 62804 w 273705"/>
                <a:gd name="csY19" fmla="*/ 199640 h 260208"/>
                <a:gd name="csX20" fmla="*/ 78923 w 273705"/>
                <a:gd name="csY20" fmla="*/ 200342 h 260208"/>
                <a:gd name="csX21" fmla="*/ 84524 w 273705"/>
                <a:gd name="csY21" fmla="*/ 197871 h 260208"/>
                <a:gd name="csX22" fmla="*/ 91725 w 273705"/>
                <a:gd name="csY22" fmla="*/ 189946 h 260208"/>
                <a:gd name="csX23" fmla="*/ 100403 w 273705"/>
                <a:gd name="csY23" fmla="*/ 165765 h 260208"/>
                <a:gd name="csX24" fmla="*/ 96700 w 273705"/>
                <a:gd name="csY24" fmla="*/ 159218 h 260208"/>
                <a:gd name="csX25" fmla="*/ 94398 w 273705"/>
                <a:gd name="csY25" fmla="*/ 157998 h 260208"/>
                <a:gd name="csX26" fmla="*/ 90392 w 273705"/>
                <a:gd name="csY26" fmla="*/ 161840 h 260208"/>
                <a:gd name="csX27" fmla="*/ 87810 w 273705"/>
                <a:gd name="csY27" fmla="*/ 164145 h 260208"/>
                <a:gd name="csX28" fmla="*/ 100799 w 273705"/>
                <a:gd name="csY28" fmla="*/ 149016 h 260208"/>
                <a:gd name="csX29" fmla="*/ 118746 w 273705"/>
                <a:gd name="csY29" fmla="*/ 138331 h 260208"/>
                <a:gd name="csX30" fmla="*/ 133646 w 273705"/>
                <a:gd name="csY30" fmla="*/ 125809 h 260208"/>
                <a:gd name="csX31" fmla="*/ 149004 w 273705"/>
                <a:gd name="csY31" fmla="*/ 91807 h 260208"/>
                <a:gd name="csX32" fmla="*/ 157715 w 273705"/>
                <a:gd name="csY32" fmla="*/ 65895 h 260208"/>
                <a:gd name="csX33" fmla="*/ 163243 w 273705"/>
                <a:gd name="csY33" fmla="*/ 33397 h 260208"/>
                <a:gd name="csX34" fmla="*/ 165326 w 273705"/>
                <a:gd name="csY34" fmla="*/ 1486 h 260208"/>
                <a:gd name="csX35" fmla="*/ 167796 w 273705"/>
                <a:gd name="csY35" fmla="*/ 6032 h 260208"/>
                <a:gd name="csX36" fmla="*/ 180226 w 273705"/>
                <a:gd name="csY36" fmla="*/ 14421 h 260208"/>
                <a:gd name="csX37" fmla="*/ 195070 w 273705"/>
                <a:gd name="csY37" fmla="*/ 12027 h 260208"/>
                <a:gd name="csX38" fmla="*/ 227557 w 273705"/>
                <a:gd name="csY38" fmla="*/ 43889 h 260208"/>
                <a:gd name="csX39" fmla="*/ 257592 w 273705"/>
                <a:gd name="csY39" fmla="*/ 78146 h 260208"/>
                <a:gd name="csX40" fmla="*/ 261681 w 273705"/>
                <a:gd name="csY40" fmla="*/ 107593 h 260208"/>
                <a:gd name="csX41" fmla="*/ 273489 w 273705"/>
                <a:gd name="csY41" fmla="*/ 250266 h 260208"/>
                <a:gd name="csX42" fmla="*/ 218174 w 273705"/>
                <a:gd name="csY42" fmla="*/ 254247 h 260208"/>
                <a:gd name="csX43" fmla="*/ 150594 w 273705"/>
                <a:gd name="csY43" fmla="*/ 258722 h 260208"/>
                <a:gd name="csX44" fmla="*/ 137226 w 273705"/>
                <a:gd name="csY44" fmla="*/ 260208 h 260208"/>
                <a:gd name="csX45" fmla="*/ 136396 w 273705"/>
                <a:gd name="csY45" fmla="*/ 251544 h 2602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Lst>
              <a:rect l="l" t="t" r="r" b="b"/>
              <a:pathLst>
                <a:path w="273705" h="260208">
                  <a:moveTo>
                    <a:pt x="136396" y="251544"/>
                  </a:moveTo>
                  <a:cubicBezTo>
                    <a:pt x="135615" y="243380"/>
                    <a:pt x="134897" y="242794"/>
                    <a:pt x="123951" y="241399"/>
                  </a:cubicBezTo>
                  <a:cubicBezTo>
                    <a:pt x="117562" y="240584"/>
                    <a:pt x="106864" y="237181"/>
                    <a:pt x="100178" y="233837"/>
                  </a:cubicBezTo>
                  <a:cubicBezTo>
                    <a:pt x="89763" y="228627"/>
                    <a:pt x="87046" y="228201"/>
                    <a:pt x="81199" y="230865"/>
                  </a:cubicBezTo>
                  <a:cubicBezTo>
                    <a:pt x="75659" y="233390"/>
                    <a:pt x="74677" y="235176"/>
                    <a:pt x="75979" y="240363"/>
                  </a:cubicBezTo>
                  <a:cubicBezTo>
                    <a:pt x="77472" y="246311"/>
                    <a:pt x="76914" y="246752"/>
                    <a:pt x="67894" y="246752"/>
                  </a:cubicBezTo>
                  <a:cubicBezTo>
                    <a:pt x="55809" y="246752"/>
                    <a:pt x="31822" y="234563"/>
                    <a:pt x="29911" y="227450"/>
                  </a:cubicBezTo>
                  <a:cubicBezTo>
                    <a:pt x="29139" y="224578"/>
                    <a:pt x="28492" y="218104"/>
                    <a:pt x="28472" y="213064"/>
                  </a:cubicBezTo>
                  <a:cubicBezTo>
                    <a:pt x="28427" y="201349"/>
                    <a:pt x="24633" y="197704"/>
                    <a:pt x="12481" y="197704"/>
                  </a:cubicBezTo>
                  <a:cubicBezTo>
                    <a:pt x="4225" y="197704"/>
                    <a:pt x="2471" y="196710"/>
                    <a:pt x="1103" y="191257"/>
                  </a:cubicBezTo>
                  <a:cubicBezTo>
                    <a:pt x="-2114" y="178441"/>
                    <a:pt x="578" y="176853"/>
                    <a:pt x="24560" y="177413"/>
                  </a:cubicBezTo>
                  <a:cubicBezTo>
                    <a:pt x="38820" y="177746"/>
                    <a:pt x="47574" y="179100"/>
                    <a:pt x="49357" y="181249"/>
                  </a:cubicBezTo>
                  <a:cubicBezTo>
                    <a:pt x="54736" y="187730"/>
                    <a:pt x="49187" y="190228"/>
                    <a:pt x="33383" y="188440"/>
                  </a:cubicBezTo>
                  <a:cubicBezTo>
                    <a:pt x="22288" y="187184"/>
                    <a:pt x="18111" y="187556"/>
                    <a:pt x="18111" y="189801"/>
                  </a:cubicBezTo>
                  <a:cubicBezTo>
                    <a:pt x="18111" y="191735"/>
                    <a:pt x="20080" y="192265"/>
                    <a:pt x="23379" y="191217"/>
                  </a:cubicBezTo>
                  <a:cubicBezTo>
                    <a:pt x="26276" y="190298"/>
                    <a:pt x="34808" y="191483"/>
                    <a:pt x="42338" y="193852"/>
                  </a:cubicBezTo>
                  <a:cubicBezTo>
                    <a:pt x="54989" y="197831"/>
                    <a:pt x="55937" y="198681"/>
                    <a:pt x="54801" y="205031"/>
                  </a:cubicBezTo>
                  <a:lnTo>
                    <a:pt x="53572" y="211902"/>
                  </a:lnTo>
                  <a:lnTo>
                    <a:pt x="58745" y="206739"/>
                  </a:lnTo>
                  <a:cubicBezTo>
                    <a:pt x="61590" y="203900"/>
                    <a:pt x="63416" y="200705"/>
                    <a:pt x="62804" y="199640"/>
                  </a:cubicBezTo>
                  <a:cubicBezTo>
                    <a:pt x="61196" y="196843"/>
                    <a:pt x="70823" y="197262"/>
                    <a:pt x="78923" y="200342"/>
                  </a:cubicBezTo>
                  <a:cubicBezTo>
                    <a:pt x="85153" y="202711"/>
                    <a:pt x="85724" y="202459"/>
                    <a:pt x="84524" y="197871"/>
                  </a:cubicBezTo>
                  <a:cubicBezTo>
                    <a:pt x="83478" y="193868"/>
                    <a:pt x="85034" y="192154"/>
                    <a:pt x="91725" y="189946"/>
                  </a:cubicBezTo>
                  <a:cubicBezTo>
                    <a:pt x="104380" y="185769"/>
                    <a:pt x="109318" y="172009"/>
                    <a:pt x="100403" y="165765"/>
                  </a:cubicBezTo>
                  <a:cubicBezTo>
                    <a:pt x="97428" y="163681"/>
                    <a:pt x="95762" y="160736"/>
                    <a:pt x="96700" y="159218"/>
                  </a:cubicBezTo>
                  <a:cubicBezTo>
                    <a:pt x="97747" y="157525"/>
                    <a:pt x="96859" y="157053"/>
                    <a:pt x="94398" y="157998"/>
                  </a:cubicBezTo>
                  <a:cubicBezTo>
                    <a:pt x="92194" y="158843"/>
                    <a:pt x="90392" y="160572"/>
                    <a:pt x="90392" y="161840"/>
                  </a:cubicBezTo>
                  <a:cubicBezTo>
                    <a:pt x="90392" y="163108"/>
                    <a:pt x="89230" y="164145"/>
                    <a:pt x="87810" y="164145"/>
                  </a:cubicBezTo>
                  <a:cubicBezTo>
                    <a:pt x="81811" y="164145"/>
                    <a:pt x="86198" y="159036"/>
                    <a:pt x="100799" y="149016"/>
                  </a:cubicBezTo>
                  <a:cubicBezTo>
                    <a:pt x="109362" y="143139"/>
                    <a:pt x="117438" y="138331"/>
                    <a:pt x="118746" y="138331"/>
                  </a:cubicBezTo>
                  <a:cubicBezTo>
                    <a:pt x="120053" y="138331"/>
                    <a:pt x="126758" y="132696"/>
                    <a:pt x="133646" y="125809"/>
                  </a:cubicBezTo>
                  <a:cubicBezTo>
                    <a:pt x="145786" y="113669"/>
                    <a:pt x="146254" y="112631"/>
                    <a:pt x="149004" y="91807"/>
                  </a:cubicBezTo>
                  <a:cubicBezTo>
                    <a:pt x="151298" y="74430"/>
                    <a:pt x="152962" y="69481"/>
                    <a:pt x="157715" y="65895"/>
                  </a:cubicBezTo>
                  <a:cubicBezTo>
                    <a:pt x="163239" y="61729"/>
                    <a:pt x="163570" y="59784"/>
                    <a:pt x="163243" y="33397"/>
                  </a:cubicBezTo>
                  <a:cubicBezTo>
                    <a:pt x="163052" y="17960"/>
                    <a:pt x="163989" y="3600"/>
                    <a:pt x="165326" y="1486"/>
                  </a:cubicBezTo>
                  <a:cubicBezTo>
                    <a:pt x="167138" y="-1380"/>
                    <a:pt x="167766" y="-224"/>
                    <a:pt x="167796" y="6032"/>
                  </a:cubicBezTo>
                  <a:cubicBezTo>
                    <a:pt x="167835" y="14326"/>
                    <a:pt x="167976" y="14421"/>
                    <a:pt x="180226" y="14421"/>
                  </a:cubicBezTo>
                  <a:cubicBezTo>
                    <a:pt x="187041" y="14421"/>
                    <a:pt x="193721" y="13344"/>
                    <a:pt x="195070" y="12027"/>
                  </a:cubicBezTo>
                  <a:cubicBezTo>
                    <a:pt x="196598" y="10534"/>
                    <a:pt x="208840" y="22541"/>
                    <a:pt x="227557" y="43889"/>
                  </a:cubicBezTo>
                  <a:lnTo>
                    <a:pt x="257592" y="78146"/>
                  </a:lnTo>
                  <a:lnTo>
                    <a:pt x="261681" y="107593"/>
                  </a:lnTo>
                  <a:cubicBezTo>
                    <a:pt x="266251" y="140497"/>
                    <a:pt x="275208" y="248724"/>
                    <a:pt x="273489" y="250266"/>
                  </a:cubicBezTo>
                  <a:cubicBezTo>
                    <a:pt x="272881" y="250811"/>
                    <a:pt x="247989" y="252602"/>
                    <a:pt x="218174" y="254247"/>
                  </a:cubicBezTo>
                  <a:cubicBezTo>
                    <a:pt x="188358" y="255891"/>
                    <a:pt x="157947" y="257905"/>
                    <a:pt x="150594" y="258722"/>
                  </a:cubicBezTo>
                  <a:lnTo>
                    <a:pt x="137226" y="260208"/>
                  </a:lnTo>
                  <a:lnTo>
                    <a:pt x="136396" y="251544"/>
                  </a:lnTo>
                  <a:close/>
                </a:path>
              </a:pathLst>
            </a:custGeom>
            <a:solidFill>
              <a:srgbClr val="B9B9B9"/>
            </a:solidFill>
            <a:ln w="5163" cap="flat">
              <a:noFill/>
              <a:prstDash val="solid"/>
              <a:miter/>
            </a:ln>
          </p:spPr>
          <p:txBody>
            <a:bodyPr/>
            <a:lstStyle/>
            <a:p>
              <a:endParaRPr lang="es-419" noProof="0" dirty="0"/>
            </a:p>
          </p:txBody>
        </p:sp>
        <p:sp>
          <p:nvSpPr>
            <p:cNvPr id="70" name="Forma libre: forma 69">
              <a:extLst>
                <a:ext uri="{FF2B5EF4-FFF2-40B4-BE49-F238E27FC236}">
                  <a16:creationId xmlns:a16="http://schemas.microsoft.com/office/drawing/2014/main" id="{E5A6A7DF-31B2-FF9B-3D2D-62FF623799CF}"/>
                </a:ext>
              </a:extLst>
            </p:cNvPr>
            <p:cNvSpPr/>
            <p:nvPr/>
          </p:nvSpPr>
          <p:spPr>
            <a:xfrm>
              <a:off x="2221969" y="2379232"/>
              <a:ext cx="29491" cy="17638"/>
            </a:xfrm>
            <a:custGeom>
              <a:avLst/>
              <a:gdLst>
                <a:gd name="csX0" fmla="*/ 10326 w 29491"/>
                <a:gd name="csY0" fmla="*/ 11251 h 17638"/>
                <a:gd name="csX1" fmla="*/ 23663 w 29491"/>
                <a:gd name="csY1" fmla="*/ 4783 h 17638"/>
                <a:gd name="csX2" fmla="*/ 27977 w 29491"/>
                <a:gd name="csY2" fmla="*/ 1475 h 17638"/>
                <a:gd name="csX3" fmla="*/ 29483 w 29491"/>
                <a:gd name="csY3" fmla="*/ 1025 h 17638"/>
                <a:gd name="csX4" fmla="*/ 8425 w 29491"/>
                <a:gd name="csY4" fmla="*/ 16751 h 17638"/>
                <a:gd name="csX5" fmla="*/ 0 w 29491"/>
                <a:gd name="csY5" fmla="*/ 17639 h 17638"/>
                <a:gd name="csX6" fmla="*/ 10326 w 29491"/>
                <a:gd name="csY6" fmla="*/ 11251 h 17638"/>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9491" h="17638">
                  <a:moveTo>
                    <a:pt x="10326" y="11251"/>
                  </a:moveTo>
                  <a:cubicBezTo>
                    <a:pt x="16005" y="7738"/>
                    <a:pt x="22007" y="4827"/>
                    <a:pt x="23663" y="4783"/>
                  </a:cubicBezTo>
                  <a:cubicBezTo>
                    <a:pt x="25320" y="4738"/>
                    <a:pt x="27261" y="3250"/>
                    <a:pt x="27977" y="1475"/>
                  </a:cubicBezTo>
                  <a:cubicBezTo>
                    <a:pt x="28693" y="-299"/>
                    <a:pt x="29371" y="-502"/>
                    <a:pt x="29483" y="1025"/>
                  </a:cubicBezTo>
                  <a:cubicBezTo>
                    <a:pt x="29861" y="6183"/>
                    <a:pt x="16907" y="15857"/>
                    <a:pt x="8425" y="16751"/>
                  </a:cubicBezTo>
                  <a:lnTo>
                    <a:pt x="0" y="17639"/>
                  </a:lnTo>
                  <a:lnTo>
                    <a:pt x="10326" y="11251"/>
                  </a:lnTo>
                  <a:close/>
                </a:path>
              </a:pathLst>
            </a:custGeom>
            <a:solidFill>
              <a:srgbClr val="B9B9B9"/>
            </a:solidFill>
            <a:ln w="5163" cap="flat">
              <a:noFill/>
              <a:prstDash val="solid"/>
              <a:miter/>
            </a:ln>
          </p:spPr>
          <p:txBody>
            <a:bodyPr/>
            <a:lstStyle/>
            <a:p>
              <a:endParaRPr lang="es-419" noProof="0" dirty="0"/>
            </a:p>
          </p:txBody>
        </p:sp>
      </p:grpSp>
      <p:sp>
        <p:nvSpPr>
          <p:cNvPr id="71" name="Forma libre: forma 70">
            <a:extLst>
              <a:ext uri="{FF2B5EF4-FFF2-40B4-BE49-F238E27FC236}">
                <a16:creationId xmlns:a16="http://schemas.microsoft.com/office/drawing/2014/main" id="{2BDE19CC-6E44-1A15-F11D-093B672A5145}"/>
              </a:ext>
            </a:extLst>
          </p:cNvPr>
          <p:cNvSpPr/>
          <p:nvPr/>
        </p:nvSpPr>
        <p:spPr>
          <a:xfrm>
            <a:off x="1574029" y="2346575"/>
            <a:ext cx="28491" cy="35790"/>
          </a:xfrm>
          <a:custGeom>
            <a:avLst/>
            <a:gdLst>
              <a:gd name="csX0" fmla="*/ 11768 w 28491"/>
              <a:gd name="csY0" fmla="*/ 34872 h 35790"/>
              <a:gd name="csX1" fmla="*/ 805 w 28491"/>
              <a:gd name="csY1" fmla="*/ 25413 h 35790"/>
              <a:gd name="csX2" fmla="*/ 7669 w 28491"/>
              <a:gd name="csY2" fmla="*/ 7571 h 35790"/>
              <a:gd name="csX3" fmla="*/ 18379 w 28491"/>
              <a:gd name="csY3" fmla="*/ 2738 h 35790"/>
              <a:gd name="csX4" fmla="*/ 23574 w 28491"/>
              <a:gd name="csY4" fmla="*/ 11696 h 35790"/>
              <a:gd name="csX5" fmla="*/ 28193 w 28491"/>
              <a:gd name="csY5" fmla="*/ 24987 h 35790"/>
              <a:gd name="csX6" fmla="*/ 11768 w 28491"/>
              <a:gd name="csY6" fmla="*/ 34872 h 35790"/>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8491" h="35790">
                <a:moveTo>
                  <a:pt x="11768" y="34872"/>
                </a:moveTo>
                <a:cubicBezTo>
                  <a:pt x="4464" y="33733"/>
                  <a:pt x="2519" y="32055"/>
                  <a:pt x="805" y="25413"/>
                </a:cubicBezTo>
                <a:cubicBezTo>
                  <a:pt x="-1017" y="18356"/>
                  <a:pt x="-153" y="16110"/>
                  <a:pt x="7669" y="7571"/>
                </a:cubicBezTo>
                <a:cubicBezTo>
                  <a:pt x="15700" y="-1197"/>
                  <a:pt x="16797" y="-1692"/>
                  <a:pt x="18379" y="2738"/>
                </a:cubicBezTo>
                <a:cubicBezTo>
                  <a:pt x="19348" y="5452"/>
                  <a:pt x="21686" y="9483"/>
                  <a:pt x="23574" y="11696"/>
                </a:cubicBezTo>
                <a:cubicBezTo>
                  <a:pt x="25461" y="13908"/>
                  <a:pt x="27540" y="19890"/>
                  <a:pt x="28193" y="24987"/>
                </a:cubicBezTo>
                <a:cubicBezTo>
                  <a:pt x="29539" y="35505"/>
                  <a:pt x="26717" y="37203"/>
                  <a:pt x="11768" y="34872"/>
                </a:cubicBezTo>
                <a:close/>
              </a:path>
            </a:pathLst>
          </a:custGeom>
          <a:solidFill>
            <a:srgbClr val="CCCCCC"/>
          </a:solidFill>
          <a:ln w="5163" cap="flat">
            <a:noFill/>
            <a:prstDash val="solid"/>
            <a:miter/>
          </a:ln>
        </p:spPr>
        <p:txBody>
          <a:bodyPr/>
          <a:lstStyle/>
          <a:p>
            <a:endParaRPr lang="es-419" noProof="0" dirty="0"/>
          </a:p>
        </p:txBody>
      </p:sp>
      <p:sp>
        <p:nvSpPr>
          <p:cNvPr id="72" name="Forma libre: forma 71">
            <a:extLst>
              <a:ext uri="{FF2B5EF4-FFF2-40B4-BE49-F238E27FC236}">
                <a16:creationId xmlns:a16="http://schemas.microsoft.com/office/drawing/2014/main" id="{2E554EB8-5DB8-F2D3-E0AE-036CCA26924E}"/>
              </a:ext>
            </a:extLst>
          </p:cNvPr>
          <p:cNvSpPr/>
          <p:nvPr/>
        </p:nvSpPr>
        <p:spPr>
          <a:xfrm>
            <a:off x="1629800" y="2326596"/>
            <a:ext cx="82332" cy="45198"/>
          </a:xfrm>
          <a:custGeom>
            <a:avLst/>
            <a:gdLst>
              <a:gd name="csX0" fmla="*/ 35828 w 82332"/>
              <a:gd name="csY0" fmla="*/ 43172 h 45198"/>
              <a:gd name="csX1" fmla="*/ 20861 w 82332"/>
              <a:gd name="csY1" fmla="*/ 27939 h 45198"/>
              <a:gd name="csX2" fmla="*/ 6710 w 82332"/>
              <a:gd name="csY2" fmla="*/ 16733 h 45198"/>
              <a:gd name="csX3" fmla="*/ 200 w 82332"/>
              <a:gd name="csY3" fmla="*/ 11518 h 45198"/>
              <a:gd name="csX4" fmla="*/ 11960 w 82332"/>
              <a:gd name="csY4" fmla="*/ 5709 h 45198"/>
              <a:gd name="csX5" fmla="*/ 29437 w 82332"/>
              <a:gd name="csY5" fmla="*/ 2139 h 45198"/>
              <a:gd name="csX6" fmla="*/ 38320 w 82332"/>
              <a:gd name="csY6" fmla="*/ 692 h 45198"/>
              <a:gd name="csX7" fmla="*/ 49592 w 82332"/>
              <a:gd name="csY7" fmla="*/ 4355 h 45198"/>
              <a:gd name="csX8" fmla="*/ 61209 w 82332"/>
              <a:gd name="csY8" fmla="*/ 13550 h 45198"/>
              <a:gd name="csX9" fmla="*/ 68838 w 82332"/>
              <a:gd name="csY9" fmla="*/ 19970 h 45198"/>
              <a:gd name="csX10" fmla="*/ 82332 w 82332"/>
              <a:gd name="csY10" fmla="*/ 30233 h 45198"/>
              <a:gd name="csX11" fmla="*/ 75901 w 82332"/>
              <a:gd name="csY11" fmla="*/ 31524 h 45198"/>
              <a:gd name="csX12" fmla="*/ 66358 w 82332"/>
              <a:gd name="csY12" fmla="*/ 36506 h 45198"/>
              <a:gd name="csX13" fmla="*/ 58348 w 82332"/>
              <a:gd name="csY13" fmla="*/ 38866 h 45198"/>
              <a:gd name="csX14" fmla="*/ 47885 w 82332"/>
              <a:gd name="csY14" fmla="*/ 41425 h 45198"/>
              <a:gd name="csX15" fmla="*/ 35828 w 82332"/>
              <a:gd name="csY15" fmla="*/ 43172 h 4519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82332" h="45198">
                <a:moveTo>
                  <a:pt x="35828" y="43172"/>
                </a:moveTo>
                <a:cubicBezTo>
                  <a:pt x="32257" y="41284"/>
                  <a:pt x="25522" y="34429"/>
                  <a:pt x="20861" y="27939"/>
                </a:cubicBezTo>
                <a:cubicBezTo>
                  <a:pt x="14698" y="19357"/>
                  <a:pt x="10840" y="16301"/>
                  <a:pt x="6710" y="16733"/>
                </a:cubicBezTo>
                <a:cubicBezTo>
                  <a:pt x="2564" y="17166"/>
                  <a:pt x="809" y="15760"/>
                  <a:pt x="200" y="11518"/>
                </a:cubicBezTo>
                <a:cubicBezTo>
                  <a:pt x="-566" y="6174"/>
                  <a:pt x="375" y="5709"/>
                  <a:pt x="11960" y="5709"/>
                </a:cubicBezTo>
                <a:cubicBezTo>
                  <a:pt x="18887" y="5709"/>
                  <a:pt x="26751" y="4102"/>
                  <a:pt x="29437" y="2139"/>
                </a:cubicBezTo>
                <a:cubicBezTo>
                  <a:pt x="32427" y="-48"/>
                  <a:pt x="35871" y="-609"/>
                  <a:pt x="38320" y="692"/>
                </a:cubicBezTo>
                <a:cubicBezTo>
                  <a:pt x="40520" y="1860"/>
                  <a:pt x="45592" y="3509"/>
                  <a:pt x="49592" y="4355"/>
                </a:cubicBezTo>
                <a:cubicBezTo>
                  <a:pt x="53972" y="5282"/>
                  <a:pt x="58593" y="8940"/>
                  <a:pt x="61209" y="13550"/>
                </a:cubicBezTo>
                <a:cubicBezTo>
                  <a:pt x="63598" y="17761"/>
                  <a:pt x="67032" y="20650"/>
                  <a:pt x="68838" y="19970"/>
                </a:cubicBezTo>
                <a:cubicBezTo>
                  <a:pt x="71755" y="18872"/>
                  <a:pt x="82332" y="26917"/>
                  <a:pt x="82332" y="30233"/>
                </a:cubicBezTo>
                <a:cubicBezTo>
                  <a:pt x="82332" y="30943"/>
                  <a:pt x="79438" y="31524"/>
                  <a:pt x="75901" y="31524"/>
                </a:cubicBezTo>
                <a:cubicBezTo>
                  <a:pt x="72343" y="31524"/>
                  <a:pt x="68079" y="33750"/>
                  <a:pt x="66358" y="36506"/>
                </a:cubicBezTo>
                <a:cubicBezTo>
                  <a:pt x="63915" y="40418"/>
                  <a:pt x="62194" y="40925"/>
                  <a:pt x="58348" y="38866"/>
                </a:cubicBezTo>
                <a:cubicBezTo>
                  <a:pt x="54563" y="36841"/>
                  <a:pt x="52184" y="37422"/>
                  <a:pt x="47885" y="41425"/>
                </a:cubicBezTo>
                <a:cubicBezTo>
                  <a:pt x="42972" y="45999"/>
                  <a:pt x="41560" y="46204"/>
                  <a:pt x="35828" y="43172"/>
                </a:cubicBezTo>
                <a:close/>
              </a:path>
            </a:pathLst>
          </a:custGeom>
          <a:solidFill>
            <a:srgbClr val="B9B9B9"/>
          </a:solidFill>
          <a:ln w="5163" cap="flat">
            <a:noFill/>
            <a:prstDash val="solid"/>
            <a:miter/>
          </a:ln>
        </p:spPr>
        <p:txBody>
          <a:bodyPr/>
          <a:lstStyle/>
          <a:p>
            <a:endParaRPr lang="es-419" noProof="0" dirty="0"/>
          </a:p>
        </p:txBody>
      </p:sp>
      <p:sp>
        <p:nvSpPr>
          <p:cNvPr id="73" name="Forma libre: forma 72">
            <a:extLst>
              <a:ext uri="{FF2B5EF4-FFF2-40B4-BE49-F238E27FC236}">
                <a16:creationId xmlns:a16="http://schemas.microsoft.com/office/drawing/2014/main" id="{E8EF0964-73CD-B25B-6A00-F0A919F3A8D8}"/>
              </a:ext>
            </a:extLst>
          </p:cNvPr>
          <p:cNvSpPr/>
          <p:nvPr/>
        </p:nvSpPr>
        <p:spPr>
          <a:xfrm>
            <a:off x="1522864" y="2163021"/>
            <a:ext cx="166771" cy="166600"/>
          </a:xfrm>
          <a:custGeom>
            <a:avLst/>
            <a:gdLst>
              <a:gd name="csX0" fmla="*/ 112825 w 166771"/>
              <a:gd name="csY0" fmla="*/ 162186 h 166600"/>
              <a:gd name="csX1" fmla="*/ 93810 w 166771"/>
              <a:gd name="csY1" fmla="*/ 146052 h 166600"/>
              <a:gd name="csX2" fmla="*/ 80847 w 166771"/>
              <a:gd name="csY2" fmla="*/ 139517 h 166600"/>
              <a:gd name="csX3" fmla="*/ 77061 w 166771"/>
              <a:gd name="csY3" fmla="*/ 131529 h 166600"/>
              <a:gd name="csX4" fmla="*/ 56324 w 166771"/>
              <a:gd name="csY4" fmla="*/ 140503 h 166600"/>
              <a:gd name="csX5" fmla="*/ 40835 w 166771"/>
              <a:gd name="csY5" fmla="*/ 134435 h 166600"/>
              <a:gd name="csX6" fmla="*/ 25839 w 166771"/>
              <a:gd name="csY6" fmla="*/ 117575 h 166600"/>
              <a:gd name="csX7" fmla="*/ 603 w 166771"/>
              <a:gd name="csY7" fmla="*/ 103594 h 166600"/>
              <a:gd name="csX8" fmla="*/ 3427 w 166771"/>
              <a:gd name="csY8" fmla="*/ 92334 h 166600"/>
              <a:gd name="csX9" fmla="*/ 16980 w 166771"/>
              <a:gd name="csY9" fmla="*/ 76064 h 166600"/>
              <a:gd name="csX10" fmla="*/ 29744 w 166771"/>
              <a:gd name="csY10" fmla="*/ 65065 h 166600"/>
              <a:gd name="csX11" fmla="*/ 36843 w 166771"/>
              <a:gd name="csY11" fmla="*/ 46479 h 166600"/>
              <a:gd name="csX12" fmla="*/ 44707 w 166771"/>
              <a:gd name="csY12" fmla="*/ 28415 h 166600"/>
              <a:gd name="csX13" fmla="*/ 49507 w 166771"/>
              <a:gd name="csY13" fmla="*/ 27678 h 166600"/>
              <a:gd name="csX14" fmla="*/ 60947 w 166771"/>
              <a:gd name="csY14" fmla="*/ 25763 h 166600"/>
              <a:gd name="csX15" fmla="*/ 70323 w 166771"/>
              <a:gd name="csY15" fmla="*/ 14969 h 166600"/>
              <a:gd name="csX16" fmla="*/ 78890 w 166771"/>
              <a:gd name="csY16" fmla="*/ 12726 h 166600"/>
              <a:gd name="csX17" fmla="*/ 98544 w 166771"/>
              <a:gd name="csY17" fmla="*/ 17873 h 166600"/>
              <a:gd name="csX18" fmla="*/ 112369 w 166771"/>
              <a:gd name="csY18" fmla="*/ 19382 h 166600"/>
              <a:gd name="csX19" fmla="*/ 111333 w 166771"/>
              <a:gd name="csY19" fmla="*/ 10510 h 166600"/>
              <a:gd name="csX20" fmla="*/ 113560 w 166771"/>
              <a:gd name="csY20" fmla="*/ 387 h 166600"/>
              <a:gd name="csX21" fmla="*/ 117960 w 166771"/>
              <a:gd name="csY21" fmla="*/ 7843 h 166600"/>
              <a:gd name="csX22" fmla="*/ 132949 w 166771"/>
              <a:gd name="csY22" fmla="*/ 23283 h 166600"/>
              <a:gd name="csX23" fmla="*/ 137639 w 166771"/>
              <a:gd name="csY23" fmla="*/ 24249 h 166600"/>
              <a:gd name="csX24" fmla="*/ 142971 w 166771"/>
              <a:gd name="csY24" fmla="*/ 28097 h 166600"/>
              <a:gd name="csX25" fmla="*/ 144280 w 166771"/>
              <a:gd name="csY25" fmla="*/ 37270 h 166600"/>
              <a:gd name="csX26" fmla="*/ 141806 w 166771"/>
              <a:gd name="csY26" fmla="*/ 49084 h 166600"/>
              <a:gd name="csX27" fmla="*/ 134976 w 166771"/>
              <a:gd name="csY27" fmla="*/ 50495 h 166600"/>
              <a:gd name="csX28" fmla="*/ 125814 w 166771"/>
              <a:gd name="csY28" fmla="*/ 54367 h 166600"/>
              <a:gd name="csX29" fmla="*/ 117982 w 166771"/>
              <a:gd name="csY29" fmla="*/ 60864 h 166600"/>
              <a:gd name="csX30" fmla="*/ 114406 w 166771"/>
              <a:gd name="csY30" fmla="*/ 64736 h 166600"/>
              <a:gd name="csX31" fmla="*/ 118081 w 166771"/>
              <a:gd name="csY31" fmla="*/ 68608 h 166600"/>
              <a:gd name="csX32" fmla="*/ 117880 w 166771"/>
              <a:gd name="csY32" fmla="*/ 76375 h 166600"/>
              <a:gd name="csX33" fmla="*/ 120902 w 166771"/>
              <a:gd name="csY33" fmla="*/ 101250 h 166600"/>
              <a:gd name="csX34" fmla="*/ 146578 w 166771"/>
              <a:gd name="csY34" fmla="*/ 85070 h 166600"/>
              <a:gd name="csX35" fmla="*/ 165866 w 166771"/>
              <a:gd name="csY35" fmla="*/ 78619 h 166600"/>
              <a:gd name="csX36" fmla="*/ 158858 w 166771"/>
              <a:gd name="csY36" fmla="*/ 93393 h 166600"/>
              <a:gd name="csX37" fmla="*/ 145606 w 166771"/>
              <a:gd name="csY37" fmla="*/ 103389 h 166600"/>
              <a:gd name="csX38" fmla="*/ 146405 w 166771"/>
              <a:gd name="csY38" fmla="*/ 113844 h 166600"/>
              <a:gd name="csX39" fmla="*/ 151373 w 166771"/>
              <a:gd name="csY39" fmla="*/ 126271 h 166600"/>
              <a:gd name="csX40" fmla="*/ 146320 w 166771"/>
              <a:gd name="csY40" fmla="*/ 138511 h 166600"/>
              <a:gd name="csX41" fmla="*/ 142802 w 166771"/>
              <a:gd name="csY41" fmla="*/ 150216 h 166600"/>
              <a:gd name="csX42" fmla="*/ 135305 w 166771"/>
              <a:gd name="csY42" fmla="*/ 162275 h 166600"/>
              <a:gd name="csX43" fmla="*/ 112825 w 166771"/>
              <a:gd name="csY43" fmla="*/ 162186 h 1666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66771" h="166600">
                <a:moveTo>
                  <a:pt x="112825" y="162186"/>
                </a:moveTo>
                <a:cubicBezTo>
                  <a:pt x="107924" y="146593"/>
                  <a:pt x="107287" y="146052"/>
                  <a:pt x="93810" y="146052"/>
                </a:cubicBezTo>
                <a:cubicBezTo>
                  <a:pt x="81661" y="146052"/>
                  <a:pt x="80847" y="145641"/>
                  <a:pt x="80847" y="139517"/>
                </a:cubicBezTo>
                <a:cubicBezTo>
                  <a:pt x="80847" y="135923"/>
                  <a:pt x="79143" y="132329"/>
                  <a:pt x="77061" y="131529"/>
                </a:cubicBezTo>
                <a:cubicBezTo>
                  <a:pt x="70944" y="129182"/>
                  <a:pt x="59116" y="134300"/>
                  <a:pt x="56324" y="140503"/>
                </a:cubicBezTo>
                <a:cubicBezTo>
                  <a:pt x="52116" y="149848"/>
                  <a:pt x="43882" y="146622"/>
                  <a:pt x="40835" y="134435"/>
                </a:cubicBezTo>
                <a:cubicBezTo>
                  <a:pt x="37208" y="119926"/>
                  <a:pt x="35198" y="117667"/>
                  <a:pt x="25839" y="117575"/>
                </a:cubicBezTo>
                <a:cubicBezTo>
                  <a:pt x="16487" y="117484"/>
                  <a:pt x="-3740" y="106278"/>
                  <a:pt x="603" y="103594"/>
                </a:cubicBezTo>
                <a:cubicBezTo>
                  <a:pt x="2143" y="102641"/>
                  <a:pt x="3414" y="97575"/>
                  <a:pt x="3427" y="92334"/>
                </a:cubicBezTo>
                <a:cubicBezTo>
                  <a:pt x="3448" y="83428"/>
                  <a:pt x="4333" y="82366"/>
                  <a:pt x="16980" y="76064"/>
                </a:cubicBezTo>
                <a:cubicBezTo>
                  <a:pt x="26201" y="71468"/>
                  <a:pt x="30266" y="67966"/>
                  <a:pt x="29744" y="65065"/>
                </a:cubicBezTo>
                <a:cubicBezTo>
                  <a:pt x="29324" y="62724"/>
                  <a:pt x="32518" y="54360"/>
                  <a:pt x="36843" y="46479"/>
                </a:cubicBezTo>
                <a:cubicBezTo>
                  <a:pt x="41168" y="38598"/>
                  <a:pt x="44707" y="30469"/>
                  <a:pt x="44707" y="28415"/>
                </a:cubicBezTo>
                <a:cubicBezTo>
                  <a:pt x="44707" y="25420"/>
                  <a:pt x="45659" y="25274"/>
                  <a:pt x="49507" y="27678"/>
                </a:cubicBezTo>
                <a:cubicBezTo>
                  <a:pt x="53370" y="30090"/>
                  <a:pt x="55603" y="29716"/>
                  <a:pt x="60947" y="25763"/>
                </a:cubicBezTo>
                <a:cubicBezTo>
                  <a:pt x="64599" y="23062"/>
                  <a:pt x="68819" y="18205"/>
                  <a:pt x="70323" y="14969"/>
                </a:cubicBezTo>
                <a:cubicBezTo>
                  <a:pt x="72821" y="9600"/>
                  <a:pt x="73567" y="9404"/>
                  <a:pt x="78890" y="12726"/>
                </a:cubicBezTo>
                <a:cubicBezTo>
                  <a:pt x="82096" y="14727"/>
                  <a:pt x="90941" y="17044"/>
                  <a:pt x="98544" y="17873"/>
                </a:cubicBezTo>
                <a:lnTo>
                  <a:pt x="112369" y="19382"/>
                </a:lnTo>
                <a:lnTo>
                  <a:pt x="111333" y="10510"/>
                </a:lnTo>
                <a:cubicBezTo>
                  <a:pt x="110680" y="4917"/>
                  <a:pt x="111503" y="1176"/>
                  <a:pt x="113560" y="387"/>
                </a:cubicBezTo>
                <a:cubicBezTo>
                  <a:pt x="117812" y="-1245"/>
                  <a:pt x="120015" y="2488"/>
                  <a:pt x="117960" y="7843"/>
                </a:cubicBezTo>
                <a:cubicBezTo>
                  <a:pt x="115692" y="13753"/>
                  <a:pt x="126829" y="25225"/>
                  <a:pt x="132949" y="23283"/>
                </a:cubicBezTo>
                <a:cubicBezTo>
                  <a:pt x="135529" y="22464"/>
                  <a:pt x="137639" y="22899"/>
                  <a:pt x="137639" y="24249"/>
                </a:cubicBezTo>
                <a:cubicBezTo>
                  <a:pt x="137639" y="25599"/>
                  <a:pt x="140039" y="27330"/>
                  <a:pt x="142971" y="28097"/>
                </a:cubicBezTo>
                <a:cubicBezTo>
                  <a:pt x="148037" y="29422"/>
                  <a:pt x="148102" y="29879"/>
                  <a:pt x="144280" y="37270"/>
                </a:cubicBezTo>
                <a:cubicBezTo>
                  <a:pt x="142067" y="41548"/>
                  <a:pt x="140954" y="46864"/>
                  <a:pt x="141806" y="49084"/>
                </a:cubicBezTo>
                <a:cubicBezTo>
                  <a:pt x="143608" y="53779"/>
                  <a:pt x="141808" y="54151"/>
                  <a:pt x="134976" y="50495"/>
                </a:cubicBezTo>
                <a:cubicBezTo>
                  <a:pt x="130992" y="48362"/>
                  <a:pt x="129272" y="49089"/>
                  <a:pt x="125814" y="54367"/>
                </a:cubicBezTo>
                <a:cubicBezTo>
                  <a:pt x="123473" y="57940"/>
                  <a:pt x="119948" y="60864"/>
                  <a:pt x="117982" y="60864"/>
                </a:cubicBezTo>
                <a:cubicBezTo>
                  <a:pt x="116015" y="60864"/>
                  <a:pt x="114406" y="62606"/>
                  <a:pt x="114406" y="64736"/>
                </a:cubicBezTo>
                <a:cubicBezTo>
                  <a:pt x="114406" y="66866"/>
                  <a:pt x="116060" y="68608"/>
                  <a:pt x="118081" y="68608"/>
                </a:cubicBezTo>
                <a:cubicBezTo>
                  <a:pt x="121214" y="68608"/>
                  <a:pt x="121185" y="69751"/>
                  <a:pt x="117880" y="76375"/>
                </a:cubicBezTo>
                <a:cubicBezTo>
                  <a:pt x="113557" y="85043"/>
                  <a:pt x="115262" y="99086"/>
                  <a:pt x="120902" y="101250"/>
                </a:cubicBezTo>
                <a:cubicBezTo>
                  <a:pt x="125974" y="103196"/>
                  <a:pt x="134577" y="97775"/>
                  <a:pt x="146578" y="85070"/>
                </a:cubicBezTo>
                <a:cubicBezTo>
                  <a:pt x="158352" y="72606"/>
                  <a:pt x="161996" y="71387"/>
                  <a:pt x="165866" y="78619"/>
                </a:cubicBezTo>
                <a:cubicBezTo>
                  <a:pt x="167980" y="82568"/>
                  <a:pt x="166683" y="85304"/>
                  <a:pt x="158858" y="93393"/>
                </a:cubicBezTo>
                <a:cubicBezTo>
                  <a:pt x="153577" y="98853"/>
                  <a:pt x="147613" y="103351"/>
                  <a:pt x="145606" y="103389"/>
                </a:cubicBezTo>
                <a:cubicBezTo>
                  <a:pt x="139218" y="103509"/>
                  <a:pt x="139670" y="109432"/>
                  <a:pt x="146405" y="113844"/>
                </a:cubicBezTo>
                <a:cubicBezTo>
                  <a:pt x="151813" y="117388"/>
                  <a:pt x="152650" y="119482"/>
                  <a:pt x="151373" y="126271"/>
                </a:cubicBezTo>
                <a:cubicBezTo>
                  <a:pt x="150529" y="130761"/>
                  <a:pt x="148255" y="136269"/>
                  <a:pt x="146320" y="138511"/>
                </a:cubicBezTo>
                <a:cubicBezTo>
                  <a:pt x="144385" y="140752"/>
                  <a:pt x="142802" y="146020"/>
                  <a:pt x="142802" y="150216"/>
                </a:cubicBezTo>
                <a:cubicBezTo>
                  <a:pt x="142802" y="155900"/>
                  <a:pt x="140890" y="158975"/>
                  <a:pt x="135305" y="162275"/>
                </a:cubicBezTo>
                <a:cubicBezTo>
                  <a:pt x="125481" y="168078"/>
                  <a:pt x="114663" y="168035"/>
                  <a:pt x="112825" y="162186"/>
                </a:cubicBezTo>
                <a:close/>
              </a:path>
            </a:pathLst>
          </a:custGeom>
          <a:solidFill>
            <a:srgbClr val="B9B9B9"/>
          </a:solidFill>
          <a:ln w="5163" cap="flat">
            <a:noFill/>
            <a:prstDash val="solid"/>
            <a:miter/>
          </a:ln>
        </p:spPr>
        <p:txBody>
          <a:bodyPr/>
          <a:lstStyle/>
          <a:p>
            <a:endParaRPr lang="es-419" noProof="0" dirty="0"/>
          </a:p>
        </p:txBody>
      </p:sp>
      <p:sp>
        <p:nvSpPr>
          <p:cNvPr id="74" name="Forma libre: forma 73">
            <a:extLst>
              <a:ext uri="{FF2B5EF4-FFF2-40B4-BE49-F238E27FC236}">
                <a16:creationId xmlns:a16="http://schemas.microsoft.com/office/drawing/2014/main" id="{79D3E438-29A3-11A9-C11F-9951DFEC9522}"/>
              </a:ext>
            </a:extLst>
          </p:cNvPr>
          <p:cNvSpPr/>
          <p:nvPr/>
        </p:nvSpPr>
        <p:spPr>
          <a:xfrm>
            <a:off x="1152549" y="1816032"/>
            <a:ext cx="278306" cy="369963"/>
          </a:xfrm>
          <a:custGeom>
            <a:avLst/>
            <a:gdLst>
              <a:gd name="csX0" fmla="*/ 34904 w 278306"/>
              <a:gd name="csY0" fmla="*/ 369743 h 369963"/>
              <a:gd name="csX1" fmla="*/ 30386 w 278306"/>
              <a:gd name="csY1" fmla="*/ 366534 h 369963"/>
              <a:gd name="csX2" fmla="*/ 24882 w 278306"/>
              <a:gd name="csY2" fmla="*/ 362569 h 369963"/>
              <a:gd name="csX3" fmla="*/ 21927 w 278306"/>
              <a:gd name="csY3" fmla="*/ 359169 h 369963"/>
              <a:gd name="csX4" fmla="*/ 27578 w 278306"/>
              <a:gd name="csY4" fmla="*/ 347996 h 369963"/>
              <a:gd name="csX5" fmla="*/ 35410 w 278306"/>
              <a:gd name="csY5" fmla="*/ 332463 h 369963"/>
              <a:gd name="csX6" fmla="*/ 46301 w 278306"/>
              <a:gd name="csY6" fmla="*/ 305733 h 369963"/>
              <a:gd name="csX7" fmla="*/ 51274 w 278306"/>
              <a:gd name="csY7" fmla="*/ 305469 h 369963"/>
              <a:gd name="csX8" fmla="*/ 85602 w 278306"/>
              <a:gd name="csY8" fmla="*/ 259605 h 369963"/>
              <a:gd name="csX9" fmla="*/ 77041 w 278306"/>
              <a:gd name="csY9" fmla="*/ 247151 h 369963"/>
              <a:gd name="csX10" fmla="*/ 56201 w 278306"/>
              <a:gd name="csY10" fmla="*/ 259540 h 369963"/>
              <a:gd name="csX11" fmla="*/ 43804 w 278306"/>
              <a:gd name="csY11" fmla="*/ 271918 h 369963"/>
              <a:gd name="csX12" fmla="*/ 42369 w 278306"/>
              <a:gd name="csY12" fmla="*/ 249815 h 369963"/>
              <a:gd name="csX13" fmla="*/ 41724 w 278306"/>
              <a:gd name="csY13" fmla="*/ 231013 h 369963"/>
              <a:gd name="csX14" fmla="*/ 29106 w 278306"/>
              <a:gd name="csY14" fmla="*/ 240028 h 369963"/>
              <a:gd name="csX15" fmla="*/ 22444 w 278306"/>
              <a:gd name="csY15" fmla="*/ 254379 h 369963"/>
              <a:gd name="csX16" fmla="*/ 24802 w 278306"/>
              <a:gd name="csY16" fmla="*/ 241025 h 369963"/>
              <a:gd name="csX17" fmla="*/ 33753 w 278306"/>
              <a:gd name="csY17" fmla="*/ 223416 h 369963"/>
              <a:gd name="csX18" fmla="*/ 20060 w 278306"/>
              <a:gd name="csY18" fmla="*/ 211002 h 369963"/>
              <a:gd name="csX19" fmla="*/ 12798 w 278306"/>
              <a:gd name="csY19" fmla="*/ 218762 h 369963"/>
              <a:gd name="csX20" fmla="*/ 14913 w 278306"/>
              <a:gd name="csY20" fmla="*/ 227151 h 369963"/>
              <a:gd name="csX21" fmla="*/ 17013 w 278306"/>
              <a:gd name="csY21" fmla="*/ 232960 h 369963"/>
              <a:gd name="csX22" fmla="*/ 9735 w 278306"/>
              <a:gd name="csY22" fmla="*/ 237857 h 369963"/>
              <a:gd name="csX23" fmla="*/ 1293 w 278306"/>
              <a:gd name="csY23" fmla="*/ 233984 h 369963"/>
              <a:gd name="csX24" fmla="*/ 5050 w 278306"/>
              <a:gd name="csY24" fmla="*/ 166825 h 369963"/>
              <a:gd name="csX25" fmla="*/ 13098 w 278306"/>
              <a:gd name="csY25" fmla="*/ 148470 h 369963"/>
              <a:gd name="csX26" fmla="*/ 17479 w 278306"/>
              <a:gd name="csY26" fmla="*/ 142324 h 369963"/>
              <a:gd name="csX27" fmla="*/ 23957 w 278306"/>
              <a:gd name="csY27" fmla="*/ 139382 h 369963"/>
              <a:gd name="csX28" fmla="*/ 29365 w 278306"/>
              <a:gd name="csY28" fmla="*/ 127120 h 369963"/>
              <a:gd name="csX29" fmla="*/ 37749 w 278306"/>
              <a:gd name="csY29" fmla="*/ 97729 h 369963"/>
              <a:gd name="csX30" fmla="*/ 49507 w 278306"/>
              <a:gd name="csY30" fmla="*/ 88122 h 369963"/>
              <a:gd name="csX31" fmla="*/ 58774 w 278306"/>
              <a:gd name="csY31" fmla="*/ 77796 h 369963"/>
              <a:gd name="csX32" fmla="*/ 64863 w 278306"/>
              <a:gd name="csY32" fmla="*/ 68721 h 369963"/>
              <a:gd name="csX33" fmla="*/ 80119 w 278306"/>
              <a:gd name="csY33" fmla="*/ 65404 h 369963"/>
              <a:gd name="csX34" fmla="*/ 105248 w 278306"/>
              <a:gd name="csY34" fmla="*/ 69057 h 369963"/>
              <a:gd name="csX35" fmla="*/ 132354 w 278306"/>
              <a:gd name="csY35" fmla="*/ 69793 h 369963"/>
              <a:gd name="csX36" fmla="*/ 147842 w 278306"/>
              <a:gd name="csY36" fmla="*/ 68392 h 369963"/>
              <a:gd name="csX37" fmla="*/ 148600 w 278306"/>
              <a:gd name="csY37" fmla="*/ 51194 h 369963"/>
              <a:gd name="csX38" fmla="*/ 143045 w 278306"/>
              <a:gd name="csY38" fmla="*/ 18458 h 369963"/>
              <a:gd name="csX39" fmla="*/ 138200 w 278306"/>
              <a:gd name="csY39" fmla="*/ 1452 h 369963"/>
              <a:gd name="csX40" fmla="*/ 176238 w 278306"/>
              <a:gd name="csY40" fmla="*/ 4099 h 369963"/>
              <a:gd name="csX41" fmla="*/ 200117 w 278306"/>
              <a:gd name="csY41" fmla="*/ 11594 h 369963"/>
              <a:gd name="csX42" fmla="*/ 208506 w 278306"/>
              <a:gd name="csY42" fmla="*/ 17328 h 369963"/>
              <a:gd name="csX43" fmla="*/ 213126 w 278306"/>
              <a:gd name="csY43" fmla="*/ 22327 h 369963"/>
              <a:gd name="csX44" fmla="*/ 220224 w 278306"/>
              <a:gd name="csY44" fmla="*/ 29184 h 369963"/>
              <a:gd name="csX45" fmla="*/ 234966 w 278306"/>
              <a:gd name="csY45" fmla="*/ 33975 h 369963"/>
              <a:gd name="csX46" fmla="*/ 247228 w 278306"/>
              <a:gd name="csY46" fmla="*/ 35904 h 369963"/>
              <a:gd name="csX47" fmla="*/ 256714 w 278306"/>
              <a:gd name="csY47" fmla="*/ 49191 h 369963"/>
              <a:gd name="csX48" fmla="*/ 272203 w 278306"/>
              <a:gd name="csY48" fmla="*/ 58184 h 369963"/>
              <a:gd name="csX49" fmla="*/ 271714 w 278306"/>
              <a:gd name="csY49" fmla="*/ 67589 h 369963"/>
              <a:gd name="csX50" fmla="*/ 263105 w 278306"/>
              <a:gd name="csY50" fmla="*/ 78504 h 369963"/>
              <a:gd name="csX51" fmla="*/ 254303 w 278306"/>
              <a:gd name="csY51" fmla="*/ 85750 h 369963"/>
              <a:gd name="csX52" fmla="*/ 246105 w 278306"/>
              <a:gd name="csY52" fmla="*/ 101699 h 369963"/>
              <a:gd name="csX53" fmla="*/ 227494 w 278306"/>
              <a:gd name="csY53" fmla="*/ 130702 h 369963"/>
              <a:gd name="csX54" fmla="*/ 183924 w 278306"/>
              <a:gd name="csY54" fmla="*/ 160034 h 369963"/>
              <a:gd name="csX55" fmla="*/ 153537 w 278306"/>
              <a:gd name="csY55" fmla="*/ 173778 h 369963"/>
              <a:gd name="csX56" fmla="*/ 157053 w 278306"/>
              <a:gd name="csY56" fmla="*/ 181528 h 369963"/>
              <a:gd name="csX57" fmla="*/ 160436 w 278306"/>
              <a:gd name="csY57" fmla="*/ 193225 h 369963"/>
              <a:gd name="csX58" fmla="*/ 180263 w 278306"/>
              <a:gd name="csY58" fmla="*/ 225950 h 369963"/>
              <a:gd name="csX59" fmla="*/ 194663 w 278306"/>
              <a:gd name="csY59" fmla="*/ 239264 h 369963"/>
              <a:gd name="csX60" fmla="*/ 204770 w 278306"/>
              <a:gd name="csY60" fmla="*/ 247088 h 369963"/>
              <a:gd name="csX61" fmla="*/ 210897 w 278306"/>
              <a:gd name="csY61" fmla="*/ 244424 h 369963"/>
              <a:gd name="csX62" fmla="*/ 229158 w 278306"/>
              <a:gd name="csY62" fmla="*/ 228391 h 369963"/>
              <a:gd name="csX63" fmla="*/ 234321 w 278306"/>
              <a:gd name="csY63" fmla="*/ 228442 h 369963"/>
              <a:gd name="csX64" fmla="*/ 234966 w 278306"/>
              <a:gd name="csY64" fmla="*/ 250091 h 369963"/>
              <a:gd name="csX65" fmla="*/ 235014 w 278306"/>
              <a:gd name="csY65" fmla="*/ 261191 h 369963"/>
              <a:gd name="csX66" fmla="*/ 230353 w 278306"/>
              <a:gd name="csY66" fmla="*/ 300578 h 369963"/>
              <a:gd name="csX67" fmla="*/ 224337 w 278306"/>
              <a:gd name="csY67" fmla="*/ 308123 h 369963"/>
              <a:gd name="csX68" fmla="*/ 215823 w 278306"/>
              <a:gd name="csY68" fmla="*/ 299799 h 369963"/>
              <a:gd name="csX69" fmla="*/ 202099 w 278306"/>
              <a:gd name="csY69" fmla="*/ 292094 h 369963"/>
              <a:gd name="csX70" fmla="*/ 185246 w 278306"/>
              <a:gd name="csY70" fmla="*/ 278805 h 369963"/>
              <a:gd name="csX71" fmla="*/ 173928 w 278306"/>
              <a:gd name="csY71" fmla="*/ 260086 h 369963"/>
              <a:gd name="csX72" fmla="*/ 159486 w 278306"/>
              <a:gd name="csY72" fmla="*/ 251642 h 369963"/>
              <a:gd name="csX73" fmla="*/ 135920 w 278306"/>
              <a:gd name="csY73" fmla="*/ 263292 h 369963"/>
              <a:gd name="csX74" fmla="*/ 128496 w 278306"/>
              <a:gd name="csY74" fmla="*/ 268428 h 369963"/>
              <a:gd name="csX75" fmla="*/ 118324 w 278306"/>
              <a:gd name="csY75" fmla="*/ 277403 h 369963"/>
              <a:gd name="csX76" fmla="*/ 102749 w 278306"/>
              <a:gd name="csY76" fmla="*/ 302843 h 369963"/>
              <a:gd name="csX77" fmla="*/ 111986 w 278306"/>
              <a:gd name="csY77" fmla="*/ 325389 h 369963"/>
              <a:gd name="csX78" fmla="*/ 124791 w 278306"/>
              <a:gd name="csY78" fmla="*/ 345325 h 369963"/>
              <a:gd name="csX79" fmla="*/ 112525 w 278306"/>
              <a:gd name="csY79" fmla="*/ 358252 h 369963"/>
              <a:gd name="csX80" fmla="*/ 61364 w 278306"/>
              <a:gd name="csY80" fmla="*/ 367059 h 369963"/>
              <a:gd name="csX81" fmla="*/ 45875 w 278306"/>
              <a:gd name="csY81" fmla="*/ 368630 h 369963"/>
              <a:gd name="csX82" fmla="*/ 34904 w 278306"/>
              <a:gd name="csY82" fmla="*/ 369743 h 3699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Lst>
            <a:rect l="l" t="t" r="r" b="b"/>
            <a:pathLst>
              <a:path w="278306" h="369963">
                <a:moveTo>
                  <a:pt x="34904" y="369743"/>
                </a:moveTo>
                <a:cubicBezTo>
                  <a:pt x="32419" y="369198"/>
                  <a:pt x="30386" y="367754"/>
                  <a:pt x="30386" y="366534"/>
                </a:cubicBezTo>
                <a:cubicBezTo>
                  <a:pt x="30386" y="365314"/>
                  <a:pt x="27909" y="363530"/>
                  <a:pt x="24882" y="362569"/>
                </a:cubicBezTo>
                <a:cubicBezTo>
                  <a:pt x="21855" y="361609"/>
                  <a:pt x="20525" y="360078"/>
                  <a:pt x="21927" y="359169"/>
                </a:cubicBezTo>
                <a:cubicBezTo>
                  <a:pt x="23328" y="358259"/>
                  <a:pt x="25871" y="353231"/>
                  <a:pt x="27578" y="347996"/>
                </a:cubicBezTo>
                <a:cubicBezTo>
                  <a:pt x="29284" y="342760"/>
                  <a:pt x="32809" y="335771"/>
                  <a:pt x="35410" y="332463"/>
                </a:cubicBezTo>
                <a:cubicBezTo>
                  <a:pt x="41776" y="324371"/>
                  <a:pt x="48428" y="308044"/>
                  <a:pt x="46301" y="305733"/>
                </a:cubicBezTo>
                <a:cubicBezTo>
                  <a:pt x="45357" y="304708"/>
                  <a:pt x="47595" y="304589"/>
                  <a:pt x="51274" y="305469"/>
                </a:cubicBezTo>
                <a:cubicBezTo>
                  <a:pt x="65489" y="308870"/>
                  <a:pt x="84946" y="282874"/>
                  <a:pt x="85602" y="259605"/>
                </a:cubicBezTo>
                <a:cubicBezTo>
                  <a:pt x="85868" y="250143"/>
                  <a:pt x="85296" y="249310"/>
                  <a:pt x="77041" y="247151"/>
                </a:cubicBezTo>
                <a:cubicBezTo>
                  <a:pt x="64390" y="243842"/>
                  <a:pt x="56201" y="248710"/>
                  <a:pt x="56201" y="259540"/>
                </a:cubicBezTo>
                <a:cubicBezTo>
                  <a:pt x="56201" y="269382"/>
                  <a:pt x="51616" y="273960"/>
                  <a:pt x="43804" y="271918"/>
                </a:cubicBezTo>
                <a:cubicBezTo>
                  <a:pt x="37009" y="270141"/>
                  <a:pt x="36944" y="269149"/>
                  <a:pt x="42369" y="249815"/>
                </a:cubicBezTo>
                <a:cubicBezTo>
                  <a:pt x="46434" y="235327"/>
                  <a:pt x="46408" y="234559"/>
                  <a:pt x="41724" y="231013"/>
                </a:cubicBezTo>
                <a:cubicBezTo>
                  <a:pt x="34464" y="225517"/>
                  <a:pt x="33758" y="226021"/>
                  <a:pt x="29106" y="240028"/>
                </a:cubicBezTo>
                <a:cubicBezTo>
                  <a:pt x="26753" y="247111"/>
                  <a:pt x="23756" y="253568"/>
                  <a:pt x="22444" y="254379"/>
                </a:cubicBezTo>
                <a:cubicBezTo>
                  <a:pt x="19454" y="256227"/>
                  <a:pt x="19357" y="256781"/>
                  <a:pt x="24802" y="241025"/>
                </a:cubicBezTo>
                <a:cubicBezTo>
                  <a:pt x="27318" y="233748"/>
                  <a:pt x="31345" y="225823"/>
                  <a:pt x="33753" y="223416"/>
                </a:cubicBezTo>
                <a:cubicBezTo>
                  <a:pt x="41536" y="215633"/>
                  <a:pt x="38403" y="212792"/>
                  <a:pt x="20060" y="211002"/>
                </a:cubicBezTo>
                <a:cubicBezTo>
                  <a:pt x="14508" y="210460"/>
                  <a:pt x="13494" y="211544"/>
                  <a:pt x="12798" y="218762"/>
                </a:cubicBezTo>
                <a:cubicBezTo>
                  <a:pt x="12315" y="223766"/>
                  <a:pt x="13169" y="227151"/>
                  <a:pt x="14913" y="227151"/>
                </a:cubicBezTo>
                <a:cubicBezTo>
                  <a:pt x="16522" y="227151"/>
                  <a:pt x="17467" y="229765"/>
                  <a:pt x="17013" y="232960"/>
                </a:cubicBezTo>
                <a:cubicBezTo>
                  <a:pt x="16365" y="237521"/>
                  <a:pt x="14803" y="238572"/>
                  <a:pt x="9735" y="237857"/>
                </a:cubicBezTo>
                <a:cubicBezTo>
                  <a:pt x="6185" y="237355"/>
                  <a:pt x="2386" y="235613"/>
                  <a:pt x="1293" y="233984"/>
                </a:cubicBezTo>
                <a:cubicBezTo>
                  <a:pt x="-1682" y="229553"/>
                  <a:pt x="858" y="184145"/>
                  <a:pt x="5050" y="166825"/>
                </a:cubicBezTo>
                <a:cubicBezTo>
                  <a:pt x="7067" y="158491"/>
                  <a:pt x="10689" y="150232"/>
                  <a:pt x="13098" y="148470"/>
                </a:cubicBezTo>
                <a:cubicBezTo>
                  <a:pt x="15508" y="146708"/>
                  <a:pt x="17479" y="143943"/>
                  <a:pt x="17479" y="142324"/>
                </a:cubicBezTo>
                <a:cubicBezTo>
                  <a:pt x="17479" y="140706"/>
                  <a:pt x="20394" y="139382"/>
                  <a:pt x="23957" y="139382"/>
                </a:cubicBezTo>
                <a:cubicBezTo>
                  <a:pt x="30115" y="139382"/>
                  <a:pt x="30383" y="138776"/>
                  <a:pt x="29365" y="127120"/>
                </a:cubicBezTo>
                <a:cubicBezTo>
                  <a:pt x="27807" y="109281"/>
                  <a:pt x="29957" y="101744"/>
                  <a:pt x="37749" y="97729"/>
                </a:cubicBezTo>
                <a:cubicBezTo>
                  <a:pt x="41508" y="95792"/>
                  <a:pt x="46799" y="91468"/>
                  <a:pt x="49507" y="88122"/>
                </a:cubicBezTo>
                <a:cubicBezTo>
                  <a:pt x="52214" y="84775"/>
                  <a:pt x="56385" y="80128"/>
                  <a:pt x="58774" y="77796"/>
                </a:cubicBezTo>
                <a:cubicBezTo>
                  <a:pt x="61163" y="75463"/>
                  <a:pt x="63903" y="71380"/>
                  <a:pt x="64863" y="68721"/>
                </a:cubicBezTo>
                <a:cubicBezTo>
                  <a:pt x="66368" y="64550"/>
                  <a:pt x="68459" y="64095"/>
                  <a:pt x="80119" y="65404"/>
                </a:cubicBezTo>
                <a:cubicBezTo>
                  <a:pt x="87551" y="66238"/>
                  <a:pt x="98859" y="67882"/>
                  <a:pt x="105248" y="69057"/>
                </a:cubicBezTo>
                <a:cubicBezTo>
                  <a:pt x="111637" y="70233"/>
                  <a:pt x="123835" y="70564"/>
                  <a:pt x="132354" y="69793"/>
                </a:cubicBezTo>
                <a:lnTo>
                  <a:pt x="147842" y="68392"/>
                </a:lnTo>
                <a:lnTo>
                  <a:pt x="148600" y="51194"/>
                </a:lnTo>
                <a:cubicBezTo>
                  <a:pt x="149196" y="37679"/>
                  <a:pt x="148006" y="30668"/>
                  <a:pt x="143045" y="18458"/>
                </a:cubicBezTo>
                <a:cubicBezTo>
                  <a:pt x="139573" y="9912"/>
                  <a:pt x="137392" y="2259"/>
                  <a:pt x="138200" y="1452"/>
                </a:cubicBezTo>
                <a:cubicBezTo>
                  <a:pt x="141102" y="-1451"/>
                  <a:pt x="166125" y="290"/>
                  <a:pt x="176238" y="4099"/>
                </a:cubicBezTo>
                <a:cubicBezTo>
                  <a:pt x="189419" y="9062"/>
                  <a:pt x="190086" y="9272"/>
                  <a:pt x="200117" y="11594"/>
                </a:cubicBezTo>
                <a:cubicBezTo>
                  <a:pt x="204892" y="12700"/>
                  <a:pt x="208506" y="15170"/>
                  <a:pt x="208506" y="17328"/>
                </a:cubicBezTo>
                <a:cubicBezTo>
                  <a:pt x="208506" y="19413"/>
                  <a:pt x="210585" y="21662"/>
                  <a:pt x="213126" y="22327"/>
                </a:cubicBezTo>
                <a:cubicBezTo>
                  <a:pt x="215666" y="22991"/>
                  <a:pt x="218861" y="26077"/>
                  <a:pt x="220224" y="29184"/>
                </a:cubicBezTo>
                <a:cubicBezTo>
                  <a:pt x="222363" y="34057"/>
                  <a:pt x="224390" y="34715"/>
                  <a:pt x="234966" y="33975"/>
                </a:cubicBezTo>
                <a:cubicBezTo>
                  <a:pt x="242553" y="33444"/>
                  <a:pt x="247228" y="34179"/>
                  <a:pt x="247228" y="35904"/>
                </a:cubicBezTo>
                <a:cubicBezTo>
                  <a:pt x="247228" y="37437"/>
                  <a:pt x="251497" y="43416"/>
                  <a:pt x="256714" y="49191"/>
                </a:cubicBezTo>
                <a:cubicBezTo>
                  <a:pt x="264193" y="57469"/>
                  <a:pt x="267470" y="59372"/>
                  <a:pt x="272203" y="58184"/>
                </a:cubicBezTo>
                <a:cubicBezTo>
                  <a:pt x="280616" y="56072"/>
                  <a:pt x="280219" y="63714"/>
                  <a:pt x="271714" y="67589"/>
                </a:cubicBezTo>
                <a:cubicBezTo>
                  <a:pt x="267863" y="69343"/>
                  <a:pt x="264361" y="73784"/>
                  <a:pt x="263105" y="78504"/>
                </a:cubicBezTo>
                <a:cubicBezTo>
                  <a:pt x="261351" y="85098"/>
                  <a:pt x="259842" y="86340"/>
                  <a:pt x="254303" y="85750"/>
                </a:cubicBezTo>
                <a:cubicBezTo>
                  <a:pt x="246592" y="84928"/>
                  <a:pt x="243436" y="91067"/>
                  <a:pt x="246105" y="101699"/>
                </a:cubicBezTo>
                <a:cubicBezTo>
                  <a:pt x="247533" y="107389"/>
                  <a:pt x="244867" y="111544"/>
                  <a:pt x="227494" y="130702"/>
                </a:cubicBezTo>
                <a:cubicBezTo>
                  <a:pt x="207371" y="152893"/>
                  <a:pt x="196764" y="160034"/>
                  <a:pt x="183924" y="160034"/>
                </a:cubicBezTo>
                <a:cubicBezTo>
                  <a:pt x="175394" y="160034"/>
                  <a:pt x="155328" y="169109"/>
                  <a:pt x="153537" y="173778"/>
                </a:cubicBezTo>
                <a:cubicBezTo>
                  <a:pt x="152784" y="175740"/>
                  <a:pt x="154366" y="179227"/>
                  <a:pt x="157053" y="181528"/>
                </a:cubicBezTo>
                <a:cubicBezTo>
                  <a:pt x="160618" y="184580"/>
                  <a:pt x="161532" y="187741"/>
                  <a:pt x="160436" y="193225"/>
                </a:cubicBezTo>
                <a:cubicBezTo>
                  <a:pt x="158065" y="205081"/>
                  <a:pt x="165477" y="217314"/>
                  <a:pt x="180263" y="225950"/>
                </a:cubicBezTo>
                <a:cubicBezTo>
                  <a:pt x="187814" y="230360"/>
                  <a:pt x="193823" y="235916"/>
                  <a:pt x="194663" y="239264"/>
                </a:cubicBezTo>
                <a:cubicBezTo>
                  <a:pt x="196711" y="247420"/>
                  <a:pt x="202826" y="252154"/>
                  <a:pt x="204770" y="247088"/>
                </a:cubicBezTo>
                <a:cubicBezTo>
                  <a:pt x="205617" y="244882"/>
                  <a:pt x="208258" y="243734"/>
                  <a:pt x="210897" y="244424"/>
                </a:cubicBezTo>
                <a:cubicBezTo>
                  <a:pt x="216566" y="245906"/>
                  <a:pt x="229158" y="234851"/>
                  <a:pt x="229158" y="228391"/>
                </a:cubicBezTo>
                <a:cubicBezTo>
                  <a:pt x="229158" y="223967"/>
                  <a:pt x="229378" y="223969"/>
                  <a:pt x="234321" y="228442"/>
                </a:cubicBezTo>
                <a:cubicBezTo>
                  <a:pt x="240730" y="234242"/>
                  <a:pt x="241099" y="246636"/>
                  <a:pt x="234966" y="250091"/>
                </a:cubicBezTo>
                <a:cubicBezTo>
                  <a:pt x="230667" y="252513"/>
                  <a:pt x="230669" y="253050"/>
                  <a:pt x="235014" y="261191"/>
                </a:cubicBezTo>
                <a:cubicBezTo>
                  <a:pt x="240871" y="272165"/>
                  <a:pt x="238755" y="290041"/>
                  <a:pt x="230353" y="300578"/>
                </a:cubicBezTo>
                <a:lnTo>
                  <a:pt x="224337" y="308123"/>
                </a:lnTo>
                <a:lnTo>
                  <a:pt x="215823" y="299799"/>
                </a:lnTo>
                <a:cubicBezTo>
                  <a:pt x="210927" y="295013"/>
                  <a:pt x="205095" y="291738"/>
                  <a:pt x="202099" y="292094"/>
                </a:cubicBezTo>
                <a:cubicBezTo>
                  <a:pt x="194035" y="293052"/>
                  <a:pt x="185277" y="286146"/>
                  <a:pt x="185246" y="278805"/>
                </a:cubicBezTo>
                <a:cubicBezTo>
                  <a:pt x="185229" y="274767"/>
                  <a:pt x="180965" y="267715"/>
                  <a:pt x="173928" y="260086"/>
                </a:cubicBezTo>
                <a:cubicBezTo>
                  <a:pt x="164333" y="249682"/>
                  <a:pt x="162165" y="248415"/>
                  <a:pt x="159486" y="251642"/>
                </a:cubicBezTo>
                <a:cubicBezTo>
                  <a:pt x="155362" y="256612"/>
                  <a:pt x="141849" y="263292"/>
                  <a:pt x="135920" y="263292"/>
                </a:cubicBezTo>
                <a:cubicBezTo>
                  <a:pt x="133348" y="263292"/>
                  <a:pt x="130007" y="265603"/>
                  <a:pt x="128496" y="268428"/>
                </a:cubicBezTo>
                <a:cubicBezTo>
                  <a:pt x="126984" y="271253"/>
                  <a:pt x="122406" y="275292"/>
                  <a:pt x="118324" y="277403"/>
                </a:cubicBezTo>
                <a:cubicBezTo>
                  <a:pt x="105333" y="284120"/>
                  <a:pt x="102661" y="288486"/>
                  <a:pt x="102749" y="302843"/>
                </a:cubicBezTo>
                <a:cubicBezTo>
                  <a:pt x="102826" y="315405"/>
                  <a:pt x="106784" y="325066"/>
                  <a:pt x="111986" y="325389"/>
                </a:cubicBezTo>
                <a:cubicBezTo>
                  <a:pt x="116589" y="325676"/>
                  <a:pt x="126252" y="340721"/>
                  <a:pt x="124791" y="345325"/>
                </a:cubicBezTo>
                <a:cubicBezTo>
                  <a:pt x="123983" y="347870"/>
                  <a:pt x="118463" y="353688"/>
                  <a:pt x="112525" y="358252"/>
                </a:cubicBezTo>
                <a:cubicBezTo>
                  <a:pt x="101535" y="366699"/>
                  <a:pt x="89725" y="368732"/>
                  <a:pt x="61364" y="367059"/>
                </a:cubicBezTo>
                <a:cubicBezTo>
                  <a:pt x="56394" y="366766"/>
                  <a:pt x="49424" y="367473"/>
                  <a:pt x="45875" y="368630"/>
                </a:cubicBezTo>
                <a:cubicBezTo>
                  <a:pt x="42325" y="369787"/>
                  <a:pt x="37388" y="370288"/>
                  <a:pt x="34904" y="369743"/>
                </a:cubicBezTo>
                <a:close/>
              </a:path>
            </a:pathLst>
          </a:custGeom>
          <a:solidFill>
            <a:srgbClr val="B9B9B9"/>
          </a:solidFill>
          <a:ln w="5163" cap="flat">
            <a:noFill/>
            <a:prstDash val="solid"/>
            <a:miter/>
          </a:ln>
        </p:spPr>
        <p:txBody>
          <a:bodyPr/>
          <a:lstStyle/>
          <a:p>
            <a:endParaRPr lang="es-419" noProof="0" dirty="0"/>
          </a:p>
        </p:txBody>
      </p:sp>
      <p:grpSp>
        <p:nvGrpSpPr>
          <p:cNvPr id="75" name="Gráfico 39">
            <a:extLst>
              <a:ext uri="{FF2B5EF4-FFF2-40B4-BE49-F238E27FC236}">
                <a16:creationId xmlns:a16="http://schemas.microsoft.com/office/drawing/2014/main" id="{F699961E-4181-6EE7-DFF8-02CBC2721537}"/>
              </a:ext>
            </a:extLst>
          </p:cNvPr>
          <p:cNvGrpSpPr/>
          <p:nvPr/>
        </p:nvGrpSpPr>
        <p:grpSpPr>
          <a:xfrm>
            <a:off x="1634957" y="2069316"/>
            <a:ext cx="438046" cy="474569"/>
            <a:chOff x="1634957" y="2069316"/>
            <a:chExt cx="438046" cy="474569"/>
          </a:xfrm>
        </p:grpSpPr>
        <p:sp>
          <p:nvSpPr>
            <p:cNvPr id="76" name="Forma libre: forma 75">
              <a:extLst>
                <a:ext uri="{FF2B5EF4-FFF2-40B4-BE49-F238E27FC236}">
                  <a16:creationId xmlns:a16="http://schemas.microsoft.com/office/drawing/2014/main" id="{7989781B-9DF7-2710-31B4-D35C0832513F}"/>
                </a:ext>
              </a:extLst>
            </p:cNvPr>
            <p:cNvSpPr/>
            <p:nvPr/>
          </p:nvSpPr>
          <p:spPr>
            <a:xfrm>
              <a:off x="1634957" y="2069316"/>
              <a:ext cx="438046" cy="474569"/>
            </a:xfrm>
            <a:custGeom>
              <a:avLst/>
              <a:gdLst>
                <a:gd name="csX0" fmla="*/ 332739 w 438046"/>
                <a:gd name="csY0" fmla="*/ 469202 h 474569"/>
                <a:gd name="csX1" fmla="*/ 324349 w 438046"/>
                <a:gd name="csY1" fmla="*/ 460541 h 474569"/>
                <a:gd name="csX2" fmla="*/ 306954 w 438046"/>
                <a:gd name="csY2" fmla="*/ 447652 h 474569"/>
                <a:gd name="csX3" fmla="*/ 301522 w 438046"/>
                <a:gd name="csY3" fmla="*/ 436095 h 474569"/>
                <a:gd name="csX4" fmla="*/ 298287 w 438046"/>
                <a:gd name="csY4" fmla="*/ 425621 h 474569"/>
                <a:gd name="csX5" fmla="*/ 291436 w 438046"/>
                <a:gd name="csY5" fmla="*/ 429493 h 474569"/>
                <a:gd name="csX6" fmla="*/ 284162 w 438046"/>
                <a:gd name="csY6" fmla="*/ 433365 h 474569"/>
                <a:gd name="csX7" fmla="*/ 273181 w 438046"/>
                <a:gd name="csY7" fmla="*/ 439996 h 474569"/>
                <a:gd name="csX8" fmla="*/ 246542 w 438046"/>
                <a:gd name="csY8" fmla="*/ 415677 h 474569"/>
                <a:gd name="csX9" fmla="*/ 247543 w 438046"/>
                <a:gd name="csY9" fmla="*/ 398488 h 474569"/>
                <a:gd name="csX10" fmla="*/ 227242 w 438046"/>
                <a:gd name="csY10" fmla="*/ 385770 h 474569"/>
                <a:gd name="csX11" fmla="*/ 216574 w 438046"/>
                <a:gd name="csY11" fmla="*/ 384267 h 474569"/>
                <a:gd name="csX12" fmla="*/ 211411 w 438046"/>
                <a:gd name="csY12" fmla="*/ 381736 h 474569"/>
                <a:gd name="csX13" fmla="*/ 206248 w 438046"/>
                <a:gd name="csY13" fmla="*/ 377864 h 474569"/>
                <a:gd name="csX14" fmla="*/ 201085 w 438046"/>
                <a:gd name="csY14" fmla="*/ 368829 h 474569"/>
                <a:gd name="csX15" fmla="*/ 195840 w 438046"/>
                <a:gd name="csY15" fmla="*/ 360439 h 474569"/>
                <a:gd name="csX16" fmla="*/ 179383 w 438046"/>
                <a:gd name="csY16" fmla="*/ 344572 h 474569"/>
                <a:gd name="csX17" fmla="*/ 166056 w 438046"/>
                <a:gd name="csY17" fmla="*/ 347532 h 474569"/>
                <a:gd name="csX18" fmla="*/ 162127 w 438046"/>
                <a:gd name="csY18" fmla="*/ 363514 h 474569"/>
                <a:gd name="csX19" fmla="*/ 156676 w 438046"/>
                <a:gd name="csY19" fmla="*/ 372397 h 474569"/>
                <a:gd name="csX20" fmla="*/ 152333 w 438046"/>
                <a:gd name="csY20" fmla="*/ 366640 h 474569"/>
                <a:gd name="csX21" fmla="*/ 138487 w 438046"/>
                <a:gd name="csY21" fmla="*/ 364853 h 474569"/>
                <a:gd name="csX22" fmla="*/ 126312 w 438046"/>
                <a:gd name="csY22" fmla="*/ 363833 h 474569"/>
                <a:gd name="csX23" fmla="*/ 123641 w 438046"/>
                <a:gd name="csY23" fmla="*/ 355006 h 474569"/>
                <a:gd name="csX24" fmla="*/ 115723 w 438046"/>
                <a:gd name="csY24" fmla="*/ 349430 h 474569"/>
                <a:gd name="csX25" fmla="*/ 110493 w 438046"/>
                <a:gd name="csY25" fmla="*/ 333027 h 474569"/>
                <a:gd name="csX26" fmla="*/ 115897 w 438046"/>
                <a:gd name="csY26" fmla="*/ 317692 h 474569"/>
                <a:gd name="csX27" fmla="*/ 126868 w 438046"/>
                <a:gd name="csY27" fmla="*/ 306474 h 474569"/>
                <a:gd name="csX28" fmla="*/ 128005 w 438046"/>
                <a:gd name="csY28" fmla="*/ 290864 h 474569"/>
                <a:gd name="csX29" fmla="*/ 107467 w 438046"/>
                <a:gd name="csY29" fmla="*/ 276906 h 474569"/>
                <a:gd name="csX30" fmla="*/ 125531 w 438046"/>
                <a:gd name="csY30" fmla="*/ 228226 h 474569"/>
                <a:gd name="csX31" fmla="*/ 128516 w 438046"/>
                <a:gd name="csY31" fmla="*/ 218872 h 474569"/>
                <a:gd name="csX32" fmla="*/ 122054 w 438046"/>
                <a:gd name="csY32" fmla="*/ 216563 h 474569"/>
                <a:gd name="csX33" fmla="*/ 112602 w 438046"/>
                <a:gd name="csY33" fmla="*/ 211354 h 474569"/>
                <a:gd name="csX34" fmla="*/ 97827 w 438046"/>
                <a:gd name="csY34" fmla="*/ 212411 h 474569"/>
                <a:gd name="csX35" fmla="*/ 87566 w 438046"/>
                <a:gd name="csY35" fmla="*/ 216588 h 474569"/>
                <a:gd name="csX36" fmla="*/ 80430 w 438046"/>
                <a:gd name="csY36" fmla="*/ 211038 h 474569"/>
                <a:gd name="csX37" fmla="*/ 79784 w 438046"/>
                <a:gd name="csY37" fmla="*/ 198453 h 474569"/>
                <a:gd name="csX38" fmla="*/ 82015 w 438046"/>
                <a:gd name="csY38" fmla="*/ 188949 h 474569"/>
                <a:gd name="csX39" fmla="*/ 89966 w 438046"/>
                <a:gd name="csY39" fmla="*/ 185629 h 474569"/>
                <a:gd name="csX40" fmla="*/ 87641 w 438046"/>
                <a:gd name="csY40" fmla="*/ 169636 h 474569"/>
                <a:gd name="csX41" fmla="*/ 79292 w 438046"/>
                <a:gd name="csY41" fmla="*/ 156728 h 474569"/>
                <a:gd name="csX42" fmla="*/ 72462 w 438046"/>
                <a:gd name="csY42" fmla="*/ 148956 h 474569"/>
                <a:gd name="csX43" fmla="*/ 56524 w 438046"/>
                <a:gd name="csY43" fmla="*/ 163920 h 474569"/>
                <a:gd name="csX44" fmla="*/ 52658 w 438046"/>
                <a:gd name="csY44" fmla="*/ 164900 h 474569"/>
                <a:gd name="csX45" fmla="*/ 39697 w 438046"/>
                <a:gd name="csY45" fmla="*/ 168628 h 474569"/>
                <a:gd name="csX46" fmla="*/ 26748 w 438046"/>
                <a:gd name="csY46" fmla="*/ 181448 h 474569"/>
                <a:gd name="csX47" fmla="*/ 16403 w 438046"/>
                <a:gd name="csY47" fmla="*/ 190289 h 474569"/>
                <a:gd name="csX48" fmla="*/ 7343 w 438046"/>
                <a:gd name="csY48" fmla="*/ 186486 h 474569"/>
                <a:gd name="csX49" fmla="*/ 9965 w 438046"/>
                <a:gd name="csY49" fmla="*/ 170925 h 474569"/>
                <a:gd name="csX50" fmla="*/ 15158 w 438046"/>
                <a:gd name="csY50" fmla="*/ 162124 h 474569"/>
                <a:gd name="csX51" fmla="*/ 9381 w 438046"/>
                <a:gd name="csY51" fmla="*/ 159801 h 474569"/>
                <a:gd name="csX52" fmla="*/ 7807 w 438046"/>
                <a:gd name="csY52" fmla="*/ 157314 h 474569"/>
                <a:gd name="csX53" fmla="*/ 15681 w 438046"/>
                <a:gd name="csY53" fmla="*/ 151621 h 474569"/>
                <a:gd name="csX54" fmla="*/ 24691 w 438046"/>
                <a:gd name="csY54" fmla="*/ 148948 h 474569"/>
                <a:gd name="csX55" fmla="*/ 33291 w 438046"/>
                <a:gd name="csY55" fmla="*/ 142643 h 474569"/>
                <a:gd name="csX56" fmla="*/ 36252 w 438046"/>
                <a:gd name="csY56" fmla="*/ 130243 h 474569"/>
                <a:gd name="csX57" fmla="*/ 35959 w 438046"/>
                <a:gd name="csY57" fmla="*/ 119824 h 474569"/>
                <a:gd name="csX58" fmla="*/ 30417 w 438046"/>
                <a:gd name="csY58" fmla="*/ 117319 h 474569"/>
                <a:gd name="csX59" fmla="*/ 28128 w 438046"/>
                <a:gd name="csY59" fmla="*/ 114535 h 474569"/>
                <a:gd name="csX60" fmla="*/ 22780 w 438046"/>
                <a:gd name="csY60" fmla="*/ 112034 h 474569"/>
                <a:gd name="csX61" fmla="*/ 9335 w 438046"/>
                <a:gd name="csY61" fmla="*/ 100263 h 474569"/>
                <a:gd name="csX62" fmla="*/ 5316 w 438046"/>
                <a:gd name="csY62" fmla="*/ 85099 h 474569"/>
                <a:gd name="csX63" fmla="*/ 0 w 438046"/>
                <a:gd name="csY63" fmla="*/ 74899 h 474569"/>
                <a:gd name="csX64" fmla="*/ 5230 w 438046"/>
                <a:gd name="csY64" fmla="*/ 68250 h 474569"/>
                <a:gd name="csX65" fmla="*/ 8777 w 438046"/>
                <a:gd name="csY65" fmla="*/ 53938 h 474569"/>
                <a:gd name="csX66" fmla="*/ 11157 w 438046"/>
                <a:gd name="csY66" fmla="*/ 40474 h 474569"/>
                <a:gd name="csX67" fmla="*/ 15221 w 438046"/>
                <a:gd name="csY67" fmla="*/ 30361 h 474569"/>
                <a:gd name="csX68" fmla="*/ 19093 w 438046"/>
                <a:gd name="csY68" fmla="*/ 24563 h 474569"/>
                <a:gd name="csX69" fmla="*/ 13331 w 438046"/>
                <a:gd name="csY69" fmla="*/ 11391 h 474569"/>
                <a:gd name="csX70" fmla="*/ 15610 w 438046"/>
                <a:gd name="csY70" fmla="*/ 4739 h 474569"/>
                <a:gd name="csX71" fmla="*/ 24152 w 438046"/>
                <a:gd name="csY71" fmla="*/ 2431 h 474569"/>
                <a:gd name="csX72" fmla="*/ 42643 w 438046"/>
                <a:gd name="csY72" fmla="*/ 10008 h 474569"/>
                <a:gd name="csX73" fmla="*/ 58021 w 438046"/>
                <a:gd name="csY73" fmla="*/ 20333 h 474569"/>
                <a:gd name="csX74" fmla="*/ 76259 w 438046"/>
                <a:gd name="csY74" fmla="*/ 58909 h 474569"/>
                <a:gd name="csX75" fmla="*/ 87417 w 438046"/>
                <a:gd name="csY75" fmla="*/ 80908 h 474569"/>
                <a:gd name="csX76" fmla="*/ 99122 w 438046"/>
                <a:gd name="csY76" fmla="*/ 102996 h 474569"/>
                <a:gd name="csX77" fmla="*/ 103913 w 438046"/>
                <a:gd name="csY77" fmla="*/ 110684 h 474569"/>
                <a:gd name="csX78" fmla="*/ 102362 w 438046"/>
                <a:gd name="csY78" fmla="*/ 90033 h 474569"/>
                <a:gd name="csX79" fmla="*/ 92203 w 438046"/>
                <a:gd name="csY79" fmla="*/ 66799 h 474569"/>
                <a:gd name="csX80" fmla="*/ 83568 w 438046"/>
                <a:gd name="csY80" fmla="*/ 60346 h 474569"/>
                <a:gd name="csX81" fmla="*/ 86838 w 438046"/>
                <a:gd name="csY81" fmla="*/ 69381 h 474569"/>
                <a:gd name="csX82" fmla="*/ 85111 w 438046"/>
                <a:gd name="csY82" fmla="*/ 70354 h 474569"/>
                <a:gd name="csX83" fmla="*/ 81250 w 438046"/>
                <a:gd name="csY83" fmla="*/ 58738 h 474569"/>
                <a:gd name="csX84" fmla="*/ 73693 w 438046"/>
                <a:gd name="csY84" fmla="*/ 39979 h 474569"/>
                <a:gd name="csX85" fmla="*/ 66850 w 438046"/>
                <a:gd name="csY85" fmla="*/ 27201 h 474569"/>
                <a:gd name="csX86" fmla="*/ 80920 w 438046"/>
                <a:gd name="csY86" fmla="*/ 44489 h 474569"/>
                <a:gd name="csX87" fmla="*/ 99162 w 438046"/>
                <a:gd name="csY87" fmla="*/ 64586 h 474569"/>
                <a:gd name="csX88" fmla="*/ 107565 w 438046"/>
                <a:gd name="csY88" fmla="*/ 86419 h 474569"/>
                <a:gd name="csX89" fmla="*/ 116108 w 438046"/>
                <a:gd name="csY89" fmla="*/ 138203 h 474569"/>
                <a:gd name="csX90" fmla="*/ 121060 w 438046"/>
                <a:gd name="csY90" fmla="*/ 151411 h 474569"/>
                <a:gd name="csX91" fmla="*/ 135828 w 438046"/>
                <a:gd name="csY91" fmla="*/ 169580 h 474569"/>
                <a:gd name="csX92" fmla="*/ 173747 w 438046"/>
                <a:gd name="csY92" fmla="*/ 217637 h 474569"/>
                <a:gd name="csX93" fmla="*/ 186052 w 438046"/>
                <a:gd name="csY93" fmla="*/ 237240 h 474569"/>
                <a:gd name="csX94" fmla="*/ 192809 w 438046"/>
                <a:gd name="csY94" fmla="*/ 259193 h 474569"/>
                <a:gd name="csX95" fmla="*/ 202887 w 438046"/>
                <a:gd name="csY95" fmla="*/ 280570 h 474569"/>
                <a:gd name="csX96" fmla="*/ 215434 w 438046"/>
                <a:gd name="csY96" fmla="*/ 294429 h 474569"/>
                <a:gd name="csX97" fmla="*/ 223898 w 438046"/>
                <a:gd name="csY97" fmla="*/ 302869 h 474569"/>
                <a:gd name="csX98" fmla="*/ 231639 w 438046"/>
                <a:gd name="csY98" fmla="*/ 310848 h 474569"/>
                <a:gd name="csX99" fmla="*/ 241066 w 438046"/>
                <a:gd name="csY99" fmla="*/ 319770 h 474569"/>
                <a:gd name="csX100" fmla="*/ 242388 w 438046"/>
                <a:gd name="csY100" fmla="*/ 323654 h 474569"/>
                <a:gd name="csX101" fmla="*/ 237225 w 438046"/>
                <a:gd name="csY101" fmla="*/ 324770 h 474569"/>
                <a:gd name="csX102" fmla="*/ 239807 w 438046"/>
                <a:gd name="csY102" fmla="*/ 327526 h 474569"/>
                <a:gd name="csX103" fmla="*/ 241743 w 438046"/>
                <a:gd name="csY103" fmla="*/ 330724 h 474569"/>
                <a:gd name="csX104" fmla="*/ 248333 w 438046"/>
                <a:gd name="csY104" fmla="*/ 333103 h 474569"/>
                <a:gd name="csX105" fmla="*/ 259724 w 438046"/>
                <a:gd name="csY105" fmla="*/ 335713 h 474569"/>
                <a:gd name="csX106" fmla="*/ 262612 w 438046"/>
                <a:gd name="csY106" fmla="*/ 335270 h 474569"/>
                <a:gd name="csX107" fmla="*/ 255739 w 438046"/>
                <a:gd name="csY107" fmla="*/ 330573 h 474569"/>
                <a:gd name="csX108" fmla="*/ 250133 w 438046"/>
                <a:gd name="csY108" fmla="*/ 327461 h 474569"/>
                <a:gd name="csX109" fmla="*/ 260301 w 438046"/>
                <a:gd name="csY109" fmla="*/ 328761 h 474569"/>
                <a:gd name="csX110" fmla="*/ 284960 w 438046"/>
                <a:gd name="csY110" fmla="*/ 330853 h 474569"/>
                <a:gd name="csX111" fmla="*/ 308115 w 438046"/>
                <a:gd name="csY111" fmla="*/ 337754 h 474569"/>
                <a:gd name="csX112" fmla="*/ 325378 w 438046"/>
                <a:gd name="csY112" fmla="*/ 347910 h 474569"/>
                <a:gd name="csX113" fmla="*/ 336932 w 438046"/>
                <a:gd name="csY113" fmla="*/ 355594 h 474569"/>
                <a:gd name="csX114" fmla="*/ 342564 w 438046"/>
                <a:gd name="csY114" fmla="*/ 364198 h 474569"/>
                <a:gd name="csX115" fmla="*/ 343743 w 438046"/>
                <a:gd name="csY115" fmla="*/ 371080 h 474569"/>
                <a:gd name="csX116" fmla="*/ 344358 w 438046"/>
                <a:gd name="csY116" fmla="*/ 373363 h 474569"/>
                <a:gd name="csX117" fmla="*/ 350269 w 438046"/>
                <a:gd name="csY117" fmla="*/ 376862 h 474569"/>
                <a:gd name="csX118" fmla="*/ 372627 w 438046"/>
                <a:gd name="csY118" fmla="*/ 380540 h 474569"/>
                <a:gd name="csX119" fmla="*/ 391189 w 438046"/>
                <a:gd name="csY119" fmla="*/ 378801 h 474569"/>
                <a:gd name="csX120" fmla="*/ 394232 w 438046"/>
                <a:gd name="csY120" fmla="*/ 388958 h 474569"/>
                <a:gd name="csX121" fmla="*/ 397318 w 438046"/>
                <a:gd name="csY121" fmla="*/ 403978 h 474569"/>
                <a:gd name="csX122" fmla="*/ 409224 w 438046"/>
                <a:gd name="csY122" fmla="*/ 419167 h 474569"/>
                <a:gd name="csX123" fmla="*/ 434929 w 438046"/>
                <a:gd name="csY123" fmla="*/ 450207 h 474569"/>
                <a:gd name="csX124" fmla="*/ 429332 w 438046"/>
                <a:gd name="csY124" fmla="*/ 469288 h 474569"/>
                <a:gd name="csX125" fmla="*/ 376412 w 438046"/>
                <a:gd name="csY125" fmla="*/ 474534 h 474569"/>
                <a:gd name="csX126" fmla="*/ 332739 w 438046"/>
                <a:gd name="csY126" fmla="*/ 469202 h 47456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438046" h="474569">
                  <a:moveTo>
                    <a:pt x="332739" y="469202"/>
                  </a:moveTo>
                  <a:cubicBezTo>
                    <a:pt x="332739" y="465869"/>
                    <a:pt x="329807" y="462843"/>
                    <a:pt x="324349" y="460541"/>
                  </a:cubicBezTo>
                  <a:cubicBezTo>
                    <a:pt x="319735" y="458594"/>
                    <a:pt x="311907" y="452795"/>
                    <a:pt x="306954" y="447652"/>
                  </a:cubicBezTo>
                  <a:cubicBezTo>
                    <a:pt x="299888" y="440316"/>
                    <a:pt x="298719" y="437828"/>
                    <a:pt x="301522" y="436095"/>
                  </a:cubicBezTo>
                  <a:cubicBezTo>
                    <a:pt x="305823" y="433437"/>
                    <a:pt x="303408" y="425621"/>
                    <a:pt x="298287" y="425621"/>
                  </a:cubicBezTo>
                  <a:cubicBezTo>
                    <a:pt x="296286" y="425621"/>
                    <a:pt x="293203" y="427364"/>
                    <a:pt x="291436" y="429493"/>
                  </a:cubicBezTo>
                  <a:cubicBezTo>
                    <a:pt x="289668" y="431623"/>
                    <a:pt x="286395" y="433365"/>
                    <a:pt x="284162" y="433365"/>
                  </a:cubicBezTo>
                  <a:cubicBezTo>
                    <a:pt x="281929" y="433365"/>
                    <a:pt x="276987" y="436349"/>
                    <a:pt x="273181" y="439996"/>
                  </a:cubicBezTo>
                  <a:cubicBezTo>
                    <a:pt x="256469" y="456007"/>
                    <a:pt x="233183" y="434749"/>
                    <a:pt x="246542" y="415677"/>
                  </a:cubicBezTo>
                  <a:cubicBezTo>
                    <a:pt x="250094" y="410606"/>
                    <a:pt x="250239" y="408115"/>
                    <a:pt x="247543" y="398488"/>
                  </a:cubicBezTo>
                  <a:cubicBezTo>
                    <a:pt x="243936" y="385603"/>
                    <a:pt x="241942" y="384354"/>
                    <a:pt x="227242" y="385770"/>
                  </a:cubicBezTo>
                  <a:cubicBezTo>
                    <a:pt x="221295" y="386343"/>
                    <a:pt x="216574" y="385678"/>
                    <a:pt x="216574" y="384267"/>
                  </a:cubicBezTo>
                  <a:cubicBezTo>
                    <a:pt x="216574" y="382875"/>
                    <a:pt x="214251" y="381736"/>
                    <a:pt x="211411" y="381736"/>
                  </a:cubicBezTo>
                  <a:cubicBezTo>
                    <a:pt x="208543" y="381736"/>
                    <a:pt x="206248" y="380015"/>
                    <a:pt x="206248" y="377864"/>
                  </a:cubicBezTo>
                  <a:cubicBezTo>
                    <a:pt x="206248" y="375735"/>
                    <a:pt x="203925" y="371669"/>
                    <a:pt x="201085" y="368829"/>
                  </a:cubicBezTo>
                  <a:cubicBezTo>
                    <a:pt x="198245" y="365990"/>
                    <a:pt x="195885" y="362214"/>
                    <a:pt x="195840" y="360439"/>
                  </a:cubicBezTo>
                  <a:cubicBezTo>
                    <a:pt x="195695" y="354744"/>
                    <a:pt x="189552" y="348821"/>
                    <a:pt x="179383" y="344572"/>
                  </a:cubicBezTo>
                  <a:cubicBezTo>
                    <a:pt x="165908" y="338942"/>
                    <a:pt x="164292" y="339301"/>
                    <a:pt x="166056" y="347532"/>
                  </a:cubicBezTo>
                  <a:cubicBezTo>
                    <a:pt x="167087" y="352339"/>
                    <a:pt x="165818" y="357500"/>
                    <a:pt x="162127" y="363514"/>
                  </a:cubicBezTo>
                  <a:lnTo>
                    <a:pt x="156676" y="372397"/>
                  </a:lnTo>
                  <a:lnTo>
                    <a:pt x="152333" y="366640"/>
                  </a:lnTo>
                  <a:cubicBezTo>
                    <a:pt x="148166" y="361115"/>
                    <a:pt x="147605" y="361043"/>
                    <a:pt x="138487" y="364853"/>
                  </a:cubicBezTo>
                  <a:cubicBezTo>
                    <a:pt x="129534" y="368594"/>
                    <a:pt x="128828" y="368535"/>
                    <a:pt x="126312" y="363833"/>
                  </a:cubicBezTo>
                  <a:cubicBezTo>
                    <a:pt x="124843" y="361088"/>
                    <a:pt x="123641" y="357116"/>
                    <a:pt x="123641" y="355006"/>
                  </a:cubicBezTo>
                  <a:cubicBezTo>
                    <a:pt x="123641" y="352823"/>
                    <a:pt x="120228" y="350420"/>
                    <a:pt x="115723" y="349430"/>
                  </a:cubicBezTo>
                  <a:cubicBezTo>
                    <a:pt x="105375" y="347157"/>
                    <a:pt x="103846" y="342362"/>
                    <a:pt x="110493" y="333027"/>
                  </a:cubicBezTo>
                  <a:cubicBezTo>
                    <a:pt x="113465" y="328853"/>
                    <a:pt x="115897" y="321952"/>
                    <a:pt x="115897" y="317692"/>
                  </a:cubicBezTo>
                  <a:cubicBezTo>
                    <a:pt x="115897" y="310844"/>
                    <a:pt x="117170" y="309543"/>
                    <a:pt x="126868" y="306474"/>
                  </a:cubicBezTo>
                  <a:cubicBezTo>
                    <a:pt x="141640" y="301799"/>
                    <a:pt x="142221" y="293818"/>
                    <a:pt x="128005" y="290864"/>
                  </a:cubicBezTo>
                  <a:cubicBezTo>
                    <a:pt x="113703" y="287893"/>
                    <a:pt x="108950" y="284662"/>
                    <a:pt x="107467" y="276906"/>
                  </a:cubicBezTo>
                  <a:cubicBezTo>
                    <a:pt x="105739" y="267867"/>
                    <a:pt x="117059" y="237363"/>
                    <a:pt x="125531" y="228226"/>
                  </a:cubicBezTo>
                  <a:cubicBezTo>
                    <a:pt x="130828" y="222513"/>
                    <a:pt x="131406" y="220702"/>
                    <a:pt x="128516" y="218872"/>
                  </a:cubicBezTo>
                  <a:cubicBezTo>
                    <a:pt x="126545" y="217624"/>
                    <a:pt x="123637" y="216585"/>
                    <a:pt x="122054" y="216563"/>
                  </a:cubicBezTo>
                  <a:cubicBezTo>
                    <a:pt x="120470" y="216541"/>
                    <a:pt x="116217" y="214197"/>
                    <a:pt x="112602" y="211354"/>
                  </a:cubicBezTo>
                  <a:cubicBezTo>
                    <a:pt x="105961" y="206129"/>
                    <a:pt x="97827" y="206711"/>
                    <a:pt x="97827" y="212411"/>
                  </a:cubicBezTo>
                  <a:cubicBezTo>
                    <a:pt x="97827" y="219059"/>
                    <a:pt x="92291" y="221313"/>
                    <a:pt x="87566" y="216588"/>
                  </a:cubicBezTo>
                  <a:cubicBezTo>
                    <a:pt x="85046" y="214068"/>
                    <a:pt x="81835" y="211570"/>
                    <a:pt x="80430" y="211038"/>
                  </a:cubicBezTo>
                  <a:cubicBezTo>
                    <a:pt x="78870" y="210447"/>
                    <a:pt x="78619" y="205549"/>
                    <a:pt x="79784" y="198453"/>
                  </a:cubicBezTo>
                  <a:cubicBezTo>
                    <a:pt x="80834" y="192064"/>
                    <a:pt x="81838" y="187787"/>
                    <a:pt x="82015" y="188949"/>
                  </a:cubicBezTo>
                  <a:cubicBezTo>
                    <a:pt x="82193" y="190110"/>
                    <a:pt x="85771" y="188616"/>
                    <a:pt x="89966" y="185629"/>
                  </a:cubicBezTo>
                  <a:cubicBezTo>
                    <a:pt x="98750" y="179374"/>
                    <a:pt x="98211" y="175668"/>
                    <a:pt x="87641" y="169636"/>
                  </a:cubicBezTo>
                  <a:cubicBezTo>
                    <a:pt x="82102" y="166474"/>
                    <a:pt x="79900" y="163069"/>
                    <a:pt x="79292" y="156728"/>
                  </a:cubicBezTo>
                  <a:cubicBezTo>
                    <a:pt x="78587" y="149374"/>
                    <a:pt x="77588" y="148238"/>
                    <a:pt x="72462" y="148956"/>
                  </a:cubicBezTo>
                  <a:cubicBezTo>
                    <a:pt x="65224" y="149970"/>
                    <a:pt x="56524" y="158137"/>
                    <a:pt x="56524" y="163920"/>
                  </a:cubicBezTo>
                  <a:cubicBezTo>
                    <a:pt x="56524" y="167347"/>
                    <a:pt x="55821" y="167525"/>
                    <a:pt x="52658" y="164900"/>
                  </a:cubicBezTo>
                  <a:cubicBezTo>
                    <a:pt x="49486" y="162267"/>
                    <a:pt x="47159" y="162936"/>
                    <a:pt x="39697" y="168628"/>
                  </a:cubicBezTo>
                  <a:cubicBezTo>
                    <a:pt x="34695" y="172443"/>
                    <a:pt x="28868" y="178212"/>
                    <a:pt x="26748" y="181448"/>
                  </a:cubicBezTo>
                  <a:cubicBezTo>
                    <a:pt x="24627" y="184684"/>
                    <a:pt x="19972" y="188663"/>
                    <a:pt x="16403" y="190289"/>
                  </a:cubicBezTo>
                  <a:cubicBezTo>
                    <a:pt x="10541" y="192960"/>
                    <a:pt x="9664" y="192592"/>
                    <a:pt x="7343" y="186486"/>
                  </a:cubicBezTo>
                  <a:cubicBezTo>
                    <a:pt x="5309" y="181137"/>
                    <a:pt x="5857" y="177888"/>
                    <a:pt x="9965" y="170925"/>
                  </a:cubicBezTo>
                  <a:lnTo>
                    <a:pt x="15158" y="162124"/>
                  </a:lnTo>
                  <a:lnTo>
                    <a:pt x="9381" y="159801"/>
                  </a:lnTo>
                  <a:cubicBezTo>
                    <a:pt x="5449" y="158219"/>
                    <a:pt x="4946" y="157425"/>
                    <a:pt x="7807" y="157314"/>
                  </a:cubicBezTo>
                  <a:cubicBezTo>
                    <a:pt x="10118" y="157224"/>
                    <a:pt x="13662" y="154662"/>
                    <a:pt x="15681" y="151621"/>
                  </a:cubicBezTo>
                  <a:cubicBezTo>
                    <a:pt x="18731" y="147026"/>
                    <a:pt x="20256" y="146574"/>
                    <a:pt x="24691" y="148948"/>
                  </a:cubicBezTo>
                  <a:cubicBezTo>
                    <a:pt x="31018" y="152334"/>
                    <a:pt x="33291" y="150668"/>
                    <a:pt x="33291" y="142643"/>
                  </a:cubicBezTo>
                  <a:cubicBezTo>
                    <a:pt x="33291" y="139397"/>
                    <a:pt x="34623" y="133817"/>
                    <a:pt x="36252" y="130243"/>
                  </a:cubicBezTo>
                  <a:cubicBezTo>
                    <a:pt x="38533" y="125236"/>
                    <a:pt x="38466" y="122844"/>
                    <a:pt x="35959" y="119824"/>
                  </a:cubicBezTo>
                  <a:cubicBezTo>
                    <a:pt x="34170" y="117668"/>
                    <a:pt x="31676" y="116540"/>
                    <a:pt x="30417" y="117319"/>
                  </a:cubicBezTo>
                  <a:cubicBezTo>
                    <a:pt x="29158" y="118097"/>
                    <a:pt x="28128" y="116844"/>
                    <a:pt x="28128" y="114535"/>
                  </a:cubicBezTo>
                  <a:cubicBezTo>
                    <a:pt x="28128" y="111463"/>
                    <a:pt x="26693" y="110792"/>
                    <a:pt x="22780" y="112034"/>
                  </a:cubicBezTo>
                  <a:cubicBezTo>
                    <a:pt x="15848" y="114234"/>
                    <a:pt x="7575" y="106991"/>
                    <a:pt x="9335" y="100263"/>
                  </a:cubicBezTo>
                  <a:cubicBezTo>
                    <a:pt x="10049" y="97533"/>
                    <a:pt x="8241" y="90709"/>
                    <a:pt x="5316" y="85099"/>
                  </a:cubicBezTo>
                  <a:lnTo>
                    <a:pt x="0" y="74899"/>
                  </a:lnTo>
                  <a:lnTo>
                    <a:pt x="5230" y="68250"/>
                  </a:lnTo>
                  <a:cubicBezTo>
                    <a:pt x="9068" y="63371"/>
                    <a:pt x="10012" y="59562"/>
                    <a:pt x="8777" y="53938"/>
                  </a:cubicBezTo>
                  <a:cubicBezTo>
                    <a:pt x="7655" y="48830"/>
                    <a:pt x="8449" y="44342"/>
                    <a:pt x="11157" y="40474"/>
                  </a:cubicBezTo>
                  <a:cubicBezTo>
                    <a:pt x="13392" y="37284"/>
                    <a:pt x="15221" y="32733"/>
                    <a:pt x="15221" y="30361"/>
                  </a:cubicBezTo>
                  <a:cubicBezTo>
                    <a:pt x="15221" y="27989"/>
                    <a:pt x="16963" y="25380"/>
                    <a:pt x="19093" y="24563"/>
                  </a:cubicBezTo>
                  <a:cubicBezTo>
                    <a:pt x="25297" y="22182"/>
                    <a:pt x="23642" y="18398"/>
                    <a:pt x="13331" y="11391"/>
                  </a:cubicBezTo>
                  <a:cubicBezTo>
                    <a:pt x="3467" y="4689"/>
                    <a:pt x="3713" y="3972"/>
                    <a:pt x="15610" y="4739"/>
                  </a:cubicBezTo>
                  <a:cubicBezTo>
                    <a:pt x="19374" y="4981"/>
                    <a:pt x="23217" y="3943"/>
                    <a:pt x="24152" y="2431"/>
                  </a:cubicBezTo>
                  <a:cubicBezTo>
                    <a:pt x="26872" y="-1970"/>
                    <a:pt x="29405" y="-932"/>
                    <a:pt x="42643" y="10008"/>
                  </a:cubicBezTo>
                  <a:cubicBezTo>
                    <a:pt x="49515" y="15687"/>
                    <a:pt x="56436" y="20333"/>
                    <a:pt x="58021" y="20333"/>
                  </a:cubicBezTo>
                  <a:cubicBezTo>
                    <a:pt x="61009" y="20333"/>
                    <a:pt x="65792" y="30450"/>
                    <a:pt x="76259" y="58909"/>
                  </a:cubicBezTo>
                  <a:cubicBezTo>
                    <a:pt x="79624" y="68058"/>
                    <a:pt x="84645" y="77957"/>
                    <a:pt x="87417" y="80908"/>
                  </a:cubicBezTo>
                  <a:cubicBezTo>
                    <a:pt x="90189" y="83859"/>
                    <a:pt x="95457" y="93799"/>
                    <a:pt x="99122" y="102996"/>
                  </a:cubicBezTo>
                  <a:cubicBezTo>
                    <a:pt x="103054" y="112863"/>
                    <a:pt x="105019" y="116015"/>
                    <a:pt x="103913" y="110684"/>
                  </a:cubicBezTo>
                  <a:cubicBezTo>
                    <a:pt x="102883" y="105715"/>
                    <a:pt x="102185" y="96422"/>
                    <a:pt x="102362" y="90033"/>
                  </a:cubicBezTo>
                  <a:cubicBezTo>
                    <a:pt x="102644" y="79863"/>
                    <a:pt x="101378" y="76968"/>
                    <a:pt x="92203" y="66799"/>
                  </a:cubicBezTo>
                  <a:cubicBezTo>
                    <a:pt x="86438" y="60410"/>
                    <a:pt x="82553" y="57506"/>
                    <a:pt x="83568" y="60346"/>
                  </a:cubicBezTo>
                  <a:cubicBezTo>
                    <a:pt x="84584" y="63185"/>
                    <a:pt x="86055" y="67251"/>
                    <a:pt x="86838" y="69381"/>
                  </a:cubicBezTo>
                  <a:cubicBezTo>
                    <a:pt x="87916" y="72315"/>
                    <a:pt x="87498" y="72550"/>
                    <a:pt x="85111" y="70354"/>
                  </a:cubicBezTo>
                  <a:cubicBezTo>
                    <a:pt x="83379" y="68760"/>
                    <a:pt x="81641" y="63533"/>
                    <a:pt x="81250" y="58738"/>
                  </a:cubicBezTo>
                  <a:cubicBezTo>
                    <a:pt x="80858" y="53943"/>
                    <a:pt x="77457" y="45502"/>
                    <a:pt x="73693" y="39979"/>
                  </a:cubicBezTo>
                  <a:cubicBezTo>
                    <a:pt x="69929" y="34457"/>
                    <a:pt x="66850" y="28707"/>
                    <a:pt x="66850" y="27201"/>
                  </a:cubicBezTo>
                  <a:cubicBezTo>
                    <a:pt x="66850" y="23517"/>
                    <a:pt x="69162" y="26358"/>
                    <a:pt x="80920" y="44489"/>
                  </a:cubicBezTo>
                  <a:cubicBezTo>
                    <a:pt x="86314" y="52805"/>
                    <a:pt x="94522" y="61849"/>
                    <a:pt x="99162" y="64586"/>
                  </a:cubicBezTo>
                  <a:cubicBezTo>
                    <a:pt x="108835" y="70294"/>
                    <a:pt x="111618" y="77524"/>
                    <a:pt x="107565" y="86419"/>
                  </a:cubicBezTo>
                  <a:cubicBezTo>
                    <a:pt x="104001" y="94242"/>
                    <a:pt x="108931" y="124125"/>
                    <a:pt x="116108" y="138203"/>
                  </a:cubicBezTo>
                  <a:cubicBezTo>
                    <a:pt x="118832" y="143545"/>
                    <a:pt x="121060" y="149489"/>
                    <a:pt x="121060" y="151411"/>
                  </a:cubicBezTo>
                  <a:cubicBezTo>
                    <a:pt x="121060" y="153333"/>
                    <a:pt x="127706" y="161509"/>
                    <a:pt x="135828" y="169580"/>
                  </a:cubicBezTo>
                  <a:cubicBezTo>
                    <a:pt x="153391" y="187033"/>
                    <a:pt x="164572" y="201203"/>
                    <a:pt x="173747" y="217637"/>
                  </a:cubicBezTo>
                  <a:cubicBezTo>
                    <a:pt x="177457" y="224283"/>
                    <a:pt x="182994" y="233104"/>
                    <a:pt x="186052" y="237240"/>
                  </a:cubicBezTo>
                  <a:cubicBezTo>
                    <a:pt x="189610" y="242051"/>
                    <a:pt x="192043" y="249958"/>
                    <a:pt x="192809" y="259193"/>
                  </a:cubicBezTo>
                  <a:cubicBezTo>
                    <a:pt x="193864" y="271919"/>
                    <a:pt x="195056" y="274447"/>
                    <a:pt x="202887" y="280570"/>
                  </a:cubicBezTo>
                  <a:cubicBezTo>
                    <a:pt x="207772" y="284389"/>
                    <a:pt x="213418" y="290626"/>
                    <a:pt x="215434" y="294429"/>
                  </a:cubicBezTo>
                  <a:cubicBezTo>
                    <a:pt x="217449" y="298233"/>
                    <a:pt x="221258" y="302031"/>
                    <a:pt x="223898" y="302869"/>
                  </a:cubicBezTo>
                  <a:cubicBezTo>
                    <a:pt x="226538" y="303707"/>
                    <a:pt x="230021" y="307297"/>
                    <a:pt x="231639" y="310848"/>
                  </a:cubicBezTo>
                  <a:cubicBezTo>
                    <a:pt x="233257" y="314399"/>
                    <a:pt x="237499" y="318413"/>
                    <a:pt x="241066" y="319770"/>
                  </a:cubicBezTo>
                  <a:cubicBezTo>
                    <a:pt x="248737" y="322686"/>
                    <a:pt x="249875" y="326030"/>
                    <a:pt x="242388" y="323654"/>
                  </a:cubicBezTo>
                  <a:cubicBezTo>
                    <a:pt x="239427" y="322714"/>
                    <a:pt x="237225" y="323190"/>
                    <a:pt x="237225" y="324770"/>
                  </a:cubicBezTo>
                  <a:cubicBezTo>
                    <a:pt x="237225" y="326286"/>
                    <a:pt x="238387" y="327526"/>
                    <a:pt x="239807" y="327526"/>
                  </a:cubicBezTo>
                  <a:cubicBezTo>
                    <a:pt x="241227" y="327526"/>
                    <a:pt x="242098" y="328965"/>
                    <a:pt x="241743" y="330724"/>
                  </a:cubicBezTo>
                  <a:cubicBezTo>
                    <a:pt x="241323" y="332806"/>
                    <a:pt x="243624" y="333637"/>
                    <a:pt x="248333" y="333103"/>
                  </a:cubicBezTo>
                  <a:cubicBezTo>
                    <a:pt x="252313" y="332652"/>
                    <a:pt x="257439" y="333827"/>
                    <a:pt x="259724" y="335713"/>
                  </a:cubicBezTo>
                  <a:cubicBezTo>
                    <a:pt x="263236" y="338612"/>
                    <a:pt x="263683" y="338543"/>
                    <a:pt x="262612" y="335270"/>
                  </a:cubicBezTo>
                  <a:cubicBezTo>
                    <a:pt x="261915" y="333141"/>
                    <a:pt x="258822" y="331027"/>
                    <a:pt x="255739" y="330573"/>
                  </a:cubicBezTo>
                  <a:cubicBezTo>
                    <a:pt x="252655" y="330119"/>
                    <a:pt x="250133" y="328719"/>
                    <a:pt x="250133" y="327461"/>
                  </a:cubicBezTo>
                  <a:cubicBezTo>
                    <a:pt x="250133" y="326203"/>
                    <a:pt x="254708" y="326788"/>
                    <a:pt x="260301" y="328761"/>
                  </a:cubicBezTo>
                  <a:cubicBezTo>
                    <a:pt x="266891" y="331086"/>
                    <a:pt x="275567" y="331822"/>
                    <a:pt x="284960" y="330853"/>
                  </a:cubicBezTo>
                  <a:cubicBezTo>
                    <a:pt x="298714" y="329433"/>
                    <a:pt x="299892" y="329784"/>
                    <a:pt x="308115" y="337754"/>
                  </a:cubicBezTo>
                  <a:cubicBezTo>
                    <a:pt x="312880" y="342373"/>
                    <a:pt x="320648" y="346943"/>
                    <a:pt x="325378" y="347910"/>
                  </a:cubicBezTo>
                  <a:cubicBezTo>
                    <a:pt x="330622" y="348983"/>
                    <a:pt x="335130" y="351981"/>
                    <a:pt x="336932" y="355594"/>
                  </a:cubicBezTo>
                  <a:cubicBezTo>
                    <a:pt x="338556" y="358853"/>
                    <a:pt x="341091" y="362725"/>
                    <a:pt x="342564" y="364198"/>
                  </a:cubicBezTo>
                  <a:cubicBezTo>
                    <a:pt x="344037" y="365671"/>
                    <a:pt x="344568" y="368768"/>
                    <a:pt x="343743" y="371080"/>
                  </a:cubicBezTo>
                  <a:cubicBezTo>
                    <a:pt x="342917" y="373391"/>
                    <a:pt x="343194" y="374419"/>
                    <a:pt x="344358" y="373363"/>
                  </a:cubicBezTo>
                  <a:cubicBezTo>
                    <a:pt x="345522" y="372307"/>
                    <a:pt x="348182" y="373882"/>
                    <a:pt x="350269" y="376862"/>
                  </a:cubicBezTo>
                  <a:cubicBezTo>
                    <a:pt x="353742" y="381821"/>
                    <a:pt x="355637" y="382132"/>
                    <a:pt x="372627" y="380540"/>
                  </a:cubicBezTo>
                  <a:lnTo>
                    <a:pt x="391189" y="378801"/>
                  </a:lnTo>
                  <a:lnTo>
                    <a:pt x="394232" y="388958"/>
                  </a:lnTo>
                  <a:cubicBezTo>
                    <a:pt x="395906" y="394544"/>
                    <a:pt x="397295" y="401303"/>
                    <a:pt x="397318" y="403978"/>
                  </a:cubicBezTo>
                  <a:cubicBezTo>
                    <a:pt x="397342" y="406653"/>
                    <a:pt x="402699" y="413488"/>
                    <a:pt x="409224" y="419167"/>
                  </a:cubicBezTo>
                  <a:cubicBezTo>
                    <a:pt x="427997" y="435508"/>
                    <a:pt x="431130" y="439291"/>
                    <a:pt x="434929" y="450207"/>
                  </a:cubicBezTo>
                  <a:cubicBezTo>
                    <a:pt x="439665" y="463816"/>
                    <a:pt x="439887" y="463061"/>
                    <a:pt x="429332" y="469288"/>
                  </a:cubicBezTo>
                  <a:cubicBezTo>
                    <a:pt x="420856" y="474289"/>
                    <a:pt x="416443" y="474727"/>
                    <a:pt x="376412" y="474534"/>
                  </a:cubicBezTo>
                  <a:cubicBezTo>
                    <a:pt x="334645" y="474334"/>
                    <a:pt x="332739" y="474101"/>
                    <a:pt x="332739" y="469202"/>
                  </a:cubicBezTo>
                  <a:close/>
                </a:path>
              </a:pathLst>
            </a:custGeom>
            <a:solidFill>
              <a:srgbClr val="B9B9B9"/>
            </a:solidFill>
            <a:ln w="5163" cap="flat">
              <a:noFill/>
              <a:prstDash val="solid"/>
              <a:miter/>
            </a:ln>
          </p:spPr>
          <p:txBody>
            <a:bodyPr/>
            <a:lstStyle/>
            <a:p>
              <a:endParaRPr lang="es-419" noProof="0" dirty="0"/>
            </a:p>
          </p:txBody>
        </p:sp>
        <p:sp>
          <p:nvSpPr>
            <p:cNvPr id="77" name="Forma libre: forma 76">
              <a:extLst>
                <a:ext uri="{FF2B5EF4-FFF2-40B4-BE49-F238E27FC236}">
                  <a16:creationId xmlns:a16="http://schemas.microsoft.com/office/drawing/2014/main" id="{F49892C7-7516-8B6D-272B-19729B7AE3A8}"/>
                </a:ext>
              </a:extLst>
            </p:cNvPr>
            <p:cNvSpPr/>
            <p:nvPr/>
          </p:nvSpPr>
          <p:spPr>
            <a:xfrm>
              <a:off x="1730874" y="2149721"/>
              <a:ext cx="4491" cy="9472"/>
            </a:xfrm>
            <a:custGeom>
              <a:avLst/>
              <a:gdLst>
                <a:gd name="csX0" fmla="*/ 480 w 4491"/>
                <a:gd name="csY0" fmla="*/ 6821 h 9472"/>
                <a:gd name="csX1" fmla="*/ 1619 w 4491"/>
                <a:gd name="csY1" fmla="*/ 1142 h 9472"/>
                <a:gd name="csX2" fmla="*/ 4491 w 4491"/>
                <a:gd name="csY2" fmla="*/ 3948 h 9472"/>
                <a:gd name="csX3" fmla="*/ 480 w 4491"/>
                <a:gd name="csY3" fmla="*/ 6821 h 9472"/>
              </a:gdLst>
              <a:ahLst/>
              <a:cxnLst>
                <a:cxn ang="0">
                  <a:pos x="csX0" y="csY0"/>
                </a:cxn>
                <a:cxn ang="0">
                  <a:pos x="csX1" y="csY1"/>
                </a:cxn>
                <a:cxn ang="0">
                  <a:pos x="csX2" y="csY2"/>
                </a:cxn>
                <a:cxn ang="0">
                  <a:pos x="csX3" y="csY3"/>
                </a:cxn>
              </a:cxnLst>
              <a:rect l="l" t="t" r="r" b="b"/>
              <a:pathLst>
                <a:path w="4491" h="9472">
                  <a:moveTo>
                    <a:pt x="480" y="6821"/>
                  </a:moveTo>
                  <a:cubicBezTo>
                    <a:pt x="-474" y="5277"/>
                    <a:pt x="39" y="2722"/>
                    <a:pt x="1619" y="1142"/>
                  </a:cubicBezTo>
                  <a:cubicBezTo>
                    <a:pt x="3728" y="-968"/>
                    <a:pt x="4491" y="-222"/>
                    <a:pt x="4491" y="3948"/>
                  </a:cubicBezTo>
                  <a:cubicBezTo>
                    <a:pt x="4491" y="10181"/>
                    <a:pt x="3150" y="11141"/>
                    <a:pt x="480" y="6821"/>
                  </a:cubicBezTo>
                  <a:close/>
                </a:path>
              </a:pathLst>
            </a:custGeom>
            <a:solidFill>
              <a:srgbClr val="00C100"/>
            </a:solidFill>
            <a:ln w="5163" cap="flat">
              <a:noFill/>
              <a:prstDash val="solid"/>
              <a:miter/>
            </a:ln>
          </p:spPr>
          <p:txBody>
            <a:bodyPr/>
            <a:lstStyle/>
            <a:p>
              <a:endParaRPr lang="es-419" noProof="0" dirty="0"/>
            </a:p>
          </p:txBody>
        </p:sp>
      </p:grpSp>
      <p:grpSp>
        <p:nvGrpSpPr>
          <p:cNvPr id="78" name="Gráfico 39">
            <a:extLst>
              <a:ext uri="{FF2B5EF4-FFF2-40B4-BE49-F238E27FC236}">
                <a16:creationId xmlns:a16="http://schemas.microsoft.com/office/drawing/2014/main" id="{2B541FD9-828D-F36A-7048-6DBDCCFB67D4}"/>
              </a:ext>
            </a:extLst>
          </p:cNvPr>
          <p:cNvGrpSpPr/>
          <p:nvPr/>
        </p:nvGrpSpPr>
        <p:grpSpPr>
          <a:xfrm>
            <a:off x="2429776" y="2092540"/>
            <a:ext cx="224135" cy="371419"/>
            <a:chOff x="2429776" y="2092540"/>
            <a:chExt cx="224135" cy="371419"/>
          </a:xfrm>
          <a:solidFill>
            <a:srgbClr val="B9B9B9"/>
          </a:solidFill>
        </p:grpSpPr>
        <p:sp>
          <p:nvSpPr>
            <p:cNvPr id="79" name="Forma libre: forma 78">
              <a:extLst>
                <a:ext uri="{FF2B5EF4-FFF2-40B4-BE49-F238E27FC236}">
                  <a16:creationId xmlns:a16="http://schemas.microsoft.com/office/drawing/2014/main" id="{24190C8D-C733-6875-BA9C-888D04C38F16}"/>
                </a:ext>
              </a:extLst>
            </p:cNvPr>
            <p:cNvSpPr/>
            <p:nvPr/>
          </p:nvSpPr>
          <p:spPr>
            <a:xfrm>
              <a:off x="2429776" y="2092540"/>
              <a:ext cx="213820" cy="371419"/>
            </a:xfrm>
            <a:custGeom>
              <a:avLst/>
              <a:gdLst>
                <a:gd name="csX0" fmla="*/ 16950 w 213820"/>
                <a:gd name="csY0" fmla="*/ 360449 h 371419"/>
                <a:gd name="csX1" fmla="*/ 11453 w 213820"/>
                <a:gd name="csY1" fmla="*/ 297848 h 371419"/>
                <a:gd name="csX2" fmla="*/ 3696 w 213820"/>
                <a:gd name="csY2" fmla="*/ 222369 h 371419"/>
                <a:gd name="csX3" fmla="*/ 0 w 213820"/>
                <a:gd name="csY3" fmla="*/ 197274 h 371419"/>
                <a:gd name="csX4" fmla="*/ 19120 w 213820"/>
                <a:gd name="csY4" fmla="*/ 182403 h 371419"/>
                <a:gd name="csX5" fmla="*/ 138310 w 213820"/>
                <a:gd name="csY5" fmla="*/ 92657 h 371419"/>
                <a:gd name="csX6" fmla="*/ 152643 w 213820"/>
                <a:gd name="csY6" fmla="*/ 35441 h 371419"/>
                <a:gd name="csX7" fmla="*/ 150658 w 213820"/>
                <a:gd name="csY7" fmla="*/ 20853 h 371419"/>
                <a:gd name="csX8" fmla="*/ 160369 w 213820"/>
                <a:gd name="csY8" fmla="*/ 19300 h 371419"/>
                <a:gd name="csX9" fmla="*/ 171671 w 213820"/>
                <a:gd name="csY9" fmla="*/ 15173 h 371419"/>
                <a:gd name="csX10" fmla="*/ 158173 w 213820"/>
                <a:gd name="csY10" fmla="*/ 10308 h 371419"/>
                <a:gd name="csX11" fmla="*/ 132945 w 213820"/>
                <a:gd name="csY11" fmla="*/ 8975 h 371419"/>
                <a:gd name="csX12" fmla="*/ 120037 w 213820"/>
                <a:gd name="csY12" fmla="*/ 5453 h 371419"/>
                <a:gd name="csX13" fmla="*/ 136817 w 213820"/>
                <a:gd name="csY13" fmla="*/ 5689 h 371419"/>
                <a:gd name="csX14" fmla="*/ 168222 w 213820"/>
                <a:gd name="csY14" fmla="*/ 2321 h 371419"/>
                <a:gd name="csX15" fmla="*/ 193336 w 213820"/>
                <a:gd name="csY15" fmla="*/ 5657 h 371419"/>
                <a:gd name="csX16" fmla="*/ 207546 w 213820"/>
                <a:gd name="csY16" fmla="*/ 12598 h 371419"/>
                <a:gd name="csX17" fmla="*/ 213132 w 213820"/>
                <a:gd name="csY17" fmla="*/ 30004 h 371419"/>
                <a:gd name="csX18" fmla="*/ 187630 w 213820"/>
                <a:gd name="csY18" fmla="*/ 96831 h 371419"/>
                <a:gd name="csX19" fmla="*/ 176562 w 213820"/>
                <a:gd name="csY19" fmla="*/ 115211 h 371419"/>
                <a:gd name="csX20" fmla="*/ 172870 w 213820"/>
                <a:gd name="csY20" fmla="*/ 123601 h 371419"/>
                <a:gd name="csX21" fmla="*/ 166261 w 213820"/>
                <a:gd name="csY21" fmla="*/ 157642 h 371419"/>
                <a:gd name="csX22" fmla="*/ 166219 w 213820"/>
                <a:gd name="csY22" fmla="*/ 169421 h 371419"/>
                <a:gd name="csX23" fmla="*/ 156436 w 213820"/>
                <a:gd name="csY23" fmla="*/ 177166 h 371419"/>
                <a:gd name="csX24" fmla="*/ 152486 w 213820"/>
                <a:gd name="csY24" fmla="*/ 184910 h 371419"/>
                <a:gd name="csX25" fmla="*/ 149724 w 213820"/>
                <a:gd name="csY25" fmla="*/ 180392 h 371419"/>
                <a:gd name="csX26" fmla="*/ 150673 w 213820"/>
                <a:gd name="csY26" fmla="*/ 190434 h 371419"/>
                <a:gd name="csX27" fmla="*/ 157540 w 213820"/>
                <a:gd name="csY27" fmla="*/ 189342 h 371419"/>
                <a:gd name="csX28" fmla="*/ 164336 w 213820"/>
                <a:gd name="csY28" fmla="*/ 186648 h 371419"/>
                <a:gd name="csX29" fmla="*/ 167794 w 213820"/>
                <a:gd name="csY29" fmla="*/ 183969 h 371419"/>
                <a:gd name="csX30" fmla="*/ 171021 w 213820"/>
                <a:gd name="csY30" fmla="*/ 181048 h 371419"/>
                <a:gd name="csX31" fmla="*/ 159467 w 213820"/>
                <a:gd name="csY31" fmla="*/ 208029 h 371419"/>
                <a:gd name="csX32" fmla="*/ 153370 w 213820"/>
                <a:gd name="csY32" fmla="*/ 220699 h 371419"/>
                <a:gd name="csX33" fmla="*/ 158583 w 213820"/>
                <a:gd name="csY33" fmla="*/ 221050 h 371419"/>
                <a:gd name="csX34" fmla="*/ 167434 w 213820"/>
                <a:gd name="csY34" fmla="*/ 216533 h 371419"/>
                <a:gd name="csX35" fmla="*/ 167794 w 213820"/>
                <a:gd name="csY35" fmla="*/ 224277 h 371419"/>
                <a:gd name="csX36" fmla="*/ 162477 w 213820"/>
                <a:gd name="csY36" fmla="*/ 240411 h 371419"/>
                <a:gd name="csX37" fmla="*/ 159980 w 213820"/>
                <a:gd name="csY37" fmla="*/ 264290 h 371419"/>
                <a:gd name="csX38" fmla="*/ 154702 w 213820"/>
                <a:gd name="csY38" fmla="*/ 297848 h 371419"/>
                <a:gd name="csX39" fmla="*/ 147143 w 213820"/>
                <a:gd name="csY39" fmla="*/ 319016 h 371419"/>
                <a:gd name="csX40" fmla="*/ 144561 w 213820"/>
                <a:gd name="csY40" fmla="*/ 314628 h 371419"/>
                <a:gd name="csX41" fmla="*/ 142397 w 213820"/>
                <a:gd name="csY41" fmla="*/ 312692 h 371419"/>
                <a:gd name="csX42" fmla="*/ 133654 w 213820"/>
                <a:gd name="csY42" fmla="*/ 296518 h 371419"/>
                <a:gd name="csX43" fmla="*/ 127870 w 213820"/>
                <a:gd name="csY43" fmla="*/ 279915 h 371419"/>
                <a:gd name="csX44" fmla="*/ 129246 w 213820"/>
                <a:gd name="csY44" fmla="*/ 255255 h 371419"/>
                <a:gd name="csX45" fmla="*/ 125242 w 213820"/>
                <a:gd name="csY45" fmla="*/ 260285 h 371419"/>
                <a:gd name="csX46" fmla="*/ 118479 w 213820"/>
                <a:gd name="csY46" fmla="*/ 266956 h 371419"/>
                <a:gd name="csX47" fmla="*/ 115990 w 213820"/>
                <a:gd name="csY47" fmla="*/ 271823 h 371419"/>
                <a:gd name="csX48" fmla="*/ 103625 w 213820"/>
                <a:gd name="csY48" fmla="*/ 299151 h 371419"/>
                <a:gd name="csX49" fmla="*/ 93086 w 213820"/>
                <a:gd name="csY49" fmla="*/ 304140 h 371419"/>
                <a:gd name="csX50" fmla="*/ 86910 w 213820"/>
                <a:gd name="csY50" fmla="*/ 313522 h 371419"/>
                <a:gd name="csX51" fmla="*/ 79326 w 213820"/>
                <a:gd name="csY51" fmla="*/ 328399 h 371419"/>
                <a:gd name="csX52" fmla="*/ 69895 w 213820"/>
                <a:gd name="csY52" fmla="*/ 347747 h 371419"/>
                <a:gd name="csX53" fmla="*/ 51629 w 213820"/>
                <a:gd name="csY53" fmla="*/ 357222 h 371419"/>
                <a:gd name="csX54" fmla="*/ 36622 w 213820"/>
                <a:gd name="csY54" fmla="*/ 363051 h 371419"/>
                <a:gd name="csX55" fmla="*/ 27100 w 213820"/>
                <a:gd name="csY55" fmla="*/ 371420 h 371419"/>
                <a:gd name="csX56" fmla="*/ 16950 w 213820"/>
                <a:gd name="csY56" fmla="*/ 360449 h 3714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Lst>
              <a:rect l="l" t="t" r="r" b="b"/>
              <a:pathLst>
                <a:path w="213820" h="371419">
                  <a:moveTo>
                    <a:pt x="16950" y="360449"/>
                  </a:moveTo>
                  <a:cubicBezTo>
                    <a:pt x="16160" y="354414"/>
                    <a:pt x="13687" y="326244"/>
                    <a:pt x="11453" y="297848"/>
                  </a:cubicBezTo>
                  <a:cubicBezTo>
                    <a:pt x="9219" y="269452"/>
                    <a:pt x="5728" y="235487"/>
                    <a:pt x="3696" y="222369"/>
                  </a:cubicBezTo>
                  <a:cubicBezTo>
                    <a:pt x="1663" y="209251"/>
                    <a:pt x="0" y="197958"/>
                    <a:pt x="0" y="197274"/>
                  </a:cubicBezTo>
                  <a:cubicBezTo>
                    <a:pt x="0" y="196590"/>
                    <a:pt x="8604" y="189898"/>
                    <a:pt x="19120" y="182403"/>
                  </a:cubicBezTo>
                  <a:cubicBezTo>
                    <a:pt x="45138" y="163860"/>
                    <a:pt x="131668" y="98706"/>
                    <a:pt x="138310" y="92657"/>
                  </a:cubicBezTo>
                  <a:cubicBezTo>
                    <a:pt x="147047" y="84700"/>
                    <a:pt x="155017" y="52884"/>
                    <a:pt x="152643" y="35441"/>
                  </a:cubicBezTo>
                  <a:lnTo>
                    <a:pt x="150658" y="20853"/>
                  </a:lnTo>
                  <a:lnTo>
                    <a:pt x="160369" y="19300"/>
                  </a:lnTo>
                  <a:cubicBezTo>
                    <a:pt x="165710" y="18446"/>
                    <a:pt x="170796" y="16589"/>
                    <a:pt x="171671" y="15173"/>
                  </a:cubicBezTo>
                  <a:cubicBezTo>
                    <a:pt x="174939" y="9885"/>
                    <a:pt x="170188" y="8173"/>
                    <a:pt x="158173" y="10308"/>
                  </a:cubicBezTo>
                  <a:cubicBezTo>
                    <a:pt x="149606" y="11830"/>
                    <a:pt x="141919" y="11424"/>
                    <a:pt x="132945" y="8975"/>
                  </a:cubicBezTo>
                  <a:lnTo>
                    <a:pt x="120037" y="5453"/>
                  </a:lnTo>
                  <a:lnTo>
                    <a:pt x="136817" y="5689"/>
                  </a:lnTo>
                  <a:cubicBezTo>
                    <a:pt x="146045" y="5819"/>
                    <a:pt x="160178" y="4304"/>
                    <a:pt x="168222" y="2321"/>
                  </a:cubicBezTo>
                  <a:cubicBezTo>
                    <a:pt x="182583" y="-1218"/>
                    <a:pt x="183037" y="-1158"/>
                    <a:pt x="193336" y="5657"/>
                  </a:cubicBezTo>
                  <a:cubicBezTo>
                    <a:pt x="199104" y="9475"/>
                    <a:pt x="205499" y="12598"/>
                    <a:pt x="207546" y="12598"/>
                  </a:cubicBezTo>
                  <a:cubicBezTo>
                    <a:pt x="210236" y="12598"/>
                    <a:pt x="211785" y="17427"/>
                    <a:pt x="213132" y="30004"/>
                  </a:cubicBezTo>
                  <a:cubicBezTo>
                    <a:pt x="216062" y="57367"/>
                    <a:pt x="210014" y="73217"/>
                    <a:pt x="187630" y="96831"/>
                  </a:cubicBezTo>
                  <a:cubicBezTo>
                    <a:pt x="182422" y="102326"/>
                    <a:pt x="177441" y="110596"/>
                    <a:pt x="176562" y="115211"/>
                  </a:cubicBezTo>
                  <a:cubicBezTo>
                    <a:pt x="175683" y="119825"/>
                    <a:pt x="174022" y="123601"/>
                    <a:pt x="172870" y="123601"/>
                  </a:cubicBezTo>
                  <a:cubicBezTo>
                    <a:pt x="168512" y="123601"/>
                    <a:pt x="164964" y="141879"/>
                    <a:pt x="166261" y="157642"/>
                  </a:cubicBezTo>
                  <a:cubicBezTo>
                    <a:pt x="166999" y="166605"/>
                    <a:pt x="166980" y="171906"/>
                    <a:pt x="166219" y="169421"/>
                  </a:cubicBezTo>
                  <a:cubicBezTo>
                    <a:pt x="163842" y="161666"/>
                    <a:pt x="160352" y="164428"/>
                    <a:pt x="156436" y="177166"/>
                  </a:cubicBezTo>
                  <a:cubicBezTo>
                    <a:pt x="154362" y="183910"/>
                    <a:pt x="152584" y="187395"/>
                    <a:pt x="152486" y="184910"/>
                  </a:cubicBezTo>
                  <a:cubicBezTo>
                    <a:pt x="152387" y="182425"/>
                    <a:pt x="151144" y="180392"/>
                    <a:pt x="149724" y="180392"/>
                  </a:cubicBezTo>
                  <a:cubicBezTo>
                    <a:pt x="145947" y="180392"/>
                    <a:pt x="146574" y="187032"/>
                    <a:pt x="150673" y="190434"/>
                  </a:cubicBezTo>
                  <a:cubicBezTo>
                    <a:pt x="153362" y="192666"/>
                    <a:pt x="154997" y="192406"/>
                    <a:pt x="157540" y="189342"/>
                  </a:cubicBezTo>
                  <a:cubicBezTo>
                    <a:pt x="159375" y="187130"/>
                    <a:pt x="162434" y="185918"/>
                    <a:pt x="164336" y="186648"/>
                  </a:cubicBezTo>
                  <a:cubicBezTo>
                    <a:pt x="166311" y="187405"/>
                    <a:pt x="167794" y="186256"/>
                    <a:pt x="167794" y="183969"/>
                  </a:cubicBezTo>
                  <a:cubicBezTo>
                    <a:pt x="167794" y="181765"/>
                    <a:pt x="169246" y="180451"/>
                    <a:pt x="171021" y="181048"/>
                  </a:cubicBezTo>
                  <a:cubicBezTo>
                    <a:pt x="178588" y="183594"/>
                    <a:pt x="167396" y="209728"/>
                    <a:pt x="159467" y="208029"/>
                  </a:cubicBezTo>
                  <a:cubicBezTo>
                    <a:pt x="155365" y="207150"/>
                    <a:pt x="151352" y="215489"/>
                    <a:pt x="153370" y="220699"/>
                  </a:cubicBezTo>
                  <a:cubicBezTo>
                    <a:pt x="155154" y="225305"/>
                    <a:pt x="155436" y="225324"/>
                    <a:pt x="158583" y="221050"/>
                  </a:cubicBezTo>
                  <a:cubicBezTo>
                    <a:pt x="160413" y="218566"/>
                    <a:pt x="164395" y="216533"/>
                    <a:pt x="167434" y="216533"/>
                  </a:cubicBezTo>
                  <a:cubicBezTo>
                    <a:pt x="174275" y="216533"/>
                    <a:pt x="174331" y="217740"/>
                    <a:pt x="167794" y="224277"/>
                  </a:cubicBezTo>
                  <a:cubicBezTo>
                    <a:pt x="164323" y="227748"/>
                    <a:pt x="162581" y="233035"/>
                    <a:pt x="162477" y="240411"/>
                  </a:cubicBezTo>
                  <a:cubicBezTo>
                    <a:pt x="162393" y="246445"/>
                    <a:pt x="161269" y="257191"/>
                    <a:pt x="159980" y="264290"/>
                  </a:cubicBezTo>
                  <a:cubicBezTo>
                    <a:pt x="158691" y="271389"/>
                    <a:pt x="156316" y="286490"/>
                    <a:pt x="154702" y="297848"/>
                  </a:cubicBezTo>
                  <a:cubicBezTo>
                    <a:pt x="152051" y="316511"/>
                    <a:pt x="147143" y="330254"/>
                    <a:pt x="147143" y="319016"/>
                  </a:cubicBezTo>
                  <a:cubicBezTo>
                    <a:pt x="147143" y="316603"/>
                    <a:pt x="145981" y="314628"/>
                    <a:pt x="144561" y="314628"/>
                  </a:cubicBezTo>
                  <a:cubicBezTo>
                    <a:pt x="143141" y="314628"/>
                    <a:pt x="142167" y="313757"/>
                    <a:pt x="142397" y="312692"/>
                  </a:cubicBezTo>
                  <a:cubicBezTo>
                    <a:pt x="143282" y="308582"/>
                    <a:pt x="136781" y="296556"/>
                    <a:pt x="133654" y="296518"/>
                  </a:cubicBezTo>
                  <a:cubicBezTo>
                    <a:pt x="125264" y="296417"/>
                    <a:pt x="123998" y="292782"/>
                    <a:pt x="127870" y="279915"/>
                  </a:cubicBezTo>
                  <a:cubicBezTo>
                    <a:pt x="132191" y="265558"/>
                    <a:pt x="132766" y="255255"/>
                    <a:pt x="129246" y="255255"/>
                  </a:cubicBezTo>
                  <a:cubicBezTo>
                    <a:pt x="127923" y="255255"/>
                    <a:pt x="126121" y="257518"/>
                    <a:pt x="125242" y="260285"/>
                  </a:cubicBezTo>
                  <a:cubicBezTo>
                    <a:pt x="124364" y="263052"/>
                    <a:pt x="121321" y="266054"/>
                    <a:pt x="118479" y="266956"/>
                  </a:cubicBezTo>
                  <a:cubicBezTo>
                    <a:pt x="114695" y="268157"/>
                    <a:pt x="114029" y="269460"/>
                    <a:pt x="115990" y="271823"/>
                  </a:cubicBezTo>
                  <a:cubicBezTo>
                    <a:pt x="120178" y="276868"/>
                    <a:pt x="111817" y="295346"/>
                    <a:pt x="103625" y="299151"/>
                  </a:cubicBezTo>
                  <a:cubicBezTo>
                    <a:pt x="99874" y="300894"/>
                    <a:pt x="95131" y="303139"/>
                    <a:pt x="93086" y="304140"/>
                  </a:cubicBezTo>
                  <a:cubicBezTo>
                    <a:pt x="91041" y="305142"/>
                    <a:pt x="88261" y="309364"/>
                    <a:pt x="86910" y="313522"/>
                  </a:cubicBezTo>
                  <a:cubicBezTo>
                    <a:pt x="85558" y="317680"/>
                    <a:pt x="82145" y="324374"/>
                    <a:pt x="79326" y="328399"/>
                  </a:cubicBezTo>
                  <a:cubicBezTo>
                    <a:pt x="76507" y="332423"/>
                    <a:pt x="72263" y="341130"/>
                    <a:pt x="69895" y="347747"/>
                  </a:cubicBezTo>
                  <a:cubicBezTo>
                    <a:pt x="65145" y="361024"/>
                    <a:pt x="59224" y="364095"/>
                    <a:pt x="51629" y="357222"/>
                  </a:cubicBezTo>
                  <a:cubicBezTo>
                    <a:pt x="44314" y="350602"/>
                    <a:pt x="37572" y="353221"/>
                    <a:pt x="36622" y="363051"/>
                  </a:cubicBezTo>
                  <a:cubicBezTo>
                    <a:pt x="35885" y="370676"/>
                    <a:pt x="35039" y="371420"/>
                    <a:pt x="27100" y="371420"/>
                  </a:cubicBezTo>
                  <a:cubicBezTo>
                    <a:pt x="18795" y="371420"/>
                    <a:pt x="18319" y="370905"/>
                    <a:pt x="16950" y="360449"/>
                  </a:cubicBezTo>
                  <a:close/>
                </a:path>
              </a:pathLst>
            </a:custGeom>
            <a:solidFill>
              <a:srgbClr val="B9B9B9"/>
            </a:solidFill>
            <a:ln w="5163" cap="flat">
              <a:noFill/>
              <a:prstDash val="solid"/>
              <a:miter/>
            </a:ln>
          </p:spPr>
          <p:txBody>
            <a:bodyPr/>
            <a:lstStyle/>
            <a:p>
              <a:endParaRPr lang="es-419" noProof="0" dirty="0"/>
            </a:p>
          </p:txBody>
        </p:sp>
        <p:sp>
          <p:nvSpPr>
            <p:cNvPr id="80" name="Forma libre: forma 79">
              <a:extLst>
                <a:ext uri="{FF2B5EF4-FFF2-40B4-BE49-F238E27FC236}">
                  <a16:creationId xmlns:a16="http://schemas.microsoft.com/office/drawing/2014/main" id="{DA5F71CB-12A5-CFF0-C241-55389C8E4A69}"/>
                </a:ext>
              </a:extLst>
            </p:cNvPr>
            <p:cNvSpPr/>
            <p:nvPr/>
          </p:nvSpPr>
          <p:spPr>
            <a:xfrm>
              <a:off x="2598432" y="2301328"/>
              <a:ext cx="4301" cy="5162"/>
            </a:xfrm>
            <a:custGeom>
              <a:avLst/>
              <a:gdLst>
                <a:gd name="csX0" fmla="*/ 429 w 4301"/>
                <a:gd name="csY0" fmla="*/ 2581 h 5162"/>
                <a:gd name="csX1" fmla="*/ 1567 w 4301"/>
                <a:gd name="csY1" fmla="*/ 0 h 5162"/>
                <a:gd name="csX2" fmla="*/ 4301 w 4301"/>
                <a:gd name="csY2" fmla="*/ 2581 h 5162"/>
                <a:gd name="csX3" fmla="*/ 3163 w 4301"/>
                <a:gd name="csY3" fmla="*/ 5163 h 5162"/>
                <a:gd name="csX4" fmla="*/ 429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429" y="2581"/>
                  </a:moveTo>
                  <a:cubicBezTo>
                    <a:pt x="-448" y="1162"/>
                    <a:pt x="64" y="0"/>
                    <a:pt x="1567" y="0"/>
                  </a:cubicBezTo>
                  <a:cubicBezTo>
                    <a:pt x="3071" y="0"/>
                    <a:pt x="4301" y="1162"/>
                    <a:pt x="4301" y="2581"/>
                  </a:cubicBezTo>
                  <a:cubicBezTo>
                    <a:pt x="4301" y="4001"/>
                    <a:pt x="3789" y="5163"/>
                    <a:pt x="3163" y="5163"/>
                  </a:cubicBezTo>
                  <a:cubicBezTo>
                    <a:pt x="2537" y="5163"/>
                    <a:pt x="1307" y="4001"/>
                    <a:pt x="429" y="2581"/>
                  </a:cubicBezTo>
                  <a:close/>
                </a:path>
              </a:pathLst>
            </a:custGeom>
            <a:solidFill>
              <a:srgbClr val="B9B9B9"/>
            </a:solidFill>
            <a:ln w="5163" cap="flat">
              <a:noFill/>
              <a:prstDash val="solid"/>
              <a:miter/>
            </a:ln>
          </p:spPr>
          <p:txBody>
            <a:bodyPr/>
            <a:lstStyle/>
            <a:p>
              <a:endParaRPr lang="es-419" noProof="0" dirty="0"/>
            </a:p>
          </p:txBody>
        </p:sp>
        <p:sp>
          <p:nvSpPr>
            <p:cNvPr id="81" name="Forma libre: forma 80">
              <a:extLst>
                <a:ext uri="{FF2B5EF4-FFF2-40B4-BE49-F238E27FC236}">
                  <a16:creationId xmlns:a16="http://schemas.microsoft.com/office/drawing/2014/main" id="{59782FCE-5D46-23A3-145C-6F914AC3E0A7}"/>
                </a:ext>
              </a:extLst>
            </p:cNvPr>
            <p:cNvSpPr/>
            <p:nvPr/>
          </p:nvSpPr>
          <p:spPr>
            <a:xfrm>
              <a:off x="2631714" y="2178527"/>
              <a:ext cx="22197" cy="31992"/>
            </a:xfrm>
            <a:custGeom>
              <a:avLst/>
              <a:gdLst>
                <a:gd name="csX0" fmla="*/ 471 w 22197"/>
                <a:gd name="csY0" fmla="*/ 28899 h 31992"/>
                <a:gd name="csX1" fmla="*/ 9355 w 22197"/>
                <a:gd name="csY1" fmla="*/ 4976 h 31992"/>
                <a:gd name="csX2" fmla="*/ 18130 w 22197"/>
                <a:gd name="csY2" fmla="*/ 1262 h 31992"/>
                <a:gd name="csX3" fmla="*/ 15361 w 22197"/>
                <a:gd name="csY3" fmla="*/ 16772 h 31992"/>
                <a:gd name="csX4" fmla="*/ 471 w 22197"/>
                <a:gd name="csY4" fmla="*/ 28899 h 31992"/>
              </a:gdLst>
              <a:ahLst/>
              <a:cxnLst>
                <a:cxn ang="0">
                  <a:pos x="csX0" y="csY0"/>
                </a:cxn>
                <a:cxn ang="0">
                  <a:pos x="csX1" y="csY1"/>
                </a:cxn>
                <a:cxn ang="0">
                  <a:pos x="csX2" y="csY2"/>
                </a:cxn>
                <a:cxn ang="0">
                  <a:pos x="csX3" y="csY3"/>
                </a:cxn>
                <a:cxn ang="0">
                  <a:pos x="csX4" y="csY4"/>
                </a:cxn>
              </a:cxnLst>
              <a:rect l="l" t="t" r="r" b="b"/>
              <a:pathLst>
                <a:path w="22197" h="31992">
                  <a:moveTo>
                    <a:pt x="471" y="28899"/>
                  </a:moveTo>
                  <a:cubicBezTo>
                    <a:pt x="-1762" y="23078"/>
                    <a:pt x="4399" y="6487"/>
                    <a:pt x="9355" y="4976"/>
                  </a:cubicBezTo>
                  <a:cubicBezTo>
                    <a:pt x="11697" y="4262"/>
                    <a:pt x="15646" y="2591"/>
                    <a:pt x="18130" y="1262"/>
                  </a:cubicBezTo>
                  <a:cubicBezTo>
                    <a:pt x="24115" y="-1937"/>
                    <a:pt x="23741" y="160"/>
                    <a:pt x="15361" y="16772"/>
                  </a:cubicBezTo>
                  <a:cubicBezTo>
                    <a:pt x="7920" y="31524"/>
                    <a:pt x="3013" y="35521"/>
                    <a:pt x="471" y="28899"/>
                  </a:cubicBezTo>
                  <a:close/>
                </a:path>
              </a:pathLst>
            </a:custGeom>
            <a:solidFill>
              <a:srgbClr val="B9B9B9"/>
            </a:solidFill>
            <a:ln w="5163" cap="flat">
              <a:noFill/>
              <a:prstDash val="solid"/>
              <a:miter/>
            </a:ln>
          </p:spPr>
          <p:txBody>
            <a:bodyPr/>
            <a:lstStyle/>
            <a:p>
              <a:endParaRPr lang="es-419" noProof="0" dirty="0"/>
            </a:p>
          </p:txBody>
        </p:sp>
        <p:sp>
          <p:nvSpPr>
            <p:cNvPr id="82" name="Forma libre: forma 81">
              <a:extLst>
                <a:ext uri="{FF2B5EF4-FFF2-40B4-BE49-F238E27FC236}">
                  <a16:creationId xmlns:a16="http://schemas.microsoft.com/office/drawing/2014/main" id="{037B2278-FF27-157D-B1CB-895FD3258593}"/>
                </a:ext>
              </a:extLst>
            </p:cNvPr>
            <p:cNvSpPr/>
            <p:nvPr/>
          </p:nvSpPr>
          <p:spPr>
            <a:xfrm>
              <a:off x="2646618" y="2128371"/>
              <a:ext cx="5162" cy="6756"/>
            </a:xfrm>
            <a:custGeom>
              <a:avLst/>
              <a:gdLst>
                <a:gd name="csX0" fmla="*/ 0 w 5162"/>
                <a:gd name="csY0" fmla="*/ 4025 h 6756"/>
                <a:gd name="csX1" fmla="*/ 2581 w 5162"/>
                <a:gd name="csY1" fmla="*/ 0 h 6756"/>
                <a:gd name="csX2" fmla="*/ 5163 w 5162"/>
                <a:gd name="csY2" fmla="*/ 2429 h 6756"/>
                <a:gd name="csX3" fmla="*/ 2581 w 5162"/>
                <a:gd name="csY3" fmla="*/ 6454 h 6756"/>
                <a:gd name="csX4" fmla="*/ 0 w 5162"/>
                <a:gd name="csY4" fmla="*/ 4025 h 6756"/>
              </a:gdLst>
              <a:ahLst/>
              <a:cxnLst>
                <a:cxn ang="0">
                  <a:pos x="csX0" y="csY0"/>
                </a:cxn>
                <a:cxn ang="0">
                  <a:pos x="csX1" y="csY1"/>
                </a:cxn>
                <a:cxn ang="0">
                  <a:pos x="csX2" y="csY2"/>
                </a:cxn>
                <a:cxn ang="0">
                  <a:pos x="csX3" y="csY3"/>
                </a:cxn>
                <a:cxn ang="0">
                  <a:pos x="csX4" y="csY4"/>
                </a:cxn>
              </a:cxnLst>
              <a:rect l="l" t="t" r="r" b="b"/>
              <a:pathLst>
                <a:path w="5162" h="6756">
                  <a:moveTo>
                    <a:pt x="0" y="4025"/>
                  </a:moveTo>
                  <a:cubicBezTo>
                    <a:pt x="0" y="1811"/>
                    <a:pt x="1162" y="0"/>
                    <a:pt x="2581" y="0"/>
                  </a:cubicBezTo>
                  <a:cubicBezTo>
                    <a:pt x="4001" y="0"/>
                    <a:pt x="5163" y="1093"/>
                    <a:pt x="5163" y="2429"/>
                  </a:cubicBezTo>
                  <a:cubicBezTo>
                    <a:pt x="5163" y="3765"/>
                    <a:pt x="4001" y="5576"/>
                    <a:pt x="2581" y="6454"/>
                  </a:cubicBezTo>
                  <a:cubicBezTo>
                    <a:pt x="1162" y="7331"/>
                    <a:pt x="0" y="6238"/>
                    <a:pt x="0" y="4025"/>
                  </a:cubicBezTo>
                  <a:close/>
                </a:path>
              </a:pathLst>
            </a:custGeom>
            <a:solidFill>
              <a:srgbClr val="B9B9B9"/>
            </a:solidFill>
            <a:ln w="5163" cap="flat">
              <a:noFill/>
              <a:prstDash val="solid"/>
              <a:miter/>
            </a:ln>
          </p:spPr>
          <p:txBody>
            <a:bodyPr/>
            <a:lstStyle/>
            <a:p>
              <a:endParaRPr lang="es-419" noProof="0" dirty="0"/>
            </a:p>
          </p:txBody>
        </p:sp>
        <p:sp>
          <p:nvSpPr>
            <p:cNvPr id="83" name="Forma libre: forma 82">
              <a:extLst>
                <a:ext uri="{FF2B5EF4-FFF2-40B4-BE49-F238E27FC236}">
                  <a16:creationId xmlns:a16="http://schemas.microsoft.com/office/drawing/2014/main" id="{DD97F99D-B9B9-4E27-EB38-64E65A2A4BEA}"/>
                </a:ext>
              </a:extLst>
            </p:cNvPr>
            <p:cNvSpPr/>
            <p:nvPr/>
          </p:nvSpPr>
          <p:spPr>
            <a:xfrm>
              <a:off x="2646618" y="2110301"/>
              <a:ext cx="4301" cy="5162"/>
            </a:xfrm>
            <a:custGeom>
              <a:avLst/>
              <a:gdLst>
                <a:gd name="csX0" fmla="*/ 0 w 4301"/>
                <a:gd name="csY0" fmla="*/ 2581 h 5162"/>
                <a:gd name="csX1" fmla="*/ 1138 w 4301"/>
                <a:gd name="csY1" fmla="*/ 0 h 5162"/>
                <a:gd name="csX2" fmla="*/ 3872 w 4301"/>
                <a:gd name="csY2" fmla="*/ 2581 h 5162"/>
                <a:gd name="csX3" fmla="*/ 2734 w 4301"/>
                <a:gd name="csY3" fmla="*/ 5163 h 5162"/>
                <a:gd name="csX4" fmla="*/ 0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0" y="2581"/>
                  </a:moveTo>
                  <a:cubicBezTo>
                    <a:pt x="0" y="1162"/>
                    <a:pt x="512" y="0"/>
                    <a:pt x="1138" y="0"/>
                  </a:cubicBezTo>
                  <a:cubicBezTo>
                    <a:pt x="1765" y="0"/>
                    <a:pt x="2995" y="1162"/>
                    <a:pt x="3872" y="2581"/>
                  </a:cubicBezTo>
                  <a:cubicBezTo>
                    <a:pt x="4750" y="4001"/>
                    <a:pt x="4237" y="5163"/>
                    <a:pt x="2734" y="5163"/>
                  </a:cubicBezTo>
                  <a:cubicBezTo>
                    <a:pt x="1230" y="5163"/>
                    <a:pt x="0" y="4001"/>
                    <a:pt x="0" y="2581"/>
                  </a:cubicBezTo>
                  <a:close/>
                </a:path>
              </a:pathLst>
            </a:custGeom>
            <a:solidFill>
              <a:srgbClr val="B9B9B9"/>
            </a:solidFill>
            <a:ln w="5163" cap="flat">
              <a:noFill/>
              <a:prstDash val="solid"/>
              <a:miter/>
            </a:ln>
          </p:spPr>
          <p:txBody>
            <a:bodyPr/>
            <a:lstStyle/>
            <a:p>
              <a:endParaRPr lang="es-419" noProof="0" dirty="0"/>
            </a:p>
          </p:txBody>
        </p:sp>
      </p:grpSp>
      <p:grpSp>
        <p:nvGrpSpPr>
          <p:cNvPr id="84" name="Gráfico 39">
            <a:extLst>
              <a:ext uri="{FF2B5EF4-FFF2-40B4-BE49-F238E27FC236}">
                <a16:creationId xmlns:a16="http://schemas.microsoft.com/office/drawing/2014/main" id="{3CF1A4D1-B640-8BC4-E51C-DE1E5A914AE1}"/>
              </a:ext>
            </a:extLst>
          </p:cNvPr>
          <p:cNvGrpSpPr/>
          <p:nvPr/>
        </p:nvGrpSpPr>
        <p:grpSpPr>
          <a:xfrm>
            <a:off x="924790" y="1999612"/>
            <a:ext cx="235561" cy="223008"/>
            <a:chOff x="924790" y="1999612"/>
            <a:chExt cx="235561" cy="223008"/>
          </a:xfrm>
          <a:solidFill>
            <a:srgbClr val="B9B9B9"/>
          </a:solidFill>
        </p:grpSpPr>
        <p:sp>
          <p:nvSpPr>
            <p:cNvPr id="85" name="Forma libre: forma 84">
              <a:extLst>
                <a:ext uri="{FF2B5EF4-FFF2-40B4-BE49-F238E27FC236}">
                  <a16:creationId xmlns:a16="http://schemas.microsoft.com/office/drawing/2014/main" id="{06C54FAD-9DF3-E49F-5047-5B2EA665244E}"/>
                </a:ext>
              </a:extLst>
            </p:cNvPr>
            <p:cNvSpPr/>
            <p:nvPr/>
          </p:nvSpPr>
          <p:spPr>
            <a:xfrm>
              <a:off x="1018216" y="1999612"/>
              <a:ext cx="142135" cy="223008"/>
            </a:xfrm>
            <a:custGeom>
              <a:avLst/>
              <a:gdLst>
                <a:gd name="csX0" fmla="*/ 33142 w 142135"/>
                <a:gd name="csY0" fmla="*/ 222624 h 223008"/>
                <a:gd name="csX1" fmla="*/ 24030 w 142135"/>
                <a:gd name="csY1" fmla="*/ 217989 h 223008"/>
                <a:gd name="csX2" fmla="*/ 15077 w 142135"/>
                <a:gd name="csY2" fmla="*/ 214475 h 223008"/>
                <a:gd name="csX3" fmla="*/ 28065 w 142135"/>
                <a:gd name="csY3" fmla="*/ 199749 h 223008"/>
                <a:gd name="csX4" fmla="*/ 39623 w 142135"/>
                <a:gd name="csY4" fmla="*/ 181324 h 223008"/>
                <a:gd name="csX5" fmla="*/ 40552 w 142135"/>
                <a:gd name="csY5" fmla="*/ 163618 h 223008"/>
                <a:gd name="csX6" fmla="*/ 38270 w 142135"/>
                <a:gd name="csY6" fmla="*/ 146871 h 223008"/>
                <a:gd name="csX7" fmla="*/ 31342 w 142135"/>
                <a:gd name="csY7" fmla="*/ 141344 h 223008"/>
                <a:gd name="csX8" fmla="*/ 23064 w 142135"/>
                <a:gd name="csY8" fmla="*/ 130695 h 223008"/>
                <a:gd name="csX9" fmla="*/ 21238 w 142135"/>
                <a:gd name="csY9" fmla="*/ 121015 h 223008"/>
                <a:gd name="csX10" fmla="*/ 21448 w 142135"/>
                <a:gd name="csY10" fmla="*/ 110689 h 223008"/>
                <a:gd name="csX11" fmla="*/ 17417 w 142135"/>
                <a:gd name="csY11" fmla="*/ 113600 h 223008"/>
                <a:gd name="csX12" fmla="*/ 6090 w 142135"/>
                <a:gd name="csY12" fmla="*/ 75839 h 223008"/>
                <a:gd name="csX13" fmla="*/ 446 w 142135"/>
                <a:gd name="csY13" fmla="*/ 49379 h 223008"/>
                <a:gd name="csX14" fmla="*/ 1787 w 142135"/>
                <a:gd name="csY14" fmla="*/ 43571 h 223008"/>
                <a:gd name="csX15" fmla="*/ 4669 w 142135"/>
                <a:gd name="csY15" fmla="*/ 50173 h 223008"/>
                <a:gd name="csX16" fmla="*/ 15640 w 142135"/>
                <a:gd name="csY16" fmla="*/ 55981 h 223008"/>
                <a:gd name="csX17" fmla="*/ 25590 w 142135"/>
                <a:gd name="csY17" fmla="*/ 51315 h 223008"/>
                <a:gd name="csX18" fmla="*/ 21927 w 142135"/>
                <a:gd name="csY18" fmla="*/ 38128 h 223008"/>
                <a:gd name="csX19" fmla="*/ 25126 w 142135"/>
                <a:gd name="csY19" fmla="*/ 20612 h 223008"/>
                <a:gd name="csX20" fmla="*/ 29635 w 142135"/>
                <a:gd name="csY20" fmla="*/ 8944 h 223008"/>
                <a:gd name="csX21" fmla="*/ 56601 w 142135"/>
                <a:gd name="csY21" fmla="*/ 2664 h 223008"/>
                <a:gd name="csX22" fmla="*/ 68014 w 142135"/>
                <a:gd name="csY22" fmla="*/ 14926 h 223008"/>
                <a:gd name="csX23" fmla="*/ 70397 w 142135"/>
                <a:gd name="csY23" fmla="*/ 28730 h 223008"/>
                <a:gd name="csX24" fmla="*/ 64799 w 142135"/>
                <a:gd name="csY24" fmla="*/ 38367 h 223008"/>
                <a:gd name="csX25" fmla="*/ 76515 w 142135"/>
                <a:gd name="csY25" fmla="*/ 47199 h 223008"/>
                <a:gd name="csX26" fmla="*/ 95020 w 142135"/>
                <a:gd name="csY26" fmla="*/ 52596 h 223008"/>
                <a:gd name="csX27" fmla="*/ 116723 w 142135"/>
                <a:gd name="csY27" fmla="*/ 66052 h 223008"/>
                <a:gd name="csX28" fmla="*/ 125419 w 142135"/>
                <a:gd name="csY28" fmla="*/ 64641 h 223008"/>
                <a:gd name="csX29" fmla="*/ 121867 w 142135"/>
                <a:gd name="csY29" fmla="*/ 77984 h 223008"/>
                <a:gd name="csX30" fmla="*/ 126198 w 142135"/>
                <a:gd name="csY30" fmla="*/ 109560 h 223008"/>
                <a:gd name="csX31" fmla="*/ 132452 w 142135"/>
                <a:gd name="csY31" fmla="*/ 130811 h 223008"/>
                <a:gd name="csX32" fmla="*/ 137172 w 142135"/>
                <a:gd name="csY32" fmla="*/ 149525 h 223008"/>
                <a:gd name="csX33" fmla="*/ 126264 w 142135"/>
                <a:gd name="csY33" fmla="*/ 165042 h 223008"/>
                <a:gd name="csX34" fmla="*/ 119713 w 142135"/>
                <a:gd name="csY34" fmla="*/ 162318 h 223008"/>
                <a:gd name="csX35" fmla="*/ 122125 w 142135"/>
                <a:gd name="csY35" fmla="*/ 181310 h 223008"/>
                <a:gd name="csX36" fmla="*/ 122395 w 142135"/>
                <a:gd name="csY36" fmla="*/ 193071 h 223008"/>
                <a:gd name="csX37" fmla="*/ 117050 w 142135"/>
                <a:gd name="csY37" fmla="*/ 205350 h 223008"/>
                <a:gd name="csX38" fmla="*/ 115307 w 142135"/>
                <a:gd name="csY38" fmla="*/ 214639 h 223008"/>
                <a:gd name="csX39" fmla="*/ 105608 w 142135"/>
                <a:gd name="csY39" fmla="*/ 205168 h 223008"/>
                <a:gd name="csX40" fmla="*/ 70306 w 142135"/>
                <a:gd name="csY40" fmla="*/ 198146 h 223008"/>
                <a:gd name="csX41" fmla="*/ 57886 w 142135"/>
                <a:gd name="csY41" fmla="*/ 203581 h 223008"/>
                <a:gd name="csX42" fmla="*/ 42822 w 142135"/>
                <a:gd name="csY42" fmla="*/ 214552 h 223008"/>
                <a:gd name="csX43" fmla="*/ 33142 w 142135"/>
                <a:gd name="csY43" fmla="*/ 222624 h 2230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42135" h="223008">
                  <a:moveTo>
                    <a:pt x="33142" y="222624"/>
                  </a:moveTo>
                  <a:cubicBezTo>
                    <a:pt x="33100" y="221007"/>
                    <a:pt x="28999" y="218922"/>
                    <a:pt x="24030" y="217989"/>
                  </a:cubicBezTo>
                  <a:cubicBezTo>
                    <a:pt x="19061" y="217057"/>
                    <a:pt x="15032" y="215476"/>
                    <a:pt x="15077" y="214475"/>
                  </a:cubicBezTo>
                  <a:cubicBezTo>
                    <a:pt x="15123" y="213475"/>
                    <a:pt x="20967" y="206848"/>
                    <a:pt x="28065" y="199749"/>
                  </a:cubicBezTo>
                  <a:cubicBezTo>
                    <a:pt x="37756" y="190056"/>
                    <a:pt x="40635" y="185467"/>
                    <a:pt x="39623" y="181324"/>
                  </a:cubicBezTo>
                  <a:cubicBezTo>
                    <a:pt x="38882" y="178289"/>
                    <a:pt x="39300" y="170321"/>
                    <a:pt x="40552" y="163618"/>
                  </a:cubicBezTo>
                  <a:cubicBezTo>
                    <a:pt x="42457" y="153420"/>
                    <a:pt x="42085" y="150686"/>
                    <a:pt x="38270" y="146871"/>
                  </a:cubicBezTo>
                  <a:cubicBezTo>
                    <a:pt x="35762" y="144363"/>
                    <a:pt x="32644" y="141876"/>
                    <a:pt x="31342" y="141344"/>
                  </a:cubicBezTo>
                  <a:cubicBezTo>
                    <a:pt x="30039" y="140811"/>
                    <a:pt x="26314" y="136019"/>
                    <a:pt x="23064" y="130695"/>
                  </a:cubicBezTo>
                  <a:cubicBezTo>
                    <a:pt x="18146" y="122638"/>
                    <a:pt x="17840" y="121015"/>
                    <a:pt x="21238" y="121015"/>
                  </a:cubicBezTo>
                  <a:cubicBezTo>
                    <a:pt x="26407" y="121015"/>
                    <a:pt x="26532" y="114908"/>
                    <a:pt x="21448" y="110689"/>
                  </a:cubicBezTo>
                  <a:cubicBezTo>
                    <a:pt x="18195" y="107989"/>
                    <a:pt x="17551" y="108454"/>
                    <a:pt x="17417" y="113600"/>
                  </a:cubicBezTo>
                  <a:cubicBezTo>
                    <a:pt x="17202" y="121855"/>
                    <a:pt x="11362" y="102386"/>
                    <a:pt x="6090" y="75839"/>
                  </a:cubicBezTo>
                  <a:cubicBezTo>
                    <a:pt x="3834" y="64481"/>
                    <a:pt x="1295" y="52574"/>
                    <a:pt x="446" y="49379"/>
                  </a:cubicBezTo>
                  <a:cubicBezTo>
                    <a:pt x="-477" y="45903"/>
                    <a:pt x="61" y="43571"/>
                    <a:pt x="1787" y="43571"/>
                  </a:cubicBezTo>
                  <a:cubicBezTo>
                    <a:pt x="3372" y="43571"/>
                    <a:pt x="4669" y="46542"/>
                    <a:pt x="4669" y="50173"/>
                  </a:cubicBezTo>
                  <a:cubicBezTo>
                    <a:pt x="4669" y="56344"/>
                    <a:pt x="5386" y="56723"/>
                    <a:pt x="15640" y="55981"/>
                  </a:cubicBezTo>
                  <a:cubicBezTo>
                    <a:pt x="23894" y="55384"/>
                    <a:pt x="26358" y="54229"/>
                    <a:pt x="25590" y="51315"/>
                  </a:cubicBezTo>
                  <a:cubicBezTo>
                    <a:pt x="25028" y="49186"/>
                    <a:pt x="23380" y="43251"/>
                    <a:pt x="21927" y="38128"/>
                  </a:cubicBezTo>
                  <a:cubicBezTo>
                    <a:pt x="19644" y="30074"/>
                    <a:pt x="20076" y="27703"/>
                    <a:pt x="25126" y="20612"/>
                  </a:cubicBezTo>
                  <a:cubicBezTo>
                    <a:pt x="28338" y="16101"/>
                    <a:pt x="30367" y="10851"/>
                    <a:pt x="29635" y="8944"/>
                  </a:cubicBezTo>
                  <a:cubicBezTo>
                    <a:pt x="26306" y="269"/>
                    <a:pt x="38854" y="-2653"/>
                    <a:pt x="56601" y="2664"/>
                  </a:cubicBezTo>
                  <a:cubicBezTo>
                    <a:pt x="65243" y="5253"/>
                    <a:pt x="66731" y="6851"/>
                    <a:pt x="68014" y="14926"/>
                  </a:cubicBezTo>
                  <a:cubicBezTo>
                    <a:pt x="68826" y="20032"/>
                    <a:pt x="69898" y="26244"/>
                    <a:pt x="70397" y="28730"/>
                  </a:cubicBezTo>
                  <a:cubicBezTo>
                    <a:pt x="70908" y="31276"/>
                    <a:pt x="68463" y="35485"/>
                    <a:pt x="64799" y="38367"/>
                  </a:cubicBezTo>
                  <a:cubicBezTo>
                    <a:pt x="52677" y="47902"/>
                    <a:pt x="63675" y="56192"/>
                    <a:pt x="76515" y="47199"/>
                  </a:cubicBezTo>
                  <a:cubicBezTo>
                    <a:pt x="84862" y="41352"/>
                    <a:pt x="95020" y="44315"/>
                    <a:pt x="95020" y="52596"/>
                  </a:cubicBezTo>
                  <a:cubicBezTo>
                    <a:pt x="95020" y="61383"/>
                    <a:pt x="105491" y="67875"/>
                    <a:pt x="116723" y="66052"/>
                  </a:cubicBezTo>
                  <a:lnTo>
                    <a:pt x="125419" y="64641"/>
                  </a:lnTo>
                  <a:lnTo>
                    <a:pt x="121867" y="77984"/>
                  </a:lnTo>
                  <a:cubicBezTo>
                    <a:pt x="116766" y="97143"/>
                    <a:pt x="117305" y="101074"/>
                    <a:pt x="126198" y="109560"/>
                  </a:cubicBezTo>
                  <a:cubicBezTo>
                    <a:pt x="133696" y="116715"/>
                    <a:pt x="134049" y="117914"/>
                    <a:pt x="132452" y="130811"/>
                  </a:cubicBezTo>
                  <a:cubicBezTo>
                    <a:pt x="130905" y="143306"/>
                    <a:pt x="131310" y="144914"/>
                    <a:pt x="137172" y="149525"/>
                  </a:cubicBezTo>
                  <a:cubicBezTo>
                    <a:pt x="148350" y="158317"/>
                    <a:pt x="138877" y="171792"/>
                    <a:pt x="126264" y="165042"/>
                  </a:cubicBezTo>
                  <a:cubicBezTo>
                    <a:pt x="123464" y="163544"/>
                    <a:pt x="120516" y="162318"/>
                    <a:pt x="119713" y="162318"/>
                  </a:cubicBezTo>
                  <a:cubicBezTo>
                    <a:pt x="116537" y="162318"/>
                    <a:pt x="118487" y="177672"/>
                    <a:pt x="122125" y="181310"/>
                  </a:cubicBezTo>
                  <a:cubicBezTo>
                    <a:pt x="126947" y="186132"/>
                    <a:pt x="127019" y="189234"/>
                    <a:pt x="122395" y="193071"/>
                  </a:cubicBezTo>
                  <a:cubicBezTo>
                    <a:pt x="120414" y="194715"/>
                    <a:pt x="118009" y="200241"/>
                    <a:pt x="117050" y="205350"/>
                  </a:cubicBezTo>
                  <a:lnTo>
                    <a:pt x="115307" y="214639"/>
                  </a:lnTo>
                  <a:lnTo>
                    <a:pt x="105608" y="205168"/>
                  </a:lnTo>
                  <a:cubicBezTo>
                    <a:pt x="93087" y="192941"/>
                    <a:pt x="80185" y="190375"/>
                    <a:pt x="70306" y="198146"/>
                  </a:cubicBezTo>
                  <a:cubicBezTo>
                    <a:pt x="66478" y="201157"/>
                    <a:pt x="60889" y="203603"/>
                    <a:pt x="57886" y="203581"/>
                  </a:cubicBezTo>
                  <a:cubicBezTo>
                    <a:pt x="54649" y="203557"/>
                    <a:pt x="48516" y="208024"/>
                    <a:pt x="42822" y="214552"/>
                  </a:cubicBezTo>
                  <a:cubicBezTo>
                    <a:pt x="37540" y="220608"/>
                    <a:pt x="33184" y="224241"/>
                    <a:pt x="33142" y="222624"/>
                  </a:cubicBezTo>
                  <a:close/>
                </a:path>
              </a:pathLst>
            </a:custGeom>
            <a:solidFill>
              <a:srgbClr val="B9B9B9"/>
            </a:solidFill>
            <a:ln w="5163" cap="flat">
              <a:noFill/>
              <a:prstDash val="solid"/>
              <a:miter/>
            </a:ln>
          </p:spPr>
          <p:txBody>
            <a:bodyPr/>
            <a:lstStyle/>
            <a:p>
              <a:endParaRPr lang="es-419" noProof="0" dirty="0"/>
            </a:p>
          </p:txBody>
        </p:sp>
        <p:sp>
          <p:nvSpPr>
            <p:cNvPr id="86" name="Forma libre: forma 85">
              <a:extLst>
                <a:ext uri="{FF2B5EF4-FFF2-40B4-BE49-F238E27FC236}">
                  <a16:creationId xmlns:a16="http://schemas.microsoft.com/office/drawing/2014/main" id="{FF4AEF11-B2CE-5360-9984-BC4181297402}"/>
                </a:ext>
              </a:extLst>
            </p:cNvPr>
            <p:cNvSpPr/>
            <p:nvPr/>
          </p:nvSpPr>
          <p:spPr>
            <a:xfrm>
              <a:off x="976738" y="2149266"/>
              <a:ext cx="9026" cy="7395"/>
            </a:xfrm>
            <a:custGeom>
              <a:avLst/>
              <a:gdLst>
                <a:gd name="csX0" fmla="*/ 866 w 9026"/>
                <a:gd name="csY0" fmla="*/ 4748 h 7395"/>
                <a:gd name="csX1" fmla="*/ 6187 w 9026"/>
                <a:gd name="csY1" fmla="*/ 710 h 7395"/>
                <a:gd name="csX2" fmla="*/ 8728 w 9026"/>
                <a:gd name="csY2" fmla="*/ 4901 h 7395"/>
                <a:gd name="csX3" fmla="*/ 866 w 9026"/>
                <a:gd name="csY3" fmla="*/ 4748 h 7395"/>
              </a:gdLst>
              <a:ahLst/>
              <a:cxnLst>
                <a:cxn ang="0">
                  <a:pos x="csX0" y="csY0"/>
                </a:cxn>
                <a:cxn ang="0">
                  <a:pos x="csX1" y="csY1"/>
                </a:cxn>
                <a:cxn ang="0">
                  <a:pos x="csX2" y="csY2"/>
                </a:cxn>
                <a:cxn ang="0">
                  <a:pos x="csX3" y="csY3"/>
                </a:cxn>
              </a:cxnLst>
              <a:rect l="l" t="t" r="r" b="b"/>
              <a:pathLst>
                <a:path w="9026" h="7395">
                  <a:moveTo>
                    <a:pt x="866" y="4748"/>
                  </a:moveTo>
                  <a:cubicBezTo>
                    <a:pt x="-1510" y="904"/>
                    <a:pt x="1245" y="-1186"/>
                    <a:pt x="6187" y="710"/>
                  </a:cubicBezTo>
                  <a:cubicBezTo>
                    <a:pt x="8468" y="1586"/>
                    <a:pt x="9611" y="3472"/>
                    <a:pt x="8728" y="4901"/>
                  </a:cubicBezTo>
                  <a:cubicBezTo>
                    <a:pt x="6635" y="8287"/>
                    <a:pt x="3009" y="8216"/>
                    <a:pt x="866" y="4748"/>
                  </a:cubicBezTo>
                  <a:close/>
                </a:path>
              </a:pathLst>
            </a:custGeom>
            <a:solidFill>
              <a:srgbClr val="B9B9B9"/>
            </a:solidFill>
            <a:ln w="5163" cap="flat">
              <a:noFill/>
              <a:prstDash val="solid"/>
              <a:miter/>
            </a:ln>
          </p:spPr>
          <p:txBody>
            <a:bodyPr/>
            <a:lstStyle/>
            <a:p>
              <a:endParaRPr lang="es-419" noProof="0" dirty="0"/>
            </a:p>
          </p:txBody>
        </p:sp>
        <p:sp>
          <p:nvSpPr>
            <p:cNvPr id="87" name="Forma libre: forma 86">
              <a:extLst>
                <a:ext uri="{FF2B5EF4-FFF2-40B4-BE49-F238E27FC236}">
                  <a16:creationId xmlns:a16="http://schemas.microsoft.com/office/drawing/2014/main" id="{2837B27C-9B2C-C33C-F6FF-51F6E244370E}"/>
                </a:ext>
              </a:extLst>
            </p:cNvPr>
            <p:cNvSpPr/>
            <p:nvPr/>
          </p:nvSpPr>
          <p:spPr>
            <a:xfrm>
              <a:off x="958388" y="2135665"/>
              <a:ext cx="19364" cy="11047"/>
            </a:xfrm>
            <a:custGeom>
              <a:avLst/>
              <a:gdLst>
                <a:gd name="csX0" fmla="*/ 0 w 19364"/>
                <a:gd name="csY0" fmla="*/ 8841 h 11047"/>
                <a:gd name="csX1" fmla="*/ 17408 w 19364"/>
                <a:gd name="csY1" fmla="*/ 154 h 11047"/>
                <a:gd name="csX2" fmla="*/ 17432 w 19364"/>
                <a:gd name="csY2" fmla="*/ 5614 h 11047"/>
                <a:gd name="csX3" fmla="*/ 0 w 19364"/>
                <a:gd name="csY3" fmla="*/ 8841 h 11047"/>
              </a:gdLst>
              <a:ahLst/>
              <a:cxnLst>
                <a:cxn ang="0">
                  <a:pos x="csX0" y="csY0"/>
                </a:cxn>
                <a:cxn ang="0">
                  <a:pos x="csX1" y="csY1"/>
                </a:cxn>
                <a:cxn ang="0">
                  <a:pos x="csX2" y="csY2"/>
                </a:cxn>
                <a:cxn ang="0">
                  <a:pos x="csX3" y="csY3"/>
                </a:cxn>
              </a:cxnLst>
              <a:rect l="l" t="t" r="r" b="b"/>
              <a:pathLst>
                <a:path w="19364" h="11047">
                  <a:moveTo>
                    <a:pt x="0" y="8841"/>
                  </a:moveTo>
                  <a:cubicBezTo>
                    <a:pt x="126" y="2682"/>
                    <a:pt x="7086" y="-791"/>
                    <a:pt x="17408" y="154"/>
                  </a:cubicBezTo>
                  <a:cubicBezTo>
                    <a:pt x="20010" y="392"/>
                    <a:pt x="20015" y="1478"/>
                    <a:pt x="17432" y="5614"/>
                  </a:cubicBezTo>
                  <a:cubicBezTo>
                    <a:pt x="14357" y="10538"/>
                    <a:pt x="-89" y="13212"/>
                    <a:pt x="0" y="8841"/>
                  </a:cubicBezTo>
                  <a:close/>
                </a:path>
              </a:pathLst>
            </a:custGeom>
            <a:solidFill>
              <a:srgbClr val="B9B9B9"/>
            </a:solidFill>
            <a:ln w="5163" cap="flat">
              <a:noFill/>
              <a:prstDash val="solid"/>
              <a:miter/>
            </a:ln>
          </p:spPr>
          <p:txBody>
            <a:bodyPr/>
            <a:lstStyle/>
            <a:p>
              <a:endParaRPr lang="es-419" noProof="0" dirty="0"/>
            </a:p>
          </p:txBody>
        </p:sp>
        <p:sp>
          <p:nvSpPr>
            <p:cNvPr id="88" name="Forma libre: forma 87">
              <a:extLst>
                <a:ext uri="{FF2B5EF4-FFF2-40B4-BE49-F238E27FC236}">
                  <a16:creationId xmlns:a16="http://schemas.microsoft.com/office/drawing/2014/main" id="{07FD91A0-8A00-BA07-8F00-E57F39434126}"/>
                </a:ext>
              </a:extLst>
            </p:cNvPr>
            <p:cNvSpPr/>
            <p:nvPr/>
          </p:nvSpPr>
          <p:spPr>
            <a:xfrm>
              <a:off x="938010" y="2110987"/>
              <a:ext cx="18997" cy="19965"/>
            </a:xfrm>
            <a:custGeom>
              <a:avLst/>
              <a:gdLst>
                <a:gd name="csX0" fmla="*/ 2787 w 18997"/>
                <a:gd name="csY0" fmla="*/ 11392 h 19965"/>
                <a:gd name="csX1" fmla="*/ 4678 w 18997"/>
                <a:gd name="csY1" fmla="*/ 36 h 19965"/>
                <a:gd name="csX2" fmla="*/ 17544 w 18997"/>
                <a:gd name="csY2" fmla="*/ 12951 h 19965"/>
                <a:gd name="csX3" fmla="*/ 13049 w 18997"/>
                <a:gd name="csY3" fmla="*/ 19965 h 19965"/>
                <a:gd name="csX4" fmla="*/ 2787 w 18997"/>
                <a:gd name="csY4" fmla="*/ 11392 h 19965"/>
              </a:gdLst>
              <a:ahLst/>
              <a:cxnLst>
                <a:cxn ang="0">
                  <a:pos x="csX0" y="csY0"/>
                </a:cxn>
                <a:cxn ang="0">
                  <a:pos x="csX1" y="csY1"/>
                </a:cxn>
                <a:cxn ang="0">
                  <a:pos x="csX2" y="csY2"/>
                </a:cxn>
                <a:cxn ang="0">
                  <a:pos x="csX3" y="csY3"/>
                </a:cxn>
                <a:cxn ang="0">
                  <a:pos x="csX4" y="csY4"/>
                </a:cxn>
              </a:cxnLst>
              <a:rect l="l" t="t" r="r" b="b"/>
              <a:pathLst>
                <a:path w="18997" h="19965">
                  <a:moveTo>
                    <a:pt x="2787" y="11392"/>
                  </a:moveTo>
                  <a:cubicBezTo>
                    <a:pt x="-1192" y="389"/>
                    <a:pt x="-1207" y="479"/>
                    <a:pt x="4678" y="36"/>
                  </a:cubicBezTo>
                  <a:cubicBezTo>
                    <a:pt x="10396" y="-395"/>
                    <a:pt x="13750" y="2973"/>
                    <a:pt x="17544" y="12951"/>
                  </a:cubicBezTo>
                  <a:cubicBezTo>
                    <a:pt x="20048" y="19537"/>
                    <a:pt x="19774" y="19965"/>
                    <a:pt x="13049" y="19965"/>
                  </a:cubicBezTo>
                  <a:cubicBezTo>
                    <a:pt x="7281" y="19965"/>
                    <a:pt x="5284" y="18297"/>
                    <a:pt x="2787" y="11392"/>
                  </a:cubicBezTo>
                  <a:close/>
                </a:path>
              </a:pathLst>
            </a:custGeom>
            <a:solidFill>
              <a:srgbClr val="B9B9B9"/>
            </a:solidFill>
            <a:ln w="5163" cap="flat">
              <a:noFill/>
              <a:prstDash val="solid"/>
              <a:miter/>
            </a:ln>
          </p:spPr>
          <p:txBody>
            <a:bodyPr/>
            <a:lstStyle/>
            <a:p>
              <a:endParaRPr lang="es-419" noProof="0" dirty="0"/>
            </a:p>
          </p:txBody>
        </p:sp>
        <p:sp>
          <p:nvSpPr>
            <p:cNvPr id="89" name="Forma libre: forma 88">
              <a:extLst>
                <a:ext uri="{FF2B5EF4-FFF2-40B4-BE49-F238E27FC236}">
                  <a16:creationId xmlns:a16="http://schemas.microsoft.com/office/drawing/2014/main" id="{A2C3AC53-7F35-AEC8-DC12-BC3CE50AF0E1}"/>
                </a:ext>
              </a:extLst>
            </p:cNvPr>
            <p:cNvSpPr/>
            <p:nvPr/>
          </p:nvSpPr>
          <p:spPr>
            <a:xfrm>
              <a:off x="924790" y="2098451"/>
              <a:ext cx="5162" cy="9268"/>
            </a:xfrm>
            <a:custGeom>
              <a:avLst/>
              <a:gdLst>
                <a:gd name="csX0" fmla="*/ 0 w 5162"/>
                <a:gd name="csY0" fmla="*/ 3953 h 9268"/>
                <a:gd name="csX1" fmla="*/ 2581 w 5162"/>
                <a:gd name="csY1" fmla="*/ 233 h 9268"/>
                <a:gd name="csX2" fmla="*/ 5163 w 5162"/>
                <a:gd name="csY2" fmla="*/ 5549 h 9268"/>
                <a:gd name="csX3" fmla="*/ 2581 w 5162"/>
                <a:gd name="csY3" fmla="*/ 9269 h 9268"/>
                <a:gd name="csX4" fmla="*/ 0 w 5162"/>
                <a:gd name="csY4" fmla="*/ 3953 h 9268"/>
              </a:gdLst>
              <a:ahLst/>
              <a:cxnLst>
                <a:cxn ang="0">
                  <a:pos x="csX0" y="csY0"/>
                </a:cxn>
                <a:cxn ang="0">
                  <a:pos x="csX1" y="csY1"/>
                </a:cxn>
                <a:cxn ang="0">
                  <a:pos x="csX2" y="csY2"/>
                </a:cxn>
                <a:cxn ang="0">
                  <a:pos x="csX3" y="csY3"/>
                </a:cxn>
                <a:cxn ang="0">
                  <a:pos x="csX4" y="csY4"/>
                </a:cxn>
              </a:cxnLst>
              <a:rect l="l" t="t" r="r" b="b"/>
              <a:pathLst>
                <a:path w="5162" h="9268">
                  <a:moveTo>
                    <a:pt x="0" y="3953"/>
                  </a:moveTo>
                  <a:cubicBezTo>
                    <a:pt x="0" y="1030"/>
                    <a:pt x="1162" y="-644"/>
                    <a:pt x="2581" y="233"/>
                  </a:cubicBezTo>
                  <a:cubicBezTo>
                    <a:pt x="4001" y="1111"/>
                    <a:pt x="5163" y="3503"/>
                    <a:pt x="5163" y="5549"/>
                  </a:cubicBezTo>
                  <a:cubicBezTo>
                    <a:pt x="5163" y="7595"/>
                    <a:pt x="4001" y="9269"/>
                    <a:pt x="2581" y="9269"/>
                  </a:cubicBezTo>
                  <a:cubicBezTo>
                    <a:pt x="1162" y="9269"/>
                    <a:pt x="0" y="6877"/>
                    <a:pt x="0" y="3953"/>
                  </a:cubicBezTo>
                  <a:close/>
                </a:path>
              </a:pathLst>
            </a:custGeom>
            <a:solidFill>
              <a:srgbClr val="B9B9B9"/>
            </a:solidFill>
            <a:ln w="5163" cap="flat">
              <a:noFill/>
              <a:prstDash val="solid"/>
              <a:miter/>
            </a:ln>
          </p:spPr>
          <p:txBody>
            <a:bodyPr/>
            <a:lstStyle/>
            <a:p>
              <a:endParaRPr lang="es-419" noProof="0" dirty="0"/>
            </a:p>
          </p:txBody>
        </p:sp>
      </p:grpSp>
      <p:grpSp>
        <p:nvGrpSpPr>
          <p:cNvPr id="90" name="Gráfico 39">
            <a:extLst>
              <a:ext uri="{FF2B5EF4-FFF2-40B4-BE49-F238E27FC236}">
                <a16:creationId xmlns:a16="http://schemas.microsoft.com/office/drawing/2014/main" id="{6E78A41D-3E7D-B0A5-65C0-C560FA113EFF}"/>
              </a:ext>
            </a:extLst>
          </p:cNvPr>
          <p:cNvGrpSpPr/>
          <p:nvPr/>
        </p:nvGrpSpPr>
        <p:grpSpPr>
          <a:xfrm>
            <a:off x="281340" y="1474182"/>
            <a:ext cx="428841" cy="522535"/>
            <a:chOff x="281340" y="1474182"/>
            <a:chExt cx="428841" cy="522535"/>
          </a:xfrm>
          <a:solidFill>
            <a:srgbClr val="B9B9B9"/>
          </a:solidFill>
        </p:grpSpPr>
        <p:grpSp>
          <p:nvGrpSpPr>
            <p:cNvPr id="91" name="Gráfico 39">
              <a:extLst>
                <a:ext uri="{FF2B5EF4-FFF2-40B4-BE49-F238E27FC236}">
                  <a16:creationId xmlns:a16="http://schemas.microsoft.com/office/drawing/2014/main" id="{D49208E5-C3A7-52CD-160B-07F04B635CFC}"/>
                </a:ext>
              </a:extLst>
            </p:cNvPr>
            <p:cNvGrpSpPr/>
            <p:nvPr/>
          </p:nvGrpSpPr>
          <p:grpSpPr>
            <a:xfrm>
              <a:off x="281340" y="1474182"/>
              <a:ext cx="428841" cy="522535"/>
              <a:chOff x="281340" y="1474182"/>
              <a:chExt cx="428841" cy="522535"/>
            </a:xfrm>
            <a:solidFill>
              <a:srgbClr val="B9B9B9"/>
            </a:solidFill>
          </p:grpSpPr>
          <p:sp>
            <p:nvSpPr>
              <p:cNvPr id="92" name="Forma libre: forma 91">
                <a:extLst>
                  <a:ext uri="{FF2B5EF4-FFF2-40B4-BE49-F238E27FC236}">
                    <a16:creationId xmlns:a16="http://schemas.microsoft.com/office/drawing/2014/main" id="{D2878D19-B8E1-6BF6-F106-BA31BD3E9CAA}"/>
                  </a:ext>
                </a:extLst>
              </p:cNvPr>
              <p:cNvSpPr/>
              <p:nvPr/>
            </p:nvSpPr>
            <p:spPr>
              <a:xfrm>
                <a:off x="281340" y="1474182"/>
                <a:ext cx="428841" cy="522535"/>
              </a:xfrm>
              <a:custGeom>
                <a:avLst/>
                <a:gdLst>
                  <a:gd name="csX0" fmla="*/ 375000 w 428841"/>
                  <a:gd name="csY0" fmla="*/ 516104 h 522535"/>
                  <a:gd name="csX1" fmla="*/ 367101 w 428841"/>
                  <a:gd name="csY1" fmla="*/ 496098 h 522535"/>
                  <a:gd name="csX2" fmla="*/ 357849 w 428841"/>
                  <a:gd name="csY2" fmla="*/ 467300 h 522535"/>
                  <a:gd name="csX3" fmla="*/ 337807 w 428841"/>
                  <a:gd name="csY3" fmla="*/ 445109 h 522535"/>
                  <a:gd name="csX4" fmla="*/ 320489 w 428841"/>
                  <a:gd name="csY4" fmla="*/ 429036 h 522535"/>
                  <a:gd name="csX5" fmla="*/ 269809 w 428841"/>
                  <a:gd name="csY5" fmla="*/ 379110 h 522535"/>
                  <a:gd name="csX6" fmla="*/ 248488 w 428841"/>
                  <a:gd name="csY6" fmla="*/ 370097 h 522535"/>
                  <a:gd name="csX7" fmla="*/ 256878 w 428841"/>
                  <a:gd name="csY7" fmla="*/ 370327 h 522535"/>
                  <a:gd name="csX8" fmla="*/ 265267 w 428841"/>
                  <a:gd name="csY8" fmla="*/ 372646 h 522535"/>
                  <a:gd name="csX9" fmla="*/ 258168 w 428841"/>
                  <a:gd name="csY9" fmla="*/ 366399 h 522535"/>
                  <a:gd name="csX10" fmla="*/ 251069 w 428841"/>
                  <a:gd name="csY10" fmla="*/ 355305 h 522535"/>
                  <a:gd name="csX11" fmla="*/ 237556 w 428841"/>
                  <a:gd name="csY11" fmla="*/ 353450 h 522535"/>
                  <a:gd name="csX12" fmla="*/ 235538 w 428841"/>
                  <a:gd name="csY12" fmla="*/ 349578 h 522535"/>
                  <a:gd name="csX13" fmla="*/ 231626 w 428841"/>
                  <a:gd name="csY13" fmla="*/ 338114 h 522535"/>
                  <a:gd name="csX14" fmla="*/ 227531 w 428841"/>
                  <a:gd name="csY14" fmla="*/ 327788 h 522535"/>
                  <a:gd name="csX15" fmla="*/ 225255 w 428841"/>
                  <a:gd name="csY15" fmla="*/ 330217 h 522535"/>
                  <a:gd name="csX16" fmla="*/ 222797 w 428841"/>
                  <a:gd name="csY16" fmla="*/ 331508 h 522535"/>
                  <a:gd name="csX17" fmla="*/ 220276 w 428841"/>
                  <a:gd name="csY17" fmla="*/ 330217 h 522535"/>
                  <a:gd name="csX18" fmla="*/ 216375 w 428841"/>
                  <a:gd name="csY18" fmla="*/ 326968 h 522535"/>
                  <a:gd name="csX19" fmla="*/ 212138 w 428841"/>
                  <a:gd name="csY19" fmla="*/ 320021 h 522535"/>
                  <a:gd name="csX20" fmla="*/ 209766 w 428841"/>
                  <a:gd name="csY20" fmla="*/ 317462 h 522535"/>
                  <a:gd name="csX21" fmla="*/ 212670 w 428841"/>
                  <a:gd name="csY21" fmla="*/ 314083 h 522535"/>
                  <a:gd name="csX22" fmla="*/ 216877 w 428841"/>
                  <a:gd name="csY22" fmla="*/ 311142 h 522535"/>
                  <a:gd name="csX23" fmla="*/ 215264 w 428841"/>
                  <a:gd name="csY23" fmla="*/ 309359 h 522535"/>
                  <a:gd name="csX24" fmla="*/ 217511 w 428841"/>
                  <a:gd name="csY24" fmla="*/ 291496 h 522535"/>
                  <a:gd name="csX25" fmla="*/ 222673 w 428841"/>
                  <a:gd name="csY25" fmla="*/ 271731 h 522535"/>
                  <a:gd name="csX26" fmla="*/ 225571 w 428841"/>
                  <a:gd name="csY26" fmla="*/ 266972 h 522535"/>
                  <a:gd name="csX27" fmla="*/ 225255 w 428841"/>
                  <a:gd name="csY27" fmla="*/ 263100 h 522535"/>
                  <a:gd name="csX28" fmla="*/ 224939 w 428841"/>
                  <a:gd name="csY28" fmla="*/ 259227 h 522535"/>
                  <a:gd name="csX29" fmla="*/ 227470 w 428841"/>
                  <a:gd name="csY29" fmla="*/ 246966 h 522535"/>
                  <a:gd name="csX30" fmla="*/ 227104 w 428841"/>
                  <a:gd name="csY30" fmla="*/ 234704 h 522535"/>
                  <a:gd name="csX31" fmla="*/ 225255 w 428841"/>
                  <a:gd name="csY31" fmla="*/ 245029 h 522535"/>
                  <a:gd name="csX32" fmla="*/ 222926 w 428841"/>
                  <a:gd name="csY32" fmla="*/ 241157 h 522535"/>
                  <a:gd name="csX33" fmla="*/ 213514 w 428841"/>
                  <a:gd name="csY33" fmla="*/ 204198 h 522535"/>
                  <a:gd name="csX34" fmla="*/ 207511 w 428841"/>
                  <a:gd name="csY34" fmla="*/ 195911 h 522535"/>
                  <a:gd name="csX35" fmla="*/ 199366 w 428841"/>
                  <a:gd name="csY35" fmla="*/ 188261 h 522535"/>
                  <a:gd name="csX36" fmla="*/ 189814 w 428841"/>
                  <a:gd name="csY36" fmla="*/ 185143 h 522535"/>
                  <a:gd name="csX37" fmla="*/ 177824 w 428841"/>
                  <a:gd name="csY37" fmla="*/ 176701 h 522535"/>
                  <a:gd name="csX38" fmla="*/ 173385 w 428841"/>
                  <a:gd name="csY38" fmla="*/ 171969 h 522535"/>
                  <a:gd name="csX39" fmla="*/ 172244 w 428841"/>
                  <a:gd name="csY39" fmla="*/ 166295 h 522535"/>
                  <a:gd name="csX40" fmla="*/ 157189 w 428841"/>
                  <a:gd name="csY40" fmla="*/ 154717 h 522535"/>
                  <a:gd name="csX41" fmla="*/ 154290 w 428841"/>
                  <a:gd name="csY41" fmla="*/ 143110 h 522535"/>
                  <a:gd name="csX42" fmla="*/ 153437 w 428841"/>
                  <a:gd name="csY42" fmla="*/ 130888 h 522535"/>
                  <a:gd name="csX43" fmla="*/ 150373 w 428841"/>
                  <a:gd name="csY43" fmla="*/ 128835 h 522535"/>
                  <a:gd name="csX44" fmla="*/ 148457 w 428841"/>
                  <a:gd name="csY44" fmla="*/ 125777 h 522535"/>
                  <a:gd name="csX45" fmla="*/ 150890 w 428841"/>
                  <a:gd name="csY45" fmla="*/ 109503 h 522535"/>
                  <a:gd name="csX46" fmla="*/ 144325 w 428841"/>
                  <a:gd name="csY46" fmla="*/ 119656 h 522535"/>
                  <a:gd name="csX47" fmla="*/ 132054 w 428841"/>
                  <a:gd name="csY47" fmla="*/ 127093 h 522535"/>
                  <a:gd name="csX48" fmla="*/ 125630 w 428841"/>
                  <a:gd name="csY48" fmla="*/ 120812 h 522535"/>
                  <a:gd name="csX49" fmla="*/ 123207 w 428841"/>
                  <a:gd name="csY49" fmla="*/ 117248 h 522535"/>
                  <a:gd name="csX50" fmla="*/ 119415 w 428841"/>
                  <a:gd name="csY50" fmla="*/ 121894 h 522535"/>
                  <a:gd name="csX51" fmla="*/ 116519 w 428841"/>
                  <a:gd name="csY51" fmla="*/ 129437 h 522535"/>
                  <a:gd name="csX52" fmla="*/ 107977 w 428841"/>
                  <a:gd name="csY52" fmla="*/ 127285 h 522535"/>
                  <a:gd name="csX53" fmla="*/ 105433 w 428841"/>
                  <a:gd name="csY53" fmla="*/ 123427 h 522535"/>
                  <a:gd name="csX54" fmla="*/ 96024 w 428841"/>
                  <a:gd name="csY54" fmla="*/ 113119 h 522535"/>
                  <a:gd name="csX55" fmla="*/ 84566 w 428841"/>
                  <a:gd name="csY55" fmla="*/ 104340 h 522535"/>
                  <a:gd name="csX56" fmla="*/ 73108 w 428841"/>
                  <a:gd name="csY56" fmla="*/ 95562 h 522535"/>
                  <a:gd name="csX57" fmla="*/ 56725 w 428841"/>
                  <a:gd name="csY57" fmla="*/ 85124 h 522535"/>
                  <a:gd name="csX58" fmla="*/ 41890 w 428841"/>
                  <a:gd name="csY58" fmla="*/ 66163 h 522535"/>
                  <a:gd name="csX59" fmla="*/ 28677 w 428841"/>
                  <a:gd name="csY59" fmla="*/ 46701 h 522535"/>
                  <a:gd name="csX60" fmla="*/ 19131 w 428841"/>
                  <a:gd name="csY60" fmla="*/ 37238 h 522535"/>
                  <a:gd name="csX61" fmla="*/ 12905 w 428841"/>
                  <a:gd name="csY61" fmla="*/ 29478 h 522535"/>
                  <a:gd name="csX62" fmla="*/ 565 w 428841"/>
                  <a:gd name="csY62" fmla="*/ 12763 h 522535"/>
                  <a:gd name="csX63" fmla="*/ 24931 w 428841"/>
                  <a:gd name="csY63" fmla="*/ 17586 h 522535"/>
                  <a:gd name="csX64" fmla="*/ 53740 w 428841"/>
                  <a:gd name="csY64" fmla="*/ 17944 h 522535"/>
                  <a:gd name="csX65" fmla="*/ 62623 w 428841"/>
                  <a:gd name="csY65" fmla="*/ 19236 h 522535"/>
                  <a:gd name="csX66" fmla="*/ 68432 w 428841"/>
                  <a:gd name="csY66" fmla="*/ 26677 h 522535"/>
                  <a:gd name="csX67" fmla="*/ 76711 w 428841"/>
                  <a:gd name="csY67" fmla="*/ 24137 h 522535"/>
                  <a:gd name="csX68" fmla="*/ 79251 w 428841"/>
                  <a:gd name="csY68" fmla="*/ 21734 h 522535"/>
                  <a:gd name="csX69" fmla="*/ 83275 w 428841"/>
                  <a:gd name="csY69" fmla="*/ 19103 h 522535"/>
                  <a:gd name="csX70" fmla="*/ 76792 w 428841"/>
                  <a:gd name="csY70" fmla="*/ 18100 h 522535"/>
                  <a:gd name="csX71" fmla="*/ 72078 w 428841"/>
                  <a:gd name="csY71" fmla="*/ 15119 h 522535"/>
                  <a:gd name="csX72" fmla="*/ 69501 w 428841"/>
                  <a:gd name="csY72" fmla="*/ 12179 h 522535"/>
                  <a:gd name="csX73" fmla="*/ 70989 w 428841"/>
                  <a:gd name="csY73" fmla="*/ 5916 h 522535"/>
                  <a:gd name="csX74" fmla="*/ 77646 w 428841"/>
                  <a:gd name="csY74" fmla="*/ 3402 h 522535"/>
                  <a:gd name="csX75" fmla="*/ 139275 w 428841"/>
                  <a:gd name="csY75" fmla="*/ 15638 h 522535"/>
                  <a:gd name="csX76" fmla="*/ 187630 w 428841"/>
                  <a:gd name="csY76" fmla="*/ 22047 h 522535"/>
                  <a:gd name="csX77" fmla="*/ 207209 w 428841"/>
                  <a:gd name="csY77" fmla="*/ 56596 h 522535"/>
                  <a:gd name="csX78" fmla="*/ 227114 w 428841"/>
                  <a:gd name="csY78" fmla="*/ 93147 h 522535"/>
                  <a:gd name="csX79" fmla="*/ 237157 w 428841"/>
                  <a:gd name="csY79" fmla="*/ 106748 h 522535"/>
                  <a:gd name="csX80" fmla="*/ 244314 w 428841"/>
                  <a:gd name="csY80" fmla="*/ 119404 h 522535"/>
                  <a:gd name="csX81" fmla="*/ 245646 w 428841"/>
                  <a:gd name="csY81" fmla="*/ 128703 h 522535"/>
                  <a:gd name="csX82" fmla="*/ 248545 w 428841"/>
                  <a:gd name="csY82" fmla="*/ 142569 h 522535"/>
                  <a:gd name="csX83" fmla="*/ 261330 w 428841"/>
                  <a:gd name="csY83" fmla="*/ 164801 h 522535"/>
                  <a:gd name="csX84" fmla="*/ 258888 w 428841"/>
                  <a:gd name="csY84" fmla="*/ 155359 h 522535"/>
                  <a:gd name="csX85" fmla="*/ 255800 w 428841"/>
                  <a:gd name="csY85" fmla="*/ 130155 h 522535"/>
                  <a:gd name="csX86" fmla="*/ 275961 w 428841"/>
                  <a:gd name="csY86" fmla="*/ 158456 h 522535"/>
                  <a:gd name="csX87" fmla="*/ 281077 w 428841"/>
                  <a:gd name="csY87" fmla="*/ 166295 h 522535"/>
                  <a:gd name="csX88" fmla="*/ 284516 w 428841"/>
                  <a:gd name="csY88" fmla="*/ 174685 h 522535"/>
                  <a:gd name="csX89" fmla="*/ 290330 w 428841"/>
                  <a:gd name="csY89" fmla="*/ 206853 h 522535"/>
                  <a:gd name="csX90" fmla="*/ 289732 w 428841"/>
                  <a:gd name="csY90" fmla="*/ 219395 h 522535"/>
                  <a:gd name="csX91" fmla="*/ 295284 w 428841"/>
                  <a:gd name="csY91" fmla="*/ 246624 h 522535"/>
                  <a:gd name="csX92" fmla="*/ 307839 w 428841"/>
                  <a:gd name="csY92" fmla="*/ 265674 h 522535"/>
                  <a:gd name="csX93" fmla="*/ 311998 w 428841"/>
                  <a:gd name="csY93" fmla="*/ 272749 h 522535"/>
                  <a:gd name="csX94" fmla="*/ 323310 w 428841"/>
                  <a:gd name="csY94" fmla="*/ 313772 h 522535"/>
                  <a:gd name="csX95" fmla="*/ 331080 w 428841"/>
                  <a:gd name="csY95" fmla="*/ 343142 h 522535"/>
                  <a:gd name="csX96" fmla="*/ 329774 w 428841"/>
                  <a:gd name="csY96" fmla="*/ 364390 h 522535"/>
                  <a:gd name="csX97" fmla="*/ 349986 w 428841"/>
                  <a:gd name="csY97" fmla="*/ 396248 h 522535"/>
                  <a:gd name="csX98" fmla="*/ 354973 w 428841"/>
                  <a:gd name="csY98" fmla="*/ 397754 h 522535"/>
                  <a:gd name="csX99" fmla="*/ 357026 w 428841"/>
                  <a:gd name="csY99" fmla="*/ 403789 h 522535"/>
                  <a:gd name="csX100" fmla="*/ 360843 w 428841"/>
                  <a:gd name="csY100" fmla="*/ 395399 h 522535"/>
                  <a:gd name="csX101" fmla="*/ 361835 w 428841"/>
                  <a:gd name="csY101" fmla="*/ 383279 h 522535"/>
                  <a:gd name="csX102" fmla="*/ 377379 w 428841"/>
                  <a:gd name="csY102" fmla="*/ 393272 h 522535"/>
                  <a:gd name="csX103" fmla="*/ 390468 w 428841"/>
                  <a:gd name="csY103" fmla="*/ 410555 h 522535"/>
                  <a:gd name="csX104" fmla="*/ 396921 w 428841"/>
                  <a:gd name="csY104" fmla="*/ 414114 h 522535"/>
                  <a:gd name="csX105" fmla="*/ 403375 w 428841"/>
                  <a:gd name="csY105" fmla="*/ 419847 h 522535"/>
                  <a:gd name="csX106" fmla="*/ 406602 w 428841"/>
                  <a:gd name="csY106" fmla="*/ 439662 h 522535"/>
                  <a:gd name="csX107" fmla="*/ 418087 w 428841"/>
                  <a:gd name="csY107" fmla="*/ 458630 h 522535"/>
                  <a:gd name="csX108" fmla="*/ 419011 w 428841"/>
                  <a:gd name="csY108" fmla="*/ 503820 h 522535"/>
                  <a:gd name="csX109" fmla="*/ 409820 w 428841"/>
                  <a:gd name="csY109" fmla="*/ 509628 h 522535"/>
                  <a:gd name="csX110" fmla="*/ 394580 w 428841"/>
                  <a:gd name="csY110" fmla="*/ 516082 h 522535"/>
                  <a:gd name="csX111" fmla="*/ 382031 w 428841"/>
                  <a:gd name="csY111" fmla="*/ 522535 h 522535"/>
                  <a:gd name="csX112" fmla="*/ 375000 w 428841"/>
                  <a:gd name="csY112" fmla="*/ 516104 h 5225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Lst>
                <a:rect l="l" t="t" r="r" b="b"/>
                <a:pathLst>
                  <a:path w="428841" h="522535">
                    <a:moveTo>
                      <a:pt x="375000" y="516104"/>
                    </a:moveTo>
                    <a:cubicBezTo>
                      <a:pt x="371085" y="511937"/>
                      <a:pt x="368304" y="504894"/>
                      <a:pt x="367101" y="496098"/>
                    </a:cubicBezTo>
                    <a:cubicBezTo>
                      <a:pt x="366079" y="488632"/>
                      <a:pt x="361916" y="475673"/>
                      <a:pt x="357849" y="467300"/>
                    </a:cubicBezTo>
                    <a:cubicBezTo>
                      <a:pt x="351802" y="454850"/>
                      <a:pt x="348152" y="450809"/>
                      <a:pt x="337807" y="445109"/>
                    </a:cubicBezTo>
                    <a:cubicBezTo>
                      <a:pt x="329743" y="440665"/>
                      <a:pt x="323467" y="434840"/>
                      <a:pt x="320489" y="429036"/>
                    </a:cubicBezTo>
                    <a:cubicBezTo>
                      <a:pt x="313727" y="415856"/>
                      <a:pt x="278311" y="380967"/>
                      <a:pt x="269809" y="379110"/>
                    </a:cubicBezTo>
                    <a:cubicBezTo>
                      <a:pt x="258622" y="376667"/>
                      <a:pt x="248488" y="372383"/>
                      <a:pt x="248488" y="370097"/>
                    </a:cubicBezTo>
                    <a:cubicBezTo>
                      <a:pt x="248488" y="368948"/>
                      <a:pt x="252263" y="369052"/>
                      <a:pt x="256878" y="370327"/>
                    </a:cubicBezTo>
                    <a:lnTo>
                      <a:pt x="265267" y="372646"/>
                    </a:lnTo>
                    <a:lnTo>
                      <a:pt x="258168" y="366399"/>
                    </a:lnTo>
                    <a:cubicBezTo>
                      <a:pt x="254264" y="362963"/>
                      <a:pt x="251069" y="357971"/>
                      <a:pt x="251069" y="355305"/>
                    </a:cubicBezTo>
                    <a:cubicBezTo>
                      <a:pt x="251069" y="350053"/>
                      <a:pt x="241061" y="348679"/>
                      <a:pt x="237556" y="353450"/>
                    </a:cubicBezTo>
                    <a:cubicBezTo>
                      <a:pt x="236513" y="354870"/>
                      <a:pt x="235605" y="353128"/>
                      <a:pt x="235538" y="349578"/>
                    </a:cubicBezTo>
                    <a:cubicBezTo>
                      <a:pt x="235471" y="346029"/>
                      <a:pt x="233711" y="340870"/>
                      <a:pt x="231626" y="338114"/>
                    </a:cubicBezTo>
                    <a:cubicBezTo>
                      <a:pt x="229542" y="335358"/>
                      <a:pt x="227699" y="330711"/>
                      <a:pt x="227531" y="327788"/>
                    </a:cubicBezTo>
                    <a:cubicBezTo>
                      <a:pt x="227316" y="324054"/>
                      <a:pt x="226639" y="324776"/>
                      <a:pt x="225255" y="330217"/>
                    </a:cubicBezTo>
                    <a:cubicBezTo>
                      <a:pt x="223398" y="337513"/>
                      <a:pt x="223256" y="337588"/>
                      <a:pt x="222797" y="331508"/>
                    </a:cubicBezTo>
                    <a:cubicBezTo>
                      <a:pt x="222352" y="325610"/>
                      <a:pt x="222136" y="325499"/>
                      <a:pt x="220276" y="330217"/>
                    </a:cubicBezTo>
                    <a:cubicBezTo>
                      <a:pt x="218499" y="334726"/>
                      <a:pt x="218005" y="334315"/>
                      <a:pt x="216375" y="326968"/>
                    </a:cubicBezTo>
                    <a:cubicBezTo>
                      <a:pt x="215349" y="322341"/>
                      <a:pt x="213442" y="319215"/>
                      <a:pt x="212138" y="320021"/>
                    </a:cubicBezTo>
                    <a:cubicBezTo>
                      <a:pt x="210833" y="320827"/>
                      <a:pt x="209766" y="319676"/>
                      <a:pt x="209766" y="317462"/>
                    </a:cubicBezTo>
                    <a:cubicBezTo>
                      <a:pt x="209766" y="315249"/>
                      <a:pt x="211073" y="313728"/>
                      <a:pt x="212670" y="314083"/>
                    </a:cubicBezTo>
                    <a:cubicBezTo>
                      <a:pt x="214268" y="314438"/>
                      <a:pt x="216161" y="313115"/>
                      <a:pt x="216877" y="311142"/>
                    </a:cubicBezTo>
                    <a:cubicBezTo>
                      <a:pt x="217675" y="308946"/>
                      <a:pt x="217050" y="308255"/>
                      <a:pt x="215264" y="309359"/>
                    </a:cubicBezTo>
                    <a:cubicBezTo>
                      <a:pt x="211189" y="311878"/>
                      <a:pt x="211586" y="308715"/>
                      <a:pt x="217511" y="291496"/>
                    </a:cubicBezTo>
                    <a:cubicBezTo>
                      <a:pt x="220350" y="283242"/>
                      <a:pt x="222673" y="274348"/>
                      <a:pt x="222673" y="271731"/>
                    </a:cubicBezTo>
                    <a:cubicBezTo>
                      <a:pt x="222673" y="269113"/>
                      <a:pt x="223977" y="266972"/>
                      <a:pt x="225571" y="266972"/>
                    </a:cubicBezTo>
                    <a:cubicBezTo>
                      <a:pt x="227573" y="266972"/>
                      <a:pt x="227475" y="265775"/>
                      <a:pt x="225255" y="263100"/>
                    </a:cubicBezTo>
                    <a:cubicBezTo>
                      <a:pt x="223035" y="260424"/>
                      <a:pt x="222937" y="259227"/>
                      <a:pt x="224939" y="259227"/>
                    </a:cubicBezTo>
                    <a:cubicBezTo>
                      <a:pt x="226726" y="259227"/>
                      <a:pt x="227696" y="254529"/>
                      <a:pt x="227470" y="246966"/>
                    </a:cubicBezTo>
                    <a:lnTo>
                      <a:pt x="227104" y="234704"/>
                    </a:lnTo>
                    <a:lnTo>
                      <a:pt x="225255" y="245029"/>
                    </a:lnTo>
                    <a:cubicBezTo>
                      <a:pt x="223422" y="255266"/>
                      <a:pt x="223402" y="255233"/>
                      <a:pt x="222926" y="241157"/>
                    </a:cubicBezTo>
                    <a:cubicBezTo>
                      <a:pt x="222330" y="223537"/>
                      <a:pt x="217100" y="203003"/>
                      <a:pt x="213514" y="204198"/>
                    </a:cubicBezTo>
                    <a:cubicBezTo>
                      <a:pt x="212038" y="204690"/>
                      <a:pt x="209337" y="200961"/>
                      <a:pt x="207511" y="195911"/>
                    </a:cubicBezTo>
                    <a:cubicBezTo>
                      <a:pt x="204912" y="188724"/>
                      <a:pt x="203143" y="187062"/>
                      <a:pt x="199366" y="188261"/>
                    </a:cubicBezTo>
                    <a:cubicBezTo>
                      <a:pt x="196479" y="189177"/>
                      <a:pt x="192643" y="187925"/>
                      <a:pt x="189814" y="185143"/>
                    </a:cubicBezTo>
                    <a:cubicBezTo>
                      <a:pt x="187213" y="182586"/>
                      <a:pt x="181818" y="178787"/>
                      <a:pt x="177824" y="176701"/>
                    </a:cubicBezTo>
                    <a:cubicBezTo>
                      <a:pt x="173830" y="174616"/>
                      <a:pt x="171833" y="172486"/>
                      <a:pt x="173385" y="171969"/>
                    </a:cubicBezTo>
                    <a:cubicBezTo>
                      <a:pt x="177632" y="170553"/>
                      <a:pt x="176775" y="166295"/>
                      <a:pt x="172244" y="166295"/>
                    </a:cubicBezTo>
                    <a:cubicBezTo>
                      <a:pt x="165904" y="166295"/>
                      <a:pt x="155744" y="158482"/>
                      <a:pt x="157189" y="154717"/>
                    </a:cubicBezTo>
                    <a:cubicBezTo>
                      <a:pt x="157916" y="152822"/>
                      <a:pt x="156611" y="147599"/>
                      <a:pt x="154290" y="143110"/>
                    </a:cubicBezTo>
                    <a:cubicBezTo>
                      <a:pt x="150789" y="136341"/>
                      <a:pt x="150644" y="134254"/>
                      <a:pt x="153437" y="130888"/>
                    </a:cubicBezTo>
                    <a:cubicBezTo>
                      <a:pt x="156396" y="127323"/>
                      <a:pt x="156023" y="127073"/>
                      <a:pt x="150373" y="128835"/>
                    </a:cubicBezTo>
                    <a:cubicBezTo>
                      <a:pt x="144136" y="130780"/>
                      <a:pt x="144078" y="130686"/>
                      <a:pt x="148457" y="125777"/>
                    </a:cubicBezTo>
                    <a:cubicBezTo>
                      <a:pt x="153040" y="120640"/>
                      <a:pt x="154705" y="109503"/>
                      <a:pt x="150890" y="109503"/>
                    </a:cubicBezTo>
                    <a:cubicBezTo>
                      <a:pt x="149743" y="109503"/>
                      <a:pt x="146789" y="114072"/>
                      <a:pt x="144325" y="119656"/>
                    </a:cubicBezTo>
                    <a:cubicBezTo>
                      <a:pt x="140017" y="129421"/>
                      <a:pt x="139548" y="129705"/>
                      <a:pt x="132054" y="127093"/>
                    </a:cubicBezTo>
                    <a:cubicBezTo>
                      <a:pt x="127075" y="125357"/>
                      <a:pt x="124756" y="123090"/>
                      <a:pt x="125630" y="120812"/>
                    </a:cubicBezTo>
                    <a:cubicBezTo>
                      <a:pt x="126411" y="118778"/>
                      <a:pt x="125370" y="117248"/>
                      <a:pt x="123207" y="117248"/>
                    </a:cubicBezTo>
                    <a:cubicBezTo>
                      <a:pt x="121121" y="117248"/>
                      <a:pt x="119415" y="119339"/>
                      <a:pt x="119415" y="121894"/>
                    </a:cubicBezTo>
                    <a:cubicBezTo>
                      <a:pt x="119415" y="124450"/>
                      <a:pt x="118112" y="127844"/>
                      <a:pt x="116519" y="129437"/>
                    </a:cubicBezTo>
                    <a:cubicBezTo>
                      <a:pt x="113230" y="132727"/>
                      <a:pt x="105775" y="130849"/>
                      <a:pt x="107977" y="127285"/>
                    </a:cubicBezTo>
                    <a:cubicBezTo>
                      <a:pt x="108769" y="126004"/>
                      <a:pt x="107624" y="124268"/>
                      <a:pt x="105433" y="123427"/>
                    </a:cubicBezTo>
                    <a:cubicBezTo>
                      <a:pt x="103242" y="122586"/>
                      <a:pt x="99008" y="117948"/>
                      <a:pt x="96024" y="113119"/>
                    </a:cubicBezTo>
                    <a:cubicBezTo>
                      <a:pt x="92358" y="107187"/>
                      <a:pt x="88642" y="104340"/>
                      <a:pt x="84566" y="104340"/>
                    </a:cubicBezTo>
                    <a:cubicBezTo>
                      <a:pt x="80490" y="104340"/>
                      <a:pt x="76774" y="101493"/>
                      <a:pt x="73108" y="95562"/>
                    </a:cubicBezTo>
                    <a:cubicBezTo>
                      <a:pt x="67387" y="86305"/>
                      <a:pt x="62222" y="83015"/>
                      <a:pt x="56725" y="85124"/>
                    </a:cubicBezTo>
                    <a:cubicBezTo>
                      <a:pt x="50606" y="87472"/>
                      <a:pt x="41978" y="76444"/>
                      <a:pt x="41890" y="66163"/>
                    </a:cubicBezTo>
                    <a:cubicBezTo>
                      <a:pt x="41792" y="54708"/>
                      <a:pt x="37917" y="49001"/>
                      <a:pt x="28677" y="46701"/>
                    </a:cubicBezTo>
                    <a:cubicBezTo>
                      <a:pt x="24172" y="45580"/>
                      <a:pt x="20912" y="42349"/>
                      <a:pt x="19131" y="37238"/>
                    </a:cubicBezTo>
                    <a:cubicBezTo>
                      <a:pt x="17643" y="32970"/>
                      <a:pt x="14841" y="29478"/>
                      <a:pt x="12905" y="29478"/>
                    </a:cubicBezTo>
                    <a:cubicBezTo>
                      <a:pt x="8305" y="29478"/>
                      <a:pt x="-2593" y="14715"/>
                      <a:pt x="565" y="12763"/>
                    </a:cubicBezTo>
                    <a:cubicBezTo>
                      <a:pt x="3818" y="10752"/>
                      <a:pt x="12858" y="12542"/>
                      <a:pt x="24931" y="17586"/>
                    </a:cubicBezTo>
                    <a:cubicBezTo>
                      <a:pt x="37286" y="22748"/>
                      <a:pt x="47225" y="22872"/>
                      <a:pt x="53740" y="17944"/>
                    </a:cubicBezTo>
                    <a:cubicBezTo>
                      <a:pt x="60581" y="12770"/>
                      <a:pt x="62623" y="13067"/>
                      <a:pt x="62623" y="19236"/>
                    </a:cubicBezTo>
                    <a:cubicBezTo>
                      <a:pt x="62623" y="22305"/>
                      <a:pt x="65034" y="25393"/>
                      <a:pt x="68432" y="26677"/>
                    </a:cubicBezTo>
                    <a:cubicBezTo>
                      <a:pt x="74871" y="29111"/>
                      <a:pt x="79002" y="27843"/>
                      <a:pt x="76711" y="24137"/>
                    </a:cubicBezTo>
                    <a:cubicBezTo>
                      <a:pt x="75894" y="22815"/>
                      <a:pt x="77037" y="21734"/>
                      <a:pt x="79251" y="21734"/>
                    </a:cubicBezTo>
                    <a:cubicBezTo>
                      <a:pt x="81464" y="21734"/>
                      <a:pt x="83275" y="20550"/>
                      <a:pt x="83275" y="19103"/>
                    </a:cubicBezTo>
                    <a:cubicBezTo>
                      <a:pt x="83275" y="17583"/>
                      <a:pt x="80538" y="17160"/>
                      <a:pt x="76792" y="18100"/>
                    </a:cubicBezTo>
                    <a:cubicBezTo>
                      <a:pt x="71329" y="19471"/>
                      <a:pt x="70588" y="19002"/>
                      <a:pt x="72078" y="15119"/>
                    </a:cubicBezTo>
                    <a:cubicBezTo>
                      <a:pt x="73452" y="11539"/>
                      <a:pt x="72877" y="10883"/>
                      <a:pt x="69501" y="12179"/>
                    </a:cubicBezTo>
                    <a:cubicBezTo>
                      <a:pt x="66052" y="13503"/>
                      <a:pt x="66358" y="12212"/>
                      <a:pt x="70989" y="5916"/>
                    </a:cubicBezTo>
                    <a:cubicBezTo>
                      <a:pt x="76351" y="-1376"/>
                      <a:pt x="76888" y="-1579"/>
                      <a:pt x="77646" y="3402"/>
                    </a:cubicBezTo>
                    <a:cubicBezTo>
                      <a:pt x="78672" y="10145"/>
                      <a:pt x="78784" y="10167"/>
                      <a:pt x="139275" y="15638"/>
                    </a:cubicBezTo>
                    <a:cubicBezTo>
                      <a:pt x="166526" y="18103"/>
                      <a:pt x="188286" y="20987"/>
                      <a:pt x="187630" y="22047"/>
                    </a:cubicBezTo>
                    <a:cubicBezTo>
                      <a:pt x="185081" y="26172"/>
                      <a:pt x="200296" y="53021"/>
                      <a:pt x="207209" y="56596"/>
                    </a:cubicBezTo>
                    <a:cubicBezTo>
                      <a:pt x="214767" y="60504"/>
                      <a:pt x="224810" y="78946"/>
                      <a:pt x="227114" y="93147"/>
                    </a:cubicBezTo>
                    <a:cubicBezTo>
                      <a:pt x="228108" y="99272"/>
                      <a:pt x="230904" y="103059"/>
                      <a:pt x="237157" y="106748"/>
                    </a:cubicBezTo>
                    <a:cubicBezTo>
                      <a:pt x="244668" y="111180"/>
                      <a:pt x="245621" y="112866"/>
                      <a:pt x="244314" y="119404"/>
                    </a:cubicBezTo>
                    <a:cubicBezTo>
                      <a:pt x="243448" y="123731"/>
                      <a:pt x="244017" y="127696"/>
                      <a:pt x="245646" y="128703"/>
                    </a:cubicBezTo>
                    <a:cubicBezTo>
                      <a:pt x="247209" y="129669"/>
                      <a:pt x="248514" y="135909"/>
                      <a:pt x="248545" y="142569"/>
                    </a:cubicBezTo>
                    <a:cubicBezTo>
                      <a:pt x="248610" y="156222"/>
                      <a:pt x="256380" y="169733"/>
                      <a:pt x="261330" y="164801"/>
                    </a:cubicBezTo>
                    <a:cubicBezTo>
                      <a:pt x="263334" y="162805"/>
                      <a:pt x="262643" y="160133"/>
                      <a:pt x="258888" y="155359"/>
                    </a:cubicBezTo>
                    <a:cubicBezTo>
                      <a:pt x="253728" y="148800"/>
                      <a:pt x="251444" y="130155"/>
                      <a:pt x="255800" y="130155"/>
                    </a:cubicBezTo>
                    <a:cubicBezTo>
                      <a:pt x="259829" y="130155"/>
                      <a:pt x="274389" y="150593"/>
                      <a:pt x="275961" y="158456"/>
                    </a:cubicBezTo>
                    <a:cubicBezTo>
                      <a:pt x="276824" y="162768"/>
                      <a:pt x="279126" y="166295"/>
                      <a:pt x="281077" y="166295"/>
                    </a:cubicBezTo>
                    <a:cubicBezTo>
                      <a:pt x="283382" y="166295"/>
                      <a:pt x="284587" y="169236"/>
                      <a:pt x="284516" y="174685"/>
                    </a:cubicBezTo>
                    <a:cubicBezTo>
                      <a:pt x="284361" y="186530"/>
                      <a:pt x="287367" y="203159"/>
                      <a:pt x="290330" y="206853"/>
                    </a:cubicBezTo>
                    <a:cubicBezTo>
                      <a:pt x="291973" y="208901"/>
                      <a:pt x="291767" y="213229"/>
                      <a:pt x="289732" y="219395"/>
                    </a:cubicBezTo>
                    <a:cubicBezTo>
                      <a:pt x="286869" y="228068"/>
                      <a:pt x="287307" y="230214"/>
                      <a:pt x="295284" y="246624"/>
                    </a:cubicBezTo>
                    <a:cubicBezTo>
                      <a:pt x="300047" y="256421"/>
                      <a:pt x="305697" y="264994"/>
                      <a:pt x="307839" y="265674"/>
                    </a:cubicBezTo>
                    <a:cubicBezTo>
                      <a:pt x="309981" y="266354"/>
                      <a:pt x="311853" y="269538"/>
                      <a:pt x="311998" y="272749"/>
                    </a:cubicBezTo>
                    <a:cubicBezTo>
                      <a:pt x="312747" y="289262"/>
                      <a:pt x="316417" y="302569"/>
                      <a:pt x="323310" y="313772"/>
                    </a:cubicBezTo>
                    <a:cubicBezTo>
                      <a:pt x="332864" y="329298"/>
                      <a:pt x="335210" y="338166"/>
                      <a:pt x="331080" y="343142"/>
                    </a:cubicBezTo>
                    <a:cubicBezTo>
                      <a:pt x="328823" y="345861"/>
                      <a:pt x="328447" y="351993"/>
                      <a:pt x="329774" y="364390"/>
                    </a:cubicBezTo>
                    <a:cubicBezTo>
                      <a:pt x="332100" y="386110"/>
                      <a:pt x="338349" y="395959"/>
                      <a:pt x="349986" y="396248"/>
                    </a:cubicBezTo>
                    <a:cubicBezTo>
                      <a:pt x="354503" y="396360"/>
                      <a:pt x="356748" y="397038"/>
                      <a:pt x="354973" y="397754"/>
                    </a:cubicBezTo>
                    <a:cubicBezTo>
                      <a:pt x="349867" y="399814"/>
                      <a:pt x="351219" y="403789"/>
                      <a:pt x="357026" y="403789"/>
                    </a:cubicBezTo>
                    <a:cubicBezTo>
                      <a:pt x="361562" y="403789"/>
                      <a:pt x="362100" y="402606"/>
                      <a:pt x="360843" y="395399"/>
                    </a:cubicBezTo>
                    <a:cubicBezTo>
                      <a:pt x="360039" y="390785"/>
                      <a:pt x="360485" y="385331"/>
                      <a:pt x="361835" y="383279"/>
                    </a:cubicBezTo>
                    <a:cubicBezTo>
                      <a:pt x="363800" y="380292"/>
                      <a:pt x="366898" y="382284"/>
                      <a:pt x="377379" y="393272"/>
                    </a:cubicBezTo>
                    <a:cubicBezTo>
                      <a:pt x="384578" y="400820"/>
                      <a:pt x="390468" y="408598"/>
                      <a:pt x="390468" y="410555"/>
                    </a:cubicBezTo>
                    <a:cubicBezTo>
                      <a:pt x="390468" y="412631"/>
                      <a:pt x="393158" y="414114"/>
                      <a:pt x="396921" y="414114"/>
                    </a:cubicBezTo>
                    <a:cubicBezTo>
                      <a:pt x="401868" y="414114"/>
                      <a:pt x="403375" y="415453"/>
                      <a:pt x="403375" y="419847"/>
                    </a:cubicBezTo>
                    <a:cubicBezTo>
                      <a:pt x="403375" y="423000"/>
                      <a:pt x="404827" y="431917"/>
                      <a:pt x="406602" y="439662"/>
                    </a:cubicBezTo>
                    <a:cubicBezTo>
                      <a:pt x="409222" y="451096"/>
                      <a:pt x="411381" y="454663"/>
                      <a:pt x="418087" y="458630"/>
                    </a:cubicBezTo>
                    <a:cubicBezTo>
                      <a:pt x="432031" y="466881"/>
                      <a:pt x="432496" y="489608"/>
                      <a:pt x="419011" y="503820"/>
                    </a:cubicBezTo>
                    <a:cubicBezTo>
                      <a:pt x="415980" y="507014"/>
                      <a:pt x="411844" y="509628"/>
                      <a:pt x="409820" y="509628"/>
                    </a:cubicBezTo>
                    <a:cubicBezTo>
                      <a:pt x="407796" y="509628"/>
                      <a:pt x="400938" y="512532"/>
                      <a:pt x="394580" y="516082"/>
                    </a:cubicBezTo>
                    <a:cubicBezTo>
                      <a:pt x="388222" y="519631"/>
                      <a:pt x="382575" y="522535"/>
                      <a:pt x="382031" y="522535"/>
                    </a:cubicBezTo>
                    <a:cubicBezTo>
                      <a:pt x="381487" y="522535"/>
                      <a:pt x="378323" y="519641"/>
                      <a:pt x="375000" y="516104"/>
                    </a:cubicBezTo>
                    <a:close/>
                  </a:path>
                </a:pathLst>
              </a:custGeom>
              <a:solidFill>
                <a:srgbClr val="B9B9B9"/>
              </a:solidFill>
              <a:ln w="5163" cap="flat">
                <a:noFill/>
                <a:prstDash val="solid"/>
                <a:miter/>
              </a:ln>
            </p:spPr>
            <p:txBody>
              <a:bodyPr/>
              <a:lstStyle/>
              <a:p>
                <a:endParaRPr lang="es-419" noProof="0" dirty="0"/>
              </a:p>
            </p:txBody>
          </p:sp>
          <p:sp>
            <p:nvSpPr>
              <p:cNvPr id="93" name="Forma libre: forma 92">
                <a:extLst>
                  <a:ext uri="{FF2B5EF4-FFF2-40B4-BE49-F238E27FC236}">
                    <a16:creationId xmlns:a16="http://schemas.microsoft.com/office/drawing/2014/main" id="{8BDB4568-FDC4-34D6-16FD-36ECAF8A00DB}"/>
                  </a:ext>
                </a:extLst>
              </p:cNvPr>
              <p:cNvSpPr/>
              <p:nvPr/>
            </p:nvSpPr>
            <p:spPr>
              <a:xfrm>
                <a:off x="675648" y="1860606"/>
                <a:ext cx="11408" cy="19945"/>
              </a:xfrm>
              <a:custGeom>
                <a:avLst/>
                <a:gdLst>
                  <a:gd name="csX0" fmla="*/ 2146 w 11408"/>
                  <a:gd name="csY0" fmla="*/ 10289 h 19945"/>
                  <a:gd name="csX1" fmla="*/ 6337 w 11408"/>
                  <a:gd name="csY1" fmla="*/ 7392 h 19945"/>
                  <a:gd name="csX2" fmla="*/ 8408 w 11408"/>
                  <a:gd name="csY2" fmla="*/ 19945 h 19945"/>
                  <a:gd name="csX3" fmla="*/ 2146 w 11408"/>
                  <a:gd name="csY3" fmla="*/ 10289 h 19945"/>
                </a:gdLst>
                <a:ahLst/>
                <a:cxnLst>
                  <a:cxn ang="0">
                    <a:pos x="csX0" y="csY0"/>
                  </a:cxn>
                  <a:cxn ang="0">
                    <a:pos x="csX1" y="csY1"/>
                  </a:cxn>
                  <a:cxn ang="0">
                    <a:pos x="csX2" y="csY2"/>
                  </a:cxn>
                  <a:cxn ang="0">
                    <a:pos x="csX3" y="csY3"/>
                  </a:cxn>
                </a:cxnLst>
                <a:rect l="l" t="t" r="r" b="b"/>
                <a:pathLst>
                  <a:path w="11408" h="19945">
                    <a:moveTo>
                      <a:pt x="2146" y="10289"/>
                    </a:moveTo>
                    <a:cubicBezTo>
                      <a:pt x="-1802" y="-2324"/>
                      <a:pt x="-243" y="-3401"/>
                      <a:pt x="6337" y="7392"/>
                    </a:cubicBezTo>
                    <a:cubicBezTo>
                      <a:pt x="12476" y="17462"/>
                      <a:pt x="12886" y="19945"/>
                      <a:pt x="8408" y="19945"/>
                    </a:cubicBezTo>
                    <a:cubicBezTo>
                      <a:pt x="6626" y="19945"/>
                      <a:pt x="3808" y="15600"/>
                      <a:pt x="2146" y="10289"/>
                    </a:cubicBezTo>
                    <a:close/>
                  </a:path>
                </a:pathLst>
              </a:custGeom>
              <a:solidFill>
                <a:srgbClr val="B9B9B9"/>
              </a:solidFill>
              <a:ln w="5163" cap="flat">
                <a:noFill/>
                <a:prstDash val="solid"/>
                <a:miter/>
              </a:ln>
            </p:spPr>
            <p:txBody>
              <a:bodyPr/>
              <a:lstStyle/>
              <a:p>
                <a:endParaRPr lang="es-419" noProof="0" dirty="0"/>
              </a:p>
            </p:txBody>
          </p:sp>
          <p:sp>
            <p:nvSpPr>
              <p:cNvPr id="94" name="Forma libre: forma 93">
                <a:extLst>
                  <a:ext uri="{FF2B5EF4-FFF2-40B4-BE49-F238E27FC236}">
                    <a16:creationId xmlns:a16="http://schemas.microsoft.com/office/drawing/2014/main" id="{B9BF4ABE-E40C-8E29-51BA-C6E131D88DC7}"/>
                  </a:ext>
                </a:extLst>
              </p:cNvPr>
              <p:cNvSpPr/>
              <p:nvPr/>
            </p:nvSpPr>
            <p:spPr>
              <a:xfrm>
                <a:off x="517039" y="1839249"/>
                <a:ext cx="11082" cy="12784"/>
              </a:xfrm>
              <a:custGeom>
                <a:avLst/>
                <a:gdLst>
                  <a:gd name="csX0" fmla="*/ 4154 w 11082"/>
                  <a:gd name="csY0" fmla="*/ 8186 h 12784"/>
                  <a:gd name="csX1" fmla="*/ 2167 w 11082"/>
                  <a:gd name="csY1" fmla="*/ 0 h 12784"/>
                  <a:gd name="csX2" fmla="*/ 8680 w 11082"/>
                  <a:gd name="csY2" fmla="*/ 6454 h 12784"/>
                  <a:gd name="csX3" fmla="*/ 4154 w 11082"/>
                  <a:gd name="csY3" fmla="*/ 8186 h 12784"/>
                </a:gdLst>
                <a:ahLst/>
                <a:cxnLst>
                  <a:cxn ang="0">
                    <a:pos x="csX0" y="csY0"/>
                  </a:cxn>
                  <a:cxn ang="0">
                    <a:pos x="csX1" y="csY1"/>
                  </a:cxn>
                  <a:cxn ang="0">
                    <a:pos x="csX2" y="csY2"/>
                  </a:cxn>
                  <a:cxn ang="0">
                    <a:pos x="csX3" y="csY3"/>
                  </a:cxn>
                </a:cxnLst>
                <a:rect l="l" t="t" r="r" b="b"/>
                <a:pathLst>
                  <a:path w="11082" h="12784">
                    <a:moveTo>
                      <a:pt x="4154" y="8186"/>
                    </a:moveTo>
                    <a:cubicBezTo>
                      <a:pt x="-584" y="2950"/>
                      <a:pt x="-1300" y="0"/>
                      <a:pt x="2167" y="0"/>
                    </a:cubicBezTo>
                    <a:cubicBezTo>
                      <a:pt x="3423" y="0"/>
                      <a:pt x="6354" y="2904"/>
                      <a:pt x="8680" y="6454"/>
                    </a:cubicBezTo>
                    <a:cubicBezTo>
                      <a:pt x="13580" y="13931"/>
                      <a:pt x="10441" y="15133"/>
                      <a:pt x="4154" y="8186"/>
                    </a:cubicBezTo>
                    <a:close/>
                  </a:path>
                </a:pathLst>
              </a:custGeom>
              <a:solidFill>
                <a:srgbClr val="B9B9B9"/>
              </a:solidFill>
              <a:ln w="5163" cap="flat">
                <a:noFill/>
                <a:prstDash val="solid"/>
                <a:miter/>
              </a:ln>
            </p:spPr>
            <p:txBody>
              <a:bodyPr/>
              <a:lstStyle/>
              <a:p>
                <a:endParaRPr lang="es-419" noProof="0" dirty="0"/>
              </a:p>
            </p:txBody>
          </p:sp>
          <p:sp>
            <p:nvSpPr>
              <p:cNvPr id="95" name="Forma libre: forma 94">
                <a:extLst>
                  <a:ext uri="{FF2B5EF4-FFF2-40B4-BE49-F238E27FC236}">
                    <a16:creationId xmlns:a16="http://schemas.microsoft.com/office/drawing/2014/main" id="{BEA3A351-155B-B633-F813-7185787C06F1}"/>
                  </a:ext>
                </a:extLst>
              </p:cNvPr>
              <p:cNvSpPr/>
              <p:nvPr/>
            </p:nvSpPr>
            <p:spPr>
              <a:xfrm>
                <a:off x="633440" y="1833111"/>
                <a:ext cx="12552" cy="18971"/>
              </a:xfrm>
              <a:custGeom>
                <a:avLst/>
                <a:gdLst>
                  <a:gd name="csX0" fmla="*/ 3996 w 12552"/>
                  <a:gd name="csY0" fmla="*/ 9922 h 18971"/>
                  <a:gd name="csX1" fmla="*/ 6099 w 12552"/>
                  <a:gd name="csY1" fmla="*/ 5082 h 18971"/>
                  <a:gd name="csX2" fmla="*/ 12553 w 12552"/>
                  <a:gd name="csY2" fmla="*/ 15290 h 18971"/>
                  <a:gd name="csX3" fmla="*/ 3996 w 12552"/>
                  <a:gd name="csY3" fmla="*/ 9922 h 18971"/>
                </a:gdLst>
                <a:ahLst/>
                <a:cxnLst>
                  <a:cxn ang="0">
                    <a:pos x="csX0" y="csY0"/>
                  </a:cxn>
                  <a:cxn ang="0">
                    <a:pos x="csX1" y="csY1"/>
                  </a:cxn>
                  <a:cxn ang="0">
                    <a:pos x="csX2" y="csY2"/>
                  </a:cxn>
                  <a:cxn ang="0">
                    <a:pos x="csX3" y="csY3"/>
                  </a:cxn>
                </a:cxnLst>
                <a:rect l="l" t="t" r="r" b="b"/>
                <a:pathLst>
                  <a:path w="12552" h="18971">
                    <a:moveTo>
                      <a:pt x="3996" y="9922"/>
                    </a:moveTo>
                    <a:cubicBezTo>
                      <a:pt x="-1733" y="-2091"/>
                      <a:pt x="-1533" y="-2550"/>
                      <a:pt x="6099" y="5082"/>
                    </a:cubicBezTo>
                    <a:cubicBezTo>
                      <a:pt x="9649" y="8631"/>
                      <a:pt x="12553" y="13225"/>
                      <a:pt x="12553" y="15290"/>
                    </a:cubicBezTo>
                    <a:cubicBezTo>
                      <a:pt x="12553" y="21885"/>
                      <a:pt x="8483" y="19332"/>
                      <a:pt x="3996" y="9922"/>
                    </a:cubicBezTo>
                    <a:close/>
                  </a:path>
                </a:pathLst>
              </a:custGeom>
              <a:solidFill>
                <a:srgbClr val="B9B9B9"/>
              </a:solidFill>
              <a:ln w="5163" cap="flat">
                <a:noFill/>
                <a:prstDash val="solid"/>
                <a:miter/>
              </a:ln>
            </p:spPr>
            <p:txBody>
              <a:bodyPr/>
              <a:lstStyle/>
              <a:p>
                <a:endParaRPr lang="es-419" noProof="0" dirty="0"/>
              </a:p>
            </p:txBody>
          </p:sp>
          <p:sp>
            <p:nvSpPr>
              <p:cNvPr id="96" name="Forma libre: forma 95">
                <a:extLst>
                  <a:ext uri="{FF2B5EF4-FFF2-40B4-BE49-F238E27FC236}">
                    <a16:creationId xmlns:a16="http://schemas.microsoft.com/office/drawing/2014/main" id="{3522711A-F06F-D6AB-3A33-0C164DD3791D}"/>
                  </a:ext>
                </a:extLst>
              </p:cNvPr>
              <p:cNvSpPr/>
              <p:nvPr/>
            </p:nvSpPr>
            <p:spPr>
              <a:xfrm>
                <a:off x="499513" y="1824179"/>
                <a:ext cx="16487" cy="10786"/>
              </a:xfrm>
              <a:custGeom>
                <a:avLst/>
                <a:gdLst>
                  <a:gd name="csX0" fmla="*/ 5790 w 16487"/>
                  <a:gd name="csY0" fmla="*/ 5576 h 10786"/>
                  <a:gd name="csX1" fmla="*/ 4501 w 16487"/>
                  <a:gd name="csY1" fmla="*/ 936 h 10786"/>
                  <a:gd name="csX2" fmla="*/ 15719 w 16487"/>
                  <a:gd name="csY2" fmla="*/ 10646 h 10786"/>
                  <a:gd name="csX3" fmla="*/ 5790 w 16487"/>
                  <a:gd name="csY3" fmla="*/ 5576 h 10786"/>
                </a:gdLst>
                <a:ahLst/>
                <a:cxnLst>
                  <a:cxn ang="0">
                    <a:pos x="csX0" y="csY0"/>
                  </a:cxn>
                  <a:cxn ang="0">
                    <a:pos x="csX1" y="csY1"/>
                  </a:cxn>
                  <a:cxn ang="0">
                    <a:pos x="csX2" y="csY2"/>
                  </a:cxn>
                  <a:cxn ang="0">
                    <a:pos x="csX3" y="csY3"/>
                  </a:cxn>
                </a:cxnLst>
                <a:rect l="l" t="t" r="r" b="b"/>
                <a:pathLst>
                  <a:path w="16487" h="10786">
                    <a:moveTo>
                      <a:pt x="5790" y="5576"/>
                    </a:moveTo>
                    <a:cubicBezTo>
                      <a:pt x="-1676" y="-615"/>
                      <a:pt x="-1722" y="-781"/>
                      <a:pt x="4501" y="936"/>
                    </a:cubicBezTo>
                    <a:cubicBezTo>
                      <a:pt x="12209" y="3063"/>
                      <a:pt x="18782" y="8753"/>
                      <a:pt x="15719" y="10646"/>
                    </a:cubicBezTo>
                    <a:cubicBezTo>
                      <a:pt x="14517" y="11389"/>
                      <a:pt x="10049" y="9107"/>
                      <a:pt x="5790" y="5576"/>
                    </a:cubicBezTo>
                    <a:close/>
                  </a:path>
                </a:pathLst>
              </a:custGeom>
              <a:solidFill>
                <a:srgbClr val="B9B9B9"/>
              </a:solidFill>
              <a:ln w="5163" cap="flat">
                <a:noFill/>
                <a:prstDash val="solid"/>
                <a:miter/>
              </a:ln>
            </p:spPr>
            <p:txBody>
              <a:bodyPr/>
              <a:lstStyle/>
              <a:p>
                <a:endParaRPr lang="es-419" noProof="0" dirty="0"/>
              </a:p>
            </p:txBody>
          </p:sp>
          <p:sp>
            <p:nvSpPr>
              <p:cNvPr id="97" name="Forma libre: forma 96">
                <a:extLst>
                  <a:ext uri="{FF2B5EF4-FFF2-40B4-BE49-F238E27FC236}">
                    <a16:creationId xmlns:a16="http://schemas.microsoft.com/office/drawing/2014/main" id="{9B2CE5F8-88BE-3F60-EECB-395025E9BB73}"/>
                  </a:ext>
                </a:extLst>
              </p:cNvPr>
              <p:cNvSpPr/>
              <p:nvPr/>
            </p:nvSpPr>
            <p:spPr>
              <a:xfrm>
                <a:off x="478303" y="1760241"/>
                <a:ext cx="17819" cy="62484"/>
              </a:xfrm>
              <a:custGeom>
                <a:avLst/>
                <a:gdLst>
                  <a:gd name="csX0" fmla="*/ 12817 w 17819"/>
                  <a:gd name="csY0" fmla="*/ 59663 h 62484"/>
                  <a:gd name="csX1" fmla="*/ 8906 w 17819"/>
                  <a:gd name="csY1" fmla="*/ 49920 h 62484"/>
                  <a:gd name="csX2" fmla="*/ 3768 w 17819"/>
                  <a:gd name="csY2" fmla="*/ 41934 h 62484"/>
                  <a:gd name="csX3" fmla="*/ 2261 w 17819"/>
                  <a:gd name="csY3" fmla="*/ 33152 h 62484"/>
                  <a:gd name="csX4" fmla="*/ 8278 w 17819"/>
                  <a:gd name="csY4" fmla="*/ 19635 h 62484"/>
                  <a:gd name="csX5" fmla="*/ 14954 w 17819"/>
                  <a:gd name="csY5" fmla="*/ 4146 h 62484"/>
                  <a:gd name="csX6" fmla="*/ 16371 w 17819"/>
                  <a:gd name="csY6" fmla="*/ 6727 h 62484"/>
                  <a:gd name="csX7" fmla="*/ 10951 w 17819"/>
                  <a:gd name="csY7" fmla="*/ 23219 h 62484"/>
                  <a:gd name="csX8" fmla="*/ 9971 w 17819"/>
                  <a:gd name="csY8" fmla="*/ 36893 h 62484"/>
                  <a:gd name="csX9" fmla="*/ 12803 w 17819"/>
                  <a:gd name="csY9" fmla="*/ 48926 h 62484"/>
                  <a:gd name="csX10" fmla="*/ 15858 w 17819"/>
                  <a:gd name="csY10" fmla="*/ 57797 h 62484"/>
                  <a:gd name="csX11" fmla="*/ 17517 w 17819"/>
                  <a:gd name="csY11" fmla="*/ 62248 h 62484"/>
                  <a:gd name="csX12" fmla="*/ 12817 w 17819"/>
                  <a:gd name="csY12" fmla="*/ 59663 h 624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7819" h="62484">
                    <a:moveTo>
                      <a:pt x="12817" y="59663"/>
                    </a:moveTo>
                    <a:cubicBezTo>
                      <a:pt x="10999" y="57473"/>
                      <a:pt x="9240" y="53089"/>
                      <a:pt x="8906" y="49920"/>
                    </a:cubicBezTo>
                    <a:cubicBezTo>
                      <a:pt x="7921" y="40559"/>
                      <a:pt x="7808" y="40384"/>
                      <a:pt x="3768" y="41934"/>
                    </a:cubicBezTo>
                    <a:cubicBezTo>
                      <a:pt x="-606" y="43612"/>
                      <a:pt x="-1257" y="39820"/>
                      <a:pt x="2261" y="33152"/>
                    </a:cubicBezTo>
                    <a:cubicBezTo>
                      <a:pt x="3561" y="30687"/>
                      <a:pt x="6269" y="24604"/>
                      <a:pt x="8278" y="19635"/>
                    </a:cubicBezTo>
                    <a:cubicBezTo>
                      <a:pt x="10287" y="14665"/>
                      <a:pt x="13291" y="7695"/>
                      <a:pt x="14954" y="4146"/>
                    </a:cubicBezTo>
                    <a:cubicBezTo>
                      <a:pt x="17758" y="-1839"/>
                      <a:pt x="17861" y="-1651"/>
                      <a:pt x="16371" y="6727"/>
                    </a:cubicBezTo>
                    <a:cubicBezTo>
                      <a:pt x="15486" y="11697"/>
                      <a:pt x="13047" y="19118"/>
                      <a:pt x="10951" y="23219"/>
                    </a:cubicBezTo>
                    <a:cubicBezTo>
                      <a:pt x="8012" y="28966"/>
                      <a:pt x="7787" y="32101"/>
                      <a:pt x="9971" y="36893"/>
                    </a:cubicBezTo>
                    <a:cubicBezTo>
                      <a:pt x="11529" y="40313"/>
                      <a:pt x="12803" y="45728"/>
                      <a:pt x="12803" y="48926"/>
                    </a:cubicBezTo>
                    <a:cubicBezTo>
                      <a:pt x="12803" y="52125"/>
                      <a:pt x="14178" y="56117"/>
                      <a:pt x="15858" y="57797"/>
                    </a:cubicBezTo>
                    <a:cubicBezTo>
                      <a:pt x="17538" y="59477"/>
                      <a:pt x="18285" y="61480"/>
                      <a:pt x="17517" y="62248"/>
                    </a:cubicBezTo>
                    <a:cubicBezTo>
                      <a:pt x="16749" y="63016"/>
                      <a:pt x="14634" y="61852"/>
                      <a:pt x="12817" y="59663"/>
                    </a:cubicBezTo>
                    <a:close/>
                  </a:path>
                </a:pathLst>
              </a:custGeom>
              <a:solidFill>
                <a:srgbClr val="B9B9B9"/>
              </a:solidFill>
              <a:ln w="5163" cap="flat">
                <a:noFill/>
                <a:prstDash val="solid"/>
                <a:miter/>
              </a:ln>
            </p:spPr>
            <p:txBody>
              <a:bodyPr/>
              <a:lstStyle/>
              <a:p>
                <a:endParaRPr lang="es-419" noProof="0" dirty="0"/>
              </a:p>
            </p:txBody>
          </p:sp>
          <p:sp>
            <p:nvSpPr>
              <p:cNvPr id="98" name="Forma libre: forma 97">
                <a:extLst>
                  <a:ext uri="{FF2B5EF4-FFF2-40B4-BE49-F238E27FC236}">
                    <a16:creationId xmlns:a16="http://schemas.microsoft.com/office/drawing/2014/main" id="{23FD34BD-D256-F455-569E-2128E95281F4}"/>
                  </a:ext>
                </a:extLst>
              </p:cNvPr>
              <p:cNvSpPr/>
              <p:nvPr/>
            </p:nvSpPr>
            <p:spPr>
              <a:xfrm>
                <a:off x="610272" y="1785879"/>
                <a:ext cx="19431" cy="24201"/>
              </a:xfrm>
              <a:custGeom>
                <a:avLst/>
                <a:gdLst>
                  <a:gd name="csX0" fmla="*/ 12977 w 19431"/>
                  <a:gd name="csY0" fmla="*/ 20895 h 24201"/>
                  <a:gd name="csX1" fmla="*/ 7325 w 19431"/>
                  <a:gd name="csY1" fmla="*/ 14059 h 24201"/>
                  <a:gd name="csX2" fmla="*/ 3038 w 19431"/>
                  <a:gd name="csY2" fmla="*/ 6445 h 24201"/>
                  <a:gd name="csX3" fmla="*/ 7745 w 19431"/>
                  <a:gd name="csY3" fmla="*/ 1409 h 24201"/>
                  <a:gd name="csX4" fmla="*/ 17054 w 19431"/>
                  <a:gd name="csY4" fmla="*/ 13612 h 24201"/>
                  <a:gd name="csX5" fmla="*/ 19347 w 19431"/>
                  <a:gd name="csY5" fmla="*/ 24137 h 24201"/>
                  <a:gd name="csX6" fmla="*/ 12977 w 19431"/>
                  <a:gd name="csY6" fmla="*/ 20895 h 24201"/>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9431" h="24201">
                    <a:moveTo>
                      <a:pt x="12977" y="20895"/>
                    </a:moveTo>
                    <a:cubicBezTo>
                      <a:pt x="9869" y="18718"/>
                      <a:pt x="7325" y="15642"/>
                      <a:pt x="7325" y="14059"/>
                    </a:cubicBezTo>
                    <a:cubicBezTo>
                      <a:pt x="7325" y="12477"/>
                      <a:pt x="5396" y="9050"/>
                      <a:pt x="3038" y="6445"/>
                    </a:cubicBezTo>
                    <a:cubicBezTo>
                      <a:pt x="-2384" y="453"/>
                      <a:pt x="-388" y="-1683"/>
                      <a:pt x="7745" y="1409"/>
                    </a:cubicBezTo>
                    <a:cubicBezTo>
                      <a:pt x="11871" y="2978"/>
                      <a:pt x="15083" y="7189"/>
                      <a:pt x="17054" y="13612"/>
                    </a:cubicBezTo>
                    <a:cubicBezTo>
                      <a:pt x="18710" y="19007"/>
                      <a:pt x="19742" y="23743"/>
                      <a:pt x="19347" y="24137"/>
                    </a:cubicBezTo>
                    <a:cubicBezTo>
                      <a:pt x="18953" y="24532"/>
                      <a:pt x="16086" y="23073"/>
                      <a:pt x="12977" y="20895"/>
                    </a:cubicBezTo>
                    <a:close/>
                  </a:path>
                </a:pathLst>
              </a:custGeom>
              <a:solidFill>
                <a:srgbClr val="B9B9B9"/>
              </a:solidFill>
              <a:ln w="5163" cap="flat">
                <a:noFill/>
                <a:prstDash val="solid"/>
                <a:miter/>
              </a:ln>
            </p:spPr>
            <p:txBody>
              <a:bodyPr/>
              <a:lstStyle/>
              <a:p>
                <a:endParaRPr lang="es-419" noProof="0" dirty="0"/>
              </a:p>
            </p:txBody>
          </p:sp>
          <p:sp>
            <p:nvSpPr>
              <p:cNvPr id="99" name="Forma libre: forma 98">
                <a:extLst>
                  <a:ext uri="{FF2B5EF4-FFF2-40B4-BE49-F238E27FC236}">
                    <a16:creationId xmlns:a16="http://schemas.microsoft.com/office/drawing/2014/main" id="{404A7557-3424-6183-59DE-4B6B5BB09726}"/>
                  </a:ext>
                </a:extLst>
              </p:cNvPr>
              <p:cNvSpPr/>
              <p:nvPr/>
            </p:nvSpPr>
            <p:spPr>
              <a:xfrm>
                <a:off x="615016" y="1765374"/>
                <a:ext cx="5162" cy="6756"/>
              </a:xfrm>
              <a:custGeom>
                <a:avLst/>
                <a:gdLst>
                  <a:gd name="csX0" fmla="*/ 0 w 5162"/>
                  <a:gd name="csY0" fmla="*/ 4328 h 6756"/>
                  <a:gd name="csX1" fmla="*/ 2581 w 5162"/>
                  <a:gd name="csY1" fmla="*/ 303 h 6756"/>
                  <a:gd name="csX2" fmla="*/ 5163 w 5162"/>
                  <a:gd name="csY2" fmla="*/ 2732 h 6756"/>
                  <a:gd name="csX3" fmla="*/ 2581 w 5162"/>
                  <a:gd name="csY3" fmla="*/ 6757 h 6756"/>
                  <a:gd name="csX4" fmla="*/ 0 w 5162"/>
                  <a:gd name="csY4" fmla="*/ 4328 h 6756"/>
                </a:gdLst>
                <a:ahLst/>
                <a:cxnLst>
                  <a:cxn ang="0">
                    <a:pos x="csX0" y="csY0"/>
                  </a:cxn>
                  <a:cxn ang="0">
                    <a:pos x="csX1" y="csY1"/>
                  </a:cxn>
                  <a:cxn ang="0">
                    <a:pos x="csX2" y="csY2"/>
                  </a:cxn>
                  <a:cxn ang="0">
                    <a:pos x="csX3" y="csY3"/>
                  </a:cxn>
                  <a:cxn ang="0">
                    <a:pos x="csX4" y="csY4"/>
                  </a:cxn>
                </a:cxnLst>
                <a:rect l="l" t="t" r="r" b="b"/>
                <a:pathLst>
                  <a:path w="5162" h="6756">
                    <a:moveTo>
                      <a:pt x="0" y="4328"/>
                    </a:moveTo>
                    <a:cubicBezTo>
                      <a:pt x="0" y="2992"/>
                      <a:pt x="1162" y="1181"/>
                      <a:pt x="2581" y="303"/>
                    </a:cubicBezTo>
                    <a:cubicBezTo>
                      <a:pt x="4001" y="-574"/>
                      <a:pt x="5163" y="519"/>
                      <a:pt x="5163" y="2732"/>
                    </a:cubicBezTo>
                    <a:cubicBezTo>
                      <a:pt x="5163" y="4946"/>
                      <a:pt x="4001" y="6757"/>
                      <a:pt x="2581" y="6757"/>
                    </a:cubicBezTo>
                    <a:cubicBezTo>
                      <a:pt x="1162" y="6757"/>
                      <a:pt x="0" y="5664"/>
                      <a:pt x="0" y="4328"/>
                    </a:cubicBezTo>
                    <a:close/>
                  </a:path>
                </a:pathLst>
              </a:custGeom>
              <a:solidFill>
                <a:srgbClr val="B9B9B9"/>
              </a:solidFill>
              <a:ln w="5163" cap="flat">
                <a:noFill/>
                <a:prstDash val="solid"/>
                <a:miter/>
              </a:ln>
            </p:spPr>
            <p:txBody>
              <a:bodyPr/>
              <a:lstStyle/>
              <a:p>
                <a:endParaRPr lang="es-419" noProof="0" dirty="0"/>
              </a:p>
            </p:txBody>
          </p:sp>
          <p:sp>
            <p:nvSpPr>
              <p:cNvPr id="100" name="Forma libre: forma 99">
                <a:extLst>
                  <a:ext uri="{FF2B5EF4-FFF2-40B4-BE49-F238E27FC236}">
                    <a16:creationId xmlns:a16="http://schemas.microsoft.com/office/drawing/2014/main" id="{9F0580CD-4596-A25E-F56E-529C9AB8C7D0}"/>
                  </a:ext>
                </a:extLst>
              </p:cNvPr>
              <p:cNvSpPr/>
              <p:nvPr/>
            </p:nvSpPr>
            <p:spPr>
              <a:xfrm>
                <a:off x="496444" y="1737058"/>
                <a:ext cx="4812" cy="15975"/>
              </a:xfrm>
              <a:custGeom>
                <a:avLst/>
                <a:gdLst>
                  <a:gd name="csX0" fmla="*/ 6 w 4812"/>
                  <a:gd name="csY0" fmla="*/ 12637 h 15975"/>
                  <a:gd name="csX1" fmla="*/ 2406 w 4812"/>
                  <a:gd name="csY1" fmla="*/ 2804 h 15975"/>
                  <a:gd name="csX2" fmla="*/ 4806 w 4812"/>
                  <a:gd name="csY2" fmla="*/ 5879 h 15975"/>
                  <a:gd name="csX3" fmla="*/ 2406 w 4812"/>
                  <a:gd name="csY3" fmla="*/ 15712 h 15975"/>
                  <a:gd name="csX4" fmla="*/ 6 w 4812"/>
                  <a:gd name="csY4" fmla="*/ 12637 h 15975"/>
                </a:gdLst>
                <a:ahLst/>
                <a:cxnLst>
                  <a:cxn ang="0">
                    <a:pos x="csX0" y="csY0"/>
                  </a:cxn>
                  <a:cxn ang="0">
                    <a:pos x="csX1" y="csY1"/>
                  </a:cxn>
                  <a:cxn ang="0">
                    <a:pos x="csX2" y="csY2"/>
                  </a:cxn>
                  <a:cxn ang="0">
                    <a:pos x="csX3" y="csY3"/>
                  </a:cxn>
                  <a:cxn ang="0">
                    <a:pos x="csX4" y="csY4"/>
                  </a:cxn>
                </a:cxnLst>
                <a:rect l="l" t="t" r="r" b="b"/>
                <a:pathLst>
                  <a:path w="4812" h="15975">
                    <a:moveTo>
                      <a:pt x="6" y="12637"/>
                    </a:moveTo>
                    <a:cubicBezTo>
                      <a:pt x="106" y="10069"/>
                      <a:pt x="1186" y="5644"/>
                      <a:pt x="2406" y="2804"/>
                    </a:cubicBezTo>
                    <a:cubicBezTo>
                      <a:pt x="4277" y="-1548"/>
                      <a:pt x="4653" y="-1065"/>
                      <a:pt x="4806" y="5879"/>
                    </a:cubicBezTo>
                    <a:cubicBezTo>
                      <a:pt x="4906" y="10409"/>
                      <a:pt x="3826" y="14834"/>
                      <a:pt x="2406" y="15712"/>
                    </a:cubicBezTo>
                    <a:cubicBezTo>
                      <a:pt x="987" y="16589"/>
                      <a:pt x="-93" y="15206"/>
                      <a:pt x="6" y="12637"/>
                    </a:cubicBezTo>
                    <a:close/>
                  </a:path>
                </a:pathLst>
              </a:custGeom>
              <a:solidFill>
                <a:srgbClr val="B9B9B9"/>
              </a:solidFill>
              <a:ln w="5163" cap="flat">
                <a:noFill/>
                <a:prstDash val="solid"/>
                <a:miter/>
              </a:ln>
            </p:spPr>
            <p:txBody>
              <a:bodyPr/>
              <a:lstStyle/>
              <a:p>
                <a:endParaRPr lang="es-419" noProof="0" dirty="0"/>
              </a:p>
            </p:txBody>
          </p:sp>
          <p:sp>
            <p:nvSpPr>
              <p:cNvPr id="101" name="Forma libre: forma 100">
                <a:extLst>
                  <a:ext uri="{FF2B5EF4-FFF2-40B4-BE49-F238E27FC236}">
                    <a16:creationId xmlns:a16="http://schemas.microsoft.com/office/drawing/2014/main" id="{7D364A54-6E0F-AFA4-E7A3-28889B4B471A}"/>
                  </a:ext>
                </a:extLst>
              </p:cNvPr>
              <p:cNvSpPr/>
              <p:nvPr/>
            </p:nvSpPr>
            <p:spPr>
              <a:xfrm>
                <a:off x="610293" y="1727161"/>
                <a:ext cx="5615" cy="11379"/>
              </a:xfrm>
              <a:custGeom>
                <a:avLst/>
                <a:gdLst>
                  <a:gd name="csX0" fmla="*/ 427 w 5615"/>
                  <a:gd name="csY0" fmla="*/ 7365 h 11379"/>
                  <a:gd name="csX1" fmla="*/ 1464 w 5615"/>
                  <a:gd name="csY1" fmla="*/ 731 h 11379"/>
                  <a:gd name="csX2" fmla="*/ 5321 w 5615"/>
                  <a:gd name="csY2" fmla="*/ 4777 h 11379"/>
                  <a:gd name="csX3" fmla="*/ 427 w 5615"/>
                  <a:gd name="csY3" fmla="*/ 7365 h 11379"/>
                </a:gdLst>
                <a:ahLst/>
                <a:cxnLst>
                  <a:cxn ang="0">
                    <a:pos x="csX0" y="csY0"/>
                  </a:cxn>
                  <a:cxn ang="0">
                    <a:pos x="csX1" y="csY1"/>
                  </a:cxn>
                  <a:cxn ang="0">
                    <a:pos x="csX2" y="csY2"/>
                  </a:cxn>
                  <a:cxn ang="0">
                    <a:pos x="csX3" y="csY3"/>
                  </a:cxn>
                </a:cxnLst>
                <a:rect l="l" t="t" r="r" b="b"/>
                <a:pathLst>
                  <a:path w="5615" h="11379">
                    <a:moveTo>
                      <a:pt x="427" y="7365"/>
                    </a:moveTo>
                    <a:cubicBezTo>
                      <a:pt x="-426" y="5140"/>
                      <a:pt x="40" y="2155"/>
                      <a:pt x="1464" y="731"/>
                    </a:cubicBezTo>
                    <a:cubicBezTo>
                      <a:pt x="3194" y="-1000"/>
                      <a:pt x="4473" y="341"/>
                      <a:pt x="5321" y="4777"/>
                    </a:cubicBezTo>
                    <a:cubicBezTo>
                      <a:pt x="6696" y="11973"/>
                      <a:pt x="2955" y="13952"/>
                      <a:pt x="427" y="7365"/>
                    </a:cubicBezTo>
                    <a:close/>
                  </a:path>
                </a:pathLst>
              </a:custGeom>
              <a:solidFill>
                <a:srgbClr val="B9B9B9"/>
              </a:solidFill>
              <a:ln w="5163" cap="flat">
                <a:noFill/>
                <a:prstDash val="solid"/>
                <a:miter/>
              </a:ln>
            </p:spPr>
            <p:txBody>
              <a:bodyPr/>
              <a:lstStyle/>
              <a:p>
                <a:endParaRPr lang="es-419" noProof="0" dirty="0"/>
              </a:p>
            </p:txBody>
          </p:sp>
          <p:sp>
            <p:nvSpPr>
              <p:cNvPr id="102" name="Forma libre: forma 101">
                <a:extLst>
                  <a:ext uri="{FF2B5EF4-FFF2-40B4-BE49-F238E27FC236}">
                    <a16:creationId xmlns:a16="http://schemas.microsoft.com/office/drawing/2014/main" id="{4C5A832F-8EFE-5181-0694-7DC7F0DFD0EA}"/>
                  </a:ext>
                </a:extLst>
              </p:cNvPr>
              <p:cNvSpPr/>
              <p:nvPr/>
            </p:nvSpPr>
            <p:spPr>
              <a:xfrm>
                <a:off x="589201" y="1723083"/>
                <a:ext cx="5162" cy="7744"/>
              </a:xfrm>
              <a:custGeom>
                <a:avLst/>
                <a:gdLst>
                  <a:gd name="csX0" fmla="*/ 0 w 5162"/>
                  <a:gd name="csY0" fmla="*/ 3872 h 7744"/>
                  <a:gd name="csX1" fmla="*/ 2581 w 5162"/>
                  <a:gd name="csY1" fmla="*/ 0 h 7744"/>
                  <a:gd name="csX2" fmla="*/ 5163 w 5162"/>
                  <a:gd name="csY2" fmla="*/ 3872 h 7744"/>
                  <a:gd name="csX3" fmla="*/ 2581 w 5162"/>
                  <a:gd name="csY3" fmla="*/ 7744 h 7744"/>
                  <a:gd name="csX4" fmla="*/ 0 w 5162"/>
                  <a:gd name="csY4" fmla="*/ 3872 h 7744"/>
                </a:gdLst>
                <a:ahLst/>
                <a:cxnLst>
                  <a:cxn ang="0">
                    <a:pos x="csX0" y="csY0"/>
                  </a:cxn>
                  <a:cxn ang="0">
                    <a:pos x="csX1" y="csY1"/>
                  </a:cxn>
                  <a:cxn ang="0">
                    <a:pos x="csX2" y="csY2"/>
                  </a:cxn>
                  <a:cxn ang="0">
                    <a:pos x="csX3" y="csY3"/>
                  </a:cxn>
                  <a:cxn ang="0">
                    <a:pos x="csX4" y="csY4"/>
                  </a:cxn>
                </a:cxnLst>
                <a:rect l="l" t="t" r="r" b="b"/>
                <a:pathLst>
                  <a:path w="5162" h="7744">
                    <a:moveTo>
                      <a:pt x="0" y="3872"/>
                    </a:moveTo>
                    <a:cubicBezTo>
                      <a:pt x="0" y="1742"/>
                      <a:pt x="1162" y="0"/>
                      <a:pt x="2581" y="0"/>
                    </a:cubicBezTo>
                    <a:cubicBezTo>
                      <a:pt x="4001" y="0"/>
                      <a:pt x="5163" y="1742"/>
                      <a:pt x="5163" y="3872"/>
                    </a:cubicBezTo>
                    <a:cubicBezTo>
                      <a:pt x="5163" y="6002"/>
                      <a:pt x="4001" y="7744"/>
                      <a:pt x="2581" y="7744"/>
                    </a:cubicBezTo>
                    <a:cubicBezTo>
                      <a:pt x="1162" y="7744"/>
                      <a:pt x="0" y="6002"/>
                      <a:pt x="0" y="3872"/>
                    </a:cubicBezTo>
                    <a:close/>
                  </a:path>
                </a:pathLst>
              </a:custGeom>
              <a:solidFill>
                <a:srgbClr val="B9B9B9"/>
              </a:solidFill>
              <a:ln w="5163" cap="flat">
                <a:noFill/>
                <a:prstDash val="solid"/>
                <a:miter/>
              </a:ln>
            </p:spPr>
            <p:txBody>
              <a:bodyPr/>
              <a:lstStyle/>
              <a:p>
                <a:endParaRPr lang="es-419" noProof="0" dirty="0"/>
              </a:p>
            </p:txBody>
          </p:sp>
          <p:sp>
            <p:nvSpPr>
              <p:cNvPr id="103" name="Forma libre: forma 102">
                <a:extLst>
                  <a:ext uri="{FF2B5EF4-FFF2-40B4-BE49-F238E27FC236}">
                    <a16:creationId xmlns:a16="http://schemas.microsoft.com/office/drawing/2014/main" id="{F2FECD06-7397-E03D-060D-43C57CFD4659}"/>
                  </a:ext>
                </a:extLst>
              </p:cNvPr>
              <p:cNvSpPr/>
              <p:nvPr/>
            </p:nvSpPr>
            <p:spPr>
              <a:xfrm>
                <a:off x="576294" y="1689525"/>
                <a:ext cx="15348" cy="20423"/>
              </a:xfrm>
              <a:custGeom>
                <a:avLst/>
                <a:gdLst>
                  <a:gd name="csX0" fmla="*/ 0 w 15348"/>
                  <a:gd name="csY0" fmla="*/ 17942 h 20423"/>
                  <a:gd name="csX1" fmla="*/ 11683 w 15348"/>
                  <a:gd name="csY1" fmla="*/ 0 h 20423"/>
                  <a:gd name="csX2" fmla="*/ 8918 w 15348"/>
                  <a:gd name="csY2" fmla="*/ 14081 h 20423"/>
                  <a:gd name="csX3" fmla="*/ 0 w 15348"/>
                  <a:gd name="csY3" fmla="*/ 17942 h 20423"/>
                </a:gdLst>
                <a:ahLst/>
                <a:cxnLst>
                  <a:cxn ang="0">
                    <a:pos x="csX0" y="csY0"/>
                  </a:cxn>
                  <a:cxn ang="0">
                    <a:pos x="csX1" y="csY1"/>
                  </a:cxn>
                  <a:cxn ang="0">
                    <a:pos x="csX2" y="csY2"/>
                  </a:cxn>
                  <a:cxn ang="0">
                    <a:pos x="csX3" y="csY3"/>
                  </a:cxn>
                </a:cxnLst>
                <a:rect l="l" t="t" r="r" b="b"/>
                <a:pathLst>
                  <a:path w="15348" h="20423">
                    <a:moveTo>
                      <a:pt x="0" y="17942"/>
                    </a:moveTo>
                    <a:cubicBezTo>
                      <a:pt x="0" y="12328"/>
                      <a:pt x="8027" y="0"/>
                      <a:pt x="11683" y="0"/>
                    </a:cubicBezTo>
                    <a:cubicBezTo>
                      <a:pt x="17539" y="0"/>
                      <a:pt x="16205" y="6793"/>
                      <a:pt x="8918" y="14081"/>
                    </a:cubicBezTo>
                    <a:cubicBezTo>
                      <a:pt x="1711" y="21287"/>
                      <a:pt x="0" y="22028"/>
                      <a:pt x="0" y="17942"/>
                    </a:cubicBezTo>
                    <a:close/>
                  </a:path>
                </a:pathLst>
              </a:custGeom>
              <a:solidFill>
                <a:srgbClr val="B9B9B9"/>
              </a:solidFill>
              <a:ln w="5163" cap="flat">
                <a:noFill/>
                <a:prstDash val="solid"/>
                <a:miter/>
              </a:ln>
            </p:spPr>
            <p:txBody>
              <a:bodyPr/>
              <a:lstStyle/>
              <a:p>
                <a:endParaRPr lang="es-419" noProof="0" dirty="0"/>
              </a:p>
            </p:txBody>
          </p:sp>
        </p:grpSp>
        <p:sp>
          <p:nvSpPr>
            <p:cNvPr id="104" name="Forma libre: forma 103">
              <a:extLst>
                <a:ext uri="{FF2B5EF4-FFF2-40B4-BE49-F238E27FC236}">
                  <a16:creationId xmlns:a16="http://schemas.microsoft.com/office/drawing/2014/main" id="{F60FA402-99F6-1443-554C-A19B1AD19742}"/>
                </a:ext>
              </a:extLst>
            </p:cNvPr>
            <p:cNvSpPr/>
            <p:nvPr/>
          </p:nvSpPr>
          <p:spPr>
            <a:xfrm>
              <a:off x="516921" y="1569184"/>
              <a:ext cx="5162" cy="6756"/>
            </a:xfrm>
            <a:custGeom>
              <a:avLst/>
              <a:gdLst>
                <a:gd name="csX0" fmla="*/ 0 w 5162"/>
                <a:gd name="csY0" fmla="*/ 2732 h 6756"/>
                <a:gd name="csX1" fmla="*/ 2581 w 5162"/>
                <a:gd name="csY1" fmla="*/ 303 h 6756"/>
                <a:gd name="csX2" fmla="*/ 5163 w 5162"/>
                <a:gd name="csY2" fmla="*/ 4328 h 6756"/>
                <a:gd name="csX3" fmla="*/ 2581 w 5162"/>
                <a:gd name="csY3" fmla="*/ 6757 h 6756"/>
                <a:gd name="csX4" fmla="*/ 0 w 5162"/>
                <a:gd name="csY4" fmla="*/ 2732 h 6756"/>
              </a:gdLst>
              <a:ahLst/>
              <a:cxnLst>
                <a:cxn ang="0">
                  <a:pos x="csX0" y="csY0"/>
                </a:cxn>
                <a:cxn ang="0">
                  <a:pos x="csX1" y="csY1"/>
                </a:cxn>
                <a:cxn ang="0">
                  <a:pos x="csX2" y="csY2"/>
                </a:cxn>
                <a:cxn ang="0">
                  <a:pos x="csX3" y="csY3"/>
                </a:cxn>
                <a:cxn ang="0">
                  <a:pos x="csX4" y="csY4"/>
                </a:cxn>
              </a:cxnLst>
              <a:rect l="l" t="t" r="r" b="b"/>
              <a:pathLst>
                <a:path w="5162" h="6756">
                  <a:moveTo>
                    <a:pt x="0" y="2732"/>
                  </a:moveTo>
                  <a:cubicBezTo>
                    <a:pt x="0" y="519"/>
                    <a:pt x="1162" y="-574"/>
                    <a:pt x="2581" y="303"/>
                  </a:cubicBezTo>
                  <a:cubicBezTo>
                    <a:pt x="4001" y="1181"/>
                    <a:pt x="5163" y="2992"/>
                    <a:pt x="5163" y="4328"/>
                  </a:cubicBezTo>
                  <a:cubicBezTo>
                    <a:pt x="5163" y="5664"/>
                    <a:pt x="4001" y="6757"/>
                    <a:pt x="2581" y="6757"/>
                  </a:cubicBezTo>
                  <a:cubicBezTo>
                    <a:pt x="1162" y="6757"/>
                    <a:pt x="0" y="4946"/>
                    <a:pt x="0" y="2732"/>
                  </a:cubicBezTo>
                  <a:close/>
                </a:path>
              </a:pathLst>
            </a:custGeom>
            <a:solidFill>
              <a:srgbClr val="B9B9B9"/>
            </a:solidFill>
            <a:ln w="5163" cap="flat">
              <a:noFill/>
              <a:prstDash val="solid"/>
              <a:miter/>
            </a:ln>
          </p:spPr>
          <p:txBody>
            <a:bodyPr/>
            <a:lstStyle/>
            <a:p>
              <a:endParaRPr lang="es-419" noProof="0" dirty="0"/>
            </a:p>
          </p:txBody>
        </p:sp>
      </p:grpSp>
      <p:sp>
        <p:nvSpPr>
          <p:cNvPr id="105" name="Forma libre: forma 104">
            <a:extLst>
              <a:ext uri="{FF2B5EF4-FFF2-40B4-BE49-F238E27FC236}">
                <a16:creationId xmlns:a16="http://schemas.microsoft.com/office/drawing/2014/main" id="{553E4BA6-5DED-06B8-2A7D-973F7473F4CD}"/>
              </a:ext>
            </a:extLst>
          </p:cNvPr>
          <p:cNvSpPr/>
          <p:nvPr/>
        </p:nvSpPr>
        <p:spPr>
          <a:xfrm>
            <a:off x="466238" y="1431499"/>
            <a:ext cx="11558" cy="7543"/>
          </a:xfrm>
          <a:custGeom>
            <a:avLst/>
            <a:gdLst>
              <a:gd name="csX0" fmla="*/ 1635 w 11558"/>
              <a:gd name="csY0" fmla="*/ 3752 h 7543"/>
              <a:gd name="csX1" fmla="*/ 8241 w 11558"/>
              <a:gd name="csY1" fmla="*/ 3670 h 7543"/>
              <a:gd name="csX2" fmla="*/ 9050 w 11558"/>
              <a:gd name="csY2" fmla="*/ 7542 h 7543"/>
              <a:gd name="csX3" fmla="*/ 1635 w 11558"/>
              <a:gd name="csY3" fmla="*/ 3752 h 7543"/>
            </a:gdLst>
            <a:ahLst/>
            <a:cxnLst>
              <a:cxn ang="0">
                <a:pos x="csX0" y="csY0"/>
              </a:cxn>
              <a:cxn ang="0">
                <a:pos x="csX1" y="csY1"/>
              </a:cxn>
              <a:cxn ang="0">
                <a:pos x="csX2" y="csY2"/>
              </a:cxn>
              <a:cxn ang="0">
                <a:pos x="csX3" y="csY3"/>
              </a:cxn>
            </a:cxnLst>
            <a:rect l="l" t="t" r="r" b="b"/>
            <a:pathLst>
              <a:path w="11558" h="7543">
                <a:moveTo>
                  <a:pt x="1635" y="3752"/>
                </a:moveTo>
                <a:cubicBezTo>
                  <a:pt x="-2484" y="-1211"/>
                  <a:pt x="1718" y="-1263"/>
                  <a:pt x="8241" y="3670"/>
                </a:cubicBezTo>
                <a:cubicBezTo>
                  <a:pt x="12450" y="6854"/>
                  <a:pt x="12580" y="7473"/>
                  <a:pt x="9050" y="7542"/>
                </a:cubicBezTo>
                <a:cubicBezTo>
                  <a:pt x="6739" y="7587"/>
                  <a:pt x="3403" y="5882"/>
                  <a:pt x="1635" y="3752"/>
                </a:cubicBezTo>
                <a:close/>
              </a:path>
            </a:pathLst>
          </a:custGeom>
          <a:solidFill>
            <a:srgbClr val="B9B9B9"/>
          </a:solidFill>
          <a:ln w="5163" cap="flat">
            <a:noFill/>
            <a:prstDash val="solid"/>
            <a:miter/>
          </a:ln>
        </p:spPr>
        <p:txBody>
          <a:bodyPr/>
          <a:lstStyle/>
          <a:p>
            <a:endParaRPr lang="es-419" noProof="0" dirty="0"/>
          </a:p>
        </p:txBody>
      </p:sp>
      <p:grpSp>
        <p:nvGrpSpPr>
          <p:cNvPr id="106" name="Gráfico 39">
            <a:extLst>
              <a:ext uri="{FF2B5EF4-FFF2-40B4-BE49-F238E27FC236}">
                <a16:creationId xmlns:a16="http://schemas.microsoft.com/office/drawing/2014/main" id="{B090ED9D-50B1-D3E9-3EF7-ED9EFBE1F13E}"/>
              </a:ext>
            </a:extLst>
          </p:cNvPr>
          <p:cNvGrpSpPr/>
          <p:nvPr/>
        </p:nvGrpSpPr>
        <p:grpSpPr>
          <a:xfrm>
            <a:off x="73152" y="1028824"/>
            <a:ext cx="399884" cy="461679"/>
            <a:chOff x="73152" y="1028824"/>
            <a:chExt cx="399884" cy="461679"/>
          </a:xfrm>
          <a:solidFill>
            <a:srgbClr val="B9B9B9"/>
          </a:solidFill>
        </p:grpSpPr>
        <p:sp>
          <p:nvSpPr>
            <p:cNvPr id="107" name="Forma libre: forma 106">
              <a:extLst>
                <a:ext uri="{FF2B5EF4-FFF2-40B4-BE49-F238E27FC236}">
                  <a16:creationId xmlns:a16="http://schemas.microsoft.com/office/drawing/2014/main" id="{F28683F2-8648-69EB-CF60-01EB1D5BF49E}"/>
                </a:ext>
              </a:extLst>
            </p:cNvPr>
            <p:cNvSpPr/>
            <p:nvPr/>
          </p:nvSpPr>
          <p:spPr>
            <a:xfrm>
              <a:off x="176169" y="1028824"/>
              <a:ext cx="296866" cy="461679"/>
            </a:xfrm>
            <a:custGeom>
              <a:avLst/>
              <a:gdLst>
                <a:gd name="csX0" fmla="*/ 234204 w 296866"/>
                <a:gd name="csY0" fmla="*/ 456793 h 461679"/>
                <a:gd name="csX1" fmla="*/ 189641 w 296866"/>
                <a:gd name="csY1" fmla="*/ 451076 h 461679"/>
                <a:gd name="csX2" fmla="*/ 192285 w 296866"/>
                <a:gd name="csY2" fmla="*/ 440463 h 461679"/>
                <a:gd name="csX3" fmla="*/ 192319 w 296866"/>
                <a:gd name="csY3" fmla="*/ 432599 h 461679"/>
                <a:gd name="csX4" fmla="*/ 190826 w 296866"/>
                <a:gd name="csY4" fmla="*/ 424368 h 461679"/>
                <a:gd name="csX5" fmla="*/ 194908 w 296866"/>
                <a:gd name="csY5" fmla="*/ 412652 h 461679"/>
                <a:gd name="csX6" fmla="*/ 188729 w 296866"/>
                <a:gd name="csY6" fmla="*/ 395950 h 461679"/>
                <a:gd name="csX7" fmla="*/ 175616 w 296866"/>
                <a:gd name="csY7" fmla="*/ 376348 h 461679"/>
                <a:gd name="csX8" fmla="*/ 165432 w 296866"/>
                <a:gd name="csY8" fmla="*/ 362612 h 461679"/>
                <a:gd name="csX9" fmla="*/ 157619 w 296866"/>
                <a:gd name="csY9" fmla="*/ 354047 h 461679"/>
                <a:gd name="csX10" fmla="*/ 123850 w 296866"/>
                <a:gd name="csY10" fmla="*/ 312204 h 461679"/>
                <a:gd name="csX11" fmla="*/ 110408 w 296866"/>
                <a:gd name="csY11" fmla="*/ 302524 h 461679"/>
                <a:gd name="csX12" fmla="*/ 90624 w 296866"/>
                <a:gd name="csY12" fmla="*/ 283830 h 461679"/>
                <a:gd name="csX13" fmla="*/ 80025 w 296866"/>
                <a:gd name="csY13" fmla="*/ 265391 h 461679"/>
                <a:gd name="csX14" fmla="*/ 76089 w 296866"/>
                <a:gd name="csY14" fmla="*/ 254455 h 461679"/>
                <a:gd name="csX15" fmla="*/ 73345 w 296866"/>
                <a:gd name="csY15" fmla="*/ 247079 h 461679"/>
                <a:gd name="csX16" fmla="*/ 72109 w 296866"/>
                <a:gd name="csY16" fmla="*/ 214519 h 461679"/>
                <a:gd name="csX17" fmla="*/ 68319 w 296866"/>
                <a:gd name="csY17" fmla="*/ 206510 h 461679"/>
                <a:gd name="csX18" fmla="*/ 67160 w 296866"/>
                <a:gd name="csY18" fmla="*/ 202519 h 461679"/>
                <a:gd name="csX19" fmla="*/ 64536 w 296866"/>
                <a:gd name="csY19" fmla="*/ 206365 h 461679"/>
                <a:gd name="csX20" fmla="*/ 61955 w 296866"/>
                <a:gd name="csY20" fmla="*/ 210237 h 461679"/>
                <a:gd name="csX21" fmla="*/ 59373 w 296866"/>
                <a:gd name="csY21" fmla="*/ 190811 h 461679"/>
                <a:gd name="csX22" fmla="*/ 48569 w 296866"/>
                <a:gd name="csY22" fmla="*/ 154736 h 461679"/>
                <a:gd name="csX23" fmla="*/ 46466 w 296866"/>
                <a:gd name="csY23" fmla="*/ 141789 h 461679"/>
                <a:gd name="csX24" fmla="*/ 38475 w 296866"/>
                <a:gd name="csY24" fmla="*/ 114684 h 461679"/>
                <a:gd name="csX25" fmla="*/ 28150 w 296866"/>
                <a:gd name="csY25" fmla="*/ 99082 h 461679"/>
                <a:gd name="csX26" fmla="*/ 25815 w 296866"/>
                <a:gd name="csY26" fmla="*/ 89273 h 461679"/>
                <a:gd name="csX27" fmla="*/ 22760 w 296866"/>
                <a:gd name="csY27" fmla="*/ 77852 h 461679"/>
                <a:gd name="csX28" fmla="*/ 21512 w 296866"/>
                <a:gd name="csY28" fmla="*/ 72990 h 461679"/>
                <a:gd name="csX29" fmla="*/ 26374 w 296866"/>
                <a:gd name="csY29" fmla="*/ 74238 h 461679"/>
                <a:gd name="csX30" fmla="*/ 33559 w 296866"/>
                <a:gd name="csY30" fmla="*/ 72129 h 461679"/>
                <a:gd name="csX31" fmla="*/ 29687 w 296866"/>
                <a:gd name="csY31" fmla="*/ 66967 h 461679"/>
                <a:gd name="csX32" fmla="*/ 25815 w 296866"/>
                <a:gd name="csY32" fmla="*/ 64277 h 461679"/>
                <a:gd name="csX33" fmla="*/ 20828 w 296866"/>
                <a:gd name="csY33" fmla="*/ 56236 h 461679"/>
                <a:gd name="csX34" fmla="*/ 14159 w 296866"/>
                <a:gd name="csY34" fmla="*/ 40210 h 461679"/>
                <a:gd name="csX35" fmla="*/ 6238 w 296866"/>
                <a:gd name="csY35" fmla="*/ 17321 h 461679"/>
                <a:gd name="csX36" fmla="*/ 0 w 296866"/>
                <a:gd name="csY36" fmla="*/ 2478 h 461679"/>
                <a:gd name="csX37" fmla="*/ 99386 w 296866"/>
                <a:gd name="csY37" fmla="*/ 3758 h 461679"/>
                <a:gd name="csX38" fmla="*/ 191027 w 296866"/>
                <a:gd name="csY38" fmla="*/ 12449 h 461679"/>
                <a:gd name="csX39" fmla="*/ 178059 w 296866"/>
                <a:gd name="csY39" fmla="*/ 27807 h 461679"/>
                <a:gd name="csX40" fmla="*/ 167369 w 296866"/>
                <a:gd name="csY40" fmla="*/ 45725 h 461679"/>
                <a:gd name="csX41" fmla="*/ 163079 w 296866"/>
                <a:gd name="csY41" fmla="*/ 80524 h 461679"/>
                <a:gd name="csX42" fmla="*/ 162631 w 296866"/>
                <a:gd name="csY42" fmla="*/ 83796 h 461679"/>
                <a:gd name="csX43" fmla="*/ 171021 w 296866"/>
                <a:gd name="csY43" fmla="*/ 93315 h 461679"/>
                <a:gd name="csX44" fmla="*/ 173406 w 296866"/>
                <a:gd name="csY44" fmla="*/ 109690 h 461679"/>
                <a:gd name="csX45" fmla="*/ 164850 w 296866"/>
                <a:gd name="csY45" fmla="*/ 145701 h 461679"/>
                <a:gd name="csX46" fmla="*/ 169084 w 296866"/>
                <a:gd name="csY46" fmla="*/ 169291 h 461679"/>
                <a:gd name="csX47" fmla="*/ 171477 w 296866"/>
                <a:gd name="csY47" fmla="*/ 213103 h 461679"/>
                <a:gd name="csX48" fmla="*/ 174210 w 296866"/>
                <a:gd name="csY48" fmla="*/ 257046 h 461679"/>
                <a:gd name="csX49" fmla="*/ 178120 w 296866"/>
                <a:gd name="csY49" fmla="*/ 261958 h 461679"/>
                <a:gd name="csX50" fmla="*/ 182243 w 296866"/>
                <a:gd name="csY50" fmla="*/ 269492 h 461679"/>
                <a:gd name="csX51" fmla="*/ 184937 w 296866"/>
                <a:gd name="csY51" fmla="*/ 277338 h 461679"/>
                <a:gd name="csX52" fmla="*/ 193415 w 296866"/>
                <a:gd name="csY52" fmla="*/ 285510 h 461679"/>
                <a:gd name="csX53" fmla="*/ 199664 w 296866"/>
                <a:gd name="csY53" fmla="*/ 290658 h 461679"/>
                <a:gd name="csX54" fmla="*/ 207927 w 296866"/>
                <a:gd name="csY54" fmla="*/ 300943 h 461679"/>
                <a:gd name="csX55" fmla="*/ 219722 w 296866"/>
                <a:gd name="csY55" fmla="*/ 315205 h 461679"/>
                <a:gd name="csX56" fmla="*/ 234342 w 296866"/>
                <a:gd name="csY56" fmla="*/ 331253 h 461679"/>
                <a:gd name="csX57" fmla="*/ 242348 w 296866"/>
                <a:gd name="csY57" fmla="*/ 342893 h 461679"/>
                <a:gd name="csX58" fmla="*/ 243886 w 296866"/>
                <a:gd name="csY58" fmla="*/ 354430 h 461679"/>
                <a:gd name="csX59" fmla="*/ 242906 w 296866"/>
                <a:gd name="csY59" fmla="*/ 363679 h 461679"/>
                <a:gd name="csX60" fmla="*/ 242638 w 296866"/>
                <a:gd name="csY60" fmla="*/ 372819 h 461679"/>
                <a:gd name="csX61" fmla="*/ 248980 w 296866"/>
                <a:gd name="csY61" fmla="*/ 375191 h 461679"/>
                <a:gd name="csX62" fmla="*/ 256854 w 296866"/>
                <a:gd name="csY62" fmla="*/ 380201 h 461679"/>
                <a:gd name="csX63" fmla="*/ 262017 w 296866"/>
                <a:gd name="csY63" fmla="*/ 385776 h 461679"/>
                <a:gd name="csX64" fmla="*/ 267554 w 296866"/>
                <a:gd name="csY64" fmla="*/ 396801 h 461679"/>
                <a:gd name="csX65" fmla="*/ 281559 w 296866"/>
                <a:gd name="csY65" fmla="*/ 416793 h 461679"/>
                <a:gd name="csX66" fmla="*/ 290755 w 296866"/>
                <a:gd name="csY66" fmla="*/ 428632 h 461679"/>
                <a:gd name="csX67" fmla="*/ 294624 w 296866"/>
                <a:gd name="csY67" fmla="*/ 440196 h 461679"/>
                <a:gd name="csX68" fmla="*/ 296867 w 296866"/>
                <a:gd name="csY68" fmla="*/ 451755 h 461679"/>
                <a:gd name="csX69" fmla="*/ 287186 w 296866"/>
                <a:gd name="csY69" fmla="*/ 461588 h 461679"/>
                <a:gd name="csX70" fmla="*/ 234204 w 296866"/>
                <a:gd name="csY70" fmla="*/ 456793 h 4616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Lst>
              <a:rect l="l" t="t" r="r" b="b"/>
              <a:pathLst>
                <a:path w="296866" h="461679">
                  <a:moveTo>
                    <a:pt x="234204" y="456793"/>
                  </a:moveTo>
                  <a:cubicBezTo>
                    <a:pt x="210389" y="454343"/>
                    <a:pt x="190335" y="451771"/>
                    <a:pt x="189641" y="451076"/>
                  </a:cubicBezTo>
                  <a:cubicBezTo>
                    <a:pt x="188946" y="450382"/>
                    <a:pt x="190136" y="445606"/>
                    <a:pt x="192285" y="440463"/>
                  </a:cubicBezTo>
                  <a:cubicBezTo>
                    <a:pt x="195748" y="432175"/>
                    <a:pt x="195752" y="431281"/>
                    <a:pt x="192319" y="432599"/>
                  </a:cubicBezTo>
                  <a:cubicBezTo>
                    <a:pt x="188021" y="434248"/>
                    <a:pt x="186953" y="428358"/>
                    <a:pt x="190826" y="424368"/>
                  </a:cubicBezTo>
                  <a:cubicBezTo>
                    <a:pt x="192136" y="423019"/>
                    <a:pt x="193972" y="417747"/>
                    <a:pt x="194908" y="412652"/>
                  </a:cubicBezTo>
                  <a:cubicBezTo>
                    <a:pt x="196394" y="404559"/>
                    <a:pt x="195613" y="402447"/>
                    <a:pt x="188729" y="395950"/>
                  </a:cubicBezTo>
                  <a:cubicBezTo>
                    <a:pt x="184395" y="391860"/>
                    <a:pt x="178494" y="383039"/>
                    <a:pt x="175616" y="376348"/>
                  </a:cubicBezTo>
                  <a:cubicBezTo>
                    <a:pt x="172738" y="369658"/>
                    <a:pt x="168155" y="363476"/>
                    <a:pt x="165432" y="362612"/>
                  </a:cubicBezTo>
                  <a:cubicBezTo>
                    <a:pt x="162709" y="361748"/>
                    <a:pt x="159193" y="357894"/>
                    <a:pt x="157619" y="354047"/>
                  </a:cubicBezTo>
                  <a:cubicBezTo>
                    <a:pt x="149821" y="334997"/>
                    <a:pt x="131426" y="312204"/>
                    <a:pt x="123850" y="312204"/>
                  </a:cubicBezTo>
                  <a:cubicBezTo>
                    <a:pt x="121509" y="312204"/>
                    <a:pt x="115460" y="307848"/>
                    <a:pt x="110408" y="302524"/>
                  </a:cubicBezTo>
                  <a:cubicBezTo>
                    <a:pt x="105356" y="297200"/>
                    <a:pt x="96453" y="288788"/>
                    <a:pt x="90624" y="283830"/>
                  </a:cubicBezTo>
                  <a:cubicBezTo>
                    <a:pt x="81794" y="276321"/>
                    <a:pt x="80025" y="273244"/>
                    <a:pt x="80025" y="265391"/>
                  </a:cubicBezTo>
                  <a:cubicBezTo>
                    <a:pt x="80025" y="259326"/>
                    <a:pt x="78622" y="255426"/>
                    <a:pt x="76089" y="254455"/>
                  </a:cubicBezTo>
                  <a:cubicBezTo>
                    <a:pt x="73596" y="253498"/>
                    <a:pt x="72591" y="250794"/>
                    <a:pt x="73345" y="247079"/>
                  </a:cubicBezTo>
                  <a:cubicBezTo>
                    <a:pt x="77548" y="226392"/>
                    <a:pt x="77309" y="220102"/>
                    <a:pt x="72109" y="214519"/>
                  </a:cubicBezTo>
                  <a:cubicBezTo>
                    <a:pt x="69219" y="211417"/>
                    <a:pt x="67513" y="207813"/>
                    <a:pt x="68319" y="206510"/>
                  </a:cubicBezTo>
                  <a:cubicBezTo>
                    <a:pt x="69124" y="205206"/>
                    <a:pt x="68603" y="203410"/>
                    <a:pt x="67160" y="202519"/>
                  </a:cubicBezTo>
                  <a:cubicBezTo>
                    <a:pt x="65698" y="201615"/>
                    <a:pt x="64536" y="203319"/>
                    <a:pt x="64536" y="206365"/>
                  </a:cubicBezTo>
                  <a:cubicBezTo>
                    <a:pt x="64536" y="209372"/>
                    <a:pt x="63375" y="211114"/>
                    <a:pt x="61955" y="210237"/>
                  </a:cubicBezTo>
                  <a:cubicBezTo>
                    <a:pt x="60535" y="209360"/>
                    <a:pt x="59373" y="200618"/>
                    <a:pt x="59373" y="190811"/>
                  </a:cubicBezTo>
                  <a:cubicBezTo>
                    <a:pt x="59373" y="173740"/>
                    <a:pt x="53682" y="154736"/>
                    <a:pt x="48569" y="154736"/>
                  </a:cubicBezTo>
                  <a:cubicBezTo>
                    <a:pt x="47413" y="154736"/>
                    <a:pt x="46466" y="148910"/>
                    <a:pt x="46466" y="141789"/>
                  </a:cubicBezTo>
                  <a:cubicBezTo>
                    <a:pt x="46466" y="132086"/>
                    <a:pt x="44464" y="125296"/>
                    <a:pt x="38475" y="114684"/>
                  </a:cubicBezTo>
                  <a:cubicBezTo>
                    <a:pt x="34080" y="106897"/>
                    <a:pt x="29434" y="99876"/>
                    <a:pt x="28150" y="99082"/>
                  </a:cubicBezTo>
                  <a:cubicBezTo>
                    <a:pt x="26865" y="98289"/>
                    <a:pt x="25815" y="93874"/>
                    <a:pt x="25815" y="89273"/>
                  </a:cubicBezTo>
                  <a:cubicBezTo>
                    <a:pt x="25815" y="84671"/>
                    <a:pt x="24440" y="79532"/>
                    <a:pt x="22760" y="77852"/>
                  </a:cubicBezTo>
                  <a:cubicBezTo>
                    <a:pt x="21080" y="76172"/>
                    <a:pt x="20518" y="73984"/>
                    <a:pt x="21512" y="72990"/>
                  </a:cubicBezTo>
                  <a:cubicBezTo>
                    <a:pt x="22506" y="71996"/>
                    <a:pt x="24694" y="72558"/>
                    <a:pt x="26374" y="74238"/>
                  </a:cubicBezTo>
                  <a:cubicBezTo>
                    <a:pt x="30884" y="78748"/>
                    <a:pt x="33559" y="77963"/>
                    <a:pt x="33559" y="72129"/>
                  </a:cubicBezTo>
                  <a:cubicBezTo>
                    <a:pt x="33559" y="69261"/>
                    <a:pt x="31838" y="66967"/>
                    <a:pt x="29687" y="66967"/>
                  </a:cubicBezTo>
                  <a:cubicBezTo>
                    <a:pt x="27557" y="66967"/>
                    <a:pt x="25815" y="65756"/>
                    <a:pt x="25815" y="64277"/>
                  </a:cubicBezTo>
                  <a:cubicBezTo>
                    <a:pt x="25815" y="62798"/>
                    <a:pt x="23571" y="59179"/>
                    <a:pt x="20828" y="56236"/>
                  </a:cubicBezTo>
                  <a:cubicBezTo>
                    <a:pt x="18086" y="53292"/>
                    <a:pt x="15085" y="46080"/>
                    <a:pt x="14159" y="40210"/>
                  </a:cubicBezTo>
                  <a:cubicBezTo>
                    <a:pt x="13233" y="34339"/>
                    <a:pt x="9669" y="24039"/>
                    <a:pt x="6238" y="17321"/>
                  </a:cubicBezTo>
                  <a:cubicBezTo>
                    <a:pt x="2807" y="10603"/>
                    <a:pt x="0" y="3924"/>
                    <a:pt x="0" y="2478"/>
                  </a:cubicBezTo>
                  <a:cubicBezTo>
                    <a:pt x="0" y="-1152"/>
                    <a:pt x="23478" y="-850"/>
                    <a:pt x="99386" y="3758"/>
                  </a:cubicBezTo>
                  <a:cubicBezTo>
                    <a:pt x="175010" y="8348"/>
                    <a:pt x="191027" y="9867"/>
                    <a:pt x="191027" y="12449"/>
                  </a:cubicBezTo>
                  <a:cubicBezTo>
                    <a:pt x="191027" y="13496"/>
                    <a:pt x="185192" y="20407"/>
                    <a:pt x="178059" y="27807"/>
                  </a:cubicBezTo>
                  <a:cubicBezTo>
                    <a:pt x="167978" y="38266"/>
                    <a:pt x="165598" y="42256"/>
                    <a:pt x="167369" y="45725"/>
                  </a:cubicBezTo>
                  <a:cubicBezTo>
                    <a:pt x="174634" y="59948"/>
                    <a:pt x="171699" y="83751"/>
                    <a:pt x="163079" y="80524"/>
                  </a:cubicBezTo>
                  <a:cubicBezTo>
                    <a:pt x="159180" y="79065"/>
                    <a:pt x="159137" y="79384"/>
                    <a:pt x="162631" y="83796"/>
                  </a:cubicBezTo>
                  <a:cubicBezTo>
                    <a:pt x="164761" y="86485"/>
                    <a:pt x="168536" y="90769"/>
                    <a:pt x="171021" y="93315"/>
                  </a:cubicBezTo>
                  <a:cubicBezTo>
                    <a:pt x="175834" y="98246"/>
                    <a:pt x="176913" y="105657"/>
                    <a:pt x="173406" y="109690"/>
                  </a:cubicBezTo>
                  <a:cubicBezTo>
                    <a:pt x="169336" y="114370"/>
                    <a:pt x="164942" y="132862"/>
                    <a:pt x="164850" y="145701"/>
                  </a:cubicBezTo>
                  <a:cubicBezTo>
                    <a:pt x="164711" y="165107"/>
                    <a:pt x="165194" y="167798"/>
                    <a:pt x="169084" y="169291"/>
                  </a:cubicBezTo>
                  <a:cubicBezTo>
                    <a:pt x="171992" y="170406"/>
                    <a:pt x="172437" y="178546"/>
                    <a:pt x="171477" y="213103"/>
                  </a:cubicBezTo>
                  <a:cubicBezTo>
                    <a:pt x="170471" y="249367"/>
                    <a:pt x="170869" y="255764"/>
                    <a:pt x="174210" y="257046"/>
                  </a:cubicBezTo>
                  <a:cubicBezTo>
                    <a:pt x="176360" y="257871"/>
                    <a:pt x="178120" y="260081"/>
                    <a:pt x="178120" y="261958"/>
                  </a:cubicBezTo>
                  <a:cubicBezTo>
                    <a:pt x="178120" y="263834"/>
                    <a:pt x="179975" y="267225"/>
                    <a:pt x="182243" y="269492"/>
                  </a:cubicBezTo>
                  <a:cubicBezTo>
                    <a:pt x="184511" y="271760"/>
                    <a:pt x="185723" y="275291"/>
                    <a:pt x="184937" y="277338"/>
                  </a:cubicBezTo>
                  <a:cubicBezTo>
                    <a:pt x="183466" y="281172"/>
                    <a:pt x="186953" y="284533"/>
                    <a:pt x="193415" y="285510"/>
                  </a:cubicBezTo>
                  <a:cubicBezTo>
                    <a:pt x="195439" y="285815"/>
                    <a:pt x="198251" y="288132"/>
                    <a:pt x="199664" y="290658"/>
                  </a:cubicBezTo>
                  <a:cubicBezTo>
                    <a:pt x="201078" y="293183"/>
                    <a:pt x="204796" y="297811"/>
                    <a:pt x="207927" y="300943"/>
                  </a:cubicBezTo>
                  <a:cubicBezTo>
                    <a:pt x="211058" y="304074"/>
                    <a:pt x="216366" y="310492"/>
                    <a:pt x="219722" y="315205"/>
                  </a:cubicBezTo>
                  <a:cubicBezTo>
                    <a:pt x="223078" y="319918"/>
                    <a:pt x="229657" y="327140"/>
                    <a:pt x="234342" y="331253"/>
                  </a:cubicBezTo>
                  <a:cubicBezTo>
                    <a:pt x="239027" y="335367"/>
                    <a:pt x="242630" y="340605"/>
                    <a:pt x="242348" y="342893"/>
                  </a:cubicBezTo>
                  <a:cubicBezTo>
                    <a:pt x="242066" y="345182"/>
                    <a:pt x="242758" y="350373"/>
                    <a:pt x="243886" y="354430"/>
                  </a:cubicBezTo>
                  <a:cubicBezTo>
                    <a:pt x="245242" y="359308"/>
                    <a:pt x="244910" y="362440"/>
                    <a:pt x="242906" y="363679"/>
                  </a:cubicBezTo>
                  <a:cubicBezTo>
                    <a:pt x="240669" y="365062"/>
                    <a:pt x="240599" y="367456"/>
                    <a:pt x="242638" y="372819"/>
                  </a:cubicBezTo>
                  <a:cubicBezTo>
                    <a:pt x="245274" y="379752"/>
                    <a:pt x="245565" y="379861"/>
                    <a:pt x="248980" y="375191"/>
                  </a:cubicBezTo>
                  <a:cubicBezTo>
                    <a:pt x="253071" y="369596"/>
                    <a:pt x="256854" y="372003"/>
                    <a:pt x="256854" y="380201"/>
                  </a:cubicBezTo>
                  <a:cubicBezTo>
                    <a:pt x="256854" y="384054"/>
                    <a:pt x="258448" y="385776"/>
                    <a:pt x="262017" y="385776"/>
                  </a:cubicBezTo>
                  <a:cubicBezTo>
                    <a:pt x="266316" y="385777"/>
                    <a:pt x="267243" y="387623"/>
                    <a:pt x="267554" y="396801"/>
                  </a:cubicBezTo>
                  <a:cubicBezTo>
                    <a:pt x="267995" y="409833"/>
                    <a:pt x="271290" y="414537"/>
                    <a:pt x="281559" y="416793"/>
                  </a:cubicBezTo>
                  <a:cubicBezTo>
                    <a:pt x="287964" y="418199"/>
                    <a:pt x="289378" y="420020"/>
                    <a:pt x="290755" y="428632"/>
                  </a:cubicBezTo>
                  <a:cubicBezTo>
                    <a:pt x="291650" y="434230"/>
                    <a:pt x="293391" y="439433"/>
                    <a:pt x="294624" y="440196"/>
                  </a:cubicBezTo>
                  <a:cubicBezTo>
                    <a:pt x="295858" y="440958"/>
                    <a:pt x="296867" y="446160"/>
                    <a:pt x="296867" y="451755"/>
                  </a:cubicBezTo>
                  <a:cubicBezTo>
                    <a:pt x="296867" y="461851"/>
                    <a:pt x="296793" y="461926"/>
                    <a:pt x="287186" y="461588"/>
                  </a:cubicBezTo>
                  <a:cubicBezTo>
                    <a:pt x="281862" y="461400"/>
                    <a:pt x="258020" y="459243"/>
                    <a:pt x="234204" y="456793"/>
                  </a:cubicBezTo>
                  <a:close/>
                </a:path>
              </a:pathLst>
            </a:custGeom>
            <a:solidFill>
              <a:srgbClr val="B9B9B9"/>
            </a:solidFill>
            <a:ln w="5163" cap="flat">
              <a:noFill/>
              <a:prstDash val="solid"/>
              <a:miter/>
            </a:ln>
          </p:spPr>
          <p:txBody>
            <a:bodyPr/>
            <a:lstStyle/>
            <a:p>
              <a:endParaRPr lang="es-419" noProof="0" dirty="0"/>
            </a:p>
          </p:txBody>
        </p:sp>
        <p:sp>
          <p:nvSpPr>
            <p:cNvPr id="108" name="Forma libre: forma 107">
              <a:extLst>
                <a:ext uri="{FF2B5EF4-FFF2-40B4-BE49-F238E27FC236}">
                  <a16:creationId xmlns:a16="http://schemas.microsoft.com/office/drawing/2014/main" id="{4F803DF6-56B5-E9A8-D273-EE5317A96D26}"/>
                </a:ext>
              </a:extLst>
            </p:cNvPr>
            <p:cNvSpPr/>
            <p:nvPr/>
          </p:nvSpPr>
          <p:spPr>
            <a:xfrm>
              <a:off x="259777" y="1434618"/>
              <a:ext cx="20905" cy="34765"/>
            </a:xfrm>
            <a:custGeom>
              <a:avLst/>
              <a:gdLst>
                <a:gd name="csX0" fmla="*/ 7343 w 20905"/>
                <a:gd name="csY0" fmla="*/ 31742 h 34765"/>
                <a:gd name="csX1" fmla="*/ 5095 w 20905"/>
                <a:gd name="csY1" fmla="*/ 22712 h 34765"/>
                <a:gd name="csX2" fmla="*/ 11946 w 20905"/>
                <a:gd name="csY2" fmla="*/ 12959 h 34765"/>
                <a:gd name="csX3" fmla="*/ 17992 w 20905"/>
                <a:gd name="csY3" fmla="*/ 1997 h 34765"/>
                <a:gd name="csX4" fmla="*/ 19063 w 20905"/>
                <a:gd name="csY4" fmla="*/ 27093 h 34765"/>
                <a:gd name="csX5" fmla="*/ 7343 w 20905"/>
                <a:gd name="csY5" fmla="*/ 31742 h 34765"/>
              </a:gdLst>
              <a:ahLst/>
              <a:cxnLst>
                <a:cxn ang="0">
                  <a:pos x="csX0" y="csY0"/>
                </a:cxn>
                <a:cxn ang="0">
                  <a:pos x="csX1" y="csY1"/>
                </a:cxn>
                <a:cxn ang="0">
                  <a:pos x="csX2" y="csY2"/>
                </a:cxn>
                <a:cxn ang="0">
                  <a:pos x="csX3" y="csY3"/>
                </a:cxn>
                <a:cxn ang="0">
                  <a:pos x="csX4" y="csY4"/>
                </a:cxn>
                <a:cxn ang="0">
                  <a:pos x="csX5" y="csY5"/>
                </a:cxn>
              </a:cxnLst>
              <a:rect l="l" t="t" r="r" b="b"/>
              <a:pathLst>
                <a:path w="20905" h="34765">
                  <a:moveTo>
                    <a:pt x="7343" y="31742"/>
                  </a:moveTo>
                  <a:cubicBezTo>
                    <a:pt x="-1878" y="26647"/>
                    <a:pt x="-2170" y="25474"/>
                    <a:pt x="5095" y="22712"/>
                  </a:cubicBezTo>
                  <a:cubicBezTo>
                    <a:pt x="10179" y="20779"/>
                    <a:pt x="11916" y="18306"/>
                    <a:pt x="11946" y="12959"/>
                  </a:cubicBezTo>
                  <a:cubicBezTo>
                    <a:pt x="11996" y="3833"/>
                    <a:pt x="16177" y="-3749"/>
                    <a:pt x="17992" y="1997"/>
                  </a:cubicBezTo>
                  <a:cubicBezTo>
                    <a:pt x="21527" y="13191"/>
                    <a:pt x="21797" y="19522"/>
                    <a:pt x="19063" y="27093"/>
                  </a:cubicBezTo>
                  <a:cubicBezTo>
                    <a:pt x="15722" y="36343"/>
                    <a:pt x="15691" y="36355"/>
                    <a:pt x="7343" y="31742"/>
                  </a:cubicBezTo>
                  <a:close/>
                </a:path>
              </a:pathLst>
            </a:custGeom>
            <a:solidFill>
              <a:srgbClr val="B9B9B9"/>
            </a:solidFill>
            <a:ln w="5163" cap="flat">
              <a:noFill/>
              <a:prstDash val="solid"/>
              <a:miter/>
            </a:ln>
          </p:spPr>
          <p:txBody>
            <a:bodyPr/>
            <a:lstStyle/>
            <a:p>
              <a:endParaRPr lang="es-419" noProof="0" dirty="0"/>
            </a:p>
          </p:txBody>
        </p:sp>
        <p:sp>
          <p:nvSpPr>
            <p:cNvPr id="109" name="Forma libre: forma 108">
              <a:extLst>
                <a:ext uri="{FF2B5EF4-FFF2-40B4-BE49-F238E27FC236}">
                  <a16:creationId xmlns:a16="http://schemas.microsoft.com/office/drawing/2014/main" id="{EEF5B26C-2CE5-CC8F-71B9-C74EB62CBE04}"/>
                </a:ext>
              </a:extLst>
            </p:cNvPr>
            <p:cNvSpPr/>
            <p:nvPr/>
          </p:nvSpPr>
          <p:spPr>
            <a:xfrm>
              <a:off x="73152" y="1375664"/>
              <a:ext cx="14357" cy="42577"/>
            </a:xfrm>
            <a:custGeom>
              <a:avLst/>
              <a:gdLst>
                <a:gd name="csX0" fmla="*/ 7495 w 14357"/>
                <a:gd name="csY0" fmla="*/ 37645 h 42577"/>
                <a:gd name="csX1" fmla="*/ 3632 w 14357"/>
                <a:gd name="csY1" fmla="*/ 24738 h 42577"/>
                <a:gd name="csX2" fmla="*/ 3632 w 14357"/>
                <a:gd name="csY2" fmla="*/ 1505 h 42577"/>
                <a:gd name="csX3" fmla="*/ 7504 w 14357"/>
                <a:gd name="csY3" fmla="*/ 6137 h 42577"/>
                <a:gd name="csX4" fmla="*/ 10146 w 14357"/>
                <a:gd name="csY4" fmla="*/ 14863 h 42577"/>
                <a:gd name="csX5" fmla="*/ 11643 w 14357"/>
                <a:gd name="csY5" fmla="*/ 38936 h 42577"/>
                <a:gd name="csX6" fmla="*/ 7495 w 14357"/>
                <a:gd name="csY6" fmla="*/ 37645 h 42577"/>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4357" h="42577">
                  <a:moveTo>
                    <a:pt x="7495" y="37645"/>
                  </a:moveTo>
                  <a:cubicBezTo>
                    <a:pt x="7399" y="34096"/>
                    <a:pt x="5661" y="28288"/>
                    <a:pt x="3632" y="24738"/>
                  </a:cubicBezTo>
                  <a:cubicBezTo>
                    <a:pt x="-1211" y="16267"/>
                    <a:pt x="-1211" y="5524"/>
                    <a:pt x="3632" y="1505"/>
                  </a:cubicBezTo>
                  <a:cubicBezTo>
                    <a:pt x="6929" y="-1232"/>
                    <a:pt x="7504" y="-544"/>
                    <a:pt x="7504" y="6137"/>
                  </a:cubicBezTo>
                  <a:cubicBezTo>
                    <a:pt x="7504" y="10452"/>
                    <a:pt x="8693" y="14378"/>
                    <a:pt x="10146" y="14863"/>
                  </a:cubicBezTo>
                  <a:cubicBezTo>
                    <a:pt x="14898" y="16447"/>
                    <a:pt x="15948" y="33343"/>
                    <a:pt x="11643" y="38936"/>
                  </a:cubicBezTo>
                  <a:cubicBezTo>
                    <a:pt x="7745" y="44000"/>
                    <a:pt x="7665" y="43975"/>
                    <a:pt x="7495" y="37645"/>
                  </a:cubicBezTo>
                  <a:close/>
                </a:path>
              </a:pathLst>
            </a:custGeom>
            <a:solidFill>
              <a:srgbClr val="B9B9B9"/>
            </a:solidFill>
            <a:ln w="5163" cap="flat">
              <a:noFill/>
              <a:prstDash val="solid"/>
              <a:miter/>
            </a:ln>
          </p:spPr>
          <p:txBody>
            <a:bodyPr/>
            <a:lstStyle/>
            <a:p>
              <a:endParaRPr lang="es-419" noProof="0" dirty="0"/>
            </a:p>
          </p:txBody>
        </p:sp>
        <p:sp>
          <p:nvSpPr>
            <p:cNvPr id="110" name="Forma libre: forma 109">
              <a:extLst>
                <a:ext uri="{FF2B5EF4-FFF2-40B4-BE49-F238E27FC236}">
                  <a16:creationId xmlns:a16="http://schemas.microsoft.com/office/drawing/2014/main" id="{6E310C33-99D3-BECD-4AB7-AF2A6C74AFA5}"/>
                </a:ext>
              </a:extLst>
            </p:cNvPr>
            <p:cNvSpPr/>
            <p:nvPr/>
          </p:nvSpPr>
          <p:spPr>
            <a:xfrm>
              <a:off x="420547" y="1341567"/>
              <a:ext cx="36589" cy="57857"/>
            </a:xfrm>
            <a:custGeom>
              <a:avLst/>
              <a:gdLst>
                <a:gd name="csX0" fmla="*/ 24033 w 36589"/>
                <a:gd name="csY0" fmla="*/ 48231 h 57857"/>
                <a:gd name="csX1" fmla="*/ 8875 w 36589"/>
                <a:gd name="csY1" fmla="*/ 31730 h 57857"/>
                <a:gd name="csX2" fmla="*/ 2815 w 36589"/>
                <a:gd name="csY2" fmla="*/ 140 h 57857"/>
                <a:gd name="csX3" fmla="*/ 18571 w 36589"/>
                <a:gd name="csY3" fmla="*/ 17532 h 57857"/>
                <a:gd name="csX4" fmla="*/ 26156 w 36589"/>
                <a:gd name="csY4" fmla="*/ 27858 h 57857"/>
                <a:gd name="csX5" fmla="*/ 32361 w 36589"/>
                <a:gd name="csY5" fmla="*/ 36599 h 57857"/>
                <a:gd name="csX6" fmla="*/ 34380 w 36589"/>
                <a:gd name="csY6" fmla="*/ 51018 h 57857"/>
                <a:gd name="csX7" fmla="*/ 24033 w 36589"/>
                <a:gd name="csY7" fmla="*/ 48231 h 578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6589" h="57857">
                  <a:moveTo>
                    <a:pt x="24033" y="48231"/>
                  </a:moveTo>
                  <a:cubicBezTo>
                    <a:pt x="18251" y="41995"/>
                    <a:pt x="11430" y="34569"/>
                    <a:pt x="8875" y="31730"/>
                  </a:cubicBezTo>
                  <a:cubicBezTo>
                    <a:pt x="870" y="22831"/>
                    <a:pt x="-3051" y="2391"/>
                    <a:pt x="2815" y="140"/>
                  </a:cubicBezTo>
                  <a:cubicBezTo>
                    <a:pt x="7073" y="-1494"/>
                    <a:pt x="18931" y="11596"/>
                    <a:pt x="18571" y="17532"/>
                  </a:cubicBezTo>
                  <a:cubicBezTo>
                    <a:pt x="18043" y="26212"/>
                    <a:pt x="19252" y="27858"/>
                    <a:pt x="26156" y="27858"/>
                  </a:cubicBezTo>
                  <a:cubicBezTo>
                    <a:pt x="32848" y="27858"/>
                    <a:pt x="33306" y="28504"/>
                    <a:pt x="32361" y="36599"/>
                  </a:cubicBezTo>
                  <a:cubicBezTo>
                    <a:pt x="31800" y="41406"/>
                    <a:pt x="32708" y="47895"/>
                    <a:pt x="34380" y="51018"/>
                  </a:cubicBezTo>
                  <a:cubicBezTo>
                    <a:pt x="39819" y="61181"/>
                    <a:pt x="34782" y="59825"/>
                    <a:pt x="24033" y="48231"/>
                  </a:cubicBezTo>
                  <a:close/>
                </a:path>
              </a:pathLst>
            </a:custGeom>
            <a:solidFill>
              <a:srgbClr val="B9B9B9"/>
            </a:solidFill>
            <a:ln w="5163" cap="flat">
              <a:noFill/>
              <a:prstDash val="solid"/>
              <a:miter/>
            </a:ln>
          </p:spPr>
          <p:txBody>
            <a:bodyPr/>
            <a:lstStyle/>
            <a:p>
              <a:endParaRPr lang="es-419" noProof="0" dirty="0"/>
            </a:p>
          </p:txBody>
        </p:sp>
      </p:grpSp>
      <p:grpSp>
        <p:nvGrpSpPr>
          <p:cNvPr id="111" name="Gráfico 39">
            <a:extLst>
              <a:ext uri="{FF2B5EF4-FFF2-40B4-BE49-F238E27FC236}">
                <a16:creationId xmlns:a16="http://schemas.microsoft.com/office/drawing/2014/main" id="{5F67C8AB-EEA9-1EED-B702-3FF67D35002A}"/>
              </a:ext>
            </a:extLst>
          </p:cNvPr>
          <p:cNvGrpSpPr/>
          <p:nvPr/>
        </p:nvGrpSpPr>
        <p:grpSpPr>
          <a:xfrm>
            <a:off x="347681" y="1057339"/>
            <a:ext cx="481325" cy="621418"/>
            <a:chOff x="347681" y="1057339"/>
            <a:chExt cx="481325" cy="621418"/>
          </a:xfrm>
          <a:solidFill>
            <a:srgbClr val="B9B9B9"/>
          </a:solidFill>
        </p:grpSpPr>
        <p:grpSp>
          <p:nvGrpSpPr>
            <p:cNvPr id="112" name="Gráfico 39">
              <a:extLst>
                <a:ext uri="{FF2B5EF4-FFF2-40B4-BE49-F238E27FC236}">
                  <a16:creationId xmlns:a16="http://schemas.microsoft.com/office/drawing/2014/main" id="{2CAF46D2-1661-9019-7362-77489485C335}"/>
                </a:ext>
              </a:extLst>
            </p:cNvPr>
            <p:cNvGrpSpPr/>
            <p:nvPr/>
          </p:nvGrpSpPr>
          <p:grpSpPr>
            <a:xfrm>
              <a:off x="492211" y="1384222"/>
              <a:ext cx="33498" cy="51895"/>
              <a:chOff x="492211" y="1384222"/>
              <a:chExt cx="33498" cy="51895"/>
            </a:xfrm>
            <a:solidFill>
              <a:srgbClr val="B9B9B9"/>
            </a:solidFill>
          </p:grpSpPr>
          <p:sp>
            <p:nvSpPr>
              <p:cNvPr id="113" name="Forma libre: forma 112">
                <a:extLst>
                  <a:ext uri="{FF2B5EF4-FFF2-40B4-BE49-F238E27FC236}">
                    <a16:creationId xmlns:a16="http://schemas.microsoft.com/office/drawing/2014/main" id="{87F8ACF3-6B1B-4D4C-5E49-D717194EFFAD}"/>
                  </a:ext>
                </a:extLst>
              </p:cNvPr>
              <p:cNvSpPr/>
              <p:nvPr/>
            </p:nvSpPr>
            <p:spPr>
              <a:xfrm>
                <a:off x="492211" y="1428798"/>
                <a:ext cx="6246" cy="7319"/>
              </a:xfrm>
              <a:custGeom>
                <a:avLst/>
                <a:gdLst>
                  <a:gd name="csX0" fmla="*/ 460 w 6246"/>
                  <a:gd name="csY0" fmla="*/ 4088 h 7319"/>
                  <a:gd name="csX1" fmla="*/ 4549 w 6246"/>
                  <a:gd name="csY1" fmla="*/ 0 h 7319"/>
                  <a:gd name="csX2" fmla="*/ 1959 w 6246"/>
                  <a:gd name="csY2" fmla="*/ 7153 h 7319"/>
                  <a:gd name="csX3" fmla="*/ 460 w 6246"/>
                  <a:gd name="csY3" fmla="*/ 4088 h 7319"/>
                </a:gdLst>
                <a:ahLst/>
                <a:cxnLst>
                  <a:cxn ang="0">
                    <a:pos x="csX0" y="csY0"/>
                  </a:cxn>
                  <a:cxn ang="0">
                    <a:pos x="csX1" y="csY1"/>
                  </a:cxn>
                  <a:cxn ang="0">
                    <a:pos x="csX2" y="csY2"/>
                  </a:cxn>
                  <a:cxn ang="0">
                    <a:pos x="csX3" y="csY3"/>
                  </a:cxn>
                </a:cxnLst>
                <a:rect l="l" t="t" r="r" b="b"/>
                <a:pathLst>
                  <a:path w="6246" h="7319">
                    <a:moveTo>
                      <a:pt x="460" y="4088"/>
                    </a:moveTo>
                    <a:cubicBezTo>
                      <a:pt x="1323" y="1840"/>
                      <a:pt x="3163" y="0"/>
                      <a:pt x="4549" y="0"/>
                    </a:cubicBezTo>
                    <a:cubicBezTo>
                      <a:pt x="7942" y="0"/>
                      <a:pt x="5818" y="5867"/>
                      <a:pt x="1959" y="7153"/>
                    </a:cubicBezTo>
                    <a:cubicBezTo>
                      <a:pt x="72" y="7782"/>
                      <a:pt x="-505" y="6602"/>
                      <a:pt x="460" y="4088"/>
                    </a:cubicBezTo>
                    <a:close/>
                  </a:path>
                </a:pathLst>
              </a:custGeom>
              <a:solidFill>
                <a:srgbClr val="B9B9B9"/>
              </a:solidFill>
              <a:ln w="5163" cap="flat">
                <a:noFill/>
                <a:prstDash val="solid"/>
                <a:miter/>
              </a:ln>
            </p:spPr>
            <p:txBody>
              <a:bodyPr/>
              <a:lstStyle/>
              <a:p>
                <a:endParaRPr lang="es-419" noProof="0" dirty="0"/>
              </a:p>
            </p:txBody>
          </p:sp>
          <p:sp>
            <p:nvSpPr>
              <p:cNvPr id="114" name="Forma libre: forma 113">
                <a:extLst>
                  <a:ext uri="{FF2B5EF4-FFF2-40B4-BE49-F238E27FC236}">
                    <a16:creationId xmlns:a16="http://schemas.microsoft.com/office/drawing/2014/main" id="{9DA7B8AE-89F6-88F5-A314-A14DBAA825C7}"/>
                  </a:ext>
                </a:extLst>
              </p:cNvPr>
              <p:cNvSpPr/>
              <p:nvPr/>
            </p:nvSpPr>
            <p:spPr>
              <a:xfrm>
                <a:off x="495379" y="1384222"/>
                <a:ext cx="30331" cy="44105"/>
              </a:xfrm>
              <a:custGeom>
                <a:avLst/>
                <a:gdLst>
                  <a:gd name="csX0" fmla="*/ 10578 w 30331"/>
                  <a:gd name="csY0" fmla="*/ 40845 h 44105"/>
                  <a:gd name="csX1" fmla="*/ 3426 w 30331"/>
                  <a:gd name="csY1" fmla="*/ 27268 h 44105"/>
                  <a:gd name="csX2" fmla="*/ 8634 w 30331"/>
                  <a:gd name="csY2" fmla="*/ 13316 h 44105"/>
                  <a:gd name="csX3" fmla="*/ 25629 w 30331"/>
                  <a:gd name="csY3" fmla="*/ 1695 h 44105"/>
                  <a:gd name="csX4" fmla="*/ 27283 w 30331"/>
                  <a:gd name="csY4" fmla="*/ 34769 h 44105"/>
                  <a:gd name="csX5" fmla="*/ 10578 w 30331"/>
                  <a:gd name="csY5" fmla="*/ 40845 h 44105"/>
                </a:gdLst>
                <a:ahLst/>
                <a:cxnLst>
                  <a:cxn ang="0">
                    <a:pos x="csX0" y="csY0"/>
                  </a:cxn>
                  <a:cxn ang="0">
                    <a:pos x="csX1" y="csY1"/>
                  </a:cxn>
                  <a:cxn ang="0">
                    <a:pos x="csX2" y="csY2"/>
                  </a:cxn>
                  <a:cxn ang="0">
                    <a:pos x="csX3" y="csY3"/>
                  </a:cxn>
                  <a:cxn ang="0">
                    <a:pos x="csX4" y="csY4"/>
                  </a:cxn>
                  <a:cxn ang="0">
                    <a:pos x="csX5" y="csY5"/>
                  </a:cxn>
                </a:cxnLst>
                <a:rect l="l" t="t" r="r" b="b"/>
                <a:pathLst>
                  <a:path w="30331" h="44105">
                    <a:moveTo>
                      <a:pt x="10578" y="40845"/>
                    </a:moveTo>
                    <a:cubicBezTo>
                      <a:pt x="-1917" y="34327"/>
                      <a:pt x="-2001" y="34167"/>
                      <a:pt x="3426" y="27268"/>
                    </a:cubicBezTo>
                    <a:cubicBezTo>
                      <a:pt x="6291" y="23626"/>
                      <a:pt x="8634" y="17348"/>
                      <a:pt x="8634" y="13316"/>
                    </a:cubicBezTo>
                    <a:cubicBezTo>
                      <a:pt x="8634" y="4586"/>
                      <a:pt x="20679" y="-3650"/>
                      <a:pt x="25629" y="1695"/>
                    </a:cubicBezTo>
                    <a:cubicBezTo>
                      <a:pt x="31123" y="7627"/>
                      <a:pt x="31970" y="24580"/>
                      <a:pt x="27283" y="34769"/>
                    </a:cubicBezTo>
                    <a:cubicBezTo>
                      <a:pt x="22315" y="45567"/>
                      <a:pt x="20734" y="46142"/>
                      <a:pt x="10578" y="40845"/>
                    </a:cubicBezTo>
                    <a:close/>
                  </a:path>
                </a:pathLst>
              </a:custGeom>
              <a:solidFill>
                <a:srgbClr val="B9B9B9"/>
              </a:solidFill>
              <a:ln w="5163" cap="flat">
                <a:noFill/>
                <a:prstDash val="solid"/>
                <a:miter/>
              </a:ln>
            </p:spPr>
            <p:txBody>
              <a:bodyPr/>
              <a:lstStyle/>
              <a:p>
                <a:endParaRPr lang="es-419" noProof="0" dirty="0"/>
              </a:p>
            </p:txBody>
          </p:sp>
        </p:grpSp>
        <p:grpSp>
          <p:nvGrpSpPr>
            <p:cNvPr id="115" name="Gráfico 39">
              <a:extLst>
                <a:ext uri="{FF2B5EF4-FFF2-40B4-BE49-F238E27FC236}">
                  <a16:creationId xmlns:a16="http://schemas.microsoft.com/office/drawing/2014/main" id="{DF64B1BB-8B33-63C6-B1E4-9AD414D1922A}"/>
                </a:ext>
              </a:extLst>
            </p:cNvPr>
            <p:cNvGrpSpPr/>
            <p:nvPr/>
          </p:nvGrpSpPr>
          <p:grpSpPr>
            <a:xfrm>
              <a:off x="347681" y="1057339"/>
              <a:ext cx="481325" cy="621418"/>
              <a:chOff x="347681" y="1057339"/>
              <a:chExt cx="481325" cy="621418"/>
            </a:xfrm>
            <a:solidFill>
              <a:srgbClr val="B9B9B9"/>
            </a:solidFill>
          </p:grpSpPr>
          <p:sp>
            <p:nvSpPr>
              <p:cNvPr id="116" name="Forma libre: forma 115">
                <a:extLst>
                  <a:ext uri="{FF2B5EF4-FFF2-40B4-BE49-F238E27FC236}">
                    <a16:creationId xmlns:a16="http://schemas.microsoft.com/office/drawing/2014/main" id="{B36BEA12-A101-7C2F-F3C4-CDB38A433466}"/>
                  </a:ext>
                </a:extLst>
              </p:cNvPr>
              <p:cNvSpPr/>
              <p:nvPr/>
            </p:nvSpPr>
            <p:spPr>
              <a:xfrm>
                <a:off x="347681" y="1057339"/>
                <a:ext cx="481325" cy="621418"/>
              </a:xfrm>
              <a:custGeom>
                <a:avLst/>
                <a:gdLst>
                  <a:gd name="csX0" fmla="*/ 392709 w 481325"/>
                  <a:gd name="csY0" fmla="*/ 609477 h 621418"/>
                  <a:gd name="csX1" fmla="*/ 388957 w 481325"/>
                  <a:gd name="csY1" fmla="*/ 594848 h 621418"/>
                  <a:gd name="csX2" fmla="*/ 382520 w 481325"/>
                  <a:gd name="csY2" fmla="*/ 582680 h 621418"/>
                  <a:gd name="csX3" fmla="*/ 381003 w 481325"/>
                  <a:gd name="csY3" fmla="*/ 575394 h 621418"/>
                  <a:gd name="csX4" fmla="*/ 376772 w 481325"/>
                  <a:gd name="csY4" fmla="*/ 573517 h 621418"/>
                  <a:gd name="csX5" fmla="*/ 372471 w 481325"/>
                  <a:gd name="csY5" fmla="*/ 575078 h 621418"/>
                  <a:gd name="csX6" fmla="*/ 371638 w 481325"/>
                  <a:gd name="csY6" fmla="*/ 577600 h 621418"/>
                  <a:gd name="csX7" fmla="*/ 373727 w 481325"/>
                  <a:gd name="csY7" fmla="*/ 583138 h 621418"/>
                  <a:gd name="csX8" fmla="*/ 369193 w 481325"/>
                  <a:gd name="csY8" fmla="*/ 580381 h 621418"/>
                  <a:gd name="csX9" fmla="*/ 364289 w 481325"/>
                  <a:gd name="csY9" fmla="*/ 578851 h 621418"/>
                  <a:gd name="csX10" fmla="*/ 358202 w 481325"/>
                  <a:gd name="csY10" fmla="*/ 578294 h 621418"/>
                  <a:gd name="csX11" fmla="*/ 344811 w 481325"/>
                  <a:gd name="csY11" fmla="*/ 546998 h 621418"/>
                  <a:gd name="csX12" fmla="*/ 347360 w 481325"/>
                  <a:gd name="csY12" fmla="*/ 544424 h 621418"/>
                  <a:gd name="csX13" fmla="*/ 329284 w 481325"/>
                  <a:gd name="csY13" fmla="*/ 536840 h 621418"/>
                  <a:gd name="csX14" fmla="*/ 312504 w 481325"/>
                  <a:gd name="csY14" fmla="*/ 531378 h 621418"/>
                  <a:gd name="csX15" fmla="*/ 299274 w 481325"/>
                  <a:gd name="csY15" fmla="*/ 523870 h 621418"/>
                  <a:gd name="csX16" fmla="*/ 298267 w 481325"/>
                  <a:gd name="csY16" fmla="*/ 519838 h 621418"/>
                  <a:gd name="csX17" fmla="*/ 294146 w 481325"/>
                  <a:gd name="csY17" fmla="*/ 506308 h 621418"/>
                  <a:gd name="csX18" fmla="*/ 290635 w 481325"/>
                  <a:gd name="csY18" fmla="*/ 495822 h 621418"/>
                  <a:gd name="csX19" fmla="*/ 290295 w 481325"/>
                  <a:gd name="csY19" fmla="*/ 485043 h 621418"/>
                  <a:gd name="csX20" fmla="*/ 292460 w 481325"/>
                  <a:gd name="csY20" fmla="*/ 479235 h 621418"/>
                  <a:gd name="csX21" fmla="*/ 293954 w 481325"/>
                  <a:gd name="csY21" fmla="*/ 469554 h 621418"/>
                  <a:gd name="csX22" fmla="*/ 288754 w 481325"/>
                  <a:gd name="csY22" fmla="*/ 460702 h 621418"/>
                  <a:gd name="csX23" fmla="*/ 283583 w 481325"/>
                  <a:gd name="csY23" fmla="*/ 460065 h 621418"/>
                  <a:gd name="csX24" fmla="*/ 278874 w 481325"/>
                  <a:gd name="csY24" fmla="*/ 460231 h 621418"/>
                  <a:gd name="csX25" fmla="*/ 272498 w 481325"/>
                  <a:gd name="csY25" fmla="*/ 449744 h 621418"/>
                  <a:gd name="csX26" fmla="*/ 269740 w 481325"/>
                  <a:gd name="csY26" fmla="*/ 445139 h 621418"/>
                  <a:gd name="csX27" fmla="*/ 268211 w 481325"/>
                  <a:gd name="csY27" fmla="*/ 450043 h 621418"/>
                  <a:gd name="csX28" fmla="*/ 267044 w 481325"/>
                  <a:gd name="csY28" fmla="*/ 456881 h 621418"/>
                  <a:gd name="csX29" fmla="*/ 259538 w 481325"/>
                  <a:gd name="csY29" fmla="*/ 454425 h 621418"/>
                  <a:gd name="csX30" fmla="*/ 254428 w 481325"/>
                  <a:gd name="csY30" fmla="*/ 444654 h 621418"/>
                  <a:gd name="csX31" fmla="*/ 249421 w 481325"/>
                  <a:gd name="csY31" fmla="*/ 443656 h 621418"/>
                  <a:gd name="csX32" fmla="*/ 238700 w 481325"/>
                  <a:gd name="csY32" fmla="*/ 428558 h 621418"/>
                  <a:gd name="csX33" fmla="*/ 224166 w 481325"/>
                  <a:gd name="csY33" fmla="*/ 409935 h 621418"/>
                  <a:gd name="csX34" fmla="*/ 213124 w 481325"/>
                  <a:gd name="csY34" fmla="*/ 401065 h 621418"/>
                  <a:gd name="csX35" fmla="*/ 206671 w 481325"/>
                  <a:gd name="csY35" fmla="*/ 388468 h 621418"/>
                  <a:gd name="csX36" fmla="*/ 204242 w 481325"/>
                  <a:gd name="csY36" fmla="*/ 374041 h 621418"/>
                  <a:gd name="csX37" fmla="*/ 206562 w 481325"/>
                  <a:gd name="csY37" fmla="*/ 371283 h 621418"/>
                  <a:gd name="csX38" fmla="*/ 201394 w 481325"/>
                  <a:gd name="csY38" fmla="*/ 369855 h 621418"/>
                  <a:gd name="csX39" fmla="*/ 181743 w 481325"/>
                  <a:gd name="csY39" fmla="*/ 350072 h 621418"/>
                  <a:gd name="csX40" fmla="*/ 180840 w 481325"/>
                  <a:gd name="csY40" fmla="*/ 340015 h 621418"/>
                  <a:gd name="csX41" fmla="*/ 168342 w 481325"/>
                  <a:gd name="csY41" fmla="*/ 316750 h 621418"/>
                  <a:gd name="csX42" fmla="*/ 162786 w 481325"/>
                  <a:gd name="csY42" fmla="*/ 304341 h 621418"/>
                  <a:gd name="csX43" fmla="*/ 153959 w 481325"/>
                  <a:gd name="csY43" fmla="*/ 280463 h 621418"/>
                  <a:gd name="csX44" fmla="*/ 143231 w 481325"/>
                  <a:gd name="csY44" fmla="*/ 268201 h 621418"/>
                  <a:gd name="csX45" fmla="*/ 141096 w 481325"/>
                  <a:gd name="csY45" fmla="*/ 246493 h 621418"/>
                  <a:gd name="csX46" fmla="*/ 133510 w 481325"/>
                  <a:gd name="csY46" fmla="*/ 215932 h 621418"/>
                  <a:gd name="csX47" fmla="*/ 125786 w 481325"/>
                  <a:gd name="csY47" fmla="*/ 201792 h 621418"/>
                  <a:gd name="csX48" fmla="*/ 113580 w 481325"/>
                  <a:gd name="csY48" fmla="*/ 175023 h 621418"/>
                  <a:gd name="csX49" fmla="*/ 104703 w 481325"/>
                  <a:gd name="csY49" fmla="*/ 151035 h 621418"/>
                  <a:gd name="csX50" fmla="*/ 100240 w 481325"/>
                  <a:gd name="csY50" fmla="*/ 135893 h 621418"/>
                  <a:gd name="csX51" fmla="*/ 100240 w 481325"/>
                  <a:gd name="csY51" fmla="*/ 128463 h 621418"/>
                  <a:gd name="csX52" fmla="*/ 99247 w 481325"/>
                  <a:gd name="csY52" fmla="*/ 115142 h 621418"/>
                  <a:gd name="csX53" fmla="*/ 93791 w 481325"/>
                  <a:gd name="csY53" fmla="*/ 109442 h 621418"/>
                  <a:gd name="csX54" fmla="*/ 95549 w 481325"/>
                  <a:gd name="csY54" fmla="*/ 115250 h 621418"/>
                  <a:gd name="csX55" fmla="*/ 90800 w 481325"/>
                  <a:gd name="csY55" fmla="*/ 117023 h 621418"/>
                  <a:gd name="csX56" fmla="*/ 87172 w 481325"/>
                  <a:gd name="csY56" fmla="*/ 114272 h 621418"/>
                  <a:gd name="csX57" fmla="*/ 67148 w 481325"/>
                  <a:gd name="csY57" fmla="*/ 111209 h 621418"/>
                  <a:gd name="csX58" fmla="*/ 49971 w 481325"/>
                  <a:gd name="csY58" fmla="*/ 100232 h 621418"/>
                  <a:gd name="csX59" fmla="*/ 44090 w 481325"/>
                  <a:gd name="csY59" fmla="*/ 90574 h 621418"/>
                  <a:gd name="csX60" fmla="*/ 35863 w 481325"/>
                  <a:gd name="csY60" fmla="*/ 83433 h 621418"/>
                  <a:gd name="csX61" fmla="*/ 32588 w 481325"/>
                  <a:gd name="csY61" fmla="*/ 82069 h 621418"/>
                  <a:gd name="csX62" fmla="*/ 11771 w 481325"/>
                  <a:gd name="csY62" fmla="*/ 68233 h 621418"/>
                  <a:gd name="csX63" fmla="*/ 5348 w 481325"/>
                  <a:gd name="csY63" fmla="*/ 59589 h 621418"/>
                  <a:gd name="csX64" fmla="*/ 1583 w 481325"/>
                  <a:gd name="csY64" fmla="*/ 46912 h 621418"/>
                  <a:gd name="csX65" fmla="*/ 325 w 481325"/>
                  <a:gd name="csY65" fmla="*/ 17525 h 621418"/>
                  <a:gd name="csX66" fmla="*/ 4538 w 481325"/>
                  <a:gd name="csY66" fmla="*/ 6689 h 621418"/>
                  <a:gd name="csX67" fmla="*/ 10480 w 481325"/>
                  <a:gd name="csY67" fmla="*/ 0 h 621418"/>
                  <a:gd name="csX68" fmla="*/ 53074 w 481325"/>
                  <a:gd name="csY68" fmla="*/ 22147 h 621418"/>
                  <a:gd name="csX69" fmla="*/ 133099 w 481325"/>
                  <a:gd name="csY69" fmla="*/ 64285 h 621418"/>
                  <a:gd name="csX70" fmla="*/ 308638 w 481325"/>
                  <a:gd name="csY70" fmla="*/ 150152 h 621418"/>
                  <a:gd name="csX71" fmla="*/ 460324 w 481325"/>
                  <a:gd name="csY71" fmla="*/ 163865 h 621418"/>
                  <a:gd name="csX72" fmla="*/ 466125 w 481325"/>
                  <a:gd name="csY72" fmla="*/ 170071 h 621418"/>
                  <a:gd name="csX73" fmla="*/ 465714 w 481325"/>
                  <a:gd name="csY73" fmla="*/ 176317 h 621418"/>
                  <a:gd name="csX74" fmla="*/ 471176 w 481325"/>
                  <a:gd name="csY74" fmla="*/ 205515 h 621418"/>
                  <a:gd name="csX75" fmla="*/ 478356 w 481325"/>
                  <a:gd name="csY75" fmla="*/ 244968 h 621418"/>
                  <a:gd name="csX76" fmla="*/ 480666 w 481325"/>
                  <a:gd name="csY76" fmla="*/ 291434 h 621418"/>
                  <a:gd name="csX77" fmla="*/ 471606 w 481325"/>
                  <a:gd name="csY77" fmla="*/ 339879 h 621418"/>
                  <a:gd name="csX78" fmla="*/ 467718 w 481325"/>
                  <a:gd name="csY78" fmla="*/ 346935 h 621418"/>
                  <a:gd name="csX79" fmla="*/ 468256 w 481325"/>
                  <a:gd name="csY79" fmla="*/ 419216 h 621418"/>
                  <a:gd name="csX80" fmla="*/ 469120 w 481325"/>
                  <a:gd name="csY80" fmla="*/ 434705 h 621418"/>
                  <a:gd name="csX81" fmla="*/ 451760 w 481325"/>
                  <a:gd name="csY81" fmla="*/ 439004 h 621418"/>
                  <a:gd name="csX82" fmla="*/ 430017 w 481325"/>
                  <a:gd name="csY82" fmla="*/ 458164 h 621418"/>
                  <a:gd name="csX83" fmla="*/ 441207 w 481325"/>
                  <a:gd name="csY83" fmla="*/ 484914 h 621418"/>
                  <a:gd name="csX84" fmla="*/ 455538 w 481325"/>
                  <a:gd name="csY84" fmla="*/ 533438 h 621418"/>
                  <a:gd name="csX85" fmla="*/ 463393 w 481325"/>
                  <a:gd name="csY85" fmla="*/ 557324 h 621418"/>
                  <a:gd name="csX86" fmla="*/ 466107 w 481325"/>
                  <a:gd name="csY86" fmla="*/ 564704 h 621418"/>
                  <a:gd name="csX87" fmla="*/ 427332 w 481325"/>
                  <a:gd name="csY87" fmla="*/ 607875 h 621418"/>
                  <a:gd name="csX88" fmla="*/ 408378 w 481325"/>
                  <a:gd name="csY88" fmla="*/ 619278 h 621418"/>
                  <a:gd name="csX89" fmla="*/ 406733 w 481325"/>
                  <a:gd name="csY89" fmla="*/ 612610 h 621418"/>
                  <a:gd name="csX90" fmla="*/ 398989 w 481325"/>
                  <a:gd name="csY90" fmla="*/ 614115 h 621418"/>
                  <a:gd name="csX91" fmla="*/ 394277 w 481325"/>
                  <a:gd name="csY91" fmla="*/ 621279 h 621418"/>
                  <a:gd name="csX92" fmla="*/ 392709 w 481325"/>
                  <a:gd name="csY92" fmla="*/ 609477 h 62141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Lst>
                <a:rect l="l" t="t" r="r" b="b"/>
                <a:pathLst>
                  <a:path w="481325" h="621418">
                    <a:moveTo>
                      <a:pt x="392709" y="609477"/>
                    </a:moveTo>
                    <a:cubicBezTo>
                      <a:pt x="394253" y="597840"/>
                      <a:pt x="393887" y="596413"/>
                      <a:pt x="388957" y="594848"/>
                    </a:cubicBezTo>
                    <a:cubicBezTo>
                      <a:pt x="381454" y="592467"/>
                      <a:pt x="376874" y="583809"/>
                      <a:pt x="382520" y="582680"/>
                    </a:cubicBezTo>
                    <a:cubicBezTo>
                      <a:pt x="386074" y="581969"/>
                      <a:pt x="385853" y="580904"/>
                      <a:pt x="381003" y="575394"/>
                    </a:cubicBezTo>
                    <a:cubicBezTo>
                      <a:pt x="377016" y="570863"/>
                      <a:pt x="375755" y="570304"/>
                      <a:pt x="376772" y="573517"/>
                    </a:cubicBezTo>
                    <a:cubicBezTo>
                      <a:pt x="378038" y="577517"/>
                      <a:pt x="377495" y="577714"/>
                      <a:pt x="372471" y="575078"/>
                    </a:cubicBezTo>
                    <a:cubicBezTo>
                      <a:pt x="366755" y="572079"/>
                      <a:pt x="366750" y="572094"/>
                      <a:pt x="371638" y="577600"/>
                    </a:cubicBezTo>
                    <a:cubicBezTo>
                      <a:pt x="374343" y="580646"/>
                      <a:pt x="375283" y="583138"/>
                      <a:pt x="373727" y="583138"/>
                    </a:cubicBezTo>
                    <a:cubicBezTo>
                      <a:pt x="372171" y="583138"/>
                      <a:pt x="370131" y="581897"/>
                      <a:pt x="369193" y="580381"/>
                    </a:cubicBezTo>
                    <a:cubicBezTo>
                      <a:pt x="368256" y="578864"/>
                      <a:pt x="366049" y="578176"/>
                      <a:pt x="364289" y="578851"/>
                    </a:cubicBezTo>
                    <a:cubicBezTo>
                      <a:pt x="362530" y="579526"/>
                      <a:pt x="359790" y="579276"/>
                      <a:pt x="358202" y="578294"/>
                    </a:cubicBezTo>
                    <a:cubicBezTo>
                      <a:pt x="354056" y="575732"/>
                      <a:pt x="341762" y="546998"/>
                      <a:pt x="344811" y="546998"/>
                    </a:cubicBezTo>
                    <a:cubicBezTo>
                      <a:pt x="346213" y="546998"/>
                      <a:pt x="347360" y="545839"/>
                      <a:pt x="347360" y="544424"/>
                    </a:cubicBezTo>
                    <a:cubicBezTo>
                      <a:pt x="347360" y="541126"/>
                      <a:pt x="331006" y="534265"/>
                      <a:pt x="329284" y="536840"/>
                    </a:cubicBezTo>
                    <a:cubicBezTo>
                      <a:pt x="328570" y="537907"/>
                      <a:pt x="321020" y="535449"/>
                      <a:pt x="312504" y="531378"/>
                    </a:cubicBezTo>
                    <a:cubicBezTo>
                      <a:pt x="303989" y="527306"/>
                      <a:pt x="298035" y="523928"/>
                      <a:pt x="299274" y="523870"/>
                    </a:cubicBezTo>
                    <a:cubicBezTo>
                      <a:pt x="300512" y="523812"/>
                      <a:pt x="300059" y="521998"/>
                      <a:pt x="298267" y="519838"/>
                    </a:cubicBezTo>
                    <a:cubicBezTo>
                      <a:pt x="296474" y="517678"/>
                      <a:pt x="294620" y="511589"/>
                      <a:pt x="294146" y="506308"/>
                    </a:cubicBezTo>
                    <a:cubicBezTo>
                      <a:pt x="293672" y="501026"/>
                      <a:pt x="292092" y="496307"/>
                      <a:pt x="290635" y="495822"/>
                    </a:cubicBezTo>
                    <a:cubicBezTo>
                      <a:pt x="287387" y="494739"/>
                      <a:pt x="287081" y="485043"/>
                      <a:pt x="290295" y="485043"/>
                    </a:cubicBezTo>
                    <a:cubicBezTo>
                      <a:pt x="291564" y="485043"/>
                      <a:pt x="292539" y="482429"/>
                      <a:pt x="292460" y="479235"/>
                    </a:cubicBezTo>
                    <a:cubicBezTo>
                      <a:pt x="292381" y="476040"/>
                      <a:pt x="293054" y="471684"/>
                      <a:pt x="293954" y="469554"/>
                    </a:cubicBezTo>
                    <a:cubicBezTo>
                      <a:pt x="294994" y="467095"/>
                      <a:pt x="293096" y="463864"/>
                      <a:pt x="288754" y="460702"/>
                    </a:cubicBezTo>
                    <a:cubicBezTo>
                      <a:pt x="282831" y="456387"/>
                      <a:pt x="282139" y="456302"/>
                      <a:pt x="283583" y="460065"/>
                    </a:cubicBezTo>
                    <a:cubicBezTo>
                      <a:pt x="285131" y="464099"/>
                      <a:pt x="284795" y="464110"/>
                      <a:pt x="278874" y="460231"/>
                    </a:cubicBezTo>
                    <a:cubicBezTo>
                      <a:pt x="274972" y="457675"/>
                      <a:pt x="272498" y="453605"/>
                      <a:pt x="272498" y="449744"/>
                    </a:cubicBezTo>
                    <a:cubicBezTo>
                      <a:pt x="272498" y="445927"/>
                      <a:pt x="271409" y="444108"/>
                      <a:pt x="269740" y="445139"/>
                    </a:cubicBezTo>
                    <a:cubicBezTo>
                      <a:pt x="268224" y="446077"/>
                      <a:pt x="267535" y="448283"/>
                      <a:pt x="268211" y="450043"/>
                    </a:cubicBezTo>
                    <a:cubicBezTo>
                      <a:pt x="268886" y="451803"/>
                      <a:pt x="268361" y="454880"/>
                      <a:pt x="267044" y="456881"/>
                    </a:cubicBezTo>
                    <a:cubicBezTo>
                      <a:pt x="265087" y="459853"/>
                      <a:pt x="263712" y="459403"/>
                      <a:pt x="259538" y="454425"/>
                    </a:cubicBezTo>
                    <a:cubicBezTo>
                      <a:pt x="256727" y="451073"/>
                      <a:pt x="254428" y="446676"/>
                      <a:pt x="254428" y="444654"/>
                    </a:cubicBezTo>
                    <a:cubicBezTo>
                      <a:pt x="254428" y="441815"/>
                      <a:pt x="253286" y="441587"/>
                      <a:pt x="249421" y="443656"/>
                    </a:cubicBezTo>
                    <a:cubicBezTo>
                      <a:pt x="243479" y="446836"/>
                      <a:pt x="243193" y="446433"/>
                      <a:pt x="238700" y="428558"/>
                    </a:cubicBezTo>
                    <a:cubicBezTo>
                      <a:pt x="235500" y="415829"/>
                      <a:pt x="234285" y="414272"/>
                      <a:pt x="224166" y="409935"/>
                    </a:cubicBezTo>
                    <a:cubicBezTo>
                      <a:pt x="217728" y="407175"/>
                      <a:pt x="213124" y="403477"/>
                      <a:pt x="213124" y="401065"/>
                    </a:cubicBezTo>
                    <a:cubicBezTo>
                      <a:pt x="213124" y="398790"/>
                      <a:pt x="210220" y="393122"/>
                      <a:pt x="206671" y="388468"/>
                    </a:cubicBezTo>
                    <a:cubicBezTo>
                      <a:pt x="199265" y="378758"/>
                      <a:pt x="198471" y="374041"/>
                      <a:pt x="204242" y="374041"/>
                    </a:cubicBezTo>
                    <a:cubicBezTo>
                      <a:pt x="206455" y="374041"/>
                      <a:pt x="207499" y="372800"/>
                      <a:pt x="206562" y="371283"/>
                    </a:cubicBezTo>
                    <a:cubicBezTo>
                      <a:pt x="205625" y="369767"/>
                      <a:pt x="203299" y="369124"/>
                      <a:pt x="201394" y="369855"/>
                    </a:cubicBezTo>
                    <a:cubicBezTo>
                      <a:pt x="197850" y="371215"/>
                      <a:pt x="182472" y="355734"/>
                      <a:pt x="181743" y="350072"/>
                    </a:cubicBezTo>
                    <a:cubicBezTo>
                      <a:pt x="181521" y="348347"/>
                      <a:pt x="181114" y="343821"/>
                      <a:pt x="180840" y="340015"/>
                    </a:cubicBezTo>
                    <a:cubicBezTo>
                      <a:pt x="179988" y="328208"/>
                      <a:pt x="174287" y="317597"/>
                      <a:pt x="168342" y="316750"/>
                    </a:cubicBezTo>
                    <a:cubicBezTo>
                      <a:pt x="163596" y="316073"/>
                      <a:pt x="162786" y="314266"/>
                      <a:pt x="162786" y="304341"/>
                    </a:cubicBezTo>
                    <a:cubicBezTo>
                      <a:pt x="162786" y="295229"/>
                      <a:pt x="160883" y="290082"/>
                      <a:pt x="153959" y="280463"/>
                    </a:cubicBezTo>
                    <a:cubicBezTo>
                      <a:pt x="149104" y="273719"/>
                      <a:pt x="144276" y="268201"/>
                      <a:pt x="143231" y="268201"/>
                    </a:cubicBezTo>
                    <a:cubicBezTo>
                      <a:pt x="142186" y="268201"/>
                      <a:pt x="141225" y="258432"/>
                      <a:pt x="141096" y="246493"/>
                    </a:cubicBezTo>
                    <a:cubicBezTo>
                      <a:pt x="140831" y="221943"/>
                      <a:pt x="139743" y="217562"/>
                      <a:pt x="133510" y="215932"/>
                    </a:cubicBezTo>
                    <a:cubicBezTo>
                      <a:pt x="130755" y="215211"/>
                      <a:pt x="127873" y="209936"/>
                      <a:pt x="125786" y="201792"/>
                    </a:cubicBezTo>
                    <a:cubicBezTo>
                      <a:pt x="123955" y="194647"/>
                      <a:pt x="118462" y="182601"/>
                      <a:pt x="113580" y="175023"/>
                    </a:cubicBezTo>
                    <a:cubicBezTo>
                      <a:pt x="107284" y="165251"/>
                      <a:pt x="104703" y="158277"/>
                      <a:pt x="104703" y="151035"/>
                    </a:cubicBezTo>
                    <a:cubicBezTo>
                      <a:pt x="104703" y="144982"/>
                      <a:pt x="102887" y="138818"/>
                      <a:pt x="100240" y="135893"/>
                    </a:cubicBezTo>
                    <a:cubicBezTo>
                      <a:pt x="96009" y="131218"/>
                      <a:pt x="96009" y="130831"/>
                      <a:pt x="100240" y="128463"/>
                    </a:cubicBezTo>
                    <a:cubicBezTo>
                      <a:pt x="106103" y="125181"/>
                      <a:pt x="105871" y="122062"/>
                      <a:pt x="99247" y="115142"/>
                    </a:cubicBezTo>
                    <a:lnTo>
                      <a:pt x="93791" y="109442"/>
                    </a:lnTo>
                    <a:lnTo>
                      <a:pt x="95549" y="115250"/>
                    </a:lnTo>
                    <a:cubicBezTo>
                      <a:pt x="97517" y="121752"/>
                      <a:pt x="93229" y="123352"/>
                      <a:pt x="90800" y="117023"/>
                    </a:cubicBezTo>
                    <a:cubicBezTo>
                      <a:pt x="89948" y="114803"/>
                      <a:pt x="88316" y="113565"/>
                      <a:pt x="87172" y="114272"/>
                    </a:cubicBezTo>
                    <a:cubicBezTo>
                      <a:pt x="86029" y="114978"/>
                      <a:pt x="77018" y="113600"/>
                      <a:pt x="67148" y="111209"/>
                    </a:cubicBezTo>
                    <a:cubicBezTo>
                      <a:pt x="50330" y="107134"/>
                      <a:pt x="49251" y="106444"/>
                      <a:pt x="49971" y="100232"/>
                    </a:cubicBezTo>
                    <a:cubicBezTo>
                      <a:pt x="50552" y="95214"/>
                      <a:pt x="49124" y="92867"/>
                      <a:pt x="44090" y="90574"/>
                    </a:cubicBezTo>
                    <a:cubicBezTo>
                      <a:pt x="40433" y="88908"/>
                      <a:pt x="36731" y="85694"/>
                      <a:pt x="35863" y="83433"/>
                    </a:cubicBezTo>
                    <a:cubicBezTo>
                      <a:pt x="34873" y="80853"/>
                      <a:pt x="33654" y="80345"/>
                      <a:pt x="32588" y="82069"/>
                    </a:cubicBezTo>
                    <a:cubicBezTo>
                      <a:pt x="30403" y="85606"/>
                      <a:pt x="11771" y="73222"/>
                      <a:pt x="11771" y="68233"/>
                    </a:cubicBezTo>
                    <a:cubicBezTo>
                      <a:pt x="11771" y="66258"/>
                      <a:pt x="8881" y="62368"/>
                      <a:pt x="5348" y="59589"/>
                    </a:cubicBezTo>
                    <a:cubicBezTo>
                      <a:pt x="-304" y="55143"/>
                      <a:pt x="-756" y="53621"/>
                      <a:pt x="1583" y="46912"/>
                    </a:cubicBezTo>
                    <a:cubicBezTo>
                      <a:pt x="4225" y="39332"/>
                      <a:pt x="3631" y="25451"/>
                      <a:pt x="325" y="17525"/>
                    </a:cubicBezTo>
                    <a:cubicBezTo>
                      <a:pt x="-744" y="14961"/>
                      <a:pt x="864" y="10824"/>
                      <a:pt x="4538" y="6689"/>
                    </a:cubicBezTo>
                    <a:lnTo>
                      <a:pt x="10480" y="0"/>
                    </a:lnTo>
                    <a:lnTo>
                      <a:pt x="53074" y="22147"/>
                    </a:lnTo>
                    <a:cubicBezTo>
                      <a:pt x="76501" y="34328"/>
                      <a:pt x="112512" y="53290"/>
                      <a:pt x="133099" y="64285"/>
                    </a:cubicBezTo>
                    <a:cubicBezTo>
                      <a:pt x="293633" y="150024"/>
                      <a:pt x="290844" y="148660"/>
                      <a:pt x="308638" y="150152"/>
                    </a:cubicBezTo>
                    <a:cubicBezTo>
                      <a:pt x="379829" y="156121"/>
                      <a:pt x="453326" y="162765"/>
                      <a:pt x="460324" y="163865"/>
                    </a:cubicBezTo>
                    <a:cubicBezTo>
                      <a:pt x="467642" y="165014"/>
                      <a:pt x="468398" y="165824"/>
                      <a:pt x="466125" y="170071"/>
                    </a:cubicBezTo>
                    <a:cubicBezTo>
                      <a:pt x="464688" y="172758"/>
                      <a:pt x="464502" y="175568"/>
                      <a:pt x="465714" y="176317"/>
                    </a:cubicBezTo>
                    <a:cubicBezTo>
                      <a:pt x="466925" y="177066"/>
                      <a:pt x="469383" y="190205"/>
                      <a:pt x="471176" y="205515"/>
                    </a:cubicBezTo>
                    <a:cubicBezTo>
                      <a:pt x="472969" y="220825"/>
                      <a:pt x="476200" y="238579"/>
                      <a:pt x="478356" y="244968"/>
                    </a:cubicBezTo>
                    <a:cubicBezTo>
                      <a:pt x="481464" y="254178"/>
                      <a:pt x="481943" y="263804"/>
                      <a:pt x="480666" y="291434"/>
                    </a:cubicBezTo>
                    <a:cubicBezTo>
                      <a:pt x="478736" y="333232"/>
                      <a:pt x="477318" y="340812"/>
                      <a:pt x="471606" y="339879"/>
                    </a:cubicBezTo>
                    <a:cubicBezTo>
                      <a:pt x="468443" y="339362"/>
                      <a:pt x="467477" y="341115"/>
                      <a:pt x="467718" y="346935"/>
                    </a:cubicBezTo>
                    <a:cubicBezTo>
                      <a:pt x="467998" y="353675"/>
                      <a:pt x="468241" y="386395"/>
                      <a:pt x="468256" y="419216"/>
                    </a:cubicBezTo>
                    <a:cubicBezTo>
                      <a:pt x="468259" y="424895"/>
                      <a:pt x="468647" y="431865"/>
                      <a:pt x="469120" y="434705"/>
                    </a:cubicBezTo>
                    <a:cubicBezTo>
                      <a:pt x="469922" y="439526"/>
                      <a:pt x="468775" y="439811"/>
                      <a:pt x="451760" y="439004"/>
                    </a:cubicBezTo>
                    <a:cubicBezTo>
                      <a:pt x="428789" y="437915"/>
                      <a:pt x="426025" y="440351"/>
                      <a:pt x="430017" y="458164"/>
                    </a:cubicBezTo>
                    <a:cubicBezTo>
                      <a:pt x="431548" y="464996"/>
                      <a:pt x="436584" y="477034"/>
                      <a:pt x="441207" y="484914"/>
                    </a:cubicBezTo>
                    <a:cubicBezTo>
                      <a:pt x="456169" y="510414"/>
                      <a:pt x="459720" y="522439"/>
                      <a:pt x="455538" y="533438"/>
                    </a:cubicBezTo>
                    <a:cubicBezTo>
                      <a:pt x="452990" y="540141"/>
                      <a:pt x="458641" y="557324"/>
                      <a:pt x="463393" y="557324"/>
                    </a:cubicBezTo>
                    <a:cubicBezTo>
                      <a:pt x="464886" y="557324"/>
                      <a:pt x="466107" y="560645"/>
                      <a:pt x="466107" y="564704"/>
                    </a:cubicBezTo>
                    <a:cubicBezTo>
                      <a:pt x="466107" y="574709"/>
                      <a:pt x="449340" y="593376"/>
                      <a:pt x="427332" y="607875"/>
                    </a:cubicBezTo>
                    <a:cubicBezTo>
                      <a:pt x="417812" y="614147"/>
                      <a:pt x="409283" y="619278"/>
                      <a:pt x="408378" y="619278"/>
                    </a:cubicBezTo>
                    <a:cubicBezTo>
                      <a:pt x="407473" y="619278"/>
                      <a:pt x="406733" y="616277"/>
                      <a:pt x="406733" y="612610"/>
                    </a:cubicBezTo>
                    <a:cubicBezTo>
                      <a:pt x="406733" y="604379"/>
                      <a:pt x="401025" y="605489"/>
                      <a:pt x="398989" y="614115"/>
                    </a:cubicBezTo>
                    <a:cubicBezTo>
                      <a:pt x="398201" y="617454"/>
                      <a:pt x="396080" y="620678"/>
                      <a:pt x="394277" y="621279"/>
                    </a:cubicBezTo>
                    <a:cubicBezTo>
                      <a:pt x="391773" y="622114"/>
                      <a:pt x="391403" y="619327"/>
                      <a:pt x="392709" y="609477"/>
                    </a:cubicBezTo>
                    <a:close/>
                  </a:path>
                </a:pathLst>
              </a:custGeom>
              <a:solidFill>
                <a:srgbClr val="B9B9B9"/>
              </a:solidFill>
              <a:ln w="5163" cap="flat">
                <a:noFill/>
                <a:prstDash val="solid"/>
                <a:miter/>
              </a:ln>
            </p:spPr>
            <p:txBody>
              <a:bodyPr/>
              <a:lstStyle/>
              <a:p>
                <a:endParaRPr lang="es-419" noProof="0" dirty="0"/>
              </a:p>
            </p:txBody>
          </p:sp>
          <p:sp>
            <p:nvSpPr>
              <p:cNvPr id="117" name="Forma libre: forma 116">
                <a:extLst>
                  <a:ext uri="{FF2B5EF4-FFF2-40B4-BE49-F238E27FC236}">
                    <a16:creationId xmlns:a16="http://schemas.microsoft.com/office/drawing/2014/main" id="{07AA3189-C4D0-190D-0624-E07461611D37}"/>
                  </a:ext>
                </a:extLst>
              </p:cNvPr>
              <p:cNvSpPr/>
              <p:nvPr/>
            </p:nvSpPr>
            <p:spPr>
              <a:xfrm>
                <a:off x="356836" y="1137381"/>
                <a:ext cx="20516" cy="20135"/>
              </a:xfrm>
              <a:custGeom>
                <a:avLst/>
                <a:gdLst>
                  <a:gd name="csX0" fmla="*/ 3031 w 20516"/>
                  <a:gd name="csY0" fmla="*/ 13790 h 20135"/>
                  <a:gd name="csX1" fmla="*/ 11787 w 20516"/>
                  <a:gd name="csY1" fmla="*/ 6812 h 20135"/>
                  <a:gd name="csX2" fmla="*/ 16388 w 20516"/>
                  <a:gd name="csY2" fmla="*/ 8970 h 20135"/>
                  <a:gd name="csX3" fmla="*/ 17667 w 20516"/>
                  <a:gd name="csY3" fmla="*/ 5896 h 20135"/>
                  <a:gd name="csX4" fmla="*/ 16630 w 20516"/>
                  <a:gd name="csY4" fmla="*/ 16309 h 20135"/>
                  <a:gd name="csX5" fmla="*/ 3031 w 20516"/>
                  <a:gd name="csY5" fmla="*/ 13790 h 20135"/>
                </a:gdLst>
                <a:ahLst/>
                <a:cxnLst>
                  <a:cxn ang="0">
                    <a:pos x="csX0" y="csY0"/>
                  </a:cxn>
                  <a:cxn ang="0">
                    <a:pos x="csX1" y="csY1"/>
                  </a:cxn>
                  <a:cxn ang="0">
                    <a:pos x="csX2" y="csY2"/>
                  </a:cxn>
                  <a:cxn ang="0">
                    <a:pos x="csX3" y="csY3"/>
                  </a:cxn>
                  <a:cxn ang="0">
                    <a:pos x="csX4" y="csY4"/>
                  </a:cxn>
                  <a:cxn ang="0">
                    <a:pos x="csX5" y="csY5"/>
                  </a:cxn>
                </a:cxnLst>
                <a:rect l="l" t="t" r="r" b="b"/>
                <a:pathLst>
                  <a:path w="20516" h="20135">
                    <a:moveTo>
                      <a:pt x="3031" y="13790"/>
                    </a:moveTo>
                    <a:cubicBezTo>
                      <a:pt x="-3651" y="-875"/>
                      <a:pt x="1356" y="-4865"/>
                      <a:pt x="11787" y="6812"/>
                    </a:cubicBezTo>
                    <a:cubicBezTo>
                      <a:pt x="16355" y="11926"/>
                      <a:pt x="17642" y="12530"/>
                      <a:pt x="16388" y="8970"/>
                    </a:cubicBezTo>
                    <a:cubicBezTo>
                      <a:pt x="15184" y="5554"/>
                      <a:pt x="15578" y="4605"/>
                      <a:pt x="17667" y="5896"/>
                    </a:cubicBezTo>
                    <a:cubicBezTo>
                      <a:pt x="21766" y="8429"/>
                      <a:pt x="21462" y="11477"/>
                      <a:pt x="16630" y="16309"/>
                    </a:cubicBezTo>
                    <a:cubicBezTo>
                      <a:pt x="10809" y="22130"/>
                      <a:pt x="6464" y="21325"/>
                      <a:pt x="3031" y="13790"/>
                    </a:cubicBezTo>
                    <a:close/>
                  </a:path>
                </a:pathLst>
              </a:custGeom>
              <a:solidFill>
                <a:srgbClr val="B9B9B9"/>
              </a:solidFill>
              <a:ln w="5163" cap="flat">
                <a:noFill/>
                <a:prstDash val="solid"/>
                <a:miter/>
              </a:ln>
            </p:spPr>
            <p:txBody>
              <a:bodyPr/>
              <a:lstStyle/>
              <a:p>
                <a:endParaRPr lang="es-419" noProof="0" dirty="0"/>
              </a:p>
            </p:txBody>
          </p:sp>
        </p:grpSp>
      </p:grpSp>
      <p:grpSp>
        <p:nvGrpSpPr>
          <p:cNvPr id="36" name="Group 45">
            <a:extLst>
              <a:ext uri="{FF2B5EF4-FFF2-40B4-BE49-F238E27FC236}">
                <a16:creationId xmlns:a16="http://schemas.microsoft.com/office/drawing/2014/main" id="{0809F2AD-C89B-51DA-B3E0-581647D35814}"/>
              </a:ext>
            </a:extLst>
          </p:cNvPr>
          <p:cNvGrpSpPr>
            <a:grpSpLocks noChangeAspect="1"/>
          </p:cNvGrpSpPr>
          <p:nvPr/>
        </p:nvGrpSpPr>
        <p:grpSpPr>
          <a:xfrm>
            <a:off x="177722" y="871777"/>
            <a:ext cx="213038" cy="337620"/>
            <a:chOff x="0" y="26670"/>
            <a:chExt cx="3924300" cy="6219190"/>
          </a:xfrm>
        </p:grpSpPr>
        <p:sp>
          <p:nvSpPr>
            <p:cNvPr id="37" name="Freeform 46">
              <a:extLst>
                <a:ext uri="{FF2B5EF4-FFF2-40B4-BE49-F238E27FC236}">
                  <a16:creationId xmlns:a16="http://schemas.microsoft.com/office/drawing/2014/main" id="{736B91C9-D8DB-81F6-B40C-AC92D8679314}"/>
                </a:ext>
              </a:extLst>
            </p:cNvPr>
            <p:cNvSpPr/>
            <p:nvPr/>
          </p:nvSpPr>
          <p:spPr>
            <a:xfrm>
              <a:off x="0" y="26670"/>
              <a:ext cx="3924300" cy="6219190"/>
            </a:xfrm>
            <a:custGeom>
              <a:avLst/>
              <a:gdLst/>
              <a:ahLst/>
              <a:cxnLst/>
              <a:rect l="l" t="t" r="r" b="b"/>
              <a:pathLst>
                <a:path w="3924300" h="6219190">
                  <a:moveTo>
                    <a:pt x="3924300" y="1962150"/>
                  </a:moveTo>
                  <a:cubicBezTo>
                    <a:pt x="3924300" y="878840"/>
                    <a:pt x="3045460" y="0"/>
                    <a:pt x="1962150" y="0"/>
                  </a:cubicBezTo>
                  <a:cubicBezTo>
                    <a:pt x="878840" y="0"/>
                    <a:pt x="0" y="878840"/>
                    <a:pt x="0" y="1962150"/>
                  </a:cubicBezTo>
                  <a:cubicBezTo>
                    <a:pt x="0" y="2974340"/>
                    <a:pt x="765810" y="3807460"/>
                    <a:pt x="1750060" y="3912870"/>
                  </a:cubicBezTo>
                  <a:lnTo>
                    <a:pt x="1962150" y="6219190"/>
                  </a:lnTo>
                  <a:lnTo>
                    <a:pt x="2174240" y="3912870"/>
                  </a:lnTo>
                  <a:cubicBezTo>
                    <a:pt x="3158490" y="3807460"/>
                    <a:pt x="3924300" y="2974340"/>
                    <a:pt x="3924300" y="1962150"/>
                  </a:cubicBezTo>
                  <a:close/>
                </a:path>
              </a:pathLst>
            </a:custGeom>
            <a:solidFill>
              <a:srgbClr val="EB6C01"/>
            </a:solidFill>
          </p:spPr>
          <p:txBody>
            <a:bodyPr/>
            <a:lstStyle/>
            <a:p>
              <a:endParaRPr lang="es-419" noProof="0" dirty="0"/>
            </a:p>
          </p:txBody>
        </p:sp>
        <p:sp>
          <p:nvSpPr>
            <p:cNvPr id="38" name="Freeform 47">
              <a:extLst>
                <a:ext uri="{FF2B5EF4-FFF2-40B4-BE49-F238E27FC236}">
                  <a16:creationId xmlns:a16="http://schemas.microsoft.com/office/drawing/2014/main" id="{A91B5361-9CCC-121B-BC75-5274C4B331A8}"/>
                </a:ext>
              </a:extLst>
            </p:cNvPr>
            <p:cNvSpPr/>
            <p:nvPr/>
          </p:nvSpPr>
          <p:spPr>
            <a:xfrm>
              <a:off x="340744" y="374636"/>
              <a:ext cx="3242813" cy="3228370"/>
            </a:xfrm>
            <a:custGeom>
              <a:avLst/>
              <a:gdLst/>
              <a:ahLst/>
              <a:cxnLst/>
              <a:rect l="l" t="t" r="r" b="b"/>
              <a:pathLst>
                <a:path w="3242810" h="3228373">
                  <a:moveTo>
                    <a:pt x="1621405" y="16"/>
                  </a:moveTo>
                  <a:cubicBezTo>
                    <a:pt x="1042998" y="-2571"/>
                    <a:pt x="507417" y="304521"/>
                    <a:pt x="217465" y="805010"/>
                  </a:cubicBezTo>
                  <a:cubicBezTo>
                    <a:pt x="-72488" y="1305499"/>
                    <a:pt x="-72488" y="1922874"/>
                    <a:pt x="217465" y="2423362"/>
                  </a:cubicBezTo>
                  <a:cubicBezTo>
                    <a:pt x="507417" y="2923851"/>
                    <a:pt x="1042998" y="3230943"/>
                    <a:pt x="1621405" y="3228356"/>
                  </a:cubicBezTo>
                  <a:cubicBezTo>
                    <a:pt x="2199812" y="3230943"/>
                    <a:pt x="2735392" y="2923851"/>
                    <a:pt x="3025345" y="2423362"/>
                  </a:cubicBezTo>
                  <a:cubicBezTo>
                    <a:pt x="3315298" y="1922874"/>
                    <a:pt x="3315298" y="1305499"/>
                    <a:pt x="3025345" y="805010"/>
                  </a:cubicBezTo>
                  <a:cubicBezTo>
                    <a:pt x="2735392" y="304522"/>
                    <a:pt x="2199812" y="-2571"/>
                    <a:pt x="1621405" y="16"/>
                  </a:cubicBezTo>
                  <a:close/>
                </a:path>
              </a:pathLst>
            </a:custGeom>
            <a:blipFill>
              <a:blip r:embed="rId5"/>
              <a:stretch>
                <a:fillRect l="-28801" r="-28801" b="-58308"/>
              </a:stretch>
            </a:blipFill>
          </p:spPr>
          <p:txBody>
            <a:bodyPr/>
            <a:lstStyle/>
            <a:p>
              <a:endParaRPr lang="es-419" noProof="0" dirty="0"/>
            </a:p>
          </p:txBody>
        </p:sp>
      </p:grpSp>
    </p:spTree>
    <p:extLst>
      <p:ext uri="{BB962C8B-B14F-4D97-AF65-F5344CB8AC3E}">
        <p14:creationId xmlns:p14="http://schemas.microsoft.com/office/powerpoint/2010/main" val="21188975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nodeType="with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wipe(down)">
                                      <p:cBhvr>
                                        <p:cTn id="7" dur="580">
                                          <p:stCondLst>
                                            <p:cond delay="0"/>
                                          </p:stCondLst>
                                        </p:cTn>
                                        <p:tgtEl>
                                          <p:spTgt spid="36"/>
                                        </p:tgtEl>
                                      </p:cBhvr>
                                    </p:animEffect>
                                    <p:anim calcmode="lin" valueType="num">
                                      <p:cBhvr>
                                        <p:cTn id="8" dur="1822" tmFilter="0,0; 0.14,0.36; 0.43,0.73; 0.71,0.91; 1.0,1.0">
                                          <p:stCondLst>
                                            <p:cond delay="0"/>
                                          </p:stCondLst>
                                        </p:cTn>
                                        <p:tgtEl>
                                          <p:spTgt spid="36"/>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36"/>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36"/>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36"/>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36"/>
                                        </p:tgtEl>
                                        <p:attrNameLst>
                                          <p:attrName>ppt_y</p:attrName>
                                        </p:attrNameLst>
                                      </p:cBhvr>
                                      <p:tavLst>
                                        <p:tav tm="0" fmla="#ppt_y-sin(pi*$)/81">
                                          <p:val>
                                            <p:fltVal val="0"/>
                                          </p:val>
                                        </p:tav>
                                        <p:tav tm="100000">
                                          <p:val>
                                            <p:fltVal val="1"/>
                                          </p:val>
                                        </p:tav>
                                      </p:tavLst>
                                    </p:anim>
                                    <p:animScale>
                                      <p:cBhvr>
                                        <p:cTn id="13" dur="26">
                                          <p:stCondLst>
                                            <p:cond delay="650"/>
                                          </p:stCondLst>
                                        </p:cTn>
                                        <p:tgtEl>
                                          <p:spTgt spid="36"/>
                                        </p:tgtEl>
                                      </p:cBhvr>
                                      <p:to x="100000" y="60000"/>
                                    </p:animScale>
                                    <p:animScale>
                                      <p:cBhvr>
                                        <p:cTn id="14" dur="166" decel="50000">
                                          <p:stCondLst>
                                            <p:cond delay="676"/>
                                          </p:stCondLst>
                                        </p:cTn>
                                        <p:tgtEl>
                                          <p:spTgt spid="36"/>
                                        </p:tgtEl>
                                      </p:cBhvr>
                                      <p:to x="100000" y="100000"/>
                                    </p:animScale>
                                    <p:animScale>
                                      <p:cBhvr>
                                        <p:cTn id="15" dur="26">
                                          <p:stCondLst>
                                            <p:cond delay="1312"/>
                                          </p:stCondLst>
                                        </p:cTn>
                                        <p:tgtEl>
                                          <p:spTgt spid="36"/>
                                        </p:tgtEl>
                                      </p:cBhvr>
                                      <p:to x="100000" y="80000"/>
                                    </p:animScale>
                                    <p:animScale>
                                      <p:cBhvr>
                                        <p:cTn id="16" dur="166" decel="50000">
                                          <p:stCondLst>
                                            <p:cond delay="1338"/>
                                          </p:stCondLst>
                                        </p:cTn>
                                        <p:tgtEl>
                                          <p:spTgt spid="36"/>
                                        </p:tgtEl>
                                      </p:cBhvr>
                                      <p:to x="100000" y="100000"/>
                                    </p:animScale>
                                    <p:animScale>
                                      <p:cBhvr>
                                        <p:cTn id="17" dur="26">
                                          <p:stCondLst>
                                            <p:cond delay="1642"/>
                                          </p:stCondLst>
                                        </p:cTn>
                                        <p:tgtEl>
                                          <p:spTgt spid="36"/>
                                        </p:tgtEl>
                                      </p:cBhvr>
                                      <p:to x="100000" y="90000"/>
                                    </p:animScale>
                                    <p:animScale>
                                      <p:cBhvr>
                                        <p:cTn id="18" dur="166" decel="50000">
                                          <p:stCondLst>
                                            <p:cond delay="1668"/>
                                          </p:stCondLst>
                                        </p:cTn>
                                        <p:tgtEl>
                                          <p:spTgt spid="36"/>
                                        </p:tgtEl>
                                      </p:cBhvr>
                                      <p:to x="100000" y="100000"/>
                                    </p:animScale>
                                    <p:animScale>
                                      <p:cBhvr>
                                        <p:cTn id="19" dur="26">
                                          <p:stCondLst>
                                            <p:cond delay="1808"/>
                                          </p:stCondLst>
                                        </p:cTn>
                                        <p:tgtEl>
                                          <p:spTgt spid="36"/>
                                        </p:tgtEl>
                                      </p:cBhvr>
                                      <p:to x="100000" y="95000"/>
                                    </p:animScale>
                                    <p:animScale>
                                      <p:cBhvr>
                                        <p:cTn id="20" dur="166" decel="50000">
                                          <p:stCondLst>
                                            <p:cond delay="1834"/>
                                          </p:stCondLst>
                                        </p:cTn>
                                        <p:tgtEl>
                                          <p:spTgt spid="36"/>
                                        </p:tgtEl>
                                      </p:cBhvr>
                                      <p:to x="100000" y="100000"/>
                                    </p:animScale>
                                  </p:childTnLst>
                                </p:cTn>
                              </p:par>
                            </p:childTnLst>
                          </p:cTn>
                        </p:par>
                        <p:par>
                          <p:cTn id="21" fill="hold">
                            <p:stCondLst>
                              <p:cond delay="2000"/>
                            </p:stCondLst>
                            <p:childTnLst>
                              <p:par>
                                <p:cTn id="22" presetID="35" presetClass="emph" presetSubtype="0" repeatCount="indefinite" fill="hold" nodeType="afterEffect">
                                  <p:stCondLst>
                                    <p:cond delay="0"/>
                                  </p:stCondLst>
                                  <p:childTnLst>
                                    <p:anim calcmode="discrete" valueType="str">
                                      <p:cBhvr>
                                        <p:cTn id="23" dur="1000" fill="hold"/>
                                        <p:tgtEl>
                                          <p:spTgt spid="10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xml><?xml version="1.0" encoding="utf-8"?>
<p:sld xmlns:a="http://schemas.openxmlformats.org/drawingml/2006/main" xmlns:r="http://schemas.openxmlformats.org/officeDocument/2006/relationships" xmlns:p="http://schemas.openxmlformats.org/presentationml/2006/main">
  <p:cSld name="Slide 13">
    <p:bg>
      <p:bgPr>
        <a:solidFill>
          <a:srgbClr val="122548"/>
        </a:solidFill>
        <a:effectLst/>
      </p:bgPr>
    </p:bg>
    <p:spTree>
      <p:nvGrpSpPr>
        <p:cNvPr id="1" name=""/>
        <p:cNvGrpSpPr/>
        <p:nvPr/>
      </p:nvGrpSpPr>
      <p:grpSpPr>
        <a:xfrm>
          <a:off x="0" y="0"/>
          <a:ext cx="0" cy="0"/>
          <a:chOff x="0" y="0"/>
          <a:chExt cx="0" cy="0"/>
        </a:xfrm>
      </p:grpSpPr>
      <p:sp>
        <p:nvSpPr>
          <p:cNvPr id="2" name="Shape 0"/>
          <p:cNvSpPr/>
          <p:nvPr/>
        </p:nvSpPr>
        <p:spPr>
          <a:xfrm>
            <a:off x="0" y="0"/>
            <a:ext cx="9144000" cy="43891"/>
          </a:xfrm>
          <a:prstGeom prst="rect">
            <a:avLst/>
          </a:prstGeom>
          <a:solidFill>
            <a:srgbClr val="EB6C01"/>
          </a:solidFill>
          <a:ln w="12700">
            <a:solidFill>
              <a:srgbClr val="EB6C01"/>
            </a:solidFill>
            <a:prstDash val="solid"/>
          </a:ln>
        </p:spPr>
        <p:txBody>
          <a:bodyPr/>
          <a:lstStyle/>
          <a:p>
            <a:endParaRPr lang="es-419" noProof="0" dirty="0"/>
          </a:p>
        </p:txBody>
      </p:sp>
      <p:sp>
        <p:nvSpPr>
          <p:cNvPr id="3" name="Shape 1"/>
          <p:cNvSpPr/>
          <p:nvPr/>
        </p:nvSpPr>
        <p:spPr>
          <a:xfrm>
            <a:off x="0" y="0"/>
            <a:ext cx="43891" cy="5143500"/>
          </a:xfrm>
          <a:prstGeom prst="rect">
            <a:avLst/>
          </a:prstGeom>
          <a:solidFill>
            <a:srgbClr val="EB6C01"/>
          </a:solidFill>
          <a:ln w="12700">
            <a:solidFill>
              <a:srgbClr val="EB6C01"/>
            </a:solidFill>
            <a:prstDash val="solid"/>
          </a:ln>
        </p:spPr>
        <p:txBody>
          <a:bodyPr/>
          <a:lstStyle/>
          <a:p>
            <a:endParaRPr lang="es-419" noProof="0" dirty="0"/>
          </a:p>
        </p:txBody>
      </p:sp>
      <p:sp>
        <p:nvSpPr>
          <p:cNvPr id="4" name="Shape 2"/>
          <p:cNvSpPr/>
          <p:nvPr/>
        </p:nvSpPr>
        <p:spPr>
          <a:xfrm rot="720000">
            <a:off x="7863840" y="-1371600"/>
            <a:ext cx="502920" cy="8229600"/>
          </a:xfrm>
          <a:prstGeom prst="rect">
            <a:avLst/>
          </a:prstGeom>
          <a:solidFill>
            <a:srgbClr val="EB6C01">
              <a:alpha val="8000"/>
            </a:srgbClr>
          </a:solidFill>
          <a:ln w="12700">
            <a:solidFill>
              <a:srgbClr val="EB6C01">
                <a:alpha val="8000"/>
              </a:srgbClr>
            </a:solidFill>
            <a:prstDash val="solid"/>
          </a:ln>
        </p:spPr>
        <p:txBody>
          <a:bodyPr/>
          <a:lstStyle/>
          <a:p>
            <a:endParaRPr lang="es-419" noProof="0" dirty="0"/>
          </a:p>
        </p:txBody>
      </p:sp>
      <p:sp>
        <p:nvSpPr>
          <p:cNvPr id="5" name="Shape 3"/>
          <p:cNvSpPr/>
          <p:nvPr/>
        </p:nvSpPr>
        <p:spPr>
          <a:xfrm rot="720000">
            <a:off x="8412480" y="-1371600"/>
            <a:ext cx="274320" cy="8229600"/>
          </a:xfrm>
          <a:prstGeom prst="rect">
            <a:avLst/>
          </a:prstGeom>
          <a:solidFill>
            <a:srgbClr val="EB6C01">
              <a:alpha val="6000"/>
            </a:srgbClr>
          </a:solidFill>
          <a:ln w="12700">
            <a:solidFill>
              <a:srgbClr val="EB6C01">
                <a:alpha val="6000"/>
              </a:srgbClr>
            </a:solidFill>
            <a:prstDash val="solid"/>
          </a:ln>
        </p:spPr>
        <p:txBody>
          <a:bodyPr/>
          <a:lstStyle/>
          <a:p>
            <a:endParaRPr lang="es-419" noProof="0" dirty="0"/>
          </a:p>
        </p:txBody>
      </p:sp>
      <p:sp>
        <p:nvSpPr>
          <p:cNvPr id="7" name="Shape 4"/>
          <p:cNvSpPr/>
          <p:nvPr/>
        </p:nvSpPr>
        <p:spPr>
          <a:xfrm>
            <a:off x="658368" y="1389888"/>
            <a:ext cx="237744" cy="18288"/>
          </a:xfrm>
          <a:prstGeom prst="rect">
            <a:avLst/>
          </a:prstGeom>
          <a:solidFill>
            <a:srgbClr val="EB6C01"/>
          </a:solidFill>
          <a:ln w="12700">
            <a:solidFill>
              <a:srgbClr val="EB6C01"/>
            </a:solidFill>
            <a:prstDash val="solid"/>
          </a:ln>
        </p:spPr>
        <p:txBody>
          <a:bodyPr/>
          <a:lstStyle/>
          <a:p>
            <a:endParaRPr lang="es-419" noProof="0" dirty="0"/>
          </a:p>
        </p:txBody>
      </p:sp>
      <p:sp>
        <p:nvSpPr>
          <p:cNvPr id="8" name="Text 5"/>
          <p:cNvSpPr/>
          <p:nvPr/>
        </p:nvSpPr>
        <p:spPr>
          <a:xfrm>
            <a:off x="969264" y="1335024"/>
            <a:ext cx="4572000" cy="201168"/>
          </a:xfrm>
          <a:prstGeom prst="rect">
            <a:avLst/>
          </a:prstGeom>
          <a:noFill/>
          <a:ln/>
        </p:spPr>
        <p:txBody>
          <a:bodyPr wrap="square" lIns="0" tIns="0" rIns="0" bIns="0" rtlCol="0" anchor="ctr"/>
          <a:lstStyle/>
          <a:p>
            <a:pPr marL="0" indent="0">
              <a:buNone/>
            </a:pPr>
            <a:r>
              <a:rPr lang="es-419" sz="700" b="1" kern="0" spc="400" noProof="0" dirty="0">
                <a:solidFill>
                  <a:srgbClr val="EB6C01"/>
                </a:solidFill>
                <a:latin typeface="Montserrat" pitchFamily="34" charset="0"/>
                <a:ea typeface="Montserrat" pitchFamily="34" charset="-122"/>
                <a:cs typeface="Montserrat" pitchFamily="34" charset="-120"/>
              </a:rPr>
              <a:t>ZONA GEOGRÁFICA  ·  02</a:t>
            </a:r>
            <a:endParaRPr lang="es-419" sz="700" noProof="0" dirty="0"/>
          </a:p>
        </p:txBody>
      </p:sp>
      <p:sp>
        <p:nvSpPr>
          <p:cNvPr id="9" name="Text 6"/>
          <p:cNvSpPr/>
          <p:nvPr/>
        </p:nvSpPr>
        <p:spPr>
          <a:xfrm>
            <a:off x="658368" y="1609344"/>
            <a:ext cx="7772400" cy="1920240"/>
          </a:xfrm>
          <a:prstGeom prst="rect">
            <a:avLst/>
          </a:prstGeom>
          <a:noFill/>
          <a:ln/>
        </p:spPr>
        <p:txBody>
          <a:bodyPr wrap="square" rtlCol="0" anchor="ctr"/>
          <a:lstStyle/>
          <a:p>
            <a:pPr marL="0" indent="0">
              <a:buNone/>
            </a:pPr>
            <a:r>
              <a:rPr lang="es-419" sz="5500" b="1" noProof="0" dirty="0">
                <a:solidFill>
                  <a:srgbClr val="FFFFFF"/>
                </a:solidFill>
                <a:latin typeface="Montserrat" pitchFamily="34" charset="0"/>
                <a:ea typeface="Montserrat" pitchFamily="34" charset="-122"/>
                <a:cs typeface="Montserrat" pitchFamily="34" charset="-120"/>
              </a:rPr>
              <a:t>TERRITORIO</a:t>
            </a:r>
            <a:endParaRPr lang="es-419" sz="5500" noProof="0" dirty="0"/>
          </a:p>
          <a:p>
            <a:pPr marL="0" indent="0">
              <a:buNone/>
            </a:pPr>
            <a:r>
              <a:rPr lang="es-419" sz="5500" b="1" noProof="0" dirty="0">
                <a:solidFill>
                  <a:srgbClr val="EB6C01"/>
                </a:solidFill>
                <a:latin typeface="Montserrat" pitchFamily="34" charset="0"/>
                <a:ea typeface="Montserrat" pitchFamily="34" charset="-122"/>
                <a:cs typeface="Montserrat" pitchFamily="34" charset="-120"/>
              </a:rPr>
              <a:t>MÉXICO</a:t>
            </a:r>
            <a:endParaRPr lang="es-419" sz="5500" noProof="0" dirty="0"/>
          </a:p>
        </p:txBody>
      </p:sp>
      <p:sp>
        <p:nvSpPr>
          <p:cNvPr id="10" name="Text 7"/>
          <p:cNvSpPr/>
          <p:nvPr/>
        </p:nvSpPr>
        <p:spPr>
          <a:xfrm>
            <a:off x="658368" y="3657600"/>
            <a:ext cx="5303520" cy="914400"/>
          </a:xfrm>
          <a:prstGeom prst="rect">
            <a:avLst/>
          </a:prstGeom>
          <a:noFill/>
          <a:ln/>
        </p:spPr>
        <p:txBody>
          <a:bodyPr wrap="square" rtlCol="0" anchor="ctr"/>
          <a:lstStyle/>
          <a:p>
            <a:pPr marL="0" indent="0">
              <a:buNone/>
            </a:pPr>
            <a:r>
              <a:rPr lang="es-419" sz="1050" noProof="0" dirty="0">
                <a:solidFill>
                  <a:srgbClr val="8FAECB"/>
                </a:solidFill>
                <a:latin typeface="Montserrat" pitchFamily="34" charset="0"/>
                <a:ea typeface="Montserrat" pitchFamily="34" charset="-122"/>
                <a:cs typeface="Montserrat" pitchFamily="34" charset="-120"/>
              </a:rPr>
              <a:t>Colegios Mano Amiga en el centro y sureste:</a:t>
            </a:r>
            <a:endParaRPr lang="es-419" sz="1050" noProof="0" dirty="0"/>
          </a:p>
          <a:p>
            <a:pPr marL="0" indent="0">
              <a:buNone/>
            </a:pPr>
            <a:r>
              <a:rPr lang="es-419" sz="1050" noProof="0" dirty="0">
                <a:solidFill>
                  <a:srgbClr val="8FAECB"/>
                </a:solidFill>
                <a:latin typeface="Montserrat" pitchFamily="34" charset="0"/>
                <a:ea typeface="Montserrat" pitchFamily="34" charset="-122"/>
                <a:cs typeface="Montserrat" pitchFamily="34" charset="-120"/>
              </a:rPr>
              <a:t>Estado de México · Guerrero · Michoacán · Puebla · Querétaro · Quintana Roo · Yucatán · Chiapas</a:t>
            </a:r>
            <a:endParaRPr lang="es-419" sz="1050" noProof="0"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down)">
                                      <p:cBhvr>
                                        <p:cTn id="7" dur="500"/>
                                        <p:tgtEl>
                                          <p:spTgt spid="7"/>
                                        </p:tgtEl>
                                      </p:cBhvr>
                                    </p:animEffect>
                                  </p:childTnLst>
                                </p:cTn>
                              </p:par>
                              <p:par>
                                <p:cTn id="8" presetID="22" presetClass="entr" presetSubtype="4"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wipe(down)">
                                      <p:cBhvr>
                                        <p:cTn id="10" dur="500"/>
                                        <p:tgtEl>
                                          <p:spTgt spid="8"/>
                                        </p:tgtEl>
                                      </p:cBhvr>
                                    </p:animEffect>
                                  </p:childTnLst>
                                </p:cTn>
                              </p:par>
                            </p:childTnLst>
                          </p:cTn>
                        </p:par>
                        <p:par>
                          <p:cTn id="11" fill="hold">
                            <p:stCondLst>
                              <p:cond delay="500"/>
                            </p:stCondLst>
                            <p:childTnLst>
                              <p:par>
                                <p:cTn id="12" presetID="22" presetClass="entr" presetSubtype="4" fill="hold" grpId="0" nodeType="afterEffect">
                                  <p:stCondLst>
                                    <p:cond delay="0"/>
                                  </p:stCondLst>
                                  <p:childTnLst>
                                    <p:set>
                                      <p:cBhvr>
                                        <p:cTn id="13" dur="1" fill="hold">
                                          <p:stCondLst>
                                            <p:cond delay="0"/>
                                          </p:stCondLst>
                                        </p:cTn>
                                        <p:tgtEl>
                                          <p:spTgt spid="9"/>
                                        </p:tgtEl>
                                        <p:attrNameLst>
                                          <p:attrName>style.visibility</p:attrName>
                                        </p:attrNameLst>
                                      </p:cBhvr>
                                      <p:to>
                                        <p:strVal val="visible"/>
                                      </p:to>
                                    </p:set>
                                    <p:animEffect transition="in" filter="wipe(down)">
                                      <p:cBhvr>
                                        <p:cTn id="14" dur="500"/>
                                        <p:tgtEl>
                                          <p:spTgt spid="9"/>
                                        </p:tgtEl>
                                      </p:cBhvr>
                                    </p:animEffect>
                                  </p:childTnLst>
                                </p:cTn>
                              </p:par>
                            </p:childTnLst>
                          </p:cTn>
                        </p:par>
                        <p:par>
                          <p:cTn id="15" fill="hold">
                            <p:stCondLst>
                              <p:cond delay="1000"/>
                            </p:stCondLst>
                            <p:childTnLst>
                              <p:par>
                                <p:cTn id="16" presetID="22" presetClass="entr" presetSubtype="4" fill="hold" grpId="0" nodeType="after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wipe(down)">
                                      <p:cBhvr>
                                        <p:cTn id="18"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10"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bg>
      <p:bgPr>
        <a:solidFill>
          <a:srgbClr val="F0F6FC"/>
        </a:solidFill>
        <a:effectLst/>
      </p:bgPr>
    </p:bg>
    <p:spTree>
      <p:nvGrpSpPr>
        <p:cNvPr id="1" name="">
          <a:extLst>
            <a:ext uri="{FF2B5EF4-FFF2-40B4-BE49-F238E27FC236}">
              <a16:creationId xmlns:a16="http://schemas.microsoft.com/office/drawing/2014/main" id="{39F3C219-7602-3FA0-1E39-D8BF81E8643E}"/>
            </a:ext>
          </a:extLst>
        </p:cNvPr>
        <p:cNvGrpSpPr/>
        <p:nvPr/>
      </p:nvGrpSpPr>
      <p:grpSpPr>
        <a:xfrm>
          <a:off x="0" y="0"/>
          <a:ext cx="0" cy="0"/>
          <a:chOff x="0" y="0"/>
          <a:chExt cx="0" cy="0"/>
        </a:xfrm>
      </p:grpSpPr>
      <p:sp>
        <p:nvSpPr>
          <p:cNvPr id="2" name="Shape 0">
            <a:extLst>
              <a:ext uri="{FF2B5EF4-FFF2-40B4-BE49-F238E27FC236}">
                <a16:creationId xmlns:a16="http://schemas.microsoft.com/office/drawing/2014/main" id="{B801866F-1BC6-E246-3E21-ECC7D61F3AA9}"/>
              </a:ext>
            </a:extLst>
          </p:cNvPr>
          <p:cNvSpPr/>
          <p:nvPr/>
        </p:nvSpPr>
        <p:spPr>
          <a:xfrm>
            <a:off x="0" y="0"/>
            <a:ext cx="9144000" cy="38405"/>
          </a:xfrm>
          <a:prstGeom prst="rect">
            <a:avLst/>
          </a:prstGeom>
          <a:solidFill>
            <a:srgbClr val="EB6C01"/>
          </a:solidFill>
          <a:ln w="12700">
            <a:solidFill>
              <a:srgbClr val="EB6C01"/>
            </a:solidFill>
            <a:prstDash val="solid"/>
          </a:ln>
        </p:spPr>
        <p:txBody>
          <a:bodyPr/>
          <a:lstStyle/>
          <a:p>
            <a:endParaRPr lang="es-419" noProof="0" dirty="0"/>
          </a:p>
        </p:txBody>
      </p:sp>
      <p:sp>
        <p:nvSpPr>
          <p:cNvPr id="3" name="Shape 1">
            <a:extLst>
              <a:ext uri="{FF2B5EF4-FFF2-40B4-BE49-F238E27FC236}">
                <a16:creationId xmlns:a16="http://schemas.microsoft.com/office/drawing/2014/main" id="{0C4EC17E-A04F-A93E-BB6D-6FFF28AE02BD}"/>
              </a:ext>
            </a:extLst>
          </p:cNvPr>
          <p:cNvSpPr/>
          <p:nvPr/>
        </p:nvSpPr>
        <p:spPr>
          <a:xfrm>
            <a:off x="0" y="38405"/>
            <a:ext cx="9144000" cy="667512"/>
          </a:xfrm>
          <a:prstGeom prst="rect">
            <a:avLst/>
          </a:prstGeom>
          <a:solidFill>
            <a:srgbClr val="1A3464"/>
          </a:solidFill>
          <a:ln w="12700">
            <a:solidFill>
              <a:srgbClr val="1A3464"/>
            </a:solidFill>
            <a:prstDash val="solid"/>
          </a:ln>
        </p:spPr>
        <p:txBody>
          <a:bodyPr/>
          <a:lstStyle/>
          <a:p>
            <a:endParaRPr lang="es-419" noProof="0" dirty="0"/>
          </a:p>
        </p:txBody>
      </p:sp>
      <p:sp>
        <p:nvSpPr>
          <p:cNvPr id="4" name="Shape 2">
            <a:extLst>
              <a:ext uri="{FF2B5EF4-FFF2-40B4-BE49-F238E27FC236}">
                <a16:creationId xmlns:a16="http://schemas.microsoft.com/office/drawing/2014/main" id="{90E52942-AC1C-A28E-2E6A-05ABE76733CF}"/>
              </a:ext>
            </a:extLst>
          </p:cNvPr>
          <p:cNvSpPr/>
          <p:nvPr/>
        </p:nvSpPr>
        <p:spPr>
          <a:xfrm>
            <a:off x="384048" y="117043"/>
            <a:ext cx="685800" cy="237744"/>
          </a:xfrm>
          <a:prstGeom prst="rect">
            <a:avLst/>
          </a:prstGeom>
          <a:solidFill>
            <a:srgbClr val="EB6C01"/>
          </a:solidFill>
          <a:ln w="12700">
            <a:solidFill>
              <a:srgbClr val="EB6C01"/>
            </a:solidFill>
            <a:prstDash val="solid"/>
          </a:ln>
        </p:spPr>
        <p:txBody>
          <a:bodyPr/>
          <a:lstStyle/>
          <a:p>
            <a:endParaRPr lang="es-419" noProof="0" dirty="0"/>
          </a:p>
        </p:txBody>
      </p:sp>
      <p:sp>
        <p:nvSpPr>
          <p:cNvPr id="5" name="Text 3">
            <a:extLst>
              <a:ext uri="{FF2B5EF4-FFF2-40B4-BE49-F238E27FC236}">
                <a16:creationId xmlns:a16="http://schemas.microsoft.com/office/drawing/2014/main" id="{E9DA9B30-7D41-4C2D-385D-CCEE31EFBE46}"/>
              </a:ext>
            </a:extLst>
          </p:cNvPr>
          <p:cNvSpPr/>
          <p:nvPr/>
        </p:nvSpPr>
        <p:spPr>
          <a:xfrm>
            <a:off x="384048" y="117043"/>
            <a:ext cx="685800" cy="237744"/>
          </a:xfrm>
          <a:prstGeom prst="rect">
            <a:avLst/>
          </a:prstGeom>
          <a:noFill/>
          <a:ln/>
        </p:spPr>
        <p:txBody>
          <a:bodyPr wrap="square" lIns="0" tIns="0" rIns="0" bIns="0" rtlCol="0" anchor="ctr"/>
          <a:lstStyle/>
          <a:p>
            <a:pPr marL="0" indent="0" algn="ctr">
              <a:buNone/>
            </a:pPr>
            <a:r>
              <a:rPr lang="es-419" sz="650" b="1" kern="0" spc="150" noProof="0" dirty="0">
                <a:solidFill>
                  <a:srgbClr val="FFFFFF"/>
                </a:solidFill>
                <a:latin typeface="Montserrat" pitchFamily="34" charset="0"/>
                <a:ea typeface="Montserrat" pitchFamily="34" charset="-122"/>
                <a:cs typeface="Montserrat" pitchFamily="34" charset="-120"/>
              </a:rPr>
              <a:t>T. MÉXICO</a:t>
            </a:r>
            <a:endParaRPr lang="es-419" sz="650" noProof="0" dirty="0"/>
          </a:p>
        </p:txBody>
      </p:sp>
      <p:sp>
        <p:nvSpPr>
          <p:cNvPr id="6" name="Text 4">
            <a:extLst>
              <a:ext uri="{FF2B5EF4-FFF2-40B4-BE49-F238E27FC236}">
                <a16:creationId xmlns:a16="http://schemas.microsoft.com/office/drawing/2014/main" id="{6986715E-440F-8F24-5293-95061C2313CD}"/>
              </a:ext>
            </a:extLst>
          </p:cNvPr>
          <p:cNvSpPr/>
          <p:nvPr/>
        </p:nvSpPr>
        <p:spPr>
          <a:xfrm>
            <a:off x="1170432" y="91440"/>
            <a:ext cx="5029200" cy="402336"/>
          </a:xfrm>
          <a:prstGeom prst="rect">
            <a:avLst/>
          </a:prstGeom>
          <a:noFill/>
          <a:ln/>
        </p:spPr>
        <p:txBody>
          <a:bodyPr wrap="square" lIns="0" tIns="0" rIns="0" bIns="0" rtlCol="0" anchor="ctr"/>
          <a:lstStyle/>
          <a:p>
            <a:pPr marL="0" indent="0">
              <a:buNone/>
            </a:pPr>
            <a:r>
              <a:rPr lang="es-419" sz="2000" b="1" noProof="0" dirty="0">
                <a:solidFill>
                  <a:srgbClr val="FFFFFF"/>
                </a:solidFill>
                <a:latin typeface="Montserrat" pitchFamily="34" charset="0"/>
                <a:ea typeface="Montserrat" pitchFamily="34" charset="-122"/>
                <a:cs typeface="Montserrat" pitchFamily="34" charset="-120"/>
              </a:rPr>
              <a:t>MA ACAPULCO </a:t>
            </a:r>
            <a:endParaRPr lang="es-419" sz="2000" noProof="0" dirty="0"/>
          </a:p>
        </p:txBody>
      </p:sp>
      <p:sp>
        <p:nvSpPr>
          <p:cNvPr id="7" name="Text 5">
            <a:extLst>
              <a:ext uri="{FF2B5EF4-FFF2-40B4-BE49-F238E27FC236}">
                <a16:creationId xmlns:a16="http://schemas.microsoft.com/office/drawing/2014/main" id="{466E4FF0-EDE1-D696-3758-40863DE06681}"/>
              </a:ext>
            </a:extLst>
          </p:cNvPr>
          <p:cNvSpPr/>
          <p:nvPr/>
        </p:nvSpPr>
        <p:spPr>
          <a:xfrm>
            <a:off x="1170432" y="475488"/>
            <a:ext cx="3200400" cy="182880"/>
          </a:xfrm>
          <a:prstGeom prst="rect">
            <a:avLst/>
          </a:prstGeom>
          <a:noFill/>
          <a:ln/>
        </p:spPr>
        <p:txBody>
          <a:bodyPr wrap="square" lIns="0" tIns="0" rIns="0" bIns="0" rtlCol="0" anchor="ctr"/>
          <a:lstStyle/>
          <a:p>
            <a:pPr marL="0" indent="0">
              <a:buNone/>
            </a:pPr>
            <a:r>
              <a:rPr lang="es-419" sz="950" noProof="0" dirty="0">
                <a:solidFill>
                  <a:srgbClr val="8FAECB"/>
                </a:solidFill>
                <a:latin typeface="Montserrat" pitchFamily="34" charset="0"/>
              </a:rPr>
              <a:t>Guerrero </a:t>
            </a:r>
            <a:endParaRPr lang="es-419" sz="950" noProof="0" dirty="0"/>
          </a:p>
        </p:txBody>
      </p:sp>
      <p:sp>
        <p:nvSpPr>
          <p:cNvPr id="8" name="Text 6">
            <a:extLst>
              <a:ext uri="{FF2B5EF4-FFF2-40B4-BE49-F238E27FC236}">
                <a16:creationId xmlns:a16="http://schemas.microsoft.com/office/drawing/2014/main" id="{7DBF5D22-1408-1A6A-BDFF-7D6EE6CFDA05}"/>
              </a:ext>
            </a:extLst>
          </p:cNvPr>
          <p:cNvSpPr/>
          <p:nvPr/>
        </p:nvSpPr>
        <p:spPr>
          <a:xfrm>
            <a:off x="7132320" y="246888"/>
            <a:ext cx="1828800" cy="182880"/>
          </a:xfrm>
          <a:prstGeom prst="rect">
            <a:avLst/>
          </a:prstGeom>
          <a:noFill/>
          <a:ln/>
        </p:spPr>
        <p:txBody>
          <a:bodyPr wrap="square" lIns="0" tIns="0" rIns="0" bIns="0" rtlCol="0" anchor="ctr"/>
          <a:lstStyle/>
          <a:p>
            <a:pPr marL="0" indent="0" algn="r">
              <a:buNone/>
            </a:pPr>
            <a:r>
              <a:rPr lang="es-419" sz="700" b="1" kern="0" spc="150" noProof="0" dirty="0">
                <a:solidFill>
                  <a:srgbClr val="EB6C01"/>
                </a:solidFill>
                <a:latin typeface="Montserrat" pitchFamily="34" charset="0"/>
                <a:ea typeface="Montserrat" pitchFamily="34" charset="-122"/>
                <a:cs typeface="Montserrat" pitchFamily="34" charset="-120"/>
              </a:rPr>
              <a:t>SEMANA 18  ·  2025</a:t>
            </a:r>
            <a:endParaRPr lang="es-419" sz="700" noProof="0" dirty="0"/>
          </a:p>
        </p:txBody>
      </p:sp>
      <p:sp>
        <p:nvSpPr>
          <p:cNvPr id="9" name="Shape 7">
            <a:extLst>
              <a:ext uri="{FF2B5EF4-FFF2-40B4-BE49-F238E27FC236}">
                <a16:creationId xmlns:a16="http://schemas.microsoft.com/office/drawing/2014/main" id="{4952982E-0D38-2D78-3BFA-499862918C85}"/>
              </a:ext>
            </a:extLst>
          </p:cNvPr>
          <p:cNvSpPr/>
          <p:nvPr/>
        </p:nvSpPr>
        <p:spPr>
          <a:xfrm>
            <a:off x="0" y="705917"/>
            <a:ext cx="2779776" cy="4163263"/>
          </a:xfrm>
          <a:prstGeom prst="rect">
            <a:avLst/>
          </a:prstGeom>
          <a:solidFill>
            <a:srgbClr val="FFFFFF"/>
          </a:solidFill>
          <a:ln w="12700">
            <a:solidFill>
              <a:srgbClr val="D4E4F2"/>
            </a:solidFill>
            <a:prstDash val="solid"/>
          </a:ln>
        </p:spPr>
        <p:txBody>
          <a:bodyPr/>
          <a:lstStyle/>
          <a:p>
            <a:endParaRPr lang="es-419" noProof="0" dirty="0"/>
          </a:p>
        </p:txBody>
      </p:sp>
      <p:sp>
        <p:nvSpPr>
          <p:cNvPr id="10" name="Text 8">
            <a:extLst>
              <a:ext uri="{FF2B5EF4-FFF2-40B4-BE49-F238E27FC236}">
                <a16:creationId xmlns:a16="http://schemas.microsoft.com/office/drawing/2014/main" id="{17577CA9-1E38-13BB-6108-D1F2200A2117}"/>
              </a:ext>
            </a:extLst>
          </p:cNvPr>
          <p:cNvSpPr/>
          <p:nvPr/>
        </p:nvSpPr>
        <p:spPr>
          <a:xfrm>
            <a:off x="118872" y="768096"/>
            <a:ext cx="2468880" cy="146304"/>
          </a:xfrm>
          <a:prstGeom prst="rect">
            <a:avLst/>
          </a:prstGeom>
          <a:noFill/>
          <a:ln/>
        </p:spPr>
        <p:txBody>
          <a:bodyPr wrap="square" lIns="0" tIns="0" rIns="0" bIns="0" rtlCol="0" anchor="ctr"/>
          <a:lstStyle/>
          <a:p>
            <a:pPr marL="0" indent="0">
              <a:buNone/>
            </a:pPr>
            <a:r>
              <a:rPr lang="es-419" sz="650" b="1" kern="0" spc="250" noProof="0" dirty="0">
                <a:solidFill>
                  <a:srgbClr val="8FAECB"/>
                </a:solidFill>
                <a:latin typeface="Montserrat" pitchFamily="34" charset="0"/>
                <a:ea typeface="Montserrat" pitchFamily="34" charset="-122"/>
                <a:cs typeface="Montserrat" pitchFamily="34" charset="-120"/>
              </a:rPr>
              <a:t>UBICACIÓN EN MÉXICO</a:t>
            </a:r>
            <a:endParaRPr lang="es-419" sz="650" noProof="0" dirty="0"/>
          </a:p>
        </p:txBody>
      </p:sp>
      <p:sp>
        <p:nvSpPr>
          <p:cNvPr id="12" name="Text 9">
            <a:extLst>
              <a:ext uri="{FF2B5EF4-FFF2-40B4-BE49-F238E27FC236}">
                <a16:creationId xmlns:a16="http://schemas.microsoft.com/office/drawing/2014/main" id="{8FCFFCA3-44AB-620E-903E-F826D65A2079}"/>
              </a:ext>
            </a:extLst>
          </p:cNvPr>
          <p:cNvSpPr/>
          <p:nvPr/>
        </p:nvSpPr>
        <p:spPr>
          <a:xfrm>
            <a:off x="73152" y="2944368"/>
            <a:ext cx="2633472" cy="182880"/>
          </a:xfrm>
          <a:prstGeom prst="rect">
            <a:avLst/>
          </a:prstGeom>
          <a:noFill/>
          <a:ln/>
        </p:spPr>
        <p:txBody>
          <a:bodyPr wrap="square" lIns="0" tIns="0" rIns="0" bIns="0" rtlCol="0" anchor="ctr"/>
          <a:lstStyle/>
          <a:p>
            <a:pPr marL="0" indent="0" algn="ctr">
              <a:buNone/>
            </a:pPr>
            <a:r>
              <a:rPr lang="es-419" sz="750" b="1" kern="0" spc="200" noProof="0" dirty="0">
                <a:solidFill>
                  <a:srgbClr val="EB6C01"/>
                </a:solidFill>
                <a:latin typeface="Montserrat" pitchFamily="34" charset="0"/>
              </a:rPr>
              <a:t>ACAPULCO </a:t>
            </a:r>
            <a:endParaRPr lang="es-419" sz="750" noProof="0" dirty="0"/>
          </a:p>
        </p:txBody>
      </p:sp>
      <p:sp>
        <p:nvSpPr>
          <p:cNvPr id="13" name="Text 10">
            <a:extLst>
              <a:ext uri="{FF2B5EF4-FFF2-40B4-BE49-F238E27FC236}">
                <a16:creationId xmlns:a16="http://schemas.microsoft.com/office/drawing/2014/main" id="{EC34979E-42CB-06C8-396D-96AE0AE253F4}"/>
              </a:ext>
            </a:extLst>
          </p:cNvPr>
          <p:cNvSpPr/>
          <p:nvPr/>
        </p:nvSpPr>
        <p:spPr>
          <a:xfrm>
            <a:off x="2944368" y="859536"/>
            <a:ext cx="1353312" cy="164592"/>
          </a:xfrm>
          <a:prstGeom prst="rect">
            <a:avLst/>
          </a:prstGeom>
          <a:noFill/>
          <a:ln/>
        </p:spPr>
        <p:txBody>
          <a:bodyPr wrap="square" lIns="0" tIns="0" rIns="0" bIns="0" rtlCol="0" anchor="ctr"/>
          <a:lstStyle/>
          <a:p>
            <a:pPr marL="0" indent="0">
              <a:buNone/>
            </a:pPr>
            <a:r>
              <a:rPr lang="es-419" sz="650" b="1" kern="0" spc="250" noProof="0" dirty="0">
                <a:solidFill>
                  <a:srgbClr val="EB6C01"/>
                </a:solidFill>
                <a:latin typeface="Montserrat" pitchFamily="34" charset="0"/>
                <a:ea typeface="Montserrat" pitchFamily="34" charset="-122"/>
                <a:cs typeface="Montserrat" pitchFamily="34" charset="-120"/>
              </a:rPr>
              <a:t>PROYECTO ACTIVO</a:t>
            </a:r>
            <a:endParaRPr lang="es-419" sz="650" noProof="0" dirty="0"/>
          </a:p>
        </p:txBody>
      </p:sp>
      <p:sp>
        <p:nvSpPr>
          <p:cNvPr id="14" name="Shape 11">
            <a:extLst>
              <a:ext uri="{FF2B5EF4-FFF2-40B4-BE49-F238E27FC236}">
                <a16:creationId xmlns:a16="http://schemas.microsoft.com/office/drawing/2014/main" id="{B1644CEA-1D53-678E-443C-30DB48771C4B}"/>
              </a:ext>
            </a:extLst>
          </p:cNvPr>
          <p:cNvSpPr/>
          <p:nvPr/>
        </p:nvSpPr>
        <p:spPr>
          <a:xfrm>
            <a:off x="2944368" y="1024128"/>
            <a:ext cx="987552" cy="16459"/>
          </a:xfrm>
          <a:prstGeom prst="rect">
            <a:avLst/>
          </a:prstGeom>
          <a:solidFill>
            <a:srgbClr val="EB6C01"/>
          </a:solidFill>
          <a:ln w="12700">
            <a:solidFill>
              <a:srgbClr val="EB6C01"/>
            </a:solidFill>
            <a:prstDash val="solid"/>
          </a:ln>
        </p:spPr>
        <p:txBody>
          <a:bodyPr/>
          <a:lstStyle/>
          <a:p>
            <a:endParaRPr lang="es-419" noProof="0" dirty="0"/>
          </a:p>
        </p:txBody>
      </p:sp>
      <p:sp>
        <p:nvSpPr>
          <p:cNvPr id="15" name="Shape 12">
            <a:extLst>
              <a:ext uri="{FF2B5EF4-FFF2-40B4-BE49-F238E27FC236}">
                <a16:creationId xmlns:a16="http://schemas.microsoft.com/office/drawing/2014/main" id="{C35479DE-F09A-2024-F077-4203AC6998D1}"/>
              </a:ext>
            </a:extLst>
          </p:cNvPr>
          <p:cNvSpPr/>
          <p:nvPr/>
        </p:nvSpPr>
        <p:spPr>
          <a:xfrm>
            <a:off x="2944368" y="1115568"/>
            <a:ext cx="6035040" cy="603504"/>
          </a:xfrm>
          <a:prstGeom prst="rect">
            <a:avLst/>
          </a:prstGeom>
          <a:solidFill>
            <a:srgbClr val="E5EFF8"/>
          </a:solidFill>
          <a:ln w="12700">
            <a:solidFill>
              <a:srgbClr val="A8C0D8"/>
            </a:solidFill>
            <a:prstDash val="solid"/>
          </a:ln>
        </p:spPr>
        <p:txBody>
          <a:bodyPr/>
          <a:lstStyle/>
          <a:p>
            <a:endParaRPr lang="es-419" noProof="0" dirty="0"/>
          </a:p>
        </p:txBody>
      </p:sp>
      <p:sp>
        <p:nvSpPr>
          <p:cNvPr id="16" name="Text 13">
            <a:extLst>
              <a:ext uri="{FF2B5EF4-FFF2-40B4-BE49-F238E27FC236}">
                <a16:creationId xmlns:a16="http://schemas.microsoft.com/office/drawing/2014/main" id="{99C74645-B447-FF20-D801-59FD32538216}"/>
              </a:ext>
            </a:extLst>
          </p:cNvPr>
          <p:cNvSpPr/>
          <p:nvPr/>
        </p:nvSpPr>
        <p:spPr>
          <a:xfrm>
            <a:off x="3054096" y="1170432"/>
            <a:ext cx="5815584" cy="493776"/>
          </a:xfrm>
          <a:prstGeom prst="rect">
            <a:avLst/>
          </a:prstGeom>
          <a:noFill/>
          <a:ln/>
        </p:spPr>
        <p:txBody>
          <a:bodyPr wrap="square" lIns="0" tIns="0" rIns="0" bIns="0" rtlCol="0" anchor="ctr"/>
          <a:lstStyle/>
          <a:p>
            <a:pPr marL="0" indent="0">
              <a:buNone/>
            </a:pPr>
            <a:r>
              <a:rPr lang="es-419" sz="1500" b="1" noProof="0" dirty="0">
                <a:solidFill>
                  <a:srgbClr val="9BB5CC"/>
                </a:solidFill>
                <a:latin typeface="Montserrat" pitchFamily="34" charset="0"/>
                <a:ea typeface="Montserrat" pitchFamily="34" charset="-122"/>
                <a:cs typeface="Montserrat" pitchFamily="34" charset="-120"/>
              </a:rPr>
              <a:t>[Nombre del Proyecto / Actividad]</a:t>
            </a:r>
            <a:endParaRPr lang="es-419" sz="1500" noProof="0" dirty="0"/>
          </a:p>
        </p:txBody>
      </p:sp>
      <p:sp>
        <p:nvSpPr>
          <p:cNvPr id="17" name="Shape 14">
            <a:extLst>
              <a:ext uri="{FF2B5EF4-FFF2-40B4-BE49-F238E27FC236}">
                <a16:creationId xmlns:a16="http://schemas.microsoft.com/office/drawing/2014/main" id="{6BE90811-8242-9491-F211-C8E83CFACEEB}"/>
              </a:ext>
            </a:extLst>
          </p:cNvPr>
          <p:cNvSpPr/>
          <p:nvPr/>
        </p:nvSpPr>
        <p:spPr>
          <a:xfrm>
            <a:off x="2944368" y="1837944"/>
            <a:ext cx="91440" cy="91440"/>
          </a:xfrm>
          <a:prstGeom prst="ellipse">
            <a:avLst/>
          </a:prstGeom>
          <a:solidFill>
            <a:srgbClr val="A8C0D8"/>
          </a:solidFill>
          <a:ln w="12700">
            <a:solidFill>
              <a:srgbClr val="A8C0D8"/>
            </a:solidFill>
            <a:prstDash val="solid"/>
          </a:ln>
        </p:spPr>
        <p:txBody>
          <a:bodyPr/>
          <a:lstStyle/>
          <a:p>
            <a:endParaRPr lang="es-419" noProof="0" dirty="0"/>
          </a:p>
        </p:txBody>
      </p:sp>
      <p:sp>
        <p:nvSpPr>
          <p:cNvPr id="18" name="Text 15">
            <a:extLst>
              <a:ext uri="{FF2B5EF4-FFF2-40B4-BE49-F238E27FC236}">
                <a16:creationId xmlns:a16="http://schemas.microsoft.com/office/drawing/2014/main" id="{BA7ADD79-A076-C63B-755C-867EC58BB59E}"/>
              </a:ext>
            </a:extLst>
          </p:cNvPr>
          <p:cNvSpPr/>
          <p:nvPr/>
        </p:nvSpPr>
        <p:spPr>
          <a:xfrm>
            <a:off x="3099816" y="1819656"/>
            <a:ext cx="2743200" cy="137160"/>
          </a:xfrm>
          <a:prstGeom prst="rect">
            <a:avLst/>
          </a:prstGeom>
          <a:noFill/>
          <a:ln/>
        </p:spPr>
        <p:txBody>
          <a:bodyPr wrap="square" lIns="0" tIns="0" rIns="0" bIns="0" rtlCol="0" anchor="ctr"/>
          <a:lstStyle/>
          <a:p>
            <a:pPr marL="0" indent="0">
              <a:buNone/>
            </a:pPr>
            <a:r>
              <a:rPr lang="es-419" sz="850" b="1" kern="0" spc="100" noProof="0" dirty="0">
                <a:solidFill>
                  <a:srgbClr val="A8C0D8"/>
                </a:solidFill>
                <a:latin typeface="Montserrat" pitchFamily="34" charset="0"/>
                <a:ea typeface="Montserrat" pitchFamily="34" charset="-122"/>
                <a:cs typeface="Montserrat" pitchFamily="34" charset="-120"/>
              </a:rPr>
              <a:t>[ESTADO DEL PROYECTO]</a:t>
            </a:r>
            <a:endParaRPr lang="es-419" sz="850" noProof="0" dirty="0"/>
          </a:p>
        </p:txBody>
      </p:sp>
      <p:sp>
        <p:nvSpPr>
          <p:cNvPr id="19" name="Shape 16">
            <a:extLst>
              <a:ext uri="{FF2B5EF4-FFF2-40B4-BE49-F238E27FC236}">
                <a16:creationId xmlns:a16="http://schemas.microsoft.com/office/drawing/2014/main" id="{E18A8507-E7A7-C03A-D8A6-6AAA512B707D}"/>
              </a:ext>
            </a:extLst>
          </p:cNvPr>
          <p:cNvSpPr/>
          <p:nvPr/>
        </p:nvSpPr>
        <p:spPr>
          <a:xfrm>
            <a:off x="2944368" y="2057400"/>
            <a:ext cx="25603" cy="658368"/>
          </a:xfrm>
          <a:prstGeom prst="rect">
            <a:avLst/>
          </a:prstGeom>
          <a:solidFill>
            <a:srgbClr val="A8C0D8"/>
          </a:solidFill>
          <a:ln w="12700">
            <a:solidFill>
              <a:srgbClr val="A8C0D8"/>
            </a:solidFill>
            <a:prstDash val="solid"/>
          </a:ln>
        </p:spPr>
        <p:txBody>
          <a:bodyPr/>
          <a:lstStyle/>
          <a:p>
            <a:endParaRPr lang="es-419" noProof="0" dirty="0"/>
          </a:p>
        </p:txBody>
      </p:sp>
      <p:sp>
        <p:nvSpPr>
          <p:cNvPr id="20" name="Text 17">
            <a:extLst>
              <a:ext uri="{FF2B5EF4-FFF2-40B4-BE49-F238E27FC236}">
                <a16:creationId xmlns:a16="http://schemas.microsoft.com/office/drawing/2014/main" id="{B4D0B640-4253-2616-E619-98F4CA512DFE}"/>
              </a:ext>
            </a:extLst>
          </p:cNvPr>
          <p:cNvSpPr/>
          <p:nvPr/>
        </p:nvSpPr>
        <p:spPr>
          <a:xfrm>
            <a:off x="3035808" y="2057400"/>
            <a:ext cx="5925312" cy="658368"/>
          </a:xfrm>
          <a:prstGeom prst="rect">
            <a:avLst/>
          </a:prstGeom>
          <a:noFill/>
          <a:ln/>
        </p:spPr>
        <p:txBody>
          <a:bodyPr wrap="square" rtlCol="0" anchor="ctr"/>
          <a:lstStyle/>
          <a:p>
            <a:pPr marL="0" indent="0">
              <a:buNone/>
            </a:pPr>
            <a:r>
              <a:rPr lang="es-419" sz="950" i="1" noProof="0" dirty="0">
                <a:solidFill>
                  <a:srgbClr val="A8BDD0"/>
                </a:solidFill>
                <a:latin typeface="Montserrat" pitchFamily="34" charset="0"/>
                <a:ea typeface="Montserrat" pitchFamily="34" charset="-122"/>
                <a:cs typeface="Montserrat" pitchFamily="34" charset="-120"/>
              </a:rPr>
              <a:t>Describa aquí el avance semanal, actividades realizadas,</a:t>
            </a:r>
            <a:endParaRPr lang="es-419" sz="950" noProof="0" dirty="0"/>
          </a:p>
          <a:p>
            <a:pPr marL="0" indent="0">
              <a:buNone/>
            </a:pPr>
            <a:r>
              <a:rPr lang="es-419" sz="950" i="1" noProof="0" dirty="0">
                <a:solidFill>
                  <a:srgbClr val="A8BDD0"/>
                </a:solidFill>
                <a:latin typeface="Montserrat" pitchFamily="34" charset="0"/>
                <a:ea typeface="Montserrat" pitchFamily="34" charset="-122"/>
                <a:cs typeface="Montserrat" pitchFamily="34" charset="-120"/>
              </a:rPr>
              <a:t>pagos, documentación o incidencias del proyecto.</a:t>
            </a:r>
            <a:endParaRPr lang="es-419" sz="950" noProof="0" dirty="0"/>
          </a:p>
        </p:txBody>
      </p:sp>
      <p:sp>
        <p:nvSpPr>
          <p:cNvPr id="21" name="Text 18">
            <a:extLst>
              <a:ext uri="{FF2B5EF4-FFF2-40B4-BE49-F238E27FC236}">
                <a16:creationId xmlns:a16="http://schemas.microsoft.com/office/drawing/2014/main" id="{903A9C88-A605-A6A6-7003-DCE73C0349F0}"/>
              </a:ext>
            </a:extLst>
          </p:cNvPr>
          <p:cNvSpPr/>
          <p:nvPr/>
        </p:nvSpPr>
        <p:spPr>
          <a:xfrm>
            <a:off x="2944368" y="2834640"/>
            <a:ext cx="1828800" cy="164592"/>
          </a:xfrm>
          <a:prstGeom prst="rect">
            <a:avLst/>
          </a:prstGeom>
          <a:noFill/>
          <a:ln/>
        </p:spPr>
        <p:txBody>
          <a:bodyPr wrap="square" lIns="0" tIns="0" rIns="0" bIns="0" rtlCol="0" anchor="ctr"/>
          <a:lstStyle/>
          <a:p>
            <a:pPr marL="0" indent="0">
              <a:buNone/>
            </a:pPr>
            <a:r>
              <a:rPr lang="es-419" sz="650" b="1" kern="0" spc="250" noProof="0" dirty="0">
                <a:solidFill>
                  <a:srgbClr val="EB6C01"/>
                </a:solidFill>
                <a:latin typeface="Montserrat" pitchFamily="34" charset="0"/>
                <a:ea typeface="Montserrat" pitchFamily="34" charset="-122"/>
                <a:cs typeface="Montserrat" pitchFamily="34" charset="-120"/>
              </a:rPr>
              <a:t>FOTOGRAFÍAS DE AVANCE</a:t>
            </a:r>
            <a:endParaRPr lang="es-419" sz="650" noProof="0" dirty="0"/>
          </a:p>
        </p:txBody>
      </p:sp>
      <p:sp>
        <p:nvSpPr>
          <p:cNvPr id="22" name="Shape 19">
            <a:extLst>
              <a:ext uri="{FF2B5EF4-FFF2-40B4-BE49-F238E27FC236}">
                <a16:creationId xmlns:a16="http://schemas.microsoft.com/office/drawing/2014/main" id="{EEC3C1EC-6F5F-0BCD-5EB7-08610F8AADF0}"/>
              </a:ext>
            </a:extLst>
          </p:cNvPr>
          <p:cNvSpPr/>
          <p:nvPr/>
        </p:nvSpPr>
        <p:spPr>
          <a:xfrm>
            <a:off x="2944368" y="3008376"/>
            <a:ext cx="1481328" cy="16459"/>
          </a:xfrm>
          <a:prstGeom prst="rect">
            <a:avLst/>
          </a:prstGeom>
          <a:solidFill>
            <a:srgbClr val="EB6C01"/>
          </a:solidFill>
          <a:ln w="12700">
            <a:solidFill>
              <a:srgbClr val="EB6C01"/>
            </a:solidFill>
            <a:prstDash val="solid"/>
          </a:ln>
        </p:spPr>
        <p:txBody>
          <a:bodyPr/>
          <a:lstStyle/>
          <a:p>
            <a:endParaRPr lang="es-419" noProof="0" dirty="0"/>
          </a:p>
        </p:txBody>
      </p:sp>
      <p:sp>
        <p:nvSpPr>
          <p:cNvPr id="23" name="Shape 20">
            <a:extLst>
              <a:ext uri="{FF2B5EF4-FFF2-40B4-BE49-F238E27FC236}">
                <a16:creationId xmlns:a16="http://schemas.microsoft.com/office/drawing/2014/main" id="{43BE20F0-48B2-17C3-8D40-B38A96044B12}"/>
              </a:ext>
            </a:extLst>
          </p:cNvPr>
          <p:cNvSpPr/>
          <p:nvPr/>
        </p:nvSpPr>
        <p:spPr>
          <a:xfrm>
            <a:off x="2944368"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24" name="Image 1" descr="preencoded.png">
            <a:extLst>
              <a:ext uri="{FF2B5EF4-FFF2-40B4-BE49-F238E27FC236}">
                <a16:creationId xmlns:a16="http://schemas.microsoft.com/office/drawing/2014/main" id="{4E2F839C-79E7-276B-6704-2D1494719D5A}"/>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797808" y="3593592"/>
            <a:ext cx="256032" cy="256032"/>
          </a:xfrm>
          <a:prstGeom prst="rect">
            <a:avLst/>
          </a:prstGeom>
        </p:spPr>
      </p:pic>
      <p:sp>
        <p:nvSpPr>
          <p:cNvPr id="25" name="Text 21">
            <a:extLst>
              <a:ext uri="{FF2B5EF4-FFF2-40B4-BE49-F238E27FC236}">
                <a16:creationId xmlns:a16="http://schemas.microsoft.com/office/drawing/2014/main" id="{49C2AD29-9274-F7B4-6A8B-3A68068251F4}"/>
              </a:ext>
            </a:extLst>
          </p:cNvPr>
          <p:cNvSpPr/>
          <p:nvPr/>
        </p:nvSpPr>
        <p:spPr>
          <a:xfrm>
            <a:off x="2944368"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26" name="Shape 22">
            <a:extLst>
              <a:ext uri="{FF2B5EF4-FFF2-40B4-BE49-F238E27FC236}">
                <a16:creationId xmlns:a16="http://schemas.microsoft.com/office/drawing/2014/main" id="{BD150AB1-9D72-B040-8F35-2A9AA3D6BFAD}"/>
              </a:ext>
            </a:extLst>
          </p:cNvPr>
          <p:cNvSpPr/>
          <p:nvPr/>
        </p:nvSpPr>
        <p:spPr>
          <a:xfrm>
            <a:off x="4980432"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27" name="Image 2" descr="preencoded.png">
            <a:extLst>
              <a:ext uri="{FF2B5EF4-FFF2-40B4-BE49-F238E27FC236}">
                <a16:creationId xmlns:a16="http://schemas.microsoft.com/office/drawing/2014/main" id="{F6CE4866-4A88-9954-2A8D-04CBF85E2D3A}"/>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833872" y="3593592"/>
            <a:ext cx="256032" cy="256032"/>
          </a:xfrm>
          <a:prstGeom prst="rect">
            <a:avLst/>
          </a:prstGeom>
        </p:spPr>
      </p:pic>
      <p:sp>
        <p:nvSpPr>
          <p:cNvPr id="28" name="Text 23">
            <a:extLst>
              <a:ext uri="{FF2B5EF4-FFF2-40B4-BE49-F238E27FC236}">
                <a16:creationId xmlns:a16="http://schemas.microsoft.com/office/drawing/2014/main" id="{E360E88D-629B-E9D2-826B-7E7EA29FEAB9}"/>
              </a:ext>
            </a:extLst>
          </p:cNvPr>
          <p:cNvSpPr/>
          <p:nvPr/>
        </p:nvSpPr>
        <p:spPr>
          <a:xfrm>
            <a:off x="4980432"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29" name="Shape 24">
            <a:extLst>
              <a:ext uri="{FF2B5EF4-FFF2-40B4-BE49-F238E27FC236}">
                <a16:creationId xmlns:a16="http://schemas.microsoft.com/office/drawing/2014/main" id="{DEE6A8D5-F387-3BBA-075E-E6E577E285F3}"/>
              </a:ext>
            </a:extLst>
          </p:cNvPr>
          <p:cNvSpPr/>
          <p:nvPr/>
        </p:nvSpPr>
        <p:spPr>
          <a:xfrm>
            <a:off x="7016496"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30" name="Image 3" descr="preencoded.png">
            <a:extLst>
              <a:ext uri="{FF2B5EF4-FFF2-40B4-BE49-F238E27FC236}">
                <a16:creationId xmlns:a16="http://schemas.microsoft.com/office/drawing/2014/main" id="{AD2A86C6-A846-7021-2045-98DE6E833A30}"/>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7869936" y="3593592"/>
            <a:ext cx="256032" cy="256032"/>
          </a:xfrm>
          <a:prstGeom prst="rect">
            <a:avLst/>
          </a:prstGeom>
        </p:spPr>
      </p:pic>
      <p:sp>
        <p:nvSpPr>
          <p:cNvPr id="31" name="Text 25">
            <a:extLst>
              <a:ext uri="{FF2B5EF4-FFF2-40B4-BE49-F238E27FC236}">
                <a16:creationId xmlns:a16="http://schemas.microsoft.com/office/drawing/2014/main" id="{97138210-EB16-6499-108E-DB29B2A1BB72}"/>
              </a:ext>
            </a:extLst>
          </p:cNvPr>
          <p:cNvSpPr/>
          <p:nvPr/>
        </p:nvSpPr>
        <p:spPr>
          <a:xfrm>
            <a:off x="7016496"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32" name="Shape 26">
            <a:extLst>
              <a:ext uri="{FF2B5EF4-FFF2-40B4-BE49-F238E27FC236}">
                <a16:creationId xmlns:a16="http://schemas.microsoft.com/office/drawing/2014/main" id="{AC76D733-9737-5EBF-3B0E-961B74BC679D}"/>
              </a:ext>
            </a:extLst>
          </p:cNvPr>
          <p:cNvSpPr/>
          <p:nvPr/>
        </p:nvSpPr>
        <p:spPr>
          <a:xfrm>
            <a:off x="0" y="4873752"/>
            <a:ext cx="9144000" cy="269748"/>
          </a:xfrm>
          <a:prstGeom prst="rect">
            <a:avLst/>
          </a:prstGeom>
          <a:solidFill>
            <a:srgbClr val="1A3464"/>
          </a:solidFill>
          <a:ln w="12700">
            <a:solidFill>
              <a:srgbClr val="1A3464"/>
            </a:solidFill>
            <a:prstDash val="solid"/>
          </a:ln>
        </p:spPr>
        <p:txBody>
          <a:bodyPr/>
          <a:lstStyle/>
          <a:p>
            <a:endParaRPr lang="es-419" noProof="0" dirty="0"/>
          </a:p>
        </p:txBody>
      </p:sp>
      <p:sp>
        <p:nvSpPr>
          <p:cNvPr id="33" name="Text 27">
            <a:extLst>
              <a:ext uri="{FF2B5EF4-FFF2-40B4-BE49-F238E27FC236}">
                <a16:creationId xmlns:a16="http://schemas.microsoft.com/office/drawing/2014/main" id="{C0442C6C-8D78-5590-A0A9-FCF5A659D376}"/>
              </a:ext>
            </a:extLst>
          </p:cNvPr>
          <p:cNvSpPr/>
          <p:nvPr/>
        </p:nvSpPr>
        <p:spPr>
          <a:xfrm>
            <a:off x="384048" y="4901184"/>
            <a:ext cx="5029200" cy="182880"/>
          </a:xfrm>
          <a:prstGeom prst="rect">
            <a:avLst/>
          </a:prstGeom>
          <a:noFill/>
          <a:ln/>
        </p:spPr>
        <p:txBody>
          <a:bodyPr wrap="square" lIns="0" tIns="0" rIns="0" bIns="0" rtlCol="0" anchor="ctr"/>
          <a:lstStyle/>
          <a:p>
            <a:pPr marL="0" indent="0">
              <a:buNone/>
            </a:pPr>
            <a:r>
              <a:rPr lang="es-419" sz="700" kern="0" spc="150" noProof="0" dirty="0">
                <a:solidFill>
                  <a:srgbClr val="8FAECB"/>
                </a:solidFill>
                <a:latin typeface="Montserrat" pitchFamily="34" charset="0"/>
                <a:ea typeface="Montserrat" pitchFamily="34" charset="-122"/>
                <a:cs typeface="Montserrat" pitchFamily="34" charset="-120"/>
              </a:rPr>
              <a:t>COORDINACIÓN DE OBRAS Y MANTENIMIENTO RCMA</a:t>
            </a:r>
            <a:endParaRPr lang="es-419" sz="700" noProof="0" dirty="0"/>
          </a:p>
        </p:txBody>
      </p:sp>
      <p:sp>
        <p:nvSpPr>
          <p:cNvPr id="34" name="Shape 28">
            <a:extLst>
              <a:ext uri="{FF2B5EF4-FFF2-40B4-BE49-F238E27FC236}">
                <a16:creationId xmlns:a16="http://schemas.microsoft.com/office/drawing/2014/main" id="{4F300E85-D262-00D7-1DE5-5D892D726954}"/>
              </a:ext>
            </a:extLst>
          </p:cNvPr>
          <p:cNvSpPr/>
          <p:nvPr/>
        </p:nvSpPr>
        <p:spPr>
          <a:xfrm>
            <a:off x="5559552" y="4974336"/>
            <a:ext cx="5486" cy="100584"/>
          </a:xfrm>
          <a:prstGeom prst="rect">
            <a:avLst/>
          </a:prstGeom>
          <a:solidFill>
            <a:srgbClr val="8FAECB"/>
          </a:solidFill>
          <a:ln w="12700">
            <a:solidFill>
              <a:srgbClr val="8FAECB"/>
            </a:solidFill>
            <a:prstDash val="solid"/>
          </a:ln>
        </p:spPr>
        <p:txBody>
          <a:bodyPr/>
          <a:lstStyle/>
          <a:p>
            <a:endParaRPr lang="es-419" noProof="0" dirty="0"/>
          </a:p>
        </p:txBody>
      </p:sp>
      <p:sp>
        <p:nvSpPr>
          <p:cNvPr id="35" name="Text 29">
            <a:extLst>
              <a:ext uri="{FF2B5EF4-FFF2-40B4-BE49-F238E27FC236}">
                <a16:creationId xmlns:a16="http://schemas.microsoft.com/office/drawing/2014/main" id="{A1D66FAD-6F12-2875-21CE-3B96DDC5911D}"/>
              </a:ext>
            </a:extLst>
          </p:cNvPr>
          <p:cNvSpPr/>
          <p:nvPr/>
        </p:nvSpPr>
        <p:spPr>
          <a:xfrm>
            <a:off x="5650992" y="4901184"/>
            <a:ext cx="2286000" cy="182880"/>
          </a:xfrm>
          <a:prstGeom prst="rect">
            <a:avLst/>
          </a:prstGeom>
          <a:noFill/>
          <a:ln/>
        </p:spPr>
        <p:txBody>
          <a:bodyPr wrap="square" lIns="0" tIns="0" rIns="0" bIns="0" rtlCol="0" anchor="ctr"/>
          <a:lstStyle/>
          <a:p>
            <a:pPr marL="0" indent="0">
              <a:buNone/>
            </a:pPr>
            <a:r>
              <a:rPr lang="es-419" sz="700" kern="0" spc="150" noProof="0" dirty="0">
                <a:solidFill>
                  <a:srgbClr val="8FAECB"/>
                </a:solidFill>
                <a:latin typeface="Montserrat" pitchFamily="34" charset="0"/>
                <a:ea typeface="Montserrat" pitchFamily="34" charset="-122"/>
                <a:cs typeface="Montserrat" pitchFamily="34" charset="-120"/>
              </a:rPr>
              <a:t>Mano Amiga</a:t>
            </a:r>
            <a:endParaRPr lang="es-419" sz="700" noProof="0" dirty="0"/>
          </a:p>
        </p:txBody>
      </p:sp>
      <p:sp>
        <p:nvSpPr>
          <p:cNvPr id="43" name="Forma libre: forma 42">
            <a:extLst>
              <a:ext uri="{FF2B5EF4-FFF2-40B4-BE49-F238E27FC236}">
                <a16:creationId xmlns:a16="http://schemas.microsoft.com/office/drawing/2014/main" id="{9F327352-154E-84A7-9C54-013FA6741FEB}"/>
              </a:ext>
            </a:extLst>
          </p:cNvPr>
          <p:cNvSpPr/>
          <p:nvPr/>
        </p:nvSpPr>
        <p:spPr>
          <a:xfrm>
            <a:off x="1596105" y="2222074"/>
            <a:ext cx="193086" cy="261624"/>
          </a:xfrm>
          <a:custGeom>
            <a:avLst/>
            <a:gdLst>
              <a:gd name="csX0" fmla="*/ 47363 w 193086"/>
              <a:gd name="csY0" fmla="*/ 258865 h 261624"/>
              <a:gd name="csX1" fmla="*/ 34066 w 193086"/>
              <a:gd name="csY1" fmla="*/ 253627 h 261624"/>
              <a:gd name="csX2" fmla="*/ 25677 w 193086"/>
              <a:gd name="csY2" fmla="*/ 249703 h 261624"/>
              <a:gd name="csX3" fmla="*/ 12838 w 193086"/>
              <a:gd name="csY3" fmla="*/ 237813 h 261624"/>
              <a:gd name="csX4" fmla="*/ 0 w 193086"/>
              <a:gd name="csY4" fmla="*/ 228023 h 261624"/>
              <a:gd name="csX5" fmla="*/ 10590 w 193086"/>
              <a:gd name="csY5" fmla="*/ 222007 h 261624"/>
              <a:gd name="csX6" fmla="*/ 24311 w 193086"/>
              <a:gd name="csY6" fmla="*/ 218591 h 261624"/>
              <a:gd name="csX7" fmla="*/ 30840 w 193086"/>
              <a:gd name="csY7" fmla="*/ 210994 h 261624"/>
              <a:gd name="csX8" fmla="*/ 34002 w 193086"/>
              <a:gd name="csY8" fmla="*/ 201034 h 261624"/>
              <a:gd name="csX9" fmla="*/ 34055 w 193086"/>
              <a:gd name="csY9" fmla="*/ 192894 h 261624"/>
              <a:gd name="csX10" fmla="*/ 33474 w 193086"/>
              <a:gd name="csY10" fmla="*/ 186352 h 261624"/>
              <a:gd name="csX11" fmla="*/ 36002 w 193086"/>
              <a:gd name="csY11" fmla="*/ 155255 h 261624"/>
              <a:gd name="csX12" fmla="*/ 40814 w 193086"/>
              <a:gd name="csY12" fmla="*/ 125721 h 261624"/>
              <a:gd name="csX13" fmla="*/ 52906 w 193086"/>
              <a:gd name="csY13" fmla="*/ 136226 h 261624"/>
              <a:gd name="csX14" fmla="*/ 67584 w 193086"/>
              <a:gd name="csY14" fmla="*/ 150557 h 261624"/>
              <a:gd name="csX15" fmla="*/ 85050 w 193086"/>
              <a:gd name="csY15" fmla="*/ 148575 h 261624"/>
              <a:gd name="csX16" fmla="*/ 92615 w 193086"/>
              <a:gd name="csY16" fmla="*/ 147623 h 261624"/>
              <a:gd name="csX17" fmla="*/ 103162 w 193086"/>
              <a:gd name="csY17" fmla="*/ 143713 h 261624"/>
              <a:gd name="csX18" fmla="*/ 110991 w 193086"/>
              <a:gd name="csY18" fmla="*/ 139409 h 261624"/>
              <a:gd name="csX19" fmla="*/ 118857 w 193086"/>
              <a:gd name="csY19" fmla="*/ 137039 h 261624"/>
              <a:gd name="csX20" fmla="*/ 114946 w 193086"/>
              <a:gd name="csY20" fmla="*/ 126979 h 261624"/>
              <a:gd name="csX21" fmla="*/ 104278 w 193086"/>
              <a:gd name="csY21" fmla="*/ 120558 h 261624"/>
              <a:gd name="csX22" fmla="*/ 100539 w 193086"/>
              <a:gd name="csY22" fmla="*/ 116814 h 261624"/>
              <a:gd name="csX23" fmla="*/ 87769 w 193086"/>
              <a:gd name="csY23" fmla="*/ 107211 h 261624"/>
              <a:gd name="csX24" fmla="*/ 75649 w 193086"/>
              <a:gd name="csY24" fmla="*/ 82459 h 261624"/>
              <a:gd name="csX25" fmla="*/ 81162 w 193086"/>
              <a:gd name="csY25" fmla="*/ 66581 h 261624"/>
              <a:gd name="csX26" fmla="*/ 76956 w 193086"/>
              <a:gd name="csY26" fmla="*/ 53086 h 261624"/>
              <a:gd name="csX27" fmla="*/ 74281 w 193086"/>
              <a:gd name="csY27" fmla="*/ 48335 h 261624"/>
              <a:gd name="csX28" fmla="*/ 98388 w 193086"/>
              <a:gd name="csY28" fmla="*/ 21931 h 261624"/>
              <a:gd name="csX29" fmla="*/ 99033 w 193086"/>
              <a:gd name="csY29" fmla="*/ 12782 h 261624"/>
              <a:gd name="csX30" fmla="*/ 112340 w 193086"/>
              <a:gd name="csY30" fmla="*/ 234 h 261624"/>
              <a:gd name="csX31" fmla="*/ 115367 w 193086"/>
              <a:gd name="csY31" fmla="*/ 7384 h 261624"/>
              <a:gd name="csX32" fmla="*/ 123019 w 193086"/>
              <a:gd name="csY32" fmla="*/ 18442 h 261624"/>
              <a:gd name="csX33" fmla="*/ 122268 w 193086"/>
              <a:gd name="csY33" fmla="*/ 30221 h 261624"/>
              <a:gd name="csX34" fmla="*/ 113949 w 193086"/>
              <a:gd name="csY34" fmla="*/ 45287 h 261624"/>
              <a:gd name="csX35" fmla="*/ 120402 w 193086"/>
              <a:gd name="csY35" fmla="*/ 65276 h 261624"/>
              <a:gd name="csX36" fmla="*/ 138506 w 193086"/>
              <a:gd name="csY36" fmla="*/ 64867 h 261624"/>
              <a:gd name="csX37" fmla="*/ 143345 w 193086"/>
              <a:gd name="csY37" fmla="*/ 58224 h 261624"/>
              <a:gd name="csX38" fmla="*/ 152274 w 193086"/>
              <a:gd name="csY38" fmla="*/ 62931 h 261624"/>
              <a:gd name="csX39" fmla="*/ 162130 w 193086"/>
              <a:gd name="csY39" fmla="*/ 68135 h 261624"/>
              <a:gd name="csX40" fmla="*/ 158059 w 193086"/>
              <a:gd name="csY40" fmla="*/ 75879 h 261624"/>
              <a:gd name="csX41" fmla="*/ 142387 w 193086"/>
              <a:gd name="csY41" fmla="*/ 123139 h 261624"/>
              <a:gd name="csX42" fmla="*/ 161574 w 193086"/>
              <a:gd name="csY42" fmla="*/ 140138 h 261624"/>
              <a:gd name="csX43" fmla="*/ 162505 w 193086"/>
              <a:gd name="csY43" fmla="*/ 150542 h 261624"/>
              <a:gd name="csX44" fmla="*/ 151065 w 193086"/>
              <a:gd name="csY44" fmla="*/ 162165 h 261624"/>
              <a:gd name="csX45" fmla="*/ 147000 w 193086"/>
              <a:gd name="csY45" fmla="*/ 176069 h 261624"/>
              <a:gd name="csX46" fmla="*/ 151074 w 193086"/>
              <a:gd name="csY46" fmla="*/ 198795 h 261624"/>
              <a:gd name="csX47" fmla="*/ 161382 w 193086"/>
              <a:gd name="csY47" fmla="*/ 209212 h 261624"/>
              <a:gd name="csX48" fmla="*/ 180801 w 193086"/>
              <a:gd name="csY48" fmla="*/ 215310 h 261624"/>
              <a:gd name="csX49" fmla="*/ 191062 w 193086"/>
              <a:gd name="csY49" fmla="*/ 220266 h 261624"/>
              <a:gd name="csX50" fmla="*/ 186266 w 193086"/>
              <a:gd name="csY50" fmla="*/ 234411 h 261624"/>
              <a:gd name="csX51" fmla="*/ 146648 w 193086"/>
              <a:gd name="csY51" fmla="*/ 241973 h 261624"/>
              <a:gd name="csX52" fmla="*/ 130308 w 193086"/>
              <a:gd name="csY52" fmla="*/ 244333 h 261624"/>
              <a:gd name="csX53" fmla="*/ 120069 w 193086"/>
              <a:gd name="csY53" fmla="*/ 230760 h 261624"/>
              <a:gd name="csX54" fmla="*/ 99204 w 193086"/>
              <a:gd name="csY54" fmla="*/ 236809 h 261624"/>
              <a:gd name="csX55" fmla="*/ 99051 w 193086"/>
              <a:gd name="csY55" fmla="*/ 250983 h 261624"/>
              <a:gd name="csX56" fmla="*/ 92202 w 193086"/>
              <a:gd name="csY56" fmla="*/ 257021 h 261624"/>
              <a:gd name="csX57" fmla="*/ 61602 w 193086"/>
              <a:gd name="csY57" fmla="*/ 257374 h 261624"/>
              <a:gd name="csX58" fmla="*/ 47363 w 193086"/>
              <a:gd name="csY58" fmla="*/ 258865 h 2616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Lst>
            <a:rect l="l" t="t" r="r" b="b"/>
            <a:pathLst>
              <a:path w="193086" h="261624">
                <a:moveTo>
                  <a:pt x="47363" y="258865"/>
                </a:moveTo>
                <a:cubicBezTo>
                  <a:pt x="44664" y="256988"/>
                  <a:pt x="38681" y="254631"/>
                  <a:pt x="34066" y="253627"/>
                </a:cubicBezTo>
                <a:cubicBezTo>
                  <a:pt x="29452" y="252623"/>
                  <a:pt x="25677" y="250857"/>
                  <a:pt x="25677" y="249703"/>
                </a:cubicBezTo>
                <a:cubicBezTo>
                  <a:pt x="25677" y="248548"/>
                  <a:pt x="19899" y="243198"/>
                  <a:pt x="12838" y="237813"/>
                </a:cubicBezTo>
                <a:lnTo>
                  <a:pt x="0" y="228023"/>
                </a:lnTo>
                <a:lnTo>
                  <a:pt x="10590" y="222007"/>
                </a:lnTo>
                <a:cubicBezTo>
                  <a:pt x="17972" y="217814"/>
                  <a:pt x="22129" y="216779"/>
                  <a:pt x="24311" y="218591"/>
                </a:cubicBezTo>
                <a:cubicBezTo>
                  <a:pt x="28477" y="222048"/>
                  <a:pt x="30840" y="219299"/>
                  <a:pt x="30840" y="210994"/>
                </a:cubicBezTo>
                <a:cubicBezTo>
                  <a:pt x="30840" y="207256"/>
                  <a:pt x="32263" y="202774"/>
                  <a:pt x="34002" y="201034"/>
                </a:cubicBezTo>
                <a:cubicBezTo>
                  <a:pt x="36474" y="198562"/>
                  <a:pt x="36486" y="196787"/>
                  <a:pt x="34055" y="192894"/>
                </a:cubicBezTo>
                <a:cubicBezTo>
                  <a:pt x="32093" y="189753"/>
                  <a:pt x="31879" y="187338"/>
                  <a:pt x="33474" y="186352"/>
                </a:cubicBezTo>
                <a:cubicBezTo>
                  <a:pt x="34886" y="185479"/>
                  <a:pt x="36002" y="171748"/>
                  <a:pt x="36002" y="155255"/>
                </a:cubicBezTo>
                <a:cubicBezTo>
                  <a:pt x="36002" y="128160"/>
                  <a:pt x="36400" y="125721"/>
                  <a:pt x="40814" y="125721"/>
                </a:cubicBezTo>
                <a:cubicBezTo>
                  <a:pt x="43528" y="125721"/>
                  <a:pt x="48800" y="130301"/>
                  <a:pt x="52906" y="136226"/>
                </a:cubicBezTo>
                <a:cubicBezTo>
                  <a:pt x="56911" y="142004"/>
                  <a:pt x="63516" y="148453"/>
                  <a:pt x="67584" y="150557"/>
                </a:cubicBezTo>
                <a:cubicBezTo>
                  <a:pt x="75108" y="154448"/>
                  <a:pt x="85050" y="153319"/>
                  <a:pt x="85050" y="148575"/>
                </a:cubicBezTo>
                <a:cubicBezTo>
                  <a:pt x="85050" y="147029"/>
                  <a:pt x="88138" y="146640"/>
                  <a:pt x="92615" y="147623"/>
                </a:cubicBezTo>
                <a:cubicBezTo>
                  <a:pt x="98706" y="148961"/>
                  <a:pt x="100761" y="148199"/>
                  <a:pt x="103162" y="143713"/>
                </a:cubicBezTo>
                <a:cubicBezTo>
                  <a:pt x="105115" y="140063"/>
                  <a:pt x="107816" y="138578"/>
                  <a:pt x="110991" y="139409"/>
                </a:cubicBezTo>
                <a:cubicBezTo>
                  <a:pt x="113656" y="140106"/>
                  <a:pt x="117196" y="139039"/>
                  <a:pt x="118857" y="137039"/>
                </a:cubicBezTo>
                <a:cubicBezTo>
                  <a:pt x="121254" y="134150"/>
                  <a:pt x="120449" y="132080"/>
                  <a:pt x="114946" y="126979"/>
                </a:cubicBezTo>
                <a:cubicBezTo>
                  <a:pt x="111135" y="123448"/>
                  <a:pt x="106335" y="120558"/>
                  <a:pt x="104278" y="120558"/>
                </a:cubicBezTo>
                <a:cubicBezTo>
                  <a:pt x="102221" y="120558"/>
                  <a:pt x="100539" y="118873"/>
                  <a:pt x="100539" y="116814"/>
                </a:cubicBezTo>
                <a:cubicBezTo>
                  <a:pt x="100539" y="114754"/>
                  <a:pt x="94792" y="110433"/>
                  <a:pt x="87769" y="107211"/>
                </a:cubicBezTo>
                <a:cubicBezTo>
                  <a:pt x="73337" y="100591"/>
                  <a:pt x="69935" y="93642"/>
                  <a:pt x="75649" y="82459"/>
                </a:cubicBezTo>
                <a:cubicBezTo>
                  <a:pt x="77638" y="78567"/>
                  <a:pt x="80119" y="71422"/>
                  <a:pt x="81162" y="66581"/>
                </a:cubicBezTo>
                <a:cubicBezTo>
                  <a:pt x="82769" y="59128"/>
                  <a:pt x="82125" y="57061"/>
                  <a:pt x="76956" y="53086"/>
                </a:cubicBezTo>
                <a:cubicBezTo>
                  <a:pt x="73561" y="50475"/>
                  <a:pt x="72374" y="48366"/>
                  <a:pt x="74281" y="48335"/>
                </a:cubicBezTo>
                <a:cubicBezTo>
                  <a:pt x="79014" y="48255"/>
                  <a:pt x="97860" y="27614"/>
                  <a:pt x="98388" y="21931"/>
                </a:cubicBezTo>
                <a:cubicBezTo>
                  <a:pt x="98624" y="19384"/>
                  <a:pt x="98915" y="15267"/>
                  <a:pt x="99033" y="12782"/>
                </a:cubicBezTo>
                <a:cubicBezTo>
                  <a:pt x="99328" y="6580"/>
                  <a:pt x="107875" y="-1480"/>
                  <a:pt x="112340" y="234"/>
                </a:cubicBezTo>
                <a:cubicBezTo>
                  <a:pt x="114351" y="1006"/>
                  <a:pt x="115714" y="4223"/>
                  <a:pt x="115367" y="7384"/>
                </a:cubicBezTo>
                <a:cubicBezTo>
                  <a:pt x="114925" y="11414"/>
                  <a:pt x="117211" y="14717"/>
                  <a:pt x="123019" y="18442"/>
                </a:cubicBezTo>
                <a:cubicBezTo>
                  <a:pt x="132830" y="24734"/>
                  <a:pt x="132594" y="28432"/>
                  <a:pt x="122268" y="30221"/>
                </a:cubicBezTo>
                <a:cubicBezTo>
                  <a:pt x="115180" y="31449"/>
                  <a:pt x="114690" y="32336"/>
                  <a:pt x="113949" y="45287"/>
                </a:cubicBezTo>
                <a:cubicBezTo>
                  <a:pt x="113241" y="57646"/>
                  <a:pt x="113899" y="59682"/>
                  <a:pt x="120402" y="65276"/>
                </a:cubicBezTo>
                <a:cubicBezTo>
                  <a:pt x="129577" y="73166"/>
                  <a:pt x="132509" y="73100"/>
                  <a:pt x="138506" y="64867"/>
                </a:cubicBezTo>
                <a:lnTo>
                  <a:pt x="143345" y="58224"/>
                </a:lnTo>
                <a:lnTo>
                  <a:pt x="152274" y="62931"/>
                </a:lnTo>
                <a:cubicBezTo>
                  <a:pt x="157185" y="65520"/>
                  <a:pt x="161620" y="67861"/>
                  <a:pt x="162130" y="68135"/>
                </a:cubicBezTo>
                <a:cubicBezTo>
                  <a:pt x="162640" y="68408"/>
                  <a:pt x="160808" y="71893"/>
                  <a:pt x="158059" y="75879"/>
                </a:cubicBezTo>
                <a:cubicBezTo>
                  <a:pt x="151713" y="85081"/>
                  <a:pt x="141902" y="114664"/>
                  <a:pt x="142387" y="123139"/>
                </a:cubicBezTo>
                <a:cubicBezTo>
                  <a:pt x="142935" y="132744"/>
                  <a:pt x="146254" y="135684"/>
                  <a:pt x="161574" y="140138"/>
                </a:cubicBezTo>
                <a:cubicBezTo>
                  <a:pt x="177125" y="144659"/>
                  <a:pt x="177438" y="148154"/>
                  <a:pt x="162505" y="150542"/>
                </a:cubicBezTo>
                <a:cubicBezTo>
                  <a:pt x="152866" y="152083"/>
                  <a:pt x="147932" y="157096"/>
                  <a:pt x="151065" y="162165"/>
                </a:cubicBezTo>
                <a:cubicBezTo>
                  <a:pt x="151887" y="163495"/>
                  <a:pt x="150058" y="169752"/>
                  <a:pt x="147000" y="176069"/>
                </a:cubicBezTo>
                <a:cubicBezTo>
                  <a:pt x="140040" y="190447"/>
                  <a:pt x="141019" y="195911"/>
                  <a:pt x="151074" y="198795"/>
                </a:cubicBezTo>
                <a:cubicBezTo>
                  <a:pt x="156834" y="200447"/>
                  <a:pt x="159631" y="203274"/>
                  <a:pt x="161382" y="209212"/>
                </a:cubicBezTo>
                <a:cubicBezTo>
                  <a:pt x="163891" y="217725"/>
                  <a:pt x="167253" y="218781"/>
                  <a:pt x="180801" y="215310"/>
                </a:cubicBezTo>
                <a:cubicBezTo>
                  <a:pt x="186270" y="213909"/>
                  <a:pt x="188145" y="214815"/>
                  <a:pt x="191062" y="220266"/>
                </a:cubicBezTo>
                <a:cubicBezTo>
                  <a:pt x="194411" y="226524"/>
                  <a:pt x="194115" y="227399"/>
                  <a:pt x="186266" y="234411"/>
                </a:cubicBezTo>
                <a:cubicBezTo>
                  <a:pt x="177581" y="242171"/>
                  <a:pt x="173505" y="242950"/>
                  <a:pt x="146648" y="241973"/>
                </a:cubicBezTo>
                <a:cubicBezTo>
                  <a:pt x="138138" y="241664"/>
                  <a:pt x="131353" y="242644"/>
                  <a:pt x="130308" y="244333"/>
                </a:cubicBezTo>
                <a:cubicBezTo>
                  <a:pt x="127797" y="248397"/>
                  <a:pt x="118188" y="235660"/>
                  <a:pt x="120069" y="230760"/>
                </a:cubicBezTo>
                <a:cubicBezTo>
                  <a:pt x="124398" y="219478"/>
                  <a:pt x="105303" y="225013"/>
                  <a:pt x="99204" y="236809"/>
                </a:cubicBezTo>
                <a:cubicBezTo>
                  <a:pt x="95428" y="244110"/>
                  <a:pt x="95414" y="245432"/>
                  <a:pt x="99051" y="250983"/>
                </a:cubicBezTo>
                <a:cubicBezTo>
                  <a:pt x="103916" y="258408"/>
                  <a:pt x="100434" y="261478"/>
                  <a:pt x="92202" y="257021"/>
                </a:cubicBezTo>
                <a:cubicBezTo>
                  <a:pt x="83927" y="252540"/>
                  <a:pt x="66492" y="252742"/>
                  <a:pt x="61602" y="257374"/>
                </a:cubicBezTo>
                <a:cubicBezTo>
                  <a:pt x="56090" y="262596"/>
                  <a:pt x="53167" y="262902"/>
                  <a:pt x="47363" y="258865"/>
                </a:cubicBezTo>
                <a:close/>
              </a:path>
            </a:pathLst>
          </a:custGeom>
          <a:solidFill>
            <a:srgbClr val="B9B9B9"/>
          </a:solidFill>
          <a:ln w="5163" cap="flat">
            <a:noFill/>
            <a:prstDash val="solid"/>
            <a:miter/>
          </a:ln>
        </p:spPr>
        <p:txBody>
          <a:bodyPr/>
          <a:lstStyle/>
          <a:p>
            <a:endParaRPr lang="es-419" noProof="0" dirty="0"/>
          </a:p>
        </p:txBody>
      </p:sp>
      <p:sp>
        <p:nvSpPr>
          <p:cNvPr id="44" name="Forma libre: forma 43">
            <a:extLst>
              <a:ext uri="{FF2B5EF4-FFF2-40B4-BE49-F238E27FC236}">
                <a16:creationId xmlns:a16="http://schemas.microsoft.com/office/drawing/2014/main" id="{30587D4A-797B-2D05-B694-8648673C2F6D}"/>
              </a:ext>
            </a:extLst>
          </p:cNvPr>
          <p:cNvSpPr/>
          <p:nvPr/>
        </p:nvSpPr>
        <p:spPr>
          <a:xfrm>
            <a:off x="1103504" y="2345749"/>
            <a:ext cx="95653" cy="64838"/>
          </a:xfrm>
          <a:custGeom>
            <a:avLst/>
            <a:gdLst>
              <a:gd name="csX0" fmla="*/ 71219 w 95653"/>
              <a:gd name="csY0" fmla="*/ 62506 h 64838"/>
              <a:gd name="csX1" fmla="*/ 62655 w 95653"/>
              <a:gd name="csY1" fmla="*/ 53685 h 64838"/>
              <a:gd name="csX2" fmla="*/ 57443 w 95653"/>
              <a:gd name="csY2" fmla="*/ 48511 h 64838"/>
              <a:gd name="csX3" fmla="*/ 51242 w 95653"/>
              <a:gd name="csY3" fmla="*/ 43994 h 64838"/>
              <a:gd name="csX4" fmla="*/ 48532 w 95653"/>
              <a:gd name="csY4" fmla="*/ 43994 h 64838"/>
              <a:gd name="csX5" fmla="*/ 36926 w 95653"/>
              <a:gd name="csY5" fmla="*/ 44510 h 64838"/>
              <a:gd name="csX6" fmla="*/ 28785 w 95653"/>
              <a:gd name="csY6" fmla="*/ 36765 h 64838"/>
              <a:gd name="csX7" fmla="*/ 27076 w 95653"/>
              <a:gd name="csY7" fmla="*/ 32629 h 64838"/>
              <a:gd name="csX8" fmla="*/ 11500 w 95653"/>
              <a:gd name="csY8" fmla="*/ 28262 h 64838"/>
              <a:gd name="csX9" fmla="*/ 1174 w 95653"/>
              <a:gd name="csY9" fmla="*/ 25068 h 64838"/>
              <a:gd name="csX10" fmla="*/ 31004 w 95653"/>
              <a:gd name="csY10" fmla="*/ 14820 h 64838"/>
              <a:gd name="csX11" fmla="*/ 49970 w 95653"/>
              <a:gd name="csY11" fmla="*/ 6499 h 64838"/>
              <a:gd name="csX12" fmla="*/ 60293 w 95653"/>
              <a:gd name="csY12" fmla="*/ 3207 h 64838"/>
              <a:gd name="csX13" fmla="*/ 79487 w 95653"/>
              <a:gd name="csY13" fmla="*/ 1724 h 64838"/>
              <a:gd name="csX14" fmla="*/ 95469 w 95653"/>
              <a:gd name="csY14" fmla="*/ 24677 h 64838"/>
              <a:gd name="csX15" fmla="*/ 92590 w 95653"/>
              <a:gd name="csY15" fmla="*/ 45837 h 64838"/>
              <a:gd name="csX16" fmla="*/ 88748 w 95653"/>
              <a:gd name="csY16" fmla="*/ 52688 h 64838"/>
              <a:gd name="csX17" fmla="*/ 82592 w 95653"/>
              <a:gd name="csY17" fmla="*/ 62155 h 64838"/>
              <a:gd name="csX18" fmla="*/ 71219 w 95653"/>
              <a:gd name="csY18" fmla="*/ 62506 h 648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95653" h="64838">
                <a:moveTo>
                  <a:pt x="71219" y="62506"/>
                </a:moveTo>
                <a:cubicBezTo>
                  <a:pt x="67412" y="60499"/>
                  <a:pt x="63558" y="56530"/>
                  <a:pt x="62655" y="53685"/>
                </a:cubicBezTo>
                <a:cubicBezTo>
                  <a:pt x="61752" y="50839"/>
                  <a:pt x="59407" y="48511"/>
                  <a:pt x="57443" y="48511"/>
                </a:cubicBezTo>
                <a:cubicBezTo>
                  <a:pt x="55480" y="48511"/>
                  <a:pt x="52689" y="46478"/>
                  <a:pt x="51242" y="43994"/>
                </a:cubicBezTo>
                <a:cubicBezTo>
                  <a:pt x="48736" y="39691"/>
                  <a:pt x="48607" y="39691"/>
                  <a:pt x="48532" y="43994"/>
                </a:cubicBezTo>
                <a:cubicBezTo>
                  <a:pt x="48437" y="49469"/>
                  <a:pt x="48761" y="49455"/>
                  <a:pt x="36926" y="44510"/>
                </a:cubicBezTo>
                <a:cubicBezTo>
                  <a:pt x="30451" y="41804"/>
                  <a:pt x="27814" y="39296"/>
                  <a:pt x="28785" y="36765"/>
                </a:cubicBezTo>
                <a:cubicBezTo>
                  <a:pt x="29575" y="34707"/>
                  <a:pt x="28806" y="32846"/>
                  <a:pt x="27076" y="32629"/>
                </a:cubicBezTo>
                <a:cubicBezTo>
                  <a:pt x="21029" y="31874"/>
                  <a:pt x="18714" y="31225"/>
                  <a:pt x="11500" y="28262"/>
                </a:cubicBezTo>
                <a:cubicBezTo>
                  <a:pt x="7503" y="26621"/>
                  <a:pt x="2857" y="25183"/>
                  <a:pt x="1174" y="25068"/>
                </a:cubicBezTo>
                <a:cubicBezTo>
                  <a:pt x="-4949" y="24646"/>
                  <a:pt x="14045" y="18121"/>
                  <a:pt x="31004" y="14820"/>
                </a:cubicBezTo>
                <a:cubicBezTo>
                  <a:pt x="44060" y="12279"/>
                  <a:pt x="48794" y="10202"/>
                  <a:pt x="49970" y="6499"/>
                </a:cubicBezTo>
                <a:cubicBezTo>
                  <a:pt x="51256" y="2445"/>
                  <a:pt x="53098" y="1858"/>
                  <a:pt x="60293" y="3207"/>
                </a:cubicBezTo>
                <a:cubicBezTo>
                  <a:pt x="65110" y="4111"/>
                  <a:pt x="73747" y="3443"/>
                  <a:pt x="79487" y="1724"/>
                </a:cubicBezTo>
                <a:cubicBezTo>
                  <a:pt x="94315" y="-2719"/>
                  <a:pt x="96385" y="255"/>
                  <a:pt x="95469" y="24677"/>
                </a:cubicBezTo>
                <a:cubicBezTo>
                  <a:pt x="95060" y="35554"/>
                  <a:pt x="93765" y="45076"/>
                  <a:pt x="92590" y="45837"/>
                </a:cubicBezTo>
                <a:cubicBezTo>
                  <a:pt x="91414" y="46598"/>
                  <a:pt x="89686" y="49681"/>
                  <a:pt x="88748" y="52688"/>
                </a:cubicBezTo>
                <a:cubicBezTo>
                  <a:pt x="87811" y="55696"/>
                  <a:pt x="85041" y="59955"/>
                  <a:pt x="82592" y="62155"/>
                </a:cubicBezTo>
                <a:cubicBezTo>
                  <a:pt x="78702" y="65649"/>
                  <a:pt x="77268" y="65693"/>
                  <a:pt x="71219" y="62506"/>
                </a:cubicBezTo>
                <a:close/>
              </a:path>
            </a:pathLst>
          </a:custGeom>
          <a:solidFill>
            <a:srgbClr val="B9B9B9"/>
          </a:solidFill>
          <a:ln w="5163" cap="flat">
            <a:noFill/>
            <a:prstDash val="solid"/>
            <a:miter/>
          </a:ln>
        </p:spPr>
        <p:txBody>
          <a:bodyPr/>
          <a:lstStyle/>
          <a:p>
            <a:endParaRPr lang="es-419" noProof="0" dirty="0"/>
          </a:p>
        </p:txBody>
      </p:sp>
      <p:sp>
        <p:nvSpPr>
          <p:cNvPr id="45" name="Forma libre: forma 44">
            <a:extLst>
              <a:ext uri="{FF2B5EF4-FFF2-40B4-BE49-F238E27FC236}">
                <a16:creationId xmlns:a16="http://schemas.microsoft.com/office/drawing/2014/main" id="{77B33926-6886-DF78-A9F8-1932C05857BC}"/>
              </a:ext>
            </a:extLst>
          </p:cNvPr>
          <p:cNvSpPr/>
          <p:nvPr/>
        </p:nvSpPr>
        <p:spPr>
          <a:xfrm>
            <a:off x="1015863" y="2030672"/>
            <a:ext cx="364335" cy="362024"/>
          </a:xfrm>
          <a:custGeom>
            <a:avLst/>
            <a:gdLst>
              <a:gd name="csX0" fmla="*/ 185142 w 364335"/>
              <a:gd name="csY0" fmla="*/ 358570 h 362024"/>
              <a:gd name="csX1" fmla="*/ 187621 w 364335"/>
              <a:gd name="csY1" fmla="*/ 340898 h 362024"/>
              <a:gd name="csX2" fmla="*/ 186283 w 364335"/>
              <a:gd name="csY2" fmla="*/ 320178 h 362024"/>
              <a:gd name="csX3" fmla="*/ 182466 w 364335"/>
              <a:gd name="csY3" fmla="*/ 312528 h 362024"/>
              <a:gd name="csX4" fmla="*/ 160064 w 364335"/>
              <a:gd name="csY4" fmla="*/ 313164 h 362024"/>
              <a:gd name="csX5" fmla="*/ 135394 w 364335"/>
              <a:gd name="csY5" fmla="*/ 318882 h 362024"/>
              <a:gd name="csX6" fmla="*/ 107653 w 364335"/>
              <a:gd name="csY6" fmla="*/ 328620 h 362024"/>
              <a:gd name="csX7" fmla="*/ 77975 w 364335"/>
              <a:gd name="csY7" fmla="*/ 329071 h 362024"/>
              <a:gd name="csX8" fmla="*/ 69734 w 364335"/>
              <a:gd name="csY8" fmla="*/ 324866 h 362024"/>
              <a:gd name="csX9" fmla="*/ 48325 w 364335"/>
              <a:gd name="csY9" fmla="*/ 303007 h 362024"/>
              <a:gd name="csX10" fmla="*/ 38186 w 364335"/>
              <a:gd name="csY10" fmla="*/ 292203 h 362024"/>
              <a:gd name="csX11" fmla="*/ 25184 w 364335"/>
              <a:gd name="csY11" fmla="*/ 273778 h 362024"/>
              <a:gd name="csX12" fmla="*/ 11540 w 364335"/>
              <a:gd name="csY12" fmla="*/ 253016 h 362024"/>
              <a:gd name="csX13" fmla="*/ 9603 w 364335"/>
              <a:gd name="csY13" fmla="*/ 246065 h 362024"/>
              <a:gd name="csX14" fmla="*/ 4075 w 364335"/>
              <a:gd name="csY14" fmla="*/ 230604 h 362024"/>
              <a:gd name="csX15" fmla="*/ 2870 w 364335"/>
              <a:gd name="csY15" fmla="*/ 216903 h 362024"/>
              <a:gd name="csX16" fmla="*/ 19099 w 364335"/>
              <a:gd name="csY16" fmla="*/ 209992 h 362024"/>
              <a:gd name="csX17" fmla="*/ 33857 w 364335"/>
              <a:gd name="csY17" fmla="*/ 202727 h 362024"/>
              <a:gd name="csX18" fmla="*/ 62323 w 364335"/>
              <a:gd name="csY18" fmla="*/ 175142 h 362024"/>
              <a:gd name="csX19" fmla="*/ 75732 w 364335"/>
              <a:gd name="csY19" fmla="*/ 169793 h 362024"/>
              <a:gd name="csX20" fmla="*/ 107485 w 364335"/>
              <a:gd name="csY20" fmla="*/ 178512 h 362024"/>
              <a:gd name="csX21" fmla="*/ 118888 w 364335"/>
              <a:gd name="csY21" fmla="*/ 188952 h 362024"/>
              <a:gd name="csX22" fmla="*/ 122369 w 364335"/>
              <a:gd name="csY22" fmla="*/ 177011 h 362024"/>
              <a:gd name="csX23" fmla="*/ 128391 w 364335"/>
              <a:gd name="csY23" fmla="*/ 163500 h 362024"/>
              <a:gd name="csX24" fmla="*/ 127169 w 364335"/>
              <a:gd name="csY24" fmla="*/ 147778 h 362024"/>
              <a:gd name="csX25" fmla="*/ 130389 w 364335"/>
              <a:gd name="csY25" fmla="*/ 138750 h 362024"/>
              <a:gd name="csX26" fmla="*/ 147714 w 364335"/>
              <a:gd name="csY26" fmla="*/ 129037 h 362024"/>
              <a:gd name="csX27" fmla="*/ 142395 w 364335"/>
              <a:gd name="csY27" fmla="*/ 116273 h 362024"/>
              <a:gd name="csX28" fmla="*/ 138322 w 364335"/>
              <a:gd name="csY28" fmla="*/ 100445 h 362024"/>
              <a:gd name="csX29" fmla="*/ 132219 w 364335"/>
              <a:gd name="csY29" fmla="*/ 77384 h 362024"/>
              <a:gd name="csX30" fmla="*/ 123182 w 364335"/>
              <a:gd name="csY30" fmla="*/ 67380 h 362024"/>
              <a:gd name="csX31" fmla="*/ 127316 w 364335"/>
              <a:gd name="csY31" fmla="*/ 49072 h 362024"/>
              <a:gd name="csX32" fmla="*/ 149002 w 364335"/>
              <a:gd name="csY32" fmla="*/ 26791 h 362024"/>
              <a:gd name="csX33" fmla="*/ 156308 w 364335"/>
              <a:gd name="csY33" fmla="*/ 19245 h 362024"/>
              <a:gd name="csX34" fmla="*/ 153995 w 364335"/>
              <a:gd name="csY34" fmla="*/ 9825 h 362024"/>
              <a:gd name="csX35" fmla="*/ 161050 w 364335"/>
              <a:gd name="csY35" fmla="*/ 76 h 362024"/>
              <a:gd name="csX36" fmla="*/ 166583 w 364335"/>
              <a:gd name="csY36" fmla="*/ 7348 h 362024"/>
              <a:gd name="csX37" fmla="*/ 154998 w 364335"/>
              <a:gd name="csY37" fmla="*/ 39300 h 362024"/>
              <a:gd name="csX38" fmla="*/ 157050 w 364335"/>
              <a:gd name="csY38" fmla="*/ 45546 h 362024"/>
              <a:gd name="csX39" fmla="*/ 169737 w 364335"/>
              <a:gd name="csY39" fmla="*/ 24492 h 362024"/>
              <a:gd name="csX40" fmla="*/ 176182 w 364335"/>
              <a:gd name="csY40" fmla="*/ 20317 h 362024"/>
              <a:gd name="csX41" fmla="*/ 177678 w 364335"/>
              <a:gd name="csY41" fmla="*/ 26406 h 362024"/>
              <a:gd name="csX42" fmla="*/ 173510 w 364335"/>
              <a:gd name="csY42" fmla="*/ 43871 h 362024"/>
              <a:gd name="csX43" fmla="*/ 171706 w 364335"/>
              <a:gd name="csY43" fmla="*/ 58451 h 362024"/>
              <a:gd name="csX44" fmla="*/ 179820 w 364335"/>
              <a:gd name="csY44" fmla="*/ 60233 h 362024"/>
              <a:gd name="csX45" fmla="*/ 195468 w 364335"/>
              <a:gd name="csY45" fmla="*/ 47665 h 362024"/>
              <a:gd name="csX46" fmla="*/ 212893 w 364335"/>
              <a:gd name="csY46" fmla="*/ 36256 h 362024"/>
              <a:gd name="csX47" fmla="*/ 215787 w 364335"/>
              <a:gd name="csY47" fmla="*/ 59322 h 362024"/>
              <a:gd name="csX48" fmla="*/ 202515 w 364335"/>
              <a:gd name="csY48" fmla="*/ 73785 h 362024"/>
              <a:gd name="csX49" fmla="*/ 193598 w 364335"/>
              <a:gd name="csY49" fmla="*/ 76402 h 362024"/>
              <a:gd name="csX50" fmla="*/ 196544 w 364335"/>
              <a:gd name="csY50" fmla="*/ 79629 h 362024"/>
              <a:gd name="csX51" fmla="*/ 200631 w 364335"/>
              <a:gd name="csY51" fmla="*/ 82161 h 362024"/>
              <a:gd name="csX52" fmla="*/ 183851 w 364335"/>
              <a:gd name="csY52" fmla="*/ 86694 h 362024"/>
              <a:gd name="csX53" fmla="*/ 179447 w 364335"/>
              <a:gd name="csY53" fmla="*/ 90600 h 362024"/>
              <a:gd name="csX54" fmla="*/ 177337 w 364335"/>
              <a:gd name="csY54" fmla="*/ 95117 h 362024"/>
              <a:gd name="csX55" fmla="*/ 175970 w 364335"/>
              <a:gd name="csY55" fmla="*/ 99847 h 362024"/>
              <a:gd name="csX56" fmla="*/ 172279 w 364335"/>
              <a:gd name="csY56" fmla="*/ 109275 h 362024"/>
              <a:gd name="csX57" fmla="*/ 162736 w 364335"/>
              <a:gd name="csY57" fmla="*/ 127778 h 362024"/>
              <a:gd name="csX58" fmla="*/ 154984 w 364335"/>
              <a:gd name="csY58" fmla="*/ 141584 h 362024"/>
              <a:gd name="csX59" fmla="*/ 157382 w 364335"/>
              <a:gd name="csY59" fmla="*/ 150820 h 362024"/>
              <a:gd name="csX60" fmla="*/ 166003 w 364335"/>
              <a:gd name="csY60" fmla="*/ 156522 h 362024"/>
              <a:gd name="csX61" fmla="*/ 178921 w 364335"/>
              <a:gd name="csY61" fmla="*/ 158229 h 362024"/>
              <a:gd name="csX62" fmla="*/ 200631 w 364335"/>
              <a:gd name="csY62" fmla="*/ 155851 h 362024"/>
              <a:gd name="csX63" fmla="*/ 253127 w 364335"/>
              <a:gd name="csY63" fmla="*/ 145110 h 362024"/>
              <a:gd name="csX64" fmla="*/ 260004 w 364335"/>
              <a:gd name="csY64" fmla="*/ 117060 h 362024"/>
              <a:gd name="csX65" fmla="*/ 261186 w 364335"/>
              <a:gd name="csY65" fmla="*/ 105023 h 362024"/>
              <a:gd name="csX66" fmla="*/ 280779 w 364335"/>
              <a:gd name="csY66" fmla="*/ 107831 h 362024"/>
              <a:gd name="csX67" fmla="*/ 316123 w 364335"/>
              <a:gd name="csY67" fmla="*/ 101238 h 362024"/>
              <a:gd name="csX68" fmla="*/ 332436 w 364335"/>
              <a:gd name="csY68" fmla="*/ 86525 h 362024"/>
              <a:gd name="csX69" fmla="*/ 340656 w 364335"/>
              <a:gd name="csY69" fmla="*/ 79224 h 362024"/>
              <a:gd name="csX70" fmla="*/ 348855 w 364335"/>
              <a:gd name="csY70" fmla="*/ 87171 h 362024"/>
              <a:gd name="csX71" fmla="*/ 361269 w 364335"/>
              <a:gd name="csY71" fmla="*/ 95117 h 362024"/>
              <a:gd name="csX72" fmla="*/ 363171 w 364335"/>
              <a:gd name="csY72" fmla="*/ 103178 h 362024"/>
              <a:gd name="csX73" fmla="*/ 356290 w 364335"/>
              <a:gd name="csY73" fmla="*/ 118022 h 362024"/>
              <a:gd name="csX74" fmla="*/ 352528 w 364335"/>
              <a:gd name="csY74" fmla="*/ 135380 h 362024"/>
              <a:gd name="csX75" fmla="*/ 345616 w 364335"/>
              <a:gd name="csY75" fmla="*/ 149152 h 362024"/>
              <a:gd name="csX76" fmla="*/ 336399 w 364335"/>
              <a:gd name="csY76" fmla="*/ 158318 h 362024"/>
              <a:gd name="csX77" fmla="*/ 325505 w 364335"/>
              <a:gd name="csY77" fmla="*/ 175523 h 362024"/>
              <a:gd name="csX78" fmla="*/ 315430 w 364335"/>
              <a:gd name="csY78" fmla="*/ 204352 h 362024"/>
              <a:gd name="csX79" fmla="*/ 313994 w 364335"/>
              <a:gd name="csY79" fmla="*/ 218773 h 362024"/>
              <a:gd name="csX80" fmla="*/ 296375 w 364335"/>
              <a:gd name="csY80" fmla="*/ 228175 h 362024"/>
              <a:gd name="csX81" fmla="*/ 265231 w 364335"/>
              <a:gd name="csY81" fmla="*/ 238311 h 362024"/>
              <a:gd name="csX82" fmla="*/ 244951 w 364335"/>
              <a:gd name="csY82" fmla="*/ 244768 h 362024"/>
              <a:gd name="csX83" fmla="*/ 219261 w 364335"/>
              <a:gd name="csY83" fmla="*/ 258588 h 362024"/>
              <a:gd name="csX84" fmla="*/ 224662 w 364335"/>
              <a:gd name="csY84" fmla="*/ 270643 h 362024"/>
              <a:gd name="csX85" fmla="*/ 242353 w 364335"/>
              <a:gd name="csY85" fmla="*/ 274944 h 362024"/>
              <a:gd name="csX86" fmla="*/ 251900 w 364335"/>
              <a:gd name="csY86" fmla="*/ 285801 h 362024"/>
              <a:gd name="csX87" fmla="*/ 252381 w 364335"/>
              <a:gd name="csY87" fmla="*/ 304719 h 362024"/>
              <a:gd name="csX88" fmla="*/ 261267 w 364335"/>
              <a:gd name="csY88" fmla="*/ 315608 h 362024"/>
              <a:gd name="csX89" fmla="*/ 268876 w 364335"/>
              <a:gd name="csY89" fmla="*/ 316858 h 362024"/>
              <a:gd name="csX90" fmla="*/ 252027 w 364335"/>
              <a:gd name="csY90" fmla="*/ 336142 h 362024"/>
              <a:gd name="csX91" fmla="*/ 230251 w 364335"/>
              <a:gd name="csY91" fmla="*/ 349333 h 362024"/>
              <a:gd name="csX92" fmla="*/ 209844 w 364335"/>
              <a:gd name="csY92" fmla="*/ 359530 h 362024"/>
              <a:gd name="csX93" fmla="*/ 194478 w 364335"/>
              <a:gd name="csY93" fmla="*/ 360594 h 362024"/>
              <a:gd name="csX94" fmla="*/ 185142 w 364335"/>
              <a:gd name="csY94" fmla="*/ 358570 h 362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364335" h="362024">
                <a:moveTo>
                  <a:pt x="185142" y="358570"/>
                </a:moveTo>
                <a:cubicBezTo>
                  <a:pt x="185142" y="356038"/>
                  <a:pt x="186257" y="348086"/>
                  <a:pt x="187621" y="340898"/>
                </a:cubicBezTo>
                <a:cubicBezTo>
                  <a:pt x="189559" y="330679"/>
                  <a:pt x="189267" y="326160"/>
                  <a:pt x="186283" y="320178"/>
                </a:cubicBezTo>
                <a:lnTo>
                  <a:pt x="182466" y="312528"/>
                </a:lnTo>
                <a:lnTo>
                  <a:pt x="160064" y="313164"/>
                </a:lnTo>
                <a:cubicBezTo>
                  <a:pt x="140617" y="313716"/>
                  <a:pt x="137363" y="314470"/>
                  <a:pt x="135394" y="318882"/>
                </a:cubicBezTo>
                <a:cubicBezTo>
                  <a:pt x="133601" y="322902"/>
                  <a:pt x="127800" y="324938"/>
                  <a:pt x="107653" y="328620"/>
                </a:cubicBezTo>
                <a:cubicBezTo>
                  <a:pt x="84116" y="332921"/>
                  <a:pt x="81860" y="332955"/>
                  <a:pt x="77975" y="329071"/>
                </a:cubicBezTo>
                <a:cubicBezTo>
                  <a:pt x="75663" y="326758"/>
                  <a:pt x="71954" y="324866"/>
                  <a:pt x="69734" y="324866"/>
                </a:cubicBezTo>
                <a:cubicBezTo>
                  <a:pt x="64790" y="324866"/>
                  <a:pt x="53564" y="313404"/>
                  <a:pt x="48325" y="303007"/>
                </a:cubicBezTo>
                <a:cubicBezTo>
                  <a:pt x="46195" y="298781"/>
                  <a:pt x="41633" y="293919"/>
                  <a:pt x="38186" y="292203"/>
                </a:cubicBezTo>
                <a:cubicBezTo>
                  <a:pt x="31831" y="289039"/>
                  <a:pt x="25350" y="279856"/>
                  <a:pt x="25184" y="273778"/>
                </a:cubicBezTo>
                <a:cubicBezTo>
                  <a:pt x="25085" y="270192"/>
                  <a:pt x="14730" y="254434"/>
                  <a:pt x="11540" y="253016"/>
                </a:cubicBezTo>
                <a:cubicBezTo>
                  <a:pt x="10475" y="252543"/>
                  <a:pt x="9603" y="249415"/>
                  <a:pt x="9603" y="246065"/>
                </a:cubicBezTo>
                <a:cubicBezTo>
                  <a:pt x="9603" y="242715"/>
                  <a:pt x="7116" y="235757"/>
                  <a:pt x="4075" y="230604"/>
                </a:cubicBezTo>
                <a:cubicBezTo>
                  <a:pt x="-1096" y="221839"/>
                  <a:pt x="-1174" y="220953"/>
                  <a:pt x="2870" y="216903"/>
                </a:cubicBezTo>
                <a:cubicBezTo>
                  <a:pt x="5247" y="214522"/>
                  <a:pt x="12551" y="211412"/>
                  <a:pt x="19099" y="209992"/>
                </a:cubicBezTo>
                <a:cubicBezTo>
                  <a:pt x="25650" y="208572"/>
                  <a:pt x="32288" y="205304"/>
                  <a:pt x="33857" y="202727"/>
                </a:cubicBezTo>
                <a:cubicBezTo>
                  <a:pt x="40254" y="192222"/>
                  <a:pt x="57879" y="175142"/>
                  <a:pt x="62323" y="175142"/>
                </a:cubicBezTo>
                <a:cubicBezTo>
                  <a:pt x="64938" y="175142"/>
                  <a:pt x="70972" y="172735"/>
                  <a:pt x="75732" y="169793"/>
                </a:cubicBezTo>
                <a:cubicBezTo>
                  <a:pt x="86563" y="163099"/>
                  <a:pt x="92402" y="164703"/>
                  <a:pt x="107485" y="178512"/>
                </a:cubicBezTo>
                <a:lnTo>
                  <a:pt x="118888" y="188952"/>
                </a:lnTo>
                <a:lnTo>
                  <a:pt x="122369" y="177011"/>
                </a:lnTo>
                <a:cubicBezTo>
                  <a:pt x="124284" y="170444"/>
                  <a:pt x="126994" y="164364"/>
                  <a:pt x="128391" y="163500"/>
                </a:cubicBezTo>
                <a:cubicBezTo>
                  <a:pt x="132170" y="161165"/>
                  <a:pt x="131464" y="152072"/>
                  <a:pt x="127169" y="147778"/>
                </a:cubicBezTo>
                <a:cubicBezTo>
                  <a:pt x="122214" y="142823"/>
                  <a:pt x="124785" y="135614"/>
                  <a:pt x="130389" y="138750"/>
                </a:cubicBezTo>
                <a:cubicBezTo>
                  <a:pt x="136409" y="142119"/>
                  <a:pt x="145744" y="136885"/>
                  <a:pt x="147714" y="129037"/>
                </a:cubicBezTo>
                <a:cubicBezTo>
                  <a:pt x="149051" y="123709"/>
                  <a:pt x="147940" y="121043"/>
                  <a:pt x="142395" y="116273"/>
                </a:cubicBezTo>
                <a:cubicBezTo>
                  <a:pt x="135828" y="110625"/>
                  <a:pt x="135571" y="109625"/>
                  <a:pt x="138322" y="100445"/>
                </a:cubicBezTo>
                <a:cubicBezTo>
                  <a:pt x="142194" y="87522"/>
                  <a:pt x="142531" y="88798"/>
                  <a:pt x="132219" y="77384"/>
                </a:cubicBezTo>
                <a:lnTo>
                  <a:pt x="123182" y="67380"/>
                </a:lnTo>
                <a:lnTo>
                  <a:pt x="127316" y="49072"/>
                </a:lnTo>
                <a:cubicBezTo>
                  <a:pt x="131667" y="29805"/>
                  <a:pt x="134422" y="26975"/>
                  <a:pt x="149002" y="26791"/>
                </a:cubicBezTo>
                <a:cubicBezTo>
                  <a:pt x="154177" y="26725"/>
                  <a:pt x="155624" y="25231"/>
                  <a:pt x="156308" y="19245"/>
                </a:cubicBezTo>
                <a:cubicBezTo>
                  <a:pt x="156776" y="15139"/>
                  <a:pt x="155736" y="10900"/>
                  <a:pt x="153995" y="9825"/>
                </a:cubicBezTo>
                <a:cubicBezTo>
                  <a:pt x="148346" y="6334"/>
                  <a:pt x="153520" y="-815"/>
                  <a:pt x="161050" y="76"/>
                </a:cubicBezTo>
                <a:cubicBezTo>
                  <a:pt x="168082" y="908"/>
                  <a:pt x="172982" y="7348"/>
                  <a:pt x="166583" y="7348"/>
                </a:cubicBezTo>
                <a:cubicBezTo>
                  <a:pt x="163388" y="7348"/>
                  <a:pt x="159114" y="19135"/>
                  <a:pt x="154998" y="39300"/>
                </a:cubicBezTo>
                <a:cubicBezTo>
                  <a:pt x="153853" y="44911"/>
                  <a:pt x="154355" y="46439"/>
                  <a:pt x="157050" y="45546"/>
                </a:cubicBezTo>
                <a:cubicBezTo>
                  <a:pt x="160851" y="44288"/>
                  <a:pt x="165520" y="36539"/>
                  <a:pt x="169737" y="24492"/>
                </a:cubicBezTo>
                <a:cubicBezTo>
                  <a:pt x="171898" y="18321"/>
                  <a:pt x="172952" y="17637"/>
                  <a:pt x="176182" y="20317"/>
                </a:cubicBezTo>
                <a:cubicBezTo>
                  <a:pt x="178636" y="22355"/>
                  <a:pt x="179182" y="24572"/>
                  <a:pt x="177678" y="26406"/>
                </a:cubicBezTo>
                <a:cubicBezTo>
                  <a:pt x="176378" y="27992"/>
                  <a:pt x="174502" y="35852"/>
                  <a:pt x="173510" y="43871"/>
                </a:cubicBezTo>
                <a:lnTo>
                  <a:pt x="171706" y="58451"/>
                </a:lnTo>
                <a:lnTo>
                  <a:pt x="179820" y="60233"/>
                </a:lnTo>
                <a:cubicBezTo>
                  <a:pt x="190172" y="62507"/>
                  <a:pt x="195468" y="58253"/>
                  <a:pt x="195468" y="47665"/>
                </a:cubicBezTo>
                <a:cubicBezTo>
                  <a:pt x="195468" y="37295"/>
                  <a:pt x="201609" y="33273"/>
                  <a:pt x="212893" y="36256"/>
                </a:cubicBezTo>
                <a:cubicBezTo>
                  <a:pt x="222809" y="38877"/>
                  <a:pt x="222920" y="39758"/>
                  <a:pt x="215787" y="59322"/>
                </a:cubicBezTo>
                <a:cubicBezTo>
                  <a:pt x="210635" y="73452"/>
                  <a:pt x="209804" y="74357"/>
                  <a:pt x="202515" y="73785"/>
                </a:cubicBezTo>
                <a:cubicBezTo>
                  <a:pt x="198132" y="73441"/>
                  <a:pt x="194241" y="74583"/>
                  <a:pt x="193598" y="76402"/>
                </a:cubicBezTo>
                <a:cubicBezTo>
                  <a:pt x="192970" y="78177"/>
                  <a:pt x="194295" y="79629"/>
                  <a:pt x="196544" y="79629"/>
                </a:cubicBezTo>
                <a:cubicBezTo>
                  <a:pt x="198791" y="79629"/>
                  <a:pt x="200631" y="80768"/>
                  <a:pt x="200631" y="82161"/>
                </a:cubicBezTo>
                <a:cubicBezTo>
                  <a:pt x="200631" y="85088"/>
                  <a:pt x="191380" y="87587"/>
                  <a:pt x="183851" y="86694"/>
                </a:cubicBezTo>
                <a:cubicBezTo>
                  <a:pt x="180197" y="86261"/>
                  <a:pt x="178910" y="87403"/>
                  <a:pt x="179447" y="90600"/>
                </a:cubicBezTo>
                <a:cubicBezTo>
                  <a:pt x="179864" y="93084"/>
                  <a:pt x="178915" y="95117"/>
                  <a:pt x="177337" y="95117"/>
                </a:cubicBezTo>
                <a:cubicBezTo>
                  <a:pt x="175731" y="95117"/>
                  <a:pt x="175129" y="97199"/>
                  <a:pt x="175970" y="99847"/>
                </a:cubicBezTo>
                <a:cubicBezTo>
                  <a:pt x="176899" y="102775"/>
                  <a:pt x="175493" y="106367"/>
                  <a:pt x="172279" y="109275"/>
                </a:cubicBezTo>
                <a:cubicBezTo>
                  <a:pt x="169424" y="111859"/>
                  <a:pt x="165130" y="120185"/>
                  <a:pt x="162736" y="127778"/>
                </a:cubicBezTo>
                <a:cubicBezTo>
                  <a:pt x="160343" y="135371"/>
                  <a:pt x="156854" y="141584"/>
                  <a:pt x="154984" y="141584"/>
                </a:cubicBezTo>
                <a:cubicBezTo>
                  <a:pt x="149300" y="141584"/>
                  <a:pt x="151188" y="148854"/>
                  <a:pt x="157382" y="150820"/>
                </a:cubicBezTo>
                <a:cubicBezTo>
                  <a:pt x="160571" y="151832"/>
                  <a:pt x="164451" y="154398"/>
                  <a:pt x="166003" y="156522"/>
                </a:cubicBezTo>
                <a:cubicBezTo>
                  <a:pt x="168191" y="159513"/>
                  <a:pt x="171101" y="159898"/>
                  <a:pt x="178921" y="158229"/>
                </a:cubicBezTo>
                <a:cubicBezTo>
                  <a:pt x="184472" y="157045"/>
                  <a:pt x="194242" y="155975"/>
                  <a:pt x="200631" y="155851"/>
                </a:cubicBezTo>
                <a:cubicBezTo>
                  <a:pt x="239506" y="155102"/>
                  <a:pt x="240586" y="154881"/>
                  <a:pt x="253127" y="145110"/>
                </a:cubicBezTo>
                <a:cubicBezTo>
                  <a:pt x="266671" y="134558"/>
                  <a:pt x="268972" y="125175"/>
                  <a:pt x="260004" y="117060"/>
                </a:cubicBezTo>
                <a:cubicBezTo>
                  <a:pt x="253254" y="110951"/>
                  <a:pt x="253492" y="108529"/>
                  <a:pt x="261186" y="105023"/>
                </a:cubicBezTo>
                <a:cubicBezTo>
                  <a:pt x="266361" y="102665"/>
                  <a:pt x="269974" y="103183"/>
                  <a:pt x="280779" y="107831"/>
                </a:cubicBezTo>
                <a:cubicBezTo>
                  <a:pt x="296129" y="114435"/>
                  <a:pt x="303140" y="113127"/>
                  <a:pt x="316123" y="101238"/>
                </a:cubicBezTo>
                <a:cubicBezTo>
                  <a:pt x="320574" y="97162"/>
                  <a:pt x="327915" y="90541"/>
                  <a:pt x="332436" y="86525"/>
                </a:cubicBezTo>
                <a:lnTo>
                  <a:pt x="340656" y="79224"/>
                </a:lnTo>
                <a:lnTo>
                  <a:pt x="348855" y="87171"/>
                </a:lnTo>
                <a:cubicBezTo>
                  <a:pt x="353365" y="91541"/>
                  <a:pt x="358951" y="95117"/>
                  <a:pt x="361269" y="95117"/>
                </a:cubicBezTo>
                <a:cubicBezTo>
                  <a:pt x="364761" y="95117"/>
                  <a:pt x="365087" y="96499"/>
                  <a:pt x="363171" y="103178"/>
                </a:cubicBezTo>
                <a:cubicBezTo>
                  <a:pt x="361900" y="107612"/>
                  <a:pt x="358803" y="114292"/>
                  <a:pt x="356290" y="118022"/>
                </a:cubicBezTo>
                <a:cubicBezTo>
                  <a:pt x="353286" y="122482"/>
                  <a:pt x="351997" y="128425"/>
                  <a:pt x="352528" y="135380"/>
                </a:cubicBezTo>
                <a:cubicBezTo>
                  <a:pt x="353262" y="145010"/>
                  <a:pt x="352644" y="146241"/>
                  <a:pt x="345616" y="149152"/>
                </a:cubicBezTo>
                <a:cubicBezTo>
                  <a:pt x="341239" y="150965"/>
                  <a:pt x="337248" y="154934"/>
                  <a:pt x="336399" y="158318"/>
                </a:cubicBezTo>
                <a:cubicBezTo>
                  <a:pt x="335575" y="161601"/>
                  <a:pt x="330673" y="169343"/>
                  <a:pt x="325505" y="175523"/>
                </a:cubicBezTo>
                <a:cubicBezTo>
                  <a:pt x="311850" y="191852"/>
                  <a:pt x="310247" y="196441"/>
                  <a:pt x="315430" y="204352"/>
                </a:cubicBezTo>
                <a:cubicBezTo>
                  <a:pt x="319567" y="210666"/>
                  <a:pt x="319502" y="211324"/>
                  <a:pt x="313994" y="218773"/>
                </a:cubicBezTo>
                <a:cubicBezTo>
                  <a:pt x="309522" y="224822"/>
                  <a:pt x="305556" y="226939"/>
                  <a:pt x="296375" y="228175"/>
                </a:cubicBezTo>
                <a:cubicBezTo>
                  <a:pt x="280209" y="230353"/>
                  <a:pt x="268738" y="234086"/>
                  <a:pt x="265231" y="238311"/>
                </a:cubicBezTo>
                <a:cubicBezTo>
                  <a:pt x="263619" y="240253"/>
                  <a:pt x="254493" y="243158"/>
                  <a:pt x="244951" y="244768"/>
                </a:cubicBezTo>
                <a:cubicBezTo>
                  <a:pt x="224827" y="248162"/>
                  <a:pt x="223542" y="248854"/>
                  <a:pt x="219261" y="258588"/>
                </a:cubicBezTo>
                <a:cubicBezTo>
                  <a:pt x="215450" y="267254"/>
                  <a:pt x="216976" y="270661"/>
                  <a:pt x="224662" y="270643"/>
                </a:cubicBezTo>
                <a:cubicBezTo>
                  <a:pt x="227772" y="270636"/>
                  <a:pt x="235733" y="272571"/>
                  <a:pt x="242353" y="274944"/>
                </a:cubicBezTo>
                <a:cubicBezTo>
                  <a:pt x="253677" y="279002"/>
                  <a:pt x="254241" y="279644"/>
                  <a:pt x="251900" y="285801"/>
                </a:cubicBezTo>
                <a:cubicBezTo>
                  <a:pt x="250237" y="290175"/>
                  <a:pt x="250396" y="296447"/>
                  <a:pt x="252381" y="304719"/>
                </a:cubicBezTo>
                <a:cubicBezTo>
                  <a:pt x="255038" y="315794"/>
                  <a:pt x="255971" y="316937"/>
                  <a:pt x="261267" y="315608"/>
                </a:cubicBezTo>
                <a:cubicBezTo>
                  <a:pt x="264522" y="314791"/>
                  <a:pt x="267946" y="315353"/>
                  <a:pt x="268876" y="316858"/>
                </a:cubicBezTo>
                <a:cubicBezTo>
                  <a:pt x="271618" y="321295"/>
                  <a:pt x="260047" y="334538"/>
                  <a:pt x="252027" y="336142"/>
                </a:cubicBezTo>
                <a:cubicBezTo>
                  <a:pt x="247958" y="336956"/>
                  <a:pt x="238159" y="342892"/>
                  <a:pt x="230251" y="349333"/>
                </a:cubicBezTo>
                <a:cubicBezTo>
                  <a:pt x="219279" y="358270"/>
                  <a:pt x="214445" y="360685"/>
                  <a:pt x="209844" y="359530"/>
                </a:cubicBezTo>
                <a:cubicBezTo>
                  <a:pt x="206527" y="358698"/>
                  <a:pt x="199613" y="359176"/>
                  <a:pt x="194478" y="360594"/>
                </a:cubicBezTo>
                <a:cubicBezTo>
                  <a:pt x="186278" y="362858"/>
                  <a:pt x="185142" y="362612"/>
                  <a:pt x="185142" y="358570"/>
                </a:cubicBezTo>
                <a:close/>
              </a:path>
            </a:pathLst>
          </a:custGeom>
          <a:solidFill>
            <a:srgbClr val="B9B9B9"/>
          </a:solidFill>
          <a:ln w="5163" cap="flat">
            <a:noFill/>
            <a:prstDash val="solid"/>
            <a:miter/>
          </a:ln>
        </p:spPr>
        <p:txBody>
          <a:bodyPr/>
          <a:lstStyle/>
          <a:p>
            <a:endParaRPr lang="es-419" noProof="0" dirty="0"/>
          </a:p>
        </p:txBody>
      </p:sp>
      <p:sp>
        <p:nvSpPr>
          <p:cNvPr id="46" name="Forma libre: forma 45">
            <a:extLst>
              <a:ext uri="{FF2B5EF4-FFF2-40B4-BE49-F238E27FC236}">
                <a16:creationId xmlns:a16="http://schemas.microsoft.com/office/drawing/2014/main" id="{6DFCC772-A60A-E278-093F-7032CF1CB7B9}"/>
              </a:ext>
            </a:extLst>
          </p:cNvPr>
          <p:cNvSpPr/>
          <p:nvPr/>
        </p:nvSpPr>
        <p:spPr>
          <a:xfrm>
            <a:off x="1331227" y="2128697"/>
            <a:ext cx="198884" cy="167193"/>
          </a:xfrm>
          <a:custGeom>
            <a:avLst/>
            <a:gdLst>
              <a:gd name="csX0" fmla="*/ 102761 w 198884"/>
              <a:gd name="csY0" fmla="*/ 161938 h 167193"/>
              <a:gd name="csX1" fmla="*/ 88269 w 198884"/>
              <a:gd name="csY1" fmla="*/ 157454 h 167193"/>
              <a:gd name="csX2" fmla="*/ 69481 w 198884"/>
              <a:gd name="csY2" fmla="*/ 161146 h 167193"/>
              <a:gd name="csX3" fmla="*/ 60039 w 198884"/>
              <a:gd name="csY3" fmla="*/ 160242 h 167193"/>
              <a:gd name="csX4" fmla="*/ 55236 w 198884"/>
              <a:gd name="csY4" fmla="*/ 148107 h 167193"/>
              <a:gd name="csX5" fmla="*/ 50480 w 198884"/>
              <a:gd name="csY5" fmla="*/ 138608 h 167193"/>
              <a:gd name="csX6" fmla="*/ 28907 w 198884"/>
              <a:gd name="csY6" fmla="*/ 140363 h 167193"/>
              <a:gd name="csX7" fmla="*/ 11289 w 198884"/>
              <a:gd name="csY7" fmla="*/ 137781 h 167193"/>
              <a:gd name="csX8" fmla="*/ 6827 w 198884"/>
              <a:gd name="csY8" fmla="*/ 131288 h 167193"/>
              <a:gd name="csX9" fmla="*/ 1775 w 198884"/>
              <a:gd name="csY9" fmla="*/ 129012 h 167193"/>
              <a:gd name="csX10" fmla="*/ 4158 w 198884"/>
              <a:gd name="csY10" fmla="*/ 118778 h 167193"/>
              <a:gd name="csX11" fmla="*/ 5752 w 198884"/>
              <a:gd name="csY11" fmla="*/ 106007 h 167193"/>
              <a:gd name="csX12" fmla="*/ 11789 w 198884"/>
              <a:gd name="csY12" fmla="*/ 81269 h 167193"/>
              <a:gd name="csX13" fmla="*/ 23630 w 198884"/>
              <a:gd name="csY13" fmla="*/ 62821 h 167193"/>
              <a:gd name="csX14" fmla="*/ 32410 w 198884"/>
              <a:gd name="csY14" fmla="*/ 53884 h 167193"/>
              <a:gd name="csX15" fmla="*/ 41084 w 198884"/>
              <a:gd name="csY15" fmla="*/ 33929 h 167193"/>
              <a:gd name="csX16" fmla="*/ 44790 w 198884"/>
              <a:gd name="csY16" fmla="*/ 21065 h 167193"/>
              <a:gd name="csX17" fmla="*/ 50866 w 198884"/>
              <a:gd name="csY17" fmla="*/ 7384 h 167193"/>
              <a:gd name="csX18" fmla="*/ 69085 w 198884"/>
              <a:gd name="csY18" fmla="*/ 3371 h 167193"/>
              <a:gd name="csX19" fmla="*/ 83968 w 198884"/>
              <a:gd name="csY19" fmla="*/ 7430 h 167193"/>
              <a:gd name="csX20" fmla="*/ 103250 w 198884"/>
              <a:gd name="csY20" fmla="*/ 16788 h 167193"/>
              <a:gd name="csX21" fmla="*/ 120904 w 198884"/>
              <a:gd name="csY21" fmla="*/ 28277 h 167193"/>
              <a:gd name="csX22" fmla="*/ 134887 w 198884"/>
              <a:gd name="csY22" fmla="*/ 23438 h 167193"/>
              <a:gd name="csX23" fmla="*/ 159058 w 198884"/>
              <a:gd name="csY23" fmla="*/ 20032 h 167193"/>
              <a:gd name="csX24" fmla="*/ 176483 w 198884"/>
              <a:gd name="csY24" fmla="*/ 28515 h 167193"/>
              <a:gd name="csX25" fmla="*/ 192460 w 198884"/>
              <a:gd name="csY25" fmla="*/ 37014 h 167193"/>
              <a:gd name="csX26" fmla="*/ 196332 w 198884"/>
              <a:gd name="csY26" fmla="*/ 44480 h 167193"/>
              <a:gd name="csX27" fmla="*/ 196153 w 198884"/>
              <a:gd name="csY27" fmla="*/ 52404 h 167193"/>
              <a:gd name="csX28" fmla="*/ 187288 w 198884"/>
              <a:gd name="csY28" fmla="*/ 53879 h 167193"/>
              <a:gd name="csX29" fmla="*/ 174390 w 198884"/>
              <a:gd name="csY29" fmla="*/ 56149 h 167193"/>
              <a:gd name="csX30" fmla="*/ 170518 w 198884"/>
              <a:gd name="csY30" fmla="*/ 64210 h 167193"/>
              <a:gd name="csX31" fmla="*/ 166645 w 198884"/>
              <a:gd name="csY31" fmla="*/ 72206 h 167193"/>
              <a:gd name="csX32" fmla="*/ 158901 w 198884"/>
              <a:gd name="csY32" fmla="*/ 75439 h 167193"/>
              <a:gd name="csX33" fmla="*/ 151157 w 198884"/>
              <a:gd name="csY33" fmla="*/ 76992 h 167193"/>
              <a:gd name="csX34" fmla="*/ 142182 w 198884"/>
              <a:gd name="csY34" fmla="*/ 79321 h 167193"/>
              <a:gd name="csX35" fmla="*/ 127056 w 198884"/>
              <a:gd name="csY35" fmla="*/ 97769 h 167193"/>
              <a:gd name="csX36" fmla="*/ 130544 w 198884"/>
              <a:gd name="csY36" fmla="*/ 109385 h 167193"/>
              <a:gd name="csX37" fmla="*/ 134269 w 198884"/>
              <a:gd name="csY37" fmla="*/ 120288 h 167193"/>
              <a:gd name="csX38" fmla="*/ 148765 w 198884"/>
              <a:gd name="csY38" fmla="*/ 140043 h 167193"/>
              <a:gd name="csX39" fmla="*/ 155377 w 198884"/>
              <a:gd name="csY39" fmla="*/ 157142 h 167193"/>
              <a:gd name="csX40" fmla="*/ 143045 w 198884"/>
              <a:gd name="csY40" fmla="*/ 162040 h 167193"/>
              <a:gd name="csX41" fmla="*/ 102761 w 198884"/>
              <a:gd name="csY41" fmla="*/ 161938 h 167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Lst>
            <a:rect l="l" t="t" r="r" b="b"/>
            <a:pathLst>
              <a:path w="198884" h="167193">
                <a:moveTo>
                  <a:pt x="102761" y="161938"/>
                </a:moveTo>
                <a:cubicBezTo>
                  <a:pt x="101767" y="158136"/>
                  <a:pt x="99022" y="157287"/>
                  <a:pt x="88269" y="157454"/>
                </a:cubicBezTo>
                <a:cubicBezTo>
                  <a:pt x="80973" y="157567"/>
                  <a:pt x="72518" y="159228"/>
                  <a:pt x="69481" y="161146"/>
                </a:cubicBezTo>
                <a:cubicBezTo>
                  <a:pt x="64710" y="164157"/>
                  <a:pt x="63423" y="164033"/>
                  <a:pt x="60039" y="160242"/>
                </a:cubicBezTo>
                <a:cubicBezTo>
                  <a:pt x="57884" y="157827"/>
                  <a:pt x="55723" y="152366"/>
                  <a:pt x="55236" y="148107"/>
                </a:cubicBezTo>
                <a:cubicBezTo>
                  <a:pt x="54750" y="143848"/>
                  <a:pt x="52610" y="139573"/>
                  <a:pt x="50480" y="138608"/>
                </a:cubicBezTo>
                <a:cubicBezTo>
                  <a:pt x="43634" y="135506"/>
                  <a:pt x="32890" y="136379"/>
                  <a:pt x="28907" y="140363"/>
                </a:cubicBezTo>
                <a:cubicBezTo>
                  <a:pt x="22942" y="146328"/>
                  <a:pt x="14628" y="145109"/>
                  <a:pt x="11289" y="137781"/>
                </a:cubicBezTo>
                <a:cubicBezTo>
                  <a:pt x="9671" y="134232"/>
                  <a:pt x="7664" y="131310"/>
                  <a:pt x="6827" y="131288"/>
                </a:cubicBezTo>
                <a:cubicBezTo>
                  <a:pt x="5990" y="131266"/>
                  <a:pt x="3716" y="130242"/>
                  <a:pt x="1775" y="129012"/>
                </a:cubicBezTo>
                <a:cubicBezTo>
                  <a:pt x="-1083" y="127202"/>
                  <a:pt x="-629" y="125253"/>
                  <a:pt x="4158" y="118778"/>
                </a:cubicBezTo>
                <a:cubicBezTo>
                  <a:pt x="9713" y="111264"/>
                  <a:pt x="9810" y="110491"/>
                  <a:pt x="5752" y="106007"/>
                </a:cubicBezTo>
                <a:cubicBezTo>
                  <a:pt x="-610" y="98977"/>
                  <a:pt x="325" y="95142"/>
                  <a:pt x="11789" y="81269"/>
                </a:cubicBezTo>
                <a:cubicBezTo>
                  <a:pt x="17485" y="74376"/>
                  <a:pt x="22814" y="66074"/>
                  <a:pt x="23630" y="62821"/>
                </a:cubicBezTo>
                <a:cubicBezTo>
                  <a:pt x="24447" y="59568"/>
                  <a:pt x="28398" y="55546"/>
                  <a:pt x="32410" y="53884"/>
                </a:cubicBezTo>
                <a:cubicBezTo>
                  <a:pt x="40181" y="50665"/>
                  <a:pt x="43478" y="43081"/>
                  <a:pt x="41084" y="33929"/>
                </a:cubicBezTo>
                <a:cubicBezTo>
                  <a:pt x="40186" y="30493"/>
                  <a:pt x="41619" y="25519"/>
                  <a:pt x="44790" y="21065"/>
                </a:cubicBezTo>
                <a:cubicBezTo>
                  <a:pt x="47634" y="17072"/>
                  <a:pt x="50368" y="10915"/>
                  <a:pt x="50866" y="7384"/>
                </a:cubicBezTo>
                <a:cubicBezTo>
                  <a:pt x="51978" y="-503"/>
                  <a:pt x="60785" y="-2442"/>
                  <a:pt x="69085" y="3371"/>
                </a:cubicBezTo>
                <a:cubicBezTo>
                  <a:pt x="72262" y="5597"/>
                  <a:pt x="78960" y="7424"/>
                  <a:pt x="83968" y="7430"/>
                </a:cubicBezTo>
                <a:cubicBezTo>
                  <a:pt x="90827" y="7440"/>
                  <a:pt x="95585" y="9748"/>
                  <a:pt x="103250" y="16788"/>
                </a:cubicBezTo>
                <a:cubicBezTo>
                  <a:pt x="108847" y="21927"/>
                  <a:pt x="116791" y="27098"/>
                  <a:pt x="120904" y="28277"/>
                </a:cubicBezTo>
                <a:cubicBezTo>
                  <a:pt x="127215" y="30087"/>
                  <a:pt x="129398" y="29332"/>
                  <a:pt x="134887" y="23438"/>
                </a:cubicBezTo>
                <a:cubicBezTo>
                  <a:pt x="142030" y="15767"/>
                  <a:pt x="156507" y="13727"/>
                  <a:pt x="159058" y="20032"/>
                </a:cubicBezTo>
                <a:cubicBezTo>
                  <a:pt x="159855" y="22000"/>
                  <a:pt x="167696" y="25818"/>
                  <a:pt x="176483" y="28515"/>
                </a:cubicBezTo>
                <a:cubicBezTo>
                  <a:pt x="186066" y="31457"/>
                  <a:pt x="192460" y="34858"/>
                  <a:pt x="192460" y="37014"/>
                </a:cubicBezTo>
                <a:cubicBezTo>
                  <a:pt x="192460" y="38991"/>
                  <a:pt x="194203" y="42351"/>
                  <a:pt x="196332" y="44480"/>
                </a:cubicBezTo>
                <a:cubicBezTo>
                  <a:pt x="199774" y="47922"/>
                  <a:pt x="199754" y="48803"/>
                  <a:pt x="196153" y="52404"/>
                </a:cubicBezTo>
                <a:cubicBezTo>
                  <a:pt x="193159" y="55398"/>
                  <a:pt x="190845" y="55783"/>
                  <a:pt x="187288" y="53879"/>
                </a:cubicBezTo>
                <a:cubicBezTo>
                  <a:pt x="179800" y="49872"/>
                  <a:pt x="174390" y="50824"/>
                  <a:pt x="174390" y="56149"/>
                </a:cubicBezTo>
                <a:cubicBezTo>
                  <a:pt x="174390" y="58815"/>
                  <a:pt x="172647" y="62442"/>
                  <a:pt x="170518" y="64210"/>
                </a:cubicBezTo>
                <a:cubicBezTo>
                  <a:pt x="168388" y="65977"/>
                  <a:pt x="166645" y="69575"/>
                  <a:pt x="166645" y="72206"/>
                </a:cubicBezTo>
                <a:cubicBezTo>
                  <a:pt x="166645" y="76143"/>
                  <a:pt x="165276" y="76714"/>
                  <a:pt x="158901" y="75439"/>
                </a:cubicBezTo>
                <a:cubicBezTo>
                  <a:pt x="153734" y="74406"/>
                  <a:pt x="151157" y="74922"/>
                  <a:pt x="151157" y="76992"/>
                </a:cubicBezTo>
                <a:cubicBezTo>
                  <a:pt x="151157" y="78961"/>
                  <a:pt x="147877" y="79812"/>
                  <a:pt x="142182" y="79321"/>
                </a:cubicBezTo>
                <a:cubicBezTo>
                  <a:pt x="130428" y="78308"/>
                  <a:pt x="124889" y="85064"/>
                  <a:pt x="127056" y="97769"/>
                </a:cubicBezTo>
                <a:cubicBezTo>
                  <a:pt x="127904" y="102738"/>
                  <a:pt x="129473" y="107965"/>
                  <a:pt x="130544" y="109385"/>
                </a:cubicBezTo>
                <a:cubicBezTo>
                  <a:pt x="131614" y="110805"/>
                  <a:pt x="133291" y="115711"/>
                  <a:pt x="134269" y="120288"/>
                </a:cubicBezTo>
                <a:cubicBezTo>
                  <a:pt x="135415" y="125645"/>
                  <a:pt x="140578" y="132682"/>
                  <a:pt x="148765" y="140043"/>
                </a:cubicBezTo>
                <a:cubicBezTo>
                  <a:pt x="162833" y="152691"/>
                  <a:pt x="164554" y="157142"/>
                  <a:pt x="155377" y="157142"/>
                </a:cubicBezTo>
                <a:cubicBezTo>
                  <a:pt x="152019" y="157142"/>
                  <a:pt x="146470" y="159346"/>
                  <a:pt x="143045" y="162040"/>
                </a:cubicBezTo>
                <a:cubicBezTo>
                  <a:pt x="134241" y="168966"/>
                  <a:pt x="104579" y="168891"/>
                  <a:pt x="102761" y="161938"/>
                </a:cubicBezTo>
                <a:close/>
              </a:path>
            </a:pathLst>
          </a:custGeom>
          <a:solidFill>
            <a:srgbClr val="B9B9B9"/>
          </a:solidFill>
          <a:ln w="5163" cap="flat">
            <a:noFill/>
            <a:prstDash val="solid"/>
            <a:miter/>
          </a:ln>
        </p:spPr>
        <p:txBody>
          <a:bodyPr/>
          <a:lstStyle/>
          <a:p>
            <a:endParaRPr lang="es-419" noProof="0" dirty="0"/>
          </a:p>
        </p:txBody>
      </p:sp>
      <p:sp>
        <p:nvSpPr>
          <p:cNvPr id="47" name="Forma libre: forma 46">
            <a:extLst>
              <a:ext uri="{FF2B5EF4-FFF2-40B4-BE49-F238E27FC236}">
                <a16:creationId xmlns:a16="http://schemas.microsoft.com/office/drawing/2014/main" id="{AFD0FA66-6322-56B2-3002-B581C6F18FB0}"/>
              </a:ext>
            </a:extLst>
          </p:cNvPr>
          <p:cNvSpPr/>
          <p:nvPr/>
        </p:nvSpPr>
        <p:spPr>
          <a:xfrm>
            <a:off x="1461542" y="2144566"/>
            <a:ext cx="129500" cy="144710"/>
          </a:xfrm>
          <a:custGeom>
            <a:avLst/>
            <a:gdLst>
              <a:gd name="csX0" fmla="*/ 39451 w 129500"/>
              <a:gd name="csY0" fmla="*/ 143362 h 144710"/>
              <a:gd name="csX1" fmla="*/ 36297 w 129500"/>
              <a:gd name="csY1" fmla="*/ 137530 h 144710"/>
              <a:gd name="csX2" fmla="*/ 22310 w 129500"/>
              <a:gd name="csY2" fmla="*/ 122582 h 144710"/>
              <a:gd name="csX3" fmla="*/ 6555 w 129500"/>
              <a:gd name="csY3" fmla="*/ 101930 h 144710"/>
              <a:gd name="csX4" fmla="*/ 2723 w 129500"/>
              <a:gd name="csY4" fmla="*/ 90935 h 144710"/>
              <a:gd name="csX5" fmla="*/ 1214 w 129500"/>
              <a:gd name="csY5" fmla="*/ 71343 h 144710"/>
              <a:gd name="csX6" fmla="*/ 12550 w 129500"/>
              <a:gd name="csY6" fmla="*/ 66880 h 144710"/>
              <a:gd name="csX7" fmla="*/ 22940 w 129500"/>
              <a:gd name="csY7" fmla="*/ 63986 h 144710"/>
              <a:gd name="csX8" fmla="*/ 31348 w 129500"/>
              <a:gd name="csY8" fmla="*/ 62963 h 144710"/>
              <a:gd name="csX9" fmla="*/ 38911 w 129500"/>
              <a:gd name="csY9" fmla="*/ 59306 h 144710"/>
              <a:gd name="csX10" fmla="*/ 42783 w 129500"/>
              <a:gd name="csY10" fmla="*/ 50923 h 144710"/>
              <a:gd name="csX11" fmla="*/ 46656 w 129500"/>
              <a:gd name="csY11" fmla="*/ 42586 h 144710"/>
              <a:gd name="csX12" fmla="*/ 51173 w 129500"/>
              <a:gd name="csY12" fmla="*/ 39323 h 144710"/>
              <a:gd name="csX13" fmla="*/ 69566 w 129500"/>
              <a:gd name="csY13" fmla="*/ 37767 h 144710"/>
              <a:gd name="csX14" fmla="*/ 69872 w 129500"/>
              <a:gd name="csY14" fmla="*/ 27120 h 144710"/>
              <a:gd name="csX15" fmla="*/ 67231 w 129500"/>
              <a:gd name="csY15" fmla="*/ 13692 h 144710"/>
              <a:gd name="csX16" fmla="*/ 69736 w 129500"/>
              <a:gd name="csY16" fmla="*/ 7102 h 144710"/>
              <a:gd name="csX17" fmla="*/ 81814 w 129500"/>
              <a:gd name="csY17" fmla="*/ 13524 h 144710"/>
              <a:gd name="csX18" fmla="*/ 100866 w 129500"/>
              <a:gd name="csY18" fmla="*/ 15068 h 144710"/>
              <a:gd name="csX19" fmla="*/ 113355 w 129500"/>
              <a:gd name="csY19" fmla="*/ 326 h 144710"/>
              <a:gd name="csX20" fmla="*/ 116355 w 129500"/>
              <a:gd name="csY20" fmla="*/ 6085 h 144710"/>
              <a:gd name="csX21" fmla="*/ 122928 w 129500"/>
              <a:gd name="csY21" fmla="*/ 21207 h 144710"/>
              <a:gd name="csX22" fmla="*/ 129501 w 129500"/>
              <a:gd name="csY22" fmla="*/ 32422 h 144710"/>
              <a:gd name="csX23" fmla="*/ 122289 w 129500"/>
              <a:gd name="csY23" fmla="*/ 39110 h 144710"/>
              <a:gd name="csX24" fmla="*/ 114210 w 129500"/>
              <a:gd name="csY24" fmla="*/ 43197 h 144710"/>
              <a:gd name="csX25" fmla="*/ 100996 w 129500"/>
              <a:gd name="csY25" fmla="*/ 50277 h 144710"/>
              <a:gd name="csX26" fmla="*/ 91480 w 129500"/>
              <a:gd name="csY26" fmla="*/ 69527 h 144710"/>
              <a:gd name="csX27" fmla="*/ 86825 w 129500"/>
              <a:gd name="csY27" fmla="*/ 82667 h 144710"/>
              <a:gd name="csX28" fmla="*/ 75170 w 129500"/>
              <a:gd name="csY28" fmla="*/ 92424 h 144710"/>
              <a:gd name="csX29" fmla="*/ 62144 w 129500"/>
              <a:gd name="csY29" fmla="*/ 108405 h 144710"/>
              <a:gd name="csX30" fmla="*/ 58272 w 129500"/>
              <a:gd name="csY30" fmla="*/ 119688 h 144710"/>
              <a:gd name="csX31" fmla="*/ 54400 w 129500"/>
              <a:gd name="csY31" fmla="*/ 127352 h 144710"/>
              <a:gd name="csX32" fmla="*/ 52416 w 129500"/>
              <a:gd name="csY32" fmla="*/ 133529 h 144710"/>
              <a:gd name="csX33" fmla="*/ 46503 w 129500"/>
              <a:gd name="csY33" fmla="*/ 140006 h 144710"/>
              <a:gd name="csX34" fmla="*/ 39451 w 129500"/>
              <a:gd name="csY34" fmla="*/ 143362 h 1447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129500" h="144710">
                <a:moveTo>
                  <a:pt x="39451" y="143362"/>
                </a:moveTo>
                <a:cubicBezTo>
                  <a:pt x="37734" y="141645"/>
                  <a:pt x="36315" y="139021"/>
                  <a:pt x="36297" y="137530"/>
                </a:cubicBezTo>
                <a:cubicBezTo>
                  <a:pt x="36279" y="136040"/>
                  <a:pt x="29985" y="129313"/>
                  <a:pt x="22310" y="122582"/>
                </a:cubicBezTo>
                <a:cubicBezTo>
                  <a:pt x="12868" y="114302"/>
                  <a:pt x="7773" y="107623"/>
                  <a:pt x="6555" y="101930"/>
                </a:cubicBezTo>
                <a:cubicBezTo>
                  <a:pt x="5566" y="97303"/>
                  <a:pt x="3842" y="92355"/>
                  <a:pt x="2723" y="90935"/>
                </a:cubicBezTo>
                <a:cubicBezTo>
                  <a:pt x="-91" y="87360"/>
                  <a:pt x="-945" y="76286"/>
                  <a:pt x="1214" y="71343"/>
                </a:cubicBezTo>
                <a:cubicBezTo>
                  <a:pt x="2338" y="68767"/>
                  <a:pt x="6560" y="67105"/>
                  <a:pt x="12550" y="66880"/>
                </a:cubicBezTo>
                <a:cubicBezTo>
                  <a:pt x="17800" y="66683"/>
                  <a:pt x="22476" y="65380"/>
                  <a:pt x="22940" y="63986"/>
                </a:cubicBezTo>
                <a:cubicBezTo>
                  <a:pt x="23405" y="62591"/>
                  <a:pt x="27189" y="62131"/>
                  <a:pt x="31348" y="62963"/>
                </a:cubicBezTo>
                <a:cubicBezTo>
                  <a:pt x="37697" y="64232"/>
                  <a:pt x="38911" y="63645"/>
                  <a:pt x="38911" y="59306"/>
                </a:cubicBezTo>
                <a:cubicBezTo>
                  <a:pt x="38911" y="56463"/>
                  <a:pt x="40654" y="52690"/>
                  <a:pt x="42783" y="50923"/>
                </a:cubicBezTo>
                <a:cubicBezTo>
                  <a:pt x="44913" y="49155"/>
                  <a:pt x="46656" y="45404"/>
                  <a:pt x="46656" y="42586"/>
                </a:cubicBezTo>
                <a:cubicBezTo>
                  <a:pt x="46656" y="38720"/>
                  <a:pt x="47764" y="37919"/>
                  <a:pt x="51173" y="39323"/>
                </a:cubicBezTo>
                <a:cubicBezTo>
                  <a:pt x="61512" y="43579"/>
                  <a:pt x="64377" y="43337"/>
                  <a:pt x="69566" y="37767"/>
                </a:cubicBezTo>
                <a:cubicBezTo>
                  <a:pt x="75009" y="31925"/>
                  <a:pt x="75010" y="31906"/>
                  <a:pt x="69872" y="27120"/>
                </a:cubicBezTo>
                <a:cubicBezTo>
                  <a:pt x="63882" y="21540"/>
                  <a:pt x="64007" y="22172"/>
                  <a:pt x="67231" y="13692"/>
                </a:cubicBezTo>
                <a:lnTo>
                  <a:pt x="69736" y="7102"/>
                </a:lnTo>
                <a:lnTo>
                  <a:pt x="81814" y="13524"/>
                </a:lnTo>
                <a:cubicBezTo>
                  <a:pt x="96277" y="21214"/>
                  <a:pt x="100866" y="21586"/>
                  <a:pt x="100866" y="15068"/>
                </a:cubicBezTo>
                <a:cubicBezTo>
                  <a:pt x="100866" y="8386"/>
                  <a:pt x="109640" y="-1970"/>
                  <a:pt x="113355" y="326"/>
                </a:cubicBezTo>
                <a:cubicBezTo>
                  <a:pt x="115005" y="1346"/>
                  <a:pt x="116355" y="3937"/>
                  <a:pt x="116355" y="6085"/>
                </a:cubicBezTo>
                <a:cubicBezTo>
                  <a:pt x="116355" y="8233"/>
                  <a:pt x="119313" y="15038"/>
                  <a:pt x="122928" y="21207"/>
                </a:cubicBezTo>
                <a:lnTo>
                  <a:pt x="129501" y="32422"/>
                </a:lnTo>
                <a:lnTo>
                  <a:pt x="122289" y="39110"/>
                </a:lnTo>
                <a:cubicBezTo>
                  <a:pt x="118322" y="42788"/>
                  <a:pt x="114687" y="44627"/>
                  <a:pt x="114210" y="43197"/>
                </a:cubicBezTo>
                <a:cubicBezTo>
                  <a:pt x="112111" y="36901"/>
                  <a:pt x="104310" y="41081"/>
                  <a:pt x="100996" y="50277"/>
                </a:cubicBezTo>
                <a:cubicBezTo>
                  <a:pt x="99077" y="55602"/>
                  <a:pt x="94795" y="64264"/>
                  <a:pt x="91480" y="69527"/>
                </a:cubicBezTo>
                <a:cubicBezTo>
                  <a:pt x="88166" y="74789"/>
                  <a:pt x="86071" y="80703"/>
                  <a:pt x="86825" y="82667"/>
                </a:cubicBezTo>
                <a:cubicBezTo>
                  <a:pt x="87734" y="85037"/>
                  <a:pt x="83812" y="88321"/>
                  <a:pt x="75170" y="92424"/>
                </a:cubicBezTo>
                <a:cubicBezTo>
                  <a:pt x="62898" y="98250"/>
                  <a:pt x="62144" y="99174"/>
                  <a:pt x="62144" y="108405"/>
                </a:cubicBezTo>
                <a:cubicBezTo>
                  <a:pt x="62144" y="114732"/>
                  <a:pt x="60773" y="118729"/>
                  <a:pt x="58272" y="119688"/>
                </a:cubicBezTo>
                <a:cubicBezTo>
                  <a:pt x="56143" y="120506"/>
                  <a:pt x="54400" y="123954"/>
                  <a:pt x="54400" y="127352"/>
                </a:cubicBezTo>
                <a:cubicBezTo>
                  <a:pt x="54400" y="130749"/>
                  <a:pt x="53507" y="133529"/>
                  <a:pt x="52416" y="133529"/>
                </a:cubicBezTo>
                <a:cubicBezTo>
                  <a:pt x="51325" y="133529"/>
                  <a:pt x="48664" y="136444"/>
                  <a:pt x="46503" y="140006"/>
                </a:cubicBezTo>
                <a:cubicBezTo>
                  <a:pt x="43429" y="145071"/>
                  <a:pt x="41892" y="145803"/>
                  <a:pt x="39451" y="143362"/>
                </a:cubicBezTo>
                <a:close/>
              </a:path>
            </a:pathLst>
          </a:custGeom>
          <a:solidFill>
            <a:srgbClr val="B9B9B9"/>
          </a:solidFill>
          <a:ln w="5163" cap="flat">
            <a:noFill/>
            <a:prstDash val="solid"/>
            <a:miter/>
          </a:ln>
        </p:spPr>
        <p:txBody>
          <a:bodyPr/>
          <a:lstStyle/>
          <a:p>
            <a:endParaRPr lang="es-419" noProof="0" dirty="0"/>
          </a:p>
        </p:txBody>
      </p:sp>
      <p:sp>
        <p:nvSpPr>
          <p:cNvPr id="48" name="Forma libre: forma 47">
            <a:extLst>
              <a:ext uri="{FF2B5EF4-FFF2-40B4-BE49-F238E27FC236}">
                <a16:creationId xmlns:a16="http://schemas.microsoft.com/office/drawing/2014/main" id="{12A977C7-2F23-3439-36EA-21015EA15127}"/>
              </a:ext>
            </a:extLst>
          </p:cNvPr>
          <p:cNvSpPr/>
          <p:nvPr/>
        </p:nvSpPr>
        <p:spPr>
          <a:xfrm>
            <a:off x="2333829" y="2099494"/>
            <a:ext cx="245950" cy="186219"/>
          </a:xfrm>
          <a:custGeom>
            <a:avLst/>
            <a:gdLst>
              <a:gd name="csX0" fmla="*/ 63193 w 245950"/>
              <a:gd name="csY0" fmla="*/ 151536 h 186219"/>
              <a:gd name="csX1" fmla="*/ 28715 w 245950"/>
              <a:gd name="csY1" fmla="*/ 120621 h 186219"/>
              <a:gd name="csX2" fmla="*/ 15073 w 245950"/>
              <a:gd name="csY2" fmla="*/ 124390 h 186219"/>
              <a:gd name="csX3" fmla="*/ 5596 w 245950"/>
              <a:gd name="csY3" fmla="*/ 124390 h 186219"/>
              <a:gd name="csX4" fmla="*/ 5596 w 245950"/>
              <a:gd name="csY4" fmla="*/ 107763 h 186219"/>
              <a:gd name="csX5" fmla="*/ 3015 w 245950"/>
              <a:gd name="csY5" fmla="*/ 89541 h 186219"/>
              <a:gd name="csX6" fmla="*/ 11404 w 245950"/>
              <a:gd name="csY6" fmla="*/ 63244 h 186219"/>
              <a:gd name="csX7" fmla="*/ 106611 w 245950"/>
              <a:gd name="csY7" fmla="*/ 25070 h 186219"/>
              <a:gd name="csX8" fmla="*/ 133716 w 245950"/>
              <a:gd name="csY8" fmla="*/ 14252 h 186219"/>
              <a:gd name="csX9" fmla="*/ 160483 w 245950"/>
              <a:gd name="csY9" fmla="*/ 1908 h 186219"/>
              <a:gd name="csX10" fmla="*/ 238554 w 245950"/>
              <a:gd name="csY10" fmla="*/ 11931 h 186219"/>
              <a:gd name="csX11" fmla="*/ 245107 w 245950"/>
              <a:gd name="csY11" fmla="*/ 29136 h 186219"/>
              <a:gd name="csX12" fmla="*/ 240861 w 245950"/>
              <a:gd name="csY12" fmla="*/ 62435 h 186219"/>
              <a:gd name="csX13" fmla="*/ 234529 w 245950"/>
              <a:gd name="csY13" fmla="*/ 81796 h 186219"/>
              <a:gd name="csX14" fmla="*/ 183096 w 245950"/>
              <a:gd name="csY14" fmla="*/ 120518 h 186219"/>
              <a:gd name="csX15" fmla="*/ 112584 w 245950"/>
              <a:gd name="csY15" fmla="*/ 172730 h 186219"/>
              <a:gd name="csX16" fmla="*/ 93505 w 245950"/>
              <a:gd name="csY16" fmla="*/ 186220 h 186219"/>
              <a:gd name="csX17" fmla="*/ 63193 w 245950"/>
              <a:gd name="csY17" fmla="*/ 151536 h 1862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245950" h="186219">
                <a:moveTo>
                  <a:pt x="63193" y="151536"/>
                </a:moveTo>
                <a:cubicBezTo>
                  <a:pt x="35962" y="120379"/>
                  <a:pt x="32456" y="117236"/>
                  <a:pt x="28715" y="120621"/>
                </a:cubicBezTo>
                <a:cubicBezTo>
                  <a:pt x="26425" y="122694"/>
                  <a:pt x="20286" y="124390"/>
                  <a:pt x="15073" y="124390"/>
                </a:cubicBezTo>
                <a:lnTo>
                  <a:pt x="5596" y="124390"/>
                </a:lnTo>
                <a:lnTo>
                  <a:pt x="5596" y="107763"/>
                </a:lnTo>
                <a:cubicBezTo>
                  <a:pt x="5596" y="98618"/>
                  <a:pt x="4435" y="90418"/>
                  <a:pt x="3015" y="89541"/>
                </a:cubicBezTo>
                <a:cubicBezTo>
                  <a:pt x="-3245" y="85672"/>
                  <a:pt x="575" y="73700"/>
                  <a:pt x="11404" y="63244"/>
                </a:cubicBezTo>
                <a:cubicBezTo>
                  <a:pt x="30218" y="45081"/>
                  <a:pt x="67101" y="30293"/>
                  <a:pt x="106611" y="25070"/>
                </a:cubicBezTo>
                <a:cubicBezTo>
                  <a:pt x="113529" y="24155"/>
                  <a:pt x="124948" y="19598"/>
                  <a:pt x="133716" y="14252"/>
                </a:cubicBezTo>
                <a:cubicBezTo>
                  <a:pt x="142049" y="9172"/>
                  <a:pt x="154094" y="3617"/>
                  <a:pt x="160483" y="1908"/>
                </a:cubicBezTo>
                <a:cubicBezTo>
                  <a:pt x="179743" y="-3243"/>
                  <a:pt x="225908" y="2684"/>
                  <a:pt x="238554" y="11931"/>
                </a:cubicBezTo>
                <a:cubicBezTo>
                  <a:pt x="241216" y="13878"/>
                  <a:pt x="243864" y="20830"/>
                  <a:pt x="245107" y="29136"/>
                </a:cubicBezTo>
                <a:cubicBezTo>
                  <a:pt x="246841" y="40720"/>
                  <a:pt x="246124" y="46345"/>
                  <a:pt x="240861" y="62435"/>
                </a:cubicBezTo>
                <a:lnTo>
                  <a:pt x="234529" y="81796"/>
                </a:lnTo>
                <a:lnTo>
                  <a:pt x="183096" y="120518"/>
                </a:lnTo>
                <a:cubicBezTo>
                  <a:pt x="154808" y="141815"/>
                  <a:pt x="123078" y="165310"/>
                  <a:pt x="112584" y="172730"/>
                </a:cubicBezTo>
                <a:lnTo>
                  <a:pt x="93505" y="186220"/>
                </a:lnTo>
                <a:lnTo>
                  <a:pt x="63193" y="151536"/>
                </a:lnTo>
                <a:close/>
              </a:path>
            </a:pathLst>
          </a:custGeom>
          <a:solidFill>
            <a:srgbClr val="B9B9B9"/>
          </a:solidFill>
          <a:ln w="5163" cap="flat">
            <a:noFill/>
            <a:prstDash val="solid"/>
            <a:miter/>
          </a:ln>
        </p:spPr>
        <p:txBody>
          <a:bodyPr/>
          <a:lstStyle/>
          <a:p>
            <a:endParaRPr lang="es-419" noProof="0" dirty="0"/>
          </a:p>
        </p:txBody>
      </p:sp>
      <p:sp>
        <p:nvSpPr>
          <p:cNvPr id="49" name="Forma libre: forma 48">
            <a:extLst>
              <a:ext uri="{FF2B5EF4-FFF2-40B4-BE49-F238E27FC236}">
                <a16:creationId xmlns:a16="http://schemas.microsoft.com/office/drawing/2014/main" id="{F924900C-950A-CFEC-D282-7729B1539ED7}"/>
              </a:ext>
            </a:extLst>
          </p:cNvPr>
          <p:cNvSpPr/>
          <p:nvPr/>
        </p:nvSpPr>
        <p:spPr>
          <a:xfrm>
            <a:off x="2334670" y="2196667"/>
            <a:ext cx="1839" cy="7968"/>
          </a:xfrm>
          <a:custGeom>
            <a:avLst/>
            <a:gdLst>
              <a:gd name="csX0" fmla="*/ 0 w 1839"/>
              <a:gd name="csY0" fmla="*/ 3984 h 7968"/>
              <a:gd name="csX1" fmla="*/ 1302 w 1839"/>
              <a:gd name="csY1" fmla="*/ 757 h 7968"/>
              <a:gd name="csX2" fmla="*/ 1302 w 1839"/>
              <a:gd name="csY2" fmla="*/ 7211 h 7968"/>
              <a:gd name="csX3" fmla="*/ 0 w 1839"/>
              <a:gd name="csY3" fmla="*/ 3984 h 7968"/>
            </a:gdLst>
            <a:ahLst/>
            <a:cxnLst>
              <a:cxn ang="0">
                <a:pos x="csX0" y="csY0"/>
              </a:cxn>
              <a:cxn ang="0">
                <a:pos x="csX1" y="csY1"/>
              </a:cxn>
              <a:cxn ang="0">
                <a:pos x="csX2" y="csY2"/>
              </a:cxn>
              <a:cxn ang="0">
                <a:pos x="csX3" y="csY3"/>
              </a:cxn>
            </a:cxnLst>
            <a:rect l="l" t="t" r="r" b="b"/>
            <a:pathLst>
              <a:path w="1839" h="7968">
                <a:moveTo>
                  <a:pt x="0" y="3984"/>
                </a:moveTo>
                <a:cubicBezTo>
                  <a:pt x="0" y="435"/>
                  <a:pt x="586" y="-1017"/>
                  <a:pt x="1302" y="757"/>
                </a:cubicBezTo>
                <a:cubicBezTo>
                  <a:pt x="2018" y="2532"/>
                  <a:pt x="2018" y="5436"/>
                  <a:pt x="1302" y="7211"/>
                </a:cubicBezTo>
                <a:cubicBezTo>
                  <a:pt x="586" y="8986"/>
                  <a:pt x="0" y="7534"/>
                  <a:pt x="0" y="3984"/>
                </a:cubicBezTo>
                <a:close/>
              </a:path>
            </a:pathLst>
          </a:custGeom>
          <a:solidFill>
            <a:srgbClr val="B9B9B9"/>
          </a:solidFill>
          <a:ln w="5163" cap="flat">
            <a:noFill/>
            <a:prstDash val="solid"/>
            <a:miter/>
          </a:ln>
        </p:spPr>
        <p:txBody>
          <a:bodyPr/>
          <a:lstStyle/>
          <a:p>
            <a:endParaRPr lang="es-419" noProof="0" dirty="0"/>
          </a:p>
        </p:txBody>
      </p:sp>
      <p:sp>
        <p:nvSpPr>
          <p:cNvPr id="50" name="Forma libre: forma 49">
            <a:extLst>
              <a:ext uri="{FF2B5EF4-FFF2-40B4-BE49-F238E27FC236}">
                <a16:creationId xmlns:a16="http://schemas.microsoft.com/office/drawing/2014/main" id="{79AB379B-856C-F37D-D4D6-50733B2CF6C5}"/>
              </a:ext>
            </a:extLst>
          </p:cNvPr>
          <p:cNvSpPr/>
          <p:nvPr/>
        </p:nvSpPr>
        <p:spPr>
          <a:xfrm>
            <a:off x="1309468" y="1877186"/>
            <a:ext cx="342958" cy="300162"/>
          </a:xfrm>
          <a:custGeom>
            <a:avLst/>
            <a:gdLst>
              <a:gd name="csX0" fmla="*/ 295686 w 342958"/>
              <a:gd name="csY0" fmla="*/ 296278 h 300162"/>
              <a:gd name="csX1" fmla="*/ 285863 w 342958"/>
              <a:gd name="csY1" fmla="*/ 292488 h 300162"/>
              <a:gd name="csX2" fmla="*/ 274573 w 342958"/>
              <a:gd name="csY2" fmla="*/ 278339 h 300162"/>
              <a:gd name="csX3" fmla="*/ 265490 w 342958"/>
              <a:gd name="csY3" fmla="*/ 262580 h 300162"/>
              <a:gd name="csX4" fmla="*/ 250359 w 342958"/>
              <a:gd name="csY4" fmla="*/ 277449 h 300162"/>
              <a:gd name="csX5" fmla="*/ 232353 w 342958"/>
              <a:gd name="csY5" fmla="*/ 275755 h 300162"/>
              <a:gd name="csX6" fmla="*/ 216800 w 342958"/>
              <a:gd name="csY6" fmla="*/ 278780 h 300162"/>
              <a:gd name="csX7" fmla="*/ 197688 w 342958"/>
              <a:gd name="csY7" fmla="*/ 275445 h 300162"/>
              <a:gd name="csX8" fmla="*/ 186717 w 342958"/>
              <a:gd name="csY8" fmla="*/ 271836 h 300162"/>
              <a:gd name="csX9" fmla="*/ 183241 w 342958"/>
              <a:gd name="csY9" fmla="*/ 267964 h 300162"/>
              <a:gd name="csX10" fmla="*/ 171812 w 342958"/>
              <a:gd name="csY10" fmla="*/ 264092 h 300162"/>
              <a:gd name="csX11" fmla="*/ 155307 w 342958"/>
              <a:gd name="csY11" fmla="*/ 270545 h 300162"/>
              <a:gd name="csX12" fmla="*/ 128918 w 342958"/>
              <a:gd name="csY12" fmla="*/ 266264 h 300162"/>
              <a:gd name="csX13" fmla="*/ 106345 w 342958"/>
              <a:gd name="csY13" fmla="*/ 255141 h 300162"/>
              <a:gd name="csX14" fmla="*/ 91555 w 342958"/>
              <a:gd name="csY14" fmla="*/ 250269 h 300162"/>
              <a:gd name="csX15" fmla="*/ 81548 w 342958"/>
              <a:gd name="csY15" fmla="*/ 247474 h 300162"/>
              <a:gd name="csX16" fmla="*/ 78435 w 342958"/>
              <a:gd name="csY16" fmla="*/ 239429 h 300162"/>
              <a:gd name="csX17" fmla="*/ 82408 w 342958"/>
              <a:gd name="csY17" fmla="*/ 200657 h 300162"/>
              <a:gd name="csX18" fmla="*/ 83563 w 342958"/>
              <a:gd name="csY18" fmla="*/ 189030 h 300162"/>
              <a:gd name="csX19" fmla="*/ 79311 w 342958"/>
              <a:gd name="csY19" fmla="*/ 164140 h 300162"/>
              <a:gd name="csX20" fmla="*/ 69658 w 342958"/>
              <a:gd name="csY20" fmla="*/ 165664 h 300162"/>
              <a:gd name="csX21" fmla="*/ 52863 w 342958"/>
              <a:gd name="csY21" fmla="*/ 178880 h 300162"/>
              <a:gd name="csX22" fmla="*/ 46310 w 342958"/>
              <a:gd name="csY22" fmla="*/ 180840 h 300162"/>
              <a:gd name="csX23" fmla="*/ 41273 w 342958"/>
              <a:gd name="csY23" fmla="*/ 176042 h 300162"/>
              <a:gd name="csX24" fmla="*/ 28735 w 342958"/>
              <a:gd name="csY24" fmla="*/ 163573 h 300162"/>
              <a:gd name="csX25" fmla="*/ 8346 w 342958"/>
              <a:gd name="csY25" fmla="*/ 134458 h 300162"/>
              <a:gd name="csX26" fmla="*/ 3097 w 342958"/>
              <a:gd name="csY26" fmla="*/ 117621 h 300162"/>
              <a:gd name="csX27" fmla="*/ 147 w 342958"/>
              <a:gd name="csY27" fmla="*/ 113613 h 300162"/>
              <a:gd name="csX28" fmla="*/ 21165 w 342958"/>
              <a:gd name="csY28" fmla="*/ 104003 h 300162"/>
              <a:gd name="csX29" fmla="*/ 72335 w 342958"/>
              <a:gd name="csY29" fmla="*/ 73250 h 300162"/>
              <a:gd name="csX30" fmla="*/ 93508 w 342958"/>
              <a:gd name="csY30" fmla="*/ 38847 h 300162"/>
              <a:gd name="csX31" fmla="*/ 97565 w 342958"/>
              <a:gd name="csY31" fmla="*/ 29800 h 300162"/>
              <a:gd name="csX32" fmla="*/ 109742 w 342958"/>
              <a:gd name="csY32" fmla="*/ 18194 h 300162"/>
              <a:gd name="csX33" fmla="*/ 113822 w 342958"/>
              <a:gd name="csY33" fmla="*/ 11110 h 300162"/>
              <a:gd name="csX34" fmla="*/ 121678 w 342958"/>
              <a:gd name="csY34" fmla="*/ 5555 h 300162"/>
              <a:gd name="csX35" fmla="*/ 127233 w 342958"/>
              <a:gd name="csY35" fmla="*/ 0 h 300162"/>
              <a:gd name="csX36" fmla="*/ 134516 w 342958"/>
              <a:gd name="csY36" fmla="*/ 8782 h 300162"/>
              <a:gd name="csX37" fmla="*/ 141869 w 342958"/>
              <a:gd name="csY37" fmla="*/ 33944 h 300162"/>
              <a:gd name="csX38" fmla="*/ 147505 w 342958"/>
              <a:gd name="csY38" fmla="*/ 58144 h 300162"/>
              <a:gd name="csX39" fmla="*/ 152804 w 342958"/>
              <a:gd name="csY39" fmla="*/ 90810 h 300162"/>
              <a:gd name="csX40" fmla="*/ 162764 w 342958"/>
              <a:gd name="csY40" fmla="*/ 124694 h 300162"/>
              <a:gd name="csX41" fmla="*/ 170334 w 342958"/>
              <a:gd name="csY41" fmla="*/ 121832 h 300162"/>
              <a:gd name="csX42" fmla="*/ 185393 w 342958"/>
              <a:gd name="csY42" fmla="*/ 124884 h 300162"/>
              <a:gd name="csX43" fmla="*/ 190271 w 342958"/>
              <a:gd name="csY43" fmla="*/ 127275 h 300162"/>
              <a:gd name="csX44" fmla="*/ 201229 w 342958"/>
              <a:gd name="csY44" fmla="*/ 139721 h 300162"/>
              <a:gd name="csX45" fmla="*/ 197439 w 342958"/>
              <a:gd name="csY45" fmla="*/ 147005 h 300162"/>
              <a:gd name="csX46" fmla="*/ 196794 w 342958"/>
              <a:gd name="csY46" fmla="*/ 162615 h 300162"/>
              <a:gd name="csX47" fmla="*/ 220205 w 342958"/>
              <a:gd name="csY47" fmla="*/ 171185 h 300162"/>
              <a:gd name="csX48" fmla="*/ 242581 w 342958"/>
              <a:gd name="csY48" fmla="*/ 173796 h 300162"/>
              <a:gd name="csX49" fmla="*/ 259092 w 342958"/>
              <a:gd name="csY49" fmla="*/ 186698 h 300162"/>
              <a:gd name="csX50" fmla="*/ 273592 w 342958"/>
              <a:gd name="csY50" fmla="*/ 197707 h 300162"/>
              <a:gd name="csX51" fmla="*/ 304244 w 342958"/>
              <a:gd name="csY51" fmla="*/ 198591 h 300162"/>
              <a:gd name="csX52" fmla="*/ 333285 w 342958"/>
              <a:gd name="csY52" fmla="*/ 203946 h 300162"/>
              <a:gd name="csX53" fmla="*/ 339205 w 342958"/>
              <a:gd name="csY53" fmla="*/ 216060 h 300162"/>
              <a:gd name="csX54" fmla="*/ 336274 w 342958"/>
              <a:gd name="csY54" fmla="*/ 220854 h 300162"/>
              <a:gd name="csX55" fmla="*/ 328850 w 342958"/>
              <a:gd name="csY55" fmla="*/ 233114 h 300162"/>
              <a:gd name="csX56" fmla="*/ 326965 w 342958"/>
              <a:gd name="csY56" fmla="*/ 236341 h 300162"/>
              <a:gd name="csX57" fmla="*/ 329181 w 342958"/>
              <a:gd name="csY57" fmla="*/ 240859 h 300162"/>
              <a:gd name="csX58" fmla="*/ 331403 w 342958"/>
              <a:gd name="csY58" fmla="*/ 248187 h 300162"/>
              <a:gd name="csX59" fmla="*/ 328049 w 342958"/>
              <a:gd name="csY59" fmla="*/ 258014 h 300162"/>
              <a:gd name="csX60" fmla="*/ 326532 w 342958"/>
              <a:gd name="csY60" fmla="*/ 276244 h 300162"/>
              <a:gd name="csX61" fmla="*/ 325085 w 342958"/>
              <a:gd name="csY61" fmla="*/ 283496 h 300162"/>
              <a:gd name="csX62" fmla="*/ 321398 w 342958"/>
              <a:gd name="csY62" fmla="*/ 292711 h 300162"/>
              <a:gd name="csX63" fmla="*/ 311874 w 342958"/>
              <a:gd name="csY63" fmla="*/ 300150 h 300162"/>
              <a:gd name="csX64" fmla="*/ 295686 w 342958"/>
              <a:gd name="csY64" fmla="*/ 296278 h 3001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Lst>
            <a:rect l="l" t="t" r="r" b="b"/>
            <a:pathLst>
              <a:path w="342958" h="300162">
                <a:moveTo>
                  <a:pt x="295686" y="296278"/>
                </a:moveTo>
                <a:cubicBezTo>
                  <a:pt x="292930" y="294193"/>
                  <a:pt x="288510" y="292488"/>
                  <a:pt x="285863" y="292488"/>
                </a:cubicBezTo>
                <a:cubicBezTo>
                  <a:pt x="282541" y="292488"/>
                  <a:pt x="279045" y="288107"/>
                  <a:pt x="274573" y="278339"/>
                </a:cubicBezTo>
                <a:cubicBezTo>
                  <a:pt x="271011" y="270557"/>
                  <a:pt x="266923" y="263466"/>
                  <a:pt x="265490" y="262580"/>
                </a:cubicBezTo>
                <a:cubicBezTo>
                  <a:pt x="261887" y="260353"/>
                  <a:pt x="250359" y="271682"/>
                  <a:pt x="250359" y="277449"/>
                </a:cubicBezTo>
                <a:cubicBezTo>
                  <a:pt x="250359" y="284106"/>
                  <a:pt x="242694" y="283385"/>
                  <a:pt x="232353" y="275755"/>
                </a:cubicBezTo>
                <a:cubicBezTo>
                  <a:pt x="223375" y="269132"/>
                  <a:pt x="216800" y="270410"/>
                  <a:pt x="216800" y="278780"/>
                </a:cubicBezTo>
                <a:cubicBezTo>
                  <a:pt x="216800" y="282868"/>
                  <a:pt x="211006" y="281857"/>
                  <a:pt x="197688" y="275445"/>
                </a:cubicBezTo>
                <a:cubicBezTo>
                  <a:pt x="193566" y="273460"/>
                  <a:pt x="188628" y="271836"/>
                  <a:pt x="186717" y="271836"/>
                </a:cubicBezTo>
                <a:cubicBezTo>
                  <a:pt x="184805" y="271836"/>
                  <a:pt x="183241" y="270094"/>
                  <a:pt x="183241" y="267964"/>
                </a:cubicBezTo>
                <a:cubicBezTo>
                  <a:pt x="183241" y="265105"/>
                  <a:pt x="180251" y="264092"/>
                  <a:pt x="171812" y="264092"/>
                </a:cubicBezTo>
                <a:cubicBezTo>
                  <a:pt x="162696" y="264092"/>
                  <a:pt x="159356" y="265398"/>
                  <a:pt x="155307" y="270545"/>
                </a:cubicBezTo>
                <a:cubicBezTo>
                  <a:pt x="148138" y="279659"/>
                  <a:pt x="141633" y="278604"/>
                  <a:pt x="128918" y="266264"/>
                </a:cubicBezTo>
                <a:cubicBezTo>
                  <a:pt x="119547" y="257171"/>
                  <a:pt x="116097" y="255470"/>
                  <a:pt x="106345" y="255141"/>
                </a:cubicBezTo>
                <a:cubicBezTo>
                  <a:pt x="98734" y="254884"/>
                  <a:pt x="93722" y="253233"/>
                  <a:pt x="91555" y="250269"/>
                </a:cubicBezTo>
                <a:cubicBezTo>
                  <a:pt x="89207" y="247058"/>
                  <a:pt x="86367" y="246265"/>
                  <a:pt x="81548" y="247474"/>
                </a:cubicBezTo>
                <a:cubicBezTo>
                  <a:pt x="74001" y="249368"/>
                  <a:pt x="73102" y="247043"/>
                  <a:pt x="78435" y="239429"/>
                </a:cubicBezTo>
                <a:cubicBezTo>
                  <a:pt x="83856" y="231688"/>
                  <a:pt x="86528" y="205621"/>
                  <a:pt x="82408" y="200657"/>
                </a:cubicBezTo>
                <a:cubicBezTo>
                  <a:pt x="79647" y="197331"/>
                  <a:pt x="79847" y="195321"/>
                  <a:pt x="83563" y="189030"/>
                </a:cubicBezTo>
                <a:cubicBezTo>
                  <a:pt x="88650" y="180419"/>
                  <a:pt x="87374" y="172952"/>
                  <a:pt x="79311" y="164140"/>
                </a:cubicBezTo>
                <a:cubicBezTo>
                  <a:pt x="73608" y="157907"/>
                  <a:pt x="69658" y="158530"/>
                  <a:pt x="69658" y="165664"/>
                </a:cubicBezTo>
                <a:cubicBezTo>
                  <a:pt x="69658" y="171138"/>
                  <a:pt x="55140" y="182563"/>
                  <a:pt x="52863" y="178880"/>
                </a:cubicBezTo>
                <a:cubicBezTo>
                  <a:pt x="50323" y="174770"/>
                  <a:pt x="46434" y="175933"/>
                  <a:pt x="46310" y="180840"/>
                </a:cubicBezTo>
                <a:cubicBezTo>
                  <a:pt x="46241" y="183582"/>
                  <a:pt x="44262" y="181697"/>
                  <a:pt x="41273" y="176042"/>
                </a:cubicBezTo>
                <a:cubicBezTo>
                  <a:pt x="38533" y="170858"/>
                  <a:pt x="32973" y="165329"/>
                  <a:pt x="28735" y="163573"/>
                </a:cubicBezTo>
                <a:cubicBezTo>
                  <a:pt x="15748" y="158193"/>
                  <a:pt x="9667" y="149510"/>
                  <a:pt x="8346" y="134458"/>
                </a:cubicBezTo>
                <a:cubicBezTo>
                  <a:pt x="7635" y="126353"/>
                  <a:pt x="5506" y="119523"/>
                  <a:pt x="3097" y="117621"/>
                </a:cubicBezTo>
                <a:cubicBezTo>
                  <a:pt x="868" y="115861"/>
                  <a:pt x="-459" y="114058"/>
                  <a:pt x="147" y="113613"/>
                </a:cubicBezTo>
                <a:cubicBezTo>
                  <a:pt x="7952" y="107892"/>
                  <a:pt x="16388" y="104034"/>
                  <a:pt x="21165" y="104003"/>
                </a:cubicBezTo>
                <a:cubicBezTo>
                  <a:pt x="38718" y="103886"/>
                  <a:pt x="49596" y="97348"/>
                  <a:pt x="72335" y="73250"/>
                </a:cubicBezTo>
                <a:cubicBezTo>
                  <a:pt x="94445" y="49819"/>
                  <a:pt x="94883" y="49106"/>
                  <a:pt x="93508" y="38847"/>
                </a:cubicBezTo>
                <a:cubicBezTo>
                  <a:pt x="92208" y="29159"/>
                  <a:pt x="92513" y="28479"/>
                  <a:pt x="97565" y="29800"/>
                </a:cubicBezTo>
                <a:cubicBezTo>
                  <a:pt x="103852" y="31444"/>
                  <a:pt x="107223" y="28231"/>
                  <a:pt x="109742" y="18194"/>
                </a:cubicBezTo>
                <a:cubicBezTo>
                  <a:pt x="110720" y="14298"/>
                  <a:pt x="112556" y="11110"/>
                  <a:pt x="113822" y="11110"/>
                </a:cubicBezTo>
                <a:cubicBezTo>
                  <a:pt x="115088" y="11110"/>
                  <a:pt x="118623" y="8610"/>
                  <a:pt x="121678" y="5555"/>
                </a:cubicBezTo>
                <a:lnTo>
                  <a:pt x="127233" y="0"/>
                </a:lnTo>
                <a:lnTo>
                  <a:pt x="134516" y="8782"/>
                </a:lnTo>
                <a:cubicBezTo>
                  <a:pt x="140793" y="16350"/>
                  <a:pt x="141809" y="19826"/>
                  <a:pt x="141869" y="33944"/>
                </a:cubicBezTo>
                <a:cubicBezTo>
                  <a:pt x="141922" y="46507"/>
                  <a:pt x="143236" y="52147"/>
                  <a:pt x="147505" y="58144"/>
                </a:cubicBezTo>
                <a:cubicBezTo>
                  <a:pt x="152339" y="64931"/>
                  <a:pt x="153038" y="69240"/>
                  <a:pt x="152804" y="90810"/>
                </a:cubicBezTo>
                <a:cubicBezTo>
                  <a:pt x="152465" y="122159"/>
                  <a:pt x="153210" y="124694"/>
                  <a:pt x="162764" y="124694"/>
                </a:cubicBezTo>
                <a:cubicBezTo>
                  <a:pt x="166927" y="124694"/>
                  <a:pt x="170334" y="123406"/>
                  <a:pt x="170334" y="121832"/>
                </a:cubicBezTo>
                <a:cubicBezTo>
                  <a:pt x="170334" y="118431"/>
                  <a:pt x="184072" y="121216"/>
                  <a:pt x="185393" y="124884"/>
                </a:cubicBezTo>
                <a:cubicBezTo>
                  <a:pt x="185866" y="126199"/>
                  <a:pt x="188061" y="127275"/>
                  <a:pt x="190271" y="127275"/>
                </a:cubicBezTo>
                <a:cubicBezTo>
                  <a:pt x="194758" y="127275"/>
                  <a:pt x="201103" y="134482"/>
                  <a:pt x="201229" y="139721"/>
                </a:cubicBezTo>
                <a:cubicBezTo>
                  <a:pt x="201275" y="141597"/>
                  <a:pt x="199569" y="144875"/>
                  <a:pt x="197439" y="147005"/>
                </a:cubicBezTo>
                <a:cubicBezTo>
                  <a:pt x="192728" y="151716"/>
                  <a:pt x="192413" y="159339"/>
                  <a:pt x="196794" y="162615"/>
                </a:cubicBezTo>
                <a:cubicBezTo>
                  <a:pt x="198569" y="163942"/>
                  <a:pt x="209104" y="167799"/>
                  <a:pt x="220205" y="171185"/>
                </a:cubicBezTo>
                <a:cubicBezTo>
                  <a:pt x="236917" y="176284"/>
                  <a:pt x="240766" y="176733"/>
                  <a:pt x="242581" y="173796"/>
                </a:cubicBezTo>
                <a:cubicBezTo>
                  <a:pt x="245948" y="168348"/>
                  <a:pt x="255565" y="175863"/>
                  <a:pt x="259092" y="186698"/>
                </a:cubicBezTo>
                <a:cubicBezTo>
                  <a:pt x="261627" y="194485"/>
                  <a:pt x="263378" y="195815"/>
                  <a:pt x="273592" y="197707"/>
                </a:cubicBezTo>
                <a:cubicBezTo>
                  <a:pt x="279981" y="198890"/>
                  <a:pt x="293775" y="199289"/>
                  <a:pt x="304244" y="198591"/>
                </a:cubicBezTo>
                <a:cubicBezTo>
                  <a:pt x="321502" y="197442"/>
                  <a:pt x="324213" y="197942"/>
                  <a:pt x="333285" y="203946"/>
                </a:cubicBezTo>
                <a:cubicBezTo>
                  <a:pt x="344213" y="211177"/>
                  <a:pt x="345431" y="213671"/>
                  <a:pt x="339205" y="216060"/>
                </a:cubicBezTo>
                <a:cubicBezTo>
                  <a:pt x="336957" y="216923"/>
                  <a:pt x="335638" y="219080"/>
                  <a:pt x="336274" y="220854"/>
                </a:cubicBezTo>
                <a:cubicBezTo>
                  <a:pt x="337968" y="225576"/>
                  <a:pt x="333403" y="233114"/>
                  <a:pt x="328850" y="233114"/>
                </a:cubicBezTo>
                <a:cubicBezTo>
                  <a:pt x="326331" y="233114"/>
                  <a:pt x="325653" y="234275"/>
                  <a:pt x="326965" y="236341"/>
                </a:cubicBezTo>
                <a:cubicBezTo>
                  <a:pt x="328092" y="238116"/>
                  <a:pt x="329089" y="240149"/>
                  <a:pt x="329181" y="240859"/>
                </a:cubicBezTo>
                <a:cubicBezTo>
                  <a:pt x="329272" y="241569"/>
                  <a:pt x="330272" y="244866"/>
                  <a:pt x="331403" y="248187"/>
                </a:cubicBezTo>
                <a:cubicBezTo>
                  <a:pt x="332991" y="252852"/>
                  <a:pt x="332229" y="255087"/>
                  <a:pt x="328049" y="258014"/>
                </a:cubicBezTo>
                <a:cubicBezTo>
                  <a:pt x="321663" y="262487"/>
                  <a:pt x="321157" y="268570"/>
                  <a:pt x="326532" y="276244"/>
                </a:cubicBezTo>
                <a:cubicBezTo>
                  <a:pt x="330115" y="281360"/>
                  <a:pt x="330000" y="281936"/>
                  <a:pt x="325085" y="283496"/>
                </a:cubicBezTo>
                <a:cubicBezTo>
                  <a:pt x="320727" y="284879"/>
                  <a:pt x="320050" y="286571"/>
                  <a:pt x="321398" y="292711"/>
                </a:cubicBezTo>
                <a:cubicBezTo>
                  <a:pt x="323026" y="300123"/>
                  <a:pt x="322888" y="300231"/>
                  <a:pt x="311874" y="300150"/>
                </a:cubicBezTo>
                <a:cubicBezTo>
                  <a:pt x="305727" y="300105"/>
                  <a:pt x="298443" y="298362"/>
                  <a:pt x="295686" y="296278"/>
                </a:cubicBezTo>
                <a:close/>
              </a:path>
            </a:pathLst>
          </a:custGeom>
          <a:solidFill>
            <a:srgbClr val="B9B9B9"/>
          </a:solidFill>
          <a:ln w="5163" cap="flat">
            <a:noFill/>
            <a:prstDash val="solid"/>
            <a:miter/>
          </a:ln>
        </p:spPr>
        <p:txBody>
          <a:bodyPr/>
          <a:lstStyle/>
          <a:p>
            <a:endParaRPr lang="es-419" noProof="0" dirty="0"/>
          </a:p>
        </p:txBody>
      </p:sp>
      <p:sp>
        <p:nvSpPr>
          <p:cNvPr id="51" name="Forma libre: forma 50">
            <a:extLst>
              <a:ext uri="{FF2B5EF4-FFF2-40B4-BE49-F238E27FC236}">
                <a16:creationId xmlns:a16="http://schemas.microsoft.com/office/drawing/2014/main" id="{CEF9A8C3-9419-1D4D-8EE9-2CD4A6F25193}"/>
              </a:ext>
            </a:extLst>
          </p:cNvPr>
          <p:cNvSpPr/>
          <p:nvPr/>
        </p:nvSpPr>
        <p:spPr>
          <a:xfrm>
            <a:off x="1257795" y="2071057"/>
            <a:ext cx="87522" cy="67430"/>
          </a:xfrm>
          <a:custGeom>
            <a:avLst/>
            <a:gdLst>
              <a:gd name="csX0" fmla="*/ 3976 w 87522"/>
              <a:gd name="csY0" fmla="*/ 62589 h 67430"/>
              <a:gd name="csX1" fmla="*/ 1611 w 87522"/>
              <a:gd name="csY1" fmla="*/ 35473 h 67430"/>
              <a:gd name="csX2" fmla="*/ 13354 w 87522"/>
              <a:gd name="csY2" fmla="*/ 26110 h 67430"/>
              <a:gd name="csX3" fmla="*/ 24928 w 87522"/>
              <a:gd name="csY3" fmla="*/ 17185 h 67430"/>
              <a:gd name="csX4" fmla="*/ 28816 w 87522"/>
              <a:gd name="csY4" fmla="*/ 13430 h 67430"/>
              <a:gd name="csX5" fmla="*/ 55396 w 87522"/>
              <a:gd name="csY5" fmla="*/ 696 h 67430"/>
              <a:gd name="csX6" fmla="*/ 76595 w 87522"/>
              <a:gd name="csY6" fmla="*/ 27413 h 67430"/>
              <a:gd name="csX7" fmla="*/ 81474 w 87522"/>
              <a:gd name="csY7" fmla="*/ 35237 h 67430"/>
              <a:gd name="csX8" fmla="*/ 81963 w 87522"/>
              <a:gd name="csY8" fmla="*/ 49346 h 67430"/>
              <a:gd name="csX9" fmla="*/ 69036 w 87522"/>
              <a:gd name="csY9" fmla="*/ 59608 h 67430"/>
              <a:gd name="csX10" fmla="*/ 36947 w 87522"/>
              <a:gd name="csY10" fmla="*/ 62618 h 67430"/>
              <a:gd name="csX11" fmla="*/ 17042 w 87522"/>
              <a:gd name="csY11" fmla="*/ 62345 h 67430"/>
              <a:gd name="csX12" fmla="*/ 3976 w 87522"/>
              <a:gd name="csY12" fmla="*/ 62589 h 67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7522" h="67430">
                <a:moveTo>
                  <a:pt x="3976" y="62589"/>
                </a:moveTo>
                <a:cubicBezTo>
                  <a:pt x="-42" y="58150"/>
                  <a:pt x="-1347" y="43182"/>
                  <a:pt x="1611" y="35473"/>
                </a:cubicBezTo>
                <a:cubicBezTo>
                  <a:pt x="2496" y="33167"/>
                  <a:pt x="7780" y="28954"/>
                  <a:pt x="13354" y="26110"/>
                </a:cubicBezTo>
                <a:cubicBezTo>
                  <a:pt x="18927" y="23267"/>
                  <a:pt x="24135" y="19251"/>
                  <a:pt x="24928" y="17185"/>
                </a:cubicBezTo>
                <a:cubicBezTo>
                  <a:pt x="25721" y="15120"/>
                  <a:pt x="27470" y="13430"/>
                  <a:pt x="28816" y="13430"/>
                </a:cubicBezTo>
                <a:cubicBezTo>
                  <a:pt x="32726" y="13430"/>
                  <a:pt x="53752" y="3357"/>
                  <a:pt x="55396" y="696"/>
                </a:cubicBezTo>
                <a:cubicBezTo>
                  <a:pt x="58624" y="-4526"/>
                  <a:pt x="78997" y="21152"/>
                  <a:pt x="76595" y="27413"/>
                </a:cubicBezTo>
                <a:cubicBezTo>
                  <a:pt x="75767" y="29569"/>
                  <a:pt x="77801" y="32831"/>
                  <a:pt x="81474" y="35237"/>
                </a:cubicBezTo>
                <a:cubicBezTo>
                  <a:pt x="89349" y="40396"/>
                  <a:pt x="89558" y="46431"/>
                  <a:pt x="81963" y="49346"/>
                </a:cubicBezTo>
                <a:cubicBezTo>
                  <a:pt x="78769" y="50572"/>
                  <a:pt x="72952" y="55190"/>
                  <a:pt x="69036" y="59608"/>
                </a:cubicBezTo>
                <a:cubicBezTo>
                  <a:pt x="60658" y="69060"/>
                  <a:pt x="52768" y="69801"/>
                  <a:pt x="36947" y="62618"/>
                </a:cubicBezTo>
                <a:cubicBezTo>
                  <a:pt x="26493" y="57872"/>
                  <a:pt x="25833" y="57863"/>
                  <a:pt x="17042" y="62345"/>
                </a:cubicBezTo>
                <a:cubicBezTo>
                  <a:pt x="8489" y="66705"/>
                  <a:pt x="7714" y="66720"/>
                  <a:pt x="3976" y="62589"/>
                </a:cubicBezTo>
                <a:close/>
              </a:path>
            </a:pathLst>
          </a:custGeom>
          <a:solidFill>
            <a:srgbClr val="B9B9B9"/>
          </a:solidFill>
          <a:ln w="5163" cap="flat">
            <a:noFill/>
            <a:prstDash val="solid"/>
            <a:miter/>
          </a:ln>
        </p:spPr>
        <p:txBody>
          <a:bodyPr/>
          <a:lstStyle/>
          <a:p>
            <a:endParaRPr lang="es-419" noProof="0" dirty="0"/>
          </a:p>
        </p:txBody>
      </p:sp>
      <p:sp>
        <p:nvSpPr>
          <p:cNvPr id="52" name="Forma libre: forma 51">
            <a:extLst>
              <a:ext uri="{FF2B5EF4-FFF2-40B4-BE49-F238E27FC236}">
                <a16:creationId xmlns:a16="http://schemas.microsoft.com/office/drawing/2014/main" id="{AFEAD0DD-395A-01D1-C1A3-90021871C963}"/>
              </a:ext>
            </a:extLst>
          </p:cNvPr>
          <p:cNvSpPr/>
          <p:nvPr/>
        </p:nvSpPr>
        <p:spPr>
          <a:xfrm>
            <a:off x="1498388" y="1582666"/>
            <a:ext cx="245235" cy="503912"/>
          </a:xfrm>
          <a:custGeom>
            <a:avLst/>
            <a:gdLst>
              <a:gd name="csX0" fmla="*/ 181623 w 245235"/>
              <a:gd name="csY0" fmla="*/ 494203 h 503912"/>
              <a:gd name="csX1" fmla="*/ 158452 w 245235"/>
              <a:gd name="csY1" fmla="*/ 485687 h 503912"/>
              <a:gd name="csX2" fmla="*/ 148342 w 245235"/>
              <a:gd name="csY2" fmla="*/ 487770 h 503912"/>
              <a:gd name="csX3" fmla="*/ 119521 w 245235"/>
              <a:gd name="csY3" fmla="*/ 489801 h 503912"/>
              <a:gd name="csX4" fmla="*/ 87472 w 245235"/>
              <a:gd name="csY4" fmla="*/ 489620 h 503912"/>
              <a:gd name="csX5" fmla="*/ 73190 w 245235"/>
              <a:gd name="csY5" fmla="*/ 478988 h 503912"/>
              <a:gd name="csX6" fmla="*/ 52773 w 245235"/>
              <a:gd name="csY6" fmla="*/ 460575 h 503912"/>
              <a:gd name="csX7" fmla="*/ 49575 w 245235"/>
              <a:gd name="csY7" fmla="*/ 464677 h 503912"/>
              <a:gd name="csX8" fmla="*/ 47915 w 245235"/>
              <a:gd name="csY8" fmla="*/ 467591 h 503912"/>
              <a:gd name="csX9" fmla="*/ 13036 w 245235"/>
              <a:gd name="csY9" fmla="*/ 456319 h 503912"/>
              <a:gd name="csX10" fmla="*/ 12217 w 245235"/>
              <a:gd name="csY10" fmla="*/ 442447 h 503912"/>
              <a:gd name="csX11" fmla="*/ 16234 w 245235"/>
              <a:gd name="csY11" fmla="*/ 437376 h 503912"/>
              <a:gd name="csX12" fmla="*/ 3077 w 245235"/>
              <a:gd name="csY12" fmla="*/ 417673 h 503912"/>
              <a:gd name="csX13" fmla="*/ 0 w 245235"/>
              <a:gd name="csY13" fmla="*/ 409784 h 503912"/>
              <a:gd name="csX14" fmla="*/ 6196 w 245235"/>
              <a:gd name="csY14" fmla="*/ 402269 h 503912"/>
              <a:gd name="csX15" fmla="*/ 12532 w 245235"/>
              <a:gd name="csY15" fmla="*/ 401839 h 503912"/>
              <a:gd name="csX16" fmla="*/ 13332 w 245235"/>
              <a:gd name="csY16" fmla="*/ 389178 h 503912"/>
              <a:gd name="csX17" fmla="*/ 18583 w 245235"/>
              <a:gd name="csY17" fmla="*/ 371495 h 503912"/>
              <a:gd name="csX18" fmla="*/ 33934 w 245235"/>
              <a:gd name="csY18" fmla="*/ 366100 h 503912"/>
              <a:gd name="csX19" fmla="*/ 49768 w 245235"/>
              <a:gd name="csY19" fmla="*/ 361841 h 503912"/>
              <a:gd name="csX20" fmla="*/ 46692 w 245235"/>
              <a:gd name="csY20" fmla="*/ 337409 h 503912"/>
              <a:gd name="csX21" fmla="*/ 42031 w 245235"/>
              <a:gd name="csY21" fmla="*/ 321770 h 503912"/>
              <a:gd name="csX22" fmla="*/ 39524 w 245235"/>
              <a:gd name="csY22" fmla="*/ 295336 h 503912"/>
              <a:gd name="csX23" fmla="*/ 41858 w 245235"/>
              <a:gd name="csY23" fmla="*/ 287644 h 503912"/>
              <a:gd name="csX24" fmla="*/ 57042 w 245235"/>
              <a:gd name="csY24" fmla="*/ 277265 h 503912"/>
              <a:gd name="csX25" fmla="*/ 69737 w 245235"/>
              <a:gd name="csY25" fmla="*/ 269502 h 503912"/>
              <a:gd name="csX26" fmla="*/ 79509 w 245235"/>
              <a:gd name="csY26" fmla="*/ 253317 h 503912"/>
              <a:gd name="csX27" fmla="*/ 95370 w 245235"/>
              <a:gd name="csY27" fmla="*/ 241529 h 503912"/>
              <a:gd name="csX28" fmla="*/ 141543 w 245235"/>
              <a:gd name="csY28" fmla="*/ 207386 h 503912"/>
              <a:gd name="csX29" fmla="*/ 135987 w 245235"/>
              <a:gd name="csY29" fmla="*/ 199791 h 503912"/>
              <a:gd name="csX30" fmla="*/ 127900 w 245235"/>
              <a:gd name="csY30" fmla="*/ 166538 h 503912"/>
              <a:gd name="csX31" fmla="*/ 127266 w 245235"/>
              <a:gd name="csY31" fmla="*/ 150064 h 503912"/>
              <a:gd name="csX32" fmla="*/ 118230 w 245235"/>
              <a:gd name="csY32" fmla="*/ 149351 h 503912"/>
              <a:gd name="csX33" fmla="*/ 106311 w 245235"/>
              <a:gd name="csY33" fmla="*/ 151014 h 503912"/>
              <a:gd name="csX34" fmla="*/ 100187 w 245235"/>
              <a:gd name="csY34" fmla="*/ 149485 h 503912"/>
              <a:gd name="csX35" fmla="*/ 89795 w 245235"/>
              <a:gd name="csY35" fmla="*/ 145581 h 503912"/>
              <a:gd name="csX36" fmla="*/ 79509 w 245235"/>
              <a:gd name="csY36" fmla="*/ 132462 h 503912"/>
              <a:gd name="csX37" fmla="*/ 74746 w 245235"/>
              <a:gd name="csY37" fmla="*/ 127510 h 503912"/>
              <a:gd name="csX38" fmla="*/ 61439 w 245235"/>
              <a:gd name="csY38" fmla="*/ 106041 h 503912"/>
              <a:gd name="csX39" fmla="*/ 51376 w 245235"/>
              <a:gd name="csY39" fmla="*/ 92403 h 503912"/>
              <a:gd name="csX40" fmla="*/ 43631 w 245235"/>
              <a:gd name="csY40" fmla="*/ 82710 h 503912"/>
              <a:gd name="csX41" fmla="*/ 40756 w 245235"/>
              <a:gd name="csY41" fmla="*/ 70719 h 503912"/>
              <a:gd name="csX42" fmla="*/ 37174 w 245235"/>
              <a:gd name="csY42" fmla="*/ 60642 h 503912"/>
              <a:gd name="csX43" fmla="*/ 23391 w 245235"/>
              <a:gd name="csY43" fmla="*/ 17685 h 503912"/>
              <a:gd name="csX44" fmla="*/ 16983 w 245235"/>
              <a:gd name="csY44" fmla="*/ 12409 h 503912"/>
              <a:gd name="csX45" fmla="*/ 27512 w 245235"/>
              <a:gd name="csY45" fmla="*/ 5441 h 503912"/>
              <a:gd name="csX46" fmla="*/ 44577 w 245235"/>
              <a:gd name="csY46" fmla="*/ 1452 h 503912"/>
              <a:gd name="csX47" fmla="*/ 51418 w 245235"/>
              <a:gd name="csY47" fmla="*/ 21016 h 503912"/>
              <a:gd name="csX48" fmla="*/ 53995 w 245235"/>
              <a:gd name="csY48" fmla="*/ 32559 h 503912"/>
              <a:gd name="csX49" fmla="*/ 56749 w 245235"/>
              <a:gd name="csY49" fmla="*/ 46824 h 503912"/>
              <a:gd name="csX50" fmla="*/ 61515 w 245235"/>
              <a:gd name="csY50" fmla="*/ 64401 h 503912"/>
              <a:gd name="csX51" fmla="*/ 66783 w 245235"/>
              <a:gd name="csY51" fmla="*/ 80478 h 503912"/>
              <a:gd name="csX52" fmla="*/ 69183 w 245235"/>
              <a:gd name="csY52" fmla="*/ 82335 h 503912"/>
              <a:gd name="csX53" fmla="*/ 72797 w 245235"/>
              <a:gd name="csY53" fmla="*/ 89434 h 503912"/>
              <a:gd name="csX54" fmla="*/ 77368 w 245235"/>
              <a:gd name="csY54" fmla="*/ 95891 h 503912"/>
              <a:gd name="csX55" fmla="*/ 83382 w 245235"/>
              <a:gd name="csY55" fmla="*/ 106862 h 503912"/>
              <a:gd name="csX56" fmla="*/ 91209 w 245235"/>
              <a:gd name="csY56" fmla="*/ 114603 h 503912"/>
              <a:gd name="csX57" fmla="*/ 115649 w 245235"/>
              <a:gd name="csY57" fmla="*/ 125394 h 503912"/>
              <a:gd name="csX58" fmla="*/ 132428 w 245235"/>
              <a:gd name="csY58" fmla="*/ 131624 h 503912"/>
              <a:gd name="csX59" fmla="*/ 150553 w 245235"/>
              <a:gd name="csY59" fmla="*/ 139348 h 503912"/>
              <a:gd name="csX60" fmla="*/ 176368 w 245235"/>
              <a:gd name="csY60" fmla="*/ 146927 h 503912"/>
              <a:gd name="csX61" fmla="*/ 211382 w 245235"/>
              <a:gd name="csY61" fmla="*/ 156343 h 503912"/>
              <a:gd name="csX62" fmla="*/ 230401 w 245235"/>
              <a:gd name="csY62" fmla="*/ 161456 h 503912"/>
              <a:gd name="csX63" fmla="*/ 244475 w 245235"/>
              <a:gd name="csY63" fmla="*/ 154799 h 503912"/>
              <a:gd name="csX64" fmla="*/ 229656 w 245235"/>
              <a:gd name="csY64" fmla="*/ 212698 h 503912"/>
              <a:gd name="csX65" fmla="*/ 216833 w 245235"/>
              <a:gd name="csY65" fmla="*/ 242385 h 503912"/>
              <a:gd name="csX66" fmla="*/ 205960 w 245235"/>
              <a:gd name="csY66" fmla="*/ 288674 h 503912"/>
              <a:gd name="csX67" fmla="*/ 203418 w 245235"/>
              <a:gd name="csY67" fmla="*/ 300468 h 503912"/>
              <a:gd name="csX68" fmla="*/ 200956 w 245235"/>
              <a:gd name="csY68" fmla="*/ 300468 h 503912"/>
              <a:gd name="csX69" fmla="*/ 214917 w 245235"/>
              <a:gd name="csY69" fmla="*/ 237240 h 503912"/>
              <a:gd name="csX70" fmla="*/ 224070 w 245235"/>
              <a:gd name="csY70" fmla="*/ 211401 h 503912"/>
              <a:gd name="csX71" fmla="*/ 218637 w 245235"/>
              <a:gd name="csY71" fmla="*/ 205384 h 503912"/>
              <a:gd name="csX72" fmla="*/ 214956 w 245235"/>
              <a:gd name="csY72" fmla="*/ 204826 h 503912"/>
              <a:gd name="csX73" fmla="*/ 214905 w 245235"/>
              <a:gd name="csY73" fmla="*/ 215873 h 503912"/>
              <a:gd name="csX74" fmla="*/ 213101 w 245235"/>
              <a:gd name="csY74" fmla="*/ 224084 h 503912"/>
              <a:gd name="csX75" fmla="*/ 208491 w 245235"/>
              <a:gd name="csY75" fmla="*/ 218391 h 503912"/>
              <a:gd name="csX76" fmla="*/ 197466 w 245235"/>
              <a:gd name="csY76" fmla="*/ 218019 h 503912"/>
              <a:gd name="csX77" fmla="*/ 199747 w 245235"/>
              <a:gd name="csY77" fmla="*/ 224749 h 503912"/>
              <a:gd name="csX78" fmla="*/ 203418 w 245235"/>
              <a:gd name="csY78" fmla="*/ 228616 h 503912"/>
              <a:gd name="csX79" fmla="*/ 201015 w 245235"/>
              <a:gd name="csY79" fmla="*/ 229588 h 503912"/>
              <a:gd name="csX80" fmla="*/ 196991 w 245235"/>
              <a:gd name="csY80" fmla="*/ 230726 h 503912"/>
              <a:gd name="csX81" fmla="*/ 198308 w 245235"/>
              <a:gd name="csY81" fmla="*/ 233350 h 503912"/>
              <a:gd name="csX82" fmla="*/ 199523 w 245235"/>
              <a:gd name="csY82" fmla="*/ 241200 h 503912"/>
              <a:gd name="csX83" fmla="*/ 200899 w 245235"/>
              <a:gd name="csY83" fmla="*/ 252786 h 503912"/>
              <a:gd name="csX84" fmla="*/ 200228 w 245235"/>
              <a:gd name="csY84" fmla="*/ 257969 h 503912"/>
              <a:gd name="csX85" fmla="*/ 197509 w 245235"/>
              <a:gd name="csY85" fmla="*/ 272843 h 503912"/>
              <a:gd name="csX86" fmla="*/ 194340 w 245235"/>
              <a:gd name="csY86" fmla="*/ 281107 h 503912"/>
              <a:gd name="csX87" fmla="*/ 191370 w 245235"/>
              <a:gd name="csY87" fmla="*/ 292273 h 503912"/>
              <a:gd name="csX88" fmla="*/ 195674 w 245235"/>
              <a:gd name="csY88" fmla="*/ 307167 h 503912"/>
              <a:gd name="csX89" fmla="*/ 199681 w 245235"/>
              <a:gd name="csY89" fmla="*/ 306687 h 503912"/>
              <a:gd name="csX90" fmla="*/ 200986 w 245235"/>
              <a:gd name="csY90" fmla="*/ 320424 h 503912"/>
              <a:gd name="csX91" fmla="*/ 197882 w 245235"/>
              <a:gd name="csY91" fmla="*/ 340480 h 503912"/>
              <a:gd name="csX92" fmla="*/ 197480 w 245235"/>
              <a:gd name="csY92" fmla="*/ 350806 h 503912"/>
              <a:gd name="csX93" fmla="*/ 195674 w 245235"/>
              <a:gd name="csY93" fmla="*/ 339189 h 503912"/>
              <a:gd name="csX94" fmla="*/ 193480 w 245235"/>
              <a:gd name="csY94" fmla="*/ 360201 h 503912"/>
              <a:gd name="csX95" fmla="*/ 197184 w 245235"/>
              <a:gd name="csY95" fmla="*/ 414396 h 503912"/>
              <a:gd name="csX96" fmla="*/ 198086 w 245235"/>
              <a:gd name="csY96" fmla="*/ 450991 h 503912"/>
              <a:gd name="csX97" fmla="*/ 192986 w 245235"/>
              <a:gd name="csY97" fmla="*/ 462927 h 503912"/>
              <a:gd name="csX98" fmla="*/ 186260 w 245235"/>
              <a:gd name="csY98" fmla="*/ 476652 h 503912"/>
              <a:gd name="csX99" fmla="*/ 187756 w 245235"/>
              <a:gd name="csY99" fmla="*/ 481169 h 503912"/>
              <a:gd name="csX100" fmla="*/ 190891 w 245235"/>
              <a:gd name="csY100" fmla="*/ 476652 h 503912"/>
              <a:gd name="csX101" fmla="*/ 193026 w 245235"/>
              <a:gd name="csY101" fmla="*/ 487623 h 503912"/>
              <a:gd name="csX102" fmla="*/ 194241 w 245235"/>
              <a:gd name="csY102" fmla="*/ 503884 h 503912"/>
              <a:gd name="csX103" fmla="*/ 181623 w 245235"/>
              <a:gd name="csY103" fmla="*/ 494203 h 5039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Lst>
            <a:rect l="l" t="t" r="r" b="b"/>
            <a:pathLst>
              <a:path w="245235" h="503912">
                <a:moveTo>
                  <a:pt x="181623" y="494203"/>
                </a:moveTo>
                <a:cubicBezTo>
                  <a:pt x="170080" y="484213"/>
                  <a:pt x="162664" y="481487"/>
                  <a:pt x="158452" y="485687"/>
                </a:cubicBezTo>
                <a:cubicBezTo>
                  <a:pt x="157384" y="486752"/>
                  <a:pt x="152834" y="487689"/>
                  <a:pt x="148342" y="487770"/>
                </a:cubicBezTo>
                <a:cubicBezTo>
                  <a:pt x="143849" y="487851"/>
                  <a:pt x="130880" y="488765"/>
                  <a:pt x="119521" y="489801"/>
                </a:cubicBezTo>
                <a:cubicBezTo>
                  <a:pt x="108163" y="490837"/>
                  <a:pt x="93741" y="490755"/>
                  <a:pt x="87472" y="489620"/>
                </a:cubicBezTo>
                <a:cubicBezTo>
                  <a:pt x="77605" y="487832"/>
                  <a:pt x="75687" y="486404"/>
                  <a:pt x="73190" y="478988"/>
                </a:cubicBezTo>
                <a:cubicBezTo>
                  <a:pt x="70001" y="469517"/>
                  <a:pt x="60184" y="460664"/>
                  <a:pt x="52773" y="460575"/>
                </a:cubicBezTo>
                <a:cubicBezTo>
                  <a:pt x="49415" y="460535"/>
                  <a:pt x="48457" y="461764"/>
                  <a:pt x="49575" y="464677"/>
                </a:cubicBezTo>
                <a:cubicBezTo>
                  <a:pt x="50616" y="467390"/>
                  <a:pt x="50039" y="468403"/>
                  <a:pt x="47915" y="467591"/>
                </a:cubicBezTo>
                <a:cubicBezTo>
                  <a:pt x="43178" y="465778"/>
                  <a:pt x="16822" y="457260"/>
                  <a:pt x="13036" y="456319"/>
                </a:cubicBezTo>
                <a:cubicBezTo>
                  <a:pt x="9334" y="455399"/>
                  <a:pt x="8569" y="442447"/>
                  <a:pt x="12217" y="442447"/>
                </a:cubicBezTo>
                <a:cubicBezTo>
                  <a:pt x="13541" y="442447"/>
                  <a:pt x="15349" y="440165"/>
                  <a:pt x="16234" y="437376"/>
                </a:cubicBezTo>
                <a:cubicBezTo>
                  <a:pt x="18137" y="431382"/>
                  <a:pt x="7778" y="415870"/>
                  <a:pt x="3077" y="417673"/>
                </a:cubicBezTo>
                <a:cubicBezTo>
                  <a:pt x="1055" y="418449"/>
                  <a:pt x="0" y="415744"/>
                  <a:pt x="0" y="409784"/>
                </a:cubicBezTo>
                <a:cubicBezTo>
                  <a:pt x="0" y="401499"/>
                  <a:pt x="536" y="400849"/>
                  <a:pt x="6196" y="402269"/>
                </a:cubicBezTo>
                <a:cubicBezTo>
                  <a:pt x="9603" y="403124"/>
                  <a:pt x="12454" y="402931"/>
                  <a:pt x="12532" y="401839"/>
                </a:cubicBezTo>
                <a:cubicBezTo>
                  <a:pt x="12609" y="400747"/>
                  <a:pt x="12969" y="395050"/>
                  <a:pt x="13332" y="389178"/>
                </a:cubicBezTo>
                <a:cubicBezTo>
                  <a:pt x="13694" y="383307"/>
                  <a:pt x="16057" y="375349"/>
                  <a:pt x="18583" y="371495"/>
                </a:cubicBezTo>
                <a:cubicBezTo>
                  <a:pt x="22726" y="365172"/>
                  <a:pt x="24227" y="364644"/>
                  <a:pt x="33934" y="366100"/>
                </a:cubicBezTo>
                <a:cubicBezTo>
                  <a:pt x="43066" y="367469"/>
                  <a:pt x="45460" y="366825"/>
                  <a:pt x="49768" y="361841"/>
                </a:cubicBezTo>
                <a:cubicBezTo>
                  <a:pt x="55970" y="354665"/>
                  <a:pt x="55203" y="348567"/>
                  <a:pt x="46692" y="337409"/>
                </a:cubicBezTo>
                <a:cubicBezTo>
                  <a:pt x="41680" y="330837"/>
                  <a:pt x="40608" y="327241"/>
                  <a:pt x="42031" y="321770"/>
                </a:cubicBezTo>
                <a:cubicBezTo>
                  <a:pt x="45168" y="309711"/>
                  <a:pt x="44306" y="300620"/>
                  <a:pt x="39524" y="295336"/>
                </a:cubicBezTo>
                <a:cubicBezTo>
                  <a:pt x="35095" y="290442"/>
                  <a:pt x="35173" y="290185"/>
                  <a:pt x="41858" y="287644"/>
                </a:cubicBezTo>
                <a:cubicBezTo>
                  <a:pt x="45661" y="286198"/>
                  <a:pt x="52494" y="281527"/>
                  <a:pt x="57042" y="277265"/>
                </a:cubicBezTo>
                <a:cubicBezTo>
                  <a:pt x="61590" y="273002"/>
                  <a:pt x="67303" y="269509"/>
                  <a:pt x="69737" y="269502"/>
                </a:cubicBezTo>
                <a:cubicBezTo>
                  <a:pt x="74976" y="269488"/>
                  <a:pt x="79509" y="261980"/>
                  <a:pt x="79509" y="253317"/>
                </a:cubicBezTo>
                <a:cubicBezTo>
                  <a:pt x="79509" y="246749"/>
                  <a:pt x="88587" y="240002"/>
                  <a:pt x="95370" y="241529"/>
                </a:cubicBezTo>
                <a:cubicBezTo>
                  <a:pt x="99614" y="242485"/>
                  <a:pt x="137917" y="214161"/>
                  <a:pt x="141543" y="207386"/>
                </a:cubicBezTo>
                <a:cubicBezTo>
                  <a:pt x="144262" y="202307"/>
                  <a:pt x="142422" y="199791"/>
                  <a:pt x="135987" y="199791"/>
                </a:cubicBezTo>
                <a:cubicBezTo>
                  <a:pt x="130714" y="199791"/>
                  <a:pt x="128893" y="192306"/>
                  <a:pt x="127900" y="166538"/>
                </a:cubicBezTo>
                <a:lnTo>
                  <a:pt x="127266" y="150064"/>
                </a:lnTo>
                <a:lnTo>
                  <a:pt x="118230" y="149351"/>
                </a:lnTo>
                <a:cubicBezTo>
                  <a:pt x="113261" y="148959"/>
                  <a:pt x="107898" y="149707"/>
                  <a:pt x="106311" y="151014"/>
                </a:cubicBezTo>
                <a:cubicBezTo>
                  <a:pt x="104470" y="152530"/>
                  <a:pt x="102255" y="151977"/>
                  <a:pt x="100187" y="149485"/>
                </a:cubicBezTo>
                <a:cubicBezTo>
                  <a:pt x="98405" y="147337"/>
                  <a:pt x="93728" y="145581"/>
                  <a:pt x="89795" y="145581"/>
                </a:cubicBezTo>
                <a:cubicBezTo>
                  <a:pt x="82532" y="145581"/>
                  <a:pt x="79509" y="141725"/>
                  <a:pt x="79509" y="132462"/>
                </a:cubicBezTo>
                <a:cubicBezTo>
                  <a:pt x="79509" y="129370"/>
                  <a:pt x="77720" y="127510"/>
                  <a:pt x="74746" y="127510"/>
                </a:cubicBezTo>
                <a:cubicBezTo>
                  <a:pt x="66661" y="127510"/>
                  <a:pt x="61439" y="119085"/>
                  <a:pt x="61439" y="106041"/>
                </a:cubicBezTo>
                <a:cubicBezTo>
                  <a:pt x="61439" y="94056"/>
                  <a:pt x="61402" y="94007"/>
                  <a:pt x="51376" y="92403"/>
                </a:cubicBezTo>
                <a:cubicBezTo>
                  <a:pt x="41507" y="90825"/>
                  <a:pt x="41357" y="90638"/>
                  <a:pt x="43631" y="82710"/>
                </a:cubicBezTo>
                <a:cubicBezTo>
                  <a:pt x="46841" y="71517"/>
                  <a:pt x="46650" y="70719"/>
                  <a:pt x="40756" y="70719"/>
                </a:cubicBezTo>
                <a:cubicBezTo>
                  <a:pt x="36165" y="70719"/>
                  <a:pt x="35750" y="69551"/>
                  <a:pt x="37174" y="60642"/>
                </a:cubicBezTo>
                <a:cubicBezTo>
                  <a:pt x="39267" y="47555"/>
                  <a:pt x="31942" y="24727"/>
                  <a:pt x="23391" y="17685"/>
                </a:cubicBezTo>
                <a:lnTo>
                  <a:pt x="16983" y="12409"/>
                </a:lnTo>
                <a:lnTo>
                  <a:pt x="27512" y="5441"/>
                </a:lnTo>
                <a:cubicBezTo>
                  <a:pt x="36589" y="-566"/>
                  <a:pt x="38942" y="-1116"/>
                  <a:pt x="44577" y="1452"/>
                </a:cubicBezTo>
                <a:cubicBezTo>
                  <a:pt x="50920" y="4342"/>
                  <a:pt x="52469" y="8771"/>
                  <a:pt x="51418" y="21016"/>
                </a:cubicBezTo>
                <a:cubicBezTo>
                  <a:pt x="51144" y="24205"/>
                  <a:pt x="52304" y="29399"/>
                  <a:pt x="53995" y="32559"/>
                </a:cubicBezTo>
                <a:cubicBezTo>
                  <a:pt x="55686" y="35718"/>
                  <a:pt x="56925" y="42138"/>
                  <a:pt x="56749" y="46824"/>
                </a:cubicBezTo>
                <a:cubicBezTo>
                  <a:pt x="56573" y="51511"/>
                  <a:pt x="58717" y="59420"/>
                  <a:pt x="61515" y="64401"/>
                </a:cubicBezTo>
                <a:cubicBezTo>
                  <a:pt x="64313" y="69382"/>
                  <a:pt x="66683" y="76616"/>
                  <a:pt x="66783" y="80478"/>
                </a:cubicBezTo>
                <a:cubicBezTo>
                  <a:pt x="66944" y="86723"/>
                  <a:pt x="67209" y="86928"/>
                  <a:pt x="69183" y="82335"/>
                </a:cubicBezTo>
                <a:cubicBezTo>
                  <a:pt x="71476" y="76999"/>
                  <a:pt x="71863" y="77758"/>
                  <a:pt x="72797" y="89434"/>
                </a:cubicBezTo>
                <a:cubicBezTo>
                  <a:pt x="72939" y="91209"/>
                  <a:pt x="74996" y="94114"/>
                  <a:pt x="77368" y="95891"/>
                </a:cubicBezTo>
                <a:cubicBezTo>
                  <a:pt x="79740" y="97667"/>
                  <a:pt x="82447" y="102604"/>
                  <a:pt x="83382" y="106862"/>
                </a:cubicBezTo>
                <a:cubicBezTo>
                  <a:pt x="84688" y="112811"/>
                  <a:pt x="86501" y="114603"/>
                  <a:pt x="91209" y="114603"/>
                </a:cubicBezTo>
                <a:cubicBezTo>
                  <a:pt x="99379" y="114603"/>
                  <a:pt x="110872" y="119677"/>
                  <a:pt x="115649" y="125394"/>
                </a:cubicBezTo>
                <a:cubicBezTo>
                  <a:pt x="117952" y="128149"/>
                  <a:pt x="124752" y="130674"/>
                  <a:pt x="132428" y="131624"/>
                </a:cubicBezTo>
                <a:cubicBezTo>
                  <a:pt x="141521" y="132750"/>
                  <a:pt x="146878" y="135032"/>
                  <a:pt x="150553" y="139348"/>
                </a:cubicBezTo>
                <a:cubicBezTo>
                  <a:pt x="154982" y="144548"/>
                  <a:pt x="158885" y="145694"/>
                  <a:pt x="176368" y="146927"/>
                </a:cubicBezTo>
                <a:cubicBezTo>
                  <a:pt x="205380" y="148973"/>
                  <a:pt x="204499" y="148736"/>
                  <a:pt x="211382" y="156343"/>
                </a:cubicBezTo>
                <a:cubicBezTo>
                  <a:pt x="219859" y="165712"/>
                  <a:pt x="228327" y="167989"/>
                  <a:pt x="230401" y="161456"/>
                </a:cubicBezTo>
                <a:cubicBezTo>
                  <a:pt x="231901" y="156729"/>
                  <a:pt x="241748" y="152072"/>
                  <a:pt x="244475" y="154799"/>
                </a:cubicBezTo>
                <a:cubicBezTo>
                  <a:pt x="248005" y="158329"/>
                  <a:pt x="238595" y="195092"/>
                  <a:pt x="229656" y="212698"/>
                </a:cubicBezTo>
                <a:cubicBezTo>
                  <a:pt x="224250" y="223347"/>
                  <a:pt x="218479" y="236706"/>
                  <a:pt x="216833" y="242385"/>
                </a:cubicBezTo>
                <a:cubicBezTo>
                  <a:pt x="208092" y="272545"/>
                  <a:pt x="205996" y="281464"/>
                  <a:pt x="205960" y="288674"/>
                </a:cubicBezTo>
                <a:cubicBezTo>
                  <a:pt x="205939" y="293031"/>
                  <a:pt x="204795" y="298338"/>
                  <a:pt x="203418" y="300468"/>
                </a:cubicBezTo>
                <a:cubicBezTo>
                  <a:pt x="201194" y="303910"/>
                  <a:pt x="200920" y="303910"/>
                  <a:pt x="200956" y="300468"/>
                </a:cubicBezTo>
                <a:cubicBezTo>
                  <a:pt x="201123" y="284393"/>
                  <a:pt x="207229" y="256741"/>
                  <a:pt x="214917" y="237240"/>
                </a:cubicBezTo>
                <a:cubicBezTo>
                  <a:pt x="219951" y="224471"/>
                  <a:pt x="224070" y="212844"/>
                  <a:pt x="224070" y="211401"/>
                </a:cubicBezTo>
                <a:cubicBezTo>
                  <a:pt x="224070" y="209958"/>
                  <a:pt x="221625" y="207250"/>
                  <a:pt x="218637" y="205384"/>
                </a:cubicBezTo>
                <a:cubicBezTo>
                  <a:pt x="215583" y="203477"/>
                  <a:pt x="213971" y="203233"/>
                  <a:pt x="214956" y="204826"/>
                </a:cubicBezTo>
                <a:cubicBezTo>
                  <a:pt x="215920" y="206386"/>
                  <a:pt x="215897" y="211356"/>
                  <a:pt x="214905" y="215873"/>
                </a:cubicBezTo>
                <a:lnTo>
                  <a:pt x="213101" y="224084"/>
                </a:lnTo>
                <a:lnTo>
                  <a:pt x="208491" y="218391"/>
                </a:lnTo>
                <a:cubicBezTo>
                  <a:pt x="202731" y="211277"/>
                  <a:pt x="199260" y="211160"/>
                  <a:pt x="197466" y="218019"/>
                </a:cubicBezTo>
                <a:cubicBezTo>
                  <a:pt x="196615" y="221276"/>
                  <a:pt x="197499" y="223887"/>
                  <a:pt x="199747" y="224749"/>
                </a:cubicBezTo>
                <a:cubicBezTo>
                  <a:pt x="201766" y="225524"/>
                  <a:pt x="203418" y="227264"/>
                  <a:pt x="203418" y="228616"/>
                </a:cubicBezTo>
                <a:cubicBezTo>
                  <a:pt x="203418" y="229967"/>
                  <a:pt x="202337" y="230405"/>
                  <a:pt x="201015" y="229588"/>
                </a:cubicBezTo>
                <a:cubicBezTo>
                  <a:pt x="199694" y="228771"/>
                  <a:pt x="197882" y="229283"/>
                  <a:pt x="196991" y="230726"/>
                </a:cubicBezTo>
                <a:cubicBezTo>
                  <a:pt x="196099" y="232169"/>
                  <a:pt x="196692" y="233350"/>
                  <a:pt x="198308" y="233350"/>
                </a:cubicBezTo>
                <a:cubicBezTo>
                  <a:pt x="200240" y="233350"/>
                  <a:pt x="200656" y="236041"/>
                  <a:pt x="199523" y="241200"/>
                </a:cubicBezTo>
                <a:cubicBezTo>
                  <a:pt x="198474" y="245978"/>
                  <a:pt x="199012" y="250512"/>
                  <a:pt x="200899" y="252786"/>
                </a:cubicBezTo>
                <a:cubicBezTo>
                  <a:pt x="203352" y="255741"/>
                  <a:pt x="203212" y="256824"/>
                  <a:pt x="200228" y="257969"/>
                </a:cubicBezTo>
                <a:cubicBezTo>
                  <a:pt x="197388" y="259059"/>
                  <a:pt x="196716" y="262734"/>
                  <a:pt x="197509" y="272843"/>
                </a:cubicBezTo>
                <a:cubicBezTo>
                  <a:pt x="198508" y="285590"/>
                  <a:pt x="198348" y="286008"/>
                  <a:pt x="194340" y="281107"/>
                </a:cubicBezTo>
                <a:cubicBezTo>
                  <a:pt x="190355" y="276233"/>
                  <a:pt x="190188" y="276860"/>
                  <a:pt x="191370" y="292273"/>
                </a:cubicBezTo>
                <a:cubicBezTo>
                  <a:pt x="192505" y="307076"/>
                  <a:pt x="195674" y="318043"/>
                  <a:pt x="195674" y="307167"/>
                </a:cubicBezTo>
                <a:cubicBezTo>
                  <a:pt x="195674" y="303112"/>
                  <a:pt x="196059" y="303066"/>
                  <a:pt x="199681" y="306687"/>
                </a:cubicBezTo>
                <a:cubicBezTo>
                  <a:pt x="202942" y="309948"/>
                  <a:pt x="203185" y="312507"/>
                  <a:pt x="200986" y="320424"/>
                </a:cubicBezTo>
                <a:cubicBezTo>
                  <a:pt x="199500" y="325776"/>
                  <a:pt x="198103" y="334801"/>
                  <a:pt x="197882" y="340480"/>
                </a:cubicBezTo>
                <a:lnTo>
                  <a:pt x="197480" y="350806"/>
                </a:lnTo>
                <a:lnTo>
                  <a:pt x="195674" y="339189"/>
                </a:lnTo>
                <a:cubicBezTo>
                  <a:pt x="194403" y="331014"/>
                  <a:pt x="193753" y="337239"/>
                  <a:pt x="193480" y="360201"/>
                </a:cubicBezTo>
                <a:cubicBezTo>
                  <a:pt x="193236" y="380786"/>
                  <a:pt x="194603" y="400790"/>
                  <a:pt x="197184" y="414396"/>
                </a:cubicBezTo>
                <a:cubicBezTo>
                  <a:pt x="200612" y="432468"/>
                  <a:pt x="200758" y="438399"/>
                  <a:pt x="198086" y="450991"/>
                </a:cubicBezTo>
                <a:cubicBezTo>
                  <a:pt x="196258" y="459605"/>
                  <a:pt x="194082" y="464699"/>
                  <a:pt x="192986" y="462927"/>
                </a:cubicBezTo>
                <a:cubicBezTo>
                  <a:pt x="191158" y="459970"/>
                  <a:pt x="190587" y="461135"/>
                  <a:pt x="186260" y="476652"/>
                </a:cubicBezTo>
                <a:cubicBezTo>
                  <a:pt x="185567" y="479136"/>
                  <a:pt x="186240" y="481169"/>
                  <a:pt x="187756" y="481169"/>
                </a:cubicBezTo>
                <a:cubicBezTo>
                  <a:pt x="189271" y="481169"/>
                  <a:pt x="190682" y="479136"/>
                  <a:pt x="190891" y="476652"/>
                </a:cubicBezTo>
                <a:cubicBezTo>
                  <a:pt x="191099" y="474167"/>
                  <a:pt x="192060" y="479104"/>
                  <a:pt x="193026" y="487623"/>
                </a:cubicBezTo>
                <a:cubicBezTo>
                  <a:pt x="193992" y="496142"/>
                  <a:pt x="194538" y="503459"/>
                  <a:pt x="194241" y="503884"/>
                </a:cubicBezTo>
                <a:cubicBezTo>
                  <a:pt x="193943" y="504308"/>
                  <a:pt x="188265" y="499952"/>
                  <a:pt x="181623" y="494203"/>
                </a:cubicBezTo>
                <a:close/>
              </a:path>
            </a:pathLst>
          </a:custGeom>
          <a:solidFill>
            <a:srgbClr val="B9B9B9"/>
          </a:solidFill>
          <a:ln w="5163" cap="flat">
            <a:noFill/>
            <a:prstDash val="solid"/>
            <a:miter/>
          </a:ln>
        </p:spPr>
        <p:txBody>
          <a:bodyPr/>
          <a:lstStyle/>
          <a:p>
            <a:endParaRPr lang="es-419" noProof="0" dirty="0"/>
          </a:p>
        </p:txBody>
      </p:sp>
      <p:sp>
        <p:nvSpPr>
          <p:cNvPr id="53" name="Forma libre: forma 52">
            <a:extLst>
              <a:ext uri="{FF2B5EF4-FFF2-40B4-BE49-F238E27FC236}">
                <a16:creationId xmlns:a16="http://schemas.microsoft.com/office/drawing/2014/main" id="{607B58C0-ED3A-39D9-0417-8DA1AF52EA88}"/>
              </a:ext>
            </a:extLst>
          </p:cNvPr>
          <p:cNvSpPr/>
          <p:nvPr/>
        </p:nvSpPr>
        <p:spPr>
          <a:xfrm>
            <a:off x="920115" y="1646957"/>
            <a:ext cx="379561" cy="415583"/>
          </a:xfrm>
          <a:custGeom>
            <a:avLst/>
            <a:gdLst>
              <a:gd name="csX0" fmla="*/ 203090 w 379561"/>
              <a:gd name="csY0" fmla="*/ 414284 h 415583"/>
              <a:gd name="csX1" fmla="*/ 197077 w 379561"/>
              <a:gd name="csY1" fmla="*/ 404675 h 415583"/>
              <a:gd name="csX2" fmla="*/ 192271 w 379561"/>
              <a:gd name="csY2" fmla="*/ 395646 h 415583"/>
              <a:gd name="csX3" fmla="*/ 171007 w 379561"/>
              <a:gd name="csY3" fmla="*/ 397866 h 415583"/>
              <a:gd name="csX4" fmla="*/ 166946 w 379561"/>
              <a:gd name="csY4" fmla="*/ 392738 h 415583"/>
              <a:gd name="csX5" fmla="*/ 171214 w 379561"/>
              <a:gd name="csY5" fmla="*/ 375323 h 415583"/>
              <a:gd name="csX6" fmla="*/ 168526 w 379561"/>
              <a:gd name="csY6" fmla="*/ 359903 h 415583"/>
              <a:gd name="csX7" fmla="*/ 135682 w 379561"/>
              <a:gd name="csY7" fmla="*/ 348579 h 415583"/>
              <a:gd name="csX8" fmla="*/ 130456 w 379561"/>
              <a:gd name="csY8" fmla="*/ 344743 h 415583"/>
              <a:gd name="csX9" fmla="*/ 123707 w 379561"/>
              <a:gd name="csY9" fmla="*/ 339434 h 415583"/>
              <a:gd name="csX10" fmla="*/ 111898 w 379561"/>
              <a:gd name="csY10" fmla="*/ 326710 h 415583"/>
              <a:gd name="csX11" fmla="*/ 102819 w 379561"/>
              <a:gd name="csY11" fmla="*/ 312359 h 415583"/>
              <a:gd name="csX12" fmla="*/ 100189 w 379561"/>
              <a:gd name="csY12" fmla="*/ 303716 h 415583"/>
              <a:gd name="csX13" fmla="*/ 96495 w 379561"/>
              <a:gd name="csY13" fmla="*/ 291424 h 415583"/>
              <a:gd name="csX14" fmla="*/ 91114 w 379561"/>
              <a:gd name="csY14" fmla="*/ 269668 h 415583"/>
              <a:gd name="csX15" fmla="*/ 73368 w 379561"/>
              <a:gd name="csY15" fmla="*/ 228658 h 415583"/>
              <a:gd name="csX16" fmla="*/ 56149 w 379561"/>
              <a:gd name="csY16" fmla="*/ 225592 h 415583"/>
              <a:gd name="csX17" fmla="*/ 38234 w 379561"/>
              <a:gd name="csY17" fmla="*/ 218995 h 415583"/>
              <a:gd name="csX18" fmla="*/ 14702 w 379561"/>
              <a:gd name="csY18" fmla="*/ 179229 h 415583"/>
              <a:gd name="csX19" fmla="*/ 4675 w 379561"/>
              <a:gd name="csY19" fmla="*/ 165798 h 415583"/>
              <a:gd name="csX20" fmla="*/ 1771 w 379561"/>
              <a:gd name="csY20" fmla="*/ 155184 h 415583"/>
              <a:gd name="csX21" fmla="*/ 712 w 379561"/>
              <a:gd name="csY21" fmla="*/ 126667 h 415583"/>
              <a:gd name="csX22" fmla="*/ 2557 w 379561"/>
              <a:gd name="csY22" fmla="*/ 104522 h 415583"/>
              <a:gd name="csX23" fmla="*/ 16402 w 379561"/>
              <a:gd name="csY23" fmla="*/ 104522 h 415583"/>
              <a:gd name="csX24" fmla="*/ 46584 w 379561"/>
              <a:gd name="csY24" fmla="*/ 95540 h 415583"/>
              <a:gd name="csX25" fmla="*/ 48520 w 379561"/>
              <a:gd name="csY25" fmla="*/ 81044 h 415583"/>
              <a:gd name="csX26" fmla="*/ 53693 w 379561"/>
              <a:gd name="csY26" fmla="*/ 64536 h 415583"/>
              <a:gd name="csX27" fmla="*/ 57236 w 379561"/>
              <a:gd name="csY27" fmla="*/ 49938 h 415583"/>
              <a:gd name="csX28" fmla="*/ 61307 w 379561"/>
              <a:gd name="csY28" fmla="*/ 39986 h 415583"/>
              <a:gd name="csX29" fmla="*/ 72238 w 379561"/>
              <a:gd name="csY29" fmla="*/ 37166 h 415583"/>
              <a:gd name="csX30" fmla="*/ 75921 w 379561"/>
              <a:gd name="csY30" fmla="*/ 26420 h 415583"/>
              <a:gd name="csX31" fmla="*/ 86217 w 379561"/>
              <a:gd name="csY31" fmla="*/ 9008 h 415583"/>
              <a:gd name="csX32" fmla="*/ 91229 w 379561"/>
              <a:gd name="csY32" fmla="*/ 3610 h 415583"/>
              <a:gd name="csX33" fmla="*/ 100572 w 379561"/>
              <a:gd name="csY33" fmla="*/ 6016 h 415583"/>
              <a:gd name="csX34" fmla="*/ 115842 w 379561"/>
              <a:gd name="csY34" fmla="*/ 15498 h 415583"/>
              <a:gd name="csX35" fmla="*/ 130061 w 379561"/>
              <a:gd name="csY35" fmla="*/ 25801 h 415583"/>
              <a:gd name="csX36" fmla="*/ 153502 w 379561"/>
              <a:gd name="csY36" fmla="*/ 36020 h 415583"/>
              <a:gd name="csX37" fmla="*/ 166647 w 379561"/>
              <a:gd name="csY37" fmla="*/ 35196 h 415583"/>
              <a:gd name="csX38" fmla="*/ 177014 w 379561"/>
              <a:gd name="csY38" fmla="*/ 35079 h 415583"/>
              <a:gd name="csX39" fmla="*/ 199575 w 379561"/>
              <a:gd name="csY39" fmla="*/ 42570 h 415583"/>
              <a:gd name="csX40" fmla="*/ 223114 w 379561"/>
              <a:gd name="csY40" fmla="*/ 30983 h 415583"/>
              <a:gd name="csX41" fmla="*/ 243392 w 379561"/>
              <a:gd name="csY41" fmla="*/ 13562 h 415583"/>
              <a:gd name="csX42" fmla="*/ 257664 w 379561"/>
              <a:gd name="csY42" fmla="*/ 14175 h 415583"/>
              <a:gd name="csX43" fmla="*/ 270020 w 379561"/>
              <a:gd name="csY43" fmla="*/ 16753 h 415583"/>
              <a:gd name="csX44" fmla="*/ 290519 w 379561"/>
              <a:gd name="csY44" fmla="*/ 30455 h 415583"/>
              <a:gd name="csX45" fmla="*/ 307913 w 379561"/>
              <a:gd name="csY45" fmla="*/ 52734 h 415583"/>
              <a:gd name="csX46" fmla="*/ 307918 w 379561"/>
              <a:gd name="csY46" fmla="*/ 71135 h 415583"/>
              <a:gd name="csX47" fmla="*/ 305239 w 379561"/>
              <a:gd name="csY47" fmla="*/ 92635 h 415583"/>
              <a:gd name="csX48" fmla="*/ 300393 w 379561"/>
              <a:gd name="csY48" fmla="*/ 116124 h 415583"/>
              <a:gd name="csX49" fmla="*/ 296534 w 379561"/>
              <a:gd name="csY49" fmla="*/ 139467 h 415583"/>
              <a:gd name="csX50" fmla="*/ 294862 w 379561"/>
              <a:gd name="csY50" fmla="*/ 144381 h 415583"/>
              <a:gd name="csX51" fmla="*/ 302443 w 379561"/>
              <a:gd name="csY51" fmla="*/ 174221 h 415583"/>
              <a:gd name="csX52" fmla="*/ 331579 w 379561"/>
              <a:gd name="csY52" fmla="*/ 200036 h 415583"/>
              <a:gd name="csX53" fmla="*/ 345885 w 379561"/>
              <a:gd name="csY53" fmla="*/ 204322 h 415583"/>
              <a:gd name="csX54" fmla="*/ 358173 w 379561"/>
              <a:gd name="csY54" fmla="*/ 192088 h 415583"/>
              <a:gd name="csX55" fmla="*/ 365209 w 379561"/>
              <a:gd name="csY55" fmla="*/ 177533 h 415583"/>
              <a:gd name="csX56" fmla="*/ 378528 w 379561"/>
              <a:gd name="csY56" fmla="*/ 217259 h 415583"/>
              <a:gd name="csX57" fmla="*/ 379561 w 379561"/>
              <a:gd name="csY57" fmla="*/ 233192 h 415583"/>
              <a:gd name="csX58" fmla="*/ 368302 w 379561"/>
              <a:gd name="csY58" fmla="*/ 234810 h 415583"/>
              <a:gd name="csX59" fmla="*/ 342845 w 379561"/>
              <a:gd name="csY59" fmla="*/ 234877 h 415583"/>
              <a:gd name="csX60" fmla="*/ 294625 w 379561"/>
              <a:gd name="csY60" fmla="*/ 235311 h 415583"/>
              <a:gd name="csX61" fmla="*/ 265550 w 379561"/>
              <a:gd name="csY61" fmla="*/ 264572 h 415583"/>
              <a:gd name="csX62" fmla="*/ 257155 w 379561"/>
              <a:gd name="csY62" fmla="*/ 290178 h 415583"/>
              <a:gd name="csX63" fmla="*/ 253059 w 379561"/>
              <a:gd name="csY63" fmla="*/ 303293 h 415583"/>
              <a:gd name="csX64" fmla="*/ 248021 w 379561"/>
              <a:gd name="csY64" fmla="*/ 307811 h 415583"/>
              <a:gd name="csX65" fmla="*/ 241573 w 379561"/>
              <a:gd name="csY65" fmla="*/ 316201 h 415583"/>
              <a:gd name="csX66" fmla="*/ 230054 w 379561"/>
              <a:gd name="csY66" fmla="*/ 378609 h 415583"/>
              <a:gd name="csX67" fmla="*/ 225886 w 379561"/>
              <a:gd name="csY67" fmla="*/ 411224 h 415583"/>
              <a:gd name="csX68" fmla="*/ 203090 w 379561"/>
              <a:gd name="csY68" fmla="*/ 414284 h 4155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Lst>
            <a:rect l="l" t="t" r="r" b="b"/>
            <a:pathLst>
              <a:path w="379561" h="415583">
                <a:moveTo>
                  <a:pt x="203090" y="414284"/>
                </a:moveTo>
                <a:cubicBezTo>
                  <a:pt x="200763" y="412907"/>
                  <a:pt x="198058" y="408583"/>
                  <a:pt x="197077" y="404675"/>
                </a:cubicBezTo>
                <a:cubicBezTo>
                  <a:pt x="196096" y="400766"/>
                  <a:pt x="193933" y="396703"/>
                  <a:pt x="192271" y="395646"/>
                </a:cubicBezTo>
                <a:cubicBezTo>
                  <a:pt x="187214" y="392429"/>
                  <a:pt x="177806" y="393412"/>
                  <a:pt x="171007" y="397866"/>
                </a:cubicBezTo>
                <a:cubicBezTo>
                  <a:pt x="162395" y="403509"/>
                  <a:pt x="159848" y="400293"/>
                  <a:pt x="166946" y="392738"/>
                </a:cubicBezTo>
                <a:cubicBezTo>
                  <a:pt x="171625" y="387757"/>
                  <a:pt x="172379" y="384679"/>
                  <a:pt x="171214" y="375323"/>
                </a:cubicBezTo>
                <a:cubicBezTo>
                  <a:pt x="170436" y="369072"/>
                  <a:pt x="169226" y="362133"/>
                  <a:pt x="168526" y="359903"/>
                </a:cubicBezTo>
                <a:cubicBezTo>
                  <a:pt x="167058" y="355229"/>
                  <a:pt x="141404" y="346384"/>
                  <a:pt x="135682" y="348579"/>
                </a:cubicBezTo>
                <a:cubicBezTo>
                  <a:pt x="133235" y="349518"/>
                  <a:pt x="131342" y="348128"/>
                  <a:pt x="130456" y="344743"/>
                </a:cubicBezTo>
                <a:cubicBezTo>
                  <a:pt x="129618" y="341535"/>
                  <a:pt x="126946" y="339434"/>
                  <a:pt x="123707" y="339434"/>
                </a:cubicBezTo>
                <a:cubicBezTo>
                  <a:pt x="119877" y="339434"/>
                  <a:pt x="116504" y="335800"/>
                  <a:pt x="111898" y="326710"/>
                </a:cubicBezTo>
                <a:cubicBezTo>
                  <a:pt x="108351" y="319711"/>
                  <a:pt x="104266" y="313253"/>
                  <a:pt x="102819" y="312359"/>
                </a:cubicBezTo>
                <a:cubicBezTo>
                  <a:pt x="101373" y="311465"/>
                  <a:pt x="100189" y="307575"/>
                  <a:pt x="100189" y="303716"/>
                </a:cubicBezTo>
                <a:cubicBezTo>
                  <a:pt x="100189" y="299856"/>
                  <a:pt x="98526" y="294325"/>
                  <a:pt x="96495" y="291424"/>
                </a:cubicBezTo>
                <a:cubicBezTo>
                  <a:pt x="94463" y="288523"/>
                  <a:pt x="92041" y="278733"/>
                  <a:pt x="91114" y="269668"/>
                </a:cubicBezTo>
                <a:cubicBezTo>
                  <a:pt x="89247" y="251425"/>
                  <a:pt x="83480" y="238096"/>
                  <a:pt x="73368" y="228658"/>
                </a:cubicBezTo>
                <a:cubicBezTo>
                  <a:pt x="67157" y="222862"/>
                  <a:pt x="65968" y="222650"/>
                  <a:pt x="56149" y="225592"/>
                </a:cubicBezTo>
                <a:cubicBezTo>
                  <a:pt x="44901" y="228962"/>
                  <a:pt x="38234" y="226507"/>
                  <a:pt x="38234" y="218995"/>
                </a:cubicBezTo>
                <a:cubicBezTo>
                  <a:pt x="38234" y="211509"/>
                  <a:pt x="24381" y="188100"/>
                  <a:pt x="14702" y="179229"/>
                </a:cubicBezTo>
                <a:cubicBezTo>
                  <a:pt x="9187" y="174175"/>
                  <a:pt x="4675" y="168131"/>
                  <a:pt x="4675" y="165798"/>
                </a:cubicBezTo>
                <a:cubicBezTo>
                  <a:pt x="4675" y="163466"/>
                  <a:pt x="3368" y="158689"/>
                  <a:pt x="1771" y="155184"/>
                </a:cubicBezTo>
                <a:cubicBezTo>
                  <a:pt x="-157" y="150952"/>
                  <a:pt x="-513" y="141373"/>
                  <a:pt x="712" y="126667"/>
                </a:cubicBezTo>
                <a:lnTo>
                  <a:pt x="2557" y="104522"/>
                </a:lnTo>
                <a:lnTo>
                  <a:pt x="16402" y="104522"/>
                </a:lnTo>
                <a:cubicBezTo>
                  <a:pt x="30035" y="104522"/>
                  <a:pt x="42866" y="100703"/>
                  <a:pt x="46584" y="95540"/>
                </a:cubicBezTo>
                <a:cubicBezTo>
                  <a:pt x="47627" y="94091"/>
                  <a:pt x="48499" y="87568"/>
                  <a:pt x="48520" y="81044"/>
                </a:cubicBezTo>
                <a:cubicBezTo>
                  <a:pt x="48549" y="72518"/>
                  <a:pt x="50004" y="67875"/>
                  <a:pt x="53693" y="64536"/>
                </a:cubicBezTo>
                <a:cubicBezTo>
                  <a:pt x="57798" y="60822"/>
                  <a:pt x="58508" y="57895"/>
                  <a:pt x="57236" y="49938"/>
                </a:cubicBezTo>
                <a:cubicBezTo>
                  <a:pt x="55795" y="40930"/>
                  <a:pt x="56182" y="39986"/>
                  <a:pt x="61307" y="39986"/>
                </a:cubicBezTo>
                <a:cubicBezTo>
                  <a:pt x="64421" y="39986"/>
                  <a:pt x="69340" y="38717"/>
                  <a:pt x="72238" y="37166"/>
                </a:cubicBezTo>
                <a:cubicBezTo>
                  <a:pt x="76432" y="34922"/>
                  <a:pt x="77183" y="32731"/>
                  <a:pt x="75921" y="26420"/>
                </a:cubicBezTo>
                <a:cubicBezTo>
                  <a:pt x="74260" y="18119"/>
                  <a:pt x="79648" y="9008"/>
                  <a:pt x="86217" y="9008"/>
                </a:cubicBezTo>
                <a:cubicBezTo>
                  <a:pt x="88031" y="9008"/>
                  <a:pt x="90286" y="6579"/>
                  <a:pt x="91229" y="3610"/>
                </a:cubicBezTo>
                <a:cubicBezTo>
                  <a:pt x="92878" y="-1587"/>
                  <a:pt x="93226" y="-1498"/>
                  <a:pt x="100572" y="6016"/>
                </a:cubicBezTo>
                <a:cubicBezTo>
                  <a:pt x="104769" y="10308"/>
                  <a:pt x="111640" y="14575"/>
                  <a:pt x="115842" y="15498"/>
                </a:cubicBezTo>
                <a:cubicBezTo>
                  <a:pt x="120151" y="16445"/>
                  <a:pt x="126350" y="20937"/>
                  <a:pt x="130061" y="25801"/>
                </a:cubicBezTo>
                <a:cubicBezTo>
                  <a:pt x="137904" y="36084"/>
                  <a:pt x="151245" y="41900"/>
                  <a:pt x="153502" y="36020"/>
                </a:cubicBezTo>
                <a:cubicBezTo>
                  <a:pt x="155231" y="31515"/>
                  <a:pt x="162509" y="31058"/>
                  <a:pt x="166647" y="35196"/>
                </a:cubicBezTo>
                <a:cubicBezTo>
                  <a:pt x="168865" y="37413"/>
                  <a:pt x="171448" y="37384"/>
                  <a:pt x="177014" y="35079"/>
                </a:cubicBezTo>
                <a:cubicBezTo>
                  <a:pt x="186293" y="31236"/>
                  <a:pt x="197119" y="34830"/>
                  <a:pt x="199575" y="42570"/>
                </a:cubicBezTo>
                <a:cubicBezTo>
                  <a:pt x="202586" y="52057"/>
                  <a:pt x="211392" y="47722"/>
                  <a:pt x="223114" y="30983"/>
                </a:cubicBezTo>
                <a:cubicBezTo>
                  <a:pt x="231922" y="18404"/>
                  <a:pt x="235698" y="15160"/>
                  <a:pt x="243392" y="13562"/>
                </a:cubicBezTo>
                <a:cubicBezTo>
                  <a:pt x="248841" y="12430"/>
                  <a:pt x="254889" y="12690"/>
                  <a:pt x="257664" y="14175"/>
                </a:cubicBezTo>
                <a:cubicBezTo>
                  <a:pt x="260313" y="15593"/>
                  <a:pt x="265874" y="16753"/>
                  <a:pt x="270020" y="16753"/>
                </a:cubicBezTo>
                <a:cubicBezTo>
                  <a:pt x="275778" y="16753"/>
                  <a:pt x="280624" y="19992"/>
                  <a:pt x="290519" y="30455"/>
                </a:cubicBezTo>
                <a:cubicBezTo>
                  <a:pt x="297647" y="37991"/>
                  <a:pt x="305474" y="48017"/>
                  <a:pt x="307913" y="52734"/>
                </a:cubicBezTo>
                <a:cubicBezTo>
                  <a:pt x="312104" y="60839"/>
                  <a:pt x="312105" y="61851"/>
                  <a:pt x="307918" y="71135"/>
                </a:cubicBezTo>
                <a:cubicBezTo>
                  <a:pt x="304686" y="78303"/>
                  <a:pt x="303961" y="84117"/>
                  <a:pt x="305239" y="92635"/>
                </a:cubicBezTo>
                <a:cubicBezTo>
                  <a:pt x="306699" y="102374"/>
                  <a:pt x="305896" y="106269"/>
                  <a:pt x="300393" y="116124"/>
                </a:cubicBezTo>
                <a:cubicBezTo>
                  <a:pt x="293385" y="128678"/>
                  <a:pt x="292058" y="136701"/>
                  <a:pt x="296534" y="139467"/>
                </a:cubicBezTo>
                <a:cubicBezTo>
                  <a:pt x="298276" y="140544"/>
                  <a:pt x="297669" y="142329"/>
                  <a:pt x="294862" y="144381"/>
                </a:cubicBezTo>
                <a:cubicBezTo>
                  <a:pt x="289162" y="148549"/>
                  <a:pt x="291010" y="155821"/>
                  <a:pt x="302443" y="174221"/>
                </a:cubicBezTo>
                <a:cubicBezTo>
                  <a:pt x="315893" y="195868"/>
                  <a:pt x="320598" y="200036"/>
                  <a:pt x="331579" y="200036"/>
                </a:cubicBezTo>
                <a:cubicBezTo>
                  <a:pt x="336873" y="200036"/>
                  <a:pt x="343264" y="201951"/>
                  <a:pt x="345885" y="204322"/>
                </a:cubicBezTo>
                <a:cubicBezTo>
                  <a:pt x="351730" y="209612"/>
                  <a:pt x="352148" y="209195"/>
                  <a:pt x="358173" y="192088"/>
                </a:cubicBezTo>
                <a:cubicBezTo>
                  <a:pt x="360854" y="184473"/>
                  <a:pt x="364021" y="177924"/>
                  <a:pt x="365209" y="177533"/>
                </a:cubicBezTo>
                <a:cubicBezTo>
                  <a:pt x="369150" y="176239"/>
                  <a:pt x="377478" y="201079"/>
                  <a:pt x="378528" y="217259"/>
                </a:cubicBezTo>
                <a:lnTo>
                  <a:pt x="379561" y="233192"/>
                </a:lnTo>
                <a:lnTo>
                  <a:pt x="368302" y="234810"/>
                </a:lnTo>
                <a:cubicBezTo>
                  <a:pt x="362110" y="235699"/>
                  <a:pt x="350654" y="235730"/>
                  <a:pt x="342845" y="234877"/>
                </a:cubicBezTo>
                <a:cubicBezTo>
                  <a:pt x="300900" y="230295"/>
                  <a:pt x="296475" y="230334"/>
                  <a:pt x="294625" y="235311"/>
                </a:cubicBezTo>
                <a:cubicBezTo>
                  <a:pt x="292370" y="241375"/>
                  <a:pt x="269321" y="264572"/>
                  <a:pt x="265550" y="264572"/>
                </a:cubicBezTo>
                <a:cubicBezTo>
                  <a:pt x="261474" y="264572"/>
                  <a:pt x="258070" y="274955"/>
                  <a:pt x="257155" y="290178"/>
                </a:cubicBezTo>
                <a:cubicBezTo>
                  <a:pt x="256642" y="298710"/>
                  <a:pt x="255211" y="303293"/>
                  <a:pt x="253059" y="303293"/>
                </a:cubicBezTo>
                <a:cubicBezTo>
                  <a:pt x="251239" y="303294"/>
                  <a:pt x="248973" y="305327"/>
                  <a:pt x="248021" y="307811"/>
                </a:cubicBezTo>
                <a:cubicBezTo>
                  <a:pt x="247070" y="310296"/>
                  <a:pt x="244168" y="314071"/>
                  <a:pt x="241573" y="316201"/>
                </a:cubicBezTo>
                <a:cubicBezTo>
                  <a:pt x="235220" y="321415"/>
                  <a:pt x="231367" y="342287"/>
                  <a:pt x="230054" y="378609"/>
                </a:cubicBezTo>
                <a:cubicBezTo>
                  <a:pt x="229366" y="397612"/>
                  <a:pt x="227827" y="409663"/>
                  <a:pt x="225886" y="411224"/>
                </a:cubicBezTo>
                <a:cubicBezTo>
                  <a:pt x="220922" y="415217"/>
                  <a:pt x="207671" y="416995"/>
                  <a:pt x="203090" y="414284"/>
                </a:cubicBezTo>
                <a:close/>
              </a:path>
            </a:pathLst>
          </a:custGeom>
          <a:solidFill>
            <a:srgbClr val="B9B9B9"/>
          </a:solidFill>
          <a:ln w="5163" cap="flat">
            <a:noFill/>
            <a:prstDash val="solid"/>
            <a:miter/>
          </a:ln>
        </p:spPr>
        <p:txBody>
          <a:bodyPr/>
          <a:lstStyle/>
          <a:p>
            <a:endParaRPr lang="es-419" noProof="0" dirty="0"/>
          </a:p>
        </p:txBody>
      </p:sp>
      <p:sp>
        <p:nvSpPr>
          <p:cNvPr id="54" name="Forma libre: forma 53">
            <a:extLst>
              <a:ext uri="{FF2B5EF4-FFF2-40B4-BE49-F238E27FC236}">
                <a16:creationId xmlns:a16="http://schemas.microsoft.com/office/drawing/2014/main" id="{4599BCC4-4096-097C-B9AD-E76B0629EC0E}"/>
              </a:ext>
            </a:extLst>
          </p:cNvPr>
          <p:cNvSpPr/>
          <p:nvPr/>
        </p:nvSpPr>
        <p:spPr>
          <a:xfrm>
            <a:off x="845627" y="1846993"/>
            <a:ext cx="4301" cy="5162"/>
          </a:xfrm>
          <a:custGeom>
            <a:avLst/>
            <a:gdLst>
              <a:gd name="csX0" fmla="*/ 4301 w 4301"/>
              <a:gd name="csY0" fmla="*/ 2581 h 5162"/>
              <a:gd name="csX1" fmla="*/ 1567 w 4301"/>
              <a:gd name="csY1" fmla="*/ 0 h 5162"/>
              <a:gd name="csX2" fmla="*/ 429 w 4301"/>
              <a:gd name="csY2" fmla="*/ 2581 h 5162"/>
              <a:gd name="csX3" fmla="*/ 3163 w 4301"/>
              <a:gd name="csY3" fmla="*/ 5163 h 5162"/>
              <a:gd name="csX4" fmla="*/ 4301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4301" y="2581"/>
                </a:moveTo>
                <a:cubicBezTo>
                  <a:pt x="4301" y="1162"/>
                  <a:pt x="3071" y="0"/>
                  <a:pt x="1567" y="0"/>
                </a:cubicBezTo>
                <a:cubicBezTo>
                  <a:pt x="64" y="0"/>
                  <a:pt x="-449" y="1162"/>
                  <a:pt x="429" y="2581"/>
                </a:cubicBezTo>
                <a:cubicBezTo>
                  <a:pt x="1306" y="4001"/>
                  <a:pt x="2537" y="5163"/>
                  <a:pt x="3163" y="5163"/>
                </a:cubicBezTo>
                <a:cubicBezTo>
                  <a:pt x="3789" y="5163"/>
                  <a:pt x="4301" y="4001"/>
                  <a:pt x="4301" y="2581"/>
                </a:cubicBezTo>
                <a:close/>
              </a:path>
            </a:pathLst>
          </a:custGeom>
          <a:solidFill>
            <a:srgbClr val="00C100"/>
          </a:solidFill>
          <a:ln w="5163" cap="flat">
            <a:noFill/>
            <a:prstDash val="solid"/>
            <a:miter/>
          </a:ln>
        </p:spPr>
        <p:txBody>
          <a:bodyPr/>
          <a:lstStyle/>
          <a:p>
            <a:endParaRPr lang="es-419" noProof="0" dirty="0"/>
          </a:p>
        </p:txBody>
      </p:sp>
      <p:sp>
        <p:nvSpPr>
          <p:cNvPr id="55" name="Forma libre: forma 54">
            <a:extLst>
              <a:ext uri="{FF2B5EF4-FFF2-40B4-BE49-F238E27FC236}">
                <a16:creationId xmlns:a16="http://schemas.microsoft.com/office/drawing/2014/main" id="{802E5711-4C7D-2EEA-3509-0F212B06D8F5}"/>
              </a:ext>
            </a:extLst>
          </p:cNvPr>
          <p:cNvSpPr/>
          <p:nvPr/>
        </p:nvSpPr>
        <p:spPr>
          <a:xfrm>
            <a:off x="1407174" y="1572075"/>
            <a:ext cx="229470" cy="427142"/>
          </a:xfrm>
          <a:custGeom>
            <a:avLst/>
            <a:gdLst>
              <a:gd name="csX0" fmla="*/ 59479 w 229470"/>
              <a:gd name="csY0" fmla="*/ 423996 h 427142"/>
              <a:gd name="csX1" fmla="*/ 59694 w 229470"/>
              <a:gd name="csY1" fmla="*/ 396698 h 427142"/>
              <a:gd name="csX2" fmla="*/ 53195 w 229470"/>
              <a:gd name="csY2" fmla="*/ 362114 h 427142"/>
              <a:gd name="csX3" fmla="*/ 47446 w 229470"/>
              <a:gd name="csY3" fmla="*/ 337138 h 427142"/>
              <a:gd name="csX4" fmla="*/ 40306 w 229470"/>
              <a:gd name="csY4" fmla="*/ 312349 h 427142"/>
              <a:gd name="csX5" fmla="*/ 32609 w 229470"/>
              <a:gd name="csY5" fmla="*/ 289116 h 427142"/>
              <a:gd name="csX6" fmla="*/ 35070 w 229470"/>
              <a:gd name="csY6" fmla="*/ 271899 h 427142"/>
              <a:gd name="csX7" fmla="*/ 32418 w 229470"/>
              <a:gd name="csY7" fmla="*/ 260780 h 427142"/>
              <a:gd name="csX8" fmla="*/ 33172 w 229470"/>
              <a:gd name="csY8" fmla="*/ 247019 h 427142"/>
              <a:gd name="csX9" fmla="*/ 57856 w 229470"/>
              <a:gd name="csY9" fmla="*/ 240981 h 427142"/>
              <a:gd name="csX10" fmla="*/ 80243 w 229470"/>
              <a:gd name="csY10" fmla="*/ 236439 h 427142"/>
              <a:gd name="csX11" fmla="*/ 76436 w 229470"/>
              <a:gd name="csY11" fmla="*/ 228427 h 427142"/>
              <a:gd name="csX12" fmla="*/ 66283 w 229470"/>
              <a:gd name="csY12" fmla="*/ 225870 h 427142"/>
              <a:gd name="csX13" fmla="*/ 61369 w 229470"/>
              <a:gd name="csY13" fmla="*/ 221998 h 427142"/>
              <a:gd name="csX14" fmla="*/ 54487 w 229470"/>
              <a:gd name="csY14" fmla="*/ 218126 h 427142"/>
              <a:gd name="csX15" fmla="*/ 50882 w 229470"/>
              <a:gd name="csY15" fmla="*/ 215226 h 427142"/>
              <a:gd name="csX16" fmla="*/ 39078 w 229470"/>
              <a:gd name="csY16" fmla="*/ 199827 h 427142"/>
              <a:gd name="csX17" fmla="*/ 27028 w 229470"/>
              <a:gd name="csY17" fmla="*/ 179593 h 427142"/>
              <a:gd name="csX18" fmla="*/ 26078 w 229470"/>
              <a:gd name="csY18" fmla="*/ 170317 h 427142"/>
              <a:gd name="csX19" fmla="*/ 23581 w 229470"/>
              <a:gd name="csY19" fmla="*/ 162984 h 427142"/>
              <a:gd name="csX20" fmla="*/ 11790 w 229470"/>
              <a:gd name="csY20" fmla="*/ 145065 h 427142"/>
              <a:gd name="csX21" fmla="*/ 0 w 229470"/>
              <a:gd name="csY21" fmla="*/ 132934 h 427142"/>
              <a:gd name="csX22" fmla="*/ 16266 w 229470"/>
              <a:gd name="csY22" fmla="*/ 118970 h 427142"/>
              <a:gd name="csX23" fmla="*/ 37313 w 229470"/>
              <a:gd name="csY23" fmla="*/ 107565 h 427142"/>
              <a:gd name="csX24" fmla="*/ 42526 w 229470"/>
              <a:gd name="csY24" fmla="*/ 109268 h 427142"/>
              <a:gd name="csX25" fmla="*/ 48759 w 229470"/>
              <a:gd name="csY25" fmla="*/ 100129 h 427142"/>
              <a:gd name="csX26" fmla="*/ 49251 w 229470"/>
              <a:gd name="csY26" fmla="*/ 64399 h 427142"/>
              <a:gd name="csX27" fmla="*/ 38960 w 229470"/>
              <a:gd name="csY27" fmla="*/ 62708 h 427142"/>
              <a:gd name="csX28" fmla="*/ 28744 w 229470"/>
              <a:gd name="csY28" fmla="*/ 61040 h 427142"/>
              <a:gd name="csX29" fmla="*/ 53379 w 229470"/>
              <a:gd name="csY29" fmla="*/ 39197 h 427142"/>
              <a:gd name="csX30" fmla="*/ 71905 w 229470"/>
              <a:gd name="csY30" fmla="*/ 19485 h 427142"/>
              <a:gd name="csX31" fmla="*/ 90959 w 229470"/>
              <a:gd name="csY31" fmla="*/ 8717 h 427142"/>
              <a:gd name="csX32" fmla="*/ 109824 w 229470"/>
              <a:gd name="csY32" fmla="*/ 6256 h 427142"/>
              <a:gd name="csX33" fmla="*/ 121001 w 229470"/>
              <a:gd name="csY33" fmla="*/ 2822 h 427142"/>
              <a:gd name="csX34" fmla="*/ 122428 w 229470"/>
              <a:gd name="csY34" fmla="*/ 8347 h 427142"/>
              <a:gd name="csX35" fmla="*/ 111269 w 229470"/>
              <a:gd name="csY35" fmla="*/ 31492 h 427142"/>
              <a:gd name="csX36" fmla="*/ 125654 w 229470"/>
              <a:gd name="csY36" fmla="*/ 68353 h 427142"/>
              <a:gd name="csX37" fmla="*/ 129394 w 229470"/>
              <a:gd name="csY37" fmla="*/ 83822 h 427142"/>
              <a:gd name="csX38" fmla="*/ 132621 w 229470"/>
              <a:gd name="csY38" fmla="*/ 87380 h 427142"/>
              <a:gd name="csX39" fmla="*/ 129420 w 229470"/>
              <a:gd name="csY39" fmla="*/ 96950 h 427142"/>
              <a:gd name="csX40" fmla="*/ 135228 w 229470"/>
              <a:gd name="csY40" fmla="*/ 104581 h 427142"/>
              <a:gd name="csX41" fmla="*/ 149666 w 229470"/>
              <a:gd name="csY41" fmla="*/ 122913 h 427142"/>
              <a:gd name="csX42" fmla="*/ 159752 w 229470"/>
              <a:gd name="csY42" fmla="*/ 139280 h 427142"/>
              <a:gd name="csX43" fmla="*/ 168181 w 229470"/>
              <a:gd name="csY43" fmla="*/ 148315 h 427142"/>
              <a:gd name="csX44" fmla="*/ 179067 w 229470"/>
              <a:gd name="csY44" fmla="*/ 159986 h 427142"/>
              <a:gd name="csX45" fmla="*/ 189769 w 229470"/>
              <a:gd name="csY45" fmla="*/ 164249 h 427142"/>
              <a:gd name="csX46" fmla="*/ 197030 w 229470"/>
              <a:gd name="csY46" fmla="*/ 167037 h 427142"/>
              <a:gd name="csX47" fmla="*/ 208574 w 229470"/>
              <a:gd name="csY47" fmla="*/ 163915 h 427142"/>
              <a:gd name="csX48" fmla="*/ 216996 w 229470"/>
              <a:gd name="csY48" fmla="*/ 163915 h 427142"/>
              <a:gd name="csX49" fmla="*/ 217738 w 229470"/>
              <a:gd name="csY49" fmla="*/ 187794 h 427142"/>
              <a:gd name="csX50" fmla="*/ 224437 w 229470"/>
              <a:gd name="csY50" fmla="*/ 212516 h 427142"/>
              <a:gd name="csX51" fmla="*/ 229386 w 229470"/>
              <a:gd name="csY51" fmla="*/ 216389 h 427142"/>
              <a:gd name="csX52" fmla="*/ 185958 w 229470"/>
              <a:gd name="csY52" fmla="*/ 248433 h 427142"/>
              <a:gd name="csX53" fmla="*/ 168142 w 229470"/>
              <a:gd name="csY53" fmla="*/ 261325 h 427142"/>
              <a:gd name="csX54" fmla="*/ 158371 w 229470"/>
              <a:gd name="csY54" fmla="*/ 277501 h 427142"/>
              <a:gd name="csX55" fmla="*/ 143795 w 229470"/>
              <a:gd name="csY55" fmla="*/ 286536 h 427142"/>
              <a:gd name="csX56" fmla="*/ 128870 w 229470"/>
              <a:gd name="csY56" fmla="*/ 295569 h 427142"/>
              <a:gd name="csX57" fmla="*/ 127129 w 229470"/>
              <a:gd name="csY57" fmla="*/ 308193 h 427142"/>
              <a:gd name="csX58" fmla="*/ 130400 w 229470"/>
              <a:gd name="csY58" fmla="*/ 326436 h 427142"/>
              <a:gd name="csX59" fmla="*/ 134994 w 229470"/>
              <a:gd name="csY59" fmla="*/ 349937 h 427142"/>
              <a:gd name="csX60" fmla="*/ 142327 w 229470"/>
              <a:gd name="csY60" fmla="*/ 362849 h 427142"/>
              <a:gd name="csX61" fmla="*/ 123210 w 229470"/>
              <a:gd name="csY61" fmla="*/ 373013 h 427142"/>
              <a:gd name="csX62" fmla="*/ 101651 w 229470"/>
              <a:gd name="csY62" fmla="*/ 397639 h 427142"/>
              <a:gd name="csX63" fmla="*/ 95883 w 229470"/>
              <a:gd name="csY63" fmla="*/ 407869 h 427142"/>
              <a:gd name="csX64" fmla="*/ 86571 w 229470"/>
              <a:gd name="csY64" fmla="*/ 418453 h 427142"/>
              <a:gd name="csX65" fmla="*/ 80167 w 229470"/>
              <a:gd name="csY65" fmla="*/ 421479 h 427142"/>
              <a:gd name="csX66" fmla="*/ 70822 w 229470"/>
              <a:gd name="csY66" fmla="*/ 423763 h 427142"/>
              <a:gd name="csX67" fmla="*/ 59479 w 229470"/>
              <a:gd name="csY67" fmla="*/ 423996 h 42714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Lst>
            <a:rect l="l" t="t" r="r" b="b"/>
            <a:pathLst>
              <a:path w="229470" h="427142">
                <a:moveTo>
                  <a:pt x="59479" y="423996"/>
                </a:moveTo>
                <a:cubicBezTo>
                  <a:pt x="59345" y="422222"/>
                  <a:pt x="59442" y="409937"/>
                  <a:pt x="59694" y="396698"/>
                </a:cubicBezTo>
                <a:cubicBezTo>
                  <a:pt x="60117" y="374482"/>
                  <a:pt x="59616" y="371817"/>
                  <a:pt x="53195" y="362114"/>
                </a:cubicBezTo>
                <a:cubicBezTo>
                  <a:pt x="47165" y="353002"/>
                  <a:pt x="46399" y="349674"/>
                  <a:pt x="47446" y="337138"/>
                </a:cubicBezTo>
                <a:cubicBezTo>
                  <a:pt x="48558" y="323819"/>
                  <a:pt x="47993" y="321857"/>
                  <a:pt x="40306" y="312349"/>
                </a:cubicBezTo>
                <a:cubicBezTo>
                  <a:pt x="33058" y="303383"/>
                  <a:pt x="32044" y="300323"/>
                  <a:pt x="32609" y="289116"/>
                </a:cubicBezTo>
                <a:cubicBezTo>
                  <a:pt x="32967" y="282017"/>
                  <a:pt x="34074" y="274269"/>
                  <a:pt x="35070" y="271899"/>
                </a:cubicBezTo>
                <a:cubicBezTo>
                  <a:pt x="36124" y="269390"/>
                  <a:pt x="35017" y="264746"/>
                  <a:pt x="32418" y="260780"/>
                </a:cubicBezTo>
                <a:cubicBezTo>
                  <a:pt x="28144" y="254257"/>
                  <a:pt x="28176" y="253678"/>
                  <a:pt x="33172" y="247019"/>
                </a:cubicBezTo>
                <a:cubicBezTo>
                  <a:pt x="38159" y="240374"/>
                  <a:pt x="39247" y="240108"/>
                  <a:pt x="57856" y="240981"/>
                </a:cubicBezTo>
                <a:cubicBezTo>
                  <a:pt x="75524" y="241809"/>
                  <a:pt x="77593" y="241390"/>
                  <a:pt x="80243" y="236439"/>
                </a:cubicBezTo>
                <a:cubicBezTo>
                  <a:pt x="82790" y="231679"/>
                  <a:pt x="82305" y="230659"/>
                  <a:pt x="76436" y="228427"/>
                </a:cubicBezTo>
                <a:cubicBezTo>
                  <a:pt x="72737" y="227021"/>
                  <a:pt x="68168" y="225870"/>
                  <a:pt x="66283" y="225870"/>
                </a:cubicBezTo>
                <a:cubicBezTo>
                  <a:pt x="64397" y="225870"/>
                  <a:pt x="62186" y="224127"/>
                  <a:pt x="61369" y="221998"/>
                </a:cubicBezTo>
                <a:cubicBezTo>
                  <a:pt x="60552" y="219868"/>
                  <a:pt x="57455" y="218126"/>
                  <a:pt x="54487" y="218126"/>
                </a:cubicBezTo>
                <a:cubicBezTo>
                  <a:pt x="51152" y="218126"/>
                  <a:pt x="49775" y="217018"/>
                  <a:pt x="50882" y="215226"/>
                </a:cubicBezTo>
                <a:cubicBezTo>
                  <a:pt x="51914" y="213556"/>
                  <a:pt x="46909" y="207027"/>
                  <a:pt x="39078" y="199827"/>
                </a:cubicBezTo>
                <a:cubicBezTo>
                  <a:pt x="27017" y="188739"/>
                  <a:pt x="25656" y="186453"/>
                  <a:pt x="27028" y="179593"/>
                </a:cubicBezTo>
                <a:cubicBezTo>
                  <a:pt x="27878" y="175340"/>
                  <a:pt x="27451" y="171165"/>
                  <a:pt x="26078" y="170317"/>
                </a:cubicBezTo>
                <a:cubicBezTo>
                  <a:pt x="24704" y="169468"/>
                  <a:pt x="23581" y="166168"/>
                  <a:pt x="23581" y="162984"/>
                </a:cubicBezTo>
                <a:cubicBezTo>
                  <a:pt x="23581" y="159602"/>
                  <a:pt x="18679" y="152152"/>
                  <a:pt x="11790" y="145065"/>
                </a:cubicBezTo>
                <a:lnTo>
                  <a:pt x="0" y="132934"/>
                </a:lnTo>
                <a:lnTo>
                  <a:pt x="16266" y="118970"/>
                </a:lnTo>
                <a:cubicBezTo>
                  <a:pt x="29571" y="107549"/>
                  <a:pt x="33403" y="105472"/>
                  <a:pt x="37313" y="107565"/>
                </a:cubicBezTo>
                <a:cubicBezTo>
                  <a:pt x="39942" y="108972"/>
                  <a:pt x="42288" y="109738"/>
                  <a:pt x="42526" y="109268"/>
                </a:cubicBezTo>
                <a:cubicBezTo>
                  <a:pt x="42764" y="108799"/>
                  <a:pt x="45569" y="104686"/>
                  <a:pt x="48759" y="100129"/>
                </a:cubicBezTo>
                <a:cubicBezTo>
                  <a:pt x="56473" y="89108"/>
                  <a:pt x="56720" y="71159"/>
                  <a:pt x="49251" y="64399"/>
                </a:cubicBezTo>
                <a:cubicBezTo>
                  <a:pt x="44880" y="60443"/>
                  <a:pt x="43064" y="60145"/>
                  <a:pt x="38960" y="62708"/>
                </a:cubicBezTo>
                <a:cubicBezTo>
                  <a:pt x="31928" y="67099"/>
                  <a:pt x="28744" y="66579"/>
                  <a:pt x="28744" y="61040"/>
                </a:cubicBezTo>
                <a:cubicBezTo>
                  <a:pt x="28744" y="53145"/>
                  <a:pt x="42480" y="40966"/>
                  <a:pt x="53379" y="39197"/>
                </a:cubicBezTo>
                <a:cubicBezTo>
                  <a:pt x="66115" y="37130"/>
                  <a:pt x="70109" y="32880"/>
                  <a:pt x="71905" y="19485"/>
                </a:cubicBezTo>
                <a:cubicBezTo>
                  <a:pt x="73827" y="5162"/>
                  <a:pt x="82115" y="478"/>
                  <a:pt x="90959" y="8717"/>
                </a:cubicBezTo>
                <a:cubicBezTo>
                  <a:pt x="98823" y="16043"/>
                  <a:pt x="101930" y="15638"/>
                  <a:pt x="109824" y="6256"/>
                </a:cubicBezTo>
                <a:cubicBezTo>
                  <a:pt x="116173" y="-1290"/>
                  <a:pt x="116721" y="-1458"/>
                  <a:pt x="121001" y="2822"/>
                </a:cubicBezTo>
                <a:cubicBezTo>
                  <a:pt x="124083" y="5904"/>
                  <a:pt x="124533" y="7646"/>
                  <a:pt x="122428" y="8347"/>
                </a:cubicBezTo>
                <a:cubicBezTo>
                  <a:pt x="108913" y="12852"/>
                  <a:pt x="101196" y="28858"/>
                  <a:pt x="111269" y="31492"/>
                </a:cubicBezTo>
                <a:cubicBezTo>
                  <a:pt x="117751" y="33187"/>
                  <a:pt x="127868" y="59114"/>
                  <a:pt x="125654" y="68353"/>
                </a:cubicBezTo>
                <a:cubicBezTo>
                  <a:pt x="122658" y="80848"/>
                  <a:pt x="122997" y="82249"/>
                  <a:pt x="129394" y="83822"/>
                </a:cubicBezTo>
                <a:cubicBezTo>
                  <a:pt x="133741" y="84890"/>
                  <a:pt x="134786" y="86042"/>
                  <a:pt x="132621" y="87380"/>
                </a:cubicBezTo>
                <a:cubicBezTo>
                  <a:pt x="130861" y="88468"/>
                  <a:pt x="129420" y="92774"/>
                  <a:pt x="129420" y="96950"/>
                </a:cubicBezTo>
                <a:cubicBezTo>
                  <a:pt x="129420" y="103090"/>
                  <a:pt x="130531" y="104549"/>
                  <a:pt x="135228" y="104581"/>
                </a:cubicBezTo>
                <a:cubicBezTo>
                  <a:pt x="144939" y="104647"/>
                  <a:pt x="147895" y="108401"/>
                  <a:pt x="149666" y="122913"/>
                </a:cubicBezTo>
                <a:cubicBezTo>
                  <a:pt x="151241" y="135814"/>
                  <a:pt x="151964" y="136987"/>
                  <a:pt x="159752" y="139280"/>
                </a:cubicBezTo>
                <a:cubicBezTo>
                  <a:pt x="166352" y="141223"/>
                  <a:pt x="168150" y="143150"/>
                  <a:pt x="168181" y="148315"/>
                </a:cubicBezTo>
                <a:cubicBezTo>
                  <a:pt x="168242" y="158306"/>
                  <a:pt x="171565" y="161869"/>
                  <a:pt x="179067" y="159986"/>
                </a:cubicBezTo>
                <a:cubicBezTo>
                  <a:pt x="184111" y="158720"/>
                  <a:pt x="186588" y="159706"/>
                  <a:pt x="189769" y="164249"/>
                </a:cubicBezTo>
                <a:cubicBezTo>
                  <a:pt x="193006" y="168870"/>
                  <a:pt x="194589" y="169478"/>
                  <a:pt x="197030" y="167037"/>
                </a:cubicBezTo>
                <a:cubicBezTo>
                  <a:pt x="198747" y="165320"/>
                  <a:pt x="203942" y="163915"/>
                  <a:pt x="208574" y="163915"/>
                </a:cubicBezTo>
                <a:lnTo>
                  <a:pt x="216996" y="163915"/>
                </a:lnTo>
                <a:lnTo>
                  <a:pt x="217738" y="187794"/>
                </a:lnTo>
                <a:cubicBezTo>
                  <a:pt x="218444" y="210514"/>
                  <a:pt x="218769" y="211713"/>
                  <a:pt x="224437" y="212516"/>
                </a:cubicBezTo>
                <a:cubicBezTo>
                  <a:pt x="227714" y="212981"/>
                  <a:pt x="229940" y="214723"/>
                  <a:pt x="229386" y="216389"/>
                </a:cubicBezTo>
                <a:cubicBezTo>
                  <a:pt x="227670" y="221537"/>
                  <a:pt x="190328" y="249091"/>
                  <a:pt x="185958" y="248433"/>
                </a:cubicBezTo>
                <a:cubicBezTo>
                  <a:pt x="178411" y="247297"/>
                  <a:pt x="168142" y="254728"/>
                  <a:pt x="168142" y="261325"/>
                </a:cubicBezTo>
                <a:cubicBezTo>
                  <a:pt x="168142" y="269993"/>
                  <a:pt x="163608" y="277499"/>
                  <a:pt x="158371" y="277501"/>
                </a:cubicBezTo>
                <a:cubicBezTo>
                  <a:pt x="155936" y="277502"/>
                  <a:pt x="149377" y="281568"/>
                  <a:pt x="143795" y="286536"/>
                </a:cubicBezTo>
                <a:cubicBezTo>
                  <a:pt x="138212" y="291504"/>
                  <a:pt x="131496" y="295569"/>
                  <a:pt x="128870" y="295569"/>
                </a:cubicBezTo>
                <a:cubicBezTo>
                  <a:pt x="121381" y="295569"/>
                  <a:pt x="120392" y="302737"/>
                  <a:pt x="127129" y="308193"/>
                </a:cubicBezTo>
                <a:cubicBezTo>
                  <a:pt x="132769" y="312760"/>
                  <a:pt x="132971" y="313884"/>
                  <a:pt x="130400" y="326436"/>
                </a:cubicBezTo>
                <a:cubicBezTo>
                  <a:pt x="127799" y="339132"/>
                  <a:pt x="128033" y="340327"/>
                  <a:pt x="134994" y="349937"/>
                </a:cubicBezTo>
                <a:cubicBezTo>
                  <a:pt x="139027" y="355505"/>
                  <a:pt x="142327" y="361315"/>
                  <a:pt x="142327" y="362849"/>
                </a:cubicBezTo>
                <a:cubicBezTo>
                  <a:pt x="142327" y="368872"/>
                  <a:pt x="134539" y="373013"/>
                  <a:pt x="123210" y="373013"/>
                </a:cubicBezTo>
                <a:cubicBezTo>
                  <a:pt x="109180" y="373013"/>
                  <a:pt x="103724" y="379244"/>
                  <a:pt x="101651" y="397639"/>
                </a:cubicBezTo>
                <a:cubicBezTo>
                  <a:pt x="100573" y="407198"/>
                  <a:pt x="99540" y="409030"/>
                  <a:pt x="95883" y="407869"/>
                </a:cubicBezTo>
                <a:cubicBezTo>
                  <a:pt x="90324" y="406105"/>
                  <a:pt x="84411" y="412825"/>
                  <a:pt x="86571" y="418453"/>
                </a:cubicBezTo>
                <a:cubicBezTo>
                  <a:pt x="87898" y="421912"/>
                  <a:pt x="86764" y="422448"/>
                  <a:pt x="80167" y="421479"/>
                </a:cubicBezTo>
                <a:cubicBezTo>
                  <a:pt x="74953" y="420714"/>
                  <a:pt x="71686" y="421512"/>
                  <a:pt x="70822" y="423763"/>
                </a:cubicBezTo>
                <a:cubicBezTo>
                  <a:pt x="69146" y="428132"/>
                  <a:pt x="59804" y="428324"/>
                  <a:pt x="59479" y="423996"/>
                </a:cubicBezTo>
                <a:close/>
              </a:path>
            </a:pathLst>
          </a:custGeom>
          <a:solidFill>
            <a:srgbClr val="B9B9B9"/>
          </a:solidFill>
          <a:ln w="5163" cap="flat">
            <a:noFill/>
            <a:prstDash val="solid"/>
            <a:miter/>
          </a:ln>
        </p:spPr>
        <p:txBody>
          <a:bodyPr/>
          <a:lstStyle/>
          <a:p>
            <a:endParaRPr lang="es-419" noProof="0" dirty="0"/>
          </a:p>
        </p:txBody>
      </p:sp>
      <p:sp>
        <p:nvSpPr>
          <p:cNvPr id="56" name="Forma libre: forma 55">
            <a:extLst>
              <a:ext uri="{FF2B5EF4-FFF2-40B4-BE49-F238E27FC236}">
                <a16:creationId xmlns:a16="http://schemas.microsoft.com/office/drawing/2014/main" id="{B759D732-B6A7-533A-4AC0-B9FDE028639B}"/>
              </a:ext>
            </a:extLst>
          </p:cNvPr>
          <p:cNvSpPr/>
          <p:nvPr/>
        </p:nvSpPr>
        <p:spPr>
          <a:xfrm>
            <a:off x="1184880" y="1375117"/>
            <a:ext cx="334306" cy="498738"/>
          </a:xfrm>
          <a:custGeom>
            <a:avLst/>
            <a:gdLst>
              <a:gd name="csX0" fmla="*/ 247743 w 334306"/>
              <a:gd name="csY0" fmla="*/ 496867 h 498738"/>
              <a:gd name="csX1" fmla="*/ 240505 w 334306"/>
              <a:gd name="csY1" fmla="*/ 493884 h 498738"/>
              <a:gd name="csX2" fmla="*/ 219827 w 334306"/>
              <a:gd name="csY2" fmla="*/ 476477 h 498738"/>
              <a:gd name="csX3" fmla="*/ 204292 w 334306"/>
              <a:gd name="csY3" fmla="*/ 470138 h 498738"/>
              <a:gd name="csX4" fmla="*/ 191180 w 334306"/>
              <a:gd name="csY4" fmla="*/ 465927 h 498738"/>
              <a:gd name="csX5" fmla="*/ 185245 w 334306"/>
              <a:gd name="csY5" fmla="*/ 460255 h 498738"/>
              <a:gd name="csX6" fmla="*/ 179372 w 334306"/>
              <a:gd name="csY6" fmla="*/ 456383 h 498738"/>
              <a:gd name="csX7" fmla="*/ 119384 w 334306"/>
              <a:gd name="csY7" fmla="*/ 437991 h 498738"/>
              <a:gd name="csX8" fmla="*/ 89617 w 334306"/>
              <a:gd name="csY8" fmla="*/ 463480 h 498738"/>
              <a:gd name="csX9" fmla="*/ 81270 w 334306"/>
              <a:gd name="csY9" fmla="*/ 471310 h 498738"/>
              <a:gd name="csX10" fmla="*/ 65769 w 334306"/>
              <a:gd name="csY10" fmla="*/ 466800 h 498738"/>
              <a:gd name="csX11" fmla="*/ 41569 w 334306"/>
              <a:gd name="csY11" fmla="*/ 444771 h 498738"/>
              <a:gd name="csX12" fmla="*/ 29063 w 334306"/>
              <a:gd name="csY12" fmla="*/ 422183 h 498738"/>
              <a:gd name="csX13" fmla="*/ 35486 w 334306"/>
              <a:gd name="csY13" fmla="*/ 420247 h 498738"/>
              <a:gd name="csX14" fmla="*/ 36311 w 334306"/>
              <a:gd name="csY14" fmla="*/ 410716 h 498738"/>
              <a:gd name="csX15" fmla="*/ 30682 w 334306"/>
              <a:gd name="csY15" fmla="*/ 404725 h 498738"/>
              <a:gd name="csX16" fmla="*/ 36945 w 334306"/>
              <a:gd name="csY16" fmla="*/ 393771 h 498738"/>
              <a:gd name="csX17" fmla="*/ 44969 w 334306"/>
              <a:gd name="csY17" fmla="*/ 363455 h 498738"/>
              <a:gd name="csX18" fmla="*/ 48481 w 334306"/>
              <a:gd name="csY18" fmla="*/ 335841 h 498738"/>
              <a:gd name="csX19" fmla="*/ 28755 w 334306"/>
              <a:gd name="csY19" fmla="*/ 300210 h 498738"/>
              <a:gd name="csX20" fmla="*/ 9477 w 334306"/>
              <a:gd name="csY20" fmla="*/ 236920 h 498738"/>
              <a:gd name="csX21" fmla="*/ 0 w 334306"/>
              <a:gd name="csY21" fmla="*/ 183956 h 498738"/>
              <a:gd name="csX22" fmla="*/ 8603 w 334306"/>
              <a:gd name="csY22" fmla="*/ 171093 h 498738"/>
              <a:gd name="csX23" fmla="*/ 19247 w 334306"/>
              <a:gd name="csY23" fmla="*/ 157370 h 498738"/>
              <a:gd name="csX24" fmla="*/ 21288 w 334306"/>
              <a:gd name="csY24" fmla="*/ 154226 h 498738"/>
              <a:gd name="csX25" fmla="*/ 42935 w 334306"/>
              <a:gd name="csY25" fmla="*/ 118946 h 498738"/>
              <a:gd name="csX26" fmla="*/ 66467 w 334306"/>
              <a:gd name="csY26" fmla="*/ 79496 h 498738"/>
              <a:gd name="csX27" fmla="*/ 76541 w 334306"/>
              <a:gd name="csY27" fmla="*/ 65175 h 498738"/>
              <a:gd name="csX28" fmla="*/ 97572 w 334306"/>
              <a:gd name="csY28" fmla="*/ 34163 h 498738"/>
              <a:gd name="csX29" fmla="*/ 112627 w 334306"/>
              <a:gd name="csY29" fmla="*/ 9814 h 498738"/>
              <a:gd name="csX30" fmla="*/ 119648 w 334306"/>
              <a:gd name="csY30" fmla="*/ 4329 h 498738"/>
              <a:gd name="csX31" fmla="*/ 132858 w 334306"/>
              <a:gd name="csY31" fmla="*/ 713 h 498738"/>
              <a:gd name="csX32" fmla="*/ 193546 w 334306"/>
              <a:gd name="csY32" fmla="*/ 5578 h 498738"/>
              <a:gd name="csX33" fmla="*/ 220060 w 334306"/>
              <a:gd name="csY33" fmla="*/ 20523 h 498738"/>
              <a:gd name="csX34" fmla="*/ 224578 w 334306"/>
              <a:gd name="csY34" fmla="*/ 25298 h 498738"/>
              <a:gd name="csX35" fmla="*/ 221567 w 334306"/>
              <a:gd name="csY35" fmla="*/ 31335 h 498738"/>
              <a:gd name="csX36" fmla="*/ 217338 w 334306"/>
              <a:gd name="csY36" fmla="*/ 39397 h 498738"/>
              <a:gd name="csX37" fmla="*/ 222891 w 334306"/>
              <a:gd name="csY37" fmla="*/ 37878 h 498738"/>
              <a:gd name="csX38" fmla="*/ 225189 w 334306"/>
              <a:gd name="csY38" fmla="*/ 36902 h 498738"/>
              <a:gd name="csX39" fmla="*/ 234581 w 334306"/>
              <a:gd name="csY39" fmla="*/ 40152 h 498738"/>
              <a:gd name="csX40" fmla="*/ 261177 w 334306"/>
              <a:gd name="csY40" fmla="*/ 57181 h 498738"/>
              <a:gd name="csX41" fmla="*/ 267817 w 334306"/>
              <a:gd name="csY41" fmla="*/ 67059 h 498738"/>
              <a:gd name="csX42" fmla="*/ 274280 w 334306"/>
              <a:gd name="csY42" fmla="*/ 79049 h 498738"/>
              <a:gd name="csX43" fmla="*/ 279443 w 334306"/>
              <a:gd name="csY43" fmla="*/ 91820 h 498738"/>
              <a:gd name="csX44" fmla="*/ 284596 w 334306"/>
              <a:gd name="csY44" fmla="*/ 105775 h 498738"/>
              <a:gd name="csX45" fmla="*/ 291417 w 334306"/>
              <a:gd name="csY45" fmla="*/ 120219 h 498738"/>
              <a:gd name="csX46" fmla="*/ 298659 w 334306"/>
              <a:gd name="csY46" fmla="*/ 133370 h 498738"/>
              <a:gd name="csX47" fmla="*/ 314425 w 334306"/>
              <a:gd name="csY47" fmla="*/ 156674 h 498738"/>
              <a:gd name="csX48" fmla="*/ 323321 w 334306"/>
              <a:gd name="csY48" fmla="*/ 164371 h 498738"/>
              <a:gd name="csX49" fmla="*/ 329277 w 334306"/>
              <a:gd name="csY49" fmla="*/ 172896 h 498738"/>
              <a:gd name="csX50" fmla="*/ 327346 w 334306"/>
              <a:gd name="csY50" fmla="*/ 203260 h 498738"/>
              <a:gd name="csX51" fmla="*/ 321564 w 334306"/>
              <a:gd name="csY51" fmla="*/ 208691 h 498738"/>
              <a:gd name="csX52" fmla="*/ 314839 w 334306"/>
              <a:gd name="csY52" fmla="*/ 201967 h 498738"/>
              <a:gd name="csX53" fmla="*/ 300945 w 334306"/>
              <a:gd name="csY53" fmla="*/ 198679 h 498738"/>
              <a:gd name="csX54" fmla="*/ 291854 w 334306"/>
              <a:gd name="csY54" fmla="*/ 213362 h 498738"/>
              <a:gd name="csX55" fmla="*/ 273477 w 334306"/>
              <a:gd name="csY55" fmla="*/ 233193 h 498738"/>
              <a:gd name="csX56" fmla="*/ 248561 w 334306"/>
              <a:gd name="csY56" fmla="*/ 258261 h 498738"/>
              <a:gd name="csX57" fmla="*/ 254757 w 334306"/>
              <a:gd name="csY57" fmla="*/ 265360 h 498738"/>
              <a:gd name="csX58" fmla="*/ 262758 w 334306"/>
              <a:gd name="csY58" fmla="*/ 262611 h 498738"/>
              <a:gd name="csX59" fmla="*/ 269300 w 334306"/>
              <a:gd name="csY59" fmla="*/ 264243 h 498738"/>
              <a:gd name="csX60" fmla="*/ 257492 w 334306"/>
              <a:gd name="csY60" fmla="*/ 300210 h 498738"/>
              <a:gd name="csX61" fmla="*/ 220205 w 334306"/>
              <a:gd name="csY61" fmla="*/ 329428 h 498738"/>
              <a:gd name="csX62" fmla="*/ 231476 w 334306"/>
              <a:gd name="csY62" fmla="*/ 344578 h 498738"/>
              <a:gd name="csX63" fmla="*/ 244540 w 334306"/>
              <a:gd name="csY63" fmla="*/ 369570 h 498738"/>
              <a:gd name="csX64" fmla="*/ 259568 w 334306"/>
              <a:gd name="csY64" fmla="*/ 400936 h 498738"/>
              <a:gd name="csX65" fmla="*/ 267812 w 334306"/>
              <a:gd name="csY65" fmla="*/ 410972 h 498738"/>
              <a:gd name="csX66" fmla="*/ 272980 w 334306"/>
              <a:gd name="csY66" fmla="*/ 418667 h 498738"/>
              <a:gd name="csX67" fmla="*/ 279745 w 334306"/>
              <a:gd name="csY67" fmla="*/ 423732 h 498738"/>
              <a:gd name="csX68" fmla="*/ 289553 w 334306"/>
              <a:gd name="csY68" fmla="*/ 427604 h 498738"/>
              <a:gd name="csX69" fmla="*/ 298277 w 334306"/>
              <a:gd name="csY69" fmla="*/ 431864 h 498738"/>
              <a:gd name="csX70" fmla="*/ 272913 w 334306"/>
              <a:gd name="csY70" fmla="*/ 433099 h 498738"/>
              <a:gd name="csX71" fmla="*/ 253686 w 334306"/>
              <a:gd name="csY71" fmla="*/ 440109 h 498738"/>
              <a:gd name="csX72" fmla="*/ 252360 w 334306"/>
              <a:gd name="csY72" fmla="*/ 461577 h 498738"/>
              <a:gd name="csX73" fmla="*/ 253346 w 334306"/>
              <a:gd name="csY73" fmla="*/ 468333 h 498738"/>
              <a:gd name="csX74" fmla="*/ 251680 w 334306"/>
              <a:gd name="csY74" fmla="*/ 476637 h 498738"/>
              <a:gd name="csX75" fmla="*/ 251259 w 334306"/>
              <a:gd name="csY75" fmla="*/ 491494 h 498738"/>
              <a:gd name="csX76" fmla="*/ 247743 w 334306"/>
              <a:gd name="csY76" fmla="*/ 496867 h 4987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Lst>
            <a:rect l="l" t="t" r="r" b="b"/>
            <a:pathLst>
              <a:path w="334306" h="498738">
                <a:moveTo>
                  <a:pt x="247743" y="496867"/>
                </a:moveTo>
                <a:cubicBezTo>
                  <a:pt x="246424" y="493506"/>
                  <a:pt x="244367" y="492659"/>
                  <a:pt x="240505" y="493884"/>
                </a:cubicBezTo>
                <a:cubicBezTo>
                  <a:pt x="234008" y="495946"/>
                  <a:pt x="224617" y="488040"/>
                  <a:pt x="219827" y="476477"/>
                </a:cubicBezTo>
                <a:cubicBezTo>
                  <a:pt x="216729" y="468997"/>
                  <a:pt x="216097" y="468739"/>
                  <a:pt x="204292" y="470138"/>
                </a:cubicBezTo>
                <a:cubicBezTo>
                  <a:pt x="193057" y="471468"/>
                  <a:pt x="191916" y="471102"/>
                  <a:pt x="191180" y="465927"/>
                </a:cubicBezTo>
                <a:cubicBezTo>
                  <a:pt x="190659" y="462266"/>
                  <a:pt x="188558" y="460258"/>
                  <a:pt x="185245" y="460255"/>
                </a:cubicBezTo>
                <a:cubicBezTo>
                  <a:pt x="182424" y="460253"/>
                  <a:pt x="179781" y="458510"/>
                  <a:pt x="179372" y="456383"/>
                </a:cubicBezTo>
                <a:cubicBezTo>
                  <a:pt x="178300" y="450818"/>
                  <a:pt x="133997" y="437235"/>
                  <a:pt x="119384" y="437991"/>
                </a:cubicBezTo>
                <a:cubicBezTo>
                  <a:pt x="99217" y="439035"/>
                  <a:pt x="100133" y="438251"/>
                  <a:pt x="89617" y="463480"/>
                </a:cubicBezTo>
                <a:cubicBezTo>
                  <a:pt x="85806" y="472621"/>
                  <a:pt x="84419" y="473923"/>
                  <a:pt x="81270" y="471310"/>
                </a:cubicBezTo>
                <a:cubicBezTo>
                  <a:pt x="79194" y="469587"/>
                  <a:pt x="72218" y="467557"/>
                  <a:pt x="65769" y="466800"/>
                </a:cubicBezTo>
                <a:cubicBezTo>
                  <a:pt x="54283" y="465451"/>
                  <a:pt x="53791" y="465003"/>
                  <a:pt x="41569" y="444771"/>
                </a:cubicBezTo>
                <a:cubicBezTo>
                  <a:pt x="34707" y="433413"/>
                  <a:pt x="29080" y="423248"/>
                  <a:pt x="29063" y="422183"/>
                </a:cubicBezTo>
                <a:cubicBezTo>
                  <a:pt x="29046" y="421119"/>
                  <a:pt x="31937" y="420247"/>
                  <a:pt x="35486" y="420247"/>
                </a:cubicBezTo>
                <a:cubicBezTo>
                  <a:pt x="43403" y="420247"/>
                  <a:pt x="43560" y="418433"/>
                  <a:pt x="36311" y="410716"/>
                </a:cubicBezTo>
                <a:lnTo>
                  <a:pt x="30682" y="404725"/>
                </a:lnTo>
                <a:lnTo>
                  <a:pt x="36945" y="393771"/>
                </a:lnTo>
                <a:cubicBezTo>
                  <a:pt x="41241" y="386255"/>
                  <a:pt x="43760" y="376739"/>
                  <a:pt x="44969" y="363455"/>
                </a:cubicBezTo>
                <a:cubicBezTo>
                  <a:pt x="45939" y="352807"/>
                  <a:pt x="47519" y="340381"/>
                  <a:pt x="48481" y="335841"/>
                </a:cubicBezTo>
                <a:cubicBezTo>
                  <a:pt x="50445" y="326577"/>
                  <a:pt x="45773" y="318139"/>
                  <a:pt x="28755" y="300210"/>
                </a:cubicBezTo>
                <a:cubicBezTo>
                  <a:pt x="18993" y="289925"/>
                  <a:pt x="18916" y="289673"/>
                  <a:pt x="9477" y="236920"/>
                </a:cubicBezTo>
                <a:lnTo>
                  <a:pt x="0" y="183956"/>
                </a:lnTo>
                <a:lnTo>
                  <a:pt x="8603" y="171093"/>
                </a:lnTo>
                <a:cubicBezTo>
                  <a:pt x="13334" y="164019"/>
                  <a:pt x="18124" y="157843"/>
                  <a:pt x="19247" y="157370"/>
                </a:cubicBezTo>
                <a:cubicBezTo>
                  <a:pt x="20370" y="156896"/>
                  <a:pt x="21288" y="155482"/>
                  <a:pt x="21288" y="154226"/>
                </a:cubicBezTo>
                <a:cubicBezTo>
                  <a:pt x="21288" y="152970"/>
                  <a:pt x="31029" y="137094"/>
                  <a:pt x="42935" y="118946"/>
                </a:cubicBezTo>
                <a:cubicBezTo>
                  <a:pt x="54840" y="100798"/>
                  <a:pt x="65430" y="83045"/>
                  <a:pt x="66467" y="79496"/>
                </a:cubicBezTo>
                <a:cubicBezTo>
                  <a:pt x="67505" y="75946"/>
                  <a:pt x="72038" y="69502"/>
                  <a:pt x="76541" y="65175"/>
                </a:cubicBezTo>
                <a:cubicBezTo>
                  <a:pt x="87950" y="54213"/>
                  <a:pt x="95497" y="43084"/>
                  <a:pt x="97572" y="34163"/>
                </a:cubicBezTo>
                <a:cubicBezTo>
                  <a:pt x="99599" y="25448"/>
                  <a:pt x="109249" y="9841"/>
                  <a:pt x="112627" y="9814"/>
                </a:cubicBezTo>
                <a:cubicBezTo>
                  <a:pt x="113880" y="9805"/>
                  <a:pt x="117040" y="7336"/>
                  <a:pt x="119648" y="4329"/>
                </a:cubicBezTo>
                <a:cubicBezTo>
                  <a:pt x="123477" y="-86"/>
                  <a:pt x="126019" y="-782"/>
                  <a:pt x="132858" y="713"/>
                </a:cubicBezTo>
                <a:cubicBezTo>
                  <a:pt x="141063" y="2507"/>
                  <a:pt x="160286" y="4048"/>
                  <a:pt x="193546" y="5578"/>
                </a:cubicBezTo>
                <a:cubicBezTo>
                  <a:pt x="210737" y="6368"/>
                  <a:pt x="220060" y="11623"/>
                  <a:pt x="220060" y="20523"/>
                </a:cubicBezTo>
                <a:cubicBezTo>
                  <a:pt x="220060" y="23333"/>
                  <a:pt x="221912" y="25291"/>
                  <a:pt x="224578" y="25298"/>
                </a:cubicBezTo>
                <a:cubicBezTo>
                  <a:pt x="228025" y="25308"/>
                  <a:pt x="227313" y="26737"/>
                  <a:pt x="221567" y="31335"/>
                </a:cubicBezTo>
                <a:cubicBezTo>
                  <a:pt x="216052" y="35748"/>
                  <a:pt x="214921" y="37903"/>
                  <a:pt x="217338" y="39397"/>
                </a:cubicBezTo>
                <a:cubicBezTo>
                  <a:pt x="219279" y="40596"/>
                  <a:pt x="221565" y="39971"/>
                  <a:pt x="222891" y="37878"/>
                </a:cubicBezTo>
                <a:cubicBezTo>
                  <a:pt x="224130" y="35921"/>
                  <a:pt x="225164" y="35482"/>
                  <a:pt x="225189" y="36902"/>
                </a:cubicBezTo>
                <a:cubicBezTo>
                  <a:pt x="225213" y="38322"/>
                  <a:pt x="229440" y="39784"/>
                  <a:pt x="234581" y="40152"/>
                </a:cubicBezTo>
                <a:cubicBezTo>
                  <a:pt x="243367" y="40781"/>
                  <a:pt x="260731" y="51899"/>
                  <a:pt x="261177" y="57181"/>
                </a:cubicBezTo>
                <a:cubicBezTo>
                  <a:pt x="261279" y="58396"/>
                  <a:pt x="264267" y="62841"/>
                  <a:pt x="267817" y="67059"/>
                </a:cubicBezTo>
                <a:cubicBezTo>
                  <a:pt x="271366" y="71278"/>
                  <a:pt x="274275" y="76673"/>
                  <a:pt x="274280" y="79049"/>
                </a:cubicBezTo>
                <a:cubicBezTo>
                  <a:pt x="274285" y="81424"/>
                  <a:pt x="276609" y="87172"/>
                  <a:pt x="279443" y="91820"/>
                </a:cubicBezTo>
                <a:cubicBezTo>
                  <a:pt x="282277" y="96469"/>
                  <a:pt x="284596" y="102748"/>
                  <a:pt x="284596" y="105775"/>
                </a:cubicBezTo>
                <a:cubicBezTo>
                  <a:pt x="284596" y="108801"/>
                  <a:pt x="287666" y="115301"/>
                  <a:pt x="291417" y="120219"/>
                </a:cubicBezTo>
                <a:cubicBezTo>
                  <a:pt x="295169" y="125138"/>
                  <a:pt x="298428" y="131056"/>
                  <a:pt x="298659" y="133370"/>
                </a:cubicBezTo>
                <a:cubicBezTo>
                  <a:pt x="299477" y="141547"/>
                  <a:pt x="305637" y="150653"/>
                  <a:pt x="314425" y="156674"/>
                </a:cubicBezTo>
                <a:cubicBezTo>
                  <a:pt x="319316" y="160026"/>
                  <a:pt x="323320" y="163489"/>
                  <a:pt x="323321" y="164371"/>
                </a:cubicBezTo>
                <a:cubicBezTo>
                  <a:pt x="323323" y="165253"/>
                  <a:pt x="326003" y="169089"/>
                  <a:pt x="329277" y="172896"/>
                </a:cubicBezTo>
                <a:cubicBezTo>
                  <a:pt x="336682" y="181505"/>
                  <a:pt x="335803" y="195314"/>
                  <a:pt x="327346" y="203260"/>
                </a:cubicBezTo>
                <a:lnTo>
                  <a:pt x="321564" y="208691"/>
                </a:lnTo>
                <a:lnTo>
                  <a:pt x="314839" y="201967"/>
                </a:lnTo>
                <a:cubicBezTo>
                  <a:pt x="308661" y="195789"/>
                  <a:pt x="307532" y="195522"/>
                  <a:pt x="300945" y="198679"/>
                </a:cubicBezTo>
                <a:cubicBezTo>
                  <a:pt x="295346" y="201363"/>
                  <a:pt x="293353" y="204582"/>
                  <a:pt x="291854" y="213362"/>
                </a:cubicBezTo>
                <a:cubicBezTo>
                  <a:pt x="289357" y="227993"/>
                  <a:pt x="286547" y="231025"/>
                  <a:pt x="273477" y="233193"/>
                </a:cubicBezTo>
                <a:cubicBezTo>
                  <a:pt x="260663" y="235319"/>
                  <a:pt x="248722" y="247333"/>
                  <a:pt x="248561" y="258261"/>
                </a:cubicBezTo>
                <a:cubicBezTo>
                  <a:pt x="248475" y="264096"/>
                  <a:pt x="249579" y="265360"/>
                  <a:pt x="254757" y="265360"/>
                </a:cubicBezTo>
                <a:cubicBezTo>
                  <a:pt x="258223" y="265360"/>
                  <a:pt x="261823" y="264123"/>
                  <a:pt x="262758" y="262611"/>
                </a:cubicBezTo>
                <a:cubicBezTo>
                  <a:pt x="263872" y="260808"/>
                  <a:pt x="266124" y="261370"/>
                  <a:pt x="269300" y="264243"/>
                </a:cubicBezTo>
                <a:cubicBezTo>
                  <a:pt x="279445" y="273424"/>
                  <a:pt x="270651" y="300210"/>
                  <a:pt x="257492" y="300210"/>
                </a:cubicBezTo>
                <a:cubicBezTo>
                  <a:pt x="250513" y="300210"/>
                  <a:pt x="220446" y="323770"/>
                  <a:pt x="220205" y="329428"/>
                </a:cubicBezTo>
                <a:cubicBezTo>
                  <a:pt x="220125" y="331300"/>
                  <a:pt x="225197" y="338118"/>
                  <a:pt x="231476" y="344578"/>
                </a:cubicBezTo>
                <a:cubicBezTo>
                  <a:pt x="241029" y="354406"/>
                  <a:pt x="243162" y="358486"/>
                  <a:pt x="244540" y="369570"/>
                </a:cubicBezTo>
                <a:cubicBezTo>
                  <a:pt x="246852" y="388171"/>
                  <a:pt x="250097" y="394944"/>
                  <a:pt x="259568" y="400936"/>
                </a:cubicBezTo>
                <a:cubicBezTo>
                  <a:pt x="264099" y="403804"/>
                  <a:pt x="267809" y="408320"/>
                  <a:pt x="267812" y="410972"/>
                </a:cubicBezTo>
                <a:cubicBezTo>
                  <a:pt x="267815" y="413625"/>
                  <a:pt x="270140" y="417087"/>
                  <a:pt x="272980" y="418667"/>
                </a:cubicBezTo>
                <a:cubicBezTo>
                  <a:pt x="275819" y="420246"/>
                  <a:pt x="278864" y="422525"/>
                  <a:pt x="279745" y="423732"/>
                </a:cubicBezTo>
                <a:cubicBezTo>
                  <a:pt x="280626" y="424939"/>
                  <a:pt x="285040" y="426681"/>
                  <a:pt x="289553" y="427604"/>
                </a:cubicBezTo>
                <a:cubicBezTo>
                  <a:pt x="294067" y="428527"/>
                  <a:pt x="297992" y="430444"/>
                  <a:pt x="298277" y="431864"/>
                </a:cubicBezTo>
                <a:cubicBezTo>
                  <a:pt x="299018" y="435562"/>
                  <a:pt x="277163" y="436626"/>
                  <a:pt x="272913" y="433099"/>
                </a:cubicBezTo>
                <a:cubicBezTo>
                  <a:pt x="268101" y="429105"/>
                  <a:pt x="260026" y="432049"/>
                  <a:pt x="253686" y="440109"/>
                </a:cubicBezTo>
                <a:cubicBezTo>
                  <a:pt x="247489" y="447987"/>
                  <a:pt x="246928" y="457069"/>
                  <a:pt x="252360" y="461577"/>
                </a:cubicBezTo>
                <a:cubicBezTo>
                  <a:pt x="255321" y="464035"/>
                  <a:pt x="255560" y="465666"/>
                  <a:pt x="253346" y="468333"/>
                </a:cubicBezTo>
                <a:cubicBezTo>
                  <a:pt x="251741" y="470267"/>
                  <a:pt x="250992" y="474004"/>
                  <a:pt x="251680" y="476637"/>
                </a:cubicBezTo>
                <a:cubicBezTo>
                  <a:pt x="252369" y="479271"/>
                  <a:pt x="252179" y="485956"/>
                  <a:pt x="251259" y="491494"/>
                </a:cubicBezTo>
                <a:cubicBezTo>
                  <a:pt x="249997" y="499087"/>
                  <a:pt x="249133" y="500409"/>
                  <a:pt x="247743" y="496867"/>
                </a:cubicBezTo>
                <a:close/>
              </a:path>
            </a:pathLst>
          </a:custGeom>
          <a:solidFill>
            <a:srgbClr val="B9B9B9"/>
          </a:solidFill>
          <a:ln w="5163" cap="flat">
            <a:noFill/>
            <a:prstDash val="solid"/>
            <a:miter/>
          </a:ln>
        </p:spPr>
        <p:txBody>
          <a:bodyPr/>
          <a:lstStyle/>
          <a:p>
            <a:endParaRPr lang="es-419" noProof="0" dirty="0"/>
          </a:p>
        </p:txBody>
      </p:sp>
      <p:grpSp>
        <p:nvGrpSpPr>
          <p:cNvPr id="57" name="Gráfico 39">
            <a:extLst>
              <a:ext uri="{FF2B5EF4-FFF2-40B4-BE49-F238E27FC236}">
                <a16:creationId xmlns:a16="http://schemas.microsoft.com/office/drawing/2014/main" id="{286BC63A-B7CE-488D-D01F-F0C79238EC20}"/>
              </a:ext>
            </a:extLst>
          </p:cNvPr>
          <p:cNvGrpSpPr/>
          <p:nvPr/>
        </p:nvGrpSpPr>
        <p:grpSpPr>
          <a:xfrm>
            <a:off x="726816" y="1624037"/>
            <a:ext cx="321478" cy="429471"/>
            <a:chOff x="726816" y="1624037"/>
            <a:chExt cx="321478" cy="429471"/>
          </a:xfrm>
          <a:solidFill>
            <a:srgbClr val="B9B9B9"/>
          </a:solidFill>
        </p:grpSpPr>
        <p:sp>
          <p:nvSpPr>
            <p:cNvPr id="58" name="Forma libre: forma 57">
              <a:extLst>
                <a:ext uri="{FF2B5EF4-FFF2-40B4-BE49-F238E27FC236}">
                  <a16:creationId xmlns:a16="http://schemas.microsoft.com/office/drawing/2014/main" id="{C623C1C8-7FA7-D7CF-5669-0EEAFB13F8CA}"/>
                </a:ext>
              </a:extLst>
            </p:cNvPr>
            <p:cNvSpPr/>
            <p:nvPr/>
          </p:nvSpPr>
          <p:spPr>
            <a:xfrm>
              <a:off x="726816" y="1624037"/>
              <a:ext cx="321478" cy="429471"/>
            </a:xfrm>
            <a:custGeom>
              <a:avLst/>
              <a:gdLst>
                <a:gd name="csX0" fmla="*/ 298651 w 321478"/>
                <a:gd name="csY0" fmla="*/ 424657 h 429471"/>
                <a:gd name="csX1" fmla="*/ 285240 w 321478"/>
                <a:gd name="csY1" fmla="*/ 406239 h 429471"/>
                <a:gd name="csX2" fmla="*/ 285795 w 321478"/>
                <a:gd name="csY2" fmla="*/ 410173 h 429471"/>
                <a:gd name="csX3" fmla="*/ 287678 w 321478"/>
                <a:gd name="csY3" fmla="*/ 415491 h 429471"/>
                <a:gd name="csX4" fmla="*/ 268647 w 321478"/>
                <a:gd name="csY4" fmla="*/ 394065 h 429471"/>
                <a:gd name="csX5" fmla="*/ 249603 w 321478"/>
                <a:gd name="csY5" fmla="*/ 371546 h 429471"/>
                <a:gd name="csX6" fmla="*/ 255246 w 321478"/>
                <a:gd name="csY6" fmla="*/ 382701 h 429471"/>
                <a:gd name="csX7" fmla="*/ 260888 w 321478"/>
                <a:gd name="csY7" fmla="*/ 392041 h 429471"/>
                <a:gd name="csX8" fmla="*/ 254982 w 321478"/>
                <a:gd name="csY8" fmla="*/ 386884 h 429471"/>
                <a:gd name="csX9" fmla="*/ 245088 w 321478"/>
                <a:gd name="csY9" fmla="*/ 373977 h 429471"/>
                <a:gd name="csX10" fmla="*/ 227283 w 321478"/>
                <a:gd name="csY10" fmla="*/ 350451 h 429471"/>
                <a:gd name="csX11" fmla="*/ 213463 w 321478"/>
                <a:gd name="csY11" fmla="*/ 331266 h 429471"/>
                <a:gd name="csX12" fmla="*/ 191325 w 321478"/>
                <a:gd name="csY12" fmla="*/ 295282 h 429471"/>
                <a:gd name="csX13" fmla="*/ 182351 w 321478"/>
                <a:gd name="csY13" fmla="*/ 288640 h 429471"/>
                <a:gd name="csX14" fmla="*/ 181003 w 321478"/>
                <a:gd name="csY14" fmla="*/ 283904 h 429471"/>
                <a:gd name="csX15" fmla="*/ 179966 w 321478"/>
                <a:gd name="csY15" fmla="*/ 277802 h 429471"/>
                <a:gd name="csX16" fmla="*/ 170951 w 321478"/>
                <a:gd name="csY16" fmla="*/ 271038 h 429471"/>
                <a:gd name="csX17" fmla="*/ 164513 w 321478"/>
                <a:gd name="csY17" fmla="*/ 268249 h 429471"/>
                <a:gd name="csX18" fmla="*/ 156542 w 321478"/>
                <a:gd name="csY18" fmla="*/ 264259 h 429471"/>
                <a:gd name="csX19" fmla="*/ 146588 w 321478"/>
                <a:gd name="csY19" fmla="*/ 257160 h 429471"/>
                <a:gd name="csX20" fmla="*/ 135566 w 321478"/>
                <a:gd name="csY20" fmla="*/ 244331 h 429471"/>
                <a:gd name="csX21" fmla="*/ 140198 w 321478"/>
                <a:gd name="csY21" fmla="*/ 240806 h 429471"/>
                <a:gd name="csX22" fmla="*/ 149956 w 321478"/>
                <a:gd name="csY22" fmla="*/ 243611 h 429471"/>
                <a:gd name="csX23" fmla="*/ 139967 w 321478"/>
                <a:gd name="csY23" fmla="*/ 232769 h 429471"/>
                <a:gd name="csX24" fmla="*/ 129672 w 321478"/>
                <a:gd name="csY24" fmla="*/ 230788 h 429471"/>
                <a:gd name="csX25" fmla="*/ 122631 w 321478"/>
                <a:gd name="csY25" fmla="*/ 229456 h 429471"/>
                <a:gd name="csX26" fmla="*/ 114075 w 321478"/>
                <a:gd name="csY26" fmla="*/ 225535 h 429471"/>
                <a:gd name="csX27" fmla="*/ 112561 w 321478"/>
                <a:gd name="csY27" fmla="*/ 210989 h 429471"/>
                <a:gd name="csX28" fmla="*/ 113046 w 321478"/>
                <a:gd name="csY28" fmla="*/ 198950 h 429471"/>
                <a:gd name="csX29" fmla="*/ 110205 w 321478"/>
                <a:gd name="csY29" fmla="*/ 203079 h 429471"/>
                <a:gd name="csX30" fmla="*/ 107624 w 321478"/>
                <a:gd name="csY30" fmla="*/ 210049 h 429471"/>
                <a:gd name="csX31" fmla="*/ 105042 w 321478"/>
                <a:gd name="csY31" fmla="*/ 205992 h 429471"/>
                <a:gd name="csX32" fmla="*/ 101146 w 321478"/>
                <a:gd name="csY32" fmla="*/ 198040 h 429471"/>
                <a:gd name="csX33" fmla="*/ 106495 w 321478"/>
                <a:gd name="csY33" fmla="*/ 192040 h 429471"/>
                <a:gd name="csX34" fmla="*/ 110185 w 321478"/>
                <a:gd name="csY34" fmla="*/ 189360 h 429471"/>
                <a:gd name="csX35" fmla="*/ 105416 w 321478"/>
                <a:gd name="csY35" fmla="*/ 184234 h 429471"/>
                <a:gd name="csX36" fmla="*/ 94806 w 321478"/>
                <a:gd name="csY36" fmla="*/ 176570 h 429471"/>
                <a:gd name="csX37" fmla="*/ 84222 w 321478"/>
                <a:gd name="csY37" fmla="*/ 170141 h 429471"/>
                <a:gd name="csX38" fmla="*/ 77400 w 321478"/>
                <a:gd name="csY38" fmla="*/ 165246 h 429471"/>
                <a:gd name="csX39" fmla="*/ 66830 w 321478"/>
                <a:gd name="csY39" fmla="*/ 157291 h 429471"/>
                <a:gd name="csX40" fmla="*/ 62321 w 321478"/>
                <a:gd name="csY40" fmla="*/ 153462 h 429471"/>
                <a:gd name="csX41" fmla="*/ 58487 w 321478"/>
                <a:gd name="csY41" fmla="*/ 146011 h 429471"/>
                <a:gd name="csX42" fmla="*/ 53413 w 321478"/>
                <a:gd name="csY42" fmla="*/ 136585 h 429471"/>
                <a:gd name="csX43" fmla="*/ 46519 w 321478"/>
                <a:gd name="csY43" fmla="*/ 136694 h 429471"/>
                <a:gd name="csX44" fmla="*/ 42767 w 321478"/>
                <a:gd name="csY44" fmla="*/ 137339 h 429471"/>
                <a:gd name="csX45" fmla="*/ 40545 w 321478"/>
                <a:gd name="csY45" fmla="*/ 138358 h 429471"/>
                <a:gd name="csX46" fmla="*/ 34194 w 321478"/>
                <a:gd name="csY46" fmla="*/ 139945 h 429471"/>
                <a:gd name="csX47" fmla="*/ 30312 w 321478"/>
                <a:gd name="csY47" fmla="*/ 128691 h 429471"/>
                <a:gd name="csX48" fmla="*/ 32982 w 321478"/>
                <a:gd name="csY48" fmla="*/ 121125 h 429471"/>
                <a:gd name="csX49" fmla="*/ 29550 w 321478"/>
                <a:gd name="csY49" fmla="*/ 122878 h 429471"/>
                <a:gd name="csX50" fmla="*/ 21151 w 321478"/>
                <a:gd name="csY50" fmla="*/ 122752 h 429471"/>
                <a:gd name="csX51" fmla="*/ 17154 w 321478"/>
                <a:gd name="csY51" fmla="*/ 123427 h 429471"/>
                <a:gd name="csX52" fmla="*/ 6342 w 321478"/>
                <a:gd name="csY52" fmla="*/ 119543 h 429471"/>
                <a:gd name="csX53" fmla="*/ 4365 w 321478"/>
                <a:gd name="csY53" fmla="*/ 113226 h 429471"/>
                <a:gd name="csX54" fmla="*/ 10819 w 321478"/>
                <a:gd name="csY54" fmla="*/ 114808 h 429471"/>
                <a:gd name="csX55" fmla="*/ 4707 w 321478"/>
                <a:gd name="csY55" fmla="*/ 109494 h 429471"/>
                <a:gd name="csX56" fmla="*/ 1796 w 321478"/>
                <a:gd name="csY56" fmla="*/ 100322 h 429471"/>
                <a:gd name="csX57" fmla="*/ 1838 w 321478"/>
                <a:gd name="csY57" fmla="*/ 92658 h 429471"/>
                <a:gd name="csX58" fmla="*/ 4233 w 321478"/>
                <a:gd name="csY58" fmla="*/ 77378 h 429471"/>
                <a:gd name="csX59" fmla="*/ 13902 w 321478"/>
                <a:gd name="csY59" fmla="*/ 62490 h 429471"/>
                <a:gd name="csX60" fmla="*/ 16192 w 321478"/>
                <a:gd name="csY60" fmla="*/ 65508 h 429471"/>
                <a:gd name="csX61" fmla="*/ 14368 w 321478"/>
                <a:gd name="csY61" fmla="*/ 71941 h 429471"/>
                <a:gd name="csX62" fmla="*/ 19324 w 321478"/>
                <a:gd name="csY62" fmla="*/ 65780 h 429471"/>
                <a:gd name="csX63" fmla="*/ 24280 w 321478"/>
                <a:gd name="csY63" fmla="*/ 59619 h 429471"/>
                <a:gd name="csX64" fmla="*/ 25989 w 321478"/>
                <a:gd name="csY64" fmla="*/ 66426 h 429471"/>
                <a:gd name="csX65" fmla="*/ 30049 w 321478"/>
                <a:gd name="csY65" fmla="*/ 73232 h 429471"/>
                <a:gd name="csX66" fmla="*/ 30241 w 321478"/>
                <a:gd name="csY66" fmla="*/ 65700 h 429471"/>
                <a:gd name="csX67" fmla="*/ 47033 w 321478"/>
                <a:gd name="csY67" fmla="*/ 46164 h 429471"/>
                <a:gd name="csX68" fmla="*/ 89508 w 321478"/>
                <a:gd name="csY68" fmla="*/ 4943 h 429471"/>
                <a:gd name="csX69" fmla="*/ 99998 w 321478"/>
                <a:gd name="csY69" fmla="*/ 2688 h 429471"/>
                <a:gd name="csX70" fmla="*/ 114706 w 321478"/>
                <a:gd name="csY70" fmla="*/ 3716 h 429471"/>
                <a:gd name="csX71" fmla="*/ 123108 w 321478"/>
                <a:gd name="csY71" fmla="*/ 2764 h 429471"/>
                <a:gd name="csX72" fmla="*/ 137332 w 321478"/>
                <a:gd name="csY72" fmla="*/ 60759 h 429471"/>
                <a:gd name="csX73" fmla="*/ 159468 w 321478"/>
                <a:gd name="csY73" fmla="*/ 80313 h 429471"/>
                <a:gd name="csX74" fmla="*/ 174324 w 321478"/>
                <a:gd name="csY74" fmla="*/ 89973 h 429471"/>
                <a:gd name="csX75" fmla="*/ 184004 w 321478"/>
                <a:gd name="csY75" fmla="*/ 107383 h 429471"/>
                <a:gd name="csX76" fmla="*/ 190190 w 321478"/>
                <a:gd name="csY76" fmla="*/ 148735 h 429471"/>
                <a:gd name="csX77" fmla="*/ 191494 w 321478"/>
                <a:gd name="csY77" fmla="*/ 177131 h 429471"/>
                <a:gd name="csX78" fmla="*/ 195355 w 321478"/>
                <a:gd name="csY78" fmla="*/ 191824 h 429471"/>
                <a:gd name="csX79" fmla="*/ 205385 w 321478"/>
                <a:gd name="csY79" fmla="*/ 204731 h 429471"/>
                <a:gd name="csX80" fmla="*/ 224780 w 321478"/>
                <a:gd name="csY80" fmla="*/ 233927 h 429471"/>
                <a:gd name="csX81" fmla="*/ 251313 w 321478"/>
                <a:gd name="csY81" fmla="*/ 251602 h 429471"/>
                <a:gd name="csX82" fmla="*/ 265826 w 321478"/>
                <a:gd name="csY82" fmla="*/ 256119 h 429471"/>
                <a:gd name="csX83" fmla="*/ 280190 w 321478"/>
                <a:gd name="csY83" fmla="*/ 283901 h 429471"/>
                <a:gd name="csX84" fmla="*/ 287275 w 321478"/>
                <a:gd name="csY84" fmla="*/ 317016 h 429471"/>
                <a:gd name="csX85" fmla="*/ 290907 w 321478"/>
                <a:gd name="csY85" fmla="*/ 329217 h 429471"/>
                <a:gd name="csX86" fmla="*/ 293537 w 321478"/>
                <a:gd name="csY86" fmla="*/ 337861 h 429471"/>
                <a:gd name="csX87" fmla="*/ 302616 w 321478"/>
                <a:gd name="csY87" fmla="*/ 352211 h 429471"/>
                <a:gd name="csX88" fmla="*/ 314264 w 321478"/>
                <a:gd name="csY88" fmla="*/ 364936 h 429471"/>
                <a:gd name="csX89" fmla="*/ 319645 w 321478"/>
                <a:gd name="csY89" fmla="*/ 375951 h 429471"/>
                <a:gd name="csX90" fmla="*/ 316721 w 321478"/>
                <a:gd name="csY90" fmla="*/ 384238 h 429471"/>
                <a:gd name="csX91" fmla="*/ 312540 w 321478"/>
                <a:gd name="csY91" fmla="*/ 395571 h 429471"/>
                <a:gd name="csX92" fmla="*/ 312871 w 321478"/>
                <a:gd name="csY92" fmla="*/ 424954 h 429471"/>
                <a:gd name="csX93" fmla="*/ 306671 w 321478"/>
                <a:gd name="csY93" fmla="*/ 429472 h 429471"/>
                <a:gd name="csX94" fmla="*/ 298651 w 321478"/>
                <a:gd name="csY94" fmla="*/ 424657 h 4294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321478" h="429471">
                  <a:moveTo>
                    <a:pt x="298651" y="424657"/>
                  </a:moveTo>
                  <a:cubicBezTo>
                    <a:pt x="298651" y="419121"/>
                    <a:pt x="289271" y="406239"/>
                    <a:pt x="285240" y="406239"/>
                  </a:cubicBezTo>
                  <a:cubicBezTo>
                    <a:pt x="283590" y="406239"/>
                    <a:pt x="283808" y="407778"/>
                    <a:pt x="285795" y="410173"/>
                  </a:cubicBezTo>
                  <a:cubicBezTo>
                    <a:pt x="287591" y="412337"/>
                    <a:pt x="288438" y="414730"/>
                    <a:pt x="287678" y="415491"/>
                  </a:cubicBezTo>
                  <a:cubicBezTo>
                    <a:pt x="285539" y="417629"/>
                    <a:pt x="270321" y="400495"/>
                    <a:pt x="268647" y="394065"/>
                  </a:cubicBezTo>
                  <a:cubicBezTo>
                    <a:pt x="267226" y="388605"/>
                    <a:pt x="249603" y="367767"/>
                    <a:pt x="249603" y="371546"/>
                  </a:cubicBezTo>
                  <a:cubicBezTo>
                    <a:pt x="249603" y="372545"/>
                    <a:pt x="252142" y="377564"/>
                    <a:pt x="255246" y="382701"/>
                  </a:cubicBezTo>
                  <a:lnTo>
                    <a:pt x="260888" y="392041"/>
                  </a:lnTo>
                  <a:lnTo>
                    <a:pt x="254982" y="386884"/>
                  </a:lnTo>
                  <a:cubicBezTo>
                    <a:pt x="251733" y="384048"/>
                    <a:pt x="247281" y="378240"/>
                    <a:pt x="245088" y="373977"/>
                  </a:cubicBezTo>
                  <a:cubicBezTo>
                    <a:pt x="242896" y="369714"/>
                    <a:pt x="234883" y="359128"/>
                    <a:pt x="227283" y="350451"/>
                  </a:cubicBezTo>
                  <a:cubicBezTo>
                    <a:pt x="219682" y="341775"/>
                    <a:pt x="213463" y="333142"/>
                    <a:pt x="213463" y="331266"/>
                  </a:cubicBezTo>
                  <a:cubicBezTo>
                    <a:pt x="213463" y="326133"/>
                    <a:pt x="194515" y="295333"/>
                    <a:pt x="191325" y="295282"/>
                  </a:cubicBezTo>
                  <a:cubicBezTo>
                    <a:pt x="189798" y="295257"/>
                    <a:pt x="185760" y="292268"/>
                    <a:pt x="182351" y="288640"/>
                  </a:cubicBezTo>
                  <a:cubicBezTo>
                    <a:pt x="177259" y="283219"/>
                    <a:pt x="177019" y="282375"/>
                    <a:pt x="181003" y="283904"/>
                  </a:cubicBezTo>
                  <a:cubicBezTo>
                    <a:pt x="185315" y="285558"/>
                    <a:pt x="185200" y="284882"/>
                    <a:pt x="179966" y="277802"/>
                  </a:cubicBezTo>
                  <a:cubicBezTo>
                    <a:pt x="176728" y="273422"/>
                    <a:pt x="172671" y="270378"/>
                    <a:pt x="170951" y="271038"/>
                  </a:cubicBezTo>
                  <a:cubicBezTo>
                    <a:pt x="169231" y="271698"/>
                    <a:pt x="166334" y="270443"/>
                    <a:pt x="164513" y="268249"/>
                  </a:cubicBezTo>
                  <a:cubicBezTo>
                    <a:pt x="162692" y="266054"/>
                    <a:pt x="159105" y="264259"/>
                    <a:pt x="156542" y="264259"/>
                  </a:cubicBezTo>
                  <a:cubicBezTo>
                    <a:pt x="153980" y="264259"/>
                    <a:pt x="149500" y="261065"/>
                    <a:pt x="146588" y="257160"/>
                  </a:cubicBezTo>
                  <a:cubicBezTo>
                    <a:pt x="143676" y="253256"/>
                    <a:pt x="138716" y="247482"/>
                    <a:pt x="135566" y="244331"/>
                  </a:cubicBezTo>
                  <a:cubicBezTo>
                    <a:pt x="127839" y="236597"/>
                    <a:pt x="131401" y="233886"/>
                    <a:pt x="140198" y="240806"/>
                  </a:cubicBezTo>
                  <a:cubicBezTo>
                    <a:pt x="145135" y="244689"/>
                    <a:pt x="148042" y="245525"/>
                    <a:pt x="149956" y="243611"/>
                  </a:cubicBezTo>
                  <a:cubicBezTo>
                    <a:pt x="154558" y="239009"/>
                    <a:pt x="147985" y="231874"/>
                    <a:pt x="139967" y="232769"/>
                  </a:cubicBezTo>
                  <a:cubicBezTo>
                    <a:pt x="136133" y="233196"/>
                    <a:pt x="131500" y="232305"/>
                    <a:pt x="129672" y="230788"/>
                  </a:cubicBezTo>
                  <a:cubicBezTo>
                    <a:pt x="127844" y="229271"/>
                    <a:pt x="124675" y="228672"/>
                    <a:pt x="122631" y="229456"/>
                  </a:cubicBezTo>
                  <a:cubicBezTo>
                    <a:pt x="120587" y="230241"/>
                    <a:pt x="116736" y="228476"/>
                    <a:pt x="114075" y="225535"/>
                  </a:cubicBezTo>
                  <a:cubicBezTo>
                    <a:pt x="109769" y="220777"/>
                    <a:pt x="109602" y="219173"/>
                    <a:pt x="112561" y="210989"/>
                  </a:cubicBezTo>
                  <a:cubicBezTo>
                    <a:pt x="114982" y="204297"/>
                    <a:pt x="115114" y="201018"/>
                    <a:pt x="113046" y="198950"/>
                  </a:cubicBezTo>
                  <a:cubicBezTo>
                    <a:pt x="110979" y="196883"/>
                    <a:pt x="110205" y="198007"/>
                    <a:pt x="110205" y="203079"/>
                  </a:cubicBezTo>
                  <a:cubicBezTo>
                    <a:pt x="110205" y="206912"/>
                    <a:pt x="109043" y="210049"/>
                    <a:pt x="107624" y="210049"/>
                  </a:cubicBezTo>
                  <a:cubicBezTo>
                    <a:pt x="106204" y="210049"/>
                    <a:pt x="105042" y="208223"/>
                    <a:pt x="105042" y="205992"/>
                  </a:cubicBezTo>
                  <a:cubicBezTo>
                    <a:pt x="105042" y="203761"/>
                    <a:pt x="103289" y="200182"/>
                    <a:pt x="101146" y="198040"/>
                  </a:cubicBezTo>
                  <a:cubicBezTo>
                    <a:pt x="95668" y="192562"/>
                    <a:pt x="98756" y="189098"/>
                    <a:pt x="106495" y="192040"/>
                  </a:cubicBezTo>
                  <a:cubicBezTo>
                    <a:pt x="112388" y="194281"/>
                    <a:pt x="112698" y="194056"/>
                    <a:pt x="110185" y="189360"/>
                  </a:cubicBezTo>
                  <a:cubicBezTo>
                    <a:pt x="108676" y="186541"/>
                    <a:pt x="106530" y="184234"/>
                    <a:pt x="105416" y="184234"/>
                  </a:cubicBezTo>
                  <a:cubicBezTo>
                    <a:pt x="104302" y="184234"/>
                    <a:pt x="99527" y="180785"/>
                    <a:pt x="94806" y="176570"/>
                  </a:cubicBezTo>
                  <a:cubicBezTo>
                    <a:pt x="90084" y="172354"/>
                    <a:pt x="85321" y="169461"/>
                    <a:pt x="84222" y="170141"/>
                  </a:cubicBezTo>
                  <a:cubicBezTo>
                    <a:pt x="83122" y="170820"/>
                    <a:pt x="80052" y="168617"/>
                    <a:pt x="77400" y="165246"/>
                  </a:cubicBezTo>
                  <a:cubicBezTo>
                    <a:pt x="74748" y="161874"/>
                    <a:pt x="69991" y="158294"/>
                    <a:pt x="66830" y="157291"/>
                  </a:cubicBezTo>
                  <a:cubicBezTo>
                    <a:pt x="63669" y="156287"/>
                    <a:pt x="61640" y="154564"/>
                    <a:pt x="62321" y="153462"/>
                  </a:cubicBezTo>
                  <a:cubicBezTo>
                    <a:pt x="63003" y="152359"/>
                    <a:pt x="61277" y="149007"/>
                    <a:pt x="58487" y="146011"/>
                  </a:cubicBezTo>
                  <a:cubicBezTo>
                    <a:pt x="55696" y="143016"/>
                    <a:pt x="53413" y="138774"/>
                    <a:pt x="53413" y="136585"/>
                  </a:cubicBezTo>
                  <a:cubicBezTo>
                    <a:pt x="53413" y="131375"/>
                    <a:pt x="48531" y="131452"/>
                    <a:pt x="46519" y="136694"/>
                  </a:cubicBezTo>
                  <a:cubicBezTo>
                    <a:pt x="45256" y="139986"/>
                    <a:pt x="44525" y="140111"/>
                    <a:pt x="42767" y="137339"/>
                  </a:cubicBezTo>
                  <a:cubicBezTo>
                    <a:pt x="41090" y="134693"/>
                    <a:pt x="40576" y="134929"/>
                    <a:pt x="40545" y="138358"/>
                  </a:cubicBezTo>
                  <a:cubicBezTo>
                    <a:pt x="40512" y="142152"/>
                    <a:pt x="39561" y="142390"/>
                    <a:pt x="34194" y="139945"/>
                  </a:cubicBezTo>
                  <a:cubicBezTo>
                    <a:pt x="25899" y="136165"/>
                    <a:pt x="24011" y="130691"/>
                    <a:pt x="30312" y="128691"/>
                  </a:cubicBezTo>
                  <a:cubicBezTo>
                    <a:pt x="35660" y="126994"/>
                    <a:pt x="36881" y="123535"/>
                    <a:pt x="32982" y="121125"/>
                  </a:cubicBezTo>
                  <a:cubicBezTo>
                    <a:pt x="31683" y="120322"/>
                    <a:pt x="30139" y="121111"/>
                    <a:pt x="29550" y="122878"/>
                  </a:cubicBezTo>
                  <a:cubicBezTo>
                    <a:pt x="28702" y="125423"/>
                    <a:pt x="26957" y="125397"/>
                    <a:pt x="21151" y="122752"/>
                  </a:cubicBezTo>
                  <a:cubicBezTo>
                    <a:pt x="14600" y="119767"/>
                    <a:pt x="14176" y="119839"/>
                    <a:pt x="17154" y="123427"/>
                  </a:cubicBezTo>
                  <a:cubicBezTo>
                    <a:pt x="23195" y="130706"/>
                    <a:pt x="15185" y="127829"/>
                    <a:pt x="6342" y="119543"/>
                  </a:cubicBezTo>
                  <a:cubicBezTo>
                    <a:pt x="-1702" y="112007"/>
                    <a:pt x="-1792" y="111717"/>
                    <a:pt x="4365" y="113226"/>
                  </a:cubicBezTo>
                  <a:lnTo>
                    <a:pt x="10819" y="114808"/>
                  </a:lnTo>
                  <a:lnTo>
                    <a:pt x="4707" y="109494"/>
                  </a:lnTo>
                  <a:cubicBezTo>
                    <a:pt x="-312" y="105131"/>
                    <a:pt x="-833" y="103490"/>
                    <a:pt x="1796" y="100322"/>
                  </a:cubicBezTo>
                  <a:cubicBezTo>
                    <a:pt x="4323" y="97278"/>
                    <a:pt x="4332" y="95662"/>
                    <a:pt x="1838" y="92658"/>
                  </a:cubicBezTo>
                  <a:cubicBezTo>
                    <a:pt x="-700" y="89600"/>
                    <a:pt x="-229" y="86595"/>
                    <a:pt x="4233" y="77378"/>
                  </a:cubicBezTo>
                  <a:cubicBezTo>
                    <a:pt x="7287" y="71068"/>
                    <a:pt x="11639" y="64368"/>
                    <a:pt x="13902" y="62490"/>
                  </a:cubicBezTo>
                  <a:cubicBezTo>
                    <a:pt x="17532" y="59477"/>
                    <a:pt x="17802" y="59833"/>
                    <a:pt x="16192" y="65508"/>
                  </a:cubicBezTo>
                  <a:lnTo>
                    <a:pt x="14368" y="71941"/>
                  </a:lnTo>
                  <a:lnTo>
                    <a:pt x="19324" y="65780"/>
                  </a:lnTo>
                  <a:lnTo>
                    <a:pt x="24280" y="59619"/>
                  </a:lnTo>
                  <a:lnTo>
                    <a:pt x="25989" y="66426"/>
                  </a:lnTo>
                  <a:cubicBezTo>
                    <a:pt x="26928" y="70169"/>
                    <a:pt x="28755" y="73232"/>
                    <a:pt x="30049" y="73232"/>
                  </a:cubicBezTo>
                  <a:cubicBezTo>
                    <a:pt x="31420" y="73232"/>
                    <a:pt x="31500" y="70091"/>
                    <a:pt x="30241" y="65700"/>
                  </a:cubicBezTo>
                  <a:cubicBezTo>
                    <a:pt x="28162" y="58450"/>
                    <a:pt x="28788" y="57720"/>
                    <a:pt x="47033" y="46164"/>
                  </a:cubicBezTo>
                  <a:cubicBezTo>
                    <a:pt x="66934" y="33559"/>
                    <a:pt x="85466" y="15573"/>
                    <a:pt x="89508" y="4943"/>
                  </a:cubicBezTo>
                  <a:cubicBezTo>
                    <a:pt x="91833" y="-1172"/>
                    <a:pt x="92131" y="-1236"/>
                    <a:pt x="99998" y="2688"/>
                  </a:cubicBezTo>
                  <a:cubicBezTo>
                    <a:pt x="106503" y="5933"/>
                    <a:pt x="109396" y="6135"/>
                    <a:pt x="114706" y="3716"/>
                  </a:cubicBezTo>
                  <a:cubicBezTo>
                    <a:pt x="118341" y="2059"/>
                    <a:pt x="122122" y="1631"/>
                    <a:pt x="123108" y="2764"/>
                  </a:cubicBezTo>
                  <a:cubicBezTo>
                    <a:pt x="125561" y="5583"/>
                    <a:pt x="135461" y="45948"/>
                    <a:pt x="137332" y="60759"/>
                  </a:cubicBezTo>
                  <a:cubicBezTo>
                    <a:pt x="139199" y="75538"/>
                    <a:pt x="141734" y="77777"/>
                    <a:pt x="159468" y="80313"/>
                  </a:cubicBezTo>
                  <a:cubicBezTo>
                    <a:pt x="172513" y="82178"/>
                    <a:pt x="173509" y="82826"/>
                    <a:pt x="174324" y="89973"/>
                  </a:cubicBezTo>
                  <a:cubicBezTo>
                    <a:pt x="174804" y="94187"/>
                    <a:pt x="179160" y="102021"/>
                    <a:pt x="184004" y="107383"/>
                  </a:cubicBezTo>
                  <a:cubicBezTo>
                    <a:pt x="193664" y="118075"/>
                    <a:pt x="194152" y="121338"/>
                    <a:pt x="190190" y="148735"/>
                  </a:cubicBezTo>
                  <a:cubicBezTo>
                    <a:pt x="188197" y="162515"/>
                    <a:pt x="188470" y="168448"/>
                    <a:pt x="191494" y="177131"/>
                  </a:cubicBezTo>
                  <a:cubicBezTo>
                    <a:pt x="193597" y="183167"/>
                    <a:pt x="195335" y="189779"/>
                    <a:pt x="195355" y="191824"/>
                  </a:cubicBezTo>
                  <a:cubicBezTo>
                    <a:pt x="195376" y="193868"/>
                    <a:pt x="199889" y="199676"/>
                    <a:pt x="205385" y="204731"/>
                  </a:cubicBezTo>
                  <a:cubicBezTo>
                    <a:pt x="211344" y="210212"/>
                    <a:pt x="219172" y="221995"/>
                    <a:pt x="224780" y="233927"/>
                  </a:cubicBezTo>
                  <a:cubicBezTo>
                    <a:pt x="234706" y="255043"/>
                    <a:pt x="236093" y="255967"/>
                    <a:pt x="251313" y="251602"/>
                  </a:cubicBezTo>
                  <a:cubicBezTo>
                    <a:pt x="258379" y="249575"/>
                    <a:pt x="260277" y="250166"/>
                    <a:pt x="265826" y="256119"/>
                  </a:cubicBezTo>
                  <a:cubicBezTo>
                    <a:pt x="272628" y="263417"/>
                    <a:pt x="281243" y="280080"/>
                    <a:pt x="280190" y="283901"/>
                  </a:cubicBezTo>
                  <a:cubicBezTo>
                    <a:pt x="278841" y="288796"/>
                    <a:pt x="283826" y="312090"/>
                    <a:pt x="287275" y="317016"/>
                  </a:cubicBezTo>
                  <a:cubicBezTo>
                    <a:pt x="289273" y="319867"/>
                    <a:pt x="290907" y="325358"/>
                    <a:pt x="290907" y="329217"/>
                  </a:cubicBezTo>
                  <a:cubicBezTo>
                    <a:pt x="290907" y="333077"/>
                    <a:pt x="292090" y="336967"/>
                    <a:pt x="293537" y="337861"/>
                  </a:cubicBezTo>
                  <a:cubicBezTo>
                    <a:pt x="294984" y="338755"/>
                    <a:pt x="299069" y="345213"/>
                    <a:pt x="302616" y="352211"/>
                  </a:cubicBezTo>
                  <a:cubicBezTo>
                    <a:pt x="307126" y="361111"/>
                    <a:pt x="310627" y="364936"/>
                    <a:pt x="314264" y="364936"/>
                  </a:cubicBezTo>
                  <a:cubicBezTo>
                    <a:pt x="320436" y="364936"/>
                    <a:pt x="323792" y="371805"/>
                    <a:pt x="319645" y="375951"/>
                  </a:cubicBezTo>
                  <a:cubicBezTo>
                    <a:pt x="318037" y="377560"/>
                    <a:pt x="316721" y="381289"/>
                    <a:pt x="316721" y="384238"/>
                  </a:cubicBezTo>
                  <a:cubicBezTo>
                    <a:pt x="316721" y="387188"/>
                    <a:pt x="314840" y="392287"/>
                    <a:pt x="312540" y="395571"/>
                  </a:cubicBezTo>
                  <a:cubicBezTo>
                    <a:pt x="308425" y="401445"/>
                    <a:pt x="308570" y="414286"/>
                    <a:pt x="312871" y="424954"/>
                  </a:cubicBezTo>
                  <a:cubicBezTo>
                    <a:pt x="314372" y="428678"/>
                    <a:pt x="313283" y="429472"/>
                    <a:pt x="306671" y="429472"/>
                  </a:cubicBezTo>
                  <a:cubicBezTo>
                    <a:pt x="300565" y="429472"/>
                    <a:pt x="298651" y="428323"/>
                    <a:pt x="298651" y="424657"/>
                  </a:cubicBezTo>
                  <a:close/>
                </a:path>
              </a:pathLst>
            </a:custGeom>
            <a:solidFill>
              <a:srgbClr val="B9B9B9"/>
            </a:solidFill>
            <a:ln w="5163" cap="flat">
              <a:noFill/>
              <a:prstDash val="solid"/>
              <a:miter/>
            </a:ln>
          </p:spPr>
          <p:txBody>
            <a:bodyPr/>
            <a:lstStyle/>
            <a:p>
              <a:endParaRPr lang="es-419" noProof="0" dirty="0"/>
            </a:p>
          </p:txBody>
        </p:sp>
        <p:sp>
          <p:nvSpPr>
            <p:cNvPr id="59" name="Forma libre: forma 58">
              <a:extLst>
                <a:ext uri="{FF2B5EF4-FFF2-40B4-BE49-F238E27FC236}">
                  <a16:creationId xmlns:a16="http://schemas.microsoft.com/office/drawing/2014/main" id="{E5411CE6-C4A2-04DC-D3EA-0BD685A5161D}"/>
                </a:ext>
              </a:extLst>
            </p:cNvPr>
            <p:cNvSpPr/>
            <p:nvPr/>
          </p:nvSpPr>
          <p:spPr>
            <a:xfrm>
              <a:off x="812163" y="1806340"/>
              <a:ext cx="15955" cy="30179"/>
            </a:xfrm>
            <a:custGeom>
              <a:avLst/>
              <a:gdLst>
                <a:gd name="csX0" fmla="*/ 12859 w 15955"/>
                <a:gd name="csY0" fmla="*/ 27128 h 30179"/>
                <a:gd name="csX1" fmla="*/ 45 w 15955"/>
                <a:gd name="csY1" fmla="*/ 70 h 30179"/>
                <a:gd name="csX2" fmla="*/ 15145 w 15955"/>
                <a:gd name="csY2" fmla="*/ 24519 h 30179"/>
                <a:gd name="csX3" fmla="*/ 12859 w 15955"/>
                <a:gd name="csY3" fmla="*/ 27128 h 30179"/>
              </a:gdLst>
              <a:ahLst/>
              <a:cxnLst>
                <a:cxn ang="0">
                  <a:pos x="csX0" y="csY0"/>
                </a:cxn>
                <a:cxn ang="0">
                  <a:pos x="csX1" y="csY1"/>
                </a:cxn>
                <a:cxn ang="0">
                  <a:pos x="csX2" y="csY2"/>
                </a:cxn>
                <a:cxn ang="0">
                  <a:pos x="csX3" y="csY3"/>
                </a:cxn>
              </a:cxnLst>
              <a:rect l="l" t="t" r="r" b="b"/>
              <a:pathLst>
                <a:path w="15955" h="30179">
                  <a:moveTo>
                    <a:pt x="12859" y="27128"/>
                  </a:moveTo>
                  <a:cubicBezTo>
                    <a:pt x="8119" y="19457"/>
                    <a:pt x="-707" y="822"/>
                    <a:pt x="45" y="70"/>
                  </a:cubicBezTo>
                  <a:cubicBezTo>
                    <a:pt x="1430" y="-1315"/>
                    <a:pt x="13563" y="18330"/>
                    <a:pt x="15145" y="24519"/>
                  </a:cubicBezTo>
                  <a:cubicBezTo>
                    <a:pt x="16793" y="30962"/>
                    <a:pt x="15876" y="32008"/>
                    <a:pt x="12859" y="27128"/>
                  </a:cubicBezTo>
                  <a:close/>
                </a:path>
              </a:pathLst>
            </a:custGeom>
            <a:solidFill>
              <a:srgbClr val="B9B9B9"/>
            </a:solidFill>
            <a:ln w="5163" cap="flat">
              <a:noFill/>
              <a:prstDash val="solid"/>
              <a:miter/>
            </a:ln>
          </p:spPr>
          <p:txBody>
            <a:bodyPr/>
            <a:lstStyle/>
            <a:p>
              <a:endParaRPr lang="es-419" noProof="0" dirty="0"/>
            </a:p>
          </p:txBody>
        </p:sp>
      </p:grpSp>
      <p:sp>
        <p:nvSpPr>
          <p:cNvPr id="60" name="Forma libre: forma 59">
            <a:extLst>
              <a:ext uri="{FF2B5EF4-FFF2-40B4-BE49-F238E27FC236}">
                <a16:creationId xmlns:a16="http://schemas.microsoft.com/office/drawing/2014/main" id="{E93D8D01-6566-2A37-EA42-9F210B7383EF}"/>
              </a:ext>
            </a:extLst>
          </p:cNvPr>
          <p:cNvSpPr/>
          <p:nvPr/>
        </p:nvSpPr>
        <p:spPr>
          <a:xfrm>
            <a:off x="781520" y="1178397"/>
            <a:ext cx="460893" cy="570101"/>
          </a:xfrm>
          <a:custGeom>
            <a:avLst/>
            <a:gdLst>
              <a:gd name="csX0" fmla="*/ 151660 w 460893"/>
              <a:gd name="csY0" fmla="*/ 568610 h 570101"/>
              <a:gd name="csX1" fmla="*/ 140689 w 460893"/>
              <a:gd name="csY1" fmla="*/ 563178 h 570101"/>
              <a:gd name="csX2" fmla="*/ 131877 w 460893"/>
              <a:gd name="csY2" fmla="*/ 549661 h 570101"/>
              <a:gd name="csX3" fmla="*/ 122196 w 460893"/>
              <a:gd name="csY3" fmla="*/ 532968 h 570101"/>
              <a:gd name="csX4" fmla="*/ 107130 w 460893"/>
              <a:gd name="csY4" fmla="*/ 523131 h 570101"/>
              <a:gd name="csX5" fmla="*/ 89869 w 460893"/>
              <a:gd name="csY5" fmla="*/ 518421 h 570101"/>
              <a:gd name="csX6" fmla="*/ 85076 w 460893"/>
              <a:gd name="csY6" fmla="*/ 501266 h 570101"/>
              <a:gd name="csX7" fmla="*/ 77677 w 460893"/>
              <a:gd name="csY7" fmla="*/ 465952 h 570101"/>
              <a:gd name="csX8" fmla="*/ 72006 w 460893"/>
              <a:gd name="csY8" fmla="*/ 445300 h 570101"/>
              <a:gd name="csX9" fmla="*/ 58957 w 460893"/>
              <a:gd name="csY9" fmla="*/ 446095 h 570101"/>
              <a:gd name="csX10" fmla="*/ 35144 w 460893"/>
              <a:gd name="csY10" fmla="*/ 436548 h 570101"/>
              <a:gd name="csX11" fmla="*/ 24381 w 460893"/>
              <a:gd name="csY11" fmla="*/ 426207 h 570101"/>
              <a:gd name="csX12" fmla="*/ 26114 w 460893"/>
              <a:gd name="csY12" fmla="*/ 405421 h 570101"/>
              <a:gd name="csX13" fmla="*/ 25165 w 460893"/>
              <a:gd name="csY13" fmla="*/ 384636 h 570101"/>
              <a:gd name="csX14" fmla="*/ 17520 w 460893"/>
              <a:gd name="csY14" fmla="*/ 374956 h 570101"/>
              <a:gd name="csX15" fmla="*/ 6475 w 460893"/>
              <a:gd name="csY15" fmla="*/ 353942 h 570101"/>
              <a:gd name="csX16" fmla="*/ 196 w 460893"/>
              <a:gd name="csY16" fmla="*/ 332000 h 570101"/>
              <a:gd name="csX17" fmla="*/ 0 w 460893"/>
              <a:gd name="csY17" fmla="*/ 321391 h 570101"/>
              <a:gd name="csX18" fmla="*/ 20006 w 460893"/>
              <a:gd name="csY18" fmla="*/ 322209 h 570101"/>
              <a:gd name="csX19" fmla="*/ 37306 w 460893"/>
              <a:gd name="csY19" fmla="*/ 304003 h 570101"/>
              <a:gd name="csX20" fmla="*/ 36933 w 460893"/>
              <a:gd name="csY20" fmla="*/ 289805 h 570101"/>
              <a:gd name="csX21" fmla="*/ 37690 w 460893"/>
              <a:gd name="csY21" fmla="*/ 253719 h 570101"/>
              <a:gd name="csX22" fmla="*/ 41303 w 460893"/>
              <a:gd name="csY22" fmla="*/ 221451 h 570101"/>
              <a:gd name="csX23" fmla="*/ 48412 w 460893"/>
              <a:gd name="csY23" fmla="*/ 202644 h 570101"/>
              <a:gd name="csX24" fmla="*/ 48257 w 460893"/>
              <a:gd name="csY24" fmla="*/ 124622 h 570101"/>
              <a:gd name="csX25" fmla="*/ 40464 w 460893"/>
              <a:gd name="csY25" fmla="*/ 83859 h 570101"/>
              <a:gd name="csX26" fmla="*/ 52830 w 460893"/>
              <a:gd name="csY26" fmla="*/ 45160 h 570101"/>
              <a:gd name="csX27" fmla="*/ 63246 w 460893"/>
              <a:gd name="csY27" fmla="*/ 46920 h 570101"/>
              <a:gd name="csX28" fmla="*/ 63246 w 460893"/>
              <a:gd name="csY28" fmla="*/ 23460 h 570101"/>
              <a:gd name="csX29" fmla="*/ 66672 w 460893"/>
              <a:gd name="csY29" fmla="*/ 0 h 570101"/>
              <a:gd name="csX30" fmla="*/ 126691 w 460893"/>
              <a:gd name="csY30" fmla="*/ 3798 h 570101"/>
              <a:gd name="csX31" fmla="*/ 203405 w 460893"/>
              <a:gd name="csY31" fmla="*/ 8311 h 570101"/>
              <a:gd name="csX32" fmla="*/ 223527 w 460893"/>
              <a:gd name="csY32" fmla="*/ 9026 h 570101"/>
              <a:gd name="csX33" fmla="*/ 229665 w 460893"/>
              <a:gd name="csY33" fmla="*/ 21938 h 570101"/>
              <a:gd name="csX34" fmla="*/ 254984 w 460893"/>
              <a:gd name="csY34" fmla="*/ 54210 h 570101"/>
              <a:gd name="csX35" fmla="*/ 267180 w 460893"/>
              <a:gd name="csY35" fmla="*/ 65624 h 570101"/>
              <a:gd name="csX36" fmla="*/ 283960 w 460893"/>
              <a:gd name="csY36" fmla="*/ 83994 h 570101"/>
              <a:gd name="csX37" fmla="*/ 300739 w 460893"/>
              <a:gd name="csY37" fmla="*/ 103278 h 570101"/>
              <a:gd name="csX38" fmla="*/ 307688 w 460893"/>
              <a:gd name="csY38" fmla="*/ 107024 h 570101"/>
              <a:gd name="csX39" fmla="*/ 338320 w 460893"/>
              <a:gd name="csY39" fmla="*/ 140082 h 570101"/>
              <a:gd name="csX40" fmla="*/ 345307 w 460893"/>
              <a:gd name="csY40" fmla="*/ 156757 h 570101"/>
              <a:gd name="csX41" fmla="*/ 350264 w 460893"/>
              <a:gd name="csY41" fmla="*/ 174757 h 570101"/>
              <a:gd name="csX42" fmla="*/ 353728 w 460893"/>
              <a:gd name="csY42" fmla="*/ 192882 h 570101"/>
              <a:gd name="csX43" fmla="*/ 357557 w 460893"/>
              <a:gd name="csY43" fmla="*/ 206186 h 570101"/>
              <a:gd name="csX44" fmla="*/ 373046 w 460893"/>
              <a:gd name="csY44" fmla="*/ 221653 h 570101"/>
              <a:gd name="csX45" fmla="*/ 388508 w 460893"/>
              <a:gd name="csY45" fmla="*/ 235073 h 570101"/>
              <a:gd name="csX46" fmla="*/ 408536 w 460893"/>
              <a:gd name="csY46" fmla="*/ 251563 h 570101"/>
              <a:gd name="csX47" fmla="*/ 419486 w 460893"/>
              <a:gd name="csY47" fmla="*/ 258145 h 570101"/>
              <a:gd name="csX48" fmla="*/ 429612 w 460893"/>
              <a:gd name="csY48" fmla="*/ 264555 h 570101"/>
              <a:gd name="csX49" fmla="*/ 440498 w 460893"/>
              <a:gd name="csY49" fmla="*/ 270196 h 570101"/>
              <a:gd name="csX50" fmla="*/ 458638 w 460893"/>
              <a:gd name="csY50" fmla="*/ 279871 h 570101"/>
              <a:gd name="csX51" fmla="*/ 433706 w 460893"/>
              <a:gd name="csY51" fmla="*/ 328123 h 570101"/>
              <a:gd name="csX52" fmla="*/ 401785 w 460893"/>
              <a:gd name="csY52" fmla="*/ 376892 h 570101"/>
              <a:gd name="csX53" fmla="*/ 408173 w 460893"/>
              <a:gd name="csY53" fmla="*/ 427230 h 570101"/>
              <a:gd name="csX54" fmla="*/ 407224 w 460893"/>
              <a:gd name="csY54" fmla="*/ 481463 h 570101"/>
              <a:gd name="csX55" fmla="*/ 357001 w 460893"/>
              <a:gd name="csY55" fmla="*/ 500599 h 570101"/>
              <a:gd name="csX56" fmla="*/ 339993 w 460893"/>
              <a:gd name="csY56" fmla="*/ 507393 h 570101"/>
              <a:gd name="csX57" fmla="*/ 315871 w 460893"/>
              <a:gd name="csY57" fmla="*/ 500146 h 570101"/>
              <a:gd name="csX58" fmla="*/ 305685 w 460893"/>
              <a:gd name="csY58" fmla="*/ 499249 h 570101"/>
              <a:gd name="csX59" fmla="*/ 291896 w 460893"/>
              <a:gd name="csY59" fmla="*/ 499687 h 570101"/>
              <a:gd name="csX60" fmla="*/ 270870 w 460893"/>
              <a:gd name="csY60" fmla="*/ 491757 h 570101"/>
              <a:gd name="csX61" fmla="*/ 256706 w 460893"/>
              <a:gd name="csY61" fmla="*/ 481408 h 570101"/>
              <a:gd name="csX62" fmla="*/ 242051 w 460893"/>
              <a:gd name="csY62" fmla="*/ 472207 h 570101"/>
              <a:gd name="csX63" fmla="*/ 227525 w 460893"/>
              <a:gd name="csY63" fmla="*/ 468533 h 570101"/>
              <a:gd name="csX64" fmla="*/ 222731 w 460893"/>
              <a:gd name="csY64" fmla="*/ 472486 h 570101"/>
              <a:gd name="csX65" fmla="*/ 210984 w 460893"/>
              <a:gd name="csY65" fmla="*/ 493362 h 570101"/>
              <a:gd name="csX66" fmla="*/ 200162 w 460893"/>
              <a:gd name="csY66" fmla="*/ 504374 h 570101"/>
              <a:gd name="csX67" fmla="*/ 192160 w 460893"/>
              <a:gd name="csY67" fmla="*/ 516880 h 570101"/>
              <a:gd name="csX68" fmla="*/ 189436 w 460893"/>
              <a:gd name="csY68" fmla="*/ 530760 h 570101"/>
              <a:gd name="csX69" fmla="*/ 184534 w 460893"/>
              <a:gd name="csY69" fmla="*/ 547022 h 570101"/>
              <a:gd name="csX70" fmla="*/ 182598 w 460893"/>
              <a:gd name="csY70" fmla="*/ 561518 h 570101"/>
              <a:gd name="csX71" fmla="*/ 164446 w 460893"/>
              <a:gd name="csY71" fmla="*/ 570049 h 570101"/>
              <a:gd name="csX72" fmla="*/ 151660 w 460893"/>
              <a:gd name="csY72" fmla="*/ 568610 h 5701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Lst>
            <a:rect l="l" t="t" r="r" b="b"/>
            <a:pathLst>
              <a:path w="460893" h="570101">
                <a:moveTo>
                  <a:pt x="151660" y="568610"/>
                </a:moveTo>
                <a:cubicBezTo>
                  <a:pt x="143384" y="567865"/>
                  <a:pt x="140689" y="566530"/>
                  <a:pt x="140689" y="563178"/>
                </a:cubicBezTo>
                <a:cubicBezTo>
                  <a:pt x="140689" y="560733"/>
                  <a:pt x="136724" y="554651"/>
                  <a:pt x="131877" y="549661"/>
                </a:cubicBezTo>
                <a:cubicBezTo>
                  <a:pt x="126875" y="544511"/>
                  <a:pt x="122689" y="537293"/>
                  <a:pt x="122196" y="532968"/>
                </a:cubicBezTo>
                <a:cubicBezTo>
                  <a:pt x="121389" y="525881"/>
                  <a:pt x="120335" y="525192"/>
                  <a:pt x="107130" y="523131"/>
                </a:cubicBezTo>
                <a:cubicBezTo>
                  <a:pt x="99321" y="521912"/>
                  <a:pt x="91554" y="519792"/>
                  <a:pt x="89869" y="518421"/>
                </a:cubicBezTo>
                <a:cubicBezTo>
                  <a:pt x="88184" y="517050"/>
                  <a:pt x="86027" y="509330"/>
                  <a:pt x="85076" y="501266"/>
                </a:cubicBezTo>
                <a:cubicBezTo>
                  <a:pt x="84126" y="493202"/>
                  <a:pt x="80796" y="477310"/>
                  <a:pt x="77677" y="465952"/>
                </a:cubicBezTo>
                <a:lnTo>
                  <a:pt x="72006" y="445300"/>
                </a:lnTo>
                <a:lnTo>
                  <a:pt x="58957" y="446095"/>
                </a:lnTo>
                <a:cubicBezTo>
                  <a:pt x="46778" y="446836"/>
                  <a:pt x="45189" y="446199"/>
                  <a:pt x="35144" y="436548"/>
                </a:cubicBezTo>
                <a:lnTo>
                  <a:pt x="24381" y="426207"/>
                </a:lnTo>
                <a:lnTo>
                  <a:pt x="26114" y="405421"/>
                </a:lnTo>
                <a:cubicBezTo>
                  <a:pt x="27263" y="391650"/>
                  <a:pt x="26942" y="384636"/>
                  <a:pt x="25165" y="384636"/>
                </a:cubicBezTo>
                <a:cubicBezTo>
                  <a:pt x="23689" y="384636"/>
                  <a:pt x="20249" y="380280"/>
                  <a:pt x="17520" y="374956"/>
                </a:cubicBezTo>
                <a:cubicBezTo>
                  <a:pt x="14791" y="369631"/>
                  <a:pt x="9821" y="360175"/>
                  <a:pt x="6475" y="353942"/>
                </a:cubicBezTo>
                <a:cubicBezTo>
                  <a:pt x="3106" y="347664"/>
                  <a:pt x="305" y="337877"/>
                  <a:pt x="196" y="332000"/>
                </a:cubicBezTo>
                <a:lnTo>
                  <a:pt x="0" y="321391"/>
                </a:lnTo>
                <a:lnTo>
                  <a:pt x="20006" y="322209"/>
                </a:lnTo>
                <a:cubicBezTo>
                  <a:pt x="42391" y="323125"/>
                  <a:pt x="42565" y="322942"/>
                  <a:pt x="37306" y="304003"/>
                </a:cubicBezTo>
                <a:cubicBezTo>
                  <a:pt x="35685" y="298169"/>
                  <a:pt x="35538" y="292562"/>
                  <a:pt x="36933" y="289805"/>
                </a:cubicBezTo>
                <a:cubicBezTo>
                  <a:pt x="38201" y="287300"/>
                  <a:pt x="38542" y="271061"/>
                  <a:pt x="37690" y="253719"/>
                </a:cubicBezTo>
                <a:cubicBezTo>
                  <a:pt x="36207" y="223555"/>
                  <a:pt x="36364" y="222156"/>
                  <a:pt x="41303" y="221451"/>
                </a:cubicBezTo>
                <a:cubicBezTo>
                  <a:pt x="45680" y="220826"/>
                  <a:pt x="46762" y="217964"/>
                  <a:pt x="48412" y="202644"/>
                </a:cubicBezTo>
                <a:cubicBezTo>
                  <a:pt x="51806" y="171127"/>
                  <a:pt x="51726" y="130863"/>
                  <a:pt x="48257" y="124622"/>
                </a:cubicBezTo>
                <a:cubicBezTo>
                  <a:pt x="46501" y="121464"/>
                  <a:pt x="42994" y="103121"/>
                  <a:pt x="40464" y="83859"/>
                </a:cubicBezTo>
                <a:cubicBezTo>
                  <a:pt x="35209" y="43860"/>
                  <a:pt x="35717" y="42269"/>
                  <a:pt x="52830" y="45160"/>
                </a:cubicBezTo>
                <a:lnTo>
                  <a:pt x="63246" y="46920"/>
                </a:lnTo>
                <a:lnTo>
                  <a:pt x="63246" y="23460"/>
                </a:lnTo>
                <a:cubicBezTo>
                  <a:pt x="63246" y="5683"/>
                  <a:pt x="64076" y="0"/>
                  <a:pt x="66672" y="0"/>
                </a:cubicBezTo>
                <a:cubicBezTo>
                  <a:pt x="68557" y="0"/>
                  <a:pt x="95565" y="1709"/>
                  <a:pt x="126691" y="3798"/>
                </a:cubicBezTo>
                <a:cubicBezTo>
                  <a:pt x="157817" y="5887"/>
                  <a:pt x="192338" y="7917"/>
                  <a:pt x="203405" y="8311"/>
                </a:cubicBezTo>
                <a:lnTo>
                  <a:pt x="223527" y="9026"/>
                </a:lnTo>
                <a:lnTo>
                  <a:pt x="229665" y="21938"/>
                </a:lnTo>
                <a:cubicBezTo>
                  <a:pt x="235583" y="34389"/>
                  <a:pt x="251134" y="54210"/>
                  <a:pt x="254984" y="54210"/>
                </a:cubicBezTo>
                <a:cubicBezTo>
                  <a:pt x="256963" y="54210"/>
                  <a:pt x="267180" y="63772"/>
                  <a:pt x="267180" y="65624"/>
                </a:cubicBezTo>
                <a:cubicBezTo>
                  <a:pt x="267180" y="66222"/>
                  <a:pt x="274731" y="74489"/>
                  <a:pt x="283960" y="83994"/>
                </a:cubicBezTo>
                <a:cubicBezTo>
                  <a:pt x="293188" y="93499"/>
                  <a:pt x="300739" y="102177"/>
                  <a:pt x="300739" y="103278"/>
                </a:cubicBezTo>
                <a:cubicBezTo>
                  <a:pt x="300739" y="104379"/>
                  <a:pt x="303866" y="106065"/>
                  <a:pt x="307688" y="107024"/>
                </a:cubicBezTo>
                <a:cubicBezTo>
                  <a:pt x="316754" y="109299"/>
                  <a:pt x="336159" y="130241"/>
                  <a:pt x="338320" y="140082"/>
                </a:cubicBezTo>
                <a:cubicBezTo>
                  <a:pt x="339250" y="144316"/>
                  <a:pt x="342394" y="151820"/>
                  <a:pt x="345307" y="156757"/>
                </a:cubicBezTo>
                <a:cubicBezTo>
                  <a:pt x="348253" y="161749"/>
                  <a:pt x="350453" y="169738"/>
                  <a:pt x="350264" y="174757"/>
                </a:cubicBezTo>
                <a:cubicBezTo>
                  <a:pt x="350078" y="179720"/>
                  <a:pt x="351636" y="187876"/>
                  <a:pt x="353728" y="192882"/>
                </a:cubicBezTo>
                <a:cubicBezTo>
                  <a:pt x="355820" y="197888"/>
                  <a:pt x="357543" y="203875"/>
                  <a:pt x="357557" y="206186"/>
                </a:cubicBezTo>
                <a:cubicBezTo>
                  <a:pt x="357572" y="208497"/>
                  <a:pt x="364542" y="215457"/>
                  <a:pt x="373046" y="221653"/>
                </a:cubicBezTo>
                <a:cubicBezTo>
                  <a:pt x="381550" y="227849"/>
                  <a:pt x="388508" y="233888"/>
                  <a:pt x="388508" y="235073"/>
                </a:cubicBezTo>
                <a:cubicBezTo>
                  <a:pt x="388508" y="239850"/>
                  <a:pt x="400638" y="249837"/>
                  <a:pt x="408536" y="251563"/>
                </a:cubicBezTo>
                <a:cubicBezTo>
                  <a:pt x="413162" y="252574"/>
                  <a:pt x="418090" y="255536"/>
                  <a:pt x="419486" y="258145"/>
                </a:cubicBezTo>
                <a:cubicBezTo>
                  <a:pt x="420882" y="260754"/>
                  <a:pt x="425439" y="263638"/>
                  <a:pt x="429612" y="264555"/>
                </a:cubicBezTo>
                <a:cubicBezTo>
                  <a:pt x="433785" y="265471"/>
                  <a:pt x="438684" y="268010"/>
                  <a:pt x="440498" y="270196"/>
                </a:cubicBezTo>
                <a:cubicBezTo>
                  <a:pt x="443409" y="273704"/>
                  <a:pt x="453843" y="279268"/>
                  <a:pt x="458638" y="279871"/>
                </a:cubicBezTo>
                <a:cubicBezTo>
                  <a:pt x="464237" y="280575"/>
                  <a:pt x="460647" y="287523"/>
                  <a:pt x="433706" y="328123"/>
                </a:cubicBezTo>
                <a:cubicBezTo>
                  <a:pt x="417320" y="352816"/>
                  <a:pt x="402956" y="374762"/>
                  <a:pt x="401785" y="376892"/>
                </a:cubicBezTo>
                <a:cubicBezTo>
                  <a:pt x="400523" y="379188"/>
                  <a:pt x="403122" y="399673"/>
                  <a:pt x="408173" y="427230"/>
                </a:cubicBezTo>
                <a:cubicBezTo>
                  <a:pt x="419157" y="487163"/>
                  <a:pt x="419215" y="483871"/>
                  <a:pt x="407224" y="481463"/>
                </a:cubicBezTo>
                <a:cubicBezTo>
                  <a:pt x="377101" y="475416"/>
                  <a:pt x="375238" y="476126"/>
                  <a:pt x="357001" y="500599"/>
                </a:cubicBezTo>
                <a:cubicBezTo>
                  <a:pt x="346599" y="514558"/>
                  <a:pt x="343773" y="515687"/>
                  <a:pt x="339993" y="507393"/>
                </a:cubicBezTo>
                <a:cubicBezTo>
                  <a:pt x="336462" y="499643"/>
                  <a:pt x="325739" y="496421"/>
                  <a:pt x="315871" y="500146"/>
                </a:cubicBezTo>
                <a:cubicBezTo>
                  <a:pt x="310307" y="502246"/>
                  <a:pt x="308004" y="502043"/>
                  <a:pt x="305685" y="499249"/>
                </a:cubicBezTo>
                <a:cubicBezTo>
                  <a:pt x="301762" y="494522"/>
                  <a:pt x="296907" y="494676"/>
                  <a:pt x="291896" y="499687"/>
                </a:cubicBezTo>
                <a:cubicBezTo>
                  <a:pt x="286395" y="505188"/>
                  <a:pt x="278982" y="502392"/>
                  <a:pt x="270870" y="491757"/>
                </a:cubicBezTo>
                <a:cubicBezTo>
                  <a:pt x="267159" y="486892"/>
                  <a:pt x="260921" y="482334"/>
                  <a:pt x="256706" y="481408"/>
                </a:cubicBezTo>
                <a:cubicBezTo>
                  <a:pt x="252563" y="480498"/>
                  <a:pt x="245969" y="476358"/>
                  <a:pt x="242051" y="472207"/>
                </a:cubicBezTo>
                <a:cubicBezTo>
                  <a:pt x="234140" y="463825"/>
                  <a:pt x="229757" y="462717"/>
                  <a:pt x="227525" y="468533"/>
                </a:cubicBezTo>
                <a:cubicBezTo>
                  <a:pt x="226708" y="470663"/>
                  <a:pt x="224550" y="472442"/>
                  <a:pt x="222731" y="472486"/>
                </a:cubicBezTo>
                <a:cubicBezTo>
                  <a:pt x="216831" y="472631"/>
                  <a:pt x="209780" y="485162"/>
                  <a:pt x="210984" y="493362"/>
                </a:cubicBezTo>
                <a:cubicBezTo>
                  <a:pt x="212266" y="502098"/>
                  <a:pt x="211304" y="503076"/>
                  <a:pt x="200162" y="504374"/>
                </a:cubicBezTo>
                <a:cubicBezTo>
                  <a:pt x="189734" y="505588"/>
                  <a:pt x="189645" y="505728"/>
                  <a:pt x="192160" y="516880"/>
                </a:cubicBezTo>
                <a:cubicBezTo>
                  <a:pt x="193910" y="524639"/>
                  <a:pt x="193416" y="527159"/>
                  <a:pt x="189436" y="530760"/>
                </a:cubicBezTo>
                <a:cubicBezTo>
                  <a:pt x="186033" y="533840"/>
                  <a:pt x="184562" y="538720"/>
                  <a:pt x="184534" y="547022"/>
                </a:cubicBezTo>
                <a:cubicBezTo>
                  <a:pt x="184512" y="553546"/>
                  <a:pt x="183641" y="560069"/>
                  <a:pt x="182598" y="561518"/>
                </a:cubicBezTo>
                <a:cubicBezTo>
                  <a:pt x="180445" y="564508"/>
                  <a:pt x="167199" y="570734"/>
                  <a:pt x="164446" y="570049"/>
                </a:cubicBezTo>
                <a:cubicBezTo>
                  <a:pt x="163448" y="569801"/>
                  <a:pt x="157694" y="569154"/>
                  <a:pt x="151660" y="568610"/>
                </a:cubicBezTo>
                <a:close/>
              </a:path>
            </a:pathLst>
          </a:custGeom>
          <a:solidFill>
            <a:srgbClr val="B9B9B9"/>
          </a:solidFill>
          <a:ln w="5163" cap="flat">
            <a:noFill/>
            <a:prstDash val="solid"/>
            <a:miter/>
          </a:ln>
        </p:spPr>
        <p:txBody>
          <a:bodyPr/>
          <a:lstStyle/>
          <a:p>
            <a:endParaRPr lang="es-419" noProof="0" dirty="0"/>
          </a:p>
        </p:txBody>
      </p:sp>
      <p:sp>
        <p:nvSpPr>
          <p:cNvPr id="61" name="Forma libre: forma 60">
            <a:extLst>
              <a:ext uri="{FF2B5EF4-FFF2-40B4-BE49-F238E27FC236}">
                <a16:creationId xmlns:a16="http://schemas.microsoft.com/office/drawing/2014/main" id="{3C177C28-9FD8-0D36-5D87-81DD0BAEEE63}"/>
              </a:ext>
            </a:extLst>
          </p:cNvPr>
          <p:cNvSpPr/>
          <p:nvPr/>
        </p:nvSpPr>
        <p:spPr>
          <a:xfrm>
            <a:off x="2038384" y="2469122"/>
            <a:ext cx="332998" cy="314936"/>
          </a:xfrm>
          <a:custGeom>
            <a:avLst/>
            <a:gdLst>
              <a:gd name="csX0" fmla="*/ 150508 w 332998"/>
              <a:gd name="csY0" fmla="*/ 295153 h 314936"/>
              <a:gd name="csX1" fmla="*/ 122921 w 332998"/>
              <a:gd name="csY1" fmla="*/ 269012 h 314936"/>
              <a:gd name="csX2" fmla="*/ 122279 w 332998"/>
              <a:gd name="csY2" fmla="*/ 264031 h 314936"/>
              <a:gd name="csX3" fmla="*/ 126546 w 332998"/>
              <a:gd name="csY3" fmla="*/ 262908 h 314936"/>
              <a:gd name="csX4" fmla="*/ 106954 w 332998"/>
              <a:gd name="csY4" fmla="*/ 254224 h 314936"/>
              <a:gd name="csX5" fmla="*/ 78561 w 332998"/>
              <a:gd name="csY5" fmla="*/ 232541 h 314936"/>
              <a:gd name="csX6" fmla="*/ 60903 w 332998"/>
              <a:gd name="csY6" fmla="*/ 216842 h 314936"/>
              <a:gd name="csX7" fmla="*/ 60455 w 332998"/>
              <a:gd name="csY7" fmla="*/ 213585 h 314936"/>
              <a:gd name="csX8" fmla="*/ 56711 w 332998"/>
              <a:gd name="csY8" fmla="*/ 207285 h 314936"/>
              <a:gd name="csX9" fmla="*/ 53349 w 332998"/>
              <a:gd name="csY9" fmla="*/ 207961 h 314936"/>
              <a:gd name="csX10" fmla="*/ 34703 w 332998"/>
              <a:gd name="csY10" fmla="*/ 200142 h 314936"/>
              <a:gd name="csX11" fmla="*/ 16028 w 332998"/>
              <a:gd name="csY11" fmla="*/ 187234 h 314936"/>
              <a:gd name="csX12" fmla="*/ 16436 w 332998"/>
              <a:gd name="csY12" fmla="*/ 184359 h 314936"/>
              <a:gd name="csX13" fmla="*/ 14549 w 332998"/>
              <a:gd name="csY13" fmla="*/ 178120 h 314936"/>
              <a:gd name="csX14" fmla="*/ 7908 w 332998"/>
              <a:gd name="csY14" fmla="*/ 171021 h 314936"/>
              <a:gd name="csX15" fmla="*/ 2407 w 332998"/>
              <a:gd name="csY15" fmla="*/ 154470 h 314936"/>
              <a:gd name="csX16" fmla="*/ 6812 w 332998"/>
              <a:gd name="csY16" fmla="*/ 119621 h 314936"/>
              <a:gd name="csX17" fmla="*/ 17071 w 332998"/>
              <a:gd name="csY17" fmla="*/ 91641 h 314936"/>
              <a:gd name="csX18" fmla="*/ 20635 w 332998"/>
              <a:gd name="csY18" fmla="*/ 82008 h 314936"/>
              <a:gd name="csX19" fmla="*/ 29523 w 332998"/>
              <a:gd name="csY19" fmla="*/ 71230 h 314936"/>
              <a:gd name="csX20" fmla="*/ 42896 w 332998"/>
              <a:gd name="csY20" fmla="*/ 48085 h 314936"/>
              <a:gd name="csX21" fmla="*/ 49532 w 332998"/>
              <a:gd name="csY21" fmla="*/ 35969 h 314936"/>
              <a:gd name="csX22" fmla="*/ 54906 w 332998"/>
              <a:gd name="csY22" fmla="*/ 23257 h 314936"/>
              <a:gd name="csX23" fmla="*/ 66531 w 332998"/>
              <a:gd name="csY23" fmla="*/ 0 h 314936"/>
              <a:gd name="csX24" fmla="*/ 82468 w 332998"/>
              <a:gd name="csY24" fmla="*/ 19425 h 314936"/>
              <a:gd name="csX25" fmla="*/ 95351 w 332998"/>
              <a:gd name="csY25" fmla="*/ 43885 h 314936"/>
              <a:gd name="csX26" fmla="*/ 106141 w 332998"/>
              <a:gd name="csY26" fmla="*/ 49048 h 314936"/>
              <a:gd name="csX27" fmla="*/ 113640 w 332998"/>
              <a:gd name="csY27" fmla="*/ 54166 h 314936"/>
              <a:gd name="csX28" fmla="*/ 132249 w 332998"/>
              <a:gd name="csY28" fmla="*/ 34653 h 314936"/>
              <a:gd name="csX29" fmla="*/ 156404 w 332998"/>
              <a:gd name="csY29" fmla="*/ 10326 h 314936"/>
              <a:gd name="csX30" fmla="*/ 168334 w 332998"/>
              <a:gd name="csY30" fmla="*/ 6060 h 314936"/>
              <a:gd name="csX31" fmla="*/ 186389 w 332998"/>
              <a:gd name="csY31" fmla="*/ 9933 h 314936"/>
              <a:gd name="csX32" fmla="*/ 200349 w 332998"/>
              <a:gd name="csY32" fmla="*/ 18070 h 314936"/>
              <a:gd name="csX33" fmla="*/ 204999 w 332998"/>
              <a:gd name="csY33" fmla="*/ 30473 h 314936"/>
              <a:gd name="csX34" fmla="*/ 218185 w 332998"/>
              <a:gd name="csY34" fmla="*/ 43802 h 314936"/>
              <a:gd name="csX35" fmla="*/ 227241 w 332998"/>
              <a:gd name="csY35" fmla="*/ 50036 h 314936"/>
              <a:gd name="csX36" fmla="*/ 238424 w 332998"/>
              <a:gd name="csY36" fmla="*/ 60571 h 314936"/>
              <a:gd name="csX37" fmla="*/ 261581 w 332998"/>
              <a:gd name="csY37" fmla="*/ 79599 h 314936"/>
              <a:gd name="csX38" fmla="*/ 276424 w 332998"/>
              <a:gd name="csY38" fmla="*/ 89453 h 314936"/>
              <a:gd name="csX39" fmla="*/ 280389 w 332998"/>
              <a:gd name="csY39" fmla="*/ 90232 h 314936"/>
              <a:gd name="csX40" fmla="*/ 288978 w 332998"/>
              <a:gd name="csY40" fmla="*/ 95366 h 314936"/>
              <a:gd name="csX41" fmla="*/ 309784 w 332998"/>
              <a:gd name="csY41" fmla="*/ 117828 h 314936"/>
              <a:gd name="csX42" fmla="*/ 323208 w 332998"/>
              <a:gd name="csY42" fmla="*/ 127731 h 314936"/>
              <a:gd name="csX43" fmla="*/ 330610 w 332998"/>
              <a:gd name="csY43" fmla="*/ 136947 h 314936"/>
              <a:gd name="csX44" fmla="*/ 327230 w 332998"/>
              <a:gd name="csY44" fmla="*/ 153094 h 314936"/>
              <a:gd name="csX45" fmla="*/ 328146 w 332998"/>
              <a:gd name="csY45" fmla="*/ 164492 h 314936"/>
              <a:gd name="csX46" fmla="*/ 285552 w 332998"/>
              <a:gd name="csY46" fmla="*/ 166189 h 314936"/>
              <a:gd name="csX47" fmla="*/ 228050 w 332998"/>
              <a:gd name="csY47" fmla="*/ 169472 h 314936"/>
              <a:gd name="csX48" fmla="*/ 213142 w 332998"/>
              <a:gd name="csY48" fmla="*/ 171057 h 314936"/>
              <a:gd name="csX49" fmla="*/ 197915 w 332998"/>
              <a:gd name="csY49" fmla="*/ 199758 h 314936"/>
              <a:gd name="csX50" fmla="*/ 180329 w 332998"/>
              <a:gd name="csY50" fmla="*/ 231127 h 314936"/>
              <a:gd name="csX51" fmla="*/ 181055 w 332998"/>
              <a:gd name="csY51" fmla="*/ 253031 h 314936"/>
              <a:gd name="csX52" fmla="*/ 185000 w 332998"/>
              <a:gd name="csY52" fmla="*/ 272477 h 314936"/>
              <a:gd name="csX53" fmla="*/ 182260 w 332998"/>
              <a:gd name="csY53" fmla="*/ 301769 h 314936"/>
              <a:gd name="csX54" fmla="*/ 174070 w 332998"/>
              <a:gd name="csY54" fmla="*/ 314937 h 314936"/>
              <a:gd name="csX55" fmla="*/ 150508 w 332998"/>
              <a:gd name="csY55" fmla="*/ 295153 h 3149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Lst>
            <a:rect l="l" t="t" r="r" b="b"/>
            <a:pathLst>
              <a:path w="332998" h="314936">
                <a:moveTo>
                  <a:pt x="150508" y="295153"/>
                </a:moveTo>
                <a:cubicBezTo>
                  <a:pt x="138884" y="284272"/>
                  <a:pt x="126470" y="272508"/>
                  <a:pt x="122921" y="269012"/>
                </a:cubicBezTo>
                <a:cubicBezTo>
                  <a:pt x="116541" y="262727"/>
                  <a:pt x="116534" y="262670"/>
                  <a:pt x="122279" y="264031"/>
                </a:cubicBezTo>
                <a:cubicBezTo>
                  <a:pt x="125681" y="264837"/>
                  <a:pt x="127450" y="264371"/>
                  <a:pt x="126546" y="262908"/>
                </a:cubicBezTo>
                <a:cubicBezTo>
                  <a:pt x="124960" y="260342"/>
                  <a:pt x="114693" y="255791"/>
                  <a:pt x="106954" y="254224"/>
                </a:cubicBezTo>
                <a:cubicBezTo>
                  <a:pt x="98738" y="252560"/>
                  <a:pt x="93040" y="248209"/>
                  <a:pt x="78561" y="232541"/>
                </a:cubicBezTo>
                <a:cubicBezTo>
                  <a:pt x="70581" y="223906"/>
                  <a:pt x="62635" y="216842"/>
                  <a:pt x="60903" y="216842"/>
                </a:cubicBezTo>
                <a:cubicBezTo>
                  <a:pt x="58660" y="216842"/>
                  <a:pt x="58531" y="215904"/>
                  <a:pt x="60455" y="213585"/>
                </a:cubicBezTo>
                <a:cubicBezTo>
                  <a:pt x="62461" y="211169"/>
                  <a:pt x="61494" y="209543"/>
                  <a:pt x="56711" y="207285"/>
                </a:cubicBezTo>
                <a:cubicBezTo>
                  <a:pt x="51186" y="204678"/>
                  <a:pt x="50705" y="204775"/>
                  <a:pt x="53349" y="207961"/>
                </a:cubicBezTo>
                <a:cubicBezTo>
                  <a:pt x="59572" y="215458"/>
                  <a:pt x="50558" y="211678"/>
                  <a:pt x="34703" y="200142"/>
                </a:cubicBezTo>
                <a:cubicBezTo>
                  <a:pt x="25983" y="193796"/>
                  <a:pt x="17579" y="187988"/>
                  <a:pt x="16028" y="187234"/>
                </a:cubicBezTo>
                <a:cubicBezTo>
                  <a:pt x="14108" y="186301"/>
                  <a:pt x="14238" y="185384"/>
                  <a:pt x="16436" y="184359"/>
                </a:cubicBezTo>
                <a:cubicBezTo>
                  <a:pt x="21429" y="182028"/>
                  <a:pt x="20247" y="178120"/>
                  <a:pt x="14549" y="178120"/>
                </a:cubicBezTo>
                <a:cubicBezTo>
                  <a:pt x="11062" y="178120"/>
                  <a:pt x="8950" y="175862"/>
                  <a:pt x="7908" y="171021"/>
                </a:cubicBezTo>
                <a:cubicBezTo>
                  <a:pt x="7068" y="167117"/>
                  <a:pt x="4593" y="159669"/>
                  <a:pt x="2407" y="154470"/>
                </a:cubicBezTo>
                <a:cubicBezTo>
                  <a:pt x="-1401" y="145413"/>
                  <a:pt x="-1217" y="143959"/>
                  <a:pt x="6812" y="119621"/>
                </a:cubicBezTo>
                <a:cubicBezTo>
                  <a:pt x="11420" y="105652"/>
                  <a:pt x="16036" y="93061"/>
                  <a:pt x="17071" y="91641"/>
                </a:cubicBezTo>
                <a:cubicBezTo>
                  <a:pt x="18105" y="90222"/>
                  <a:pt x="19709" y="85887"/>
                  <a:pt x="20635" y="82008"/>
                </a:cubicBezTo>
                <a:cubicBezTo>
                  <a:pt x="21600" y="77965"/>
                  <a:pt x="25393" y="73366"/>
                  <a:pt x="29523" y="71230"/>
                </a:cubicBezTo>
                <a:cubicBezTo>
                  <a:pt x="37293" y="67213"/>
                  <a:pt x="42896" y="57515"/>
                  <a:pt x="42896" y="48085"/>
                </a:cubicBezTo>
                <a:cubicBezTo>
                  <a:pt x="42896" y="44850"/>
                  <a:pt x="45882" y="39398"/>
                  <a:pt x="49532" y="35969"/>
                </a:cubicBezTo>
                <a:cubicBezTo>
                  <a:pt x="54317" y="31473"/>
                  <a:pt x="55816" y="27929"/>
                  <a:pt x="54906" y="23257"/>
                </a:cubicBezTo>
                <a:cubicBezTo>
                  <a:pt x="53161" y="14292"/>
                  <a:pt x="60305" y="0"/>
                  <a:pt x="66531" y="0"/>
                </a:cubicBezTo>
                <a:cubicBezTo>
                  <a:pt x="74307" y="0"/>
                  <a:pt x="80918" y="8058"/>
                  <a:pt x="82468" y="19425"/>
                </a:cubicBezTo>
                <a:cubicBezTo>
                  <a:pt x="84849" y="36891"/>
                  <a:pt x="88533" y="43885"/>
                  <a:pt x="95351" y="43885"/>
                </a:cubicBezTo>
                <a:cubicBezTo>
                  <a:pt x="98716" y="43885"/>
                  <a:pt x="103572" y="46208"/>
                  <a:pt x="106141" y="49048"/>
                </a:cubicBezTo>
                <a:cubicBezTo>
                  <a:pt x="108711" y="51887"/>
                  <a:pt x="112086" y="54190"/>
                  <a:pt x="113640" y="54166"/>
                </a:cubicBezTo>
                <a:cubicBezTo>
                  <a:pt x="117209" y="54110"/>
                  <a:pt x="125915" y="44980"/>
                  <a:pt x="132249" y="34653"/>
                </a:cubicBezTo>
                <a:cubicBezTo>
                  <a:pt x="141121" y="20185"/>
                  <a:pt x="150911" y="10326"/>
                  <a:pt x="156404" y="10326"/>
                </a:cubicBezTo>
                <a:cubicBezTo>
                  <a:pt x="159385" y="10326"/>
                  <a:pt x="164754" y="8406"/>
                  <a:pt x="168334" y="6060"/>
                </a:cubicBezTo>
                <a:cubicBezTo>
                  <a:pt x="174611" y="1948"/>
                  <a:pt x="175258" y="2087"/>
                  <a:pt x="186389" y="9933"/>
                </a:cubicBezTo>
                <a:cubicBezTo>
                  <a:pt x="192739" y="14408"/>
                  <a:pt x="199021" y="18070"/>
                  <a:pt x="200349" y="18070"/>
                </a:cubicBezTo>
                <a:cubicBezTo>
                  <a:pt x="204669" y="18070"/>
                  <a:pt x="208141" y="27331"/>
                  <a:pt x="204999" y="30473"/>
                </a:cubicBezTo>
                <a:cubicBezTo>
                  <a:pt x="200842" y="34630"/>
                  <a:pt x="205908" y="39750"/>
                  <a:pt x="218185" y="43802"/>
                </a:cubicBezTo>
                <a:cubicBezTo>
                  <a:pt x="223767" y="45645"/>
                  <a:pt x="227842" y="48450"/>
                  <a:pt x="227241" y="50036"/>
                </a:cubicBezTo>
                <a:cubicBezTo>
                  <a:pt x="226639" y="51622"/>
                  <a:pt x="231671" y="56363"/>
                  <a:pt x="238424" y="60571"/>
                </a:cubicBezTo>
                <a:cubicBezTo>
                  <a:pt x="245177" y="64780"/>
                  <a:pt x="255598" y="73342"/>
                  <a:pt x="261581" y="79599"/>
                </a:cubicBezTo>
                <a:cubicBezTo>
                  <a:pt x="268586" y="86925"/>
                  <a:pt x="273870" y="90433"/>
                  <a:pt x="276424" y="89453"/>
                </a:cubicBezTo>
                <a:cubicBezTo>
                  <a:pt x="278605" y="88616"/>
                  <a:pt x="280389" y="88966"/>
                  <a:pt x="280389" y="90232"/>
                </a:cubicBezTo>
                <a:cubicBezTo>
                  <a:pt x="280389" y="91497"/>
                  <a:pt x="284254" y="93807"/>
                  <a:pt x="288978" y="95366"/>
                </a:cubicBezTo>
                <a:cubicBezTo>
                  <a:pt x="297678" y="98238"/>
                  <a:pt x="306636" y="107909"/>
                  <a:pt x="309784" y="117828"/>
                </a:cubicBezTo>
                <a:cubicBezTo>
                  <a:pt x="310845" y="121169"/>
                  <a:pt x="316015" y="124983"/>
                  <a:pt x="323208" y="127731"/>
                </a:cubicBezTo>
                <a:cubicBezTo>
                  <a:pt x="334331" y="131978"/>
                  <a:pt x="334696" y="132432"/>
                  <a:pt x="330610" y="136947"/>
                </a:cubicBezTo>
                <a:cubicBezTo>
                  <a:pt x="327588" y="140286"/>
                  <a:pt x="326585" y="145078"/>
                  <a:pt x="327230" y="153094"/>
                </a:cubicBezTo>
                <a:lnTo>
                  <a:pt x="328146" y="164492"/>
                </a:lnTo>
                <a:lnTo>
                  <a:pt x="285552" y="166189"/>
                </a:lnTo>
                <a:cubicBezTo>
                  <a:pt x="262126" y="167123"/>
                  <a:pt x="236250" y="168600"/>
                  <a:pt x="228050" y="169472"/>
                </a:cubicBezTo>
                <a:lnTo>
                  <a:pt x="213142" y="171057"/>
                </a:lnTo>
                <a:lnTo>
                  <a:pt x="197915" y="199758"/>
                </a:lnTo>
                <a:cubicBezTo>
                  <a:pt x="189539" y="215543"/>
                  <a:pt x="181626" y="229659"/>
                  <a:pt x="180329" y="231127"/>
                </a:cubicBezTo>
                <a:cubicBezTo>
                  <a:pt x="174323" y="237923"/>
                  <a:pt x="174624" y="246989"/>
                  <a:pt x="181055" y="253031"/>
                </a:cubicBezTo>
                <a:cubicBezTo>
                  <a:pt x="187596" y="259176"/>
                  <a:pt x="189401" y="268075"/>
                  <a:pt x="185000" y="272477"/>
                </a:cubicBezTo>
                <a:cubicBezTo>
                  <a:pt x="182808" y="274669"/>
                  <a:pt x="182167" y="281522"/>
                  <a:pt x="182260" y="301769"/>
                </a:cubicBezTo>
                <a:cubicBezTo>
                  <a:pt x="182290" y="308297"/>
                  <a:pt x="178160" y="314937"/>
                  <a:pt x="174070" y="314937"/>
                </a:cubicBezTo>
                <a:cubicBezTo>
                  <a:pt x="172734" y="314937"/>
                  <a:pt x="162131" y="306034"/>
                  <a:pt x="150508" y="295153"/>
                </a:cubicBezTo>
                <a:close/>
              </a:path>
            </a:pathLst>
          </a:custGeom>
          <a:solidFill>
            <a:srgbClr val="B9B9B9"/>
          </a:solidFill>
          <a:ln w="5163" cap="flat">
            <a:noFill/>
            <a:prstDash val="solid"/>
            <a:miter/>
          </a:ln>
        </p:spPr>
        <p:txBody>
          <a:bodyPr/>
          <a:lstStyle/>
          <a:p>
            <a:endParaRPr lang="es-419" noProof="0" dirty="0"/>
          </a:p>
        </p:txBody>
      </p:sp>
      <p:sp>
        <p:nvSpPr>
          <p:cNvPr id="62" name="Forma libre: forma 61">
            <a:extLst>
              <a:ext uri="{FF2B5EF4-FFF2-40B4-BE49-F238E27FC236}">
                <a16:creationId xmlns:a16="http://schemas.microsoft.com/office/drawing/2014/main" id="{3ABF2536-0F2F-961A-5202-7A029B55C8B5}"/>
              </a:ext>
            </a:extLst>
          </p:cNvPr>
          <p:cNvSpPr/>
          <p:nvPr/>
        </p:nvSpPr>
        <p:spPr>
          <a:xfrm>
            <a:off x="1645015" y="2415517"/>
            <a:ext cx="409424" cy="276749"/>
          </a:xfrm>
          <a:custGeom>
            <a:avLst/>
            <a:gdLst>
              <a:gd name="csX0" fmla="*/ 169694 w 409424"/>
              <a:gd name="csY0" fmla="*/ 275279 h 276749"/>
              <a:gd name="csX1" fmla="*/ 152536 w 409424"/>
              <a:gd name="csY1" fmla="*/ 270490 h 276749"/>
              <a:gd name="csX2" fmla="*/ 128939 w 409424"/>
              <a:gd name="csY2" fmla="*/ 261017 h 276749"/>
              <a:gd name="csX3" fmla="*/ 97253 w 409424"/>
              <a:gd name="csY3" fmla="*/ 251980 h 276749"/>
              <a:gd name="csX4" fmla="*/ 66316 w 409424"/>
              <a:gd name="csY4" fmla="*/ 248914 h 276749"/>
              <a:gd name="csX5" fmla="*/ 49536 w 409424"/>
              <a:gd name="csY5" fmla="*/ 241356 h 276749"/>
              <a:gd name="csX6" fmla="*/ 12262 w 409424"/>
              <a:gd name="csY6" fmla="*/ 223990 h 276749"/>
              <a:gd name="csX7" fmla="*/ 0 w 409424"/>
              <a:gd name="csY7" fmla="*/ 222341 h 276749"/>
              <a:gd name="csX8" fmla="*/ 5808 w 409424"/>
              <a:gd name="csY8" fmla="*/ 214784 h 276749"/>
              <a:gd name="csX9" fmla="*/ 14198 w 409424"/>
              <a:gd name="csY9" fmla="*/ 206134 h 276749"/>
              <a:gd name="csX10" fmla="*/ 30441 w 409424"/>
              <a:gd name="csY10" fmla="*/ 191104 h 276749"/>
              <a:gd name="csX11" fmla="*/ 44102 w 409424"/>
              <a:gd name="csY11" fmla="*/ 178805 h 276749"/>
              <a:gd name="csX12" fmla="*/ 41686 w 409424"/>
              <a:gd name="csY12" fmla="*/ 166228 h 276749"/>
              <a:gd name="csX13" fmla="*/ 27640 w 409424"/>
              <a:gd name="csY13" fmla="*/ 142994 h 276749"/>
              <a:gd name="csX14" fmla="*/ 10050 w 409424"/>
              <a:gd name="csY14" fmla="*/ 94836 h 276749"/>
              <a:gd name="csX15" fmla="*/ 25607 w 409424"/>
              <a:gd name="csY15" fmla="*/ 63931 h 276749"/>
              <a:gd name="csX16" fmla="*/ 43054 w 409424"/>
              <a:gd name="csY16" fmla="*/ 67030 h 276749"/>
              <a:gd name="csX17" fmla="*/ 54130 w 409424"/>
              <a:gd name="csY17" fmla="*/ 57326 h 276749"/>
              <a:gd name="csX18" fmla="*/ 54400 w 409424"/>
              <a:gd name="csY18" fmla="*/ 43740 h 276749"/>
              <a:gd name="csX19" fmla="*/ 67118 w 409424"/>
              <a:gd name="csY19" fmla="*/ 40356 h 276749"/>
              <a:gd name="csX20" fmla="*/ 69858 w 409424"/>
              <a:gd name="csY20" fmla="*/ 47250 h 276749"/>
              <a:gd name="csX21" fmla="*/ 74957 w 409424"/>
              <a:gd name="csY21" fmla="*/ 55146 h 276749"/>
              <a:gd name="csX22" fmla="*/ 85078 w 409424"/>
              <a:gd name="csY22" fmla="*/ 56392 h 276749"/>
              <a:gd name="csX23" fmla="*/ 108275 w 409424"/>
              <a:gd name="csY23" fmla="*/ 51828 h 276749"/>
              <a:gd name="csX24" fmla="*/ 135859 w 409424"/>
              <a:gd name="csY24" fmla="*/ 46965 h 276749"/>
              <a:gd name="csX25" fmla="*/ 159928 w 409424"/>
              <a:gd name="csY25" fmla="*/ 4926 h 276749"/>
              <a:gd name="csX26" fmla="*/ 164133 w 409424"/>
              <a:gd name="csY26" fmla="*/ 409 h 276749"/>
              <a:gd name="csX27" fmla="*/ 170486 w 409424"/>
              <a:gd name="csY27" fmla="*/ 1976 h 276749"/>
              <a:gd name="csX28" fmla="*/ 183283 w 409424"/>
              <a:gd name="csY28" fmla="*/ 17951 h 276749"/>
              <a:gd name="csX29" fmla="*/ 185999 w 409424"/>
              <a:gd name="csY29" fmla="*/ 22627 h 276749"/>
              <a:gd name="csX30" fmla="*/ 191478 w 409424"/>
              <a:gd name="csY30" fmla="*/ 30556 h 276749"/>
              <a:gd name="csX31" fmla="*/ 217371 w 409424"/>
              <a:gd name="csY31" fmla="*/ 43279 h 276749"/>
              <a:gd name="csX32" fmla="*/ 231319 w 409424"/>
              <a:gd name="csY32" fmla="*/ 47797 h 276749"/>
              <a:gd name="csX33" fmla="*/ 231065 w 409424"/>
              <a:gd name="csY33" fmla="*/ 71654 h 276749"/>
              <a:gd name="csX34" fmla="*/ 232914 w 409424"/>
              <a:gd name="csY34" fmla="*/ 94162 h 276749"/>
              <a:gd name="csX35" fmla="*/ 264097 w 409424"/>
              <a:gd name="csY35" fmla="*/ 98422 h 276749"/>
              <a:gd name="csX36" fmla="*/ 290859 w 409424"/>
              <a:gd name="csY36" fmla="*/ 85458 h 276749"/>
              <a:gd name="csX37" fmla="*/ 289553 w 409424"/>
              <a:gd name="csY37" fmla="*/ 87164 h 276749"/>
              <a:gd name="csX38" fmla="*/ 313001 w 409424"/>
              <a:gd name="csY38" fmla="*/ 117924 h 276749"/>
              <a:gd name="csX39" fmla="*/ 320100 w 409424"/>
              <a:gd name="csY39" fmla="*/ 125822 h 276749"/>
              <a:gd name="csX40" fmla="*/ 323327 w 409424"/>
              <a:gd name="csY40" fmla="*/ 131062 h 276749"/>
              <a:gd name="csX41" fmla="*/ 409403 w 409424"/>
              <a:gd name="csY41" fmla="*/ 134303 h 276749"/>
              <a:gd name="csX42" fmla="*/ 398626 w 409424"/>
              <a:gd name="csY42" fmla="*/ 166622 h 276749"/>
              <a:gd name="csX43" fmla="*/ 387152 w 409424"/>
              <a:gd name="csY43" fmla="*/ 198243 h 276749"/>
              <a:gd name="csX44" fmla="*/ 392348 w 409424"/>
              <a:gd name="csY44" fmla="*/ 208428 h 276749"/>
              <a:gd name="csX45" fmla="*/ 395238 w 409424"/>
              <a:gd name="csY45" fmla="*/ 226562 h 276749"/>
              <a:gd name="csX46" fmla="*/ 391384 w 409424"/>
              <a:gd name="csY46" fmla="*/ 222526 h 276749"/>
              <a:gd name="csX47" fmla="*/ 386991 w 409424"/>
              <a:gd name="csY47" fmla="*/ 220249 h 276749"/>
              <a:gd name="csX48" fmla="*/ 376751 w 409424"/>
              <a:gd name="csY48" fmla="*/ 216540 h 276749"/>
              <a:gd name="csX49" fmla="*/ 366566 w 409424"/>
              <a:gd name="csY49" fmla="*/ 215027 h 276749"/>
              <a:gd name="csX50" fmla="*/ 371084 w 409424"/>
              <a:gd name="csY50" fmla="*/ 220497 h 276749"/>
              <a:gd name="csX51" fmla="*/ 400125 w 409424"/>
              <a:gd name="csY51" fmla="*/ 234526 h 276749"/>
              <a:gd name="csX52" fmla="*/ 382700 w 409424"/>
              <a:gd name="csY52" fmla="*/ 228973 h 276749"/>
              <a:gd name="csX53" fmla="*/ 356240 w 409424"/>
              <a:gd name="csY53" fmla="*/ 221430 h 276749"/>
              <a:gd name="csX54" fmla="*/ 344640 w 409424"/>
              <a:gd name="csY54" fmla="*/ 215296 h 276749"/>
              <a:gd name="csX55" fmla="*/ 351310 w 409424"/>
              <a:gd name="csY55" fmla="*/ 215089 h 276749"/>
              <a:gd name="csX56" fmla="*/ 353659 w 409424"/>
              <a:gd name="csY56" fmla="*/ 213898 h 276749"/>
              <a:gd name="csX57" fmla="*/ 348281 w 409424"/>
              <a:gd name="csY57" fmla="*/ 208377 h 276749"/>
              <a:gd name="csX58" fmla="*/ 338397 w 409424"/>
              <a:gd name="csY58" fmla="*/ 209577 h 276749"/>
              <a:gd name="csX59" fmla="*/ 330426 w 409424"/>
              <a:gd name="csY59" fmla="*/ 208411 h 276749"/>
              <a:gd name="csX60" fmla="*/ 317751 w 409424"/>
              <a:gd name="csY60" fmla="*/ 206264 h 276749"/>
              <a:gd name="csX61" fmla="*/ 320963 w 409424"/>
              <a:gd name="csY61" fmla="*/ 214760 h 276749"/>
              <a:gd name="csX62" fmla="*/ 323972 w 409424"/>
              <a:gd name="csY62" fmla="*/ 215747 h 276749"/>
              <a:gd name="csX63" fmla="*/ 314937 w 409424"/>
              <a:gd name="csY63" fmla="*/ 219599 h 276749"/>
              <a:gd name="csX64" fmla="*/ 321391 w 409424"/>
              <a:gd name="csY64" fmla="*/ 219864 h 276749"/>
              <a:gd name="csX65" fmla="*/ 330426 w 409424"/>
              <a:gd name="csY65" fmla="*/ 221426 h 276749"/>
              <a:gd name="csX66" fmla="*/ 310754 w 409424"/>
              <a:gd name="csY66" fmla="*/ 223941 h 276749"/>
              <a:gd name="csX67" fmla="*/ 284939 w 409424"/>
              <a:gd name="csY67" fmla="*/ 234304 h 276749"/>
              <a:gd name="csX68" fmla="*/ 270316 w 409424"/>
              <a:gd name="csY68" fmla="*/ 244630 h 276749"/>
              <a:gd name="csX69" fmla="*/ 259397 w 409424"/>
              <a:gd name="csY69" fmla="*/ 248767 h 276749"/>
              <a:gd name="csX70" fmla="*/ 242736 w 409424"/>
              <a:gd name="csY70" fmla="*/ 255227 h 276749"/>
              <a:gd name="csX71" fmla="*/ 220097 w 409424"/>
              <a:gd name="csY71" fmla="*/ 265079 h 276749"/>
              <a:gd name="csX72" fmla="*/ 198772 w 409424"/>
              <a:gd name="csY72" fmla="*/ 274061 h 276749"/>
              <a:gd name="csX73" fmla="*/ 169694 w 409424"/>
              <a:gd name="csY73" fmla="*/ 275279 h 2767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Lst>
            <a:rect l="l" t="t" r="r" b="b"/>
            <a:pathLst>
              <a:path w="409424" h="276749">
                <a:moveTo>
                  <a:pt x="169694" y="275279"/>
                </a:moveTo>
                <a:cubicBezTo>
                  <a:pt x="167412" y="274002"/>
                  <a:pt x="159691" y="271847"/>
                  <a:pt x="152536" y="270490"/>
                </a:cubicBezTo>
                <a:cubicBezTo>
                  <a:pt x="145381" y="269133"/>
                  <a:pt x="134762" y="264870"/>
                  <a:pt x="128939" y="261017"/>
                </a:cubicBezTo>
                <a:cubicBezTo>
                  <a:pt x="120697" y="255563"/>
                  <a:pt x="113680" y="253561"/>
                  <a:pt x="97253" y="251980"/>
                </a:cubicBezTo>
                <a:cubicBezTo>
                  <a:pt x="85648" y="250863"/>
                  <a:pt x="71726" y="249483"/>
                  <a:pt x="66316" y="248914"/>
                </a:cubicBezTo>
                <a:cubicBezTo>
                  <a:pt x="60430" y="248295"/>
                  <a:pt x="53691" y="245260"/>
                  <a:pt x="49536" y="241356"/>
                </a:cubicBezTo>
                <a:cubicBezTo>
                  <a:pt x="36860" y="229445"/>
                  <a:pt x="25174" y="224000"/>
                  <a:pt x="12262" y="223990"/>
                </a:cubicBezTo>
                <a:cubicBezTo>
                  <a:pt x="5518" y="223985"/>
                  <a:pt x="0" y="223243"/>
                  <a:pt x="0" y="222341"/>
                </a:cubicBezTo>
                <a:cubicBezTo>
                  <a:pt x="0" y="221438"/>
                  <a:pt x="2614" y="218038"/>
                  <a:pt x="5808" y="214784"/>
                </a:cubicBezTo>
                <a:cubicBezTo>
                  <a:pt x="9003" y="211529"/>
                  <a:pt x="12778" y="207637"/>
                  <a:pt x="14198" y="206134"/>
                </a:cubicBezTo>
                <a:cubicBezTo>
                  <a:pt x="15618" y="204632"/>
                  <a:pt x="22927" y="197868"/>
                  <a:pt x="30441" y="191104"/>
                </a:cubicBezTo>
                <a:lnTo>
                  <a:pt x="44102" y="178805"/>
                </a:lnTo>
                <a:lnTo>
                  <a:pt x="41686" y="166228"/>
                </a:lnTo>
                <a:cubicBezTo>
                  <a:pt x="39751" y="156152"/>
                  <a:pt x="36957" y="151530"/>
                  <a:pt x="27640" y="142994"/>
                </a:cubicBezTo>
                <a:cubicBezTo>
                  <a:pt x="14024" y="130519"/>
                  <a:pt x="10714" y="121458"/>
                  <a:pt x="10050" y="94836"/>
                </a:cubicBezTo>
                <a:cubicBezTo>
                  <a:pt x="9450" y="70766"/>
                  <a:pt x="12891" y="63931"/>
                  <a:pt x="25607" y="63931"/>
                </a:cubicBezTo>
                <a:cubicBezTo>
                  <a:pt x="30489" y="63931"/>
                  <a:pt x="38340" y="65326"/>
                  <a:pt x="43054" y="67030"/>
                </a:cubicBezTo>
                <a:cubicBezTo>
                  <a:pt x="54638" y="71219"/>
                  <a:pt x="59354" y="67087"/>
                  <a:pt x="54130" y="57326"/>
                </a:cubicBezTo>
                <a:cubicBezTo>
                  <a:pt x="51035" y="51543"/>
                  <a:pt x="51072" y="49668"/>
                  <a:pt x="54400" y="43740"/>
                </a:cubicBezTo>
                <a:cubicBezTo>
                  <a:pt x="59239" y="35118"/>
                  <a:pt x="67118" y="33022"/>
                  <a:pt x="67118" y="40356"/>
                </a:cubicBezTo>
                <a:cubicBezTo>
                  <a:pt x="67118" y="43216"/>
                  <a:pt x="68351" y="46318"/>
                  <a:pt x="69858" y="47250"/>
                </a:cubicBezTo>
                <a:cubicBezTo>
                  <a:pt x="71366" y="48181"/>
                  <a:pt x="73660" y="51735"/>
                  <a:pt x="74957" y="55146"/>
                </a:cubicBezTo>
                <a:cubicBezTo>
                  <a:pt x="77803" y="62631"/>
                  <a:pt x="81496" y="63085"/>
                  <a:pt x="85078" y="56392"/>
                </a:cubicBezTo>
                <a:cubicBezTo>
                  <a:pt x="87383" y="52084"/>
                  <a:pt x="90423" y="51486"/>
                  <a:pt x="108275" y="51828"/>
                </a:cubicBezTo>
                <a:cubicBezTo>
                  <a:pt x="125309" y="52154"/>
                  <a:pt x="130021" y="51323"/>
                  <a:pt x="135859" y="46965"/>
                </a:cubicBezTo>
                <a:cubicBezTo>
                  <a:pt x="144210" y="40730"/>
                  <a:pt x="159754" y="13580"/>
                  <a:pt x="159928" y="4926"/>
                </a:cubicBezTo>
                <a:cubicBezTo>
                  <a:pt x="160018" y="462"/>
                  <a:pt x="161137" y="-741"/>
                  <a:pt x="164133" y="409"/>
                </a:cubicBezTo>
                <a:cubicBezTo>
                  <a:pt x="166379" y="1271"/>
                  <a:pt x="169238" y="1976"/>
                  <a:pt x="170486" y="1976"/>
                </a:cubicBezTo>
                <a:cubicBezTo>
                  <a:pt x="174404" y="1976"/>
                  <a:pt x="183283" y="13060"/>
                  <a:pt x="183283" y="17951"/>
                </a:cubicBezTo>
                <a:cubicBezTo>
                  <a:pt x="183283" y="20523"/>
                  <a:pt x="184505" y="22627"/>
                  <a:pt x="185999" y="22627"/>
                </a:cubicBezTo>
                <a:cubicBezTo>
                  <a:pt x="187493" y="22627"/>
                  <a:pt x="189958" y="26195"/>
                  <a:pt x="191478" y="30556"/>
                </a:cubicBezTo>
                <a:cubicBezTo>
                  <a:pt x="194632" y="39603"/>
                  <a:pt x="202114" y="43279"/>
                  <a:pt x="217371" y="43279"/>
                </a:cubicBezTo>
                <a:cubicBezTo>
                  <a:pt x="224361" y="43279"/>
                  <a:pt x="229040" y="44794"/>
                  <a:pt x="231319" y="47797"/>
                </a:cubicBezTo>
                <a:cubicBezTo>
                  <a:pt x="235951" y="53900"/>
                  <a:pt x="235804" y="67721"/>
                  <a:pt x="231065" y="71654"/>
                </a:cubicBezTo>
                <a:cubicBezTo>
                  <a:pt x="227042" y="74993"/>
                  <a:pt x="227738" y="83470"/>
                  <a:pt x="232914" y="94162"/>
                </a:cubicBezTo>
                <a:cubicBezTo>
                  <a:pt x="236944" y="102487"/>
                  <a:pt x="256280" y="105129"/>
                  <a:pt x="264097" y="98422"/>
                </a:cubicBezTo>
                <a:cubicBezTo>
                  <a:pt x="272137" y="91525"/>
                  <a:pt x="288836" y="83435"/>
                  <a:pt x="290859" y="85458"/>
                </a:cubicBezTo>
                <a:cubicBezTo>
                  <a:pt x="291797" y="86396"/>
                  <a:pt x="291209" y="87164"/>
                  <a:pt x="289553" y="87164"/>
                </a:cubicBezTo>
                <a:cubicBezTo>
                  <a:pt x="278849" y="87164"/>
                  <a:pt x="297992" y="112276"/>
                  <a:pt x="313001" y="117924"/>
                </a:cubicBezTo>
                <a:cubicBezTo>
                  <a:pt x="317528" y="119627"/>
                  <a:pt x="320100" y="122488"/>
                  <a:pt x="320100" y="125822"/>
                </a:cubicBezTo>
                <a:cubicBezTo>
                  <a:pt x="320100" y="128696"/>
                  <a:pt x="321552" y="131055"/>
                  <a:pt x="323327" y="131062"/>
                </a:cubicBezTo>
                <a:cubicBezTo>
                  <a:pt x="338940" y="131129"/>
                  <a:pt x="408862" y="133762"/>
                  <a:pt x="409403" y="134303"/>
                </a:cubicBezTo>
                <a:cubicBezTo>
                  <a:pt x="409786" y="134687"/>
                  <a:pt x="404937" y="149230"/>
                  <a:pt x="398626" y="166622"/>
                </a:cubicBezTo>
                <a:lnTo>
                  <a:pt x="387152" y="198243"/>
                </a:lnTo>
                <a:lnTo>
                  <a:pt x="392348" y="208428"/>
                </a:lnTo>
                <a:cubicBezTo>
                  <a:pt x="397867" y="219247"/>
                  <a:pt x="399033" y="226562"/>
                  <a:pt x="395238" y="226562"/>
                </a:cubicBezTo>
                <a:cubicBezTo>
                  <a:pt x="393970" y="226562"/>
                  <a:pt x="392236" y="224746"/>
                  <a:pt x="391384" y="222526"/>
                </a:cubicBezTo>
                <a:cubicBezTo>
                  <a:pt x="390533" y="220307"/>
                  <a:pt x="388555" y="219282"/>
                  <a:pt x="386991" y="220249"/>
                </a:cubicBezTo>
                <a:cubicBezTo>
                  <a:pt x="385426" y="221216"/>
                  <a:pt x="380818" y="219547"/>
                  <a:pt x="376751" y="216540"/>
                </a:cubicBezTo>
                <a:cubicBezTo>
                  <a:pt x="367939" y="210026"/>
                  <a:pt x="366566" y="209821"/>
                  <a:pt x="366566" y="215027"/>
                </a:cubicBezTo>
                <a:cubicBezTo>
                  <a:pt x="366566" y="217201"/>
                  <a:pt x="368599" y="219663"/>
                  <a:pt x="371084" y="220497"/>
                </a:cubicBezTo>
                <a:cubicBezTo>
                  <a:pt x="382593" y="224364"/>
                  <a:pt x="400125" y="232833"/>
                  <a:pt x="400125" y="234526"/>
                </a:cubicBezTo>
                <a:cubicBezTo>
                  <a:pt x="400125" y="235560"/>
                  <a:pt x="392284" y="233061"/>
                  <a:pt x="382700" y="228973"/>
                </a:cubicBezTo>
                <a:cubicBezTo>
                  <a:pt x="373117" y="224884"/>
                  <a:pt x="361210" y="221490"/>
                  <a:pt x="356240" y="221430"/>
                </a:cubicBezTo>
                <a:cubicBezTo>
                  <a:pt x="344962" y="221293"/>
                  <a:pt x="338255" y="217747"/>
                  <a:pt x="344640" y="215296"/>
                </a:cubicBezTo>
                <a:cubicBezTo>
                  <a:pt x="347017" y="214384"/>
                  <a:pt x="350019" y="214291"/>
                  <a:pt x="351310" y="215089"/>
                </a:cubicBezTo>
                <a:cubicBezTo>
                  <a:pt x="352602" y="215888"/>
                  <a:pt x="353659" y="215352"/>
                  <a:pt x="353659" y="213898"/>
                </a:cubicBezTo>
                <a:cubicBezTo>
                  <a:pt x="353659" y="212444"/>
                  <a:pt x="351239" y="209960"/>
                  <a:pt x="348281" y="208377"/>
                </a:cubicBezTo>
                <a:cubicBezTo>
                  <a:pt x="344050" y="206113"/>
                  <a:pt x="341943" y="206369"/>
                  <a:pt x="338397" y="209577"/>
                </a:cubicBezTo>
                <a:cubicBezTo>
                  <a:pt x="332399" y="215006"/>
                  <a:pt x="330426" y="214717"/>
                  <a:pt x="330426" y="208411"/>
                </a:cubicBezTo>
                <a:cubicBezTo>
                  <a:pt x="330426" y="200483"/>
                  <a:pt x="323396" y="199293"/>
                  <a:pt x="317751" y="206264"/>
                </a:cubicBezTo>
                <a:cubicBezTo>
                  <a:pt x="311888" y="213504"/>
                  <a:pt x="313243" y="217088"/>
                  <a:pt x="320963" y="214760"/>
                </a:cubicBezTo>
                <a:cubicBezTo>
                  <a:pt x="324787" y="213607"/>
                  <a:pt x="325738" y="213919"/>
                  <a:pt x="323972" y="215747"/>
                </a:cubicBezTo>
                <a:cubicBezTo>
                  <a:pt x="322552" y="217218"/>
                  <a:pt x="318487" y="218951"/>
                  <a:pt x="314937" y="219599"/>
                </a:cubicBezTo>
                <a:cubicBezTo>
                  <a:pt x="311388" y="220248"/>
                  <a:pt x="314292" y="220366"/>
                  <a:pt x="321391" y="219864"/>
                </a:cubicBezTo>
                <a:cubicBezTo>
                  <a:pt x="330318" y="219231"/>
                  <a:pt x="333104" y="219713"/>
                  <a:pt x="330426" y="221426"/>
                </a:cubicBezTo>
                <a:cubicBezTo>
                  <a:pt x="328296" y="222787"/>
                  <a:pt x="319444" y="223919"/>
                  <a:pt x="310754" y="223941"/>
                </a:cubicBezTo>
                <a:cubicBezTo>
                  <a:pt x="295733" y="223979"/>
                  <a:pt x="294460" y="224490"/>
                  <a:pt x="284939" y="234304"/>
                </a:cubicBezTo>
                <a:cubicBezTo>
                  <a:pt x="279431" y="239982"/>
                  <a:pt x="272851" y="244629"/>
                  <a:pt x="270316" y="244630"/>
                </a:cubicBezTo>
                <a:cubicBezTo>
                  <a:pt x="267782" y="244631"/>
                  <a:pt x="262868" y="246493"/>
                  <a:pt x="259397" y="248767"/>
                </a:cubicBezTo>
                <a:cubicBezTo>
                  <a:pt x="255927" y="251041"/>
                  <a:pt x="248429" y="253948"/>
                  <a:pt x="242736" y="255227"/>
                </a:cubicBezTo>
                <a:cubicBezTo>
                  <a:pt x="237044" y="256506"/>
                  <a:pt x="226856" y="260940"/>
                  <a:pt x="220097" y="265079"/>
                </a:cubicBezTo>
                <a:cubicBezTo>
                  <a:pt x="213337" y="269219"/>
                  <a:pt x="203741" y="273261"/>
                  <a:pt x="198772" y="274061"/>
                </a:cubicBezTo>
                <a:cubicBezTo>
                  <a:pt x="178742" y="277289"/>
                  <a:pt x="173664" y="277501"/>
                  <a:pt x="169694" y="275279"/>
                </a:cubicBezTo>
                <a:close/>
              </a:path>
            </a:pathLst>
          </a:custGeom>
          <a:solidFill>
            <a:srgbClr val="B9B9B9"/>
          </a:solidFill>
          <a:ln w="5163" cap="flat">
            <a:noFill/>
            <a:prstDash val="solid"/>
            <a:miter/>
          </a:ln>
        </p:spPr>
        <p:txBody>
          <a:bodyPr/>
          <a:lstStyle/>
          <a:p>
            <a:endParaRPr lang="es-419" noProof="0" dirty="0"/>
          </a:p>
        </p:txBody>
      </p:sp>
      <p:sp>
        <p:nvSpPr>
          <p:cNvPr id="63" name="Forma libre: forma 62">
            <a:extLst>
              <a:ext uri="{FF2B5EF4-FFF2-40B4-BE49-F238E27FC236}">
                <a16:creationId xmlns:a16="http://schemas.microsoft.com/office/drawing/2014/main" id="{402C76B4-1060-AEA8-C6CB-106DED28B62F}"/>
              </a:ext>
            </a:extLst>
          </p:cNvPr>
          <p:cNvSpPr/>
          <p:nvPr/>
        </p:nvSpPr>
        <p:spPr>
          <a:xfrm>
            <a:off x="1324915" y="2412330"/>
            <a:ext cx="357764" cy="223095"/>
          </a:xfrm>
          <a:custGeom>
            <a:avLst/>
            <a:gdLst>
              <a:gd name="csX0" fmla="*/ 310749 w 357764"/>
              <a:gd name="csY0" fmla="*/ 220821 h 223095"/>
              <a:gd name="csX1" fmla="*/ 306750 w 357764"/>
              <a:gd name="csY1" fmla="*/ 216842 h 223095"/>
              <a:gd name="csX2" fmla="*/ 298107 w 357764"/>
              <a:gd name="csY2" fmla="*/ 209508 h 223095"/>
              <a:gd name="csX3" fmla="*/ 280348 w 357764"/>
              <a:gd name="csY3" fmla="*/ 201999 h 223095"/>
              <a:gd name="csX4" fmla="*/ 262845 w 357764"/>
              <a:gd name="csY4" fmla="*/ 196313 h 223095"/>
              <a:gd name="csX5" fmla="*/ 256032 w 357764"/>
              <a:gd name="csY5" fmla="*/ 193496 h 223095"/>
              <a:gd name="csX6" fmla="*/ 242886 w 357764"/>
              <a:gd name="csY6" fmla="*/ 190679 h 223095"/>
              <a:gd name="csX7" fmla="*/ 229978 w 357764"/>
              <a:gd name="csY7" fmla="*/ 186722 h 223095"/>
              <a:gd name="csX8" fmla="*/ 220854 w 357764"/>
              <a:gd name="csY8" fmla="*/ 186091 h 223095"/>
              <a:gd name="csX9" fmla="*/ 209097 w 357764"/>
              <a:gd name="csY9" fmla="*/ 183130 h 223095"/>
              <a:gd name="csX10" fmla="*/ 214906 w 357764"/>
              <a:gd name="csY10" fmla="*/ 187877 h 223095"/>
              <a:gd name="csX11" fmla="*/ 215222 w 357764"/>
              <a:gd name="csY11" fmla="*/ 190853 h 223095"/>
              <a:gd name="csX12" fmla="*/ 206349 w 357764"/>
              <a:gd name="csY12" fmla="*/ 186954 h 223095"/>
              <a:gd name="csX13" fmla="*/ 189899 w 357764"/>
              <a:gd name="csY13" fmla="*/ 176334 h 223095"/>
              <a:gd name="csX14" fmla="*/ 172154 w 357764"/>
              <a:gd name="csY14" fmla="*/ 165667 h 223095"/>
              <a:gd name="csX15" fmla="*/ 165494 w 357764"/>
              <a:gd name="csY15" fmla="*/ 164758 h 223095"/>
              <a:gd name="csX16" fmla="*/ 154887 w 357764"/>
              <a:gd name="csY16" fmla="*/ 162867 h 223095"/>
              <a:gd name="csX17" fmla="*/ 146116 w 357764"/>
              <a:gd name="csY17" fmla="*/ 160825 h 223095"/>
              <a:gd name="csX18" fmla="*/ 117490 w 357764"/>
              <a:gd name="csY18" fmla="*/ 151278 h 223095"/>
              <a:gd name="csX19" fmla="*/ 95284 w 357764"/>
              <a:gd name="csY19" fmla="*/ 141980 h 223095"/>
              <a:gd name="csX20" fmla="*/ 92932 w 357764"/>
              <a:gd name="csY20" fmla="*/ 138216 h 223095"/>
              <a:gd name="csX21" fmla="*/ 81316 w 357764"/>
              <a:gd name="csY21" fmla="*/ 127645 h 223095"/>
              <a:gd name="csX22" fmla="*/ 69699 w 357764"/>
              <a:gd name="csY22" fmla="*/ 117508 h 223095"/>
              <a:gd name="csX23" fmla="*/ 49682 w 357764"/>
              <a:gd name="csY23" fmla="*/ 104238 h 223095"/>
              <a:gd name="csX24" fmla="*/ 33940 w 357764"/>
              <a:gd name="csY24" fmla="*/ 91155 h 223095"/>
              <a:gd name="csX25" fmla="*/ 3571 w 357764"/>
              <a:gd name="csY25" fmla="*/ 73330 h 223095"/>
              <a:gd name="csX26" fmla="*/ 0 w 357764"/>
              <a:gd name="csY26" fmla="*/ 65812 h 223095"/>
              <a:gd name="csX27" fmla="*/ 7287 w 357764"/>
              <a:gd name="csY27" fmla="*/ 53156 h 223095"/>
              <a:gd name="csX28" fmla="*/ 18044 w 357764"/>
              <a:gd name="csY28" fmla="*/ 33495 h 223095"/>
              <a:gd name="csX29" fmla="*/ 19421 w 357764"/>
              <a:gd name="csY29" fmla="*/ 20586 h 223095"/>
              <a:gd name="csX30" fmla="*/ 43911 w 357764"/>
              <a:gd name="csY30" fmla="*/ 20678 h 223095"/>
              <a:gd name="csX31" fmla="*/ 60045 w 357764"/>
              <a:gd name="csY31" fmla="*/ 24079 h 223095"/>
              <a:gd name="csX32" fmla="*/ 132045 w 357764"/>
              <a:gd name="csY32" fmla="*/ 29780 h 223095"/>
              <a:gd name="csX33" fmla="*/ 140624 w 357764"/>
              <a:gd name="csY33" fmla="*/ 26018 h 223095"/>
              <a:gd name="csX34" fmla="*/ 141619 w 357764"/>
              <a:gd name="csY34" fmla="*/ 13502 h 223095"/>
              <a:gd name="csX35" fmla="*/ 147260 w 357764"/>
              <a:gd name="csY35" fmla="*/ 0 h 223095"/>
              <a:gd name="csX36" fmla="*/ 157468 w 357764"/>
              <a:gd name="csY36" fmla="*/ 24790 h 223095"/>
              <a:gd name="csX37" fmla="*/ 164323 w 357764"/>
              <a:gd name="csY37" fmla="*/ 32600 h 223095"/>
              <a:gd name="csX38" fmla="*/ 177876 w 357764"/>
              <a:gd name="csY38" fmla="*/ 26172 h 223095"/>
              <a:gd name="csX39" fmla="*/ 195232 w 357764"/>
              <a:gd name="csY39" fmla="*/ 18047 h 223095"/>
              <a:gd name="csX40" fmla="*/ 208905 w 357764"/>
              <a:gd name="csY40" fmla="*/ 10791 h 223095"/>
              <a:gd name="csX41" fmla="*/ 219887 w 357764"/>
              <a:gd name="csY41" fmla="*/ 4680 h 223095"/>
              <a:gd name="csX42" fmla="*/ 238661 w 357764"/>
              <a:gd name="csY42" fmla="*/ 20265 h 223095"/>
              <a:gd name="csX43" fmla="*/ 254397 w 357764"/>
              <a:gd name="csY43" fmla="*/ 25712 h 223095"/>
              <a:gd name="csX44" fmla="*/ 258145 w 357764"/>
              <a:gd name="csY44" fmla="*/ 24934 h 223095"/>
              <a:gd name="csX45" fmla="*/ 286337 w 357764"/>
              <a:gd name="csY45" fmla="*/ 54210 h 223095"/>
              <a:gd name="csX46" fmla="*/ 292234 w 357764"/>
              <a:gd name="csY46" fmla="*/ 58728 h 223095"/>
              <a:gd name="csX47" fmla="*/ 311147 w 357764"/>
              <a:gd name="csY47" fmla="*/ 69699 h 223095"/>
              <a:gd name="csX48" fmla="*/ 321808 w 357764"/>
              <a:gd name="csY48" fmla="*/ 76335 h 223095"/>
              <a:gd name="csX49" fmla="*/ 326980 w 357764"/>
              <a:gd name="csY49" fmla="*/ 102795 h 223095"/>
              <a:gd name="csX50" fmla="*/ 329261 w 357764"/>
              <a:gd name="csY50" fmla="*/ 127630 h 223095"/>
              <a:gd name="csX51" fmla="*/ 333007 w 357764"/>
              <a:gd name="csY51" fmla="*/ 137310 h 223095"/>
              <a:gd name="csX52" fmla="*/ 335120 w 357764"/>
              <a:gd name="csY52" fmla="*/ 141980 h 223095"/>
              <a:gd name="csX53" fmla="*/ 346410 w 357764"/>
              <a:gd name="csY53" fmla="*/ 150369 h 223095"/>
              <a:gd name="csX54" fmla="*/ 357125 w 357764"/>
              <a:gd name="csY54" fmla="*/ 170794 h 223095"/>
              <a:gd name="csX55" fmla="*/ 348644 w 357764"/>
              <a:gd name="csY55" fmla="*/ 191877 h 223095"/>
              <a:gd name="csX56" fmla="*/ 333236 w 357764"/>
              <a:gd name="csY56" fmla="*/ 203812 h 223095"/>
              <a:gd name="csX57" fmla="*/ 327844 w 357764"/>
              <a:gd name="csY57" fmla="*/ 209994 h 223095"/>
              <a:gd name="csX58" fmla="*/ 320060 w 357764"/>
              <a:gd name="csY58" fmla="*/ 219045 h 223095"/>
              <a:gd name="csX59" fmla="*/ 310749 w 357764"/>
              <a:gd name="csY59" fmla="*/ 220821 h 2230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Lst>
            <a:rect l="l" t="t" r="r" b="b"/>
            <a:pathLst>
              <a:path w="357764" h="223095">
                <a:moveTo>
                  <a:pt x="310749" y="220821"/>
                </a:moveTo>
                <a:cubicBezTo>
                  <a:pt x="309909" y="218632"/>
                  <a:pt x="308109" y="216842"/>
                  <a:pt x="306750" y="216842"/>
                </a:cubicBezTo>
                <a:cubicBezTo>
                  <a:pt x="305390" y="216842"/>
                  <a:pt x="301501" y="213542"/>
                  <a:pt x="298107" y="209508"/>
                </a:cubicBezTo>
                <a:cubicBezTo>
                  <a:pt x="293077" y="203531"/>
                  <a:pt x="289793" y="202142"/>
                  <a:pt x="280348" y="201999"/>
                </a:cubicBezTo>
                <a:cubicBezTo>
                  <a:pt x="272259" y="201877"/>
                  <a:pt x="266975" y="200160"/>
                  <a:pt x="262845" y="196313"/>
                </a:cubicBezTo>
                <a:cubicBezTo>
                  <a:pt x="259591" y="193282"/>
                  <a:pt x="256525" y="192014"/>
                  <a:pt x="256032" y="193496"/>
                </a:cubicBezTo>
                <a:cubicBezTo>
                  <a:pt x="254564" y="197900"/>
                  <a:pt x="248378" y="196574"/>
                  <a:pt x="242886" y="190679"/>
                </a:cubicBezTo>
                <a:cubicBezTo>
                  <a:pt x="238972" y="186478"/>
                  <a:pt x="235903" y="185537"/>
                  <a:pt x="229978" y="186722"/>
                </a:cubicBezTo>
                <a:cubicBezTo>
                  <a:pt x="225703" y="187577"/>
                  <a:pt x="221597" y="187293"/>
                  <a:pt x="220854" y="186091"/>
                </a:cubicBezTo>
                <a:cubicBezTo>
                  <a:pt x="219048" y="183170"/>
                  <a:pt x="209097" y="180663"/>
                  <a:pt x="209097" y="183130"/>
                </a:cubicBezTo>
                <a:cubicBezTo>
                  <a:pt x="209097" y="184200"/>
                  <a:pt x="211711" y="186336"/>
                  <a:pt x="214906" y="187877"/>
                </a:cubicBezTo>
                <a:cubicBezTo>
                  <a:pt x="220644" y="190644"/>
                  <a:pt x="220647" y="190680"/>
                  <a:pt x="215222" y="190853"/>
                </a:cubicBezTo>
                <a:cubicBezTo>
                  <a:pt x="212201" y="190949"/>
                  <a:pt x="208208" y="189194"/>
                  <a:pt x="206349" y="186954"/>
                </a:cubicBezTo>
                <a:cubicBezTo>
                  <a:pt x="204489" y="184713"/>
                  <a:pt x="197087" y="179934"/>
                  <a:pt x="189899" y="176334"/>
                </a:cubicBezTo>
                <a:cubicBezTo>
                  <a:pt x="182711" y="172733"/>
                  <a:pt x="174726" y="167933"/>
                  <a:pt x="172154" y="165667"/>
                </a:cubicBezTo>
                <a:cubicBezTo>
                  <a:pt x="168546" y="162487"/>
                  <a:pt x="167026" y="162279"/>
                  <a:pt x="165494" y="164758"/>
                </a:cubicBezTo>
                <a:cubicBezTo>
                  <a:pt x="163542" y="167916"/>
                  <a:pt x="154887" y="166373"/>
                  <a:pt x="154887" y="162867"/>
                </a:cubicBezTo>
                <a:cubicBezTo>
                  <a:pt x="154887" y="161880"/>
                  <a:pt x="150940" y="160961"/>
                  <a:pt x="146116" y="160825"/>
                </a:cubicBezTo>
                <a:cubicBezTo>
                  <a:pt x="141292" y="160688"/>
                  <a:pt x="128410" y="156392"/>
                  <a:pt x="117490" y="151278"/>
                </a:cubicBezTo>
                <a:cubicBezTo>
                  <a:pt x="106570" y="146164"/>
                  <a:pt x="96577" y="141980"/>
                  <a:pt x="95284" y="141980"/>
                </a:cubicBezTo>
                <a:cubicBezTo>
                  <a:pt x="93990" y="141980"/>
                  <a:pt x="92932" y="140286"/>
                  <a:pt x="92932" y="138216"/>
                </a:cubicBezTo>
                <a:cubicBezTo>
                  <a:pt x="92932" y="136147"/>
                  <a:pt x="87705" y="131390"/>
                  <a:pt x="81316" y="127645"/>
                </a:cubicBezTo>
                <a:cubicBezTo>
                  <a:pt x="74927" y="123901"/>
                  <a:pt x="69699" y="119339"/>
                  <a:pt x="69699" y="117508"/>
                </a:cubicBezTo>
                <a:cubicBezTo>
                  <a:pt x="69699" y="113290"/>
                  <a:pt x="58936" y="106155"/>
                  <a:pt x="49682" y="104238"/>
                </a:cubicBezTo>
                <a:cubicBezTo>
                  <a:pt x="45282" y="103326"/>
                  <a:pt x="39312" y="98365"/>
                  <a:pt x="33940" y="91155"/>
                </a:cubicBezTo>
                <a:cubicBezTo>
                  <a:pt x="25287" y="79543"/>
                  <a:pt x="10302" y="70747"/>
                  <a:pt x="3571" y="73330"/>
                </a:cubicBezTo>
                <a:cubicBezTo>
                  <a:pt x="957" y="74333"/>
                  <a:pt x="0" y="72319"/>
                  <a:pt x="0" y="65812"/>
                </a:cubicBezTo>
                <a:cubicBezTo>
                  <a:pt x="0" y="58672"/>
                  <a:pt x="1433" y="56184"/>
                  <a:pt x="7287" y="53156"/>
                </a:cubicBezTo>
                <a:cubicBezTo>
                  <a:pt x="19411" y="46887"/>
                  <a:pt x="21790" y="42538"/>
                  <a:pt x="18044" y="33495"/>
                </a:cubicBezTo>
                <a:cubicBezTo>
                  <a:pt x="15244" y="26735"/>
                  <a:pt x="15429" y="24996"/>
                  <a:pt x="19421" y="20586"/>
                </a:cubicBezTo>
                <a:cubicBezTo>
                  <a:pt x="25368" y="14014"/>
                  <a:pt x="37292" y="14059"/>
                  <a:pt x="43911" y="20678"/>
                </a:cubicBezTo>
                <a:cubicBezTo>
                  <a:pt x="48190" y="24957"/>
                  <a:pt x="51021" y="25553"/>
                  <a:pt x="60045" y="24079"/>
                </a:cubicBezTo>
                <a:cubicBezTo>
                  <a:pt x="79921" y="20832"/>
                  <a:pt x="103607" y="22707"/>
                  <a:pt x="132045" y="29780"/>
                </a:cubicBezTo>
                <a:cubicBezTo>
                  <a:pt x="137569" y="31154"/>
                  <a:pt x="139225" y="30428"/>
                  <a:pt x="140624" y="26018"/>
                </a:cubicBezTo>
                <a:cubicBezTo>
                  <a:pt x="141578" y="23013"/>
                  <a:pt x="142026" y="17381"/>
                  <a:pt x="141619" y="13502"/>
                </a:cubicBezTo>
                <a:cubicBezTo>
                  <a:pt x="140830" y="5985"/>
                  <a:pt x="143331" y="0"/>
                  <a:pt x="147260" y="0"/>
                </a:cubicBezTo>
                <a:cubicBezTo>
                  <a:pt x="150433" y="0"/>
                  <a:pt x="157468" y="17085"/>
                  <a:pt x="157468" y="24790"/>
                </a:cubicBezTo>
                <a:cubicBezTo>
                  <a:pt x="157468" y="29227"/>
                  <a:pt x="159328" y="31346"/>
                  <a:pt x="164323" y="32600"/>
                </a:cubicBezTo>
                <a:cubicBezTo>
                  <a:pt x="169965" y="34015"/>
                  <a:pt x="172364" y="32878"/>
                  <a:pt x="177876" y="26172"/>
                </a:cubicBezTo>
                <a:cubicBezTo>
                  <a:pt x="183430" y="19415"/>
                  <a:pt x="186393" y="18028"/>
                  <a:pt x="195232" y="18047"/>
                </a:cubicBezTo>
                <a:cubicBezTo>
                  <a:pt x="204499" y="18067"/>
                  <a:pt x="206283" y="17120"/>
                  <a:pt x="208905" y="10791"/>
                </a:cubicBezTo>
                <a:cubicBezTo>
                  <a:pt x="211484" y="4565"/>
                  <a:pt x="213074" y="3680"/>
                  <a:pt x="219887" y="4680"/>
                </a:cubicBezTo>
                <a:cubicBezTo>
                  <a:pt x="228665" y="5969"/>
                  <a:pt x="236077" y="12121"/>
                  <a:pt x="238661" y="20265"/>
                </a:cubicBezTo>
                <a:cubicBezTo>
                  <a:pt x="240752" y="26852"/>
                  <a:pt x="249411" y="29849"/>
                  <a:pt x="254397" y="25712"/>
                </a:cubicBezTo>
                <a:cubicBezTo>
                  <a:pt x="256458" y="24001"/>
                  <a:pt x="258145" y="23651"/>
                  <a:pt x="258145" y="24934"/>
                </a:cubicBezTo>
                <a:cubicBezTo>
                  <a:pt x="258145" y="28142"/>
                  <a:pt x="283247" y="54210"/>
                  <a:pt x="286337" y="54210"/>
                </a:cubicBezTo>
                <a:cubicBezTo>
                  <a:pt x="287708" y="54210"/>
                  <a:pt x="290362" y="56243"/>
                  <a:pt x="292234" y="58728"/>
                </a:cubicBezTo>
                <a:cubicBezTo>
                  <a:pt x="296425" y="64288"/>
                  <a:pt x="305753" y="69699"/>
                  <a:pt x="311147" y="69699"/>
                </a:cubicBezTo>
                <a:cubicBezTo>
                  <a:pt x="313361" y="69699"/>
                  <a:pt x="318158" y="72685"/>
                  <a:pt x="321808" y="76335"/>
                </a:cubicBezTo>
                <a:cubicBezTo>
                  <a:pt x="328098" y="82626"/>
                  <a:pt x="328367" y="84002"/>
                  <a:pt x="326980" y="102795"/>
                </a:cubicBezTo>
                <a:cubicBezTo>
                  <a:pt x="325865" y="117888"/>
                  <a:pt x="326410" y="123815"/>
                  <a:pt x="329261" y="127630"/>
                </a:cubicBezTo>
                <a:cubicBezTo>
                  <a:pt x="331322" y="130386"/>
                  <a:pt x="333007" y="134742"/>
                  <a:pt x="333007" y="137310"/>
                </a:cubicBezTo>
                <a:cubicBezTo>
                  <a:pt x="333007" y="139879"/>
                  <a:pt x="333958" y="141980"/>
                  <a:pt x="335120" y="141980"/>
                </a:cubicBezTo>
                <a:cubicBezTo>
                  <a:pt x="336282" y="141980"/>
                  <a:pt x="341362" y="145755"/>
                  <a:pt x="346410" y="150369"/>
                </a:cubicBezTo>
                <a:cubicBezTo>
                  <a:pt x="353607" y="156948"/>
                  <a:pt x="355920" y="161358"/>
                  <a:pt x="357125" y="170794"/>
                </a:cubicBezTo>
                <a:cubicBezTo>
                  <a:pt x="358591" y="182285"/>
                  <a:pt x="358209" y="183236"/>
                  <a:pt x="348644" y="191877"/>
                </a:cubicBezTo>
                <a:cubicBezTo>
                  <a:pt x="343134" y="196855"/>
                  <a:pt x="336201" y="202226"/>
                  <a:pt x="333236" y="203812"/>
                </a:cubicBezTo>
                <a:cubicBezTo>
                  <a:pt x="330270" y="205399"/>
                  <a:pt x="327844" y="208181"/>
                  <a:pt x="327844" y="209994"/>
                </a:cubicBezTo>
                <a:cubicBezTo>
                  <a:pt x="327844" y="211806"/>
                  <a:pt x="324341" y="215879"/>
                  <a:pt x="320060" y="219045"/>
                </a:cubicBezTo>
                <a:cubicBezTo>
                  <a:pt x="313416" y="223957"/>
                  <a:pt x="312052" y="224217"/>
                  <a:pt x="310749" y="220821"/>
                </a:cubicBezTo>
                <a:close/>
              </a:path>
            </a:pathLst>
          </a:custGeom>
          <a:solidFill>
            <a:srgbClr val="B9B9B9"/>
          </a:solidFill>
          <a:ln w="5163" cap="flat">
            <a:noFill/>
            <a:prstDash val="solid"/>
            <a:miter/>
          </a:ln>
        </p:spPr>
        <p:txBody>
          <a:bodyPr/>
          <a:lstStyle/>
          <a:p>
            <a:endParaRPr lang="es-419" noProof="0" dirty="0"/>
          </a:p>
        </p:txBody>
      </p:sp>
      <p:sp>
        <p:nvSpPr>
          <p:cNvPr id="64" name="Forma libre: forma 63">
            <a:extLst>
              <a:ext uri="{FF2B5EF4-FFF2-40B4-BE49-F238E27FC236}">
                <a16:creationId xmlns:a16="http://schemas.microsoft.com/office/drawing/2014/main" id="{EC8411B2-5CF4-2722-FFEA-9D4C06B6AA56}"/>
              </a:ext>
            </a:extLst>
          </p:cNvPr>
          <p:cNvSpPr/>
          <p:nvPr/>
        </p:nvSpPr>
        <p:spPr>
          <a:xfrm>
            <a:off x="2030531" y="2394260"/>
            <a:ext cx="276109" cy="131653"/>
          </a:xfrm>
          <a:custGeom>
            <a:avLst/>
            <a:gdLst>
              <a:gd name="csX0" fmla="*/ 240916 w 276109"/>
              <a:gd name="csY0" fmla="*/ 129933 h 131653"/>
              <a:gd name="csX1" fmla="*/ 239195 w 276109"/>
              <a:gd name="csY1" fmla="*/ 124013 h 131653"/>
              <a:gd name="csX2" fmla="*/ 228223 w 276109"/>
              <a:gd name="csY2" fmla="*/ 115744 h 131653"/>
              <a:gd name="csX3" fmla="*/ 217897 w 276109"/>
              <a:gd name="csY3" fmla="*/ 106005 h 131653"/>
              <a:gd name="csX4" fmla="*/ 210063 w 276109"/>
              <a:gd name="csY4" fmla="*/ 90246 h 131653"/>
              <a:gd name="csX5" fmla="*/ 197989 w 276109"/>
              <a:gd name="csY5" fmla="*/ 82502 h 131653"/>
              <a:gd name="csX6" fmla="*/ 171181 w 276109"/>
              <a:gd name="csY6" fmla="*/ 78639 h 131653"/>
              <a:gd name="csX7" fmla="*/ 162540 w 276109"/>
              <a:gd name="csY7" fmla="*/ 80766 h 131653"/>
              <a:gd name="csX8" fmla="*/ 140024 w 276109"/>
              <a:gd name="csY8" fmla="*/ 103258 h 131653"/>
              <a:gd name="csX9" fmla="*/ 121107 w 276109"/>
              <a:gd name="csY9" fmla="*/ 123910 h 131653"/>
              <a:gd name="csX10" fmla="*/ 115285 w 276109"/>
              <a:gd name="csY10" fmla="*/ 120037 h 131653"/>
              <a:gd name="csX11" fmla="*/ 106086 w 276109"/>
              <a:gd name="csY11" fmla="*/ 116165 h 131653"/>
              <a:gd name="csX12" fmla="*/ 95488 w 276109"/>
              <a:gd name="csY12" fmla="*/ 97511 h 131653"/>
              <a:gd name="csX13" fmla="*/ 74161 w 276109"/>
              <a:gd name="csY13" fmla="*/ 72281 h 131653"/>
              <a:gd name="csX14" fmla="*/ 62180 w 276109"/>
              <a:gd name="csY14" fmla="*/ 80383 h 131653"/>
              <a:gd name="csX15" fmla="*/ 59403 w 276109"/>
              <a:gd name="csY15" fmla="*/ 95543 h 131653"/>
              <a:gd name="csX16" fmla="*/ 54777 w 276109"/>
              <a:gd name="csY16" fmla="*/ 108274 h 131653"/>
              <a:gd name="csX17" fmla="*/ 46950 w 276109"/>
              <a:gd name="csY17" fmla="*/ 122154 h 131653"/>
              <a:gd name="csX18" fmla="*/ 45160 w 276109"/>
              <a:gd name="csY18" fmla="*/ 130363 h 131653"/>
              <a:gd name="csX19" fmla="*/ 42524 w 276109"/>
              <a:gd name="csY19" fmla="*/ 123910 h 131653"/>
              <a:gd name="csX20" fmla="*/ 27585 w 276109"/>
              <a:gd name="csY20" fmla="*/ 101648 h 131653"/>
              <a:gd name="csX21" fmla="*/ 3541 w 276109"/>
              <a:gd name="csY21" fmla="*/ 71617 h 131653"/>
              <a:gd name="csX22" fmla="*/ 489 w 276109"/>
              <a:gd name="csY22" fmla="*/ 57859 h 131653"/>
              <a:gd name="csX23" fmla="*/ 5896 w 276109"/>
              <a:gd name="csY23" fmla="*/ 47783 h 131653"/>
              <a:gd name="csX24" fmla="*/ 14046 w 276109"/>
              <a:gd name="csY24" fmla="*/ 46070 h 131653"/>
              <a:gd name="csX25" fmla="*/ 24934 w 276109"/>
              <a:gd name="csY25" fmla="*/ 43885 h 131653"/>
              <a:gd name="csX26" fmla="*/ 35503 w 276109"/>
              <a:gd name="csY26" fmla="*/ 38722 h 131653"/>
              <a:gd name="csX27" fmla="*/ 41946 w 276109"/>
              <a:gd name="csY27" fmla="*/ 35764 h 131653"/>
              <a:gd name="csX28" fmla="*/ 25819 w 276109"/>
              <a:gd name="csY28" fmla="*/ 37615 h 131653"/>
              <a:gd name="csX29" fmla="*/ 26045 w 276109"/>
              <a:gd name="csY29" fmla="*/ 35947 h 131653"/>
              <a:gd name="csX30" fmla="*/ 73982 w 276109"/>
              <a:gd name="csY30" fmla="*/ 25857 h 131653"/>
              <a:gd name="csX31" fmla="*/ 76916 w 276109"/>
              <a:gd name="csY31" fmla="*/ 28123 h 131653"/>
              <a:gd name="csX32" fmla="*/ 76893 w 276109"/>
              <a:gd name="csY32" fmla="*/ 31518 h 131653"/>
              <a:gd name="csX33" fmla="*/ 83755 w 276109"/>
              <a:gd name="csY33" fmla="*/ 29317 h 131653"/>
              <a:gd name="csX34" fmla="*/ 96686 w 276109"/>
              <a:gd name="csY34" fmla="*/ 23336 h 131653"/>
              <a:gd name="csX35" fmla="*/ 114106 w 276109"/>
              <a:gd name="csY35" fmla="*/ 13587 h 131653"/>
              <a:gd name="csX36" fmla="*/ 134447 w 276109"/>
              <a:gd name="csY36" fmla="*/ 0 h 131653"/>
              <a:gd name="csX37" fmla="*/ 136418 w 276109"/>
              <a:gd name="csY37" fmla="*/ 8390 h 131653"/>
              <a:gd name="csX38" fmla="*/ 147553 w 276109"/>
              <a:gd name="csY38" fmla="*/ 17557 h 131653"/>
              <a:gd name="csX39" fmla="*/ 164372 w 276109"/>
              <a:gd name="csY39" fmla="*/ 37279 h 131653"/>
              <a:gd name="csX40" fmla="*/ 179001 w 276109"/>
              <a:gd name="csY40" fmla="*/ 58990 h 131653"/>
              <a:gd name="csX41" fmla="*/ 191415 w 276109"/>
              <a:gd name="csY41" fmla="*/ 67081 h 131653"/>
              <a:gd name="csX42" fmla="*/ 215539 w 276109"/>
              <a:gd name="csY42" fmla="*/ 67434 h 131653"/>
              <a:gd name="csX43" fmla="*/ 218120 w 276109"/>
              <a:gd name="csY43" fmla="*/ 59084 h 131653"/>
              <a:gd name="csX44" fmla="*/ 224155 w 276109"/>
              <a:gd name="csY44" fmla="*/ 52122 h 131653"/>
              <a:gd name="csX45" fmla="*/ 241477 w 276109"/>
              <a:gd name="csY45" fmla="*/ 56639 h 131653"/>
              <a:gd name="csX46" fmla="*/ 260758 w 276109"/>
              <a:gd name="csY46" fmla="*/ 61955 h 131653"/>
              <a:gd name="csX47" fmla="*/ 271115 w 276109"/>
              <a:gd name="csY47" fmla="*/ 65853 h 131653"/>
              <a:gd name="csX48" fmla="*/ 274360 w 276109"/>
              <a:gd name="csY48" fmla="*/ 100702 h 131653"/>
              <a:gd name="csX49" fmla="*/ 276110 w 276109"/>
              <a:gd name="csY49" fmla="*/ 131654 h 131653"/>
              <a:gd name="csX50" fmla="*/ 259373 w 276109"/>
              <a:gd name="csY50" fmla="*/ 131654 h 131653"/>
              <a:gd name="csX51" fmla="*/ 240916 w 276109"/>
              <a:gd name="csY51" fmla="*/ 129933 h 1316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Lst>
            <a:rect l="l" t="t" r="r" b="b"/>
            <a:pathLst>
              <a:path w="276109" h="131653">
                <a:moveTo>
                  <a:pt x="240916" y="129933"/>
                </a:moveTo>
                <a:cubicBezTo>
                  <a:pt x="239969" y="128986"/>
                  <a:pt x="239195" y="126322"/>
                  <a:pt x="239195" y="124013"/>
                </a:cubicBezTo>
                <a:cubicBezTo>
                  <a:pt x="239195" y="121432"/>
                  <a:pt x="234966" y="118245"/>
                  <a:pt x="228223" y="115744"/>
                </a:cubicBezTo>
                <a:cubicBezTo>
                  <a:pt x="219440" y="112485"/>
                  <a:pt x="217381" y="110543"/>
                  <a:pt x="217897" y="106005"/>
                </a:cubicBezTo>
                <a:cubicBezTo>
                  <a:pt x="218682" y="99107"/>
                  <a:pt x="214348" y="90389"/>
                  <a:pt x="210063" y="90246"/>
                </a:cubicBezTo>
                <a:cubicBezTo>
                  <a:pt x="208338" y="90188"/>
                  <a:pt x="202905" y="86703"/>
                  <a:pt x="197989" y="82502"/>
                </a:cubicBezTo>
                <a:cubicBezTo>
                  <a:pt x="188345" y="74258"/>
                  <a:pt x="178782" y="72880"/>
                  <a:pt x="171181" y="78639"/>
                </a:cubicBezTo>
                <a:cubicBezTo>
                  <a:pt x="168558" y="80626"/>
                  <a:pt x="164670" y="81583"/>
                  <a:pt x="162540" y="80766"/>
                </a:cubicBezTo>
                <a:cubicBezTo>
                  <a:pt x="158541" y="79232"/>
                  <a:pt x="151258" y="86508"/>
                  <a:pt x="140024" y="103258"/>
                </a:cubicBezTo>
                <a:cubicBezTo>
                  <a:pt x="131601" y="115819"/>
                  <a:pt x="124189" y="123910"/>
                  <a:pt x="121107" y="123910"/>
                </a:cubicBezTo>
                <a:cubicBezTo>
                  <a:pt x="119672" y="123910"/>
                  <a:pt x="117052" y="122167"/>
                  <a:pt x="115285" y="120037"/>
                </a:cubicBezTo>
                <a:cubicBezTo>
                  <a:pt x="113517" y="117908"/>
                  <a:pt x="109378" y="116165"/>
                  <a:pt x="106086" y="116165"/>
                </a:cubicBezTo>
                <a:cubicBezTo>
                  <a:pt x="98470" y="116165"/>
                  <a:pt x="97317" y="114137"/>
                  <a:pt x="95488" y="97511"/>
                </a:cubicBezTo>
                <a:cubicBezTo>
                  <a:pt x="93708" y="81325"/>
                  <a:pt x="86063" y="72281"/>
                  <a:pt x="74161" y="72281"/>
                </a:cubicBezTo>
                <a:cubicBezTo>
                  <a:pt x="68039" y="72281"/>
                  <a:pt x="65473" y="74016"/>
                  <a:pt x="62180" y="80383"/>
                </a:cubicBezTo>
                <a:cubicBezTo>
                  <a:pt x="59748" y="85087"/>
                  <a:pt x="58583" y="91445"/>
                  <a:pt x="59403" y="95543"/>
                </a:cubicBezTo>
                <a:cubicBezTo>
                  <a:pt x="60452" y="100790"/>
                  <a:pt x="59265" y="104058"/>
                  <a:pt x="54777" y="108274"/>
                </a:cubicBezTo>
                <a:cubicBezTo>
                  <a:pt x="51457" y="111393"/>
                  <a:pt x="47935" y="117640"/>
                  <a:pt x="46950" y="122154"/>
                </a:cubicBezTo>
                <a:lnTo>
                  <a:pt x="45160" y="130363"/>
                </a:lnTo>
                <a:lnTo>
                  <a:pt x="42524" y="123910"/>
                </a:lnTo>
                <a:cubicBezTo>
                  <a:pt x="37073" y="110563"/>
                  <a:pt x="32979" y="104462"/>
                  <a:pt x="27585" y="101648"/>
                </a:cubicBezTo>
                <a:cubicBezTo>
                  <a:pt x="17943" y="96616"/>
                  <a:pt x="4895" y="80319"/>
                  <a:pt x="3541" y="71617"/>
                </a:cubicBezTo>
                <a:cubicBezTo>
                  <a:pt x="2825" y="67013"/>
                  <a:pt x="1452" y="60822"/>
                  <a:pt x="489" y="57859"/>
                </a:cubicBezTo>
                <a:cubicBezTo>
                  <a:pt x="-848" y="53746"/>
                  <a:pt x="431" y="51364"/>
                  <a:pt x="5896" y="47783"/>
                </a:cubicBezTo>
                <a:cubicBezTo>
                  <a:pt x="10761" y="44595"/>
                  <a:pt x="13372" y="44047"/>
                  <a:pt x="14046" y="46070"/>
                </a:cubicBezTo>
                <a:cubicBezTo>
                  <a:pt x="15462" y="50316"/>
                  <a:pt x="18138" y="49779"/>
                  <a:pt x="24934" y="43885"/>
                </a:cubicBezTo>
                <a:cubicBezTo>
                  <a:pt x="28208" y="41045"/>
                  <a:pt x="32964" y="38722"/>
                  <a:pt x="35503" y="38722"/>
                </a:cubicBezTo>
                <a:cubicBezTo>
                  <a:pt x="38041" y="38722"/>
                  <a:pt x="40941" y="37391"/>
                  <a:pt x="41946" y="35764"/>
                </a:cubicBezTo>
                <a:cubicBezTo>
                  <a:pt x="43722" y="32890"/>
                  <a:pt x="39180" y="33412"/>
                  <a:pt x="25819" y="37615"/>
                </a:cubicBezTo>
                <a:cubicBezTo>
                  <a:pt x="21516" y="38969"/>
                  <a:pt x="21538" y="38810"/>
                  <a:pt x="26045" y="35947"/>
                </a:cubicBezTo>
                <a:cubicBezTo>
                  <a:pt x="31416" y="32535"/>
                  <a:pt x="63427" y="25797"/>
                  <a:pt x="73982" y="25857"/>
                </a:cubicBezTo>
                <a:cubicBezTo>
                  <a:pt x="78607" y="25883"/>
                  <a:pt x="79439" y="26525"/>
                  <a:pt x="76916" y="28123"/>
                </a:cubicBezTo>
                <a:cubicBezTo>
                  <a:pt x="73965" y="29993"/>
                  <a:pt x="73961" y="30540"/>
                  <a:pt x="76893" y="31518"/>
                </a:cubicBezTo>
                <a:cubicBezTo>
                  <a:pt x="78816" y="32159"/>
                  <a:pt x="81904" y="31168"/>
                  <a:pt x="83755" y="29317"/>
                </a:cubicBezTo>
                <a:cubicBezTo>
                  <a:pt x="85607" y="27466"/>
                  <a:pt x="91425" y="24774"/>
                  <a:pt x="96686" y="23336"/>
                </a:cubicBezTo>
                <a:cubicBezTo>
                  <a:pt x="101946" y="21898"/>
                  <a:pt x="109785" y="17511"/>
                  <a:pt x="114106" y="13587"/>
                </a:cubicBezTo>
                <a:cubicBezTo>
                  <a:pt x="121455" y="6915"/>
                  <a:pt x="131807" y="0"/>
                  <a:pt x="134447" y="0"/>
                </a:cubicBezTo>
                <a:cubicBezTo>
                  <a:pt x="135087" y="0"/>
                  <a:pt x="135973" y="3775"/>
                  <a:pt x="136418" y="8390"/>
                </a:cubicBezTo>
                <a:cubicBezTo>
                  <a:pt x="137168" y="16168"/>
                  <a:pt x="137980" y="16836"/>
                  <a:pt x="147553" y="17557"/>
                </a:cubicBezTo>
                <a:cubicBezTo>
                  <a:pt x="160105" y="18501"/>
                  <a:pt x="164320" y="23444"/>
                  <a:pt x="164372" y="37279"/>
                </a:cubicBezTo>
                <a:cubicBezTo>
                  <a:pt x="164422" y="50382"/>
                  <a:pt x="165667" y="52231"/>
                  <a:pt x="179001" y="58990"/>
                </a:cubicBezTo>
                <a:cubicBezTo>
                  <a:pt x="184939" y="62000"/>
                  <a:pt x="190525" y="65641"/>
                  <a:pt x="191415" y="67081"/>
                </a:cubicBezTo>
                <a:cubicBezTo>
                  <a:pt x="193368" y="70242"/>
                  <a:pt x="210709" y="70495"/>
                  <a:pt x="215539" y="67434"/>
                </a:cubicBezTo>
                <a:cubicBezTo>
                  <a:pt x="217436" y="66231"/>
                  <a:pt x="218597" y="62474"/>
                  <a:pt x="218120" y="59084"/>
                </a:cubicBezTo>
                <a:cubicBezTo>
                  <a:pt x="217412" y="54054"/>
                  <a:pt x="218522" y="52773"/>
                  <a:pt x="224155" y="52122"/>
                </a:cubicBezTo>
                <a:cubicBezTo>
                  <a:pt x="227952" y="51683"/>
                  <a:pt x="235747" y="53716"/>
                  <a:pt x="241477" y="56639"/>
                </a:cubicBezTo>
                <a:cubicBezTo>
                  <a:pt x="247208" y="59563"/>
                  <a:pt x="255884" y="61955"/>
                  <a:pt x="260758" y="61955"/>
                </a:cubicBezTo>
                <a:cubicBezTo>
                  <a:pt x="266280" y="61955"/>
                  <a:pt x="270184" y="63424"/>
                  <a:pt x="271115" y="65853"/>
                </a:cubicBezTo>
                <a:cubicBezTo>
                  <a:pt x="271938" y="67996"/>
                  <a:pt x="273398" y="83679"/>
                  <a:pt x="274360" y="100702"/>
                </a:cubicBezTo>
                <a:lnTo>
                  <a:pt x="276110" y="131654"/>
                </a:lnTo>
                <a:lnTo>
                  <a:pt x="259373" y="131654"/>
                </a:lnTo>
                <a:cubicBezTo>
                  <a:pt x="250168" y="131654"/>
                  <a:pt x="241862" y="130880"/>
                  <a:pt x="240916" y="129933"/>
                </a:cubicBezTo>
                <a:close/>
              </a:path>
            </a:pathLst>
          </a:custGeom>
          <a:solidFill>
            <a:srgbClr val="B9B9B9"/>
          </a:solidFill>
          <a:ln w="5163" cap="flat">
            <a:noFill/>
            <a:prstDash val="solid"/>
            <a:miter/>
          </a:ln>
        </p:spPr>
        <p:txBody>
          <a:bodyPr/>
          <a:lstStyle/>
          <a:p>
            <a:endParaRPr lang="es-419" noProof="0" dirty="0"/>
          </a:p>
        </p:txBody>
      </p:sp>
      <p:sp>
        <p:nvSpPr>
          <p:cNvPr id="65" name="Forma libre: forma 64">
            <a:extLst>
              <a:ext uri="{FF2B5EF4-FFF2-40B4-BE49-F238E27FC236}">
                <a16:creationId xmlns:a16="http://schemas.microsoft.com/office/drawing/2014/main" id="{A2FC0E5B-A5DE-E155-D67A-FB2D9E4D4B47}"/>
              </a:ext>
            </a:extLst>
          </p:cNvPr>
          <p:cNvSpPr/>
          <p:nvPr/>
        </p:nvSpPr>
        <p:spPr>
          <a:xfrm>
            <a:off x="1184484" y="2261861"/>
            <a:ext cx="318490" cy="227740"/>
          </a:xfrm>
          <a:custGeom>
            <a:avLst/>
            <a:gdLst>
              <a:gd name="csX0" fmla="*/ 114616 w 318490"/>
              <a:gd name="csY0" fmla="*/ 224041 h 227740"/>
              <a:gd name="csX1" fmla="*/ 98063 w 318490"/>
              <a:gd name="csY1" fmla="*/ 220365 h 227740"/>
              <a:gd name="csX2" fmla="*/ 78702 w 318490"/>
              <a:gd name="csY2" fmla="*/ 212689 h 227740"/>
              <a:gd name="csX3" fmla="*/ 52720 w 318490"/>
              <a:gd name="csY3" fmla="*/ 202264 h 227740"/>
              <a:gd name="csX4" fmla="*/ 16521 w 318490"/>
              <a:gd name="csY4" fmla="*/ 184010 h 227740"/>
              <a:gd name="csX5" fmla="*/ 9212 w 318490"/>
              <a:gd name="csY5" fmla="*/ 173147 h 227740"/>
              <a:gd name="csX6" fmla="*/ 4642 w 318490"/>
              <a:gd name="csY6" fmla="*/ 147730 h 227740"/>
              <a:gd name="csX7" fmla="*/ 11809 w 318490"/>
              <a:gd name="csY7" fmla="*/ 137502 h 227740"/>
              <a:gd name="csX8" fmla="*/ 21183 w 318490"/>
              <a:gd name="csY8" fmla="*/ 134430 h 227740"/>
              <a:gd name="csX9" fmla="*/ 31013 w 318490"/>
              <a:gd name="csY9" fmla="*/ 131925 h 227740"/>
              <a:gd name="csX10" fmla="*/ 40878 w 318490"/>
              <a:gd name="csY10" fmla="*/ 131248 h 227740"/>
              <a:gd name="csX11" fmla="*/ 63873 w 318490"/>
              <a:gd name="csY11" fmla="*/ 121001 h 227740"/>
              <a:gd name="csX12" fmla="*/ 83748 w 318490"/>
              <a:gd name="csY12" fmla="*/ 109166 h 227740"/>
              <a:gd name="csX13" fmla="*/ 103738 w 318490"/>
              <a:gd name="csY13" fmla="*/ 85934 h 227740"/>
              <a:gd name="csX14" fmla="*/ 95901 w 318490"/>
              <a:gd name="csY14" fmla="*/ 79966 h 227740"/>
              <a:gd name="csX15" fmla="*/ 88802 w 318490"/>
              <a:gd name="csY15" fmla="*/ 74674 h 227740"/>
              <a:gd name="csX16" fmla="*/ 86125 w 318490"/>
              <a:gd name="csY16" fmla="*/ 66219 h 227740"/>
              <a:gd name="csX17" fmla="*/ 86125 w 318490"/>
              <a:gd name="csY17" fmla="*/ 56499 h 227740"/>
              <a:gd name="csX18" fmla="*/ 88802 w 318490"/>
              <a:gd name="csY18" fmla="*/ 47540 h 227740"/>
              <a:gd name="csX19" fmla="*/ 60913 w 318490"/>
              <a:gd name="csY19" fmla="*/ 35309 h 227740"/>
              <a:gd name="csX20" fmla="*/ 56419 w 318490"/>
              <a:gd name="csY20" fmla="*/ 24926 h 227740"/>
              <a:gd name="csX21" fmla="*/ 74769 w 318490"/>
              <a:gd name="csY21" fmla="*/ 18056 h 227740"/>
              <a:gd name="csX22" fmla="*/ 99155 w 318490"/>
              <a:gd name="csY22" fmla="*/ 10069 h 227740"/>
              <a:gd name="csX23" fmla="*/ 128747 w 318490"/>
              <a:gd name="csY23" fmla="*/ 1794 h 227740"/>
              <a:gd name="csX24" fmla="*/ 148545 w 318490"/>
              <a:gd name="csY24" fmla="*/ 0 h 227740"/>
              <a:gd name="csX25" fmla="*/ 155959 w 318490"/>
              <a:gd name="csY25" fmla="*/ 8117 h 227740"/>
              <a:gd name="csX26" fmla="*/ 176571 w 318490"/>
              <a:gd name="csY26" fmla="*/ 11071 h 227740"/>
              <a:gd name="csX27" fmla="*/ 199804 w 318490"/>
              <a:gd name="csY27" fmla="*/ 21145 h 227740"/>
              <a:gd name="csX28" fmla="*/ 218086 w 318490"/>
              <a:gd name="csY28" fmla="*/ 31610 h 227740"/>
              <a:gd name="csX29" fmla="*/ 246412 w 318490"/>
              <a:gd name="csY29" fmla="*/ 32163 h 227740"/>
              <a:gd name="csX30" fmla="*/ 266539 w 318490"/>
              <a:gd name="csY30" fmla="*/ 37891 h 227740"/>
              <a:gd name="csX31" fmla="*/ 290777 w 318490"/>
              <a:gd name="csY31" fmla="*/ 32555 h 227740"/>
              <a:gd name="csX32" fmla="*/ 315453 w 318490"/>
              <a:gd name="csY32" fmla="*/ 29658 h 227740"/>
              <a:gd name="csX33" fmla="*/ 315970 w 318490"/>
              <a:gd name="csY33" fmla="*/ 49793 h 227740"/>
              <a:gd name="csX34" fmla="*/ 313388 w 318490"/>
              <a:gd name="csY34" fmla="*/ 54741 h 227740"/>
              <a:gd name="csX35" fmla="*/ 311088 w 318490"/>
              <a:gd name="csY35" fmla="*/ 60549 h 227740"/>
              <a:gd name="csX36" fmla="*/ 306292 w 318490"/>
              <a:gd name="csY36" fmla="*/ 87865 h 227740"/>
              <a:gd name="csX37" fmla="*/ 284623 w 318490"/>
              <a:gd name="csY37" fmla="*/ 147819 h 227740"/>
              <a:gd name="csX38" fmla="*/ 277248 w 318490"/>
              <a:gd name="csY38" fmla="*/ 167736 h 227740"/>
              <a:gd name="csX39" fmla="*/ 272730 w 318490"/>
              <a:gd name="csY39" fmla="*/ 177484 h 227740"/>
              <a:gd name="csX40" fmla="*/ 214235 w 318490"/>
              <a:gd name="csY40" fmla="*/ 170076 h 227740"/>
              <a:gd name="csX41" fmla="*/ 184978 w 318490"/>
              <a:gd name="csY41" fmla="*/ 166604 h 227740"/>
              <a:gd name="csX42" fmla="*/ 157292 w 318490"/>
              <a:gd name="csY42" fmla="*/ 168449 h 227740"/>
              <a:gd name="csX43" fmla="*/ 156212 w 318490"/>
              <a:gd name="csY43" fmla="*/ 189010 h 227740"/>
              <a:gd name="csX44" fmla="*/ 147530 w 318490"/>
              <a:gd name="csY44" fmla="*/ 199123 h 227740"/>
              <a:gd name="csX45" fmla="*/ 137850 w 318490"/>
              <a:gd name="csY45" fmla="*/ 216729 h 227740"/>
              <a:gd name="csX46" fmla="*/ 130751 w 318490"/>
              <a:gd name="csY46" fmla="*/ 227717 h 227740"/>
              <a:gd name="csX47" fmla="*/ 114616 w 318490"/>
              <a:gd name="csY47" fmla="*/ 224041 h 2277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Lst>
            <a:rect l="l" t="t" r="r" b="b"/>
            <a:pathLst>
              <a:path w="318490" h="227740">
                <a:moveTo>
                  <a:pt x="114616" y="224041"/>
                </a:moveTo>
                <a:cubicBezTo>
                  <a:pt x="109647" y="222127"/>
                  <a:pt x="102198" y="220473"/>
                  <a:pt x="98063" y="220365"/>
                </a:cubicBezTo>
                <a:cubicBezTo>
                  <a:pt x="93928" y="220257"/>
                  <a:pt x="85216" y="216803"/>
                  <a:pt x="78702" y="212689"/>
                </a:cubicBezTo>
                <a:cubicBezTo>
                  <a:pt x="72189" y="208575"/>
                  <a:pt x="60497" y="203884"/>
                  <a:pt x="52720" y="202264"/>
                </a:cubicBezTo>
                <a:cubicBezTo>
                  <a:pt x="38260" y="199253"/>
                  <a:pt x="16521" y="188291"/>
                  <a:pt x="16521" y="184010"/>
                </a:cubicBezTo>
                <a:cubicBezTo>
                  <a:pt x="16521" y="182699"/>
                  <a:pt x="13232" y="177811"/>
                  <a:pt x="9212" y="173147"/>
                </a:cubicBezTo>
                <a:cubicBezTo>
                  <a:pt x="-1729" y="160453"/>
                  <a:pt x="-2493" y="156209"/>
                  <a:pt x="4642" y="147730"/>
                </a:cubicBezTo>
                <a:cubicBezTo>
                  <a:pt x="8064" y="143663"/>
                  <a:pt x="11290" y="139060"/>
                  <a:pt x="11809" y="137502"/>
                </a:cubicBezTo>
                <a:cubicBezTo>
                  <a:pt x="12328" y="135944"/>
                  <a:pt x="16546" y="134562"/>
                  <a:pt x="21183" y="134430"/>
                </a:cubicBezTo>
                <a:cubicBezTo>
                  <a:pt x="25819" y="134298"/>
                  <a:pt x="30243" y="133171"/>
                  <a:pt x="31013" y="131925"/>
                </a:cubicBezTo>
                <a:cubicBezTo>
                  <a:pt x="31783" y="130679"/>
                  <a:pt x="36222" y="130374"/>
                  <a:pt x="40878" y="131248"/>
                </a:cubicBezTo>
                <a:cubicBezTo>
                  <a:pt x="48236" y="132628"/>
                  <a:pt x="51244" y="131288"/>
                  <a:pt x="63873" y="121001"/>
                </a:cubicBezTo>
                <a:cubicBezTo>
                  <a:pt x="71865" y="114492"/>
                  <a:pt x="80808" y="109166"/>
                  <a:pt x="83748" y="109166"/>
                </a:cubicBezTo>
                <a:cubicBezTo>
                  <a:pt x="91503" y="109166"/>
                  <a:pt x="104649" y="93888"/>
                  <a:pt x="103738" y="85934"/>
                </a:cubicBezTo>
                <a:cubicBezTo>
                  <a:pt x="103134" y="80649"/>
                  <a:pt x="101713" y="79568"/>
                  <a:pt x="95901" y="79966"/>
                </a:cubicBezTo>
                <a:cubicBezTo>
                  <a:pt x="90126" y="80361"/>
                  <a:pt x="88802" y="79374"/>
                  <a:pt x="88802" y="74674"/>
                </a:cubicBezTo>
                <a:cubicBezTo>
                  <a:pt x="88802" y="71496"/>
                  <a:pt x="87597" y="67691"/>
                  <a:pt x="86125" y="66219"/>
                </a:cubicBezTo>
                <a:cubicBezTo>
                  <a:pt x="84276" y="64370"/>
                  <a:pt x="84276" y="61362"/>
                  <a:pt x="86125" y="56499"/>
                </a:cubicBezTo>
                <a:cubicBezTo>
                  <a:pt x="87597" y="52626"/>
                  <a:pt x="88802" y="48595"/>
                  <a:pt x="88802" y="47540"/>
                </a:cubicBezTo>
                <a:cubicBezTo>
                  <a:pt x="88802" y="45033"/>
                  <a:pt x="71424" y="37411"/>
                  <a:pt x="60913" y="35309"/>
                </a:cubicBezTo>
                <a:cubicBezTo>
                  <a:pt x="51581" y="33443"/>
                  <a:pt x="51150" y="32448"/>
                  <a:pt x="56419" y="24926"/>
                </a:cubicBezTo>
                <a:cubicBezTo>
                  <a:pt x="59183" y="20980"/>
                  <a:pt x="64034" y="19164"/>
                  <a:pt x="74769" y="18056"/>
                </a:cubicBezTo>
                <a:cubicBezTo>
                  <a:pt x="84042" y="17099"/>
                  <a:pt x="92933" y="14187"/>
                  <a:pt x="99155" y="10069"/>
                </a:cubicBezTo>
                <a:cubicBezTo>
                  <a:pt x="106450" y="5242"/>
                  <a:pt x="114000" y="3130"/>
                  <a:pt x="128747" y="1794"/>
                </a:cubicBezTo>
                <a:lnTo>
                  <a:pt x="148545" y="0"/>
                </a:lnTo>
                <a:lnTo>
                  <a:pt x="155959" y="8117"/>
                </a:lnTo>
                <a:cubicBezTo>
                  <a:pt x="164608" y="17586"/>
                  <a:pt x="168428" y="18134"/>
                  <a:pt x="176571" y="11071"/>
                </a:cubicBezTo>
                <a:cubicBezTo>
                  <a:pt x="187391" y="1687"/>
                  <a:pt x="199804" y="7069"/>
                  <a:pt x="199804" y="21145"/>
                </a:cubicBezTo>
                <a:cubicBezTo>
                  <a:pt x="199804" y="30772"/>
                  <a:pt x="209395" y="36261"/>
                  <a:pt x="218086" y="31610"/>
                </a:cubicBezTo>
                <a:cubicBezTo>
                  <a:pt x="228270" y="26160"/>
                  <a:pt x="241869" y="26426"/>
                  <a:pt x="246412" y="32163"/>
                </a:cubicBezTo>
                <a:cubicBezTo>
                  <a:pt x="249505" y="36068"/>
                  <a:pt x="254126" y="37384"/>
                  <a:pt x="266539" y="37891"/>
                </a:cubicBezTo>
                <a:cubicBezTo>
                  <a:pt x="279978" y="38440"/>
                  <a:pt x="284000" y="37555"/>
                  <a:pt x="290777" y="32555"/>
                </a:cubicBezTo>
                <a:cubicBezTo>
                  <a:pt x="299613" y="26036"/>
                  <a:pt x="310548" y="24752"/>
                  <a:pt x="315453" y="29658"/>
                </a:cubicBezTo>
                <a:cubicBezTo>
                  <a:pt x="319191" y="33396"/>
                  <a:pt x="319612" y="49793"/>
                  <a:pt x="315970" y="49793"/>
                </a:cubicBezTo>
                <a:cubicBezTo>
                  <a:pt x="314550" y="49793"/>
                  <a:pt x="313388" y="52020"/>
                  <a:pt x="313388" y="54741"/>
                </a:cubicBezTo>
                <a:cubicBezTo>
                  <a:pt x="313388" y="57462"/>
                  <a:pt x="312353" y="60076"/>
                  <a:pt x="311088" y="60549"/>
                </a:cubicBezTo>
                <a:cubicBezTo>
                  <a:pt x="309822" y="61023"/>
                  <a:pt x="307664" y="73315"/>
                  <a:pt x="306292" y="87865"/>
                </a:cubicBezTo>
                <a:cubicBezTo>
                  <a:pt x="303509" y="117372"/>
                  <a:pt x="292552" y="147689"/>
                  <a:pt x="284623" y="147819"/>
                </a:cubicBezTo>
                <a:cubicBezTo>
                  <a:pt x="279191" y="147908"/>
                  <a:pt x="277248" y="153157"/>
                  <a:pt x="277248" y="167736"/>
                </a:cubicBezTo>
                <a:cubicBezTo>
                  <a:pt x="277248" y="177878"/>
                  <a:pt x="276652" y="179163"/>
                  <a:pt x="272730" y="177484"/>
                </a:cubicBezTo>
                <a:cubicBezTo>
                  <a:pt x="262382" y="173052"/>
                  <a:pt x="240695" y="170306"/>
                  <a:pt x="214235" y="170076"/>
                </a:cubicBezTo>
                <a:cubicBezTo>
                  <a:pt x="194190" y="169901"/>
                  <a:pt x="185756" y="168900"/>
                  <a:pt x="184978" y="166604"/>
                </a:cubicBezTo>
                <a:cubicBezTo>
                  <a:pt x="183149" y="161204"/>
                  <a:pt x="162610" y="162574"/>
                  <a:pt x="157292" y="168449"/>
                </a:cubicBezTo>
                <a:cubicBezTo>
                  <a:pt x="153074" y="173111"/>
                  <a:pt x="152885" y="176707"/>
                  <a:pt x="156212" y="189010"/>
                </a:cubicBezTo>
                <a:cubicBezTo>
                  <a:pt x="156777" y="191099"/>
                  <a:pt x="153007" y="195490"/>
                  <a:pt x="147530" y="199123"/>
                </a:cubicBezTo>
                <a:cubicBezTo>
                  <a:pt x="138821" y="204900"/>
                  <a:pt x="137850" y="206668"/>
                  <a:pt x="137850" y="216729"/>
                </a:cubicBezTo>
                <a:cubicBezTo>
                  <a:pt x="137850" y="227257"/>
                  <a:pt x="137433" y="227902"/>
                  <a:pt x="130751" y="227717"/>
                </a:cubicBezTo>
                <a:cubicBezTo>
                  <a:pt x="126846" y="227609"/>
                  <a:pt x="119586" y="225955"/>
                  <a:pt x="114616" y="224041"/>
                </a:cubicBezTo>
                <a:close/>
              </a:path>
            </a:pathLst>
          </a:custGeom>
          <a:solidFill>
            <a:srgbClr val="B9B9B9"/>
          </a:solidFill>
          <a:ln w="5163" cap="flat">
            <a:noFill/>
            <a:prstDash val="solid"/>
            <a:miter/>
          </a:ln>
        </p:spPr>
        <p:txBody>
          <a:bodyPr/>
          <a:lstStyle/>
          <a:p>
            <a:endParaRPr lang="es-419" noProof="0" dirty="0"/>
          </a:p>
        </p:txBody>
      </p:sp>
      <p:sp>
        <p:nvSpPr>
          <p:cNvPr id="66" name="Forma libre: forma 65">
            <a:extLst>
              <a:ext uri="{FF2B5EF4-FFF2-40B4-BE49-F238E27FC236}">
                <a16:creationId xmlns:a16="http://schemas.microsoft.com/office/drawing/2014/main" id="{E05D31FC-8E3C-D078-AAAE-BDBBDA6D1614}"/>
              </a:ext>
            </a:extLst>
          </p:cNvPr>
          <p:cNvSpPr/>
          <p:nvPr/>
        </p:nvSpPr>
        <p:spPr>
          <a:xfrm>
            <a:off x="1557246" y="2384328"/>
            <a:ext cx="70794" cy="61560"/>
          </a:xfrm>
          <a:custGeom>
            <a:avLst/>
            <a:gdLst>
              <a:gd name="csX0" fmla="*/ 30977 w 70794"/>
              <a:gd name="csY0" fmla="*/ 53817 h 61560"/>
              <a:gd name="csX1" fmla="*/ 18070 w 70794"/>
              <a:gd name="csY1" fmla="*/ 49863 h 61560"/>
              <a:gd name="csX2" fmla="*/ 14198 w 70794"/>
              <a:gd name="csY2" fmla="*/ 52169 h 61560"/>
              <a:gd name="csX3" fmla="*/ 10326 w 70794"/>
              <a:gd name="csY3" fmla="*/ 47062 h 61560"/>
              <a:gd name="csX4" fmla="*/ 5163 w 70794"/>
              <a:gd name="csY4" fmla="*/ 39020 h 61560"/>
              <a:gd name="csX5" fmla="*/ 0 w 70794"/>
              <a:gd name="csY5" fmla="*/ 32748 h 61560"/>
              <a:gd name="csX6" fmla="*/ 10326 w 70794"/>
              <a:gd name="csY6" fmla="*/ 18967 h 61560"/>
              <a:gd name="csX7" fmla="*/ 20652 w 70794"/>
              <a:gd name="csY7" fmla="*/ 3034 h 61560"/>
              <a:gd name="csX8" fmla="*/ 30332 w 70794"/>
              <a:gd name="csY8" fmla="*/ 698 h 61560"/>
              <a:gd name="csX9" fmla="*/ 54210 w 70794"/>
              <a:gd name="csY9" fmla="*/ 10137 h 61560"/>
              <a:gd name="csX10" fmla="*/ 63267 w 70794"/>
              <a:gd name="csY10" fmla="*/ 15095 h 61560"/>
              <a:gd name="csX11" fmla="*/ 69100 w 70794"/>
              <a:gd name="csY11" fmla="*/ 20258 h 61560"/>
              <a:gd name="csX12" fmla="*/ 69100 w 70794"/>
              <a:gd name="csY12" fmla="*/ 30584 h 61560"/>
              <a:gd name="csX13" fmla="*/ 69721 w 70794"/>
              <a:gd name="csY13" fmla="*/ 35746 h 61560"/>
              <a:gd name="csX14" fmla="*/ 67118 w 70794"/>
              <a:gd name="csY14" fmla="*/ 44803 h 61560"/>
              <a:gd name="csX15" fmla="*/ 61618 w 70794"/>
              <a:gd name="csY15" fmla="*/ 50612 h 61560"/>
              <a:gd name="csX16" fmla="*/ 54931 w 70794"/>
              <a:gd name="csY16" fmla="*/ 50644 h 61560"/>
              <a:gd name="csX17" fmla="*/ 37735 w 70794"/>
              <a:gd name="csY17" fmla="*/ 61561 h 61560"/>
              <a:gd name="csX18" fmla="*/ 30977 w 70794"/>
              <a:gd name="csY18" fmla="*/ 53817 h 615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70794" h="61560">
                <a:moveTo>
                  <a:pt x="30977" y="53817"/>
                </a:moveTo>
                <a:cubicBezTo>
                  <a:pt x="25158" y="45644"/>
                  <a:pt x="18070" y="43473"/>
                  <a:pt x="18070" y="49863"/>
                </a:cubicBezTo>
                <a:cubicBezTo>
                  <a:pt x="18070" y="52173"/>
                  <a:pt x="16557" y="53074"/>
                  <a:pt x="14198" y="52169"/>
                </a:cubicBezTo>
                <a:cubicBezTo>
                  <a:pt x="12068" y="51351"/>
                  <a:pt x="10326" y="49053"/>
                  <a:pt x="10326" y="47062"/>
                </a:cubicBezTo>
                <a:cubicBezTo>
                  <a:pt x="10326" y="45070"/>
                  <a:pt x="8003" y="41451"/>
                  <a:pt x="5163" y="39020"/>
                </a:cubicBezTo>
                <a:cubicBezTo>
                  <a:pt x="2323" y="36588"/>
                  <a:pt x="0" y="33766"/>
                  <a:pt x="0" y="32748"/>
                </a:cubicBezTo>
                <a:cubicBezTo>
                  <a:pt x="0" y="31730"/>
                  <a:pt x="4647" y="25529"/>
                  <a:pt x="10326" y="18967"/>
                </a:cubicBezTo>
                <a:cubicBezTo>
                  <a:pt x="16005" y="12405"/>
                  <a:pt x="20652" y="5235"/>
                  <a:pt x="20652" y="3034"/>
                </a:cubicBezTo>
                <a:cubicBezTo>
                  <a:pt x="20652" y="-166"/>
                  <a:pt x="22592" y="-634"/>
                  <a:pt x="30332" y="698"/>
                </a:cubicBezTo>
                <a:cubicBezTo>
                  <a:pt x="52748" y="4557"/>
                  <a:pt x="54210" y="5134"/>
                  <a:pt x="54210" y="10137"/>
                </a:cubicBezTo>
                <a:cubicBezTo>
                  <a:pt x="54210" y="14084"/>
                  <a:pt x="56056" y="15095"/>
                  <a:pt x="63267" y="15095"/>
                </a:cubicBezTo>
                <a:cubicBezTo>
                  <a:pt x="71678" y="15095"/>
                  <a:pt x="72094" y="15463"/>
                  <a:pt x="69100" y="20258"/>
                </a:cubicBezTo>
                <a:cubicBezTo>
                  <a:pt x="66522" y="24386"/>
                  <a:pt x="66522" y="26456"/>
                  <a:pt x="69100" y="30584"/>
                </a:cubicBezTo>
                <a:cubicBezTo>
                  <a:pt x="71011" y="33644"/>
                  <a:pt x="71264" y="35746"/>
                  <a:pt x="69721" y="35746"/>
                </a:cubicBezTo>
                <a:cubicBezTo>
                  <a:pt x="68289" y="35746"/>
                  <a:pt x="67118" y="39822"/>
                  <a:pt x="67118" y="44803"/>
                </a:cubicBezTo>
                <a:cubicBezTo>
                  <a:pt x="67118" y="53341"/>
                  <a:pt x="66802" y="53674"/>
                  <a:pt x="61618" y="50612"/>
                </a:cubicBezTo>
                <a:cubicBezTo>
                  <a:pt x="57188" y="47995"/>
                  <a:pt x="55886" y="48002"/>
                  <a:pt x="54931" y="50644"/>
                </a:cubicBezTo>
                <a:cubicBezTo>
                  <a:pt x="53898" y="53500"/>
                  <a:pt x="41201" y="61561"/>
                  <a:pt x="37735" y="61561"/>
                </a:cubicBezTo>
                <a:cubicBezTo>
                  <a:pt x="37051" y="61561"/>
                  <a:pt x="34010" y="58076"/>
                  <a:pt x="30977" y="53817"/>
                </a:cubicBezTo>
                <a:close/>
              </a:path>
            </a:pathLst>
          </a:custGeom>
          <a:solidFill>
            <a:srgbClr val="B9B9B9"/>
          </a:solidFill>
          <a:ln w="5163" cap="flat">
            <a:noFill/>
            <a:prstDash val="solid"/>
            <a:miter/>
          </a:ln>
        </p:spPr>
        <p:txBody>
          <a:bodyPr/>
          <a:lstStyle/>
          <a:p>
            <a:endParaRPr lang="es-419" noProof="0" dirty="0"/>
          </a:p>
        </p:txBody>
      </p:sp>
      <p:sp>
        <p:nvSpPr>
          <p:cNvPr id="67" name="Forma libre: forma 66">
            <a:extLst>
              <a:ext uri="{FF2B5EF4-FFF2-40B4-BE49-F238E27FC236}">
                <a16:creationId xmlns:a16="http://schemas.microsoft.com/office/drawing/2014/main" id="{2853DFA6-9481-BDD1-5607-20EE96D43957}"/>
              </a:ext>
            </a:extLst>
          </p:cNvPr>
          <p:cNvSpPr/>
          <p:nvPr/>
        </p:nvSpPr>
        <p:spPr>
          <a:xfrm>
            <a:off x="1478193" y="2273156"/>
            <a:ext cx="153622" cy="170128"/>
          </a:xfrm>
          <a:custGeom>
            <a:avLst/>
            <a:gdLst>
              <a:gd name="csX0" fmla="*/ 8493 w 153622"/>
              <a:gd name="csY0" fmla="*/ 168431 h 170128"/>
              <a:gd name="csX1" fmla="*/ 6772 w 153622"/>
              <a:gd name="csY1" fmla="*/ 161418 h 170128"/>
              <a:gd name="csX2" fmla="*/ 2681 w 153622"/>
              <a:gd name="csY2" fmla="*/ 145415 h 170128"/>
              <a:gd name="csX3" fmla="*/ 5459 w 153622"/>
              <a:gd name="csY3" fmla="*/ 121148 h 170128"/>
              <a:gd name="csX4" fmla="*/ 14777 w 153622"/>
              <a:gd name="csY4" fmla="*/ 82726 h 170128"/>
              <a:gd name="csX5" fmla="*/ 25155 w 153622"/>
              <a:gd name="csY5" fmla="*/ 43661 h 170128"/>
              <a:gd name="csX6" fmla="*/ 27423 w 153622"/>
              <a:gd name="csY6" fmla="*/ 32229 h 170128"/>
              <a:gd name="csX7" fmla="*/ 31172 w 153622"/>
              <a:gd name="csY7" fmla="*/ 17047 h 170128"/>
              <a:gd name="csX8" fmla="*/ 33221 w 153622"/>
              <a:gd name="csY8" fmla="*/ 11598 h 170128"/>
              <a:gd name="csX9" fmla="*/ 37362 w 153622"/>
              <a:gd name="csY9" fmla="*/ 8370 h 170128"/>
              <a:gd name="csX10" fmla="*/ 41848 w 153622"/>
              <a:gd name="csY10" fmla="*/ 3309 h 170128"/>
              <a:gd name="csX11" fmla="*/ 51947 w 153622"/>
              <a:gd name="csY11" fmla="*/ 4939 h 170128"/>
              <a:gd name="csX12" fmla="*/ 67990 w 153622"/>
              <a:gd name="csY12" fmla="*/ 10085 h 170128"/>
              <a:gd name="csX13" fmla="*/ 82983 w 153622"/>
              <a:gd name="csY13" fmla="*/ 28865 h 170128"/>
              <a:gd name="csX14" fmla="*/ 93236 w 153622"/>
              <a:gd name="csY14" fmla="*/ 38498 h 170128"/>
              <a:gd name="csX15" fmla="*/ 103025 w 153622"/>
              <a:gd name="csY15" fmla="*/ 33366 h 170128"/>
              <a:gd name="csX16" fmla="*/ 120832 w 153622"/>
              <a:gd name="csY16" fmla="*/ 24595 h 170128"/>
              <a:gd name="csX17" fmla="*/ 122064 w 153622"/>
              <a:gd name="csY17" fmla="*/ 33182 h 170128"/>
              <a:gd name="csX18" fmla="*/ 135261 w 153622"/>
              <a:gd name="csY18" fmla="*/ 39968 h 170128"/>
              <a:gd name="csX19" fmla="*/ 152396 w 153622"/>
              <a:gd name="csY19" fmla="*/ 46930 h 170128"/>
              <a:gd name="csX20" fmla="*/ 149002 w 153622"/>
              <a:gd name="csY20" fmla="*/ 58232 h 170128"/>
              <a:gd name="csX21" fmla="*/ 146552 w 153622"/>
              <a:gd name="csY21" fmla="*/ 64545 h 170128"/>
              <a:gd name="csX22" fmla="*/ 148358 w 153622"/>
              <a:gd name="csY22" fmla="*/ 121402 h 170128"/>
              <a:gd name="csX23" fmla="*/ 135844 w 153622"/>
              <a:gd name="csY23" fmla="*/ 118523 h 170128"/>
              <a:gd name="csX24" fmla="*/ 131972 w 153622"/>
              <a:gd name="csY24" fmla="*/ 113360 h 170128"/>
              <a:gd name="csX25" fmla="*/ 128062 w 153622"/>
              <a:gd name="csY25" fmla="*/ 103679 h 170128"/>
              <a:gd name="csX26" fmla="*/ 124378 w 153622"/>
              <a:gd name="csY26" fmla="*/ 87545 h 170128"/>
              <a:gd name="csX27" fmla="*/ 116378 w 153622"/>
              <a:gd name="csY27" fmla="*/ 72702 h 170128"/>
              <a:gd name="csX28" fmla="*/ 107448 w 153622"/>
              <a:gd name="csY28" fmla="*/ 67912 h 170128"/>
              <a:gd name="csX29" fmla="*/ 99376 w 153622"/>
              <a:gd name="csY29" fmla="*/ 80152 h 170128"/>
              <a:gd name="csX30" fmla="*/ 94468 w 153622"/>
              <a:gd name="csY30" fmla="*/ 101141 h 170128"/>
              <a:gd name="csX31" fmla="*/ 81766 w 153622"/>
              <a:gd name="csY31" fmla="*/ 133635 h 170128"/>
              <a:gd name="csX32" fmla="*/ 65090 w 153622"/>
              <a:gd name="csY32" fmla="*/ 140680 h 170128"/>
              <a:gd name="csX33" fmla="*/ 53260 w 153622"/>
              <a:gd name="csY33" fmla="*/ 146865 h 170128"/>
              <a:gd name="csX34" fmla="*/ 38902 w 153622"/>
              <a:gd name="csY34" fmla="*/ 154663 h 170128"/>
              <a:gd name="csX35" fmla="*/ 22260 w 153622"/>
              <a:gd name="csY35" fmla="*/ 162407 h 170128"/>
              <a:gd name="csX36" fmla="*/ 8493 w 153622"/>
              <a:gd name="csY36" fmla="*/ 168431 h 17012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Lst>
            <a:rect l="l" t="t" r="r" b="b"/>
            <a:pathLst>
              <a:path w="153622" h="170128">
                <a:moveTo>
                  <a:pt x="8493" y="168431"/>
                </a:moveTo>
                <a:cubicBezTo>
                  <a:pt x="7546" y="167484"/>
                  <a:pt x="6772" y="164329"/>
                  <a:pt x="6772" y="161418"/>
                </a:cubicBezTo>
                <a:cubicBezTo>
                  <a:pt x="6772" y="158508"/>
                  <a:pt x="4931" y="151306"/>
                  <a:pt x="2681" y="145415"/>
                </a:cubicBezTo>
                <a:cubicBezTo>
                  <a:pt x="-1298" y="134996"/>
                  <a:pt x="-1222" y="134332"/>
                  <a:pt x="5459" y="121148"/>
                </a:cubicBezTo>
                <a:cubicBezTo>
                  <a:pt x="10516" y="111168"/>
                  <a:pt x="12973" y="101035"/>
                  <a:pt x="14777" y="82726"/>
                </a:cubicBezTo>
                <a:cubicBezTo>
                  <a:pt x="17244" y="57676"/>
                  <a:pt x="20967" y="43661"/>
                  <a:pt x="25155" y="43661"/>
                </a:cubicBezTo>
                <a:cubicBezTo>
                  <a:pt x="26403" y="43661"/>
                  <a:pt x="27423" y="38516"/>
                  <a:pt x="27423" y="32229"/>
                </a:cubicBezTo>
                <a:cubicBezTo>
                  <a:pt x="27423" y="25675"/>
                  <a:pt x="29023" y="19196"/>
                  <a:pt x="31172" y="17047"/>
                </a:cubicBezTo>
                <a:cubicBezTo>
                  <a:pt x="33235" y="14985"/>
                  <a:pt x="34156" y="12533"/>
                  <a:pt x="33221" y="11598"/>
                </a:cubicBezTo>
                <a:cubicBezTo>
                  <a:pt x="32286" y="10662"/>
                  <a:pt x="34150" y="9210"/>
                  <a:pt x="37362" y="8370"/>
                </a:cubicBezTo>
                <a:cubicBezTo>
                  <a:pt x="40925" y="7438"/>
                  <a:pt x="42675" y="5464"/>
                  <a:pt x="41848" y="3309"/>
                </a:cubicBezTo>
                <a:cubicBezTo>
                  <a:pt x="39982" y="-1555"/>
                  <a:pt x="42837" y="-1094"/>
                  <a:pt x="51947" y="4939"/>
                </a:cubicBezTo>
                <a:cubicBezTo>
                  <a:pt x="56206" y="7760"/>
                  <a:pt x="63426" y="10076"/>
                  <a:pt x="67990" y="10085"/>
                </a:cubicBezTo>
                <a:cubicBezTo>
                  <a:pt x="77231" y="10104"/>
                  <a:pt x="80149" y="13759"/>
                  <a:pt x="82983" y="28865"/>
                </a:cubicBezTo>
                <a:cubicBezTo>
                  <a:pt x="84632" y="37657"/>
                  <a:pt x="85527" y="38498"/>
                  <a:pt x="93236" y="38498"/>
                </a:cubicBezTo>
                <a:cubicBezTo>
                  <a:pt x="99495" y="38498"/>
                  <a:pt x="102031" y="37168"/>
                  <a:pt x="103025" y="33366"/>
                </a:cubicBezTo>
                <a:cubicBezTo>
                  <a:pt x="104466" y="27855"/>
                  <a:pt x="116509" y="21923"/>
                  <a:pt x="120832" y="24595"/>
                </a:cubicBezTo>
                <a:cubicBezTo>
                  <a:pt x="122276" y="25487"/>
                  <a:pt x="122830" y="29351"/>
                  <a:pt x="122064" y="33182"/>
                </a:cubicBezTo>
                <a:cubicBezTo>
                  <a:pt x="120679" y="40107"/>
                  <a:pt x="120757" y="40147"/>
                  <a:pt x="135261" y="39968"/>
                </a:cubicBezTo>
                <a:cubicBezTo>
                  <a:pt x="148934" y="39800"/>
                  <a:pt x="150012" y="40238"/>
                  <a:pt x="152396" y="46930"/>
                </a:cubicBezTo>
                <a:cubicBezTo>
                  <a:pt x="154575" y="53045"/>
                  <a:pt x="154087" y="54670"/>
                  <a:pt x="149002" y="58232"/>
                </a:cubicBezTo>
                <a:cubicBezTo>
                  <a:pt x="144363" y="61481"/>
                  <a:pt x="143827" y="62863"/>
                  <a:pt x="146552" y="64545"/>
                </a:cubicBezTo>
                <a:cubicBezTo>
                  <a:pt x="151618" y="67671"/>
                  <a:pt x="153227" y="118317"/>
                  <a:pt x="148358" y="121402"/>
                </a:cubicBezTo>
                <a:cubicBezTo>
                  <a:pt x="142062" y="125392"/>
                  <a:pt x="135844" y="123962"/>
                  <a:pt x="135844" y="118523"/>
                </a:cubicBezTo>
                <a:cubicBezTo>
                  <a:pt x="135844" y="115655"/>
                  <a:pt x="134123" y="113360"/>
                  <a:pt x="131972" y="113360"/>
                </a:cubicBezTo>
                <a:cubicBezTo>
                  <a:pt x="129225" y="113360"/>
                  <a:pt x="128089" y="110546"/>
                  <a:pt x="128062" y="103679"/>
                </a:cubicBezTo>
                <a:cubicBezTo>
                  <a:pt x="128041" y="98355"/>
                  <a:pt x="126383" y="91095"/>
                  <a:pt x="124378" y="87545"/>
                </a:cubicBezTo>
                <a:cubicBezTo>
                  <a:pt x="122373" y="83996"/>
                  <a:pt x="118773" y="77316"/>
                  <a:pt x="116378" y="72702"/>
                </a:cubicBezTo>
                <a:cubicBezTo>
                  <a:pt x="111867" y="64011"/>
                  <a:pt x="107448" y="61641"/>
                  <a:pt x="107448" y="67912"/>
                </a:cubicBezTo>
                <a:cubicBezTo>
                  <a:pt x="107448" y="69891"/>
                  <a:pt x="103816" y="75399"/>
                  <a:pt x="99376" y="80152"/>
                </a:cubicBezTo>
                <a:cubicBezTo>
                  <a:pt x="91445" y="88642"/>
                  <a:pt x="91359" y="89010"/>
                  <a:pt x="94468" y="101141"/>
                </a:cubicBezTo>
                <a:cubicBezTo>
                  <a:pt x="97988" y="114877"/>
                  <a:pt x="97068" y="117230"/>
                  <a:pt x="81766" y="133635"/>
                </a:cubicBezTo>
                <a:cubicBezTo>
                  <a:pt x="74766" y="141139"/>
                  <a:pt x="72544" y="142078"/>
                  <a:pt x="65090" y="140680"/>
                </a:cubicBezTo>
                <a:cubicBezTo>
                  <a:pt x="57313" y="139221"/>
                  <a:pt x="56181" y="139812"/>
                  <a:pt x="53260" y="146865"/>
                </a:cubicBezTo>
                <a:cubicBezTo>
                  <a:pt x="50372" y="153836"/>
                  <a:pt x="48850" y="154663"/>
                  <a:pt x="38902" y="154663"/>
                </a:cubicBezTo>
                <a:cubicBezTo>
                  <a:pt x="29485" y="154663"/>
                  <a:pt x="26927" y="155853"/>
                  <a:pt x="22260" y="162407"/>
                </a:cubicBezTo>
                <a:cubicBezTo>
                  <a:pt x="16933" y="169889"/>
                  <a:pt x="12076" y="172014"/>
                  <a:pt x="8493" y="168431"/>
                </a:cubicBezTo>
                <a:close/>
              </a:path>
            </a:pathLst>
          </a:custGeom>
          <a:solidFill>
            <a:srgbClr val="B9B9B9"/>
          </a:solidFill>
          <a:ln w="5163" cap="flat">
            <a:noFill/>
            <a:prstDash val="solid"/>
            <a:miter/>
          </a:ln>
        </p:spPr>
        <p:txBody>
          <a:bodyPr/>
          <a:lstStyle/>
          <a:p>
            <a:endParaRPr lang="es-419" noProof="0" dirty="0"/>
          </a:p>
        </p:txBody>
      </p:sp>
      <p:grpSp>
        <p:nvGrpSpPr>
          <p:cNvPr id="68" name="Gráfico 39">
            <a:extLst>
              <a:ext uri="{FF2B5EF4-FFF2-40B4-BE49-F238E27FC236}">
                <a16:creationId xmlns:a16="http://schemas.microsoft.com/office/drawing/2014/main" id="{73E60CF3-31D3-A553-B3B9-FE5F302C2DD8}"/>
              </a:ext>
            </a:extLst>
          </p:cNvPr>
          <p:cNvGrpSpPr/>
          <p:nvPr/>
        </p:nvGrpSpPr>
        <p:grpSpPr>
          <a:xfrm>
            <a:off x="2169009" y="2212045"/>
            <a:ext cx="273705" cy="260208"/>
            <a:chOff x="2169009" y="2212045"/>
            <a:chExt cx="273705" cy="260208"/>
          </a:xfrm>
          <a:solidFill>
            <a:srgbClr val="B9B9B9"/>
          </a:solidFill>
        </p:grpSpPr>
        <p:sp>
          <p:nvSpPr>
            <p:cNvPr id="69" name="Forma libre: forma 68">
              <a:extLst>
                <a:ext uri="{FF2B5EF4-FFF2-40B4-BE49-F238E27FC236}">
                  <a16:creationId xmlns:a16="http://schemas.microsoft.com/office/drawing/2014/main" id="{7EAD1E8E-4550-EEC5-AAC7-AE5E4CCB2731}"/>
                </a:ext>
              </a:extLst>
            </p:cNvPr>
            <p:cNvSpPr/>
            <p:nvPr/>
          </p:nvSpPr>
          <p:spPr>
            <a:xfrm>
              <a:off x="2169009" y="2212045"/>
              <a:ext cx="273705" cy="260208"/>
            </a:xfrm>
            <a:custGeom>
              <a:avLst/>
              <a:gdLst>
                <a:gd name="csX0" fmla="*/ 136396 w 273705"/>
                <a:gd name="csY0" fmla="*/ 251544 h 260208"/>
                <a:gd name="csX1" fmla="*/ 123951 w 273705"/>
                <a:gd name="csY1" fmla="*/ 241399 h 260208"/>
                <a:gd name="csX2" fmla="*/ 100178 w 273705"/>
                <a:gd name="csY2" fmla="*/ 233837 h 260208"/>
                <a:gd name="csX3" fmla="*/ 81199 w 273705"/>
                <a:gd name="csY3" fmla="*/ 230865 h 260208"/>
                <a:gd name="csX4" fmla="*/ 75979 w 273705"/>
                <a:gd name="csY4" fmla="*/ 240363 h 260208"/>
                <a:gd name="csX5" fmla="*/ 67894 w 273705"/>
                <a:gd name="csY5" fmla="*/ 246752 h 260208"/>
                <a:gd name="csX6" fmla="*/ 29911 w 273705"/>
                <a:gd name="csY6" fmla="*/ 227450 h 260208"/>
                <a:gd name="csX7" fmla="*/ 28472 w 273705"/>
                <a:gd name="csY7" fmla="*/ 213064 h 260208"/>
                <a:gd name="csX8" fmla="*/ 12481 w 273705"/>
                <a:gd name="csY8" fmla="*/ 197704 h 260208"/>
                <a:gd name="csX9" fmla="*/ 1103 w 273705"/>
                <a:gd name="csY9" fmla="*/ 191257 h 260208"/>
                <a:gd name="csX10" fmla="*/ 24560 w 273705"/>
                <a:gd name="csY10" fmla="*/ 177413 h 260208"/>
                <a:gd name="csX11" fmla="*/ 49357 w 273705"/>
                <a:gd name="csY11" fmla="*/ 181249 h 260208"/>
                <a:gd name="csX12" fmla="*/ 33383 w 273705"/>
                <a:gd name="csY12" fmla="*/ 188440 h 260208"/>
                <a:gd name="csX13" fmla="*/ 18111 w 273705"/>
                <a:gd name="csY13" fmla="*/ 189801 h 260208"/>
                <a:gd name="csX14" fmla="*/ 23379 w 273705"/>
                <a:gd name="csY14" fmla="*/ 191217 h 260208"/>
                <a:gd name="csX15" fmla="*/ 42338 w 273705"/>
                <a:gd name="csY15" fmla="*/ 193852 h 260208"/>
                <a:gd name="csX16" fmla="*/ 54801 w 273705"/>
                <a:gd name="csY16" fmla="*/ 205031 h 260208"/>
                <a:gd name="csX17" fmla="*/ 53572 w 273705"/>
                <a:gd name="csY17" fmla="*/ 211902 h 260208"/>
                <a:gd name="csX18" fmla="*/ 58745 w 273705"/>
                <a:gd name="csY18" fmla="*/ 206739 h 260208"/>
                <a:gd name="csX19" fmla="*/ 62804 w 273705"/>
                <a:gd name="csY19" fmla="*/ 199640 h 260208"/>
                <a:gd name="csX20" fmla="*/ 78923 w 273705"/>
                <a:gd name="csY20" fmla="*/ 200342 h 260208"/>
                <a:gd name="csX21" fmla="*/ 84524 w 273705"/>
                <a:gd name="csY21" fmla="*/ 197871 h 260208"/>
                <a:gd name="csX22" fmla="*/ 91725 w 273705"/>
                <a:gd name="csY22" fmla="*/ 189946 h 260208"/>
                <a:gd name="csX23" fmla="*/ 100403 w 273705"/>
                <a:gd name="csY23" fmla="*/ 165765 h 260208"/>
                <a:gd name="csX24" fmla="*/ 96700 w 273705"/>
                <a:gd name="csY24" fmla="*/ 159218 h 260208"/>
                <a:gd name="csX25" fmla="*/ 94398 w 273705"/>
                <a:gd name="csY25" fmla="*/ 157998 h 260208"/>
                <a:gd name="csX26" fmla="*/ 90392 w 273705"/>
                <a:gd name="csY26" fmla="*/ 161840 h 260208"/>
                <a:gd name="csX27" fmla="*/ 87810 w 273705"/>
                <a:gd name="csY27" fmla="*/ 164145 h 260208"/>
                <a:gd name="csX28" fmla="*/ 100799 w 273705"/>
                <a:gd name="csY28" fmla="*/ 149016 h 260208"/>
                <a:gd name="csX29" fmla="*/ 118746 w 273705"/>
                <a:gd name="csY29" fmla="*/ 138331 h 260208"/>
                <a:gd name="csX30" fmla="*/ 133646 w 273705"/>
                <a:gd name="csY30" fmla="*/ 125809 h 260208"/>
                <a:gd name="csX31" fmla="*/ 149004 w 273705"/>
                <a:gd name="csY31" fmla="*/ 91807 h 260208"/>
                <a:gd name="csX32" fmla="*/ 157715 w 273705"/>
                <a:gd name="csY32" fmla="*/ 65895 h 260208"/>
                <a:gd name="csX33" fmla="*/ 163243 w 273705"/>
                <a:gd name="csY33" fmla="*/ 33397 h 260208"/>
                <a:gd name="csX34" fmla="*/ 165326 w 273705"/>
                <a:gd name="csY34" fmla="*/ 1486 h 260208"/>
                <a:gd name="csX35" fmla="*/ 167796 w 273705"/>
                <a:gd name="csY35" fmla="*/ 6032 h 260208"/>
                <a:gd name="csX36" fmla="*/ 180226 w 273705"/>
                <a:gd name="csY36" fmla="*/ 14421 h 260208"/>
                <a:gd name="csX37" fmla="*/ 195070 w 273705"/>
                <a:gd name="csY37" fmla="*/ 12027 h 260208"/>
                <a:gd name="csX38" fmla="*/ 227557 w 273705"/>
                <a:gd name="csY38" fmla="*/ 43889 h 260208"/>
                <a:gd name="csX39" fmla="*/ 257592 w 273705"/>
                <a:gd name="csY39" fmla="*/ 78146 h 260208"/>
                <a:gd name="csX40" fmla="*/ 261681 w 273705"/>
                <a:gd name="csY40" fmla="*/ 107593 h 260208"/>
                <a:gd name="csX41" fmla="*/ 273489 w 273705"/>
                <a:gd name="csY41" fmla="*/ 250266 h 260208"/>
                <a:gd name="csX42" fmla="*/ 218174 w 273705"/>
                <a:gd name="csY42" fmla="*/ 254247 h 260208"/>
                <a:gd name="csX43" fmla="*/ 150594 w 273705"/>
                <a:gd name="csY43" fmla="*/ 258722 h 260208"/>
                <a:gd name="csX44" fmla="*/ 137226 w 273705"/>
                <a:gd name="csY44" fmla="*/ 260208 h 260208"/>
                <a:gd name="csX45" fmla="*/ 136396 w 273705"/>
                <a:gd name="csY45" fmla="*/ 251544 h 2602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Lst>
              <a:rect l="l" t="t" r="r" b="b"/>
              <a:pathLst>
                <a:path w="273705" h="260208">
                  <a:moveTo>
                    <a:pt x="136396" y="251544"/>
                  </a:moveTo>
                  <a:cubicBezTo>
                    <a:pt x="135615" y="243380"/>
                    <a:pt x="134897" y="242794"/>
                    <a:pt x="123951" y="241399"/>
                  </a:cubicBezTo>
                  <a:cubicBezTo>
                    <a:pt x="117562" y="240584"/>
                    <a:pt x="106864" y="237181"/>
                    <a:pt x="100178" y="233837"/>
                  </a:cubicBezTo>
                  <a:cubicBezTo>
                    <a:pt x="89763" y="228627"/>
                    <a:pt x="87046" y="228201"/>
                    <a:pt x="81199" y="230865"/>
                  </a:cubicBezTo>
                  <a:cubicBezTo>
                    <a:pt x="75659" y="233390"/>
                    <a:pt x="74677" y="235176"/>
                    <a:pt x="75979" y="240363"/>
                  </a:cubicBezTo>
                  <a:cubicBezTo>
                    <a:pt x="77472" y="246311"/>
                    <a:pt x="76914" y="246752"/>
                    <a:pt x="67894" y="246752"/>
                  </a:cubicBezTo>
                  <a:cubicBezTo>
                    <a:pt x="55809" y="246752"/>
                    <a:pt x="31822" y="234563"/>
                    <a:pt x="29911" y="227450"/>
                  </a:cubicBezTo>
                  <a:cubicBezTo>
                    <a:pt x="29139" y="224578"/>
                    <a:pt x="28492" y="218104"/>
                    <a:pt x="28472" y="213064"/>
                  </a:cubicBezTo>
                  <a:cubicBezTo>
                    <a:pt x="28427" y="201349"/>
                    <a:pt x="24633" y="197704"/>
                    <a:pt x="12481" y="197704"/>
                  </a:cubicBezTo>
                  <a:cubicBezTo>
                    <a:pt x="4225" y="197704"/>
                    <a:pt x="2471" y="196710"/>
                    <a:pt x="1103" y="191257"/>
                  </a:cubicBezTo>
                  <a:cubicBezTo>
                    <a:pt x="-2114" y="178441"/>
                    <a:pt x="578" y="176853"/>
                    <a:pt x="24560" y="177413"/>
                  </a:cubicBezTo>
                  <a:cubicBezTo>
                    <a:pt x="38820" y="177746"/>
                    <a:pt x="47574" y="179100"/>
                    <a:pt x="49357" y="181249"/>
                  </a:cubicBezTo>
                  <a:cubicBezTo>
                    <a:pt x="54736" y="187730"/>
                    <a:pt x="49187" y="190228"/>
                    <a:pt x="33383" y="188440"/>
                  </a:cubicBezTo>
                  <a:cubicBezTo>
                    <a:pt x="22288" y="187184"/>
                    <a:pt x="18111" y="187556"/>
                    <a:pt x="18111" y="189801"/>
                  </a:cubicBezTo>
                  <a:cubicBezTo>
                    <a:pt x="18111" y="191735"/>
                    <a:pt x="20080" y="192265"/>
                    <a:pt x="23379" y="191217"/>
                  </a:cubicBezTo>
                  <a:cubicBezTo>
                    <a:pt x="26276" y="190298"/>
                    <a:pt x="34808" y="191483"/>
                    <a:pt x="42338" y="193852"/>
                  </a:cubicBezTo>
                  <a:cubicBezTo>
                    <a:pt x="54989" y="197831"/>
                    <a:pt x="55937" y="198681"/>
                    <a:pt x="54801" y="205031"/>
                  </a:cubicBezTo>
                  <a:lnTo>
                    <a:pt x="53572" y="211902"/>
                  </a:lnTo>
                  <a:lnTo>
                    <a:pt x="58745" y="206739"/>
                  </a:lnTo>
                  <a:cubicBezTo>
                    <a:pt x="61590" y="203900"/>
                    <a:pt x="63416" y="200705"/>
                    <a:pt x="62804" y="199640"/>
                  </a:cubicBezTo>
                  <a:cubicBezTo>
                    <a:pt x="61196" y="196843"/>
                    <a:pt x="70823" y="197262"/>
                    <a:pt x="78923" y="200342"/>
                  </a:cubicBezTo>
                  <a:cubicBezTo>
                    <a:pt x="85153" y="202711"/>
                    <a:pt x="85724" y="202459"/>
                    <a:pt x="84524" y="197871"/>
                  </a:cubicBezTo>
                  <a:cubicBezTo>
                    <a:pt x="83478" y="193868"/>
                    <a:pt x="85034" y="192154"/>
                    <a:pt x="91725" y="189946"/>
                  </a:cubicBezTo>
                  <a:cubicBezTo>
                    <a:pt x="104380" y="185769"/>
                    <a:pt x="109318" y="172009"/>
                    <a:pt x="100403" y="165765"/>
                  </a:cubicBezTo>
                  <a:cubicBezTo>
                    <a:pt x="97428" y="163681"/>
                    <a:pt x="95762" y="160736"/>
                    <a:pt x="96700" y="159218"/>
                  </a:cubicBezTo>
                  <a:cubicBezTo>
                    <a:pt x="97747" y="157525"/>
                    <a:pt x="96859" y="157053"/>
                    <a:pt x="94398" y="157998"/>
                  </a:cubicBezTo>
                  <a:cubicBezTo>
                    <a:pt x="92194" y="158843"/>
                    <a:pt x="90392" y="160572"/>
                    <a:pt x="90392" y="161840"/>
                  </a:cubicBezTo>
                  <a:cubicBezTo>
                    <a:pt x="90392" y="163108"/>
                    <a:pt x="89230" y="164145"/>
                    <a:pt x="87810" y="164145"/>
                  </a:cubicBezTo>
                  <a:cubicBezTo>
                    <a:pt x="81811" y="164145"/>
                    <a:pt x="86198" y="159036"/>
                    <a:pt x="100799" y="149016"/>
                  </a:cubicBezTo>
                  <a:cubicBezTo>
                    <a:pt x="109362" y="143139"/>
                    <a:pt x="117438" y="138331"/>
                    <a:pt x="118746" y="138331"/>
                  </a:cubicBezTo>
                  <a:cubicBezTo>
                    <a:pt x="120053" y="138331"/>
                    <a:pt x="126758" y="132696"/>
                    <a:pt x="133646" y="125809"/>
                  </a:cubicBezTo>
                  <a:cubicBezTo>
                    <a:pt x="145786" y="113669"/>
                    <a:pt x="146254" y="112631"/>
                    <a:pt x="149004" y="91807"/>
                  </a:cubicBezTo>
                  <a:cubicBezTo>
                    <a:pt x="151298" y="74430"/>
                    <a:pt x="152962" y="69481"/>
                    <a:pt x="157715" y="65895"/>
                  </a:cubicBezTo>
                  <a:cubicBezTo>
                    <a:pt x="163239" y="61729"/>
                    <a:pt x="163570" y="59784"/>
                    <a:pt x="163243" y="33397"/>
                  </a:cubicBezTo>
                  <a:cubicBezTo>
                    <a:pt x="163052" y="17960"/>
                    <a:pt x="163989" y="3600"/>
                    <a:pt x="165326" y="1486"/>
                  </a:cubicBezTo>
                  <a:cubicBezTo>
                    <a:pt x="167138" y="-1380"/>
                    <a:pt x="167766" y="-224"/>
                    <a:pt x="167796" y="6032"/>
                  </a:cubicBezTo>
                  <a:cubicBezTo>
                    <a:pt x="167835" y="14326"/>
                    <a:pt x="167976" y="14421"/>
                    <a:pt x="180226" y="14421"/>
                  </a:cubicBezTo>
                  <a:cubicBezTo>
                    <a:pt x="187041" y="14421"/>
                    <a:pt x="193721" y="13344"/>
                    <a:pt x="195070" y="12027"/>
                  </a:cubicBezTo>
                  <a:cubicBezTo>
                    <a:pt x="196598" y="10534"/>
                    <a:pt x="208840" y="22541"/>
                    <a:pt x="227557" y="43889"/>
                  </a:cubicBezTo>
                  <a:lnTo>
                    <a:pt x="257592" y="78146"/>
                  </a:lnTo>
                  <a:lnTo>
                    <a:pt x="261681" y="107593"/>
                  </a:lnTo>
                  <a:cubicBezTo>
                    <a:pt x="266251" y="140497"/>
                    <a:pt x="275208" y="248724"/>
                    <a:pt x="273489" y="250266"/>
                  </a:cubicBezTo>
                  <a:cubicBezTo>
                    <a:pt x="272881" y="250811"/>
                    <a:pt x="247989" y="252602"/>
                    <a:pt x="218174" y="254247"/>
                  </a:cubicBezTo>
                  <a:cubicBezTo>
                    <a:pt x="188358" y="255891"/>
                    <a:pt x="157947" y="257905"/>
                    <a:pt x="150594" y="258722"/>
                  </a:cubicBezTo>
                  <a:lnTo>
                    <a:pt x="137226" y="260208"/>
                  </a:lnTo>
                  <a:lnTo>
                    <a:pt x="136396" y="251544"/>
                  </a:lnTo>
                  <a:close/>
                </a:path>
              </a:pathLst>
            </a:custGeom>
            <a:solidFill>
              <a:srgbClr val="B9B9B9"/>
            </a:solidFill>
            <a:ln w="5163" cap="flat">
              <a:noFill/>
              <a:prstDash val="solid"/>
              <a:miter/>
            </a:ln>
          </p:spPr>
          <p:txBody>
            <a:bodyPr/>
            <a:lstStyle/>
            <a:p>
              <a:endParaRPr lang="es-419" noProof="0" dirty="0"/>
            </a:p>
          </p:txBody>
        </p:sp>
        <p:sp>
          <p:nvSpPr>
            <p:cNvPr id="70" name="Forma libre: forma 69">
              <a:extLst>
                <a:ext uri="{FF2B5EF4-FFF2-40B4-BE49-F238E27FC236}">
                  <a16:creationId xmlns:a16="http://schemas.microsoft.com/office/drawing/2014/main" id="{935F3D0B-51F8-BE31-2AEE-AEAAD0A9BCBA}"/>
                </a:ext>
              </a:extLst>
            </p:cNvPr>
            <p:cNvSpPr/>
            <p:nvPr/>
          </p:nvSpPr>
          <p:spPr>
            <a:xfrm>
              <a:off x="2221969" y="2379232"/>
              <a:ext cx="29491" cy="17638"/>
            </a:xfrm>
            <a:custGeom>
              <a:avLst/>
              <a:gdLst>
                <a:gd name="csX0" fmla="*/ 10326 w 29491"/>
                <a:gd name="csY0" fmla="*/ 11251 h 17638"/>
                <a:gd name="csX1" fmla="*/ 23663 w 29491"/>
                <a:gd name="csY1" fmla="*/ 4783 h 17638"/>
                <a:gd name="csX2" fmla="*/ 27977 w 29491"/>
                <a:gd name="csY2" fmla="*/ 1475 h 17638"/>
                <a:gd name="csX3" fmla="*/ 29483 w 29491"/>
                <a:gd name="csY3" fmla="*/ 1025 h 17638"/>
                <a:gd name="csX4" fmla="*/ 8425 w 29491"/>
                <a:gd name="csY4" fmla="*/ 16751 h 17638"/>
                <a:gd name="csX5" fmla="*/ 0 w 29491"/>
                <a:gd name="csY5" fmla="*/ 17639 h 17638"/>
                <a:gd name="csX6" fmla="*/ 10326 w 29491"/>
                <a:gd name="csY6" fmla="*/ 11251 h 17638"/>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9491" h="17638">
                  <a:moveTo>
                    <a:pt x="10326" y="11251"/>
                  </a:moveTo>
                  <a:cubicBezTo>
                    <a:pt x="16005" y="7738"/>
                    <a:pt x="22007" y="4827"/>
                    <a:pt x="23663" y="4783"/>
                  </a:cubicBezTo>
                  <a:cubicBezTo>
                    <a:pt x="25320" y="4738"/>
                    <a:pt x="27261" y="3250"/>
                    <a:pt x="27977" y="1475"/>
                  </a:cubicBezTo>
                  <a:cubicBezTo>
                    <a:pt x="28693" y="-299"/>
                    <a:pt x="29371" y="-502"/>
                    <a:pt x="29483" y="1025"/>
                  </a:cubicBezTo>
                  <a:cubicBezTo>
                    <a:pt x="29861" y="6183"/>
                    <a:pt x="16907" y="15857"/>
                    <a:pt x="8425" y="16751"/>
                  </a:cubicBezTo>
                  <a:lnTo>
                    <a:pt x="0" y="17639"/>
                  </a:lnTo>
                  <a:lnTo>
                    <a:pt x="10326" y="11251"/>
                  </a:lnTo>
                  <a:close/>
                </a:path>
              </a:pathLst>
            </a:custGeom>
            <a:solidFill>
              <a:srgbClr val="B9B9B9"/>
            </a:solidFill>
            <a:ln w="5163" cap="flat">
              <a:noFill/>
              <a:prstDash val="solid"/>
              <a:miter/>
            </a:ln>
          </p:spPr>
          <p:txBody>
            <a:bodyPr/>
            <a:lstStyle/>
            <a:p>
              <a:endParaRPr lang="es-419" noProof="0" dirty="0"/>
            </a:p>
          </p:txBody>
        </p:sp>
      </p:grpSp>
      <p:sp>
        <p:nvSpPr>
          <p:cNvPr id="71" name="Forma libre: forma 70">
            <a:extLst>
              <a:ext uri="{FF2B5EF4-FFF2-40B4-BE49-F238E27FC236}">
                <a16:creationId xmlns:a16="http://schemas.microsoft.com/office/drawing/2014/main" id="{EA05910A-39E9-54CC-D6FB-512418CF8466}"/>
              </a:ext>
            </a:extLst>
          </p:cNvPr>
          <p:cNvSpPr/>
          <p:nvPr/>
        </p:nvSpPr>
        <p:spPr>
          <a:xfrm>
            <a:off x="1574029" y="2346575"/>
            <a:ext cx="28491" cy="35790"/>
          </a:xfrm>
          <a:custGeom>
            <a:avLst/>
            <a:gdLst>
              <a:gd name="csX0" fmla="*/ 11768 w 28491"/>
              <a:gd name="csY0" fmla="*/ 34872 h 35790"/>
              <a:gd name="csX1" fmla="*/ 805 w 28491"/>
              <a:gd name="csY1" fmla="*/ 25413 h 35790"/>
              <a:gd name="csX2" fmla="*/ 7669 w 28491"/>
              <a:gd name="csY2" fmla="*/ 7571 h 35790"/>
              <a:gd name="csX3" fmla="*/ 18379 w 28491"/>
              <a:gd name="csY3" fmla="*/ 2738 h 35790"/>
              <a:gd name="csX4" fmla="*/ 23574 w 28491"/>
              <a:gd name="csY4" fmla="*/ 11696 h 35790"/>
              <a:gd name="csX5" fmla="*/ 28193 w 28491"/>
              <a:gd name="csY5" fmla="*/ 24987 h 35790"/>
              <a:gd name="csX6" fmla="*/ 11768 w 28491"/>
              <a:gd name="csY6" fmla="*/ 34872 h 35790"/>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8491" h="35790">
                <a:moveTo>
                  <a:pt x="11768" y="34872"/>
                </a:moveTo>
                <a:cubicBezTo>
                  <a:pt x="4464" y="33733"/>
                  <a:pt x="2519" y="32055"/>
                  <a:pt x="805" y="25413"/>
                </a:cubicBezTo>
                <a:cubicBezTo>
                  <a:pt x="-1017" y="18356"/>
                  <a:pt x="-153" y="16110"/>
                  <a:pt x="7669" y="7571"/>
                </a:cubicBezTo>
                <a:cubicBezTo>
                  <a:pt x="15700" y="-1197"/>
                  <a:pt x="16797" y="-1692"/>
                  <a:pt x="18379" y="2738"/>
                </a:cubicBezTo>
                <a:cubicBezTo>
                  <a:pt x="19348" y="5452"/>
                  <a:pt x="21686" y="9483"/>
                  <a:pt x="23574" y="11696"/>
                </a:cubicBezTo>
                <a:cubicBezTo>
                  <a:pt x="25461" y="13908"/>
                  <a:pt x="27540" y="19890"/>
                  <a:pt x="28193" y="24987"/>
                </a:cubicBezTo>
                <a:cubicBezTo>
                  <a:pt x="29539" y="35505"/>
                  <a:pt x="26717" y="37203"/>
                  <a:pt x="11768" y="34872"/>
                </a:cubicBezTo>
                <a:close/>
              </a:path>
            </a:pathLst>
          </a:custGeom>
          <a:solidFill>
            <a:srgbClr val="CCCCCC"/>
          </a:solidFill>
          <a:ln w="5163" cap="flat">
            <a:noFill/>
            <a:prstDash val="solid"/>
            <a:miter/>
          </a:ln>
        </p:spPr>
        <p:txBody>
          <a:bodyPr/>
          <a:lstStyle/>
          <a:p>
            <a:endParaRPr lang="es-419" noProof="0" dirty="0"/>
          </a:p>
        </p:txBody>
      </p:sp>
      <p:sp>
        <p:nvSpPr>
          <p:cNvPr id="72" name="Forma libre: forma 71">
            <a:extLst>
              <a:ext uri="{FF2B5EF4-FFF2-40B4-BE49-F238E27FC236}">
                <a16:creationId xmlns:a16="http://schemas.microsoft.com/office/drawing/2014/main" id="{27583D1B-F126-2968-200E-EB164EE7C9C9}"/>
              </a:ext>
            </a:extLst>
          </p:cNvPr>
          <p:cNvSpPr/>
          <p:nvPr/>
        </p:nvSpPr>
        <p:spPr>
          <a:xfrm>
            <a:off x="1629800" y="2326596"/>
            <a:ext cx="82332" cy="45198"/>
          </a:xfrm>
          <a:custGeom>
            <a:avLst/>
            <a:gdLst>
              <a:gd name="csX0" fmla="*/ 35828 w 82332"/>
              <a:gd name="csY0" fmla="*/ 43172 h 45198"/>
              <a:gd name="csX1" fmla="*/ 20861 w 82332"/>
              <a:gd name="csY1" fmla="*/ 27939 h 45198"/>
              <a:gd name="csX2" fmla="*/ 6710 w 82332"/>
              <a:gd name="csY2" fmla="*/ 16733 h 45198"/>
              <a:gd name="csX3" fmla="*/ 200 w 82332"/>
              <a:gd name="csY3" fmla="*/ 11518 h 45198"/>
              <a:gd name="csX4" fmla="*/ 11960 w 82332"/>
              <a:gd name="csY4" fmla="*/ 5709 h 45198"/>
              <a:gd name="csX5" fmla="*/ 29437 w 82332"/>
              <a:gd name="csY5" fmla="*/ 2139 h 45198"/>
              <a:gd name="csX6" fmla="*/ 38320 w 82332"/>
              <a:gd name="csY6" fmla="*/ 692 h 45198"/>
              <a:gd name="csX7" fmla="*/ 49592 w 82332"/>
              <a:gd name="csY7" fmla="*/ 4355 h 45198"/>
              <a:gd name="csX8" fmla="*/ 61209 w 82332"/>
              <a:gd name="csY8" fmla="*/ 13550 h 45198"/>
              <a:gd name="csX9" fmla="*/ 68838 w 82332"/>
              <a:gd name="csY9" fmla="*/ 19970 h 45198"/>
              <a:gd name="csX10" fmla="*/ 82332 w 82332"/>
              <a:gd name="csY10" fmla="*/ 30233 h 45198"/>
              <a:gd name="csX11" fmla="*/ 75901 w 82332"/>
              <a:gd name="csY11" fmla="*/ 31524 h 45198"/>
              <a:gd name="csX12" fmla="*/ 66358 w 82332"/>
              <a:gd name="csY12" fmla="*/ 36506 h 45198"/>
              <a:gd name="csX13" fmla="*/ 58348 w 82332"/>
              <a:gd name="csY13" fmla="*/ 38866 h 45198"/>
              <a:gd name="csX14" fmla="*/ 47885 w 82332"/>
              <a:gd name="csY14" fmla="*/ 41425 h 45198"/>
              <a:gd name="csX15" fmla="*/ 35828 w 82332"/>
              <a:gd name="csY15" fmla="*/ 43172 h 4519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82332" h="45198">
                <a:moveTo>
                  <a:pt x="35828" y="43172"/>
                </a:moveTo>
                <a:cubicBezTo>
                  <a:pt x="32257" y="41284"/>
                  <a:pt x="25522" y="34429"/>
                  <a:pt x="20861" y="27939"/>
                </a:cubicBezTo>
                <a:cubicBezTo>
                  <a:pt x="14698" y="19357"/>
                  <a:pt x="10840" y="16301"/>
                  <a:pt x="6710" y="16733"/>
                </a:cubicBezTo>
                <a:cubicBezTo>
                  <a:pt x="2564" y="17166"/>
                  <a:pt x="809" y="15760"/>
                  <a:pt x="200" y="11518"/>
                </a:cubicBezTo>
                <a:cubicBezTo>
                  <a:pt x="-566" y="6174"/>
                  <a:pt x="375" y="5709"/>
                  <a:pt x="11960" y="5709"/>
                </a:cubicBezTo>
                <a:cubicBezTo>
                  <a:pt x="18887" y="5709"/>
                  <a:pt x="26751" y="4102"/>
                  <a:pt x="29437" y="2139"/>
                </a:cubicBezTo>
                <a:cubicBezTo>
                  <a:pt x="32427" y="-48"/>
                  <a:pt x="35871" y="-609"/>
                  <a:pt x="38320" y="692"/>
                </a:cubicBezTo>
                <a:cubicBezTo>
                  <a:pt x="40520" y="1860"/>
                  <a:pt x="45592" y="3509"/>
                  <a:pt x="49592" y="4355"/>
                </a:cubicBezTo>
                <a:cubicBezTo>
                  <a:pt x="53972" y="5282"/>
                  <a:pt x="58593" y="8940"/>
                  <a:pt x="61209" y="13550"/>
                </a:cubicBezTo>
                <a:cubicBezTo>
                  <a:pt x="63598" y="17761"/>
                  <a:pt x="67032" y="20650"/>
                  <a:pt x="68838" y="19970"/>
                </a:cubicBezTo>
                <a:cubicBezTo>
                  <a:pt x="71755" y="18872"/>
                  <a:pt x="82332" y="26917"/>
                  <a:pt x="82332" y="30233"/>
                </a:cubicBezTo>
                <a:cubicBezTo>
                  <a:pt x="82332" y="30943"/>
                  <a:pt x="79438" y="31524"/>
                  <a:pt x="75901" y="31524"/>
                </a:cubicBezTo>
                <a:cubicBezTo>
                  <a:pt x="72343" y="31524"/>
                  <a:pt x="68079" y="33750"/>
                  <a:pt x="66358" y="36506"/>
                </a:cubicBezTo>
                <a:cubicBezTo>
                  <a:pt x="63915" y="40418"/>
                  <a:pt x="62194" y="40925"/>
                  <a:pt x="58348" y="38866"/>
                </a:cubicBezTo>
                <a:cubicBezTo>
                  <a:pt x="54563" y="36841"/>
                  <a:pt x="52184" y="37422"/>
                  <a:pt x="47885" y="41425"/>
                </a:cubicBezTo>
                <a:cubicBezTo>
                  <a:pt x="42972" y="45999"/>
                  <a:pt x="41560" y="46204"/>
                  <a:pt x="35828" y="43172"/>
                </a:cubicBezTo>
                <a:close/>
              </a:path>
            </a:pathLst>
          </a:custGeom>
          <a:solidFill>
            <a:srgbClr val="B9B9B9"/>
          </a:solidFill>
          <a:ln w="5163" cap="flat">
            <a:noFill/>
            <a:prstDash val="solid"/>
            <a:miter/>
          </a:ln>
        </p:spPr>
        <p:txBody>
          <a:bodyPr/>
          <a:lstStyle/>
          <a:p>
            <a:endParaRPr lang="es-419" noProof="0" dirty="0"/>
          </a:p>
        </p:txBody>
      </p:sp>
      <p:sp>
        <p:nvSpPr>
          <p:cNvPr id="73" name="Forma libre: forma 72">
            <a:extLst>
              <a:ext uri="{FF2B5EF4-FFF2-40B4-BE49-F238E27FC236}">
                <a16:creationId xmlns:a16="http://schemas.microsoft.com/office/drawing/2014/main" id="{6AE60223-F8F9-F07E-89A1-8FEF491181D4}"/>
              </a:ext>
            </a:extLst>
          </p:cNvPr>
          <p:cNvSpPr/>
          <p:nvPr/>
        </p:nvSpPr>
        <p:spPr>
          <a:xfrm>
            <a:off x="1522864" y="2163021"/>
            <a:ext cx="166771" cy="166600"/>
          </a:xfrm>
          <a:custGeom>
            <a:avLst/>
            <a:gdLst>
              <a:gd name="csX0" fmla="*/ 112825 w 166771"/>
              <a:gd name="csY0" fmla="*/ 162186 h 166600"/>
              <a:gd name="csX1" fmla="*/ 93810 w 166771"/>
              <a:gd name="csY1" fmla="*/ 146052 h 166600"/>
              <a:gd name="csX2" fmla="*/ 80847 w 166771"/>
              <a:gd name="csY2" fmla="*/ 139517 h 166600"/>
              <a:gd name="csX3" fmla="*/ 77061 w 166771"/>
              <a:gd name="csY3" fmla="*/ 131529 h 166600"/>
              <a:gd name="csX4" fmla="*/ 56324 w 166771"/>
              <a:gd name="csY4" fmla="*/ 140503 h 166600"/>
              <a:gd name="csX5" fmla="*/ 40835 w 166771"/>
              <a:gd name="csY5" fmla="*/ 134435 h 166600"/>
              <a:gd name="csX6" fmla="*/ 25839 w 166771"/>
              <a:gd name="csY6" fmla="*/ 117575 h 166600"/>
              <a:gd name="csX7" fmla="*/ 603 w 166771"/>
              <a:gd name="csY7" fmla="*/ 103594 h 166600"/>
              <a:gd name="csX8" fmla="*/ 3427 w 166771"/>
              <a:gd name="csY8" fmla="*/ 92334 h 166600"/>
              <a:gd name="csX9" fmla="*/ 16980 w 166771"/>
              <a:gd name="csY9" fmla="*/ 76064 h 166600"/>
              <a:gd name="csX10" fmla="*/ 29744 w 166771"/>
              <a:gd name="csY10" fmla="*/ 65065 h 166600"/>
              <a:gd name="csX11" fmla="*/ 36843 w 166771"/>
              <a:gd name="csY11" fmla="*/ 46479 h 166600"/>
              <a:gd name="csX12" fmla="*/ 44707 w 166771"/>
              <a:gd name="csY12" fmla="*/ 28415 h 166600"/>
              <a:gd name="csX13" fmla="*/ 49507 w 166771"/>
              <a:gd name="csY13" fmla="*/ 27678 h 166600"/>
              <a:gd name="csX14" fmla="*/ 60947 w 166771"/>
              <a:gd name="csY14" fmla="*/ 25763 h 166600"/>
              <a:gd name="csX15" fmla="*/ 70323 w 166771"/>
              <a:gd name="csY15" fmla="*/ 14969 h 166600"/>
              <a:gd name="csX16" fmla="*/ 78890 w 166771"/>
              <a:gd name="csY16" fmla="*/ 12726 h 166600"/>
              <a:gd name="csX17" fmla="*/ 98544 w 166771"/>
              <a:gd name="csY17" fmla="*/ 17873 h 166600"/>
              <a:gd name="csX18" fmla="*/ 112369 w 166771"/>
              <a:gd name="csY18" fmla="*/ 19382 h 166600"/>
              <a:gd name="csX19" fmla="*/ 111333 w 166771"/>
              <a:gd name="csY19" fmla="*/ 10510 h 166600"/>
              <a:gd name="csX20" fmla="*/ 113560 w 166771"/>
              <a:gd name="csY20" fmla="*/ 387 h 166600"/>
              <a:gd name="csX21" fmla="*/ 117960 w 166771"/>
              <a:gd name="csY21" fmla="*/ 7843 h 166600"/>
              <a:gd name="csX22" fmla="*/ 132949 w 166771"/>
              <a:gd name="csY22" fmla="*/ 23283 h 166600"/>
              <a:gd name="csX23" fmla="*/ 137639 w 166771"/>
              <a:gd name="csY23" fmla="*/ 24249 h 166600"/>
              <a:gd name="csX24" fmla="*/ 142971 w 166771"/>
              <a:gd name="csY24" fmla="*/ 28097 h 166600"/>
              <a:gd name="csX25" fmla="*/ 144280 w 166771"/>
              <a:gd name="csY25" fmla="*/ 37270 h 166600"/>
              <a:gd name="csX26" fmla="*/ 141806 w 166771"/>
              <a:gd name="csY26" fmla="*/ 49084 h 166600"/>
              <a:gd name="csX27" fmla="*/ 134976 w 166771"/>
              <a:gd name="csY27" fmla="*/ 50495 h 166600"/>
              <a:gd name="csX28" fmla="*/ 125814 w 166771"/>
              <a:gd name="csY28" fmla="*/ 54367 h 166600"/>
              <a:gd name="csX29" fmla="*/ 117982 w 166771"/>
              <a:gd name="csY29" fmla="*/ 60864 h 166600"/>
              <a:gd name="csX30" fmla="*/ 114406 w 166771"/>
              <a:gd name="csY30" fmla="*/ 64736 h 166600"/>
              <a:gd name="csX31" fmla="*/ 118081 w 166771"/>
              <a:gd name="csY31" fmla="*/ 68608 h 166600"/>
              <a:gd name="csX32" fmla="*/ 117880 w 166771"/>
              <a:gd name="csY32" fmla="*/ 76375 h 166600"/>
              <a:gd name="csX33" fmla="*/ 120902 w 166771"/>
              <a:gd name="csY33" fmla="*/ 101250 h 166600"/>
              <a:gd name="csX34" fmla="*/ 146578 w 166771"/>
              <a:gd name="csY34" fmla="*/ 85070 h 166600"/>
              <a:gd name="csX35" fmla="*/ 165866 w 166771"/>
              <a:gd name="csY35" fmla="*/ 78619 h 166600"/>
              <a:gd name="csX36" fmla="*/ 158858 w 166771"/>
              <a:gd name="csY36" fmla="*/ 93393 h 166600"/>
              <a:gd name="csX37" fmla="*/ 145606 w 166771"/>
              <a:gd name="csY37" fmla="*/ 103389 h 166600"/>
              <a:gd name="csX38" fmla="*/ 146405 w 166771"/>
              <a:gd name="csY38" fmla="*/ 113844 h 166600"/>
              <a:gd name="csX39" fmla="*/ 151373 w 166771"/>
              <a:gd name="csY39" fmla="*/ 126271 h 166600"/>
              <a:gd name="csX40" fmla="*/ 146320 w 166771"/>
              <a:gd name="csY40" fmla="*/ 138511 h 166600"/>
              <a:gd name="csX41" fmla="*/ 142802 w 166771"/>
              <a:gd name="csY41" fmla="*/ 150216 h 166600"/>
              <a:gd name="csX42" fmla="*/ 135305 w 166771"/>
              <a:gd name="csY42" fmla="*/ 162275 h 166600"/>
              <a:gd name="csX43" fmla="*/ 112825 w 166771"/>
              <a:gd name="csY43" fmla="*/ 162186 h 1666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66771" h="166600">
                <a:moveTo>
                  <a:pt x="112825" y="162186"/>
                </a:moveTo>
                <a:cubicBezTo>
                  <a:pt x="107924" y="146593"/>
                  <a:pt x="107287" y="146052"/>
                  <a:pt x="93810" y="146052"/>
                </a:cubicBezTo>
                <a:cubicBezTo>
                  <a:pt x="81661" y="146052"/>
                  <a:pt x="80847" y="145641"/>
                  <a:pt x="80847" y="139517"/>
                </a:cubicBezTo>
                <a:cubicBezTo>
                  <a:pt x="80847" y="135923"/>
                  <a:pt x="79143" y="132329"/>
                  <a:pt x="77061" y="131529"/>
                </a:cubicBezTo>
                <a:cubicBezTo>
                  <a:pt x="70944" y="129182"/>
                  <a:pt x="59116" y="134300"/>
                  <a:pt x="56324" y="140503"/>
                </a:cubicBezTo>
                <a:cubicBezTo>
                  <a:pt x="52116" y="149848"/>
                  <a:pt x="43882" y="146622"/>
                  <a:pt x="40835" y="134435"/>
                </a:cubicBezTo>
                <a:cubicBezTo>
                  <a:pt x="37208" y="119926"/>
                  <a:pt x="35198" y="117667"/>
                  <a:pt x="25839" y="117575"/>
                </a:cubicBezTo>
                <a:cubicBezTo>
                  <a:pt x="16487" y="117484"/>
                  <a:pt x="-3740" y="106278"/>
                  <a:pt x="603" y="103594"/>
                </a:cubicBezTo>
                <a:cubicBezTo>
                  <a:pt x="2143" y="102641"/>
                  <a:pt x="3414" y="97575"/>
                  <a:pt x="3427" y="92334"/>
                </a:cubicBezTo>
                <a:cubicBezTo>
                  <a:pt x="3448" y="83428"/>
                  <a:pt x="4333" y="82366"/>
                  <a:pt x="16980" y="76064"/>
                </a:cubicBezTo>
                <a:cubicBezTo>
                  <a:pt x="26201" y="71468"/>
                  <a:pt x="30266" y="67966"/>
                  <a:pt x="29744" y="65065"/>
                </a:cubicBezTo>
                <a:cubicBezTo>
                  <a:pt x="29324" y="62724"/>
                  <a:pt x="32518" y="54360"/>
                  <a:pt x="36843" y="46479"/>
                </a:cubicBezTo>
                <a:cubicBezTo>
                  <a:pt x="41168" y="38598"/>
                  <a:pt x="44707" y="30469"/>
                  <a:pt x="44707" y="28415"/>
                </a:cubicBezTo>
                <a:cubicBezTo>
                  <a:pt x="44707" y="25420"/>
                  <a:pt x="45659" y="25274"/>
                  <a:pt x="49507" y="27678"/>
                </a:cubicBezTo>
                <a:cubicBezTo>
                  <a:pt x="53370" y="30090"/>
                  <a:pt x="55603" y="29716"/>
                  <a:pt x="60947" y="25763"/>
                </a:cubicBezTo>
                <a:cubicBezTo>
                  <a:pt x="64599" y="23062"/>
                  <a:pt x="68819" y="18205"/>
                  <a:pt x="70323" y="14969"/>
                </a:cubicBezTo>
                <a:cubicBezTo>
                  <a:pt x="72821" y="9600"/>
                  <a:pt x="73567" y="9404"/>
                  <a:pt x="78890" y="12726"/>
                </a:cubicBezTo>
                <a:cubicBezTo>
                  <a:pt x="82096" y="14727"/>
                  <a:pt x="90941" y="17044"/>
                  <a:pt x="98544" y="17873"/>
                </a:cubicBezTo>
                <a:lnTo>
                  <a:pt x="112369" y="19382"/>
                </a:lnTo>
                <a:lnTo>
                  <a:pt x="111333" y="10510"/>
                </a:lnTo>
                <a:cubicBezTo>
                  <a:pt x="110680" y="4917"/>
                  <a:pt x="111503" y="1176"/>
                  <a:pt x="113560" y="387"/>
                </a:cubicBezTo>
                <a:cubicBezTo>
                  <a:pt x="117812" y="-1245"/>
                  <a:pt x="120015" y="2488"/>
                  <a:pt x="117960" y="7843"/>
                </a:cubicBezTo>
                <a:cubicBezTo>
                  <a:pt x="115692" y="13753"/>
                  <a:pt x="126829" y="25225"/>
                  <a:pt x="132949" y="23283"/>
                </a:cubicBezTo>
                <a:cubicBezTo>
                  <a:pt x="135529" y="22464"/>
                  <a:pt x="137639" y="22899"/>
                  <a:pt x="137639" y="24249"/>
                </a:cubicBezTo>
                <a:cubicBezTo>
                  <a:pt x="137639" y="25599"/>
                  <a:pt x="140039" y="27330"/>
                  <a:pt x="142971" y="28097"/>
                </a:cubicBezTo>
                <a:cubicBezTo>
                  <a:pt x="148037" y="29422"/>
                  <a:pt x="148102" y="29879"/>
                  <a:pt x="144280" y="37270"/>
                </a:cubicBezTo>
                <a:cubicBezTo>
                  <a:pt x="142067" y="41548"/>
                  <a:pt x="140954" y="46864"/>
                  <a:pt x="141806" y="49084"/>
                </a:cubicBezTo>
                <a:cubicBezTo>
                  <a:pt x="143608" y="53779"/>
                  <a:pt x="141808" y="54151"/>
                  <a:pt x="134976" y="50495"/>
                </a:cubicBezTo>
                <a:cubicBezTo>
                  <a:pt x="130992" y="48362"/>
                  <a:pt x="129272" y="49089"/>
                  <a:pt x="125814" y="54367"/>
                </a:cubicBezTo>
                <a:cubicBezTo>
                  <a:pt x="123473" y="57940"/>
                  <a:pt x="119948" y="60864"/>
                  <a:pt x="117982" y="60864"/>
                </a:cubicBezTo>
                <a:cubicBezTo>
                  <a:pt x="116015" y="60864"/>
                  <a:pt x="114406" y="62606"/>
                  <a:pt x="114406" y="64736"/>
                </a:cubicBezTo>
                <a:cubicBezTo>
                  <a:pt x="114406" y="66866"/>
                  <a:pt x="116060" y="68608"/>
                  <a:pt x="118081" y="68608"/>
                </a:cubicBezTo>
                <a:cubicBezTo>
                  <a:pt x="121214" y="68608"/>
                  <a:pt x="121185" y="69751"/>
                  <a:pt x="117880" y="76375"/>
                </a:cubicBezTo>
                <a:cubicBezTo>
                  <a:pt x="113557" y="85043"/>
                  <a:pt x="115262" y="99086"/>
                  <a:pt x="120902" y="101250"/>
                </a:cubicBezTo>
                <a:cubicBezTo>
                  <a:pt x="125974" y="103196"/>
                  <a:pt x="134577" y="97775"/>
                  <a:pt x="146578" y="85070"/>
                </a:cubicBezTo>
                <a:cubicBezTo>
                  <a:pt x="158352" y="72606"/>
                  <a:pt x="161996" y="71387"/>
                  <a:pt x="165866" y="78619"/>
                </a:cubicBezTo>
                <a:cubicBezTo>
                  <a:pt x="167980" y="82568"/>
                  <a:pt x="166683" y="85304"/>
                  <a:pt x="158858" y="93393"/>
                </a:cubicBezTo>
                <a:cubicBezTo>
                  <a:pt x="153577" y="98853"/>
                  <a:pt x="147613" y="103351"/>
                  <a:pt x="145606" y="103389"/>
                </a:cubicBezTo>
                <a:cubicBezTo>
                  <a:pt x="139218" y="103509"/>
                  <a:pt x="139670" y="109432"/>
                  <a:pt x="146405" y="113844"/>
                </a:cubicBezTo>
                <a:cubicBezTo>
                  <a:pt x="151813" y="117388"/>
                  <a:pt x="152650" y="119482"/>
                  <a:pt x="151373" y="126271"/>
                </a:cubicBezTo>
                <a:cubicBezTo>
                  <a:pt x="150529" y="130761"/>
                  <a:pt x="148255" y="136269"/>
                  <a:pt x="146320" y="138511"/>
                </a:cubicBezTo>
                <a:cubicBezTo>
                  <a:pt x="144385" y="140752"/>
                  <a:pt x="142802" y="146020"/>
                  <a:pt x="142802" y="150216"/>
                </a:cubicBezTo>
                <a:cubicBezTo>
                  <a:pt x="142802" y="155900"/>
                  <a:pt x="140890" y="158975"/>
                  <a:pt x="135305" y="162275"/>
                </a:cubicBezTo>
                <a:cubicBezTo>
                  <a:pt x="125481" y="168078"/>
                  <a:pt x="114663" y="168035"/>
                  <a:pt x="112825" y="162186"/>
                </a:cubicBezTo>
                <a:close/>
              </a:path>
            </a:pathLst>
          </a:custGeom>
          <a:solidFill>
            <a:srgbClr val="B9B9B9"/>
          </a:solidFill>
          <a:ln w="5163" cap="flat">
            <a:noFill/>
            <a:prstDash val="solid"/>
            <a:miter/>
          </a:ln>
        </p:spPr>
        <p:txBody>
          <a:bodyPr/>
          <a:lstStyle/>
          <a:p>
            <a:endParaRPr lang="es-419" noProof="0" dirty="0"/>
          </a:p>
        </p:txBody>
      </p:sp>
      <p:sp>
        <p:nvSpPr>
          <p:cNvPr id="74" name="Forma libre: forma 73">
            <a:extLst>
              <a:ext uri="{FF2B5EF4-FFF2-40B4-BE49-F238E27FC236}">
                <a16:creationId xmlns:a16="http://schemas.microsoft.com/office/drawing/2014/main" id="{51A38F9A-38AF-70DC-881B-A0F52D278EAF}"/>
              </a:ext>
            </a:extLst>
          </p:cNvPr>
          <p:cNvSpPr/>
          <p:nvPr/>
        </p:nvSpPr>
        <p:spPr>
          <a:xfrm>
            <a:off x="1152549" y="1816032"/>
            <a:ext cx="278306" cy="369963"/>
          </a:xfrm>
          <a:custGeom>
            <a:avLst/>
            <a:gdLst>
              <a:gd name="csX0" fmla="*/ 34904 w 278306"/>
              <a:gd name="csY0" fmla="*/ 369743 h 369963"/>
              <a:gd name="csX1" fmla="*/ 30386 w 278306"/>
              <a:gd name="csY1" fmla="*/ 366534 h 369963"/>
              <a:gd name="csX2" fmla="*/ 24882 w 278306"/>
              <a:gd name="csY2" fmla="*/ 362569 h 369963"/>
              <a:gd name="csX3" fmla="*/ 21927 w 278306"/>
              <a:gd name="csY3" fmla="*/ 359169 h 369963"/>
              <a:gd name="csX4" fmla="*/ 27578 w 278306"/>
              <a:gd name="csY4" fmla="*/ 347996 h 369963"/>
              <a:gd name="csX5" fmla="*/ 35410 w 278306"/>
              <a:gd name="csY5" fmla="*/ 332463 h 369963"/>
              <a:gd name="csX6" fmla="*/ 46301 w 278306"/>
              <a:gd name="csY6" fmla="*/ 305733 h 369963"/>
              <a:gd name="csX7" fmla="*/ 51274 w 278306"/>
              <a:gd name="csY7" fmla="*/ 305469 h 369963"/>
              <a:gd name="csX8" fmla="*/ 85602 w 278306"/>
              <a:gd name="csY8" fmla="*/ 259605 h 369963"/>
              <a:gd name="csX9" fmla="*/ 77041 w 278306"/>
              <a:gd name="csY9" fmla="*/ 247151 h 369963"/>
              <a:gd name="csX10" fmla="*/ 56201 w 278306"/>
              <a:gd name="csY10" fmla="*/ 259540 h 369963"/>
              <a:gd name="csX11" fmla="*/ 43804 w 278306"/>
              <a:gd name="csY11" fmla="*/ 271918 h 369963"/>
              <a:gd name="csX12" fmla="*/ 42369 w 278306"/>
              <a:gd name="csY12" fmla="*/ 249815 h 369963"/>
              <a:gd name="csX13" fmla="*/ 41724 w 278306"/>
              <a:gd name="csY13" fmla="*/ 231013 h 369963"/>
              <a:gd name="csX14" fmla="*/ 29106 w 278306"/>
              <a:gd name="csY14" fmla="*/ 240028 h 369963"/>
              <a:gd name="csX15" fmla="*/ 22444 w 278306"/>
              <a:gd name="csY15" fmla="*/ 254379 h 369963"/>
              <a:gd name="csX16" fmla="*/ 24802 w 278306"/>
              <a:gd name="csY16" fmla="*/ 241025 h 369963"/>
              <a:gd name="csX17" fmla="*/ 33753 w 278306"/>
              <a:gd name="csY17" fmla="*/ 223416 h 369963"/>
              <a:gd name="csX18" fmla="*/ 20060 w 278306"/>
              <a:gd name="csY18" fmla="*/ 211002 h 369963"/>
              <a:gd name="csX19" fmla="*/ 12798 w 278306"/>
              <a:gd name="csY19" fmla="*/ 218762 h 369963"/>
              <a:gd name="csX20" fmla="*/ 14913 w 278306"/>
              <a:gd name="csY20" fmla="*/ 227151 h 369963"/>
              <a:gd name="csX21" fmla="*/ 17013 w 278306"/>
              <a:gd name="csY21" fmla="*/ 232960 h 369963"/>
              <a:gd name="csX22" fmla="*/ 9735 w 278306"/>
              <a:gd name="csY22" fmla="*/ 237857 h 369963"/>
              <a:gd name="csX23" fmla="*/ 1293 w 278306"/>
              <a:gd name="csY23" fmla="*/ 233984 h 369963"/>
              <a:gd name="csX24" fmla="*/ 5050 w 278306"/>
              <a:gd name="csY24" fmla="*/ 166825 h 369963"/>
              <a:gd name="csX25" fmla="*/ 13098 w 278306"/>
              <a:gd name="csY25" fmla="*/ 148470 h 369963"/>
              <a:gd name="csX26" fmla="*/ 17479 w 278306"/>
              <a:gd name="csY26" fmla="*/ 142324 h 369963"/>
              <a:gd name="csX27" fmla="*/ 23957 w 278306"/>
              <a:gd name="csY27" fmla="*/ 139382 h 369963"/>
              <a:gd name="csX28" fmla="*/ 29365 w 278306"/>
              <a:gd name="csY28" fmla="*/ 127120 h 369963"/>
              <a:gd name="csX29" fmla="*/ 37749 w 278306"/>
              <a:gd name="csY29" fmla="*/ 97729 h 369963"/>
              <a:gd name="csX30" fmla="*/ 49507 w 278306"/>
              <a:gd name="csY30" fmla="*/ 88122 h 369963"/>
              <a:gd name="csX31" fmla="*/ 58774 w 278306"/>
              <a:gd name="csY31" fmla="*/ 77796 h 369963"/>
              <a:gd name="csX32" fmla="*/ 64863 w 278306"/>
              <a:gd name="csY32" fmla="*/ 68721 h 369963"/>
              <a:gd name="csX33" fmla="*/ 80119 w 278306"/>
              <a:gd name="csY33" fmla="*/ 65404 h 369963"/>
              <a:gd name="csX34" fmla="*/ 105248 w 278306"/>
              <a:gd name="csY34" fmla="*/ 69057 h 369963"/>
              <a:gd name="csX35" fmla="*/ 132354 w 278306"/>
              <a:gd name="csY35" fmla="*/ 69793 h 369963"/>
              <a:gd name="csX36" fmla="*/ 147842 w 278306"/>
              <a:gd name="csY36" fmla="*/ 68392 h 369963"/>
              <a:gd name="csX37" fmla="*/ 148600 w 278306"/>
              <a:gd name="csY37" fmla="*/ 51194 h 369963"/>
              <a:gd name="csX38" fmla="*/ 143045 w 278306"/>
              <a:gd name="csY38" fmla="*/ 18458 h 369963"/>
              <a:gd name="csX39" fmla="*/ 138200 w 278306"/>
              <a:gd name="csY39" fmla="*/ 1452 h 369963"/>
              <a:gd name="csX40" fmla="*/ 176238 w 278306"/>
              <a:gd name="csY40" fmla="*/ 4099 h 369963"/>
              <a:gd name="csX41" fmla="*/ 200117 w 278306"/>
              <a:gd name="csY41" fmla="*/ 11594 h 369963"/>
              <a:gd name="csX42" fmla="*/ 208506 w 278306"/>
              <a:gd name="csY42" fmla="*/ 17328 h 369963"/>
              <a:gd name="csX43" fmla="*/ 213126 w 278306"/>
              <a:gd name="csY43" fmla="*/ 22327 h 369963"/>
              <a:gd name="csX44" fmla="*/ 220224 w 278306"/>
              <a:gd name="csY44" fmla="*/ 29184 h 369963"/>
              <a:gd name="csX45" fmla="*/ 234966 w 278306"/>
              <a:gd name="csY45" fmla="*/ 33975 h 369963"/>
              <a:gd name="csX46" fmla="*/ 247228 w 278306"/>
              <a:gd name="csY46" fmla="*/ 35904 h 369963"/>
              <a:gd name="csX47" fmla="*/ 256714 w 278306"/>
              <a:gd name="csY47" fmla="*/ 49191 h 369963"/>
              <a:gd name="csX48" fmla="*/ 272203 w 278306"/>
              <a:gd name="csY48" fmla="*/ 58184 h 369963"/>
              <a:gd name="csX49" fmla="*/ 271714 w 278306"/>
              <a:gd name="csY49" fmla="*/ 67589 h 369963"/>
              <a:gd name="csX50" fmla="*/ 263105 w 278306"/>
              <a:gd name="csY50" fmla="*/ 78504 h 369963"/>
              <a:gd name="csX51" fmla="*/ 254303 w 278306"/>
              <a:gd name="csY51" fmla="*/ 85750 h 369963"/>
              <a:gd name="csX52" fmla="*/ 246105 w 278306"/>
              <a:gd name="csY52" fmla="*/ 101699 h 369963"/>
              <a:gd name="csX53" fmla="*/ 227494 w 278306"/>
              <a:gd name="csY53" fmla="*/ 130702 h 369963"/>
              <a:gd name="csX54" fmla="*/ 183924 w 278306"/>
              <a:gd name="csY54" fmla="*/ 160034 h 369963"/>
              <a:gd name="csX55" fmla="*/ 153537 w 278306"/>
              <a:gd name="csY55" fmla="*/ 173778 h 369963"/>
              <a:gd name="csX56" fmla="*/ 157053 w 278306"/>
              <a:gd name="csY56" fmla="*/ 181528 h 369963"/>
              <a:gd name="csX57" fmla="*/ 160436 w 278306"/>
              <a:gd name="csY57" fmla="*/ 193225 h 369963"/>
              <a:gd name="csX58" fmla="*/ 180263 w 278306"/>
              <a:gd name="csY58" fmla="*/ 225950 h 369963"/>
              <a:gd name="csX59" fmla="*/ 194663 w 278306"/>
              <a:gd name="csY59" fmla="*/ 239264 h 369963"/>
              <a:gd name="csX60" fmla="*/ 204770 w 278306"/>
              <a:gd name="csY60" fmla="*/ 247088 h 369963"/>
              <a:gd name="csX61" fmla="*/ 210897 w 278306"/>
              <a:gd name="csY61" fmla="*/ 244424 h 369963"/>
              <a:gd name="csX62" fmla="*/ 229158 w 278306"/>
              <a:gd name="csY62" fmla="*/ 228391 h 369963"/>
              <a:gd name="csX63" fmla="*/ 234321 w 278306"/>
              <a:gd name="csY63" fmla="*/ 228442 h 369963"/>
              <a:gd name="csX64" fmla="*/ 234966 w 278306"/>
              <a:gd name="csY64" fmla="*/ 250091 h 369963"/>
              <a:gd name="csX65" fmla="*/ 235014 w 278306"/>
              <a:gd name="csY65" fmla="*/ 261191 h 369963"/>
              <a:gd name="csX66" fmla="*/ 230353 w 278306"/>
              <a:gd name="csY66" fmla="*/ 300578 h 369963"/>
              <a:gd name="csX67" fmla="*/ 224337 w 278306"/>
              <a:gd name="csY67" fmla="*/ 308123 h 369963"/>
              <a:gd name="csX68" fmla="*/ 215823 w 278306"/>
              <a:gd name="csY68" fmla="*/ 299799 h 369963"/>
              <a:gd name="csX69" fmla="*/ 202099 w 278306"/>
              <a:gd name="csY69" fmla="*/ 292094 h 369963"/>
              <a:gd name="csX70" fmla="*/ 185246 w 278306"/>
              <a:gd name="csY70" fmla="*/ 278805 h 369963"/>
              <a:gd name="csX71" fmla="*/ 173928 w 278306"/>
              <a:gd name="csY71" fmla="*/ 260086 h 369963"/>
              <a:gd name="csX72" fmla="*/ 159486 w 278306"/>
              <a:gd name="csY72" fmla="*/ 251642 h 369963"/>
              <a:gd name="csX73" fmla="*/ 135920 w 278306"/>
              <a:gd name="csY73" fmla="*/ 263292 h 369963"/>
              <a:gd name="csX74" fmla="*/ 128496 w 278306"/>
              <a:gd name="csY74" fmla="*/ 268428 h 369963"/>
              <a:gd name="csX75" fmla="*/ 118324 w 278306"/>
              <a:gd name="csY75" fmla="*/ 277403 h 369963"/>
              <a:gd name="csX76" fmla="*/ 102749 w 278306"/>
              <a:gd name="csY76" fmla="*/ 302843 h 369963"/>
              <a:gd name="csX77" fmla="*/ 111986 w 278306"/>
              <a:gd name="csY77" fmla="*/ 325389 h 369963"/>
              <a:gd name="csX78" fmla="*/ 124791 w 278306"/>
              <a:gd name="csY78" fmla="*/ 345325 h 369963"/>
              <a:gd name="csX79" fmla="*/ 112525 w 278306"/>
              <a:gd name="csY79" fmla="*/ 358252 h 369963"/>
              <a:gd name="csX80" fmla="*/ 61364 w 278306"/>
              <a:gd name="csY80" fmla="*/ 367059 h 369963"/>
              <a:gd name="csX81" fmla="*/ 45875 w 278306"/>
              <a:gd name="csY81" fmla="*/ 368630 h 369963"/>
              <a:gd name="csX82" fmla="*/ 34904 w 278306"/>
              <a:gd name="csY82" fmla="*/ 369743 h 3699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Lst>
            <a:rect l="l" t="t" r="r" b="b"/>
            <a:pathLst>
              <a:path w="278306" h="369963">
                <a:moveTo>
                  <a:pt x="34904" y="369743"/>
                </a:moveTo>
                <a:cubicBezTo>
                  <a:pt x="32419" y="369198"/>
                  <a:pt x="30386" y="367754"/>
                  <a:pt x="30386" y="366534"/>
                </a:cubicBezTo>
                <a:cubicBezTo>
                  <a:pt x="30386" y="365314"/>
                  <a:pt x="27909" y="363530"/>
                  <a:pt x="24882" y="362569"/>
                </a:cubicBezTo>
                <a:cubicBezTo>
                  <a:pt x="21855" y="361609"/>
                  <a:pt x="20525" y="360078"/>
                  <a:pt x="21927" y="359169"/>
                </a:cubicBezTo>
                <a:cubicBezTo>
                  <a:pt x="23328" y="358259"/>
                  <a:pt x="25871" y="353231"/>
                  <a:pt x="27578" y="347996"/>
                </a:cubicBezTo>
                <a:cubicBezTo>
                  <a:pt x="29284" y="342760"/>
                  <a:pt x="32809" y="335771"/>
                  <a:pt x="35410" y="332463"/>
                </a:cubicBezTo>
                <a:cubicBezTo>
                  <a:pt x="41776" y="324371"/>
                  <a:pt x="48428" y="308044"/>
                  <a:pt x="46301" y="305733"/>
                </a:cubicBezTo>
                <a:cubicBezTo>
                  <a:pt x="45357" y="304708"/>
                  <a:pt x="47595" y="304589"/>
                  <a:pt x="51274" y="305469"/>
                </a:cubicBezTo>
                <a:cubicBezTo>
                  <a:pt x="65489" y="308870"/>
                  <a:pt x="84946" y="282874"/>
                  <a:pt x="85602" y="259605"/>
                </a:cubicBezTo>
                <a:cubicBezTo>
                  <a:pt x="85868" y="250143"/>
                  <a:pt x="85296" y="249310"/>
                  <a:pt x="77041" y="247151"/>
                </a:cubicBezTo>
                <a:cubicBezTo>
                  <a:pt x="64390" y="243842"/>
                  <a:pt x="56201" y="248710"/>
                  <a:pt x="56201" y="259540"/>
                </a:cubicBezTo>
                <a:cubicBezTo>
                  <a:pt x="56201" y="269382"/>
                  <a:pt x="51616" y="273960"/>
                  <a:pt x="43804" y="271918"/>
                </a:cubicBezTo>
                <a:cubicBezTo>
                  <a:pt x="37009" y="270141"/>
                  <a:pt x="36944" y="269149"/>
                  <a:pt x="42369" y="249815"/>
                </a:cubicBezTo>
                <a:cubicBezTo>
                  <a:pt x="46434" y="235327"/>
                  <a:pt x="46408" y="234559"/>
                  <a:pt x="41724" y="231013"/>
                </a:cubicBezTo>
                <a:cubicBezTo>
                  <a:pt x="34464" y="225517"/>
                  <a:pt x="33758" y="226021"/>
                  <a:pt x="29106" y="240028"/>
                </a:cubicBezTo>
                <a:cubicBezTo>
                  <a:pt x="26753" y="247111"/>
                  <a:pt x="23756" y="253568"/>
                  <a:pt x="22444" y="254379"/>
                </a:cubicBezTo>
                <a:cubicBezTo>
                  <a:pt x="19454" y="256227"/>
                  <a:pt x="19357" y="256781"/>
                  <a:pt x="24802" y="241025"/>
                </a:cubicBezTo>
                <a:cubicBezTo>
                  <a:pt x="27318" y="233748"/>
                  <a:pt x="31345" y="225823"/>
                  <a:pt x="33753" y="223416"/>
                </a:cubicBezTo>
                <a:cubicBezTo>
                  <a:pt x="41536" y="215633"/>
                  <a:pt x="38403" y="212792"/>
                  <a:pt x="20060" y="211002"/>
                </a:cubicBezTo>
                <a:cubicBezTo>
                  <a:pt x="14508" y="210460"/>
                  <a:pt x="13494" y="211544"/>
                  <a:pt x="12798" y="218762"/>
                </a:cubicBezTo>
                <a:cubicBezTo>
                  <a:pt x="12315" y="223766"/>
                  <a:pt x="13169" y="227151"/>
                  <a:pt x="14913" y="227151"/>
                </a:cubicBezTo>
                <a:cubicBezTo>
                  <a:pt x="16522" y="227151"/>
                  <a:pt x="17467" y="229765"/>
                  <a:pt x="17013" y="232960"/>
                </a:cubicBezTo>
                <a:cubicBezTo>
                  <a:pt x="16365" y="237521"/>
                  <a:pt x="14803" y="238572"/>
                  <a:pt x="9735" y="237857"/>
                </a:cubicBezTo>
                <a:cubicBezTo>
                  <a:pt x="6185" y="237355"/>
                  <a:pt x="2386" y="235613"/>
                  <a:pt x="1293" y="233984"/>
                </a:cubicBezTo>
                <a:cubicBezTo>
                  <a:pt x="-1682" y="229553"/>
                  <a:pt x="858" y="184145"/>
                  <a:pt x="5050" y="166825"/>
                </a:cubicBezTo>
                <a:cubicBezTo>
                  <a:pt x="7067" y="158491"/>
                  <a:pt x="10689" y="150232"/>
                  <a:pt x="13098" y="148470"/>
                </a:cubicBezTo>
                <a:cubicBezTo>
                  <a:pt x="15508" y="146708"/>
                  <a:pt x="17479" y="143943"/>
                  <a:pt x="17479" y="142324"/>
                </a:cubicBezTo>
                <a:cubicBezTo>
                  <a:pt x="17479" y="140706"/>
                  <a:pt x="20394" y="139382"/>
                  <a:pt x="23957" y="139382"/>
                </a:cubicBezTo>
                <a:cubicBezTo>
                  <a:pt x="30115" y="139382"/>
                  <a:pt x="30383" y="138776"/>
                  <a:pt x="29365" y="127120"/>
                </a:cubicBezTo>
                <a:cubicBezTo>
                  <a:pt x="27807" y="109281"/>
                  <a:pt x="29957" y="101744"/>
                  <a:pt x="37749" y="97729"/>
                </a:cubicBezTo>
                <a:cubicBezTo>
                  <a:pt x="41508" y="95792"/>
                  <a:pt x="46799" y="91468"/>
                  <a:pt x="49507" y="88122"/>
                </a:cubicBezTo>
                <a:cubicBezTo>
                  <a:pt x="52214" y="84775"/>
                  <a:pt x="56385" y="80128"/>
                  <a:pt x="58774" y="77796"/>
                </a:cubicBezTo>
                <a:cubicBezTo>
                  <a:pt x="61163" y="75463"/>
                  <a:pt x="63903" y="71380"/>
                  <a:pt x="64863" y="68721"/>
                </a:cubicBezTo>
                <a:cubicBezTo>
                  <a:pt x="66368" y="64550"/>
                  <a:pt x="68459" y="64095"/>
                  <a:pt x="80119" y="65404"/>
                </a:cubicBezTo>
                <a:cubicBezTo>
                  <a:pt x="87551" y="66238"/>
                  <a:pt x="98859" y="67882"/>
                  <a:pt x="105248" y="69057"/>
                </a:cubicBezTo>
                <a:cubicBezTo>
                  <a:pt x="111637" y="70233"/>
                  <a:pt x="123835" y="70564"/>
                  <a:pt x="132354" y="69793"/>
                </a:cubicBezTo>
                <a:lnTo>
                  <a:pt x="147842" y="68392"/>
                </a:lnTo>
                <a:lnTo>
                  <a:pt x="148600" y="51194"/>
                </a:lnTo>
                <a:cubicBezTo>
                  <a:pt x="149196" y="37679"/>
                  <a:pt x="148006" y="30668"/>
                  <a:pt x="143045" y="18458"/>
                </a:cubicBezTo>
                <a:cubicBezTo>
                  <a:pt x="139573" y="9912"/>
                  <a:pt x="137392" y="2259"/>
                  <a:pt x="138200" y="1452"/>
                </a:cubicBezTo>
                <a:cubicBezTo>
                  <a:pt x="141102" y="-1451"/>
                  <a:pt x="166125" y="290"/>
                  <a:pt x="176238" y="4099"/>
                </a:cubicBezTo>
                <a:cubicBezTo>
                  <a:pt x="189419" y="9062"/>
                  <a:pt x="190086" y="9272"/>
                  <a:pt x="200117" y="11594"/>
                </a:cubicBezTo>
                <a:cubicBezTo>
                  <a:pt x="204892" y="12700"/>
                  <a:pt x="208506" y="15170"/>
                  <a:pt x="208506" y="17328"/>
                </a:cubicBezTo>
                <a:cubicBezTo>
                  <a:pt x="208506" y="19413"/>
                  <a:pt x="210585" y="21662"/>
                  <a:pt x="213126" y="22327"/>
                </a:cubicBezTo>
                <a:cubicBezTo>
                  <a:pt x="215666" y="22991"/>
                  <a:pt x="218861" y="26077"/>
                  <a:pt x="220224" y="29184"/>
                </a:cubicBezTo>
                <a:cubicBezTo>
                  <a:pt x="222363" y="34057"/>
                  <a:pt x="224390" y="34715"/>
                  <a:pt x="234966" y="33975"/>
                </a:cubicBezTo>
                <a:cubicBezTo>
                  <a:pt x="242553" y="33444"/>
                  <a:pt x="247228" y="34179"/>
                  <a:pt x="247228" y="35904"/>
                </a:cubicBezTo>
                <a:cubicBezTo>
                  <a:pt x="247228" y="37437"/>
                  <a:pt x="251497" y="43416"/>
                  <a:pt x="256714" y="49191"/>
                </a:cubicBezTo>
                <a:cubicBezTo>
                  <a:pt x="264193" y="57469"/>
                  <a:pt x="267470" y="59372"/>
                  <a:pt x="272203" y="58184"/>
                </a:cubicBezTo>
                <a:cubicBezTo>
                  <a:pt x="280616" y="56072"/>
                  <a:pt x="280219" y="63714"/>
                  <a:pt x="271714" y="67589"/>
                </a:cubicBezTo>
                <a:cubicBezTo>
                  <a:pt x="267863" y="69343"/>
                  <a:pt x="264361" y="73784"/>
                  <a:pt x="263105" y="78504"/>
                </a:cubicBezTo>
                <a:cubicBezTo>
                  <a:pt x="261351" y="85098"/>
                  <a:pt x="259842" y="86340"/>
                  <a:pt x="254303" y="85750"/>
                </a:cubicBezTo>
                <a:cubicBezTo>
                  <a:pt x="246592" y="84928"/>
                  <a:pt x="243436" y="91067"/>
                  <a:pt x="246105" y="101699"/>
                </a:cubicBezTo>
                <a:cubicBezTo>
                  <a:pt x="247533" y="107389"/>
                  <a:pt x="244867" y="111544"/>
                  <a:pt x="227494" y="130702"/>
                </a:cubicBezTo>
                <a:cubicBezTo>
                  <a:pt x="207371" y="152893"/>
                  <a:pt x="196764" y="160034"/>
                  <a:pt x="183924" y="160034"/>
                </a:cubicBezTo>
                <a:cubicBezTo>
                  <a:pt x="175394" y="160034"/>
                  <a:pt x="155328" y="169109"/>
                  <a:pt x="153537" y="173778"/>
                </a:cubicBezTo>
                <a:cubicBezTo>
                  <a:pt x="152784" y="175740"/>
                  <a:pt x="154366" y="179227"/>
                  <a:pt x="157053" y="181528"/>
                </a:cubicBezTo>
                <a:cubicBezTo>
                  <a:pt x="160618" y="184580"/>
                  <a:pt x="161532" y="187741"/>
                  <a:pt x="160436" y="193225"/>
                </a:cubicBezTo>
                <a:cubicBezTo>
                  <a:pt x="158065" y="205081"/>
                  <a:pt x="165477" y="217314"/>
                  <a:pt x="180263" y="225950"/>
                </a:cubicBezTo>
                <a:cubicBezTo>
                  <a:pt x="187814" y="230360"/>
                  <a:pt x="193823" y="235916"/>
                  <a:pt x="194663" y="239264"/>
                </a:cubicBezTo>
                <a:cubicBezTo>
                  <a:pt x="196711" y="247420"/>
                  <a:pt x="202826" y="252154"/>
                  <a:pt x="204770" y="247088"/>
                </a:cubicBezTo>
                <a:cubicBezTo>
                  <a:pt x="205617" y="244882"/>
                  <a:pt x="208258" y="243734"/>
                  <a:pt x="210897" y="244424"/>
                </a:cubicBezTo>
                <a:cubicBezTo>
                  <a:pt x="216566" y="245906"/>
                  <a:pt x="229158" y="234851"/>
                  <a:pt x="229158" y="228391"/>
                </a:cubicBezTo>
                <a:cubicBezTo>
                  <a:pt x="229158" y="223967"/>
                  <a:pt x="229378" y="223969"/>
                  <a:pt x="234321" y="228442"/>
                </a:cubicBezTo>
                <a:cubicBezTo>
                  <a:pt x="240730" y="234242"/>
                  <a:pt x="241099" y="246636"/>
                  <a:pt x="234966" y="250091"/>
                </a:cubicBezTo>
                <a:cubicBezTo>
                  <a:pt x="230667" y="252513"/>
                  <a:pt x="230669" y="253050"/>
                  <a:pt x="235014" y="261191"/>
                </a:cubicBezTo>
                <a:cubicBezTo>
                  <a:pt x="240871" y="272165"/>
                  <a:pt x="238755" y="290041"/>
                  <a:pt x="230353" y="300578"/>
                </a:cubicBezTo>
                <a:lnTo>
                  <a:pt x="224337" y="308123"/>
                </a:lnTo>
                <a:lnTo>
                  <a:pt x="215823" y="299799"/>
                </a:lnTo>
                <a:cubicBezTo>
                  <a:pt x="210927" y="295013"/>
                  <a:pt x="205095" y="291738"/>
                  <a:pt x="202099" y="292094"/>
                </a:cubicBezTo>
                <a:cubicBezTo>
                  <a:pt x="194035" y="293052"/>
                  <a:pt x="185277" y="286146"/>
                  <a:pt x="185246" y="278805"/>
                </a:cubicBezTo>
                <a:cubicBezTo>
                  <a:pt x="185229" y="274767"/>
                  <a:pt x="180965" y="267715"/>
                  <a:pt x="173928" y="260086"/>
                </a:cubicBezTo>
                <a:cubicBezTo>
                  <a:pt x="164333" y="249682"/>
                  <a:pt x="162165" y="248415"/>
                  <a:pt x="159486" y="251642"/>
                </a:cubicBezTo>
                <a:cubicBezTo>
                  <a:pt x="155362" y="256612"/>
                  <a:pt x="141849" y="263292"/>
                  <a:pt x="135920" y="263292"/>
                </a:cubicBezTo>
                <a:cubicBezTo>
                  <a:pt x="133348" y="263292"/>
                  <a:pt x="130007" y="265603"/>
                  <a:pt x="128496" y="268428"/>
                </a:cubicBezTo>
                <a:cubicBezTo>
                  <a:pt x="126984" y="271253"/>
                  <a:pt x="122406" y="275292"/>
                  <a:pt x="118324" y="277403"/>
                </a:cubicBezTo>
                <a:cubicBezTo>
                  <a:pt x="105333" y="284120"/>
                  <a:pt x="102661" y="288486"/>
                  <a:pt x="102749" y="302843"/>
                </a:cubicBezTo>
                <a:cubicBezTo>
                  <a:pt x="102826" y="315405"/>
                  <a:pt x="106784" y="325066"/>
                  <a:pt x="111986" y="325389"/>
                </a:cubicBezTo>
                <a:cubicBezTo>
                  <a:pt x="116589" y="325676"/>
                  <a:pt x="126252" y="340721"/>
                  <a:pt x="124791" y="345325"/>
                </a:cubicBezTo>
                <a:cubicBezTo>
                  <a:pt x="123983" y="347870"/>
                  <a:pt x="118463" y="353688"/>
                  <a:pt x="112525" y="358252"/>
                </a:cubicBezTo>
                <a:cubicBezTo>
                  <a:pt x="101535" y="366699"/>
                  <a:pt x="89725" y="368732"/>
                  <a:pt x="61364" y="367059"/>
                </a:cubicBezTo>
                <a:cubicBezTo>
                  <a:pt x="56394" y="366766"/>
                  <a:pt x="49424" y="367473"/>
                  <a:pt x="45875" y="368630"/>
                </a:cubicBezTo>
                <a:cubicBezTo>
                  <a:pt x="42325" y="369787"/>
                  <a:pt x="37388" y="370288"/>
                  <a:pt x="34904" y="369743"/>
                </a:cubicBezTo>
                <a:close/>
              </a:path>
            </a:pathLst>
          </a:custGeom>
          <a:solidFill>
            <a:srgbClr val="B9B9B9"/>
          </a:solidFill>
          <a:ln w="5163" cap="flat">
            <a:noFill/>
            <a:prstDash val="solid"/>
            <a:miter/>
          </a:ln>
        </p:spPr>
        <p:txBody>
          <a:bodyPr/>
          <a:lstStyle/>
          <a:p>
            <a:endParaRPr lang="es-419" noProof="0" dirty="0"/>
          </a:p>
        </p:txBody>
      </p:sp>
      <p:grpSp>
        <p:nvGrpSpPr>
          <p:cNvPr id="75" name="Gráfico 39">
            <a:extLst>
              <a:ext uri="{FF2B5EF4-FFF2-40B4-BE49-F238E27FC236}">
                <a16:creationId xmlns:a16="http://schemas.microsoft.com/office/drawing/2014/main" id="{D659428F-B444-5BB9-F64A-191A6DE16584}"/>
              </a:ext>
            </a:extLst>
          </p:cNvPr>
          <p:cNvGrpSpPr/>
          <p:nvPr/>
        </p:nvGrpSpPr>
        <p:grpSpPr>
          <a:xfrm>
            <a:off x="1634957" y="2069316"/>
            <a:ext cx="438046" cy="474569"/>
            <a:chOff x="1634957" y="2069316"/>
            <a:chExt cx="438046" cy="474569"/>
          </a:xfrm>
        </p:grpSpPr>
        <p:sp>
          <p:nvSpPr>
            <p:cNvPr id="76" name="Forma libre: forma 75">
              <a:extLst>
                <a:ext uri="{FF2B5EF4-FFF2-40B4-BE49-F238E27FC236}">
                  <a16:creationId xmlns:a16="http://schemas.microsoft.com/office/drawing/2014/main" id="{AC37C444-3D70-8CCC-4D45-3B3F95F1EC04}"/>
                </a:ext>
              </a:extLst>
            </p:cNvPr>
            <p:cNvSpPr/>
            <p:nvPr/>
          </p:nvSpPr>
          <p:spPr>
            <a:xfrm>
              <a:off x="1634957" y="2069316"/>
              <a:ext cx="438046" cy="474569"/>
            </a:xfrm>
            <a:custGeom>
              <a:avLst/>
              <a:gdLst>
                <a:gd name="csX0" fmla="*/ 332739 w 438046"/>
                <a:gd name="csY0" fmla="*/ 469202 h 474569"/>
                <a:gd name="csX1" fmla="*/ 324349 w 438046"/>
                <a:gd name="csY1" fmla="*/ 460541 h 474569"/>
                <a:gd name="csX2" fmla="*/ 306954 w 438046"/>
                <a:gd name="csY2" fmla="*/ 447652 h 474569"/>
                <a:gd name="csX3" fmla="*/ 301522 w 438046"/>
                <a:gd name="csY3" fmla="*/ 436095 h 474569"/>
                <a:gd name="csX4" fmla="*/ 298287 w 438046"/>
                <a:gd name="csY4" fmla="*/ 425621 h 474569"/>
                <a:gd name="csX5" fmla="*/ 291436 w 438046"/>
                <a:gd name="csY5" fmla="*/ 429493 h 474569"/>
                <a:gd name="csX6" fmla="*/ 284162 w 438046"/>
                <a:gd name="csY6" fmla="*/ 433365 h 474569"/>
                <a:gd name="csX7" fmla="*/ 273181 w 438046"/>
                <a:gd name="csY7" fmla="*/ 439996 h 474569"/>
                <a:gd name="csX8" fmla="*/ 246542 w 438046"/>
                <a:gd name="csY8" fmla="*/ 415677 h 474569"/>
                <a:gd name="csX9" fmla="*/ 247543 w 438046"/>
                <a:gd name="csY9" fmla="*/ 398488 h 474569"/>
                <a:gd name="csX10" fmla="*/ 227242 w 438046"/>
                <a:gd name="csY10" fmla="*/ 385770 h 474569"/>
                <a:gd name="csX11" fmla="*/ 216574 w 438046"/>
                <a:gd name="csY11" fmla="*/ 384267 h 474569"/>
                <a:gd name="csX12" fmla="*/ 211411 w 438046"/>
                <a:gd name="csY12" fmla="*/ 381736 h 474569"/>
                <a:gd name="csX13" fmla="*/ 206248 w 438046"/>
                <a:gd name="csY13" fmla="*/ 377864 h 474569"/>
                <a:gd name="csX14" fmla="*/ 201085 w 438046"/>
                <a:gd name="csY14" fmla="*/ 368829 h 474569"/>
                <a:gd name="csX15" fmla="*/ 195840 w 438046"/>
                <a:gd name="csY15" fmla="*/ 360439 h 474569"/>
                <a:gd name="csX16" fmla="*/ 179383 w 438046"/>
                <a:gd name="csY16" fmla="*/ 344572 h 474569"/>
                <a:gd name="csX17" fmla="*/ 166056 w 438046"/>
                <a:gd name="csY17" fmla="*/ 347532 h 474569"/>
                <a:gd name="csX18" fmla="*/ 162127 w 438046"/>
                <a:gd name="csY18" fmla="*/ 363514 h 474569"/>
                <a:gd name="csX19" fmla="*/ 156676 w 438046"/>
                <a:gd name="csY19" fmla="*/ 372397 h 474569"/>
                <a:gd name="csX20" fmla="*/ 152333 w 438046"/>
                <a:gd name="csY20" fmla="*/ 366640 h 474569"/>
                <a:gd name="csX21" fmla="*/ 138487 w 438046"/>
                <a:gd name="csY21" fmla="*/ 364853 h 474569"/>
                <a:gd name="csX22" fmla="*/ 126312 w 438046"/>
                <a:gd name="csY22" fmla="*/ 363833 h 474569"/>
                <a:gd name="csX23" fmla="*/ 123641 w 438046"/>
                <a:gd name="csY23" fmla="*/ 355006 h 474569"/>
                <a:gd name="csX24" fmla="*/ 115723 w 438046"/>
                <a:gd name="csY24" fmla="*/ 349430 h 474569"/>
                <a:gd name="csX25" fmla="*/ 110493 w 438046"/>
                <a:gd name="csY25" fmla="*/ 333027 h 474569"/>
                <a:gd name="csX26" fmla="*/ 115897 w 438046"/>
                <a:gd name="csY26" fmla="*/ 317692 h 474569"/>
                <a:gd name="csX27" fmla="*/ 126868 w 438046"/>
                <a:gd name="csY27" fmla="*/ 306474 h 474569"/>
                <a:gd name="csX28" fmla="*/ 128005 w 438046"/>
                <a:gd name="csY28" fmla="*/ 290864 h 474569"/>
                <a:gd name="csX29" fmla="*/ 107467 w 438046"/>
                <a:gd name="csY29" fmla="*/ 276906 h 474569"/>
                <a:gd name="csX30" fmla="*/ 125531 w 438046"/>
                <a:gd name="csY30" fmla="*/ 228226 h 474569"/>
                <a:gd name="csX31" fmla="*/ 128516 w 438046"/>
                <a:gd name="csY31" fmla="*/ 218872 h 474569"/>
                <a:gd name="csX32" fmla="*/ 122054 w 438046"/>
                <a:gd name="csY32" fmla="*/ 216563 h 474569"/>
                <a:gd name="csX33" fmla="*/ 112602 w 438046"/>
                <a:gd name="csY33" fmla="*/ 211354 h 474569"/>
                <a:gd name="csX34" fmla="*/ 97827 w 438046"/>
                <a:gd name="csY34" fmla="*/ 212411 h 474569"/>
                <a:gd name="csX35" fmla="*/ 87566 w 438046"/>
                <a:gd name="csY35" fmla="*/ 216588 h 474569"/>
                <a:gd name="csX36" fmla="*/ 80430 w 438046"/>
                <a:gd name="csY36" fmla="*/ 211038 h 474569"/>
                <a:gd name="csX37" fmla="*/ 79784 w 438046"/>
                <a:gd name="csY37" fmla="*/ 198453 h 474569"/>
                <a:gd name="csX38" fmla="*/ 82015 w 438046"/>
                <a:gd name="csY38" fmla="*/ 188949 h 474569"/>
                <a:gd name="csX39" fmla="*/ 89966 w 438046"/>
                <a:gd name="csY39" fmla="*/ 185629 h 474569"/>
                <a:gd name="csX40" fmla="*/ 87641 w 438046"/>
                <a:gd name="csY40" fmla="*/ 169636 h 474569"/>
                <a:gd name="csX41" fmla="*/ 79292 w 438046"/>
                <a:gd name="csY41" fmla="*/ 156728 h 474569"/>
                <a:gd name="csX42" fmla="*/ 72462 w 438046"/>
                <a:gd name="csY42" fmla="*/ 148956 h 474569"/>
                <a:gd name="csX43" fmla="*/ 56524 w 438046"/>
                <a:gd name="csY43" fmla="*/ 163920 h 474569"/>
                <a:gd name="csX44" fmla="*/ 52658 w 438046"/>
                <a:gd name="csY44" fmla="*/ 164900 h 474569"/>
                <a:gd name="csX45" fmla="*/ 39697 w 438046"/>
                <a:gd name="csY45" fmla="*/ 168628 h 474569"/>
                <a:gd name="csX46" fmla="*/ 26748 w 438046"/>
                <a:gd name="csY46" fmla="*/ 181448 h 474569"/>
                <a:gd name="csX47" fmla="*/ 16403 w 438046"/>
                <a:gd name="csY47" fmla="*/ 190289 h 474569"/>
                <a:gd name="csX48" fmla="*/ 7343 w 438046"/>
                <a:gd name="csY48" fmla="*/ 186486 h 474569"/>
                <a:gd name="csX49" fmla="*/ 9965 w 438046"/>
                <a:gd name="csY49" fmla="*/ 170925 h 474569"/>
                <a:gd name="csX50" fmla="*/ 15158 w 438046"/>
                <a:gd name="csY50" fmla="*/ 162124 h 474569"/>
                <a:gd name="csX51" fmla="*/ 9381 w 438046"/>
                <a:gd name="csY51" fmla="*/ 159801 h 474569"/>
                <a:gd name="csX52" fmla="*/ 7807 w 438046"/>
                <a:gd name="csY52" fmla="*/ 157314 h 474569"/>
                <a:gd name="csX53" fmla="*/ 15681 w 438046"/>
                <a:gd name="csY53" fmla="*/ 151621 h 474569"/>
                <a:gd name="csX54" fmla="*/ 24691 w 438046"/>
                <a:gd name="csY54" fmla="*/ 148948 h 474569"/>
                <a:gd name="csX55" fmla="*/ 33291 w 438046"/>
                <a:gd name="csY55" fmla="*/ 142643 h 474569"/>
                <a:gd name="csX56" fmla="*/ 36252 w 438046"/>
                <a:gd name="csY56" fmla="*/ 130243 h 474569"/>
                <a:gd name="csX57" fmla="*/ 35959 w 438046"/>
                <a:gd name="csY57" fmla="*/ 119824 h 474569"/>
                <a:gd name="csX58" fmla="*/ 30417 w 438046"/>
                <a:gd name="csY58" fmla="*/ 117319 h 474569"/>
                <a:gd name="csX59" fmla="*/ 28128 w 438046"/>
                <a:gd name="csY59" fmla="*/ 114535 h 474569"/>
                <a:gd name="csX60" fmla="*/ 22780 w 438046"/>
                <a:gd name="csY60" fmla="*/ 112034 h 474569"/>
                <a:gd name="csX61" fmla="*/ 9335 w 438046"/>
                <a:gd name="csY61" fmla="*/ 100263 h 474569"/>
                <a:gd name="csX62" fmla="*/ 5316 w 438046"/>
                <a:gd name="csY62" fmla="*/ 85099 h 474569"/>
                <a:gd name="csX63" fmla="*/ 0 w 438046"/>
                <a:gd name="csY63" fmla="*/ 74899 h 474569"/>
                <a:gd name="csX64" fmla="*/ 5230 w 438046"/>
                <a:gd name="csY64" fmla="*/ 68250 h 474569"/>
                <a:gd name="csX65" fmla="*/ 8777 w 438046"/>
                <a:gd name="csY65" fmla="*/ 53938 h 474569"/>
                <a:gd name="csX66" fmla="*/ 11157 w 438046"/>
                <a:gd name="csY66" fmla="*/ 40474 h 474569"/>
                <a:gd name="csX67" fmla="*/ 15221 w 438046"/>
                <a:gd name="csY67" fmla="*/ 30361 h 474569"/>
                <a:gd name="csX68" fmla="*/ 19093 w 438046"/>
                <a:gd name="csY68" fmla="*/ 24563 h 474569"/>
                <a:gd name="csX69" fmla="*/ 13331 w 438046"/>
                <a:gd name="csY69" fmla="*/ 11391 h 474569"/>
                <a:gd name="csX70" fmla="*/ 15610 w 438046"/>
                <a:gd name="csY70" fmla="*/ 4739 h 474569"/>
                <a:gd name="csX71" fmla="*/ 24152 w 438046"/>
                <a:gd name="csY71" fmla="*/ 2431 h 474569"/>
                <a:gd name="csX72" fmla="*/ 42643 w 438046"/>
                <a:gd name="csY72" fmla="*/ 10008 h 474569"/>
                <a:gd name="csX73" fmla="*/ 58021 w 438046"/>
                <a:gd name="csY73" fmla="*/ 20333 h 474569"/>
                <a:gd name="csX74" fmla="*/ 76259 w 438046"/>
                <a:gd name="csY74" fmla="*/ 58909 h 474569"/>
                <a:gd name="csX75" fmla="*/ 87417 w 438046"/>
                <a:gd name="csY75" fmla="*/ 80908 h 474569"/>
                <a:gd name="csX76" fmla="*/ 99122 w 438046"/>
                <a:gd name="csY76" fmla="*/ 102996 h 474569"/>
                <a:gd name="csX77" fmla="*/ 103913 w 438046"/>
                <a:gd name="csY77" fmla="*/ 110684 h 474569"/>
                <a:gd name="csX78" fmla="*/ 102362 w 438046"/>
                <a:gd name="csY78" fmla="*/ 90033 h 474569"/>
                <a:gd name="csX79" fmla="*/ 92203 w 438046"/>
                <a:gd name="csY79" fmla="*/ 66799 h 474569"/>
                <a:gd name="csX80" fmla="*/ 83568 w 438046"/>
                <a:gd name="csY80" fmla="*/ 60346 h 474569"/>
                <a:gd name="csX81" fmla="*/ 86838 w 438046"/>
                <a:gd name="csY81" fmla="*/ 69381 h 474569"/>
                <a:gd name="csX82" fmla="*/ 85111 w 438046"/>
                <a:gd name="csY82" fmla="*/ 70354 h 474569"/>
                <a:gd name="csX83" fmla="*/ 81250 w 438046"/>
                <a:gd name="csY83" fmla="*/ 58738 h 474569"/>
                <a:gd name="csX84" fmla="*/ 73693 w 438046"/>
                <a:gd name="csY84" fmla="*/ 39979 h 474569"/>
                <a:gd name="csX85" fmla="*/ 66850 w 438046"/>
                <a:gd name="csY85" fmla="*/ 27201 h 474569"/>
                <a:gd name="csX86" fmla="*/ 80920 w 438046"/>
                <a:gd name="csY86" fmla="*/ 44489 h 474569"/>
                <a:gd name="csX87" fmla="*/ 99162 w 438046"/>
                <a:gd name="csY87" fmla="*/ 64586 h 474569"/>
                <a:gd name="csX88" fmla="*/ 107565 w 438046"/>
                <a:gd name="csY88" fmla="*/ 86419 h 474569"/>
                <a:gd name="csX89" fmla="*/ 116108 w 438046"/>
                <a:gd name="csY89" fmla="*/ 138203 h 474569"/>
                <a:gd name="csX90" fmla="*/ 121060 w 438046"/>
                <a:gd name="csY90" fmla="*/ 151411 h 474569"/>
                <a:gd name="csX91" fmla="*/ 135828 w 438046"/>
                <a:gd name="csY91" fmla="*/ 169580 h 474569"/>
                <a:gd name="csX92" fmla="*/ 173747 w 438046"/>
                <a:gd name="csY92" fmla="*/ 217637 h 474569"/>
                <a:gd name="csX93" fmla="*/ 186052 w 438046"/>
                <a:gd name="csY93" fmla="*/ 237240 h 474569"/>
                <a:gd name="csX94" fmla="*/ 192809 w 438046"/>
                <a:gd name="csY94" fmla="*/ 259193 h 474569"/>
                <a:gd name="csX95" fmla="*/ 202887 w 438046"/>
                <a:gd name="csY95" fmla="*/ 280570 h 474569"/>
                <a:gd name="csX96" fmla="*/ 215434 w 438046"/>
                <a:gd name="csY96" fmla="*/ 294429 h 474569"/>
                <a:gd name="csX97" fmla="*/ 223898 w 438046"/>
                <a:gd name="csY97" fmla="*/ 302869 h 474569"/>
                <a:gd name="csX98" fmla="*/ 231639 w 438046"/>
                <a:gd name="csY98" fmla="*/ 310848 h 474569"/>
                <a:gd name="csX99" fmla="*/ 241066 w 438046"/>
                <a:gd name="csY99" fmla="*/ 319770 h 474569"/>
                <a:gd name="csX100" fmla="*/ 242388 w 438046"/>
                <a:gd name="csY100" fmla="*/ 323654 h 474569"/>
                <a:gd name="csX101" fmla="*/ 237225 w 438046"/>
                <a:gd name="csY101" fmla="*/ 324770 h 474569"/>
                <a:gd name="csX102" fmla="*/ 239807 w 438046"/>
                <a:gd name="csY102" fmla="*/ 327526 h 474569"/>
                <a:gd name="csX103" fmla="*/ 241743 w 438046"/>
                <a:gd name="csY103" fmla="*/ 330724 h 474569"/>
                <a:gd name="csX104" fmla="*/ 248333 w 438046"/>
                <a:gd name="csY104" fmla="*/ 333103 h 474569"/>
                <a:gd name="csX105" fmla="*/ 259724 w 438046"/>
                <a:gd name="csY105" fmla="*/ 335713 h 474569"/>
                <a:gd name="csX106" fmla="*/ 262612 w 438046"/>
                <a:gd name="csY106" fmla="*/ 335270 h 474569"/>
                <a:gd name="csX107" fmla="*/ 255739 w 438046"/>
                <a:gd name="csY107" fmla="*/ 330573 h 474569"/>
                <a:gd name="csX108" fmla="*/ 250133 w 438046"/>
                <a:gd name="csY108" fmla="*/ 327461 h 474569"/>
                <a:gd name="csX109" fmla="*/ 260301 w 438046"/>
                <a:gd name="csY109" fmla="*/ 328761 h 474569"/>
                <a:gd name="csX110" fmla="*/ 284960 w 438046"/>
                <a:gd name="csY110" fmla="*/ 330853 h 474569"/>
                <a:gd name="csX111" fmla="*/ 308115 w 438046"/>
                <a:gd name="csY111" fmla="*/ 337754 h 474569"/>
                <a:gd name="csX112" fmla="*/ 325378 w 438046"/>
                <a:gd name="csY112" fmla="*/ 347910 h 474569"/>
                <a:gd name="csX113" fmla="*/ 336932 w 438046"/>
                <a:gd name="csY113" fmla="*/ 355594 h 474569"/>
                <a:gd name="csX114" fmla="*/ 342564 w 438046"/>
                <a:gd name="csY114" fmla="*/ 364198 h 474569"/>
                <a:gd name="csX115" fmla="*/ 343743 w 438046"/>
                <a:gd name="csY115" fmla="*/ 371080 h 474569"/>
                <a:gd name="csX116" fmla="*/ 344358 w 438046"/>
                <a:gd name="csY116" fmla="*/ 373363 h 474569"/>
                <a:gd name="csX117" fmla="*/ 350269 w 438046"/>
                <a:gd name="csY117" fmla="*/ 376862 h 474569"/>
                <a:gd name="csX118" fmla="*/ 372627 w 438046"/>
                <a:gd name="csY118" fmla="*/ 380540 h 474569"/>
                <a:gd name="csX119" fmla="*/ 391189 w 438046"/>
                <a:gd name="csY119" fmla="*/ 378801 h 474569"/>
                <a:gd name="csX120" fmla="*/ 394232 w 438046"/>
                <a:gd name="csY120" fmla="*/ 388958 h 474569"/>
                <a:gd name="csX121" fmla="*/ 397318 w 438046"/>
                <a:gd name="csY121" fmla="*/ 403978 h 474569"/>
                <a:gd name="csX122" fmla="*/ 409224 w 438046"/>
                <a:gd name="csY122" fmla="*/ 419167 h 474569"/>
                <a:gd name="csX123" fmla="*/ 434929 w 438046"/>
                <a:gd name="csY123" fmla="*/ 450207 h 474569"/>
                <a:gd name="csX124" fmla="*/ 429332 w 438046"/>
                <a:gd name="csY124" fmla="*/ 469288 h 474569"/>
                <a:gd name="csX125" fmla="*/ 376412 w 438046"/>
                <a:gd name="csY125" fmla="*/ 474534 h 474569"/>
                <a:gd name="csX126" fmla="*/ 332739 w 438046"/>
                <a:gd name="csY126" fmla="*/ 469202 h 47456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438046" h="474569">
                  <a:moveTo>
                    <a:pt x="332739" y="469202"/>
                  </a:moveTo>
                  <a:cubicBezTo>
                    <a:pt x="332739" y="465869"/>
                    <a:pt x="329807" y="462843"/>
                    <a:pt x="324349" y="460541"/>
                  </a:cubicBezTo>
                  <a:cubicBezTo>
                    <a:pt x="319735" y="458594"/>
                    <a:pt x="311907" y="452795"/>
                    <a:pt x="306954" y="447652"/>
                  </a:cubicBezTo>
                  <a:cubicBezTo>
                    <a:pt x="299888" y="440316"/>
                    <a:pt x="298719" y="437828"/>
                    <a:pt x="301522" y="436095"/>
                  </a:cubicBezTo>
                  <a:cubicBezTo>
                    <a:pt x="305823" y="433437"/>
                    <a:pt x="303408" y="425621"/>
                    <a:pt x="298287" y="425621"/>
                  </a:cubicBezTo>
                  <a:cubicBezTo>
                    <a:pt x="296286" y="425621"/>
                    <a:pt x="293203" y="427364"/>
                    <a:pt x="291436" y="429493"/>
                  </a:cubicBezTo>
                  <a:cubicBezTo>
                    <a:pt x="289668" y="431623"/>
                    <a:pt x="286395" y="433365"/>
                    <a:pt x="284162" y="433365"/>
                  </a:cubicBezTo>
                  <a:cubicBezTo>
                    <a:pt x="281929" y="433365"/>
                    <a:pt x="276987" y="436349"/>
                    <a:pt x="273181" y="439996"/>
                  </a:cubicBezTo>
                  <a:cubicBezTo>
                    <a:pt x="256469" y="456007"/>
                    <a:pt x="233183" y="434749"/>
                    <a:pt x="246542" y="415677"/>
                  </a:cubicBezTo>
                  <a:cubicBezTo>
                    <a:pt x="250094" y="410606"/>
                    <a:pt x="250239" y="408115"/>
                    <a:pt x="247543" y="398488"/>
                  </a:cubicBezTo>
                  <a:cubicBezTo>
                    <a:pt x="243936" y="385603"/>
                    <a:pt x="241942" y="384354"/>
                    <a:pt x="227242" y="385770"/>
                  </a:cubicBezTo>
                  <a:cubicBezTo>
                    <a:pt x="221295" y="386343"/>
                    <a:pt x="216574" y="385678"/>
                    <a:pt x="216574" y="384267"/>
                  </a:cubicBezTo>
                  <a:cubicBezTo>
                    <a:pt x="216574" y="382875"/>
                    <a:pt x="214251" y="381736"/>
                    <a:pt x="211411" y="381736"/>
                  </a:cubicBezTo>
                  <a:cubicBezTo>
                    <a:pt x="208543" y="381736"/>
                    <a:pt x="206248" y="380015"/>
                    <a:pt x="206248" y="377864"/>
                  </a:cubicBezTo>
                  <a:cubicBezTo>
                    <a:pt x="206248" y="375735"/>
                    <a:pt x="203925" y="371669"/>
                    <a:pt x="201085" y="368829"/>
                  </a:cubicBezTo>
                  <a:cubicBezTo>
                    <a:pt x="198245" y="365990"/>
                    <a:pt x="195885" y="362214"/>
                    <a:pt x="195840" y="360439"/>
                  </a:cubicBezTo>
                  <a:cubicBezTo>
                    <a:pt x="195695" y="354744"/>
                    <a:pt x="189552" y="348821"/>
                    <a:pt x="179383" y="344572"/>
                  </a:cubicBezTo>
                  <a:cubicBezTo>
                    <a:pt x="165908" y="338942"/>
                    <a:pt x="164292" y="339301"/>
                    <a:pt x="166056" y="347532"/>
                  </a:cubicBezTo>
                  <a:cubicBezTo>
                    <a:pt x="167087" y="352339"/>
                    <a:pt x="165818" y="357500"/>
                    <a:pt x="162127" y="363514"/>
                  </a:cubicBezTo>
                  <a:lnTo>
                    <a:pt x="156676" y="372397"/>
                  </a:lnTo>
                  <a:lnTo>
                    <a:pt x="152333" y="366640"/>
                  </a:lnTo>
                  <a:cubicBezTo>
                    <a:pt x="148166" y="361115"/>
                    <a:pt x="147605" y="361043"/>
                    <a:pt x="138487" y="364853"/>
                  </a:cubicBezTo>
                  <a:cubicBezTo>
                    <a:pt x="129534" y="368594"/>
                    <a:pt x="128828" y="368535"/>
                    <a:pt x="126312" y="363833"/>
                  </a:cubicBezTo>
                  <a:cubicBezTo>
                    <a:pt x="124843" y="361088"/>
                    <a:pt x="123641" y="357116"/>
                    <a:pt x="123641" y="355006"/>
                  </a:cubicBezTo>
                  <a:cubicBezTo>
                    <a:pt x="123641" y="352823"/>
                    <a:pt x="120228" y="350420"/>
                    <a:pt x="115723" y="349430"/>
                  </a:cubicBezTo>
                  <a:cubicBezTo>
                    <a:pt x="105375" y="347157"/>
                    <a:pt x="103846" y="342362"/>
                    <a:pt x="110493" y="333027"/>
                  </a:cubicBezTo>
                  <a:cubicBezTo>
                    <a:pt x="113465" y="328853"/>
                    <a:pt x="115897" y="321952"/>
                    <a:pt x="115897" y="317692"/>
                  </a:cubicBezTo>
                  <a:cubicBezTo>
                    <a:pt x="115897" y="310844"/>
                    <a:pt x="117170" y="309543"/>
                    <a:pt x="126868" y="306474"/>
                  </a:cubicBezTo>
                  <a:cubicBezTo>
                    <a:pt x="141640" y="301799"/>
                    <a:pt x="142221" y="293818"/>
                    <a:pt x="128005" y="290864"/>
                  </a:cubicBezTo>
                  <a:cubicBezTo>
                    <a:pt x="113703" y="287893"/>
                    <a:pt x="108950" y="284662"/>
                    <a:pt x="107467" y="276906"/>
                  </a:cubicBezTo>
                  <a:cubicBezTo>
                    <a:pt x="105739" y="267867"/>
                    <a:pt x="117059" y="237363"/>
                    <a:pt x="125531" y="228226"/>
                  </a:cubicBezTo>
                  <a:cubicBezTo>
                    <a:pt x="130828" y="222513"/>
                    <a:pt x="131406" y="220702"/>
                    <a:pt x="128516" y="218872"/>
                  </a:cubicBezTo>
                  <a:cubicBezTo>
                    <a:pt x="126545" y="217624"/>
                    <a:pt x="123637" y="216585"/>
                    <a:pt x="122054" y="216563"/>
                  </a:cubicBezTo>
                  <a:cubicBezTo>
                    <a:pt x="120470" y="216541"/>
                    <a:pt x="116217" y="214197"/>
                    <a:pt x="112602" y="211354"/>
                  </a:cubicBezTo>
                  <a:cubicBezTo>
                    <a:pt x="105961" y="206129"/>
                    <a:pt x="97827" y="206711"/>
                    <a:pt x="97827" y="212411"/>
                  </a:cubicBezTo>
                  <a:cubicBezTo>
                    <a:pt x="97827" y="219059"/>
                    <a:pt x="92291" y="221313"/>
                    <a:pt x="87566" y="216588"/>
                  </a:cubicBezTo>
                  <a:cubicBezTo>
                    <a:pt x="85046" y="214068"/>
                    <a:pt x="81835" y="211570"/>
                    <a:pt x="80430" y="211038"/>
                  </a:cubicBezTo>
                  <a:cubicBezTo>
                    <a:pt x="78870" y="210447"/>
                    <a:pt x="78619" y="205549"/>
                    <a:pt x="79784" y="198453"/>
                  </a:cubicBezTo>
                  <a:cubicBezTo>
                    <a:pt x="80834" y="192064"/>
                    <a:pt x="81838" y="187787"/>
                    <a:pt x="82015" y="188949"/>
                  </a:cubicBezTo>
                  <a:cubicBezTo>
                    <a:pt x="82193" y="190110"/>
                    <a:pt x="85771" y="188616"/>
                    <a:pt x="89966" y="185629"/>
                  </a:cubicBezTo>
                  <a:cubicBezTo>
                    <a:pt x="98750" y="179374"/>
                    <a:pt x="98211" y="175668"/>
                    <a:pt x="87641" y="169636"/>
                  </a:cubicBezTo>
                  <a:cubicBezTo>
                    <a:pt x="82102" y="166474"/>
                    <a:pt x="79900" y="163069"/>
                    <a:pt x="79292" y="156728"/>
                  </a:cubicBezTo>
                  <a:cubicBezTo>
                    <a:pt x="78587" y="149374"/>
                    <a:pt x="77588" y="148238"/>
                    <a:pt x="72462" y="148956"/>
                  </a:cubicBezTo>
                  <a:cubicBezTo>
                    <a:pt x="65224" y="149970"/>
                    <a:pt x="56524" y="158137"/>
                    <a:pt x="56524" y="163920"/>
                  </a:cubicBezTo>
                  <a:cubicBezTo>
                    <a:pt x="56524" y="167347"/>
                    <a:pt x="55821" y="167525"/>
                    <a:pt x="52658" y="164900"/>
                  </a:cubicBezTo>
                  <a:cubicBezTo>
                    <a:pt x="49486" y="162267"/>
                    <a:pt x="47159" y="162936"/>
                    <a:pt x="39697" y="168628"/>
                  </a:cubicBezTo>
                  <a:cubicBezTo>
                    <a:pt x="34695" y="172443"/>
                    <a:pt x="28868" y="178212"/>
                    <a:pt x="26748" y="181448"/>
                  </a:cubicBezTo>
                  <a:cubicBezTo>
                    <a:pt x="24627" y="184684"/>
                    <a:pt x="19972" y="188663"/>
                    <a:pt x="16403" y="190289"/>
                  </a:cubicBezTo>
                  <a:cubicBezTo>
                    <a:pt x="10541" y="192960"/>
                    <a:pt x="9664" y="192592"/>
                    <a:pt x="7343" y="186486"/>
                  </a:cubicBezTo>
                  <a:cubicBezTo>
                    <a:pt x="5309" y="181137"/>
                    <a:pt x="5857" y="177888"/>
                    <a:pt x="9965" y="170925"/>
                  </a:cubicBezTo>
                  <a:lnTo>
                    <a:pt x="15158" y="162124"/>
                  </a:lnTo>
                  <a:lnTo>
                    <a:pt x="9381" y="159801"/>
                  </a:lnTo>
                  <a:cubicBezTo>
                    <a:pt x="5449" y="158219"/>
                    <a:pt x="4946" y="157425"/>
                    <a:pt x="7807" y="157314"/>
                  </a:cubicBezTo>
                  <a:cubicBezTo>
                    <a:pt x="10118" y="157224"/>
                    <a:pt x="13662" y="154662"/>
                    <a:pt x="15681" y="151621"/>
                  </a:cubicBezTo>
                  <a:cubicBezTo>
                    <a:pt x="18731" y="147026"/>
                    <a:pt x="20256" y="146574"/>
                    <a:pt x="24691" y="148948"/>
                  </a:cubicBezTo>
                  <a:cubicBezTo>
                    <a:pt x="31018" y="152334"/>
                    <a:pt x="33291" y="150668"/>
                    <a:pt x="33291" y="142643"/>
                  </a:cubicBezTo>
                  <a:cubicBezTo>
                    <a:pt x="33291" y="139397"/>
                    <a:pt x="34623" y="133817"/>
                    <a:pt x="36252" y="130243"/>
                  </a:cubicBezTo>
                  <a:cubicBezTo>
                    <a:pt x="38533" y="125236"/>
                    <a:pt x="38466" y="122844"/>
                    <a:pt x="35959" y="119824"/>
                  </a:cubicBezTo>
                  <a:cubicBezTo>
                    <a:pt x="34170" y="117668"/>
                    <a:pt x="31676" y="116540"/>
                    <a:pt x="30417" y="117319"/>
                  </a:cubicBezTo>
                  <a:cubicBezTo>
                    <a:pt x="29158" y="118097"/>
                    <a:pt x="28128" y="116844"/>
                    <a:pt x="28128" y="114535"/>
                  </a:cubicBezTo>
                  <a:cubicBezTo>
                    <a:pt x="28128" y="111463"/>
                    <a:pt x="26693" y="110792"/>
                    <a:pt x="22780" y="112034"/>
                  </a:cubicBezTo>
                  <a:cubicBezTo>
                    <a:pt x="15848" y="114234"/>
                    <a:pt x="7575" y="106991"/>
                    <a:pt x="9335" y="100263"/>
                  </a:cubicBezTo>
                  <a:cubicBezTo>
                    <a:pt x="10049" y="97533"/>
                    <a:pt x="8241" y="90709"/>
                    <a:pt x="5316" y="85099"/>
                  </a:cubicBezTo>
                  <a:lnTo>
                    <a:pt x="0" y="74899"/>
                  </a:lnTo>
                  <a:lnTo>
                    <a:pt x="5230" y="68250"/>
                  </a:lnTo>
                  <a:cubicBezTo>
                    <a:pt x="9068" y="63371"/>
                    <a:pt x="10012" y="59562"/>
                    <a:pt x="8777" y="53938"/>
                  </a:cubicBezTo>
                  <a:cubicBezTo>
                    <a:pt x="7655" y="48830"/>
                    <a:pt x="8449" y="44342"/>
                    <a:pt x="11157" y="40474"/>
                  </a:cubicBezTo>
                  <a:cubicBezTo>
                    <a:pt x="13392" y="37284"/>
                    <a:pt x="15221" y="32733"/>
                    <a:pt x="15221" y="30361"/>
                  </a:cubicBezTo>
                  <a:cubicBezTo>
                    <a:pt x="15221" y="27989"/>
                    <a:pt x="16963" y="25380"/>
                    <a:pt x="19093" y="24563"/>
                  </a:cubicBezTo>
                  <a:cubicBezTo>
                    <a:pt x="25297" y="22182"/>
                    <a:pt x="23642" y="18398"/>
                    <a:pt x="13331" y="11391"/>
                  </a:cubicBezTo>
                  <a:cubicBezTo>
                    <a:pt x="3467" y="4689"/>
                    <a:pt x="3713" y="3972"/>
                    <a:pt x="15610" y="4739"/>
                  </a:cubicBezTo>
                  <a:cubicBezTo>
                    <a:pt x="19374" y="4981"/>
                    <a:pt x="23217" y="3943"/>
                    <a:pt x="24152" y="2431"/>
                  </a:cubicBezTo>
                  <a:cubicBezTo>
                    <a:pt x="26872" y="-1970"/>
                    <a:pt x="29405" y="-932"/>
                    <a:pt x="42643" y="10008"/>
                  </a:cubicBezTo>
                  <a:cubicBezTo>
                    <a:pt x="49515" y="15687"/>
                    <a:pt x="56436" y="20333"/>
                    <a:pt x="58021" y="20333"/>
                  </a:cubicBezTo>
                  <a:cubicBezTo>
                    <a:pt x="61009" y="20333"/>
                    <a:pt x="65792" y="30450"/>
                    <a:pt x="76259" y="58909"/>
                  </a:cubicBezTo>
                  <a:cubicBezTo>
                    <a:pt x="79624" y="68058"/>
                    <a:pt x="84645" y="77957"/>
                    <a:pt x="87417" y="80908"/>
                  </a:cubicBezTo>
                  <a:cubicBezTo>
                    <a:pt x="90189" y="83859"/>
                    <a:pt x="95457" y="93799"/>
                    <a:pt x="99122" y="102996"/>
                  </a:cubicBezTo>
                  <a:cubicBezTo>
                    <a:pt x="103054" y="112863"/>
                    <a:pt x="105019" y="116015"/>
                    <a:pt x="103913" y="110684"/>
                  </a:cubicBezTo>
                  <a:cubicBezTo>
                    <a:pt x="102883" y="105715"/>
                    <a:pt x="102185" y="96422"/>
                    <a:pt x="102362" y="90033"/>
                  </a:cubicBezTo>
                  <a:cubicBezTo>
                    <a:pt x="102644" y="79863"/>
                    <a:pt x="101378" y="76968"/>
                    <a:pt x="92203" y="66799"/>
                  </a:cubicBezTo>
                  <a:cubicBezTo>
                    <a:pt x="86438" y="60410"/>
                    <a:pt x="82553" y="57506"/>
                    <a:pt x="83568" y="60346"/>
                  </a:cubicBezTo>
                  <a:cubicBezTo>
                    <a:pt x="84584" y="63185"/>
                    <a:pt x="86055" y="67251"/>
                    <a:pt x="86838" y="69381"/>
                  </a:cubicBezTo>
                  <a:cubicBezTo>
                    <a:pt x="87916" y="72315"/>
                    <a:pt x="87498" y="72550"/>
                    <a:pt x="85111" y="70354"/>
                  </a:cubicBezTo>
                  <a:cubicBezTo>
                    <a:pt x="83379" y="68760"/>
                    <a:pt x="81641" y="63533"/>
                    <a:pt x="81250" y="58738"/>
                  </a:cubicBezTo>
                  <a:cubicBezTo>
                    <a:pt x="80858" y="53943"/>
                    <a:pt x="77457" y="45502"/>
                    <a:pt x="73693" y="39979"/>
                  </a:cubicBezTo>
                  <a:cubicBezTo>
                    <a:pt x="69929" y="34457"/>
                    <a:pt x="66850" y="28707"/>
                    <a:pt x="66850" y="27201"/>
                  </a:cubicBezTo>
                  <a:cubicBezTo>
                    <a:pt x="66850" y="23517"/>
                    <a:pt x="69162" y="26358"/>
                    <a:pt x="80920" y="44489"/>
                  </a:cubicBezTo>
                  <a:cubicBezTo>
                    <a:pt x="86314" y="52805"/>
                    <a:pt x="94522" y="61849"/>
                    <a:pt x="99162" y="64586"/>
                  </a:cubicBezTo>
                  <a:cubicBezTo>
                    <a:pt x="108835" y="70294"/>
                    <a:pt x="111618" y="77524"/>
                    <a:pt x="107565" y="86419"/>
                  </a:cubicBezTo>
                  <a:cubicBezTo>
                    <a:pt x="104001" y="94242"/>
                    <a:pt x="108931" y="124125"/>
                    <a:pt x="116108" y="138203"/>
                  </a:cubicBezTo>
                  <a:cubicBezTo>
                    <a:pt x="118832" y="143545"/>
                    <a:pt x="121060" y="149489"/>
                    <a:pt x="121060" y="151411"/>
                  </a:cubicBezTo>
                  <a:cubicBezTo>
                    <a:pt x="121060" y="153333"/>
                    <a:pt x="127706" y="161509"/>
                    <a:pt x="135828" y="169580"/>
                  </a:cubicBezTo>
                  <a:cubicBezTo>
                    <a:pt x="153391" y="187033"/>
                    <a:pt x="164572" y="201203"/>
                    <a:pt x="173747" y="217637"/>
                  </a:cubicBezTo>
                  <a:cubicBezTo>
                    <a:pt x="177457" y="224283"/>
                    <a:pt x="182994" y="233104"/>
                    <a:pt x="186052" y="237240"/>
                  </a:cubicBezTo>
                  <a:cubicBezTo>
                    <a:pt x="189610" y="242051"/>
                    <a:pt x="192043" y="249958"/>
                    <a:pt x="192809" y="259193"/>
                  </a:cubicBezTo>
                  <a:cubicBezTo>
                    <a:pt x="193864" y="271919"/>
                    <a:pt x="195056" y="274447"/>
                    <a:pt x="202887" y="280570"/>
                  </a:cubicBezTo>
                  <a:cubicBezTo>
                    <a:pt x="207772" y="284389"/>
                    <a:pt x="213418" y="290626"/>
                    <a:pt x="215434" y="294429"/>
                  </a:cubicBezTo>
                  <a:cubicBezTo>
                    <a:pt x="217449" y="298233"/>
                    <a:pt x="221258" y="302031"/>
                    <a:pt x="223898" y="302869"/>
                  </a:cubicBezTo>
                  <a:cubicBezTo>
                    <a:pt x="226538" y="303707"/>
                    <a:pt x="230021" y="307297"/>
                    <a:pt x="231639" y="310848"/>
                  </a:cubicBezTo>
                  <a:cubicBezTo>
                    <a:pt x="233257" y="314399"/>
                    <a:pt x="237499" y="318413"/>
                    <a:pt x="241066" y="319770"/>
                  </a:cubicBezTo>
                  <a:cubicBezTo>
                    <a:pt x="248737" y="322686"/>
                    <a:pt x="249875" y="326030"/>
                    <a:pt x="242388" y="323654"/>
                  </a:cubicBezTo>
                  <a:cubicBezTo>
                    <a:pt x="239427" y="322714"/>
                    <a:pt x="237225" y="323190"/>
                    <a:pt x="237225" y="324770"/>
                  </a:cubicBezTo>
                  <a:cubicBezTo>
                    <a:pt x="237225" y="326286"/>
                    <a:pt x="238387" y="327526"/>
                    <a:pt x="239807" y="327526"/>
                  </a:cubicBezTo>
                  <a:cubicBezTo>
                    <a:pt x="241227" y="327526"/>
                    <a:pt x="242098" y="328965"/>
                    <a:pt x="241743" y="330724"/>
                  </a:cubicBezTo>
                  <a:cubicBezTo>
                    <a:pt x="241323" y="332806"/>
                    <a:pt x="243624" y="333637"/>
                    <a:pt x="248333" y="333103"/>
                  </a:cubicBezTo>
                  <a:cubicBezTo>
                    <a:pt x="252313" y="332652"/>
                    <a:pt x="257439" y="333827"/>
                    <a:pt x="259724" y="335713"/>
                  </a:cubicBezTo>
                  <a:cubicBezTo>
                    <a:pt x="263236" y="338612"/>
                    <a:pt x="263683" y="338543"/>
                    <a:pt x="262612" y="335270"/>
                  </a:cubicBezTo>
                  <a:cubicBezTo>
                    <a:pt x="261915" y="333141"/>
                    <a:pt x="258822" y="331027"/>
                    <a:pt x="255739" y="330573"/>
                  </a:cubicBezTo>
                  <a:cubicBezTo>
                    <a:pt x="252655" y="330119"/>
                    <a:pt x="250133" y="328719"/>
                    <a:pt x="250133" y="327461"/>
                  </a:cubicBezTo>
                  <a:cubicBezTo>
                    <a:pt x="250133" y="326203"/>
                    <a:pt x="254708" y="326788"/>
                    <a:pt x="260301" y="328761"/>
                  </a:cubicBezTo>
                  <a:cubicBezTo>
                    <a:pt x="266891" y="331086"/>
                    <a:pt x="275567" y="331822"/>
                    <a:pt x="284960" y="330853"/>
                  </a:cubicBezTo>
                  <a:cubicBezTo>
                    <a:pt x="298714" y="329433"/>
                    <a:pt x="299892" y="329784"/>
                    <a:pt x="308115" y="337754"/>
                  </a:cubicBezTo>
                  <a:cubicBezTo>
                    <a:pt x="312880" y="342373"/>
                    <a:pt x="320648" y="346943"/>
                    <a:pt x="325378" y="347910"/>
                  </a:cubicBezTo>
                  <a:cubicBezTo>
                    <a:pt x="330622" y="348983"/>
                    <a:pt x="335130" y="351981"/>
                    <a:pt x="336932" y="355594"/>
                  </a:cubicBezTo>
                  <a:cubicBezTo>
                    <a:pt x="338556" y="358853"/>
                    <a:pt x="341091" y="362725"/>
                    <a:pt x="342564" y="364198"/>
                  </a:cubicBezTo>
                  <a:cubicBezTo>
                    <a:pt x="344037" y="365671"/>
                    <a:pt x="344568" y="368768"/>
                    <a:pt x="343743" y="371080"/>
                  </a:cubicBezTo>
                  <a:cubicBezTo>
                    <a:pt x="342917" y="373391"/>
                    <a:pt x="343194" y="374419"/>
                    <a:pt x="344358" y="373363"/>
                  </a:cubicBezTo>
                  <a:cubicBezTo>
                    <a:pt x="345522" y="372307"/>
                    <a:pt x="348182" y="373882"/>
                    <a:pt x="350269" y="376862"/>
                  </a:cubicBezTo>
                  <a:cubicBezTo>
                    <a:pt x="353742" y="381821"/>
                    <a:pt x="355637" y="382132"/>
                    <a:pt x="372627" y="380540"/>
                  </a:cubicBezTo>
                  <a:lnTo>
                    <a:pt x="391189" y="378801"/>
                  </a:lnTo>
                  <a:lnTo>
                    <a:pt x="394232" y="388958"/>
                  </a:lnTo>
                  <a:cubicBezTo>
                    <a:pt x="395906" y="394544"/>
                    <a:pt x="397295" y="401303"/>
                    <a:pt x="397318" y="403978"/>
                  </a:cubicBezTo>
                  <a:cubicBezTo>
                    <a:pt x="397342" y="406653"/>
                    <a:pt x="402699" y="413488"/>
                    <a:pt x="409224" y="419167"/>
                  </a:cubicBezTo>
                  <a:cubicBezTo>
                    <a:pt x="427997" y="435508"/>
                    <a:pt x="431130" y="439291"/>
                    <a:pt x="434929" y="450207"/>
                  </a:cubicBezTo>
                  <a:cubicBezTo>
                    <a:pt x="439665" y="463816"/>
                    <a:pt x="439887" y="463061"/>
                    <a:pt x="429332" y="469288"/>
                  </a:cubicBezTo>
                  <a:cubicBezTo>
                    <a:pt x="420856" y="474289"/>
                    <a:pt x="416443" y="474727"/>
                    <a:pt x="376412" y="474534"/>
                  </a:cubicBezTo>
                  <a:cubicBezTo>
                    <a:pt x="334645" y="474334"/>
                    <a:pt x="332739" y="474101"/>
                    <a:pt x="332739" y="469202"/>
                  </a:cubicBezTo>
                  <a:close/>
                </a:path>
              </a:pathLst>
            </a:custGeom>
            <a:solidFill>
              <a:srgbClr val="B9B9B9"/>
            </a:solidFill>
            <a:ln w="5163" cap="flat">
              <a:noFill/>
              <a:prstDash val="solid"/>
              <a:miter/>
            </a:ln>
          </p:spPr>
          <p:txBody>
            <a:bodyPr/>
            <a:lstStyle/>
            <a:p>
              <a:endParaRPr lang="es-419" noProof="0" dirty="0"/>
            </a:p>
          </p:txBody>
        </p:sp>
        <p:sp>
          <p:nvSpPr>
            <p:cNvPr id="77" name="Forma libre: forma 76">
              <a:extLst>
                <a:ext uri="{FF2B5EF4-FFF2-40B4-BE49-F238E27FC236}">
                  <a16:creationId xmlns:a16="http://schemas.microsoft.com/office/drawing/2014/main" id="{62F7F1F2-6EEF-A0AB-5F36-D59C43918400}"/>
                </a:ext>
              </a:extLst>
            </p:cNvPr>
            <p:cNvSpPr/>
            <p:nvPr/>
          </p:nvSpPr>
          <p:spPr>
            <a:xfrm>
              <a:off x="1730874" y="2149721"/>
              <a:ext cx="4491" cy="9472"/>
            </a:xfrm>
            <a:custGeom>
              <a:avLst/>
              <a:gdLst>
                <a:gd name="csX0" fmla="*/ 480 w 4491"/>
                <a:gd name="csY0" fmla="*/ 6821 h 9472"/>
                <a:gd name="csX1" fmla="*/ 1619 w 4491"/>
                <a:gd name="csY1" fmla="*/ 1142 h 9472"/>
                <a:gd name="csX2" fmla="*/ 4491 w 4491"/>
                <a:gd name="csY2" fmla="*/ 3948 h 9472"/>
                <a:gd name="csX3" fmla="*/ 480 w 4491"/>
                <a:gd name="csY3" fmla="*/ 6821 h 9472"/>
              </a:gdLst>
              <a:ahLst/>
              <a:cxnLst>
                <a:cxn ang="0">
                  <a:pos x="csX0" y="csY0"/>
                </a:cxn>
                <a:cxn ang="0">
                  <a:pos x="csX1" y="csY1"/>
                </a:cxn>
                <a:cxn ang="0">
                  <a:pos x="csX2" y="csY2"/>
                </a:cxn>
                <a:cxn ang="0">
                  <a:pos x="csX3" y="csY3"/>
                </a:cxn>
              </a:cxnLst>
              <a:rect l="l" t="t" r="r" b="b"/>
              <a:pathLst>
                <a:path w="4491" h="9472">
                  <a:moveTo>
                    <a:pt x="480" y="6821"/>
                  </a:moveTo>
                  <a:cubicBezTo>
                    <a:pt x="-474" y="5277"/>
                    <a:pt x="39" y="2722"/>
                    <a:pt x="1619" y="1142"/>
                  </a:cubicBezTo>
                  <a:cubicBezTo>
                    <a:pt x="3728" y="-968"/>
                    <a:pt x="4491" y="-222"/>
                    <a:pt x="4491" y="3948"/>
                  </a:cubicBezTo>
                  <a:cubicBezTo>
                    <a:pt x="4491" y="10181"/>
                    <a:pt x="3150" y="11141"/>
                    <a:pt x="480" y="6821"/>
                  </a:cubicBezTo>
                  <a:close/>
                </a:path>
              </a:pathLst>
            </a:custGeom>
            <a:solidFill>
              <a:srgbClr val="00C100"/>
            </a:solidFill>
            <a:ln w="5163" cap="flat">
              <a:noFill/>
              <a:prstDash val="solid"/>
              <a:miter/>
            </a:ln>
          </p:spPr>
          <p:txBody>
            <a:bodyPr/>
            <a:lstStyle/>
            <a:p>
              <a:endParaRPr lang="es-419" noProof="0" dirty="0"/>
            </a:p>
          </p:txBody>
        </p:sp>
      </p:grpSp>
      <p:grpSp>
        <p:nvGrpSpPr>
          <p:cNvPr id="78" name="Gráfico 39">
            <a:extLst>
              <a:ext uri="{FF2B5EF4-FFF2-40B4-BE49-F238E27FC236}">
                <a16:creationId xmlns:a16="http://schemas.microsoft.com/office/drawing/2014/main" id="{A1A900A4-002C-72AF-429D-E842FF6F13D1}"/>
              </a:ext>
            </a:extLst>
          </p:cNvPr>
          <p:cNvGrpSpPr/>
          <p:nvPr/>
        </p:nvGrpSpPr>
        <p:grpSpPr>
          <a:xfrm>
            <a:off x="2429776" y="2092540"/>
            <a:ext cx="224135" cy="371419"/>
            <a:chOff x="2429776" y="2092540"/>
            <a:chExt cx="224135" cy="371419"/>
          </a:xfrm>
          <a:solidFill>
            <a:srgbClr val="B9B9B9"/>
          </a:solidFill>
        </p:grpSpPr>
        <p:sp>
          <p:nvSpPr>
            <p:cNvPr id="79" name="Forma libre: forma 78">
              <a:extLst>
                <a:ext uri="{FF2B5EF4-FFF2-40B4-BE49-F238E27FC236}">
                  <a16:creationId xmlns:a16="http://schemas.microsoft.com/office/drawing/2014/main" id="{1E352F69-E3D5-DA65-0B32-866251F34291}"/>
                </a:ext>
              </a:extLst>
            </p:cNvPr>
            <p:cNvSpPr/>
            <p:nvPr/>
          </p:nvSpPr>
          <p:spPr>
            <a:xfrm>
              <a:off x="2429776" y="2092540"/>
              <a:ext cx="213820" cy="371419"/>
            </a:xfrm>
            <a:custGeom>
              <a:avLst/>
              <a:gdLst>
                <a:gd name="csX0" fmla="*/ 16950 w 213820"/>
                <a:gd name="csY0" fmla="*/ 360449 h 371419"/>
                <a:gd name="csX1" fmla="*/ 11453 w 213820"/>
                <a:gd name="csY1" fmla="*/ 297848 h 371419"/>
                <a:gd name="csX2" fmla="*/ 3696 w 213820"/>
                <a:gd name="csY2" fmla="*/ 222369 h 371419"/>
                <a:gd name="csX3" fmla="*/ 0 w 213820"/>
                <a:gd name="csY3" fmla="*/ 197274 h 371419"/>
                <a:gd name="csX4" fmla="*/ 19120 w 213820"/>
                <a:gd name="csY4" fmla="*/ 182403 h 371419"/>
                <a:gd name="csX5" fmla="*/ 138310 w 213820"/>
                <a:gd name="csY5" fmla="*/ 92657 h 371419"/>
                <a:gd name="csX6" fmla="*/ 152643 w 213820"/>
                <a:gd name="csY6" fmla="*/ 35441 h 371419"/>
                <a:gd name="csX7" fmla="*/ 150658 w 213820"/>
                <a:gd name="csY7" fmla="*/ 20853 h 371419"/>
                <a:gd name="csX8" fmla="*/ 160369 w 213820"/>
                <a:gd name="csY8" fmla="*/ 19300 h 371419"/>
                <a:gd name="csX9" fmla="*/ 171671 w 213820"/>
                <a:gd name="csY9" fmla="*/ 15173 h 371419"/>
                <a:gd name="csX10" fmla="*/ 158173 w 213820"/>
                <a:gd name="csY10" fmla="*/ 10308 h 371419"/>
                <a:gd name="csX11" fmla="*/ 132945 w 213820"/>
                <a:gd name="csY11" fmla="*/ 8975 h 371419"/>
                <a:gd name="csX12" fmla="*/ 120037 w 213820"/>
                <a:gd name="csY12" fmla="*/ 5453 h 371419"/>
                <a:gd name="csX13" fmla="*/ 136817 w 213820"/>
                <a:gd name="csY13" fmla="*/ 5689 h 371419"/>
                <a:gd name="csX14" fmla="*/ 168222 w 213820"/>
                <a:gd name="csY14" fmla="*/ 2321 h 371419"/>
                <a:gd name="csX15" fmla="*/ 193336 w 213820"/>
                <a:gd name="csY15" fmla="*/ 5657 h 371419"/>
                <a:gd name="csX16" fmla="*/ 207546 w 213820"/>
                <a:gd name="csY16" fmla="*/ 12598 h 371419"/>
                <a:gd name="csX17" fmla="*/ 213132 w 213820"/>
                <a:gd name="csY17" fmla="*/ 30004 h 371419"/>
                <a:gd name="csX18" fmla="*/ 187630 w 213820"/>
                <a:gd name="csY18" fmla="*/ 96831 h 371419"/>
                <a:gd name="csX19" fmla="*/ 176562 w 213820"/>
                <a:gd name="csY19" fmla="*/ 115211 h 371419"/>
                <a:gd name="csX20" fmla="*/ 172870 w 213820"/>
                <a:gd name="csY20" fmla="*/ 123601 h 371419"/>
                <a:gd name="csX21" fmla="*/ 166261 w 213820"/>
                <a:gd name="csY21" fmla="*/ 157642 h 371419"/>
                <a:gd name="csX22" fmla="*/ 166219 w 213820"/>
                <a:gd name="csY22" fmla="*/ 169421 h 371419"/>
                <a:gd name="csX23" fmla="*/ 156436 w 213820"/>
                <a:gd name="csY23" fmla="*/ 177166 h 371419"/>
                <a:gd name="csX24" fmla="*/ 152486 w 213820"/>
                <a:gd name="csY24" fmla="*/ 184910 h 371419"/>
                <a:gd name="csX25" fmla="*/ 149724 w 213820"/>
                <a:gd name="csY25" fmla="*/ 180392 h 371419"/>
                <a:gd name="csX26" fmla="*/ 150673 w 213820"/>
                <a:gd name="csY26" fmla="*/ 190434 h 371419"/>
                <a:gd name="csX27" fmla="*/ 157540 w 213820"/>
                <a:gd name="csY27" fmla="*/ 189342 h 371419"/>
                <a:gd name="csX28" fmla="*/ 164336 w 213820"/>
                <a:gd name="csY28" fmla="*/ 186648 h 371419"/>
                <a:gd name="csX29" fmla="*/ 167794 w 213820"/>
                <a:gd name="csY29" fmla="*/ 183969 h 371419"/>
                <a:gd name="csX30" fmla="*/ 171021 w 213820"/>
                <a:gd name="csY30" fmla="*/ 181048 h 371419"/>
                <a:gd name="csX31" fmla="*/ 159467 w 213820"/>
                <a:gd name="csY31" fmla="*/ 208029 h 371419"/>
                <a:gd name="csX32" fmla="*/ 153370 w 213820"/>
                <a:gd name="csY32" fmla="*/ 220699 h 371419"/>
                <a:gd name="csX33" fmla="*/ 158583 w 213820"/>
                <a:gd name="csY33" fmla="*/ 221050 h 371419"/>
                <a:gd name="csX34" fmla="*/ 167434 w 213820"/>
                <a:gd name="csY34" fmla="*/ 216533 h 371419"/>
                <a:gd name="csX35" fmla="*/ 167794 w 213820"/>
                <a:gd name="csY35" fmla="*/ 224277 h 371419"/>
                <a:gd name="csX36" fmla="*/ 162477 w 213820"/>
                <a:gd name="csY36" fmla="*/ 240411 h 371419"/>
                <a:gd name="csX37" fmla="*/ 159980 w 213820"/>
                <a:gd name="csY37" fmla="*/ 264290 h 371419"/>
                <a:gd name="csX38" fmla="*/ 154702 w 213820"/>
                <a:gd name="csY38" fmla="*/ 297848 h 371419"/>
                <a:gd name="csX39" fmla="*/ 147143 w 213820"/>
                <a:gd name="csY39" fmla="*/ 319016 h 371419"/>
                <a:gd name="csX40" fmla="*/ 144561 w 213820"/>
                <a:gd name="csY40" fmla="*/ 314628 h 371419"/>
                <a:gd name="csX41" fmla="*/ 142397 w 213820"/>
                <a:gd name="csY41" fmla="*/ 312692 h 371419"/>
                <a:gd name="csX42" fmla="*/ 133654 w 213820"/>
                <a:gd name="csY42" fmla="*/ 296518 h 371419"/>
                <a:gd name="csX43" fmla="*/ 127870 w 213820"/>
                <a:gd name="csY43" fmla="*/ 279915 h 371419"/>
                <a:gd name="csX44" fmla="*/ 129246 w 213820"/>
                <a:gd name="csY44" fmla="*/ 255255 h 371419"/>
                <a:gd name="csX45" fmla="*/ 125242 w 213820"/>
                <a:gd name="csY45" fmla="*/ 260285 h 371419"/>
                <a:gd name="csX46" fmla="*/ 118479 w 213820"/>
                <a:gd name="csY46" fmla="*/ 266956 h 371419"/>
                <a:gd name="csX47" fmla="*/ 115990 w 213820"/>
                <a:gd name="csY47" fmla="*/ 271823 h 371419"/>
                <a:gd name="csX48" fmla="*/ 103625 w 213820"/>
                <a:gd name="csY48" fmla="*/ 299151 h 371419"/>
                <a:gd name="csX49" fmla="*/ 93086 w 213820"/>
                <a:gd name="csY49" fmla="*/ 304140 h 371419"/>
                <a:gd name="csX50" fmla="*/ 86910 w 213820"/>
                <a:gd name="csY50" fmla="*/ 313522 h 371419"/>
                <a:gd name="csX51" fmla="*/ 79326 w 213820"/>
                <a:gd name="csY51" fmla="*/ 328399 h 371419"/>
                <a:gd name="csX52" fmla="*/ 69895 w 213820"/>
                <a:gd name="csY52" fmla="*/ 347747 h 371419"/>
                <a:gd name="csX53" fmla="*/ 51629 w 213820"/>
                <a:gd name="csY53" fmla="*/ 357222 h 371419"/>
                <a:gd name="csX54" fmla="*/ 36622 w 213820"/>
                <a:gd name="csY54" fmla="*/ 363051 h 371419"/>
                <a:gd name="csX55" fmla="*/ 27100 w 213820"/>
                <a:gd name="csY55" fmla="*/ 371420 h 371419"/>
                <a:gd name="csX56" fmla="*/ 16950 w 213820"/>
                <a:gd name="csY56" fmla="*/ 360449 h 3714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Lst>
              <a:rect l="l" t="t" r="r" b="b"/>
              <a:pathLst>
                <a:path w="213820" h="371419">
                  <a:moveTo>
                    <a:pt x="16950" y="360449"/>
                  </a:moveTo>
                  <a:cubicBezTo>
                    <a:pt x="16160" y="354414"/>
                    <a:pt x="13687" y="326244"/>
                    <a:pt x="11453" y="297848"/>
                  </a:cubicBezTo>
                  <a:cubicBezTo>
                    <a:pt x="9219" y="269452"/>
                    <a:pt x="5728" y="235487"/>
                    <a:pt x="3696" y="222369"/>
                  </a:cubicBezTo>
                  <a:cubicBezTo>
                    <a:pt x="1663" y="209251"/>
                    <a:pt x="0" y="197958"/>
                    <a:pt x="0" y="197274"/>
                  </a:cubicBezTo>
                  <a:cubicBezTo>
                    <a:pt x="0" y="196590"/>
                    <a:pt x="8604" y="189898"/>
                    <a:pt x="19120" y="182403"/>
                  </a:cubicBezTo>
                  <a:cubicBezTo>
                    <a:pt x="45138" y="163860"/>
                    <a:pt x="131668" y="98706"/>
                    <a:pt x="138310" y="92657"/>
                  </a:cubicBezTo>
                  <a:cubicBezTo>
                    <a:pt x="147047" y="84700"/>
                    <a:pt x="155017" y="52884"/>
                    <a:pt x="152643" y="35441"/>
                  </a:cubicBezTo>
                  <a:lnTo>
                    <a:pt x="150658" y="20853"/>
                  </a:lnTo>
                  <a:lnTo>
                    <a:pt x="160369" y="19300"/>
                  </a:lnTo>
                  <a:cubicBezTo>
                    <a:pt x="165710" y="18446"/>
                    <a:pt x="170796" y="16589"/>
                    <a:pt x="171671" y="15173"/>
                  </a:cubicBezTo>
                  <a:cubicBezTo>
                    <a:pt x="174939" y="9885"/>
                    <a:pt x="170188" y="8173"/>
                    <a:pt x="158173" y="10308"/>
                  </a:cubicBezTo>
                  <a:cubicBezTo>
                    <a:pt x="149606" y="11830"/>
                    <a:pt x="141919" y="11424"/>
                    <a:pt x="132945" y="8975"/>
                  </a:cubicBezTo>
                  <a:lnTo>
                    <a:pt x="120037" y="5453"/>
                  </a:lnTo>
                  <a:lnTo>
                    <a:pt x="136817" y="5689"/>
                  </a:lnTo>
                  <a:cubicBezTo>
                    <a:pt x="146045" y="5819"/>
                    <a:pt x="160178" y="4304"/>
                    <a:pt x="168222" y="2321"/>
                  </a:cubicBezTo>
                  <a:cubicBezTo>
                    <a:pt x="182583" y="-1218"/>
                    <a:pt x="183037" y="-1158"/>
                    <a:pt x="193336" y="5657"/>
                  </a:cubicBezTo>
                  <a:cubicBezTo>
                    <a:pt x="199104" y="9475"/>
                    <a:pt x="205499" y="12598"/>
                    <a:pt x="207546" y="12598"/>
                  </a:cubicBezTo>
                  <a:cubicBezTo>
                    <a:pt x="210236" y="12598"/>
                    <a:pt x="211785" y="17427"/>
                    <a:pt x="213132" y="30004"/>
                  </a:cubicBezTo>
                  <a:cubicBezTo>
                    <a:pt x="216062" y="57367"/>
                    <a:pt x="210014" y="73217"/>
                    <a:pt x="187630" y="96831"/>
                  </a:cubicBezTo>
                  <a:cubicBezTo>
                    <a:pt x="182422" y="102326"/>
                    <a:pt x="177441" y="110596"/>
                    <a:pt x="176562" y="115211"/>
                  </a:cubicBezTo>
                  <a:cubicBezTo>
                    <a:pt x="175683" y="119825"/>
                    <a:pt x="174022" y="123601"/>
                    <a:pt x="172870" y="123601"/>
                  </a:cubicBezTo>
                  <a:cubicBezTo>
                    <a:pt x="168512" y="123601"/>
                    <a:pt x="164964" y="141879"/>
                    <a:pt x="166261" y="157642"/>
                  </a:cubicBezTo>
                  <a:cubicBezTo>
                    <a:pt x="166999" y="166605"/>
                    <a:pt x="166980" y="171906"/>
                    <a:pt x="166219" y="169421"/>
                  </a:cubicBezTo>
                  <a:cubicBezTo>
                    <a:pt x="163842" y="161666"/>
                    <a:pt x="160352" y="164428"/>
                    <a:pt x="156436" y="177166"/>
                  </a:cubicBezTo>
                  <a:cubicBezTo>
                    <a:pt x="154362" y="183910"/>
                    <a:pt x="152584" y="187395"/>
                    <a:pt x="152486" y="184910"/>
                  </a:cubicBezTo>
                  <a:cubicBezTo>
                    <a:pt x="152387" y="182425"/>
                    <a:pt x="151144" y="180392"/>
                    <a:pt x="149724" y="180392"/>
                  </a:cubicBezTo>
                  <a:cubicBezTo>
                    <a:pt x="145947" y="180392"/>
                    <a:pt x="146574" y="187032"/>
                    <a:pt x="150673" y="190434"/>
                  </a:cubicBezTo>
                  <a:cubicBezTo>
                    <a:pt x="153362" y="192666"/>
                    <a:pt x="154997" y="192406"/>
                    <a:pt x="157540" y="189342"/>
                  </a:cubicBezTo>
                  <a:cubicBezTo>
                    <a:pt x="159375" y="187130"/>
                    <a:pt x="162434" y="185918"/>
                    <a:pt x="164336" y="186648"/>
                  </a:cubicBezTo>
                  <a:cubicBezTo>
                    <a:pt x="166311" y="187405"/>
                    <a:pt x="167794" y="186256"/>
                    <a:pt x="167794" y="183969"/>
                  </a:cubicBezTo>
                  <a:cubicBezTo>
                    <a:pt x="167794" y="181765"/>
                    <a:pt x="169246" y="180451"/>
                    <a:pt x="171021" y="181048"/>
                  </a:cubicBezTo>
                  <a:cubicBezTo>
                    <a:pt x="178588" y="183594"/>
                    <a:pt x="167396" y="209728"/>
                    <a:pt x="159467" y="208029"/>
                  </a:cubicBezTo>
                  <a:cubicBezTo>
                    <a:pt x="155365" y="207150"/>
                    <a:pt x="151352" y="215489"/>
                    <a:pt x="153370" y="220699"/>
                  </a:cubicBezTo>
                  <a:cubicBezTo>
                    <a:pt x="155154" y="225305"/>
                    <a:pt x="155436" y="225324"/>
                    <a:pt x="158583" y="221050"/>
                  </a:cubicBezTo>
                  <a:cubicBezTo>
                    <a:pt x="160413" y="218566"/>
                    <a:pt x="164395" y="216533"/>
                    <a:pt x="167434" y="216533"/>
                  </a:cubicBezTo>
                  <a:cubicBezTo>
                    <a:pt x="174275" y="216533"/>
                    <a:pt x="174331" y="217740"/>
                    <a:pt x="167794" y="224277"/>
                  </a:cubicBezTo>
                  <a:cubicBezTo>
                    <a:pt x="164323" y="227748"/>
                    <a:pt x="162581" y="233035"/>
                    <a:pt x="162477" y="240411"/>
                  </a:cubicBezTo>
                  <a:cubicBezTo>
                    <a:pt x="162393" y="246445"/>
                    <a:pt x="161269" y="257191"/>
                    <a:pt x="159980" y="264290"/>
                  </a:cubicBezTo>
                  <a:cubicBezTo>
                    <a:pt x="158691" y="271389"/>
                    <a:pt x="156316" y="286490"/>
                    <a:pt x="154702" y="297848"/>
                  </a:cubicBezTo>
                  <a:cubicBezTo>
                    <a:pt x="152051" y="316511"/>
                    <a:pt x="147143" y="330254"/>
                    <a:pt x="147143" y="319016"/>
                  </a:cubicBezTo>
                  <a:cubicBezTo>
                    <a:pt x="147143" y="316603"/>
                    <a:pt x="145981" y="314628"/>
                    <a:pt x="144561" y="314628"/>
                  </a:cubicBezTo>
                  <a:cubicBezTo>
                    <a:pt x="143141" y="314628"/>
                    <a:pt x="142167" y="313757"/>
                    <a:pt x="142397" y="312692"/>
                  </a:cubicBezTo>
                  <a:cubicBezTo>
                    <a:pt x="143282" y="308582"/>
                    <a:pt x="136781" y="296556"/>
                    <a:pt x="133654" y="296518"/>
                  </a:cubicBezTo>
                  <a:cubicBezTo>
                    <a:pt x="125264" y="296417"/>
                    <a:pt x="123998" y="292782"/>
                    <a:pt x="127870" y="279915"/>
                  </a:cubicBezTo>
                  <a:cubicBezTo>
                    <a:pt x="132191" y="265558"/>
                    <a:pt x="132766" y="255255"/>
                    <a:pt x="129246" y="255255"/>
                  </a:cubicBezTo>
                  <a:cubicBezTo>
                    <a:pt x="127923" y="255255"/>
                    <a:pt x="126121" y="257518"/>
                    <a:pt x="125242" y="260285"/>
                  </a:cubicBezTo>
                  <a:cubicBezTo>
                    <a:pt x="124364" y="263052"/>
                    <a:pt x="121321" y="266054"/>
                    <a:pt x="118479" y="266956"/>
                  </a:cubicBezTo>
                  <a:cubicBezTo>
                    <a:pt x="114695" y="268157"/>
                    <a:pt x="114029" y="269460"/>
                    <a:pt x="115990" y="271823"/>
                  </a:cubicBezTo>
                  <a:cubicBezTo>
                    <a:pt x="120178" y="276868"/>
                    <a:pt x="111817" y="295346"/>
                    <a:pt x="103625" y="299151"/>
                  </a:cubicBezTo>
                  <a:cubicBezTo>
                    <a:pt x="99874" y="300894"/>
                    <a:pt x="95131" y="303139"/>
                    <a:pt x="93086" y="304140"/>
                  </a:cubicBezTo>
                  <a:cubicBezTo>
                    <a:pt x="91041" y="305142"/>
                    <a:pt x="88261" y="309364"/>
                    <a:pt x="86910" y="313522"/>
                  </a:cubicBezTo>
                  <a:cubicBezTo>
                    <a:pt x="85558" y="317680"/>
                    <a:pt x="82145" y="324374"/>
                    <a:pt x="79326" y="328399"/>
                  </a:cubicBezTo>
                  <a:cubicBezTo>
                    <a:pt x="76507" y="332423"/>
                    <a:pt x="72263" y="341130"/>
                    <a:pt x="69895" y="347747"/>
                  </a:cubicBezTo>
                  <a:cubicBezTo>
                    <a:pt x="65145" y="361024"/>
                    <a:pt x="59224" y="364095"/>
                    <a:pt x="51629" y="357222"/>
                  </a:cubicBezTo>
                  <a:cubicBezTo>
                    <a:pt x="44314" y="350602"/>
                    <a:pt x="37572" y="353221"/>
                    <a:pt x="36622" y="363051"/>
                  </a:cubicBezTo>
                  <a:cubicBezTo>
                    <a:pt x="35885" y="370676"/>
                    <a:pt x="35039" y="371420"/>
                    <a:pt x="27100" y="371420"/>
                  </a:cubicBezTo>
                  <a:cubicBezTo>
                    <a:pt x="18795" y="371420"/>
                    <a:pt x="18319" y="370905"/>
                    <a:pt x="16950" y="360449"/>
                  </a:cubicBezTo>
                  <a:close/>
                </a:path>
              </a:pathLst>
            </a:custGeom>
            <a:solidFill>
              <a:srgbClr val="B9B9B9"/>
            </a:solidFill>
            <a:ln w="5163" cap="flat">
              <a:noFill/>
              <a:prstDash val="solid"/>
              <a:miter/>
            </a:ln>
          </p:spPr>
          <p:txBody>
            <a:bodyPr/>
            <a:lstStyle/>
            <a:p>
              <a:endParaRPr lang="es-419" noProof="0" dirty="0"/>
            </a:p>
          </p:txBody>
        </p:sp>
        <p:sp>
          <p:nvSpPr>
            <p:cNvPr id="80" name="Forma libre: forma 79">
              <a:extLst>
                <a:ext uri="{FF2B5EF4-FFF2-40B4-BE49-F238E27FC236}">
                  <a16:creationId xmlns:a16="http://schemas.microsoft.com/office/drawing/2014/main" id="{5BCECF61-8ED4-E869-D5E7-90003D3347B1}"/>
                </a:ext>
              </a:extLst>
            </p:cNvPr>
            <p:cNvSpPr/>
            <p:nvPr/>
          </p:nvSpPr>
          <p:spPr>
            <a:xfrm>
              <a:off x="2598432" y="2301328"/>
              <a:ext cx="4301" cy="5162"/>
            </a:xfrm>
            <a:custGeom>
              <a:avLst/>
              <a:gdLst>
                <a:gd name="csX0" fmla="*/ 429 w 4301"/>
                <a:gd name="csY0" fmla="*/ 2581 h 5162"/>
                <a:gd name="csX1" fmla="*/ 1567 w 4301"/>
                <a:gd name="csY1" fmla="*/ 0 h 5162"/>
                <a:gd name="csX2" fmla="*/ 4301 w 4301"/>
                <a:gd name="csY2" fmla="*/ 2581 h 5162"/>
                <a:gd name="csX3" fmla="*/ 3163 w 4301"/>
                <a:gd name="csY3" fmla="*/ 5163 h 5162"/>
                <a:gd name="csX4" fmla="*/ 429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429" y="2581"/>
                  </a:moveTo>
                  <a:cubicBezTo>
                    <a:pt x="-448" y="1162"/>
                    <a:pt x="64" y="0"/>
                    <a:pt x="1567" y="0"/>
                  </a:cubicBezTo>
                  <a:cubicBezTo>
                    <a:pt x="3071" y="0"/>
                    <a:pt x="4301" y="1162"/>
                    <a:pt x="4301" y="2581"/>
                  </a:cubicBezTo>
                  <a:cubicBezTo>
                    <a:pt x="4301" y="4001"/>
                    <a:pt x="3789" y="5163"/>
                    <a:pt x="3163" y="5163"/>
                  </a:cubicBezTo>
                  <a:cubicBezTo>
                    <a:pt x="2537" y="5163"/>
                    <a:pt x="1307" y="4001"/>
                    <a:pt x="429" y="2581"/>
                  </a:cubicBezTo>
                  <a:close/>
                </a:path>
              </a:pathLst>
            </a:custGeom>
            <a:solidFill>
              <a:srgbClr val="B9B9B9"/>
            </a:solidFill>
            <a:ln w="5163" cap="flat">
              <a:noFill/>
              <a:prstDash val="solid"/>
              <a:miter/>
            </a:ln>
          </p:spPr>
          <p:txBody>
            <a:bodyPr/>
            <a:lstStyle/>
            <a:p>
              <a:endParaRPr lang="es-419" noProof="0" dirty="0"/>
            </a:p>
          </p:txBody>
        </p:sp>
        <p:sp>
          <p:nvSpPr>
            <p:cNvPr id="81" name="Forma libre: forma 80">
              <a:extLst>
                <a:ext uri="{FF2B5EF4-FFF2-40B4-BE49-F238E27FC236}">
                  <a16:creationId xmlns:a16="http://schemas.microsoft.com/office/drawing/2014/main" id="{84D951B9-AF71-4EDC-C357-A9268B6980E5}"/>
                </a:ext>
              </a:extLst>
            </p:cNvPr>
            <p:cNvSpPr/>
            <p:nvPr/>
          </p:nvSpPr>
          <p:spPr>
            <a:xfrm>
              <a:off x="2631714" y="2178527"/>
              <a:ext cx="22197" cy="31992"/>
            </a:xfrm>
            <a:custGeom>
              <a:avLst/>
              <a:gdLst>
                <a:gd name="csX0" fmla="*/ 471 w 22197"/>
                <a:gd name="csY0" fmla="*/ 28899 h 31992"/>
                <a:gd name="csX1" fmla="*/ 9355 w 22197"/>
                <a:gd name="csY1" fmla="*/ 4976 h 31992"/>
                <a:gd name="csX2" fmla="*/ 18130 w 22197"/>
                <a:gd name="csY2" fmla="*/ 1262 h 31992"/>
                <a:gd name="csX3" fmla="*/ 15361 w 22197"/>
                <a:gd name="csY3" fmla="*/ 16772 h 31992"/>
                <a:gd name="csX4" fmla="*/ 471 w 22197"/>
                <a:gd name="csY4" fmla="*/ 28899 h 31992"/>
              </a:gdLst>
              <a:ahLst/>
              <a:cxnLst>
                <a:cxn ang="0">
                  <a:pos x="csX0" y="csY0"/>
                </a:cxn>
                <a:cxn ang="0">
                  <a:pos x="csX1" y="csY1"/>
                </a:cxn>
                <a:cxn ang="0">
                  <a:pos x="csX2" y="csY2"/>
                </a:cxn>
                <a:cxn ang="0">
                  <a:pos x="csX3" y="csY3"/>
                </a:cxn>
                <a:cxn ang="0">
                  <a:pos x="csX4" y="csY4"/>
                </a:cxn>
              </a:cxnLst>
              <a:rect l="l" t="t" r="r" b="b"/>
              <a:pathLst>
                <a:path w="22197" h="31992">
                  <a:moveTo>
                    <a:pt x="471" y="28899"/>
                  </a:moveTo>
                  <a:cubicBezTo>
                    <a:pt x="-1762" y="23078"/>
                    <a:pt x="4399" y="6487"/>
                    <a:pt x="9355" y="4976"/>
                  </a:cubicBezTo>
                  <a:cubicBezTo>
                    <a:pt x="11697" y="4262"/>
                    <a:pt x="15646" y="2591"/>
                    <a:pt x="18130" y="1262"/>
                  </a:cubicBezTo>
                  <a:cubicBezTo>
                    <a:pt x="24115" y="-1937"/>
                    <a:pt x="23741" y="160"/>
                    <a:pt x="15361" y="16772"/>
                  </a:cubicBezTo>
                  <a:cubicBezTo>
                    <a:pt x="7920" y="31524"/>
                    <a:pt x="3013" y="35521"/>
                    <a:pt x="471" y="28899"/>
                  </a:cubicBezTo>
                  <a:close/>
                </a:path>
              </a:pathLst>
            </a:custGeom>
            <a:solidFill>
              <a:srgbClr val="B9B9B9"/>
            </a:solidFill>
            <a:ln w="5163" cap="flat">
              <a:noFill/>
              <a:prstDash val="solid"/>
              <a:miter/>
            </a:ln>
          </p:spPr>
          <p:txBody>
            <a:bodyPr/>
            <a:lstStyle/>
            <a:p>
              <a:endParaRPr lang="es-419" noProof="0" dirty="0"/>
            </a:p>
          </p:txBody>
        </p:sp>
        <p:sp>
          <p:nvSpPr>
            <p:cNvPr id="82" name="Forma libre: forma 81">
              <a:extLst>
                <a:ext uri="{FF2B5EF4-FFF2-40B4-BE49-F238E27FC236}">
                  <a16:creationId xmlns:a16="http://schemas.microsoft.com/office/drawing/2014/main" id="{0A27D0A3-40D2-DA73-867B-2AA6FB00DED3}"/>
                </a:ext>
              </a:extLst>
            </p:cNvPr>
            <p:cNvSpPr/>
            <p:nvPr/>
          </p:nvSpPr>
          <p:spPr>
            <a:xfrm>
              <a:off x="2646618" y="2128371"/>
              <a:ext cx="5162" cy="6756"/>
            </a:xfrm>
            <a:custGeom>
              <a:avLst/>
              <a:gdLst>
                <a:gd name="csX0" fmla="*/ 0 w 5162"/>
                <a:gd name="csY0" fmla="*/ 4025 h 6756"/>
                <a:gd name="csX1" fmla="*/ 2581 w 5162"/>
                <a:gd name="csY1" fmla="*/ 0 h 6756"/>
                <a:gd name="csX2" fmla="*/ 5163 w 5162"/>
                <a:gd name="csY2" fmla="*/ 2429 h 6756"/>
                <a:gd name="csX3" fmla="*/ 2581 w 5162"/>
                <a:gd name="csY3" fmla="*/ 6454 h 6756"/>
                <a:gd name="csX4" fmla="*/ 0 w 5162"/>
                <a:gd name="csY4" fmla="*/ 4025 h 6756"/>
              </a:gdLst>
              <a:ahLst/>
              <a:cxnLst>
                <a:cxn ang="0">
                  <a:pos x="csX0" y="csY0"/>
                </a:cxn>
                <a:cxn ang="0">
                  <a:pos x="csX1" y="csY1"/>
                </a:cxn>
                <a:cxn ang="0">
                  <a:pos x="csX2" y="csY2"/>
                </a:cxn>
                <a:cxn ang="0">
                  <a:pos x="csX3" y="csY3"/>
                </a:cxn>
                <a:cxn ang="0">
                  <a:pos x="csX4" y="csY4"/>
                </a:cxn>
              </a:cxnLst>
              <a:rect l="l" t="t" r="r" b="b"/>
              <a:pathLst>
                <a:path w="5162" h="6756">
                  <a:moveTo>
                    <a:pt x="0" y="4025"/>
                  </a:moveTo>
                  <a:cubicBezTo>
                    <a:pt x="0" y="1811"/>
                    <a:pt x="1162" y="0"/>
                    <a:pt x="2581" y="0"/>
                  </a:cubicBezTo>
                  <a:cubicBezTo>
                    <a:pt x="4001" y="0"/>
                    <a:pt x="5163" y="1093"/>
                    <a:pt x="5163" y="2429"/>
                  </a:cubicBezTo>
                  <a:cubicBezTo>
                    <a:pt x="5163" y="3765"/>
                    <a:pt x="4001" y="5576"/>
                    <a:pt x="2581" y="6454"/>
                  </a:cubicBezTo>
                  <a:cubicBezTo>
                    <a:pt x="1162" y="7331"/>
                    <a:pt x="0" y="6238"/>
                    <a:pt x="0" y="4025"/>
                  </a:cubicBezTo>
                  <a:close/>
                </a:path>
              </a:pathLst>
            </a:custGeom>
            <a:solidFill>
              <a:srgbClr val="B9B9B9"/>
            </a:solidFill>
            <a:ln w="5163" cap="flat">
              <a:noFill/>
              <a:prstDash val="solid"/>
              <a:miter/>
            </a:ln>
          </p:spPr>
          <p:txBody>
            <a:bodyPr/>
            <a:lstStyle/>
            <a:p>
              <a:endParaRPr lang="es-419" noProof="0" dirty="0"/>
            </a:p>
          </p:txBody>
        </p:sp>
        <p:sp>
          <p:nvSpPr>
            <p:cNvPr id="83" name="Forma libre: forma 82">
              <a:extLst>
                <a:ext uri="{FF2B5EF4-FFF2-40B4-BE49-F238E27FC236}">
                  <a16:creationId xmlns:a16="http://schemas.microsoft.com/office/drawing/2014/main" id="{70D266F0-2A24-8EE3-ED2D-4BE514F5F13D}"/>
                </a:ext>
              </a:extLst>
            </p:cNvPr>
            <p:cNvSpPr/>
            <p:nvPr/>
          </p:nvSpPr>
          <p:spPr>
            <a:xfrm>
              <a:off x="2646618" y="2110301"/>
              <a:ext cx="4301" cy="5162"/>
            </a:xfrm>
            <a:custGeom>
              <a:avLst/>
              <a:gdLst>
                <a:gd name="csX0" fmla="*/ 0 w 4301"/>
                <a:gd name="csY0" fmla="*/ 2581 h 5162"/>
                <a:gd name="csX1" fmla="*/ 1138 w 4301"/>
                <a:gd name="csY1" fmla="*/ 0 h 5162"/>
                <a:gd name="csX2" fmla="*/ 3872 w 4301"/>
                <a:gd name="csY2" fmla="*/ 2581 h 5162"/>
                <a:gd name="csX3" fmla="*/ 2734 w 4301"/>
                <a:gd name="csY3" fmla="*/ 5163 h 5162"/>
                <a:gd name="csX4" fmla="*/ 0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0" y="2581"/>
                  </a:moveTo>
                  <a:cubicBezTo>
                    <a:pt x="0" y="1162"/>
                    <a:pt x="512" y="0"/>
                    <a:pt x="1138" y="0"/>
                  </a:cubicBezTo>
                  <a:cubicBezTo>
                    <a:pt x="1765" y="0"/>
                    <a:pt x="2995" y="1162"/>
                    <a:pt x="3872" y="2581"/>
                  </a:cubicBezTo>
                  <a:cubicBezTo>
                    <a:pt x="4750" y="4001"/>
                    <a:pt x="4237" y="5163"/>
                    <a:pt x="2734" y="5163"/>
                  </a:cubicBezTo>
                  <a:cubicBezTo>
                    <a:pt x="1230" y="5163"/>
                    <a:pt x="0" y="4001"/>
                    <a:pt x="0" y="2581"/>
                  </a:cubicBezTo>
                  <a:close/>
                </a:path>
              </a:pathLst>
            </a:custGeom>
            <a:solidFill>
              <a:srgbClr val="B9B9B9"/>
            </a:solidFill>
            <a:ln w="5163" cap="flat">
              <a:noFill/>
              <a:prstDash val="solid"/>
              <a:miter/>
            </a:ln>
          </p:spPr>
          <p:txBody>
            <a:bodyPr/>
            <a:lstStyle/>
            <a:p>
              <a:endParaRPr lang="es-419" noProof="0" dirty="0"/>
            </a:p>
          </p:txBody>
        </p:sp>
      </p:grpSp>
      <p:grpSp>
        <p:nvGrpSpPr>
          <p:cNvPr id="84" name="Gráfico 39">
            <a:extLst>
              <a:ext uri="{FF2B5EF4-FFF2-40B4-BE49-F238E27FC236}">
                <a16:creationId xmlns:a16="http://schemas.microsoft.com/office/drawing/2014/main" id="{DEFDBA22-2989-3267-1556-62B3C34E45A8}"/>
              </a:ext>
            </a:extLst>
          </p:cNvPr>
          <p:cNvGrpSpPr/>
          <p:nvPr/>
        </p:nvGrpSpPr>
        <p:grpSpPr>
          <a:xfrm>
            <a:off x="924790" y="1999612"/>
            <a:ext cx="235561" cy="223008"/>
            <a:chOff x="924790" y="1999612"/>
            <a:chExt cx="235561" cy="223008"/>
          </a:xfrm>
          <a:solidFill>
            <a:srgbClr val="B9B9B9"/>
          </a:solidFill>
        </p:grpSpPr>
        <p:sp>
          <p:nvSpPr>
            <p:cNvPr id="85" name="Forma libre: forma 84">
              <a:extLst>
                <a:ext uri="{FF2B5EF4-FFF2-40B4-BE49-F238E27FC236}">
                  <a16:creationId xmlns:a16="http://schemas.microsoft.com/office/drawing/2014/main" id="{5886DACD-2FBE-CDA5-38DE-10ACB6747AA6}"/>
                </a:ext>
              </a:extLst>
            </p:cNvPr>
            <p:cNvSpPr/>
            <p:nvPr/>
          </p:nvSpPr>
          <p:spPr>
            <a:xfrm>
              <a:off x="1018216" y="1999612"/>
              <a:ext cx="142135" cy="223008"/>
            </a:xfrm>
            <a:custGeom>
              <a:avLst/>
              <a:gdLst>
                <a:gd name="csX0" fmla="*/ 33142 w 142135"/>
                <a:gd name="csY0" fmla="*/ 222624 h 223008"/>
                <a:gd name="csX1" fmla="*/ 24030 w 142135"/>
                <a:gd name="csY1" fmla="*/ 217989 h 223008"/>
                <a:gd name="csX2" fmla="*/ 15077 w 142135"/>
                <a:gd name="csY2" fmla="*/ 214475 h 223008"/>
                <a:gd name="csX3" fmla="*/ 28065 w 142135"/>
                <a:gd name="csY3" fmla="*/ 199749 h 223008"/>
                <a:gd name="csX4" fmla="*/ 39623 w 142135"/>
                <a:gd name="csY4" fmla="*/ 181324 h 223008"/>
                <a:gd name="csX5" fmla="*/ 40552 w 142135"/>
                <a:gd name="csY5" fmla="*/ 163618 h 223008"/>
                <a:gd name="csX6" fmla="*/ 38270 w 142135"/>
                <a:gd name="csY6" fmla="*/ 146871 h 223008"/>
                <a:gd name="csX7" fmla="*/ 31342 w 142135"/>
                <a:gd name="csY7" fmla="*/ 141344 h 223008"/>
                <a:gd name="csX8" fmla="*/ 23064 w 142135"/>
                <a:gd name="csY8" fmla="*/ 130695 h 223008"/>
                <a:gd name="csX9" fmla="*/ 21238 w 142135"/>
                <a:gd name="csY9" fmla="*/ 121015 h 223008"/>
                <a:gd name="csX10" fmla="*/ 21448 w 142135"/>
                <a:gd name="csY10" fmla="*/ 110689 h 223008"/>
                <a:gd name="csX11" fmla="*/ 17417 w 142135"/>
                <a:gd name="csY11" fmla="*/ 113600 h 223008"/>
                <a:gd name="csX12" fmla="*/ 6090 w 142135"/>
                <a:gd name="csY12" fmla="*/ 75839 h 223008"/>
                <a:gd name="csX13" fmla="*/ 446 w 142135"/>
                <a:gd name="csY13" fmla="*/ 49379 h 223008"/>
                <a:gd name="csX14" fmla="*/ 1787 w 142135"/>
                <a:gd name="csY14" fmla="*/ 43571 h 223008"/>
                <a:gd name="csX15" fmla="*/ 4669 w 142135"/>
                <a:gd name="csY15" fmla="*/ 50173 h 223008"/>
                <a:gd name="csX16" fmla="*/ 15640 w 142135"/>
                <a:gd name="csY16" fmla="*/ 55981 h 223008"/>
                <a:gd name="csX17" fmla="*/ 25590 w 142135"/>
                <a:gd name="csY17" fmla="*/ 51315 h 223008"/>
                <a:gd name="csX18" fmla="*/ 21927 w 142135"/>
                <a:gd name="csY18" fmla="*/ 38128 h 223008"/>
                <a:gd name="csX19" fmla="*/ 25126 w 142135"/>
                <a:gd name="csY19" fmla="*/ 20612 h 223008"/>
                <a:gd name="csX20" fmla="*/ 29635 w 142135"/>
                <a:gd name="csY20" fmla="*/ 8944 h 223008"/>
                <a:gd name="csX21" fmla="*/ 56601 w 142135"/>
                <a:gd name="csY21" fmla="*/ 2664 h 223008"/>
                <a:gd name="csX22" fmla="*/ 68014 w 142135"/>
                <a:gd name="csY22" fmla="*/ 14926 h 223008"/>
                <a:gd name="csX23" fmla="*/ 70397 w 142135"/>
                <a:gd name="csY23" fmla="*/ 28730 h 223008"/>
                <a:gd name="csX24" fmla="*/ 64799 w 142135"/>
                <a:gd name="csY24" fmla="*/ 38367 h 223008"/>
                <a:gd name="csX25" fmla="*/ 76515 w 142135"/>
                <a:gd name="csY25" fmla="*/ 47199 h 223008"/>
                <a:gd name="csX26" fmla="*/ 95020 w 142135"/>
                <a:gd name="csY26" fmla="*/ 52596 h 223008"/>
                <a:gd name="csX27" fmla="*/ 116723 w 142135"/>
                <a:gd name="csY27" fmla="*/ 66052 h 223008"/>
                <a:gd name="csX28" fmla="*/ 125419 w 142135"/>
                <a:gd name="csY28" fmla="*/ 64641 h 223008"/>
                <a:gd name="csX29" fmla="*/ 121867 w 142135"/>
                <a:gd name="csY29" fmla="*/ 77984 h 223008"/>
                <a:gd name="csX30" fmla="*/ 126198 w 142135"/>
                <a:gd name="csY30" fmla="*/ 109560 h 223008"/>
                <a:gd name="csX31" fmla="*/ 132452 w 142135"/>
                <a:gd name="csY31" fmla="*/ 130811 h 223008"/>
                <a:gd name="csX32" fmla="*/ 137172 w 142135"/>
                <a:gd name="csY32" fmla="*/ 149525 h 223008"/>
                <a:gd name="csX33" fmla="*/ 126264 w 142135"/>
                <a:gd name="csY33" fmla="*/ 165042 h 223008"/>
                <a:gd name="csX34" fmla="*/ 119713 w 142135"/>
                <a:gd name="csY34" fmla="*/ 162318 h 223008"/>
                <a:gd name="csX35" fmla="*/ 122125 w 142135"/>
                <a:gd name="csY35" fmla="*/ 181310 h 223008"/>
                <a:gd name="csX36" fmla="*/ 122395 w 142135"/>
                <a:gd name="csY36" fmla="*/ 193071 h 223008"/>
                <a:gd name="csX37" fmla="*/ 117050 w 142135"/>
                <a:gd name="csY37" fmla="*/ 205350 h 223008"/>
                <a:gd name="csX38" fmla="*/ 115307 w 142135"/>
                <a:gd name="csY38" fmla="*/ 214639 h 223008"/>
                <a:gd name="csX39" fmla="*/ 105608 w 142135"/>
                <a:gd name="csY39" fmla="*/ 205168 h 223008"/>
                <a:gd name="csX40" fmla="*/ 70306 w 142135"/>
                <a:gd name="csY40" fmla="*/ 198146 h 223008"/>
                <a:gd name="csX41" fmla="*/ 57886 w 142135"/>
                <a:gd name="csY41" fmla="*/ 203581 h 223008"/>
                <a:gd name="csX42" fmla="*/ 42822 w 142135"/>
                <a:gd name="csY42" fmla="*/ 214552 h 223008"/>
                <a:gd name="csX43" fmla="*/ 33142 w 142135"/>
                <a:gd name="csY43" fmla="*/ 222624 h 2230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42135" h="223008">
                  <a:moveTo>
                    <a:pt x="33142" y="222624"/>
                  </a:moveTo>
                  <a:cubicBezTo>
                    <a:pt x="33100" y="221007"/>
                    <a:pt x="28999" y="218922"/>
                    <a:pt x="24030" y="217989"/>
                  </a:cubicBezTo>
                  <a:cubicBezTo>
                    <a:pt x="19061" y="217057"/>
                    <a:pt x="15032" y="215476"/>
                    <a:pt x="15077" y="214475"/>
                  </a:cubicBezTo>
                  <a:cubicBezTo>
                    <a:pt x="15123" y="213475"/>
                    <a:pt x="20967" y="206848"/>
                    <a:pt x="28065" y="199749"/>
                  </a:cubicBezTo>
                  <a:cubicBezTo>
                    <a:pt x="37756" y="190056"/>
                    <a:pt x="40635" y="185467"/>
                    <a:pt x="39623" y="181324"/>
                  </a:cubicBezTo>
                  <a:cubicBezTo>
                    <a:pt x="38882" y="178289"/>
                    <a:pt x="39300" y="170321"/>
                    <a:pt x="40552" y="163618"/>
                  </a:cubicBezTo>
                  <a:cubicBezTo>
                    <a:pt x="42457" y="153420"/>
                    <a:pt x="42085" y="150686"/>
                    <a:pt x="38270" y="146871"/>
                  </a:cubicBezTo>
                  <a:cubicBezTo>
                    <a:pt x="35762" y="144363"/>
                    <a:pt x="32644" y="141876"/>
                    <a:pt x="31342" y="141344"/>
                  </a:cubicBezTo>
                  <a:cubicBezTo>
                    <a:pt x="30039" y="140811"/>
                    <a:pt x="26314" y="136019"/>
                    <a:pt x="23064" y="130695"/>
                  </a:cubicBezTo>
                  <a:cubicBezTo>
                    <a:pt x="18146" y="122638"/>
                    <a:pt x="17840" y="121015"/>
                    <a:pt x="21238" y="121015"/>
                  </a:cubicBezTo>
                  <a:cubicBezTo>
                    <a:pt x="26407" y="121015"/>
                    <a:pt x="26532" y="114908"/>
                    <a:pt x="21448" y="110689"/>
                  </a:cubicBezTo>
                  <a:cubicBezTo>
                    <a:pt x="18195" y="107989"/>
                    <a:pt x="17551" y="108454"/>
                    <a:pt x="17417" y="113600"/>
                  </a:cubicBezTo>
                  <a:cubicBezTo>
                    <a:pt x="17202" y="121855"/>
                    <a:pt x="11362" y="102386"/>
                    <a:pt x="6090" y="75839"/>
                  </a:cubicBezTo>
                  <a:cubicBezTo>
                    <a:pt x="3834" y="64481"/>
                    <a:pt x="1295" y="52574"/>
                    <a:pt x="446" y="49379"/>
                  </a:cubicBezTo>
                  <a:cubicBezTo>
                    <a:pt x="-477" y="45903"/>
                    <a:pt x="61" y="43571"/>
                    <a:pt x="1787" y="43571"/>
                  </a:cubicBezTo>
                  <a:cubicBezTo>
                    <a:pt x="3372" y="43571"/>
                    <a:pt x="4669" y="46542"/>
                    <a:pt x="4669" y="50173"/>
                  </a:cubicBezTo>
                  <a:cubicBezTo>
                    <a:pt x="4669" y="56344"/>
                    <a:pt x="5386" y="56723"/>
                    <a:pt x="15640" y="55981"/>
                  </a:cubicBezTo>
                  <a:cubicBezTo>
                    <a:pt x="23894" y="55384"/>
                    <a:pt x="26358" y="54229"/>
                    <a:pt x="25590" y="51315"/>
                  </a:cubicBezTo>
                  <a:cubicBezTo>
                    <a:pt x="25028" y="49186"/>
                    <a:pt x="23380" y="43251"/>
                    <a:pt x="21927" y="38128"/>
                  </a:cubicBezTo>
                  <a:cubicBezTo>
                    <a:pt x="19644" y="30074"/>
                    <a:pt x="20076" y="27703"/>
                    <a:pt x="25126" y="20612"/>
                  </a:cubicBezTo>
                  <a:cubicBezTo>
                    <a:pt x="28338" y="16101"/>
                    <a:pt x="30367" y="10851"/>
                    <a:pt x="29635" y="8944"/>
                  </a:cubicBezTo>
                  <a:cubicBezTo>
                    <a:pt x="26306" y="269"/>
                    <a:pt x="38854" y="-2653"/>
                    <a:pt x="56601" y="2664"/>
                  </a:cubicBezTo>
                  <a:cubicBezTo>
                    <a:pt x="65243" y="5253"/>
                    <a:pt x="66731" y="6851"/>
                    <a:pt x="68014" y="14926"/>
                  </a:cubicBezTo>
                  <a:cubicBezTo>
                    <a:pt x="68826" y="20032"/>
                    <a:pt x="69898" y="26244"/>
                    <a:pt x="70397" y="28730"/>
                  </a:cubicBezTo>
                  <a:cubicBezTo>
                    <a:pt x="70908" y="31276"/>
                    <a:pt x="68463" y="35485"/>
                    <a:pt x="64799" y="38367"/>
                  </a:cubicBezTo>
                  <a:cubicBezTo>
                    <a:pt x="52677" y="47902"/>
                    <a:pt x="63675" y="56192"/>
                    <a:pt x="76515" y="47199"/>
                  </a:cubicBezTo>
                  <a:cubicBezTo>
                    <a:pt x="84862" y="41352"/>
                    <a:pt x="95020" y="44315"/>
                    <a:pt x="95020" y="52596"/>
                  </a:cubicBezTo>
                  <a:cubicBezTo>
                    <a:pt x="95020" y="61383"/>
                    <a:pt x="105491" y="67875"/>
                    <a:pt x="116723" y="66052"/>
                  </a:cubicBezTo>
                  <a:lnTo>
                    <a:pt x="125419" y="64641"/>
                  </a:lnTo>
                  <a:lnTo>
                    <a:pt x="121867" y="77984"/>
                  </a:lnTo>
                  <a:cubicBezTo>
                    <a:pt x="116766" y="97143"/>
                    <a:pt x="117305" y="101074"/>
                    <a:pt x="126198" y="109560"/>
                  </a:cubicBezTo>
                  <a:cubicBezTo>
                    <a:pt x="133696" y="116715"/>
                    <a:pt x="134049" y="117914"/>
                    <a:pt x="132452" y="130811"/>
                  </a:cubicBezTo>
                  <a:cubicBezTo>
                    <a:pt x="130905" y="143306"/>
                    <a:pt x="131310" y="144914"/>
                    <a:pt x="137172" y="149525"/>
                  </a:cubicBezTo>
                  <a:cubicBezTo>
                    <a:pt x="148350" y="158317"/>
                    <a:pt x="138877" y="171792"/>
                    <a:pt x="126264" y="165042"/>
                  </a:cubicBezTo>
                  <a:cubicBezTo>
                    <a:pt x="123464" y="163544"/>
                    <a:pt x="120516" y="162318"/>
                    <a:pt x="119713" y="162318"/>
                  </a:cubicBezTo>
                  <a:cubicBezTo>
                    <a:pt x="116537" y="162318"/>
                    <a:pt x="118487" y="177672"/>
                    <a:pt x="122125" y="181310"/>
                  </a:cubicBezTo>
                  <a:cubicBezTo>
                    <a:pt x="126947" y="186132"/>
                    <a:pt x="127019" y="189234"/>
                    <a:pt x="122395" y="193071"/>
                  </a:cubicBezTo>
                  <a:cubicBezTo>
                    <a:pt x="120414" y="194715"/>
                    <a:pt x="118009" y="200241"/>
                    <a:pt x="117050" y="205350"/>
                  </a:cubicBezTo>
                  <a:lnTo>
                    <a:pt x="115307" y="214639"/>
                  </a:lnTo>
                  <a:lnTo>
                    <a:pt x="105608" y="205168"/>
                  </a:lnTo>
                  <a:cubicBezTo>
                    <a:pt x="93087" y="192941"/>
                    <a:pt x="80185" y="190375"/>
                    <a:pt x="70306" y="198146"/>
                  </a:cubicBezTo>
                  <a:cubicBezTo>
                    <a:pt x="66478" y="201157"/>
                    <a:pt x="60889" y="203603"/>
                    <a:pt x="57886" y="203581"/>
                  </a:cubicBezTo>
                  <a:cubicBezTo>
                    <a:pt x="54649" y="203557"/>
                    <a:pt x="48516" y="208024"/>
                    <a:pt x="42822" y="214552"/>
                  </a:cubicBezTo>
                  <a:cubicBezTo>
                    <a:pt x="37540" y="220608"/>
                    <a:pt x="33184" y="224241"/>
                    <a:pt x="33142" y="222624"/>
                  </a:cubicBezTo>
                  <a:close/>
                </a:path>
              </a:pathLst>
            </a:custGeom>
            <a:solidFill>
              <a:srgbClr val="B9B9B9"/>
            </a:solidFill>
            <a:ln w="5163" cap="flat">
              <a:noFill/>
              <a:prstDash val="solid"/>
              <a:miter/>
            </a:ln>
          </p:spPr>
          <p:txBody>
            <a:bodyPr/>
            <a:lstStyle/>
            <a:p>
              <a:endParaRPr lang="es-419" noProof="0" dirty="0"/>
            </a:p>
          </p:txBody>
        </p:sp>
        <p:sp>
          <p:nvSpPr>
            <p:cNvPr id="86" name="Forma libre: forma 85">
              <a:extLst>
                <a:ext uri="{FF2B5EF4-FFF2-40B4-BE49-F238E27FC236}">
                  <a16:creationId xmlns:a16="http://schemas.microsoft.com/office/drawing/2014/main" id="{157EA734-0BCD-0133-A02B-F3F95CCE9360}"/>
                </a:ext>
              </a:extLst>
            </p:cNvPr>
            <p:cNvSpPr/>
            <p:nvPr/>
          </p:nvSpPr>
          <p:spPr>
            <a:xfrm>
              <a:off x="976738" y="2149266"/>
              <a:ext cx="9026" cy="7395"/>
            </a:xfrm>
            <a:custGeom>
              <a:avLst/>
              <a:gdLst>
                <a:gd name="csX0" fmla="*/ 866 w 9026"/>
                <a:gd name="csY0" fmla="*/ 4748 h 7395"/>
                <a:gd name="csX1" fmla="*/ 6187 w 9026"/>
                <a:gd name="csY1" fmla="*/ 710 h 7395"/>
                <a:gd name="csX2" fmla="*/ 8728 w 9026"/>
                <a:gd name="csY2" fmla="*/ 4901 h 7395"/>
                <a:gd name="csX3" fmla="*/ 866 w 9026"/>
                <a:gd name="csY3" fmla="*/ 4748 h 7395"/>
              </a:gdLst>
              <a:ahLst/>
              <a:cxnLst>
                <a:cxn ang="0">
                  <a:pos x="csX0" y="csY0"/>
                </a:cxn>
                <a:cxn ang="0">
                  <a:pos x="csX1" y="csY1"/>
                </a:cxn>
                <a:cxn ang="0">
                  <a:pos x="csX2" y="csY2"/>
                </a:cxn>
                <a:cxn ang="0">
                  <a:pos x="csX3" y="csY3"/>
                </a:cxn>
              </a:cxnLst>
              <a:rect l="l" t="t" r="r" b="b"/>
              <a:pathLst>
                <a:path w="9026" h="7395">
                  <a:moveTo>
                    <a:pt x="866" y="4748"/>
                  </a:moveTo>
                  <a:cubicBezTo>
                    <a:pt x="-1510" y="904"/>
                    <a:pt x="1245" y="-1186"/>
                    <a:pt x="6187" y="710"/>
                  </a:cubicBezTo>
                  <a:cubicBezTo>
                    <a:pt x="8468" y="1586"/>
                    <a:pt x="9611" y="3472"/>
                    <a:pt x="8728" y="4901"/>
                  </a:cubicBezTo>
                  <a:cubicBezTo>
                    <a:pt x="6635" y="8287"/>
                    <a:pt x="3009" y="8216"/>
                    <a:pt x="866" y="4748"/>
                  </a:cubicBezTo>
                  <a:close/>
                </a:path>
              </a:pathLst>
            </a:custGeom>
            <a:solidFill>
              <a:srgbClr val="B9B9B9"/>
            </a:solidFill>
            <a:ln w="5163" cap="flat">
              <a:noFill/>
              <a:prstDash val="solid"/>
              <a:miter/>
            </a:ln>
          </p:spPr>
          <p:txBody>
            <a:bodyPr/>
            <a:lstStyle/>
            <a:p>
              <a:endParaRPr lang="es-419" noProof="0" dirty="0"/>
            </a:p>
          </p:txBody>
        </p:sp>
        <p:sp>
          <p:nvSpPr>
            <p:cNvPr id="87" name="Forma libre: forma 86">
              <a:extLst>
                <a:ext uri="{FF2B5EF4-FFF2-40B4-BE49-F238E27FC236}">
                  <a16:creationId xmlns:a16="http://schemas.microsoft.com/office/drawing/2014/main" id="{D5111797-3B74-C8E6-97DB-BC9849AACE25}"/>
                </a:ext>
              </a:extLst>
            </p:cNvPr>
            <p:cNvSpPr/>
            <p:nvPr/>
          </p:nvSpPr>
          <p:spPr>
            <a:xfrm>
              <a:off x="958388" y="2135665"/>
              <a:ext cx="19364" cy="11047"/>
            </a:xfrm>
            <a:custGeom>
              <a:avLst/>
              <a:gdLst>
                <a:gd name="csX0" fmla="*/ 0 w 19364"/>
                <a:gd name="csY0" fmla="*/ 8841 h 11047"/>
                <a:gd name="csX1" fmla="*/ 17408 w 19364"/>
                <a:gd name="csY1" fmla="*/ 154 h 11047"/>
                <a:gd name="csX2" fmla="*/ 17432 w 19364"/>
                <a:gd name="csY2" fmla="*/ 5614 h 11047"/>
                <a:gd name="csX3" fmla="*/ 0 w 19364"/>
                <a:gd name="csY3" fmla="*/ 8841 h 11047"/>
              </a:gdLst>
              <a:ahLst/>
              <a:cxnLst>
                <a:cxn ang="0">
                  <a:pos x="csX0" y="csY0"/>
                </a:cxn>
                <a:cxn ang="0">
                  <a:pos x="csX1" y="csY1"/>
                </a:cxn>
                <a:cxn ang="0">
                  <a:pos x="csX2" y="csY2"/>
                </a:cxn>
                <a:cxn ang="0">
                  <a:pos x="csX3" y="csY3"/>
                </a:cxn>
              </a:cxnLst>
              <a:rect l="l" t="t" r="r" b="b"/>
              <a:pathLst>
                <a:path w="19364" h="11047">
                  <a:moveTo>
                    <a:pt x="0" y="8841"/>
                  </a:moveTo>
                  <a:cubicBezTo>
                    <a:pt x="126" y="2682"/>
                    <a:pt x="7086" y="-791"/>
                    <a:pt x="17408" y="154"/>
                  </a:cubicBezTo>
                  <a:cubicBezTo>
                    <a:pt x="20010" y="392"/>
                    <a:pt x="20015" y="1478"/>
                    <a:pt x="17432" y="5614"/>
                  </a:cubicBezTo>
                  <a:cubicBezTo>
                    <a:pt x="14357" y="10538"/>
                    <a:pt x="-89" y="13212"/>
                    <a:pt x="0" y="8841"/>
                  </a:cubicBezTo>
                  <a:close/>
                </a:path>
              </a:pathLst>
            </a:custGeom>
            <a:solidFill>
              <a:srgbClr val="B9B9B9"/>
            </a:solidFill>
            <a:ln w="5163" cap="flat">
              <a:noFill/>
              <a:prstDash val="solid"/>
              <a:miter/>
            </a:ln>
          </p:spPr>
          <p:txBody>
            <a:bodyPr/>
            <a:lstStyle/>
            <a:p>
              <a:endParaRPr lang="es-419" noProof="0" dirty="0"/>
            </a:p>
          </p:txBody>
        </p:sp>
        <p:sp>
          <p:nvSpPr>
            <p:cNvPr id="88" name="Forma libre: forma 87">
              <a:extLst>
                <a:ext uri="{FF2B5EF4-FFF2-40B4-BE49-F238E27FC236}">
                  <a16:creationId xmlns:a16="http://schemas.microsoft.com/office/drawing/2014/main" id="{EA97FC4B-0A65-779B-1954-E096CECD35D7}"/>
                </a:ext>
              </a:extLst>
            </p:cNvPr>
            <p:cNvSpPr/>
            <p:nvPr/>
          </p:nvSpPr>
          <p:spPr>
            <a:xfrm>
              <a:off x="938010" y="2110987"/>
              <a:ext cx="18997" cy="19965"/>
            </a:xfrm>
            <a:custGeom>
              <a:avLst/>
              <a:gdLst>
                <a:gd name="csX0" fmla="*/ 2787 w 18997"/>
                <a:gd name="csY0" fmla="*/ 11392 h 19965"/>
                <a:gd name="csX1" fmla="*/ 4678 w 18997"/>
                <a:gd name="csY1" fmla="*/ 36 h 19965"/>
                <a:gd name="csX2" fmla="*/ 17544 w 18997"/>
                <a:gd name="csY2" fmla="*/ 12951 h 19965"/>
                <a:gd name="csX3" fmla="*/ 13049 w 18997"/>
                <a:gd name="csY3" fmla="*/ 19965 h 19965"/>
                <a:gd name="csX4" fmla="*/ 2787 w 18997"/>
                <a:gd name="csY4" fmla="*/ 11392 h 19965"/>
              </a:gdLst>
              <a:ahLst/>
              <a:cxnLst>
                <a:cxn ang="0">
                  <a:pos x="csX0" y="csY0"/>
                </a:cxn>
                <a:cxn ang="0">
                  <a:pos x="csX1" y="csY1"/>
                </a:cxn>
                <a:cxn ang="0">
                  <a:pos x="csX2" y="csY2"/>
                </a:cxn>
                <a:cxn ang="0">
                  <a:pos x="csX3" y="csY3"/>
                </a:cxn>
                <a:cxn ang="0">
                  <a:pos x="csX4" y="csY4"/>
                </a:cxn>
              </a:cxnLst>
              <a:rect l="l" t="t" r="r" b="b"/>
              <a:pathLst>
                <a:path w="18997" h="19965">
                  <a:moveTo>
                    <a:pt x="2787" y="11392"/>
                  </a:moveTo>
                  <a:cubicBezTo>
                    <a:pt x="-1192" y="389"/>
                    <a:pt x="-1207" y="479"/>
                    <a:pt x="4678" y="36"/>
                  </a:cubicBezTo>
                  <a:cubicBezTo>
                    <a:pt x="10396" y="-395"/>
                    <a:pt x="13750" y="2973"/>
                    <a:pt x="17544" y="12951"/>
                  </a:cubicBezTo>
                  <a:cubicBezTo>
                    <a:pt x="20048" y="19537"/>
                    <a:pt x="19774" y="19965"/>
                    <a:pt x="13049" y="19965"/>
                  </a:cubicBezTo>
                  <a:cubicBezTo>
                    <a:pt x="7281" y="19965"/>
                    <a:pt x="5284" y="18297"/>
                    <a:pt x="2787" y="11392"/>
                  </a:cubicBezTo>
                  <a:close/>
                </a:path>
              </a:pathLst>
            </a:custGeom>
            <a:solidFill>
              <a:srgbClr val="B9B9B9"/>
            </a:solidFill>
            <a:ln w="5163" cap="flat">
              <a:noFill/>
              <a:prstDash val="solid"/>
              <a:miter/>
            </a:ln>
          </p:spPr>
          <p:txBody>
            <a:bodyPr/>
            <a:lstStyle/>
            <a:p>
              <a:endParaRPr lang="es-419" noProof="0" dirty="0"/>
            </a:p>
          </p:txBody>
        </p:sp>
        <p:sp>
          <p:nvSpPr>
            <p:cNvPr id="89" name="Forma libre: forma 88">
              <a:extLst>
                <a:ext uri="{FF2B5EF4-FFF2-40B4-BE49-F238E27FC236}">
                  <a16:creationId xmlns:a16="http://schemas.microsoft.com/office/drawing/2014/main" id="{8D53E97B-9958-0D88-1911-39F02A41241E}"/>
                </a:ext>
              </a:extLst>
            </p:cNvPr>
            <p:cNvSpPr/>
            <p:nvPr/>
          </p:nvSpPr>
          <p:spPr>
            <a:xfrm>
              <a:off x="924790" y="2098451"/>
              <a:ext cx="5162" cy="9268"/>
            </a:xfrm>
            <a:custGeom>
              <a:avLst/>
              <a:gdLst>
                <a:gd name="csX0" fmla="*/ 0 w 5162"/>
                <a:gd name="csY0" fmla="*/ 3953 h 9268"/>
                <a:gd name="csX1" fmla="*/ 2581 w 5162"/>
                <a:gd name="csY1" fmla="*/ 233 h 9268"/>
                <a:gd name="csX2" fmla="*/ 5163 w 5162"/>
                <a:gd name="csY2" fmla="*/ 5549 h 9268"/>
                <a:gd name="csX3" fmla="*/ 2581 w 5162"/>
                <a:gd name="csY3" fmla="*/ 9269 h 9268"/>
                <a:gd name="csX4" fmla="*/ 0 w 5162"/>
                <a:gd name="csY4" fmla="*/ 3953 h 9268"/>
              </a:gdLst>
              <a:ahLst/>
              <a:cxnLst>
                <a:cxn ang="0">
                  <a:pos x="csX0" y="csY0"/>
                </a:cxn>
                <a:cxn ang="0">
                  <a:pos x="csX1" y="csY1"/>
                </a:cxn>
                <a:cxn ang="0">
                  <a:pos x="csX2" y="csY2"/>
                </a:cxn>
                <a:cxn ang="0">
                  <a:pos x="csX3" y="csY3"/>
                </a:cxn>
                <a:cxn ang="0">
                  <a:pos x="csX4" y="csY4"/>
                </a:cxn>
              </a:cxnLst>
              <a:rect l="l" t="t" r="r" b="b"/>
              <a:pathLst>
                <a:path w="5162" h="9268">
                  <a:moveTo>
                    <a:pt x="0" y="3953"/>
                  </a:moveTo>
                  <a:cubicBezTo>
                    <a:pt x="0" y="1030"/>
                    <a:pt x="1162" y="-644"/>
                    <a:pt x="2581" y="233"/>
                  </a:cubicBezTo>
                  <a:cubicBezTo>
                    <a:pt x="4001" y="1111"/>
                    <a:pt x="5163" y="3503"/>
                    <a:pt x="5163" y="5549"/>
                  </a:cubicBezTo>
                  <a:cubicBezTo>
                    <a:pt x="5163" y="7595"/>
                    <a:pt x="4001" y="9269"/>
                    <a:pt x="2581" y="9269"/>
                  </a:cubicBezTo>
                  <a:cubicBezTo>
                    <a:pt x="1162" y="9269"/>
                    <a:pt x="0" y="6877"/>
                    <a:pt x="0" y="3953"/>
                  </a:cubicBezTo>
                  <a:close/>
                </a:path>
              </a:pathLst>
            </a:custGeom>
            <a:solidFill>
              <a:srgbClr val="B9B9B9"/>
            </a:solidFill>
            <a:ln w="5163" cap="flat">
              <a:noFill/>
              <a:prstDash val="solid"/>
              <a:miter/>
            </a:ln>
          </p:spPr>
          <p:txBody>
            <a:bodyPr/>
            <a:lstStyle/>
            <a:p>
              <a:endParaRPr lang="es-419" noProof="0" dirty="0"/>
            </a:p>
          </p:txBody>
        </p:sp>
      </p:grpSp>
      <p:grpSp>
        <p:nvGrpSpPr>
          <p:cNvPr id="90" name="Gráfico 39">
            <a:extLst>
              <a:ext uri="{FF2B5EF4-FFF2-40B4-BE49-F238E27FC236}">
                <a16:creationId xmlns:a16="http://schemas.microsoft.com/office/drawing/2014/main" id="{49A67A39-68ED-FF39-1EAB-924D3BE20FFC}"/>
              </a:ext>
            </a:extLst>
          </p:cNvPr>
          <p:cNvGrpSpPr/>
          <p:nvPr/>
        </p:nvGrpSpPr>
        <p:grpSpPr>
          <a:xfrm>
            <a:off x="281340" y="1474182"/>
            <a:ext cx="428841" cy="522535"/>
            <a:chOff x="281340" y="1474182"/>
            <a:chExt cx="428841" cy="522535"/>
          </a:xfrm>
          <a:solidFill>
            <a:srgbClr val="B9B9B9"/>
          </a:solidFill>
        </p:grpSpPr>
        <p:grpSp>
          <p:nvGrpSpPr>
            <p:cNvPr id="91" name="Gráfico 39">
              <a:extLst>
                <a:ext uri="{FF2B5EF4-FFF2-40B4-BE49-F238E27FC236}">
                  <a16:creationId xmlns:a16="http://schemas.microsoft.com/office/drawing/2014/main" id="{6DCD8D7F-AB2B-7F8C-F904-36642D017F52}"/>
                </a:ext>
              </a:extLst>
            </p:cNvPr>
            <p:cNvGrpSpPr/>
            <p:nvPr/>
          </p:nvGrpSpPr>
          <p:grpSpPr>
            <a:xfrm>
              <a:off x="281340" y="1474182"/>
              <a:ext cx="428841" cy="522535"/>
              <a:chOff x="281340" y="1474182"/>
              <a:chExt cx="428841" cy="522535"/>
            </a:xfrm>
            <a:solidFill>
              <a:srgbClr val="B9B9B9"/>
            </a:solidFill>
          </p:grpSpPr>
          <p:sp>
            <p:nvSpPr>
              <p:cNvPr id="92" name="Forma libre: forma 91">
                <a:extLst>
                  <a:ext uri="{FF2B5EF4-FFF2-40B4-BE49-F238E27FC236}">
                    <a16:creationId xmlns:a16="http://schemas.microsoft.com/office/drawing/2014/main" id="{D8057000-FE7A-A9EC-E6D9-C8F9AB4E0719}"/>
                  </a:ext>
                </a:extLst>
              </p:cNvPr>
              <p:cNvSpPr/>
              <p:nvPr/>
            </p:nvSpPr>
            <p:spPr>
              <a:xfrm>
                <a:off x="281340" y="1474182"/>
                <a:ext cx="428841" cy="522535"/>
              </a:xfrm>
              <a:custGeom>
                <a:avLst/>
                <a:gdLst>
                  <a:gd name="csX0" fmla="*/ 375000 w 428841"/>
                  <a:gd name="csY0" fmla="*/ 516104 h 522535"/>
                  <a:gd name="csX1" fmla="*/ 367101 w 428841"/>
                  <a:gd name="csY1" fmla="*/ 496098 h 522535"/>
                  <a:gd name="csX2" fmla="*/ 357849 w 428841"/>
                  <a:gd name="csY2" fmla="*/ 467300 h 522535"/>
                  <a:gd name="csX3" fmla="*/ 337807 w 428841"/>
                  <a:gd name="csY3" fmla="*/ 445109 h 522535"/>
                  <a:gd name="csX4" fmla="*/ 320489 w 428841"/>
                  <a:gd name="csY4" fmla="*/ 429036 h 522535"/>
                  <a:gd name="csX5" fmla="*/ 269809 w 428841"/>
                  <a:gd name="csY5" fmla="*/ 379110 h 522535"/>
                  <a:gd name="csX6" fmla="*/ 248488 w 428841"/>
                  <a:gd name="csY6" fmla="*/ 370097 h 522535"/>
                  <a:gd name="csX7" fmla="*/ 256878 w 428841"/>
                  <a:gd name="csY7" fmla="*/ 370327 h 522535"/>
                  <a:gd name="csX8" fmla="*/ 265267 w 428841"/>
                  <a:gd name="csY8" fmla="*/ 372646 h 522535"/>
                  <a:gd name="csX9" fmla="*/ 258168 w 428841"/>
                  <a:gd name="csY9" fmla="*/ 366399 h 522535"/>
                  <a:gd name="csX10" fmla="*/ 251069 w 428841"/>
                  <a:gd name="csY10" fmla="*/ 355305 h 522535"/>
                  <a:gd name="csX11" fmla="*/ 237556 w 428841"/>
                  <a:gd name="csY11" fmla="*/ 353450 h 522535"/>
                  <a:gd name="csX12" fmla="*/ 235538 w 428841"/>
                  <a:gd name="csY12" fmla="*/ 349578 h 522535"/>
                  <a:gd name="csX13" fmla="*/ 231626 w 428841"/>
                  <a:gd name="csY13" fmla="*/ 338114 h 522535"/>
                  <a:gd name="csX14" fmla="*/ 227531 w 428841"/>
                  <a:gd name="csY14" fmla="*/ 327788 h 522535"/>
                  <a:gd name="csX15" fmla="*/ 225255 w 428841"/>
                  <a:gd name="csY15" fmla="*/ 330217 h 522535"/>
                  <a:gd name="csX16" fmla="*/ 222797 w 428841"/>
                  <a:gd name="csY16" fmla="*/ 331508 h 522535"/>
                  <a:gd name="csX17" fmla="*/ 220276 w 428841"/>
                  <a:gd name="csY17" fmla="*/ 330217 h 522535"/>
                  <a:gd name="csX18" fmla="*/ 216375 w 428841"/>
                  <a:gd name="csY18" fmla="*/ 326968 h 522535"/>
                  <a:gd name="csX19" fmla="*/ 212138 w 428841"/>
                  <a:gd name="csY19" fmla="*/ 320021 h 522535"/>
                  <a:gd name="csX20" fmla="*/ 209766 w 428841"/>
                  <a:gd name="csY20" fmla="*/ 317462 h 522535"/>
                  <a:gd name="csX21" fmla="*/ 212670 w 428841"/>
                  <a:gd name="csY21" fmla="*/ 314083 h 522535"/>
                  <a:gd name="csX22" fmla="*/ 216877 w 428841"/>
                  <a:gd name="csY22" fmla="*/ 311142 h 522535"/>
                  <a:gd name="csX23" fmla="*/ 215264 w 428841"/>
                  <a:gd name="csY23" fmla="*/ 309359 h 522535"/>
                  <a:gd name="csX24" fmla="*/ 217511 w 428841"/>
                  <a:gd name="csY24" fmla="*/ 291496 h 522535"/>
                  <a:gd name="csX25" fmla="*/ 222673 w 428841"/>
                  <a:gd name="csY25" fmla="*/ 271731 h 522535"/>
                  <a:gd name="csX26" fmla="*/ 225571 w 428841"/>
                  <a:gd name="csY26" fmla="*/ 266972 h 522535"/>
                  <a:gd name="csX27" fmla="*/ 225255 w 428841"/>
                  <a:gd name="csY27" fmla="*/ 263100 h 522535"/>
                  <a:gd name="csX28" fmla="*/ 224939 w 428841"/>
                  <a:gd name="csY28" fmla="*/ 259227 h 522535"/>
                  <a:gd name="csX29" fmla="*/ 227470 w 428841"/>
                  <a:gd name="csY29" fmla="*/ 246966 h 522535"/>
                  <a:gd name="csX30" fmla="*/ 227104 w 428841"/>
                  <a:gd name="csY30" fmla="*/ 234704 h 522535"/>
                  <a:gd name="csX31" fmla="*/ 225255 w 428841"/>
                  <a:gd name="csY31" fmla="*/ 245029 h 522535"/>
                  <a:gd name="csX32" fmla="*/ 222926 w 428841"/>
                  <a:gd name="csY32" fmla="*/ 241157 h 522535"/>
                  <a:gd name="csX33" fmla="*/ 213514 w 428841"/>
                  <a:gd name="csY33" fmla="*/ 204198 h 522535"/>
                  <a:gd name="csX34" fmla="*/ 207511 w 428841"/>
                  <a:gd name="csY34" fmla="*/ 195911 h 522535"/>
                  <a:gd name="csX35" fmla="*/ 199366 w 428841"/>
                  <a:gd name="csY35" fmla="*/ 188261 h 522535"/>
                  <a:gd name="csX36" fmla="*/ 189814 w 428841"/>
                  <a:gd name="csY36" fmla="*/ 185143 h 522535"/>
                  <a:gd name="csX37" fmla="*/ 177824 w 428841"/>
                  <a:gd name="csY37" fmla="*/ 176701 h 522535"/>
                  <a:gd name="csX38" fmla="*/ 173385 w 428841"/>
                  <a:gd name="csY38" fmla="*/ 171969 h 522535"/>
                  <a:gd name="csX39" fmla="*/ 172244 w 428841"/>
                  <a:gd name="csY39" fmla="*/ 166295 h 522535"/>
                  <a:gd name="csX40" fmla="*/ 157189 w 428841"/>
                  <a:gd name="csY40" fmla="*/ 154717 h 522535"/>
                  <a:gd name="csX41" fmla="*/ 154290 w 428841"/>
                  <a:gd name="csY41" fmla="*/ 143110 h 522535"/>
                  <a:gd name="csX42" fmla="*/ 153437 w 428841"/>
                  <a:gd name="csY42" fmla="*/ 130888 h 522535"/>
                  <a:gd name="csX43" fmla="*/ 150373 w 428841"/>
                  <a:gd name="csY43" fmla="*/ 128835 h 522535"/>
                  <a:gd name="csX44" fmla="*/ 148457 w 428841"/>
                  <a:gd name="csY44" fmla="*/ 125777 h 522535"/>
                  <a:gd name="csX45" fmla="*/ 150890 w 428841"/>
                  <a:gd name="csY45" fmla="*/ 109503 h 522535"/>
                  <a:gd name="csX46" fmla="*/ 144325 w 428841"/>
                  <a:gd name="csY46" fmla="*/ 119656 h 522535"/>
                  <a:gd name="csX47" fmla="*/ 132054 w 428841"/>
                  <a:gd name="csY47" fmla="*/ 127093 h 522535"/>
                  <a:gd name="csX48" fmla="*/ 125630 w 428841"/>
                  <a:gd name="csY48" fmla="*/ 120812 h 522535"/>
                  <a:gd name="csX49" fmla="*/ 123207 w 428841"/>
                  <a:gd name="csY49" fmla="*/ 117248 h 522535"/>
                  <a:gd name="csX50" fmla="*/ 119415 w 428841"/>
                  <a:gd name="csY50" fmla="*/ 121894 h 522535"/>
                  <a:gd name="csX51" fmla="*/ 116519 w 428841"/>
                  <a:gd name="csY51" fmla="*/ 129437 h 522535"/>
                  <a:gd name="csX52" fmla="*/ 107977 w 428841"/>
                  <a:gd name="csY52" fmla="*/ 127285 h 522535"/>
                  <a:gd name="csX53" fmla="*/ 105433 w 428841"/>
                  <a:gd name="csY53" fmla="*/ 123427 h 522535"/>
                  <a:gd name="csX54" fmla="*/ 96024 w 428841"/>
                  <a:gd name="csY54" fmla="*/ 113119 h 522535"/>
                  <a:gd name="csX55" fmla="*/ 84566 w 428841"/>
                  <a:gd name="csY55" fmla="*/ 104340 h 522535"/>
                  <a:gd name="csX56" fmla="*/ 73108 w 428841"/>
                  <a:gd name="csY56" fmla="*/ 95562 h 522535"/>
                  <a:gd name="csX57" fmla="*/ 56725 w 428841"/>
                  <a:gd name="csY57" fmla="*/ 85124 h 522535"/>
                  <a:gd name="csX58" fmla="*/ 41890 w 428841"/>
                  <a:gd name="csY58" fmla="*/ 66163 h 522535"/>
                  <a:gd name="csX59" fmla="*/ 28677 w 428841"/>
                  <a:gd name="csY59" fmla="*/ 46701 h 522535"/>
                  <a:gd name="csX60" fmla="*/ 19131 w 428841"/>
                  <a:gd name="csY60" fmla="*/ 37238 h 522535"/>
                  <a:gd name="csX61" fmla="*/ 12905 w 428841"/>
                  <a:gd name="csY61" fmla="*/ 29478 h 522535"/>
                  <a:gd name="csX62" fmla="*/ 565 w 428841"/>
                  <a:gd name="csY62" fmla="*/ 12763 h 522535"/>
                  <a:gd name="csX63" fmla="*/ 24931 w 428841"/>
                  <a:gd name="csY63" fmla="*/ 17586 h 522535"/>
                  <a:gd name="csX64" fmla="*/ 53740 w 428841"/>
                  <a:gd name="csY64" fmla="*/ 17944 h 522535"/>
                  <a:gd name="csX65" fmla="*/ 62623 w 428841"/>
                  <a:gd name="csY65" fmla="*/ 19236 h 522535"/>
                  <a:gd name="csX66" fmla="*/ 68432 w 428841"/>
                  <a:gd name="csY66" fmla="*/ 26677 h 522535"/>
                  <a:gd name="csX67" fmla="*/ 76711 w 428841"/>
                  <a:gd name="csY67" fmla="*/ 24137 h 522535"/>
                  <a:gd name="csX68" fmla="*/ 79251 w 428841"/>
                  <a:gd name="csY68" fmla="*/ 21734 h 522535"/>
                  <a:gd name="csX69" fmla="*/ 83275 w 428841"/>
                  <a:gd name="csY69" fmla="*/ 19103 h 522535"/>
                  <a:gd name="csX70" fmla="*/ 76792 w 428841"/>
                  <a:gd name="csY70" fmla="*/ 18100 h 522535"/>
                  <a:gd name="csX71" fmla="*/ 72078 w 428841"/>
                  <a:gd name="csY71" fmla="*/ 15119 h 522535"/>
                  <a:gd name="csX72" fmla="*/ 69501 w 428841"/>
                  <a:gd name="csY72" fmla="*/ 12179 h 522535"/>
                  <a:gd name="csX73" fmla="*/ 70989 w 428841"/>
                  <a:gd name="csY73" fmla="*/ 5916 h 522535"/>
                  <a:gd name="csX74" fmla="*/ 77646 w 428841"/>
                  <a:gd name="csY74" fmla="*/ 3402 h 522535"/>
                  <a:gd name="csX75" fmla="*/ 139275 w 428841"/>
                  <a:gd name="csY75" fmla="*/ 15638 h 522535"/>
                  <a:gd name="csX76" fmla="*/ 187630 w 428841"/>
                  <a:gd name="csY76" fmla="*/ 22047 h 522535"/>
                  <a:gd name="csX77" fmla="*/ 207209 w 428841"/>
                  <a:gd name="csY77" fmla="*/ 56596 h 522535"/>
                  <a:gd name="csX78" fmla="*/ 227114 w 428841"/>
                  <a:gd name="csY78" fmla="*/ 93147 h 522535"/>
                  <a:gd name="csX79" fmla="*/ 237157 w 428841"/>
                  <a:gd name="csY79" fmla="*/ 106748 h 522535"/>
                  <a:gd name="csX80" fmla="*/ 244314 w 428841"/>
                  <a:gd name="csY80" fmla="*/ 119404 h 522535"/>
                  <a:gd name="csX81" fmla="*/ 245646 w 428841"/>
                  <a:gd name="csY81" fmla="*/ 128703 h 522535"/>
                  <a:gd name="csX82" fmla="*/ 248545 w 428841"/>
                  <a:gd name="csY82" fmla="*/ 142569 h 522535"/>
                  <a:gd name="csX83" fmla="*/ 261330 w 428841"/>
                  <a:gd name="csY83" fmla="*/ 164801 h 522535"/>
                  <a:gd name="csX84" fmla="*/ 258888 w 428841"/>
                  <a:gd name="csY84" fmla="*/ 155359 h 522535"/>
                  <a:gd name="csX85" fmla="*/ 255800 w 428841"/>
                  <a:gd name="csY85" fmla="*/ 130155 h 522535"/>
                  <a:gd name="csX86" fmla="*/ 275961 w 428841"/>
                  <a:gd name="csY86" fmla="*/ 158456 h 522535"/>
                  <a:gd name="csX87" fmla="*/ 281077 w 428841"/>
                  <a:gd name="csY87" fmla="*/ 166295 h 522535"/>
                  <a:gd name="csX88" fmla="*/ 284516 w 428841"/>
                  <a:gd name="csY88" fmla="*/ 174685 h 522535"/>
                  <a:gd name="csX89" fmla="*/ 290330 w 428841"/>
                  <a:gd name="csY89" fmla="*/ 206853 h 522535"/>
                  <a:gd name="csX90" fmla="*/ 289732 w 428841"/>
                  <a:gd name="csY90" fmla="*/ 219395 h 522535"/>
                  <a:gd name="csX91" fmla="*/ 295284 w 428841"/>
                  <a:gd name="csY91" fmla="*/ 246624 h 522535"/>
                  <a:gd name="csX92" fmla="*/ 307839 w 428841"/>
                  <a:gd name="csY92" fmla="*/ 265674 h 522535"/>
                  <a:gd name="csX93" fmla="*/ 311998 w 428841"/>
                  <a:gd name="csY93" fmla="*/ 272749 h 522535"/>
                  <a:gd name="csX94" fmla="*/ 323310 w 428841"/>
                  <a:gd name="csY94" fmla="*/ 313772 h 522535"/>
                  <a:gd name="csX95" fmla="*/ 331080 w 428841"/>
                  <a:gd name="csY95" fmla="*/ 343142 h 522535"/>
                  <a:gd name="csX96" fmla="*/ 329774 w 428841"/>
                  <a:gd name="csY96" fmla="*/ 364390 h 522535"/>
                  <a:gd name="csX97" fmla="*/ 349986 w 428841"/>
                  <a:gd name="csY97" fmla="*/ 396248 h 522535"/>
                  <a:gd name="csX98" fmla="*/ 354973 w 428841"/>
                  <a:gd name="csY98" fmla="*/ 397754 h 522535"/>
                  <a:gd name="csX99" fmla="*/ 357026 w 428841"/>
                  <a:gd name="csY99" fmla="*/ 403789 h 522535"/>
                  <a:gd name="csX100" fmla="*/ 360843 w 428841"/>
                  <a:gd name="csY100" fmla="*/ 395399 h 522535"/>
                  <a:gd name="csX101" fmla="*/ 361835 w 428841"/>
                  <a:gd name="csY101" fmla="*/ 383279 h 522535"/>
                  <a:gd name="csX102" fmla="*/ 377379 w 428841"/>
                  <a:gd name="csY102" fmla="*/ 393272 h 522535"/>
                  <a:gd name="csX103" fmla="*/ 390468 w 428841"/>
                  <a:gd name="csY103" fmla="*/ 410555 h 522535"/>
                  <a:gd name="csX104" fmla="*/ 396921 w 428841"/>
                  <a:gd name="csY104" fmla="*/ 414114 h 522535"/>
                  <a:gd name="csX105" fmla="*/ 403375 w 428841"/>
                  <a:gd name="csY105" fmla="*/ 419847 h 522535"/>
                  <a:gd name="csX106" fmla="*/ 406602 w 428841"/>
                  <a:gd name="csY106" fmla="*/ 439662 h 522535"/>
                  <a:gd name="csX107" fmla="*/ 418087 w 428841"/>
                  <a:gd name="csY107" fmla="*/ 458630 h 522535"/>
                  <a:gd name="csX108" fmla="*/ 419011 w 428841"/>
                  <a:gd name="csY108" fmla="*/ 503820 h 522535"/>
                  <a:gd name="csX109" fmla="*/ 409820 w 428841"/>
                  <a:gd name="csY109" fmla="*/ 509628 h 522535"/>
                  <a:gd name="csX110" fmla="*/ 394580 w 428841"/>
                  <a:gd name="csY110" fmla="*/ 516082 h 522535"/>
                  <a:gd name="csX111" fmla="*/ 382031 w 428841"/>
                  <a:gd name="csY111" fmla="*/ 522535 h 522535"/>
                  <a:gd name="csX112" fmla="*/ 375000 w 428841"/>
                  <a:gd name="csY112" fmla="*/ 516104 h 5225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Lst>
                <a:rect l="l" t="t" r="r" b="b"/>
                <a:pathLst>
                  <a:path w="428841" h="522535">
                    <a:moveTo>
                      <a:pt x="375000" y="516104"/>
                    </a:moveTo>
                    <a:cubicBezTo>
                      <a:pt x="371085" y="511937"/>
                      <a:pt x="368304" y="504894"/>
                      <a:pt x="367101" y="496098"/>
                    </a:cubicBezTo>
                    <a:cubicBezTo>
                      <a:pt x="366079" y="488632"/>
                      <a:pt x="361916" y="475673"/>
                      <a:pt x="357849" y="467300"/>
                    </a:cubicBezTo>
                    <a:cubicBezTo>
                      <a:pt x="351802" y="454850"/>
                      <a:pt x="348152" y="450809"/>
                      <a:pt x="337807" y="445109"/>
                    </a:cubicBezTo>
                    <a:cubicBezTo>
                      <a:pt x="329743" y="440665"/>
                      <a:pt x="323467" y="434840"/>
                      <a:pt x="320489" y="429036"/>
                    </a:cubicBezTo>
                    <a:cubicBezTo>
                      <a:pt x="313727" y="415856"/>
                      <a:pt x="278311" y="380967"/>
                      <a:pt x="269809" y="379110"/>
                    </a:cubicBezTo>
                    <a:cubicBezTo>
                      <a:pt x="258622" y="376667"/>
                      <a:pt x="248488" y="372383"/>
                      <a:pt x="248488" y="370097"/>
                    </a:cubicBezTo>
                    <a:cubicBezTo>
                      <a:pt x="248488" y="368948"/>
                      <a:pt x="252263" y="369052"/>
                      <a:pt x="256878" y="370327"/>
                    </a:cubicBezTo>
                    <a:lnTo>
                      <a:pt x="265267" y="372646"/>
                    </a:lnTo>
                    <a:lnTo>
                      <a:pt x="258168" y="366399"/>
                    </a:lnTo>
                    <a:cubicBezTo>
                      <a:pt x="254264" y="362963"/>
                      <a:pt x="251069" y="357971"/>
                      <a:pt x="251069" y="355305"/>
                    </a:cubicBezTo>
                    <a:cubicBezTo>
                      <a:pt x="251069" y="350053"/>
                      <a:pt x="241061" y="348679"/>
                      <a:pt x="237556" y="353450"/>
                    </a:cubicBezTo>
                    <a:cubicBezTo>
                      <a:pt x="236513" y="354870"/>
                      <a:pt x="235605" y="353128"/>
                      <a:pt x="235538" y="349578"/>
                    </a:cubicBezTo>
                    <a:cubicBezTo>
                      <a:pt x="235471" y="346029"/>
                      <a:pt x="233711" y="340870"/>
                      <a:pt x="231626" y="338114"/>
                    </a:cubicBezTo>
                    <a:cubicBezTo>
                      <a:pt x="229542" y="335358"/>
                      <a:pt x="227699" y="330711"/>
                      <a:pt x="227531" y="327788"/>
                    </a:cubicBezTo>
                    <a:cubicBezTo>
                      <a:pt x="227316" y="324054"/>
                      <a:pt x="226639" y="324776"/>
                      <a:pt x="225255" y="330217"/>
                    </a:cubicBezTo>
                    <a:cubicBezTo>
                      <a:pt x="223398" y="337513"/>
                      <a:pt x="223256" y="337588"/>
                      <a:pt x="222797" y="331508"/>
                    </a:cubicBezTo>
                    <a:cubicBezTo>
                      <a:pt x="222352" y="325610"/>
                      <a:pt x="222136" y="325499"/>
                      <a:pt x="220276" y="330217"/>
                    </a:cubicBezTo>
                    <a:cubicBezTo>
                      <a:pt x="218499" y="334726"/>
                      <a:pt x="218005" y="334315"/>
                      <a:pt x="216375" y="326968"/>
                    </a:cubicBezTo>
                    <a:cubicBezTo>
                      <a:pt x="215349" y="322341"/>
                      <a:pt x="213442" y="319215"/>
                      <a:pt x="212138" y="320021"/>
                    </a:cubicBezTo>
                    <a:cubicBezTo>
                      <a:pt x="210833" y="320827"/>
                      <a:pt x="209766" y="319676"/>
                      <a:pt x="209766" y="317462"/>
                    </a:cubicBezTo>
                    <a:cubicBezTo>
                      <a:pt x="209766" y="315249"/>
                      <a:pt x="211073" y="313728"/>
                      <a:pt x="212670" y="314083"/>
                    </a:cubicBezTo>
                    <a:cubicBezTo>
                      <a:pt x="214268" y="314438"/>
                      <a:pt x="216161" y="313115"/>
                      <a:pt x="216877" y="311142"/>
                    </a:cubicBezTo>
                    <a:cubicBezTo>
                      <a:pt x="217675" y="308946"/>
                      <a:pt x="217050" y="308255"/>
                      <a:pt x="215264" y="309359"/>
                    </a:cubicBezTo>
                    <a:cubicBezTo>
                      <a:pt x="211189" y="311878"/>
                      <a:pt x="211586" y="308715"/>
                      <a:pt x="217511" y="291496"/>
                    </a:cubicBezTo>
                    <a:cubicBezTo>
                      <a:pt x="220350" y="283242"/>
                      <a:pt x="222673" y="274348"/>
                      <a:pt x="222673" y="271731"/>
                    </a:cubicBezTo>
                    <a:cubicBezTo>
                      <a:pt x="222673" y="269113"/>
                      <a:pt x="223977" y="266972"/>
                      <a:pt x="225571" y="266972"/>
                    </a:cubicBezTo>
                    <a:cubicBezTo>
                      <a:pt x="227573" y="266972"/>
                      <a:pt x="227475" y="265775"/>
                      <a:pt x="225255" y="263100"/>
                    </a:cubicBezTo>
                    <a:cubicBezTo>
                      <a:pt x="223035" y="260424"/>
                      <a:pt x="222937" y="259227"/>
                      <a:pt x="224939" y="259227"/>
                    </a:cubicBezTo>
                    <a:cubicBezTo>
                      <a:pt x="226726" y="259227"/>
                      <a:pt x="227696" y="254529"/>
                      <a:pt x="227470" y="246966"/>
                    </a:cubicBezTo>
                    <a:lnTo>
                      <a:pt x="227104" y="234704"/>
                    </a:lnTo>
                    <a:lnTo>
                      <a:pt x="225255" y="245029"/>
                    </a:lnTo>
                    <a:cubicBezTo>
                      <a:pt x="223422" y="255266"/>
                      <a:pt x="223402" y="255233"/>
                      <a:pt x="222926" y="241157"/>
                    </a:cubicBezTo>
                    <a:cubicBezTo>
                      <a:pt x="222330" y="223537"/>
                      <a:pt x="217100" y="203003"/>
                      <a:pt x="213514" y="204198"/>
                    </a:cubicBezTo>
                    <a:cubicBezTo>
                      <a:pt x="212038" y="204690"/>
                      <a:pt x="209337" y="200961"/>
                      <a:pt x="207511" y="195911"/>
                    </a:cubicBezTo>
                    <a:cubicBezTo>
                      <a:pt x="204912" y="188724"/>
                      <a:pt x="203143" y="187062"/>
                      <a:pt x="199366" y="188261"/>
                    </a:cubicBezTo>
                    <a:cubicBezTo>
                      <a:pt x="196479" y="189177"/>
                      <a:pt x="192643" y="187925"/>
                      <a:pt x="189814" y="185143"/>
                    </a:cubicBezTo>
                    <a:cubicBezTo>
                      <a:pt x="187213" y="182586"/>
                      <a:pt x="181818" y="178787"/>
                      <a:pt x="177824" y="176701"/>
                    </a:cubicBezTo>
                    <a:cubicBezTo>
                      <a:pt x="173830" y="174616"/>
                      <a:pt x="171833" y="172486"/>
                      <a:pt x="173385" y="171969"/>
                    </a:cubicBezTo>
                    <a:cubicBezTo>
                      <a:pt x="177632" y="170553"/>
                      <a:pt x="176775" y="166295"/>
                      <a:pt x="172244" y="166295"/>
                    </a:cubicBezTo>
                    <a:cubicBezTo>
                      <a:pt x="165904" y="166295"/>
                      <a:pt x="155744" y="158482"/>
                      <a:pt x="157189" y="154717"/>
                    </a:cubicBezTo>
                    <a:cubicBezTo>
                      <a:pt x="157916" y="152822"/>
                      <a:pt x="156611" y="147599"/>
                      <a:pt x="154290" y="143110"/>
                    </a:cubicBezTo>
                    <a:cubicBezTo>
                      <a:pt x="150789" y="136341"/>
                      <a:pt x="150644" y="134254"/>
                      <a:pt x="153437" y="130888"/>
                    </a:cubicBezTo>
                    <a:cubicBezTo>
                      <a:pt x="156396" y="127323"/>
                      <a:pt x="156023" y="127073"/>
                      <a:pt x="150373" y="128835"/>
                    </a:cubicBezTo>
                    <a:cubicBezTo>
                      <a:pt x="144136" y="130780"/>
                      <a:pt x="144078" y="130686"/>
                      <a:pt x="148457" y="125777"/>
                    </a:cubicBezTo>
                    <a:cubicBezTo>
                      <a:pt x="153040" y="120640"/>
                      <a:pt x="154705" y="109503"/>
                      <a:pt x="150890" y="109503"/>
                    </a:cubicBezTo>
                    <a:cubicBezTo>
                      <a:pt x="149743" y="109503"/>
                      <a:pt x="146789" y="114072"/>
                      <a:pt x="144325" y="119656"/>
                    </a:cubicBezTo>
                    <a:cubicBezTo>
                      <a:pt x="140017" y="129421"/>
                      <a:pt x="139548" y="129705"/>
                      <a:pt x="132054" y="127093"/>
                    </a:cubicBezTo>
                    <a:cubicBezTo>
                      <a:pt x="127075" y="125357"/>
                      <a:pt x="124756" y="123090"/>
                      <a:pt x="125630" y="120812"/>
                    </a:cubicBezTo>
                    <a:cubicBezTo>
                      <a:pt x="126411" y="118778"/>
                      <a:pt x="125370" y="117248"/>
                      <a:pt x="123207" y="117248"/>
                    </a:cubicBezTo>
                    <a:cubicBezTo>
                      <a:pt x="121121" y="117248"/>
                      <a:pt x="119415" y="119339"/>
                      <a:pt x="119415" y="121894"/>
                    </a:cubicBezTo>
                    <a:cubicBezTo>
                      <a:pt x="119415" y="124450"/>
                      <a:pt x="118112" y="127844"/>
                      <a:pt x="116519" y="129437"/>
                    </a:cubicBezTo>
                    <a:cubicBezTo>
                      <a:pt x="113230" y="132727"/>
                      <a:pt x="105775" y="130849"/>
                      <a:pt x="107977" y="127285"/>
                    </a:cubicBezTo>
                    <a:cubicBezTo>
                      <a:pt x="108769" y="126004"/>
                      <a:pt x="107624" y="124268"/>
                      <a:pt x="105433" y="123427"/>
                    </a:cubicBezTo>
                    <a:cubicBezTo>
                      <a:pt x="103242" y="122586"/>
                      <a:pt x="99008" y="117948"/>
                      <a:pt x="96024" y="113119"/>
                    </a:cubicBezTo>
                    <a:cubicBezTo>
                      <a:pt x="92358" y="107187"/>
                      <a:pt x="88642" y="104340"/>
                      <a:pt x="84566" y="104340"/>
                    </a:cubicBezTo>
                    <a:cubicBezTo>
                      <a:pt x="80490" y="104340"/>
                      <a:pt x="76774" y="101493"/>
                      <a:pt x="73108" y="95562"/>
                    </a:cubicBezTo>
                    <a:cubicBezTo>
                      <a:pt x="67387" y="86305"/>
                      <a:pt x="62222" y="83015"/>
                      <a:pt x="56725" y="85124"/>
                    </a:cubicBezTo>
                    <a:cubicBezTo>
                      <a:pt x="50606" y="87472"/>
                      <a:pt x="41978" y="76444"/>
                      <a:pt x="41890" y="66163"/>
                    </a:cubicBezTo>
                    <a:cubicBezTo>
                      <a:pt x="41792" y="54708"/>
                      <a:pt x="37917" y="49001"/>
                      <a:pt x="28677" y="46701"/>
                    </a:cubicBezTo>
                    <a:cubicBezTo>
                      <a:pt x="24172" y="45580"/>
                      <a:pt x="20912" y="42349"/>
                      <a:pt x="19131" y="37238"/>
                    </a:cubicBezTo>
                    <a:cubicBezTo>
                      <a:pt x="17643" y="32970"/>
                      <a:pt x="14841" y="29478"/>
                      <a:pt x="12905" y="29478"/>
                    </a:cubicBezTo>
                    <a:cubicBezTo>
                      <a:pt x="8305" y="29478"/>
                      <a:pt x="-2593" y="14715"/>
                      <a:pt x="565" y="12763"/>
                    </a:cubicBezTo>
                    <a:cubicBezTo>
                      <a:pt x="3818" y="10752"/>
                      <a:pt x="12858" y="12542"/>
                      <a:pt x="24931" y="17586"/>
                    </a:cubicBezTo>
                    <a:cubicBezTo>
                      <a:pt x="37286" y="22748"/>
                      <a:pt x="47225" y="22872"/>
                      <a:pt x="53740" y="17944"/>
                    </a:cubicBezTo>
                    <a:cubicBezTo>
                      <a:pt x="60581" y="12770"/>
                      <a:pt x="62623" y="13067"/>
                      <a:pt x="62623" y="19236"/>
                    </a:cubicBezTo>
                    <a:cubicBezTo>
                      <a:pt x="62623" y="22305"/>
                      <a:pt x="65034" y="25393"/>
                      <a:pt x="68432" y="26677"/>
                    </a:cubicBezTo>
                    <a:cubicBezTo>
                      <a:pt x="74871" y="29111"/>
                      <a:pt x="79002" y="27843"/>
                      <a:pt x="76711" y="24137"/>
                    </a:cubicBezTo>
                    <a:cubicBezTo>
                      <a:pt x="75894" y="22815"/>
                      <a:pt x="77037" y="21734"/>
                      <a:pt x="79251" y="21734"/>
                    </a:cubicBezTo>
                    <a:cubicBezTo>
                      <a:pt x="81464" y="21734"/>
                      <a:pt x="83275" y="20550"/>
                      <a:pt x="83275" y="19103"/>
                    </a:cubicBezTo>
                    <a:cubicBezTo>
                      <a:pt x="83275" y="17583"/>
                      <a:pt x="80538" y="17160"/>
                      <a:pt x="76792" y="18100"/>
                    </a:cubicBezTo>
                    <a:cubicBezTo>
                      <a:pt x="71329" y="19471"/>
                      <a:pt x="70588" y="19002"/>
                      <a:pt x="72078" y="15119"/>
                    </a:cubicBezTo>
                    <a:cubicBezTo>
                      <a:pt x="73452" y="11539"/>
                      <a:pt x="72877" y="10883"/>
                      <a:pt x="69501" y="12179"/>
                    </a:cubicBezTo>
                    <a:cubicBezTo>
                      <a:pt x="66052" y="13503"/>
                      <a:pt x="66358" y="12212"/>
                      <a:pt x="70989" y="5916"/>
                    </a:cubicBezTo>
                    <a:cubicBezTo>
                      <a:pt x="76351" y="-1376"/>
                      <a:pt x="76888" y="-1579"/>
                      <a:pt x="77646" y="3402"/>
                    </a:cubicBezTo>
                    <a:cubicBezTo>
                      <a:pt x="78672" y="10145"/>
                      <a:pt x="78784" y="10167"/>
                      <a:pt x="139275" y="15638"/>
                    </a:cubicBezTo>
                    <a:cubicBezTo>
                      <a:pt x="166526" y="18103"/>
                      <a:pt x="188286" y="20987"/>
                      <a:pt x="187630" y="22047"/>
                    </a:cubicBezTo>
                    <a:cubicBezTo>
                      <a:pt x="185081" y="26172"/>
                      <a:pt x="200296" y="53021"/>
                      <a:pt x="207209" y="56596"/>
                    </a:cubicBezTo>
                    <a:cubicBezTo>
                      <a:pt x="214767" y="60504"/>
                      <a:pt x="224810" y="78946"/>
                      <a:pt x="227114" y="93147"/>
                    </a:cubicBezTo>
                    <a:cubicBezTo>
                      <a:pt x="228108" y="99272"/>
                      <a:pt x="230904" y="103059"/>
                      <a:pt x="237157" y="106748"/>
                    </a:cubicBezTo>
                    <a:cubicBezTo>
                      <a:pt x="244668" y="111180"/>
                      <a:pt x="245621" y="112866"/>
                      <a:pt x="244314" y="119404"/>
                    </a:cubicBezTo>
                    <a:cubicBezTo>
                      <a:pt x="243448" y="123731"/>
                      <a:pt x="244017" y="127696"/>
                      <a:pt x="245646" y="128703"/>
                    </a:cubicBezTo>
                    <a:cubicBezTo>
                      <a:pt x="247209" y="129669"/>
                      <a:pt x="248514" y="135909"/>
                      <a:pt x="248545" y="142569"/>
                    </a:cubicBezTo>
                    <a:cubicBezTo>
                      <a:pt x="248610" y="156222"/>
                      <a:pt x="256380" y="169733"/>
                      <a:pt x="261330" y="164801"/>
                    </a:cubicBezTo>
                    <a:cubicBezTo>
                      <a:pt x="263334" y="162805"/>
                      <a:pt x="262643" y="160133"/>
                      <a:pt x="258888" y="155359"/>
                    </a:cubicBezTo>
                    <a:cubicBezTo>
                      <a:pt x="253728" y="148800"/>
                      <a:pt x="251444" y="130155"/>
                      <a:pt x="255800" y="130155"/>
                    </a:cubicBezTo>
                    <a:cubicBezTo>
                      <a:pt x="259829" y="130155"/>
                      <a:pt x="274389" y="150593"/>
                      <a:pt x="275961" y="158456"/>
                    </a:cubicBezTo>
                    <a:cubicBezTo>
                      <a:pt x="276824" y="162768"/>
                      <a:pt x="279126" y="166295"/>
                      <a:pt x="281077" y="166295"/>
                    </a:cubicBezTo>
                    <a:cubicBezTo>
                      <a:pt x="283382" y="166295"/>
                      <a:pt x="284587" y="169236"/>
                      <a:pt x="284516" y="174685"/>
                    </a:cubicBezTo>
                    <a:cubicBezTo>
                      <a:pt x="284361" y="186530"/>
                      <a:pt x="287367" y="203159"/>
                      <a:pt x="290330" y="206853"/>
                    </a:cubicBezTo>
                    <a:cubicBezTo>
                      <a:pt x="291973" y="208901"/>
                      <a:pt x="291767" y="213229"/>
                      <a:pt x="289732" y="219395"/>
                    </a:cubicBezTo>
                    <a:cubicBezTo>
                      <a:pt x="286869" y="228068"/>
                      <a:pt x="287307" y="230214"/>
                      <a:pt x="295284" y="246624"/>
                    </a:cubicBezTo>
                    <a:cubicBezTo>
                      <a:pt x="300047" y="256421"/>
                      <a:pt x="305697" y="264994"/>
                      <a:pt x="307839" y="265674"/>
                    </a:cubicBezTo>
                    <a:cubicBezTo>
                      <a:pt x="309981" y="266354"/>
                      <a:pt x="311853" y="269538"/>
                      <a:pt x="311998" y="272749"/>
                    </a:cubicBezTo>
                    <a:cubicBezTo>
                      <a:pt x="312747" y="289262"/>
                      <a:pt x="316417" y="302569"/>
                      <a:pt x="323310" y="313772"/>
                    </a:cubicBezTo>
                    <a:cubicBezTo>
                      <a:pt x="332864" y="329298"/>
                      <a:pt x="335210" y="338166"/>
                      <a:pt x="331080" y="343142"/>
                    </a:cubicBezTo>
                    <a:cubicBezTo>
                      <a:pt x="328823" y="345861"/>
                      <a:pt x="328447" y="351993"/>
                      <a:pt x="329774" y="364390"/>
                    </a:cubicBezTo>
                    <a:cubicBezTo>
                      <a:pt x="332100" y="386110"/>
                      <a:pt x="338349" y="395959"/>
                      <a:pt x="349986" y="396248"/>
                    </a:cubicBezTo>
                    <a:cubicBezTo>
                      <a:pt x="354503" y="396360"/>
                      <a:pt x="356748" y="397038"/>
                      <a:pt x="354973" y="397754"/>
                    </a:cubicBezTo>
                    <a:cubicBezTo>
                      <a:pt x="349867" y="399814"/>
                      <a:pt x="351219" y="403789"/>
                      <a:pt x="357026" y="403789"/>
                    </a:cubicBezTo>
                    <a:cubicBezTo>
                      <a:pt x="361562" y="403789"/>
                      <a:pt x="362100" y="402606"/>
                      <a:pt x="360843" y="395399"/>
                    </a:cubicBezTo>
                    <a:cubicBezTo>
                      <a:pt x="360039" y="390785"/>
                      <a:pt x="360485" y="385331"/>
                      <a:pt x="361835" y="383279"/>
                    </a:cubicBezTo>
                    <a:cubicBezTo>
                      <a:pt x="363800" y="380292"/>
                      <a:pt x="366898" y="382284"/>
                      <a:pt x="377379" y="393272"/>
                    </a:cubicBezTo>
                    <a:cubicBezTo>
                      <a:pt x="384578" y="400820"/>
                      <a:pt x="390468" y="408598"/>
                      <a:pt x="390468" y="410555"/>
                    </a:cubicBezTo>
                    <a:cubicBezTo>
                      <a:pt x="390468" y="412631"/>
                      <a:pt x="393158" y="414114"/>
                      <a:pt x="396921" y="414114"/>
                    </a:cubicBezTo>
                    <a:cubicBezTo>
                      <a:pt x="401868" y="414114"/>
                      <a:pt x="403375" y="415453"/>
                      <a:pt x="403375" y="419847"/>
                    </a:cubicBezTo>
                    <a:cubicBezTo>
                      <a:pt x="403375" y="423000"/>
                      <a:pt x="404827" y="431917"/>
                      <a:pt x="406602" y="439662"/>
                    </a:cubicBezTo>
                    <a:cubicBezTo>
                      <a:pt x="409222" y="451096"/>
                      <a:pt x="411381" y="454663"/>
                      <a:pt x="418087" y="458630"/>
                    </a:cubicBezTo>
                    <a:cubicBezTo>
                      <a:pt x="432031" y="466881"/>
                      <a:pt x="432496" y="489608"/>
                      <a:pt x="419011" y="503820"/>
                    </a:cubicBezTo>
                    <a:cubicBezTo>
                      <a:pt x="415980" y="507014"/>
                      <a:pt x="411844" y="509628"/>
                      <a:pt x="409820" y="509628"/>
                    </a:cubicBezTo>
                    <a:cubicBezTo>
                      <a:pt x="407796" y="509628"/>
                      <a:pt x="400938" y="512532"/>
                      <a:pt x="394580" y="516082"/>
                    </a:cubicBezTo>
                    <a:cubicBezTo>
                      <a:pt x="388222" y="519631"/>
                      <a:pt x="382575" y="522535"/>
                      <a:pt x="382031" y="522535"/>
                    </a:cubicBezTo>
                    <a:cubicBezTo>
                      <a:pt x="381487" y="522535"/>
                      <a:pt x="378323" y="519641"/>
                      <a:pt x="375000" y="516104"/>
                    </a:cubicBezTo>
                    <a:close/>
                  </a:path>
                </a:pathLst>
              </a:custGeom>
              <a:solidFill>
                <a:srgbClr val="B9B9B9"/>
              </a:solidFill>
              <a:ln w="5163" cap="flat">
                <a:noFill/>
                <a:prstDash val="solid"/>
                <a:miter/>
              </a:ln>
            </p:spPr>
            <p:txBody>
              <a:bodyPr/>
              <a:lstStyle/>
              <a:p>
                <a:endParaRPr lang="es-419" noProof="0" dirty="0"/>
              </a:p>
            </p:txBody>
          </p:sp>
          <p:sp>
            <p:nvSpPr>
              <p:cNvPr id="93" name="Forma libre: forma 92">
                <a:extLst>
                  <a:ext uri="{FF2B5EF4-FFF2-40B4-BE49-F238E27FC236}">
                    <a16:creationId xmlns:a16="http://schemas.microsoft.com/office/drawing/2014/main" id="{5219F627-01F1-39A4-837A-D18FC188327D}"/>
                  </a:ext>
                </a:extLst>
              </p:cNvPr>
              <p:cNvSpPr/>
              <p:nvPr/>
            </p:nvSpPr>
            <p:spPr>
              <a:xfrm>
                <a:off x="675648" y="1860606"/>
                <a:ext cx="11408" cy="19945"/>
              </a:xfrm>
              <a:custGeom>
                <a:avLst/>
                <a:gdLst>
                  <a:gd name="csX0" fmla="*/ 2146 w 11408"/>
                  <a:gd name="csY0" fmla="*/ 10289 h 19945"/>
                  <a:gd name="csX1" fmla="*/ 6337 w 11408"/>
                  <a:gd name="csY1" fmla="*/ 7392 h 19945"/>
                  <a:gd name="csX2" fmla="*/ 8408 w 11408"/>
                  <a:gd name="csY2" fmla="*/ 19945 h 19945"/>
                  <a:gd name="csX3" fmla="*/ 2146 w 11408"/>
                  <a:gd name="csY3" fmla="*/ 10289 h 19945"/>
                </a:gdLst>
                <a:ahLst/>
                <a:cxnLst>
                  <a:cxn ang="0">
                    <a:pos x="csX0" y="csY0"/>
                  </a:cxn>
                  <a:cxn ang="0">
                    <a:pos x="csX1" y="csY1"/>
                  </a:cxn>
                  <a:cxn ang="0">
                    <a:pos x="csX2" y="csY2"/>
                  </a:cxn>
                  <a:cxn ang="0">
                    <a:pos x="csX3" y="csY3"/>
                  </a:cxn>
                </a:cxnLst>
                <a:rect l="l" t="t" r="r" b="b"/>
                <a:pathLst>
                  <a:path w="11408" h="19945">
                    <a:moveTo>
                      <a:pt x="2146" y="10289"/>
                    </a:moveTo>
                    <a:cubicBezTo>
                      <a:pt x="-1802" y="-2324"/>
                      <a:pt x="-243" y="-3401"/>
                      <a:pt x="6337" y="7392"/>
                    </a:cubicBezTo>
                    <a:cubicBezTo>
                      <a:pt x="12476" y="17462"/>
                      <a:pt x="12886" y="19945"/>
                      <a:pt x="8408" y="19945"/>
                    </a:cubicBezTo>
                    <a:cubicBezTo>
                      <a:pt x="6626" y="19945"/>
                      <a:pt x="3808" y="15600"/>
                      <a:pt x="2146" y="10289"/>
                    </a:cubicBezTo>
                    <a:close/>
                  </a:path>
                </a:pathLst>
              </a:custGeom>
              <a:solidFill>
                <a:srgbClr val="B9B9B9"/>
              </a:solidFill>
              <a:ln w="5163" cap="flat">
                <a:noFill/>
                <a:prstDash val="solid"/>
                <a:miter/>
              </a:ln>
            </p:spPr>
            <p:txBody>
              <a:bodyPr/>
              <a:lstStyle/>
              <a:p>
                <a:endParaRPr lang="es-419" noProof="0" dirty="0"/>
              </a:p>
            </p:txBody>
          </p:sp>
          <p:sp>
            <p:nvSpPr>
              <p:cNvPr id="94" name="Forma libre: forma 93">
                <a:extLst>
                  <a:ext uri="{FF2B5EF4-FFF2-40B4-BE49-F238E27FC236}">
                    <a16:creationId xmlns:a16="http://schemas.microsoft.com/office/drawing/2014/main" id="{21D63498-BFFC-C56E-F3BB-7F55FD73C319}"/>
                  </a:ext>
                </a:extLst>
              </p:cNvPr>
              <p:cNvSpPr/>
              <p:nvPr/>
            </p:nvSpPr>
            <p:spPr>
              <a:xfrm>
                <a:off x="517039" y="1839249"/>
                <a:ext cx="11082" cy="12784"/>
              </a:xfrm>
              <a:custGeom>
                <a:avLst/>
                <a:gdLst>
                  <a:gd name="csX0" fmla="*/ 4154 w 11082"/>
                  <a:gd name="csY0" fmla="*/ 8186 h 12784"/>
                  <a:gd name="csX1" fmla="*/ 2167 w 11082"/>
                  <a:gd name="csY1" fmla="*/ 0 h 12784"/>
                  <a:gd name="csX2" fmla="*/ 8680 w 11082"/>
                  <a:gd name="csY2" fmla="*/ 6454 h 12784"/>
                  <a:gd name="csX3" fmla="*/ 4154 w 11082"/>
                  <a:gd name="csY3" fmla="*/ 8186 h 12784"/>
                </a:gdLst>
                <a:ahLst/>
                <a:cxnLst>
                  <a:cxn ang="0">
                    <a:pos x="csX0" y="csY0"/>
                  </a:cxn>
                  <a:cxn ang="0">
                    <a:pos x="csX1" y="csY1"/>
                  </a:cxn>
                  <a:cxn ang="0">
                    <a:pos x="csX2" y="csY2"/>
                  </a:cxn>
                  <a:cxn ang="0">
                    <a:pos x="csX3" y="csY3"/>
                  </a:cxn>
                </a:cxnLst>
                <a:rect l="l" t="t" r="r" b="b"/>
                <a:pathLst>
                  <a:path w="11082" h="12784">
                    <a:moveTo>
                      <a:pt x="4154" y="8186"/>
                    </a:moveTo>
                    <a:cubicBezTo>
                      <a:pt x="-584" y="2950"/>
                      <a:pt x="-1300" y="0"/>
                      <a:pt x="2167" y="0"/>
                    </a:cubicBezTo>
                    <a:cubicBezTo>
                      <a:pt x="3423" y="0"/>
                      <a:pt x="6354" y="2904"/>
                      <a:pt x="8680" y="6454"/>
                    </a:cubicBezTo>
                    <a:cubicBezTo>
                      <a:pt x="13580" y="13931"/>
                      <a:pt x="10441" y="15133"/>
                      <a:pt x="4154" y="8186"/>
                    </a:cubicBezTo>
                    <a:close/>
                  </a:path>
                </a:pathLst>
              </a:custGeom>
              <a:solidFill>
                <a:srgbClr val="B9B9B9"/>
              </a:solidFill>
              <a:ln w="5163" cap="flat">
                <a:noFill/>
                <a:prstDash val="solid"/>
                <a:miter/>
              </a:ln>
            </p:spPr>
            <p:txBody>
              <a:bodyPr/>
              <a:lstStyle/>
              <a:p>
                <a:endParaRPr lang="es-419" noProof="0" dirty="0"/>
              </a:p>
            </p:txBody>
          </p:sp>
          <p:sp>
            <p:nvSpPr>
              <p:cNvPr id="95" name="Forma libre: forma 94">
                <a:extLst>
                  <a:ext uri="{FF2B5EF4-FFF2-40B4-BE49-F238E27FC236}">
                    <a16:creationId xmlns:a16="http://schemas.microsoft.com/office/drawing/2014/main" id="{00380D12-DECB-570C-81DD-A018EB3EA23C}"/>
                  </a:ext>
                </a:extLst>
              </p:cNvPr>
              <p:cNvSpPr/>
              <p:nvPr/>
            </p:nvSpPr>
            <p:spPr>
              <a:xfrm>
                <a:off x="633440" y="1833111"/>
                <a:ext cx="12552" cy="18971"/>
              </a:xfrm>
              <a:custGeom>
                <a:avLst/>
                <a:gdLst>
                  <a:gd name="csX0" fmla="*/ 3996 w 12552"/>
                  <a:gd name="csY0" fmla="*/ 9922 h 18971"/>
                  <a:gd name="csX1" fmla="*/ 6099 w 12552"/>
                  <a:gd name="csY1" fmla="*/ 5082 h 18971"/>
                  <a:gd name="csX2" fmla="*/ 12553 w 12552"/>
                  <a:gd name="csY2" fmla="*/ 15290 h 18971"/>
                  <a:gd name="csX3" fmla="*/ 3996 w 12552"/>
                  <a:gd name="csY3" fmla="*/ 9922 h 18971"/>
                </a:gdLst>
                <a:ahLst/>
                <a:cxnLst>
                  <a:cxn ang="0">
                    <a:pos x="csX0" y="csY0"/>
                  </a:cxn>
                  <a:cxn ang="0">
                    <a:pos x="csX1" y="csY1"/>
                  </a:cxn>
                  <a:cxn ang="0">
                    <a:pos x="csX2" y="csY2"/>
                  </a:cxn>
                  <a:cxn ang="0">
                    <a:pos x="csX3" y="csY3"/>
                  </a:cxn>
                </a:cxnLst>
                <a:rect l="l" t="t" r="r" b="b"/>
                <a:pathLst>
                  <a:path w="12552" h="18971">
                    <a:moveTo>
                      <a:pt x="3996" y="9922"/>
                    </a:moveTo>
                    <a:cubicBezTo>
                      <a:pt x="-1733" y="-2091"/>
                      <a:pt x="-1533" y="-2550"/>
                      <a:pt x="6099" y="5082"/>
                    </a:cubicBezTo>
                    <a:cubicBezTo>
                      <a:pt x="9649" y="8631"/>
                      <a:pt x="12553" y="13225"/>
                      <a:pt x="12553" y="15290"/>
                    </a:cubicBezTo>
                    <a:cubicBezTo>
                      <a:pt x="12553" y="21885"/>
                      <a:pt x="8483" y="19332"/>
                      <a:pt x="3996" y="9922"/>
                    </a:cubicBezTo>
                    <a:close/>
                  </a:path>
                </a:pathLst>
              </a:custGeom>
              <a:solidFill>
                <a:srgbClr val="B9B9B9"/>
              </a:solidFill>
              <a:ln w="5163" cap="flat">
                <a:noFill/>
                <a:prstDash val="solid"/>
                <a:miter/>
              </a:ln>
            </p:spPr>
            <p:txBody>
              <a:bodyPr/>
              <a:lstStyle/>
              <a:p>
                <a:endParaRPr lang="es-419" noProof="0" dirty="0"/>
              </a:p>
            </p:txBody>
          </p:sp>
          <p:sp>
            <p:nvSpPr>
              <p:cNvPr id="96" name="Forma libre: forma 95">
                <a:extLst>
                  <a:ext uri="{FF2B5EF4-FFF2-40B4-BE49-F238E27FC236}">
                    <a16:creationId xmlns:a16="http://schemas.microsoft.com/office/drawing/2014/main" id="{46DCAB3F-A166-C1D7-0138-2C142413A917}"/>
                  </a:ext>
                </a:extLst>
              </p:cNvPr>
              <p:cNvSpPr/>
              <p:nvPr/>
            </p:nvSpPr>
            <p:spPr>
              <a:xfrm>
                <a:off x="499513" y="1824179"/>
                <a:ext cx="16487" cy="10786"/>
              </a:xfrm>
              <a:custGeom>
                <a:avLst/>
                <a:gdLst>
                  <a:gd name="csX0" fmla="*/ 5790 w 16487"/>
                  <a:gd name="csY0" fmla="*/ 5576 h 10786"/>
                  <a:gd name="csX1" fmla="*/ 4501 w 16487"/>
                  <a:gd name="csY1" fmla="*/ 936 h 10786"/>
                  <a:gd name="csX2" fmla="*/ 15719 w 16487"/>
                  <a:gd name="csY2" fmla="*/ 10646 h 10786"/>
                  <a:gd name="csX3" fmla="*/ 5790 w 16487"/>
                  <a:gd name="csY3" fmla="*/ 5576 h 10786"/>
                </a:gdLst>
                <a:ahLst/>
                <a:cxnLst>
                  <a:cxn ang="0">
                    <a:pos x="csX0" y="csY0"/>
                  </a:cxn>
                  <a:cxn ang="0">
                    <a:pos x="csX1" y="csY1"/>
                  </a:cxn>
                  <a:cxn ang="0">
                    <a:pos x="csX2" y="csY2"/>
                  </a:cxn>
                  <a:cxn ang="0">
                    <a:pos x="csX3" y="csY3"/>
                  </a:cxn>
                </a:cxnLst>
                <a:rect l="l" t="t" r="r" b="b"/>
                <a:pathLst>
                  <a:path w="16487" h="10786">
                    <a:moveTo>
                      <a:pt x="5790" y="5576"/>
                    </a:moveTo>
                    <a:cubicBezTo>
                      <a:pt x="-1676" y="-615"/>
                      <a:pt x="-1722" y="-781"/>
                      <a:pt x="4501" y="936"/>
                    </a:cubicBezTo>
                    <a:cubicBezTo>
                      <a:pt x="12209" y="3063"/>
                      <a:pt x="18782" y="8753"/>
                      <a:pt x="15719" y="10646"/>
                    </a:cubicBezTo>
                    <a:cubicBezTo>
                      <a:pt x="14517" y="11389"/>
                      <a:pt x="10049" y="9107"/>
                      <a:pt x="5790" y="5576"/>
                    </a:cubicBezTo>
                    <a:close/>
                  </a:path>
                </a:pathLst>
              </a:custGeom>
              <a:solidFill>
                <a:srgbClr val="B9B9B9"/>
              </a:solidFill>
              <a:ln w="5163" cap="flat">
                <a:noFill/>
                <a:prstDash val="solid"/>
                <a:miter/>
              </a:ln>
            </p:spPr>
            <p:txBody>
              <a:bodyPr/>
              <a:lstStyle/>
              <a:p>
                <a:endParaRPr lang="es-419" noProof="0" dirty="0"/>
              </a:p>
            </p:txBody>
          </p:sp>
          <p:sp>
            <p:nvSpPr>
              <p:cNvPr id="97" name="Forma libre: forma 96">
                <a:extLst>
                  <a:ext uri="{FF2B5EF4-FFF2-40B4-BE49-F238E27FC236}">
                    <a16:creationId xmlns:a16="http://schemas.microsoft.com/office/drawing/2014/main" id="{FC5B5921-544B-E42E-1820-4184CB3C4424}"/>
                  </a:ext>
                </a:extLst>
              </p:cNvPr>
              <p:cNvSpPr/>
              <p:nvPr/>
            </p:nvSpPr>
            <p:spPr>
              <a:xfrm>
                <a:off x="478303" y="1760241"/>
                <a:ext cx="17819" cy="62484"/>
              </a:xfrm>
              <a:custGeom>
                <a:avLst/>
                <a:gdLst>
                  <a:gd name="csX0" fmla="*/ 12817 w 17819"/>
                  <a:gd name="csY0" fmla="*/ 59663 h 62484"/>
                  <a:gd name="csX1" fmla="*/ 8906 w 17819"/>
                  <a:gd name="csY1" fmla="*/ 49920 h 62484"/>
                  <a:gd name="csX2" fmla="*/ 3768 w 17819"/>
                  <a:gd name="csY2" fmla="*/ 41934 h 62484"/>
                  <a:gd name="csX3" fmla="*/ 2261 w 17819"/>
                  <a:gd name="csY3" fmla="*/ 33152 h 62484"/>
                  <a:gd name="csX4" fmla="*/ 8278 w 17819"/>
                  <a:gd name="csY4" fmla="*/ 19635 h 62484"/>
                  <a:gd name="csX5" fmla="*/ 14954 w 17819"/>
                  <a:gd name="csY5" fmla="*/ 4146 h 62484"/>
                  <a:gd name="csX6" fmla="*/ 16371 w 17819"/>
                  <a:gd name="csY6" fmla="*/ 6727 h 62484"/>
                  <a:gd name="csX7" fmla="*/ 10951 w 17819"/>
                  <a:gd name="csY7" fmla="*/ 23219 h 62484"/>
                  <a:gd name="csX8" fmla="*/ 9971 w 17819"/>
                  <a:gd name="csY8" fmla="*/ 36893 h 62484"/>
                  <a:gd name="csX9" fmla="*/ 12803 w 17819"/>
                  <a:gd name="csY9" fmla="*/ 48926 h 62484"/>
                  <a:gd name="csX10" fmla="*/ 15858 w 17819"/>
                  <a:gd name="csY10" fmla="*/ 57797 h 62484"/>
                  <a:gd name="csX11" fmla="*/ 17517 w 17819"/>
                  <a:gd name="csY11" fmla="*/ 62248 h 62484"/>
                  <a:gd name="csX12" fmla="*/ 12817 w 17819"/>
                  <a:gd name="csY12" fmla="*/ 59663 h 624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7819" h="62484">
                    <a:moveTo>
                      <a:pt x="12817" y="59663"/>
                    </a:moveTo>
                    <a:cubicBezTo>
                      <a:pt x="10999" y="57473"/>
                      <a:pt x="9240" y="53089"/>
                      <a:pt x="8906" y="49920"/>
                    </a:cubicBezTo>
                    <a:cubicBezTo>
                      <a:pt x="7921" y="40559"/>
                      <a:pt x="7808" y="40384"/>
                      <a:pt x="3768" y="41934"/>
                    </a:cubicBezTo>
                    <a:cubicBezTo>
                      <a:pt x="-606" y="43612"/>
                      <a:pt x="-1257" y="39820"/>
                      <a:pt x="2261" y="33152"/>
                    </a:cubicBezTo>
                    <a:cubicBezTo>
                      <a:pt x="3561" y="30687"/>
                      <a:pt x="6269" y="24604"/>
                      <a:pt x="8278" y="19635"/>
                    </a:cubicBezTo>
                    <a:cubicBezTo>
                      <a:pt x="10287" y="14665"/>
                      <a:pt x="13291" y="7695"/>
                      <a:pt x="14954" y="4146"/>
                    </a:cubicBezTo>
                    <a:cubicBezTo>
                      <a:pt x="17758" y="-1839"/>
                      <a:pt x="17861" y="-1651"/>
                      <a:pt x="16371" y="6727"/>
                    </a:cubicBezTo>
                    <a:cubicBezTo>
                      <a:pt x="15486" y="11697"/>
                      <a:pt x="13047" y="19118"/>
                      <a:pt x="10951" y="23219"/>
                    </a:cubicBezTo>
                    <a:cubicBezTo>
                      <a:pt x="8012" y="28966"/>
                      <a:pt x="7787" y="32101"/>
                      <a:pt x="9971" y="36893"/>
                    </a:cubicBezTo>
                    <a:cubicBezTo>
                      <a:pt x="11529" y="40313"/>
                      <a:pt x="12803" y="45728"/>
                      <a:pt x="12803" y="48926"/>
                    </a:cubicBezTo>
                    <a:cubicBezTo>
                      <a:pt x="12803" y="52125"/>
                      <a:pt x="14178" y="56117"/>
                      <a:pt x="15858" y="57797"/>
                    </a:cubicBezTo>
                    <a:cubicBezTo>
                      <a:pt x="17538" y="59477"/>
                      <a:pt x="18285" y="61480"/>
                      <a:pt x="17517" y="62248"/>
                    </a:cubicBezTo>
                    <a:cubicBezTo>
                      <a:pt x="16749" y="63016"/>
                      <a:pt x="14634" y="61852"/>
                      <a:pt x="12817" y="59663"/>
                    </a:cubicBezTo>
                    <a:close/>
                  </a:path>
                </a:pathLst>
              </a:custGeom>
              <a:solidFill>
                <a:srgbClr val="B9B9B9"/>
              </a:solidFill>
              <a:ln w="5163" cap="flat">
                <a:noFill/>
                <a:prstDash val="solid"/>
                <a:miter/>
              </a:ln>
            </p:spPr>
            <p:txBody>
              <a:bodyPr/>
              <a:lstStyle/>
              <a:p>
                <a:endParaRPr lang="es-419" noProof="0" dirty="0"/>
              </a:p>
            </p:txBody>
          </p:sp>
          <p:sp>
            <p:nvSpPr>
              <p:cNvPr id="98" name="Forma libre: forma 97">
                <a:extLst>
                  <a:ext uri="{FF2B5EF4-FFF2-40B4-BE49-F238E27FC236}">
                    <a16:creationId xmlns:a16="http://schemas.microsoft.com/office/drawing/2014/main" id="{0803D523-1EC3-E3AC-8547-63F33C2DC3A1}"/>
                  </a:ext>
                </a:extLst>
              </p:cNvPr>
              <p:cNvSpPr/>
              <p:nvPr/>
            </p:nvSpPr>
            <p:spPr>
              <a:xfrm>
                <a:off x="610272" y="1785879"/>
                <a:ext cx="19431" cy="24201"/>
              </a:xfrm>
              <a:custGeom>
                <a:avLst/>
                <a:gdLst>
                  <a:gd name="csX0" fmla="*/ 12977 w 19431"/>
                  <a:gd name="csY0" fmla="*/ 20895 h 24201"/>
                  <a:gd name="csX1" fmla="*/ 7325 w 19431"/>
                  <a:gd name="csY1" fmla="*/ 14059 h 24201"/>
                  <a:gd name="csX2" fmla="*/ 3038 w 19431"/>
                  <a:gd name="csY2" fmla="*/ 6445 h 24201"/>
                  <a:gd name="csX3" fmla="*/ 7745 w 19431"/>
                  <a:gd name="csY3" fmla="*/ 1409 h 24201"/>
                  <a:gd name="csX4" fmla="*/ 17054 w 19431"/>
                  <a:gd name="csY4" fmla="*/ 13612 h 24201"/>
                  <a:gd name="csX5" fmla="*/ 19347 w 19431"/>
                  <a:gd name="csY5" fmla="*/ 24137 h 24201"/>
                  <a:gd name="csX6" fmla="*/ 12977 w 19431"/>
                  <a:gd name="csY6" fmla="*/ 20895 h 24201"/>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9431" h="24201">
                    <a:moveTo>
                      <a:pt x="12977" y="20895"/>
                    </a:moveTo>
                    <a:cubicBezTo>
                      <a:pt x="9869" y="18718"/>
                      <a:pt x="7325" y="15642"/>
                      <a:pt x="7325" y="14059"/>
                    </a:cubicBezTo>
                    <a:cubicBezTo>
                      <a:pt x="7325" y="12477"/>
                      <a:pt x="5396" y="9050"/>
                      <a:pt x="3038" y="6445"/>
                    </a:cubicBezTo>
                    <a:cubicBezTo>
                      <a:pt x="-2384" y="453"/>
                      <a:pt x="-388" y="-1683"/>
                      <a:pt x="7745" y="1409"/>
                    </a:cubicBezTo>
                    <a:cubicBezTo>
                      <a:pt x="11871" y="2978"/>
                      <a:pt x="15083" y="7189"/>
                      <a:pt x="17054" y="13612"/>
                    </a:cubicBezTo>
                    <a:cubicBezTo>
                      <a:pt x="18710" y="19007"/>
                      <a:pt x="19742" y="23743"/>
                      <a:pt x="19347" y="24137"/>
                    </a:cubicBezTo>
                    <a:cubicBezTo>
                      <a:pt x="18953" y="24532"/>
                      <a:pt x="16086" y="23073"/>
                      <a:pt x="12977" y="20895"/>
                    </a:cubicBezTo>
                    <a:close/>
                  </a:path>
                </a:pathLst>
              </a:custGeom>
              <a:solidFill>
                <a:srgbClr val="B9B9B9"/>
              </a:solidFill>
              <a:ln w="5163" cap="flat">
                <a:noFill/>
                <a:prstDash val="solid"/>
                <a:miter/>
              </a:ln>
            </p:spPr>
            <p:txBody>
              <a:bodyPr/>
              <a:lstStyle/>
              <a:p>
                <a:endParaRPr lang="es-419" noProof="0" dirty="0"/>
              </a:p>
            </p:txBody>
          </p:sp>
          <p:sp>
            <p:nvSpPr>
              <p:cNvPr id="99" name="Forma libre: forma 98">
                <a:extLst>
                  <a:ext uri="{FF2B5EF4-FFF2-40B4-BE49-F238E27FC236}">
                    <a16:creationId xmlns:a16="http://schemas.microsoft.com/office/drawing/2014/main" id="{958B4EC6-EE5E-F011-6D5A-0417E1C04F8C}"/>
                  </a:ext>
                </a:extLst>
              </p:cNvPr>
              <p:cNvSpPr/>
              <p:nvPr/>
            </p:nvSpPr>
            <p:spPr>
              <a:xfrm>
                <a:off x="615016" y="1765374"/>
                <a:ext cx="5162" cy="6756"/>
              </a:xfrm>
              <a:custGeom>
                <a:avLst/>
                <a:gdLst>
                  <a:gd name="csX0" fmla="*/ 0 w 5162"/>
                  <a:gd name="csY0" fmla="*/ 4328 h 6756"/>
                  <a:gd name="csX1" fmla="*/ 2581 w 5162"/>
                  <a:gd name="csY1" fmla="*/ 303 h 6756"/>
                  <a:gd name="csX2" fmla="*/ 5163 w 5162"/>
                  <a:gd name="csY2" fmla="*/ 2732 h 6756"/>
                  <a:gd name="csX3" fmla="*/ 2581 w 5162"/>
                  <a:gd name="csY3" fmla="*/ 6757 h 6756"/>
                  <a:gd name="csX4" fmla="*/ 0 w 5162"/>
                  <a:gd name="csY4" fmla="*/ 4328 h 6756"/>
                </a:gdLst>
                <a:ahLst/>
                <a:cxnLst>
                  <a:cxn ang="0">
                    <a:pos x="csX0" y="csY0"/>
                  </a:cxn>
                  <a:cxn ang="0">
                    <a:pos x="csX1" y="csY1"/>
                  </a:cxn>
                  <a:cxn ang="0">
                    <a:pos x="csX2" y="csY2"/>
                  </a:cxn>
                  <a:cxn ang="0">
                    <a:pos x="csX3" y="csY3"/>
                  </a:cxn>
                  <a:cxn ang="0">
                    <a:pos x="csX4" y="csY4"/>
                  </a:cxn>
                </a:cxnLst>
                <a:rect l="l" t="t" r="r" b="b"/>
                <a:pathLst>
                  <a:path w="5162" h="6756">
                    <a:moveTo>
                      <a:pt x="0" y="4328"/>
                    </a:moveTo>
                    <a:cubicBezTo>
                      <a:pt x="0" y="2992"/>
                      <a:pt x="1162" y="1181"/>
                      <a:pt x="2581" y="303"/>
                    </a:cubicBezTo>
                    <a:cubicBezTo>
                      <a:pt x="4001" y="-574"/>
                      <a:pt x="5163" y="519"/>
                      <a:pt x="5163" y="2732"/>
                    </a:cubicBezTo>
                    <a:cubicBezTo>
                      <a:pt x="5163" y="4946"/>
                      <a:pt x="4001" y="6757"/>
                      <a:pt x="2581" y="6757"/>
                    </a:cubicBezTo>
                    <a:cubicBezTo>
                      <a:pt x="1162" y="6757"/>
                      <a:pt x="0" y="5664"/>
                      <a:pt x="0" y="4328"/>
                    </a:cubicBezTo>
                    <a:close/>
                  </a:path>
                </a:pathLst>
              </a:custGeom>
              <a:solidFill>
                <a:srgbClr val="B9B9B9"/>
              </a:solidFill>
              <a:ln w="5163" cap="flat">
                <a:noFill/>
                <a:prstDash val="solid"/>
                <a:miter/>
              </a:ln>
            </p:spPr>
            <p:txBody>
              <a:bodyPr/>
              <a:lstStyle/>
              <a:p>
                <a:endParaRPr lang="es-419" noProof="0" dirty="0"/>
              </a:p>
            </p:txBody>
          </p:sp>
          <p:sp>
            <p:nvSpPr>
              <p:cNvPr id="100" name="Forma libre: forma 99">
                <a:extLst>
                  <a:ext uri="{FF2B5EF4-FFF2-40B4-BE49-F238E27FC236}">
                    <a16:creationId xmlns:a16="http://schemas.microsoft.com/office/drawing/2014/main" id="{B8AE4E05-4F9D-CD3C-5C60-02E894BA2664}"/>
                  </a:ext>
                </a:extLst>
              </p:cNvPr>
              <p:cNvSpPr/>
              <p:nvPr/>
            </p:nvSpPr>
            <p:spPr>
              <a:xfrm>
                <a:off x="496444" y="1737058"/>
                <a:ext cx="4812" cy="15975"/>
              </a:xfrm>
              <a:custGeom>
                <a:avLst/>
                <a:gdLst>
                  <a:gd name="csX0" fmla="*/ 6 w 4812"/>
                  <a:gd name="csY0" fmla="*/ 12637 h 15975"/>
                  <a:gd name="csX1" fmla="*/ 2406 w 4812"/>
                  <a:gd name="csY1" fmla="*/ 2804 h 15975"/>
                  <a:gd name="csX2" fmla="*/ 4806 w 4812"/>
                  <a:gd name="csY2" fmla="*/ 5879 h 15975"/>
                  <a:gd name="csX3" fmla="*/ 2406 w 4812"/>
                  <a:gd name="csY3" fmla="*/ 15712 h 15975"/>
                  <a:gd name="csX4" fmla="*/ 6 w 4812"/>
                  <a:gd name="csY4" fmla="*/ 12637 h 15975"/>
                </a:gdLst>
                <a:ahLst/>
                <a:cxnLst>
                  <a:cxn ang="0">
                    <a:pos x="csX0" y="csY0"/>
                  </a:cxn>
                  <a:cxn ang="0">
                    <a:pos x="csX1" y="csY1"/>
                  </a:cxn>
                  <a:cxn ang="0">
                    <a:pos x="csX2" y="csY2"/>
                  </a:cxn>
                  <a:cxn ang="0">
                    <a:pos x="csX3" y="csY3"/>
                  </a:cxn>
                  <a:cxn ang="0">
                    <a:pos x="csX4" y="csY4"/>
                  </a:cxn>
                </a:cxnLst>
                <a:rect l="l" t="t" r="r" b="b"/>
                <a:pathLst>
                  <a:path w="4812" h="15975">
                    <a:moveTo>
                      <a:pt x="6" y="12637"/>
                    </a:moveTo>
                    <a:cubicBezTo>
                      <a:pt x="106" y="10069"/>
                      <a:pt x="1186" y="5644"/>
                      <a:pt x="2406" y="2804"/>
                    </a:cubicBezTo>
                    <a:cubicBezTo>
                      <a:pt x="4277" y="-1548"/>
                      <a:pt x="4653" y="-1065"/>
                      <a:pt x="4806" y="5879"/>
                    </a:cubicBezTo>
                    <a:cubicBezTo>
                      <a:pt x="4906" y="10409"/>
                      <a:pt x="3826" y="14834"/>
                      <a:pt x="2406" y="15712"/>
                    </a:cubicBezTo>
                    <a:cubicBezTo>
                      <a:pt x="987" y="16589"/>
                      <a:pt x="-93" y="15206"/>
                      <a:pt x="6" y="12637"/>
                    </a:cubicBezTo>
                    <a:close/>
                  </a:path>
                </a:pathLst>
              </a:custGeom>
              <a:solidFill>
                <a:srgbClr val="B9B9B9"/>
              </a:solidFill>
              <a:ln w="5163" cap="flat">
                <a:noFill/>
                <a:prstDash val="solid"/>
                <a:miter/>
              </a:ln>
            </p:spPr>
            <p:txBody>
              <a:bodyPr/>
              <a:lstStyle/>
              <a:p>
                <a:endParaRPr lang="es-419" noProof="0" dirty="0"/>
              </a:p>
            </p:txBody>
          </p:sp>
          <p:sp>
            <p:nvSpPr>
              <p:cNvPr id="101" name="Forma libre: forma 100">
                <a:extLst>
                  <a:ext uri="{FF2B5EF4-FFF2-40B4-BE49-F238E27FC236}">
                    <a16:creationId xmlns:a16="http://schemas.microsoft.com/office/drawing/2014/main" id="{AFE8041C-788D-E936-4B97-490DFCD29E11}"/>
                  </a:ext>
                </a:extLst>
              </p:cNvPr>
              <p:cNvSpPr/>
              <p:nvPr/>
            </p:nvSpPr>
            <p:spPr>
              <a:xfrm>
                <a:off x="610293" y="1727161"/>
                <a:ext cx="5615" cy="11379"/>
              </a:xfrm>
              <a:custGeom>
                <a:avLst/>
                <a:gdLst>
                  <a:gd name="csX0" fmla="*/ 427 w 5615"/>
                  <a:gd name="csY0" fmla="*/ 7365 h 11379"/>
                  <a:gd name="csX1" fmla="*/ 1464 w 5615"/>
                  <a:gd name="csY1" fmla="*/ 731 h 11379"/>
                  <a:gd name="csX2" fmla="*/ 5321 w 5615"/>
                  <a:gd name="csY2" fmla="*/ 4777 h 11379"/>
                  <a:gd name="csX3" fmla="*/ 427 w 5615"/>
                  <a:gd name="csY3" fmla="*/ 7365 h 11379"/>
                </a:gdLst>
                <a:ahLst/>
                <a:cxnLst>
                  <a:cxn ang="0">
                    <a:pos x="csX0" y="csY0"/>
                  </a:cxn>
                  <a:cxn ang="0">
                    <a:pos x="csX1" y="csY1"/>
                  </a:cxn>
                  <a:cxn ang="0">
                    <a:pos x="csX2" y="csY2"/>
                  </a:cxn>
                  <a:cxn ang="0">
                    <a:pos x="csX3" y="csY3"/>
                  </a:cxn>
                </a:cxnLst>
                <a:rect l="l" t="t" r="r" b="b"/>
                <a:pathLst>
                  <a:path w="5615" h="11379">
                    <a:moveTo>
                      <a:pt x="427" y="7365"/>
                    </a:moveTo>
                    <a:cubicBezTo>
                      <a:pt x="-426" y="5140"/>
                      <a:pt x="40" y="2155"/>
                      <a:pt x="1464" y="731"/>
                    </a:cubicBezTo>
                    <a:cubicBezTo>
                      <a:pt x="3194" y="-1000"/>
                      <a:pt x="4473" y="341"/>
                      <a:pt x="5321" y="4777"/>
                    </a:cubicBezTo>
                    <a:cubicBezTo>
                      <a:pt x="6696" y="11973"/>
                      <a:pt x="2955" y="13952"/>
                      <a:pt x="427" y="7365"/>
                    </a:cubicBezTo>
                    <a:close/>
                  </a:path>
                </a:pathLst>
              </a:custGeom>
              <a:solidFill>
                <a:srgbClr val="B9B9B9"/>
              </a:solidFill>
              <a:ln w="5163" cap="flat">
                <a:noFill/>
                <a:prstDash val="solid"/>
                <a:miter/>
              </a:ln>
            </p:spPr>
            <p:txBody>
              <a:bodyPr/>
              <a:lstStyle/>
              <a:p>
                <a:endParaRPr lang="es-419" noProof="0" dirty="0"/>
              </a:p>
            </p:txBody>
          </p:sp>
          <p:sp>
            <p:nvSpPr>
              <p:cNvPr id="102" name="Forma libre: forma 101">
                <a:extLst>
                  <a:ext uri="{FF2B5EF4-FFF2-40B4-BE49-F238E27FC236}">
                    <a16:creationId xmlns:a16="http://schemas.microsoft.com/office/drawing/2014/main" id="{8E9800CE-2EAD-984B-F7E5-917356D7848F}"/>
                  </a:ext>
                </a:extLst>
              </p:cNvPr>
              <p:cNvSpPr/>
              <p:nvPr/>
            </p:nvSpPr>
            <p:spPr>
              <a:xfrm>
                <a:off x="589201" y="1723083"/>
                <a:ext cx="5162" cy="7744"/>
              </a:xfrm>
              <a:custGeom>
                <a:avLst/>
                <a:gdLst>
                  <a:gd name="csX0" fmla="*/ 0 w 5162"/>
                  <a:gd name="csY0" fmla="*/ 3872 h 7744"/>
                  <a:gd name="csX1" fmla="*/ 2581 w 5162"/>
                  <a:gd name="csY1" fmla="*/ 0 h 7744"/>
                  <a:gd name="csX2" fmla="*/ 5163 w 5162"/>
                  <a:gd name="csY2" fmla="*/ 3872 h 7744"/>
                  <a:gd name="csX3" fmla="*/ 2581 w 5162"/>
                  <a:gd name="csY3" fmla="*/ 7744 h 7744"/>
                  <a:gd name="csX4" fmla="*/ 0 w 5162"/>
                  <a:gd name="csY4" fmla="*/ 3872 h 7744"/>
                </a:gdLst>
                <a:ahLst/>
                <a:cxnLst>
                  <a:cxn ang="0">
                    <a:pos x="csX0" y="csY0"/>
                  </a:cxn>
                  <a:cxn ang="0">
                    <a:pos x="csX1" y="csY1"/>
                  </a:cxn>
                  <a:cxn ang="0">
                    <a:pos x="csX2" y="csY2"/>
                  </a:cxn>
                  <a:cxn ang="0">
                    <a:pos x="csX3" y="csY3"/>
                  </a:cxn>
                  <a:cxn ang="0">
                    <a:pos x="csX4" y="csY4"/>
                  </a:cxn>
                </a:cxnLst>
                <a:rect l="l" t="t" r="r" b="b"/>
                <a:pathLst>
                  <a:path w="5162" h="7744">
                    <a:moveTo>
                      <a:pt x="0" y="3872"/>
                    </a:moveTo>
                    <a:cubicBezTo>
                      <a:pt x="0" y="1742"/>
                      <a:pt x="1162" y="0"/>
                      <a:pt x="2581" y="0"/>
                    </a:cubicBezTo>
                    <a:cubicBezTo>
                      <a:pt x="4001" y="0"/>
                      <a:pt x="5163" y="1742"/>
                      <a:pt x="5163" y="3872"/>
                    </a:cubicBezTo>
                    <a:cubicBezTo>
                      <a:pt x="5163" y="6002"/>
                      <a:pt x="4001" y="7744"/>
                      <a:pt x="2581" y="7744"/>
                    </a:cubicBezTo>
                    <a:cubicBezTo>
                      <a:pt x="1162" y="7744"/>
                      <a:pt x="0" y="6002"/>
                      <a:pt x="0" y="3872"/>
                    </a:cubicBezTo>
                    <a:close/>
                  </a:path>
                </a:pathLst>
              </a:custGeom>
              <a:solidFill>
                <a:srgbClr val="B9B9B9"/>
              </a:solidFill>
              <a:ln w="5163" cap="flat">
                <a:noFill/>
                <a:prstDash val="solid"/>
                <a:miter/>
              </a:ln>
            </p:spPr>
            <p:txBody>
              <a:bodyPr/>
              <a:lstStyle/>
              <a:p>
                <a:endParaRPr lang="es-419" noProof="0" dirty="0"/>
              </a:p>
            </p:txBody>
          </p:sp>
          <p:sp>
            <p:nvSpPr>
              <p:cNvPr id="103" name="Forma libre: forma 102">
                <a:extLst>
                  <a:ext uri="{FF2B5EF4-FFF2-40B4-BE49-F238E27FC236}">
                    <a16:creationId xmlns:a16="http://schemas.microsoft.com/office/drawing/2014/main" id="{D20D9743-EFF3-4F26-B2E6-E5FBEACF669A}"/>
                  </a:ext>
                </a:extLst>
              </p:cNvPr>
              <p:cNvSpPr/>
              <p:nvPr/>
            </p:nvSpPr>
            <p:spPr>
              <a:xfrm>
                <a:off x="576294" y="1689525"/>
                <a:ext cx="15348" cy="20423"/>
              </a:xfrm>
              <a:custGeom>
                <a:avLst/>
                <a:gdLst>
                  <a:gd name="csX0" fmla="*/ 0 w 15348"/>
                  <a:gd name="csY0" fmla="*/ 17942 h 20423"/>
                  <a:gd name="csX1" fmla="*/ 11683 w 15348"/>
                  <a:gd name="csY1" fmla="*/ 0 h 20423"/>
                  <a:gd name="csX2" fmla="*/ 8918 w 15348"/>
                  <a:gd name="csY2" fmla="*/ 14081 h 20423"/>
                  <a:gd name="csX3" fmla="*/ 0 w 15348"/>
                  <a:gd name="csY3" fmla="*/ 17942 h 20423"/>
                </a:gdLst>
                <a:ahLst/>
                <a:cxnLst>
                  <a:cxn ang="0">
                    <a:pos x="csX0" y="csY0"/>
                  </a:cxn>
                  <a:cxn ang="0">
                    <a:pos x="csX1" y="csY1"/>
                  </a:cxn>
                  <a:cxn ang="0">
                    <a:pos x="csX2" y="csY2"/>
                  </a:cxn>
                  <a:cxn ang="0">
                    <a:pos x="csX3" y="csY3"/>
                  </a:cxn>
                </a:cxnLst>
                <a:rect l="l" t="t" r="r" b="b"/>
                <a:pathLst>
                  <a:path w="15348" h="20423">
                    <a:moveTo>
                      <a:pt x="0" y="17942"/>
                    </a:moveTo>
                    <a:cubicBezTo>
                      <a:pt x="0" y="12328"/>
                      <a:pt x="8027" y="0"/>
                      <a:pt x="11683" y="0"/>
                    </a:cubicBezTo>
                    <a:cubicBezTo>
                      <a:pt x="17539" y="0"/>
                      <a:pt x="16205" y="6793"/>
                      <a:pt x="8918" y="14081"/>
                    </a:cubicBezTo>
                    <a:cubicBezTo>
                      <a:pt x="1711" y="21287"/>
                      <a:pt x="0" y="22028"/>
                      <a:pt x="0" y="17942"/>
                    </a:cubicBezTo>
                    <a:close/>
                  </a:path>
                </a:pathLst>
              </a:custGeom>
              <a:solidFill>
                <a:srgbClr val="B9B9B9"/>
              </a:solidFill>
              <a:ln w="5163" cap="flat">
                <a:noFill/>
                <a:prstDash val="solid"/>
                <a:miter/>
              </a:ln>
            </p:spPr>
            <p:txBody>
              <a:bodyPr/>
              <a:lstStyle/>
              <a:p>
                <a:endParaRPr lang="es-419" noProof="0" dirty="0"/>
              </a:p>
            </p:txBody>
          </p:sp>
        </p:grpSp>
        <p:sp>
          <p:nvSpPr>
            <p:cNvPr id="104" name="Forma libre: forma 103">
              <a:extLst>
                <a:ext uri="{FF2B5EF4-FFF2-40B4-BE49-F238E27FC236}">
                  <a16:creationId xmlns:a16="http://schemas.microsoft.com/office/drawing/2014/main" id="{A354B7FE-B3F6-4201-8AFA-8BA5544B69BF}"/>
                </a:ext>
              </a:extLst>
            </p:cNvPr>
            <p:cNvSpPr/>
            <p:nvPr/>
          </p:nvSpPr>
          <p:spPr>
            <a:xfrm>
              <a:off x="516921" y="1569184"/>
              <a:ext cx="5162" cy="6756"/>
            </a:xfrm>
            <a:custGeom>
              <a:avLst/>
              <a:gdLst>
                <a:gd name="csX0" fmla="*/ 0 w 5162"/>
                <a:gd name="csY0" fmla="*/ 2732 h 6756"/>
                <a:gd name="csX1" fmla="*/ 2581 w 5162"/>
                <a:gd name="csY1" fmla="*/ 303 h 6756"/>
                <a:gd name="csX2" fmla="*/ 5163 w 5162"/>
                <a:gd name="csY2" fmla="*/ 4328 h 6756"/>
                <a:gd name="csX3" fmla="*/ 2581 w 5162"/>
                <a:gd name="csY3" fmla="*/ 6757 h 6756"/>
                <a:gd name="csX4" fmla="*/ 0 w 5162"/>
                <a:gd name="csY4" fmla="*/ 2732 h 6756"/>
              </a:gdLst>
              <a:ahLst/>
              <a:cxnLst>
                <a:cxn ang="0">
                  <a:pos x="csX0" y="csY0"/>
                </a:cxn>
                <a:cxn ang="0">
                  <a:pos x="csX1" y="csY1"/>
                </a:cxn>
                <a:cxn ang="0">
                  <a:pos x="csX2" y="csY2"/>
                </a:cxn>
                <a:cxn ang="0">
                  <a:pos x="csX3" y="csY3"/>
                </a:cxn>
                <a:cxn ang="0">
                  <a:pos x="csX4" y="csY4"/>
                </a:cxn>
              </a:cxnLst>
              <a:rect l="l" t="t" r="r" b="b"/>
              <a:pathLst>
                <a:path w="5162" h="6756">
                  <a:moveTo>
                    <a:pt x="0" y="2732"/>
                  </a:moveTo>
                  <a:cubicBezTo>
                    <a:pt x="0" y="519"/>
                    <a:pt x="1162" y="-574"/>
                    <a:pt x="2581" y="303"/>
                  </a:cubicBezTo>
                  <a:cubicBezTo>
                    <a:pt x="4001" y="1181"/>
                    <a:pt x="5163" y="2992"/>
                    <a:pt x="5163" y="4328"/>
                  </a:cubicBezTo>
                  <a:cubicBezTo>
                    <a:pt x="5163" y="5664"/>
                    <a:pt x="4001" y="6757"/>
                    <a:pt x="2581" y="6757"/>
                  </a:cubicBezTo>
                  <a:cubicBezTo>
                    <a:pt x="1162" y="6757"/>
                    <a:pt x="0" y="4946"/>
                    <a:pt x="0" y="2732"/>
                  </a:cubicBezTo>
                  <a:close/>
                </a:path>
              </a:pathLst>
            </a:custGeom>
            <a:solidFill>
              <a:srgbClr val="B9B9B9"/>
            </a:solidFill>
            <a:ln w="5163" cap="flat">
              <a:noFill/>
              <a:prstDash val="solid"/>
              <a:miter/>
            </a:ln>
          </p:spPr>
          <p:txBody>
            <a:bodyPr/>
            <a:lstStyle/>
            <a:p>
              <a:endParaRPr lang="es-419" noProof="0" dirty="0"/>
            </a:p>
          </p:txBody>
        </p:sp>
      </p:grpSp>
      <p:sp>
        <p:nvSpPr>
          <p:cNvPr id="105" name="Forma libre: forma 104">
            <a:extLst>
              <a:ext uri="{FF2B5EF4-FFF2-40B4-BE49-F238E27FC236}">
                <a16:creationId xmlns:a16="http://schemas.microsoft.com/office/drawing/2014/main" id="{39A13DD8-363A-F7E7-5196-C5BF0BD06064}"/>
              </a:ext>
            </a:extLst>
          </p:cNvPr>
          <p:cNvSpPr/>
          <p:nvPr/>
        </p:nvSpPr>
        <p:spPr>
          <a:xfrm>
            <a:off x="466238" y="1431499"/>
            <a:ext cx="11558" cy="7543"/>
          </a:xfrm>
          <a:custGeom>
            <a:avLst/>
            <a:gdLst>
              <a:gd name="csX0" fmla="*/ 1635 w 11558"/>
              <a:gd name="csY0" fmla="*/ 3752 h 7543"/>
              <a:gd name="csX1" fmla="*/ 8241 w 11558"/>
              <a:gd name="csY1" fmla="*/ 3670 h 7543"/>
              <a:gd name="csX2" fmla="*/ 9050 w 11558"/>
              <a:gd name="csY2" fmla="*/ 7542 h 7543"/>
              <a:gd name="csX3" fmla="*/ 1635 w 11558"/>
              <a:gd name="csY3" fmla="*/ 3752 h 7543"/>
            </a:gdLst>
            <a:ahLst/>
            <a:cxnLst>
              <a:cxn ang="0">
                <a:pos x="csX0" y="csY0"/>
              </a:cxn>
              <a:cxn ang="0">
                <a:pos x="csX1" y="csY1"/>
              </a:cxn>
              <a:cxn ang="0">
                <a:pos x="csX2" y="csY2"/>
              </a:cxn>
              <a:cxn ang="0">
                <a:pos x="csX3" y="csY3"/>
              </a:cxn>
            </a:cxnLst>
            <a:rect l="l" t="t" r="r" b="b"/>
            <a:pathLst>
              <a:path w="11558" h="7543">
                <a:moveTo>
                  <a:pt x="1635" y="3752"/>
                </a:moveTo>
                <a:cubicBezTo>
                  <a:pt x="-2484" y="-1211"/>
                  <a:pt x="1718" y="-1263"/>
                  <a:pt x="8241" y="3670"/>
                </a:cubicBezTo>
                <a:cubicBezTo>
                  <a:pt x="12450" y="6854"/>
                  <a:pt x="12580" y="7473"/>
                  <a:pt x="9050" y="7542"/>
                </a:cubicBezTo>
                <a:cubicBezTo>
                  <a:pt x="6739" y="7587"/>
                  <a:pt x="3403" y="5882"/>
                  <a:pt x="1635" y="3752"/>
                </a:cubicBezTo>
                <a:close/>
              </a:path>
            </a:pathLst>
          </a:custGeom>
          <a:solidFill>
            <a:srgbClr val="B9B9B9"/>
          </a:solidFill>
          <a:ln w="5163" cap="flat">
            <a:noFill/>
            <a:prstDash val="solid"/>
            <a:miter/>
          </a:ln>
        </p:spPr>
        <p:txBody>
          <a:bodyPr/>
          <a:lstStyle/>
          <a:p>
            <a:endParaRPr lang="es-419" noProof="0" dirty="0"/>
          </a:p>
        </p:txBody>
      </p:sp>
      <p:grpSp>
        <p:nvGrpSpPr>
          <p:cNvPr id="106" name="Gráfico 39">
            <a:extLst>
              <a:ext uri="{FF2B5EF4-FFF2-40B4-BE49-F238E27FC236}">
                <a16:creationId xmlns:a16="http://schemas.microsoft.com/office/drawing/2014/main" id="{E80CEA0B-3C95-D59C-16D7-87E9420F0A19}"/>
              </a:ext>
            </a:extLst>
          </p:cNvPr>
          <p:cNvGrpSpPr/>
          <p:nvPr/>
        </p:nvGrpSpPr>
        <p:grpSpPr>
          <a:xfrm>
            <a:off x="73152" y="1028824"/>
            <a:ext cx="399884" cy="461679"/>
            <a:chOff x="73152" y="1028824"/>
            <a:chExt cx="399884" cy="461679"/>
          </a:xfrm>
          <a:solidFill>
            <a:srgbClr val="B9B9B9"/>
          </a:solidFill>
        </p:grpSpPr>
        <p:sp>
          <p:nvSpPr>
            <p:cNvPr id="107" name="Forma libre: forma 106">
              <a:extLst>
                <a:ext uri="{FF2B5EF4-FFF2-40B4-BE49-F238E27FC236}">
                  <a16:creationId xmlns:a16="http://schemas.microsoft.com/office/drawing/2014/main" id="{F7A4A4BE-4EF9-62B3-50C7-0A4921A03FBA}"/>
                </a:ext>
              </a:extLst>
            </p:cNvPr>
            <p:cNvSpPr/>
            <p:nvPr/>
          </p:nvSpPr>
          <p:spPr>
            <a:xfrm>
              <a:off x="176169" y="1028824"/>
              <a:ext cx="296866" cy="461679"/>
            </a:xfrm>
            <a:custGeom>
              <a:avLst/>
              <a:gdLst>
                <a:gd name="csX0" fmla="*/ 234204 w 296866"/>
                <a:gd name="csY0" fmla="*/ 456793 h 461679"/>
                <a:gd name="csX1" fmla="*/ 189641 w 296866"/>
                <a:gd name="csY1" fmla="*/ 451076 h 461679"/>
                <a:gd name="csX2" fmla="*/ 192285 w 296866"/>
                <a:gd name="csY2" fmla="*/ 440463 h 461679"/>
                <a:gd name="csX3" fmla="*/ 192319 w 296866"/>
                <a:gd name="csY3" fmla="*/ 432599 h 461679"/>
                <a:gd name="csX4" fmla="*/ 190826 w 296866"/>
                <a:gd name="csY4" fmla="*/ 424368 h 461679"/>
                <a:gd name="csX5" fmla="*/ 194908 w 296866"/>
                <a:gd name="csY5" fmla="*/ 412652 h 461679"/>
                <a:gd name="csX6" fmla="*/ 188729 w 296866"/>
                <a:gd name="csY6" fmla="*/ 395950 h 461679"/>
                <a:gd name="csX7" fmla="*/ 175616 w 296866"/>
                <a:gd name="csY7" fmla="*/ 376348 h 461679"/>
                <a:gd name="csX8" fmla="*/ 165432 w 296866"/>
                <a:gd name="csY8" fmla="*/ 362612 h 461679"/>
                <a:gd name="csX9" fmla="*/ 157619 w 296866"/>
                <a:gd name="csY9" fmla="*/ 354047 h 461679"/>
                <a:gd name="csX10" fmla="*/ 123850 w 296866"/>
                <a:gd name="csY10" fmla="*/ 312204 h 461679"/>
                <a:gd name="csX11" fmla="*/ 110408 w 296866"/>
                <a:gd name="csY11" fmla="*/ 302524 h 461679"/>
                <a:gd name="csX12" fmla="*/ 90624 w 296866"/>
                <a:gd name="csY12" fmla="*/ 283830 h 461679"/>
                <a:gd name="csX13" fmla="*/ 80025 w 296866"/>
                <a:gd name="csY13" fmla="*/ 265391 h 461679"/>
                <a:gd name="csX14" fmla="*/ 76089 w 296866"/>
                <a:gd name="csY14" fmla="*/ 254455 h 461679"/>
                <a:gd name="csX15" fmla="*/ 73345 w 296866"/>
                <a:gd name="csY15" fmla="*/ 247079 h 461679"/>
                <a:gd name="csX16" fmla="*/ 72109 w 296866"/>
                <a:gd name="csY16" fmla="*/ 214519 h 461679"/>
                <a:gd name="csX17" fmla="*/ 68319 w 296866"/>
                <a:gd name="csY17" fmla="*/ 206510 h 461679"/>
                <a:gd name="csX18" fmla="*/ 67160 w 296866"/>
                <a:gd name="csY18" fmla="*/ 202519 h 461679"/>
                <a:gd name="csX19" fmla="*/ 64536 w 296866"/>
                <a:gd name="csY19" fmla="*/ 206365 h 461679"/>
                <a:gd name="csX20" fmla="*/ 61955 w 296866"/>
                <a:gd name="csY20" fmla="*/ 210237 h 461679"/>
                <a:gd name="csX21" fmla="*/ 59373 w 296866"/>
                <a:gd name="csY21" fmla="*/ 190811 h 461679"/>
                <a:gd name="csX22" fmla="*/ 48569 w 296866"/>
                <a:gd name="csY22" fmla="*/ 154736 h 461679"/>
                <a:gd name="csX23" fmla="*/ 46466 w 296866"/>
                <a:gd name="csY23" fmla="*/ 141789 h 461679"/>
                <a:gd name="csX24" fmla="*/ 38475 w 296866"/>
                <a:gd name="csY24" fmla="*/ 114684 h 461679"/>
                <a:gd name="csX25" fmla="*/ 28150 w 296866"/>
                <a:gd name="csY25" fmla="*/ 99082 h 461679"/>
                <a:gd name="csX26" fmla="*/ 25815 w 296866"/>
                <a:gd name="csY26" fmla="*/ 89273 h 461679"/>
                <a:gd name="csX27" fmla="*/ 22760 w 296866"/>
                <a:gd name="csY27" fmla="*/ 77852 h 461679"/>
                <a:gd name="csX28" fmla="*/ 21512 w 296866"/>
                <a:gd name="csY28" fmla="*/ 72990 h 461679"/>
                <a:gd name="csX29" fmla="*/ 26374 w 296866"/>
                <a:gd name="csY29" fmla="*/ 74238 h 461679"/>
                <a:gd name="csX30" fmla="*/ 33559 w 296866"/>
                <a:gd name="csY30" fmla="*/ 72129 h 461679"/>
                <a:gd name="csX31" fmla="*/ 29687 w 296866"/>
                <a:gd name="csY31" fmla="*/ 66967 h 461679"/>
                <a:gd name="csX32" fmla="*/ 25815 w 296866"/>
                <a:gd name="csY32" fmla="*/ 64277 h 461679"/>
                <a:gd name="csX33" fmla="*/ 20828 w 296866"/>
                <a:gd name="csY33" fmla="*/ 56236 h 461679"/>
                <a:gd name="csX34" fmla="*/ 14159 w 296866"/>
                <a:gd name="csY34" fmla="*/ 40210 h 461679"/>
                <a:gd name="csX35" fmla="*/ 6238 w 296866"/>
                <a:gd name="csY35" fmla="*/ 17321 h 461679"/>
                <a:gd name="csX36" fmla="*/ 0 w 296866"/>
                <a:gd name="csY36" fmla="*/ 2478 h 461679"/>
                <a:gd name="csX37" fmla="*/ 99386 w 296866"/>
                <a:gd name="csY37" fmla="*/ 3758 h 461679"/>
                <a:gd name="csX38" fmla="*/ 191027 w 296866"/>
                <a:gd name="csY38" fmla="*/ 12449 h 461679"/>
                <a:gd name="csX39" fmla="*/ 178059 w 296866"/>
                <a:gd name="csY39" fmla="*/ 27807 h 461679"/>
                <a:gd name="csX40" fmla="*/ 167369 w 296866"/>
                <a:gd name="csY40" fmla="*/ 45725 h 461679"/>
                <a:gd name="csX41" fmla="*/ 163079 w 296866"/>
                <a:gd name="csY41" fmla="*/ 80524 h 461679"/>
                <a:gd name="csX42" fmla="*/ 162631 w 296866"/>
                <a:gd name="csY42" fmla="*/ 83796 h 461679"/>
                <a:gd name="csX43" fmla="*/ 171021 w 296866"/>
                <a:gd name="csY43" fmla="*/ 93315 h 461679"/>
                <a:gd name="csX44" fmla="*/ 173406 w 296866"/>
                <a:gd name="csY44" fmla="*/ 109690 h 461679"/>
                <a:gd name="csX45" fmla="*/ 164850 w 296866"/>
                <a:gd name="csY45" fmla="*/ 145701 h 461679"/>
                <a:gd name="csX46" fmla="*/ 169084 w 296866"/>
                <a:gd name="csY46" fmla="*/ 169291 h 461679"/>
                <a:gd name="csX47" fmla="*/ 171477 w 296866"/>
                <a:gd name="csY47" fmla="*/ 213103 h 461679"/>
                <a:gd name="csX48" fmla="*/ 174210 w 296866"/>
                <a:gd name="csY48" fmla="*/ 257046 h 461679"/>
                <a:gd name="csX49" fmla="*/ 178120 w 296866"/>
                <a:gd name="csY49" fmla="*/ 261958 h 461679"/>
                <a:gd name="csX50" fmla="*/ 182243 w 296866"/>
                <a:gd name="csY50" fmla="*/ 269492 h 461679"/>
                <a:gd name="csX51" fmla="*/ 184937 w 296866"/>
                <a:gd name="csY51" fmla="*/ 277338 h 461679"/>
                <a:gd name="csX52" fmla="*/ 193415 w 296866"/>
                <a:gd name="csY52" fmla="*/ 285510 h 461679"/>
                <a:gd name="csX53" fmla="*/ 199664 w 296866"/>
                <a:gd name="csY53" fmla="*/ 290658 h 461679"/>
                <a:gd name="csX54" fmla="*/ 207927 w 296866"/>
                <a:gd name="csY54" fmla="*/ 300943 h 461679"/>
                <a:gd name="csX55" fmla="*/ 219722 w 296866"/>
                <a:gd name="csY55" fmla="*/ 315205 h 461679"/>
                <a:gd name="csX56" fmla="*/ 234342 w 296866"/>
                <a:gd name="csY56" fmla="*/ 331253 h 461679"/>
                <a:gd name="csX57" fmla="*/ 242348 w 296866"/>
                <a:gd name="csY57" fmla="*/ 342893 h 461679"/>
                <a:gd name="csX58" fmla="*/ 243886 w 296866"/>
                <a:gd name="csY58" fmla="*/ 354430 h 461679"/>
                <a:gd name="csX59" fmla="*/ 242906 w 296866"/>
                <a:gd name="csY59" fmla="*/ 363679 h 461679"/>
                <a:gd name="csX60" fmla="*/ 242638 w 296866"/>
                <a:gd name="csY60" fmla="*/ 372819 h 461679"/>
                <a:gd name="csX61" fmla="*/ 248980 w 296866"/>
                <a:gd name="csY61" fmla="*/ 375191 h 461679"/>
                <a:gd name="csX62" fmla="*/ 256854 w 296866"/>
                <a:gd name="csY62" fmla="*/ 380201 h 461679"/>
                <a:gd name="csX63" fmla="*/ 262017 w 296866"/>
                <a:gd name="csY63" fmla="*/ 385776 h 461679"/>
                <a:gd name="csX64" fmla="*/ 267554 w 296866"/>
                <a:gd name="csY64" fmla="*/ 396801 h 461679"/>
                <a:gd name="csX65" fmla="*/ 281559 w 296866"/>
                <a:gd name="csY65" fmla="*/ 416793 h 461679"/>
                <a:gd name="csX66" fmla="*/ 290755 w 296866"/>
                <a:gd name="csY66" fmla="*/ 428632 h 461679"/>
                <a:gd name="csX67" fmla="*/ 294624 w 296866"/>
                <a:gd name="csY67" fmla="*/ 440196 h 461679"/>
                <a:gd name="csX68" fmla="*/ 296867 w 296866"/>
                <a:gd name="csY68" fmla="*/ 451755 h 461679"/>
                <a:gd name="csX69" fmla="*/ 287186 w 296866"/>
                <a:gd name="csY69" fmla="*/ 461588 h 461679"/>
                <a:gd name="csX70" fmla="*/ 234204 w 296866"/>
                <a:gd name="csY70" fmla="*/ 456793 h 4616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Lst>
              <a:rect l="l" t="t" r="r" b="b"/>
              <a:pathLst>
                <a:path w="296866" h="461679">
                  <a:moveTo>
                    <a:pt x="234204" y="456793"/>
                  </a:moveTo>
                  <a:cubicBezTo>
                    <a:pt x="210389" y="454343"/>
                    <a:pt x="190335" y="451771"/>
                    <a:pt x="189641" y="451076"/>
                  </a:cubicBezTo>
                  <a:cubicBezTo>
                    <a:pt x="188946" y="450382"/>
                    <a:pt x="190136" y="445606"/>
                    <a:pt x="192285" y="440463"/>
                  </a:cubicBezTo>
                  <a:cubicBezTo>
                    <a:pt x="195748" y="432175"/>
                    <a:pt x="195752" y="431281"/>
                    <a:pt x="192319" y="432599"/>
                  </a:cubicBezTo>
                  <a:cubicBezTo>
                    <a:pt x="188021" y="434248"/>
                    <a:pt x="186953" y="428358"/>
                    <a:pt x="190826" y="424368"/>
                  </a:cubicBezTo>
                  <a:cubicBezTo>
                    <a:pt x="192136" y="423019"/>
                    <a:pt x="193972" y="417747"/>
                    <a:pt x="194908" y="412652"/>
                  </a:cubicBezTo>
                  <a:cubicBezTo>
                    <a:pt x="196394" y="404559"/>
                    <a:pt x="195613" y="402447"/>
                    <a:pt x="188729" y="395950"/>
                  </a:cubicBezTo>
                  <a:cubicBezTo>
                    <a:pt x="184395" y="391860"/>
                    <a:pt x="178494" y="383039"/>
                    <a:pt x="175616" y="376348"/>
                  </a:cubicBezTo>
                  <a:cubicBezTo>
                    <a:pt x="172738" y="369658"/>
                    <a:pt x="168155" y="363476"/>
                    <a:pt x="165432" y="362612"/>
                  </a:cubicBezTo>
                  <a:cubicBezTo>
                    <a:pt x="162709" y="361748"/>
                    <a:pt x="159193" y="357894"/>
                    <a:pt x="157619" y="354047"/>
                  </a:cubicBezTo>
                  <a:cubicBezTo>
                    <a:pt x="149821" y="334997"/>
                    <a:pt x="131426" y="312204"/>
                    <a:pt x="123850" y="312204"/>
                  </a:cubicBezTo>
                  <a:cubicBezTo>
                    <a:pt x="121509" y="312204"/>
                    <a:pt x="115460" y="307848"/>
                    <a:pt x="110408" y="302524"/>
                  </a:cubicBezTo>
                  <a:cubicBezTo>
                    <a:pt x="105356" y="297200"/>
                    <a:pt x="96453" y="288788"/>
                    <a:pt x="90624" y="283830"/>
                  </a:cubicBezTo>
                  <a:cubicBezTo>
                    <a:pt x="81794" y="276321"/>
                    <a:pt x="80025" y="273244"/>
                    <a:pt x="80025" y="265391"/>
                  </a:cubicBezTo>
                  <a:cubicBezTo>
                    <a:pt x="80025" y="259326"/>
                    <a:pt x="78622" y="255426"/>
                    <a:pt x="76089" y="254455"/>
                  </a:cubicBezTo>
                  <a:cubicBezTo>
                    <a:pt x="73596" y="253498"/>
                    <a:pt x="72591" y="250794"/>
                    <a:pt x="73345" y="247079"/>
                  </a:cubicBezTo>
                  <a:cubicBezTo>
                    <a:pt x="77548" y="226392"/>
                    <a:pt x="77309" y="220102"/>
                    <a:pt x="72109" y="214519"/>
                  </a:cubicBezTo>
                  <a:cubicBezTo>
                    <a:pt x="69219" y="211417"/>
                    <a:pt x="67513" y="207813"/>
                    <a:pt x="68319" y="206510"/>
                  </a:cubicBezTo>
                  <a:cubicBezTo>
                    <a:pt x="69124" y="205206"/>
                    <a:pt x="68603" y="203410"/>
                    <a:pt x="67160" y="202519"/>
                  </a:cubicBezTo>
                  <a:cubicBezTo>
                    <a:pt x="65698" y="201615"/>
                    <a:pt x="64536" y="203319"/>
                    <a:pt x="64536" y="206365"/>
                  </a:cubicBezTo>
                  <a:cubicBezTo>
                    <a:pt x="64536" y="209372"/>
                    <a:pt x="63375" y="211114"/>
                    <a:pt x="61955" y="210237"/>
                  </a:cubicBezTo>
                  <a:cubicBezTo>
                    <a:pt x="60535" y="209360"/>
                    <a:pt x="59373" y="200618"/>
                    <a:pt x="59373" y="190811"/>
                  </a:cubicBezTo>
                  <a:cubicBezTo>
                    <a:pt x="59373" y="173740"/>
                    <a:pt x="53682" y="154736"/>
                    <a:pt x="48569" y="154736"/>
                  </a:cubicBezTo>
                  <a:cubicBezTo>
                    <a:pt x="47413" y="154736"/>
                    <a:pt x="46466" y="148910"/>
                    <a:pt x="46466" y="141789"/>
                  </a:cubicBezTo>
                  <a:cubicBezTo>
                    <a:pt x="46466" y="132086"/>
                    <a:pt x="44464" y="125296"/>
                    <a:pt x="38475" y="114684"/>
                  </a:cubicBezTo>
                  <a:cubicBezTo>
                    <a:pt x="34080" y="106897"/>
                    <a:pt x="29434" y="99876"/>
                    <a:pt x="28150" y="99082"/>
                  </a:cubicBezTo>
                  <a:cubicBezTo>
                    <a:pt x="26865" y="98289"/>
                    <a:pt x="25815" y="93874"/>
                    <a:pt x="25815" y="89273"/>
                  </a:cubicBezTo>
                  <a:cubicBezTo>
                    <a:pt x="25815" y="84671"/>
                    <a:pt x="24440" y="79532"/>
                    <a:pt x="22760" y="77852"/>
                  </a:cubicBezTo>
                  <a:cubicBezTo>
                    <a:pt x="21080" y="76172"/>
                    <a:pt x="20518" y="73984"/>
                    <a:pt x="21512" y="72990"/>
                  </a:cubicBezTo>
                  <a:cubicBezTo>
                    <a:pt x="22506" y="71996"/>
                    <a:pt x="24694" y="72558"/>
                    <a:pt x="26374" y="74238"/>
                  </a:cubicBezTo>
                  <a:cubicBezTo>
                    <a:pt x="30884" y="78748"/>
                    <a:pt x="33559" y="77963"/>
                    <a:pt x="33559" y="72129"/>
                  </a:cubicBezTo>
                  <a:cubicBezTo>
                    <a:pt x="33559" y="69261"/>
                    <a:pt x="31838" y="66967"/>
                    <a:pt x="29687" y="66967"/>
                  </a:cubicBezTo>
                  <a:cubicBezTo>
                    <a:pt x="27557" y="66967"/>
                    <a:pt x="25815" y="65756"/>
                    <a:pt x="25815" y="64277"/>
                  </a:cubicBezTo>
                  <a:cubicBezTo>
                    <a:pt x="25815" y="62798"/>
                    <a:pt x="23571" y="59179"/>
                    <a:pt x="20828" y="56236"/>
                  </a:cubicBezTo>
                  <a:cubicBezTo>
                    <a:pt x="18086" y="53292"/>
                    <a:pt x="15085" y="46080"/>
                    <a:pt x="14159" y="40210"/>
                  </a:cubicBezTo>
                  <a:cubicBezTo>
                    <a:pt x="13233" y="34339"/>
                    <a:pt x="9669" y="24039"/>
                    <a:pt x="6238" y="17321"/>
                  </a:cubicBezTo>
                  <a:cubicBezTo>
                    <a:pt x="2807" y="10603"/>
                    <a:pt x="0" y="3924"/>
                    <a:pt x="0" y="2478"/>
                  </a:cubicBezTo>
                  <a:cubicBezTo>
                    <a:pt x="0" y="-1152"/>
                    <a:pt x="23478" y="-850"/>
                    <a:pt x="99386" y="3758"/>
                  </a:cubicBezTo>
                  <a:cubicBezTo>
                    <a:pt x="175010" y="8348"/>
                    <a:pt x="191027" y="9867"/>
                    <a:pt x="191027" y="12449"/>
                  </a:cubicBezTo>
                  <a:cubicBezTo>
                    <a:pt x="191027" y="13496"/>
                    <a:pt x="185192" y="20407"/>
                    <a:pt x="178059" y="27807"/>
                  </a:cubicBezTo>
                  <a:cubicBezTo>
                    <a:pt x="167978" y="38266"/>
                    <a:pt x="165598" y="42256"/>
                    <a:pt x="167369" y="45725"/>
                  </a:cubicBezTo>
                  <a:cubicBezTo>
                    <a:pt x="174634" y="59948"/>
                    <a:pt x="171699" y="83751"/>
                    <a:pt x="163079" y="80524"/>
                  </a:cubicBezTo>
                  <a:cubicBezTo>
                    <a:pt x="159180" y="79065"/>
                    <a:pt x="159137" y="79384"/>
                    <a:pt x="162631" y="83796"/>
                  </a:cubicBezTo>
                  <a:cubicBezTo>
                    <a:pt x="164761" y="86485"/>
                    <a:pt x="168536" y="90769"/>
                    <a:pt x="171021" y="93315"/>
                  </a:cubicBezTo>
                  <a:cubicBezTo>
                    <a:pt x="175834" y="98246"/>
                    <a:pt x="176913" y="105657"/>
                    <a:pt x="173406" y="109690"/>
                  </a:cubicBezTo>
                  <a:cubicBezTo>
                    <a:pt x="169336" y="114370"/>
                    <a:pt x="164942" y="132862"/>
                    <a:pt x="164850" y="145701"/>
                  </a:cubicBezTo>
                  <a:cubicBezTo>
                    <a:pt x="164711" y="165107"/>
                    <a:pt x="165194" y="167798"/>
                    <a:pt x="169084" y="169291"/>
                  </a:cubicBezTo>
                  <a:cubicBezTo>
                    <a:pt x="171992" y="170406"/>
                    <a:pt x="172437" y="178546"/>
                    <a:pt x="171477" y="213103"/>
                  </a:cubicBezTo>
                  <a:cubicBezTo>
                    <a:pt x="170471" y="249367"/>
                    <a:pt x="170869" y="255764"/>
                    <a:pt x="174210" y="257046"/>
                  </a:cubicBezTo>
                  <a:cubicBezTo>
                    <a:pt x="176360" y="257871"/>
                    <a:pt x="178120" y="260081"/>
                    <a:pt x="178120" y="261958"/>
                  </a:cubicBezTo>
                  <a:cubicBezTo>
                    <a:pt x="178120" y="263834"/>
                    <a:pt x="179975" y="267225"/>
                    <a:pt x="182243" y="269492"/>
                  </a:cubicBezTo>
                  <a:cubicBezTo>
                    <a:pt x="184511" y="271760"/>
                    <a:pt x="185723" y="275291"/>
                    <a:pt x="184937" y="277338"/>
                  </a:cubicBezTo>
                  <a:cubicBezTo>
                    <a:pt x="183466" y="281172"/>
                    <a:pt x="186953" y="284533"/>
                    <a:pt x="193415" y="285510"/>
                  </a:cubicBezTo>
                  <a:cubicBezTo>
                    <a:pt x="195439" y="285815"/>
                    <a:pt x="198251" y="288132"/>
                    <a:pt x="199664" y="290658"/>
                  </a:cubicBezTo>
                  <a:cubicBezTo>
                    <a:pt x="201078" y="293183"/>
                    <a:pt x="204796" y="297811"/>
                    <a:pt x="207927" y="300943"/>
                  </a:cubicBezTo>
                  <a:cubicBezTo>
                    <a:pt x="211058" y="304074"/>
                    <a:pt x="216366" y="310492"/>
                    <a:pt x="219722" y="315205"/>
                  </a:cubicBezTo>
                  <a:cubicBezTo>
                    <a:pt x="223078" y="319918"/>
                    <a:pt x="229657" y="327140"/>
                    <a:pt x="234342" y="331253"/>
                  </a:cubicBezTo>
                  <a:cubicBezTo>
                    <a:pt x="239027" y="335367"/>
                    <a:pt x="242630" y="340605"/>
                    <a:pt x="242348" y="342893"/>
                  </a:cubicBezTo>
                  <a:cubicBezTo>
                    <a:pt x="242066" y="345182"/>
                    <a:pt x="242758" y="350373"/>
                    <a:pt x="243886" y="354430"/>
                  </a:cubicBezTo>
                  <a:cubicBezTo>
                    <a:pt x="245242" y="359308"/>
                    <a:pt x="244910" y="362440"/>
                    <a:pt x="242906" y="363679"/>
                  </a:cubicBezTo>
                  <a:cubicBezTo>
                    <a:pt x="240669" y="365062"/>
                    <a:pt x="240599" y="367456"/>
                    <a:pt x="242638" y="372819"/>
                  </a:cubicBezTo>
                  <a:cubicBezTo>
                    <a:pt x="245274" y="379752"/>
                    <a:pt x="245565" y="379861"/>
                    <a:pt x="248980" y="375191"/>
                  </a:cubicBezTo>
                  <a:cubicBezTo>
                    <a:pt x="253071" y="369596"/>
                    <a:pt x="256854" y="372003"/>
                    <a:pt x="256854" y="380201"/>
                  </a:cubicBezTo>
                  <a:cubicBezTo>
                    <a:pt x="256854" y="384054"/>
                    <a:pt x="258448" y="385776"/>
                    <a:pt x="262017" y="385776"/>
                  </a:cubicBezTo>
                  <a:cubicBezTo>
                    <a:pt x="266316" y="385777"/>
                    <a:pt x="267243" y="387623"/>
                    <a:pt x="267554" y="396801"/>
                  </a:cubicBezTo>
                  <a:cubicBezTo>
                    <a:pt x="267995" y="409833"/>
                    <a:pt x="271290" y="414537"/>
                    <a:pt x="281559" y="416793"/>
                  </a:cubicBezTo>
                  <a:cubicBezTo>
                    <a:pt x="287964" y="418199"/>
                    <a:pt x="289378" y="420020"/>
                    <a:pt x="290755" y="428632"/>
                  </a:cubicBezTo>
                  <a:cubicBezTo>
                    <a:pt x="291650" y="434230"/>
                    <a:pt x="293391" y="439433"/>
                    <a:pt x="294624" y="440196"/>
                  </a:cubicBezTo>
                  <a:cubicBezTo>
                    <a:pt x="295858" y="440958"/>
                    <a:pt x="296867" y="446160"/>
                    <a:pt x="296867" y="451755"/>
                  </a:cubicBezTo>
                  <a:cubicBezTo>
                    <a:pt x="296867" y="461851"/>
                    <a:pt x="296793" y="461926"/>
                    <a:pt x="287186" y="461588"/>
                  </a:cubicBezTo>
                  <a:cubicBezTo>
                    <a:pt x="281862" y="461400"/>
                    <a:pt x="258020" y="459243"/>
                    <a:pt x="234204" y="456793"/>
                  </a:cubicBezTo>
                  <a:close/>
                </a:path>
              </a:pathLst>
            </a:custGeom>
            <a:solidFill>
              <a:srgbClr val="B9B9B9"/>
            </a:solidFill>
            <a:ln w="5163" cap="flat">
              <a:noFill/>
              <a:prstDash val="solid"/>
              <a:miter/>
            </a:ln>
          </p:spPr>
          <p:txBody>
            <a:bodyPr/>
            <a:lstStyle/>
            <a:p>
              <a:endParaRPr lang="es-419" noProof="0" dirty="0"/>
            </a:p>
          </p:txBody>
        </p:sp>
        <p:sp>
          <p:nvSpPr>
            <p:cNvPr id="108" name="Forma libre: forma 107">
              <a:extLst>
                <a:ext uri="{FF2B5EF4-FFF2-40B4-BE49-F238E27FC236}">
                  <a16:creationId xmlns:a16="http://schemas.microsoft.com/office/drawing/2014/main" id="{7875E312-BAEB-AAE8-D658-6CA09AEB6027}"/>
                </a:ext>
              </a:extLst>
            </p:cNvPr>
            <p:cNvSpPr/>
            <p:nvPr/>
          </p:nvSpPr>
          <p:spPr>
            <a:xfrm>
              <a:off x="259777" y="1434618"/>
              <a:ext cx="20905" cy="34765"/>
            </a:xfrm>
            <a:custGeom>
              <a:avLst/>
              <a:gdLst>
                <a:gd name="csX0" fmla="*/ 7343 w 20905"/>
                <a:gd name="csY0" fmla="*/ 31742 h 34765"/>
                <a:gd name="csX1" fmla="*/ 5095 w 20905"/>
                <a:gd name="csY1" fmla="*/ 22712 h 34765"/>
                <a:gd name="csX2" fmla="*/ 11946 w 20905"/>
                <a:gd name="csY2" fmla="*/ 12959 h 34765"/>
                <a:gd name="csX3" fmla="*/ 17992 w 20905"/>
                <a:gd name="csY3" fmla="*/ 1997 h 34765"/>
                <a:gd name="csX4" fmla="*/ 19063 w 20905"/>
                <a:gd name="csY4" fmla="*/ 27093 h 34765"/>
                <a:gd name="csX5" fmla="*/ 7343 w 20905"/>
                <a:gd name="csY5" fmla="*/ 31742 h 34765"/>
              </a:gdLst>
              <a:ahLst/>
              <a:cxnLst>
                <a:cxn ang="0">
                  <a:pos x="csX0" y="csY0"/>
                </a:cxn>
                <a:cxn ang="0">
                  <a:pos x="csX1" y="csY1"/>
                </a:cxn>
                <a:cxn ang="0">
                  <a:pos x="csX2" y="csY2"/>
                </a:cxn>
                <a:cxn ang="0">
                  <a:pos x="csX3" y="csY3"/>
                </a:cxn>
                <a:cxn ang="0">
                  <a:pos x="csX4" y="csY4"/>
                </a:cxn>
                <a:cxn ang="0">
                  <a:pos x="csX5" y="csY5"/>
                </a:cxn>
              </a:cxnLst>
              <a:rect l="l" t="t" r="r" b="b"/>
              <a:pathLst>
                <a:path w="20905" h="34765">
                  <a:moveTo>
                    <a:pt x="7343" y="31742"/>
                  </a:moveTo>
                  <a:cubicBezTo>
                    <a:pt x="-1878" y="26647"/>
                    <a:pt x="-2170" y="25474"/>
                    <a:pt x="5095" y="22712"/>
                  </a:cubicBezTo>
                  <a:cubicBezTo>
                    <a:pt x="10179" y="20779"/>
                    <a:pt x="11916" y="18306"/>
                    <a:pt x="11946" y="12959"/>
                  </a:cubicBezTo>
                  <a:cubicBezTo>
                    <a:pt x="11996" y="3833"/>
                    <a:pt x="16177" y="-3749"/>
                    <a:pt x="17992" y="1997"/>
                  </a:cubicBezTo>
                  <a:cubicBezTo>
                    <a:pt x="21527" y="13191"/>
                    <a:pt x="21797" y="19522"/>
                    <a:pt x="19063" y="27093"/>
                  </a:cubicBezTo>
                  <a:cubicBezTo>
                    <a:pt x="15722" y="36343"/>
                    <a:pt x="15691" y="36355"/>
                    <a:pt x="7343" y="31742"/>
                  </a:cubicBezTo>
                  <a:close/>
                </a:path>
              </a:pathLst>
            </a:custGeom>
            <a:solidFill>
              <a:srgbClr val="B9B9B9"/>
            </a:solidFill>
            <a:ln w="5163" cap="flat">
              <a:noFill/>
              <a:prstDash val="solid"/>
              <a:miter/>
            </a:ln>
          </p:spPr>
          <p:txBody>
            <a:bodyPr/>
            <a:lstStyle/>
            <a:p>
              <a:endParaRPr lang="es-419" noProof="0" dirty="0"/>
            </a:p>
          </p:txBody>
        </p:sp>
        <p:sp>
          <p:nvSpPr>
            <p:cNvPr id="109" name="Forma libre: forma 108">
              <a:extLst>
                <a:ext uri="{FF2B5EF4-FFF2-40B4-BE49-F238E27FC236}">
                  <a16:creationId xmlns:a16="http://schemas.microsoft.com/office/drawing/2014/main" id="{044A76D8-79AD-1258-8216-84BFB5C12D96}"/>
                </a:ext>
              </a:extLst>
            </p:cNvPr>
            <p:cNvSpPr/>
            <p:nvPr/>
          </p:nvSpPr>
          <p:spPr>
            <a:xfrm>
              <a:off x="73152" y="1375664"/>
              <a:ext cx="14357" cy="42577"/>
            </a:xfrm>
            <a:custGeom>
              <a:avLst/>
              <a:gdLst>
                <a:gd name="csX0" fmla="*/ 7495 w 14357"/>
                <a:gd name="csY0" fmla="*/ 37645 h 42577"/>
                <a:gd name="csX1" fmla="*/ 3632 w 14357"/>
                <a:gd name="csY1" fmla="*/ 24738 h 42577"/>
                <a:gd name="csX2" fmla="*/ 3632 w 14357"/>
                <a:gd name="csY2" fmla="*/ 1505 h 42577"/>
                <a:gd name="csX3" fmla="*/ 7504 w 14357"/>
                <a:gd name="csY3" fmla="*/ 6137 h 42577"/>
                <a:gd name="csX4" fmla="*/ 10146 w 14357"/>
                <a:gd name="csY4" fmla="*/ 14863 h 42577"/>
                <a:gd name="csX5" fmla="*/ 11643 w 14357"/>
                <a:gd name="csY5" fmla="*/ 38936 h 42577"/>
                <a:gd name="csX6" fmla="*/ 7495 w 14357"/>
                <a:gd name="csY6" fmla="*/ 37645 h 42577"/>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4357" h="42577">
                  <a:moveTo>
                    <a:pt x="7495" y="37645"/>
                  </a:moveTo>
                  <a:cubicBezTo>
                    <a:pt x="7399" y="34096"/>
                    <a:pt x="5661" y="28288"/>
                    <a:pt x="3632" y="24738"/>
                  </a:cubicBezTo>
                  <a:cubicBezTo>
                    <a:pt x="-1211" y="16267"/>
                    <a:pt x="-1211" y="5524"/>
                    <a:pt x="3632" y="1505"/>
                  </a:cubicBezTo>
                  <a:cubicBezTo>
                    <a:pt x="6929" y="-1232"/>
                    <a:pt x="7504" y="-544"/>
                    <a:pt x="7504" y="6137"/>
                  </a:cubicBezTo>
                  <a:cubicBezTo>
                    <a:pt x="7504" y="10452"/>
                    <a:pt x="8693" y="14378"/>
                    <a:pt x="10146" y="14863"/>
                  </a:cubicBezTo>
                  <a:cubicBezTo>
                    <a:pt x="14898" y="16447"/>
                    <a:pt x="15948" y="33343"/>
                    <a:pt x="11643" y="38936"/>
                  </a:cubicBezTo>
                  <a:cubicBezTo>
                    <a:pt x="7745" y="44000"/>
                    <a:pt x="7665" y="43975"/>
                    <a:pt x="7495" y="37645"/>
                  </a:cubicBezTo>
                  <a:close/>
                </a:path>
              </a:pathLst>
            </a:custGeom>
            <a:solidFill>
              <a:srgbClr val="B9B9B9"/>
            </a:solidFill>
            <a:ln w="5163" cap="flat">
              <a:noFill/>
              <a:prstDash val="solid"/>
              <a:miter/>
            </a:ln>
          </p:spPr>
          <p:txBody>
            <a:bodyPr/>
            <a:lstStyle/>
            <a:p>
              <a:endParaRPr lang="es-419" noProof="0" dirty="0"/>
            </a:p>
          </p:txBody>
        </p:sp>
        <p:sp>
          <p:nvSpPr>
            <p:cNvPr id="110" name="Forma libre: forma 109">
              <a:extLst>
                <a:ext uri="{FF2B5EF4-FFF2-40B4-BE49-F238E27FC236}">
                  <a16:creationId xmlns:a16="http://schemas.microsoft.com/office/drawing/2014/main" id="{5B4FAFCC-45DE-6059-5A4D-1F700F7D2996}"/>
                </a:ext>
              </a:extLst>
            </p:cNvPr>
            <p:cNvSpPr/>
            <p:nvPr/>
          </p:nvSpPr>
          <p:spPr>
            <a:xfrm>
              <a:off x="420547" y="1341567"/>
              <a:ext cx="36589" cy="57857"/>
            </a:xfrm>
            <a:custGeom>
              <a:avLst/>
              <a:gdLst>
                <a:gd name="csX0" fmla="*/ 24033 w 36589"/>
                <a:gd name="csY0" fmla="*/ 48231 h 57857"/>
                <a:gd name="csX1" fmla="*/ 8875 w 36589"/>
                <a:gd name="csY1" fmla="*/ 31730 h 57857"/>
                <a:gd name="csX2" fmla="*/ 2815 w 36589"/>
                <a:gd name="csY2" fmla="*/ 140 h 57857"/>
                <a:gd name="csX3" fmla="*/ 18571 w 36589"/>
                <a:gd name="csY3" fmla="*/ 17532 h 57857"/>
                <a:gd name="csX4" fmla="*/ 26156 w 36589"/>
                <a:gd name="csY4" fmla="*/ 27858 h 57857"/>
                <a:gd name="csX5" fmla="*/ 32361 w 36589"/>
                <a:gd name="csY5" fmla="*/ 36599 h 57857"/>
                <a:gd name="csX6" fmla="*/ 34380 w 36589"/>
                <a:gd name="csY6" fmla="*/ 51018 h 57857"/>
                <a:gd name="csX7" fmla="*/ 24033 w 36589"/>
                <a:gd name="csY7" fmla="*/ 48231 h 578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6589" h="57857">
                  <a:moveTo>
                    <a:pt x="24033" y="48231"/>
                  </a:moveTo>
                  <a:cubicBezTo>
                    <a:pt x="18251" y="41995"/>
                    <a:pt x="11430" y="34569"/>
                    <a:pt x="8875" y="31730"/>
                  </a:cubicBezTo>
                  <a:cubicBezTo>
                    <a:pt x="870" y="22831"/>
                    <a:pt x="-3051" y="2391"/>
                    <a:pt x="2815" y="140"/>
                  </a:cubicBezTo>
                  <a:cubicBezTo>
                    <a:pt x="7073" y="-1494"/>
                    <a:pt x="18931" y="11596"/>
                    <a:pt x="18571" y="17532"/>
                  </a:cubicBezTo>
                  <a:cubicBezTo>
                    <a:pt x="18043" y="26212"/>
                    <a:pt x="19252" y="27858"/>
                    <a:pt x="26156" y="27858"/>
                  </a:cubicBezTo>
                  <a:cubicBezTo>
                    <a:pt x="32848" y="27858"/>
                    <a:pt x="33306" y="28504"/>
                    <a:pt x="32361" y="36599"/>
                  </a:cubicBezTo>
                  <a:cubicBezTo>
                    <a:pt x="31800" y="41406"/>
                    <a:pt x="32708" y="47895"/>
                    <a:pt x="34380" y="51018"/>
                  </a:cubicBezTo>
                  <a:cubicBezTo>
                    <a:pt x="39819" y="61181"/>
                    <a:pt x="34782" y="59825"/>
                    <a:pt x="24033" y="48231"/>
                  </a:cubicBezTo>
                  <a:close/>
                </a:path>
              </a:pathLst>
            </a:custGeom>
            <a:solidFill>
              <a:srgbClr val="B9B9B9"/>
            </a:solidFill>
            <a:ln w="5163" cap="flat">
              <a:noFill/>
              <a:prstDash val="solid"/>
              <a:miter/>
            </a:ln>
          </p:spPr>
          <p:txBody>
            <a:bodyPr/>
            <a:lstStyle/>
            <a:p>
              <a:endParaRPr lang="es-419" noProof="0" dirty="0"/>
            </a:p>
          </p:txBody>
        </p:sp>
      </p:grpSp>
      <p:grpSp>
        <p:nvGrpSpPr>
          <p:cNvPr id="111" name="Gráfico 39">
            <a:extLst>
              <a:ext uri="{FF2B5EF4-FFF2-40B4-BE49-F238E27FC236}">
                <a16:creationId xmlns:a16="http://schemas.microsoft.com/office/drawing/2014/main" id="{96EFEA91-8647-7303-7664-01B6B911D931}"/>
              </a:ext>
            </a:extLst>
          </p:cNvPr>
          <p:cNvGrpSpPr/>
          <p:nvPr/>
        </p:nvGrpSpPr>
        <p:grpSpPr>
          <a:xfrm>
            <a:off x="347681" y="1057339"/>
            <a:ext cx="481325" cy="621418"/>
            <a:chOff x="347681" y="1057339"/>
            <a:chExt cx="481325" cy="621418"/>
          </a:xfrm>
          <a:solidFill>
            <a:srgbClr val="B9B9B9"/>
          </a:solidFill>
        </p:grpSpPr>
        <p:grpSp>
          <p:nvGrpSpPr>
            <p:cNvPr id="112" name="Gráfico 39">
              <a:extLst>
                <a:ext uri="{FF2B5EF4-FFF2-40B4-BE49-F238E27FC236}">
                  <a16:creationId xmlns:a16="http://schemas.microsoft.com/office/drawing/2014/main" id="{78AAE872-4630-0D2B-C85E-785D1A13EA50}"/>
                </a:ext>
              </a:extLst>
            </p:cNvPr>
            <p:cNvGrpSpPr/>
            <p:nvPr/>
          </p:nvGrpSpPr>
          <p:grpSpPr>
            <a:xfrm>
              <a:off x="492211" y="1384222"/>
              <a:ext cx="33498" cy="51895"/>
              <a:chOff x="492211" y="1384222"/>
              <a:chExt cx="33498" cy="51895"/>
            </a:xfrm>
            <a:solidFill>
              <a:srgbClr val="B9B9B9"/>
            </a:solidFill>
          </p:grpSpPr>
          <p:sp>
            <p:nvSpPr>
              <p:cNvPr id="113" name="Forma libre: forma 112">
                <a:extLst>
                  <a:ext uri="{FF2B5EF4-FFF2-40B4-BE49-F238E27FC236}">
                    <a16:creationId xmlns:a16="http://schemas.microsoft.com/office/drawing/2014/main" id="{ABA734BC-419E-DF83-8F07-7F2B333B71EA}"/>
                  </a:ext>
                </a:extLst>
              </p:cNvPr>
              <p:cNvSpPr/>
              <p:nvPr/>
            </p:nvSpPr>
            <p:spPr>
              <a:xfrm>
                <a:off x="492211" y="1428798"/>
                <a:ext cx="6246" cy="7319"/>
              </a:xfrm>
              <a:custGeom>
                <a:avLst/>
                <a:gdLst>
                  <a:gd name="csX0" fmla="*/ 460 w 6246"/>
                  <a:gd name="csY0" fmla="*/ 4088 h 7319"/>
                  <a:gd name="csX1" fmla="*/ 4549 w 6246"/>
                  <a:gd name="csY1" fmla="*/ 0 h 7319"/>
                  <a:gd name="csX2" fmla="*/ 1959 w 6246"/>
                  <a:gd name="csY2" fmla="*/ 7153 h 7319"/>
                  <a:gd name="csX3" fmla="*/ 460 w 6246"/>
                  <a:gd name="csY3" fmla="*/ 4088 h 7319"/>
                </a:gdLst>
                <a:ahLst/>
                <a:cxnLst>
                  <a:cxn ang="0">
                    <a:pos x="csX0" y="csY0"/>
                  </a:cxn>
                  <a:cxn ang="0">
                    <a:pos x="csX1" y="csY1"/>
                  </a:cxn>
                  <a:cxn ang="0">
                    <a:pos x="csX2" y="csY2"/>
                  </a:cxn>
                  <a:cxn ang="0">
                    <a:pos x="csX3" y="csY3"/>
                  </a:cxn>
                </a:cxnLst>
                <a:rect l="l" t="t" r="r" b="b"/>
                <a:pathLst>
                  <a:path w="6246" h="7319">
                    <a:moveTo>
                      <a:pt x="460" y="4088"/>
                    </a:moveTo>
                    <a:cubicBezTo>
                      <a:pt x="1323" y="1840"/>
                      <a:pt x="3163" y="0"/>
                      <a:pt x="4549" y="0"/>
                    </a:cubicBezTo>
                    <a:cubicBezTo>
                      <a:pt x="7942" y="0"/>
                      <a:pt x="5818" y="5867"/>
                      <a:pt x="1959" y="7153"/>
                    </a:cubicBezTo>
                    <a:cubicBezTo>
                      <a:pt x="72" y="7782"/>
                      <a:pt x="-505" y="6602"/>
                      <a:pt x="460" y="4088"/>
                    </a:cubicBezTo>
                    <a:close/>
                  </a:path>
                </a:pathLst>
              </a:custGeom>
              <a:solidFill>
                <a:srgbClr val="B9B9B9"/>
              </a:solidFill>
              <a:ln w="5163" cap="flat">
                <a:noFill/>
                <a:prstDash val="solid"/>
                <a:miter/>
              </a:ln>
            </p:spPr>
            <p:txBody>
              <a:bodyPr/>
              <a:lstStyle/>
              <a:p>
                <a:endParaRPr lang="es-419" noProof="0" dirty="0"/>
              </a:p>
            </p:txBody>
          </p:sp>
          <p:sp>
            <p:nvSpPr>
              <p:cNvPr id="114" name="Forma libre: forma 113">
                <a:extLst>
                  <a:ext uri="{FF2B5EF4-FFF2-40B4-BE49-F238E27FC236}">
                    <a16:creationId xmlns:a16="http://schemas.microsoft.com/office/drawing/2014/main" id="{D092F423-BD89-26E1-A271-F79AF1B961DA}"/>
                  </a:ext>
                </a:extLst>
              </p:cNvPr>
              <p:cNvSpPr/>
              <p:nvPr/>
            </p:nvSpPr>
            <p:spPr>
              <a:xfrm>
                <a:off x="495379" y="1384222"/>
                <a:ext cx="30331" cy="44105"/>
              </a:xfrm>
              <a:custGeom>
                <a:avLst/>
                <a:gdLst>
                  <a:gd name="csX0" fmla="*/ 10578 w 30331"/>
                  <a:gd name="csY0" fmla="*/ 40845 h 44105"/>
                  <a:gd name="csX1" fmla="*/ 3426 w 30331"/>
                  <a:gd name="csY1" fmla="*/ 27268 h 44105"/>
                  <a:gd name="csX2" fmla="*/ 8634 w 30331"/>
                  <a:gd name="csY2" fmla="*/ 13316 h 44105"/>
                  <a:gd name="csX3" fmla="*/ 25629 w 30331"/>
                  <a:gd name="csY3" fmla="*/ 1695 h 44105"/>
                  <a:gd name="csX4" fmla="*/ 27283 w 30331"/>
                  <a:gd name="csY4" fmla="*/ 34769 h 44105"/>
                  <a:gd name="csX5" fmla="*/ 10578 w 30331"/>
                  <a:gd name="csY5" fmla="*/ 40845 h 44105"/>
                </a:gdLst>
                <a:ahLst/>
                <a:cxnLst>
                  <a:cxn ang="0">
                    <a:pos x="csX0" y="csY0"/>
                  </a:cxn>
                  <a:cxn ang="0">
                    <a:pos x="csX1" y="csY1"/>
                  </a:cxn>
                  <a:cxn ang="0">
                    <a:pos x="csX2" y="csY2"/>
                  </a:cxn>
                  <a:cxn ang="0">
                    <a:pos x="csX3" y="csY3"/>
                  </a:cxn>
                  <a:cxn ang="0">
                    <a:pos x="csX4" y="csY4"/>
                  </a:cxn>
                  <a:cxn ang="0">
                    <a:pos x="csX5" y="csY5"/>
                  </a:cxn>
                </a:cxnLst>
                <a:rect l="l" t="t" r="r" b="b"/>
                <a:pathLst>
                  <a:path w="30331" h="44105">
                    <a:moveTo>
                      <a:pt x="10578" y="40845"/>
                    </a:moveTo>
                    <a:cubicBezTo>
                      <a:pt x="-1917" y="34327"/>
                      <a:pt x="-2001" y="34167"/>
                      <a:pt x="3426" y="27268"/>
                    </a:cubicBezTo>
                    <a:cubicBezTo>
                      <a:pt x="6291" y="23626"/>
                      <a:pt x="8634" y="17348"/>
                      <a:pt x="8634" y="13316"/>
                    </a:cubicBezTo>
                    <a:cubicBezTo>
                      <a:pt x="8634" y="4586"/>
                      <a:pt x="20679" y="-3650"/>
                      <a:pt x="25629" y="1695"/>
                    </a:cubicBezTo>
                    <a:cubicBezTo>
                      <a:pt x="31123" y="7627"/>
                      <a:pt x="31970" y="24580"/>
                      <a:pt x="27283" y="34769"/>
                    </a:cubicBezTo>
                    <a:cubicBezTo>
                      <a:pt x="22315" y="45567"/>
                      <a:pt x="20734" y="46142"/>
                      <a:pt x="10578" y="40845"/>
                    </a:cubicBezTo>
                    <a:close/>
                  </a:path>
                </a:pathLst>
              </a:custGeom>
              <a:solidFill>
                <a:srgbClr val="B9B9B9"/>
              </a:solidFill>
              <a:ln w="5163" cap="flat">
                <a:noFill/>
                <a:prstDash val="solid"/>
                <a:miter/>
              </a:ln>
            </p:spPr>
            <p:txBody>
              <a:bodyPr/>
              <a:lstStyle/>
              <a:p>
                <a:endParaRPr lang="es-419" noProof="0" dirty="0"/>
              </a:p>
            </p:txBody>
          </p:sp>
        </p:grpSp>
        <p:grpSp>
          <p:nvGrpSpPr>
            <p:cNvPr id="115" name="Gráfico 39">
              <a:extLst>
                <a:ext uri="{FF2B5EF4-FFF2-40B4-BE49-F238E27FC236}">
                  <a16:creationId xmlns:a16="http://schemas.microsoft.com/office/drawing/2014/main" id="{3AD5706C-5B2C-CEFD-95FF-2211CB4DC130}"/>
                </a:ext>
              </a:extLst>
            </p:cNvPr>
            <p:cNvGrpSpPr/>
            <p:nvPr/>
          </p:nvGrpSpPr>
          <p:grpSpPr>
            <a:xfrm>
              <a:off x="347681" y="1057339"/>
              <a:ext cx="481325" cy="621418"/>
              <a:chOff x="347681" y="1057339"/>
              <a:chExt cx="481325" cy="621418"/>
            </a:xfrm>
            <a:solidFill>
              <a:srgbClr val="B9B9B9"/>
            </a:solidFill>
          </p:grpSpPr>
          <p:sp>
            <p:nvSpPr>
              <p:cNvPr id="116" name="Forma libre: forma 115">
                <a:extLst>
                  <a:ext uri="{FF2B5EF4-FFF2-40B4-BE49-F238E27FC236}">
                    <a16:creationId xmlns:a16="http://schemas.microsoft.com/office/drawing/2014/main" id="{61B4E03D-4F35-3B3C-7F47-3F3DDA7FA46F}"/>
                  </a:ext>
                </a:extLst>
              </p:cNvPr>
              <p:cNvSpPr/>
              <p:nvPr/>
            </p:nvSpPr>
            <p:spPr>
              <a:xfrm>
                <a:off x="347681" y="1057339"/>
                <a:ext cx="481325" cy="621418"/>
              </a:xfrm>
              <a:custGeom>
                <a:avLst/>
                <a:gdLst>
                  <a:gd name="csX0" fmla="*/ 392709 w 481325"/>
                  <a:gd name="csY0" fmla="*/ 609477 h 621418"/>
                  <a:gd name="csX1" fmla="*/ 388957 w 481325"/>
                  <a:gd name="csY1" fmla="*/ 594848 h 621418"/>
                  <a:gd name="csX2" fmla="*/ 382520 w 481325"/>
                  <a:gd name="csY2" fmla="*/ 582680 h 621418"/>
                  <a:gd name="csX3" fmla="*/ 381003 w 481325"/>
                  <a:gd name="csY3" fmla="*/ 575394 h 621418"/>
                  <a:gd name="csX4" fmla="*/ 376772 w 481325"/>
                  <a:gd name="csY4" fmla="*/ 573517 h 621418"/>
                  <a:gd name="csX5" fmla="*/ 372471 w 481325"/>
                  <a:gd name="csY5" fmla="*/ 575078 h 621418"/>
                  <a:gd name="csX6" fmla="*/ 371638 w 481325"/>
                  <a:gd name="csY6" fmla="*/ 577600 h 621418"/>
                  <a:gd name="csX7" fmla="*/ 373727 w 481325"/>
                  <a:gd name="csY7" fmla="*/ 583138 h 621418"/>
                  <a:gd name="csX8" fmla="*/ 369193 w 481325"/>
                  <a:gd name="csY8" fmla="*/ 580381 h 621418"/>
                  <a:gd name="csX9" fmla="*/ 364289 w 481325"/>
                  <a:gd name="csY9" fmla="*/ 578851 h 621418"/>
                  <a:gd name="csX10" fmla="*/ 358202 w 481325"/>
                  <a:gd name="csY10" fmla="*/ 578294 h 621418"/>
                  <a:gd name="csX11" fmla="*/ 344811 w 481325"/>
                  <a:gd name="csY11" fmla="*/ 546998 h 621418"/>
                  <a:gd name="csX12" fmla="*/ 347360 w 481325"/>
                  <a:gd name="csY12" fmla="*/ 544424 h 621418"/>
                  <a:gd name="csX13" fmla="*/ 329284 w 481325"/>
                  <a:gd name="csY13" fmla="*/ 536840 h 621418"/>
                  <a:gd name="csX14" fmla="*/ 312504 w 481325"/>
                  <a:gd name="csY14" fmla="*/ 531378 h 621418"/>
                  <a:gd name="csX15" fmla="*/ 299274 w 481325"/>
                  <a:gd name="csY15" fmla="*/ 523870 h 621418"/>
                  <a:gd name="csX16" fmla="*/ 298267 w 481325"/>
                  <a:gd name="csY16" fmla="*/ 519838 h 621418"/>
                  <a:gd name="csX17" fmla="*/ 294146 w 481325"/>
                  <a:gd name="csY17" fmla="*/ 506308 h 621418"/>
                  <a:gd name="csX18" fmla="*/ 290635 w 481325"/>
                  <a:gd name="csY18" fmla="*/ 495822 h 621418"/>
                  <a:gd name="csX19" fmla="*/ 290295 w 481325"/>
                  <a:gd name="csY19" fmla="*/ 485043 h 621418"/>
                  <a:gd name="csX20" fmla="*/ 292460 w 481325"/>
                  <a:gd name="csY20" fmla="*/ 479235 h 621418"/>
                  <a:gd name="csX21" fmla="*/ 293954 w 481325"/>
                  <a:gd name="csY21" fmla="*/ 469554 h 621418"/>
                  <a:gd name="csX22" fmla="*/ 288754 w 481325"/>
                  <a:gd name="csY22" fmla="*/ 460702 h 621418"/>
                  <a:gd name="csX23" fmla="*/ 283583 w 481325"/>
                  <a:gd name="csY23" fmla="*/ 460065 h 621418"/>
                  <a:gd name="csX24" fmla="*/ 278874 w 481325"/>
                  <a:gd name="csY24" fmla="*/ 460231 h 621418"/>
                  <a:gd name="csX25" fmla="*/ 272498 w 481325"/>
                  <a:gd name="csY25" fmla="*/ 449744 h 621418"/>
                  <a:gd name="csX26" fmla="*/ 269740 w 481325"/>
                  <a:gd name="csY26" fmla="*/ 445139 h 621418"/>
                  <a:gd name="csX27" fmla="*/ 268211 w 481325"/>
                  <a:gd name="csY27" fmla="*/ 450043 h 621418"/>
                  <a:gd name="csX28" fmla="*/ 267044 w 481325"/>
                  <a:gd name="csY28" fmla="*/ 456881 h 621418"/>
                  <a:gd name="csX29" fmla="*/ 259538 w 481325"/>
                  <a:gd name="csY29" fmla="*/ 454425 h 621418"/>
                  <a:gd name="csX30" fmla="*/ 254428 w 481325"/>
                  <a:gd name="csY30" fmla="*/ 444654 h 621418"/>
                  <a:gd name="csX31" fmla="*/ 249421 w 481325"/>
                  <a:gd name="csY31" fmla="*/ 443656 h 621418"/>
                  <a:gd name="csX32" fmla="*/ 238700 w 481325"/>
                  <a:gd name="csY32" fmla="*/ 428558 h 621418"/>
                  <a:gd name="csX33" fmla="*/ 224166 w 481325"/>
                  <a:gd name="csY33" fmla="*/ 409935 h 621418"/>
                  <a:gd name="csX34" fmla="*/ 213124 w 481325"/>
                  <a:gd name="csY34" fmla="*/ 401065 h 621418"/>
                  <a:gd name="csX35" fmla="*/ 206671 w 481325"/>
                  <a:gd name="csY35" fmla="*/ 388468 h 621418"/>
                  <a:gd name="csX36" fmla="*/ 204242 w 481325"/>
                  <a:gd name="csY36" fmla="*/ 374041 h 621418"/>
                  <a:gd name="csX37" fmla="*/ 206562 w 481325"/>
                  <a:gd name="csY37" fmla="*/ 371283 h 621418"/>
                  <a:gd name="csX38" fmla="*/ 201394 w 481325"/>
                  <a:gd name="csY38" fmla="*/ 369855 h 621418"/>
                  <a:gd name="csX39" fmla="*/ 181743 w 481325"/>
                  <a:gd name="csY39" fmla="*/ 350072 h 621418"/>
                  <a:gd name="csX40" fmla="*/ 180840 w 481325"/>
                  <a:gd name="csY40" fmla="*/ 340015 h 621418"/>
                  <a:gd name="csX41" fmla="*/ 168342 w 481325"/>
                  <a:gd name="csY41" fmla="*/ 316750 h 621418"/>
                  <a:gd name="csX42" fmla="*/ 162786 w 481325"/>
                  <a:gd name="csY42" fmla="*/ 304341 h 621418"/>
                  <a:gd name="csX43" fmla="*/ 153959 w 481325"/>
                  <a:gd name="csY43" fmla="*/ 280463 h 621418"/>
                  <a:gd name="csX44" fmla="*/ 143231 w 481325"/>
                  <a:gd name="csY44" fmla="*/ 268201 h 621418"/>
                  <a:gd name="csX45" fmla="*/ 141096 w 481325"/>
                  <a:gd name="csY45" fmla="*/ 246493 h 621418"/>
                  <a:gd name="csX46" fmla="*/ 133510 w 481325"/>
                  <a:gd name="csY46" fmla="*/ 215932 h 621418"/>
                  <a:gd name="csX47" fmla="*/ 125786 w 481325"/>
                  <a:gd name="csY47" fmla="*/ 201792 h 621418"/>
                  <a:gd name="csX48" fmla="*/ 113580 w 481325"/>
                  <a:gd name="csY48" fmla="*/ 175023 h 621418"/>
                  <a:gd name="csX49" fmla="*/ 104703 w 481325"/>
                  <a:gd name="csY49" fmla="*/ 151035 h 621418"/>
                  <a:gd name="csX50" fmla="*/ 100240 w 481325"/>
                  <a:gd name="csY50" fmla="*/ 135893 h 621418"/>
                  <a:gd name="csX51" fmla="*/ 100240 w 481325"/>
                  <a:gd name="csY51" fmla="*/ 128463 h 621418"/>
                  <a:gd name="csX52" fmla="*/ 99247 w 481325"/>
                  <a:gd name="csY52" fmla="*/ 115142 h 621418"/>
                  <a:gd name="csX53" fmla="*/ 93791 w 481325"/>
                  <a:gd name="csY53" fmla="*/ 109442 h 621418"/>
                  <a:gd name="csX54" fmla="*/ 95549 w 481325"/>
                  <a:gd name="csY54" fmla="*/ 115250 h 621418"/>
                  <a:gd name="csX55" fmla="*/ 90800 w 481325"/>
                  <a:gd name="csY55" fmla="*/ 117023 h 621418"/>
                  <a:gd name="csX56" fmla="*/ 87172 w 481325"/>
                  <a:gd name="csY56" fmla="*/ 114272 h 621418"/>
                  <a:gd name="csX57" fmla="*/ 67148 w 481325"/>
                  <a:gd name="csY57" fmla="*/ 111209 h 621418"/>
                  <a:gd name="csX58" fmla="*/ 49971 w 481325"/>
                  <a:gd name="csY58" fmla="*/ 100232 h 621418"/>
                  <a:gd name="csX59" fmla="*/ 44090 w 481325"/>
                  <a:gd name="csY59" fmla="*/ 90574 h 621418"/>
                  <a:gd name="csX60" fmla="*/ 35863 w 481325"/>
                  <a:gd name="csY60" fmla="*/ 83433 h 621418"/>
                  <a:gd name="csX61" fmla="*/ 32588 w 481325"/>
                  <a:gd name="csY61" fmla="*/ 82069 h 621418"/>
                  <a:gd name="csX62" fmla="*/ 11771 w 481325"/>
                  <a:gd name="csY62" fmla="*/ 68233 h 621418"/>
                  <a:gd name="csX63" fmla="*/ 5348 w 481325"/>
                  <a:gd name="csY63" fmla="*/ 59589 h 621418"/>
                  <a:gd name="csX64" fmla="*/ 1583 w 481325"/>
                  <a:gd name="csY64" fmla="*/ 46912 h 621418"/>
                  <a:gd name="csX65" fmla="*/ 325 w 481325"/>
                  <a:gd name="csY65" fmla="*/ 17525 h 621418"/>
                  <a:gd name="csX66" fmla="*/ 4538 w 481325"/>
                  <a:gd name="csY66" fmla="*/ 6689 h 621418"/>
                  <a:gd name="csX67" fmla="*/ 10480 w 481325"/>
                  <a:gd name="csY67" fmla="*/ 0 h 621418"/>
                  <a:gd name="csX68" fmla="*/ 53074 w 481325"/>
                  <a:gd name="csY68" fmla="*/ 22147 h 621418"/>
                  <a:gd name="csX69" fmla="*/ 133099 w 481325"/>
                  <a:gd name="csY69" fmla="*/ 64285 h 621418"/>
                  <a:gd name="csX70" fmla="*/ 308638 w 481325"/>
                  <a:gd name="csY70" fmla="*/ 150152 h 621418"/>
                  <a:gd name="csX71" fmla="*/ 460324 w 481325"/>
                  <a:gd name="csY71" fmla="*/ 163865 h 621418"/>
                  <a:gd name="csX72" fmla="*/ 466125 w 481325"/>
                  <a:gd name="csY72" fmla="*/ 170071 h 621418"/>
                  <a:gd name="csX73" fmla="*/ 465714 w 481325"/>
                  <a:gd name="csY73" fmla="*/ 176317 h 621418"/>
                  <a:gd name="csX74" fmla="*/ 471176 w 481325"/>
                  <a:gd name="csY74" fmla="*/ 205515 h 621418"/>
                  <a:gd name="csX75" fmla="*/ 478356 w 481325"/>
                  <a:gd name="csY75" fmla="*/ 244968 h 621418"/>
                  <a:gd name="csX76" fmla="*/ 480666 w 481325"/>
                  <a:gd name="csY76" fmla="*/ 291434 h 621418"/>
                  <a:gd name="csX77" fmla="*/ 471606 w 481325"/>
                  <a:gd name="csY77" fmla="*/ 339879 h 621418"/>
                  <a:gd name="csX78" fmla="*/ 467718 w 481325"/>
                  <a:gd name="csY78" fmla="*/ 346935 h 621418"/>
                  <a:gd name="csX79" fmla="*/ 468256 w 481325"/>
                  <a:gd name="csY79" fmla="*/ 419216 h 621418"/>
                  <a:gd name="csX80" fmla="*/ 469120 w 481325"/>
                  <a:gd name="csY80" fmla="*/ 434705 h 621418"/>
                  <a:gd name="csX81" fmla="*/ 451760 w 481325"/>
                  <a:gd name="csY81" fmla="*/ 439004 h 621418"/>
                  <a:gd name="csX82" fmla="*/ 430017 w 481325"/>
                  <a:gd name="csY82" fmla="*/ 458164 h 621418"/>
                  <a:gd name="csX83" fmla="*/ 441207 w 481325"/>
                  <a:gd name="csY83" fmla="*/ 484914 h 621418"/>
                  <a:gd name="csX84" fmla="*/ 455538 w 481325"/>
                  <a:gd name="csY84" fmla="*/ 533438 h 621418"/>
                  <a:gd name="csX85" fmla="*/ 463393 w 481325"/>
                  <a:gd name="csY85" fmla="*/ 557324 h 621418"/>
                  <a:gd name="csX86" fmla="*/ 466107 w 481325"/>
                  <a:gd name="csY86" fmla="*/ 564704 h 621418"/>
                  <a:gd name="csX87" fmla="*/ 427332 w 481325"/>
                  <a:gd name="csY87" fmla="*/ 607875 h 621418"/>
                  <a:gd name="csX88" fmla="*/ 408378 w 481325"/>
                  <a:gd name="csY88" fmla="*/ 619278 h 621418"/>
                  <a:gd name="csX89" fmla="*/ 406733 w 481325"/>
                  <a:gd name="csY89" fmla="*/ 612610 h 621418"/>
                  <a:gd name="csX90" fmla="*/ 398989 w 481325"/>
                  <a:gd name="csY90" fmla="*/ 614115 h 621418"/>
                  <a:gd name="csX91" fmla="*/ 394277 w 481325"/>
                  <a:gd name="csY91" fmla="*/ 621279 h 621418"/>
                  <a:gd name="csX92" fmla="*/ 392709 w 481325"/>
                  <a:gd name="csY92" fmla="*/ 609477 h 62141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Lst>
                <a:rect l="l" t="t" r="r" b="b"/>
                <a:pathLst>
                  <a:path w="481325" h="621418">
                    <a:moveTo>
                      <a:pt x="392709" y="609477"/>
                    </a:moveTo>
                    <a:cubicBezTo>
                      <a:pt x="394253" y="597840"/>
                      <a:pt x="393887" y="596413"/>
                      <a:pt x="388957" y="594848"/>
                    </a:cubicBezTo>
                    <a:cubicBezTo>
                      <a:pt x="381454" y="592467"/>
                      <a:pt x="376874" y="583809"/>
                      <a:pt x="382520" y="582680"/>
                    </a:cubicBezTo>
                    <a:cubicBezTo>
                      <a:pt x="386074" y="581969"/>
                      <a:pt x="385853" y="580904"/>
                      <a:pt x="381003" y="575394"/>
                    </a:cubicBezTo>
                    <a:cubicBezTo>
                      <a:pt x="377016" y="570863"/>
                      <a:pt x="375755" y="570304"/>
                      <a:pt x="376772" y="573517"/>
                    </a:cubicBezTo>
                    <a:cubicBezTo>
                      <a:pt x="378038" y="577517"/>
                      <a:pt x="377495" y="577714"/>
                      <a:pt x="372471" y="575078"/>
                    </a:cubicBezTo>
                    <a:cubicBezTo>
                      <a:pt x="366755" y="572079"/>
                      <a:pt x="366750" y="572094"/>
                      <a:pt x="371638" y="577600"/>
                    </a:cubicBezTo>
                    <a:cubicBezTo>
                      <a:pt x="374343" y="580646"/>
                      <a:pt x="375283" y="583138"/>
                      <a:pt x="373727" y="583138"/>
                    </a:cubicBezTo>
                    <a:cubicBezTo>
                      <a:pt x="372171" y="583138"/>
                      <a:pt x="370131" y="581897"/>
                      <a:pt x="369193" y="580381"/>
                    </a:cubicBezTo>
                    <a:cubicBezTo>
                      <a:pt x="368256" y="578864"/>
                      <a:pt x="366049" y="578176"/>
                      <a:pt x="364289" y="578851"/>
                    </a:cubicBezTo>
                    <a:cubicBezTo>
                      <a:pt x="362530" y="579526"/>
                      <a:pt x="359790" y="579276"/>
                      <a:pt x="358202" y="578294"/>
                    </a:cubicBezTo>
                    <a:cubicBezTo>
                      <a:pt x="354056" y="575732"/>
                      <a:pt x="341762" y="546998"/>
                      <a:pt x="344811" y="546998"/>
                    </a:cubicBezTo>
                    <a:cubicBezTo>
                      <a:pt x="346213" y="546998"/>
                      <a:pt x="347360" y="545839"/>
                      <a:pt x="347360" y="544424"/>
                    </a:cubicBezTo>
                    <a:cubicBezTo>
                      <a:pt x="347360" y="541126"/>
                      <a:pt x="331006" y="534265"/>
                      <a:pt x="329284" y="536840"/>
                    </a:cubicBezTo>
                    <a:cubicBezTo>
                      <a:pt x="328570" y="537907"/>
                      <a:pt x="321020" y="535449"/>
                      <a:pt x="312504" y="531378"/>
                    </a:cubicBezTo>
                    <a:cubicBezTo>
                      <a:pt x="303989" y="527306"/>
                      <a:pt x="298035" y="523928"/>
                      <a:pt x="299274" y="523870"/>
                    </a:cubicBezTo>
                    <a:cubicBezTo>
                      <a:pt x="300512" y="523812"/>
                      <a:pt x="300059" y="521998"/>
                      <a:pt x="298267" y="519838"/>
                    </a:cubicBezTo>
                    <a:cubicBezTo>
                      <a:pt x="296474" y="517678"/>
                      <a:pt x="294620" y="511589"/>
                      <a:pt x="294146" y="506308"/>
                    </a:cubicBezTo>
                    <a:cubicBezTo>
                      <a:pt x="293672" y="501026"/>
                      <a:pt x="292092" y="496307"/>
                      <a:pt x="290635" y="495822"/>
                    </a:cubicBezTo>
                    <a:cubicBezTo>
                      <a:pt x="287387" y="494739"/>
                      <a:pt x="287081" y="485043"/>
                      <a:pt x="290295" y="485043"/>
                    </a:cubicBezTo>
                    <a:cubicBezTo>
                      <a:pt x="291564" y="485043"/>
                      <a:pt x="292539" y="482429"/>
                      <a:pt x="292460" y="479235"/>
                    </a:cubicBezTo>
                    <a:cubicBezTo>
                      <a:pt x="292381" y="476040"/>
                      <a:pt x="293054" y="471684"/>
                      <a:pt x="293954" y="469554"/>
                    </a:cubicBezTo>
                    <a:cubicBezTo>
                      <a:pt x="294994" y="467095"/>
                      <a:pt x="293096" y="463864"/>
                      <a:pt x="288754" y="460702"/>
                    </a:cubicBezTo>
                    <a:cubicBezTo>
                      <a:pt x="282831" y="456387"/>
                      <a:pt x="282139" y="456302"/>
                      <a:pt x="283583" y="460065"/>
                    </a:cubicBezTo>
                    <a:cubicBezTo>
                      <a:pt x="285131" y="464099"/>
                      <a:pt x="284795" y="464110"/>
                      <a:pt x="278874" y="460231"/>
                    </a:cubicBezTo>
                    <a:cubicBezTo>
                      <a:pt x="274972" y="457675"/>
                      <a:pt x="272498" y="453605"/>
                      <a:pt x="272498" y="449744"/>
                    </a:cubicBezTo>
                    <a:cubicBezTo>
                      <a:pt x="272498" y="445927"/>
                      <a:pt x="271409" y="444108"/>
                      <a:pt x="269740" y="445139"/>
                    </a:cubicBezTo>
                    <a:cubicBezTo>
                      <a:pt x="268224" y="446077"/>
                      <a:pt x="267535" y="448283"/>
                      <a:pt x="268211" y="450043"/>
                    </a:cubicBezTo>
                    <a:cubicBezTo>
                      <a:pt x="268886" y="451803"/>
                      <a:pt x="268361" y="454880"/>
                      <a:pt x="267044" y="456881"/>
                    </a:cubicBezTo>
                    <a:cubicBezTo>
                      <a:pt x="265087" y="459853"/>
                      <a:pt x="263712" y="459403"/>
                      <a:pt x="259538" y="454425"/>
                    </a:cubicBezTo>
                    <a:cubicBezTo>
                      <a:pt x="256727" y="451073"/>
                      <a:pt x="254428" y="446676"/>
                      <a:pt x="254428" y="444654"/>
                    </a:cubicBezTo>
                    <a:cubicBezTo>
                      <a:pt x="254428" y="441815"/>
                      <a:pt x="253286" y="441587"/>
                      <a:pt x="249421" y="443656"/>
                    </a:cubicBezTo>
                    <a:cubicBezTo>
                      <a:pt x="243479" y="446836"/>
                      <a:pt x="243193" y="446433"/>
                      <a:pt x="238700" y="428558"/>
                    </a:cubicBezTo>
                    <a:cubicBezTo>
                      <a:pt x="235500" y="415829"/>
                      <a:pt x="234285" y="414272"/>
                      <a:pt x="224166" y="409935"/>
                    </a:cubicBezTo>
                    <a:cubicBezTo>
                      <a:pt x="217728" y="407175"/>
                      <a:pt x="213124" y="403477"/>
                      <a:pt x="213124" y="401065"/>
                    </a:cubicBezTo>
                    <a:cubicBezTo>
                      <a:pt x="213124" y="398790"/>
                      <a:pt x="210220" y="393122"/>
                      <a:pt x="206671" y="388468"/>
                    </a:cubicBezTo>
                    <a:cubicBezTo>
                      <a:pt x="199265" y="378758"/>
                      <a:pt x="198471" y="374041"/>
                      <a:pt x="204242" y="374041"/>
                    </a:cubicBezTo>
                    <a:cubicBezTo>
                      <a:pt x="206455" y="374041"/>
                      <a:pt x="207499" y="372800"/>
                      <a:pt x="206562" y="371283"/>
                    </a:cubicBezTo>
                    <a:cubicBezTo>
                      <a:pt x="205625" y="369767"/>
                      <a:pt x="203299" y="369124"/>
                      <a:pt x="201394" y="369855"/>
                    </a:cubicBezTo>
                    <a:cubicBezTo>
                      <a:pt x="197850" y="371215"/>
                      <a:pt x="182472" y="355734"/>
                      <a:pt x="181743" y="350072"/>
                    </a:cubicBezTo>
                    <a:cubicBezTo>
                      <a:pt x="181521" y="348347"/>
                      <a:pt x="181114" y="343821"/>
                      <a:pt x="180840" y="340015"/>
                    </a:cubicBezTo>
                    <a:cubicBezTo>
                      <a:pt x="179988" y="328208"/>
                      <a:pt x="174287" y="317597"/>
                      <a:pt x="168342" y="316750"/>
                    </a:cubicBezTo>
                    <a:cubicBezTo>
                      <a:pt x="163596" y="316073"/>
                      <a:pt x="162786" y="314266"/>
                      <a:pt x="162786" y="304341"/>
                    </a:cubicBezTo>
                    <a:cubicBezTo>
                      <a:pt x="162786" y="295229"/>
                      <a:pt x="160883" y="290082"/>
                      <a:pt x="153959" y="280463"/>
                    </a:cubicBezTo>
                    <a:cubicBezTo>
                      <a:pt x="149104" y="273719"/>
                      <a:pt x="144276" y="268201"/>
                      <a:pt x="143231" y="268201"/>
                    </a:cubicBezTo>
                    <a:cubicBezTo>
                      <a:pt x="142186" y="268201"/>
                      <a:pt x="141225" y="258432"/>
                      <a:pt x="141096" y="246493"/>
                    </a:cubicBezTo>
                    <a:cubicBezTo>
                      <a:pt x="140831" y="221943"/>
                      <a:pt x="139743" y="217562"/>
                      <a:pt x="133510" y="215932"/>
                    </a:cubicBezTo>
                    <a:cubicBezTo>
                      <a:pt x="130755" y="215211"/>
                      <a:pt x="127873" y="209936"/>
                      <a:pt x="125786" y="201792"/>
                    </a:cubicBezTo>
                    <a:cubicBezTo>
                      <a:pt x="123955" y="194647"/>
                      <a:pt x="118462" y="182601"/>
                      <a:pt x="113580" y="175023"/>
                    </a:cubicBezTo>
                    <a:cubicBezTo>
                      <a:pt x="107284" y="165251"/>
                      <a:pt x="104703" y="158277"/>
                      <a:pt x="104703" y="151035"/>
                    </a:cubicBezTo>
                    <a:cubicBezTo>
                      <a:pt x="104703" y="144982"/>
                      <a:pt x="102887" y="138818"/>
                      <a:pt x="100240" y="135893"/>
                    </a:cubicBezTo>
                    <a:cubicBezTo>
                      <a:pt x="96009" y="131218"/>
                      <a:pt x="96009" y="130831"/>
                      <a:pt x="100240" y="128463"/>
                    </a:cubicBezTo>
                    <a:cubicBezTo>
                      <a:pt x="106103" y="125181"/>
                      <a:pt x="105871" y="122062"/>
                      <a:pt x="99247" y="115142"/>
                    </a:cubicBezTo>
                    <a:lnTo>
                      <a:pt x="93791" y="109442"/>
                    </a:lnTo>
                    <a:lnTo>
                      <a:pt x="95549" y="115250"/>
                    </a:lnTo>
                    <a:cubicBezTo>
                      <a:pt x="97517" y="121752"/>
                      <a:pt x="93229" y="123352"/>
                      <a:pt x="90800" y="117023"/>
                    </a:cubicBezTo>
                    <a:cubicBezTo>
                      <a:pt x="89948" y="114803"/>
                      <a:pt x="88316" y="113565"/>
                      <a:pt x="87172" y="114272"/>
                    </a:cubicBezTo>
                    <a:cubicBezTo>
                      <a:pt x="86029" y="114978"/>
                      <a:pt x="77018" y="113600"/>
                      <a:pt x="67148" y="111209"/>
                    </a:cubicBezTo>
                    <a:cubicBezTo>
                      <a:pt x="50330" y="107134"/>
                      <a:pt x="49251" y="106444"/>
                      <a:pt x="49971" y="100232"/>
                    </a:cubicBezTo>
                    <a:cubicBezTo>
                      <a:pt x="50552" y="95214"/>
                      <a:pt x="49124" y="92867"/>
                      <a:pt x="44090" y="90574"/>
                    </a:cubicBezTo>
                    <a:cubicBezTo>
                      <a:pt x="40433" y="88908"/>
                      <a:pt x="36731" y="85694"/>
                      <a:pt x="35863" y="83433"/>
                    </a:cubicBezTo>
                    <a:cubicBezTo>
                      <a:pt x="34873" y="80853"/>
                      <a:pt x="33654" y="80345"/>
                      <a:pt x="32588" y="82069"/>
                    </a:cubicBezTo>
                    <a:cubicBezTo>
                      <a:pt x="30403" y="85606"/>
                      <a:pt x="11771" y="73222"/>
                      <a:pt x="11771" y="68233"/>
                    </a:cubicBezTo>
                    <a:cubicBezTo>
                      <a:pt x="11771" y="66258"/>
                      <a:pt x="8881" y="62368"/>
                      <a:pt x="5348" y="59589"/>
                    </a:cubicBezTo>
                    <a:cubicBezTo>
                      <a:pt x="-304" y="55143"/>
                      <a:pt x="-756" y="53621"/>
                      <a:pt x="1583" y="46912"/>
                    </a:cubicBezTo>
                    <a:cubicBezTo>
                      <a:pt x="4225" y="39332"/>
                      <a:pt x="3631" y="25451"/>
                      <a:pt x="325" y="17525"/>
                    </a:cubicBezTo>
                    <a:cubicBezTo>
                      <a:pt x="-744" y="14961"/>
                      <a:pt x="864" y="10824"/>
                      <a:pt x="4538" y="6689"/>
                    </a:cubicBezTo>
                    <a:lnTo>
                      <a:pt x="10480" y="0"/>
                    </a:lnTo>
                    <a:lnTo>
                      <a:pt x="53074" y="22147"/>
                    </a:lnTo>
                    <a:cubicBezTo>
                      <a:pt x="76501" y="34328"/>
                      <a:pt x="112512" y="53290"/>
                      <a:pt x="133099" y="64285"/>
                    </a:cubicBezTo>
                    <a:cubicBezTo>
                      <a:pt x="293633" y="150024"/>
                      <a:pt x="290844" y="148660"/>
                      <a:pt x="308638" y="150152"/>
                    </a:cubicBezTo>
                    <a:cubicBezTo>
                      <a:pt x="379829" y="156121"/>
                      <a:pt x="453326" y="162765"/>
                      <a:pt x="460324" y="163865"/>
                    </a:cubicBezTo>
                    <a:cubicBezTo>
                      <a:pt x="467642" y="165014"/>
                      <a:pt x="468398" y="165824"/>
                      <a:pt x="466125" y="170071"/>
                    </a:cubicBezTo>
                    <a:cubicBezTo>
                      <a:pt x="464688" y="172758"/>
                      <a:pt x="464502" y="175568"/>
                      <a:pt x="465714" y="176317"/>
                    </a:cubicBezTo>
                    <a:cubicBezTo>
                      <a:pt x="466925" y="177066"/>
                      <a:pt x="469383" y="190205"/>
                      <a:pt x="471176" y="205515"/>
                    </a:cubicBezTo>
                    <a:cubicBezTo>
                      <a:pt x="472969" y="220825"/>
                      <a:pt x="476200" y="238579"/>
                      <a:pt x="478356" y="244968"/>
                    </a:cubicBezTo>
                    <a:cubicBezTo>
                      <a:pt x="481464" y="254178"/>
                      <a:pt x="481943" y="263804"/>
                      <a:pt x="480666" y="291434"/>
                    </a:cubicBezTo>
                    <a:cubicBezTo>
                      <a:pt x="478736" y="333232"/>
                      <a:pt x="477318" y="340812"/>
                      <a:pt x="471606" y="339879"/>
                    </a:cubicBezTo>
                    <a:cubicBezTo>
                      <a:pt x="468443" y="339362"/>
                      <a:pt x="467477" y="341115"/>
                      <a:pt x="467718" y="346935"/>
                    </a:cubicBezTo>
                    <a:cubicBezTo>
                      <a:pt x="467998" y="353675"/>
                      <a:pt x="468241" y="386395"/>
                      <a:pt x="468256" y="419216"/>
                    </a:cubicBezTo>
                    <a:cubicBezTo>
                      <a:pt x="468259" y="424895"/>
                      <a:pt x="468647" y="431865"/>
                      <a:pt x="469120" y="434705"/>
                    </a:cubicBezTo>
                    <a:cubicBezTo>
                      <a:pt x="469922" y="439526"/>
                      <a:pt x="468775" y="439811"/>
                      <a:pt x="451760" y="439004"/>
                    </a:cubicBezTo>
                    <a:cubicBezTo>
                      <a:pt x="428789" y="437915"/>
                      <a:pt x="426025" y="440351"/>
                      <a:pt x="430017" y="458164"/>
                    </a:cubicBezTo>
                    <a:cubicBezTo>
                      <a:pt x="431548" y="464996"/>
                      <a:pt x="436584" y="477034"/>
                      <a:pt x="441207" y="484914"/>
                    </a:cubicBezTo>
                    <a:cubicBezTo>
                      <a:pt x="456169" y="510414"/>
                      <a:pt x="459720" y="522439"/>
                      <a:pt x="455538" y="533438"/>
                    </a:cubicBezTo>
                    <a:cubicBezTo>
                      <a:pt x="452990" y="540141"/>
                      <a:pt x="458641" y="557324"/>
                      <a:pt x="463393" y="557324"/>
                    </a:cubicBezTo>
                    <a:cubicBezTo>
                      <a:pt x="464886" y="557324"/>
                      <a:pt x="466107" y="560645"/>
                      <a:pt x="466107" y="564704"/>
                    </a:cubicBezTo>
                    <a:cubicBezTo>
                      <a:pt x="466107" y="574709"/>
                      <a:pt x="449340" y="593376"/>
                      <a:pt x="427332" y="607875"/>
                    </a:cubicBezTo>
                    <a:cubicBezTo>
                      <a:pt x="417812" y="614147"/>
                      <a:pt x="409283" y="619278"/>
                      <a:pt x="408378" y="619278"/>
                    </a:cubicBezTo>
                    <a:cubicBezTo>
                      <a:pt x="407473" y="619278"/>
                      <a:pt x="406733" y="616277"/>
                      <a:pt x="406733" y="612610"/>
                    </a:cubicBezTo>
                    <a:cubicBezTo>
                      <a:pt x="406733" y="604379"/>
                      <a:pt x="401025" y="605489"/>
                      <a:pt x="398989" y="614115"/>
                    </a:cubicBezTo>
                    <a:cubicBezTo>
                      <a:pt x="398201" y="617454"/>
                      <a:pt x="396080" y="620678"/>
                      <a:pt x="394277" y="621279"/>
                    </a:cubicBezTo>
                    <a:cubicBezTo>
                      <a:pt x="391773" y="622114"/>
                      <a:pt x="391403" y="619327"/>
                      <a:pt x="392709" y="609477"/>
                    </a:cubicBezTo>
                    <a:close/>
                  </a:path>
                </a:pathLst>
              </a:custGeom>
              <a:solidFill>
                <a:srgbClr val="B9B9B9"/>
              </a:solidFill>
              <a:ln w="5163" cap="flat">
                <a:noFill/>
                <a:prstDash val="solid"/>
                <a:miter/>
              </a:ln>
            </p:spPr>
            <p:txBody>
              <a:bodyPr/>
              <a:lstStyle/>
              <a:p>
                <a:endParaRPr lang="es-419" noProof="0" dirty="0"/>
              </a:p>
            </p:txBody>
          </p:sp>
          <p:sp>
            <p:nvSpPr>
              <p:cNvPr id="117" name="Forma libre: forma 116">
                <a:extLst>
                  <a:ext uri="{FF2B5EF4-FFF2-40B4-BE49-F238E27FC236}">
                    <a16:creationId xmlns:a16="http://schemas.microsoft.com/office/drawing/2014/main" id="{644DF21C-9D4A-944C-3FCD-EC77FE5646E5}"/>
                  </a:ext>
                </a:extLst>
              </p:cNvPr>
              <p:cNvSpPr/>
              <p:nvPr/>
            </p:nvSpPr>
            <p:spPr>
              <a:xfrm>
                <a:off x="356836" y="1137381"/>
                <a:ext cx="20516" cy="20135"/>
              </a:xfrm>
              <a:custGeom>
                <a:avLst/>
                <a:gdLst>
                  <a:gd name="csX0" fmla="*/ 3031 w 20516"/>
                  <a:gd name="csY0" fmla="*/ 13790 h 20135"/>
                  <a:gd name="csX1" fmla="*/ 11787 w 20516"/>
                  <a:gd name="csY1" fmla="*/ 6812 h 20135"/>
                  <a:gd name="csX2" fmla="*/ 16388 w 20516"/>
                  <a:gd name="csY2" fmla="*/ 8970 h 20135"/>
                  <a:gd name="csX3" fmla="*/ 17667 w 20516"/>
                  <a:gd name="csY3" fmla="*/ 5896 h 20135"/>
                  <a:gd name="csX4" fmla="*/ 16630 w 20516"/>
                  <a:gd name="csY4" fmla="*/ 16309 h 20135"/>
                  <a:gd name="csX5" fmla="*/ 3031 w 20516"/>
                  <a:gd name="csY5" fmla="*/ 13790 h 20135"/>
                </a:gdLst>
                <a:ahLst/>
                <a:cxnLst>
                  <a:cxn ang="0">
                    <a:pos x="csX0" y="csY0"/>
                  </a:cxn>
                  <a:cxn ang="0">
                    <a:pos x="csX1" y="csY1"/>
                  </a:cxn>
                  <a:cxn ang="0">
                    <a:pos x="csX2" y="csY2"/>
                  </a:cxn>
                  <a:cxn ang="0">
                    <a:pos x="csX3" y="csY3"/>
                  </a:cxn>
                  <a:cxn ang="0">
                    <a:pos x="csX4" y="csY4"/>
                  </a:cxn>
                  <a:cxn ang="0">
                    <a:pos x="csX5" y="csY5"/>
                  </a:cxn>
                </a:cxnLst>
                <a:rect l="l" t="t" r="r" b="b"/>
                <a:pathLst>
                  <a:path w="20516" h="20135">
                    <a:moveTo>
                      <a:pt x="3031" y="13790"/>
                    </a:moveTo>
                    <a:cubicBezTo>
                      <a:pt x="-3651" y="-875"/>
                      <a:pt x="1356" y="-4865"/>
                      <a:pt x="11787" y="6812"/>
                    </a:cubicBezTo>
                    <a:cubicBezTo>
                      <a:pt x="16355" y="11926"/>
                      <a:pt x="17642" y="12530"/>
                      <a:pt x="16388" y="8970"/>
                    </a:cubicBezTo>
                    <a:cubicBezTo>
                      <a:pt x="15184" y="5554"/>
                      <a:pt x="15578" y="4605"/>
                      <a:pt x="17667" y="5896"/>
                    </a:cubicBezTo>
                    <a:cubicBezTo>
                      <a:pt x="21766" y="8429"/>
                      <a:pt x="21462" y="11477"/>
                      <a:pt x="16630" y="16309"/>
                    </a:cubicBezTo>
                    <a:cubicBezTo>
                      <a:pt x="10809" y="22130"/>
                      <a:pt x="6464" y="21325"/>
                      <a:pt x="3031" y="13790"/>
                    </a:cubicBezTo>
                    <a:close/>
                  </a:path>
                </a:pathLst>
              </a:custGeom>
              <a:solidFill>
                <a:srgbClr val="B9B9B9"/>
              </a:solidFill>
              <a:ln w="5163" cap="flat">
                <a:noFill/>
                <a:prstDash val="solid"/>
                <a:miter/>
              </a:ln>
            </p:spPr>
            <p:txBody>
              <a:bodyPr/>
              <a:lstStyle/>
              <a:p>
                <a:endParaRPr lang="es-419" noProof="0" dirty="0"/>
              </a:p>
            </p:txBody>
          </p:sp>
        </p:grpSp>
      </p:grpSp>
      <p:grpSp>
        <p:nvGrpSpPr>
          <p:cNvPr id="36" name="Group 45">
            <a:extLst>
              <a:ext uri="{FF2B5EF4-FFF2-40B4-BE49-F238E27FC236}">
                <a16:creationId xmlns:a16="http://schemas.microsoft.com/office/drawing/2014/main" id="{49AF671B-1A3C-EB26-D939-6DD79E611E69}"/>
              </a:ext>
            </a:extLst>
          </p:cNvPr>
          <p:cNvGrpSpPr>
            <a:grpSpLocks noChangeAspect="1"/>
          </p:cNvGrpSpPr>
          <p:nvPr/>
        </p:nvGrpSpPr>
        <p:grpSpPr>
          <a:xfrm>
            <a:off x="1403122" y="2186124"/>
            <a:ext cx="213038" cy="337620"/>
            <a:chOff x="0" y="26670"/>
            <a:chExt cx="3924300" cy="6219190"/>
          </a:xfrm>
        </p:grpSpPr>
        <p:sp>
          <p:nvSpPr>
            <p:cNvPr id="37" name="Freeform 46">
              <a:extLst>
                <a:ext uri="{FF2B5EF4-FFF2-40B4-BE49-F238E27FC236}">
                  <a16:creationId xmlns:a16="http://schemas.microsoft.com/office/drawing/2014/main" id="{9484BC7D-3203-BAA9-291E-62A118CB14C7}"/>
                </a:ext>
              </a:extLst>
            </p:cNvPr>
            <p:cNvSpPr/>
            <p:nvPr/>
          </p:nvSpPr>
          <p:spPr>
            <a:xfrm>
              <a:off x="0" y="26670"/>
              <a:ext cx="3924300" cy="6219190"/>
            </a:xfrm>
            <a:custGeom>
              <a:avLst/>
              <a:gdLst/>
              <a:ahLst/>
              <a:cxnLst/>
              <a:rect l="l" t="t" r="r" b="b"/>
              <a:pathLst>
                <a:path w="3924300" h="6219190">
                  <a:moveTo>
                    <a:pt x="3924300" y="1962150"/>
                  </a:moveTo>
                  <a:cubicBezTo>
                    <a:pt x="3924300" y="878840"/>
                    <a:pt x="3045460" y="0"/>
                    <a:pt x="1962150" y="0"/>
                  </a:cubicBezTo>
                  <a:cubicBezTo>
                    <a:pt x="878840" y="0"/>
                    <a:pt x="0" y="878840"/>
                    <a:pt x="0" y="1962150"/>
                  </a:cubicBezTo>
                  <a:cubicBezTo>
                    <a:pt x="0" y="2974340"/>
                    <a:pt x="765810" y="3807460"/>
                    <a:pt x="1750060" y="3912870"/>
                  </a:cubicBezTo>
                  <a:lnTo>
                    <a:pt x="1962150" y="6219190"/>
                  </a:lnTo>
                  <a:lnTo>
                    <a:pt x="2174240" y="3912870"/>
                  </a:lnTo>
                  <a:cubicBezTo>
                    <a:pt x="3158490" y="3807460"/>
                    <a:pt x="3924300" y="2974340"/>
                    <a:pt x="3924300" y="1962150"/>
                  </a:cubicBezTo>
                  <a:close/>
                </a:path>
              </a:pathLst>
            </a:custGeom>
            <a:solidFill>
              <a:srgbClr val="EB6C01"/>
            </a:solidFill>
          </p:spPr>
          <p:txBody>
            <a:bodyPr/>
            <a:lstStyle/>
            <a:p>
              <a:endParaRPr lang="es-419" noProof="0" dirty="0"/>
            </a:p>
          </p:txBody>
        </p:sp>
        <p:sp>
          <p:nvSpPr>
            <p:cNvPr id="38" name="Freeform 47">
              <a:extLst>
                <a:ext uri="{FF2B5EF4-FFF2-40B4-BE49-F238E27FC236}">
                  <a16:creationId xmlns:a16="http://schemas.microsoft.com/office/drawing/2014/main" id="{A2320E35-68E6-3B6B-7B2A-506571B6BD85}"/>
                </a:ext>
              </a:extLst>
            </p:cNvPr>
            <p:cNvSpPr/>
            <p:nvPr/>
          </p:nvSpPr>
          <p:spPr>
            <a:xfrm>
              <a:off x="340744" y="374636"/>
              <a:ext cx="3242813" cy="3228370"/>
            </a:xfrm>
            <a:custGeom>
              <a:avLst/>
              <a:gdLst/>
              <a:ahLst/>
              <a:cxnLst/>
              <a:rect l="l" t="t" r="r" b="b"/>
              <a:pathLst>
                <a:path w="3242810" h="3228373">
                  <a:moveTo>
                    <a:pt x="1621405" y="16"/>
                  </a:moveTo>
                  <a:cubicBezTo>
                    <a:pt x="1042998" y="-2571"/>
                    <a:pt x="507417" y="304521"/>
                    <a:pt x="217465" y="805010"/>
                  </a:cubicBezTo>
                  <a:cubicBezTo>
                    <a:pt x="-72488" y="1305499"/>
                    <a:pt x="-72488" y="1922874"/>
                    <a:pt x="217465" y="2423362"/>
                  </a:cubicBezTo>
                  <a:cubicBezTo>
                    <a:pt x="507417" y="2923851"/>
                    <a:pt x="1042998" y="3230943"/>
                    <a:pt x="1621405" y="3228356"/>
                  </a:cubicBezTo>
                  <a:cubicBezTo>
                    <a:pt x="2199812" y="3230943"/>
                    <a:pt x="2735392" y="2923851"/>
                    <a:pt x="3025345" y="2423362"/>
                  </a:cubicBezTo>
                  <a:cubicBezTo>
                    <a:pt x="3315298" y="1922874"/>
                    <a:pt x="3315298" y="1305499"/>
                    <a:pt x="3025345" y="805010"/>
                  </a:cubicBezTo>
                  <a:cubicBezTo>
                    <a:pt x="2735392" y="304522"/>
                    <a:pt x="2199812" y="-2571"/>
                    <a:pt x="1621405" y="16"/>
                  </a:cubicBezTo>
                  <a:close/>
                </a:path>
              </a:pathLst>
            </a:custGeom>
            <a:blipFill>
              <a:blip r:embed="rId5"/>
              <a:stretch>
                <a:fillRect l="-28801" r="-28801" b="-58308"/>
              </a:stretch>
            </a:blipFill>
          </p:spPr>
          <p:txBody>
            <a:bodyPr/>
            <a:lstStyle/>
            <a:p>
              <a:endParaRPr lang="es-419" noProof="0" dirty="0"/>
            </a:p>
          </p:txBody>
        </p:sp>
      </p:grpSp>
    </p:spTree>
    <p:extLst>
      <p:ext uri="{BB962C8B-B14F-4D97-AF65-F5344CB8AC3E}">
        <p14:creationId xmlns:p14="http://schemas.microsoft.com/office/powerpoint/2010/main" val="30602843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nodeType="with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wipe(down)">
                                      <p:cBhvr>
                                        <p:cTn id="7" dur="580">
                                          <p:stCondLst>
                                            <p:cond delay="0"/>
                                          </p:stCondLst>
                                        </p:cTn>
                                        <p:tgtEl>
                                          <p:spTgt spid="36"/>
                                        </p:tgtEl>
                                      </p:cBhvr>
                                    </p:animEffect>
                                    <p:anim calcmode="lin" valueType="num">
                                      <p:cBhvr>
                                        <p:cTn id="8" dur="1822" tmFilter="0,0; 0.14,0.36; 0.43,0.73; 0.71,0.91; 1.0,1.0">
                                          <p:stCondLst>
                                            <p:cond delay="0"/>
                                          </p:stCondLst>
                                        </p:cTn>
                                        <p:tgtEl>
                                          <p:spTgt spid="36"/>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36"/>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36"/>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36"/>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36"/>
                                        </p:tgtEl>
                                        <p:attrNameLst>
                                          <p:attrName>ppt_y</p:attrName>
                                        </p:attrNameLst>
                                      </p:cBhvr>
                                      <p:tavLst>
                                        <p:tav tm="0" fmla="#ppt_y-sin(pi*$)/81">
                                          <p:val>
                                            <p:fltVal val="0"/>
                                          </p:val>
                                        </p:tav>
                                        <p:tav tm="100000">
                                          <p:val>
                                            <p:fltVal val="1"/>
                                          </p:val>
                                        </p:tav>
                                      </p:tavLst>
                                    </p:anim>
                                    <p:animScale>
                                      <p:cBhvr>
                                        <p:cTn id="13" dur="26">
                                          <p:stCondLst>
                                            <p:cond delay="650"/>
                                          </p:stCondLst>
                                        </p:cTn>
                                        <p:tgtEl>
                                          <p:spTgt spid="36"/>
                                        </p:tgtEl>
                                      </p:cBhvr>
                                      <p:to x="100000" y="60000"/>
                                    </p:animScale>
                                    <p:animScale>
                                      <p:cBhvr>
                                        <p:cTn id="14" dur="166" decel="50000">
                                          <p:stCondLst>
                                            <p:cond delay="676"/>
                                          </p:stCondLst>
                                        </p:cTn>
                                        <p:tgtEl>
                                          <p:spTgt spid="36"/>
                                        </p:tgtEl>
                                      </p:cBhvr>
                                      <p:to x="100000" y="100000"/>
                                    </p:animScale>
                                    <p:animScale>
                                      <p:cBhvr>
                                        <p:cTn id="15" dur="26">
                                          <p:stCondLst>
                                            <p:cond delay="1312"/>
                                          </p:stCondLst>
                                        </p:cTn>
                                        <p:tgtEl>
                                          <p:spTgt spid="36"/>
                                        </p:tgtEl>
                                      </p:cBhvr>
                                      <p:to x="100000" y="80000"/>
                                    </p:animScale>
                                    <p:animScale>
                                      <p:cBhvr>
                                        <p:cTn id="16" dur="166" decel="50000">
                                          <p:stCondLst>
                                            <p:cond delay="1338"/>
                                          </p:stCondLst>
                                        </p:cTn>
                                        <p:tgtEl>
                                          <p:spTgt spid="36"/>
                                        </p:tgtEl>
                                      </p:cBhvr>
                                      <p:to x="100000" y="100000"/>
                                    </p:animScale>
                                    <p:animScale>
                                      <p:cBhvr>
                                        <p:cTn id="17" dur="26">
                                          <p:stCondLst>
                                            <p:cond delay="1642"/>
                                          </p:stCondLst>
                                        </p:cTn>
                                        <p:tgtEl>
                                          <p:spTgt spid="36"/>
                                        </p:tgtEl>
                                      </p:cBhvr>
                                      <p:to x="100000" y="90000"/>
                                    </p:animScale>
                                    <p:animScale>
                                      <p:cBhvr>
                                        <p:cTn id="18" dur="166" decel="50000">
                                          <p:stCondLst>
                                            <p:cond delay="1668"/>
                                          </p:stCondLst>
                                        </p:cTn>
                                        <p:tgtEl>
                                          <p:spTgt spid="36"/>
                                        </p:tgtEl>
                                      </p:cBhvr>
                                      <p:to x="100000" y="100000"/>
                                    </p:animScale>
                                    <p:animScale>
                                      <p:cBhvr>
                                        <p:cTn id="19" dur="26">
                                          <p:stCondLst>
                                            <p:cond delay="1808"/>
                                          </p:stCondLst>
                                        </p:cTn>
                                        <p:tgtEl>
                                          <p:spTgt spid="36"/>
                                        </p:tgtEl>
                                      </p:cBhvr>
                                      <p:to x="100000" y="95000"/>
                                    </p:animScale>
                                    <p:animScale>
                                      <p:cBhvr>
                                        <p:cTn id="20" dur="166" decel="50000">
                                          <p:stCondLst>
                                            <p:cond delay="1834"/>
                                          </p:stCondLst>
                                        </p:cTn>
                                        <p:tgtEl>
                                          <p:spTgt spid="36"/>
                                        </p:tgtEl>
                                      </p:cBhvr>
                                      <p:to x="100000" y="100000"/>
                                    </p:animScale>
                                  </p:childTnLst>
                                </p:cTn>
                              </p:par>
                            </p:childTnLst>
                          </p:cTn>
                        </p:par>
                        <p:par>
                          <p:cTn id="21" fill="hold">
                            <p:stCondLst>
                              <p:cond delay="2000"/>
                            </p:stCondLst>
                            <p:childTnLst>
                              <p:par>
                                <p:cTn id="22" presetID="35" presetClass="emph" presetSubtype="0" repeatCount="indefinite" fill="hold" grpId="0" nodeType="afterEffect">
                                  <p:stCondLst>
                                    <p:cond delay="0"/>
                                  </p:stCondLst>
                                  <p:childTnLst>
                                    <p:anim calcmode="discrete" valueType="str">
                                      <p:cBhvr>
                                        <p:cTn id="23" dur="1000" fill="hold"/>
                                        <p:tgtEl>
                                          <p:spTgt spid="6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bg>
      <p:bgPr>
        <a:solidFill>
          <a:srgbClr val="F0F6FC"/>
        </a:solidFill>
        <a:effectLst/>
      </p:bgPr>
    </p:bg>
    <p:spTree>
      <p:nvGrpSpPr>
        <p:cNvPr id="1" name="">
          <a:extLst>
            <a:ext uri="{FF2B5EF4-FFF2-40B4-BE49-F238E27FC236}">
              <a16:creationId xmlns:a16="http://schemas.microsoft.com/office/drawing/2014/main" id="{9221E51B-3D56-0612-1A7D-A89832C568E9}"/>
            </a:ext>
          </a:extLst>
        </p:cNvPr>
        <p:cNvGrpSpPr/>
        <p:nvPr/>
      </p:nvGrpSpPr>
      <p:grpSpPr>
        <a:xfrm>
          <a:off x="0" y="0"/>
          <a:ext cx="0" cy="0"/>
          <a:chOff x="0" y="0"/>
          <a:chExt cx="0" cy="0"/>
        </a:xfrm>
      </p:grpSpPr>
      <p:sp>
        <p:nvSpPr>
          <p:cNvPr id="2" name="Shape 0">
            <a:extLst>
              <a:ext uri="{FF2B5EF4-FFF2-40B4-BE49-F238E27FC236}">
                <a16:creationId xmlns:a16="http://schemas.microsoft.com/office/drawing/2014/main" id="{5135BC6C-66F4-9F65-CDA4-23598A0A65D3}"/>
              </a:ext>
            </a:extLst>
          </p:cNvPr>
          <p:cNvSpPr/>
          <p:nvPr/>
        </p:nvSpPr>
        <p:spPr>
          <a:xfrm>
            <a:off x="0" y="0"/>
            <a:ext cx="9144000" cy="38405"/>
          </a:xfrm>
          <a:prstGeom prst="rect">
            <a:avLst/>
          </a:prstGeom>
          <a:solidFill>
            <a:srgbClr val="EB6C01"/>
          </a:solidFill>
          <a:ln w="12700">
            <a:solidFill>
              <a:srgbClr val="EB6C01"/>
            </a:solidFill>
            <a:prstDash val="solid"/>
          </a:ln>
        </p:spPr>
        <p:txBody>
          <a:bodyPr/>
          <a:lstStyle/>
          <a:p>
            <a:endParaRPr lang="es-419" noProof="0" dirty="0"/>
          </a:p>
        </p:txBody>
      </p:sp>
      <p:sp>
        <p:nvSpPr>
          <p:cNvPr id="3" name="Shape 1">
            <a:extLst>
              <a:ext uri="{FF2B5EF4-FFF2-40B4-BE49-F238E27FC236}">
                <a16:creationId xmlns:a16="http://schemas.microsoft.com/office/drawing/2014/main" id="{8CA69A3D-28FB-9D3D-99B9-31BBECA15AB0}"/>
              </a:ext>
            </a:extLst>
          </p:cNvPr>
          <p:cNvSpPr/>
          <p:nvPr/>
        </p:nvSpPr>
        <p:spPr>
          <a:xfrm>
            <a:off x="0" y="38405"/>
            <a:ext cx="9144000" cy="667512"/>
          </a:xfrm>
          <a:prstGeom prst="rect">
            <a:avLst/>
          </a:prstGeom>
          <a:solidFill>
            <a:srgbClr val="1A3464"/>
          </a:solidFill>
          <a:ln w="12700">
            <a:solidFill>
              <a:srgbClr val="1A3464"/>
            </a:solidFill>
            <a:prstDash val="solid"/>
          </a:ln>
        </p:spPr>
        <p:txBody>
          <a:bodyPr/>
          <a:lstStyle/>
          <a:p>
            <a:endParaRPr lang="es-419" noProof="0" dirty="0"/>
          </a:p>
        </p:txBody>
      </p:sp>
      <p:sp>
        <p:nvSpPr>
          <p:cNvPr id="4" name="Shape 2">
            <a:extLst>
              <a:ext uri="{FF2B5EF4-FFF2-40B4-BE49-F238E27FC236}">
                <a16:creationId xmlns:a16="http://schemas.microsoft.com/office/drawing/2014/main" id="{0C182C43-E867-7219-EFDB-B8E5CED887C9}"/>
              </a:ext>
            </a:extLst>
          </p:cNvPr>
          <p:cNvSpPr/>
          <p:nvPr/>
        </p:nvSpPr>
        <p:spPr>
          <a:xfrm>
            <a:off x="384048" y="117043"/>
            <a:ext cx="685800" cy="237744"/>
          </a:xfrm>
          <a:prstGeom prst="rect">
            <a:avLst/>
          </a:prstGeom>
          <a:solidFill>
            <a:srgbClr val="EB6C01"/>
          </a:solidFill>
          <a:ln w="12700">
            <a:solidFill>
              <a:srgbClr val="EB6C01"/>
            </a:solidFill>
            <a:prstDash val="solid"/>
          </a:ln>
        </p:spPr>
        <p:txBody>
          <a:bodyPr/>
          <a:lstStyle/>
          <a:p>
            <a:endParaRPr lang="es-419" noProof="0" dirty="0"/>
          </a:p>
        </p:txBody>
      </p:sp>
      <p:sp>
        <p:nvSpPr>
          <p:cNvPr id="5" name="Text 3">
            <a:extLst>
              <a:ext uri="{FF2B5EF4-FFF2-40B4-BE49-F238E27FC236}">
                <a16:creationId xmlns:a16="http://schemas.microsoft.com/office/drawing/2014/main" id="{EFFE14F0-FBCC-EDA9-976C-4654E9FDF819}"/>
              </a:ext>
            </a:extLst>
          </p:cNvPr>
          <p:cNvSpPr/>
          <p:nvPr/>
        </p:nvSpPr>
        <p:spPr>
          <a:xfrm>
            <a:off x="384048" y="117043"/>
            <a:ext cx="685800" cy="237744"/>
          </a:xfrm>
          <a:prstGeom prst="rect">
            <a:avLst/>
          </a:prstGeom>
          <a:noFill/>
          <a:ln/>
        </p:spPr>
        <p:txBody>
          <a:bodyPr wrap="square" lIns="0" tIns="0" rIns="0" bIns="0" rtlCol="0" anchor="ctr"/>
          <a:lstStyle/>
          <a:p>
            <a:pPr marL="0" indent="0" algn="ctr">
              <a:buNone/>
            </a:pPr>
            <a:r>
              <a:rPr lang="es-419" sz="650" b="1" kern="0" spc="150" noProof="0" dirty="0">
                <a:solidFill>
                  <a:srgbClr val="FFFFFF"/>
                </a:solidFill>
                <a:latin typeface="Montserrat" pitchFamily="34" charset="0"/>
                <a:ea typeface="Montserrat" pitchFamily="34" charset="-122"/>
                <a:cs typeface="Montserrat" pitchFamily="34" charset="-120"/>
              </a:rPr>
              <a:t>T. MÉXICO</a:t>
            </a:r>
            <a:endParaRPr lang="es-419" sz="650" noProof="0" dirty="0"/>
          </a:p>
        </p:txBody>
      </p:sp>
      <p:sp>
        <p:nvSpPr>
          <p:cNvPr id="6" name="Text 4">
            <a:extLst>
              <a:ext uri="{FF2B5EF4-FFF2-40B4-BE49-F238E27FC236}">
                <a16:creationId xmlns:a16="http://schemas.microsoft.com/office/drawing/2014/main" id="{C8BC57DA-F842-7DCD-2CB1-FF7617169230}"/>
              </a:ext>
            </a:extLst>
          </p:cNvPr>
          <p:cNvSpPr/>
          <p:nvPr/>
        </p:nvSpPr>
        <p:spPr>
          <a:xfrm>
            <a:off x="1170432" y="91440"/>
            <a:ext cx="5029200" cy="402336"/>
          </a:xfrm>
          <a:prstGeom prst="rect">
            <a:avLst/>
          </a:prstGeom>
          <a:noFill/>
          <a:ln/>
        </p:spPr>
        <p:txBody>
          <a:bodyPr wrap="square" lIns="0" tIns="0" rIns="0" bIns="0" rtlCol="0" anchor="ctr"/>
          <a:lstStyle/>
          <a:p>
            <a:pPr marL="0" indent="0">
              <a:buNone/>
            </a:pPr>
            <a:r>
              <a:rPr lang="es-419" sz="2000" b="1" noProof="0" dirty="0">
                <a:solidFill>
                  <a:srgbClr val="FFFFFF"/>
                </a:solidFill>
                <a:latin typeface="Montserrat" pitchFamily="34" charset="0"/>
                <a:ea typeface="Montserrat" pitchFamily="34" charset="-122"/>
                <a:cs typeface="Montserrat" pitchFamily="34" charset="-120"/>
              </a:rPr>
              <a:t>MA CONKAL </a:t>
            </a:r>
            <a:endParaRPr lang="es-419" sz="2000" noProof="0" dirty="0"/>
          </a:p>
        </p:txBody>
      </p:sp>
      <p:sp>
        <p:nvSpPr>
          <p:cNvPr id="7" name="Text 5">
            <a:extLst>
              <a:ext uri="{FF2B5EF4-FFF2-40B4-BE49-F238E27FC236}">
                <a16:creationId xmlns:a16="http://schemas.microsoft.com/office/drawing/2014/main" id="{D0D15E14-EE19-5D29-872E-7AAF66E77B1C}"/>
              </a:ext>
            </a:extLst>
          </p:cNvPr>
          <p:cNvSpPr/>
          <p:nvPr/>
        </p:nvSpPr>
        <p:spPr>
          <a:xfrm>
            <a:off x="1170432" y="475488"/>
            <a:ext cx="3200400" cy="182880"/>
          </a:xfrm>
          <a:prstGeom prst="rect">
            <a:avLst/>
          </a:prstGeom>
          <a:noFill/>
          <a:ln/>
        </p:spPr>
        <p:txBody>
          <a:bodyPr wrap="square" lIns="0" tIns="0" rIns="0" bIns="0" rtlCol="0" anchor="ctr"/>
          <a:lstStyle/>
          <a:p>
            <a:pPr marL="0" indent="0">
              <a:buNone/>
            </a:pPr>
            <a:r>
              <a:rPr lang="es-419" sz="950" noProof="0" dirty="0">
                <a:solidFill>
                  <a:srgbClr val="8FAECB"/>
                </a:solidFill>
                <a:latin typeface="Montserrat" pitchFamily="34" charset="0"/>
              </a:rPr>
              <a:t>Yucatán </a:t>
            </a:r>
            <a:endParaRPr lang="es-419" sz="950" noProof="0" dirty="0"/>
          </a:p>
        </p:txBody>
      </p:sp>
      <p:sp>
        <p:nvSpPr>
          <p:cNvPr id="8" name="Text 6">
            <a:extLst>
              <a:ext uri="{FF2B5EF4-FFF2-40B4-BE49-F238E27FC236}">
                <a16:creationId xmlns:a16="http://schemas.microsoft.com/office/drawing/2014/main" id="{4BA235E5-2780-80D8-3228-716EDA687C84}"/>
              </a:ext>
            </a:extLst>
          </p:cNvPr>
          <p:cNvSpPr/>
          <p:nvPr/>
        </p:nvSpPr>
        <p:spPr>
          <a:xfrm>
            <a:off x="7132320" y="246888"/>
            <a:ext cx="1828800" cy="182880"/>
          </a:xfrm>
          <a:prstGeom prst="rect">
            <a:avLst/>
          </a:prstGeom>
          <a:noFill/>
          <a:ln/>
        </p:spPr>
        <p:txBody>
          <a:bodyPr wrap="square" lIns="0" tIns="0" rIns="0" bIns="0" rtlCol="0" anchor="ctr"/>
          <a:lstStyle/>
          <a:p>
            <a:pPr marL="0" indent="0" algn="r">
              <a:buNone/>
            </a:pPr>
            <a:r>
              <a:rPr lang="es-419" sz="700" b="1" kern="0" spc="150" noProof="0" dirty="0">
                <a:solidFill>
                  <a:srgbClr val="EB6C01"/>
                </a:solidFill>
                <a:latin typeface="Montserrat" pitchFamily="34" charset="0"/>
                <a:ea typeface="Montserrat" pitchFamily="34" charset="-122"/>
                <a:cs typeface="Montserrat" pitchFamily="34" charset="-120"/>
              </a:rPr>
              <a:t>SEMANA 18  ·  2025</a:t>
            </a:r>
            <a:endParaRPr lang="es-419" sz="700" noProof="0" dirty="0"/>
          </a:p>
        </p:txBody>
      </p:sp>
      <p:sp>
        <p:nvSpPr>
          <p:cNvPr id="9" name="Shape 7">
            <a:extLst>
              <a:ext uri="{FF2B5EF4-FFF2-40B4-BE49-F238E27FC236}">
                <a16:creationId xmlns:a16="http://schemas.microsoft.com/office/drawing/2014/main" id="{CEEBAA8F-48DB-9B39-08A6-961643118153}"/>
              </a:ext>
            </a:extLst>
          </p:cNvPr>
          <p:cNvSpPr/>
          <p:nvPr/>
        </p:nvSpPr>
        <p:spPr>
          <a:xfrm>
            <a:off x="0" y="705917"/>
            <a:ext cx="2779776" cy="4163263"/>
          </a:xfrm>
          <a:prstGeom prst="rect">
            <a:avLst/>
          </a:prstGeom>
          <a:solidFill>
            <a:srgbClr val="FFFFFF"/>
          </a:solidFill>
          <a:ln w="12700">
            <a:solidFill>
              <a:srgbClr val="D4E4F2"/>
            </a:solidFill>
            <a:prstDash val="solid"/>
          </a:ln>
        </p:spPr>
        <p:txBody>
          <a:bodyPr/>
          <a:lstStyle/>
          <a:p>
            <a:endParaRPr lang="es-419" noProof="0" dirty="0"/>
          </a:p>
        </p:txBody>
      </p:sp>
      <p:sp>
        <p:nvSpPr>
          <p:cNvPr id="10" name="Text 8">
            <a:extLst>
              <a:ext uri="{FF2B5EF4-FFF2-40B4-BE49-F238E27FC236}">
                <a16:creationId xmlns:a16="http://schemas.microsoft.com/office/drawing/2014/main" id="{4556DE83-8C9E-8432-CBC1-654B000A74C9}"/>
              </a:ext>
            </a:extLst>
          </p:cNvPr>
          <p:cNvSpPr/>
          <p:nvPr/>
        </p:nvSpPr>
        <p:spPr>
          <a:xfrm>
            <a:off x="118872" y="768096"/>
            <a:ext cx="2468880" cy="146304"/>
          </a:xfrm>
          <a:prstGeom prst="rect">
            <a:avLst/>
          </a:prstGeom>
          <a:noFill/>
          <a:ln/>
        </p:spPr>
        <p:txBody>
          <a:bodyPr wrap="square" lIns="0" tIns="0" rIns="0" bIns="0" rtlCol="0" anchor="ctr"/>
          <a:lstStyle/>
          <a:p>
            <a:pPr marL="0" indent="0">
              <a:buNone/>
            </a:pPr>
            <a:r>
              <a:rPr lang="es-419" sz="650" b="1" kern="0" spc="250" noProof="0" dirty="0">
                <a:solidFill>
                  <a:srgbClr val="8FAECB"/>
                </a:solidFill>
                <a:latin typeface="Montserrat" pitchFamily="34" charset="0"/>
                <a:ea typeface="Montserrat" pitchFamily="34" charset="-122"/>
                <a:cs typeface="Montserrat" pitchFamily="34" charset="-120"/>
              </a:rPr>
              <a:t>UBICACIÓN EN MÉXICO</a:t>
            </a:r>
            <a:endParaRPr lang="es-419" sz="650" noProof="0" dirty="0"/>
          </a:p>
        </p:txBody>
      </p:sp>
      <p:sp>
        <p:nvSpPr>
          <p:cNvPr id="12" name="Text 9">
            <a:extLst>
              <a:ext uri="{FF2B5EF4-FFF2-40B4-BE49-F238E27FC236}">
                <a16:creationId xmlns:a16="http://schemas.microsoft.com/office/drawing/2014/main" id="{7C5B060C-AA23-A435-6420-B2E01E61521A}"/>
              </a:ext>
            </a:extLst>
          </p:cNvPr>
          <p:cNvSpPr/>
          <p:nvPr/>
        </p:nvSpPr>
        <p:spPr>
          <a:xfrm>
            <a:off x="73152" y="2944368"/>
            <a:ext cx="2633472" cy="182880"/>
          </a:xfrm>
          <a:prstGeom prst="rect">
            <a:avLst/>
          </a:prstGeom>
          <a:noFill/>
          <a:ln/>
        </p:spPr>
        <p:txBody>
          <a:bodyPr wrap="square" lIns="0" tIns="0" rIns="0" bIns="0" rtlCol="0" anchor="ctr"/>
          <a:lstStyle/>
          <a:p>
            <a:pPr marL="0" indent="0" algn="ctr">
              <a:buNone/>
            </a:pPr>
            <a:r>
              <a:rPr lang="es-419" sz="750" b="1" kern="0" spc="200" noProof="0" dirty="0">
                <a:solidFill>
                  <a:srgbClr val="EB6C01"/>
                </a:solidFill>
                <a:latin typeface="Montserrat" pitchFamily="34" charset="0"/>
              </a:rPr>
              <a:t>CONKAL </a:t>
            </a:r>
            <a:endParaRPr lang="es-419" sz="750" noProof="0" dirty="0"/>
          </a:p>
        </p:txBody>
      </p:sp>
      <p:sp>
        <p:nvSpPr>
          <p:cNvPr id="13" name="Text 10">
            <a:extLst>
              <a:ext uri="{FF2B5EF4-FFF2-40B4-BE49-F238E27FC236}">
                <a16:creationId xmlns:a16="http://schemas.microsoft.com/office/drawing/2014/main" id="{718FBAE0-90DA-F078-3F33-39FF3A1EE578}"/>
              </a:ext>
            </a:extLst>
          </p:cNvPr>
          <p:cNvSpPr/>
          <p:nvPr/>
        </p:nvSpPr>
        <p:spPr>
          <a:xfrm>
            <a:off x="2944368" y="859536"/>
            <a:ext cx="1353312" cy="164592"/>
          </a:xfrm>
          <a:prstGeom prst="rect">
            <a:avLst/>
          </a:prstGeom>
          <a:noFill/>
          <a:ln/>
        </p:spPr>
        <p:txBody>
          <a:bodyPr wrap="square" lIns="0" tIns="0" rIns="0" bIns="0" rtlCol="0" anchor="ctr"/>
          <a:lstStyle/>
          <a:p>
            <a:pPr marL="0" indent="0">
              <a:buNone/>
            </a:pPr>
            <a:r>
              <a:rPr lang="es-419" sz="650" b="1" kern="0" spc="250" noProof="0" dirty="0">
                <a:solidFill>
                  <a:srgbClr val="EB6C01"/>
                </a:solidFill>
                <a:latin typeface="Montserrat" pitchFamily="34" charset="0"/>
                <a:ea typeface="Montserrat" pitchFamily="34" charset="-122"/>
                <a:cs typeface="Montserrat" pitchFamily="34" charset="-120"/>
              </a:rPr>
              <a:t>PROYECTO ACTIVO</a:t>
            </a:r>
            <a:endParaRPr lang="es-419" sz="650" noProof="0" dirty="0"/>
          </a:p>
        </p:txBody>
      </p:sp>
      <p:sp>
        <p:nvSpPr>
          <p:cNvPr id="14" name="Shape 11">
            <a:extLst>
              <a:ext uri="{FF2B5EF4-FFF2-40B4-BE49-F238E27FC236}">
                <a16:creationId xmlns:a16="http://schemas.microsoft.com/office/drawing/2014/main" id="{C6D77586-C6C8-55EE-16D4-D30A75231D01}"/>
              </a:ext>
            </a:extLst>
          </p:cNvPr>
          <p:cNvSpPr/>
          <p:nvPr/>
        </p:nvSpPr>
        <p:spPr>
          <a:xfrm>
            <a:off x="2944368" y="1024128"/>
            <a:ext cx="987552" cy="16459"/>
          </a:xfrm>
          <a:prstGeom prst="rect">
            <a:avLst/>
          </a:prstGeom>
          <a:solidFill>
            <a:srgbClr val="EB6C01"/>
          </a:solidFill>
          <a:ln w="12700">
            <a:solidFill>
              <a:srgbClr val="EB6C01"/>
            </a:solidFill>
            <a:prstDash val="solid"/>
          </a:ln>
        </p:spPr>
        <p:txBody>
          <a:bodyPr/>
          <a:lstStyle/>
          <a:p>
            <a:endParaRPr lang="es-419" noProof="0" dirty="0"/>
          </a:p>
        </p:txBody>
      </p:sp>
      <p:sp>
        <p:nvSpPr>
          <p:cNvPr id="15" name="Shape 12">
            <a:extLst>
              <a:ext uri="{FF2B5EF4-FFF2-40B4-BE49-F238E27FC236}">
                <a16:creationId xmlns:a16="http://schemas.microsoft.com/office/drawing/2014/main" id="{330C70F6-9331-2A29-DCDE-49128B62B196}"/>
              </a:ext>
            </a:extLst>
          </p:cNvPr>
          <p:cNvSpPr/>
          <p:nvPr/>
        </p:nvSpPr>
        <p:spPr>
          <a:xfrm>
            <a:off x="2944368" y="1115568"/>
            <a:ext cx="6035040" cy="603504"/>
          </a:xfrm>
          <a:prstGeom prst="rect">
            <a:avLst/>
          </a:prstGeom>
          <a:solidFill>
            <a:srgbClr val="E5EFF8"/>
          </a:solidFill>
          <a:ln w="12700">
            <a:solidFill>
              <a:srgbClr val="A8C0D8"/>
            </a:solidFill>
            <a:prstDash val="solid"/>
          </a:ln>
        </p:spPr>
        <p:txBody>
          <a:bodyPr/>
          <a:lstStyle/>
          <a:p>
            <a:endParaRPr lang="es-419" noProof="0" dirty="0"/>
          </a:p>
        </p:txBody>
      </p:sp>
      <p:sp>
        <p:nvSpPr>
          <p:cNvPr id="16" name="Text 13">
            <a:extLst>
              <a:ext uri="{FF2B5EF4-FFF2-40B4-BE49-F238E27FC236}">
                <a16:creationId xmlns:a16="http://schemas.microsoft.com/office/drawing/2014/main" id="{C599BAA7-4848-86B5-F569-933E736BDF06}"/>
              </a:ext>
            </a:extLst>
          </p:cNvPr>
          <p:cNvSpPr/>
          <p:nvPr/>
        </p:nvSpPr>
        <p:spPr>
          <a:xfrm>
            <a:off x="3054096" y="1170432"/>
            <a:ext cx="5815584" cy="493776"/>
          </a:xfrm>
          <a:prstGeom prst="rect">
            <a:avLst/>
          </a:prstGeom>
          <a:noFill/>
          <a:ln/>
        </p:spPr>
        <p:txBody>
          <a:bodyPr wrap="square" lIns="0" tIns="0" rIns="0" bIns="0" rtlCol="0" anchor="ctr"/>
          <a:lstStyle/>
          <a:p>
            <a:pPr marL="0" indent="0">
              <a:buNone/>
            </a:pPr>
            <a:r>
              <a:rPr lang="es-419" sz="1500" b="1" noProof="0" dirty="0">
                <a:solidFill>
                  <a:srgbClr val="9BB5CC"/>
                </a:solidFill>
                <a:latin typeface="Montserrat" pitchFamily="34" charset="0"/>
                <a:ea typeface="Montserrat" pitchFamily="34" charset="-122"/>
                <a:cs typeface="Montserrat" pitchFamily="34" charset="-120"/>
              </a:rPr>
              <a:t>[Nombre del Proyecto / Actividad]</a:t>
            </a:r>
            <a:endParaRPr lang="es-419" sz="1500" noProof="0" dirty="0"/>
          </a:p>
        </p:txBody>
      </p:sp>
      <p:sp>
        <p:nvSpPr>
          <p:cNvPr id="17" name="Shape 14">
            <a:extLst>
              <a:ext uri="{FF2B5EF4-FFF2-40B4-BE49-F238E27FC236}">
                <a16:creationId xmlns:a16="http://schemas.microsoft.com/office/drawing/2014/main" id="{E3FFF47C-28BB-085E-1122-9CAAD0963832}"/>
              </a:ext>
            </a:extLst>
          </p:cNvPr>
          <p:cNvSpPr/>
          <p:nvPr/>
        </p:nvSpPr>
        <p:spPr>
          <a:xfrm>
            <a:off x="2944368" y="1837944"/>
            <a:ext cx="91440" cy="91440"/>
          </a:xfrm>
          <a:prstGeom prst="ellipse">
            <a:avLst/>
          </a:prstGeom>
          <a:solidFill>
            <a:srgbClr val="A8C0D8"/>
          </a:solidFill>
          <a:ln w="12700">
            <a:solidFill>
              <a:srgbClr val="A8C0D8"/>
            </a:solidFill>
            <a:prstDash val="solid"/>
          </a:ln>
        </p:spPr>
        <p:txBody>
          <a:bodyPr/>
          <a:lstStyle/>
          <a:p>
            <a:endParaRPr lang="es-419" noProof="0" dirty="0"/>
          </a:p>
        </p:txBody>
      </p:sp>
      <p:sp>
        <p:nvSpPr>
          <p:cNvPr id="18" name="Text 15">
            <a:extLst>
              <a:ext uri="{FF2B5EF4-FFF2-40B4-BE49-F238E27FC236}">
                <a16:creationId xmlns:a16="http://schemas.microsoft.com/office/drawing/2014/main" id="{6DC2B515-4E86-4CD2-9E1C-FF8A82C5DD42}"/>
              </a:ext>
            </a:extLst>
          </p:cNvPr>
          <p:cNvSpPr/>
          <p:nvPr/>
        </p:nvSpPr>
        <p:spPr>
          <a:xfrm>
            <a:off x="3099816" y="1819656"/>
            <a:ext cx="2743200" cy="137160"/>
          </a:xfrm>
          <a:prstGeom prst="rect">
            <a:avLst/>
          </a:prstGeom>
          <a:noFill/>
          <a:ln/>
        </p:spPr>
        <p:txBody>
          <a:bodyPr wrap="square" lIns="0" tIns="0" rIns="0" bIns="0" rtlCol="0" anchor="ctr"/>
          <a:lstStyle/>
          <a:p>
            <a:pPr marL="0" indent="0">
              <a:buNone/>
            </a:pPr>
            <a:r>
              <a:rPr lang="es-419" sz="850" b="1" kern="0" spc="100" noProof="0" dirty="0">
                <a:solidFill>
                  <a:srgbClr val="A8C0D8"/>
                </a:solidFill>
                <a:latin typeface="Montserrat" pitchFamily="34" charset="0"/>
                <a:ea typeface="Montserrat" pitchFamily="34" charset="-122"/>
                <a:cs typeface="Montserrat" pitchFamily="34" charset="-120"/>
              </a:rPr>
              <a:t>[ESTADO DEL PROYECTO]</a:t>
            </a:r>
            <a:endParaRPr lang="es-419" sz="850" noProof="0" dirty="0"/>
          </a:p>
        </p:txBody>
      </p:sp>
      <p:sp>
        <p:nvSpPr>
          <p:cNvPr id="19" name="Shape 16">
            <a:extLst>
              <a:ext uri="{FF2B5EF4-FFF2-40B4-BE49-F238E27FC236}">
                <a16:creationId xmlns:a16="http://schemas.microsoft.com/office/drawing/2014/main" id="{32E93087-0D4E-BFF2-A1EB-10FE9F543A3B}"/>
              </a:ext>
            </a:extLst>
          </p:cNvPr>
          <p:cNvSpPr/>
          <p:nvPr/>
        </p:nvSpPr>
        <p:spPr>
          <a:xfrm>
            <a:off x="2944368" y="2057400"/>
            <a:ext cx="25603" cy="658368"/>
          </a:xfrm>
          <a:prstGeom prst="rect">
            <a:avLst/>
          </a:prstGeom>
          <a:solidFill>
            <a:srgbClr val="A8C0D8"/>
          </a:solidFill>
          <a:ln w="12700">
            <a:solidFill>
              <a:srgbClr val="A8C0D8"/>
            </a:solidFill>
            <a:prstDash val="solid"/>
          </a:ln>
        </p:spPr>
        <p:txBody>
          <a:bodyPr/>
          <a:lstStyle/>
          <a:p>
            <a:endParaRPr lang="es-419" noProof="0" dirty="0"/>
          </a:p>
        </p:txBody>
      </p:sp>
      <p:sp>
        <p:nvSpPr>
          <p:cNvPr id="20" name="Text 17">
            <a:extLst>
              <a:ext uri="{FF2B5EF4-FFF2-40B4-BE49-F238E27FC236}">
                <a16:creationId xmlns:a16="http://schemas.microsoft.com/office/drawing/2014/main" id="{460EEF60-A7D0-F8B7-AE26-62FBE75DF673}"/>
              </a:ext>
            </a:extLst>
          </p:cNvPr>
          <p:cNvSpPr/>
          <p:nvPr/>
        </p:nvSpPr>
        <p:spPr>
          <a:xfrm>
            <a:off x="3035808" y="2057400"/>
            <a:ext cx="5925312" cy="658368"/>
          </a:xfrm>
          <a:prstGeom prst="rect">
            <a:avLst/>
          </a:prstGeom>
          <a:noFill/>
          <a:ln/>
        </p:spPr>
        <p:txBody>
          <a:bodyPr wrap="square" rtlCol="0" anchor="ctr"/>
          <a:lstStyle/>
          <a:p>
            <a:pPr marL="0" indent="0">
              <a:buNone/>
            </a:pPr>
            <a:r>
              <a:rPr lang="es-419" sz="950" i="1" noProof="0" dirty="0">
                <a:solidFill>
                  <a:srgbClr val="A8BDD0"/>
                </a:solidFill>
                <a:latin typeface="Montserrat" pitchFamily="34" charset="0"/>
                <a:ea typeface="Montserrat" pitchFamily="34" charset="-122"/>
                <a:cs typeface="Montserrat" pitchFamily="34" charset="-120"/>
              </a:rPr>
              <a:t>Describa aquí el avance semanal, actividades realizadas,</a:t>
            </a:r>
            <a:endParaRPr lang="es-419" sz="950" noProof="0" dirty="0"/>
          </a:p>
          <a:p>
            <a:pPr marL="0" indent="0">
              <a:buNone/>
            </a:pPr>
            <a:r>
              <a:rPr lang="es-419" sz="950" i="1" noProof="0" dirty="0">
                <a:solidFill>
                  <a:srgbClr val="A8BDD0"/>
                </a:solidFill>
                <a:latin typeface="Montserrat" pitchFamily="34" charset="0"/>
                <a:ea typeface="Montserrat" pitchFamily="34" charset="-122"/>
                <a:cs typeface="Montserrat" pitchFamily="34" charset="-120"/>
              </a:rPr>
              <a:t>pagos, documentación o incidencias del proyecto.</a:t>
            </a:r>
            <a:endParaRPr lang="es-419" sz="950" noProof="0" dirty="0"/>
          </a:p>
        </p:txBody>
      </p:sp>
      <p:sp>
        <p:nvSpPr>
          <p:cNvPr id="21" name="Text 18">
            <a:extLst>
              <a:ext uri="{FF2B5EF4-FFF2-40B4-BE49-F238E27FC236}">
                <a16:creationId xmlns:a16="http://schemas.microsoft.com/office/drawing/2014/main" id="{73033DF7-680F-420F-2D76-B84AC2CAB594}"/>
              </a:ext>
            </a:extLst>
          </p:cNvPr>
          <p:cNvSpPr/>
          <p:nvPr/>
        </p:nvSpPr>
        <p:spPr>
          <a:xfrm>
            <a:off x="2944368" y="2834640"/>
            <a:ext cx="1828800" cy="164592"/>
          </a:xfrm>
          <a:prstGeom prst="rect">
            <a:avLst/>
          </a:prstGeom>
          <a:noFill/>
          <a:ln/>
        </p:spPr>
        <p:txBody>
          <a:bodyPr wrap="square" lIns="0" tIns="0" rIns="0" bIns="0" rtlCol="0" anchor="ctr"/>
          <a:lstStyle/>
          <a:p>
            <a:pPr marL="0" indent="0">
              <a:buNone/>
            </a:pPr>
            <a:r>
              <a:rPr lang="es-419" sz="650" b="1" kern="0" spc="250" noProof="0" dirty="0">
                <a:solidFill>
                  <a:srgbClr val="EB6C01"/>
                </a:solidFill>
                <a:latin typeface="Montserrat" pitchFamily="34" charset="0"/>
                <a:ea typeface="Montserrat" pitchFamily="34" charset="-122"/>
                <a:cs typeface="Montserrat" pitchFamily="34" charset="-120"/>
              </a:rPr>
              <a:t>FOTOGRAFÍAS DE AVANCE</a:t>
            </a:r>
            <a:endParaRPr lang="es-419" sz="650" noProof="0" dirty="0"/>
          </a:p>
        </p:txBody>
      </p:sp>
      <p:sp>
        <p:nvSpPr>
          <p:cNvPr id="22" name="Shape 19">
            <a:extLst>
              <a:ext uri="{FF2B5EF4-FFF2-40B4-BE49-F238E27FC236}">
                <a16:creationId xmlns:a16="http://schemas.microsoft.com/office/drawing/2014/main" id="{D775BF72-91DC-0FF0-B25E-1ADA830B6559}"/>
              </a:ext>
            </a:extLst>
          </p:cNvPr>
          <p:cNvSpPr/>
          <p:nvPr/>
        </p:nvSpPr>
        <p:spPr>
          <a:xfrm>
            <a:off x="2944368" y="3008376"/>
            <a:ext cx="1481328" cy="16459"/>
          </a:xfrm>
          <a:prstGeom prst="rect">
            <a:avLst/>
          </a:prstGeom>
          <a:solidFill>
            <a:srgbClr val="EB6C01"/>
          </a:solidFill>
          <a:ln w="12700">
            <a:solidFill>
              <a:srgbClr val="EB6C01"/>
            </a:solidFill>
            <a:prstDash val="solid"/>
          </a:ln>
        </p:spPr>
        <p:txBody>
          <a:bodyPr/>
          <a:lstStyle/>
          <a:p>
            <a:endParaRPr lang="es-419" noProof="0" dirty="0"/>
          </a:p>
        </p:txBody>
      </p:sp>
      <p:sp>
        <p:nvSpPr>
          <p:cNvPr id="23" name="Shape 20">
            <a:extLst>
              <a:ext uri="{FF2B5EF4-FFF2-40B4-BE49-F238E27FC236}">
                <a16:creationId xmlns:a16="http://schemas.microsoft.com/office/drawing/2014/main" id="{623D9A2A-6C06-8A32-16E5-195E7985D70F}"/>
              </a:ext>
            </a:extLst>
          </p:cNvPr>
          <p:cNvSpPr/>
          <p:nvPr/>
        </p:nvSpPr>
        <p:spPr>
          <a:xfrm>
            <a:off x="2944368"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24" name="Image 1" descr="preencoded.png">
            <a:extLst>
              <a:ext uri="{FF2B5EF4-FFF2-40B4-BE49-F238E27FC236}">
                <a16:creationId xmlns:a16="http://schemas.microsoft.com/office/drawing/2014/main" id="{7BA7894A-22ED-9B08-6ECA-8B2FCB2AFEB6}"/>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797808" y="3593592"/>
            <a:ext cx="256032" cy="256032"/>
          </a:xfrm>
          <a:prstGeom prst="rect">
            <a:avLst/>
          </a:prstGeom>
        </p:spPr>
      </p:pic>
      <p:sp>
        <p:nvSpPr>
          <p:cNvPr id="25" name="Text 21">
            <a:extLst>
              <a:ext uri="{FF2B5EF4-FFF2-40B4-BE49-F238E27FC236}">
                <a16:creationId xmlns:a16="http://schemas.microsoft.com/office/drawing/2014/main" id="{61018404-E611-3639-F92F-706E560C2833}"/>
              </a:ext>
            </a:extLst>
          </p:cNvPr>
          <p:cNvSpPr/>
          <p:nvPr/>
        </p:nvSpPr>
        <p:spPr>
          <a:xfrm>
            <a:off x="2944368"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26" name="Shape 22">
            <a:extLst>
              <a:ext uri="{FF2B5EF4-FFF2-40B4-BE49-F238E27FC236}">
                <a16:creationId xmlns:a16="http://schemas.microsoft.com/office/drawing/2014/main" id="{9E7EF95F-1019-4367-62B8-32D603FDE7F2}"/>
              </a:ext>
            </a:extLst>
          </p:cNvPr>
          <p:cNvSpPr/>
          <p:nvPr/>
        </p:nvSpPr>
        <p:spPr>
          <a:xfrm>
            <a:off x="4980432"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27" name="Image 2" descr="preencoded.png">
            <a:extLst>
              <a:ext uri="{FF2B5EF4-FFF2-40B4-BE49-F238E27FC236}">
                <a16:creationId xmlns:a16="http://schemas.microsoft.com/office/drawing/2014/main" id="{A8E45AE0-AB97-6D2A-96A6-D9C761538112}"/>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833872" y="3593592"/>
            <a:ext cx="256032" cy="256032"/>
          </a:xfrm>
          <a:prstGeom prst="rect">
            <a:avLst/>
          </a:prstGeom>
        </p:spPr>
      </p:pic>
      <p:sp>
        <p:nvSpPr>
          <p:cNvPr id="28" name="Text 23">
            <a:extLst>
              <a:ext uri="{FF2B5EF4-FFF2-40B4-BE49-F238E27FC236}">
                <a16:creationId xmlns:a16="http://schemas.microsoft.com/office/drawing/2014/main" id="{1C0A5A15-F770-FECD-191D-B9BC05C7C766}"/>
              </a:ext>
            </a:extLst>
          </p:cNvPr>
          <p:cNvSpPr/>
          <p:nvPr/>
        </p:nvSpPr>
        <p:spPr>
          <a:xfrm>
            <a:off x="4980432"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29" name="Shape 24">
            <a:extLst>
              <a:ext uri="{FF2B5EF4-FFF2-40B4-BE49-F238E27FC236}">
                <a16:creationId xmlns:a16="http://schemas.microsoft.com/office/drawing/2014/main" id="{D2622B98-081F-B925-78BD-D331E7A8456C}"/>
              </a:ext>
            </a:extLst>
          </p:cNvPr>
          <p:cNvSpPr/>
          <p:nvPr/>
        </p:nvSpPr>
        <p:spPr>
          <a:xfrm>
            <a:off x="7016496"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30" name="Image 3" descr="preencoded.png">
            <a:extLst>
              <a:ext uri="{FF2B5EF4-FFF2-40B4-BE49-F238E27FC236}">
                <a16:creationId xmlns:a16="http://schemas.microsoft.com/office/drawing/2014/main" id="{FEBDC892-8DFE-E1D8-AC47-97311093576A}"/>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7869936" y="3593592"/>
            <a:ext cx="256032" cy="256032"/>
          </a:xfrm>
          <a:prstGeom prst="rect">
            <a:avLst/>
          </a:prstGeom>
        </p:spPr>
      </p:pic>
      <p:sp>
        <p:nvSpPr>
          <p:cNvPr id="31" name="Text 25">
            <a:extLst>
              <a:ext uri="{FF2B5EF4-FFF2-40B4-BE49-F238E27FC236}">
                <a16:creationId xmlns:a16="http://schemas.microsoft.com/office/drawing/2014/main" id="{721486E1-FE08-CF2A-86A7-E8D871BDBBAB}"/>
              </a:ext>
            </a:extLst>
          </p:cNvPr>
          <p:cNvSpPr/>
          <p:nvPr/>
        </p:nvSpPr>
        <p:spPr>
          <a:xfrm>
            <a:off x="7016496"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32" name="Shape 26">
            <a:extLst>
              <a:ext uri="{FF2B5EF4-FFF2-40B4-BE49-F238E27FC236}">
                <a16:creationId xmlns:a16="http://schemas.microsoft.com/office/drawing/2014/main" id="{D6F85C9A-DC45-EDBD-B269-F417CB52596E}"/>
              </a:ext>
            </a:extLst>
          </p:cNvPr>
          <p:cNvSpPr/>
          <p:nvPr/>
        </p:nvSpPr>
        <p:spPr>
          <a:xfrm>
            <a:off x="0" y="4873752"/>
            <a:ext cx="9144000" cy="269748"/>
          </a:xfrm>
          <a:prstGeom prst="rect">
            <a:avLst/>
          </a:prstGeom>
          <a:solidFill>
            <a:srgbClr val="1A3464"/>
          </a:solidFill>
          <a:ln w="12700">
            <a:solidFill>
              <a:srgbClr val="1A3464"/>
            </a:solidFill>
            <a:prstDash val="solid"/>
          </a:ln>
        </p:spPr>
        <p:txBody>
          <a:bodyPr/>
          <a:lstStyle/>
          <a:p>
            <a:endParaRPr lang="es-419" noProof="0" dirty="0"/>
          </a:p>
        </p:txBody>
      </p:sp>
      <p:sp>
        <p:nvSpPr>
          <p:cNvPr id="33" name="Text 27">
            <a:extLst>
              <a:ext uri="{FF2B5EF4-FFF2-40B4-BE49-F238E27FC236}">
                <a16:creationId xmlns:a16="http://schemas.microsoft.com/office/drawing/2014/main" id="{4DD5BD33-EAB4-DD1E-EE33-96D282485B61}"/>
              </a:ext>
            </a:extLst>
          </p:cNvPr>
          <p:cNvSpPr/>
          <p:nvPr/>
        </p:nvSpPr>
        <p:spPr>
          <a:xfrm>
            <a:off x="384048" y="4901184"/>
            <a:ext cx="5029200" cy="182880"/>
          </a:xfrm>
          <a:prstGeom prst="rect">
            <a:avLst/>
          </a:prstGeom>
          <a:noFill/>
          <a:ln/>
        </p:spPr>
        <p:txBody>
          <a:bodyPr wrap="square" lIns="0" tIns="0" rIns="0" bIns="0" rtlCol="0" anchor="ctr"/>
          <a:lstStyle/>
          <a:p>
            <a:pPr marL="0" indent="0">
              <a:buNone/>
            </a:pPr>
            <a:r>
              <a:rPr lang="es-419" sz="700" kern="0" spc="150" noProof="0" dirty="0">
                <a:solidFill>
                  <a:srgbClr val="8FAECB"/>
                </a:solidFill>
                <a:latin typeface="Montserrat" pitchFamily="34" charset="0"/>
                <a:ea typeface="Montserrat" pitchFamily="34" charset="-122"/>
                <a:cs typeface="Montserrat" pitchFamily="34" charset="-120"/>
              </a:rPr>
              <a:t>COORDINACIÓN DE OBRAS Y MANTENIMIENTO RCMA</a:t>
            </a:r>
            <a:endParaRPr lang="es-419" sz="700" noProof="0" dirty="0"/>
          </a:p>
        </p:txBody>
      </p:sp>
      <p:sp>
        <p:nvSpPr>
          <p:cNvPr id="34" name="Shape 28">
            <a:extLst>
              <a:ext uri="{FF2B5EF4-FFF2-40B4-BE49-F238E27FC236}">
                <a16:creationId xmlns:a16="http://schemas.microsoft.com/office/drawing/2014/main" id="{F561502F-EA13-30DD-55FC-6B92786ECA4F}"/>
              </a:ext>
            </a:extLst>
          </p:cNvPr>
          <p:cNvSpPr/>
          <p:nvPr/>
        </p:nvSpPr>
        <p:spPr>
          <a:xfrm>
            <a:off x="5559552" y="4974336"/>
            <a:ext cx="5486" cy="100584"/>
          </a:xfrm>
          <a:prstGeom prst="rect">
            <a:avLst/>
          </a:prstGeom>
          <a:solidFill>
            <a:srgbClr val="8FAECB"/>
          </a:solidFill>
          <a:ln w="12700">
            <a:solidFill>
              <a:srgbClr val="8FAECB"/>
            </a:solidFill>
            <a:prstDash val="solid"/>
          </a:ln>
        </p:spPr>
        <p:txBody>
          <a:bodyPr/>
          <a:lstStyle/>
          <a:p>
            <a:endParaRPr lang="es-419" noProof="0" dirty="0"/>
          </a:p>
        </p:txBody>
      </p:sp>
      <p:sp>
        <p:nvSpPr>
          <p:cNvPr id="35" name="Text 29">
            <a:extLst>
              <a:ext uri="{FF2B5EF4-FFF2-40B4-BE49-F238E27FC236}">
                <a16:creationId xmlns:a16="http://schemas.microsoft.com/office/drawing/2014/main" id="{F44C1EA3-A6D7-6549-361D-98733226F4D9}"/>
              </a:ext>
            </a:extLst>
          </p:cNvPr>
          <p:cNvSpPr/>
          <p:nvPr/>
        </p:nvSpPr>
        <p:spPr>
          <a:xfrm>
            <a:off x="5650992" y="4901184"/>
            <a:ext cx="2286000" cy="182880"/>
          </a:xfrm>
          <a:prstGeom prst="rect">
            <a:avLst/>
          </a:prstGeom>
          <a:noFill/>
          <a:ln/>
        </p:spPr>
        <p:txBody>
          <a:bodyPr wrap="square" lIns="0" tIns="0" rIns="0" bIns="0" rtlCol="0" anchor="ctr"/>
          <a:lstStyle/>
          <a:p>
            <a:pPr marL="0" indent="0">
              <a:buNone/>
            </a:pPr>
            <a:r>
              <a:rPr lang="es-419" sz="700" kern="0" spc="150" noProof="0" dirty="0">
                <a:solidFill>
                  <a:srgbClr val="8FAECB"/>
                </a:solidFill>
                <a:latin typeface="Montserrat" pitchFamily="34" charset="0"/>
                <a:ea typeface="Montserrat" pitchFamily="34" charset="-122"/>
                <a:cs typeface="Montserrat" pitchFamily="34" charset="-120"/>
              </a:rPr>
              <a:t>Mano Amiga</a:t>
            </a:r>
            <a:endParaRPr lang="es-419" sz="700" noProof="0" dirty="0"/>
          </a:p>
        </p:txBody>
      </p:sp>
      <p:sp>
        <p:nvSpPr>
          <p:cNvPr id="43" name="Forma libre: forma 42">
            <a:extLst>
              <a:ext uri="{FF2B5EF4-FFF2-40B4-BE49-F238E27FC236}">
                <a16:creationId xmlns:a16="http://schemas.microsoft.com/office/drawing/2014/main" id="{6C4C1148-199B-16B4-2B5C-CD46825427AD}"/>
              </a:ext>
            </a:extLst>
          </p:cNvPr>
          <p:cNvSpPr/>
          <p:nvPr/>
        </p:nvSpPr>
        <p:spPr>
          <a:xfrm>
            <a:off x="1596105" y="2222074"/>
            <a:ext cx="193086" cy="261624"/>
          </a:xfrm>
          <a:custGeom>
            <a:avLst/>
            <a:gdLst>
              <a:gd name="csX0" fmla="*/ 47363 w 193086"/>
              <a:gd name="csY0" fmla="*/ 258865 h 261624"/>
              <a:gd name="csX1" fmla="*/ 34066 w 193086"/>
              <a:gd name="csY1" fmla="*/ 253627 h 261624"/>
              <a:gd name="csX2" fmla="*/ 25677 w 193086"/>
              <a:gd name="csY2" fmla="*/ 249703 h 261624"/>
              <a:gd name="csX3" fmla="*/ 12838 w 193086"/>
              <a:gd name="csY3" fmla="*/ 237813 h 261624"/>
              <a:gd name="csX4" fmla="*/ 0 w 193086"/>
              <a:gd name="csY4" fmla="*/ 228023 h 261624"/>
              <a:gd name="csX5" fmla="*/ 10590 w 193086"/>
              <a:gd name="csY5" fmla="*/ 222007 h 261624"/>
              <a:gd name="csX6" fmla="*/ 24311 w 193086"/>
              <a:gd name="csY6" fmla="*/ 218591 h 261624"/>
              <a:gd name="csX7" fmla="*/ 30840 w 193086"/>
              <a:gd name="csY7" fmla="*/ 210994 h 261624"/>
              <a:gd name="csX8" fmla="*/ 34002 w 193086"/>
              <a:gd name="csY8" fmla="*/ 201034 h 261624"/>
              <a:gd name="csX9" fmla="*/ 34055 w 193086"/>
              <a:gd name="csY9" fmla="*/ 192894 h 261624"/>
              <a:gd name="csX10" fmla="*/ 33474 w 193086"/>
              <a:gd name="csY10" fmla="*/ 186352 h 261624"/>
              <a:gd name="csX11" fmla="*/ 36002 w 193086"/>
              <a:gd name="csY11" fmla="*/ 155255 h 261624"/>
              <a:gd name="csX12" fmla="*/ 40814 w 193086"/>
              <a:gd name="csY12" fmla="*/ 125721 h 261624"/>
              <a:gd name="csX13" fmla="*/ 52906 w 193086"/>
              <a:gd name="csY13" fmla="*/ 136226 h 261624"/>
              <a:gd name="csX14" fmla="*/ 67584 w 193086"/>
              <a:gd name="csY14" fmla="*/ 150557 h 261624"/>
              <a:gd name="csX15" fmla="*/ 85050 w 193086"/>
              <a:gd name="csY15" fmla="*/ 148575 h 261624"/>
              <a:gd name="csX16" fmla="*/ 92615 w 193086"/>
              <a:gd name="csY16" fmla="*/ 147623 h 261624"/>
              <a:gd name="csX17" fmla="*/ 103162 w 193086"/>
              <a:gd name="csY17" fmla="*/ 143713 h 261624"/>
              <a:gd name="csX18" fmla="*/ 110991 w 193086"/>
              <a:gd name="csY18" fmla="*/ 139409 h 261624"/>
              <a:gd name="csX19" fmla="*/ 118857 w 193086"/>
              <a:gd name="csY19" fmla="*/ 137039 h 261624"/>
              <a:gd name="csX20" fmla="*/ 114946 w 193086"/>
              <a:gd name="csY20" fmla="*/ 126979 h 261624"/>
              <a:gd name="csX21" fmla="*/ 104278 w 193086"/>
              <a:gd name="csY21" fmla="*/ 120558 h 261624"/>
              <a:gd name="csX22" fmla="*/ 100539 w 193086"/>
              <a:gd name="csY22" fmla="*/ 116814 h 261624"/>
              <a:gd name="csX23" fmla="*/ 87769 w 193086"/>
              <a:gd name="csY23" fmla="*/ 107211 h 261624"/>
              <a:gd name="csX24" fmla="*/ 75649 w 193086"/>
              <a:gd name="csY24" fmla="*/ 82459 h 261624"/>
              <a:gd name="csX25" fmla="*/ 81162 w 193086"/>
              <a:gd name="csY25" fmla="*/ 66581 h 261624"/>
              <a:gd name="csX26" fmla="*/ 76956 w 193086"/>
              <a:gd name="csY26" fmla="*/ 53086 h 261624"/>
              <a:gd name="csX27" fmla="*/ 74281 w 193086"/>
              <a:gd name="csY27" fmla="*/ 48335 h 261624"/>
              <a:gd name="csX28" fmla="*/ 98388 w 193086"/>
              <a:gd name="csY28" fmla="*/ 21931 h 261624"/>
              <a:gd name="csX29" fmla="*/ 99033 w 193086"/>
              <a:gd name="csY29" fmla="*/ 12782 h 261624"/>
              <a:gd name="csX30" fmla="*/ 112340 w 193086"/>
              <a:gd name="csY30" fmla="*/ 234 h 261624"/>
              <a:gd name="csX31" fmla="*/ 115367 w 193086"/>
              <a:gd name="csY31" fmla="*/ 7384 h 261624"/>
              <a:gd name="csX32" fmla="*/ 123019 w 193086"/>
              <a:gd name="csY32" fmla="*/ 18442 h 261624"/>
              <a:gd name="csX33" fmla="*/ 122268 w 193086"/>
              <a:gd name="csY33" fmla="*/ 30221 h 261624"/>
              <a:gd name="csX34" fmla="*/ 113949 w 193086"/>
              <a:gd name="csY34" fmla="*/ 45287 h 261624"/>
              <a:gd name="csX35" fmla="*/ 120402 w 193086"/>
              <a:gd name="csY35" fmla="*/ 65276 h 261624"/>
              <a:gd name="csX36" fmla="*/ 138506 w 193086"/>
              <a:gd name="csY36" fmla="*/ 64867 h 261624"/>
              <a:gd name="csX37" fmla="*/ 143345 w 193086"/>
              <a:gd name="csY37" fmla="*/ 58224 h 261624"/>
              <a:gd name="csX38" fmla="*/ 152274 w 193086"/>
              <a:gd name="csY38" fmla="*/ 62931 h 261624"/>
              <a:gd name="csX39" fmla="*/ 162130 w 193086"/>
              <a:gd name="csY39" fmla="*/ 68135 h 261624"/>
              <a:gd name="csX40" fmla="*/ 158059 w 193086"/>
              <a:gd name="csY40" fmla="*/ 75879 h 261624"/>
              <a:gd name="csX41" fmla="*/ 142387 w 193086"/>
              <a:gd name="csY41" fmla="*/ 123139 h 261624"/>
              <a:gd name="csX42" fmla="*/ 161574 w 193086"/>
              <a:gd name="csY42" fmla="*/ 140138 h 261624"/>
              <a:gd name="csX43" fmla="*/ 162505 w 193086"/>
              <a:gd name="csY43" fmla="*/ 150542 h 261624"/>
              <a:gd name="csX44" fmla="*/ 151065 w 193086"/>
              <a:gd name="csY44" fmla="*/ 162165 h 261624"/>
              <a:gd name="csX45" fmla="*/ 147000 w 193086"/>
              <a:gd name="csY45" fmla="*/ 176069 h 261624"/>
              <a:gd name="csX46" fmla="*/ 151074 w 193086"/>
              <a:gd name="csY46" fmla="*/ 198795 h 261624"/>
              <a:gd name="csX47" fmla="*/ 161382 w 193086"/>
              <a:gd name="csY47" fmla="*/ 209212 h 261624"/>
              <a:gd name="csX48" fmla="*/ 180801 w 193086"/>
              <a:gd name="csY48" fmla="*/ 215310 h 261624"/>
              <a:gd name="csX49" fmla="*/ 191062 w 193086"/>
              <a:gd name="csY49" fmla="*/ 220266 h 261624"/>
              <a:gd name="csX50" fmla="*/ 186266 w 193086"/>
              <a:gd name="csY50" fmla="*/ 234411 h 261624"/>
              <a:gd name="csX51" fmla="*/ 146648 w 193086"/>
              <a:gd name="csY51" fmla="*/ 241973 h 261624"/>
              <a:gd name="csX52" fmla="*/ 130308 w 193086"/>
              <a:gd name="csY52" fmla="*/ 244333 h 261624"/>
              <a:gd name="csX53" fmla="*/ 120069 w 193086"/>
              <a:gd name="csY53" fmla="*/ 230760 h 261624"/>
              <a:gd name="csX54" fmla="*/ 99204 w 193086"/>
              <a:gd name="csY54" fmla="*/ 236809 h 261624"/>
              <a:gd name="csX55" fmla="*/ 99051 w 193086"/>
              <a:gd name="csY55" fmla="*/ 250983 h 261624"/>
              <a:gd name="csX56" fmla="*/ 92202 w 193086"/>
              <a:gd name="csY56" fmla="*/ 257021 h 261624"/>
              <a:gd name="csX57" fmla="*/ 61602 w 193086"/>
              <a:gd name="csY57" fmla="*/ 257374 h 261624"/>
              <a:gd name="csX58" fmla="*/ 47363 w 193086"/>
              <a:gd name="csY58" fmla="*/ 258865 h 2616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Lst>
            <a:rect l="l" t="t" r="r" b="b"/>
            <a:pathLst>
              <a:path w="193086" h="261624">
                <a:moveTo>
                  <a:pt x="47363" y="258865"/>
                </a:moveTo>
                <a:cubicBezTo>
                  <a:pt x="44664" y="256988"/>
                  <a:pt x="38681" y="254631"/>
                  <a:pt x="34066" y="253627"/>
                </a:cubicBezTo>
                <a:cubicBezTo>
                  <a:pt x="29452" y="252623"/>
                  <a:pt x="25677" y="250857"/>
                  <a:pt x="25677" y="249703"/>
                </a:cubicBezTo>
                <a:cubicBezTo>
                  <a:pt x="25677" y="248548"/>
                  <a:pt x="19899" y="243198"/>
                  <a:pt x="12838" y="237813"/>
                </a:cubicBezTo>
                <a:lnTo>
                  <a:pt x="0" y="228023"/>
                </a:lnTo>
                <a:lnTo>
                  <a:pt x="10590" y="222007"/>
                </a:lnTo>
                <a:cubicBezTo>
                  <a:pt x="17972" y="217814"/>
                  <a:pt x="22129" y="216779"/>
                  <a:pt x="24311" y="218591"/>
                </a:cubicBezTo>
                <a:cubicBezTo>
                  <a:pt x="28477" y="222048"/>
                  <a:pt x="30840" y="219299"/>
                  <a:pt x="30840" y="210994"/>
                </a:cubicBezTo>
                <a:cubicBezTo>
                  <a:pt x="30840" y="207256"/>
                  <a:pt x="32263" y="202774"/>
                  <a:pt x="34002" y="201034"/>
                </a:cubicBezTo>
                <a:cubicBezTo>
                  <a:pt x="36474" y="198562"/>
                  <a:pt x="36486" y="196787"/>
                  <a:pt x="34055" y="192894"/>
                </a:cubicBezTo>
                <a:cubicBezTo>
                  <a:pt x="32093" y="189753"/>
                  <a:pt x="31879" y="187338"/>
                  <a:pt x="33474" y="186352"/>
                </a:cubicBezTo>
                <a:cubicBezTo>
                  <a:pt x="34886" y="185479"/>
                  <a:pt x="36002" y="171748"/>
                  <a:pt x="36002" y="155255"/>
                </a:cubicBezTo>
                <a:cubicBezTo>
                  <a:pt x="36002" y="128160"/>
                  <a:pt x="36400" y="125721"/>
                  <a:pt x="40814" y="125721"/>
                </a:cubicBezTo>
                <a:cubicBezTo>
                  <a:pt x="43528" y="125721"/>
                  <a:pt x="48800" y="130301"/>
                  <a:pt x="52906" y="136226"/>
                </a:cubicBezTo>
                <a:cubicBezTo>
                  <a:pt x="56911" y="142004"/>
                  <a:pt x="63516" y="148453"/>
                  <a:pt x="67584" y="150557"/>
                </a:cubicBezTo>
                <a:cubicBezTo>
                  <a:pt x="75108" y="154448"/>
                  <a:pt x="85050" y="153319"/>
                  <a:pt x="85050" y="148575"/>
                </a:cubicBezTo>
                <a:cubicBezTo>
                  <a:pt x="85050" y="147029"/>
                  <a:pt x="88138" y="146640"/>
                  <a:pt x="92615" y="147623"/>
                </a:cubicBezTo>
                <a:cubicBezTo>
                  <a:pt x="98706" y="148961"/>
                  <a:pt x="100761" y="148199"/>
                  <a:pt x="103162" y="143713"/>
                </a:cubicBezTo>
                <a:cubicBezTo>
                  <a:pt x="105115" y="140063"/>
                  <a:pt x="107816" y="138578"/>
                  <a:pt x="110991" y="139409"/>
                </a:cubicBezTo>
                <a:cubicBezTo>
                  <a:pt x="113656" y="140106"/>
                  <a:pt x="117196" y="139039"/>
                  <a:pt x="118857" y="137039"/>
                </a:cubicBezTo>
                <a:cubicBezTo>
                  <a:pt x="121254" y="134150"/>
                  <a:pt x="120449" y="132080"/>
                  <a:pt x="114946" y="126979"/>
                </a:cubicBezTo>
                <a:cubicBezTo>
                  <a:pt x="111135" y="123448"/>
                  <a:pt x="106335" y="120558"/>
                  <a:pt x="104278" y="120558"/>
                </a:cubicBezTo>
                <a:cubicBezTo>
                  <a:pt x="102221" y="120558"/>
                  <a:pt x="100539" y="118873"/>
                  <a:pt x="100539" y="116814"/>
                </a:cubicBezTo>
                <a:cubicBezTo>
                  <a:pt x="100539" y="114754"/>
                  <a:pt x="94792" y="110433"/>
                  <a:pt x="87769" y="107211"/>
                </a:cubicBezTo>
                <a:cubicBezTo>
                  <a:pt x="73337" y="100591"/>
                  <a:pt x="69935" y="93642"/>
                  <a:pt x="75649" y="82459"/>
                </a:cubicBezTo>
                <a:cubicBezTo>
                  <a:pt x="77638" y="78567"/>
                  <a:pt x="80119" y="71422"/>
                  <a:pt x="81162" y="66581"/>
                </a:cubicBezTo>
                <a:cubicBezTo>
                  <a:pt x="82769" y="59128"/>
                  <a:pt x="82125" y="57061"/>
                  <a:pt x="76956" y="53086"/>
                </a:cubicBezTo>
                <a:cubicBezTo>
                  <a:pt x="73561" y="50475"/>
                  <a:pt x="72374" y="48366"/>
                  <a:pt x="74281" y="48335"/>
                </a:cubicBezTo>
                <a:cubicBezTo>
                  <a:pt x="79014" y="48255"/>
                  <a:pt x="97860" y="27614"/>
                  <a:pt x="98388" y="21931"/>
                </a:cubicBezTo>
                <a:cubicBezTo>
                  <a:pt x="98624" y="19384"/>
                  <a:pt x="98915" y="15267"/>
                  <a:pt x="99033" y="12782"/>
                </a:cubicBezTo>
                <a:cubicBezTo>
                  <a:pt x="99328" y="6580"/>
                  <a:pt x="107875" y="-1480"/>
                  <a:pt x="112340" y="234"/>
                </a:cubicBezTo>
                <a:cubicBezTo>
                  <a:pt x="114351" y="1006"/>
                  <a:pt x="115714" y="4223"/>
                  <a:pt x="115367" y="7384"/>
                </a:cubicBezTo>
                <a:cubicBezTo>
                  <a:pt x="114925" y="11414"/>
                  <a:pt x="117211" y="14717"/>
                  <a:pt x="123019" y="18442"/>
                </a:cubicBezTo>
                <a:cubicBezTo>
                  <a:pt x="132830" y="24734"/>
                  <a:pt x="132594" y="28432"/>
                  <a:pt x="122268" y="30221"/>
                </a:cubicBezTo>
                <a:cubicBezTo>
                  <a:pt x="115180" y="31449"/>
                  <a:pt x="114690" y="32336"/>
                  <a:pt x="113949" y="45287"/>
                </a:cubicBezTo>
                <a:cubicBezTo>
                  <a:pt x="113241" y="57646"/>
                  <a:pt x="113899" y="59682"/>
                  <a:pt x="120402" y="65276"/>
                </a:cubicBezTo>
                <a:cubicBezTo>
                  <a:pt x="129577" y="73166"/>
                  <a:pt x="132509" y="73100"/>
                  <a:pt x="138506" y="64867"/>
                </a:cubicBezTo>
                <a:lnTo>
                  <a:pt x="143345" y="58224"/>
                </a:lnTo>
                <a:lnTo>
                  <a:pt x="152274" y="62931"/>
                </a:lnTo>
                <a:cubicBezTo>
                  <a:pt x="157185" y="65520"/>
                  <a:pt x="161620" y="67861"/>
                  <a:pt x="162130" y="68135"/>
                </a:cubicBezTo>
                <a:cubicBezTo>
                  <a:pt x="162640" y="68408"/>
                  <a:pt x="160808" y="71893"/>
                  <a:pt x="158059" y="75879"/>
                </a:cubicBezTo>
                <a:cubicBezTo>
                  <a:pt x="151713" y="85081"/>
                  <a:pt x="141902" y="114664"/>
                  <a:pt x="142387" y="123139"/>
                </a:cubicBezTo>
                <a:cubicBezTo>
                  <a:pt x="142935" y="132744"/>
                  <a:pt x="146254" y="135684"/>
                  <a:pt x="161574" y="140138"/>
                </a:cubicBezTo>
                <a:cubicBezTo>
                  <a:pt x="177125" y="144659"/>
                  <a:pt x="177438" y="148154"/>
                  <a:pt x="162505" y="150542"/>
                </a:cubicBezTo>
                <a:cubicBezTo>
                  <a:pt x="152866" y="152083"/>
                  <a:pt x="147932" y="157096"/>
                  <a:pt x="151065" y="162165"/>
                </a:cubicBezTo>
                <a:cubicBezTo>
                  <a:pt x="151887" y="163495"/>
                  <a:pt x="150058" y="169752"/>
                  <a:pt x="147000" y="176069"/>
                </a:cubicBezTo>
                <a:cubicBezTo>
                  <a:pt x="140040" y="190447"/>
                  <a:pt x="141019" y="195911"/>
                  <a:pt x="151074" y="198795"/>
                </a:cubicBezTo>
                <a:cubicBezTo>
                  <a:pt x="156834" y="200447"/>
                  <a:pt x="159631" y="203274"/>
                  <a:pt x="161382" y="209212"/>
                </a:cubicBezTo>
                <a:cubicBezTo>
                  <a:pt x="163891" y="217725"/>
                  <a:pt x="167253" y="218781"/>
                  <a:pt x="180801" y="215310"/>
                </a:cubicBezTo>
                <a:cubicBezTo>
                  <a:pt x="186270" y="213909"/>
                  <a:pt x="188145" y="214815"/>
                  <a:pt x="191062" y="220266"/>
                </a:cubicBezTo>
                <a:cubicBezTo>
                  <a:pt x="194411" y="226524"/>
                  <a:pt x="194115" y="227399"/>
                  <a:pt x="186266" y="234411"/>
                </a:cubicBezTo>
                <a:cubicBezTo>
                  <a:pt x="177581" y="242171"/>
                  <a:pt x="173505" y="242950"/>
                  <a:pt x="146648" y="241973"/>
                </a:cubicBezTo>
                <a:cubicBezTo>
                  <a:pt x="138138" y="241664"/>
                  <a:pt x="131353" y="242644"/>
                  <a:pt x="130308" y="244333"/>
                </a:cubicBezTo>
                <a:cubicBezTo>
                  <a:pt x="127797" y="248397"/>
                  <a:pt x="118188" y="235660"/>
                  <a:pt x="120069" y="230760"/>
                </a:cubicBezTo>
                <a:cubicBezTo>
                  <a:pt x="124398" y="219478"/>
                  <a:pt x="105303" y="225013"/>
                  <a:pt x="99204" y="236809"/>
                </a:cubicBezTo>
                <a:cubicBezTo>
                  <a:pt x="95428" y="244110"/>
                  <a:pt x="95414" y="245432"/>
                  <a:pt x="99051" y="250983"/>
                </a:cubicBezTo>
                <a:cubicBezTo>
                  <a:pt x="103916" y="258408"/>
                  <a:pt x="100434" y="261478"/>
                  <a:pt x="92202" y="257021"/>
                </a:cubicBezTo>
                <a:cubicBezTo>
                  <a:pt x="83927" y="252540"/>
                  <a:pt x="66492" y="252742"/>
                  <a:pt x="61602" y="257374"/>
                </a:cubicBezTo>
                <a:cubicBezTo>
                  <a:pt x="56090" y="262596"/>
                  <a:pt x="53167" y="262902"/>
                  <a:pt x="47363" y="258865"/>
                </a:cubicBezTo>
                <a:close/>
              </a:path>
            </a:pathLst>
          </a:custGeom>
          <a:solidFill>
            <a:srgbClr val="B9B9B9"/>
          </a:solidFill>
          <a:ln w="5163" cap="flat">
            <a:noFill/>
            <a:prstDash val="solid"/>
            <a:miter/>
          </a:ln>
        </p:spPr>
        <p:txBody>
          <a:bodyPr/>
          <a:lstStyle/>
          <a:p>
            <a:endParaRPr lang="es-419" noProof="0" dirty="0"/>
          </a:p>
        </p:txBody>
      </p:sp>
      <p:sp>
        <p:nvSpPr>
          <p:cNvPr id="44" name="Forma libre: forma 43">
            <a:extLst>
              <a:ext uri="{FF2B5EF4-FFF2-40B4-BE49-F238E27FC236}">
                <a16:creationId xmlns:a16="http://schemas.microsoft.com/office/drawing/2014/main" id="{F5960827-271C-3850-B617-BAD5B94E4AA7}"/>
              </a:ext>
            </a:extLst>
          </p:cNvPr>
          <p:cNvSpPr/>
          <p:nvPr/>
        </p:nvSpPr>
        <p:spPr>
          <a:xfrm>
            <a:off x="1103504" y="2345749"/>
            <a:ext cx="95653" cy="64838"/>
          </a:xfrm>
          <a:custGeom>
            <a:avLst/>
            <a:gdLst>
              <a:gd name="csX0" fmla="*/ 71219 w 95653"/>
              <a:gd name="csY0" fmla="*/ 62506 h 64838"/>
              <a:gd name="csX1" fmla="*/ 62655 w 95653"/>
              <a:gd name="csY1" fmla="*/ 53685 h 64838"/>
              <a:gd name="csX2" fmla="*/ 57443 w 95653"/>
              <a:gd name="csY2" fmla="*/ 48511 h 64838"/>
              <a:gd name="csX3" fmla="*/ 51242 w 95653"/>
              <a:gd name="csY3" fmla="*/ 43994 h 64838"/>
              <a:gd name="csX4" fmla="*/ 48532 w 95653"/>
              <a:gd name="csY4" fmla="*/ 43994 h 64838"/>
              <a:gd name="csX5" fmla="*/ 36926 w 95653"/>
              <a:gd name="csY5" fmla="*/ 44510 h 64838"/>
              <a:gd name="csX6" fmla="*/ 28785 w 95653"/>
              <a:gd name="csY6" fmla="*/ 36765 h 64838"/>
              <a:gd name="csX7" fmla="*/ 27076 w 95653"/>
              <a:gd name="csY7" fmla="*/ 32629 h 64838"/>
              <a:gd name="csX8" fmla="*/ 11500 w 95653"/>
              <a:gd name="csY8" fmla="*/ 28262 h 64838"/>
              <a:gd name="csX9" fmla="*/ 1174 w 95653"/>
              <a:gd name="csY9" fmla="*/ 25068 h 64838"/>
              <a:gd name="csX10" fmla="*/ 31004 w 95653"/>
              <a:gd name="csY10" fmla="*/ 14820 h 64838"/>
              <a:gd name="csX11" fmla="*/ 49970 w 95653"/>
              <a:gd name="csY11" fmla="*/ 6499 h 64838"/>
              <a:gd name="csX12" fmla="*/ 60293 w 95653"/>
              <a:gd name="csY12" fmla="*/ 3207 h 64838"/>
              <a:gd name="csX13" fmla="*/ 79487 w 95653"/>
              <a:gd name="csY13" fmla="*/ 1724 h 64838"/>
              <a:gd name="csX14" fmla="*/ 95469 w 95653"/>
              <a:gd name="csY14" fmla="*/ 24677 h 64838"/>
              <a:gd name="csX15" fmla="*/ 92590 w 95653"/>
              <a:gd name="csY15" fmla="*/ 45837 h 64838"/>
              <a:gd name="csX16" fmla="*/ 88748 w 95653"/>
              <a:gd name="csY16" fmla="*/ 52688 h 64838"/>
              <a:gd name="csX17" fmla="*/ 82592 w 95653"/>
              <a:gd name="csY17" fmla="*/ 62155 h 64838"/>
              <a:gd name="csX18" fmla="*/ 71219 w 95653"/>
              <a:gd name="csY18" fmla="*/ 62506 h 648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95653" h="64838">
                <a:moveTo>
                  <a:pt x="71219" y="62506"/>
                </a:moveTo>
                <a:cubicBezTo>
                  <a:pt x="67412" y="60499"/>
                  <a:pt x="63558" y="56530"/>
                  <a:pt x="62655" y="53685"/>
                </a:cubicBezTo>
                <a:cubicBezTo>
                  <a:pt x="61752" y="50839"/>
                  <a:pt x="59407" y="48511"/>
                  <a:pt x="57443" y="48511"/>
                </a:cubicBezTo>
                <a:cubicBezTo>
                  <a:pt x="55480" y="48511"/>
                  <a:pt x="52689" y="46478"/>
                  <a:pt x="51242" y="43994"/>
                </a:cubicBezTo>
                <a:cubicBezTo>
                  <a:pt x="48736" y="39691"/>
                  <a:pt x="48607" y="39691"/>
                  <a:pt x="48532" y="43994"/>
                </a:cubicBezTo>
                <a:cubicBezTo>
                  <a:pt x="48437" y="49469"/>
                  <a:pt x="48761" y="49455"/>
                  <a:pt x="36926" y="44510"/>
                </a:cubicBezTo>
                <a:cubicBezTo>
                  <a:pt x="30451" y="41804"/>
                  <a:pt x="27814" y="39296"/>
                  <a:pt x="28785" y="36765"/>
                </a:cubicBezTo>
                <a:cubicBezTo>
                  <a:pt x="29575" y="34707"/>
                  <a:pt x="28806" y="32846"/>
                  <a:pt x="27076" y="32629"/>
                </a:cubicBezTo>
                <a:cubicBezTo>
                  <a:pt x="21029" y="31874"/>
                  <a:pt x="18714" y="31225"/>
                  <a:pt x="11500" y="28262"/>
                </a:cubicBezTo>
                <a:cubicBezTo>
                  <a:pt x="7503" y="26621"/>
                  <a:pt x="2857" y="25183"/>
                  <a:pt x="1174" y="25068"/>
                </a:cubicBezTo>
                <a:cubicBezTo>
                  <a:pt x="-4949" y="24646"/>
                  <a:pt x="14045" y="18121"/>
                  <a:pt x="31004" y="14820"/>
                </a:cubicBezTo>
                <a:cubicBezTo>
                  <a:pt x="44060" y="12279"/>
                  <a:pt x="48794" y="10202"/>
                  <a:pt x="49970" y="6499"/>
                </a:cubicBezTo>
                <a:cubicBezTo>
                  <a:pt x="51256" y="2445"/>
                  <a:pt x="53098" y="1858"/>
                  <a:pt x="60293" y="3207"/>
                </a:cubicBezTo>
                <a:cubicBezTo>
                  <a:pt x="65110" y="4111"/>
                  <a:pt x="73747" y="3443"/>
                  <a:pt x="79487" y="1724"/>
                </a:cubicBezTo>
                <a:cubicBezTo>
                  <a:pt x="94315" y="-2719"/>
                  <a:pt x="96385" y="255"/>
                  <a:pt x="95469" y="24677"/>
                </a:cubicBezTo>
                <a:cubicBezTo>
                  <a:pt x="95060" y="35554"/>
                  <a:pt x="93765" y="45076"/>
                  <a:pt x="92590" y="45837"/>
                </a:cubicBezTo>
                <a:cubicBezTo>
                  <a:pt x="91414" y="46598"/>
                  <a:pt x="89686" y="49681"/>
                  <a:pt x="88748" y="52688"/>
                </a:cubicBezTo>
                <a:cubicBezTo>
                  <a:pt x="87811" y="55696"/>
                  <a:pt x="85041" y="59955"/>
                  <a:pt x="82592" y="62155"/>
                </a:cubicBezTo>
                <a:cubicBezTo>
                  <a:pt x="78702" y="65649"/>
                  <a:pt x="77268" y="65693"/>
                  <a:pt x="71219" y="62506"/>
                </a:cubicBezTo>
                <a:close/>
              </a:path>
            </a:pathLst>
          </a:custGeom>
          <a:solidFill>
            <a:srgbClr val="B9B9B9"/>
          </a:solidFill>
          <a:ln w="5163" cap="flat">
            <a:noFill/>
            <a:prstDash val="solid"/>
            <a:miter/>
          </a:ln>
        </p:spPr>
        <p:txBody>
          <a:bodyPr/>
          <a:lstStyle/>
          <a:p>
            <a:endParaRPr lang="es-419" noProof="0" dirty="0"/>
          </a:p>
        </p:txBody>
      </p:sp>
      <p:sp>
        <p:nvSpPr>
          <p:cNvPr id="45" name="Forma libre: forma 44">
            <a:extLst>
              <a:ext uri="{FF2B5EF4-FFF2-40B4-BE49-F238E27FC236}">
                <a16:creationId xmlns:a16="http://schemas.microsoft.com/office/drawing/2014/main" id="{FCE64C1D-7BA4-A579-2F8F-8DE73997184E}"/>
              </a:ext>
            </a:extLst>
          </p:cNvPr>
          <p:cNvSpPr/>
          <p:nvPr/>
        </p:nvSpPr>
        <p:spPr>
          <a:xfrm>
            <a:off x="1015863" y="2030672"/>
            <a:ext cx="364335" cy="362024"/>
          </a:xfrm>
          <a:custGeom>
            <a:avLst/>
            <a:gdLst>
              <a:gd name="csX0" fmla="*/ 185142 w 364335"/>
              <a:gd name="csY0" fmla="*/ 358570 h 362024"/>
              <a:gd name="csX1" fmla="*/ 187621 w 364335"/>
              <a:gd name="csY1" fmla="*/ 340898 h 362024"/>
              <a:gd name="csX2" fmla="*/ 186283 w 364335"/>
              <a:gd name="csY2" fmla="*/ 320178 h 362024"/>
              <a:gd name="csX3" fmla="*/ 182466 w 364335"/>
              <a:gd name="csY3" fmla="*/ 312528 h 362024"/>
              <a:gd name="csX4" fmla="*/ 160064 w 364335"/>
              <a:gd name="csY4" fmla="*/ 313164 h 362024"/>
              <a:gd name="csX5" fmla="*/ 135394 w 364335"/>
              <a:gd name="csY5" fmla="*/ 318882 h 362024"/>
              <a:gd name="csX6" fmla="*/ 107653 w 364335"/>
              <a:gd name="csY6" fmla="*/ 328620 h 362024"/>
              <a:gd name="csX7" fmla="*/ 77975 w 364335"/>
              <a:gd name="csY7" fmla="*/ 329071 h 362024"/>
              <a:gd name="csX8" fmla="*/ 69734 w 364335"/>
              <a:gd name="csY8" fmla="*/ 324866 h 362024"/>
              <a:gd name="csX9" fmla="*/ 48325 w 364335"/>
              <a:gd name="csY9" fmla="*/ 303007 h 362024"/>
              <a:gd name="csX10" fmla="*/ 38186 w 364335"/>
              <a:gd name="csY10" fmla="*/ 292203 h 362024"/>
              <a:gd name="csX11" fmla="*/ 25184 w 364335"/>
              <a:gd name="csY11" fmla="*/ 273778 h 362024"/>
              <a:gd name="csX12" fmla="*/ 11540 w 364335"/>
              <a:gd name="csY12" fmla="*/ 253016 h 362024"/>
              <a:gd name="csX13" fmla="*/ 9603 w 364335"/>
              <a:gd name="csY13" fmla="*/ 246065 h 362024"/>
              <a:gd name="csX14" fmla="*/ 4075 w 364335"/>
              <a:gd name="csY14" fmla="*/ 230604 h 362024"/>
              <a:gd name="csX15" fmla="*/ 2870 w 364335"/>
              <a:gd name="csY15" fmla="*/ 216903 h 362024"/>
              <a:gd name="csX16" fmla="*/ 19099 w 364335"/>
              <a:gd name="csY16" fmla="*/ 209992 h 362024"/>
              <a:gd name="csX17" fmla="*/ 33857 w 364335"/>
              <a:gd name="csY17" fmla="*/ 202727 h 362024"/>
              <a:gd name="csX18" fmla="*/ 62323 w 364335"/>
              <a:gd name="csY18" fmla="*/ 175142 h 362024"/>
              <a:gd name="csX19" fmla="*/ 75732 w 364335"/>
              <a:gd name="csY19" fmla="*/ 169793 h 362024"/>
              <a:gd name="csX20" fmla="*/ 107485 w 364335"/>
              <a:gd name="csY20" fmla="*/ 178512 h 362024"/>
              <a:gd name="csX21" fmla="*/ 118888 w 364335"/>
              <a:gd name="csY21" fmla="*/ 188952 h 362024"/>
              <a:gd name="csX22" fmla="*/ 122369 w 364335"/>
              <a:gd name="csY22" fmla="*/ 177011 h 362024"/>
              <a:gd name="csX23" fmla="*/ 128391 w 364335"/>
              <a:gd name="csY23" fmla="*/ 163500 h 362024"/>
              <a:gd name="csX24" fmla="*/ 127169 w 364335"/>
              <a:gd name="csY24" fmla="*/ 147778 h 362024"/>
              <a:gd name="csX25" fmla="*/ 130389 w 364335"/>
              <a:gd name="csY25" fmla="*/ 138750 h 362024"/>
              <a:gd name="csX26" fmla="*/ 147714 w 364335"/>
              <a:gd name="csY26" fmla="*/ 129037 h 362024"/>
              <a:gd name="csX27" fmla="*/ 142395 w 364335"/>
              <a:gd name="csY27" fmla="*/ 116273 h 362024"/>
              <a:gd name="csX28" fmla="*/ 138322 w 364335"/>
              <a:gd name="csY28" fmla="*/ 100445 h 362024"/>
              <a:gd name="csX29" fmla="*/ 132219 w 364335"/>
              <a:gd name="csY29" fmla="*/ 77384 h 362024"/>
              <a:gd name="csX30" fmla="*/ 123182 w 364335"/>
              <a:gd name="csY30" fmla="*/ 67380 h 362024"/>
              <a:gd name="csX31" fmla="*/ 127316 w 364335"/>
              <a:gd name="csY31" fmla="*/ 49072 h 362024"/>
              <a:gd name="csX32" fmla="*/ 149002 w 364335"/>
              <a:gd name="csY32" fmla="*/ 26791 h 362024"/>
              <a:gd name="csX33" fmla="*/ 156308 w 364335"/>
              <a:gd name="csY33" fmla="*/ 19245 h 362024"/>
              <a:gd name="csX34" fmla="*/ 153995 w 364335"/>
              <a:gd name="csY34" fmla="*/ 9825 h 362024"/>
              <a:gd name="csX35" fmla="*/ 161050 w 364335"/>
              <a:gd name="csY35" fmla="*/ 76 h 362024"/>
              <a:gd name="csX36" fmla="*/ 166583 w 364335"/>
              <a:gd name="csY36" fmla="*/ 7348 h 362024"/>
              <a:gd name="csX37" fmla="*/ 154998 w 364335"/>
              <a:gd name="csY37" fmla="*/ 39300 h 362024"/>
              <a:gd name="csX38" fmla="*/ 157050 w 364335"/>
              <a:gd name="csY38" fmla="*/ 45546 h 362024"/>
              <a:gd name="csX39" fmla="*/ 169737 w 364335"/>
              <a:gd name="csY39" fmla="*/ 24492 h 362024"/>
              <a:gd name="csX40" fmla="*/ 176182 w 364335"/>
              <a:gd name="csY40" fmla="*/ 20317 h 362024"/>
              <a:gd name="csX41" fmla="*/ 177678 w 364335"/>
              <a:gd name="csY41" fmla="*/ 26406 h 362024"/>
              <a:gd name="csX42" fmla="*/ 173510 w 364335"/>
              <a:gd name="csY42" fmla="*/ 43871 h 362024"/>
              <a:gd name="csX43" fmla="*/ 171706 w 364335"/>
              <a:gd name="csY43" fmla="*/ 58451 h 362024"/>
              <a:gd name="csX44" fmla="*/ 179820 w 364335"/>
              <a:gd name="csY44" fmla="*/ 60233 h 362024"/>
              <a:gd name="csX45" fmla="*/ 195468 w 364335"/>
              <a:gd name="csY45" fmla="*/ 47665 h 362024"/>
              <a:gd name="csX46" fmla="*/ 212893 w 364335"/>
              <a:gd name="csY46" fmla="*/ 36256 h 362024"/>
              <a:gd name="csX47" fmla="*/ 215787 w 364335"/>
              <a:gd name="csY47" fmla="*/ 59322 h 362024"/>
              <a:gd name="csX48" fmla="*/ 202515 w 364335"/>
              <a:gd name="csY48" fmla="*/ 73785 h 362024"/>
              <a:gd name="csX49" fmla="*/ 193598 w 364335"/>
              <a:gd name="csY49" fmla="*/ 76402 h 362024"/>
              <a:gd name="csX50" fmla="*/ 196544 w 364335"/>
              <a:gd name="csY50" fmla="*/ 79629 h 362024"/>
              <a:gd name="csX51" fmla="*/ 200631 w 364335"/>
              <a:gd name="csY51" fmla="*/ 82161 h 362024"/>
              <a:gd name="csX52" fmla="*/ 183851 w 364335"/>
              <a:gd name="csY52" fmla="*/ 86694 h 362024"/>
              <a:gd name="csX53" fmla="*/ 179447 w 364335"/>
              <a:gd name="csY53" fmla="*/ 90600 h 362024"/>
              <a:gd name="csX54" fmla="*/ 177337 w 364335"/>
              <a:gd name="csY54" fmla="*/ 95117 h 362024"/>
              <a:gd name="csX55" fmla="*/ 175970 w 364335"/>
              <a:gd name="csY55" fmla="*/ 99847 h 362024"/>
              <a:gd name="csX56" fmla="*/ 172279 w 364335"/>
              <a:gd name="csY56" fmla="*/ 109275 h 362024"/>
              <a:gd name="csX57" fmla="*/ 162736 w 364335"/>
              <a:gd name="csY57" fmla="*/ 127778 h 362024"/>
              <a:gd name="csX58" fmla="*/ 154984 w 364335"/>
              <a:gd name="csY58" fmla="*/ 141584 h 362024"/>
              <a:gd name="csX59" fmla="*/ 157382 w 364335"/>
              <a:gd name="csY59" fmla="*/ 150820 h 362024"/>
              <a:gd name="csX60" fmla="*/ 166003 w 364335"/>
              <a:gd name="csY60" fmla="*/ 156522 h 362024"/>
              <a:gd name="csX61" fmla="*/ 178921 w 364335"/>
              <a:gd name="csY61" fmla="*/ 158229 h 362024"/>
              <a:gd name="csX62" fmla="*/ 200631 w 364335"/>
              <a:gd name="csY62" fmla="*/ 155851 h 362024"/>
              <a:gd name="csX63" fmla="*/ 253127 w 364335"/>
              <a:gd name="csY63" fmla="*/ 145110 h 362024"/>
              <a:gd name="csX64" fmla="*/ 260004 w 364335"/>
              <a:gd name="csY64" fmla="*/ 117060 h 362024"/>
              <a:gd name="csX65" fmla="*/ 261186 w 364335"/>
              <a:gd name="csY65" fmla="*/ 105023 h 362024"/>
              <a:gd name="csX66" fmla="*/ 280779 w 364335"/>
              <a:gd name="csY66" fmla="*/ 107831 h 362024"/>
              <a:gd name="csX67" fmla="*/ 316123 w 364335"/>
              <a:gd name="csY67" fmla="*/ 101238 h 362024"/>
              <a:gd name="csX68" fmla="*/ 332436 w 364335"/>
              <a:gd name="csY68" fmla="*/ 86525 h 362024"/>
              <a:gd name="csX69" fmla="*/ 340656 w 364335"/>
              <a:gd name="csY69" fmla="*/ 79224 h 362024"/>
              <a:gd name="csX70" fmla="*/ 348855 w 364335"/>
              <a:gd name="csY70" fmla="*/ 87171 h 362024"/>
              <a:gd name="csX71" fmla="*/ 361269 w 364335"/>
              <a:gd name="csY71" fmla="*/ 95117 h 362024"/>
              <a:gd name="csX72" fmla="*/ 363171 w 364335"/>
              <a:gd name="csY72" fmla="*/ 103178 h 362024"/>
              <a:gd name="csX73" fmla="*/ 356290 w 364335"/>
              <a:gd name="csY73" fmla="*/ 118022 h 362024"/>
              <a:gd name="csX74" fmla="*/ 352528 w 364335"/>
              <a:gd name="csY74" fmla="*/ 135380 h 362024"/>
              <a:gd name="csX75" fmla="*/ 345616 w 364335"/>
              <a:gd name="csY75" fmla="*/ 149152 h 362024"/>
              <a:gd name="csX76" fmla="*/ 336399 w 364335"/>
              <a:gd name="csY76" fmla="*/ 158318 h 362024"/>
              <a:gd name="csX77" fmla="*/ 325505 w 364335"/>
              <a:gd name="csY77" fmla="*/ 175523 h 362024"/>
              <a:gd name="csX78" fmla="*/ 315430 w 364335"/>
              <a:gd name="csY78" fmla="*/ 204352 h 362024"/>
              <a:gd name="csX79" fmla="*/ 313994 w 364335"/>
              <a:gd name="csY79" fmla="*/ 218773 h 362024"/>
              <a:gd name="csX80" fmla="*/ 296375 w 364335"/>
              <a:gd name="csY80" fmla="*/ 228175 h 362024"/>
              <a:gd name="csX81" fmla="*/ 265231 w 364335"/>
              <a:gd name="csY81" fmla="*/ 238311 h 362024"/>
              <a:gd name="csX82" fmla="*/ 244951 w 364335"/>
              <a:gd name="csY82" fmla="*/ 244768 h 362024"/>
              <a:gd name="csX83" fmla="*/ 219261 w 364335"/>
              <a:gd name="csY83" fmla="*/ 258588 h 362024"/>
              <a:gd name="csX84" fmla="*/ 224662 w 364335"/>
              <a:gd name="csY84" fmla="*/ 270643 h 362024"/>
              <a:gd name="csX85" fmla="*/ 242353 w 364335"/>
              <a:gd name="csY85" fmla="*/ 274944 h 362024"/>
              <a:gd name="csX86" fmla="*/ 251900 w 364335"/>
              <a:gd name="csY86" fmla="*/ 285801 h 362024"/>
              <a:gd name="csX87" fmla="*/ 252381 w 364335"/>
              <a:gd name="csY87" fmla="*/ 304719 h 362024"/>
              <a:gd name="csX88" fmla="*/ 261267 w 364335"/>
              <a:gd name="csY88" fmla="*/ 315608 h 362024"/>
              <a:gd name="csX89" fmla="*/ 268876 w 364335"/>
              <a:gd name="csY89" fmla="*/ 316858 h 362024"/>
              <a:gd name="csX90" fmla="*/ 252027 w 364335"/>
              <a:gd name="csY90" fmla="*/ 336142 h 362024"/>
              <a:gd name="csX91" fmla="*/ 230251 w 364335"/>
              <a:gd name="csY91" fmla="*/ 349333 h 362024"/>
              <a:gd name="csX92" fmla="*/ 209844 w 364335"/>
              <a:gd name="csY92" fmla="*/ 359530 h 362024"/>
              <a:gd name="csX93" fmla="*/ 194478 w 364335"/>
              <a:gd name="csY93" fmla="*/ 360594 h 362024"/>
              <a:gd name="csX94" fmla="*/ 185142 w 364335"/>
              <a:gd name="csY94" fmla="*/ 358570 h 362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364335" h="362024">
                <a:moveTo>
                  <a:pt x="185142" y="358570"/>
                </a:moveTo>
                <a:cubicBezTo>
                  <a:pt x="185142" y="356038"/>
                  <a:pt x="186257" y="348086"/>
                  <a:pt x="187621" y="340898"/>
                </a:cubicBezTo>
                <a:cubicBezTo>
                  <a:pt x="189559" y="330679"/>
                  <a:pt x="189267" y="326160"/>
                  <a:pt x="186283" y="320178"/>
                </a:cubicBezTo>
                <a:lnTo>
                  <a:pt x="182466" y="312528"/>
                </a:lnTo>
                <a:lnTo>
                  <a:pt x="160064" y="313164"/>
                </a:lnTo>
                <a:cubicBezTo>
                  <a:pt x="140617" y="313716"/>
                  <a:pt x="137363" y="314470"/>
                  <a:pt x="135394" y="318882"/>
                </a:cubicBezTo>
                <a:cubicBezTo>
                  <a:pt x="133601" y="322902"/>
                  <a:pt x="127800" y="324938"/>
                  <a:pt x="107653" y="328620"/>
                </a:cubicBezTo>
                <a:cubicBezTo>
                  <a:pt x="84116" y="332921"/>
                  <a:pt x="81860" y="332955"/>
                  <a:pt x="77975" y="329071"/>
                </a:cubicBezTo>
                <a:cubicBezTo>
                  <a:pt x="75663" y="326758"/>
                  <a:pt x="71954" y="324866"/>
                  <a:pt x="69734" y="324866"/>
                </a:cubicBezTo>
                <a:cubicBezTo>
                  <a:pt x="64790" y="324866"/>
                  <a:pt x="53564" y="313404"/>
                  <a:pt x="48325" y="303007"/>
                </a:cubicBezTo>
                <a:cubicBezTo>
                  <a:pt x="46195" y="298781"/>
                  <a:pt x="41633" y="293919"/>
                  <a:pt x="38186" y="292203"/>
                </a:cubicBezTo>
                <a:cubicBezTo>
                  <a:pt x="31831" y="289039"/>
                  <a:pt x="25350" y="279856"/>
                  <a:pt x="25184" y="273778"/>
                </a:cubicBezTo>
                <a:cubicBezTo>
                  <a:pt x="25085" y="270192"/>
                  <a:pt x="14730" y="254434"/>
                  <a:pt x="11540" y="253016"/>
                </a:cubicBezTo>
                <a:cubicBezTo>
                  <a:pt x="10475" y="252543"/>
                  <a:pt x="9603" y="249415"/>
                  <a:pt x="9603" y="246065"/>
                </a:cubicBezTo>
                <a:cubicBezTo>
                  <a:pt x="9603" y="242715"/>
                  <a:pt x="7116" y="235757"/>
                  <a:pt x="4075" y="230604"/>
                </a:cubicBezTo>
                <a:cubicBezTo>
                  <a:pt x="-1096" y="221839"/>
                  <a:pt x="-1174" y="220953"/>
                  <a:pt x="2870" y="216903"/>
                </a:cubicBezTo>
                <a:cubicBezTo>
                  <a:pt x="5247" y="214522"/>
                  <a:pt x="12551" y="211412"/>
                  <a:pt x="19099" y="209992"/>
                </a:cubicBezTo>
                <a:cubicBezTo>
                  <a:pt x="25650" y="208572"/>
                  <a:pt x="32288" y="205304"/>
                  <a:pt x="33857" y="202727"/>
                </a:cubicBezTo>
                <a:cubicBezTo>
                  <a:pt x="40254" y="192222"/>
                  <a:pt x="57879" y="175142"/>
                  <a:pt x="62323" y="175142"/>
                </a:cubicBezTo>
                <a:cubicBezTo>
                  <a:pt x="64938" y="175142"/>
                  <a:pt x="70972" y="172735"/>
                  <a:pt x="75732" y="169793"/>
                </a:cubicBezTo>
                <a:cubicBezTo>
                  <a:pt x="86563" y="163099"/>
                  <a:pt x="92402" y="164703"/>
                  <a:pt x="107485" y="178512"/>
                </a:cubicBezTo>
                <a:lnTo>
                  <a:pt x="118888" y="188952"/>
                </a:lnTo>
                <a:lnTo>
                  <a:pt x="122369" y="177011"/>
                </a:lnTo>
                <a:cubicBezTo>
                  <a:pt x="124284" y="170444"/>
                  <a:pt x="126994" y="164364"/>
                  <a:pt x="128391" y="163500"/>
                </a:cubicBezTo>
                <a:cubicBezTo>
                  <a:pt x="132170" y="161165"/>
                  <a:pt x="131464" y="152072"/>
                  <a:pt x="127169" y="147778"/>
                </a:cubicBezTo>
                <a:cubicBezTo>
                  <a:pt x="122214" y="142823"/>
                  <a:pt x="124785" y="135614"/>
                  <a:pt x="130389" y="138750"/>
                </a:cubicBezTo>
                <a:cubicBezTo>
                  <a:pt x="136409" y="142119"/>
                  <a:pt x="145744" y="136885"/>
                  <a:pt x="147714" y="129037"/>
                </a:cubicBezTo>
                <a:cubicBezTo>
                  <a:pt x="149051" y="123709"/>
                  <a:pt x="147940" y="121043"/>
                  <a:pt x="142395" y="116273"/>
                </a:cubicBezTo>
                <a:cubicBezTo>
                  <a:pt x="135828" y="110625"/>
                  <a:pt x="135571" y="109625"/>
                  <a:pt x="138322" y="100445"/>
                </a:cubicBezTo>
                <a:cubicBezTo>
                  <a:pt x="142194" y="87522"/>
                  <a:pt x="142531" y="88798"/>
                  <a:pt x="132219" y="77384"/>
                </a:cubicBezTo>
                <a:lnTo>
                  <a:pt x="123182" y="67380"/>
                </a:lnTo>
                <a:lnTo>
                  <a:pt x="127316" y="49072"/>
                </a:lnTo>
                <a:cubicBezTo>
                  <a:pt x="131667" y="29805"/>
                  <a:pt x="134422" y="26975"/>
                  <a:pt x="149002" y="26791"/>
                </a:cubicBezTo>
                <a:cubicBezTo>
                  <a:pt x="154177" y="26725"/>
                  <a:pt x="155624" y="25231"/>
                  <a:pt x="156308" y="19245"/>
                </a:cubicBezTo>
                <a:cubicBezTo>
                  <a:pt x="156776" y="15139"/>
                  <a:pt x="155736" y="10900"/>
                  <a:pt x="153995" y="9825"/>
                </a:cubicBezTo>
                <a:cubicBezTo>
                  <a:pt x="148346" y="6334"/>
                  <a:pt x="153520" y="-815"/>
                  <a:pt x="161050" y="76"/>
                </a:cubicBezTo>
                <a:cubicBezTo>
                  <a:pt x="168082" y="908"/>
                  <a:pt x="172982" y="7348"/>
                  <a:pt x="166583" y="7348"/>
                </a:cubicBezTo>
                <a:cubicBezTo>
                  <a:pt x="163388" y="7348"/>
                  <a:pt x="159114" y="19135"/>
                  <a:pt x="154998" y="39300"/>
                </a:cubicBezTo>
                <a:cubicBezTo>
                  <a:pt x="153853" y="44911"/>
                  <a:pt x="154355" y="46439"/>
                  <a:pt x="157050" y="45546"/>
                </a:cubicBezTo>
                <a:cubicBezTo>
                  <a:pt x="160851" y="44288"/>
                  <a:pt x="165520" y="36539"/>
                  <a:pt x="169737" y="24492"/>
                </a:cubicBezTo>
                <a:cubicBezTo>
                  <a:pt x="171898" y="18321"/>
                  <a:pt x="172952" y="17637"/>
                  <a:pt x="176182" y="20317"/>
                </a:cubicBezTo>
                <a:cubicBezTo>
                  <a:pt x="178636" y="22355"/>
                  <a:pt x="179182" y="24572"/>
                  <a:pt x="177678" y="26406"/>
                </a:cubicBezTo>
                <a:cubicBezTo>
                  <a:pt x="176378" y="27992"/>
                  <a:pt x="174502" y="35852"/>
                  <a:pt x="173510" y="43871"/>
                </a:cubicBezTo>
                <a:lnTo>
                  <a:pt x="171706" y="58451"/>
                </a:lnTo>
                <a:lnTo>
                  <a:pt x="179820" y="60233"/>
                </a:lnTo>
                <a:cubicBezTo>
                  <a:pt x="190172" y="62507"/>
                  <a:pt x="195468" y="58253"/>
                  <a:pt x="195468" y="47665"/>
                </a:cubicBezTo>
                <a:cubicBezTo>
                  <a:pt x="195468" y="37295"/>
                  <a:pt x="201609" y="33273"/>
                  <a:pt x="212893" y="36256"/>
                </a:cubicBezTo>
                <a:cubicBezTo>
                  <a:pt x="222809" y="38877"/>
                  <a:pt x="222920" y="39758"/>
                  <a:pt x="215787" y="59322"/>
                </a:cubicBezTo>
                <a:cubicBezTo>
                  <a:pt x="210635" y="73452"/>
                  <a:pt x="209804" y="74357"/>
                  <a:pt x="202515" y="73785"/>
                </a:cubicBezTo>
                <a:cubicBezTo>
                  <a:pt x="198132" y="73441"/>
                  <a:pt x="194241" y="74583"/>
                  <a:pt x="193598" y="76402"/>
                </a:cubicBezTo>
                <a:cubicBezTo>
                  <a:pt x="192970" y="78177"/>
                  <a:pt x="194295" y="79629"/>
                  <a:pt x="196544" y="79629"/>
                </a:cubicBezTo>
                <a:cubicBezTo>
                  <a:pt x="198791" y="79629"/>
                  <a:pt x="200631" y="80768"/>
                  <a:pt x="200631" y="82161"/>
                </a:cubicBezTo>
                <a:cubicBezTo>
                  <a:pt x="200631" y="85088"/>
                  <a:pt x="191380" y="87587"/>
                  <a:pt x="183851" y="86694"/>
                </a:cubicBezTo>
                <a:cubicBezTo>
                  <a:pt x="180197" y="86261"/>
                  <a:pt x="178910" y="87403"/>
                  <a:pt x="179447" y="90600"/>
                </a:cubicBezTo>
                <a:cubicBezTo>
                  <a:pt x="179864" y="93084"/>
                  <a:pt x="178915" y="95117"/>
                  <a:pt x="177337" y="95117"/>
                </a:cubicBezTo>
                <a:cubicBezTo>
                  <a:pt x="175731" y="95117"/>
                  <a:pt x="175129" y="97199"/>
                  <a:pt x="175970" y="99847"/>
                </a:cubicBezTo>
                <a:cubicBezTo>
                  <a:pt x="176899" y="102775"/>
                  <a:pt x="175493" y="106367"/>
                  <a:pt x="172279" y="109275"/>
                </a:cubicBezTo>
                <a:cubicBezTo>
                  <a:pt x="169424" y="111859"/>
                  <a:pt x="165130" y="120185"/>
                  <a:pt x="162736" y="127778"/>
                </a:cubicBezTo>
                <a:cubicBezTo>
                  <a:pt x="160343" y="135371"/>
                  <a:pt x="156854" y="141584"/>
                  <a:pt x="154984" y="141584"/>
                </a:cubicBezTo>
                <a:cubicBezTo>
                  <a:pt x="149300" y="141584"/>
                  <a:pt x="151188" y="148854"/>
                  <a:pt x="157382" y="150820"/>
                </a:cubicBezTo>
                <a:cubicBezTo>
                  <a:pt x="160571" y="151832"/>
                  <a:pt x="164451" y="154398"/>
                  <a:pt x="166003" y="156522"/>
                </a:cubicBezTo>
                <a:cubicBezTo>
                  <a:pt x="168191" y="159513"/>
                  <a:pt x="171101" y="159898"/>
                  <a:pt x="178921" y="158229"/>
                </a:cubicBezTo>
                <a:cubicBezTo>
                  <a:pt x="184472" y="157045"/>
                  <a:pt x="194242" y="155975"/>
                  <a:pt x="200631" y="155851"/>
                </a:cubicBezTo>
                <a:cubicBezTo>
                  <a:pt x="239506" y="155102"/>
                  <a:pt x="240586" y="154881"/>
                  <a:pt x="253127" y="145110"/>
                </a:cubicBezTo>
                <a:cubicBezTo>
                  <a:pt x="266671" y="134558"/>
                  <a:pt x="268972" y="125175"/>
                  <a:pt x="260004" y="117060"/>
                </a:cubicBezTo>
                <a:cubicBezTo>
                  <a:pt x="253254" y="110951"/>
                  <a:pt x="253492" y="108529"/>
                  <a:pt x="261186" y="105023"/>
                </a:cubicBezTo>
                <a:cubicBezTo>
                  <a:pt x="266361" y="102665"/>
                  <a:pt x="269974" y="103183"/>
                  <a:pt x="280779" y="107831"/>
                </a:cubicBezTo>
                <a:cubicBezTo>
                  <a:pt x="296129" y="114435"/>
                  <a:pt x="303140" y="113127"/>
                  <a:pt x="316123" y="101238"/>
                </a:cubicBezTo>
                <a:cubicBezTo>
                  <a:pt x="320574" y="97162"/>
                  <a:pt x="327915" y="90541"/>
                  <a:pt x="332436" y="86525"/>
                </a:cubicBezTo>
                <a:lnTo>
                  <a:pt x="340656" y="79224"/>
                </a:lnTo>
                <a:lnTo>
                  <a:pt x="348855" y="87171"/>
                </a:lnTo>
                <a:cubicBezTo>
                  <a:pt x="353365" y="91541"/>
                  <a:pt x="358951" y="95117"/>
                  <a:pt x="361269" y="95117"/>
                </a:cubicBezTo>
                <a:cubicBezTo>
                  <a:pt x="364761" y="95117"/>
                  <a:pt x="365087" y="96499"/>
                  <a:pt x="363171" y="103178"/>
                </a:cubicBezTo>
                <a:cubicBezTo>
                  <a:pt x="361900" y="107612"/>
                  <a:pt x="358803" y="114292"/>
                  <a:pt x="356290" y="118022"/>
                </a:cubicBezTo>
                <a:cubicBezTo>
                  <a:pt x="353286" y="122482"/>
                  <a:pt x="351997" y="128425"/>
                  <a:pt x="352528" y="135380"/>
                </a:cubicBezTo>
                <a:cubicBezTo>
                  <a:pt x="353262" y="145010"/>
                  <a:pt x="352644" y="146241"/>
                  <a:pt x="345616" y="149152"/>
                </a:cubicBezTo>
                <a:cubicBezTo>
                  <a:pt x="341239" y="150965"/>
                  <a:pt x="337248" y="154934"/>
                  <a:pt x="336399" y="158318"/>
                </a:cubicBezTo>
                <a:cubicBezTo>
                  <a:pt x="335575" y="161601"/>
                  <a:pt x="330673" y="169343"/>
                  <a:pt x="325505" y="175523"/>
                </a:cubicBezTo>
                <a:cubicBezTo>
                  <a:pt x="311850" y="191852"/>
                  <a:pt x="310247" y="196441"/>
                  <a:pt x="315430" y="204352"/>
                </a:cubicBezTo>
                <a:cubicBezTo>
                  <a:pt x="319567" y="210666"/>
                  <a:pt x="319502" y="211324"/>
                  <a:pt x="313994" y="218773"/>
                </a:cubicBezTo>
                <a:cubicBezTo>
                  <a:pt x="309522" y="224822"/>
                  <a:pt x="305556" y="226939"/>
                  <a:pt x="296375" y="228175"/>
                </a:cubicBezTo>
                <a:cubicBezTo>
                  <a:pt x="280209" y="230353"/>
                  <a:pt x="268738" y="234086"/>
                  <a:pt x="265231" y="238311"/>
                </a:cubicBezTo>
                <a:cubicBezTo>
                  <a:pt x="263619" y="240253"/>
                  <a:pt x="254493" y="243158"/>
                  <a:pt x="244951" y="244768"/>
                </a:cubicBezTo>
                <a:cubicBezTo>
                  <a:pt x="224827" y="248162"/>
                  <a:pt x="223542" y="248854"/>
                  <a:pt x="219261" y="258588"/>
                </a:cubicBezTo>
                <a:cubicBezTo>
                  <a:pt x="215450" y="267254"/>
                  <a:pt x="216976" y="270661"/>
                  <a:pt x="224662" y="270643"/>
                </a:cubicBezTo>
                <a:cubicBezTo>
                  <a:pt x="227772" y="270636"/>
                  <a:pt x="235733" y="272571"/>
                  <a:pt x="242353" y="274944"/>
                </a:cubicBezTo>
                <a:cubicBezTo>
                  <a:pt x="253677" y="279002"/>
                  <a:pt x="254241" y="279644"/>
                  <a:pt x="251900" y="285801"/>
                </a:cubicBezTo>
                <a:cubicBezTo>
                  <a:pt x="250237" y="290175"/>
                  <a:pt x="250396" y="296447"/>
                  <a:pt x="252381" y="304719"/>
                </a:cubicBezTo>
                <a:cubicBezTo>
                  <a:pt x="255038" y="315794"/>
                  <a:pt x="255971" y="316937"/>
                  <a:pt x="261267" y="315608"/>
                </a:cubicBezTo>
                <a:cubicBezTo>
                  <a:pt x="264522" y="314791"/>
                  <a:pt x="267946" y="315353"/>
                  <a:pt x="268876" y="316858"/>
                </a:cubicBezTo>
                <a:cubicBezTo>
                  <a:pt x="271618" y="321295"/>
                  <a:pt x="260047" y="334538"/>
                  <a:pt x="252027" y="336142"/>
                </a:cubicBezTo>
                <a:cubicBezTo>
                  <a:pt x="247958" y="336956"/>
                  <a:pt x="238159" y="342892"/>
                  <a:pt x="230251" y="349333"/>
                </a:cubicBezTo>
                <a:cubicBezTo>
                  <a:pt x="219279" y="358270"/>
                  <a:pt x="214445" y="360685"/>
                  <a:pt x="209844" y="359530"/>
                </a:cubicBezTo>
                <a:cubicBezTo>
                  <a:pt x="206527" y="358698"/>
                  <a:pt x="199613" y="359176"/>
                  <a:pt x="194478" y="360594"/>
                </a:cubicBezTo>
                <a:cubicBezTo>
                  <a:pt x="186278" y="362858"/>
                  <a:pt x="185142" y="362612"/>
                  <a:pt x="185142" y="358570"/>
                </a:cubicBezTo>
                <a:close/>
              </a:path>
            </a:pathLst>
          </a:custGeom>
          <a:solidFill>
            <a:srgbClr val="B9B9B9"/>
          </a:solidFill>
          <a:ln w="5163" cap="flat">
            <a:noFill/>
            <a:prstDash val="solid"/>
            <a:miter/>
          </a:ln>
        </p:spPr>
        <p:txBody>
          <a:bodyPr/>
          <a:lstStyle/>
          <a:p>
            <a:endParaRPr lang="es-419" noProof="0" dirty="0"/>
          </a:p>
        </p:txBody>
      </p:sp>
      <p:sp>
        <p:nvSpPr>
          <p:cNvPr id="46" name="Forma libre: forma 45">
            <a:extLst>
              <a:ext uri="{FF2B5EF4-FFF2-40B4-BE49-F238E27FC236}">
                <a16:creationId xmlns:a16="http://schemas.microsoft.com/office/drawing/2014/main" id="{FC22E379-53FB-472A-1120-D8AA1018F3E2}"/>
              </a:ext>
            </a:extLst>
          </p:cNvPr>
          <p:cNvSpPr/>
          <p:nvPr/>
        </p:nvSpPr>
        <p:spPr>
          <a:xfrm>
            <a:off x="1331227" y="2128697"/>
            <a:ext cx="198884" cy="167193"/>
          </a:xfrm>
          <a:custGeom>
            <a:avLst/>
            <a:gdLst>
              <a:gd name="csX0" fmla="*/ 102761 w 198884"/>
              <a:gd name="csY0" fmla="*/ 161938 h 167193"/>
              <a:gd name="csX1" fmla="*/ 88269 w 198884"/>
              <a:gd name="csY1" fmla="*/ 157454 h 167193"/>
              <a:gd name="csX2" fmla="*/ 69481 w 198884"/>
              <a:gd name="csY2" fmla="*/ 161146 h 167193"/>
              <a:gd name="csX3" fmla="*/ 60039 w 198884"/>
              <a:gd name="csY3" fmla="*/ 160242 h 167193"/>
              <a:gd name="csX4" fmla="*/ 55236 w 198884"/>
              <a:gd name="csY4" fmla="*/ 148107 h 167193"/>
              <a:gd name="csX5" fmla="*/ 50480 w 198884"/>
              <a:gd name="csY5" fmla="*/ 138608 h 167193"/>
              <a:gd name="csX6" fmla="*/ 28907 w 198884"/>
              <a:gd name="csY6" fmla="*/ 140363 h 167193"/>
              <a:gd name="csX7" fmla="*/ 11289 w 198884"/>
              <a:gd name="csY7" fmla="*/ 137781 h 167193"/>
              <a:gd name="csX8" fmla="*/ 6827 w 198884"/>
              <a:gd name="csY8" fmla="*/ 131288 h 167193"/>
              <a:gd name="csX9" fmla="*/ 1775 w 198884"/>
              <a:gd name="csY9" fmla="*/ 129012 h 167193"/>
              <a:gd name="csX10" fmla="*/ 4158 w 198884"/>
              <a:gd name="csY10" fmla="*/ 118778 h 167193"/>
              <a:gd name="csX11" fmla="*/ 5752 w 198884"/>
              <a:gd name="csY11" fmla="*/ 106007 h 167193"/>
              <a:gd name="csX12" fmla="*/ 11789 w 198884"/>
              <a:gd name="csY12" fmla="*/ 81269 h 167193"/>
              <a:gd name="csX13" fmla="*/ 23630 w 198884"/>
              <a:gd name="csY13" fmla="*/ 62821 h 167193"/>
              <a:gd name="csX14" fmla="*/ 32410 w 198884"/>
              <a:gd name="csY14" fmla="*/ 53884 h 167193"/>
              <a:gd name="csX15" fmla="*/ 41084 w 198884"/>
              <a:gd name="csY15" fmla="*/ 33929 h 167193"/>
              <a:gd name="csX16" fmla="*/ 44790 w 198884"/>
              <a:gd name="csY16" fmla="*/ 21065 h 167193"/>
              <a:gd name="csX17" fmla="*/ 50866 w 198884"/>
              <a:gd name="csY17" fmla="*/ 7384 h 167193"/>
              <a:gd name="csX18" fmla="*/ 69085 w 198884"/>
              <a:gd name="csY18" fmla="*/ 3371 h 167193"/>
              <a:gd name="csX19" fmla="*/ 83968 w 198884"/>
              <a:gd name="csY19" fmla="*/ 7430 h 167193"/>
              <a:gd name="csX20" fmla="*/ 103250 w 198884"/>
              <a:gd name="csY20" fmla="*/ 16788 h 167193"/>
              <a:gd name="csX21" fmla="*/ 120904 w 198884"/>
              <a:gd name="csY21" fmla="*/ 28277 h 167193"/>
              <a:gd name="csX22" fmla="*/ 134887 w 198884"/>
              <a:gd name="csY22" fmla="*/ 23438 h 167193"/>
              <a:gd name="csX23" fmla="*/ 159058 w 198884"/>
              <a:gd name="csY23" fmla="*/ 20032 h 167193"/>
              <a:gd name="csX24" fmla="*/ 176483 w 198884"/>
              <a:gd name="csY24" fmla="*/ 28515 h 167193"/>
              <a:gd name="csX25" fmla="*/ 192460 w 198884"/>
              <a:gd name="csY25" fmla="*/ 37014 h 167193"/>
              <a:gd name="csX26" fmla="*/ 196332 w 198884"/>
              <a:gd name="csY26" fmla="*/ 44480 h 167193"/>
              <a:gd name="csX27" fmla="*/ 196153 w 198884"/>
              <a:gd name="csY27" fmla="*/ 52404 h 167193"/>
              <a:gd name="csX28" fmla="*/ 187288 w 198884"/>
              <a:gd name="csY28" fmla="*/ 53879 h 167193"/>
              <a:gd name="csX29" fmla="*/ 174390 w 198884"/>
              <a:gd name="csY29" fmla="*/ 56149 h 167193"/>
              <a:gd name="csX30" fmla="*/ 170518 w 198884"/>
              <a:gd name="csY30" fmla="*/ 64210 h 167193"/>
              <a:gd name="csX31" fmla="*/ 166645 w 198884"/>
              <a:gd name="csY31" fmla="*/ 72206 h 167193"/>
              <a:gd name="csX32" fmla="*/ 158901 w 198884"/>
              <a:gd name="csY32" fmla="*/ 75439 h 167193"/>
              <a:gd name="csX33" fmla="*/ 151157 w 198884"/>
              <a:gd name="csY33" fmla="*/ 76992 h 167193"/>
              <a:gd name="csX34" fmla="*/ 142182 w 198884"/>
              <a:gd name="csY34" fmla="*/ 79321 h 167193"/>
              <a:gd name="csX35" fmla="*/ 127056 w 198884"/>
              <a:gd name="csY35" fmla="*/ 97769 h 167193"/>
              <a:gd name="csX36" fmla="*/ 130544 w 198884"/>
              <a:gd name="csY36" fmla="*/ 109385 h 167193"/>
              <a:gd name="csX37" fmla="*/ 134269 w 198884"/>
              <a:gd name="csY37" fmla="*/ 120288 h 167193"/>
              <a:gd name="csX38" fmla="*/ 148765 w 198884"/>
              <a:gd name="csY38" fmla="*/ 140043 h 167193"/>
              <a:gd name="csX39" fmla="*/ 155377 w 198884"/>
              <a:gd name="csY39" fmla="*/ 157142 h 167193"/>
              <a:gd name="csX40" fmla="*/ 143045 w 198884"/>
              <a:gd name="csY40" fmla="*/ 162040 h 167193"/>
              <a:gd name="csX41" fmla="*/ 102761 w 198884"/>
              <a:gd name="csY41" fmla="*/ 161938 h 167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Lst>
            <a:rect l="l" t="t" r="r" b="b"/>
            <a:pathLst>
              <a:path w="198884" h="167193">
                <a:moveTo>
                  <a:pt x="102761" y="161938"/>
                </a:moveTo>
                <a:cubicBezTo>
                  <a:pt x="101767" y="158136"/>
                  <a:pt x="99022" y="157287"/>
                  <a:pt x="88269" y="157454"/>
                </a:cubicBezTo>
                <a:cubicBezTo>
                  <a:pt x="80973" y="157567"/>
                  <a:pt x="72518" y="159228"/>
                  <a:pt x="69481" y="161146"/>
                </a:cubicBezTo>
                <a:cubicBezTo>
                  <a:pt x="64710" y="164157"/>
                  <a:pt x="63423" y="164033"/>
                  <a:pt x="60039" y="160242"/>
                </a:cubicBezTo>
                <a:cubicBezTo>
                  <a:pt x="57884" y="157827"/>
                  <a:pt x="55723" y="152366"/>
                  <a:pt x="55236" y="148107"/>
                </a:cubicBezTo>
                <a:cubicBezTo>
                  <a:pt x="54750" y="143848"/>
                  <a:pt x="52610" y="139573"/>
                  <a:pt x="50480" y="138608"/>
                </a:cubicBezTo>
                <a:cubicBezTo>
                  <a:pt x="43634" y="135506"/>
                  <a:pt x="32890" y="136379"/>
                  <a:pt x="28907" y="140363"/>
                </a:cubicBezTo>
                <a:cubicBezTo>
                  <a:pt x="22942" y="146328"/>
                  <a:pt x="14628" y="145109"/>
                  <a:pt x="11289" y="137781"/>
                </a:cubicBezTo>
                <a:cubicBezTo>
                  <a:pt x="9671" y="134232"/>
                  <a:pt x="7664" y="131310"/>
                  <a:pt x="6827" y="131288"/>
                </a:cubicBezTo>
                <a:cubicBezTo>
                  <a:pt x="5990" y="131266"/>
                  <a:pt x="3716" y="130242"/>
                  <a:pt x="1775" y="129012"/>
                </a:cubicBezTo>
                <a:cubicBezTo>
                  <a:pt x="-1083" y="127202"/>
                  <a:pt x="-629" y="125253"/>
                  <a:pt x="4158" y="118778"/>
                </a:cubicBezTo>
                <a:cubicBezTo>
                  <a:pt x="9713" y="111264"/>
                  <a:pt x="9810" y="110491"/>
                  <a:pt x="5752" y="106007"/>
                </a:cubicBezTo>
                <a:cubicBezTo>
                  <a:pt x="-610" y="98977"/>
                  <a:pt x="325" y="95142"/>
                  <a:pt x="11789" y="81269"/>
                </a:cubicBezTo>
                <a:cubicBezTo>
                  <a:pt x="17485" y="74376"/>
                  <a:pt x="22814" y="66074"/>
                  <a:pt x="23630" y="62821"/>
                </a:cubicBezTo>
                <a:cubicBezTo>
                  <a:pt x="24447" y="59568"/>
                  <a:pt x="28398" y="55546"/>
                  <a:pt x="32410" y="53884"/>
                </a:cubicBezTo>
                <a:cubicBezTo>
                  <a:pt x="40181" y="50665"/>
                  <a:pt x="43478" y="43081"/>
                  <a:pt x="41084" y="33929"/>
                </a:cubicBezTo>
                <a:cubicBezTo>
                  <a:pt x="40186" y="30493"/>
                  <a:pt x="41619" y="25519"/>
                  <a:pt x="44790" y="21065"/>
                </a:cubicBezTo>
                <a:cubicBezTo>
                  <a:pt x="47634" y="17072"/>
                  <a:pt x="50368" y="10915"/>
                  <a:pt x="50866" y="7384"/>
                </a:cubicBezTo>
                <a:cubicBezTo>
                  <a:pt x="51978" y="-503"/>
                  <a:pt x="60785" y="-2442"/>
                  <a:pt x="69085" y="3371"/>
                </a:cubicBezTo>
                <a:cubicBezTo>
                  <a:pt x="72262" y="5597"/>
                  <a:pt x="78960" y="7424"/>
                  <a:pt x="83968" y="7430"/>
                </a:cubicBezTo>
                <a:cubicBezTo>
                  <a:pt x="90827" y="7440"/>
                  <a:pt x="95585" y="9748"/>
                  <a:pt x="103250" y="16788"/>
                </a:cubicBezTo>
                <a:cubicBezTo>
                  <a:pt x="108847" y="21927"/>
                  <a:pt x="116791" y="27098"/>
                  <a:pt x="120904" y="28277"/>
                </a:cubicBezTo>
                <a:cubicBezTo>
                  <a:pt x="127215" y="30087"/>
                  <a:pt x="129398" y="29332"/>
                  <a:pt x="134887" y="23438"/>
                </a:cubicBezTo>
                <a:cubicBezTo>
                  <a:pt x="142030" y="15767"/>
                  <a:pt x="156507" y="13727"/>
                  <a:pt x="159058" y="20032"/>
                </a:cubicBezTo>
                <a:cubicBezTo>
                  <a:pt x="159855" y="22000"/>
                  <a:pt x="167696" y="25818"/>
                  <a:pt x="176483" y="28515"/>
                </a:cubicBezTo>
                <a:cubicBezTo>
                  <a:pt x="186066" y="31457"/>
                  <a:pt x="192460" y="34858"/>
                  <a:pt x="192460" y="37014"/>
                </a:cubicBezTo>
                <a:cubicBezTo>
                  <a:pt x="192460" y="38991"/>
                  <a:pt x="194203" y="42351"/>
                  <a:pt x="196332" y="44480"/>
                </a:cubicBezTo>
                <a:cubicBezTo>
                  <a:pt x="199774" y="47922"/>
                  <a:pt x="199754" y="48803"/>
                  <a:pt x="196153" y="52404"/>
                </a:cubicBezTo>
                <a:cubicBezTo>
                  <a:pt x="193159" y="55398"/>
                  <a:pt x="190845" y="55783"/>
                  <a:pt x="187288" y="53879"/>
                </a:cubicBezTo>
                <a:cubicBezTo>
                  <a:pt x="179800" y="49872"/>
                  <a:pt x="174390" y="50824"/>
                  <a:pt x="174390" y="56149"/>
                </a:cubicBezTo>
                <a:cubicBezTo>
                  <a:pt x="174390" y="58815"/>
                  <a:pt x="172647" y="62442"/>
                  <a:pt x="170518" y="64210"/>
                </a:cubicBezTo>
                <a:cubicBezTo>
                  <a:pt x="168388" y="65977"/>
                  <a:pt x="166645" y="69575"/>
                  <a:pt x="166645" y="72206"/>
                </a:cubicBezTo>
                <a:cubicBezTo>
                  <a:pt x="166645" y="76143"/>
                  <a:pt x="165276" y="76714"/>
                  <a:pt x="158901" y="75439"/>
                </a:cubicBezTo>
                <a:cubicBezTo>
                  <a:pt x="153734" y="74406"/>
                  <a:pt x="151157" y="74922"/>
                  <a:pt x="151157" y="76992"/>
                </a:cubicBezTo>
                <a:cubicBezTo>
                  <a:pt x="151157" y="78961"/>
                  <a:pt x="147877" y="79812"/>
                  <a:pt x="142182" y="79321"/>
                </a:cubicBezTo>
                <a:cubicBezTo>
                  <a:pt x="130428" y="78308"/>
                  <a:pt x="124889" y="85064"/>
                  <a:pt x="127056" y="97769"/>
                </a:cubicBezTo>
                <a:cubicBezTo>
                  <a:pt x="127904" y="102738"/>
                  <a:pt x="129473" y="107965"/>
                  <a:pt x="130544" y="109385"/>
                </a:cubicBezTo>
                <a:cubicBezTo>
                  <a:pt x="131614" y="110805"/>
                  <a:pt x="133291" y="115711"/>
                  <a:pt x="134269" y="120288"/>
                </a:cubicBezTo>
                <a:cubicBezTo>
                  <a:pt x="135415" y="125645"/>
                  <a:pt x="140578" y="132682"/>
                  <a:pt x="148765" y="140043"/>
                </a:cubicBezTo>
                <a:cubicBezTo>
                  <a:pt x="162833" y="152691"/>
                  <a:pt x="164554" y="157142"/>
                  <a:pt x="155377" y="157142"/>
                </a:cubicBezTo>
                <a:cubicBezTo>
                  <a:pt x="152019" y="157142"/>
                  <a:pt x="146470" y="159346"/>
                  <a:pt x="143045" y="162040"/>
                </a:cubicBezTo>
                <a:cubicBezTo>
                  <a:pt x="134241" y="168966"/>
                  <a:pt x="104579" y="168891"/>
                  <a:pt x="102761" y="161938"/>
                </a:cubicBezTo>
                <a:close/>
              </a:path>
            </a:pathLst>
          </a:custGeom>
          <a:solidFill>
            <a:srgbClr val="B9B9B9"/>
          </a:solidFill>
          <a:ln w="5163" cap="flat">
            <a:noFill/>
            <a:prstDash val="solid"/>
            <a:miter/>
          </a:ln>
        </p:spPr>
        <p:txBody>
          <a:bodyPr/>
          <a:lstStyle/>
          <a:p>
            <a:endParaRPr lang="es-419" noProof="0" dirty="0"/>
          </a:p>
        </p:txBody>
      </p:sp>
      <p:sp>
        <p:nvSpPr>
          <p:cNvPr id="47" name="Forma libre: forma 46">
            <a:extLst>
              <a:ext uri="{FF2B5EF4-FFF2-40B4-BE49-F238E27FC236}">
                <a16:creationId xmlns:a16="http://schemas.microsoft.com/office/drawing/2014/main" id="{AE6482BB-7E98-EB48-67D1-87A613E62218}"/>
              </a:ext>
            </a:extLst>
          </p:cNvPr>
          <p:cNvSpPr/>
          <p:nvPr/>
        </p:nvSpPr>
        <p:spPr>
          <a:xfrm>
            <a:off x="1461542" y="2144566"/>
            <a:ext cx="129500" cy="144710"/>
          </a:xfrm>
          <a:custGeom>
            <a:avLst/>
            <a:gdLst>
              <a:gd name="csX0" fmla="*/ 39451 w 129500"/>
              <a:gd name="csY0" fmla="*/ 143362 h 144710"/>
              <a:gd name="csX1" fmla="*/ 36297 w 129500"/>
              <a:gd name="csY1" fmla="*/ 137530 h 144710"/>
              <a:gd name="csX2" fmla="*/ 22310 w 129500"/>
              <a:gd name="csY2" fmla="*/ 122582 h 144710"/>
              <a:gd name="csX3" fmla="*/ 6555 w 129500"/>
              <a:gd name="csY3" fmla="*/ 101930 h 144710"/>
              <a:gd name="csX4" fmla="*/ 2723 w 129500"/>
              <a:gd name="csY4" fmla="*/ 90935 h 144710"/>
              <a:gd name="csX5" fmla="*/ 1214 w 129500"/>
              <a:gd name="csY5" fmla="*/ 71343 h 144710"/>
              <a:gd name="csX6" fmla="*/ 12550 w 129500"/>
              <a:gd name="csY6" fmla="*/ 66880 h 144710"/>
              <a:gd name="csX7" fmla="*/ 22940 w 129500"/>
              <a:gd name="csY7" fmla="*/ 63986 h 144710"/>
              <a:gd name="csX8" fmla="*/ 31348 w 129500"/>
              <a:gd name="csY8" fmla="*/ 62963 h 144710"/>
              <a:gd name="csX9" fmla="*/ 38911 w 129500"/>
              <a:gd name="csY9" fmla="*/ 59306 h 144710"/>
              <a:gd name="csX10" fmla="*/ 42783 w 129500"/>
              <a:gd name="csY10" fmla="*/ 50923 h 144710"/>
              <a:gd name="csX11" fmla="*/ 46656 w 129500"/>
              <a:gd name="csY11" fmla="*/ 42586 h 144710"/>
              <a:gd name="csX12" fmla="*/ 51173 w 129500"/>
              <a:gd name="csY12" fmla="*/ 39323 h 144710"/>
              <a:gd name="csX13" fmla="*/ 69566 w 129500"/>
              <a:gd name="csY13" fmla="*/ 37767 h 144710"/>
              <a:gd name="csX14" fmla="*/ 69872 w 129500"/>
              <a:gd name="csY14" fmla="*/ 27120 h 144710"/>
              <a:gd name="csX15" fmla="*/ 67231 w 129500"/>
              <a:gd name="csY15" fmla="*/ 13692 h 144710"/>
              <a:gd name="csX16" fmla="*/ 69736 w 129500"/>
              <a:gd name="csY16" fmla="*/ 7102 h 144710"/>
              <a:gd name="csX17" fmla="*/ 81814 w 129500"/>
              <a:gd name="csY17" fmla="*/ 13524 h 144710"/>
              <a:gd name="csX18" fmla="*/ 100866 w 129500"/>
              <a:gd name="csY18" fmla="*/ 15068 h 144710"/>
              <a:gd name="csX19" fmla="*/ 113355 w 129500"/>
              <a:gd name="csY19" fmla="*/ 326 h 144710"/>
              <a:gd name="csX20" fmla="*/ 116355 w 129500"/>
              <a:gd name="csY20" fmla="*/ 6085 h 144710"/>
              <a:gd name="csX21" fmla="*/ 122928 w 129500"/>
              <a:gd name="csY21" fmla="*/ 21207 h 144710"/>
              <a:gd name="csX22" fmla="*/ 129501 w 129500"/>
              <a:gd name="csY22" fmla="*/ 32422 h 144710"/>
              <a:gd name="csX23" fmla="*/ 122289 w 129500"/>
              <a:gd name="csY23" fmla="*/ 39110 h 144710"/>
              <a:gd name="csX24" fmla="*/ 114210 w 129500"/>
              <a:gd name="csY24" fmla="*/ 43197 h 144710"/>
              <a:gd name="csX25" fmla="*/ 100996 w 129500"/>
              <a:gd name="csY25" fmla="*/ 50277 h 144710"/>
              <a:gd name="csX26" fmla="*/ 91480 w 129500"/>
              <a:gd name="csY26" fmla="*/ 69527 h 144710"/>
              <a:gd name="csX27" fmla="*/ 86825 w 129500"/>
              <a:gd name="csY27" fmla="*/ 82667 h 144710"/>
              <a:gd name="csX28" fmla="*/ 75170 w 129500"/>
              <a:gd name="csY28" fmla="*/ 92424 h 144710"/>
              <a:gd name="csX29" fmla="*/ 62144 w 129500"/>
              <a:gd name="csY29" fmla="*/ 108405 h 144710"/>
              <a:gd name="csX30" fmla="*/ 58272 w 129500"/>
              <a:gd name="csY30" fmla="*/ 119688 h 144710"/>
              <a:gd name="csX31" fmla="*/ 54400 w 129500"/>
              <a:gd name="csY31" fmla="*/ 127352 h 144710"/>
              <a:gd name="csX32" fmla="*/ 52416 w 129500"/>
              <a:gd name="csY32" fmla="*/ 133529 h 144710"/>
              <a:gd name="csX33" fmla="*/ 46503 w 129500"/>
              <a:gd name="csY33" fmla="*/ 140006 h 144710"/>
              <a:gd name="csX34" fmla="*/ 39451 w 129500"/>
              <a:gd name="csY34" fmla="*/ 143362 h 1447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129500" h="144710">
                <a:moveTo>
                  <a:pt x="39451" y="143362"/>
                </a:moveTo>
                <a:cubicBezTo>
                  <a:pt x="37734" y="141645"/>
                  <a:pt x="36315" y="139021"/>
                  <a:pt x="36297" y="137530"/>
                </a:cubicBezTo>
                <a:cubicBezTo>
                  <a:pt x="36279" y="136040"/>
                  <a:pt x="29985" y="129313"/>
                  <a:pt x="22310" y="122582"/>
                </a:cubicBezTo>
                <a:cubicBezTo>
                  <a:pt x="12868" y="114302"/>
                  <a:pt x="7773" y="107623"/>
                  <a:pt x="6555" y="101930"/>
                </a:cubicBezTo>
                <a:cubicBezTo>
                  <a:pt x="5566" y="97303"/>
                  <a:pt x="3842" y="92355"/>
                  <a:pt x="2723" y="90935"/>
                </a:cubicBezTo>
                <a:cubicBezTo>
                  <a:pt x="-91" y="87360"/>
                  <a:pt x="-945" y="76286"/>
                  <a:pt x="1214" y="71343"/>
                </a:cubicBezTo>
                <a:cubicBezTo>
                  <a:pt x="2338" y="68767"/>
                  <a:pt x="6560" y="67105"/>
                  <a:pt x="12550" y="66880"/>
                </a:cubicBezTo>
                <a:cubicBezTo>
                  <a:pt x="17800" y="66683"/>
                  <a:pt x="22476" y="65380"/>
                  <a:pt x="22940" y="63986"/>
                </a:cubicBezTo>
                <a:cubicBezTo>
                  <a:pt x="23405" y="62591"/>
                  <a:pt x="27189" y="62131"/>
                  <a:pt x="31348" y="62963"/>
                </a:cubicBezTo>
                <a:cubicBezTo>
                  <a:pt x="37697" y="64232"/>
                  <a:pt x="38911" y="63645"/>
                  <a:pt x="38911" y="59306"/>
                </a:cubicBezTo>
                <a:cubicBezTo>
                  <a:pt x="38911" y="56463"/>
                  <a:pt x="40654" y="52690"/>
                  <a:pt x="42783" y="50923"/>
                </a:cubicBezTo>
                <a:cubicBezTo>
                  <a:pt x="44913" y="49155"/>
                  <a:pt x="46656" y="45404"/>
                  <a:pt x="46656" y="42586"/>
                </a:cubicBezTo>
                <a:cubicBezTo>
                  <a:pt x="46656" y="38720"/>
                  <a:pt x="47764" y="37919"/>
                  <a:pt x="51173" y="39323"/>
                </a:cubicBezTo>
                <a:cubicBezTo>
                  <a:pt x="61512" y="43579"/>
                  <a:pt x="64377" y="43337"/>
                  <a:pt x="69566" y="37767"/>
                </a:cubicBezTo>
                <a:cubicBezTo>
                  <a:pt x="75009" y="31925"/>
                  <a:pt x="75010" y="31906"/>
                  <a:pt x="69872" y="27120"/>
                </a:cubicBezTo>
                <a:cubicBezTo>
                  <a:pt x="63882" y="21540"/>
                  <a:pt x="64007" y="22172"/>
                  <a:pt x="67231" y="13692"/>
                </a:cubicBezTo>
                <a:lnTo>
                  <a:pt x="69736" y="7102"/>
                </a:lnTo>
                <a:lnTo>
                  <a:pt x="81814" y="13524"/>
                </a:lnTo>
                <a:cubicBezTo>
                  <a:pt x="96277" y="21214"/>
                  <a:pt x="100866" y="21586"/>
                  <a:pt x="100866" y="15068"/>
                </a:cubicBezTo>
                <a:cubicBezTo>
                  <a:pt x="100866" y="8386"/>
                  <a:pt x="109640" y="-1970"/>
                  <a:pt x="113355" y="326"/>
                </a:cubicBezTo>
                <a:cubicBezTo>
                  <a:pt x="115005" y="1346"/>
                  <a:pt x="116355" y="3937"/>
                  <a:pt x="116355" y="6085"/>
                </a:cubicBezTo>
                <a:cubicBezTo>
                  <a:pt x="116355" y="8233"/>
                  <a:pt x="119313" y="15038"/>
                  <a:pt x="122928" y="21207"/>
                </a:cubicBezTo>
                <a:lnTo>
                  <a:pt x="129501" y="32422"/>
                </a:lnTo>
                <a:lnTo>
                  <a:pt x="122289" y="39110"/>
                </a:lnTo>
                <a:cubicBezTo>
                  <a:pt x="118322" y="42788"/>
                  <a:pt x="114687" y="44627"/>
                  <a:pt x="114210" y="43197"/>
                </a:cubicBezTo>
                <a:cubicBezTo>
                  <a:pt x="112111" y="36901"/>
                  <a:pt x="104310" y="41081"/>
                  <a:pt x="100996" y="50277"/>
                </a:cubicBezTo>
                <a:cubicBezTo>
                  <a:pt x="99077" y="55602"/>
                  <a:pt x="94795" y="64264"/>
                  <a:pt x="91480" y="69527"/>
                </a:cubicBezTo>
                <a:cubicBezTo>
                  <a:pt x="88166" y="74789"/>
                  <a:pt x="86071" y="80703"/>
                  <a:pt x="86825" y="82667"/>
                </a:cubicBezTo>
                <a:cubicBezTo>
                  <a:pt x="87734" y="85037"/>
                  <a:pt x="83812" y="88321"/>
                  <a:pt x="75170" y="92424"/>
                </a:cubicBezTo>
                <a:cubicBezTo>
                  <a:pt x="62898" y="98250"/>
                  <a:pt x="62144" y="99174"/>
                  <a:pt x="62144" y="108405"/>
                </a:cubicBezTo>
                <a:cubicBezTo>
                  <a:pt x="62144" y="114732"/>
                  <a:pt x="60773" y="118729"/>
                  <a:pt x="58272" y="119688"/>
                </a:cubicBezTo>
                <a:cubicBezTo>
                  <a:pt x="56143" y="120506"/>
                  <a:pt x="54400" y="123954"/>
                  <a:pt x="54400" y="127352"/>
                </a:cubicBezTo>
                <a:cubicBezTo>
                  <a:pt x="54400" y="130749"/>
                  <a:pt x="53507" y="133529"/>
                  <a:pt x="52416" y="133529"/>
                </a:cubicBezTo>
                <a:cubicBezTo>
                  <a:pt x="51325" y="133529"/>
                  <a:pt x="48664" y="136444"/>
                  <a:pt x="46503" y="140006"/>
                </a:cubicBezTo>
                <a:cubicBezTo>
                  <a:pt x="43429" y="145071"/>
                  <a:pt x="41892" y="145803"/>
                  <a:pt x="39451" y="143362"/>
                </a:cubicBezTo>
                <a:close/>
              </a:path>
            </a:pathLst>
          </a:custGeom>
          <a:solidFill>
            <a:srgbClr val="B9B9B9"/>
          </a:solidFill>
          <a:ln w="5163" cap="flat">
            <a:noFill/>
            <a:prstDash val="solid"/>
            <a:miter/>
          </a:ln>
        </p:spPr>
        <p:txBody>
          <a:bodyPr/>
          <a:lstStyle/>
          <a:p>
            <a:endParaRPr lang="es-419" noProof="0" dirty="0"/>
          </a:p>
        </p:txBody>
      </p:sp>
      <p:sp>
        <p:nvSpPr>
          <p:cNvPr id="48" name="Forma libre: forma 47">
            <a:extLst>
              <a:ext uri="{FF2B5EF4-FFF2-40B4-BE49-F238E27FC236}">
                <a16:creationId xmlns:a16="http://schemas.microsoft.com/office/drawing/2014/main" id="{6C7D840C-B2AC-0401-D935-2277BBCC2C28}"/>
              </a:ext>
            </a:extLst>
          </p:cNvPr>
          <p:cNvSpPr/>
          <p:nvPr/>
        </p:nvSpPr>
        <p:spPr>
          <a:xfrm>
            <a:off x="2333829" y="2099494"/>
            <a:ext cx="245950" cy="186219"/>
          </a:xfrm>
          <a:custGeom>
            <a:avLst/>
            <a:gdLst>
              <a:gd name="csX0" fmla="*/ 63193 w 245950"/>
              <a:gd name="csY0" fmla="*/ 151536 h 186219"/>
              <a:gd name="csX1" fmla="*/ 28715 w 245950"/>
              <a:gd name="csY1" fmla="*/ 120621 h 186219"/>
              <a:gd name="csX2" fmla="*/ 15073 w 245950"/>
              <a:gd name="csY2" fmla="*/ 124390 h 186219"/>
              <a:gd name="csX3" fmla="*/ 5596 w 245950"/>
              <a:gd name="csY3" fmla="*/ 124390 h 186219"/>
              <a:gd name="csX4" fmla="*/ 5596 w 245950"/>
              <a:gd name="csY4" fmla="*/ 107763 h 186219"/>
              <a:gd name="csX5" fmla="*/ 3015 w 245950"/>
              <a:gd name="csY5" fmla="*/ 89541 h 186219"/>
              <a:gd name="csX6" fmla="*/ 11404 w 245950"/>
              <a:gd name="csY6" fmla="*/ 63244 h 186219"/>
              <a:gd name="csX7" fmla="*/ 106611 w 245950"/>
              <a:gd name="csY7" fmla="*/ 25070 h 186219"/>
              <a:gd name="csX8" fmla="*/ 133716 w 245950"/>
              <a:gd name="csY8" fmla="*/ 14252 h 186219"/>
              <a:gd name="csX9" fmla="*/ 160483 w 245950"/>
              <a:gd name="csY9" fmla="*/ 1908 h 186219"/>
              <a:gd name="csX10" fmla="*/ 238554 w 245950"/>
              <a:gd name="csY10" fmla="*/ 11931 h 186219"/>
              <a:gd name="csX11" fmla="*/ 245107 w 245950"/>
              <a:gd name="csY11" fmla="*/ 29136 h 186219"/>
              <a:gd name="csX12" fmla="*/ 240861 w 245950"/>
              <a:gd name="csY12" fmla="*/ 62435 h 186219"/>
              <a:gd name="csX13" fmla="*/ 234529 w 245950"/>
              <a:gd name="csY13" fmla="*/ 81796 h 186219"/>
              <a:gd name="csX14" fmla="*/ 183096 w 245950"/>
              <a:gd name="csY14" fmla="*/ 120518 h 186219"/>
              <a:gd name="csX15" fmla="*/ 112584 w 245950"/>
              <a:gd name="csY15" fmla="*/ 172730 h 186219"/>
              <a:gd name="csX16" fmla="*/ 93505 w 245950"/>
              <a:gd name="csY16" fmla="*/ 186220 h 186219"/>
              <a:gd name="csX17" fmla="*/ 63193 w 245950"/>
              <a:gd name="csY17" fmla="*/ 151536 h 1862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245950" h="186219">
                <a:moveTo>
                  <a:pt x="63193" y="151536"/>
                </a:moveTo>
                <a:cubicBezTo>
                  <a:pt x="35962" y="120379"/>
                  <a:pt x="32456" y="117236"/>
                  <a:pt x="28715" y="120621"/>
                </a:cubicBezTo>
                <a:cubicBezTo>
                  <a:pt x="26425" y="122694"/>
                  <a:pt x="20286" y="124390"/>
                  <a:pt x="15073" y="124390"/>
                </a:cubicBezTo>
                <a:lnTo>
                  <a:pt x="5596" y="124390"/>
                </a:lnTo>
                <a:lnTo>
                  <a:pt x="5596" y="107763"/>
                </a:lnTo>
                <a:cubicBezTo>
                  <a:pt x="5596" y="98618"/>
                  <a:pt x="4435" y="90418"/>
                  <a:pt x="3015" y="89541"/>
                </a:cubicBezTo>
                <a:cubicBezTo>
                  <a:pt x="-3245" y="85672"/>
                  <a:pt x="575" y="73700"/>
                  <a:pt x="11404" y="63244"/>
                </a:cubicBezTo>
                <a:cubicBezTo>
                  <a:pt x="30218" y="45081"/>
                  <a:pt x="67101" y="30293"/>
                  <a:pt x="106611" y="25070"/>
                </a:cubicBezTo>
                <a:cubicBezTo>
                  <a:pt x="113529" y="24155"/>
                  <a:pt x="124948" y="19598"/>
                  <a:pt x="133716" y="14252"/>
                </a:cubicBezTo>
                <a:cubicBezTo>
                  <a:pt x="142049" y="9172"/>
                  <a:pt x="154094" y="3617"/>
                  <a:pt x="160483" y="1908"/>
                </a:cubicBezTo>
                <a:cubicBezTo>
                  <a:pt x="179743" y="-3243"/>
                  <a:pt x="225908" y="2684"/>
                  <a:pt x="238554" y="11931"/>
                </a:cubicBezTo>
                <a:cubicBezTo>
                  <a:pt x="241216" y="13878"/>
                  <a:pt x="243864" y="20830"/>
                  <a:pt x="245107" y="29136"/>
                </a:cubicBezTo>
                <a:cubicBezTo>
                  <a:pt x="246841" y="40720"/>
                  <a:pt x="246124" y="46345"/>
                  <a:pt x="240861" y="62435"/>
                </a:cubicBezTo>
                <a:lnTo>
                  <a:pt x="234529" y="81796"/>
                </a:lnTo>
                <a:lnTo>
                  <a:pt x="183096" y="120518"/>
                </a:lnTo>
                <a:cubicBezTo>
                  <a:pt x="154808" y="141815"/>
                  <a:pt x="123078" y="165310"/>
                  <a:pt x="112584" y="172730"/>
                </a:cubicBezTo>
                <a:lnTo>
                  <a:pt x="93505" y="186220"/>
                </a:lnTo>
                <a:lnTo>
                  <a:pt x="63193" y="151536"/>
                </a:lnTo>
                <a:close/>
              </a:path>
            </a:pathLst>
          </a:custGeom>
          <a:solidFill>
            <a:srgbClr val="B9B9B9"/>
          </a:solidFill>
          <a:ln w="5163" cap="flat">
            <a:noFill/>
            <a:prstDash val="solid"/>
            <a:miter/>
          </a:ln>
        </p:spPr>
        <p:txBody>
          <a:bodyPr/>
          <a:lstStyle/>
          <a:p>
            <a:endParaRPr lang="es-419" noProof="0" dirty="0"/>
          </a:p>
        </p:txBody>
      </p:sp>
      <p:sp>
        <p:nvSpPr>
          <p:cNvPr id="49" name="Forma libre: forma 48">
            <a:extLst>
              <a:ext uri="{FF2B5EF4-FFF2-40B4-BE49-F238E27FC236}">
                <a16:creationId xmlns:a16="http://schemas.microsoft.com/office/drawing/2014/main" id="{63705148-77C0-9459-89A5-0F7FC45DE175}"/>
              </a:ext>
            </a:extLst>
          </p:cNvPr>
          <p:cNvSpPr/>
          <p:nvPr/>
        </p:nvSpPr>
        <p:spPr>
          <a:xfrm>
            <a:off x="2334670" y="2196667"/>
            <a:ext cx="1839" cy="7968"/>
          </a:xfrm>
          <a:custGeom>
            <a:avLst/>
            <a:gdLst>
              <a:gd name="csX0" fmla="*/ 0 w 1839"/>
              <a:gd name="csY0" fmla="*/ 3984 h 7968"/>
              <a:gd name="csX1" fmla="*/ 1302 w 1839"/>
              <a:gd name="csY1" fmla="*/ 757 h 7968"/>
              <a:gd name="csX2" fmla="*/ 1302 w 1839"/>
              <a:gd name="csY2" fmla="*/ 7211 h 7968"/>
              <a:gd name="csX3" fmla="*/ 0 w 1839"/>
              <a:gd name="csY3" fmla="*/ 3984 h 7968"/>
            </a:gdLst>
            <a:ahLst/>
            <a:cxnLst>
              <a:cxn ang="0">
                <a:pos x="csX0" y="csY0"/>
              </a:cxn>
              <a:cxn ang="0">
                <a:pos x="csX1" y="csY1"/>
              </a:cxn>
              <a:cxn ang="0">
                <a:pos x="csX2" y="csY2"/>
              </a:cxn>
              <a:cxn ang="0">
                <a:pos x="csX3" y="csY3"/>
              </a:cxn>
            </a:cxnLst>
            <a:rect l="l" t="t" r="r" b="b"/>
            <a:pathLst>
              <a:path w="1839" h="7968">
                <a:moveTo>
                  <a:pt x="0" y="3984"/>
                </a:moveTo>
                <a:cubicBezTo>
                  <a:pt x="0" y="435"/>
                  <a:pt x="586" y="-1017"/>
                  <a:pt x="1302" y="757"/>
                </a:cubicBezTo>
                <a:cubicBezTo>
                  <a:pt x="2018" y="2532"/>
                  <a:pt x="2018" y="5436"/>
                  <a:pt x="1302" y="7211"/>
                </a:cubicBezTo>
                <a:cubicBezTo>
                  <a:pt x="586" y="8986"/>
                  <a:pt x="0" y="7534"/>
                  <a:pt x="0" y="3984"/>
                </a:cubicBezTo>
                <a:close/>
              </a:path>
            </a:pathLst>
          </a:custGeom>
          <a:solidFill>
            <a:srgbClr val="B9B9B9"/>
          </a:solidFill>
          <a:ln w="5163" cap="flat">
            <a:noFill/>
            <a:prstDash val="solid"/>
            <a:miter/>
          </a:ln>
        </p:spPr>
        <p:txBody>
          <a:bodyPr/>
          <a:lstStyle/>
          <a:p>
            <a:endParaRPr lang="es-419" noProof="0" dirty="0"/>
          </a:p>
        </p:txBody>
      </p:sp>
      <p:sp>
        <p:nvSpPr>
          <p:cNvPr id="50" name="Forma libre: forma 49">
            <a:extLst>
              <a:ext uri="{FF2B5EF4-FFF2-40B4-BE49-F238E27FC236}">
                <a16:creationId xmlns:a16="http://schemas.microsoft.com/office/drawing/2014/main" id="{996EF7CD-7C3C-B5EC-7C46-2205172E075F}"/>
              </a:ext>
            </a:extLst>
          </p:cNvPr>
          <p:cNvSpPr/>
          <p:nvPr/>
        </p:nvSpPr>
        <p:spPr>
          <a:xfrm>
            <a:off x="1309468" y="1877186"/>
            <a:ext cx="342958" cy="300162"/>
          </a:xfrm>
          <a:custGeom>
            <a:avLst/>
            <a:gdLst>
              <a:gd name="csX0" fmla="*/ 295686 w 342958"/>
              <a:gd name="csY0" fmla="*/ 296278 h 300162"/>
              <a:gd name="csX1" fmla="*/ 285863 w 342958"/>
              <a:gd name="csY1" fmla="*/ 292488 h 300162"/>
              <a:gd name="csX2" fmla="*/ 274573 w 342958"/>
              <a:gd name="csY2" fmla="*/ 278339 h 300162"/>
              <a:gd name="csX3" fmla="*/ 265490 w 342958"/>
              <a:gd name="csY3" fmla="*/ 262580 h 300162"/>
              <a:gd name="csX4" fmla="*/ 250359 w 342958"/>
              <a:gd name="csY4" fmla="*/ 277449 h 300162"/>
              <a:gd name="csX5" fmla="*/ 232353 w 342958"/>
              <a:gd name="csY5" fmla="*/ 275755 h 300162"/>
              <a:gd name="csX6" fmla="*/ 216800 w 342958"/>
              <a:gd name="csY6" fmla="*/ 278780 h 300162"/>
              <a:gd name="csX7" fmla="*/ 197688 w 342958"/>
              <a:gd name="csY7" fmla="*/ 275445 h 300162"/>
              <a:gd name="csX8" fmla="*/ 186717 w 342958"/>
              <a:gd name="csY8" fmla="*/ 271836 h 300162"/>
              <a:gd name="csX9" fmla="*/ 183241 w 342958"/>
              <a:gd name="csY9" fmla="*/ 267964 h 300162"/>
              <a:gd name="csX10" fmla="*/ 171812 w 342958"/>
              <a:gd name="csY10" fmla="*/ 264092 h 300162"/>
              <a:gd name="csX11" fmla="*/ 155307 w 342958"/>
              <a:gd name="csY11" fmla="*/ 270545 h 300162"/>
              <a:gd name="csX12" fmla="*/ 128918 w 342958"/>
              <a:gd name="csY12" fmla="*/ 266264 h 300162"/>
              <a:gd name="csX13" fmla="*/ 106345 w 342958"/>
              <a:gd name="csY13" fmla="*/ 255141 h 300162"/>
              <a:gd name="csX14" fmla="*/ 91555 w 342958"/>
              <a:gd name="csY14" fmla="*/ 250269 h 300162"/>
              <a:gd name="csX15" fmla="*/ 81548 w 342958"/>
              <a:gd name="csY15" fmla="*/ 247474 h 300162"/>
              <a:gd name="csX16" fmla="*/ 78435 w 342958"/>
              <a:gd name="csY16" fmla="*/ 239429 h 300162"/>
              <a:gd name="csX17" fmla="*/ 82408 w 342958"/>
              <a:gd name="csY17" fmla="*/ 200657 h 300162"/>
              <a:gd name="csX18" fmla="*/ 83563 w 342958"/>
              <a:gd name="csY18" fmla="*/ 189030 h 300162"/>
              <a:gd name="csX19" fmla="*/ 79311 w 342958"/>
              <a:gd name="csY19" fmla="*/ 164140 h 300162"/>
              <a:gd name="csX20" fmla="*/ 69658 w 342958"/>
              <a:gd name="csY20" fmla="*/ 165664 h 300162"/>
              <a:gd name="csX21" fmla="*/ 52863 w 342958"/>
              <a:gd name="csY21" fmla="*/ 178880 h 300162"/>
              <a:gd name="csX22" fmla="*/ 46310 w 342958"/>
              <a:gd name="csY22" fmla="*/ 180840 h 300162"/>
              <a:gd name="csX23" fmla="*/ 41273 w 342958"/>
              <a:gd name="csY23" fmla="*/ 176042 h 300162"/>
              <a:gd name="csX24" fmla="*/ 28735 w 342958"/>
              <a:gd name="csY24" fmla="*/ 163573 h 300162"/>
              <a:gd name="csX25" fmla="*/ 8346 w 342958"/>
              <a:gd name="csY25" fmla="*/ 134458 h 300162"/>
              <a:gd name="csX26" fmla="*/ 3097 w 342958"/>
              <a:gd name="csY26" fmla="*/ 117621 h 300162"/>
              <a:gd name="csX27" fmla="*/ 147 w 342958"/>
              <a:gd name="csY27" fmla="*/ 113613 h 300162"/>
              <a:gd name="csX28" fmla="*/ 21165 w 342958"/>
              <a:gd name="csY28" fmla="*/ 104003 h 300162"/>
              <a:gd name="csX29" fmla="*/ 72335 w 342958"/>
              <a:gd name="csY29" fmla="*/ 73250 h 300162"/>
              <a:gd name="csX30" fmla="*/ 93508 w 342958"/>
              <a:gd name="csY30" fmla="*/ 38847 h 300162"/>
              <a:gd name="csX31" fmla="*/ 97565 w 342958"/>
              <a:gd name="csY31" fmla="*/ 29800 h 300162"/>
              <a:gd name="csX32" fmla="*/ 109742 w 342958"/>
              <a:gd name="csY32" fmla="*/ 18194 h 300162"/>
              <a:gd name="csX33" fmla="*/ 113822 w 342958"/>
              <a:gd name="csY33" fmla="*/ 11110 h 300162"/>
              <a:gd name="csX34" fmla="*/ 121678 w 342958"/>
              <a:gd name="csY34" fmla="*/ 5555 h 300162"/>
              <a:gd name="csX35" fmla="*/ 127233 w 342958"/>
              <a:gd name="csY35" fmla="*/ 0 h 300162"/>
              <a:gd name="csX36" fmla="*/ 134516 w 342958"/>
              <a:gd name="csY36" fmla="*/ 8782 h 300162"/>
              <a:gd name="csX37" fmla="*/ 141869 w 342958"/>
              <a:gd name="csY37" fmla="*/ 33944 h 300162"/>
              <a:gd name="csX38" fmla="*/ 147505 w 342958"/>
              <a:gd name="csY38" fmla="*/ 58144 h 300162"/>
              <a:gd name="csX39" fmla="*/ 152804 w 342958"/>
              <a:gd name="csY39" fmla="*/ 90810 h 300162"/>
              <a:gd name="csX40" fmla="*/ 162764 w 342958"/>
              <a:gd name="csY40" fmla="*/ 124694 h 300162"/>
              <a:gd name="csX41" fmla="*/ 170334 w 342958"/>
              <a:gd name="csY41" fmla="*/ 121832 h 300162"/>
              <a:gd name="csX42" fmla="*/ 185393 w 342958"/>
              <a:gd name="csY42" fmla="*/ 124884 h 300162"/>
              <a:gd name="csX43" fmla="*/ 190271 w 342958"/>
              <a:gd name="csY43" fmla="*/ 127275 h 300162"/>
              <a:gd name="csX44" fmla="*/ 201229 w 342958"/>
              <a:gd name="csY44" fmla="*/ 139721 h 300162"/>
              <a:gd name="csX45" fmla="*/ 197439 w 342958"/>
              <a:gd name="csY45" fmla="*/ 147005 h 300162"/>
              <a:gd name="csX46" fmla="*/ 196794 w 342958"/>
              <a:gd name="csY46" fmla="*/ 162615 h 300162"/>
              <a:gd name="csX47" fmla="*/ 220205 w 342958"/>
              <a:gd name="csY47" fmla="*/ 171185 h 300162"/>
              <a:gd name="csX48" fmla="*/ 242581 w 342958"/>
              <a:gd name="csY48" fmla="*/ 173796 h 300162"/>
              <a:gd name="csX49" fmla="*/ 259092 w 342958"/>
              <a:gd name="csY49" fmla="*/ 186698 h 300162"/>
              <a:gd name="csX50" fmla="*/ 273592 w 342958"/>
              <a:gd name="csY50" fmla="*/ 197707 h 300162"/>
              <a:gd name="csX51" fmla="*/ 304244 w 342958"/>
              <a:gd name="csY51" fmla="*/ 198591 h 300162"/>
              <a:gd name="csX52" fmla="*/ 333285 w 342958"/>
              <a:gd name="csY52" fmla="*/ 203946 h 300162"/>
              <a:gd name="csX53" fmla="*/ 339205 w 342958"/>
              <a:gd name="csY53" fmla="*/ 216060 h 300162"/>
              <a:gd name="csX54" fmla="*/ 336274 w 342958"/>
              <a:gd name="csY54" fmla="*/ 220854 h 300162"/>
              <a:gd name="csX55" fmla="*/ 328850 w 342958"/>
              <a:gd name="csY55" fmla="*/ 233114 h 300162"/>
              <a:gd name="csX56" fmla="*/ 326965 w 342958"/>
              <a:gd name="csY56" fmla="*/ 236341 h 300162"/>
              <a:gd name="csX57" fmla="*/ 329181 w 342958"/>
              <a:gd name="csY57" fmla="*/ 240859 h 300162"/>
              <a:gd name="csX58" fmla="*/ 331403 w 342958"/>
              <a:gd name="csY58" fmla="*/ 248187 h 300162"/>
              <a:gd name="csX59" fmla="*/ 328049 w 342958"/>
              <a:gd name="csY59" fmla="*/ 258014 h 300162"/>
              <a:gd name="csX60" fmla="*/ 326532 w 342958"/>
              <a:gd name="csY60" fmla="*/ 276244 h 300162"/>
              <a:gd name="csX61" fmla="*/ 325085 w 342958"/>
              <a:gd name="csY61" fmla="*/ 283496 h 300162"/>
              <a:gd name="csX62" fmla="*/ 321398 w 342958"/>
              <a:gd name="csY62" fmla="*/ 292711 h 300162"/>
              <a:gd name="csX63" fmla="*/ 311874 w 342958"/>
              <a:gd name="csY63" fmla="*/ 300150 h 300162"/>
              <a:gd name="csX64" fmla="*/ 295686 w 342958"/>
              <a:gd name="csY64" fmla="*/ 296278 h 3001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Lst>
            <a:rect l="l" t="t" r="r" b="b"/>
            <a:pathLst>
              <a:path w="342958" h="300162">
                <a:moveTo>
                  <a:pt x="295686" y="296278"/>
                </a:moveTo>
                <a:cubicBezTo>
                  <a:pt x="292930" y="294193"/>
                  <a:pt x="288510" y="292488"/>
                  <a:pt x="285863" y="292488"/>
                </a:cubicBezTo>
                <a:cubicBezTo>
                  <a:pt x="282541" y="292488"/>
                  <a:pt x="279045" y="288107"/>
                  <a:pt x="274573" y="278339"/>
                </a:cubicBezTo>
                <a:cubicBezTo>
                  <a:pt x="271011" y="270557"/>
                  <a:pt x="266923" y="263466"/>
                  <a:pt x="265490" y="262580"/>
                </a:cubicBezTo>
                <a:cubicBezTo>
                  <a:pt x="261887" y="260353"/>
                  <a:pt x="250359" y="271682"/>
                  <a:pt x="250359" y="277449"/>
                </a:cubicBezTo>
                <a:cubicBezTo>
                  <a:pt x="250359" y="284106"/>
                  <a:pt x="242694" y="283385"/>
                  <a:pt x="232353" y="275755"/>
                </a:cubicBezTo>
                <a:cubicBezTo>
                  <a:pt x="223375" y="269132"/>
                  <a:pt x="216800" y="270410"/>
                  <a:pt x="216800" y="278780"/>
                </a:cubicBezTo>
                <a:cubicBezTo>
                  <a:pt x="216800" y="282868"/>
                  <a:pt x="211006" y="281857"/>
                  <a:pt x="197688" y="275445"/>
                </a:cubicBezTo>
                <a:cubicBezTo>
                  <a:pt x="193566" y="273460"/>
                  <a:pt x="188628" y="271836"/>
                  <a:pt x="186717" y="271836"/>
                </a:cubicBezTo>
                <a:cubicBezTo>
                  <a:pt x="184805" y="271836"/>
                  <a:pt x="183241" y="270094"/>
                  <a:pt x="183241" y="267964"/>
                </a:cubicBezTo>
                <a:cubicBezTo>
                  <a:pt x="183241" y="265105"/>
                  <a:pt x="180251" y="264092"/>
                  <a:pt x="171812" y="264092"/>
                </a:cubicBezTo>
                <a:cubicBezTo>
                  <a:pt x="162696" y="264092"/>
                  <a:pt x="159356" y="265398"/>
                  <a:pt x="155307" y="270545"/>
                </a:cubicBezTo>
                <a:cubicBezTo>
                  <a:pt x="148138" y="279659"/>
                  <a:pt x="141633" y="278604"/>
                  <a:pt x="128918" y="266264"/>
                </a:cubicBezTo>
                <a:cubicBezTo>
                  <a:pt x="119547" y="257171"/>
                  <a:pt x="116097" y="255470"/>
                  <a:pt x="106345" y="255141"/>
                </a:cubicBezTo>
                <a:cubicBezTo>
                  <a:pt x="98734" y="254884"/>
                  <a:pt x="93722" y="253233"/>
                  <a:pt x="91555" y="250269"/>
                </a:cubicBezTo>
                <a:cubicBezTo>
                  <a:pt x="89207" y="247058"/>
                  <a:pt x="86367" y="246265"/>
                  <a:pt x="81548" y="247474"/>
                </a:cubicBezTo>
                <a:cubicBezTo>
                  <a:pt x="74001" y="249368"/>
                  <a:pt x="73102" y="247043"/>
                  <a:pt x="78435" y="239429"/>
                </a:cubicBezTo>
                <a:cubicBezTo>
                  <a:pt x="83856" y="231688"/>
                  <a:pt x="86528" y="205621"/>
                  <a:pt x="82408" y="200657"/>
                </a:cubicBezTo>
                <a:cubicBezTo>
                  <a:pt x="79647" y="197331"/>
                  <a:pt x="79847" y="195321"/>
                  <a:pt x="83563" y="189030"/>
                </a:cubicBezTo>
                <a:cubicBezTo>
                  <a:pt x="88650" y="180419"/>
                  <a:pt x="87374" y="172952"/>
                  <a:pt x="79311" y="164140"/>
                </a:cubicBezTo>
                <a:cubicBezTo>
                  <a:pt x="73608" y="157907"/>
                  <a:pt x="69658" y="158530"/>
                  <a:pt x="69658" y="165664"/>
                </a:cubicBezTo>
                <a:cubicBezTo>
                  <a:pt x="69658" y="171138"/>
                  <a:pt x="55140" y="182563"/>
                  <a:pt x="52863" y="178880"/>
                </a:cubicBezTo>
                <a:cubicBezTo>
                  <a:pt x="50323" y="174770"/>
                  <a:pt x="46434" y="175933"/>
                  <a:pt x="46310" y="180840"/>
                </a:cubicBezTo>
                <a:cubicBezTo>
                  <a:pt x="46241" y="183582"/>
                  <a:pt x="44262" y="181697"/>
                  <a:pt x="41273" y="176042"/>
                </a:cubicBezTo>
                <a:cubicBezTo>
                  <a:pt x="38533" y="170858"/>
                  <a:pt x="32973" y="165329"/>
                  <a:pt x="28735" y="163573"/>
                </a:cubicBezTo>
                <a:cubicBezTo>
                  <a:pt x="15748" y="158193"/>
                  <a:pt x="9667" y="149510"/>
                  <a:pt x="8346" y="134458"/>
                </a:cubicBezTo>
                <a:cubicBezTo>
                  <a:pt x="7635" y="126353"/>
                  <a:pt x="5506" y="119523"/>
                  <a:pt x="3097" y="117621"/>
                </a:cubicBezTo>
                <a:cubicBezTo>
                  <a:pt x="868" y="115861"/>
                  <a:pt x="-459" y="114058"/>
                  <a:pt x="147" y="113613"/>
                </a:cubicBezTo>
                <a:cubicBezTo>
                  <a:pt x="7952" y="107892"/>
                  <a:pt x="16388" y="104034"/>
                  <a:pt x="21165" y="104003"/>
                </a:cubicBezTo>
                <a:cubicBezTo>
                  <a:pt x="38718" y="103886"/>
                  <a:pt x="49596" y="97348"/>
                  <a:pt x="72335" y="73250"/>
                </a:cubicBezTo>
                <a:cubicBezTo>
                  <a:pt x="94445" y="49819"/>
                  <a:pt x="94883" y="49106"/>
                  <a:pt x="93508" y="38847"/>
                </a:cubicBezTo>
                <a:cubicBezTo>
                  <a:pt x="92208" y="29159"/>
                  <a:pt x="92513" y="28479"/>
                  <a:pt x="97565" y="29800"/>
                </a:cubicBezTo>
                <a:cubicBezTo>
                  <a:pt x="103852" y="31444"/>
                  <a:pt x="107223" y="28231"/>
                  <a:pt x="109742" y="18194"/>
                </a:cubicBezTo>
                <a:cubicBezTo>
                  <a:pt x="110720" y="14298"/>
                  <a:pt x="112556" y="11110"/>
                  <a:pt x="113822" y="11110"/>
                </a:cubicBezTo>
                <a:cubicBezTo>
                  <a:pt x="115088" y="11110"/>
                  <a:pt x="118623" y="8610"/>
                  <a:pt x="121678" y="5555"/>
                </a:cubicBezTo>
                <a:lnTo>
                  <a:pt x="127233" y="0"/>
                </a:lnTo>
                <a:lnTo>
                  <a:pt x="134516" y="8782"/>
                </a:lnTo>
                <a:cubicBezTo>
                  <a:pt x="140793" y="16350"/>
                  <a:pt x="141809" y="19826"/>
                  <a:pt x="141869" y="33944"/>
                </a:cubicBezTo>
                <a:cubicBezTo>
                  <a:pt x="141922" y="46507"/>
                  <a:pt x="143236" y="52147"/>
                  <a:pt x="147505" y="58144"/>
                </a:cubicBezTo>
                <a:cubicBezTo>
                  <a:pt x="152339" y="64931"/>
                  <a:pt x="153038" y="69240"/>
                  <a:pt x="152804" y="90810"/>
                </a:cubicBezTo>
                <a:cubicBezTo>
                  <a:pt x="152465" y="122159"/>
                  <a:pt x="153210" y="124694"/>
                  <a:pt x="162764" y="124694"/>
                </a:cubicBezTo>
                <a:cubicBezTo>
                  <a:pt x="166927" y="124694"/>
                  <a:pt x="170334" y="123406"/>
                  <a:pt x="170334" y="121832"/>
                </a:cubicBezTo>
                <a:cubicBezTo>
                  <a:pt x="170334" y="118431"/>
                  <a:pt x="184072" y="121216"/>
                  <a:pt x="185393" y="124884"/>
                </a:cubicBezTo>
                <a:cubicBezTo>
                  <a:pt x="185866" y="126199"/>
                  <a:pt x="188061" y="127275"/>
                  <a:pt x="190271" y="127275"/>
                </a:cubicBezTo>
                <a:cubicBezTo>
                  <a:pt x="194758" y="127275"/>
                  <a:pt x="201103" y="134482"/>
                  <a:pt x="201229" y="139721"/>
                </a:cubicBezTo>
                <a:cubicBezTo>
                  <a:pt x="201275" y="141597"/>
                  <a:pt x="199569" y="144875"/>
                  <a:pt x="197439" y="147005"/>
                </a:cubicBezTo>
                <a:cubicBezTo>
                  <a:pt x="192728" y="151716"/>
                  <a:pt x="192413" y="159339"/>
                  <a:pt x="196794" y="162615"/>
                </a:cubicBezTo>
                <a:cubicBezTo>
                  <a:pt x="198569" y="163942"/>
                  <a:pt x="209104" y="167799"/>
                  <a:pt x="220205" y="171185"/>
                </a:cubicBezTo>
                <a:cubicBezTo>
                  <a:pt x="236917" y="176284"/>
                  <a:pt x="240766" y="176733"/>
                  <a:pt x="242581" y="173796"/>
                </a:cubicBezTo>
                <a:cubicBezTo>
                  <a:pt x="245948" y="168348"/>
                  <a:pt x="255565" y="175863"/>
                  <a:pt x="259092" y="186698"/>
                </a:cubicBezTo>
                <a:cubicBezTo>
                  <a:pt x="261627" y="194485"/>
                  <a:pt x="263378" y="195815"/>
                  <a:pt x="273592" y="197707"/>
                </a:cubicBezTo>
                <a:cubicBezTo>
                  <a:pt x="279981" y="198890"/>
                  <a:pt x="293775" y="199289"/>
                  <a:pt x="304244" y="198591"/>
                </a:cubicBezTo>
                <a:cubicBezTo>
                  <a:pt x="321502" y="197442"/>
                  <a:pt x="324213" y="197942"/>
                  <a:pt x="333285" y="203946"/>
                </a:cubicBezTo>
                <a:cubicBezTo>
                  <a:pt x="344213" y="211177"/>
                  <a:pt x="345431" y="213671"/>
                  <a:pt x="339205" y="216060"/>
                </a:cubicBezTo>
                <a:cubicBezTo>
                  <a:pt x="336957" y="216923"/>
                  <a:pt x="335638" y="219080"/>
                  <a:pt x="336274" y="220854"/>
                </a:cubicBezTo>
                <a:cubicBezTo>
                  <a:pt x="337968" y="225576"/>
                  <a:pt x="333403" y="233114"/>
                  <a:pt x="328850" y="233114"/>
                </a:cubicBezTo>
                <a:cubicBezTo>
                  <a:pt x="326331" y="233114"/>
                  <a:pt x="325653" y="234275"/>
                  <a:pt x="326965" y="236341"/>
                </a:cubicBezTo>
                <a:cubicBezTo>
                  <a:pt x="328092" y="238116"/>
                  <a:pt x="329089" y="240149"/>
                  <a:pt x="329181" y="240859"/>
                </a:cubicBezTo>
                <a:cubicBezTo>
                  <a:pt x="329272" y="241569"/>
                  <a:pt x="330272" y="244866"/>
                  <a:pt x="331403" y="248187"/>
                </a:cubicBezTo>
                <a:cubicBezTo>
                  <a:pt x="332991" y="252852"/>
                  <a:pt x="332229" y="255087"/>
                  <a:pt x="328049" y="258014"/>
                </a:cubicBezTo>
                <a:cubicBezTo>
                  <a:pt x="321663" y="262487"/>
                  <a:pt x="321157" y="268570"/>
                  <a:pt x="326532" y="276244"/>
                </a:cubicBezTo>
                <a:cubicBezTo>
                  <a:pt x="330115" y="281360"/>
                  <a:pt x="330000" y="281936"/>
                  <a:pt x="325085" y="283496"/>
                </a:cubicBezTo>
                <a:cubicBezTo>
                  <a:pt x="320727" y="284879"/>
                  <a:pt x="320050" y="286571"/>
                  <a:pt x="321398" y="292711"/>
                </a:cubicBezTo>
                <a:cubicBezTo>
                  <a:pt x="323026" y="300123"/>
                  <a:pt x="322888" y="300231"/>
                  <a:pt x="311874" y="300150"/>
                </a:cubicBezTo>
                <a:cubicBezTo>
                  <a:pt x="305727" y="300105"/>
                  <a:pt x="298443" y="298362"/>
                  <a:pt x="295686" y="296278"/>
                </a:cubicBezTo>
                <a:close/>
              </a:path>
            </a:pathLst>
          </a:custGeom>
          <a:solidFill>
            <a:srgbClr val="B9B9B9"/>
          </a:solidFill>
          <a:ln w="5163" cap="flat">
            <a:noFill/>
            <a:prstDash val="solid"/>
            <a:miter/>
          </a:ln>
        </p:spPr>
        <p:txBody>
          <a:bodyPr/>
          <a:lstStyle/>
          <a:p>
            <a:endParaRPr lang="es-419" noProof="0" dirty="0"/>
          </a:p>
        </p:txBody>
      </p:sp>
      <p:sp>
        <p:nvSpPr>
          <p:cNvPr id="51" name="Forma libre: forma 50">
            <a:extLst>
              <a:ext uri="{FF2B5EF4-FFF2-40B4-BE49-F238E27FC236}">
                <a16:creationId xmlns:a16="http://schemas.microsoft.com/office/drawing/2014/main" id="{5F76332E-CEDB-C8DE-B133-39D0A2767D6C}"/>
              </a:ext>
            </a:extLst>
          </p:cNvPr>
          <p:cNvSpPr/>
          <p:nvPr/>
        </p:nvSpPr>
        <p:spPr>
          <a:xfrm>
            <a:off x="1257795" y="2071057"/>
            <a:ext cx="87522" cy="67430"/>
          </a:xfrm>
          <a:custGeom>
            <a:avLst/>
            <a:gdLst>
              <a:gd name="csX0" fmla="*/ 3976 w 87522"/>
              <a:gd name="csY0" fmla="*/ 62589 h 67430"/>
              <a:gd name="csX1" fmla="*/ 1611 w 87522"/>
              <a:gd name="csY1" fmla="*/ 35473 h 67430"/>
              <a:gd name="csX2" fmla="*/ 13354 w 87522"/>
              <a:gd name="csY2" fmla="*/ 26110 h 67430"/>
              <a:gd name="csX3" fmla="*/ 24928 w 87522"/>
              <a:gd name="csY3" fmla="*/ 17185 h 67430"/>
              <a:gd name="csX4" fmla="*/ 28816 w 87522"/>
              <a:gd name="csY4" fmla="*/ 13430 h 67430"/>
              <a:gd name="csX5" fmla="*/ 55396 w 87522"/>
              <a:gd name="csY5" fmla="*/ 696 h 67430"/>
              <a:gd name="csX6" fmla="*/ 76595 w 87522"/>
              <a:gd name="csY6" fmla="*/ 27413 h 67430"/>
              <a:gd name="csX7" fmla="*/ 81474 w 87522"/>
              <a:gd name="csY7" fmla="*/ 35237 h 67430"/>
              <a:gd name="csX8" fmla="*/ 81963 w 87522"/>
              <a:gd name="csY8" fmla="*/ 49346 h 67430"/>
              <a:gd name="csX9" fmla="*/ 69036 w 87522"/>
              <a:gd name="csY9" fmla="*/ 59608 h 67430"/>
              <a:gd name="csX10" fmla="*/ 36947 w 87522"/>
              <a:gd name="csY10" fmla="*/ 62618 h 67430"/>
              <a:gd name="csX11" fmla="*/ 17042 w 87522"/>
              <a:gd name="csY11" fmla="*/ 62345 h 67430"/>
              <a:gd name="csX12" fmla="*/ 3976 w 87522"/>
              <a:gd name="csY12" fmla="*/ 62589 h 67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7522" h="67430">
                <a:moveTo>
                  <a:pt x="3976" y="62589"/>
                </a:moveTo>
                <a:cubicBezTo>
                  <a:pt x="-42" y="58150"/>
                  <a:pt x="-1347" y="43182"/>
                  <a:pt x="1611" y="35473"/>
                </a:cubicBezTo>
                <a:cubicBezTo>
                  <a:pt x="2496" y="33167"/>
                  <a:pt x="7780" y="28954"/>
                  <a:pt x="13354" y="26110"/>
                </a:cubicBezTo>
                <a:cubicBezTo>
                  <a:pt x="18927" y="23267"/>
                  <a:pt x="24135" y="19251"/>
                  <a:pt x="24928" y="17185"/>
                </a:cubicBezTo>
                <a:cubicBezTo>
                  <a:pt x="25721" y="15120"/>
                  <a:pt x="27470" y="13430"/>
                  <a:pt x="28816" y="13430"/>
                </a:cubicBezTo>
                <a:cubicBezTo>
                  <a:pt x="32726" y="13430"/>
                  <a:pt x="53752" y="3357"/>
                  <a:pt x="55396" y="696"/>
                </a:cubicBezTo>
                <a:cubicBezTo>
                  <a:pt x="58624" y="-4526"/>
                  <a:pt x="78997" y="21152"/>
                  <a:pt x="76595" y="27413"/>
                </a:cubicBezTo>
                <a:cubicBezTo>
                  <a:pt x="75767" y="29569"/>
                  <a:pt x="77801" y="32831"/>
                  <a:pt x="81474" y="35237"/>
                </a:cubicBezTo>
                <a:cubicBezTo>
                  <a:pt x="89349" y="40396"/>
                  <a:pt x="89558" y="46431"/>
                  <a:pt x="81963" y="49346"/>
                </a:cubicBezTo>
                <a:cubicBezTo>
                  <a:pt x="78769" y="50572"/>
                  <a:pt x="72952" y="55190"/>
                  <a:pt x="69036" y="59608"/>
                </a:cubicBezTo>
                <a:cubicBezTo>
                  <a:pt x="60658" y="69060"/>
                  <a:pt x="52768" y="69801"/>
                  <a:pt x="36947" y="62618"/>
                </a:cubicBezTo>
                <a:cubicBezTo>
                  <a:pt x="26493" y="57872"/>
                  <a:pt x="25833" y="57863"/>
                  <a:pt x="17042" y="62345"/>
                </a:cubicBezTo>
                <a:cubicBezTo>
                  <a:pt x="8489" y="66705"/>
                  <a:pt x="7714" y="66720"/>
                  <a:pt x="3976" y="62589"/>
                </a:cubicBezTo>
                <a:close/>
              </a:path>
            </a:pathLst>
          </a:custGeom>
          <a:solidFill>
            <a:srgbClr val="B9B9B9"/>
          </a:solidFill>
          <a:ln w="5163" cap="flat">
            <a:noFill/>
            <a:prstDash val="solid"/>
            <a:miter/>
          </a:ln>
        </p:spPr>
        <p:txBody>
          <a:bodyPr/>
          <a:lstStyle/>
          <a:p>
            <a:endParaRPr lang="es-419" noProof="0" dirty="0"/>
          </a:p>
        </p:txBody>
      </p:sp>
      <p:sp>
        <p:nvSpPr>
          <p:cNvPr id="52" name="Forma libre: forma 51">
            <a:extLst>
              <a:ext uri="{FF2B5EF4-FFF2-40B4-BE49-F238E27FC236}">
                <a16:creationId xmlns:a16="http://schemas.microsoft.com/office/drawing/2014/main" id="{44537583-81A1-8E3D-D237-D14E1544F3C9}"/>
              </a:ext>
            </a:extLst>
          </p:cNvPr>
          <p:cNvSpPr/>
          <p:nvPr/>
        </p:nvSpPr>
        <p:spPr>
          <a:xfrm>
            <a:off x="1498388" y="1582666"/>
            <a:ext cx="245235" cy="503912"/>
          </a:xfrm>
          <a:custGeom>
            <a:avLst/>
            <a:gdLst>
              <a:gd name="csX0" fmla="*/ 181623 w 245235"/>
              <a:gd name="csY0" fmla="*/ 494203 h 503912"/>
              <a:gd name="csX1" fmla="*/ 158452 w 245235"/>
              <a:gd name="csY1" fmla="*/ 485687 h 503912"/>
              <a:gd name="csX2" fmla="*/ 148342 w 245235"/>
              <a:gd name="csY2" fmla="*/ 487770 h 503912"/>
              <a:gd name="csX3" fmla="*/ 119521 w 245235"/>
              <a:gd name="csY3" fmla="*/ 489801 h 503912"/>
              <a:gd name="csX4" fmla="*/ 87472 w 245235"/>
              <a:gd name="csY4" fmla="*/ 489620 h 503912"/>
              <a:gd name="csX5" fmla="*/ 73190 w 245235"/>
              <a:gd name="csY5" fmla="*/ 478988 h 503912"/>
              <a:gd name="csX6" fmla="*/ 52773 w 245235"/>
              <a:gd name="csY6" fmla="*/ 460575 h 503912"/>
              <a:gd name="csX7" fmla="*/ 49575 w 245235"/>
              <a:gd name="csY7" fmla="*/ 464677 h 503912"/>
              <a:gd name="csX8" fmla="*/ 47915 w 245235"/>
              <a:gd name="csY8" fmla="*/ 467591 h 503912"/>
              <a:gd name="csX9" fmla="*/ 13036 w 245235"/>
              <a:gd name="csY9" fmla="*/ 456319 h 503912"/>
              <a:gd name="csX10" fmla="*/ 12217 w 245235"/>
              <a:gd name="csY10" fmla="*/ 442447 h 503912"/>
              <a:gd name="csX11" fmla="*/ 16234 w 245235"/>
              <a:gd name="csY11" fmla="*/ 437376 h 503912"/>
              <a:gd name="csX12" fmla="*/ 3077 w 245235"/>
              <a:gd name="csY12" fmla="*/ 417673 h 503912"/>
              <a:gd name="csX13" fmla="*/ 0 w 245235"/>
              <a:gd name="csY13" fmla="*/ 409784 h 503912"/>
              <a:gd name="csX14" fmla="*/ 6196 w 245235"/>
              <a:gd name="csY14" fmla="*/ 402269 h 503912"/>
              <a:gd name="csX15" fmla="*/ 12532 w 245235"/>
              <a:gd name="csY15" fmla="*/ 401839 h 503912"/>
              <a:gd name="csX16" fmla="*/ 13332 w 245235"/>
              <a:gd name="csY16" fmla="*/ 389178 h 503912"/>
              <a:gd name="csX17" fmla="*/ 18583 w 245235"/>
              <a:gd name="csY17" fmla="*/ 371495 h 503912"/>
              <a:gd name="csX18" fmla="*/ 33934 w 245235"/>
              <a:gd name="csY18" fmla="*/ 366100 h 503912"/>
              <a:gd name="csX19" fmla="*/ 49768 w 245235"/>
              <a:gd name="csY19" fmla="*/ 361841 h 503912"/>
              <a:gd name="csX20" fmla="*/ 46692 w 245235"/>
              <a:gd name="csY20" fmla="*/ 337409 h 503912"/>
              <a:gd name="csX21" fmla="*/ 42031 w 245235"/>
              <a:gd name="csY21" fmla="*/ 321770 h 503912"/>
              <a:gd name="csX22" fmla="*/ 39524 w 245235"/>
              <a:gd name="csY22" fmla="*/ 295336 h 503912"/>
              <a:gd name="csX23" fmla="*/ 41858 w 245235"/>
              <a:gd name="csY23" fmla="*/ 287644 h 503912"/>
              <a:gd name="csX24" fmla="*/ 57042 w 245235"/>
              <a:gd name="csY24" fmla="*/ 277265 h 503912"/>
              <a:gd name="csX25" fmla="*/ 69737 w 245235"/>
              <a:gd name="csY25" fmla="*/ 269502 h 503912"/>
              <a:gd name="csX26" fmla="*/ 79509 w 245235"/>
              <a:gd name="csY26" fmla="*/ 253317 h 503912"/>
              <a:gd name="csX27" fmla="*/ 95370 w 245235"/>
              <a:gd name="csY27" fmla="*/ 241529 h 503912"/>
              <a:gd name="csX28" fmla="*/ 141543 w 245235"/>
              <a:gd name="csY28" fmla="*/ 207386 h 503912"/>
              <a:gd name="csX29" fmla="*/ 135987 w 245235"/>
              <a:gd name="csY29" fmla="*/ 199791 h 503912"/>
              <a:gd name="csX30" fmla="*/ 127900 w 245235"/>
              <a:gd name="csY30" fmla="*/ 166538 h 503912"/>
              <a:gd name="csX31" fmla="*/ 127266 w 245235"/>
              <a:gd name="csY31" fmla="*/ 150064 h 503912"/>
              <a:gd name="csX32" fmla="*/ 118230 w 245235"/>
              <a:gd name="csY32" fmla="*/ 149351 h 503912"/>
              <a:gd name="csX33" fmla="*/ 106311 w 245235"/>
              <a:gd name="csY33" fmla="*/ 151014 h 503912"/>
              <a:gd name="csX34" fmla="*/ 100187 w 245235"/>
              <a:gd name="csY34" fmla="*/ 149485 h 503912"/>
              <a:gd name="csX35" fmla="*/ 89795 w 245235"/>
              <a:gd name="csY35" fmla="*/ 145581 h 503912"/>
              <a:gd name="csX36" fmla="*/ 79509 w 245235"/>
              <a:gd name="csY36" fmla="*/ 132462 h 503912"/>
              <a:gd name="csX37" fmla="*/ 74746 w 245235"/>
              <a:gd name="csY37" fmla="*/ 127510 h 503912"/>
              <a:gd name="csX38" fmla="*/ 61439 w 245235"/>
              <a:gd name="csY38" fmla="*/ 106041 h 503912"/>
              <a:gd name="csX39" fmla="*/ 51376 w 245235"/>
              <a:gd name="csY39" fmla="*/ 92403 h 503912"/>
              <a:gd name="csX40" fmla="*/ 43631 w 245235"/>
              <a:gd name="csY40" fmla="*/ 82710 h 503912"/>
              <a:gd name="csX41" fmla="*/ 40756 w 245235"/>
              <a:gd name="csY41" fmla="*/ 70719 h 503912"/>
              <a:gd name="csX42" fmla="*/ 37174 w 245235"/>
              <a:gd name="csY42" fmla="*/ 60642 h 503912"/>
              <a:gd name="csX43" fmla="*/ 23391 w 245235"/>
              <a:gd name="csY43" fmla="*/ 17685 h 503912"/>
              <a:gd name="csX44" fmla="*/ 16983 w 245235"/>
              <a:gd name="csY44" fmla="*/ 12409 h 503912"/>
              <a:gd name="csX45" fmla="*/ 27512 w 245235"/>
              <a:gd name="csY45" fmla="*/ 5441 h 503912"/>
              <a:gd name="csX46" fmla="*/ 44577 w 245235"/>
              <a:gd name="csY46" fmla="*/ 1452 h 503912"/>
              <a:gd name="csX47" fmla="*/ 51418 w 245235"/>
              <a:gd name="csY47" fmla="*/ 21016 h 503912"/>
              <a:gd name="csX48" fmla="*/ 53995 w 245235"/>
              <a:gd name="csY48" fmla="*/ 32559 h 503912"/>
              <a:gd name="csX49" fmla="*/ 56749 w 245235"/>
              <a:gd name="csY49" fmla="*/ 46824 h 503912"/>
              <a:gd name="csX50" fmla="*/ 61515 w 245235"/>
              <a:gd name="csY50" fmla="*/ 64401 h 503912"/>
              <a:gd name="csX51" fmla="*/ 66783 w 245235"/>
              <a:gd name="csY51" fmla="*/ 80478 h 503912"/>
              <a:gd name="csX52" fmla="*/ 69183 w 245235"/>
              <a:gd name="csY52" fmla="*/ 82335 h 503912"/>
              <a:gd name="csX53" fmla="*/ 72797 w 245235"/>
              <a:gd name="csY53" fmla="*/ 89434 h 503912"/>
              <a:gd name="csX54" fmla="*/ 77368 w 245235"/>
              <a:gd name="csY54" fmla="*/ 95891 h 503912"/>
              <a:gd name="csX55" fmla="*/ 83382 w 245235"/>
              <a:gd name="csY55" fmla="*/ 106862 h 503912"/>
              <a:gd name="csX56" fmla="*/ 91209 w 245235"/>
              <a:gd name="csY56" fmla="*/ 114603 h 503912"/>
              <a:gd name="csX57" fmla="*/ 115649 w 245235"/>
              <a:gd name="csY57" fmla="*/ 125394 h 503912"/>
              <a:gd name="csX58" fmla="*/ 132428 w 245235"/>
              <a:gd name="csY58" fmla="*/ 131624 h 503912"/>
              <a:gd name="csX59" fmla="*/ 150553 w 245235"/>
              <a:gd name="csY59" fmla="*/ 139348 h 503912"/>
              <a:gd name="csX60" fmla="*/ 176368 w 245235"/>
              <a:gd name="csY60" fmla="*/ 146927 h 503912"/>
              <a:gd name="csX61" fmla="*/ 211382 w 245235"/>
              <a:gd name="csY61" fmla="*/ 156343 h 503912"/>
              <a:gd name="csX62" fmla="*/ 230401 w 245235"/>
              <a:gd name="csY62" fmla="*/ 161456 h 503912"/>
              <a:gd name="csX63" fmla="*/ 244475 w 245235"/>
              <a:gd name="csY63" fmla="*/ 154799 h 503912"/>
              <a:gd name="csX64" fmla="*/ 229656 w 245235"/>
              <a:gd name="csY64" fmla="*/ 212698 h 503912"/>
              <a:gd name="csX65" fmla="*/ 216833 w 245235"/>
              <a:gd name="csY65" fmla="*/ 242385 h 503912"/>
              <a:gd name="csX66" fmla="*/ 205960 w 245235"/>
              <a:gd name="csY66" fmla="*/ 288674 h 503912"/>
              <a:gd name="csX67" fmla="*/ 203418 w 245235"/>
              <a:gd name="csY67" fmla="*/ 300468 h 503912"/>
              <a:gd name="csX68" fmla="*/ 200956 w 245235"/>
              <a:gd name="csY68" fmla="*/ 300468 h 503912"/>
              <a:gd name="csX69" fmla="*/ 214917 w 245235"/>
              <a:gd name="csY69" fmla="*/ 237240 h 503912"/>
              <a:gd name="csX70" fmla="*/ 224070 w 245235"/>
              <a:gd name="csY70" fmla="*/ 211401 h 503912"/>
              <a:gd name="csX71" fmla="*/ 218637 w 245235"/>
              <a:gd name="csY71" fmla="*/ 205384 h 503912"/>
              <a:gd name="csX72" fmla="*/ 214956 w 245235"/>
              <a:gd name="csY72" fmla="*/ 204826 h 503912"/>
              <a:gd name="csX73" fmla="*/ 214905 w 245235"/>
              <a:gd name="csY73" fmla="*/ 215873 h 503912"/>
              <a:gd name="csX74" fmla="*/ 213101 w 245235"/>
              <a:gd name="csY74" fmla="*/ 224084 h 503912"/>
              <a:gd name="csX75" fmla="*/ 208491 w 245235"/>
              <a:gd name="csY75" fmla="*/ 218391 h 503912"/>
              <a:gd name="csX76" fmla="*/ 197466 w 245235"/>
              <a:gd name="csY76" fmla="*/ 218019 h 503912"/>
              <a:gd name="csX77" fmla="*/ 199747 w 245235"/>
              <a:gd name="csY77" fmla="*/ 224749 h 503912"/>
              <a:gd name="csX78" fmla="*/ 203418 w 245235"/>
              <a:gd name="csY78" fmla="*/ 228616 h 503912"/>
              <a:gd name="csX79" fmla="*/ 201015 w 245235"/>
              <a:gd name="csY79" fmla="*/ 229588 h 503912"/>
              <a:gd name="csX80" fmla="*/ 196991 w 245235"/>
              <a:gd name="csY80" fmla="*/ 230726 h 503912"/>
              <a:gd name="csX81" fmla="*/ 198308 w 245235"/>
              <a:gd name="csY81" fmla="*/ 233350 h 503912"/>
              <a:gd name="csX82" fmla="*/ 199523 w 245235"/>
              <a:gd name="csY82" fmla="*/ 241200 h 503912"/>
              <a:gd name="csX83" fmla="*/ 200899 w 245235"/>
              <a:gd name="csY83" fmla="*/ 252786 h 503912"/>
              <a:gd name="csX84" fmla="*/ 200228 w 245235"/>
              <a:gd name="csY84" fmla="*/ 257969 h 503912"/>
              <a:gd name="csX85" fmla="*/ 197509 w 245235"/>
              <a:gd name="csY85" fmla="*/ 272843 h 503912"/>
              <a:gd name="csX86" fmla="*/ 194340 w 245235"/>
              <a:gd name="csY86" fmla="*/ 281107 h 503912"/>
              <a:gd name="csX87" fmla="*/ 191370 w 245235"/>
              <a:gd name="csY87" fmla="*/ 292273 h 503912"/>
              <a:gd name="csX88" fmla="*/ 195674 w 245235"/>
              <a:gd name="csY88" fmla="*/ 307167 h 503912"/>
              <a:gd name="csX89" fmla="*/ 199681 w 245235"/>
              <a:gd name="csY89" fmla="*/ 306687 h 503912"/>
              <a:gd name="csX90" fmla="*/ 200986 w 245235"/>
              <a:gd name="csY90" fmla="*/ 320424 h 503912"/>
              <a:gd name="csX91" fmla="*/ 197882 w 245235"/>
              <a:gd name="csY91" fmla="*/ 340480 h 503912"/>
              <a:gd name="csX92" fmla="*/ 197480 w 245235"/>
              <a:gd name="csY92" fmla="*/ 350806 h 503912"/>
              <a:gd name="csX93" fmla="*/ 195674 w 245235"/>
              <a:gd name="csY93" fmla="*/ 339189 h 503912"/>
              <a:gd name="csX94" fmla="*/ 193480 w 245235"/>
              <a:gd name="csY94" fmla="*/ 360201 h 503912"/>
              <a:gd name="csX95" fmla="*/ 197184 w 245235"/>
              <a:gd name="csY95" fmla="*/ 414396 h 503912"/>
              <a:gd name="csX96" fmla="*/ 198086 w 245235"/>
              <a:gd name="csY96" fmla="*/ 450991 h 503912"/>
              <a:gd name="csX97" fmla="*/ 192986 w 245235"/>
              <a:gd name="csY97" fmla="*/ 462927 h 503912"/>
              <a:gd name="csX98" fmla="*/ 186260 w 245235"/>
              <a:gd name="csY98" fmla="*/ 476652 h 503912"/>
              <a:gd name="csX99" fmla="*/ 187756 w 245235"/>
              <a:gd name="csY99" fmla="*/ 481169 h 503912"/>
              <a:gd name="csX100" fmla="*/ 190891 w 245235"/>
              <a:gd name="csY100" fmla="*/ 476652 h 503912"/>
              <a:gd name="csX101" fmla="*/ 193026 w 245235"/>
              <a:gd name="csY101" fmla="*/ 487623 h 503912"/>
              <a:gd name="csX102" fmla="*/ 194241 w 245235"/>
              <a:gd name="csY102" fmla="*/ 503884 h 503912"/>
              <a:gd name="csX103" fmla="*/ 181623 w 245235"/>
              <a:gd name="csY103" fmla="*/ 494203 h 5039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Lst>
            <a:rect l="l" t="t" r="r" b="b"/>
            <a:pathLst>
              <a:path w="245235" h="503912">
                <a:moveTo>
                  <a:pt x="181623" y="494203"/>
                </a:moveTo>
                <a:cubicBezTo>
                  <a:pt x="170080" y="484213"/>
                  <a:pt x="162664" y="481487"/>
                  <a:pt x="158452" y="485687"/>
                </a:cubicBezTo>
                <a:cubicBezTo>
                  <a:pt x="157384" y="486752"/>
                  <a:pt x="152834" y="487689"/>
                  <a:pt x="148342" y="487770"/>
                </a:cubicBezTo>
                <a:cubicBezTo>
                  <a:pt x="143849" y="487851"/>
                  <a:pt x="130880" y="488765"/>
                  <a:pt x="119521" y="489801"/>
                </a:cubicBezTo>
                <a:cubicBezTo>
                  <a:pt x="108163" y="490837"/>
                  <a:pt x="93741" y="490755"/>
                  <a:pt x="87472" y="489620"/>
                </a:cubicBezTo>
                <a:cubicBezTo>
                  <a:pt x="77605" y="487832"/>
                  <a:pt x="75687" y="486404"/>
                  <a:pt x="73190" y="478988"/>
                </a:cubicBezTo>
                <a:cubicBezTo>
                  <a:pt x="70001" y="469517"/>
                  <a:pt x="60184" y="460664"/>
                  <a:pt x="52773" y="460575"/>
                </a:cubicBezTo>
                <a:cubicBezTo>
                  <a:pt x="49415" y="460535"/>
                  <a:pt x="48457" y="461764"/>
                  <a:pt x="49575" y="464677"/>
                </a:cubicBezTo>
                <a:cubicBezTo>
                  <a:pt x="50616" y="467390"/>
                  <a:pt x="50039" y="468403"/>
                  <a:pt x="47915" y="467591"/>
                </a:cubicBezTo>
                <a:cubicBezTo>
                  <a:pt x="43178" y="465778"/>
                  <a:pt x="16822" y="457260"/>
                  <a:pt x="13036" y="456319"/>
                </a:cubicBezTo>
                <a:cubicBezTo>
                  <a:pt x="9334" y="455399"/>
                  <a:pt x="8569" y="442447"/>
                  <a:pt x="12217" y="442447"/>
                </a:cubicBezTo>
                <a:cubicBezTo>
                  <a:pt x="13541" y="442447"/>
                  <a:pt x="15349" y="440165"/>
                  <a:pt x="16234" y="437376"/>
                </a:cubicBezTo>
                <a:cubicBezTo>
                  <a:pt x="18137" y="431382"/>
                  <a:pt x="7778" y="415870"/>
                  <a:pt x="3077" y="417673"/>
                </a:cubicBezTo>
                <a:cubicBezTo>
                  <a:pt x="1055" y="418449"/>
                  <a:pt x="0" y="415744"/>
                  <a:pt x="0" y="409784"/>
                </a:cubicBezTo>
                <a:cubicBezTo>
                  <a:pt x="0" y="401499"/>
                  <a:pt x="536" y="400849"/>
                  <a:pt x="6196" y="402269"/>
                </a:cubicBezTo>
                <a:cubicBezTo>
                  <a:pt x="9603" y="403124"/>
                  <a:pt x="12454" y="402931"/>
                  <a:pt x="12532" y="401839"/>
                </a:cubicBezTo>
                <a:cubicBezTo>
                  <a:pt x="12609" y="400747"/>
                  <a:pt x="12969" y="395050"/>
                  <a:pt x="13332" y="389178"/>
                </a:cubicBezTo>
                <a:cubicBezTo>
                  <a:pt x="13694" y="383307"/>
                  <a:pt x="16057" y="375349"/>
                  <a:pt x="18583" y="371495"/>
                </a:cubicBezTo>
                <a:cubicBezTo>
                  <a:pt x="22726" y="365172"/>
                  <a:pt x="24227" y="364644"/>
                  <a:pt x="33934" y="366100"/>
                </a:cubicBezTo>
                <a:cubicBezTo>
                  <a:pt x="43066" y="367469"/>
                  <a:pt x="45460" y="366825"/>
                  <a:pt x="49768" y="361841"/>
                </a:cubicBezTo>
                <a:cubicBezTo>
                  <a:pt x="55970" y="354665"/>
                  <a:pt x="55203" y="348567"/>
                  <a:pt x="46692" y="337409"/>
                </a:cubicBezTo>
                <a:cubicBezTo>
                  <a:pt x="41680" y="330837"/>
                  <a:pt x="40608" y="327241"/>
                  <a:pt x="42031" y="321770"/>
                </a:cubicBezTo>
                <a:cubicBezTo>
                  <a:pt x="45168" y="309711"/>
                  <a:pt x="44306" y="300620"/>
                  <a:pt x="39524" y="295336"/>
                </a:cubicBezTo>
                <a:cubicBezTo>
                  <a:pt x="35095" y="290442"/>
                  <a:pt x="35173" y="290185"/>
                  <a:pt x="41858" y="287644"/>
                </a:cubicBezTo>
                <a:cubicBezTo>
                  <a:pt x="45661" y="286198"/>
                  <a:pt x="52494" y="281527"/>
                  <a:pt x="57042" y="277265"/>
                </a:cubicBezTo>
                <a:cubicBezTo>
                  <a:pt x="61590" y="273002"/>
                  <a:pt x="67303" y="269509"/>
                  <a:pt x="69737" y="269502"/>
                </a:cubicBezTo>
                <a:cubicBezTo>
                  <a:pt x="74976" y="269488"/>
                  <a:pt x="79509" y="261980"/>
                  <a:pt x="79509" y="253317"/>
                </a:cubicBezTo>
                <a:cubicBezTo>
                  <a:pt x="79509" y="246749"/>
                  <a:pt x="88587" y="240002"/>
                  <a:pt x="95370" y="241529"/>
                </a:cubicBezTo>
                <a:cubicBezTo>
                  <a:pt x="99614" y="242485"/>
                  <a:pt x="137917" y="214161"/>
                  <a:pt x="141543" y="207386"/>
                </a:cubicBezTo>
                <a:cubicBezTo>
                  <a:pt x="144262" y="202307"/>
                  <a:pt x="142422" y="199791"/>
                  <a:pt x="135987" y="199791"/>
                </a:cubicBezTo>
                <a:cubicBezTo>
                  <a:pt x="130714" y="199791"/>
                  <a:pt x="128893" y="192306"/>
                  <a:pt x="127900" y="166538"/>
                </a:cubicBezTo>
                <a:lnTo>
                  <a:pt x="127266" y="150064"/>
                </a:lnTo>
                <a:lnTo>
                  <a:pt x="118230" y="149351"/>
                </a:lnTo>
                <a:cubicBezTo>
                  <a:pt x="113261" y="148959"/>
                  <a:pt x="107898" y="149707"/>
                  <a:pt x="106311" y="151014"/>
                </a:cubicBezTo>
                <a:cubicBezTo>
                  <a:pt x="104470" y="152530"/>
                  <a:pt x="102255" y="151977"/>
                  <a:pt x="100187" y="149485"/>
                </a:cubicBezTo>
                <a:cubicBezTo>
                  <a:pt x="98405" y="147337"/>
                  <a:pt x="93728" y="145581"/>
                  <a:pt x="89795" y="145581"/>
                </a:cubicBezTo>
                <a:cubicBezTo>
                  <a:pt x="82532" y="145581"/>
                  <a:pt x="79509" y="141725"/>
                  <a:pt x="79509" y="132462"/>
                </a:cubicBezTo>
                <a:cubicBezTo>
                  <a:pt x="79509" y="129370"/>
                  <a:pt x="77720" y="127510"/>
                  <a:pt x="74746" y="127510"/>
                </a:cubicBezTo>
                <a:cubicBezTo>
                  <a:pt x="66661" y="127510"/>
                  <a:pt x="61439" y="119085"/>
                  <a:pt x="61439" y="106041"/>
                </a:cubicBezTo>
                <a:cubicBezTo>
                  <a:pt x="61439" y="94056"/>
                  <a:pt x="61402" y="94007"/>
                  <a:pt x="51376" y="92403"/>
                </a:cubicBezTo>
                <a:cubicBezTo>
                  <a:pt x="41507" y="90825"/>
                  <a:pt x="41357" y="90638"/>
                  <a:pt x="43631" y="82710"/>
                </a:cubicBezTo>
                <a:cubicBezTo>
                  <a:pt x="46841" y="71517"/>
                  <a:pt x="46650" y="70719"/>
                  <a:pt x="40756" y="70719"/>
                </a:cubicBezTo>
                <a:cubicBezTo>
                  <a:pt x="36165" y="70719"/>
                  <a:pt x="35750" y="69551"/>
                  <a:pt x="37174" y="60642"/>
                </a:cubicBezTo>
                <a:cubicBezTo>
                  <a:pt x="39267" y="47555"/>
                  <a:pt x="31942" y="24727"/>
                  <a:pt x="23391" y="17685"/>
                </a:cubicBezTo>
                <a:lnTo>
                  <a:pt x="16983" y="12409"/>
                </a:lnTo>
                <a:lnTo>
                  <a:pt x="27512" y="5441"/>
                </a:lnTo>
                <a:cubicBezTo>
                  <a:pt x="36589" y="-566"/>
                  <a:pt x="38942" y="-1116"/>
                  <a:pt x="44577" y="1452"/>
                </a:cubicBezTo>
                <a:cubicBezTo>
                  <a:pt x="50920" y="4342"/>
                  <a:pt x="52469" y="8771"/>
                  <a:pt x="51418" y="21016"/>
                </a:cubicBezTo>
                <a:cubicBezTo>
                  <a:pt x="51144" y="24205"/>
                  <a:pt x="52304" y="29399"/>
                  <a:pt x="53995" y="32559"/>
                </a:cubicBezTo>
                <a:cubicBezTo>
                  <a:pt x="55686" y="35718"/>
                  <a:pt x="56925" y="42138"/>
                  <a:pt x="56749" y="46824"/>
                </a:cubicBezTo>
                <a:cubicBezTo>
                  <a:pt x="56573" y="51511"/>
                  <a:pt x="58717" y="59420"/>
                  <a:pt x="61515" y="64401"/>
                </a:cubicBezTo>
                <a:cubicBezTo>
                  <a:pt x="64313" y="69382"/>
                  <a:pt x="66683" y="76616"/>
                  <a:pt x="66783" y="80478"/>
                </a:cubicBezTo>
                <a:cubicBezTo>
                  <a:pt x="66944" y="86723"/>
                  <a:pt x="67209" y="86928"/>
                  <a:pt x="69183" y="82335"/>
                </a:cubicBezTo>
                <a:cubicBezTo>
                  <a:pt x="71476" y="76999"/>
                  <a:pt x="71863" y="77758"/>
                  <a:pt x="72797" y="89434"/>
                </a:cubicBezTo>
                <a:cubicBezTo>
                  <a:pt x="72939" y="91209"/>
                  <a:pt x="74996" y="94114"/>
                  <a:pt x="77368" y="95891"/>
                </a:cubicBezTo>
                <a:cubicBezTo>
                  <a:pt x="79740" y="97667"/>
                  <a:pt x="82447" y="102604"/>
                  <a:pt x="83382" y="106862"/>
                </a:cubicBezTo>
                <a:cubicBezTo>
                  <a:pt x="84688" y="112811"/>
                  <a:pt x="86501" y="114603"/>
                  <a:pt x="91209" y="114603"/>
                </a:cubicBezTo>
                <a:cubicBezTo>
                  <a:pt x="99379" y="114603"/>
                  <a:pt x="110872" y="119677"/>
                  <a:pt x="115649" y="125394"/>
                </a:cubicBezTo>
                <a:cubicBezTo>
                  <a:pt x="117952" y="128149"/>
                  <a:pt x="124752" y="130674"/>
                  <a:pt x="132428" y="131624"/>
                </a:cubicBezTo>
                <a:cubicBezTo>
                  <a:pt x="141521" y="132750"/>
                  <a:pt x="146878" y="135032"/>
                  <a:pt x="150553" y="139348"/>
                </a:cubicBezTo>
                <a:cubicBezTo>
                  <a:pt x="154982" y="144548"/>
                  <a:pt x="158885" y="145694"/>
                  <a:pt x="176368" y="146927"/>
                </a:cubicBezTo>
                <a:cubicBezTo>
                  <a:pt x="205380" y="148973"/>
                  <a:pt x="204499" y="148736"/>
                  <a:pt x="211382" y="156343"/>
                </a:cubicBezTo>
                <a:cubicBezTo>
                  <a:pt x="219859" y="165712"/>
                  <a:pt x="228327" y="167989"/>
                  <a:pt x="230401" y="161456"/>
                </a:cubicBezTo>
                <a:cubicBezTo>
                  <a:pt x="231901" y="156729"/>
                  <a:pt x="241748" y="152072"/>
                  <a:pt x="244475" y="154799"/>
                </a:cubicBezTo>
                <a:cubicBezTo>
                  <a:pt x="248005" y="158329"/>
                  <a:pt x="238595" y="195092"/>
                  <a:pt x="229656" y="212698"/>
                </a:cubicBezTo>
                <a:cubicBezTo>
                  <a:pt x="224250" y="223347"/>
                  <a:pt x="218479" y="236706"/>
                  <a:pt x="216833" y="242385"/>
                </a:cubicBezTo>
                <a:cubicBezTo>
                  <a:pt x="208092" y="272545"/>
                  <a:pt x="205996" y="281464"/>
                  <a:pt x="205960" y="288674"/>
                </a:cubicBezTo>
                <a:cubicBezTo>
                  <a:pt x="205939" y="293031"/>
                  <a:pt x="204795" y="298338"/>
                  <a:pt x="203418" y="300468"/>
                </a:cubicBezTo>
                <a:cubicBezTo>
                  <a:pt x="201194" y="303910"/>
                  <a:pt x="200920" y="303910"/>
                  <a:pt x="200956" y="300468"/>
                </a:cubicBezTo>
                <a:cubicBezTo>
                  <a:pt x="201123" y="284393"/>
                  <a:pt x="207229" y="256741"/>
                  <a:pt x="214917" y="237240"/>
                </a:cubicBezTo>
                <a:cubicBezTo>
                  <a:pt x="219951" y="224471"/>
                  <a:pt x="224070" y="212844"/>
                  <a:pt x="224070" y="211401"/>
                </a:cubicBezTo>
                <a:cubicBezTo>
                  <a:pt x="224070" y="209958"/>
                  <a:pt x="221625" y="207250"/>
                  <a:pt x="218637" y="205384"/>
                </a:cubicBezTo>
                <a:cubicBezTo>
                  <a:pt x="215583" y="203477"/>
                  <a:pt x="213971" y="203233"/>
                  <a:pt x="214956" y="204826"/>
                </a:cubicBezTo>
                <a:cubicBezTo>
                  <a:pt x="215920" y="206386"/>
                  <a:pt x="215897" y="211356"/>
                  <a:pt x="214905" y="215873"/>
                </a:cubicBezTo>
                <a:lnTo>
                  <a:pt x="213101" y="224084"/>
                </a:lnTo>
                <a:lnTo>
                  <a:pt x="208491" y="218391"/>
                </a:lnTo>
                <a:cubicBezTo>
                  <a:pt x="202731" y="211277"/>
                  <a:pt x="199260" y="211160"/>
                  <a:pt x="197466" y="218019"/>
                </a:cubicBezTo>
                <a:cubicBezTo>
                  <a:pt x="196615" y="221276"/>
                  <a:pt x="197499" y="223887"/>
                  <a:pt x="199747" y="224749"/>
                </a:cubicBezTo>
                <a:cubicBezTo>
                  <a:pt x="201766" y="225524"/>
                  <a:pt x="203418" y="227264"/>
                  <a:pt x="203418" y="228616"/>
                </a:cubicBezTo>
                <a:cubicBezTo>
                  <a:pt x="203418" y="229967"/>
                  <a:pt x="202337" y="230405"/>
                  <a:pt x="201015" y="229588"/>
                </a:cubicBezTo>
                <a:cubicBezTo>
                  <a:pt x="199694" y="228771"/>
                  <a:pt x="197882" y="229283"/>
                  <a:pt x="196991" y="230726"/>
                </a:cubicBezTo>
                <a:cubicBezTo>
                  <a:pt x="196099" y="232169"/>
                  <a:pt x="196692" y="233350"/>
                  <a:pt x="198308" y="233350"/>
                </a:cubicBezTo>
                <a:cubicBezTo>
                  <a:pt x="200240" y="233350"/>
                  <a:pt x="200656" y="236041"/>
                  <a:pt x="199523" y="241200"/>
                </a:cubicBezTo>
                <a:cubicBezTo>
                  <a:pt x="198474" y="245978"/>
                  <a:pt x="199012" y="250512"/>
                  <a:pt x="200899" y="252786"/>
                </a:cubicBezTo>
                <a:cubicBezTo>
                  <a:pt x="203352" y="255741"/>
                  <a:pt x="203212" y="256824"/>
                  <a:pt x="200228" y="257969"/>
                </a:cubicBezTo>
                <a:cubicBezTo>
                  <a:pt x="197388" y="259059"/>
                  <a:pt x="196716" y="262734"/>
                  <a:pt x="197509" y="272843"/>
                </a:cubicBezTo>
                <a:cubicBezTo>
                  <a:pt x="198508" y="285590"/>
                  <a:pt x="198348" y="286008"/>
                  <a:pt x="194340" y="281107"/>
                </a:cubicBezTo>
                <a:cubicBezTo>
                  <a:pt x="190355" y="276233"/>
                  <a:pt x="190188" y="276860"/>
                  <a:pt x="191370" y="292273"/>
                </a:cubicBezTo>
                <a:cubicBezTo>
                  <a:pt x="192505" y="307076"/>
                  <a:pt x="195674" y="318043"/>
                  <a:pt x="195674" y="307167"/>
                </a:cubicBezTo>
                <a:cubicBezTo>
                  <a:pt x="195674" y="303112"/>
                  <a:pt x="196059" y="303066"/>
                  <a:pt x="199681" y="306687"/>
                </a:cubicBezTo>
                <a:cubicBezTo>
                  <a:pt x="202942" y="309948"/>
                  <a:pt x="203185" y="312507"/>
                  <a:pt x="200986" y="320424"/>
                </a:cubicBezTo>
                <a:cubicBezTo>
                  <a:pt x="199500" y="325776"/>
                  <a:pt x="198103" y="334801"/>
                  <a:pt x="197882" y="340480"/>
                </a:cubicBezTo>
                <a:lnTo>
                  <a:pt x="197480" y="350806"/>
                </a:lnTo>
                <a:lnTo>
                  <a:pt x="195674" y="339189"/>
                </a:lnTo>
                <a:cubicBezTo>
                  <a:pt x="194403" y="331014"/>
                  <a:pt x="193753" y="337239"/>
                  <a:pt x="193480" y="360201"/>
                </a:cubicBezTo>
                <a:cubicBezTo>
                  <a:pt x="193236" y="380786"/>
                  <a:pt x="194603" y="400790"/>
                  <a:pt x="197184" y="414396"/>
                </a:cubicBezTo>
                <a:cubicBezTo>
                  <a:pt x="200612" y="432468"/>
                  <a:pt x="200758" y="438399"/>
                  <a:pt x="198086" y="450991"/>
                </a:cubicBezTo>
                <a:cubicBezTo>
                  <a:pt x="196258" y="459605"/>
                  <a:pt x="194082" y="464699"/>
                  <a:pt x="192986" y="462927"/>
                </a:cubicBezTo>
                <a:cubicBezTo>
                  <a:pt x="191158" y="459970"/>
                  <a:pt x="190587" y="461135"/>
                  <a:pt x="186260" y="476652"/>
                </a:cubicBezTo>
                <a:cubicBezTo>
                  <a:pt x="185567" y="479136"/>
                  <a:pt x="186240" y="481169"/>
                  <a:pt x="187756" y="481169"/>
                </a:cubicBezTo>
                <a:cubicBezTo>
                  <a:pt x="189271" y="481169"/>
                  <a:pt x="190682" y="479136"/>
                  <a:pt x="190891" y="476652"/>
                </a:cubicBezTo>
                <a:cubicBezTo>
                  <a:pt x="191099" y="474167"/>
                  <a:pt x="192060" y="479104"/>
                  <a:pt x="193026" y="487623"/>
                </a:cubicBezTo>
                <a:cubicBezTo>
                  <a:pt x="193992" y="496142"/>
                  <a:pt x="194538" y="503459"/>
                  <a:pt x="194241" y="503884"/>
                </a:cubicBezTo>
                <a:cubicBezTo>
                  <a:pt x="193943" y="504308"/>
                  <a:pt x="188265" y="499952"/>
                  <a:pt x="181623" y="494203"/>
                </a:cubicBezTo>
                <a:close/>
              </a:path>
            </a:pathLst>
          </a:custGeom>
          <a:solidFill>
            <a:srgbClr val="B9B9B9"/>
          </a:solidFill>
          <a:ln w="5163" cap="flat">
            <a:noFill/>
            <a:prstDash val="solid"/>
            <a:miter/>
          </a:ln>
        </p:spPr>
        <p:txBody>
          <a:bodyPr/>
          <a:lstStyle/>
          <a:p>
            <a:endParaRPr lang="es-419" noProof="0" dirty="0"/>
          </a:p>
        </p:txBody>
      </p:sp>
      <p:sp>
        <p:nvSpPr>
          <p:cNvPr id="53" name="Forma libre: forma 52">
            <a:extLst>
              <a:ext uri="{FF2B5EF4-FFF2-40B4-BE49-F238E27FC236}">
                <a16:creationId xmlns:a16="http://schemas.microsoft.com/office/drawing/2014/main" id="{030BDA41-D4D0-2403-D11C-6A809F8DBB09}"/>
              </a:ext>
            </a:extLst>
          </p:cNvPr>
          <p:cNvSpPr/>
          <p:nvPr/>
        </p:nvSpPr>
        <p:spPr>
          <a:xfrm>
            <a:off x="920115" y="1646957"/>
            <a:ext cx="379561" cy="415583"/>
          </a:xfrm>
          <a:custGeom>
            <a:avLst/>
            <a:gdLst>
              <a:gd name="csX0" fmla="*/ 203090 w 379561"/>
              <a:gd name="csY0" fmla="*/ 414284 h 415583"/>
              <a:gd name="csX1" fmla="*/ 197077 w 379561"/>
              <a:gd name="csY1" fmla="*/ 404675 h 415583"/>
              <a:gd name="csX2" fmla="*/ 192271 w 379561"/>
              <a:gd name="csY2" fmla="*/ 395646 h 415583"/>
              <a:gd name="csX3" fmla="*/ 171007 w 379561"/>
              <a:gd name="csY3" fmla="*/ 397866 h 415583"/>
              <a:gd name="csX4" fmla="*/ 166946 w 379561"/>
              <a:gd name="csY4" fmla="*/ 392738 h 415583"/>
              <a:gd name="csX5" fmla="*/ 171214 w 379561"/>
              <a:gd name="csY5" fmla="*/ 375323 h 415583"/>
              <a:gd name="csX6" fmla="*/ 168526 w 379561"/>
              <a:gd name="csY6" fmla="*/ 359903 h 415583"/>
              <a:gd name="csX7" fmla="*/ 135682 w 379561"/>
              <a:gd name="csY7" fmla="*/ 348579 h 415583"/>
              <a:gd name="csX8" fmla="*/ 130456 w 379561"/>
              <a:gd name="csY8" fmla="*/ 344743 h 415583"/>
              <a:gd name="csX9" fmla="*/ 123707 w 379561"/>
              <a:gd name="csY9" fmla="*/ 339434 h 415583"/>
              <a:gd name="csX10" fmla="*/ 111898 w 379561"/>
              <a:gd name="csY10" fmla="*/ 326710 h 415583"/>
              <a:gd name="csX11" fmla="*/ 102819 w 379561"/>
              <a:gd name="csY11" fmla="*/ 312359 h 415583"/>
              <a:gd name="csX12" fmla="*/ 100189 w 379561"/>
              <a:gd name="csY12" fmla="*/ 303716 h 415583"/>
              <a:gd name="csX13" fmla="*/ 96495 w 379561"/>
              <a:gd name="csY13" fmla="*/ 291424 h 415583"/>
              <a:gd name="csX14" fmla="*/ 91114 w 379561"/>
              <a:gd name="csY14" fmla="*/ 269668 h 415583"/>
              <a:gd name="csX15" fmla="*/ 73368 w 379561"/>
              <a:gd name="csY15" fmla="*/ 228658 h 415583"/>
              <a:gd name="csX16" fmla="*/ 56149 w 379561"/>
              <a:gd name="csY16" fmla="*/ 225592 h 415583"/>
              <a:gd name="csX17" fmla="*/ 38234 w 379561"/>
              <a:gd name="csY17" fmla="*/ 218995 h 415583"/>
              <a:gd name="csX18" fmla="*/ 14702 w 379561"/>
              <a:gd name="csY18" fmla="*/ 179229 h 415583"/>
              <a:gd name="csX19" fmla="*/ 4675 w 379561"/>
              <a:gd name="csY19" fmla="*/ 165798 h 415583"/>
              <a:gd name="csX20" fmla="*/ 1771 w 379561"/>
              <a:gd name="csY20" fmla="*/ 155184 h 415583"/>
              <a:gd name="csX21" fmla="*/ 712 w 379561"/>
              <a:gd name="csY21" fmla="*/ 126667 h 415583"/>
              <a:gd name="csX22" fmla="*/ 2557 w 379561"/>
              <a:gd name="csY22" fmla="*/ 104522 h 415583"/>
              <a:gd name="csX23" fmla="*/ 16402 w 379561"/>
              <a:gd name="csY23" fmla="*/ 104522 h 415583"/>
              <a:gd name="csX24" fmla="*/ 46584 w 379561"/>
              <a:gd name="csY24" fmla="*/ 95540 h 415583"/>
              <a:gd name="csX25" fmla="*/ 48520 w 379561"/>
              <a:gd name="csY25" fmla="*/ 81044 h 415583"/>
              <a:gd name="csX26" fmla="*/ 53693 w 379561"/>
              <a:gd name="csY26" fmla="*/ 64536 h 415583"/>
              <a:gd name="csX27" fmla="*/ 57236 w 379561"/>
              <a:gd name="csY27" fmla="*/ 49938 h 415583"/>
              <a:gd name="csX28" fmla="*/ 61307 w 379561"/>
              <a:gd name="csY28" fmla="*/ 39986 h 415583"/>
              <a:gd name="csX29" fmla="*/ 72238 w 379561"/>
              <a:gd name="csY29" fmla="*/ 37166 h 415583"/>
              <a:gd name="csX30" fmla="*/ 75921 w 379561"/>
              <a:gd name="csY30" fmla="*/ 26420 h 415583"/>
              <a:gd name="csX31" fmla="*/ 86217 w 379561"/>
              <a:gd name="csY31" fmla="*/ 9008 h 415583"/>
              <a:gd name="csX32" fmla="*/ 91229 w 379561"/>
              <a:gd name="csY32" fmla="*/ 3610 h 415583"/>
              <a:gd name="csX33" fmla="*/ 100572 w 379561"/>
              <a:gd name="csY33" fmla="*/ 6016 h 415583"/>
              <a:gd name="csX34" fmla="*/ 115842 w 379561"/>
              <a:gd name="csY34" fmla="*/ 15498 h 415583"/>
              <a:gd name="csX35" fmla="*/ 130061 w 379561"/>
              <a:gd name="csY35" fmla="*/ 25801 h 415583"/>
              <a:gd name="csX36" fmla="*/ 153502 w 379561"/>
              <a:gd name="csY36" fmla="*/ 36020 h 415583"/>
              <a:gd name="csX37" fmla="*/ 166647 w 379561"/>
              <a:gd name="csY37" fmla="*/ 35196 h 415583"/>
              <a:gd name="csX38" fmla="*/ 177014 w 379561"/>
              <a:gd name="csY38" fmla="*/ 35079 h 415583"/>
              <a:gd name="csX39" fmla="*/ 199575 w 379561"/>
              <a:gd name="csY39" fmla="*/ 42570 h 415583"/>
              <a:gd name="csX40" fmla="*/ 223114 w 379561"/>
              <a:gd name="csY40" fmla="*/ 30983 h 415583"/>
              <a:gd name="csX41" fmla="*/ 243392 w 379561"/>
              <a:gd name="csY41" fmla="*/ 13562 h 415583"/>
              <a:gd name="csX42" fmla="*/ 257664 w 379561"/>
              <a:gd name="csY42" fmla="*/ 14175 h 415583"/>
              <a:gd name="csX43" fmla="*/ 270020 w 379561"/>
              <a:gd name="csY43" fmla="*/ 16753 h 415583"/>
              <a:gd name="csX44" fmla="*/ 290519 w 379561"/>
              <a:gd name="csY44" fmla="*/ 30455 h 415583"/>
              <a:gd name="csX45" fmla="*/ 307913 w 379561"/>
              <a:gd name="csY45" fmla="*/ 52734 h 415583"/>
              <a:gd name="csX46" fmla="*/ 307918 w 379561"/>
              <a:gd name="csY46" fmla="*/ 71135 h 415583"/>
              <a:gd name="csX47" fmla="*/ 305239 w 379561"/>
              <a:gd name="csY47" fmla="*/ 92635 h 415583"/>
              <a:gd name="csX48" fmla="*/ 300393 w 379561"/>
              <a:gd name="csY48" fmla="*/ 116124 h 415583"/>
              <a:gd name="csX49" fmla="*/ 296534 w 379561"/>
              <a:gd name="csY49" fmla="*/ 139467 h 415583"/>
              <a:gd name="csX50" fmla="*/ 294862 w 379561"/>
              <a:gd name="csY50" fmla="*/ 144381 h 415583"/>
              <a:gd name="csX51" fmla="*/ 302443 w 379561"/>
              <a:gd name="csY51" fmla="*/ 174221 h 415583"/>
              <a:gd name="csX52" fmla="*/ 331579 w 379561"/>
              <a:gd name="csY52" fmla="*/ 200036 h 415583"/>
              <a:gd name="csX53" fmla="*/ 345885 w 379561"/>
              <a:gd name="csY53" fmla="*/ 204322 h 415583"/>
              <a:gd name="csX54" fmla="*/ 358173 w 379561"/>
              <a:gd name="csY54" fmla="*/ 192088 h 415583"/>
              <a:gd name="csX55" fmla="*/ 365209 w 379561"/>
              <a:gd name="csY55" fmla="*/ 177533 h 415583"/>
              <a:gd name="csX56" fmla="*/ 378528 w 379561"/>
              <a:gd name="csY56" fmla="*/ 217259 h 415583"/>
              <a:gd name="csX57" fmla="*/ 379561 w 379561"/>
              <a:gd name="csY57" fmla="*/ 233192 h 415583"/>
              <a:gd name="csX58" fmla="*/ 368302 w 379561"/>
              <a:gd name="csY58" fmla="*/ 234810 h 415583"/>
              <a:gd name="csX59" fmla="*/ 342845 w 379561"/>
              <a:gd name="csY59" fmla="*/ 234877 h 415583"/>
              <a:gd name="csX60" fmla="*/ 294625 w 379561"/>
              <a:gd name="csY60" fmla="*/ 235311 h 415583"/>
              <a:gd name="csX61" fmla="*/ 265550 w 379561"/>
              <a:gd name="csY61" fmla="*/ 264572 h 415583"/>
              <a:gd name="csX62" fmla="*/ 257155 w 379561"/>
              <a:gd name="csY62" fmla="*/ 290178 h 415583"/>
              <a:gd name="csX63" fmla="*/ 253059 w 379561"/>
              <a:gd name="csY63" fmla="*/ 303293 h 415583"/>
              <a:gd name="csX64" fmla="*/ 248021 w 379561"/>
              <a:gd name="csY64" fmla="*/ 307811 h 415583"/>
              <a:gd name="csX65" fmla="*/ 241573 w 379561"/>
              <a:gd name="csY65" fmla="*/ 316201 h 415583"/>
              <a:gd name="csX66" fmla="*/ 230054 w 379561"/>
              <a:gd name="csY66" fmla="*/ 378609 h 415583"/>
              <a:gd name="csX67" fmla="*/ 225886 w 379561"/>
              <a:gd name="csY67" fmla="*/ 411224 h 415583"/>
              <a:gd name="csX68" fmla="*/ 203090 w 379561"/>
              <a:gd name="csY68" fmla="*/ 414284 h 4155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Lst>
            <a:rect l="l" t="t" r="r" b="b"/>
            <a:pathLst>
              <a:path w="379561" h="415583">
                <a:moveTo>
                  <a:pt x="203090" y="414284"/>
                </a:moveTo>
                <a:cubicBezTo>
                  <a:pt x="200763" y="412907"/>
                  <a:pt x="198058" y="408583"/>
                  <a:pt x="197077" y="404675"/>
                </a:cubicBezTo>
                <a:cubicBezTo>
                  <a:pt x="196096" y="400766"/>
                  <a:pt x="193933" y="396703"/>
                  <a:pt x="192271" y="395646"/>
                </a:cubicBezTo>
                <a:cubicBezTo>
                  <a:pt x="187214" y="392429"/>
                  <a:pt x="177806" y="393412"/>
                  <a:pt x="171007" y="397866"/>
                </a:cubicBezTo>
                <a:cubicBezTo>
                  <a:pt x="162395" y="403509"/>
                  <a:pt x="159848" y="400293"/>
                  <a:pt x="166946" y="392738"/>
                </a:cubicBezTo>
                <a:cubicBezTo>
                  <a:pt x="171625" y="387757"/>
                  <a:pt x="172379" y="384679"/>
                  <a:pt x="171214" y="375323"/>
                </a:cubicBezTo>
                <a:cubicBezTo>
                  <a:pt x="170436" y="369072"/>
                  <a:pt x="169226" y="362133"/>
                  <a:pt x="168526" y="359903"/>
                </a:cubicBezTo>
                <a:cubicBezTo>
                  <a:pt x="167058" y="355229"/>
                  <a:pt x="141404" y="346384"/>
                  <a:pt x="135682" y="348579"/>
                </a:cubicBezTo>
                <a:cubicBezTo>
                  <a:pt x="133235" y="349518"/>
                  <a:pt x="131342" y="348128"/>
                  <a:pt x="130456" y="344743"/>
                </a:cubicBezTo>
                <a:cubicBezTo>
                  <a:pt x="129618" y="341535"/>
                  <a:pt x="126946" y="339434"/>
                  <a:pt x="123707" y="339434"/>
                </a:cubicBezTo>
                <a:cubicBezTo>
                  <a:pt x="119877" y="339434"/>
                  <a:pt x="116504" y="335800"/>
                  <a:pt x="111898" y="326710"/>
                </a:cubicBezTo>
                <a:cubicBezTo>
                  <a:pt x="108351" y="319711"/>
                  <a:pt x="104266" y="313253"/>
                  <a:pt x="102819" y="312359"/>
                </a:cubicBezTo>
                <a:cubicBezTo>
                  <a:pt x="101373" y="311465"/>
                  <a:pt x="100189" y="307575"/>
                  <a:pt x="100189" y="303716"/>
                </a:cubicBezTo>
                <a:cubicBezTo>
                  <a:pt x="100189" y="299856"/>
                  <a:pt x="98526" y="294325"/>
                  <a:pt x="96495" y="291424"/>
                </a:cubicBezTo>
                <a:cubicBezTo>
                  <a:pt x="94463" y="288523"/>
                  <a:pt x="92041" y="278733"/>
                  <a:pt x="91114" y="269668"/>
                </a:cubicBezTo>
                <a:cubicBezTo>
                  <a:pt x="89247" y="251425"/>
                  <a:pt x="83480" y="238096"/>
                  <a:pt x="73368" y="228658"/>
                </a:cubicBezTo>
                <a:cubicBezTo>
                  <a:pt x="67157" y="222862"/>
                  <a:pt x="65968" y="222650"/>
                  <a:pt x="56149" y="225592"/>
                </a:cubicBezTo>
                <a:cubicBezTo>
                  <a:pt x="44901" y="228962"/>
                  <a:pt x="38234" y="226507"/>
                  <a:pt x="38234" y="218995"/>
                </a:cubicBezTo>
                <a:cubicBezTo>
                  <a:pt x="38234" y="211509"/>
                  <a:pt x="24381" y="188100"/>
                  <a:pt x="14702" y="179229"/>
                </a:cubicBezTo>
                <a:cubicBezTo>
                  <a:pt x="9187" y="174175"/>
                  <a:pt x="4675" y="168131"/>
                  <a:pt x="4675" y="165798"/>
                </a:cubicBezTo>
                <a:cubicBezTo>
                  <a:pt x="4675" y="163466"/>
                  <a:pt x="3368" y="158689"/>
                  <a:pt x="1771" y="155184"/>
                </a:cubicBezTo>
                <a:cubicBezTo>
                  <a:pt x="-157" y="150952"/>
                  <a:pt x="-513" y="141373"/>
                  <a:pt x="712" y="126667"/>
                </a:cubicBezTo>
                <a:lnTo>
                  <a:pt x="2557" y="104522"/>
                </a:lnTo>
                <a:lnTo>
                  <a:pt x="16402" y="104522"/>
                </a:lnTo>
                <a:cubicBezTo>
                  <a:pt x="30035" y="104522"/>
                  <a:pt x="42866" y="100703"/>
                  <a:pt x="46584" y="95540"/>
                </a:cubicBezTo>
                <a:cubicBezTo>
                  <a:pt x="47627" y="94091"/>
                  <a:pt x="48499" y="87568"/>
                  <a:pt x="48520" y="81044"/>
                </a:cubicBezTo>
                <a:cubicBezTo>
                  <a:pt x="48549" y="72518"/>
                  <a:pt x="50004" y="67875"/>
                  <a:pt x="53693" y="64536"/>
                </a:cubicBezTo>
                <a:cubicBezTo>
                  <a:pt x="57798" y="60822"/>
                  <a:pt x="58508" y="57895"/>
                  <a:pt x="57236" y="49938"/>
                </a:cubicBezTo>
                <a:cubicBezTo>
                  <a:pt x="55795" y="40930"/>
                  <a:pt x="56182" y="39986"/>
                  <a:pt x="61307" y="39986"/>
                </a:cubicBezTo>
                <a:cubicBezTo>
                  <a:pt x="64421" y="39986"/>
                  <a:pt x="69340" y="38717"/>
                  <a:pt x="72238" y="37166"/>
                </a:cubicBezTo>
                <a:cubicBezTo>
                  <a:pt x="76432" y="34922"/>
                  <a:pt x="77183" y="32731"/>
                  <a:pt x="75921" y="26420"/>
                </a:cubicBezTo>
                <a:cubicBezTo>
                  <a:pt x="74260" y="18119"/>
                  <a:pt x="79648" y="9008"/>
                  <a:pt x="86217" y="9008"/>
                </a:cubicBezTo>
                <a:cubicBezTo>
                  <a:pt x="88031" y="9008"/>
                  <a:pt x="90286" y="6579"/>
                  <a:pt x="91229" y="3610"/>
                </a:cubicBezTo>
                <a:cubicBezTo>
                  <a:pt x="92878" y="-1587"/>
                  <a:pt x="93226" y="-1498"/>
                  <a:pt x="100572" y="6016"/>
                </a:cubicBezTo>
                <a:cubicBezTo>
                  <a:pt x="104769" y="10308"/>
                  <a:pt x="111640" y="14575"/>
                  <a:pt x="115842" y="15498"/>
                </a:cubicBezTo>
                <a:cubicBezTo>
                  <a:pt x="120151" y="16445"/>
                  <a:pt x="126350" y="20937"/>
                  <a:pt x="130061" y="25801"/>
                </a:cubicBezTo>
                <a:cubicBezTo>
                  <a:pt x="137904" y="36084"/>
                  <a:pt x="151245" y="41900"/>
                  <a:pt x="153502" y="36020"/>
                </a:cubicBezTo>
                <a:cubicBezTo>
                  <a:pt x="155231" y="31515"/>
                  <a:pt x="162509" y="31058"/>
                  <a:pt x="166647" y="35196"/>
                </a:cubicBezTo>
                <a:cubicBezTo>
                  <a:pt x="168865" y="37413"/>
                  <a:pt x="171448" y="37384"/>
                  <a:pt x="177014" y="35079"/>
                </a:cubicBezTo>
                <a:cubicBezTo>
                  <a:pt x="186293" y="31236"/>
                  <a:pt x="197119" y="34830"/>
                  <a:pt x="199575" y="42570"/>
                </a:cubicBezTo>
                <a:cubicBezTo>
                  <a:pt x="202586" y="52057"/>
                  <a:pt x="211392" y="47722"/>
                  <a:pt x="223114" y="30983"/>
                </a:cubicBezTo>
                <a:cubicBezTo>
                  <a:pt x="231922" y="18404"/>
                  <a:pt x="235698" y="15160"/>
                  <a:pt x="243392" y="13562"/>
                </a:cubicBezTo>
                <a:cubicBezTo>
                  <a:pt x="248841" y="12430"/>
                  <a:pt x="254889" y="12690"/>
                  <a:pt x="257664" y="14175"/>
                </a:cubicBezTo>
                <a:cubicBezTo>
                  <a:pt x="260313" y="15593"/>
                  <a:pt x="265874" y="16753"/>
                  <a:pt x="270020" y="16753"/>
                </a:cubicBezTo>
                <a:cubicBezTo>
                  <a:pt x="275778" y="16753"/>
                  <a:pt x="280624" y="19992"/>
                  <a:pt x="290519" y="30455"/>
                </a:cubicBezTo>
                <a:cubicBezTo>
                  <a:pt x="297647" y="37991"/>
                  <a:pt x="305474" y="48017"/>
                  <a:pt x="307913" y="52734"/>
                </a:cubicBezTo>
                <a:cubicBezTo>
                  <a:pt x="312104" y="60839"/>
                  <a:pt x="312105" y="61851"/>
                  <a:pt x="307918" y="71135"/>
                </a:cubicBezTo>
                <a:cubicBezTo>
                  <a:pt x="304686" y="78303"/>
                  <a:pt x="303961" y="84117"/>
                  <a:pt x="305239" y="92635"/>
                </a:cubicBezTo>
                <a:cubicBezTo>
                  <a:pt x="306699" y="102374"/>
                  <a:pt x="305896" y="106269"/>
                  <a:pt x="300393" y="116124"/>
                </a:cubicBezTo>
                <a:cubicBezTo>
                  <a:pt x="293385" y="128678"/>
                  <a:pt x="292058" y="136701"/>
                  <a:pt x="296534" y="139467"/>
                </a:cubicBezTo>
                <a:cubicBezTo>
                  <a:pt x="298276" y="140544"/>
                  <a:pt x="297669" y="142329"/>
                  <a:pt x="294862" y="144381"/>
                </a:cubicBezTo>
                <a:cubicBezTo>
                  <a:pt x="289162" y="148549"/>
                  <a:pt x="291010" y="155821"/>
                  <a:pt x="302443" y="174221"/>
                </a:cubicBezTo>
                <a:cubicBezTo>
                  <a:pt x="315893" y="195868"/>
                  <a:pt x="320598" y="200036"/>
                  <a:pt x="331579" y="200036"/>
                </a:cubicBezTo>
                <a:cubicBezTo>
                  <a:pt x="336873" y="200036"/>
                  <a:pt x="343264" y="201951"/>
                  <a:pt x="345885" y="204322"/>
                </a:cubicBezTo>
                <a:cubicBezTo>
                  <a:pt x="351730" y="209612"/>
                  <a:pt x="352148" y="209195"/>
                  <a:pt x="358173" y="192088"/>
                </a:cubicBezTo>
                <a:cubicBezTo>
                  <a:pt x="360854" y="184473"/>
                  <a:pt x="364021" y="177924"/>
                  <a:pt x="365209" y="177533"/>
                </a:cubicBezTo>
                <a:cubicBezTo>
                  <a:pt x="369150" y="176239"/>
                  <a:pt x="377478" y="201079"/>
                  <a:pt x="378528" y="217259"/>
                </a:cubicBezTo>
                <a:lnTo>
                  <a:pt x="379561" y="233192"/>
                </a:lnTo>
                <a:lnTo>
                  <a:pt x="368302" y="234810"/>
                </a:lnTo>
                <a:cubicBezTo>
                  <a:pt x="362110" y="235699"/>
                  <a:pt x="350654" y="235730"/>
                  <a:pt x="342845" y="234877"/>
                </a:cubicBezTo>
                <a:cubicBezTo>
                  <a:pt x="300900" y="230295"/>
                  <a:pt x="296475" y="230334"/>
                  <a:pt x="294625" y="235311"/>
                </a:cubicBezTo>
                <a:cubicBezTo>
                  <a:pt x="292370" y="241375"/>
                  <a:pt x="269321" y="264572"/>
                  <a:pt x="265550" y="264572"/>
                </a:cubicBezTo>
                <a:cubicBezTo>
                  <a:pt x="261474" y="264572"/>
                  <a:pt x="258070" y="274955"/>
                  <a:pt x="257155" y="290178"/>
                </a:cubicBezTo>
                <a:cubicBezTo>
                  <a:pt x="256642" y="298710"/>
                  <a:pt x="255211" y="303293"/>
                  <a:pt x="253059" y="303293"/>
                </a:cubicBezTo>
                <a:cubicBezTo>
                  <a:pt x="251239" y="303294"/>
                  <a:pt x="248973" y="305327"/>
                  <a:pt x="248021" y="307811"/>
                </a:cubicBezTo>
                <a:cubicBezTo>
                  <a:pt x="247070" y="310296"/>
                  <a:pt x="244168" y="314071"/>
                  <a:pt x="241573" y="316201"/>
                </a:cubicBezTo>
                <a:cubicBezTo>
                  <a:pt x="235220" y="321415"/>
                  <a:pt x="231367" y="342287"/>
                  <a:pt x="230054" y="378609"/>
                </a:cubicBezTo>
                <a:cubicBezTo>
                  <a:pt x="229366" y="397612"/>
                  <a:pt x="227827" y="409663"/>
                  <a:pt x="225886" y="411224"/>
                </a:cubicBezTo>
                <a:cubicBezTo>
                  <a:pt x="220922" y="415217"/>
                  <a:pt x="207671" y="416995"/>
                  <a:pt x="203090" y="414284"/>
                </a:cubicBezTo>
                <a:close/>
              </a:path>
            </a:pathLst>
          </a:custGeom>
          <a:solidFill>
            <a:srgbClr val="B9B9B9"/>
          </a:solidFill>
          <a:ln w="5163" cap="flat">
            <a:noFill/>
            <a:prstDash val="solid"/>
            <a:miter/>
          </a:ln>
        </p:spPr>
        <p:txBody>
          <a:bodyPr/>
          <a:lstStyle/>
          <a:p>
            <a:endParaRPr lang="es-419" noProof="0" dirty="0"/>
          </a:p>
        </p:txBody>
      </p:sp>
      <p:sp>
        <p:nvSpPr>
          <p:cNvPr id="54" name="Forma libre: forma 53">
            <a:extLst>
              <a:ext uri="{FF2B5EF4-FFF2-40B4-BE49-F238E27FC236}">
                <a16:creationId xmlns:a16="http://schemas.microsoft.com/office/drawing/2014/main" id="{7A9C29A4-DB14-37AE-0996-D695BA1175AA}"/>
              </a:ext>
            </a:extLst>
          </p:cNvPr>
          <p:cNvSpPr/>
          <p:nvPr/>
        </p:nvSpPr>
        <p:spPr>
          <a:xfrm>
            <a:off x="845627" y="1846993"/>
            <a:ext cx="4301" cy="5162"/>
          </a:xfrm>
          <a:custGeom>
            <a:avLst/>
            <a:gdLst>
              <a:gd name="csX0" fmla="*/ 4301 w 4301"/>
              <a:gd name="csY0" fmla="*/ 2581 h 5162"/>
              <a:gd name="csX1" fmla="*/ 1567 w 4301"/>
              <a:gd name="csY1" fmla="*/ 0 h 5162"/>
              <a:gd name="csX2" fmla="*/ 429 w 4301"/>
              <a:gd name="csY2" fmla="*/ 2581 h 5162"/>
              <a:gd name="csX3" fmla="*/ 3163 w 4301"/>
              <a:gd name="csY3" fmla="*/ 5163 h 5162"/>
              <a:gd name="csX4" fmla="*/ 4301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4301" y="2581"/>
                </a:moveTo>
                <a:cubicBezTo>
                  <a:pt x="4301" y="1162"/>
                  <a:pt x="3071" y="0"/>
                  <a:pt x="1567" y="0"/>
                </a:cubicBezTo>
                <a:cubicBezTo>
                  <a:pt x="64" y="0"/>
                  <a:pt x="-449" y="1162"/>
                  <a:pt x="429" y="2581"/>
                </a:cubicBezTo>
                <a:cubicBezTo>
                  <a:pt x="1306" y="4001"/>
                  <a:pt x="2537" y="5163"/>
                  <a:pt x="3163" y="5163"/>
                </a:cubicBezTo>
                <a:cubicBezTo>
                  <a:pt x="3789" y="5163"/>
                  <a:pt x="4301" y="4001"/>
                  <a:pt x="4301" y="2581"/>
                </a:cubicBezTo>
                <a:close/>
              </a:path>
            </a:pathLst>
          </a:custGeom>
          <a:solidFill>
            <a:srgbClr val="00C100"/>
          </a:solidFill>
          <a:ln w="5163" cap="flat">
            <a:noFill/>
            <a:prstDash val="solid"/>
            <a:miter/>
          </a:ln>
        </p:spPr>
        <p:txBody>
          <a:bodyPr/>
          <a:lstStyle/>
          <a:p>
            <a:endParaRPr lang="es-419" noProof="0" dirty="0"/>
          </a:p>
        </p:txBody>
      </p:sp>
      <p:sp>
        <p:nvSpPr>
          <p:cNvPr id="55" name="Forma libre: forma 54">
            <a:extLst>
              <a:ext uri="{FF2B5EF4-FFF2-40B4-BE49-F238E27FC236}">
                <a16:creationId xmlns:a16="http://schemas.microsoft.com/office/drawing/2014/main" id="{4F5F2F47-25FB-2E59-A778-941815778752}"/>
              </a:ext>
            </a:extLst>
          </p:cNvPr>
          <p:cNvSpPr/>
          <p:nvPr/>
        </p:nvSpPr>
        <p:spPr>
          <a:xfrm>
            <a:off x="1407174" y="1572075"/>
            <a:ext cx="229470" cy="427142"/>
          </a:xfrm>
          <a:custGeom>
            <a:avLst/>
            <a:gdLst>
              <a:gd name="csX0" fmla="*/ 59479 w 229470"/>
              <a:gd name="csY0" fmla="*/ 423996 h 427142"/>
              <a:gd name="csX1" fmla="*/ 59694 w 229470"/>
              <a:gd name="csY1" fmla="*/ 396698 h 427142"/>
              <a:gd name="csX2" fmla="*/ 53195 w 229470"/>
              <a:gd name="csY2" fmla="*/ 362114 h 427142"/>
              <a:gd name="csX3" fmla="*/ 47446 w 229470"/>
              <a:gd name="csY3" fmla="*/ 337138 h 427142"/>
              <a:gd name="csX4" fmla="*/ 40306 w 229470"/>
              <a:gd name="csY4" fmla="*/ 312349 h 427142"/>
              <a:gd name="csX5" fmla="*/ 32609 w 229470"/>
              <a:gd name="csY5" fmla="*/ 289116 h 427142"/>
              <a:gd name="csX6" fmla="*/ 35070 w 229470"/>
              <a:gd name="csY6" fmla="*/ 271899 h 427142"/>
              <a:gd name="csX7" fmla="*/ 32418 w 229470"/>
              <a:gd name="csY7" fmla="*/ 260780 h 427142"/>
              <a:gd name="csX8" fmla="*/ 33172 w 229470"/>
              <a:gd name="csY8" fmla="*/ 247019 h 427142"/>
              <a:gd name="csX9" fmla="*/ 57856 w 229470"/>
              <a:gd name="csY9" fmla="*/ 240981 h 427142"/>
              <a:gd name="csX10" fmla="*/ 80243 w 229470"/>
              <a:gd name="csY10" fmla="*/ 236439 h 427142"/>
              <a:gd name="csX11" fmla="*/ 76436 w 229470"/>
              <a:gd name="csY11" fmla="*/ 228427 h 427142"/>
              <a:gd name="csX12" fmla="*/ 66283 w 229470"/>
              <a:gd name="csY12" fmla="*/ 225870 h 427142"/>
              <a:gd name="csX13" fmla="*/ 61369 w 229470"/>
              <a:gd name="csY13" fmla="*/ 221998 h 427142"/>
              <a:gd name="csX14" fmla="*/ 54487 w 229470"/>
              <a:gd name="csY14" fmla="*/ 218126 h 427142"/>
              <a:gd name="csX15" fmla="*/ 50882 w 229470"/>
              <a:gd name="csY15" fmla="*/ 215226 h 427142"/>
              <a:gd name="csX16" fmla="*/ 39078 w 229470"/>
              <a:gd name="csY16" fmla="*/ 199827 h 427142"/>
              <a:gd name="csX17" fmla="*/ 27028 w 229470"/>
              <a:gd name="csY17" fmla="*/ 179593 h 427142"/>
              <a:gd name="csX18" fmla="*/ 26078 w 229470"/>
              <a:gd name="csY18" fmla="*/ 170317 h 427142"/>
              <a:gd name="csX19" fmla="*/ 23581 w 229470"/>
              <a:gd name="csY19" fmla="*/ 162984 h 427142"/>
              <a:gd name="csX20" fmla="*/ 11790 w 229470"/>
              <a:gd name="csY20" fmla="*/ 145065 h 427142"/>
              <a:gd name="csX21" fmla="*/ 0 w 229470"/>
              <a:gd name="csY21" fmla="*/ 132934 h 427142"/>
              <a:gd name="csX22" fmla="*/ 16266 w 229470"/>
              <a:gd name="csY22" fmla="*/ 118970 h 427142"/>
              <a:gd name="csX23" fmla="*/ 37313 w 229470"/>
              <a:gd name="csY23" fmla="*/ 107565 h 427142"/>
              <a:gd name="csX24" fmla="*/ 42526 w 229470"/>
              <a:gd name="csY24" fmla="*/ 109268 h 427142"/>
              <a:gd name="csX25" fmla="*/ 48759 w 229470"/>
              <a:gd name="csY25" fmla="*/ 100129 h 427142"/>
              <a:gd name="csX26" fmla="*/ 49251 w 229470"/>
              <a:gd name="csY26" fmla="*/ 64399 h 427142"/>
              <a:gd name="csX27" fmla="*/ 38960 w 229470"/>
              <a:gd name="csY27" fmla="*/ 62708 h 427142"/>
              <a:gd name="csX28" fmla="*/ 28744 w 229470"/>
              <a:gd name="csY28" fmla="*/ 61040 h 427142"/>
              <a:gd name="csX29" fmla="*/ 53379 w 229470"/>
              <a:gd name="csY29" fmla="*/ 39197 h 427142"/>
              <a:gd name="csX30" fmla="*/ 71905 w 229470"/>
              <a:gd name="csY30" fmla="*/ 19485 h 427142"/>
              <a:gd name="csX31" fmla="*/ 90959 w 229470"/>
              <a:gd name="csY31" fmla="*/ 8717 h 427142"/>
              <a:gd name="csX32" fmla="*/ 109824 w 229470"/>
              <a:gd name="csY32" fmla="*/ 6256 h 427142"/>
              <a:gd name="csX33" fmla="*/ 121001 w 229470"/>
              <a:gd name="csY33" fmla="*/ 2822 h 427142"/>
              <a:gd name="csX34" fmla="*/ 122428 w 229470"/>
              <a:gd name="csY34" fmla="*/ 8347 h 427142"/>
              <a:gd name="csX35" fmla="*/ 111269 w 229470"/>
              <a:gd name="csY35" fmla="*/ 31492 h 427142"/>
              <a:gd name="csX36" fmla="*/ 125654 w 229470"/>
              <a:gd name="csY36" fmla="*/ 68353 h 427142"/>
              <a:gd name="csX37" fmla="*/ 129394 w 229470"/>
              <a:gd name="csY37" fmla="*/ 83822 h 427142"/>
              <a:gd name="csX38" fmla="*/ 132621 w 229470"/>
              <a:gd name="csY38" fmla="*/ 87380 h 427142"/>
              <a:gd name="csX39" fmla="*/ 129420 w 229470"/>
              <a:gd name="csY39" fmla="*/ 96950 h 427142"/>
              <a:gd name="csX40" fmla="*/ 135228 w 229470"/>
              <a:gd name="csY40" fmla="*/ 104581 h 427142"/>
              <a:gd name="csX41" fmla="*/ 149666 w 229470"/>
              <a:gd name="csY41" fmla="*/ 122913 h 427142"/>
              <a:gd name="csX42" fmla="*/ 159752 w 229470"/>
              <a:gd name="csY42" fmla="*/ 139280 h 427142"/>
              <a:gd name="csX43" fmla="*/ 168181 w 229470"/>
              <a:gd name="csY43" fmla="*/ 148315 h 427142"/>
              <a:gd name="csX44" fmla="*/ 179067 w 229470"/>
              <a:gd name="csY44" fmla="*/ 159986 h 427142"/>
              <a:gd name="csX45" fmla="*/ 189769 w 229470"/>
              <a:gd name="csY45" fmla="*/ 164249 h 427142"/>
              <a:gd name="csX46" fmla="*/ 197030 w 229470"/>
              <a:gd name="csY46" fmla="*/ 167037 h 427142"/>
              <a:gd name="csX47" fmla="*/ 208574 w 229470"/>
              <a:gd name="csY47" fmla="*/ 163915 h 427142"/>
              <a:gd name="csX48" fmla="*/ 216996 w 229470"/>
              <a:gd name="csY48" fmla="*/ 163915 h 427142"/>
              <a:gd name="csX49" fmla="*/ 217738 w 229470"/>
              <a:gd name="csY49" fmla="*/ 187794 h 427142"/>
              <a:gd name="csX50" fmla="*/ 224437 w 229470"/>
              <a:gd name="csY50" fmla="*/ 212516 h 427142"/>
              <a:gd name="csX51" fmla="*/ 229386 w 229470"/>
              <a:gd name="csY51" fmla="*/ 216389 h 427142"/>
              <a:gd name="csX52" fmla="*/ 185958 w 229470"/>
              <a:gd name="csY52" fmla="*/ 248433 h 427142"/>
              <a:gd name="csX53" fmla="*/ 168142 w 229470"/>
              <a:gd name="csY53" fmla="*/ 261325 h 427142"/>
              <a:gd name="csX54" fmla="*/ 158371 w 229470"/>
              <a:gd name="csY54" fmla="*/ 277501 h 427142"/>
              <a:gd name="csX55" fmla="*/ 143795 w 229470"/>
              <a:gd name="csY55" fmla="*/ 286536 h 427142"/>
              <a:gd name="csX56" fmla="*/ 128870 w 229470"/>
              <a:gd name="csY56" fmla="*/ 295569 h 427142"/>
              <a:gd name="csX57" fmla="*/ 127129 w 229470"/>
              <a:gd name="csY57" fmla="*/ 308193 h 427142"/>
              <a:gd name="csX58" fmla="*/ 130400 w 229470"/>
              <a:gd name="csY58" fmla="*/ 326436 h 427142"/>
              <a:gd name="csX59" fmla="*/ 134994 w 229470"/>
              <a:gd name="csY59" fmla="*/ 349937 h 427142"/>
              <a:gd name="csX60" fmla="*/ 142327 w 229470"/>
              <a:gd name="csY60" fmla="*/ 362849 h 427142"/>
              <a:gd name="csX61" fmla="*/ 123210 w 229470"/>
              <a:gd name="csY61" fmla="*/ 373013 h 427142"/>
              <a:gd name="csX62" fmla="*/ 101651 w 229470"/>
              <a:gd name="csY62" fmla="*/ 397639 h 427142"/>
              <a:gd name="csX63" fmla="*/ 95883 w 229470"/>
              <a:gd name="csY63" fmla="*/ 407869 h 427142"/>
              <a:gd name="csX64" fmla="*/ 86571 w 229470"/>
              <a:gd name="csY64" fmla="*/ 418453 h 427142"/>
              <a:gd name="csX65" fmla="*/ 80167 w 229470"/>
              <a:gd name="csY65" fmla="*/ 421479 h 427142"/>
              <a:gd name="csX66" fmla="*/ 70822 w 229470"/>
              <a:gd name="csY66" fmla="*/ 423763 h 427142"/>
              <a:gd name="csX67" fmla="*/ 59479 w 229470"/>
              <a:gd name="csY67" fmla="*/ 423996 h 42714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Lst>
            <a:rect l="l" t="t" r="r" b="b"/>
            <a:pathLst>
              <a:path w="229470" h="427142">
                <a:moveTo>
                  <a:pt x="59479" y="423996"/>
                </a:moveTo>
                <a:cubicBezTo>
                  <a:pt x="59345" y="422222"/>
                  <a:pt x="59442" y="409937"/>
                  <a:pt x="59694" y="396698"/>
                </a:cubicBezTo>
                <a:cubicBezTo>
                  <a:pt x="60117" y="374482"/>
                  <a:pt x="59616" y="371817"/>
                  <a:pt x="53195" y="362114"/>
                </a:cubicBezTo>
                <a:cubicBezTo>
                  <a:pt x="47165" y="353002"/>
                  <a:pt x="46399" y="349674"/>
                  <a:pt x="47446" y="337138"/>
                </a:cubicBezTo>
                <a:cubicBezTo>
                  <a:pt x="48558" y="323819"/>
                  <a:pt x="47993" y="321857"/>
                  <a:pt x="40306" y="312349"/>
                </a:cubicBezTo>
                <a:cubicBezTo>
                  <a:pt x="33058" y="303383"/>
                  <a:pt x="32044" y="300323"/>
                  <a:pt x="32609" y="289116"/>
                </a:cubicBezTo>
                <a:cubicBezTo>
                  <a:pt x="32967" y="282017"/>
                  <a:pt x="34074" y="274269"/>
                  <a:pt x="35070" y="271899"/>
                </a:cubicBezTo>
                <a:cubicBezTo>
                  <a:pt x="36124" y="269390"/>
                  <a:pt x="35017" y="264746"/>
                  <a:pt x="32418" y="260780"/>
                </a:cubicBezTo>
                <a:cubicBezTo>
                  <a:pt x="28144" y="254257"/>
                  <a:pt x="28176" y="253678"/>
                  <a:pt x="33172" y="247019"/>
                </a:cubicBezTo>
                <a:cubicBezTo>
                  <a:pt x="38159" y="240374"/>
                  <a:pt x="39247" y="240108"/>
                  <a:pt x="57856" y="240981"/>
                </a:cubicBezTo>
                <a:cubicBezTo>
                  <a:pt x="75524" y="241809"/>
                  <a:pt x="77593" y="241390"/>
                  <a:pt x="80243" y="236439"/>
                </a:cubicBezTo>
                <a:cubicBezTo>
                  <a:pt x="82790" y="231679"/>
                  <a:pt x="82305" y="230659"/>
                  <a:pt x="76436" y="228427"/>
                </a:cubicBezTo>
                <a:cubicBezTo>
                  <a:pt x="72737" y="227021"/>
                  <a:pt x="68168" y="225870"/>
                  <a:pt x="66283" y="225870"/>
                </a:cubicBezTo>
                <a:cubicBezTo>
                  <a:pt x="64397" y="225870"/>
                  <a:pt x="62186" y="224127"/>
                  <a:pt x="61369" y="221998"/>
                </a:cubicBezTo>
                <a:cubicBezTo>
                  <a:pt x="60552" y="219868"/>
                  <a:pt x="57455" y="218126"/>
                  <a:pt x="54487" y="218126"/>
                </a:cubicBezTo>
                <a:cubicBezTo>
                  <a:pt x="51152" y="218126"/>
                  <a:pt x="49775" y="217018"/>
                  <a:pt x="50882" y="215226"/>
                </a:cubicBezTo>
                <a:cubicBezTo>
                  <a:pt x="51914" y="213556"/>
                  <a:pt x="46909" y="207027"/>
                  <a:pt x="39078" y="199827"/>
                </a:cubicBezTo>
                <a:cubicBezTo>
                  <a:pt x="27017" y="188739"/>
                  <a:pt x="25656" y="186453"/>
                  <a:pt x="27028" y="179593"/>
                </a:cubicBezTo>
                <a:cubicBezTo>
                  <a:pt x="27878" y="175340"/>
                  <a:pt x="27451" y="171165"/>
                  <a:pt x="26078" y="170317"/>
                </a:cubicBezTo>
                <a:cubicBezTo>
                  <a:pt x="24704" y="169468"/>
                  <a:pt x="23581" y="166168"/>
                  <a:pt x="23581" y="162984"/>
                </a:cubicBezTo>
                <a:cubicBezTo>
                  <a:pt x="23581" y="159602"/>
                  <a:pt x="18679" y="152152"/>
                  <a:pt x="11790" y="145065"/>
                </a:cubicBezTo>
                <a:lnTo>
                  <a:pt x="0" y="132934"/>
                </a:lnTo>
                <a:lnTo>
                  <a:pt x="16266" y="118970"/>
                </a:lnTo>
                <a:cubicBezTo>
                  <a:pt x="29571" y="107549"/>
                  <a:pt x="33403" y="105472"/>
                  <a:pt x="37313" y="107565"/>
                </a:cubicBezTo>
                <a:cubicBezTo>
                  <a:pt x="39942" y="108972"/>
                  <a:pt x="42288" y="109738"/>
                  <a:pt x="42526" y="109268"/>
                </a:cubicBezTo>
                <a:cubicBezTo>
                  <a:pt x="42764" y="108799"/>
                  <a:pt x="45569" y="104686"/>
                  <a:pt x="48759" y="100129"/>
                </a:cubicBezTo>
                <a:cubicBezTo>
                  <a:pt x="56473" y="89108"/>
                  <a:pt x="56720" y="71159"/>
                  <a:pt x="49251" y="64399"/>
                </a:cubicBezTo>
                <a:cubicBezTo>
                  <a:pt x="44880" y="60443"/>
                  <a:pt x="43064" y="60145"/>
                  <a:pt x="38960" y="62708"/>
                </a:cubicBezTo>
                <a:cubicBezTo>
                  <a:pt x="31928" y="67099"/>
                  <a:pt x="28744" y="66579"/>
                  <a:pt x="28744" y="61040"/>
                </a:cubicBezTo>
                <a:cubicBezTo>
                  <a:pt x="28744" y="53145"/>
                  <a:pt x="42480" y="40966"/>
                  <a:pt x="53379" y="39197"/>
                </a:cubicBezTo>
                <a:cubicBezTo>
                  <a:pt x="66115" y="37130"/>
                  <a:pt x="70109" y="32880"/>
                  <a:pt x="71905" y="19485"/>
                </a:cubicBezTo>
                <a:cubicBezTo>
                  <a:pt x="73827" y="5162"/>
                  <a:pt x="82115" y="478"/>
                  <a:pt x="90959" y="8717"/>
                </a:cubicBezTo>
                <a:cubicBezTo>
                  <a:pt x="98823" y="16043"/>
                  <a:pt x="101930" y="15638"/>
                  <a:pt x="109824" y="6256"/>
                </a:cubicBezTo>
                <a:cubicBezTo>
                  <a:pt x="116173" y="-1290"/>
                  <a:pt x="116721" y="-1458"/>
                  <a:pt x="121001" y="2822"/>
                </a:cubicBezTo>
                <a:cubicBezTo>
                  <a:pt x="124083" y="5904"/>
                  <a:pt x="124533" y="7646"/>
                  <a:pt x="122428" y="8347"/>
                </a:cubicBezTo>
                <a:cubicBezTo>
                  <a:pt x="108913" y="12852"/>
                  <a:pt x="101196" y="28858"/>
                  <a:pt x="111269" y="31492"/>
                </a:cubicBezTo>
                <a:cubicBezTo>
                  <a:pt x="117751" y="33187"/>
                  <a:pt x="127868" y="59114"/>
                  <a:pt x="125654" y="68353"/>
                </a:cubicBezTo>
                <a:cubicBezTo>
                  <a:pt x="122658" y="80848"/>
                  <a:pt x="122997" y="82249"/>
                  <a:pt x="129394" y="83822"/>
                </a:cubicBezTo>
                <a:cubicBezTo>
                  <a:pt x="133741" y="84890"/>
                  <a:pt x="134786" y="86042"/>
                  <a:pt x="132621" y="87380"/>
                </a:cubicBezTo>
                <a:cubicBezTo>
                  <a:pt x="130861" y="88468"/>
                  <a:pt x="129420" y="92774"/>
                  <a:pt x="129420" y="96950"/>
                </a:cubicBezTo>
                <a:cubicBezTo>
                  <a:pt x="129420" y="103090"/>
                  <a:pt x="130531" y="104549"/>
                  <a:pt x="135228" y="104581"/>
                </a:cubicBezTo>
                <a:cubicBezTo>
                  <a:pt x="144939" y="104647"/>
                  <a:pt x="147895" y="108401"/>
                  <a:pt x="149666" y="122913"/>
                </a:cubicBezTo>
                <a:cubicBezTo>
                  <a:pt x="151241" y="135814"/>
                  <a:pt x="151964" y="136987"/>
                  <a:pt x="159752" y="139280"/>
                </a:cubicBezTo>
                <a:cubicBezTo>
                  <a:pt x="166352" y="141223"/>
                  <a:pt x="168150" y="143150"/>
                  <a:pt x="168181" y="148315"/>
                </a:cubicBezTo>
                <a:cubicBezTo>
                  <a:pt x="168242" y="158306"/>
                  <a:pt x="171565" y="161869"/>
                  <a:pt x="179067" y="159986"/>
                </a:cubicBezTo>
                <a:cubicBezTo>
                  <a:pt x="184111" y="158720"/>
                  <a:pt x="186588" y="159706"/>
                  <a:pt x="189769" y="164249"/>
                </a:cubicBezTo>
                <a:cubicBezTo>
                  <a:pt x="193006" y="168870"/>
                  <a:pt x="194589" y="169478"/>
                  <a:pt x="197030" y="167037"/>
                </a:cubicBezTo>
                <a:cubicBezTo>
                  <a:pt x="198747" y="165320"/>
                  <a:pt x="203942" y="163915"/>
                  <a:pt x="208574" y="163915"/>
                </a:cubicBezTo>
                <a:lnTo>
                  <a:pt x="216996" y="163915"/>
                </a:lnTo>
                <a:lnTo>
                  <a:pt x="217738" y="187794"/>
                </a:lnTo>
                <a:cubicBezTo>
                  <a:pt x="218444" y="210514"/>
                  <a:pt x="218769" y="211713"/>
                  <a:pt x="224437" y="212516"/>
                </a:cubicBezTo>
                <a:cubicBezTo>
                  <a:pt x="227714" y="212981"/>
                  <a:pt x="229940" y="214723"/>
                  <a:pt x="229386" y="216389"/>
                </a:cubicBezTo>
                <a:cubicBezTo>
                  <a:pt x="227670" y="221537"/>
                  <a:pt x="190328" y="249091"/>
                  <a:pt x="185958" y="248433"/>
                </a:cubicBezTo>
                <a:cubicBezTo>
                  <a:pt x="178411" y="247297"/>
                  <a:pt x="168142" y="254728"/>
                  <a:pt x="168142" y="261325"/>
                </a:cubicBezTo>
                <a:cubicBezTo>
                  <a:pt x="168142" y="269993"/>
                  <a:pt x="163608" y="277499"/>
                  <a:pt x="158371" y="277501"/>
                </a:cubicBezTo>
                <a:cubicBezTo>
                  <a:pt x="155936" y="277502"/>
                  <a:pt x="149377" y="281568"/>
                  <a:pt x="143795" y="286536"/>
                </a:cubicBezTo>
                <a:cubicBezTo>
                  <a:pt x="138212" y="291504"/>
                  <a:pt x="131496" y="295569"/>
                  <a:pt x="128870" y="295569"/>
                </a:cubicBezTo>
                <a:cubicBezTo>
                  <a:pt x="121381" y="295569"/>
                  <a:pt x="120392" y="302737"/>
                  <a:pt x="127129" y="308193"/>
                </a:cubicBezTo>
                <a:cubicBezTo>
                  <a:pt x="132769" y="312760"/>
                  <a:pt x="132971" y="313884"/>
                  <a:pt x="130400" y="326436"/>
                </a:cubicBezTo>
                <a:cubicBezTo>
                  <a:pt x="127799" y="339132"/>
                  <a:pt x="128033" y="340327"/>
                  <a:pt x="134994" y="349937"/>
                </a:cubicBezTo>
                <a:cubicBezTo>
                  <a:pt x="139027" y="355505"/>
                  <a:pt x="142327" y="361315"/>
                  <a:pt x="142327" y="362849"/>
                </a:cubicBezTo>
                <a:cubicBezTo>
                  <a:pt x="142327" y="368872"/>
                  <a:pt x="134539" y="373013"/>
                  <a:pt x="123210" y="373013"/>
                </a:cubicBezTo>
                <a:cubicBezTo>
                  <a:pt x="109180" y="373013"/>
                  <a:pt x="103724" y="379244"/>
                  <a:pt x="101651" y="397639"/>
                </a:cubicBezTo>
                <a:cubicBezTo>
                  <a:pt x="100573" y="407198"/>
                  <a:pt x="99540" y="409030"/>
                  <a:pt x="95883" y="407869"/>
                </a:cubicBezTo>
                <a:cubicBezTo>
                  <a:pt x="90324" y="406105"/>
                  <a:pt x="84411" y="412825"/>
                  <a:pt x="86571" y="418453"/>
                </a:cubicBezTo>
                <a:cubicBezTo>
                  <a:pt x="87898" y="421912"/>
                  <a:pt x="86764" y="422448"/>
                  <a:pt x="80167" y="421479"/>
                </a:cubicBezTo>
                <a:cubicBezTo>
                  <a:pt x="74953" y="420714"/>
                  <a:pt x="71686" y="421512"/>
                  <a:pt x="70822" y="423763"/>
                </a:cubicBezTo>
                <a:cubicBezTo>
                  <a:pt x="69146" y="428132"/>
                  <a:pt x="59804" y="428324"/>
                  <a:pt x="59479" y="423996"/>
                </a:cubicBezTo>
                <a:close/>
              </a:path>
            </a:pathLst>
          </a:custGeom>
          <a:solidFill>
            <a:srgbClr val="B9B9B9"/>
          </a:solidFill>
          <a:ln w="5163" cap="flat">
            <a:noFill/>
            <a:prstDash val="solid"/>
            <a:miter/>
          </a:ln>
        </p:spPr>
        <p:txBody>
          <a:bodyPr/>
          <a:lstStyle/>
          <a:p>
            <a:endParaRPr lang="es-419" noProof="0" dirty="0"/>
          </a:p>
        </p:txBody>
      </p:sp>
      <p:sp>
        <p:nvSpPr>
          <p:cNvPr id="56" name="Forma libre: forma 55">
            <a:extLst>
              <a:ext uri="{FF2B5EF4-FFF2-40B4-BE49-F238E27FC236}">
                <a16:creationId xmlns:a16="http://schemas.microsoft.com/office/drawing/2014/main" id="{D85DE349-3FCD-067A-DF0E-D99FFFF4F444}"/>
              </a:ext>
            </a:extLst>
          </p:cNvPr>
          <p:cNvSpPr/>
          <p:nvPr/>
        </p:nvSpPr>
        <p:spPr>
          <a:xfrm>
            <a:off x="1184880" y="1375117"/>
            <a:ext cx="334306" cy="498738"/>
          </a:xfrm>
          <a:custGeom>
            <a:avLst/>
            <a:gdLst>
              <a:gd name="csX0" fmla="*/ 247743 w 334306"/>
              <a:gd name="csY0" fmla="*/ 496867 h 498738"/>
              <a:gd name="csX1" fmla="*/ 240505 w 334306"/>
              <a:gd name="csY1" fmla="*/ 493884 h 498738"/>
              <a:gd name="csX2" fmla="*/ 219827 w 334306"/>
              <a:gd name="csY2" fmla="*/ 476477 h 498738"/>
              <a:gd name="csX3" fmla="*/ 204292 w 334306"/>
              <a:gd name="csY3" fmla="*/ 470138 h 498738"/>
              <a:gd name="csX4" fmla="*/ 191180 w 334306"/>
              <a:gd name="csY4" fmla="*/ 465927 h 498738"/>
              <a:gd name="csX5" fmla="*/ 185245 w 334306"/>
              <a:gd name="csY5" fmla="*/ 460255 h 498738"/>
              <a:gd name="csX6" fmla="*/ 179372 w 334306"/>
              <a:gd name="csY6" fmla="*/ 456383 h 498738"/>
              <a:gd name="csX7" fmla="*/ 119384 w 334306"/>
              <a:gd name="csY7" fmla="*/ 437991 h 498738"/>
              <a:gd name="csX8" fmla="*/ 89617 w 334306"/>
              <a:gd name="csY8" fmla="*/ 463480 h 498738"/>
              <a:gd name="csX9" fmla="*/ 81270 w 334306"/>
              <a:gd name="csY9" fmla="*/ 471310 h 498738"/>
              <a:gd name="csX10" fmla="*/ 65769 w 334306"/>
              <a:gd name="csY10" fmla="*/ 466800 h 498738"/>
              <a:gd name="csX11" fmla="*/ 41569 w 334306"/>
              <a:gd name="csY11" fmla="*/ 444771 h 498738"/>
              <a:gd name="csX12" fmla="*/ 29063 w 334306"/>
              <a:gd name="csY12" fmla="*/ 422183 h 498738"/>
              <a:gd name="csX13" fmla="*/ 35486 w 334306"/>
              <a:gd name="csY13" fmla="*/ 420247 h 498738"/>
              <a:gd name="csX14" fmla="*/ 36311 w 334306"/>
              <a:gd name="csY14" fmla="*/ 410716 h 498738"/>
              <a:gd name="csX15" fmla="*/ 30682 w 334306"/>
              <a:gd name="csY15" fmla="*/ 404725 h 498738"/>
              <a:gd name="csX16" fmla="*/ 36945 w 334306"/>
              <a:gd name="csY16" fmla="*/ 393771 h 498738"/>
              <a:gd name="csX17" fmla="*/ 44969 w 334306"/>
              <a:gd name="csY17" fmla="*/ 363455 h 498738"/>
              <a:gd name="csX18" fmla="*/ 48481 w 334306"/>
              <a:gd name="csY18" fmla="*/ 335841 h 498738"/>
              <a:gd name="csX19" fmla="*/ 28755 w 334306"/>
              <a:gd name="csY19" fmla="*/ 300210 h 498738"/>
              <a:gd name="csX20" fmla="*/ 9477 w 334306"/>
              <a:gd name="csY20" fmla="*/ 236920 h 498738"/>
              <a:gd name="csX21" fmla="*/ 0 w 334306"/>
              <a:gd name="csY21" fmla="*/ 183956 h 498738"/>
              <a:gd name="csX22" fmla="*/ 8603 w 334306"/>
              <a:gd name="csY22" fmla="*/ 171093 h 498738"/>
              <a:gd name="csX23" fmla="*/ 19247 w 334306"/>
              <a:gd name="csY23" fmla="*/ 157370 h 498738"/>
              <a:gd name="csX24" fmla="*/ 21288 w 334306"/>
              <a:gd name="csY24" fmla="*/ 154226 h 498738"/>
              <a:gd name="csX25" fmla="*/ 42935 w 334306"/>
              <a:gd name="csY25" fmla="*/ 118946 h 498738"/>
              <a:gd name="csX26" fmla="*/ 66467 w 334306"/>
              <a:gd name="csY26" fmla="*/ 79496 h 498738"/>
              <a:gd name="csX27" fmla="*/ 76541 w 334306"/>
              <a:gd name="csY27" fmla="*/ 65175 h 498738"/>
              <a:gd name="csX28" fmla="*/ 97572 w 334306"/>
              <a:gd name="csY28" fmla="*/ 34163 h 498738"/>
              <a:gd name="csX29" fmla="*/ 112627 w 334306"/>
              <a:gd name="csY29" fmla="*/ 9814 h 498738"/>
              <a:gd name="csX30" fmla="*/ 119648 w 334306"/>
              <a:gd name="csY30" fmla="*/ 4329 h 498738"/>
              <a:gd name="csX31" fmla="*/ 132858 w 334306"/>
              <a:gd name="csY31" fmla="*/ 713 h 498738"/>
              <a:gd name="csX32" fmla="*/ 193546 w 334306"/>
              <a:gd name="csY32" fmla="*/ 5578 h 498738"/>
              <a:gd name="csX33" fmla="*/ 220060 w 334306"/>
              <a:gd name="csY33" fmla="*/ 20523 h 498738"/>
              <a:gd name="csX34" fmla="*/ 224578 w 334306"/>
              <a:gd name="csY34" fmla="*/ 25298 h 498738"/>
              <a:gd name="csX35" fmla="*/ 221567 w 334306"/>
              <a:gd name="csY35" fmla="*/ 31335 h 498738"/>
              <a:gd name="csX36" fmla="*/ 217338 w 334306"/>
              <a:gd name="csY36" fmla="*/ 39397 h 498738"/>
              <a:gd name="csX37" fmla="*/ 222891 w 334306"/>
              <a:gd name="csY37" fmla="*/ 37878 h 498738"/>
              <a:gd name="csX38" fmla="*/ 225189 w 334306"/>
              <a:gd name="csY38" fmla="*/ 36902 h 498738"/>
              <a:gd name="csX39" fmla="*/ 234581 w 334306"/>
              <a:gd name="csY39" fmla="*/ 40152 h 498738"/>
              <a:gd name="csX40" fmla="*/ 261177 w 334306"/>
              <a:gd name="csY40" fmla="*/ 57181 h 498738"/>
              <a:gd name="csX41" fmla="*/ 267817 w 334306"/>
              <a:gd name="csY41" fmla="*/ 67059 h 498738"/>
              <a:gd name="csX42" fmla="*/ 274280 w 334306"/>
              <a:gd name="csY42" fmla="*/ 79049 h 498738"/>
              <a:gd name="csX43" fmla="*/ 279443 w 334306"/>
              <a:gd name="csY43" fmla="*/ 91820 h 498738"/>
              <a:gd name="csX44" fmla="*/ 284596 w 334306"/>
              <a:gd name="csY44" fmla="*/ 105775 h 498738"/>
              <a:gd name="csX45" fmla="*/ 291417 w 334306"/>
              <a:gd name="csY45" fmla="*/ 120219 h 498738"/>
              <a:gd name="csX46" fmla="*/ 298659 w 334306"/>
              <a:gd name="csY46" fmla="*/ 133370 h 498738"/>
              <a:gd name="csX47" fmla="*/ 314425 w 334306"/>
              <a:gd name="csY47" fmla="*/ 156674 h 498738"/>
              <a:gd name="csX48" fmla="*/ 323321 w 334306"/>
              <a:gd name="csY48" fmla="*/ 164371 h 498738"/>
              <a:gd name="csX49" fmla="*/ 329277 w 334306"/>
              <a:gd name="csY49" fmla="*/ 172896 h 498738"/>
              <a:gd name="csX50" fmla="*/ 327346 w 334306"/>
              <a:gd name="csY50" fmla="*/ 203260 h 498738"/>
              <a:gd name="csX51" fmla="*/ 321564 w 334306"/>
              <a:gd name="csY51" fmla="*/ 208691 h 498738"/>
              <a:gd name="csX52" fmla="*/ 314839 w 334306"/>
              <a:gd name="csY52" fmla="*/ 201967 h 498738"/>
              <a:gd name="csX53" fmla="*/ 300945 w 334306"/>
              <a:gd name="csY53" fmla="*/ 198679 h 498738"/>
              <a:gd name="csX54" fmla="*/ 291854 w 334306"/>
              <a:gd name="csY54" fmla="*/ 213362 h 498738"/>
              <a:gd name="csX55" fmla="*/ 273477 w 334306"/>
              <a:gd name="csY55" fmla="*/ 233193 h 498738"/>
              <a:gd name="csX56" fmla="*/ 248561 w 334306"/>
              <a:gd name="csY56" fmla="*/ 258261 h 498738"/>
              <a:gd name="csX57" fmla="*/ 254757 w 334306"/>
              <a:gd name="csY57" fmla="*/ 265360 h 498738"/>
              <a:gd name="csX58" fmla="*/ 262758 w 334306"/>
              <a:gd name="csY58" fmla="*/ 262611 h 498738"/>
              <a:gd name="csX59" fmla="*/ 269300 w 334306"/>
              <a:gd name="csY59" fmla="*/ 264243 h 498738"/>
              <a:gd name="csX60" fmla="*/ 257492 w 334306"/>
              <a:gd name="csY60" fmla="*/ 300210 h 498738"/>
              <a:gd name="csX61" fmla="*/ 220205 w 334306"/>
              <a:gd name="csY61" fmla="*/ 329428 h 498738"/>
              <a:gd name="csX62" fmla="*/ 231476 w 334306"/>
              <a:gd name="csY62" fmla="*/ 344578 h 498738"/>
              <a:gd name="csX63" fmla="*/ 244540 w 334306"/>
              <a:gd name="csY63" fmla="*/ 369570 h 498738"/>
              <a:gd name="csX64" fmla="*/ 259568 w 334306"/>
              <a:gd name="csY64" fmla="*/ 400936 h 498738"/>
              <a:gd name="csX65" fmla="*/ 267812 w 334306"/>
              <a:gd name="csY65" fmla="*/ 410972 h 498738"/>
              <a:gd name="csX66" fmla="*/ 272980 w 334306"/>
              <a:gd name="csY66" fmla="*/ 418667 h 498738"/>
              <a:gd name="csX67" fmla="*/ 279745 w 334306"/>
              <a:gd name="csY67" fmla="*/ 423732 h 498738"/>
              <a:gd name="csX68" fmla="*/ 289553 w 334306"/>
              <a:gd name="csY68" fmla="*/ 427604 h 498738"/>
              <a:gd name="csX69" fmla="*/ 298277 w 334306"/>
              <a:gd name="csY69" fmla="*/ 431864 h 498738"/>
              <a:gd name="csX70" fmla="*/ 272913 w 334306"/>
              <a:gd name="csY70" fmla="*/ 433099 h 498738"/>
              <a:gd name="csX71" fmla="*/ 253686 w 334306"/>
              <a:gd name="csY71" fmla="*/ 440109 h 498738"/>
              <a:gd name="csX72" fmla="*/ 252360 w 334306"/>
              <a:gd name="csY72" fmla="*/ 461577 h 498738"/>
              <a:gd name="csX73" fmla="*/ 253346 w 334306"/>
              <a:gd name="csY73" fmla="*/ 468333 h 498738"/>
              <a:gd name="csX74" fmla="*/ 251680 w 334306"/>
              <a:gd name="csY74" fmla="*/ 476637 h 498738"/>
              <a:gd name="csX75" fmla="*/ 251259 w 334306"/>
              <a:gd name="csY75" fmla="*/ 491494 h 498738"/>
              <a:gd name="csX76" fmla="*/ 247743 w 334306"/>
              <a:gd name="csY76" fmla="*/ 496867 h 4987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Lst>
            <a:rect l="l" t="t" r="r" b="b"/>
            <a:pathLst>
              <a:path w="334306" h="498738">
                <a:moveTo>
                  <a:pt x="247743" y="496867"/>
                </a:moveTo>
                <a:cubicBezTo>
                  <a:pt x="246424" y="493506"/>
                  <a:pt x="244367" y="492659"/>
                  <a:pt x="240505" y="493884"/>
                </a:cubicBezTo>
                <a:cubicBezTo>
                  <a:pt x="234008" y="495946"/>
                  <a:pt x="224617" y="488040"/>
                  <a:pt x="219827" y="476477"/>
                </a:cubicBezTo>
                <a:cubicBezTo>
                  <a:pt x="216729" y="468997"/>
                  <a:pt x="216097" y="468739"/>
                  <a:pt x="204292" y="470138"/>
                </a:cubicBezTo>
                <a:cubicBezTo>
                  <a:pt x="193057" y="471468"/>
                  <a:pt x="191916" y="471102"/>
                  <a:pt x="191180" y="465927"/>
                </a:cubicBezTo>
                <a:cubicBezTo>
                  <a:pt x="190659" y="462266"/>
                  <a:pt x="188558" y="460258"/>
                  <a:pt x="185245" y="460255"/>
                </a:cubicBezTo>
                <a:cubicBezTo>
                  <a:pt x="182424" y="460253"/>
                  <a:pt x="179781" y="458510"/>
                  <a:pt x="179372" y="456383"/>
                </a:cubicBezTo>
                <a:cubicBezTo>
                  <a:pt x="178300" y="450818"/>
                  <a:pt x="133997" y="437235"/>
                  <a:pt x="119384" y="437991"/>
                </a:cubicBezTo>
                <a:cubicBezTo>
                  <a:pt x="99217" y="439035"/>
                  <a:pt x="100133" y="438251"/>
                  <a:pt x="89617" y="463480"/>
                </a:cubicBezTo>
                <a:cubicBezTo>
                  <a:pt x="85806" y="472621"/>
                  <a:pt x="84419" y="473923"/>
                  <a:pt x="81270" y="471310"/>
                </a:cubicBezTo>
                <a:cubicBezTo>
                  <a:pt x="79194" y="469587"/>
                  <a:pt x="72218" y="467557"/>
                  <a:pt x="65769" y="466800"/>
                </a:cubicBezTo>
                <a:cubicBezTo>
                  <a:pt x="54283" y="465451"/>
                  <a:pt x="53791" y="465003"/>
                  <a:pt x="41569" y="444771"/>
                </a:cubicBezTo>
                <a:cubicBezTo>
                  <a:pt x="34707" y="433413"/>
                  <a:pt x="29080" y="423248"/>
                  <a:pt x="29063" y="422183"/>
                </a:cubicBezTo>
                <a:cubicBezTo>
                  <a:pt x="29046" y="421119"/>
                  <a:pt x="31937" y="420247"/>
                  <a:pt x="35486" y="420247"/>
                </a:cubicBezTo>
                <a:cubicBezTo>
                  <a:pt x="43403" y="420247"/>
                  <a:pt x="43560" y="418433"/>
                  <a:pt x="36311" y="410716"/>
                </a:cubicBezTo>
                <a:lnTo>
                  <a:pt x="30682" y="404725"/>
                </a:lnTo>
                <a:lnTo>
                  <a:pt x="36945" y="393771"/>
                </a:lnTo>
                <a:cubicBezTo>
                  <a:pt x="41241" y="386255"/>
                  <a:pt x="43760" y="376739"/>
                  <a:pt x="44969" y="363455"/>
                </a:cubicBezTo>
                <a:cubicBezTo>
                  <a:pt x="45939" y="352807"/>
                  <a:pt x="47519" y="340381"/>
                  <a:pt x="48481" y="335841"/>
                </a:cubicBezTo>
                <a:cubicBezTo>
                  <a:pt x="50445" y="326577"/>
                  <a:pt x="45773" y="318139"/>
                  <a:pt x="28755" y="300210"/>
                </a:cubicBezTo>
                <a:cubicBezTo>
                  <a:pt x="18993" y="289925"/>
                  <a:pt x="18916" y="289673"/>
                  <a:pt x="9477" y="236920"/>
                </a:cubicBezTo>
                <a:lnTo>
                  <a:pt x="0" y="183956"/>
                </a:lnTo>
                <a:lnTo>
                  <a:pt x="8603" y="171093"/>
                </a:lnTo>
                <a:cubicBezTo>
                  <a:pt x="13334" y="164019"/>
                  <a:pt x="18124" y="157843"/>
                  <a:pt x="19247" y="157370"/>
                </a:cubicBezTo>
                <a:cubicBezTo>
                  <a:pt x="20370" y="156896"/>
                  <a:pt x="21288" y="155482"/>
                  <a:pt x="21288" y="154226"/>
                </a:cubicBezTo>
                <a:cubicBezTo>
                  <a:pt x="21288" y="152970"/>
                  <a:pt x="31029" y="137094"/>
                  <a:pt x="42935" y="118946"/>
                </a:cubicBezTo>
                <a:cubicBezTo>
                  <a:pt x="54840" y="100798"/>
                  <a:pt x="65430" y="83045"/>
                  <a:pt x="66467" y="79496"/>
                </a:cubicBezTo>
                <a:cubicBezTo>
                  <a:pt x="67505" y="75946"/>
                  <a:pt x="72038" y="69502"/>
                  <a:pt x="76541" y="65175"/>
                </a:cubicBezTo>
                <a:cubicBezTo>
                  <a:pt x="87950" y="54213"/>
                  <a:pt x="95497" y="43084"/>
                  <a:pt x="97572" y="34163"/>
                </a:cubicBezTo>
                <a:cubicBezTo>
                  <a:pt x="99599" y="25448"/>
                  <a:pt x="109249" y="9841"/>
                  <a:pt x="112627" y="9814"/>
                </a:cubicBezTo>
                <a:cubicBezTo>
                  <a:pt x="113880" y="9805"/>
                  <a:pt x="117040" y="7336"/>
                  <a:pt x="119648" y="4329"/>
                </a:cubicBezTo>
                <a:cubicBezTo>
                  <a:pt x="123477" y="-86"/>
                  <a:pt x="126019" y="-782"/>
                  <a:pt x="132858" y="713"/>
                </a:cubicBezTo>
                <a:cubicBezTo>
                  <a:pt x="141063" y="2507"/>
                  <a:pt x="160286" y="4048"/>
                  <a:pt x="193546" y="5578"/>
                </a:cubicBezTo>
                <a:cubicBezTo>
                  <a:pt x="210737" y="6368"/>
                  <a:pt x="220060" y="11623"/>
                  <a:pt x="220060" y="20523"/>
                </a:cubicBezTo>
                <a:cubicBezTo>
                  <a:pt x="220060" y="23333"/>
                  <a:pt x="221912" y="25291"/>
                  <a:pt x="224578" y="25298"/>
                </a:cubicBezTo>
                <a:cubicBezTo>
                  <a:pt x="228025" y="25308"/>
                  <a:pt x="227313" y="26737"/>
                  <a:pt x="221567" y="31335"/>
                </a:cubicBezTo>
                <a:cubicBezTo>
                  <a:pt x="216052" y="35748"/>
                  <a:pt x="214921" y="37903"/>
                  <a:pt x="217338" y="39397"/>
                </a:cubicBezTo>
                <a:cubicBezTo>
                  <a:pt x="219279" y="40596"/>
                  <a:pt x="221565" y="39971"/>
                  <a:pt x="222891" y="37878"/>
                </a:cubicBezTo>
                <a:cubicBezTo>
                  <a:pt x="224130" y="35921"/>
                  <a:pt x="225164" y="35482"/>
                  <a:pt x="225189" y="36902"/>
                </a:cubicBezTo>
                <a:cubicBezTo>
                  <a:pt x="225213" y="38322"/>
                  <a:pt x="229440" y="39784"/>
                  <a:pt x="234581" y="40152"/>
                </a:cubicBezTo>
                <a:cubicBezTo>
                  <a:pt x="243367" y="40781"/>
                  <a:pt x="260731" y="51899"/>
                  <a:pt x="261177" y="57181"/>
                </a:cubicBezTo>
                <a:cubicBezTo>
                  <a:pt x="261279" y="58396"/>
                  <a:pt x="264267" y="62841"/>
                  <a:pt x="267817" y="67059"/>
                </a:cubicBezTo>
                <a:cubicBezTo>
                  <a:pt x="271366" y="71278"/>
                  <a:pt x="274275" y="76673"/>
                  <a:pt x="274280" y="79049"/>
                </a:cubicBezTo>
                <a:cubicBezTo>
                  <a:pt x="274285" y="81424"/>
                  <a:pt x="276609" y="87172"/>
                  <a:pt x="279443" y="91820"/>
                </a:cubicBezTo>
                <a:cubicBezTo>
                  <a:pt x="282277" y="96469"/>
                  <a:pt x="284596" y="102748"/>
                  <a:pt x="284596" y="105775"/>
                </a:cubicBezTo>
                <a:cubicBezTo>
                  <a:pt x="284596" y="108801"/>
                  <a:pt x="287666" y="115301"/>
                  <a:pt x="291417" y="120219"/>
                </a:cubicBezTo>
                <a:cubicBezTo>
                  <a:pt x="295169" y="125138"/>
                  <a:pt x="298428" y="131056"/>
                  <a:pt x="298659" y="133370"/>
                </a:cubicBezTo>
                <a:cubicBezTo>
                  <a:pt x="299477" y="141547"/>
                  <a:pt x="305637" y="150653"/>
                  <a:pt x="314425" y="156674"/>
                </a:cubicBezTo>
                <a:cubicBezTo>
                  <a:pt x="319316" y="160026"/>
                  <a:pt x="323320" y="163489"/>
                  <a:pt x="323321" y="164371"/>
                </a:cubicBezTo>
                <a:cubicBezTo>
                  <a:pt x="323323" y="165253"/>
                  <a:pt x="326003" y="169089"/>
                  <a:pt x="329277" y="172896"/>
                </a:cubicBezTo>
                <a:cubicBezTo>
                  <a:pt x="336682" y="181505"/>
                  <a:pt x="335803" y="195314"/>
                  <a:pt x="327346" y="203260"/>
                </a:cubicBezTo>
                <a:lnTo>
                  <a:pt x="321564" y="208691"/>
                </a:lnTo>
                <a:lnTo>
                  <a:pt x="314839" y="201967"/>
                </a:lnTo>
                <a:cubicBezTo>
                  <a:pt x="308661" y="195789"/>
                  <a:pt x="307532" y="195522"/>
                  <a:pt x="300945" y="198679"/>
                </a:cubicBezTo>
                <a:cubicBezTo>
                  <a:pt x="295346" y="201363"/>
                  <a:pt x="293353" y="204582"/>
                  <a:pt x="291854" y="213362"/>
                </a:cubicBezTo>
                <a:cubicBezTo>
                  <a:pt x="289357" y="227993"/>
                  <a:pt x="286547" y="231025"/>
                  <a:pt x="273477" y="233193"/>
                </a:cubicBezTo>
                <a:cubicBezTo>
                  <a:pt x="260663" y="235319"/>
                  <a:pt x="248722" y="247333"/>
                  <a:pt x="248561" y="258261"/>
                </a:cubicBezTo>
                <a:cubicBezTo>
                  <a:pt x="248475" y="264096"/>
                  <a:pt x="249579" y="265360"/>
                  <a:pt x="254757" y="265360"/>
                </a:cubicBezTo>
                <a:cubicBezTo>
                  <a:pt x="258223" y="265360"/>
                  <a:pt x="261823" y="264123"/>
                  <a:pt x="262758" y="262611"/>
                </a:cubicBezTo>
                <a:cubicBezTo>
                  <a:pt x="263872" y="260808"/>
                  <a:pt x="266124" y="261370"/>
                  <a:pt x="269300" y="264243"/>
                </a:cubicBezTo>
                <a:cubicBezTo>
                  <a:pt x="279445" y="273424"/>
                  <a:pt x="270651" y="300210"/>
                  <a:pt x="257492" y="300210"/>
                </a:cubicBezTo>
                <a:cubicBezTo>
                  <a:pt x="250513" y="300210"/>
                  <a:pt x="220446" y="323770"/>
                  <a:pt x="220205" y="329428"/>
                </a:cubicBezTo>
                <a:cubicBezTo>
                  <a:pt x="220125" y="331300"/>
                  <a:pt x="225197" y="338118"/>
                  <a:pt x="231476" y="344578"/>
                </a:cubicBezTo>
                <a:cubicBezTo>
                  <a:pt x="241029" y="354406"/>
                  <a:pt x="243162" y="358486"/>
                  <a:pt x="244540" y="369570"/>
                </a:cubicBezTo>
                <a:cubicBezTo>
                  <a:pt x="246852" y="388171"/>
                  <a:pt x="250097" y="394944"/>
                  <a:pt x="259568" y="400936"/>
                </a:cubicBezTo>
                <a:cubicBezTo>
                  <a:pt x="264099" y="403804"/>
                  <a:pt x="267809" y="408320"/>
                  <a:pt x="267812" y="410972"/>
                </a:cubicBezTo>
                <a:cubicBezTo>
                  <a:pt x="267815" y="413625"/>
                  <a:pt x="270140" y="417087"/>
                  <a:pt x="272980" y="418667"/>
                </a:cubicBezTo>
                <a:cubicBezTo>
                  <a:pt x="275819" y="420246"/>
                  <a:pt x="278864" y="422525"/>
                  <a:pt x="279745" y="423732"/>
                </a:cubicBezTo>
                <a:cubicBezTo>
                  <a:pt x="280626" y="424939"/>
                  <a:pt x="285040" y="426681"/>
                  <a:pt x="289553" y="427604"/>
                </a:cubicBezTo>
                <a:cubicBezTo>
                  <a:pt x="294067" y="428527"/>
                  <a:pt x="297992" y="430444"/>
                  <a:pt x="298277" y="431864"/>
                </a:cubicBezTo>
                <a:cubicBezTo>
                  <a:pt x="299018" y="435562"/>
                  <a:pt x="277163" y="436626"/>
                  <a:pt x="272913" y="433099"/>
                </a:cubicBezTo>
                <a:cubicBezTo>
                  <a:pt x="268101" y="429105"/>
                  <a:pt x="260026" y="432049"/>
                  <a:pt x="253686" y="440109"/>
                </a:cubicBezTo>
                <a:cubicBezTo>
                  <a:pt x="247489" y="447987"/>
                  <a:pt x="246928" y="457069"/>
                  <a:pt x="252360" y="461577"/>
                </a:cubicBezTo>
                <a:cubicBezTo>
                  <a:pt x="255321" y="464035"/>
                  <a:pt x="255560" y="465666"/>
                  <a:pt x="253346" y="468333"/>
                </a:cubicBezTo>
                <a:cubicBezTo>
                  <a:pt x="251741" y="470267"/>
                  <a:pt x="250992" y="474004"/>
                  <a:pt x="251680" y="476637"/>
                </a:cubicBezTo>
                <a:cubicBezTo>
                  <a:pt x="252369" y="479271"/>
                  <a:pt x="252179" y="485956"/>
                  <a:pt x="251259" y="491494"/>
                </a:cubicBezTo>
                <a:cubicBezTo>
                  <a:pt x="249997" y="499087"/>
                  <a:pt x="249133" y="500409"/>
                  <a:pt x="247743" y="496867"/>
                </a:cubicBezTo>
                <a:close/>
              </a:path>
            </a:pathLst>
          </a:custGeom>
          <a:solidFill>
            <a:srgbClr val="B9B9B9"/>
          </a:solidFill>
          <a:ln w="5163" cap="flat">
            <a:noFill/>
            <a:prstDash val="solid"/>
            <a:miter/>
          </a:ln>
        </p:spPr>
        <p:txBody>
          <a:bodyPr/>
          <a:lstStyle/>
          <a:p>
            <a:endParaRPr lang="es-419" noProof="0" dirty="0"/>
          </a:p>
        </p:txBody>
      </p:sp>
      <p:grpSp>
        <p:nvGrpSpPr>
          <p:cNvPr id="57" name="Gráfico 39">
            <a:extLst>
              <a:ext uri="{FF2B5EF4-FFF2-40B4-BE49-F238E27FC236}">
                <a16:creationId xmlns:a16="http://schemas.microsoft.com/office/drawing/2014/main" id="{35024C32-DBA5-AC17-B9EF-3BF59A0BE6FE}"/>
              </a:ext>
            </a:extLst>
          </p:cNvPr>
          <p:cNvGrpSpPr/>
          <p:nvPr/>
        </p:nvGrpSpPr>
        <p:grpSpPr>
          <a:xfrm>
            <a:off x="726816" y="1624037"/>
            <a:ext cx="321478" cy="429471"/>
            <a:chOff x="726816" y="1624037"/>
            <a:chExt cx="321478" cy="429471"/>
          </a:xfrm>
          <a:solidFill>
            <a:srgbClr val="B9B9B9"/>
          </a:solidFill>
        </p:grpSpPr>
        <p:sp>
          <p:nvSpPr>
            <p:cNvPr id="58" name="Forma libre: forma 57">
              <a:extLst>
                <a:ext uri="{FF2B5EF4-FFF2-40B4-BE49-F238E27FC236}">
                  <a16:creationId xmlns:a16="http://schemas.microsoft.com/office/drawing/2014/main" id="{030C6A30-F38A-4C98-8750-905F2E7A9D53}"/>
                </a:ext>
              </a:extLst>
            </p:cNvPr>
            <p:cNvSpPr/>
            <p:nvPr/>
          </p:nvSpPr>
          <p:spPr>
            <a:xfrm>
              <a:off x="726816" y="1624037"/>
              <a:ext cx="321478" cy="429471"/>
            </a:xfrm>
            <a:custGeom>
              <a:avLst/>
              <a:gdLst>
                <a:gd name="csX0" fmla="*/ 298651 w 321478"/>
                <a:gd name="csY0" fmla="*/ 424657 h 429471"/>
                <a:gd name="csX1" fmla="*/ 285240 w 321478"/>
                <a:gd name="csY1" fmla="*/ 406239 h 429471"/>
                <a:gd name="csX2" fmla="*/ 285795 w 321478"/>
                <a:gd name="csY2" fmla="*/ 410173 h 429471"/>
                <a:gd name="csX3" fmla="*/ 287678 w 321478"/>
                <a:gd name="csY3" fmla="*/ 415491 h 429471"/>
                <a:gd name="csX4" fmla="*/ 268647 w 321478"/>
                <a:gd name="csY4" fmla="*/ 394065 h 429471"/>
                <a:gd name="csX5" fmla="*/ 249603 w 321478"/>
                <a:gd name="csY5" fmla="*/ 371546 h 429471"/>
                <a:gd name="csX6" fmla="*/ 255246 w 321478"/>
                <a:gd name="csY6" fmla="*/ 382701 h 429471"/>
                <a:gd name="csX7" fmla="*/ 260888 w 321478"/>
                <a:gd name="csY7" fmla="*/ 392041 h 429471"/>
                <a:gd name="csX8" fmla="*/ 254982 w 321478"/>
                <a:gd name="csY8" fmla="*/ 386884 h 429471"/>
                <a:gd name="csX9" fmla="*/ 245088 w 321478"/>
                <a:gd name="csY9" fmla="*/ 373977 h 429471"/>
                <a:gd name="csX10" fmla="*/ 227283 w 321478"/>
                <a:gd name="csY10" fmla="*/ 350451 h 429471"/>
                <a:gd name="csX11" fmla="*/ 213463 w 321478"/>
                <a:gd name="csY11" fmla="*/ 331266 h 429471"/>
                <a:gd name="csX12" fmla="*/ 191325 w 321478"/>
                <a:gd name="csY12" fmla="*/ 295282 h 429471"/>
                <a:gd name="csX13" fmla="*/ 182351 w 321478"/>
                <a:gd name="csY13" fmla="*/ 288640 h 429471"/>
                <a:gd name="csX14" fmla="*/ 181003 w 321478"/>
                <a:gd name="csY14" fmla="*/ 283904 h 429471"/>
                <a:gd name="csX15" fmla="*/ 179966 w 321478"/>
                <a:gd name="csY15" fmla="*/ 277802 h 429471"/>
                <a:gd name="csX16" fmla="*/ 170951 w 321478"/>
                <a:gd name="csY16" fmla="*/ 271038 h 429471"/>
                <a:gd name="csX17" fmla="*/ 164513 w 321478"/>
                <a:gd name="csY17" fmla="*/ 268249 h 429471"/>
                <a:gd name="csX18" fmla="*/ 156542 w 321478"/>
                <a:gd name="csY18" fmla="*/ 264259 h 429471"/>
                <a:gd name="csX19" fmla="*/ 146588 w 321478"/>
                <a:gd name="csY19" fmla="*/ 257160 h 429471"/>
                <a:gd name="csX20" fmla="*/ 135566 w 321478"/>
                <a:gd name="csY20" fmla="*/ 244331 h 429471"/>
                <a:gd name="csX21" fmla="*/ 140198 w 321478"/>
                <a:gd name="csY21" fmla="*/ 240806 h 429471"/>
                <a:gd name="csX22" fmla="*/ 149956 w 321478"/>
                <a:gd name="csY22" fmla="*/ 243611 h 429471"/>
                <a:gd name="csX23" fmla="*/ 139967 w 321478"/>
                <a:gd name="csY23" fmla="*/ 232769 h 429471"/>
                <a:gd name="csX24" fmla="*/ 129672 w 321478"/>
                <a:gd name="csY24" fmla="*/ 230788 h 429471"/>
                <a:gd name="csX25" fmla="*/ 122631 w 321478"/>
                <a:gd name="csY25" fmla="*/ 229456 h 429471"/>
                <a:gd name="csX26" fmla="*/ 114075 w 321478"/>
                <a:gd name="csY26" fmla="*/ 225535 h 429471"/>
                <a:gd name="csX27" fmla="*/ 112561 w 321478"/>
                <a:gd name="csY27" fmla="*/ 210989 h 429471"/>
                <a:gd name="csX28" fmla="*/ 113046 w 321478"/>
                <a:gd name="csY28" fmla="*/ 198950 h 429471"/>
                <a:gd name="csX29" fmla="*/ 110205 w 321478"/>
                <a:gd name="csY29" fmla="*/ 203079 h 429471"/>
                <a:gd name="csX30" fmla="*/ 107624 w 321478"/>
                <a:gd name="csY30" fmla="*/ 210049 h 429471"/>
                <a:gd name="csX31" fmla="*/ 105042 w 321478"/>
                <a:gd name="csY31" fmla="*/ 205992 h 429471"/>
                <a:gd name="csX32" fmla="*/ 101146 w 321478"/>
                <a:gd name="csY32" fmla="*/ 198040 h 429471"/>
                <a:gd name="csX33" fmla="*/ 106495 w 321478"/>
                <a:gd name="csY33" fmla="*/ 192040 h 429471"/>
                <a:gd name="csX34" fmla="*/ 110185 w 321478"/>
                <a:gd name="csY34" fmla="*/ 189360 h 429471"/>
                <a:gd name="csX35" fmla="*/ 105416 w 321478"/>
                <a:gd name="csY35" fmla="*/ 184234 h 429471"/>
                <a:gd name="csX36" fmla="*/ 94806 w 321478"/>
                <a:gd name="csY36" fmla="*/ 176570 h 429471"/>
                <a:gd name="csX37" fmla="*/ 84222 w 321478"/>
                <a:gd name="csY37" fmla="*/ 170141 h 429471"/>
                <a:gd name="csX38" fmla="*/ 77400 w 321478"/>
                <a:gd name="csY38" fmla="*/ 165246 h 429471"/>
                <a:gd name="csX39" fmla="*/ 66830 w 321478"/>
                <a:gd name="csY39" fmla="*/ 157291 h 429471"/>
                <a:gd name="csX40" fmla="*/ 62321 w 321478"/>
                <a:gd name="csY40" fmla="*/ 153462 h 429471"/>
                <a:gd name="csX41" fmla="*/ 58487 w 321478"/>
                <a:gd name="csY41" fmla="*/ 146011 h 429471"/>
                <a:gd name="csX42" fmla="*/ 53413 w 321478"/>
                <a:gd name="csY42" fmla="*/ 136585 h 429471"/>
                <a:gd name="csX43" fmla="*/ 46519 w 321478"/>
                <a:gd name="csY43" fmla="*/ 136694 h 429471"/>
                <a:gd name="csX44" fmla="*/ 42767 w 321478"/>
                <a:gd name="csY44" fmla="*/ 137339 h 429471"/>
                <a:gd name="csX45" fmla="*/ 40545 w 321478"/>
                <a:gd name="csY45" fmla="*/ 138358 h 429471"/>
                <a:gd name="csX46" fmla="*/ 34194 w 321478"/>
                <a:gd name="csY46" fmla="*/ 139945 h 429471"/>
                <a:gd name="csX47" fmla="*/ 30312 w 321478"/>
                <a:gd name="csY47" fmla="*/ 128691 h 429471"/>
                <a:gd name="csX48" fmla="*/ 32982 w 321478"/>
                <a:gd name="csY48" fmla="*/ 121125 h 429471"/>
                <a:gd name="csX49" fmla="*/ 29550 w 321478"/>
                <a:gd name="csY49" fmla="*/ 122878 h 429471"/>
                <a:gd name="csX50" fmla="*/ 21151 w 321478"/>
                <a:gd name="csY50" fmla="*/ 122752 h 429471"/>
                <a:gd name="csX51" fmla="*/ 17154 w 321478"/>
                <a:gd name="csY51" fmla="*/ 123427 h 429471"/>
                <a:gd name="csX52" fmla="*/ 6342 w 321478"/>
                <a:gd name="csY52" fmla="*/ 119543 h 429471"/>
                <a:gd name="csX53" fmla="*/ 4365 w 321478"/>
                <a:gd name="csY53" fmla="*/ 113226 h 429471"/>
                <a:gd name="csX54" fmla="*/ 10819 w 321478"/>
                <a:gd name="csY54" fmla="*/ 114808 h 429471"/>
                <a:gd name="csX55" fmla="*/ 4707 w 321478"/>
                <a:gd name="csY55" fmla="*/ 109494 h 429471"/>
                <a:gd name="csX56" fmla="*/ 1796 w 321478"/>
                <a:gd name="csY56" fmla="*/ 100322 h 429471"/>
                <a:gd name="csX57" fmla="*/ 1838 w 321478"/>
                <a:gd name="csY57" fmla="*/ 92658 h 429471"/>
                <a:gd name="csX58" fmla="*/ 4233 w 321478"/>
                <a:gd name="csY58" fmla="*/ 77378 h 429471"/>
                <a:gd name="csX59" fmla="*/ 13902 w 321478"/>
                <a:gd name="csY59" fmla="*/ 62490 h 429471"/>
                <a:gd name="csX60" fmla="*/ 16192 w 321478"/>
                <a:gd name="csY60" fmla="*/ 65508 h 429471"/>
                <a:gd name="csX61" fmla="*/ 14368 w 321478"/>
                <a:gd name="csY61" fmla="*/ 71941 h 429471"/>
                <a:gd name="csX62" fmla="*/ 19324 w 321478"/>
                <a:gd name="csY62" fmla="*/ 65780 h 429471"/>
                <a:gd name="csX63" fmla="*/ 24280 w 321478"/>
                <a:gd name="csY63" fmla="*/ 59619 h 429471"/>
                <a:gd name="csX64" fmla="*/ 25989 w 321478"/>
                <a:gd name="csY64" fmla="*/ 66426 h 429471"/>
                <a:gd name="csX65" fmla="*/ 30049 w 321478"/>
                <a:gd name="csY65" fmla="*/ 73232 h 429471"/>
                <a:gd name="csX66" fmla="*/ 30241 w 321478"/>
                <a:gd name="csY66" fmla="*/ 65700 h 429471"/>
                <a:gd name="csX67" fmla="*/ 47033 w 321478"/>
                <a:gd name="csY67" fmla="*/ 46164 h 429471"/>
                <a:gd name="csX68" fmla="*/ 89508 w 321478"/>
                <a:gd name="csY68" fmla="*/ 4943 h 429471"/>
                <a:gd name="csX69" fmla="*/ 99998 w 321478"/>
                <a:gd name="csY69" fmla="*/ 2688 h 429471"/>
                <a:gd name="csX70" fmla="*/ 114706 w 321478"/>
                <a:gd name="csY70" fmla="*/ 3716 h 429471"/>
                <a:gd name="csX71" fmla="*/ 123108 w 321478"/>
                <a:gd name="csY71" fmla="*/ 2764 h 429471"/>
                <a:gd name="csX72" fmla="*/ 137332 w 321478"/>
                <a:gd name="csY72" fmla="*/ 60759 h 429471"/>
                <a:gd name="csX73" fmla="*/ 159468 w 321478"/>
                <a:gd name="csY73" fmla="*/ 80313 h 429471"/>
                <a:gd name="csX74" fmla="*/ 174324 w 321478"/>
                <a:gd name="csY74" fmla="*/ 89973 h 429471"/>
                <a:gd name="csX75" fmla="*/ 184004 w 321478"/>
                <a:gd name="csY75" fmla="*/ 107383 h 429471"/>
                <a:gd name="csX76" fmla="*/ 190190 w 321478"/>
                <a:gd name="csY76" fmla="*/ 148735 h 429471"/>
                <a:gd name="csX77" fmla="*/ 191494 w 321478"/>
                <a:gd name="csY77" fmla="*/ 177131 h 429471"/>
                <a:gd name="csX78" fmla="*/ 195355 w 321478"/>
                <a:gd name="csY78" fmla="*/ 191824 h 429471"/>
                <a:gd name="csX79" fmla="*/ 205385 w 321478"/>
                <a:gd name="csY79" fmla="*/ 204731 h 429471"/>
                <a:gd name="csX80" fmla="*/ 224780 w 321478"/>
                <a:gd name="csY80" fmla="*/ 233927 h 429471"/>
                <a:gd name="csX81" fmla="*/ 251313 w 321478"/>
                <a:gd name="csY81" fmla="*/ 251602 h 429471"/>
                <a:gd name="csX82" fmla="*/ 265826 w 321478"/>
                <a:gd name="csY82" fmla="*/ 256119 h 429471"/>
                <a:gd name="csX83" fmla="*/ 280190 w 321478"/>
                <a:gd name="csY83" fmla="*/ 283901 h 429471"/>
                <a:gd name="csX84" fmla="*/ 287275 w 321478"/>
                <a:gd name="csY84" fmla="*/ 317016 h 429471"/>
                <a:gd name="csX85" fmla="*/ 290907 w 321478"/>
                <a:gd name="csY85" fmla="*/ 329217 h 429471"/>
                <a:gd name="csX86" fmla="*/ 293537 w 321478"/>
                <a:gd name="csY86" fmla="*/ 337861 h 429471"/>
                <a:gd name="csX87" fmla="*/ 302616 w 321478"/>
                <a:gd name="csY87" fmla="*/ 352211 h 429471"/>
                <a:gd name="csX88" fmla="*/ 314264 w 321478"/>
                <a:gd name="csY88" fmla="*/ 364936 h 429471"/>
                <a:gd name="csX89" fmla="*/ 319645 w 321478"/>
                <a:gd name="csY89" fmla="*/ 375951 h 429471"/>
                <a:gd name="csX90" fmla="*/ 316721 w 321478"/>
                <a:gd name="csY90" fmla="*/ 384238 h 429471"/>
                <a:gd name="csX91" fmla="*/ 312540 w 321478"/>
                <a:gd name="csY91" fmla="*/ 395571 h 429471"/>
                <a:gd name="csX92" fmla="*/ 312871 w 321478"/>
                <a:gd name="csY92" fmla="*/ 424954 h 429471"/>
                <a:gd name="csX93" fmla="*/ 306671 w 321478"/>
                <a:gd name="csY93" fmla="*/ 429472 h 429471"/>
                <a:gd name="csX94" fmla="*/ 298651 w 321478"/>
                <a:gd name="csY94" fmla="*/ 424657 h 4294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321478" h="429471">
                  <a:moveTo>
                    <a:pt x="298651" y="424657"/>
                  </a:moveTo>
                  <a:cubicBezTo>
                    <a:pt x="298651" y="419121"/>
                    <a:pt x="289271" y="406239"/>
                    <a:pt x="285240" y="406239"/>
                  </a:cubicBezTo>
                  <a:cubicBezTo>
                    <a:pt x="283590" y="406239"/>
                    <a:pt x="283808" y="407778"/>
                    <a:pt x="285795" y="410173"/>
                  </a:cubicBezTo>
                  <a:cubicBezTo>
                    <a:pt x="287591" y="412337"/>
                    <a:pt x="288438" y="414730"/>
                    <a:pt x="287678" y="415491"/>
                  </a:cubicBezTo>
                  <a:cubicBezTo>
                    <a:pt x="285539" y="417629"/>
                    <a:pt x="270321" y="400495"/>
                    <a:pt x="268647" y="394065"/>
                  </a:cubicBezTo>
                  <a:cubicBezTo>
                    <a:pt x="267226" y="388605"/>
                    <a:pt x="249603" y="367767"/>
                    <a:pt x="249603" y="371546"/>
                  </a:cubicBezTo>
                  <a:cubicBezTo>
                    <a:pt x="249603" y="372545"/>
                    <a:pt x="252142" y="377564"/>
                    <a:pt x="255246" y="382701"/>
                  </a:cubicBezTo>
                  <a:lnTo>
                    <a:pt x="260888" y="392041"/>
                  </a:lnTo>
                  <a:lnTo>
                    <a:pt x="254982" y="386884"/>
                  </a:lnTo>
                  <a:cubicBezTo>
                    <a:pt x="251733" y="384048"/>
                    <a:pt x="247281" y="378240"/>
                    <a:pt x="245088" y="373977"/>
                  </a:cubicBezTo>
                  <a:cubicBezTo>
                    <a:pt x="242896" y="369714"/>
                    <a:pt x="234883" y="359128"/>
                    <a:pt x="227283" y="350451"/>
                  </a:cubicBezTo>
                  <a:cubicBezTo>
                    <a:pt x="219682" y="341775"/>
                    <a:pt x="213463" y="333142"/>
                    <a:pt x="213463" y="331266"/>
                  </a:cubicBezTo>
                  <a:cubicBezTo>
                    <a:pt x="213463" y="326133"/>
                    <a:pt x="194515" y="295333"/>
                    <a:pt x="191325" y="295282"/>
                  </a:cubicBezTo>
                  <a:cubicBezTo>
                    <a:pt x="189798" y="295257"/>
                    <a:pt x="185760" y="292268"/>
                    <a:pt x="182351" y="288640"/>
                  </a:cubicBezTo>
                  <a:cubicBezTo>
                    <a:pt x="177259" y="283219"/>
                    <a:pt x="177019" y="282375"/>
                    <a:pt x="181003" y="283904"/>
                  </a:cubicBezTo>
                  <a:cubicBezTo>
                    <a:pt x="185315" y="285558"/>
                    <a:pt x="185200" y="284882"/>
                    <a:pt x="179966" y="277802"/>
                  </a:cubicBezTo>
                  <a:cubicBezTo>
                    <a:pt x="176728" y="273422"/>
                    <a:pt x="172671" y="270378"/>
                    <a:pt x="170951" y="271038"/>
                  </a:cubicBezTo>
                  <a:cubicBezTo>
                    <a:pt x="169231" y="271698"/>
                    <a:pt x="166334" y="270443"/>
                    <a:pt x="164513" y="268249"/>
                  </a:cubicBezTo>
                  <a:cubicBezTo>
                    <a:pt x="162692" y="266054"/>
                    <a:pt x="159105" y="264259"/>
                    <a:pt x="156542" y="264259"/>
                  </a:cubicBezTo>
                  <a:cubicBezTo>
                    <a:pt x="153980" y="264259"/>
                    <a:pt x="149500" y="261065"/>
                    <a:pt x="146588" y="257160"/>
                  </a:cubicBezTo>
                  <a:cubicBezTo>
                    <a:pt x="143676" y="253256"/>
                    <a:pt x="138716" y="247482"/>
                    <a:pt x="135566" y="244331"/>
                  </a:cubicBezTo>
                  <a:cubicBezTo>
                    <a:pt x="127839" y="236597"/>
                    <a:pt x="131401" y="233886"/>
                    <a:pt x="140198" y="240806"/>
                  </a:cubicBezTo>
                  <a:cubicBezTo>
                    <a:pt x="145135" y="244689"/>
                    <a:pt x="148042" y="245525"/>
                    <a:pt x="149956" y="243611"/>
                  </a:cubicBezTo>
                  <a:cubicBezTo>
                    <a:pt x="154558" y="239009"/>
                    <a:pt x="147985" y="231874"/>
                    <a:pt x="139967" y="232769"/>
                  </a:cubicBezTo>
                  <a:cubicBezTo>
                    <a:pt x="136133" y="233196"/>
                    <a:pt x="131500" y="232305"/>
                    <a:pt x="129672" y="230788"/>
                  </a:cubicBezTo>
                  <a:cubicBezTo>
                    <a:pt x="127844" y="229271"/>
                    <a:pt x="124675" y="228672"/>
                    <a:pt x="122631" y="229456"/>
                  </a:cubicBezTo>
                  <a:cubicBezTo>
                    <a:pt x="120587" y="230241"/>
                    <a:pt x="116736" y="228476"/>
                    <a:pt x="114075" y="225535"/>
                  </a:cubicBezTo>
                  <a:cubicBezTo>
                    <a:pt x="109769" y="220777"/>
                    <a:pt x="109602" y="219173"/>
                    <a:pt x="112561" y="210989"/>
                  </a:cubicBezTo>
                  <a:cubicBezTo>
                    <a:pt x="114982" y="204297"/>
                    <a:pt x="115114" y="201018"/>
                    <a:pt x="113046" y="198950"/>
                  </a:cubicBezTo>
                  <a:cubicBezTo>
                    <a:pt x="110979" y="196883"/>
                    <a:pt x="110205" y="198007"/>
                    <a:pt x="110205" y="203079"/>
                  </a:cubicBezTo>
                  <a:cubicBezTo>
                    <a:pt x="110205" y="206912"/>
                    <a:pt x="109043" y="210049"/>
                    <a:pt x="107624" y="210049"/>
                  </a:cubicBezTo>
                  <a:cubicBezTo>
                    <a:pt x="106204" y="210049"/>
                    <a:pt x="105042" y="208223"/>
                    <a:pt x="105042" y="205992"/>
                  </a:cubicBezTo>
                  <a:cubicBezTo>
                    <a:pt x="105042" y="203761"/>
                    <a:pt x="103289" y="200182"/>
                    <a:pt x="101146" y="198040"/>
                  </a:cubicBezTo>
                  <a:cubicBezTo>
                    <a:pt x="95668" y="192562"/>
                    <a:pt x="98756" y="189098"/>
                    <a:pt x="106495" y="192040"/>
                  </a:cubicBezTo>
                  <a:cubicBezTo>
                    <a:pt x="112388" y="194281"/>
                    <a:pt x="112698" y="194056"/>
                    <a:pt x="110185" y="189360"/>
                  </a:cubicBezTo>
                  <a:cubicBezTo>
                    <a:pt x="108676" y="186541"/>
                    <a:pt x="106530" y="184234"/>
                    <a:pt x="105416" y="184234"/>
                  </a:cubicBezTo>
                  <a:cubicBezTo>
                    <a:pt x="104302" y="184234"/>
                    <a:pt x="99527" y="180785"/>
                    <a:pt x="94806" y="176570"/>
                  </a:cubicBezTo>
                  <a:cubicBezTo>
                    <a:pt x="90084" y="172354"/>
                    <a:pt x="85321" y="169461"/>
                    <a:pt x="84222" y="170141"/>
                  </a:cubicBezTo>
                  <a:cubicBezTo>
                    <a:pt x="83122" y="170820"/>
                    <a:pt x="80052" y="168617"/>
                    <a:pt x="77400" y="165246"/>
                  </a:cubicBezTo>
                  <a:cubicBezTo>
                    <a:pt x="74748" y="161874"/>
                    <a:pt x="69991" y="158294"/>
                    <a:pt x="66830" y="157291"/>
                  </a:cubicBezTo>
                  <a:cubicBezTo>
                    <a:pt x="63669" y="156287"/>
                    <a:pt x="61640" y="154564"/>
                    <a:pt x="62321" y="153462"/>
                  </a:cubicBezTo>
                  <a:cubicBezTo>
                    <a:pt x="63003" y="152359"/>
                    <a:pt x="61277" y="149007"/>
                    <a:pt x="58487" y="146011"/>
                  </a:cubicBezTo>
                  <a:cubicBezTo>
                    <a:pt x="55696" y="143016"/>
                    <a:pt x="53413" y="138774"/>
                    <a:pt x="53413" y="136585"/>
                  </a:cubicBezTo>
                  <a:cubicBezTo>
                    <a:pt x="53413" y="131375"/>
                    <a:pt x="48531" y="131452"/>
                    <a:pt x="46519" y="136694"/>
                  </a:cubicBezTo>
                  <a:cubicBezTo>
                    <a:pt x="45256" y="139986"/>
                    <a:pt x="44525" y="140111"/>
                    <a:pt x="42767" y="137339"/>
                  </a:cubicBezTo>
                  <a:cubicBezTo>
                    <a:pt x="41090" y="134693"/>
                    <a:pt x="40576" y="134929"/>
                    <a:pt x="40545" y="138358"/>
                  </a:cubicBezTo>
                  <a:cubicBezTo>
                    <a:pt x="40512" y="142152"/>
                    <a:pt x="39561" y="142390"/>
                    <a:pt x="34194" y="139945"/>
                  </a:cubicBezTo>
                  <a:cubicBezTo>
                    <a:pt x="25899" y="136165"/>
                    <a:pt x="24011" y="130691"/>
                    <a:pt x="30312" y="128691"/>
                  </a:cubicBezTo>
                  <a:cubicBezTo>
                    <a:pt x="35660" y="126994"/>
                    <a:pt x="36881" y="123535"/>
                    <a:pt x="32982" y="121125"/>
                  </a:cubicBezTo>
                  <a:cubicBezTo>
                    <a:pt x="31683" y="120322"/>
                    <a:pt x="30139" y="121111"/>
                    <a:pt x="29550" y="122878"/>
                  </a:cubicBezTo>
                  <a:cubicBezTo>
                    <a:pt x="28702" y="125423"/>
                    <a:pt x="26957" y="125397"/>
                    <a:pt x="21151" y="122752"/>
                  </a:cubicBezTo>
                  <a:cubicBezTo>
                    <a:pt x="14600" y="119767"/>
                    <a:pt x="14176" y="119839"/>
                    <a:pt x="17154" y="123427"/>
                  </a:cubicBezTo>
                  <a:cubicBezTo>
                    <a:pt x="23195" y="130706"/>
                    <a:pt x="15185" y="127829"/>
                    <a:pt x="6342" y="119543"/>
                  </a:cubicBezTo>
                  <a:cubicBezTo>
                    <a:pt x="-1702" y="112007"/>
                    <a:pt x="-1792" y="111717"/>
                    <a:pt x="4365" y="113226"/>
                  </a:cubicBezTo>
                  <a:lnTo>
                    <a:pt x="10819" y="114808"/>
                  </a:lnTo>
                  <a:lnTo>
                    <a:pt x="4707" y="109494"/>
                  </a:lnTo>
                  <a:cubicBezTo>
                    <a:pt x="-312" y="105131"/>
                    <a:pt x="-833" y="103490"/>
                    <a:pt x="1796" y="100322"/>
                  </a:cubicBezTo>
                  <a:cubicBezTo>
                    <a:pt x="4323" y="97278"/>
                    <a:pt x="4332" y="95662"/>
                    <a:pt x="1838" y="92658"/>
                  </a:cubicBezTo>
                  <a:cubicBezTo>
                    <a:pt x="-700" y="89600"/>
                    <a:pt x="-229" y="86595"/>
                    <a:pt x="4233" y="77378"/>
                  </a:cubicBezTo>
                  <a:cubicBezTo>
                    <a:pt x="7287" y="71068"/>
                    <a:pt x="11639" y="64368"/>
                    <a:pt x="13902" y="62490"/>
                  </a:cubicBezTo>
                  <a:cubicBezTo>
                    <a:pt x="17532" y="59477"/>
                    <a:pt x="17802" y="59833"/>
                    <a:pt x="16192" y="65508"/>
                  </a:cubicBezTo>
                  <a:lnTo>
                    <a:pt x="14368" y="71941"/>
                  </a:lnTo>
                  <a:lnTo>
                    <a:pt x="19324" y="65780"/>
                  </a:lnTo>
                  <a:lnTo>
                    <a:pt x="24280" y="59619"/>
                  </a:lnTo>
                  <a:lnTo>
                    <a:pt x="25989" y="66426"/>
                  </a:lnTo>
                  <a:cubicBezTo>
                    <a:pt x="26928" y="70169"/>
                    <a:pt x="28755" y="73232"/>
                    <a:pt x="30049" y="73232"/>
                  </a:cubicBezTo>
                  <a:cubicBezTo>
                    <a:pt x="31420" y="73232"/>
                    <a:pt x="31500" y="70091"/>
                    <a:pt x="30241" y="65700"/>
                  </a:cubicBezTo>
                  <a:cubicBezTo>
                    <a:pt x="28162" y="58450"/>
                    <a:pt x="28788" y="57720"/>
                    <a:pt x="47033" y="46164"/>
                  </a:cubicBezTo>
                  <a:cubicBezTo>
                    <a:pt x="66934" y="33559"/>
                    <a:pt x="85466" y="15573"/>
                    <a:pt x="89508" y="4943"/>
                  </a:cubicBezTo>
                  <a:cubicBezTo>
                    <a:pt x="91833" y="-1172"/>
                    <a:pt x="92131" y="-1236"/>
                    <a:pt x="99998" y="2688"/>
                  </a:cubicBezTo>
                  <a:cubicBezTo>
                    <a:pt x="106503" y="5933"/>
                    <a:pt x="109396" y="6135"/>
                    <a:pt x="114706" y="3716"/>
                  </a:cubicBezTo>
                  <a:cubicBezTo>
                    <a:pt x="118341" y="2059"/>
                    <a:pt x="122122" y="1631"/>
                    <a:pt x="123108" y="2764"/>
                  </a:cubicBezTo>
                  <a:cubicBezTo>
                    <a:pt x="125561" y="5583"/>
                    <a:pt x="135461" y="45948"/>
                    <a:pt x="137332" y="60759"/>
                  </a:cubicBezTo>
                  <a:cubicBezTo>
                    <a:pt x="139199" y="75538"/>
                    <a:pt x="141734" y="77777"/>
                    <a:pt x="159468" y="80313"/>
                  </a:cubicBezTo>
                  <a:cubicBezTo>
                    <a:pt x="172513" y="82178"/>
                    <a:pt x="173509" y="82826"/>
                    <a:pt x="174324" y="89973"/>
                  </a:cubicBezTo>
                  <a:cubicBezTo>
                    <a:pt x="174804" y="94187"/>
                    <a:pt x="179160" y="102021"/>
                    <a:pt x="184004" y="107383"/>
                  </a:cubicBezTo>
                  <a:cubicBezTo>
                    <a:pt x="193664" y="118075"/>
                    <a:pt x="194152" y="121338"/>
                    <a:pt x="190190" y="148735"/>
                  </a:cubicBezTo>
                  <a:cubicBezTo>
                    <a:pt x="188197" y="162515"/>
                    <a:pt x="188470" y="168448"/>
                    <a:pt x="191494" y="177131"/>
                  </a:cubicBezTo>
                  <a:cubicBezTo>
                    <a:pt x="193597" y="183167"/>
                    <a:pt x="195335" y="189779"/>
                    <a:pt x="195355" y="191824"/>
                  </a:cubicBezTo>
                  <a:cubicBezTo>
                    <a:pt x="195376" y="193868"/>
                    <a:pt x="199889" y="199676"/>
                    <a:pt x="205385" y="204731"/>
                  </a:cubicBezTo>
                  <a:cubicBezTo>
                    <a:pt x="211344" y="210212"/>
                    <a:pt x="219172" y="221995"/>
                    <a:pt x="224780" y="233927"/>
                  </a:cubicBezTo>
                  <a:cubicBezTo>
                    <a:pt x="234706" y="255043"/>
                    <a:pt x="236093" y="255967"/>
                    <a:pt x="251313" y="251602"/>
                  </a:cubicBezTo>
                  <a:cubicBezTo>
                    <a:pt x="258379" y="249575"/>
                    <a:pt x="260277" y="250166"/>
                    <a:pt x="265826" y="256119"/>
                  </a:cubicBezTo>
                  <a:cubicBezTo>
                    <a:pt x="272628" y="263417"/>
                    <a:pt x="281243" y="280080"/>
                    <a:pt x="280190" y="283901"/>
                  </a:cubicBezTo>
                  <a:cubicBezTo>
                    <a:pt x="278841" y="288796"/>
                    <a:pt x="283826" y="312090"/>
                    <a:pt x="287275" y="317016"/>
                  </a:cubicBezTo>
                  <a:cubicBezTo>
                    <a:pt x="289273" y="319867"/>
                    <a:pt x="290907" y="325358"/>
                    <a:pt x="290907" y="329217"/>
                  </a:cubicBezTo>
                  <a:cubicBezTo>
                    <a:pt x="290907" y="333077"/>
                    <a:pt x="292090" y="336967"/>
                    <a:pt x="293537" y="337861"/>
                  </a:cubicBezTo>
                  <a:cubicBezTo>
                    <a:pt x="294984" y="338755"/>
                    <a:pt x="299069" y="345213"/>
                    <a:pt x="302616" y="352211"/>
                  </a:cubicBezTo>
                  <a:cubicBezTo>
                    <a:pt x="307126" y="361111"/>
                    <a:pt x="310627" y="364936"/>
                    <a:pt x="314264" y="364936"/>
                  </a:cubicBezTo>
                  <a:cubicBezTo>
                    <a:pt x="320436" y="364936"/>
                    <a:pt x="323792" y="371805"/>
                    <a:pt x="319645" y="375951"/>
                  </a:cubicBezTo>
                  <a:cubicBezTo>
                    <a:pt x="318037" y="377560"/>
                    <a:pt x="316721" y="381289"/>
                    <a:pt x="316721" y="384238"/>
                  </a:cubicBezTo>
                  <a:cubicBezTo>
                    <a:pt x="316721" y="387188"/>
                    <a:pt x="314840" y="392287"/>
                    <a:pt x="312540" y="395571"/>
                  </a:cubicBezTo>
                  <a:cubicBezTo>
                    <a:pt x="308425" y="401445"/>
                    <a:pt x="308570" y="414286"/>
                    <a:pt x="312871" y="424954"/>
                  </a:cubicBezTo>
                  <a:cubicBezTo>
                    <a:pt x="314372" y="428678"/>
                    <a:pt x="313283" y="429472"/>
                    <a:pt x="306671" y="429472"/>
                  </a:cubicBezTo>
                  <a:cubicBezTo>
                    <a:pt x="300565" y="429472"/>
                    <a:pt x="298651" y="428323"/>
                    <a:pt x="298651" y="424657"/>
                  </a:cubicBezTo>
                  <a:close/>
                </a:path>
              </a:pathLst>
            </a:custGeom>
            <a:solidFill>
              <a:srgbClr val="B9B9B9"/>
            </a:solidFill>
            <a:ln w="5163" cap="flat">
              <a:noFill/>
              <a:prstDash val="solid"/>
              <a:miter/>
            </a:ln>
          </p:spPr>
          <p:txBody>
            <a:bodyPr/>
            <a:lstStyle/>
            <a:p>
              <a:endParaRPr lang="es-419" noProof="0" dirty="0"/>
            </a:p>
          </p:txBody>
        </p:sp>
        <p:sp>
          <p:nvSpPr>
            <p:cNvPr id="59" name="Forma libre: forma 58">
              <a:extLst>
                <a:ext uri="{FF2B5EF4-FFF2-40B4-BE49-F238E27FC236}">
                  <a16:creationId xmlns:a16="http://schemas.microsoft.com/office/drawing/2014/main" id="{13CC70BA-224C-7CCD-42AA-0FB71BDFF7E6}"/>
                </a:ext>
              </a:extLst>
            </p:cNvPr>
            <p:cNvSpPr/>
            <p:nvPr/>
          </p:nvSpPr>
          <p:spPr>
            <a:xfrm>
              <a:off x="812163" y="1806340"/>
              <a:ext cx="15955" cy="30179"/>
            </a:xfrm>
            <a:custGeom>
              <a:avLst/>
              <a:gdLst>
                <a:gd name="csX0" fmla="*/ 12859 w 15955"/>
                <a:gd name="csY0" fmla="*/ 27128 h 30179"/>
                <a:gd name="csX1" fmla="*/ 45 w 15955"/>
                <a:gd name="csY1" fmla="*/ 70 h 30179"/>
                <a:gd name="csX2" fmla="*/ 15145 w 15955"/>
                <a:gd name="csY2" fmla="*/ 24519 h 30179"/>
                <a:gd name="csX3" fmla="*/ 12859 w 15955"/>
                <a:gd name="csY3" fmla="*/ 27128 h 30179"/>
              </a:gdLst>
              <a:ahLst/>
              <a:cxnLst>
                <a:cxn ang="0">
                  <a:pos x="csX0" y="csY0"/>
                </a:cxn>
                <a:cxn ang="0">
                  <a:pos x="csX1" y="csY1"/>
                </a:cxn>
                <a:cxn ang="0">
                  <a:pos x="csX2" y="csY2"/>
                </a:cxn>
                <a:cxn ang="0">
                  <a:pos x="csX3" y="csY3"/>
                </a:cxn>
              </a:cxnLst>
              <a:rect l="l" t="t" r="r" b="b"/>
              <a:pathLst>
                <a:path w="15955" h="30179">
                  <a:moveTo>
                    <a:pt x="12859" y="27128"/>
                  </a:moveTo>
                  <a:cubicBezTo>
                    <a:pt x="8119" y="19457"/>
                    <a:pt x="-707" y="822"/>
                    <a:pt x="45" y="70"/>
                  </a:cubicBezTo>
                  <a:cubicBezTo>
                    <a:pt x="1430" y="-1315"/>
                    <a:pt x="13563" y="18330"/>
                    <a:pt x="15145" y="24519"/>
                  </a:cubicBezTo>
                  <a:cubicBezTo>
                    <a:pt x="16793" y="30962"/>
                    <a:pt x="15876" y="32008"/>
                    <a:pt x="12859" y="27128"/>
                  </a:cubicBezTo>
                  <a:close/>
                </a:path>
              </a:pathLst>
            </a:custGeom>
            <a:solidFill>
              <a:srgbClr val="B9B9B9"/>
            </a:solidFill>
            <a:ln w="5163" cap="flat">
              <a:noFill/>
              <a:prstDash val="solid"/>
              <a:miter/>
            </a:ln>
          </p:spPr>
          <p:txBody>
            <a:bodyPr/>
            <a:lstStyle/>
            <a:p>
              <a:endParaRPr lang="es-419" noProof="0" dirty="0"/>
            </a:p>
          </p:txBody>
        </p:sp>
      </p:grpSp>
      <p:sp>
        <p:nvSpPr>
          <p:cNvPr id="60" name="Forma libre: forma 59">
            <a:extLst>
              <a:ext uri="{FF2B5EF4-FFF2-40B4-BE49-F238E27FC236}">
                <a16:creationId xmlns:a16="http://schemas.microsoft.com/office/drawing/2014/main" id="{BB8B02C1-91F9-59BF-219C-6B820B9D6A89}"/>
              </a:ext>
            </a:extLst>
          </p:cNvPr>
          <p:cNvSpPr/>
          <p:nvPr/>
        </p:nvSpPr>
        <p:spPr>
          <a:xfrm>
            <a:off x="781520" y="1178397"/>
            <a:ext cx="460893" cy="570101"/>
          </a:xfrm>
          <a:custGeom>
            <a:avLst/>
            <a:gdLst>
              <a:gd name="csX0" fmla="*/ 151660 w 460893"/>
              <a:gd name="csY0" fmla="*/ 568610 h 570101"/>
              <a:gd name="csX1" fmla="*/ 140689 w 460893"/>
              <a:gd name="csY1" fmla="*/ 563178 h 570101"/>
              <a:gd name="csX2" fmla="*/ 131877 w 460893"/>
              <a:gd name="csY2" fmla="*/ 549661 h 570101"/>
              <a:gd name="csX3" fmla="*/ 122196 w 460893"/>
              <a:gd name="csY3" fmla="*/ 532968 h 570101"/>
              <a:gd name="csX4" fmla="*/ 107130 w 460893"/>
              <a:gd name="csY4" fmla="*/ 523131 h 570101"/>
              <a:gd name="csX5" fmla="*/ 89869 w 460893"/>
              <a:gd name="csY5" fmla="*/ 518421 h 570101"/>
              <a:gd name="csX6" fmla="*/ 85076 w 460893"/>
              <a:gd name="csY6" fmla="*/ 501266 h 570101"/>
              <a:gd name="csX7" fmla="*/ 77677 w 460893"/>
              <a:gd name="csY7" fmla="*/ 465952 h 570101"/>
              <a:gd name="csX8" fmla="*/ 72006 w 460893"/>
              <a:gd name="csY8" fmla="*/ 445300 h 570101"/>
              <a:gd name="csX9" fmla="*/ 58957 w 460893"/>
              <a:gd name="csY9" fmla="*/ 446095 h 570101"/>
              <a:gd name="csX10" fmla="*/ 35144 w 460893"/>
              <a:gd name="csY10" fmla="*/ 436548 h 570101"/>
              <a:gd name="csX11" fmla="*/ 24381 w 460893"/>
              <a:gd name="csY11" fmla="*/ 426207 h 570101"/>
              <a:gd name="csX12" fmla="*/ 26114 w 460893"/>
              <a:gd name="csY12" fmla="*/ 405421 h 570101"/>
              <a:gd name="csX13" fmla="*/ 25165 w 460893"/>
              <a:gd name="csY13" fmla="*/ 384636 h 570101"/>
              <a:gd name="csX14" fmla="*/ 17520 w 460893"/>
              <a:gd name="csY14" fmla="*/ 374956 h 570101"/>
              <a:gd name="csX15" fmla="*/ 6475 w 460893"/>
              <a:gd name="csY15" fmla="*/ 353942 h 570101"/>
              <a:gd name="csX16" fmla="*/ 196 w 460893"/>
              <a:gd name="csY16" fmla="*/ 332000 h 570101"/>
              <a:gd name="csX17" fmla="*/ 0 w 460893"/>
              <a:gd name="csY17" fmla="*/ 321391 h 570101"/>
              <a:gd name="csX18" fmla="*/ 20006 w 460893"/>
              <a:gd name="csY18" fmla="*/ 322209 h 570101"/>
              <a:gd name="csX19" fmla="*/ 37306 w 460893"/>
              <a:gd name="csY19" fmla="*/ 304003 h 570101"/>
              <a:gd name="csX20" fmla="*/ 36933 w 460893"/>
              <a:gd name="csY20" fmla="*/ 289805 h 570101"/>
              <a:gd name="csX21" fmla="*/ 37690 w 460893"/>
              <a:gd name="csY21" fmla="*/ 253719 h 570101"/>
              <a:gd name="csX22" fmla="*/ 41303 w 460893"/>
              <a:gd name="csY22" fmla="*/ 221451 h 570101"/>
              <a:gd name="csX23" fmla="*/ 48412 w 460893"/>
              <a:gd name="csY23" fmla="*/ 202644 h 570101"/>
              <a:gd name="csX24" fmla="*/ 48257 w 460893"/>
              <a:gd name="csY24" fmla="*/ 124622 h 570101"/>
              <a:gd name="csX25" fmla="*/ 40464 w 460893"/>
              <a:gd name="csY25" fmla="*/ 83859 h 570101"/>
              <a:gd name="csX26" fmla="*/ 52830 w 460893"/>
              <a:gd name="csY26" fmla="*/ 45160 h 570101"/>
              <a:gd name="csX27" fmla="*/ 63246 w 460893"/>
              <a:gd name="csY27" fmla="*/ 46920 h 570101"/>
              <a:gd name="csX28" fmla="*/ 63246 w 460893"/>
              <a:gd name="csY28" fmla="*/ 23460 h 570101"/>
              <a:gd name="csX29" fmla="*/ 66672 w 460893"/>
              <a:gd name="csY29" fmla="*/ 0 h 570101"/>
              <a:gd name="csX30" fmla="*/ 126691 w 460893"/>
              <a:gd name="csY30" fmla="*/ 3798 h 570101"/>
              <a:gd name="csX31" fmla="*/ 203405 w 460893"/>
              <a:gd name="csY31" fmla="*/ 8311 h 570101"/>
              <a:gd name="csX32" fmla="*/ 223527 w 460893"/>
              <a:gd name="csY32" fmla="*/ 9026 h 570101"/>
              <a:gd name="csX33" fmla="*/ 229665 w 460893"/>
              <a:gd name="csY33" fmla="*/ 21938 h 570101"/>
              <a:gd name="csX34" fmla="*/ 254984 w 460893"/>
              <a:gd name="csY34" fmla="*/ 54210 h 570101"/>
              <a:gd name="csX35" fmla="*/ 267180 w 460893"/>
              <a:gd name="csY35" fmla="*/ 65624 h 570101"/>
              <a:gd name="csX36" fmla="*/ 283960 w 460893"/>
              <a:gd name="csY36" fmla="*/ 83994 h 570101"/>
              <a:gd name="csX37" fmla="*/ 300739 w 460893"/>
              <a:gd name="csY37" fmla="*/ 103278 h 570101"/>
              <a:gd name="csX38" fmla="*/ 307688 w 460893"/>
              <a:gd name="csY38" fmla="*/ 107024 h 570101"/>
              <a:gd name="csX39" fmla="*/ 338320 w 460893"/>
              <a:gd name="csY39" fmla="*/ 140082 h 570101"/>
              <a:gd name="csX40" fmla="*/ 345307 w 460893"/>
              <a:gd name="csY40" fmla="*/ 156757 h 570101"/>
              <a:gd name="csX41" fmla="*/ 350264 w 460893"/>
              <a:gd name="csY41" fmla="*/ 174757 h 570101"/>
              <a:gd name="csX42" fmla="*/ 353728 w 460893"/>
              <a:gd name="csY42" fmla="*/ 192882 h 570101"/>
              <a:gd name="csX43" fmla="*/ 357557 w 460893"/>
              <a:gd name="csY43" fmla="*/ 206186 h 570101"/>
              <a:gd name="csX44" fmla="*/ 373046 w 460893"/>
              <a:gd name="csY44" fmla="*/ 221653 h 570101"/>
              <a:gd name="csX45" fmla="*/ 388508 w 460893"/>
              <a:gd name="csY45" fmla="*/ 235073 h 570101"/>
              <a:gd name="csX46" fmla="*/ 408536 w 460893"/>
              <a:gd name="csY46" fmla="*/ 251563 h 570101"/>
              <a:gd name="csX47" fmla="*/ 419486 w 460893"/>
              <a:gd name="csY47" fmla="*/ 258145 h 570101"/>
              <a:gd name="csX48" fmla="*/ 429612 w 460893"/>
              <a:gd name="csY48" fmla="*/ 264555 h 570101"/>
              <a:gd name="csX49" fmla="*/ 440498 w 460893"/>
              <a:gd name="csY49" fmla="*/ 270196 h 570101"/>
              <a:gd name="csX50" fmla="*/ 458638 w 460893"/>
              <a:gd name="csY50" fmla="*/ 279871 h 570101"/>
              <a:gd name="csX51" fmla="*/ 433706 w 460893"/>
              <a:gd name="csY51" fmla="*/ 328123 h 570101"/>
              <a:gd name="csX52" fmla="*/ 401785 w 460893"/>
              <a:gd name="csY52" fmla="*/ 376892 h 570101"/>
              <a:gd name="csX53" fmla="*/ 408173 w 460893"/>
              <a:gd name="csY53" fmla="*/ 427230 h 570101"/>
              <a:gd name="csX54" fmla="*/ 407224 w 460893"/>
              <a:gd name="csY54" fmla="*/ 481463 h 570101"/>
              <a:gd name="csX55" fmla="*/ 357001 w 460893"/>
              <a:gd name="csY55" fmla="*/ 500599 h 570101"/>
              <a:gd name="csX56" fmla="*/ 339993 w 460893"/>
              <a:gd name="csY56" fmla="*/ 507393 h 570101"/>
              <a:gd name="csX57" fmla="*/ 315871 w 460893"/>
              <a:gd name="csY57" fmla="*/ 500146 h 570101"/>
              <a:gd name="csX58" fmla="*/ 305685 w 460893"/>
              <a:gd name="csY58" fmla="*/ 499249 h 570101"/>
              <a:gd name="csX59" fmla="*/ 291896 w 460893"/>
              <a:gd name="csY59" fmla="*/ 499687 h 570101"/>
              <a:gd name="csX60" fmla="*/ 270870 w 460893"/>
              <a:gd name="csY60" fmla="*/ 491757 h 570101"/>
              <a:gd name="csX61" fmla="*/ 256706 w 460893"/>
              <a:gd name="csY61" fmla="*/ 481408 h 570101"/>
              <a:gd name="csX62" fmla="*/ 242051 w 460893"/>
              <a:gd name="csY62" fmla="*/ 472207 h 570101"/>
              <a:gd name="csX63" fmla="*/ 227525 w 460893"/>
              <a:gd name="csY63" fmla="*/ 468533 h 570101"/>
              <a:gd name="csX64" fmla="*/ 222731 w 460893"/>
              <a:gd name="csY64" fmla="*/ 472486 h 570101"/>
              <a:gd name="csX65" fmla="*/ 210984 w 460893"/>
              <a:gd name="csY65" fmla="*/ 493362 h 570101"/>
              <a:gd name="csX66" fmla="*/ 200162 w 460893"/>
              <a:gd name="csY66" fmla="*/ 504374 h 570101"/>
              <a:gd name="csX67" fmla="*/ 192160 w 460893"/>
              <a:gd name="csY67" fmla="*/ 516880 h 570101"/>
              <a:gd name="csX68" fmla="*/ 189436 w 460893"/>
              <a:gd name="csY68" fmla="*/ 530760 h 570101"/>
              <a:gd name="csX69" fmla="*/ 184534 w 460893"/>
              <a:gd name="csY69" fmla="*/ 547022 h 570101"/>
              <a:gd name="csX70" fmla="*/ 182598 w 460893"/>
              <a:gd name="csY70" fmla="*/ 561518 h 570101"/>
              <a:gd name="csX71" fmla="*/ 164446 w 460893"/>
              <a:gd name="csY71" fmla="*/ 570049 h 570101"/>
              <a:gd name="csX72" fmla="*/ 151660 w 460893"/>
              <a:gd name="csY72" fmla="*/ 568610 h 5701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Lst>
            <a:rect l="l" t="t" r="r" b="b"/>
            <a:pathLst>
              <a:path w="460893" h="570101">
                <a:moveTo>
                  <a:pt x="151660" y="568610"/>
                </a:moveTo>
                <a:cubicBezTo>
                  <a:pt x="143384" y="567865"/>
                  <a:pt x="140689" y="566530"/>
                  <a:pt x="140689" y="563178"/>
                </a:cubicBezTo>
                <a:cubicBezTo>
                  <a:pt x="140689" y="560733"/>
                  <a:pt x="136724" y="554651"/>
                  <a:pt x="131877" y="549661"/>
                </a:cubicBezTo>
                <a:cubicBezTo>
                  <a:pt x="126875" y="544511"/>
                  <a:pt x="122689" y="537293"/>
                  <a:pt x="122196" y="532968"/>
                </a:cubicBezTo>
                <a:cubicBezTo>
                  <a:pt x="121389" y="525881"/>
                  <a:pt x="120335" y="525192"/>
                  <a:pt x="107130" y="523131"/>
                </a:cubicBezTo>
                <a:cubicBezTo>
                  <a:pt x="99321" y="521912"/>
                  <a:pt x="91554" y="519792"/>
                  <a:pt x="89869" y="518421"/>
                </a:cubicBezTo>
                <a:cubicBezTo>
                  <a:pt x="88184" y="517050"/>
                  <a:pt x="86027" y="509330"/>
                  <a:pt x="85076" y="501266"/>
                </a:cubicBezTo>
                <a:cubicBezTo>
                  <a:pt x="84126" y="493202"/>
                  <a:pt x="80796" y="477310"/>
                  <a:pt x="77677" y="465952"/>
                </a:cubicBezTo>
                <a:lnTo>
                  <a:pt x="72006" y="445300"/>
                </a:lnTo>
                <a:lnTo>
                  <a:pt x="58957" y="446095"/>
                </a:lnTo>
                <a:cubicBezTo>
                  <a:pt x="46778" y="446836"/>
                  <a:pt x="45189" y="446199"/>
                  <a:pt x="35144" y="436548"/>
                </a:cubicBezTo>
                <a:lnTo>
                  <a:pt x="24381" y="426207"/>
                </a:lnTo>
                <a:lnTo>
                  <a:pt x="26114" y="405421"/>
                </a:lnTo>
                <a:cubicBezTo>
                  <a:pt x="27263" y="391650"/>
                  <a:pt x="26942" y="384636"/>
                  <a:pt x="25165" y="384636"/>
                </a:cubicBezTo>
                <a:cubicBezTo>
                  <a:pt x="23689" y="384636"/>
                  <a:pt x="20249" y="380280"/>
                  <a:pt x="17520" y="374956"/>
                </a:cubicBezTo>
                <a:cubicBezTo>
                  <a:pt x="14791" y="369631"/>
                  <a:pt x="9821" y="360175"/>
                  <a:pt x="6475" y="353942"/>
                </a:cubicBezTo>
                <a:cubicBezTo>
                  <a:pt x="3106" y="347664"/>
                  <a:pt x="305" y="337877"/>
                  <a:pt x="196" y="332000"/>
                </a:cubicBezTo>
                <a:lnTo>
                  <a:pt x="0" y="321391"/>
                </a:lnTo>
                <a:lnTo>
                  <a:pt x="20006" y="322209"/>
                </a:lnTo>
                <a:cubicBezTo>
                  <a:pt x="42391" y="323125"/>
                  <a:pt x="42565" y="322942"/>
                  <a:pt x="37306" y="304003"/>
                </a:cubicBezTo>
                <a:cubicBezTo>
                  <a:pt x="35685" y="298169"/>
                  <a:pt x="35538" y="292562"/>
                  <a:pt x="36933" y="289805"/>
                </a:cubicBezTo>
                <a:cubicBezTo>
                  <a:pt x="38201" y="287300"/>
                  <a:pt x="38542" y="271061"/>
                  <a:pt x="37690" y="253719"/>
                </a:cubicBezTo>
                <a:cubicBezTo>
                  <a:pt x="36207" y="223555"/>
                  <a:pt x="36364" y="222156"/>
                  <a:pt x="41303" y="221451"/>
                </a:cubicBezTo>
                <a:cubicBezTo>
                  <a:pt x="45680" y="220826"/>
                  <a:pt x="46762" y="217964"/>
                  <a:pt x="48412" y="202644"/>
                </a:cubicBezTo>
                <a:cubicBezTo>
                  <a:pt x="51806" y="171127"/>
                  <a:pt x="51726" y="130863"/>
                  <a:pt x="48257" y="124622"/>
                </a:cubicBezTo>
                <a:cubicBezTo>
                  <a:pt x="46501" y="121464"/>
                  <a:pt x="42994" y="103121"/>
                  <a:pt x="40464" y="83859"/>
                </a:cubicBezTo>
                <a:cubicBezTo>
                  <a:pt x="35209" y="43860"/>
                  <a:pt x="35717" y="42269"/>
                  <a:pt x="52830" y="45160"/>
                </a:cubicBezTo>
                <a:lnTo>
                  <a:pt x="63246" y="46920"/>
                </a:lnTo>
                <a:lnTo>
                  <a:pt x="63246" y="23460"/>
                </a:lnTo>
                <a:cubicBezTo>
                  <a:pt x="63246" y="5683"/>
                  <a:pt x="64076" y="0"/>
                  <a:pt x="66672" y="0"/>
                </a:cubicBezTo>
                <a:cubicBezTo>
                  <a:pt x="68557" y="0"/>
                  <a:pt x="95565" y="1709"/>
                  <a:pt x="126691" y="3798"/>
                </a:cubicBezTo>
                <a:cubicBezTo>
                  <a:pt x="157817" y="5887"/>
                  <a:pt x="192338" y="7917"/>
                  <a:pt x="203405" y="8311"/>
                </a:cubicBezTo>
                <a:lnTo>
                  <a:pt x="223527" y="9026"/>
                </a:lnTo>
                <a:lnTo>
                  <a:pt x="229665" y="21938"/>
                </a:lnTo>
                <a:cubicBezTo>
                  <a:pt x="235583" y="34389"/>
                  <a:pt x="251134" y="54210"/>
                  <a:pt x="254984" y="54210"/>
                </a:cubicBezTo>
                <a:cubicBezTo>
                  <a:pt x="256963" y="54210"/>
                  <a:pt x="267180" y="63772"/>
                  <a:pt x="267180" y="65624"/>
                </a:cubicBezTo>
                <a:cubicBezTo>
                  <a:pt x="267180" y="66222"/>
                  <a:pt x="274731" y="74489"/>
                  <a:pt x="283960" y="83994"/>
                </a:cubicBezTo>
                <a:cubicBezTo>
                  <a:pt x="293188" y="93499"/>
                  <a:pt x="300739" y="102177"/>
                  <a:pt x="300739" y="103278"/>
                </a:cubicBezTo>
                <a:cubicBezTo>
                  <a:pt x="300739" y="104379"/>
                  <a:pt x="303866" y="106065"/>
                  <a:pt x="307688" y="107024"/>
                </a:cubicBezTo>
                <a:cubicBezTo>
                  <a:pt x="316754" y="109299"/>
                  <a:pt x="336159" y="130241"/>
                  <a:pt x="338320" y="140082"/>
                </a:cubicBezTo>
                <a:cubicBezTo>
                  <a:pt x="339250" y="144316"/>
                  <a:pt x="342394" y="151820"/>
                  <a:pt x="345307" y="156757"/>
                </a:cubicBezTo>
                <a:cubicBezTo>
                  <a:pt x="348253" y="161749"/>
                  <a:pt x="350453" y="169738"/>
                  <a:pt x="350264" y="174757"/>
                </a:cubicBezTo>
                <a:cubicBezTo>
                  <a:pt x="350078" y="179720"/>
                  <a:pt x="351636" y="187876"/>
                  <a:pt x="353728" y="192882"/>
                </a:cubicBezTo>
                <a:cubicBezTo>
                  <a:pt x="355820" y="197888"/>
                  <a:pt x="357543" y="203875"/>
                  <a:pt x="357557" y="206186"/>
                </a:cubicBezTo>
                <a:cubicBezTo>
                  <a:pt x="357572" y="208497"/>
                  <a:pt x="364542" y="215457"/>
                  <a:pt x="373046" y="221653"/>
                </a:cubicBezTo>
                <a:cubicBezTo>
                  <a:pt x="381550" y="227849"/>
                  <a:pt x="388508" y="233888"/>
                  <a:pt x="388508" y="235073"/>
                </a:cubicBezTo>
                <a:cubicBezTo>
                  <a:pt x="388508" y="239850"/>
                  <a:pt x="400638" y="249837"/>
                  <a:pt x="408536" y="251563"/>
                </a:cubicBezTo>
                <a:cubicBezTo>
                  <a:pt x="413162" y="252574"/>
                  <a:pt x="418090" y="255536"/>
                  <a:pt x="419486" y="258145"/>
                </a:cubicBezTo>
                <a:cubicBezTo>
                  <a:pt x="420882" y="260754"/>
                  <a:pt x="425439" y="263638"/>
                  <a:pt x="429612" y="264555"/>
                </a:cubicBezTo>
                <a:cubicBezTo>
                  <a:pt x="433785" y="265471"/>
                  <a:pt x="438684" y="268010"/>
                  <a:pt x="440498" y="270196"/>
                </a:cubicBezTo>
                <a:cubicBezTo>
                  <a:pt x="443409" y="273704"/>
                  <a:pt x="453843" y="279268"/>
                  <a:pt x="458638" y="279871"/>
                </a:cubicBezTo>
                <a:cubicBezTo>
                  <a:pt x="464237" y="280575"/>
                  <a:pt x="460647" y="287523"/>
                  <a:pt x="433706" y="328123"/>
                </a:cubicBezTo>
                <a:cubicBezTo>
                  <a:pt x="417320" y="352816"/>
                  <a:pt x="402956" y="374762"/>
                  <a:pt x="401785" y="376892"/>
                </a:cubicBezTo>
                <a:cubicBezTo>
                  <a:pt x="400523" y="379188"/>
                  <a:pt x="403122" y="399673"/>
                  <a:pt x="408173" y="427230"/>
                </a:cubicBezTo>
                <a:cubicBezTo>
                  <a:pt x="419157" y="487163"/>
                  <a:pt x="419215" y="483871"/>
                  <a:pt x="407224" y="481463"/>
                </a:cubicBezTo>
                <a:cubicBezTo>
                  <a:pt x="377101" y="475416"/>
                  <a:pt x="375238" y="476126"/>
                  <a:pt x="357001" y="500599"/>
                </a:cubicBezTo>
                <a:cubicBezTo>
                  <a:pt x="346599" y="514558"/>
                  <a:pt x="343773" y="515687"/>
                  <a:pt x="339993" y="507393"/>
                </a:cubicBezTo>
                <a:cubicBezTo>
                  <a:pt x="336462" y="499643"/>
                  <a:pt x="325739" y="496421"/>
                  <a:pt x="315871" y="500146"/>
                </a:cubicBezTo>
                <a:cubicBezTo>
                  <a:pt x="310307" y="502246"/>
                  <a:pt x="308004" y="502043"/>
                  <a:pt x="305685" y="499249"/>
                </a:cubicBezTo>
                <a:cubicBezTo>
                  <a:pt x="301762" y="494522"/>
                  <a:pt x="296907" y="494676"/>
                  <a:pt x="291896" y="499687"/>
                </a:cubicBezTo>
                <a:cubicBezTo>
                  <a:pt x="286395" y="505188"/>
                  <a:pt x="278982" y="502392"/>
                  <a:pt x="270870" y="491757"/>
                </a:cubicBezTo>
                <a:cubicBezTo>
                  <a:pt x="267159" y="486892"/>
                  <a:pt x="260921" y="482334"/>
                  <a:pt x="256706" y="481408"/>
                </a:cubicBezTo>
                <a:cubicBezTo>
                  <a:pt x="252563" y="480498"/>
                  <a:pt x="245969" y="476358"/>
                  <a:pt x="242051" y="472207"/>
                </a:cubicBezTo>
                <a:cubicBezTo>
                  <a:pt x="234140" y="463825"/>
                  <a:pt x="229757" y="462717"/>
                  <a:pt x="227525" y="468533"/>
                </a:cubicBezTo>
                <a:cubicBezTo>
                  <a:pt x="226708" y="470663"/>
                  <a:pt x="224550" y="472442"/>
                  <a:pt x="222731" y="472486"/>
                </a:cubicBezTo>
                <a:cubicBezTo>
                  <a:pt x="216831" y="472631"/>
                  <a:pt x="209780" y="485162"/>
                  <a:pt x="210984" y="493362"/>
                </a:cubicBezTo>
                <a:cubicBezTo>
                  <a:pt x="212266" y="502098"/>
                  <a:pt x="211304" y="503076"/>
                  <a:pt x="200162" y="504374"/>
                </a:cubicBezTo>
                <a:cubicBezTo>
                  <a:pt x="189734" y="505588"/>
                  <a:pt x="189645" y="505728"/>
                  <a:pt x="192160" y="516880"/>
                </a:cubicBezTo>
                <a:cubicBezTo>
                  <a:pt x="193910" y="524639"/>
                  <a:pt x="193416" y="527159"/>
                  <a:pt x="189436" y="530760"/>
                </a:cubicBezTo>
                <a:cubicBezTo>
                  <a:pt x="186033" y="533840"/>
                  <a:pt x="184562" y="538720"/>
                  <a:pt x="184534" y="547022"/>
                </a:cubicBezTo>
                <a:cubicBezTo>
                  <a:pt x="184512" y="553546"/>
                  <a:pt x="183641" y="560069"/>
                  <a:pt x="182598" y="561518"/>
                </a:cubicBezTo>
                <a:cubicBezTo>
                  <a:pt x="180445" y="564508"/>
                  <a:pt x="167199" y="570734"/>
                  <a:pt x="164446" y="570049"/>
                </a:cubicBezTo>
                <a:cubicBezTo>
                  <a:pt x="163448" y="569801"/>
                  <a:pt x="157694" y="569154"/>
                  <a:pt x="151660" y="568610"/>
                </a:cubicBezTo>
                <a:close/>
              </a:path>
            </a:pathLst>
          </a:custGeom>
          <a:solidFill>
            <a:srgbClr val="B9B9B9"/>
          </a:solidFill>
          <a:ln w="5163" cap="flat">
            <a:noFill/>
            <a:prstDash val="solid"/>
            <a:miter/>
          </a:ln>
        </p:spPr>
        <p:txBody>
          <a:bodyPr/>
          <a:lstStyle/>
          <a:p>
            <a:endParaRPr lang="es-419" noProof="0" dirty="0"/>
          </a:p>
        </p:txBody>
      </p:sp>
      <p:sp>
        <p:nvSpPr>
          <p:cNvPr id="61" name="Forma libre: forma 60">
            <a:extLst>
              <a:ext uri="{FF2B5EF4-FFF2-40B4-BE49-F238E27FC236}">
                <a16:creationId xmlns:a16="http://schemas.microsoft.com/office/drawing/2014/main" id="{9A409ABA-65BF-B7D6-0279-DEAC19B279A9}"/>
              </a:ext>
            </a:extLst>
          </p:cNvPr>
          <p:cNvSpPr/>
          <p:nvPr/>
        </p:nvSpPr>
        <p:spPr>
          <a:xfrm>
            <a:off x="2038384" y="2469122"/>
            <a:ext cx="332998" cy="314936"/>
          </a:xfrm>
          <a:custGeom>
            <a:avLst/>
            <a:gdLst>
              <a:gd name="csX0" fmla="*/ 150508 w 332998"/>
              <a:gd name="csY0" fmla="*/ 295153 h 314936"/>
              <a:gd name="csX1" fmla="*/ 122921 w 332998"/>
              <a:gd name="csY1" fmla="*/ 269012 h 314936"/>
              <a:gd name="csX2" fmla="*/ 122279 w 332998"/>
              <a:gd name="csY2" fmla="*/ 264031 h 314936"/>
              <a:gd name="csX3" fmla="*/ 126546 w 332998"/>
              <a:gd name="csY3" fmla="*/ 262908 h 314936"/>
              <a:gd name="csX4" fmla="*/ 106954 w 332998"/>
              <a:gd name="csY4" fmla="*/ 254224 h 314936"/>
              <a:gd name="csX5" fmla="*/ 78561 w 332998"/>
              <a:gd name="csY5" fmla="*/ 232541 h 314936"/>
              <a:gd name="csX6" fmla="*/ 60903 w 332998"/>
              <a:gd name="csY6" fmla="*/ 216842 h 314936"/>
              <a:gd name="csX7" fmla="*/ 60455 w 332998"/>
              <a:gd name="csY7" fmla="*/ 213585 h 314936"/>
              <a:gd name="csX8" fmla="*/ 56711 w 332998"/>
              <a:gd name="csY8" fmla="*/ 207285 h 314936"/>
              <a:gd name="csX9" fmla="*/ 53349 w 332998"/>
              <a:gd name="csY9" fmla="*/ 207961 h 314936"/>
              <a:gd name="csX10" fmla="*/ 34703 w 332998"/>
              <a:gd name="csY10" fmla="*/ 200142 h 314936"/>
              <a:gd name="csX11" fmla="*/ 16028 w 332998"/>
              <a:gd name="csY11" fmla="*/ 187234 h 314936"/>
              <a:gd name="csX12" fmla="*/ 16436 w 332998"/>
              <a:gd name="csY12" fmla="*/ 184359 h 314936"/>
              <a:gd name="csX13" fmla="*/ 14549 w 332998"/>
              <a:gd name="csY13" fmla="*/ 178120 h 314936"/>
              <a:gd name="csX14" fmla="*/ 7908 w 332998"/>
              <a:gd name="csY14" fmla="*/ 171021 h 314936"/>
              <a:gd name="csX15" fmla="*/ 2407 w 332998"/>
              <a:gd name="csY15" fmla="*/ 154470 h 314936"/>
              <a:gd name="csX16" fmla="*/ 6812 w 332998"/>
              <a:gd name="csY16" fmla="*/ 119621 h 314936"/>
              <a:gd name="csX17" fmla="*/ 17071 w 332998"/>
              <a:gd name="csY17" fmla="*/ 91641 h 314936"/>
              <a:gd name="csX18" fmla="*/ 20635 w 332998"/>
              <a:gd name="csY18" fmla="*/ 82008 h 314936"/>
              <a:gd name="csX19" fmla="*/ 29523 w 332998"/>
              <a:gd name="csY19" fmla="*/ 71230 h 314936"/>
              <a:gd name="csX20" fmla="*/ 42896 w 332998"/>
              <a:gd name="csY20" fmla="*/ 48085 h 314936"/>
              <a:gd name="csX21" fmla="*/ 49532 w 332998"/>
              <a:gd name="csY21" fmla="*/ 35969 h 314936"/>
              <a:gd name="csX22" fmla="*/ 54906 w 332998"/>
              <a:gd name="csY22" fmla="*/ 23257 h 314936"/>
              <a:gd name="csX23" fmla="*/ 66531 w 332998"/>
              <a:gd name="csY23" fmla="*/ 0 h 314936"/>
              <a:gd name="csX24" fmla="*/ 82468 w 332998"/>
              <a:gd name="csY24" fmla="*/ 19425 h 314936"/>
              <a:gd name="csX25" fmla="*/ 95351 w 332998"/>
              <a:gd name="csY25" fmla="*/ 43885 h 314936"/>
              <a:gd name="csX26" fmla="*/ 106141 w 332998"/>
              <a:gd name="csY26" fmla="*/ 49048 h 314936"/>
              <a:gd name="csX27" fmla="*/ 113640 w 332998"/>
              <a:gd name="csY27" fmla="*/ 54166 h 314936"/>
              <a:gd name="csX28" fmla="*/ 132249 w 332998"/>
              <a:gd name="csY28" fmla="*/ 34653 h 314936"/>
              <a:gd name="csX29" fmla="*/ 156404 w 332998"/>
              <a:gd name="csY29" fmla="*/ 10326 h 314936"/>
              <a:gd name="csX30" fmla="*/ 168334 w 332998"/>
              <a:gd name="csY30" fmla="*/ 6060 h 314936"/>
              <a:gd name="csX31" fmla="*/ 186389 w 332998"/>
              <a:gd name="csY31" fmla="*/ 9933 h 314936"/>
              <a:gd name="csX32" fmla="*/ 200349 w 332998"/>
              <a:gd name="csY32" fmla="*/ 18070 h 314936"/>
              <a:gd name="csX33" fmla="*/ 204999 w 332998"/>
              <a:gd name="csY33" fmla="*/ 30473 h 314936"/>
              <a:gd name="csX34" fmla="*/ 218185 w 332998"/>
              <a:gd name="csY34" fmla="*/ 43802 h 314936"/>
              <a:gd name="csX35" fmla="*/ 227241 w 332998"/>
              <a:gd name="csY35" fmla="*/ 50036 h 314936"/>
              <a:gd name="csX36" fmla="*/ 238424 w 332998"/>
              <a:gd name="csY36" fmla="*/ 60571 h 314936"/>
              <a:gd name="csX37" fmla="*/ 261581 w 332998"/>
              <a:gd name="csY37" fmla="*/ 79599 h 314936"/>
              <a:gd name="csX38" fmla="*/ 276424 w 332998"/>
              <a:gd name="csY38" fmla="*/ 89453 h 314936"/>
              <a:gd name="csX39" fmla="*/ 280389 w 332998"/>
              <a:gd name="csY39" fmla="*/ 90232 h 314936"/>
              <a:gd name="csX40" fmla="*/ 288978 w 332998"/>
              <a:gd name="csY40" fmla="*/ 95366 h 314936"/>
              <a:gd name="csX41" fmla="*/ 309784 w 332998"/>
              <a:gd name="csY41" fmla="*/ 117828 h 314936"/>
              <a:gd name="csX42" fmla="*/ 323208 w 332998"/>
              <a:gd name="csY42" fmla="*/ 127731 h 314936"/>
              <a:gd name="csX43" fmla="*/ 330610 w 332998"/>
              <a:gd name="csY43" fmla="*/ 136947 h 314936"/>
              <a:gd name="csX44" fmla="*/ 327230 w 332998"/>
              <a:gd name="csY44" fmla="*/ 153094 h 314936"/>
              <a:gd name="csX45" fmla="*/ 328146 w 332998"/>
              <a:gd name="csY45" fmla="*/ 164492 h 314936"/>
              <a:gd name="csX46" fmla="*/ 285552 w 332998"/>
              <a:gd name="csY46" fmla="*/ 166189 h 314936"/>
              <a:gd name="csX47" fmla="*/ 228050 w 332998"/>
              <a:gd name="csY47" fmla="*/ 169472 h 314936"/>
              <a:gd name="csX48" fmla="*/ 213142 w 332998"/>
              <a:gd name="csY48" fmla="*/ 171057 h 314936"/>
              <a:gd name="csX49" fmla="*/ 197915 w 332998"/>
              <a:gd name="csY49" fmla="*/ 199758 h 314936"/>
              <a:gd name="csX50" fmla="*/ 180329 w 332998"/>
              <a:gd name="csY50" fmla="*/ 231127 h 314936"/>
              <a:gd name="csX51" fmla="*/ 181055 w 332998"/>
              <a:gd name="csY51" fmla="*/ 253031 h 314936"/>
              <a:gd name="csX52" fmla="*/ 185000 w 332998"/>
              <a:gd name="csY52" fmla="*/ 272477 h 314936"/>
              <a:gd name="csX53" fmla="*/ 182260 w 332998"/>
              <a:gd name="csY53" fmla="*/ 301769 h 314936"/>
              <a:gd name="csX54" fmla="*/ 174070 w 332998"/>
              <a:gd name="csY54" fmla="*/ 314937 h 314936"/>
              <a:gd name="csX55" fmla="*/ 150508 w 332998"/>
              <a:gd name="csY55" fmla="*/ 295153 h 3149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Lst>
            <a:rect l="l" t="t" r="r" b="b"/>
            <a:pathLst>
              <a:path w="332998" h="314936">
                <a:moveTo>
                  <a:pt x="150508" y="295153"/>
                </a:moveTo>
                <a:cubicBezTo>
                  <a:pt x="138884" y="284272"/>
                  <a:pt x="126470" y="272508"/>
                  <a:pt x="122921" y="269012"/>
                </a:cubicBezTo>
                <a:cubicBezTo>
                  <a:pt x="116541" y="262727"/>
                  <a:pt x="116534" y="262670"/>
                  <a:pt x="122279" y="264031"/>
                </a:cubicBezTo>
                <a:cubicBezTo>
                  <a:pt x="125681" y="264837"/>
                  <a:pt x="127450" y="264371"/>
                  <a:pt x="126546" y="262908"/>
                </a:cubicBezTo>
                <a:cubicBezTo>
                  <a:pt x="124960" y="260342"/>
                  <a:pt x="114693" y="255791"/>
                  <a:pt x="106954" y="254224"/>
                </a:cubicBezTo>
                <a:cubicBezTo>
                  <a:pt x="98738" y="252560"/>
                  <a:pt x="93040" y="248209"/>
                  <a:pt x="78561" y="232541"/>
                </a:cubicBezTo>
                <a:cubicBezTo>
                  <a:pt x="70581" y="223906"/>
                  <a:pt x="62635" y="216842"/>
                  <a:pt x="60903" y="216842"/>
                </a:cubicBezTo>
                <a:cubicBezTo>
                  <a:pt x="58660" y="216842"/>
                  <a:pt x="58531" y="215904"/>
                  <a:pt x="60455" y="213585"/>
                </a:cubicBezTo>
                <a:cubicBezTo>
                  <a:pt x="62461" y="211169"/>
                  <a:pt x="61494" y="209543"/>
                  <a:pt x="56711" y="207285"/>
                </a:cubicBezTo>
                <a:cubicBezTo>
                  <a:pt x="51186" y="204678"/>
                  <a:pt x="50705" y="204775"/>
                  <a:pt x="53349" y="207961"/>
                </a:cubicBezTo>
                <a:cubicBezTo>
                  <a:pt x="59572" y="215458"/>
                  <a:pt x="50558" y="211678"/>
                  <a:pt x="34703" y="200142"/>
                </a:cubicBezTo>
                <a:cubicBezTo>
                  <a:pt x="25983" y="193796"/>
                  <a:pt x="17579" y="187988"/>
                  <a:pt x="16028" y="187234"/>
                </a:cubicBezTo>
                <a:cubicBezTo>
                  <a:pt x="14108" y="186301"/>
                  <a:pt x="14238" y="185384"/>
                  <a:pt x="16436" y="184359"/>
                </a:cubicBezTo>
                <a:cubicBezTo>
                  <a:pt x="21429" y="182028"/>
                  <a:pt x="20247" y="178120"/>
                  <a:pt x="14549" y="178120"/>
                </a:cubicBezTo>
                <a:cubicBezTo>
                  <a:pt x="11062" y="178120"/>
                  <a:pt x="8950" y="175862"/>
                  <a:pt x="7908" y="171021"/>
                </a:cubicBezTo>
                <a:cubicBezTo>
                  <a:pt x="7068" y="167117"/>
                  <a:pt x="4593" y="159669"/>
                  <a:pt x="2407" y="154470"/>
                </a:cubicBezTo>
                <a:cubicBezTo>
                  <a:pt x="-1401" y="145413"/>
                  <a:pt x="-1217" y="143959"/>
                  <a:pt x="6812" y="119621"/>
                </a:cubicBezTo>
                <a:cubicBezTo>
                  <a:pt x="11420" y="105652"/>
                  <a:pt x="16036" y="93061"/>
                  <a:pt x="17071" y="91641"/>
                </a:cubicBezTo>
                <a:cubicBezTo>
                  <a:pt x="18105" y="90222"/>
                  <a:pt x="19709" y="85887"/>
                  <a:pt x="20635" y="82008"/>
                </a:cubicBezTo>
                <a:cubicBezTo>
                  <a:pt x="21600" y="77965"/>
                  <a:pt x="25393" y="73366"/>
                  <a:pt x="29523" y="71230"/>
                </a:cubicBezTo>
                <a:cubicBezTo>
                  <a:pt x="37293" y="67213"/>
                  <a:pt x="42896" y="57515"/>
                  <a:pt x="42896" y="48085"/>
                </a:cubicBezTo>
                <a:cubicBezTo>
                  <a:pt x="42896" y="44850"/>
                  <a:pt x="45882" y="39398"/>
                  <a:pt x="49532" y="35969"/>
                </a:cubicBezTo>
                <a:cubicBezTo>
                  <a:pt x="54317" y="31473"/>
                  <a:pt x="55816" y="27929"/>
                  <a:pt x="54906" y="23257"/>
                </a:cubicBezTo>
                <a:cubicBezTo>
                  <a:pt x="53161" y="14292"/>
                  <a:pt x="60305" y="0"/>
                  <a:pt x="66531" y="0"/>
                </a:cubicBezTo>
                <a:cubicBezTo>
                  <a:pt x="74307" y="0"/>
                  <a:pt x="80918" y="8058"/>
                  <a:pt x="82468" y="19425"/>
                </a:cubicBezTo>
                <a:cubicBezTo>
                  <a:pt x="84849" y="36891"/>
                  <a:pt x="88533" y="43885"/>
                  <a:pt x="95351" y="43885"/>
                </a:cubicBezTo>
                <a:cubicBezTo>
                  <a:pt x="98716" y="43885"/>
                  <a:pt x="103572" y="46208"/>
                  <a:pt x="106141" y="49048"/>
                </a:cubicBezTo>
                <a:cubicBezTo>
                  <a:pt x="108711" y="51887"/>
                  <a:pt x="112086" y="54190"/>
                  <a:pt x="113640" y="54166"/>
                </a:cubicBezTo>
                <a:cubicBezTo>
                  <a:pt x="117209" y="54110"/>
                  <a:pt x="125915" y="44980"/>
                  <a:pt x="132249" y="34653"/>
                </a:cubicBezTo>
                <a:cubicBezTo>
                  <a:pt x="141121" y="20185"/>
                  <a:pt x="150911" y="10326"/>
                  <a:pt x="156404" y="10326"/>
                </a:cubicBezTo>
                <a:cubicBezTo>
                  <a:pt x="159385" y="10326"/>
                  <a:pt x="164754" y="8406"/>
                  <a:pt x="168334" y="6060"/>
                </a:cubicBezTo>
                <a:cubicBezTo>
                  <a:pt x="174611" y="1948"/>
                  <a:pt x="175258" y="2087"/>
                  <a:pt x="186389" y="9933"/>
                </a:cubicBezTo>
                <a:cubicBezTo>
                  <a:pt x="192739" y="14408"/>
                  <a:pt x="199021" y="18070"/>
                  <a:pt x="200349" y="18070"/>
                </a:cubicBezTo>
                <a:cubicBezTo>
                  <a:pt x="204669" y="18070"/>
                  <a:pt x="208141" y="27331"/>
                  <a:pt x="204999" y="30473"/>
                </a:cubicBezTo>
                <a:cubicBezTo>
                  <a:pt x="200842" y="34630"/>
                  <a:pt x="205908" y="39750"/>
                  <a:pt x="218185" y="43802"/>
                </a:cubicBezTo>
                <a:cubicBezTo>
                  <a:pt x="223767" y="45645"/>
                  <a:pt x="227842" y="48450"/>
                  <a:pt x="227241" y="50036"/>
                </a:cubicBezTo>
                <a:cubicBezTo>
                  <a:pt x="226639" y="51622"/>
                  <a:pt x="231671" y="56363"/>
                  <a:pt x="238424" y="60571"/>
                </a:cubicBezTo>
                <a:cubicBezTo>
                  <a:pt x="245177" y="64780"/>
                  <a:pt x="255598" y="73342"/>
                  <a:pt x="261581" y="79599"/>
                </a:cubicBezTo>
                <a:cubicBezTo>
                  <a:pt x="268586" y="86925"/>
                  <a:pt x="273870" y="90433"/>
                  <a:pt x="276424" y="89453"/>
                </a:cubicBezTo>
                <a:cubicBezTo>
                  <a:pt x="278605" y="88616"/>
                  <a:pt x="280389" y="88966"/>
                  <a:pt x="280389" y="90232"/>
                </a:cubicBezTo>
                <a:cubicBezTo>
                  <a:pt x="280389" y="91497"/>
                  <a:pt x="284254" y="93807"/>
                  <a:pt x="288978" y="95366"/>
                </a:cubicBezTo>
                <a:cubicBezTo>
                  <a:pt x="297678" y="98238"/>
                  <a:pt x="306636" y="107909"/>
                  <a:pt x="309784" y="117828"/>
                </a:cubicBezTo>
                <a:cubicBezTo>
                  <a:pt x="310845" y="121169"/>
                  <a:pt x="316015" y="124983"/>
                  <a:pt x="323208" y="127731"/>
                </a:cubicBezTo>
                <a:cubicBezTo>
                  <a:pt x="334331" y="131978"/>
                  <a:pt x="334696" y="132432"/>
                  <a:pt x="330610" y="136947"/>
                </a:cubicBezTo>
                <a:cubicBezTo>
                  <a:pt x="327588" y="140286"/>
                  <a:pt x="326585" y="145078"/>
                  <a:pt x="327230" y="153094"/>
                </a:cubicBezTo>
                <a:lnTo>
                  <a:pt x="328146" y="164492"/>
                </a:lnTo>
                <a:lnTo>
                  <a:pt x="285552" y="166189"/>
                </a:lnTo>
                <a:cubicBezTo>
                  <a:pt x="262126" y="167123"/>
                  <a:pt x="236250" y="168600"/>
                  <a:pt x="228050" y="169472"/>
                </a:cubicBezTo>
                <a:lnTo>
                  <a:pt x="213142" y="171057"/>
                </a:lnTo>
                <a:lnTo>
                  <a:pt x="197915" y="199758"/>
                </a:lnTo>
                <a:cubicBezTo>
                  <a:pt x="189539" y="215543"/>
                  <a:pt x="181626" y="229659"/>
                  <a:pt x="180329" y="231127"/>
                </a:cubicBezTo>
                <a:cubicBezTo>
                  <a:pt x="174323" y="237923"/>
                  <a:pt x="174624" y="246989"/>
                  <a:pt x="181055" y="253031"/>
                </a:cubicBezTo>
                <a:cubicBezTo>
                  <a:pt x="187596" y="259176"/>
                  <a:pt x="189401" y="268075"/>
                  <a:pt x="185000" y="272477"/>
                </a:cubicBezTo>
                <a:cubicBezTo>
                  <a:pt x="182808" y="274669"/>
                  <a:pt x="182167" y="281522"/>
                  <a:pt x="182260" y="301769"/>
                </a:cubicBezTo>
                <a:cubicBezTo>
                  <a:pt x="182290" y="308297"/>
                  <a:pt x="178160" y="314937"/>
                  <a:pt x="174070" y="314937"/>
                </a:cubicBezTo>
                <a:cubicBezTo>
                  <a:pt x="172734" y="314937"/>
                  <a:pt x="162131" y="306034"/>
                  <a:pt x="150508" y="295153"/>
                </a:cubicBezTo>
                <a:close/>
              </a:path>
            </a:pathLst>
          </a:custGeom>
          <a:solidFill>
            <a:srgbClr val="B9B9B9"/>
          </a:solidFill>
          <a:ln w="5163" cap="flat">
            <a:noFill/>
            <a:prstDash val="solid"/>
            <a:miter/>
          </a:ln>
        </p:spPr>
        <p:txBody>
          <a:bodyPr/>
          <a:lstStyle/>
          <a:p>
            <a:endParaRPr lang="es-419" noProof="0" dirty="0"/>
          </a:p>
        </p:txBody>
      </p:sp>
      <p:sp>
        <p:nvSpPr>
          <p:cNvPr id="62" name="Forma libre: forma 61">
            <a:extLst>
              <a:ext uri="{FF2B5EF4-FFF2-40B4-BE49-F238E27FC236}">
                <a16:creationId xmlns:a16="http://schemas.microsoft.com/office/drawing/2014/main" id="{D6172E84-FC6B-4544-F1DA-7E8F9D5FD93C}"/>
              </a:ext>
            </a:extLst>
          </p:cNvPr>
          <p:cNvSpPr/>
          <p:nvPr/>
        </p:nvSpPr>
        <p:spPr>
          <a:xfrm>
            <a:off x="1645015" y="2415517"/>
            <a:ext cx="409424" cy="276749"/>
          </a:xfrm>
          <a:custGeom>
            <a:avLst/>
            <a:gdLst>
              <a:gd name="csX0" fmla="*/ 169694 w 409424"/>
              <a:gd name="csY0" fmla="*/ 275279 h 276749"/>
              <a:gd name="csX1" fmla="*/ 152536 w 409424"/>
              <a:gd name="csY1" fmla="*/ 270490 h 276749"/>
              <a:gd name="csX2" fmla="*/ 128939 w 409424"/>
              <a:gd name="csY2" fmla="*/ 261017 h 276749"/>
              <a:gd name="csX3" fmla="*/ 97253 w 409424"/>
              <a:gd name="csY3" fmla="*/ 251980 h 276749"/>
              <a:gd name="csX4" fmla="*/ 66316 w 409424"/>
              <a:gd name="csY4" fmla="*/ 248914 h 276749"/>
              <a:gd name="csX5" fmla="*/ 49536 w 409424"/>
              <a:gd name="csY5" fmla="*/ 241356 h 276749"/>
              <a:gd name="csX6" fmla="*/ 12262 w 409424"/>
              <a:gd name="csY6" fmla="*/ 223990 h 276749"/>
              <a:gd name="csX7" fmla="*/ 0 w 409424"/>
              <a:gd name="csY7" fmla="*/ 222341 h 276749"/>
              <a:gd name="csX8" fmla="*/ 5808 w 409424"/>
              <a:gd name="csY8" fmla="*/ 214784 h 276749"/>
              <a:gd name="csX9" fmla="*/ 14198 w 409424"/>
              <a:gd name="csY9" fmla="*/ 206134 h 276749"/>
              <a:gd name="csX10" fmla="*/ 30441 w 409424"/>
              <a:gd name="csY10" fmla="*/ 191104 h 276749"/>
              <a:gd name="csX11" fmla="*/ 44102 w 409424"/>
              <a:gd name="csY11" fmla="*/ 178805 h 276749"/>
              <a:gd name="csX12" fmla="*/ 41686 w 409424"/>
              <a:gd name="csY12" fmla="*/ 166228 h 276749"/>
              <a:gd name="csX13" fmla="*/ 27640 w 409424"/>
              <a:gd name="csY13" fmla="*/ 142994 h 276749"/>
              <a:gd name="csX14" fmla="*/ 10050 w 409424"/>
              <a:gd name="csY14" fmla="*/ 94836 h 276749"/>
              <a:gd name="csX15" fmla="*/ 25607 w 409424"/>
              <a:gd name="csY15" fmla="*/ 63931 h 276749"/>
              <a:gd name="csX16" fmla="*/ 43054 w 409424"/>
              <a:gd name="csY16" fmla="*/ 67030 h 276749"/>
              <a:gd name="csX17" fmla="*/ 54130 w 409424"/>
              <a:gd name="csY17" fmla="*/ 57326 h 276749"/>
              <a:gd name="csX18" fmla="*/ 54400 w 409424"/>
              <a:gd name="csY18" fmla="*/ 43740 h 276749"/>
              <a:gd name="csX19" fmla="*/ 67118 w 409424"/>
              <a:gd name="csY19" fmla="*/ 40356 h 276749"/>
              <a:gd name="csX20" fmla="*/ 69858 w 409424"/>
              <a:gd name="csY20" fmla="*/ 47250 h 276749"/>
              <a:gd name="csX21" fmla="*/ 74957 w 409424"/>
              <a:gd name="csY21" fmla="*/ 55146 h 276749"/>
              <a:gd name="csX22" fmla="*/ 85078 w 409424"/>
              <a:gd name="csY22" fmla="*/ 56392 h 276749"/>
              <a:gd name="csX23" fmla="*/ 108275 w 409424"/>
              <a:gd name="csY23" fmla="*/ 51828 h 276749"/>
              <a:gd name="csX24" fmla="*/ 135859 w 409424"/>
              <a:gd name="csY24" fmla="*/ 46965 h 276749"/>
              <a:gd name="csX25" fmla="*/ 159928 w 409424"/>
              <a:gd name="csY25" fmla="*/ 4926 h 276749"/>
              <a:gd name="csX26" fmla="*/ 164133 w 409424"/>
              <a:gd name="csY26" fmla="*/ 409 h 276749"/>
              <a:gd name="csX27" fmla="*/ 170486 w 409424"/>
              <a:gd name="csY27" fmla="*/ 1976 h 276749"/>
              <a:gd name="csX28" fmla="*/ 183283 w 409424"/>
              <a:gd name="csY28" fmla="*/ 17951 h 276749"/>
              <a:gd name="csX29" fmla="*/ 185999 w 409424"/>
              <a:gd name="csY29" fmla="*/ 22627 h 276749"/>
              <a:gd name="csX30" fmla="*/ 191478 w 409424"/>
              <a:gd name="csY30" fmla="*/ 30556 h 276749"/>
              <a:gd name="csX31" fmla="*/ 217371 w 409424"/>
              <a:gd name="csY31" fmla="*/ 43279 h 276749"/>
              <a:gd name="csX32" fmla="*/ 231319 w 409424"/>
              <a:gd name="csY32" fmla="*/ 47797 h 276749"/>
              <a:gd name="csX33" fmla="*/ 231065 w 409424"/>
              <a:gd name="csY33" fmla="*/ 71654 h 276749"/>
              <a:gd name="csX34" fmla="*/ 232914 w 409424"/>
              <a:gd name="csY34" fmla="*/ 94162 h 276749"/>
              <a:gd name="csX35" fmla="*/ 264097 w 409424"/>
              <a:gd name="csY35" fmla="*/ 98422 h 276749"/>
              <a:gd name="csX36" fmla="*/ 290859 w 409424"/>
              <a:gd name="csY36" fmla="*/ 85458 h 276749"/>
              <a:gd name="csX37" fmla="*/ 289553 w 409424"/>
              <a:gd name="csY37" fmla="*/ 87164 h 276749"/>
              <a:gd name="csX38" fmla="*/ 313001 w 409424"/>
              <a:gd name="csY38" fmla="*/ 117924 h 276749"/>
              <a:gd name="csX39" fmla="*/ 320100 w 409424"/>
              <a:gd name="csY39" fmla="*/ 125822 h 276749"/>
              <a:gd name="csX40" fmla="*/ 323327 w 409424"/>
              <a:gd name="csY40" fmla="*/ 131062 h 276749"/>
              <a:gd name="csX41" fmla="*/ 409403 w 409424"/>
              <a:gd name="csY41" fmla="*/ 134303 h 276749"/>
              <a:gd name="csX42" fmla="*/ 398626 w 409424"/>
              <a:gd name="csY42" fmla="*/ 166622 h 276749"/>
              <a:gd name="csX43" fmla="*/ 387152 w 409424"/>
              <a:gd name="csY43" fmla="*/ 198243 h 276749"/>
              <a:gd name="csX44" fmla="*/ 392348 w 409424"/>
              <a:gd name="csY44" fmla="*/ 208428 h 276749"/>
              <a:gd name="csX45" fmla="*/ 395238 w 409424"/>
              <a:gd name="csY45" fmla="*/ 226562 h 276749"/>
              <a:gd name="csX46" fmla="*/ 391384 w 409424"/>
              <a:gd name="csY46" fmla="*/ 222526 h 276749"/>
              <a:gd name="csX47" fmla="*/ 386991 w 409424"/>
              <a:gd name="csY47" fmla="*/ 220249 h 276749"/>
              <a:gd name="csX48" fmla="*/ 376751 w 409424"/>
              <a:gd name="csY48" fmla="*/ 216540 h 276749"/>
              <a:gd name="csX49" fmla="*/ 366566 w 409424"/>
              <a:gd name="csY49" fmla="*/ 215027 h 276749"/>
              <a:gd name="csX50" fmla="*/ 371084 w 409424"/>
              <a:gd name="csY50" fmla="*/ 220497 h 276749"/>
              <a:gd name="csX51" fmla="*/ 400125 w 409424"/>
              <a:gd name="csY51" fmla="*/ 234526 h 276749"/>
              <a:gd name="csX52" fmla="*/ 382700 w 409424"/>
              <a:gd name="csY52" fmla="*/ 228973 h 276749"/>
              <a:gd name="csX53" fmla="*/ 356240 w 409424"/>
              <a:gd name="csY53" fmla="*/ 221430 h 276749"/>
              <a:gd name="csX54" fmla="*/ 344640 w 409424"/>
              <a:gd name="csY54" fmla="*/ 215296 h 276749"/>
              <a:gd name="csX55" fmla="*/ 351310 w 409424"/>
              <a:gd name="csY55" fmla="*/ 215089 h 276749"/>
              <a:gd name="csX56" fmla="*/ 353659 w 409424"/>
              <a:gd name="csY56" fmla="*/ 213898 h 276749"/>
              <a:gd name="csX57" fmla="*/ 348281 w 409424"/>
              <a:gd name="csY57" fmla="*/ 208377 h 276749"/>
              <a:gd name="csX58" fmla="*/ 338397 w 409424"/>
              <a:gd name="csY58" fmla="*/ 209577 h 276749"/>
              <a:gd name="csX59" fmla="*/ 330426 w 409424"/>
              <a:gd name="csY59" fmla="*/ 208411 h 276749"/>
              <a:gd name="csX60" fmla="*/ 317751 w 409424"/>
              <a:gd name="csY60" fmla="*/ 206264 h 276749"/>
              <a:gd name="csX61" fmla="*/ 320963 w 409424"/>
              <a:gd name="csY61" fmla="*/ 214760 h 276749"/>
              <a:gd name="csX62" fmla="*/ 323972 w 409424"/>
              <a:gd name="csY62" fmla="*/ 215747 h 276749"/>
              <a:gd name="csX63" fmla="*/ 314937 w 409424"/>
              <a:gd name="csY63" fmla="*/ 219599 h 276749"/>
              <a:gd name="csX64" fmla="*/ 321391 w 409424"/>
              <a:gd name="csY64" fmla="*/ 219864 h 276749"/>
              <a:gd name="csX65" fmla="*/ 330426 w 409424"/>
              <a:gd name="csY65" fmla="*/ 221426 h 276749"/>
              <a:gd name="csX66" fmla="*/ 310754 w 409424"/>
              <a:gd name="csY66" fmla="*/ 223941 h 276749"/>
              <a:gd name="csX67" fmla="*/ 284939 w 409424"/>
              <a:gd name="csY67" fmla="*/ 234304 h 276749"/>
              <a:gd name="csX68" fmla="*/ 270316 w 409424"/>
              <a:gd name="csY68" fmla="*/ 244630 h 276749"/>
              <a:gd name="csX69" fmla="*/ 259397 w 409424"/>
              <a:gd name="csY69" fmla="*/ 248767 h 276749"/>
              <a:gd name="csX70" fmla="*/ 242736 w 409424"/>
              <a:gd name="csY70" fmla="*/ 255227 h 276749"/>
              <a:gd name="csX71" fmla="*/ 220097 w 409424"/>
              <a:gd name="csY71" fmla="*/ 265079 h 276749"/>
              <a:gd name="csX72" fmla="*/ 198772 w 409424"/>
              <a:gd name="csY72" fmla="*/ 274061 h 276749"/>
              <a:gd name="csX73" fmla="*/ 169694 w 409424"/>
              <a:gd name="csY73" fmla="*/ 275279 h 2767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Lst>
            <a:rect l="l" t="t" r="r" b="b"/>
            <a:pathLst>
              <a:path w="409424" h="276749">
                <a:moveTo>
                  <a:pt x="169694" y="275279"/>
                </a:moveTo>
                <a:cubicBezTo>
                  <a:pt x="167412" y="274002"/>
                  <a:pt x="159691" y="271847"/>
                  <a:pt x="152536" y="270490"/>
                </a:cubicBezTo>
                <a:cubicBezTo>
                  <a:pt x="145381" y="269133"/>
                  <a:pt x="134762" y="264870"/>
                  <a:pt x="128939" y="261017"/>
                </a:cubicBezTo>
                <a:cubicBezTo>
                  <a:pt x="120697" y="255563"/>
                  <a:pt x="113680" y="253561"/>
                  <a:pt x="97253" y="251980"/>
                </a:cubicBezTo>
                <a:cubicBezTo>
                  <a:pt x="85648" y="250863"/>
                  <a:pt x="71726" y="249483"/>
                  <a:pt x="66316" y="248914"/>
                </a:cubicBezTo>
                <a:cubicBezTo>
                  <a:pt x="60430" y="248295"/>
                  <a:pt x="53691" y="245260"/>
                  <a:pt x="49536" y="241356"/>
                </a:cubicBezTo>
                <a:cubicBezTo>
                  <a:pt x="36860" y="229445"/>
                  <a:pt x="25174" y="224000"/>
                  <a:pt x="12262" y="223990"/>
                </a:cubicBezTo>
                <a:cubicBezTo>
                  <a:pt x="5518" y="223985"/>
                  <a:pt x="0" y="223243"/>
                  <a:pt x="0" y="222341"/>
                </a:cubicBezTo>
                <a:cubicBezTo>
                  <a:pt x="0" y="221438"/>
                  <a:pt x="2614" y="218038"/>
                  <a:pt x="5808" y="214784"/>
                </a:cubicBezTo>
                <a:cubicBezTo>
                  <a:pt x="9003" y="211529"/>
                  <a:pt x="12778" y="207637"/>
                  <a:pt x="14198" y="206134"/>
                </a:cubicBezTo>
                <a:cubicBezTo>
                  <a:pt x="15618" y="204632"/>
                  <a:pt x="22927" y="197868"/>
                  <a:pt x="30441" y="191104"/>
                </a:cubicBezTo>
                <a:lnTo>
                  <a:pt x="44102" y="178805"/>
                </a:lnTo>
                <a:lnTo>
                  <a:pt x="41686" y="166228"/>
                </a:lnTo>
                <a:cubicBezTo>
                  <a:pt x="39751" y="156152"/>
                  <a:pt x="36957" y="151530"/>
                  <a:pt x="27640" y="142994"/>
                </a:cubicBezTo>
                <a:cubicBezTo>
                  <a:pt x="14024" y="130519"/>
                  <a:pt x="10714" y="121458"/>
                  <a:pt x="10050" y="94836"/>
                </a:cubicBezTo>
                <a:cubicBezTo>
                  <a:pt x="9450" y="70766"/>
                  <a:pt x="12891" y="63931"/>
                  <a:pt x="25607" y="63931"/>
                </a:cubicBezTo>
                <a:cubicBezTo>
                  <a:pt x="30489" y="63931"/>
                  <a:pt x="38340" y="65326"/>
                  <a:pt x="43054" y="67030"/>
                </a:cubicBezTo>
                <a:cubicBezTo>
                  <a:pt x="54638" y="71219"/>
                  <a:pt x="59354" y="67087"/>
                  <a:pt x="54130" y="57326"/>
                </a:cubicBezTo>
                <a:cubicBezTo>
                  <a:pt x="51035" y="51543"/>
                  <a:pt x="51072" y="49668"/>
                  <a:pt x="54400" y="43740"/>
                </a:cubicBezTo>
                <a:cubicBezTo>
                  <a:pt x="59239" y="35118"/>
                  <a:pt x="67118" y="33022"/>
                  <a:pt x="67118" y="40356"/>
                </a:cubicBezTo>
                <a:cubicBezTo>
                  <a:pt x="67118" y="43216"/>
                  <a:pt x="68351" y="46318"/>
                  <a:pt x="69858" y="47250"/>
                </a:cubicBezTo>
                <a:cubicBezTo>
                  <a:pt x="71366" y="48181"/>
                  <a:pt x="73660" y="51735"/>
                  <a:pt x="74957" y="55146"/>
                </a:cubicBezTo>
                <a:cubicBezTo>
                  <a:pt x="77803" y="62631"/>
                  <a:pt x="81496" y="63085"/>
                  <a:pt x="85078" y="56392"/>
                </a:cubicBezTo>
                <a:cubicBezTo>
                  <a:pt x="87383" y="52084"/>
                  <a:pt x="90423" y="51486"/>
                  <a:pt x="108275" y="51828"/>
                </a:cubicBezTo>
                <a:cubicBezTo>
                  <a:pt x="125309" y="52154"/>
                  <a:pt x="130021" y="51323"/>
                  <a:pt x="135859" y="46965"/>
                </a:cubicBezTo>
                <a:cubicBezTo>
                  <a:pt x="144210" y="40730"/>
                  <a:pt x="159754" y="13580"/>
                  <a:pt x="159928" y="4926"/>
                </a:cubicBezTo>
                <a:cubicBezTo>
                  <a:pt x="160018" y="462"/>
                  <a:pt x="161137" y="-741"/>
                  <a:pt x="164133" y="409"/>
                </a:cubicBezTo>
                <a:cubicBezTo>
                  <a:pt x="166379" y="1271"/>
                  <a:pt x="169238" y="1976"/>
                  <a:pt x="170486" y="1976"/>
                </a:cubicBezTo>
                <a:cubicBezTo>
                  <a:pt x="174404" y="1976"/>
                  <a:pt x="183283" y="13060"/>
                  <a:pt x="183283" y="17951"/>
                </a:cubicBezTo>
                <a:cubicBezTo>
                  <a:pt x="183283" y="20523"/>
                  <a:pt x="184505" y="22627"/>
                  <a:pt x="185999" y="22627"/>
                </a:cubicBezTo>
                <a:cubicBezTo>
                  <a:pt x="187493" y="22627"/>
                  <a:pt x="189958" y="26195"/>
                  <a:pt x="191478" y="30556"/>
                </a:cubicBezTo>
                <a:cubicBezTo>
                  <a:pt x="194632" y="39603"/>
                  <a:pt x="202114" y="43279"/>
                  <a:pt x="217371" y="43279"/>
                </a:cubicBezTo>
                <a:cubicBezTo>
                  <a:pt x="224361" y="43279"/>
                  <a:pt x="229040" y="44794"/>
                  <a:pt x="231319" y="47797"/>
                </a:cubicBezTo>
                <a:cubicBezTo>
                  <a:pt x="235951" y="53900"/>
                  <a:pt x="235804" y="67721"/>
                  <a:pt x="231065" y="71654"/>
                </a:cubicBezTo>
                <a:cubicBezTo>
                  <a:pt x="227042" y="74993"/>
                  <a:pt x="227738" y="83470"/>
                  <a:pt x="232914" y="94162"/>
                </a:cubicBezTo>
                <a:cubicBezTo>
                  <a:pt x="236944" y="102487"/>
                  <a:pt x="256280" y="105129"/>
                  <a:pt x="264097" y="98422"/>
                </a:cubicBezTo>
                <a:cubicBezTo>
                  <a:pt x="272137" y="91525"/>
                  <a:pt x="288836" y="83435"/>
                  <a:pt x="290859" y="85458"/>
                </a:cubicBezTo>
                <a:cubicBezTo>
                  <a:pt x="291797" y="86396"/>
                  <a:pt x="291209" y="87164"/>
                  <a:pt x="289553" y="87164"/>
                </a:cubicBezTo>
                <a:cubicBezTo>
                  <a:pt x="278849" y="87164"/>
                  <a:pt x="297992" y="112276"/>
                  <a:pt x="313001" y="117924"/>
                </a:cubicBezTo>
                <a:cubicBezTo>
                  <a:pt x="317528" y="119627"/>
                  <a:pt x="320100" y="122488"/>
                  <a:pt x="320100" y="125822"/>
                </a:cubicBezTo>
                <a:cubicBezTo>
                  <a:pt x="320100" y="128696"/>
                  <a:pt x="321552" y="131055"/>
                  <a:pt x="323327" y="131062"/>
                </a:cubicBezTo>
                <a:cubicBezTo>
                  <a:pt x="338940" y="131129"/>
                  <a:pt x="408862" y="133762"/>
                  <a:pt x="409403" y="134303"/>
                </a:cubicBezTo>
                <a:cubicBezTo>
                  <a:pt x="409786" y="134687"/>
                  <a:pt x="404937" y="149230"/>
                  <a:pt x="398626" y="166622"/>
                </a:cubicBezTo>
                <a:lnTo>
                  <a:pt x="387152" y="198243"/>
                </a:lnTo>
                <a:lnTo>
                  <a:pt x="392348" y="208428"/>
                </a:lnTo>
                <a:cubicBezTo>
                  <a:pt x="397867" y="219247"/>
                  <a:pt x="399033" y="226562"/>
                  <a:pt x="395238" y="226562"/>
                </a:cubicBezTo>
                <a:cubicBezTo>
                  <a:pt x="393970" y="226562"/>
                  <a:pt x="392236" y="224746"/>
                  <a:pt x="391384" y="222526"/>
                </a:cubicBezTo>
                <a:cubicBezTo>
                  <a:pt x="390533" y="220307"/>
                  <a:pt x="388555" y="219282"/>
                  <a:pt x="386991" y="220249"/>
                </a:cubicBezTo>
                <a:cubicBezTo>
                  <a:pt x="385426" y="221216"/>
                  <a:pt x="380818" y="219547"/>
                  <a:pt x="376751" y="216540"/>
                </a:cubicBezTo>
                <a:cubicBezTo>
                  <a:pt x="367939" y="210026"/>
                  <a:pt x="366566" y="209821"/>
                  <a:pt x="366566" y="215027"/>
                </a:cubicBezTo>
                <a:cubicBezTo>
                  <a:pt x="366566" y="217201"/>
                  <a:pt x="368599" y="219663"/>
                  <a:pt x="371084" y="220497"/>
                </a:cubicBezTo>
                <a:cubicBezTo>
                  <a:pt x="382593" y="224364"/>
                  <a:pt x="400125" y="232833"/>
                  <a:pt x="400125" y="234526"/>
                </a:cubicBezTo>
                <a:cubicBezTo>
                  <a:pt x="400125" y="235560"/>
                  <a:pt x="392284" y="233061"/>
                  <a:pt x="382700" y="228973"/>
                </a:cubicBezTo>
                <a:cubicBezTo>
                  <a:pt x="373117" y="224884"/>
                  <a:pt x="361210" y="221490"/>
                  <a:pt x="356240" y="221430"/>
                </a:cubicBezTo>
                <a:cubicBezTo>
                  <a:pt x="344962" y="221293"/>
                  <a:pt x="338255" y="217747"/>
                  <a:pt x="344640" y="215296"/>
                </a:cubicBezTo>
                <a:cubicBezTo>
                  <a:pt x="347017" y="214384"/>
                  <a:pt x="350019" y="214291"/>
                  <a:pt x="351310" y="215089"/>
                </a:cubicBezTo>
                <a:cubicBezTo>
                  <a:pt x="352602" y="215888"/>
                  <a:pt x="353659" y="215352"/>
                  <a:pt x="353659" y="213898"/>
                </a:cubicBezTo>
                <a:cubicBezTo>
                  <a:pt x="353659" y="212444"/>
                  <a:pt x="351239" y="209960"/>
                  <a:pt x="348281" y="208377"/>
                </a:cubicBezTo>
                <a:cubicBezTo>
                  <a:pt x="344050" y="206113"/>
                  <a:pt x="341943" y="206369"/>
                  <a:pt x="338397" y="209577"/>
                </a:cubicBezTo>
                <a:cubicBezTo>
                  <a:pt x="332399" y="215006"/>
                  <a:pt x="330426" y="214717"/>
                  <a:pt x="330426" y="208411"/>
                </a:cubicBezTo>
                <a:cubicBezTo>
                  <a:pt x="330426" y="200483"/>
                  <a:pt x="323396" y="199293"/>
                  <a:pt x="317751" y="206264"/>
                </a:cubicBezTo>
                <a:cubicBezTo>
                  <a:pt x="311888" y="213504"/>
                  <a:pt x="313243" y="217088"/>
                  <a:pt x="320963" y="214760"/>
                </a:cubicBezTo>
                <a:cubicBezTo>
                  <a:pt x="324787" y="213607"/>
                  <a:pt x="325738" y="213919"/>
                  <a:pt x="323972" y="215747"/>
                </a:cubicBezTo>
                <a:cubicBezTo>
                  <a:pt x="322552" y="217218"/>
                  <a:pt x="318487" y="218951"/>
                  <a:pt x="314937" y="219599"/>
                </a:cubicBezTo>
                <a:cubicBezTo>
                  <a:pt x="311388" y="220248"/>
                  <a:pt x="314292" y="220366"/>
                  <a:pt x="321391" y="219864"/>
                </a:cubicBezTo>
                <a:cubicBezTo>
                  <a:pt x="330318" y="219231"/>
                  <a:pt x="333104" y="219713"/>
                  <a:pt x="330426" y="221426"/>
                </a:cubicBezTo>
                <a:cubicBezTo>
                  <a:pt x="328296" y="222787"/>
                  <a:pt x="319444" y="223919"/>
                  <a:pt x="310754" y="223941"/>
                </a:cubicBezTo>
                <a:cubicBezTo>
                  <a:pt x="295733" y="223979"/>
                  <a:pt x="294460" y="224490"/>
                  <a:pt x="284939" y="234304"/>
                </a:cubicBezTo>
                <a:cubicBezTo>
                  <a:pt x="279431" y="239982"/>
                  <a:pt x="272851" y="244629"/>
                  <a:pt x="270316" y="244630"/>
                </a:cubicBezTo>
                <a:cubicBezTo>
                  <a:pt x="267782" y="244631"/>
                  <a:pt x="262868" y="246493"/>
                  <a:pt x="259397" y="248767"/>
                </a:cubicBezTo>
                <a:cubicBezTo>
                  <a:pt x="255927" y="251041"/>
                  <a:pt x="248429" y="253948"/>
                  <a:pt x="242736" y="255227"/>
                </a:cubicBezTo>
                <a:cubicBezTo>
                  <a:pt x="237044" y="256506"/>
                  <a:pt x="226856" y="260940"/>
                  <a:pt x="220097" y="265079"/>
                </a:cubicBezTo>
                <a:cubicBezTo>
                  <a:pt x="213337" y="269219"/>
                  <a:pt x="203741" y="273261"/>
                  <a:pt x="198772" y="274061"/>
                </a:cubicBezTo>
                <a:cubicBezTo>
                  <a:pt x="178742" y="277289"/>
                  <a:pt x="173664" y="277501"/>
                  <a:pt x="169694" y="275279"/>
                </a:cubicBezTo>
                <a:close/>
              </a:path>
            </a:pathLst>
          </a:custGeom>
          <a:solidFill>
            <a:srgbClr val="B9B9B9"/>
          </a:solidFill>
          <a:ln w="5163" cap="flat">
            <a:noFill/>
            <a:prstDash val="solid"/>
            <a:miter/>
          </a:ln>
        </p:spPr>
        <p:txBody>
          <a:bodyPr/>
          <a:lstStyle/>
          <a:p>
            <a:endParaRPr lang="es-419" noProof="0" dirty="0"/>
          </a:p>
        </p:txBody>
      </p:sp>
      <p:sp>
        <p:nvSpPr>
          <p:cNvPr id="63" name="Forma libre: forma 62">
            <a:extLst>
              <a:ext uri="{FF2B5EF4-FFF2-40B4-BE49-F238E27FC236}">
                <a16:creationId xmlns:a16="http://schemas.microsoft.com/office/drawing/2014/main" id="{DACC7C84-1C19-2915-7C38-F3444B79157A}"/>
              </a:ext>
            </a:extLst>
          </p:cNvPr>
          <p:cNvSpPr/>
          <p:nvPr/>
        </p:nvSpPr>
        <p:spPr>
          <a:xfrm>
            <a:off x="1324915" y="2412330"/>
            <a:ext cx="357764" cy="223095"/>
          </a:xfrm>
          <a:custGeom>
            <a:avLst/>
            <a:gdLst>
              <a:gd name="csX0" fmla="*/ 310749 w 357764"/>
              <a:gd name="csY0" fmla="*/ 220821 h 223095"/>
              <a:gd name="csX1" fmla="*/ 306750 w 357764"/>
              <a:gd name="csY1" fmla="*/ 216842 h 223095"/>
              <a:gd name="csX2" fmla="*/ 298107 w 357764"/>
              <a:gd name="csY2" fmla="*/ 209508 h 223095"/>
              <a:gd name="csX3" fmla="*/ 280348 w 357764"/>
              <a:gd name="csY3" fmla="*/ 201999 h 223095"/>
              <a:gd name="csX4" fmla="*/ 262845 w 357764"/>
              <a:gd name="csY4" fmla="*/ 196313 h 223095"/>
              <a:gd name="csX5" fmla="*/ 256032 w 357764"/>
              <a:gd name="csY5" fmla="*/ 193496 h 223095"/>
              <a:gd name="csX6" fmla="*/ 242886 w 357764"/>
              <a:gd name="csY6" fmla="*/ 190679 h 223095"/>
              <a:gd name="csX7" fmla="*/ 229978 w 357764"/>
              <a:gd name="csY7" fmla="*/ 186722 h 223095"/>
              <a:gd name="csX8" fmla="*/ 220854 w 357764"/>
              <a:gd name="csY8" fmla="*/ 186091 h 223095"/>
              <a:gd name="csX9" fmla="*/ 209097 w 357764"/>
              <a:gd name="csY9" fmla="*/ 183130 h 223095"/>
              <a:gd name="csX10" fmla="*/ 214906 w 357764"/>
              <a:gd name="csY10" fmla="*/ 187877 h 223095"/>
              <a:gd name="csX11" fmla="*/ 215222 w 357764"/>
              <a:gd name="csY11" fmla="*/ 190853 h 223095"/>
              <a:gd name="csX12" fmla="*/ 206349 w 357764"/>
              <a:gd name="csY12" fmla="*/ 186954 h 223095"/>
              <a:gd name="csX13" fmla="*/ 189899 w 357764"/>
              <a:gd name="csY13" fmla="*/ 176334 h 223095"/>
              <a:gd name="csX14" fmla="*/ 172154 w 357764"/>
              <a:gd name="csY14" fmla="*/ 165667 h 223095"/>
              <a:gd name="csX15" fmla="*/ 165494 w 357764"/>
              <a:gd name="csY15" fmla="*/ 164758 h 223095"/>
              <a:gd name="csX16" fmla="*/ 154887 w 357764"/>
              <a:gd name="csY16" fmla="*/ 162867 h 223095"/>
              <a:gd name="csX17" fmla="*/ 146116 w 357764"/>
              <a:gd name="csY17" fmla="*/ 160825 h 223095"/>
              <a:gd name="csX18" fmla="*/ 117490 w 357764"/>
              <a:gd name="csY18" fmla="*/ 151278 h 223095"/>
              <a:gd name="csX19" fmla="*/ 95284 w 357764"/>
              <a:gd name="csY19" fmla="*/ 141980 h 223095"/>
              <a:gd name="csX20" fmla="*/ 92932 w 357764"/>
              <a:gd name="csY20" fmla="*/ 138216 h 223095"/>
              <a:gd name="csX21" fmla="*/ 81316 w 357764"/>
              <a:gd name="csY21" fmla="*/ 127645 h 223095"/>
              <a:gd name="csX22" fmla="*/ 69699 w 357764"/>
              <a:gd name="csY22" fmla="*/ 117508 h 223095"/>
              <a:gd name="csX23" fmla="*/ 49682 w 357764"/>
              <a:gd name="csY23" fmla="*/ 104238 h 223095"/>
              <a:gd name="csX24" fmla="*/ 33940 w 357764"/>
              <a:gd name="csY24" fmla="*/ 91155 h 223095"/>
              <a:gd name="csX25" fmla="*/ 3571 w 357764"/>
              <a:gd name="csY25" fmla="*/ 73330 h 223095"/>
              <a:gd name="csX26" fmla="*/ 0 w 357764"/>
              <a:gd name="csY26" fmla="*/ 65812 h 223095"/>
              <a:gd name="csX27" fmla="*/ 7287 w 357764"/>
              <a:gd name="csY27" fmla="*/ 53156 h 223095"/>
              <a:gd name="csX28" fmla="*/ 18044 w 357764"/>
              <a:gd name="csY28" fmla="*/ 33495 h 223095"/>
              <a:gd name="csX29" fmla="*/ 19421 w 357764"/>
              <a:gd name="csY29" fmla="*/ 20586 h 223095"/>
              <a:gd name="csX30" fmla="*/ 43911 w 357764"/>
              <a:gd name="csY30" fmla="*/ 20678 h 223095"/>
              <a:gd name="csX31" fmla="*/ 60045 w 357764"/>
              <a:gd name="csY31" fmla="*/ 24079 h 223095"/>
              <a:gd name="csX32" fmla="*/ 132045 w 357764"/>
              <a:gd name="csY32" fmla="*/ 29780 h 223095"/>
              <a:gd name="csX33" fmla="*/ 140624 w 357764"/>
              <a:gd name="csY33" fmla="*/ 26018 h 223095"/>
              <a:gd name="csX34" fmla="*/ 141619 w 357764"/>
              <a:gd name="csY34" fmla="*/ 13502 h 223095"/>
              <a:gd name="csX35" fmla="*/ 147260 w 357764"/>
              <a:gd name="csY35" fmla="*/ 0 h 223095"/>
              <a:gd name="csX36" fmla="*/ 157468 w 357764"/>
              <a:gd name="csY36" fmla="*/ 24790 h 223095"/>
              <a:gd name="csX37" fmla="*/ 164323 w 357764"/>
              <a:gd name="csY37" fmla="*/ 32600 h 223095"/>
              <a:gd name="csX38" fmla="*/ 177876 w 357764"/>
              <a:gd name="csY38" fmla="*/ 26172 h 223095"/>
              <a:gd name="csX39" fmla="*/ 195232 w 357764"/>
              <a:gd name="csY39" fmla="*/ 18047 h 223095"/>
              <a:gd name="csX40" fmla="*/ 208905 w 357764"/>
              <a:gd name="csY40" fmla="*/ 10791 h 223095"/>
              <a:gd name="csX41" fmla="*/ 219887 w 357764"/>
              <a:gd name="csY41" fmla="*/ 4680 h 223095"/>
              <a:gd name="csX42" fmla="*/ 238661 w 357764"/>
              <a:gd name="csY42" fmla="*/ 20265 h 223095"/>
              <a:gd name="csX43" fmla="*/ 254397 w 357764"/>
              <a:gd name="csY43" fmla="*/ 25712 h 223095"/>
              <a:gd name="csX44" fmla="*/ 258145 w 357764"/>
              <a:gd name="csY44" fmla="*/ 24934 h 223095"/>
              <a:gd name="csX45" fmla="*/ 286337 w 357764"/>
              <a:gd name="csY45" fmla="*/ 54210 h 223095"/>
              <a:gd name="csX46" fmla="*/ 292234 w 357764"/>
              <a:gd name="csY46" fmla="*/ 58728 h 223095"/>
              <a:gd name="csX47" fmla="*/ 311147 w 357764"/>
              <a:gd name="csY47" fmla="*/ 69699 h 223095"/>
              <a:gd name="csX48" fmla="*/ 321808 w 357764"/>
              <a:gd name="csY48" fmla="*/ 76335 h 223095"/>
              <a:gd name="csX49" fmla="*/ 326980 w 357764"/>
              <a:gd name="csY49" fmla="*/ 102795 h 223095"/>
              <a:gd name="csX50" fmla="*/ 329261 w 357764"/>
              <a:gd name="csY50" fmla="*/ 127630 h 223095"/>
              <a:gd name="csX51" fmla="*/ 333007 w 357764"/>
              <a:gd name="csY51" fmla="*/ 137310 h 223095"/>
              <a:gd name="csX52" fmla="*/ 335120 w 357764"/>
              <a:gd name="csY52" fmla="*/ 141980 h 223095"/>
              <a:gd name="csX53" fmla="*/ 346410 w 357764"/>
              <a:gd name="csY53" fmla="*/ 150369 h 223095"/>
              <a:gd name="csX54" fmla="*/ 357125 w 357764"/>
              <a:gd name="csY54" fmla="*/ 170794 h 223095"/>
              <a:gd name="csX55" fmla="*/ 348644 w 357764"/>
              <a:gd name="csY55" fmla="*/ 191877 h 223095"/>
              <a:gd name="csX56" fmla="*/ 333236 w 357764"/>
              <a:gd name="csY56" fmla="*/ 203812 h 223095"/>
              <a:gd name="csX57" fmla="*/ 327844 w 357764"/>
              <a:gd name="csY57" fmla="*/ 209994 h 223095"/>
              <a:gd name="csX58" fmla="*/ 320060 w 357764"/>
              <a:gd name="csY58" fmla="*/ 219045 h 223095"/>
              <a:gd name="csX59" fmla="*/ 310749 w 357764"/>
              <a:gd name="csY59" fmla="*/ 220821 h 2230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Lst>
            <a:rect l="l" t="t" r="r" b="b"/>
            <a:pathLst>
              <a:path w="357764" h="223095">
                <a:moveTo>
                  <a:pt x="310749" y="220821"/>
                </a:moveTo>
                <a:cubicBezTo>
                  <a:pt x="309909" y="218632"/>
                  <a:pt x="308109" y="216842"/>
                  <a:pt x="306750" y="216842"/>
                </a:cubicBezTo>
                <a:cubicBezTo>
                  <a:pt x="305390" y="216842"/>
                  <a:pt x="301501" y="213542"/>
                  <a:pt x="298107" y="209508"/>
                </a:cubicBezTo>
                <a:cubicBezTo>
                  <a:pt x="293077" y="203531"/>
                  <a:pt x="289793" y="202142"/>
                  <a:pt x="280348" y="201999"/>
                </a:cubicBezTo>
                <a:cubicBezTo>
                  <a:pt x="272259" y="201877"/>
                  <a:pt x="266975" y="200160"/>
                  <a:pt x="262845" y="196313"/>
                </a:cubicBezTo>
                <a:cubicBezTo>
                  <a:pt x="259591" y="193282"/>
                  <a:pt x="256525" y="192014"/>
                  <a:pt x="256032" y="193496"/>
                </a:cubicBezTo>
                <a:cubicBezTo>
                  <a:pt x="254564" y="197900"/>
                  <a:pt x="248378" y="196574"/>
                  <a:pt x="242886" y="190679"/>
                </a:cubicBezTo>
                <a:cubicBezTo>
                  <a:pt x="238972" y="186478"/>
                  <a:pt x="235903" y="185537"/>
                  <a:pt x="229978" y="186722"/>
                </a:cubicBezTo>
                <a:cubicBezTo>
                  <a:pt x="225703" y="187577"/>
                  <a:pt x="221597" y="187293"/>
                  <a:pt x="220854" y="186091"/>
                </a:cubicBezTo>
                <a:cubicBezTo>
                  <a:pt x="219048" y="183170"/>
                  <a:pt x="209097" y="180663"/>
                  <a:pt x="209097" y="183130"/>
                </a:cubicBezTo>
                <a:cubicBezTo>
                  <a:pt x="209097" y="184200"/>
                  <a:pt x="211711" y="186336"/>
                  <a:pt x="214906" y="187877"/>
                </a:cubicBezTo>
                <a:cubicBezTo>
                  <a:pt x="220644" y="190644"/>
                  <a:pt x="220647" y="190680"/>
                  <a:pt x="215222" y="190853"/>
                </a:cubicBezTo>
                <a:cubicBezTo>
                  <a:pt x="212201" y="190949"/>
                  <a:pt x="208208" y="189194"/>
                  <a:pt x="206349" y="186954"/>
                </a:cubicBezTo>
                <a:cubicBezTo>
                  <a:pt x="204489" y="184713"/>
                  <a:pt x="197087" y="179934"/>
                  <a:pt x="189899" y="176334"/>
                </a:cubicBezTo>
                <a:cubicBezTo>
                  <a:pt x="182711" y="172733"/>
                  <a:pt x="174726" y="167933"/>
                  <a:pt x="172154" y="165667"/>
                </a:cubicBezTo>
                <a:cubicBezTo>
                  <a:pt x="168546" y="162487"/>
                  <a:pt x="167026" y="162279"/>
                  <a:pt x="165494" y="164758"/>
                </a:cubicBezTo>
                <a:cubicBezTo>
                  <a:pt x="163542" y="167916"/>
                  <a:pt x="154887" y="166373"/>
                  <a:pt x="154887" y="162867"/>
                </a:cubicBezTo>
                <a:cubicBezTo>
                  <a:pt x="154887" y="161880"/>
                  <a:pt x="150940" y="160961"/>
                  <a:pt x="146116" y="160825"/>
                </a:cubicBezTo>
                <a:cubicBezTo>
                  <a:pt x="141292" y="160688"/>
                  <a:pt x="128410" y="156392"/>
                  <a:pt x="117490" y="151278"/>
                </a:cubicBezTo>
                <a:cubicBezTo>
                  <a:pt x="106570" y="146164"/>
                  <a:pt x="96577" y="141980"/>
                  <a:pt x="95284" y="141980"/>
                </a:cubicBezTo>
                <a:cubicBezTo>
                  <a:pt x="93990" y="141980"/>
                  <a:pt x="92932" y="140286"/>
                  <a:pt x="92932" y="138216"/>
                </a:cubicBezTo>
                <a:cubicBezTo>
                  <a:pt x="92932" y="136147"/>
                  <a:pt x="87705" y="131390"/>
                  <a:pt x="81316" y="127645"/>
                </a:cubicBezTo>
                <a:cubicBezTo>
                  <a:pt x="74927" y="123901"/>
                  <a:pt x="69699" y="119339"/>
                  <a:pt x="69699" y="117508"/>
                </a:cubicBezTo>
                <a:cubicBezTo>
                  <a:pt x="69699" y="113290"/>
                  <a:pt x="58936" y="106155"/>
                  <a:pt x="49682" y="104238"/>
                </a:cubicBezTo>
                <a:cubicBezTo>
                  <a:pt x="45282" y="103326"/>
                  <a:pt x="39312" y="98365"/>
                  <a:pt x="33940" y="91155"/>
                </a:cubicBezTo>
                <a:cubicBezTo>
                  <a:pt x="25287" y="79543"/>
                  <a:pt x="10302" y="70747"/>
                  <a:pt x="3571" y="73330"/>
                </a:cubicBezTo>
                <a:cubicBezTo>
                  <a:pt x="957" y="74333"/>
                  <a:pt x="0" y="72319"/>
                  <a:pt x="0" y="65812"/>
                </a:cubicBezTo>
                <a:cubicBezTo>
                  <a:pt x="0" y="58672"/>
                  <a:pt x="1433" y="56184"/>
                  <a:pt x="7287" y="53156"/>
                </a:cubicBezTo>
                <a:cubicBezTo>
                  <a:pt x="19411" y="46887"/>
                  <a:pt x="21790" y="42538"/>
                  <a:pt x="18044" y="33495"/>
                </a:cubicBezTo>
                <a:cubicBezTo>
                  <a:pt x="15244" y="26735"/>
                  <a:pt x="15429" y="24996"/>
                  <a:pt x="19421" y="20586"/>
                </a:cubicBezTo>
                <a:cubicBezTo>
                  <a:pt x="25368" y="14014"/>
                  <a:pt x="37292" y="14059"/>
                  <a:pt x="43911" y="20678"/>
                </a:cubicBezTo>
                <a:cubicBezTo>
                  <a:pt x="48190" y="24957"/>
                  <a:pt x="51021" y="25553"/>
                  <a:pt x="60045" y="24079"/>
                </a:cubicBezTo>
                <a:cubicBezTo>
                  <a:pt x="79921" y="20832"/>
                  <a:pt x="103607" y="22707"/>
                  <a:pt x="132045" y="29780"/>
                </a:cubicBezTo>
                <a:cubicBezTo>
                  <a:pt x="137569" y="31154"/>
                  <a:pt x="139225" y="30428"/>
                  <a:pt x="140624" y="26018"/>
                </a:cubicBezTo>
                <a:cubicBezTo>
                  <a:pt x="141578" y="23013"/>
                  <a:pt x="142026" y="17381"/>
                  <a:pt x="141619" y="13502"/>
                </a:cubicBezTo>
                <a:cubicBezTo>
                  <a:pt x="140830" y="5985"/>
                  <a:pt x="143331" y="0"/>
                  <a:pt x="147260" y="0"/>
                </a:cubicBezTo>
                <a:cubicBezTo>
                  <a:pt x="150433" y="0"/>
                  <a:pt x="157468" y="17085"/>
                  <a:pt x="157468" y="24790"/>
                </a:cubicBezTo>
                <a:cubicBezTo>
                  <a:pt x="157468" y="29227"/>
                  <a:pt x="159328" y="31346"/>
                  <a:pt x="164323" y="32600"/>
                </a:cubicBezTo>
                <a:cubicBezTo>
                  <a:pt x="169965" y="34015"/>
                  <a:pt x="172364" y="32878"/>
                  <a:pt x="177876" y="26172"/>
                </a:cubicBezTo>
                <a:cubicBezTo>
                  <a:pt x="183430" y="19415"/>
                  <a:pt x="186393" y="18028"/>
                  <a:pt x="195232" y="18047"/>
                </a:cubicBezTo>
                <a:cubicBezTo>
                  <a:pt x="204499" y="18067"/>
                  <a:pt x="206283" y="17120"/>
                  <a:pt x="208905" y="10791"/>
                </a:cubicBezTo>
                <a:cubicBezTo>
                  <a:pt x="211484" y="4565"/>
                  <a:pt x="213074" y="3680"/>
                  <a:pt x="219887" y="4680"/>
                </a:cubicBezTo>
                <a:cubicBezTo>
                  <a:pt x="228665" y="5969"/>
                  <a:pt x="236077" y="12121"/>
                  <a:pt x="238661" y="20265"/>
                </a:cubicBezTo>
                <a:cubicBezTo>
                  <a:pt x="240752" y="26852"/>
                  <a:pt x="249411" y="29849"/>
                  <a:pt x="254397" y="25712"/>
                </a:cubicBezTo>
                <a:cubicBezTo>
                  <a:pt x="256458" y="24001"/>
                  <a:pt x="258145" y="23651"/>
                  <a:pt x="258145" y="24934"/>
                </a:cubicBezTo>
                <a:cubicBezTo>
                  <a:pt x="258145" y="28142"/>
                  <a:pt x="283247" y="54210"/>
                  <a:pt x="286337" y="54210"/>
                </a:cubicBezTo>
                <a:cubicBezTo>
                  <a:pt x="287708" y="54210"/>
                  <a:pt x="290362" y="56243"/>
                  <a:pt x="292234" y="58728"/>
                </a:cubicBezTo>
                <a:cubicBezTo>
                  <a:pt x="296425" y="64288"/>
                  <a:pt x="305753" y="69699"/>
                  <a:pt x="311147" y="69699"/>
                </a:cubicBezTo>
                <a:cubicBezTo>
                  <a:pt x="313361" y="69699"/>
                  <a:pt x="318158" y="72685"/>
                  <a:pt x="321808" y="76335"/>
                </a:cubicBezTo>
                <a:cubicBezTo>
                  <a:pt x="328098" y="82626"/>
                  <a:pt x="328367" y="84002"/>
                  <a:pt x="326980" y="102795"/>
                </a:cubicBezTo>
                <a:cubicBezTo>
                  <a:pt x="325865" y="117888"/>
                  <a:pt x="326410" y="123815"/>
                  <a:pt x="329261" y="127630"/>
                </a:cubicBezTo>
                <a:cubicBezTo>
                  <a:pt x="331322" y="130386"/>
                  <a:pt x="333007" y="134742"/>
                  <a:pt x="333007" y="137310"/>
                </a:cubicBezTo>
                <a:cubicBezTo>
                  <a:pt x="333007" y="139879"/>
                  <a:pt x="333958" y="141980"/>
                  <a:pt x="335120" y="141980"/>
                </a:cubicBezTo>
                <a:cubicBezTo>
                  <a:pt x="336282" y="141980"/>
                  <a:pt x="341362" y="145755"/>
                  <a:pt x="346410" y="150369"/>
                </a:cubicBezTo>
                <a:cubicBezTo>
                  <a:pt x="353607" y="156948"/>
                  <a:pt x="355920" y="161358"/>
                  <a:pt x="357125" y="170794"/>
                </a:cubicBezTo>
                <a:cubicBezTo>
                  <a:pt x="358591" y="182285"/>
                  <a:pt x="358209" y="183236"/>
                  <a:pt x="348644" y="191877"/>
                </a:cubicBezTo>
                <a:cubicBezTo>
                  <a:pt x="343134" y="196855"/>
                  <a:pt x="336201" y="202226"/>
                  <a:pt x="333236" y="203812"/>
                </a:cubicBezTo>
                <a:cubicBezTo>
                  <a:pt x="330270" y="205399"/>
                  <a:pt x="327844" y="208181"/>
                  <a:pt x="327844" y="209994"/>
                </a:cubicBezTo>
                <a:cubicBezTo>
                  <a:pt x="327844" y="211806"/>
                  <a:pt x="324341" y="215879"/>
                  <a:pt x="320060" y="219045"/>
                </a:cubicBezTo>
                <a:cubicBezTo>
                  <a:pt x="313416" y="223957"/>
                  <a:pt x="312052" y="224217"/>
                  <a:pt x="310749" y="220821"/>
                </a:cubicBezTo>
                <a:close/>
              </a:path>
            </a:pathLst>
          </a:custGeom>
          <a:solidFill>
            <a:srgbClr val="B9B9B9"/>
          </a:solidFill>
          <a:ln w="5163" cap="flat">
            <a:noFill/>
            <a:prstDash val="solid"/>
            <a:miter/>
          </a:ln>
        </p:spPr>
        <p:txBody>
          <a:bodyPr/>
          <a:lstStyle/>
          <a:p>
            <a:endParaRPr lang="es-419" noProof="0" dirty="0"/>
          </a:p>
        </p:txBody>
      </p:sp>
      <p:sp>
        <p:nvSpPr>
          <p:cNvPr id="64" name="Forma libre: forma 63">
            <a:extLst>
              <a:ext uri="{FF2B5EF4-FFF2-40B4-BE49-F238E27FC236}">
                <a16:creationId xmlns:a16="http://schemas.microsoft.com/office/drawing/2014/main" id="{DE7DFF8D-A699-07DB-9679-EF56CE5D11BD}"/>
              </a:ext>
            </a:extLst>
          </p:cNvPr>
          <p:cNvSpPr/>
          <p:nvPr/>
        </p:nvSpPr>
        <p:spPr>
          <a:xfrm>
            <a:off x="2030531" y="2394260"/>
            <a:ext cx="276109" cy="131653"/>
          </a:xfrm>
          <a:custGeom>
            <a:avLst/>
            <a:gdLst>
              <a:gd name="csX0" fmla="*/ 240916 w 276109"/>
              <a:gd name="csY0" fmla="*/ 129933 h 131653"/>
              <a:gd name="csX1" fmla="*/ 239195 w 276109"/>
              <a:gd name="csY1" fmla="*/ 124013 h 131653"/>
              <a:gd name="csX2" fmla="*/ 228223 w 276109"/>
              <a:gd name="csY2" fmla="*/ 115744 h 131653"/>
              <a:gd name="csX3" fmla="*/ 217897 w 276109"/>
              <a:gd name="csY3" fmla="*/ 106005 h 131653"/>
              <a:gd name="csX4" fmla="*/ 210063 w 276109"/>
              <a:gd name="csY4" fmla="*/ 90246 h 131653"/>
              <a:gd name="csX5" fmla="*/ 197989 w 276109"/>
              <a:gd name="csY5" fmla="*/ 82502 h 131653"/>
              <a:gd name="csX6" fmla="*/ 171181 w 276109"/>
              <a:gd name="csY6" fmla="*/ 78639 h 131653"/>
              <a:gd name="csX7" fmla="*/ 162540 w 276109"/>
              <a:gd name="csY7" fmla="*/ 80766 h 131653"/>
              <a:gd name="csX8" fmla="*/ 140024 w 276109"/>
              <a:gd name="csY8" fmla="*/ 103258 h 131653"/>
              <a:gd name="csX9" fmla="*/ 121107 w 276109"/>
              <a:gd name="csY9" fmla="*/ 123910 h 131653"/>
              <a:gd name="csX10" fmla="*/ 115285 w 276109"/>
              <a:gd name="csY10" fmla="*/ 120037 h 131653"/>
              <a:gd name="csX11" fmla="*/ 106086 w 276109"/>
              <a:gd name="csY11" fmla="*/ 116165 h 131653"/>
              <a:gd name="csX12" fmla="*/ 95488 w 276109"/>
              <a:gd name="csY12" fmla="*/ 97511 h 131653"/>
              <a:gd name="csX13" fmla="*/ 74161 w 276109"/>
              <a:gd name="csY13" fmla="*/ 72281 h 131653"/>
              <a:gd name="csX14" fmla="*/ 62180 w 276109"/>
              <a:gd name="csY14" fmla="*/ 80383 h 131653"/>
              <a:gd name="csX15" fmla="*/ 59403 w 276109"/>
              <a:gd name="csY15" fmla="*/ 95543 h 131653"/>
              <a:gd name="csX16" fmla="*/ 54777 w 276109"/>
              <a:gd name="csY16" fmla="*/ 108274 h 131653"/>
              <a:gd name="csX17" fmla="*/ 46950 w 276109"/>
              <a:gd name="csY17" fmla="*/ 122154 h 131653"/>
              <a:gd name="csX18" fmla="*/ 45160 w 276109"/>
              <a:gd name="csY18" fmla="*/ 130363 h 131653"/>
              <a:gd name="csX19" fmla="*/ 42524 w 276109"/>
              <a:gd name="csY19" fmla="*/ 123910 h 131653"/>
              <a:gd name="csX20" fmla="*/ 27585 w 276109"/>
              <a:gd name="csY20" fmla="*/ 101648 h 131653"/>
              <a:gd name="csX21" fmla="*/ 3541 w 276109"/>
              <a:gd name="csY21" fmla="*/ 71617 h 131653"/>
              <a:gd name="csX22" fmla="*/ 489 w 276109"/>
              <a:gd name="csY22" fmla="*/ 57859 h 131653"/>
              <a:gd name="csX23" fmla="*/ 5896 w 276109"/>
              <a:gd name="csY23" fmla="*/ 47783 h 131653"/>
              <a:gd name="csX24" fmla="*/ 14046 w 276109"/>
              <a:gd name="csY24" fmla="*/ 46070 h 131653"/>
              <a:gd name="csX25" fmla="*/ 24934 w 276109"/>
              <a:gd name="csY25" fmla="*/ 43885 h 131653"/>
              <a:gd name="csX26" fmla="*/ 35503 w 276109"/>
              <a:gd name="csY26" fmla="*/ 38722 h 131653"/>
              <a:gd name="csX27" fmla="*/ 41946 w 276109"/>
              <a:gd name="csY27" fmla="*/ 35764 h 131653"/>
              <a:gd name="csX28" fmla="*/ 25819 w 276109"/>
              <a:gd name="csY28" fmla="*/ 37615 h 131653"/>
              <a:gd name="csX29" fmla="*/ 26045 w 276109"/>
              <a:gd name="csY29" fmla="*/ 35947 h 131653"/>
              <a:gd name="csX30" fmla="*/ 73982 w 276109"/>
              <a:gd name="csY30" fmla="*/ 25857 h 131653"/>
              <a:gd name="csX31" fmla="*/ 76916 w 276109"/>
              <a:gd name="csY31" fmla="*/ 28123 h 131653"/>
              <a:gd name="csX32" fmla="*/ 76893 w 276109"/>
              <a:gd name="csY32" fmla="*/ 31518 h 131653"/>
              <a:gd name="csX33" fmla="*/ 83755 w 276109"/>
              <a:gd name="csY33" fmla="*/ 29317 h 131653"/>
              <a:gd name="csX34" fmla="*/ 96686 w 276109"/>
              <a:gd name="csY34" fmla="*/ 23336 h 131653"/>
              <a:gd name="csX35" fmla="*/ 114106 w 276109"/>
              <a:gd name="csY35" fmla="*/ 13587 h 131653"/>
              <a:gd name="csX36" fmla="*/ 134447 w 276109"/>
              <a:gd name="csY36" fmla="*/ 0 h 131653"/>
              <a:gd name="csX37" fmla="*/ 136418 w 276109"/>
              <a:gd name="csY37" fmla="*/ 8390 h 131653"/>
              <a:gd name="csX38" fmla="*/ 147553 w 276109"/>
              <a:gd name="csY38" fmla="*/ 17557 h 131653"/>
              <a:gd name="csX39" fmla="*/ 164372 w 276109"/>
              <a:gd name="csY39" fmla="*/ 37279 h 131653"/>
              <a:gd name="csX40" fmla="*/ 179001 w 276109"/>
              <a:gd name="csY40" fmla="*/ 58990 h 131653"/>
              <a:gd name="csX41" fmla="*/ 191415 w 276109"/>
              <a:gd name="csY41" fmla="*/ 67081 h 131653"/>
              <a:gd name="csX42" fmla="*/ 215539 w 276109"/>
              <a:gd name="csY42" fmla="*/ 67434 h 131653"/>
              <a:gd name="csX43" fmla="*/ 218120 w 276109"/>
              <a:gd name="csY43" fmla="*/ 59084 h 131653"/>
              <a:gd name="csX44" fmla="*/ 224155 w 276109"/>
              <a:gd name="csY44" fmla="*/ 52122 h 131653"/>
              <a:gd name="csX45" fmla="*/ 241477 w 276109"/>
              <a:gd name="csY45" fmla="*/ 56639 h 131653"/>
              <a:gd name="csX46" fmla="*/ 260758 w 276109"/>
              <a:gd name="csY46" fmla="*/ 61955 h 131653"/>
              <a:gd name="csX47" fmla="*/ 271115 w 276109"/>
              <a:gd name="csY47" fmla="*/ 65853 h 131653"/>
              <a:gd name="csX48" fmla="*/ 274360 w 276109"/>
              <a:gd name="csY48" fmla="*/ 100702 h 131653"/>
              <a:gd name="csX49" fmla="*/ 276110 w 276109"/>
              <a:gd name="csY49" fmla="*/ 131654 h 131653"/>
              <a:gd name="csX50" fmla="*/ 259373 w 276109"/>
              <a:gd name="csY50" fmla="*/ 131654 h 131653"/>
              <a:gd name="csX51" fmla="*/ 240916 w 276109"/>
              <a:gd name="csY51" fmla="*/ 129933 h 1316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Lst>
            <a:rect l="l" t="t" r="r" b="b"/>
            <a:pathLst>
              <a:path w="276109" h="131653">
                <a:moveTo>
                  <a:pt x="240916" y="129933"/>
                </a:moveTo>
                <a:cubicBezTo>
                  <a:pt x="239969" y="128986"/>
                  <a:pt x="239195" y="126322"/>
                  <a:pt x="239195" y="124013"/>
                </a:cubicBezTo>
                <a:cubicBezTo>
                  <a:pt x="239195" y="121432"/>
                  <a:pt x="234966" y="118245"/>
                  <a:pt x="228223" y="115744"/>
                </a:cubicBezTo>
                <a:cubicBezTo>
                  <a:pt x="219440" y="112485"/>
                  <a:pt x="217381" y="110543"/>
                  <a:pt x="217897" y="106005"/>
                </a:cubicBezTo>
                <a:cubicBezTo>
                  <a:pt x="218682" y="99107"/>
                  <a:pt x="214348" y="90389"/>
                  <a:pt x="210063" y="90246"/>
                </a:cubicBezTo>
                <a:cubicBezTo>
                  <a:pt x="208338" y="90188"/>
                  <a:pt x="202905" y="86703"/>
                  <a:pt x="197989" y="82502"/>
                </a:cubicBezTo>
                <a:cubicBezTo>
                  <a:pt x="188345" y="74258"/>
                  <a:pt x="178782" y="72880"/>
                  <a:pt x="171181" y="78639"/>
                </a:cubicBezTo>
                <a:cubicBezTo>
                  <a:pt x="168558" y="80626"/>
                  <a:pt x="164670" y="81583"/>
                  <a:pt x="162540" y="80766"/>
                </a:cubicBezTo>
                <a:cubicBezTo>
                  <a:pt x="158541" y="79232"/>
                  <a:pt x="151258" y="86508"/>
                  <a:pt x="140024" y="103258"/>
                </a:cubicBezTo>
                <a:cubicBezTo>
                  <a:pt x="131601" y="115819"/>
                  <a:pt x="124189" y="123910"/>
                  <a:pt x="121107" y="123910"/>
                </a:cubicBezTo>
                <a:cubicBezTo>
                  <a:pt x="119672" y="123910"/>
                  <a:pt x="117052" y="122167"/>
                  <a:pt x="115285" y="120037"/>
                </a:cubicBezTo>
                <a:cubicBezTo>
                  <a:pt x="113517" y="117908"/>
                  <a:pt x="109378" y="116165"/>
                  <a:pt x="106086" y="116165"/>
                </a:cubicBezTo>
                <a:cubicBezTo>
                  <a:pt x="98470" y="116165"/>
                  <a:pt x="97317" y="114137"/>
                  <a:pt x="95488" y="97511"/>
                </a:cubicBezTo>
                <a:cubicBezTo>
                  <a:pt x="93708" y="81325"/>
                  <a:pt x="86063" y="72281"/>
                  <a:pt x="74161" y="72281"/>
                </a:cubicBezTo>
                <a:cubicBezTo>
                  <a:pt x="68039" y="72281"/>
                  <a:pt x="65473" y="74016"/>
                  <a:pt x="62180" y="80383"/>
                </a:cubicBezTo>
                <a:cubicBezTo>
                  <a:pt x="59748" y="85087"/>
                  <a:pt x="58583" y="91445"/>
                  <a:pt x="59403" y="95543"/>
                </a:cubicBezTo>
                <a:cubicBezTo>
                  <a:pt x="60452" y="100790"/>
                  <a:pt x="59265" y="104058"/>
                  <a:pt x="54777" y="108274"/>
                </a:cubicBezTo>
                <a:cubicBezTo>
                  <a:pt x="51457" y="111393"/>
                  <a:pt x="47935" y="117640"/>
                  <a:pt x="46950" y="122154"/>
                </a:cubicBezTo>
                <a:lnTo>
                  <a:pt x="45160" y="130363"/>
                </a:lnTo>
                <a:lnTo>
                  <a:pt x="42524" y="123910"/>
                </a:lnTo>
                <a:cubicBezTo>
                  <a:pt x="37073" y="110563"/>
                  <a:pt x="32979" y="104462"/>
                  <a:pt x="27585" y="101648"/>
                </a:cubicBezTo>
                <a:cubicBezTo>
                  <a:pt x="17943" y="96616"/>
                  <a:pt x="4895" y="80319"/>
                  <a:pt x="3541" y="71617"/>
                </a:cubicBezTo>
                <a:cubicBezTo>
                  <a:pt x="2825" y="67013"/>
                  <a:pt x="1452" y="60822"/>
                  <a:pt x="489" y="57859"/>
                </a:cubicBezTo>
                <a:cubicBezTo>
                  <a:pt x="-848" y="53746"/>
                  <a:pt x="431" y="51364"/>
                  <a:pt x="5896" y="47783"/>
                </a:cubicBezTo>
                <a:cubicBezTo>
                  <a:pt x="10761" y="44595"/>
                  <a:pt x="13372" y="44047"/>
                  <a:pt x="14046" y="46070"/>
                </a:cubicBezTo>
                <a:cubicBezTo>
                  <a:pt x="15462" y="50316"/>
                  <a:pt x="18138" y="49779"/>
                  <a:pt x="24934" y="43885"/>
                </a:cubicBezTo>
                <a:cubicBezTo>
                  <a:pt x="28208" y="41045"/>
                  <a:pt x="32964" y="38722"/>
                  <a:pt x="35503" y="38722"/>
                </a:cubicBezTo>
                <a:cubicBezTo>
                  <a:pt x="38041" y="38722"/>
                  <a:pt x="40941" y="37391"/>
                  <a:pt x="41946" y="35764"/>
                </a:cubicBezTo>
                <a:cubicBezTo>
                  <a:pt x="43722" y="32890"/>
                  <a:pt x="39180" y="33412"/>
                  <a:pt x="25819" y="37615"/>
                </a:cubicBezTo>
                <a:cubicBezTo>
                  <a:pt x="21516" y="38969"/>
                  <a:pt x="21538" y="38810"/>
                  <a:pt x="26045" y="35947"/>
                </a:cubicBezTo>
                <a:cubicBezTo>
                  <a:pt x="31416" y="32535"/>
                  <a:pt x="63427" y="25797"/>
                  <a:pt x="73982" y="25857"/>
                </a:cubicBezTo>
                <a:cubicBezTo>
                  <a:pt x="78607" y="25883"/>
                  <a:pt x="79439" y="26525"/>
                  <a:pt x="76916" y="28123"/>
                </a:cubicBezTo>
                <a:cubicBezTo>
                  <a:pt x="73965" y="29993"/>
                  <a:pt x="73961" y="30540"/>
                  <a:pt x="76893" y="31518"/>
                </a:cubicBezTo>
                <a:cubicBezTo>
                  <a:pt x="78816" y="32159"/>
                  <a:pt x="81904" y="31168"/>
                  <a:pt x="83755" y="29317"/>
                </a:cubicBezTo>
                <a:cubicBezTo>
                  <a:pt x="85607" y="27466"/>
                  <a:pt x="91425" y="24774"/>
                  <a:pt x="96686" y="23336"/>
                </a:cubicBezTo>
                <a:cubicBezTo>
                  <a:pt x="101946" y="21898"/>
                  <a:pt x="109785" y="17511"/>
                  <a:pt x="114106" y="13587"/>
                </a:cubicBezTo>
                <a:cubicBezTo>
                  <a:pt x="121455" y="6915"/>
                  <a:pt x="131807" y="0"/>
                  <a:pt x="134447" y="0"/>
                </a:cubicBezTo>
                <a:cubicBezTo>
                  <a:pt x="135087" y="0"/>
                  <a:pt x="135973" y="3775"/>
                  <a:pt x="136418" y="8390"/>
                </a:cubicBezTo>
                <a:cubicBezTo>
                  <a:pt x="137168" y="16168"/>
                  <a:pt x="137980" y="16836"/>
                  <a:pt x="147553" y="17557"/>
                </a:cubicBezTo>
                <a:cubicBezTo>
                  <a:pt x="160105" y="18501"/>
                  <a:pt x="164320" y="23444"/>
                  <a:pt x="164372" y="37279"/>
                </a:cubicBezTo>
                <a:cubicBezTo>
                  <a:pt x="164422" y="50382"/>
                  <a:pt x="165667" y="52231"/>
                  <a:pt x="179001" y="58990"/>
                </a:cubicBezTo>
                <a:cubicBezTo>
                  <a:pt x="184939" y="62000"/>
                  <a:pt x="190525" y="65641"/>
                  <a:pt x="191415" y="67081"/>
                </a:cubicBezTo>
                <a:cubicBezTo>
                  <a:pt x="193368" y="70242"/>
                  <a:pt x="210709" y="70495"/>
                  <a:pt x="215539" y="67434"/>
                </a:cubicBezTo>
                <a:cubicBezTo>
                  <a:pt x="217436" y="66231"/>
                  <a:pt x="218597" y="62474"/>
                  <a:pt x="218120" y="59084"/>
                </a:cubicBezTo>
                <a:cubicBezTo>
                  <a:pt x="217412" y="54054"/>
                  <a:pt x="218522" y="52773"/>
                  <a:pt x="224155" y="52122"/>
                </a:cubicBezTo>
                <a:cubicBezTo>
                  <a:pt x="227952" y="51683"/>
                  <a:pt x="235747" y="53716"/>
                  <a:pt x="241477" y="56639"/>
                </a:cubicBezTo>
                <a:cubicBezTo>
                  <a:pt x="247208" y="59563"/>
                  <a:pt x="255884" y="61955"/>
                  <a:pt x="260758" y="61955"/>
                </a:cubicBezTo>
                <a:cubicBezTo>
                  <a:pt x="266280" y="61955"/>
                  <a:pt x="270184" y="63424"/>
                  <a:pt x="271115" y="65853"/>
                </a:cubicBezTo>
                <a:cubicBezTo>
                  <a:pt x="271938" y="67996"/>
                  <a:pt x="273398" y="83679"/>
                  <a:pt x="274360" y="100702"/>
                </a:cubicBezTo>
                <a:lnTo>
                  <a:pt x="276110" y="131654"/>
                </a:lnTo>
                <a:lnTo>
                  <a:pt x="259373" y="131654"/>
                </a:lnTo>
                <a:cubicBezTo>
                  <a:pt x="250168" y="131654"/>
                  <a:pt x="241862" y="130880"/>
                  <a:pt x="240916" y="129933"/>
                </a:cubicBezTo>
                <a:close/>
              </a:path>
            </a:pathLst>
          </a:custGeom>
          <a:solidFill>
            <a:srgbClr val="B9B9B9"/>
          </a:solidFill>
          <a:ln w="5163" cap="flat">
            <a:noFill/>
            <a:prstDash val="solid"/>
            <a:miter/>
          </a:ln>
        </p:spPr>
        <p:txBody>
          <a:bodyPr/>
          <a:lstStyle/>
          <a:p>
            <a:endParaRPr lang="es-419" noProof="0" dirty="0"/>
          </a:p>
        </p:txBody>
      </p:sp>
      <p:sp>
        <p:nvSpPr>
          <p:cNvPr id="65" name="Forma libre: forma 64">
            <a:extLst>
              <a:ext uri="{FF2B5EF4-FFF2-40B4-BE49-F238E27FC236}">
                <a16:creationId xmlns:a16="http://schemas.microsoft.com/office/drawing/2014/main" id="{0C255128-55DE-34CA-14CA-91E7547DDF12}"/>
              </a:ext>
            </a:extLst>
          </p:cNvPr>
          <p:cNvSpPr/>
          <p:nvPr/>
        </p:nvSpPr>
        <p:spPr>
          <a:xfrm>
            <a:off x="1184484" y="2261861"/>
            <a:ext cx="318490" cy="227740"/>
          </a:xfrm>
          <a:custGeom>
            <a:avLst/>
            <a:gdLst>
              <a:gd name="csX0" fmla="*/ 114616 w 318490"/>
              <a:gd name="csY0" fmla="*/ 224041 h 227740"/>
              <a:gd name="csX1" fmla="*/ 98063 w 318490"/>
              <a:gd name="csY1" fmla="*/ 220365 h 227740"/>
              <a:gd name="csX2" fmla="*/ 78702 w 318490"/>
              <a:gd name="csY2" fmla="*/ 212689 h 227740"/>
              <a:gd name="csX3" fmla="*/ 52720 w 318490"/>
              <a:gd name="csY3" fmla="*/ 202264 h 227740"/>
              <a:gd name="csX4" fmla="*/ 16521 w 318490"/>
              <a:gd name="csY4" fmla="*/ 184010 h 227740"/>
              <a:gd name="csX5" fmla="*/ 9212 w 318490"/>
              <a:gd name="csY5" fmla="*/ 173147 h 227740"/>
              <a:gd name="csX6" fmla="*/ 4642 w 318490"/>
              <a:gd name="csY6" fmla="*/ 147730 h 227740"/>
              <a:gd name="csX7" fmla="*/ 11809 w 318490"/>
              <a:gd name="csY7" fmla="*/ 137502 h 227740"/>
              <a:gd name="csX8" fmla="*/ 21183 w 318490"/>
              <a:gd name="csY8" fmla="*/ 134430 h 227740"/>
              <a:gd name="csX9" fmla="*/ 31013 w 318490"/>
              <a:gd name="csY9" fmla="*/ 131925 h 227740"/>
              <a:gd name="csX10" fmla="*/ 40878 w 318490"/>
              <a:gd name="csY10" fmla="*/ 131248 h 227740"/>
              <a:gd name="csX11" fmla="*/ 63873 w 318490"/>
              <a:gd name="csY11" fmla="*/ 121001 h 227740"/>
              <a:gd name="csX12" fmla="*/ 83748 w 318490"/>
              <a:gd name="csY12" fmla="*/ 109166 h 227740"/>
              <a:gd name="csX13" fmla="*/ 103738 w 318490"/>
              <a:gd name="csY13" fmla="*/ 85934 h 227740"/>
              <a:gd name="csX14" fmla="*/ 95901 w 318490"/>
              <a:gd name="csY14" fmla="*/ 79966 h 227740"/>
              <a:gd name="csX15" fmla="*/ 88802 w 318490"/>
              <a:gd name="csY15" fmla="*/ 74674 h 227740"/>
              <a:gd name="csX16" fmla="*/ 86125 w 318490"/>
              <a:gd name="csY16" fmla="*/ 66219 h 227740"/>
              <a:gd name="csX17" fmla="*/ 86125 w 318490"/>
              <a:gd name="csY17" fmla="*/ 56499 h 227740"/>
              <a:gd name="csX18" fmla="*/ 88802 w 318490"/>
              <a:gd name="csY18" fmla="*/ 47540 h 227740"/>
              <a:gd name="csX19" fmla="*/ 60913 w 318490"/>
              <a:gd name="csY19" fmla="*/ 35309 h 227740"/>
              <a:gd name="csX20" fmla="*/ 56419 w 318490"/>
              <a:gd name="csY20" fmla="*/ 24926 h 227740"/>
              <a:gd name="csX21" fmla="*/ 74769 w 318490"/>
              <a:gd name="csY21" fmla="*/ 18056 h 227740"/>
              <a:gd name="csX22" fmla="*/ 99155 w 318490"/>
              <a:gd name="csY22" fmla="*/ 10069 h 227740"/>
              <a:gd name="csX23" fmla="*/ 128747 w 318490"/>
              <a:gd name="csY23" fmla="*/ 1794 h 227740"/>
              <a:gd name="csX24" fmla="*/ 148545 w 318490"/>
              <a:gd name="csY24" fmla="*/ 0 h 227740"/>
              <a:gd name="csX25" fmla="*/ 155959 w 318490"/>
              <a:gd name="csY25" fmla="*/ 8117 h 227740"/>
              <a:gd name="csX26" fmla="*/ 176571 w 318490"/>
              <a:gd name="csY26" fmla="*/ 11071 h 227740"/>
              <a:gd name="csX27" fmla="*/ 199804 w 318490"/>
              <a:gd name="csY27" fmla="*/ 21145 h 227740"/>
              <a:gd name="csX28" fmla="*/ 218086 w 318490"/>
              <a:gd name="csY28" fmla="*/ 31610 h 227740"/>
              <a:gd name="csX29" fmla="*/ 246412 w 318490"/>
              <a:gd name="csY29" fmla="*/ 32163 h 227740"/>
              <a:gd name="csX30" fmla="*/ 266539 w 318490"/>
              <a:gd name="csY30" fmla="*/ 37891 h 227740"/>
              <a:gd name="csX31" fmla="*/ 290777 w 318490"/>
              <a:gd name="csY31" fmla="*/ 32555 h 227740"/>
              <a:gd name="csX32" fmla="*/ 315453 w 318490"/>
              <a:gd name="csY32" fmla="*/ 29658 h 227740"/>
              <a:gd name="csX33" fmla="*/ 315970 w 318490"/>
              <a:gd name="csY33" fmla="*/ 49793 h 227740"/>
              <a:gd name="csX34" fmla="*/ 313388 w 318490"/>
              <a:gd name="csY34" fmla="*/ 54741 h 227740"/>
              <a:gd name="csX35" fmla="*/ 311088 w 318490"/>
              <a:gd name="csY35" fmla="*/ 60549 h 227740"/>
              <a:gd name="csX36" fmla="*/ 306292 w 318490"/>
              <a:gd name="csY36" fmla="*/ 87865 h 227740"/>
              <a:gd name="csX37" fmla="*/ 284623 w 318490"/>
              <a:gd name="csY37" fmla="*/ 147819 h 227740"/>
              <a:gd name="csX38" fmla="*/ 277248 w 318490"/>
              <a:gd name="csY38" fmla="*/ 167736 h 227740"/>
              <a:gd name="csX39" fmla="*/ 272730 w 318490"/>
              <a:gd name="csY39" fmla="*/ 177484 h 227740"/>
              <a:gd name="csX40" fmla="*/ 214235 w 318490"/>
              <a:gd name="csY40" fmla="*/ 170076 h 227740"/>
              <a:gd name="csX41" fmla="*/ 184978 w 318490"/>
              <a:gd name="csY41" fmla="*/ 166604 h 227740"/>
              <a:gd name="csX42" fmla="*/ 157292 w 318490"/>
              <a:gd name="csY42" fmla="*/ 168449 h 227740"/>
              <a:gd name="csX43" fmla="*/ 156212 w 318490"/>
              <a:gd name="csY43" fmla="*/ 189010 h 227740"/>
              <a:gd name="csX44" fmla="*/ 147530 w 318490"/>
              <a:gd name="csY44" fmla="*/ 199123 h 227740"/>
              <a:gd name="csX45" fmla="*/ 137850 w 318490"/>
              <a:gd name="csY45" fmla="*/ 216729 h 227740"/>
              <a:gd name="csX46" fmla="*/ 130751 w 318490"/>
              <a:gd name="csY46" fmla="*/ 227717 h 227740"/>
              <a:gd name="csX47" fmla="*/ 114616 w 318490"/>
              <a:gd name="csY47" fmla="*/ 224041 h 2277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Lst>
            <a:rect l="l" t="t" r="r" b="b"/>
            <a:pathLst>
              <a:path w="318490" h="227740">
                <a:moveTo>
                  <a:pt x="114616" y="224041"/>
                </a:moveTo>
                <a:cubicBezTo>
                  <a:pt x="109647" y="222127"/>
                  <a:pt x="102198" y="220473"/>
                  <a:pt x="98063" y="220365"/>
                </a:cubicBezTo>
                <a:cubicBezTo>
                  <a:pt x="93928" y="220257"/>
                  <a:pt x="85216" y="216803"/>
                  <a:pt x="78702" y="212689"/>
                </a:cubicBezTo>
                <a:cubicBezTo>
                  <a:pt x="72189" y="208575"/>
                  <a:pt x="60497" y="203884"/>
                  <a:pt x="52720" y="202264"/>
                </a:cubicBezTo>
                <a:cubicBezTo>
                  <a:pt x="38260" y="199253"/>
                  <a:pt x="16521" y="188291"/>
                  <a:pt x="16521" y="184010"/>
                </a:cubicBezTo>
                <a:cubicBezTo>
                  <a:pt x="16521" y="182699"/>
                  <a:pt x="13232" y="177811"/>
                  <a:pt x="9212" y="173147"/>
                </a:cubicBezTo>
                <a:cubicBezTo>
                  <a:pt x="-1729" y="160453"/>
                  <a:pt x="-2493" y="156209"/>
                  <a:pt x="4642" y="147730"/>
                </a:cubicBezTo>
                <a:cubicBezTo>
                  <a:pt x="8064" y="143663"/>
                  <a:pt x="11290" y="139060"/>
                  <a:pt x="11809" y="137502"/>
                </a:cubicBezTo>
                <a:cubicBezTo>
                  <a:pt x="12328" y="135944"/>
                  <a:pt x="16546" y="134562"/>
                  <a:pt x="21183" y="134430"/>
                </a:cubicBezTo>
                <a:cubicBezTo>
                  <a:pt x="25819" y="134298"/>
                  <a:pt x="30243" y="133171"/>
                  <a:pt x="31013" y="131925"/>
                </a:cubicBezTo>
                <a:cubicBezTo>
                  <a:pt x="31783" y="130679"/>
                  <a:pt x="36222" y="130374"/>
                  <a:pt x="40878" y="131248"/>
                </a:cubicBezTo>
                <a:cubicBezTo>
                  <a:pt x="48236" y="132628"/>
                  <a:pt x="51244" y="131288"/>
                  <a:pt x="63873" y="121001"/>
                </a:cubicBezTo>
                <a:cubicBezTo>
                  <a:pt x="71865" y="114492"/>
                  <a:pt x="80808" y="109166"/>
                  <a:pt x="83748" y="109166"/>
                </a:cubicBezTo>
                <a:cubicBezTo>
                  <a:pt x="91503" y="109166"/>
                  <a:pt x="104649" y="93888"/>
                  <a:pt x="103738" y="85934"/>
                </a:cubicBezTo>
                <a:cubicBezTo>
                  <a:pt x="103134" y="80649"/>
                  <a:pt x="101713" y="79568"/>
                  <a:pt x="95901" y="79966"/>
                </a:cubicBezTo>
                <a:cubicBezTo>
                  <a:pt x="90126" y="80361"/>
                  <a:pt x="88802" y="79374"/>
                  <a:pt x="88802" y="74674"/>
                </a:cubicBezTo>
                <a:cubicBezTo>
                  <a:pt x="88802" y="71496"/>
                  <a:pt x="87597" y="67691"/>
                  <a:pt x="86125" y="66219"/>
                </a:cubicBezTo>
                <a:cubicBezTo>
                  <a:pt x="84276" y="64370"/>
                  <a:pt x="84276" y="61362"/>
                  <a:pt x="86125" y="56499"/>
                </a:cubicBezTo>
                <a:cubicBezTo>
                  <a:pt x="87597" y="52626"/>
                  <a:pt x="88802" y="48595"/>
                  <a:pt x="88802" y="47540"/>
                </a:cubicBezTo>
                <a:cubicBezTo>
                  <a:pt x="88802" y="45033"/>
                  <a:pt x="71424" y="37411"/>
                  <a:pt x="60913" y="35309"/>
                </a:cubicBezTo>
                <a:cubicBezTo>
                  <a:pt x="51581" y="33443"/>
                  <a:pt x="51150" y="32448"/>
                  <a:pt x="56419" y="24926"/>
                </a:cubicBezTo>
                <a:cubicBezTo>
                  <a:pt x="59183" y="20980"/>
                  <a:pt x="64034" y="19164"/>
                  <a:pt x="74769" y="18056"/>
                </a:cubicBezTo>
                <a:cubicBezTo>
                  <a:pt x="84042" y="17099"/>
                  <a:pt x="92933" y="14187"/>
                  <a:pt x="99155" y="10069"/>
                </a:cubicBezTo>
                <a:cubicBezTo>
                  <a:pt x="106450" y="5242"/>
                  <a:pt x="114000" y="3130"/>
                  <a:pt x="128747" y="1794"/>
                </a:cubicBezTo>
                <a:lnTo>
                  <a:pt x="148545" y="0"/>
                </a:lnTo>
                <a:lnTo>
                  <a:pt x="155959" y="8117"/>
                </a:lnTo>
                <a:cubicBezTo>
                  <a:pt x="164608" y="17586"/>
                  <a:pt x="168428" y="18134"/>
                  <a:pt x="176571" y="11071"/>
                </a:cubicBezTo>
                <a:cubicBezTo>
                  <a:pt x="187391" y="1687"/>
                  <a:pt x="199804" y="7069"/>
                  <a:pt x="199804" y="21145"/>
                </a:cubicBezTo>
                <a:cubicBezTo>
                  <a:pt x="199804" y="30772"/>
                  <a:pt x="209395" y="36261"/>
                  <a:pt x="218086" y="31610"/>
                </a:cubicBezTo>
                <a:cubicBezTo>
                  <a:pt x="228270" y="26160"/>
                  <a:pt x="241869" y="26426"/>
                  <a:pt x="246412" y="32163"/>
                </a:cubicBezTo>
                <a:cubicBezTo>
                  <a:pt x="249505" y="36068"/>
                  <a:pt x="254126" y="37384"/>
                  <a:pt x="266539" y="37891"/>
                </a:cubicBezTo>
                <a:cubicBezTo>
                  <a:pt x="279978" y="38440"/>
                  <a:pt x="284000" y="37555"/>
                  <a:pt x="290777" y="32555"/>
                </a:cubicBezTo>
                <a:cubicBezTo>
                  <a:pt x="299613" y="26036"/>
                  <a:pt x="310548" y="24752"/>
                  <a:pt x="315453" y="29658"/>
                </a:cubicBezTo>
                <a:cubicBezTo>
                  <a:pt x="319191" y="33396"/>
                  <a:pt x="319612" y="49793"/>
                  <a:pt x="315970" y="49793"/>
                </a:cubicBezTo>
                <a:cubicBezTo>
                  <a:pt x="314550" y="49793"/>
                  <a:pt x="313388" y="52020"/>
                  <a:pt x="313388" y="54741"/>
                </a:cubicBezTo>
                <a:cubicBezTo>
                  <a:pt x="313388" y="57462"/>
                  <a:pt x="312353" y="60076"/>
                  <a:pt x="311088" y="60549"/>
                </a:cubicBezTo>
                <a:cubicBezTo>
                  <a:pt x="309822" y="61023"/>
                  <a:pt x="307664" y="73315"/>
                  <a:pt x="306292" y="87865"/>
                </a:cubicBezTo>
                <a:cubicBezTo>
                  <a:pt x="303509" y="117372"/>
                  <a:pt x="292552" y="147689"/>
                  <a:pt x="284623" y="147819"/>
                </a:cubicBezTo>
                <a:cubicBezTo>
                  <a:pt x="279191" y="147908"/>
                  <a:pt x="277248" y="153157"/>
                  <a:pt x="277248" y="167736"/>
                </a:cubicBezTo>
                <a:cubicBezTo>
                  <a:pt x="277248" y="177878"/>
                  <a:pt x="276652" y="179163"/>
                  <a:pt x="272730" y="177484"/>
                </a:cubicBezTo>
                <a:cubicBezTo>
                  <a:pt x="262382" y="173052"/>
                  <a:pt x="240695" y="170306"/>
                  <a:pt x="214235" y="170076"/>
                </a:cubicBezTo>
                <a:cubicBezTo>
                  <a:pt x="194190" y="169901"/>
                  <a:pt x="185756" y="168900"/>
                  <a:pt x="184978" y="166604"/>
                </a:cubicBezTo>
                <a:cubicBezTo>
                  <a:pt x="183149" y="161204"/>
                  <a:pt x="162610" y="162574"/>
                  <a:pt x="157292" y="168449"/>
                </a:cubicBezTo>
                <a:cubicBezTo>
                  <a:pt x="153074" y="173111"/>
                  <a:pt x="152885" y="176707"/>
                  <a:pt x="156212" y="189010"/>
                </a:cubicBezTo>
                <a:cubicBezTo>
                  <a:pt x="156777" y="191099"/>
                  <a:pt x="153007" y="195490"/>
                  <a:pt x="147530" y="199123"/>
                </a:cubicBezTo>
                <a:cubicBezTo>
                  <a:pt x="138821" y="204900"/>
                  <a:pt x="137850" y="206668"/>
                  <a:pt x="137850" y="216729"/>
                </a:cubicBezTo>
                <a:cubicBezTo>
                  <a:pt x="137850" y="227257"/>
                  <a:pt x="137433" y="227902"/>
                  <a:pt x="130751" y="227717"/>
                </a:cubicBezTo>
                <a:cubicBezTo>
                  <a:pt x="126846" y="227609"/>
                  <a:pt x="119586" y="225955"/>
                  <a:pt x="114616" y="224041"/>
                </a:cubicBezTo>
                <a:close/>
              </a:path>
            </a:pathLst>
          </a:custGeom>
          <a:solidFill>
            <a:srgbClr val="B9B9B9"/>
          </a:solidFill>
          <a:ln w="5163" cap="flat">
            <a:noFill/>
            <a:prstDash val="solid"/>
            <a:miter/>
          </a:ln>
        </p:spPr>
        <p:txBody>
          <a:bodyPr/>
          <a:lstStyle/>
          <a:p>
            <a:endParaRPr lang="es-419" noProof="0" dirty="0"/>
          </a:p>
        </p:txBody>
      </p:sp>
      <p:sp>
        <p:nvSpPr>
          <p:cNvPr id="66" name="Forma libre: forma 65">
            <a:extLst>
              <a:ext uri="{FF2B5EF4-FFF2-40B4-BE49-F238E27FC236}">
                <a16:creationId xmlns:a16="http://schemas.microsoft.com/office/drawing/2014/main" id="{41D0B72C-1A47-D88C-5A3F-99DD0B5B765D}"/>
              </a:ext>
            </a:extLst>
          </p:cNvPr>
          <p:cNvSpPr/>
          <p:nvPr/>
        </p:nvSpPr>
        <p:spPr>
          <a:xfrm>
            <a:off x="1557246" y="2384328"/>
            <a:ext cx="70794" cy="61560"/>
          </a:xfrm>
          <a:custGeom>
            <a:avLst/>
            <a:gdLst>
              <a:gd name="csX0" fmla="*/ 30977 w 70794"/>
              <a:gd name="csY0" fmla="*/ 53817 h 61560"/>
              <a:gd name="csX1" fmla="*/ 18070 w 70794"/>
              <a:gd name="csY1" fmla="*/ 49863 h 61560"/>
              <a:gd name="csX2" fmla="*/ 14198 w 70794"/>
              <a:gd name="csY2" fmla="*/ 52169 h 61560"/>
              <a:gd name="csX3" fmla="*/ 10326 w 70794"/>
              <a:gd name="csY3" fmla="*/ 47062 h 61560"/>
              <a:gd name="csX4" fmla="*/ 5163 w 70794"/>
              <a:gd name="csY4" fmla="*/ 39020 h 61560"/>
              <a:gd name="csX5" fmla="*/ 0 w 70794"/>
              <a:gd name="csY5" fmla="*/ 32748 h 61560"/>
              <a:gd name="csX6" fmla="*/ 10326 w 70794"/>
              <a:gd name="csY6" fmla="*/ 18967 h 61560"/>
              <a:gd name="csX7" fmla="*/ 20652 w 70794"/>
              <a:gd name="csY7" fmla="*/ 3034 h 61560"/>
              <a:gd name="csX8" fmla="*/ 30332 w 70794"/>
              <a:gd name="csY8" fmla="*/ 698 h 61560"/>
              <a:gd name="csX9" fmla="*/ 54210 w 70794"/>
              <a:gd name="csY9" fmla="*/ 10137 h 61560"/>
              <a:gd name="csX10" fmla="*/ 63267 w 70794"/>
              <a:gd name="csY10" fmla="*/ 15095 h 61560"/>
              <a:gd name="csX11" fmla="*/ 69100 w 70794"/>
              <a:gd name="csY11" fmla="*/ 20258 h 61560"/>
              <a:gd name="csX12" fmla="*/ 69100 w 70794"/>
              <a:gd name="csY12" fmla="*/ 30584 h 61560"/>
              <a:gd name="csX13" fmla="*/ 69721 w 70794"/>
              <a:gd name="csY13" fmla="*/ 35746 h 61560"/>
              <a:gd name="csX14" fmla="*/ 67118 w 70794"/>
              <a:gd name="csY14" fmla="*/ 44803 h 61560"/>
              <a:gd name="csX15" fmla="*/ 61618 w 70794"/>
              <a:gd name="csY15" fmla="*/ 50612 h 61560"/>
              <a:gd name="csX16" fmla="*/ 54931 w 70794"/>
              <a:gd name="csY16" fmla="*/ 50644 h 61560"/>
              <a:gd name="csX17" fmla="*/ 37735 w 70794"/>
              <a:gd name="csY17" fmla="*/ 61561 h 61560"/>
              <a:gd name="csX18" fmla="*/ 30977 w 70794"/>
              <a:gd name="csY18" fmla="*/ 53817 h 615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70794" h="61560">
                <a:moveTo>
                  <a:pt x="30977" y="53817"/>
                </a:moveTo>
                <a:cubicBezTo>
                  <a:pt x="25158" y="45644"/>
                  <a:pt x="18070" y="43473"/>
                  <a:pt x="18070" y="49863"/>
                </a:cubicBezTo>
                <a:cubicBezTo>
                  <a:pt x="18070" y="52173"/>
                  <a:pt x="16557" y="53074"/>
                  <a:pt x="14198" y="52169"/>
                </a:cubicBezTo>
                <a:cubicBezTo>
                  <a:pt x="12068" y="51351"/>
                  <a:pt x="10326" y="49053"/>
                  <a:pt x="10326" y="47062"/>
                </a:cubicBezTo>
                <a:cubicBezTo>
                  <a:pt x="10326" y="45070"/>
                  <a:pt x="8003" y="41451"/>
                  <a:pt x="5163" y="39020"/>
                </a:cubicBezTo>
                <a:cubicBezTo>
                  <a:pt x="2323" y="36588"/>
                  <a:pt x="0" y="33766"/>
                  <a:pt x="0" y="32748"/>
                </a:cubicBezTo>
                <a:cubicBezTo>
                  <a:pt x="0" y="31730"/>
                  <a:pt x="4647" y="25529"/>
                  <a:pt x="10326" y="18967"/>
                </a:cubicBezTo>
                <a:cubicBezTo>
                  <a:pt x="16005" y="12405"/>
                  <a:pt x="20652" y="5235"/>
                  <a:pt x="20652" y="3034"/>
                </a:cubicBezTo>
                <a:cubicBezTo>
                  <a:pt x="20652" y="-166"/>
                  <a:pt x="22592" y="-634"/>
                  <a:pt x="30332" y="698"/>
                </a:cubicBezTo>
                <a:cubicBezTo>
                  <a:pt x="52748" y="4557"/>
                  <a:pt x="54210" y="5134"/>
                  <a:pt x="54210" y="10137"/>
                </a:cubicBezTo>
                <a:cubicBezTo>
                  <a:pt x="54210" y="14084"/>
                  <a:pt x="56056" y="15095"/>
                  <a:pt x="63267" y="15095"/>
                </a:cubicBezTo>
                <a:cubicBezTo>
                  <a:pt x="71678" y="15095"/>
                  <a:pt x="72094" y="15463"/>
                  <a:pt x="69100" y="20258"/>
                </a:cubicBezTo>
                <a:cubicBezTo>
                  <a:pt x="66522" y="24386"/>
                  <a:pt x="66522" y="26456"/>
                  <a:pt x="69100" y="30584"/>
                </a:cubicBezTo>
                <a:cubicBezTo>
                  <a:pt x="71011" y="33644"/>
                  <a:pt x="71264" y="35746"/>
                  <a:pt x="69721" y="35746"/>
                </a:cubicBezTo>
                <a:cubicBezTo>
                  <a:pt x="68289" y="35746"/>
                  <a:pt x="67118" y="39822"/>
                  <a:pt x="67118" y="44803"/>
                </a:cubicBezTo>
                <a:cubicBezTo>
                  <a:pt x="67118" y="53341"/>
                  <a:pt x="66802" y="53674"/>
                  <a:pt x="61618" y="50612"/>
                </a:cubicBezTo>
                <a:cubicBezTo>
                  <a:pt x="57188" y="47995"/>
                  <a:pt x="55886" y="48002"/>
                  <a:pt x="54931" y="50644"/>
                </a:cubicBezTo>
                <a:cubicBezTo>
                  <a:pt x="53898" y="53500"/>
                  <a:pt x="41201" y="61561"/>
                  <a:pt x="37735" y="61561"/>
                </a:cubicBezTo>
                <a:cubicBezTo>
                  <a:pt x="37051" y="61561"/>
                  <a:pt x="34010" y="58076"/>
                  <a:pt x="30977" y="53817"/>
                </a:cubicBezTo>
                <a:close/>
              </a:path>
            </a:pathLst>
          </a:custGeom>
          <a:solidFill>
            <a:srgbClr val="B9B9B9"/>
          </a:solidFill>
          <a:ln w="5163" cap="flat">
            <a:noFill/>
            <a:prstDash val="solid"/>
            <a:miter/>
          </a:ln>
        </p:spPr>
        <p:txBody>
          <a:bodyPr/>
          <a:lstStyle/>
          <a:p>
            <a:endParaRPr lang="es-419" noProof="0" dirty="0"/>
          </a:p>
        </p:txBody>
      </p:sp>
      <p:sp>
        <p:nvSpPr>
          <p:cNvPr id="67" name="Forma libre: forma 66">
            <a:extLst>
              <a:ext uri="{FF2B5EF4-FFF2-40B4-BE49-F238E27FC236}">
                <a16:creationId xmlns:a16="http://schemas.microsoft.com/office/drawing/2014/main" id="{DA29AEF6-E65A-C75C-534E-8D4BBA358563}"/>
              </a:ext>
            </a:extLst>
          </p:cNvPr>
          <p:cNvSpPr/>
          <p:nvPr/>
        </p:nvSpPr>
        <p:spPr>
          <a:xfrm>
            <a:off x="1478193" y="2273156"/>
            <a:ext cx="153622" cy="170128"/>
          </a:xfrm>
          <a:custGeom>
            <a:avLst/>
            <a:gdLst>
              <a:gd name="csX0" fmla="*/ 8493 w 153622"/>
              <a:gd name="csY0" fmla="*/ 168431 h 170128"/>
              <a:gd name="csX1" fmla="*/ 6772 w 153622"/>
              <a:gd name="csY1" fmla="*/ 161418 h 170128"/>
              <a:gd name="csX2" fmla="*/ 2681 w 153622"/>
              <a:gd name="csY2" fmla="*/ 145415 h 170128"/>
              <a:gd name="csX3" fmla="*/ 5459 w 153622"/>
              <a:gd name="csY3" fmla="*/ 121148 h 170128"/>
              <a:gd name="csX4" fmla="*/ 14777 w 153622"/>
              <a:gd name="csY4" fmla="*/ 82726 h 170128"/>
              <a:gd name="csX5" fmla="*/ 25155 w 153622"/>
              <a:gd name="csY5" fmla="*/ 43661 h 170128"/>
              <a:gd name="csX6" fmla="*/ 27423 w 153622"/>
              <a:gd name="csY6" fmla="*/ 32229 h 170128"/>
              <a:gd name="csX7" fmla="*/ 31172 w 153622"/>
              <a:gd name="csY7" fmla="*/ 17047 h 170128"/>
              <a:gd name="csX8" fmla="*/ 33221 w 153622"/>
              <a:gd name="csY8" fmla="*/ 11598 h 170128"/>
              <a:gd name="csX9" fmla="*/ 37362 w 153622"/>
              <a:gd name="csY9" fmla="*/ 8370 h 170128"/>
              <a:gd name="csX10" fmla="*/ 41848 w 153622"/>
              <a:gd name="csY10" fmla="*/ 3309 h 170128"/>
              <a:gd name="csX11" fmla="*/ 51947 w 153622"/>
              <a:gd name="csY11" fmla="*/ 4939 h 170128"/>
              <a:gd name="csX12" fmla="*/ 67990 w 153622"/>
              <a:gd name="csY12" fmla="*/ 10085 h 170128"/>
              <a:gd name="csX13" fmla="*/ 82983 w 153622"/>
              <a:gd name="csY13" fmla="*/ 28865 h 170128"/>
              <a:gd name="csX14" fmla="*/ 93236 w 153622"/>
              <a:gd name="csY14" fmla="*/ 38498 h 170128"/>
              <a:gd name="csX15" fmla="*/ 103025 w 153622"/>
              <a:gd name="csY15" fmla="*/ 33366 h 170128"/>
              <a:gd name="csX16" fmla="*/ 120832 w 153622"/>
              <a:gd name="csY16" fmla="*/ 24595 h 170128"/>
              <a:gd name="csX17" fmla="*/ 122064 w 153622"/>
              <a:gd name="csY17" fmla="*/ 33182 h 170128"/>
              <a:gd name="csX18" fmla="*/ 135261 w 153622"/>
              <a:gd name="csY18" fmla="*/ 39968 h 170128"/>
              <a:gd name="csX19" fmla="*/ 152396 w 153622"/>
              <a:gd name="csY19" fmla="*/ 46930 h 170128"/>
              <a:gd name="csX20" fmla="*/ 149002 w 153622"/>
              <a:gd name="csY20" fmla="*/ 58232 h 170128"/>
              <a:gd name="csX21" fmla="*/ 146552 w 153622"/>
              <a:gd name="csY21" fmla="*/ 64545 h 170128"/>
              <a:gd name="csX22" fmla="*/ 148358 w 153622"/>
              <a:gd name="csY22" fmla="*/ 121402 h 170128"/>
              <a:gd name="csX23" fmla="*/ 135844 w 153622"/>
              <a:gd name="csY23" fmla="*/ 118523 h 170128"/>
              <a:gd name="csX24" fmla="*/ 131972 w 153622"/>
              <a:gd name="csY24" fmla="*/ 113360 h 170128"/>
              <a:gd name="csX25" fmla="*/ 128062 w 153622"/>
              <a:gd name="csY25" fmla="*/ 103679 h 170128"/>
              <a:gd name="csX26" fmla="*/ 124378 w 153622"/>
              <a:gd name="csY26" fmla="*/ 87545 h 170128"/>
              <a:gd name="csX27" fmla="*/ 116378 w 153622"/>
              <a:gd name="csY27" fmla="*/ 72702 h 170128"/>
              <a:gd name="csX28" fmla="*/ 107448 w 153622"/>
              <a:gd name="csY28" fmla="*/ 67912 h 170128"/>
              <a:gd name="csX29" fmla="*/ 99376 w 153622"/>
              <a:gd name="csY29" fmla="*/ 80152 h 170128"/>
              <a:gd name="csX30" fmla="*/ 94468 w 153622"/>
              <a:gd name="csY30" fmla="*/ 101141 h 170128"/>
              <a:gd name="csX31" fmla="*/ 81766 w 153622"/>
              <a:gd name="csY31" fmla="*/ 133635 h 170128"/>
              <a:gd name="csX32" fmla="*/ 65090 w 153622"/>
              <a:gd name="csY32" fmla="*/ 140680 h 170128"/>
              <a:gd name="csX33" fmla="*/ 53260 w 153622"/>
              <a:gd name="csY33" fmla="*/ 146865 h 170128"/>
              <a:gd name="csX34" fmla="*/ 38902 w 153622"/>
              <a:gd name="csY34" fmla="*/ 154663 h 170128"/>
              <a:gd name="csX35" fmla="*/ 22260 w 153622"/>
              <a:gd name="csY35" fmla="*/ 162407 h 170128"/>
              <a:gd name="csX36" fmla="*/ 8493 w 153622"/>
              <a:gd name="csY36" fmla="*/ 168431 h 17012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Lst>
            <a:rect l="l" t="t" r="r" b="b"/>
            <a:pathLst>
              <a:path w="153622" h="170128">
                <a:moveTo>
                  <a:pt x="8493" y="168431"/>
                </a:moveTo>
                <a:cubicBezTo>
                  <a:pt x="7546" y="167484"/>
                  <a:pt x="6772" y="164329"/>
                  <a:pt x="6772" y="161418"/>
                </a:cubicBezTo>
                <a:cubicBezTo>
                  <a:pt x="6772" y="158508"/>
                  <a:pt x="4931" y="151306"/>
                  <a:pt x="2681" y="145415"/>
                </a:cubicBezTo>
                <a:cubicBezTo>
                  <a:pt x="-1298" y="134996"/>
                  <a:pt x="-1222" y="134332"/>
                  <a:pt x="5459" y="121148"/>
                </a:cubicBezTo>
                <a:cubicBezTo>
                  <a:pt x="10516" y="111168"/>
                  <a:pt x="12973" y="101035"/>
                  <a:pt x="14777" y="82726"/>
                </a:cubicBezTo>
                <a:cubicBezTo>
                  <a:pt x="17244" y="57676"/>
                  <a:pt x="20967" y="43661"/>
                  <a:pt x="25155" y="43661"/>
                </a:cubicBezTo>
                <a:cubicBezTo>
                  <a:pt x="26403" y="43661"/>
                  <a:pt x="27423" y="38516"/>
                  <a:pt x="27423" y="32229"/>
                </a:cubicBezTo>
                <a:cubicBezTo>
                  <a:pt x="27423" y="25675"/>
                  <a:pt x="29023" y="19196"/>
                  <a:pt x="31172" y="17047"/>
                </a:cubicBezTo>
                <a:cubicBezTo>
                  <a:pt x="33235" y="14985"/>
                  <a:pt x="34156" y="12533"/>
                  <a:pt x="33221" y="11598"/>
                </a:cubicBezTo>
                <a:cubicBezTo>
                  <a:pt x="32286" y="10662"/>
                  <a:pt x="34150" y="9210"/>
                  <a:pt x="37362" y="8370"/>
                </a:cubicBezTo>
                <a:cubicBezTo>
                  <a:pt x="40925" y="7438"/>
                  <a:pt x="42675" y="5464"/>
                  <a:pt x="41848" y="3309"/>
                </a:cubicBezTo>
                <a:cubicBezTo>
                  <a:pt x="39982" y="-1555"/>
                  <a:pt x="42837" y="-1094"/>
                  <a:pt x="51947" y="4939"/>
                </a:cubicBezTo>
                <a:cubicBezTo>
                  <a:pt x="56206" y="7760"/>
                  <a:pt x="63426" y="10076"/>
                  <a:pt x="67990" y="10085"/>
                </a:cubicBezTo>
                <a:cubicBezTo>
                  <a:pt x="77231" y="10104"/>
                  <a:pt x="80149" y="13759"/>
                  <a:pt x="82983" y="28865"/>
                </a:cubicBezTo>
                <a:cubicBezTo>
                  <a:pt x="84632" y="37657"/>
                  <a:pt x="85527" y="38498"/>
                  <a:pt x="93236" y="38498"/>
                </a:cubicBezTo>
                <a:cubicBezTo>
                  <a:pt x="99495" y="38498"/>
                  <a:pt x="102031" y="37168"/>
                  <a:pt x="103025" y="33366"/>
                </a:cubicBezTo>
                <a:cubicBezTo>
                  <a:pt x="104466" y="27855"/>
                  <a:pt x="116509" y="21923"/>
                  <a:pt x="120832" y="24595"/>
                </a:cubicBezTo>
                <a:cubicBezTo>
                  <a:pt x="122276" y="25487"/>
                  <a:pt x="122830" y="29351"/>
                  <a:pt x="122064" y="33182"/>
                </a:cubicBezTo>
                <a:cubicBezTo>
                  <a:pt x="120679" y="40107"/>
                  <a:pt x="120757" y="40147"/>
                  <a:pt x="135261" y="39968"/>
                </a:cubicBezTo>
                <a:cubicBezTo>
                  <a:pt x="148934" y="39800"/>
                  <a:pt x="150012" y="40238"/>
                  <a:pt x="152396" y="46930"/>
                </a:cubicBezTo>
                <a:cubicBezTo>
                  <a:pt x="154575" y="53045"/>
                  <a:pt x="154087" y="54670"/>
                  <a:pt x="149002" y="58232"/>
                </a:cubicBezTo>
                <a:cubicBezTo>
                  <a:pt x="144363" y="61481"/>
                  <a:pt x="143827" y="62863"/>
                  <a:pt x="146552" y="64545"/>
                </a:cubicBezTo>
                <a:cubicBezTo>
                  <a:pt x="151618" y="67671"/>
                  <a:pt x="153227" y="118317"/>
                  <a:pt x="148358" y="121402"/>
                </a:cubicBezTo>
                <a:cubicBezTo>
                  <a:pt x="142062" y="125392"/>
                  <a:pt x="135844" y="123962"/>
                  <a:pt x="135844" y="118523"/>
                </a:cubicBezTo>
                <a:cubicBezTo>
                  <a:pt x="135844" y="115655"/>
                  <a:pt x="134123" y="113360"/>
                  <a:pt x="131972" y="113360"/>
                </a:cubicBezTo>
                <a:cubicBezTo>
                  <a:pt x="129225" y="113360"/>
                  <a:pt x="128089" y="110546"/>
                  <a:pt x="128062" y="103679"/>
                </a:cubicBezTo>
                <a:cubicBezTo>
                  <a:pt x="128041" y="98355"/>
                  <a:pt x="126383" y="91095"/>
                  <a:pt x="124378" y="87545"/>
                </a:cubicBezTo>
                <a:cubicBezTo>
                  <a:pt x="122373" y="83996"/>
                  <a:pt x="118773" y="77316"/>
                  <a:pt x="116378" y="72702"/>
                </a:cubicBezTo>
                <a:cubicBezTo>
                  <a:pt x="111867" y="64011"/>
                  <a:pt x="107448" y="61641"/>
                  <a:pt x="107448" y="67912"/>
                </a:cubicBezTo>
                <a:cubicBezTo>
                  <a:pt x="107448" y="69891"/>
                  <a:pt x="103816" y="75399"/>
                  <a:pt x="99376" y="80152"/>
                </a:cubicBezTo>
                <a:cubicBezTo>
                  <a:pt x="91445" y="88642"/>
                  <a:pt x="91359" y="89010"/>
                  <a:pt x="94468" y="101141"/>
                </a:cubicBezTo>
                <a:cubicBezTo>
                  <a:pt x="97988" y="114877"/>
                  <a:pt x="97068" y="117230"/>
                  <a:pt x="81766" y="133635"/>
                </a:cubicBezTo>
                <a:cubicBezTo>
                  <a:pt x="74766" y="141139"/>
                  <a:pt x="72544" y="142078"/>
                  <a:pt x="65090" y="140680"/>
                </a:cubicBezTo>
                <a:cubicBezTo>
                  <a:pt x="57313" y="139221"/>
                  <a:pt x="56181" y="139812"/>
                  <a:pt x="53260" y="146865"/>
                </a:cubicBezTo>
                <a:cubicBezTo>
                  <a:pt x="50372" y="153836"/>
                  <a:pt x="48850" y="154663"/>
                  <a:pt x="38902" y="154663"/>
                </a:cubicBezTo>
                <a:cubicBezTo>
                  <a:pt x="29485" y="154663"/>
                  <a:pt x="26927" y="155853"/>
                  <a:pt x="22260" y="162407"/>
                </a:cubicBezTo>
                <a:cubicBezTo>
                  <a:pt x="16933" y="169889"/>
                  <a:pt x="12076" y="172014"/>
                  <a:pt x="8493" y="168431"/>
                </a:cubicBezTo>
                <a:close/>
              </a:path>
            </a:pathLst>
          </a:custGeom>
          <a:solidFill>
            <a:srgbClr val="B9B9B9"/>
          </a:solidFill>
          <a:ln w="5163" cap="flat">
            <a:noFill/>
            <a:prstDash val="solid"/>
            <a:miter/>
          </a:ln>
        </p:spPr>
        <p:txBody>
          <a:bodyPr/>
          <a:lstStyle/>
          <a:p>
            <a:endParaRPr lang="es-419" noProof="0" dirty="0"/>
          </a:p>
        </p:txBody>
      </p:sp>
      <p:grpSp>
        <p:nvGrpSpPr>
          <p:cNvPr id="68" name="Gráfico 39">
            <a:extLst>
              <a:ext uri="{FF2B5EF4-FFF2-40B4-BE49-F238E27FC236}">
                <a16:creationId xmlns:a16="http://schemas.microsoft.com/office/drawing/2014/main" id="{82393AED-79AB-7D88-DBA3-6D2AA533C28E}"/>
              </a:ext>
            </a:extLst>
          </p:cNvPr>
          <p:cNvGrpSpPr/>
          <p:nvPr/>
        </p:nvGrpSpPr>
        <p:grpSpPr>
          <a:xfrm>
            <a:off x="2169009" y="2212045"/>
            <a:ext cx="273705" cy="260208"/>
            <a:chOff x="2169009" y="2212045"/>
            <a:chExt cx="273705" cy="260208"/>
          </a:xfrm>
          <a:solidFill>
            <a:srgbClr val="B9B9B9"/>
          </a:solidFill>
        </p:grpSpPr>
        <p:sp>
          <p:nvSpPr>
            <p:cNvPr id="69" name="Forma libre: forma 68">
              <a:extLst>
                <a:ext uri="{FF2B5EF4-FFF2-40B4-BE49-F238E27FC236}">
                  <a16:creationId xmlns:a16="http://schemas.microsoft.com/office/drawing/2014/main" id="{346B05A0-09F6-DC10-8AEB-172695263367}"/>
                </a:ext>
              </a:extLst>
            </p:cNvPr>
            <p:cNvSpPr/>
            <p:nvPr/>
          </p:nvSpPr>
          <p:spPr>
            <a:xfrm>
              <a:off x="2169009" y="2212045"/>
              <a:ext cx="273705" cy="260208"/>
            </a:xfrm>
            <a:custGeom>
              <a:avLst/>
              <a:gdLst>
                <a:gd name="csX0" fmla="*/ 136396 w 273705"/>
                <a:gd name="csY0" fmla="*/ 251544 h 260208"/>
                <a:gd name="csX1" fmla="*/ 123951 w 273705"/>
                <a:gd name="csY1" fmla="*/ 241399 h 260208"/>
                <a:gd name="csX2" fmla="*/ 100178 w 273705"/>
                <a:gd name="csY2" fmla="*/ 233837 h 260208"/>
                <a:gd name="csX3" fmla="*/ 81199 w 273705"/>
                <a:gd name="csY3" fmla="*/ 230865 h 260208"/>
                <a:gd name="csX4" fmla="*/ 75979 w 273705"/>
                <a:gd name="csY4" fmla="*/ 240363 h 260208"/>
                <a:gd name="csX5" fmla="*/ 67894 w 273705"/>
                <a:gd name="csY5" fmla="*/ 246752 h 260208"/>
                <a:gd name="csX6" fmla="*/ 29911 w 273705"/>
                <a:gd name="csY6" fmla="*/ 227450 h 260208"/>
                <a:gd name="csX7" fmla="*/ 28472 w 273705"/>
                <a:gd name="csY7" fmla="*/ 213064 h 260208"/>
                <a:gd name="csX8" fmla="*/ 12481 w 273705"/>
                <a:gd name="csY8" fmla="*/ 197704 h 260208"/>
                <a:gd name="csX9" fmla="*/ 1103 w 273705"/>
                <a:gd name="csY9" fmla="*/ 191257 h 260208"/>
                <a:gd name="csX10" fmla="*/ 24560 w 273705"/>
                <a:gd name="csY10" fmla="*/ 177413 h 260208"/>
                <a:gd name="csX11" fmla="*/ 49357 w 273705"/>
                <a:gd name="csY11" fmla="*/ 181249 h 260208"/>
                <a:gd name="csX12" fmla="*/ 33383 w 273705"/>
                <a:gd name="csY12" fmla="*/ 188440 h 260208"/>
                <a:gd name="csX13" fmla="*/ 18111 w 273705"/>
                <a:gd name="csY13" fmla="*/ 189801 h 260208"/>
                <a:gd name="csX14" fmla="*/ 23379 w 273705"/>
                <a:gd name="csY14" fmla="*/ 191217 h 260208"/>
                <a:gd name="csX15" fmla="*/ 42338 w 273705"/>
                <a:gd name="csY15" fmla="*/ 193852 h 260208"/>
                <a:gd name="csX16" fmla="*/ 54801 w 273705"/>
                <a:gd name="csY16" fmla="*/ 205031 h 260208"/>
                <a:gd name="csX17" fmla="*/ 53572 w 273705"/>
                <a:gd name="csY17" fmla="*/ 211902 h 260208"/>
                <a:gd name="csX18" fmla="*/ 58745 w 273705"/>
                <a:gd name="csY18" fmla="*/ 206739 h 260208"/>
                <a:gd name="csX19" fmla="*/ 62804 w 273705"/>
                <a:gd name="csY19" fmla="*/ 199640 h 260208"/>
                <a:gd name="csX20" fmla="*/ 78923 w 273705"/>
                <a:gd name="csY20" fmla="*/ 200342 h 260208"/>
                <a:gd name="csX21" fmla="*/ 84524 w 273705"/>
                <a:gd name="csY21" fmla="*/ 197871 h 260208"/>
                <a:gd name="csX22" fmla="*/ 91725 w 273705"/>
                <a:gd name="csY22" fmla="*/ 189946 h 260208"/>
                <a:gd name="csX23" fmla="*/ 100403 w 273705"/>
                <a:gd name="csY23" fmla="*/ 165765 h 260208"/>
                <a:gd name="csX24" fmla="*/ 96700 w 273705"/>
                <a:gd name="csY24" fmla="*/ 159218 h 260208"/>
                <a:gd name="csX25" fmla="*/ 94398 w 273705"/>
                <a:gd name="csY25" fmla="*/ 157998 h 260208"/>
                <a:gd name="csX26" fmla="*/ 90392 w 273705"/>
                <a:gd name="csY26" fmla="*/ 161840 h 260208"/>
                <a:gd name="csX27" fmla="*/ 87810 w 273705"/>
                <a:gd name="csY27" fmla="*/ 164145 h 260208"/>
                <a:gd name="csX28" fmla="*/ 100799 w 273705"/>
                <a:gd name="csY28" fmla="*/ 149016 h 260208"/>
                <a:gd name="csX29" fmla="*/ 118746 w 273705"/>
                <a:gd name="csY29" fmla="*/ 138331 h 260208"/>
                <a:gd name="csX30" fmla="*/ 133646 w 273705"/>
                <a:gd name="csY30" fmla="*/ 125809 h 260208"/>
                <a:gd name="csX31" fmla="*/ 149004 w 273705"/>
                <a:gd name="csY31" fmla="*/ 91807 h 260208"/>
                <a:gd name="csX32" fmla="*/ 157715 w 273705"/>
                <a:gd name="csY32" fmla="*/ 65895 h 260208"/>
                <a:gd name="csX33" fmla="*/ 163243 w 273705"/>
                <a:gd name="csY33" fmla="*/ 33397 h 260208"/>
                <a:gd name="csX34" fmla="*/ 165326 w 273705"/>
                <a:gd name="csY34" fmla="*/ 1486 h 260208"/>
                <a:gd name="csX35" fmla="*/ 167796 w 273705"/>
                <a:gd name="csY35" fmla="*/ 6032 h 260208"/>
                <a:gd name="csX36" fmla="*/ 180226 w 273705"/>
                <a:gd name="csY36" fmla="*/ 14421 h 260208"/>
                <a:gd name="csX37" fmla="*/ 195070 w 273705"/>
                <a:gd name="csY37" fmla="*/ 12027 h 260208"/>
                <a:gd name="csX38" fmla="*/ 227557 w 273705"/>
                <a:gd name="csY38" fmla="*/ 43889 h 260208"/>
                <a:gd name="csX39" fmla="*/ 257592 w 273705"/>
                <a:gd name="csY39" fmla="*/ 78146 h 260208"/>
                <a:gd name="csX40" fmla="*/ 261681 w 273705"/>
                <a:gd name="csY40" fmla="*/ 107593 h 260208"/>
                <a:gd name="csX41" fmla="*/ 273489 w 273705"/>
                <a:gd name="csY41" fmla="*/ 250266 h 260208"/>
                <a:gd name="csX42" fmla="*/ 218174 w 273705"/>
                <a:gd name="csY42" fmla="*/ 254247 h 260208"/>
                <a:gd name="csX43" fmla="*/ 150594 w 273705"/>
                <a:gd name="csY43" fmla="*/ 258722 h 260208"/>
                <a:gd name="csX44" fmla="*/ 137226 w 273705"/>
                <a:gd name="csY44" fmla="*/ 260208 h 260208"/>
                <a:gd name="csX45" fmla="*/ 136396 w 273705"/>
                <a:gd name="csY45" fmla="*/ 251544 h 2602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Lst>
              <a:rect l="l" t="t" r="r" b="b"/>
              <a:pathLst>
                <a:path w="273705" h="260208">
                  <a:moveTo>
                    <a:pt x="136396" y="251544"/>
                  </a:moveTo>
                  <a:cubicBezTo>
                    <a:pt x="135615" y="243380"/>
                    <a:pt x="134897" y="242794"/>
                    <a:pt x="123951" y="241399"/>
                  </a:cubicBezTo>
                  <a:cubicBezTo>
                    <a:pt x="117562" y="240584"/>
                    <a:pt x="106864" y="237181"/>
                    <a:pt x="100178" y="233837"/>
                  </a:cubicBezTo>
                  <a:cubicBezTo>
                    <a:pt x="89763" y="228627"/>
                    <a:pt x="87046" y="228201"/>
                    <a:pt x="81199" y="230865"/>
                  </a:cubicBezTo>
                  <a:cubicBezTo>
                    <a:pt x="75659" y="233390"/>
                    <a:pt x="74677" y="235176"/>
                    <a:pt x="75979" y="240363"/>
                  </a:cubicBezTo>
                  <a:cubicBezTo>
                    <a:pt x="77472" y="246311"/>
                    <a:pt x="76914" y="246752"/>
                    <a:pt x="67894" y="246752"/>
                  </a:cubicBezTo>
                  <a:cubicBezTo>
                    <a:pt x="55809" y="246752"/>
                    <a:pt x="31822" y="234563"/>
                    <a:pt x="29911" y="227450"/>
                  </a:cubicBezTo>
                  <a:cubicBezTo>
                    <a:pt x="29139" y="224578"/>
                    <a:pt x="28492" y="218104"/>
                    <a:pt x="28472" y="213064"/>
                  </a:cubicBezTo>
                  <a:cubicBezTo>
                    <a:pt x="28427" y="201349"/>
                    <a:pt x="24633" y="197704"/>
                    <a:pt x="12481" y="197704"/>
                  </a:cubicBezTo>
                  <a:cubicBezTo>
                    <a:pt x="4225" y="197704"/>
                    <a:pt x="2471" y="196710"/>
                    <a:pt x="1103" y="191257"/>
                  </a:cubicBezTo>
                  <a:cubicBezTo>
                    <a:pt x="-2114" y="178441"/>
                    <a:pt x="578" y="176853"/>
                    <a:pt x="24560" y="177413"/>
                  </a:cubicBezTo>
                  <a:cubicBezTo>
                    <a:pt x="38820" y="177746"/>
                    <a:pt x="47574" y="179100"/>
                    <a:pt x="49357" y="181249"/>
                  </a:cubicBezTo>
                  <a:cubicBezTo>
                    <a:pt x="54736" y="187730"/>
                    <a:pt x="49187" y="190228"/>
                    <a:pt x="33383" y="188440"/>
                  </a:cubicBezTo>
                  <a:cubicBezTo>
                    <a:pt x="22288" y="187184"/>
                    <a:pt x="18111" y="187556"/>
                    <a:pt x="18111" y="189801"/>
                  </a:cubicBezTo>
                  <a:cubicBezTo>
                    <a:pt x="18111" y="191735"/>
                    <a:pt x="20080" y="192265"/>
                    <a:pt x="23379" y="191217"/>
                  </a:cubicBezTo>
                  <a:cubicBezTo>
                    <a:pt x="26276" y="190298"/>
                    <a:pt x="34808" y="191483"/>
                    <a:pt x="42338" y="193852"/>
                  </a:cubicBezTo>
                  <a:cubicBezTo>
                    <a:pt x="54989" y="197831"/>
                    <a:pt x="55937" y="198681"/>
                    <a:pt x="54801" y="205031"/>
                  </a:cubicBezTo>
                  <a:lnTo>
                    <a:pt x="53572" y="211902"/>
                  </a:lnTo>
                  <a:lnTo>
                    <a:pt x="58745" y="206739"/>
                  </a:lnTo>
                  <a:cubicBezTo>
                    <a:pt x="61590" y="203900"/>
                    <a:pt x="63416" y="200705"/>
                    <a:pt x="62804" y="199640"/>
                  </a:cubicBezTo>
                  <a:cubicBezTo>
                    <a:pt x="61196" y="196843"/>
                    <a:pt x="70823" y="197262"/>
                    <a:pt x="78923" y="200342"/>
                  </a:cubicBezTo>
                  <a:cubicBezTo>
                    <a:pt x="85153" y="202711"/>
                    <a:pt x="85724" y="202459"/>
                    <a:pt x="84524" y="197871"/>
                  </a:cubicBezTo>
                  <a:cubicBezTo>
                    <a:pt x="83478" y="193868"/>
                    <a:pt x="85034" y="192154"/>
                    <a:pt x="91725" y="189946"/>
                  </a:cubicBezTo>
                  <a:cubicBezTo>
                    <a:pt x="104380" y="185769"/>
                    <a:pt x="109318" y="172009"/>
                    <a:pt x="100403" y="165765"/>
                  </a:cubicBezTo>
                  <a:cubicBezTo>
                    <a:pt x="97428" y="163681"/>
                    <a:pt x="95762" y="160736"/>
                    <a:pt x="96700" y="159218"/>
                  </a:cubicBezTo>
                  <a:cubicBezTo>
                    <a:pt x="97747" y="157525"/>
                    <a:pt x="96859" y="157053"/>
                    <a:pt x="94398" y="157998"/>
                  </a:cubicBezTo>
                  <a:cubicBezTo>
                    <a:pt x="92194" y="158843"/>
                    <a:pt x="90392" y="160572"/>
                    <a:pt x="90392" y="161840"/>
                  </a:cubicBezTo>
                  <a:cubicBezTo>
                    <a:pt x="90392" y="163108"/>
                    <a:pt x="89230" y="164145"/>
                    <a:pt x="87810" y="164145"/>
                  </a:cubicBezTo>
                  <a:cubicBezTo>
                    <a:pt x="81811" y="164145"/>
                    <a:pt x="86198" y="159036"/>
                    <a:pt x="100799" y="149016"/>
                  </a:cubicBezTo>
                  <a:cubicBezTo>
                    <a:pt x="109362" y="143139"/>
                    <a:pt x="117438" y="138331"/>
                    <a:pt x="118746" y="138331"/>
                  </a:cubicBezTo>
                  <a:cubicBezTo>
                    <a:pt x="120053" y="138331"/>
                    <a:pt x="126758" y="132696"/>
                    <a:pt x="133646" y="125809"/>
                  </a:cubicBezTo>
                  <a:cubicBezTo>
                    <a:pt x="145786" y="113669"/>
                    <a:pt x="146254" y="112631"/>
                    <a:pt x="149004" y="91807"/>
                  </a:cubicBezTo>
                  <a:cubicBezTo>
                    <a:pt x="151298" y="74430"/>
                    <a:pt x="152962" y="69481"/>
                    <a:pt x="157715" y="65895"/>
                  </a:cubicBezTo>
                  <a:cubicBezTo>
                    <a:pt x="163239" y="61729"/>
                    <a:pt x="163570" y="59784"/>
                    <a:pt x="163243" y="33397"/>
                  </a:cubicBezTo>
                  <a:cubicBezTo>
                    <a:pt x="163052" y="17960"/>
                    <a:pt x="163989" y="3600"/>
                    <a:pt x="165326" y="1486"/>
                  </a:cubicBezTo>
                  <a:cubicBezTo>
                    <a:pt x="167138" y="-1380"/>
                    <a:pt x="167766" y="-224"/>
                    <a:pt x="167796" y="6032"/>
                  </a:cubicBezTo>
                  <a:cubicBezTo>
                    <a:pt x="167835" y="14326"/>
                    <a:pt x="167976" y="14421"/>
                    <a:pt x="180226" y="14421"/>
                  </a:cubicBezTo>
                  <a:cubicBezTo>
                    <a:pt x="187041" y="14421"/>
                    <a:pt x="193721" y="13344"/>
                    <a:pt x="195070" y="12027"/>
                  </a:cubicBezTo>
                  <a:cubicBezTo>
                    <a:pt x="196598" y="10534"/>
                    <a:pt x="208840" y="22541"/>
                    <a:pt x="227557" y="43889"/>
                  </a:cubicBezTo>
                  <a:lnTo>
                    <a:pt x="257592" y="78146"/>
                  </a:lnTo>
                  <a:lnTo>
                    <a:pt x="261681" y="107593"/>
                  </a:lnTo>
                  <a:cubicBezTo>
                    <a:pt x="266251" y="140497"/>
                    <a:pt x="275208" y="248724"/>
                    <a:pt x="273489" y="250266"/>
                  </a:cubicBezTo>
                  <a:cubicBezTo>
                    <a:pt x="272881" y="250811"/>
                    <a:pt x="247989" y="252602"/>
                    <a:pt x="218174" y="254247"/>
                  </a:cubicBezTo>
                  <a:cubicBezTo>
                    <a:pt x="188358" y="255891"/>
                    <a:pt x="157947" y="257905"/>
                    <a:pt x="150594" y="258722"/>
                  </a:cubicBezTo>
                  <a:lnTo>
                    <a:pt x="137226" y="260208"/>
                  </a:lnTo>
                  <a:lnTo>
                    <a:pt x="136396" y="251544"/>
                  </a:lnTo>
                  <a:close/>
                </a:path>
              </a:pathLst>
            </a:custGeom>
            <a:solidFill>
              <a:srgbClr val="B9B9B9"/>
            </a:solidFill>
            <a:ln w="5163" cap="flat">
              <a:noFill/>
              <a:prstDash val="solid"/>
              <a:miter/>
            </a:ln>
          </p:spPr>
          <p:txBody>
            <a:bodyPr/>
            <a:lstStyle/>
            <a:p>
              <a:endParaRPr lang="es-419" noProof="0" dirty="0"/>
            </a:p>
          </p:txBody>
        </p:sp>
        <p:sp>
          <p:nvSpPr>
            <p:cNvPr id="70" name="Forma libre: forma 69">
              <a:extLst>
                <a:ext uri="{FF2B5EF4-FFF2-40B4-BE49-F238E27FC236}">
                  <a16:creationId xmlns:a16="http://schemas.microsoft.com/office/drawing/2014/main" id="{A3C1000B-75BE-3C4F-75E8-B1BA96C1D050}"/>
                </a:ext>
              </a:extLst>
            </p:cNvPr>
            <p:cNvSpPr/>
            <p:nvPr/>
          </p:nvSpPr>
          <p:spPr>
            <a:xfrm>
              <a:off x="2221969" y="2379232"/>
              <a:ext cx="29491" cy="17638"/>
            </a:xfrm>
            <a:custGeom>
              <a:avLst/>
              <a:gdLst>
                <a:gd name="csX0" fmla="*/ 10326 w 29491"/>
                <a:gd name="csY0" fmla="*/ 11251 h 17638"/>
                <a:gd name="csX1" fmla="*/ 23663 w 29491"/>
                <a:gd name="csY1" fmla="*/ 4783 h 17638"/>
                <a:gd name="csX2" fmla="*/ 27977 w 29491"/>
                <a:gd name="csY2" fmla="*/ 1475 h 17638"/>
                <a:gd name="csX3" fmla="*/ 29483 w 29491"/>
                <a:gd name="csY3" fmla="*/ 1025 h 17638"/>
                <a:gd name="csX4" fmla="*/ 8425 w 29491"/>
                <a:gd name="csY4" fmla="*/ 16751 h 17638"/>
                <a:gd name="csX5" fmla="*/ 0 w 29491"/>
                <a:gd name="csY5" fmla="*/ 17639 h 17638"/>
                <a:gd name="csX6" fmla="*/ 10326 w 29491"/>
                <a:gd name="csY6" fmla="*/ 11251 h 17638"/>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9491" h="17638">
                  <a:moveTo>
                    <a:pt x="10326" y="11251"/>
                  </a:moveTo>
                  <a:cubicBezTo>
                    <a:pt x="16005" y="7738"/>
                    <a:pt x="22007" y="4827"/>
                    <a:pt x="23663" y="4783"/>
                  </a:cubicBezTo>
                  <a:cubicBezTo>
                    <a:pt x="25320" y="4738"/>
                    <a:pt x="27261" y="3250"/>
                    <a:pt x="27977" y="1475"/>
                  </a:cubicBezTo>
                  <a:cubicBezTo>
                    <a:pt x="28693" y="-299"/>
                    <a:pt x="29371" y="-502"/>
                    <a:pt x="29483" y="1025"/>
                  </a:cubicBezTo>
                  <a:cubicBezTo>
                    <a:pt x="29861" y="6183"/>
                    <a:pt x="16907" y="15857"/>
                    <a:pt x="8425" y="16751"/>
                  </a:cubicBezTo>
                  <a:lnTo>
                    <a:pt x="0" y="17639"/>
                  </a:lnTo>
                  <a:lnTo>
                    <a:pt x="10326" y="11251"/>
                  </a:lnTo>
                  <a:close/>
                </a:path>
              </a:pathLst>
            </a:custGeom>
            <a:solidFill>
              <a:srgbClr val="B9B9B9"/>
            </a:solidFill>
            <a:ln w="5163" cap="flat">
              <a:noFill/>
              <a:prstDash val="solid"/>
              <a:miter/>
            </a:ln>
          </p:spPr>
          <p:txBody>
            <a:bodyPr/>
            <a:lstStyle/>
            <a:p>
              <a:endParaRPr lang="es-419" noProof="0" dirty="0"/>
            </a:p>
          </p:txBody>
        </p:sp>
      </p:grpSp>
      <p:sp>
        <p:nvSpPr>
          <p:cNvPr id="71" name="Forma libre: forma 70">
            <a:extLst>
              <a:ext uri="{FF2B5EF4-FFF2-40B4-BE49-F238E27FC236}">
                <a16:creationId xmlns:a16="http://schemas.microsoft.com/office/drawing/2014/main" id="{7AFA7F7B-96E3-468B-4F3C-3418422CFF56}"/>
              </a:ext>
            </a:extLst>
          </p:cNvPr>
          <p:cNvSpPr/>
          <p:nvPr/>
        </p:nvSpPr>
        <p:spPr>
          <a:xfrm>
            <a:off x="1574029" y="2346575"/>
            <a:ext cx="28491" cy="35790"/>
          </a:xfrm>
          <a:custGeom>
            <a:avLst/>
            <a:gdLst>
              <a:gd name="csX0" fmla="*/ 11768 w 28491"/>
              <a:gd name="csY0" fmla="*/ 34872 h 35790"/>
              <a:gd name="csX1" fmla="*/ 805 w 28491"/>
              <a:gd name="csY1" fmla="*/ 25413 h 35790"/>
              <a:gd name="csX2" fmla="*/ 7669 w 28491"/>
              <a:gd name="csY2" fmla="*/ 7571 h 35790"/>
              <a:gd name="csX3" fmla="*/ 18379 w 28491"/>
              <a:gd name="csY3" fmla="*/ 2738 h 35790"/>
              <a:gd name="csX4" fmla="*/ 23574 w 28491"/>
              <a:gd name="csY4" fmla="*/ 11696 h 35790"/>
              <a:gd name="csX5" fmla="*/ 28193 w 28491"/>
              <a:gd name="csY5" fmla="*/ 24987 h 35790"/>
              <a:gd name="csX6" fmla="*/ 11768 w 28491"/>
              <a:gd name="csY6" fmla="*/ 34872 h 35790"/>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8491" h="35790">
                <a:moveTo>
                  <a:pt x="11768" y="34872"/>
                </a:moveTo>
                <a:cubicBezTo>
                  <a:pt x="4464" y="33733"/>
                  <a:pt x="2519" y="32055"/>
                  <a:pt x="805" y="25413"/>
                </a:cubicBezTo>
                <a:cubicBezTo>
                  <a:pt x="-1017" y="18356"/>
                  <a:pt x="-153" y="16110"/>
                  <a:pt x="7669" y="7571"/>
                </a:cubicBezTo>
                <a:cubicBezTo>
                  <a:pt x="15700" y="-1197"/>
                  <a:pt x="16797" y="-1692"/>
                  <a:pt x="18379" y="2738"/>
                </a:cubicBezTo>
                <a:cubicBezTo>
                  <a:pt x="19348" y="5452"/>
                  <a:pt x="21686" y="9483"/>
                  <a:pt x="23574" y="11696"/>
                </a:cubicBezTo>
                <a:cubicBezTo>
                  <a:pt x="25461" y="13908"/>
                  <a:pt x="27540" y="19890"/>
                  <a:pt x="28193" y="24987"/>
                </a:cubicBezTo>
                <a:cubicBezTo>
                  <a:pt x="29539" y="35505"/>
                  <a:pt x="26717" y="37203"/>
                  <a:pt x="11768" y="34872"/>
                </a:cubicBezTo>
                <a:close/>
              </a:path>
            </a:pathLst>
          </a:custGeom>
          <a:solidFill>
            <a:srgbClr val="CCCCCC"/>
          </a:solidFill>
          <a:ln w="5163" cap="flat">
            <a:noFill/>
            <a:prstDash val="solid"/>
            <a:miter/>
          </a:ln>
        </p:spPr>
        <p:txBody>
          <a:bodyPr/>
          <a:lstStyle/>
          <a:p>
            <a:endParaRPr lang="es-419" noProof="0" dirty="0"/>
          </a:p>
        </p:txBody>
      </p:sp>
      <p:sp>
        <p:nvSpPr>
          <p:cNvPr id="72" name="Forma libre: forma 71">
            <a:extLst>
              <a:ext uri="{FF2B5EF4-FFF2-40B4-BE49-F238E27FC236}">
                <a16:creationId xmlns:a16="http://schemas.microsoft.com/office/drawing/2014/main" id="{92655760-D367-66BD-559B-B4E868D5F4B1}"/>
              </a:ext>
            </a:extLst>
          </p:cNvPr>
          <p:cNvSpPr/>
          <p:nvPr/>
        </p:nvSpPr>
        <p:spPr>
          <a:xfrm>
            <a:off x="1629800" y="2326596"/>
            <a:ext cx="82332" cy="45198"/>
          </a:xfrm>
          <a:custGeom>
            <a:avLst/>
            <a:gdLst>
              <a:gd name="csX0" fmla="*/ 35828 w 82332"/>
              <a:gd name="csY0" fmla="*/ 43172 h 45198"/>
              <a:gd name="csX1" fmla="*/ 20861 w 82332"/>
              <a:gd name="csY1" fmla="*/ 27939 h 45198"/>
              <a:gd name="csX2" fmla="*/ 6710 w 82332"/>
              <a:gd name="csY2" fmla="*/ 16733 h 45198"/>
              <a:gd name="csX3" fmla="*/ 200 w 82332"/>
              <a:gd name="csY3" fmla="*/ 11518 h 45198"/>
              <a:gd name="csX4" fmla="*/ 11960 w 82332"/>
              <a:gd name="csY4" fmla="*/ 5709 h 45198"/>
              <a:gd name="csX5" fmla="*/ 29437 w 82332"/>
              <a:gd name="csY5" fmla="*/ 2139 h 45198"/>
              <a:gd name="csX6" fmla="*/ 38320 w 82332"/>
              <a:gd name="csY6" fmla="*/ 692 h 45198"/>
              <a:gd name="csX7" fmla="*/ 49592 w 82332"/>
              <a:gd name="csY7" fmla="*/ 4355 h 45198"/>
              <a:gd name="csX8" fmla="*/ 61209 w 82332"/>
              <a:gd name="csY8" fmla="*/ 13550 h 45198"/>
              <a:gd name="csX9" fmla="*/ 68838 w 82332"/>
              <a:gd name="csY9" fmla="*/ 19970 h 45198"/>
              <a:gd name="csX10" fmla="*/ 82332 w 82332"/>
              <a:gd name="csY10" fmla="*/ 30233 h 45198"/>
              <a:gd name="csX11" fmla="*/ 75901 w 82332"/>
              <a:gd name="csY11" fmla="*/ 31524 h 45198"/>
              <a:gd name="csX12" fmla="*/ 66358 w 82332"/>
              <a:gd name="csY12" fmla="*/ 36506 h 45198"/>
              <a:gd name="csX13" fmla="*/ 58348 w 82332"/>
              <a:gd name="csY13" fmla="*/ 38866 h 45198"/>
              <a:gd name="csX14" fmla="*/ 47885 w 82332"/>
              <a:gd name="csY14" fmla="*/ 41425 h 45198"/>
              <a:gd name="csX15" fmla="*/ 35828 w 82332"/>
              <a:gd name="csY15" fmla="*/ 43172 h 4519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82332" h="45198">
                <a:moveTo>
                  <a:pt x="35828" y="43172"/>
                </a:moveTo>
                <a:cubicBezTo>
                  <a:pt x="32257" y="41284"/>
                  <a:pt x="25522" y="34429"/>
                  <a:pt x="20861" y="27939"/>
                </a:cubicBezTo>
                <a:cubicBezTo>
                  <a:pt x="14698" y="19357"/>
                  <a:pt x="10840" y="16301"/>
                  <a:pt x="6710" y="16733"/>
                </a:cubicBezTo>
                <a:cubicBezTo>
                  <a:pt x="2564" y="17166"/>
                  <a:pt x="809" y="15760"/>
                  <a:pt x="200" y="11518"/>
                </a:cubicBezTo>
                <a:cubicBezTo>
                  <a:pt x="-566" y="6174"/>
                  <a:pt x="375" y="5709"/>
                  <a:pt x="11960" y="5709"/>
                </a:cubicBezTo>
                <a:cubicBezTo>
                  <a:pt x="18887" y="5709"/>
                  <a:pt x="26751" y="4102"/>
                  <a:pt x="29437" y="2139"/>
                </a:cubicBezTo>
                <a:cubicBezTo>
                  <a:pt x="32427" y="-48"/>
                  <a:pt x="35871" y="-609"/>
                  <a:pt x="38320" y="692"/>
                </a:cubicBezTo>
                <a:cubicBezTo>
                  <a:pt x="40520" y="1860"/>
                  <a:pt x="45592" y="3509"/>
                  <a:pt x="49592" y="4355"/>
                </a:cubicBezTo>
                <a:cubicBezTo>
                  <a:pt x="53972" y="5282"/>
                  <a:pt x="58593" y="8940"/>
                  <a:pt x="61209" y="13550"/>
                </a:cubicBezTo>
                <a:cubicBezTo>
                  <a:pt x="63598" y="17761"/>
                  <a:pt x="67032" y="20650"/>
                  <a:pt x="68838" y="19970"/>
                </a:cubicBezTo>
                <a:cubicBezTo>
                  <a:pt x="71755" y="18872"/>
                  <a:pt x="82332" y="26917"/>
                  <a:pt x="82332" y="30233"/>
                </a:cubicBezTo>
                <a:cubicBezTo>
                  <a:pt x="82332" y="30943"/>
                  <a:pt x="79438" y="31524"/>
                  <a:pt x="75901" y="31524"/>
                </a:cubicBezTo>
                <a:cubicBezTo>
                  <a:pt x="72343" y="31524"/>
                  <a:pt x="68079" y="33750"/>
                  <a:pt x="66358" y="36506"/>
                </a:cubicBezTo>
                <a:cubicBezTo>
                  <a:pt x="63915" y="40418"/>
                  <a:pt x="62194" y="40925"/>
                  <a:pt x="58348" y="38866"/>
                </a:cubicBezTo>
                <a:cubicBezTo>
                  <a:pt x="54563" y="36841"/>
                  <a:pt x="52184" y="37422"/>
                  <a:pt x="47885" y="41425"/>
                </a:cubicBezTo>
                <a:cubicBezTo>
                  <a:pt x="42972" y="45999"/>
                  <a:pt x="41560" y="46204"/>
                  <a:pt x="35828" y="43172"/>
                </a:cubicBezTo>
                <a:close/>
              </a:path>
            </a:pathLst>
          </a:custGeom>
          <a:solidFill>
            <a:srgbClr val="B9B9B9"/>
          </a:solidFill>
          <a:ln w="5163" cap="flat">
            <a:noFill/>
            <a:prstDash val="solid"/>
            <a:miter/>
          </a:ln>
        </p:spPr>
        <p:txBody>
          <a:bodyPr/>
          <a:lstStyle/>
          <a:p>
            <a:endParaRPr lang="es-419" noProof="0" dirty="0"/>
          </a:p>
        </p:txBody>
      </p:sp>
      <p:sp>
        <p:nvSpPr>
          <p:cNvPr id="73" name="Forma libre: forma 72">
            <a:extLst>
              <a:ext uri="{FF2B5EF4-FFF2-40B4-BE49-F238E27FC236}">
                <a16:creationId xmlns:a16="http://schemas.microsoft.com/office/drawing/2014/main" id="{2F7418C0-8D7E-D0EC-814D-B30003C0FFE9}"/>
              </a:ext>
            </a:extLst>
          </p:cNvPr>
          <p:cNvSpPr/>
          <p:nvPr/>
        </p:nvSpPr>
        <p:spPr>
          <a:xfrm>
            <a:off x="1522864" y="2163021"/>
            <a:ext cx="166771" cy="166600"/>
          </a:xfrm>
          <a:custGeom>
            <a:avLst/>
            <a:gdLst>
              <a:gd name="csX0" fmla="*/ 112825 w 166771"/>
              <a:gd name="csY0" fmla="*/ 162186 h 166600"/>
              <a:gd name="csX1" fmla="*/ 93810 w 166771"/>
              <a:gd name="csY1" fmla="*/ 146052 h 166600"/>
              <a:gd name="csX2" fmla="*/ 80847 w 166771"/>
              <a:gd name="csY2" fmla="*/ 139517 h 166600"/>
              <a:gd name="csX3" fmla="*/ 77061 w 166771"/>
              <a:gd name="csY3" fmla="*/ 131529 h 166600"/>
              <a:gd name="csX4" fmla="*/ 56324 w 166771"/>
              <a:gd name="csY4" fmla="*/ 140503 h 166600"/>
              <a:gd name="csX5" fmla="*/ 40835 w 166771"/>
              <a:gd name="csY5" fmla="*/ 134435 h 166600"/>
              <a:gd name="csX6" fmla="*/ 25839 w 166771"/>
              <a:gd name="csY6" fmla="*/ 117575 h 166600"/>
              <a:gd name="csX7" fmla="*/ 603 w 166771"/>
              <a:gd name="csY7" fmla="*/ 103594 h 166600"/>
              <a:gd name="csX8" fmla="*/ 3427 w 166771"/>
              <a:gd name="csY8" fmla="*/ 92334 h 166600"/>
              <a:gd name="csX9" fmla="*/ 16980 w 166771"/>
              <a:gd name="csY9" fmla="*/ 76064 h 166600"/>
              <a:gd name="csX10" fmla="*/ 29744 w 166771"/>
              <a:gd name="csY10" fmla="*/ 65065 h 166600"/>
              <a:gd name="csX11" fmla="*/ 36843 w 166771"/>
              <a:gd name="csY11" fmla="*/ 46479 h 166600"/>
              <a:gd name="csX12" fmla="*/ 44707 w 166771"/>
              <a:gd name="csY12" fmla="*/ 28415 h 166600"/>
              <a:gd name="csX13" fmla="*/ 49507 w 166771"/>
              <a:gd name="csY13" fmla="*/ 27678 h 166600"/>
              <a:gd name="csX14" fmla="*/ 60947 w 166771"/>
              <a:gd name="csY14" fmla="*/ 25763 h 166600"/>
              <a:gd name="csX15" fmla="*/ 70323 w 166771"/>
              <a:gd name="csY15" fmla="*/ 14969 h 166600"/>
              <a:gd name="csX16" fmla="*/ 78890 w 166771"/>
              <a:gd name="csY16" fmla="*/ 12726 h 166600"/>
              <a:gd name="csX17" fmla="*/ 98544 w 166771"/>
              <a:gd name="csY17" fmla="*/ 17873 h 166600"/>
              <a:gd name="csX18" fmla="*/ 112369 w 166771"/>
              <a:gd name="csY18" fmla="*/ 19382 h 166600"/>
              <a:gd name="csX19" fmla="*/ 111333 w 166771"/>
              <a:gd name="csY19" fmla="*/ 10510 h 166600"/>
              <a:gd name="csX20" fmla="*/ 113560 w 166771"/>
              <a:gd name="csY20" fmla="*/ 387 h 166600"/>
              <a:gd name="csX21" fmla="*/ 117960 w 166771"/>
              <a:gd name="csY21" fmla="*/ 7843 h 166600"/>
              <a:gd name="csX22" fmla="*/ 132949 w 166771"/>
              <a:gd name="csY22" fmla="*/ 23283 h 166600"/>
              <a:gd name="csX23" fmla="*/ 137639 w 166771"/>
              <a:gd name="csY23" fmla="*/ 24249 h 166600"/>
              <a:gd name="csX24" fmla="*/ 142971 w 166771"/>
              <a:gd name="csY24" fmla="*/ 28097 h 166600"/>
              <a:gd name="csX25" fmla="*/ 144280 w 166771"/>
              <a:gd name="csY25" fmla="*/ 37270 h 166600"/>
              <a:gd name="csX26" fmla="*/ 141806 w 166771"/>
              <a:gd name="csY26" fmla="*/ 49084 h 166600"/>
              <a:gd name="csX27" fmla="*/ 134976 w 166771"/>
              <a:gd name="csY27" fmla="*/ 50495 h 166600"/>
              <a:gd name="csX28" fmla="*/ 125814 w 166771"/>
              <a:gd name="csY28" fmla="*/ 54367 h 166600"/>
              <a:gd name="csX29" fmla="*/ 117982 w 166771"/>
              <a:gd name="csY29" fmla="*/ 60864 h 166600"/>
              <a:gd name="csX30" fmla="*/ 114406 w 166771"/>
              <a:gd name="csY30" fmla="*/ 64736 h 166600"/>
              <a:gd name="csX31" fmla="*/ 118081 w 166771"/>
              <a:gd name="csY31" fmla="*/ 68608 h 166600"/>
              <a:gd name="csX32" fmla="*/ 117880 w 166771"/>
              <a:gd name="csY32" fmla="*/ 76375 h 166600"/>
              <a:gd name="csX33" fmla="*/ 120902 w 166771"/>
              <a:gd name="csY33" fmla="*/ 101250 h 166600"/>
              <a:gd name="csX34" fmla="*/ 146578 w 166771"/>
              <a:gd name="csY34" fmla="*/ 85070 h 166600"/>
              <a:gd name="csX35" fmla="*/ 165866 w 166771"/>
              <a:gd name="csY35" fmla="*/ 78619 h 166600"/>
              <a:gd name="csX36" fmla="*/ 158858 w 166771"/>
              <a:gd name="csY36" fmla="*/ 93393 h 166600"/>
              <a:gd name="csX37" fmla="*/ 145606 w 166771"/>
              <a:gd name="csY37" fmla="*/ 103389 h 166600"/>
              <a:gd name="csX38" fmla="*/ 146405 w 166771"/>
              <a:gd name="csY38" fmla="*/ 113844 h 166600"/>
              <a:gd name="csX39" fmla="*/ 151373 w 166771"/>
              <a:gd name="csY39" fmla="*/ 126271 h 166600"/>
              <a:gd name="csX40" fmla="*/ 146320 w 166771"/>
              <a:gd name="csY40" fmla="*/ 138511 h 166600"/>
              <a:gd name="csX41" fmla="*/ 142802 w 166771"/>
              <a:gd name="csY41" fmla="*/ 150216 h 166600"/>
              <a:gd name="csX42" fmla="*/ 135305 w 166771"/>
              <a:gd name="csY42" fmla="*/ 162275 h 166600"/>
              <a:gd name="csX43" fmla="*/ 112825 w 166771"/>
              <a:gd name="csY43" fmla="*/ 162186 h 1666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66771" h="166600">
                <a:moveTo>
                  <a:pt x="112825" y="162186"/>
                </a:moveTo>
                <a:cubicBezTo>
                  <a:pt x="107924" y="146593"/>
                  <a:pt x="107287" y="146052"/>
                  <a:pt x="93810" y="146052"/>
                </a:cubicBezTo>
                <a:cubicBezTo>
                  <a:pt x="81661" y="146052"/>
                  <a:pt x="80847" y="145641"/>
                  <a:pt x="80847" y="139517"/>
                </a:cubicBezTo>
                <a:cubicBezTo>
                  <a:pt x="80847" y="135923"/>
                  <a:pt x="79143" y="132329"/>
                  <a:pt x="77061" y="131529"/>
                </a:cubicBezTo>
                <a:cubicBezTo>
                  <a:pt x="70944" y="129182"/>
                  <a:pt x="59116" y="134300"/>
                  <a:pt x="56324" y="140503"/>
                </a:cubicBezTo>
                <a:cubicBezTo>
                  <a:pt x="52116" y="149848"/>
                  <a:pt x="43882" y="146622"/>
                  <a:pt x="40835" y="134435"/>
                </a:cubicBezTo>
                <a:cubicBezTo>
                  <a:pt x="37208" y="119926"/>
                  <a:pt x="35198" y="117667"/>
                  <a:pt x="25839" y="117575"/>
                </a:cubicBezTo>
                <a:cubicBezTo>
                  <a:pt x="16487" y="117484"/>
                  <a:pt x="-3740" y="106278"/>
                  <a:pt x="603" y="103594"/>
                </a:cubicBezTo>
                <a:cubicBezTo>
                  <a:pt x="2143" y="102641"/>
                  <a:pt x="3414" y="97575"/>
                  <a:pt x="3427" y="92334"/>
                </a:cubicBezTo>
                <a:cubicBezTo>
                  <a:pt x="3448" y="83428"/>
                  <a:pt x="4333" y="82366"/>
                  <a:pt x="16980" y="76064"/>
                </a:cubicBezTo>
                <a:cubicBezTo>
                  <a:pt x="26201" y="71468"/>
                  <a:pt x="30266" y="67966"/>
                  <a:pt x="29744" y="65065"/>
                </a:cubicBezTo>
                <a:cubicBezTo>
                  <a:pt x="29324" y="62724"/>
                  <a:pt x="32518" y="54360"/>
                  <a:pt x="36843" y="46479"/>
                </a:cubicBezTo>
                <a:cubicBezTo>
                  <a:pt x="41168" y="38598"/>
                  <a:pt x="44707" y="30469"/>
                  <a:pt x="44707" y="28415"/>
                </a:cubicBezTo>
                <a:cubicBezTo>
                  <a:pt x="44707" y="25420"/>
                  <a:pt x="45659" y="25274"/>
                  <a:pt x="49507" y="27678"/>
                </a:cubicBezTo>
                <a:cubicBezTo>
                  <a:pt x="53370" y="30090"/>
                  <a:pt x="55603" y="29716"/>
                  <a:pt x="60947" y="25763"/>
                </a:cubicBezTo>
                <a:cubicBezTo>
                  <a:pt x="64599" y="23062"/>
                  <a:pt x="68819" y="18205"/>
                  <a:pt x="70323" y="14969"/>
                </a:cubicBezTo>
                <a:cubicBezTo>
                  <a:pt x="72821" y="9600"/>
                  <a:pt x="73567" y="9404"/>
                  <a:pt x="78890" y="12726"/>
                </a:cubicBezTo>
                <a:cubicBezTo>
                  <a:pt x="82096" y="14727"/>
                  <a:pt x="90941" y="17044"/>
                  <a:pt x="98544" y="17873"/>
                </a:cubicBezTo>
                <a:lnTo>
                  <a:pt x="112369" y="19382"/>
                </a:lnTo>
                <a:lnTo>
                  <a:pt x="111333" y="10510"/>
                </a:lnTo>
                <a:cubicBezTo>
                  <a:pt x="110680" y="4917"/>
                  <a:pt x="111503" y="1176"/>
                  <a:pt x="113560" y="387"/>
                </a:cubicBezTo>
                <a:cubicBezTo>
                  <a:pt x="117812" y="-1245"/>
                  <a:pt x="120015" y="2488"/>
                  <a:pt x="117960" y="7843"/>
                </a:cubicBezTo>
                <a:cubicBezTo>
                  <a:pt x="115692" y="13753"/>
                  <a:pt x="126829" y="25225"/>
                  <a:pt x="132949" y="23283"/>
                </a:cubicBezTo>
                <a:cubicBezTo>
                  <a:pt x="135529" y="22464"/>
                  <a:pt x="137639" y="22899"/>
                  <a:pt x="137639" y="24249"/>
                </a:cubicBezTo>
                <a:cubicBezTo>
                  <a:pt x="137639" y="25599"/>
                  <a:pt x="140039" y="27330"/>
                  <a:pt x="142971" y="28097"/>
                </a:cubicBezTo>
                <a:cubicBezTo>
                  <a:pt x="148037" y="29422"/>
                  <a:pt x="148102" y="29879"/>
                  <a:pt x="144280" y="37270"/>
                </a:cubicBezTo>
                <a:cubicBezTo>
                  <a:pt x="142067" y="41548"/>
                  <a:pt x="140954" y="46864"/>
                  <a:pt x="141806" y="49084"/>
                </a:cubicBezTo>
                <a:cubicBezTo>
                  <a:pt x="143608" y="53779"/>
                  <a:pt x="141808" y="54151"/>
                  <a:pt x="134976" y="50495"/>
                </a:cubicBezTo>
                <a:cubicBezTo>
                  <a:pt x="130992" y="48362"/>
                  <a:pt x="129272" y="49089"/>
                  <a:pt x="125814" y="54367"/>
                </a:cubicBezTo>
                <a:cubicBezTo>
                  <a:pt x="123473" y="57940"/>
                  <a:pt x="119948" y="60864"/>
                  <a:pt x="117982" y="60864"/>
                </a:cubicBezTo>
                <a:cubicBezTo>
                  <a:pt x="116015" y="60864"/>
                  <a:pt x="114406" y="62606"/>
                  <a:pt x="114406" y="64736"/>
                </a:cubicBezTo>
                <a:cubicBezTo>
                  <a:pt x="114406" y="66866"/>
                  <a:pt x="116060" y="68608"/>
                  <a:pt x="118081" y="68608"/>
                </a:cubicBezTo>
                <a:cubicBezTo>
                  <a:pt x="121214" y="68608"/>
                  <a:pt x="121185" y="69751"/>
                  <a:pt x="117880" y="76375"/>
                </a:cubicBezTo>
                <a:cubicBezTo>
                  <a:pt x="113557" y="85043"/>
                  <a:pt x="115262" y="99086"/>
                  <a:pt x="120902" y="101250"/>
                </a:cubicBezTo>
                <a:cubicBezTo>
                  <a:pt x="125974" y="103196"/>
                  <a:pt x="134577" y="97775"/>
                  <a:pt x="146578" y="85070"/>
                </a:cubicBezTo>
                <a:cubicBezTo>
                  <a:pt x="158352" y="72606"/>
                  <a:pt x="161996" y="71387"/>
                  <a:pt x="165866" y="78619"/>
                </a:cubicBezTo>
                <a:cubicBezTo>
                  <a:pt x="167980" y="82568"/>
                  <a:pt x="166683" y="85304"/>
                  <a:pt x="158858" y="93393"/>
                </a:cubicBezTo>
                <a:cubicBezTo>
                  <a:pt x="153577" y="98853"/>
                  <a:pt x="147613" y="103351"/>
                  <a:pt x="145606" y="103389"/>
                </a:cubicBezTo>
                <a:cubicBezTo>
                  <a:pt x="139218" y="103509"/>
                  <a:pt x="139670" y="109432"/>
                  <a:pt x="146405" y="113844"/>
                </a:cubicBezTo>
                <a:cubicBezTo>
                  <a:pt x="151813" y="117388"/>
                  <a:pt x="152650" y="119482"/>
                  <a:pt x="151373" y="126271"/>
                </a:cubicBezTo>
                <a:cubicBezTo>
                  <a:pt x="150529" y="130761"/>
                  <a:pt x="148255" y="136269"/>
                  <a:pt x="146320" y="138511"/>
                </a:cubicBezTo>
                <a:cubicBezTo>
                  <a:pt x="144385" y="140752"/>
                  <a:pt x="142802" y="146020"/>
                  <a:pt x="142802" y="150216"/>
                </a:cubicBezTo>
                <a:cubicBezTo>
                  <a:pt x="142802" y="155900"/>
                  <a:pt x="140890" y="158975"/>
                  <a:pt x="135305" y="162275"/>
                </a:cubicBezTo>
                <a:cubicBezTo>
                  <a:pt x="125481" y="168078"/>
                  <a:pt x="114663" y="168035"/>
                  <a:pt x="112825" y="162186"/>
                </a:cubicBezTo>
                <a:close/>
              </a:path>
            </a:pathLst>
          </a:custGeom>
          <a:solidFill>
            <a:srgbClr val="B9B9B9"/>
          </a:solidFill>
          <a:ln w="5163" cap="flat">
            <a:noFill/>
            <a:prstDash val="solid"/>
            <a:miter/>
          </a:ln>
        </p:spPr>
        <p:txBody>
          <a:bodyPr/>
          <a:lstStyle/>
          <a:p>
            <a:endParaRPr lang="es-419" noProof="0" dirty="0"/>
          </a:p>
        </p:txBody>
      </p:sp>
      <p:sp>
        <p:nvSpPr>
          <p:cNvPr id="74" name="Forma libre: forma 73">
            <a:extLst>
              <a:ext uri="{FF2B5EF4-FFF2-40B4-BE49-F238E27FC236}">
                <a16:creationId xmlns:a16="http://schemas.microsoft.com/office/drawing/2014/main" id="{5385FC02-10F3-A09E-BACB-D3F48E07C2ED}"/>
              </a:ext>
            </a:extLst>
          </p:cNvPr>
          <p:cNvSpPr/>
          <p:nvPr/>
        </p:nvSpPr>
        <p:spPr>
          <a:xfrm>
            <a:off x="1152549" y="1816032"/>
            <a:ext cx="278306" cy="369963"/>
          </a:xfrm>
          <a:custGeom>
            <a:avLst/>
            <a:gdLst>
              <a:gd name="csX0" fmla="*/ 34904 w 278306"/>
              <a:gd name="csY0" fmla="*/ 369743 h 369963"/>
              <a:gd name="csX1" fmla="*/ 30386 w 278306"/>
              <a:gd name="csY1" fmla="*/ 366534 h 369963"/>
              <a:gd name="csX2" fmla="*/ 24882 w 278306"/>
              <a:gd name="csY2" fmla="*/ 362569 h 369963"/>
              <a:gd name="csX3" fmla="*/ 21927 w 278306"/>
              <a:gd name="csY3" fmla="*/ 359169 h 369963"/>
              <a:gd name="csX4" fmla="*/ 27578 w 278306"/>
              <a:gd name="csY4" fmla="*/ 347996 h 369963"/>
              <a:gd name="csX5" fmla="*/ 35410 w 278306"/>
              <a:gd name="csY5" fmla="*/ 332463 h 369963"/>
              <a:gd name="csX6" fmla="*/ 46301 w 278306"/>
              <a:gd name="csY6" fmla="*/ 305733 h 369963"/>
              <a:gd name="csX7" fmla="*/ 51274 w 278306"/>
              <a:gd name="csY7" fmla="*/ 305469 h 369963"/>
              <a:gd name="csX8" fmla="*/ 85602 w 278306"/>
              <a:gd name="csY8" fmla="*/ 259605 h 369963"/>
              <a:gd name="csX9" fmla="*/ 77041 w 278306"/>
              <a:gd name="csY9" fmla="*/ 247151 h 369963"/>
              <a:gd name="csX10" fmla="*/ 56201 w 278306"/>
              <a:gd name="csY10" fmla="*/ 259540 h 369963"/>
              <a:gd name="csX11" fmla="*/ 43804 w 278306"/>
              <a:gd name="csY11" fmla="*/ 271918 h 369963"/>
              <a:gd name="csX12" fmla="*/ 42369 w 278306"/>
              <a:gd name="csY12" fmla="*/ 249815 h 369963"/>
              <a:gd name="csX13" fmla="*/ 41724 w 278306"/>
              <a:gd name="csY13" fmla="*/ 231013 h 369963"/>
              <a:gd name="csX14" fmla="*/ 29106 w 278306"/>
              <a:gd name="csY14" fmla="*/ 240028 h 369963"/>
              <a:gd name="csX15" fmla="*/ 22444 w 278306"/>
              <a:gd name="csY15" fmla="*/ 254379 h 369963"/>
              <a:gd name="csX16" fmla="*/ 24802 w 278306"/>
              <a:gd name="csY16" fmla="*/ 241025 h 369963"/>
              <a:gd name="csX17" fmla="*/ 33753 w 278306"/>
              <a:gd name="csY17" fmla="*/ 223416 h 369963"/>
              <a:gd name="csX18" fmla="*/ 20060 w 278306"/>
              <a:gd name="csY18" fmla="*/ 211002 h 369963"/>
              <a:gd name="csX19" fmla="*/ 12798 w 278306"/>
              <a:gd name="csY19" fmla="*/ 218762 h 369963"/>
              <a:gd name="csX20" fmla="*/ 14913 w 278306"/>
              <a:gd name="csY20" fmla="*/ 227151 h 369963"/>
              <a:gd name="csX21" fmla="*/ 17013 w 278306"/>
              <a:gd name="csY21" fmla="*/ 232960 h 369963"/>
              <a:gd name="csX22" fmla="*/ 9735 w 278306"/>
              <a:gd name="csY22" fmla="*/ 237857 h 369963"/>
              <a:gd name="csX23" fmla="*/ 1293 w 278306"/>
              <a:gd name="csY23" fmla="*/ 233984 h 369963"/>
              <a:gd name="csX24" fmla="*/ 5050 w 278306"/>
              <a:gd name="csY24" fmla="*/ 166825 h 369963"/>
              <a:gd name="csX25" fmla="*/ 13098 w 278306"/>
              <a:gd name="csY25" fmla="*/ 148470 h 369963"/>
              <a:gd name="csX26" fmla="*/ 17479 w 278306"/>
              <a:gd name="csY26" fmla="*/ 142324 h 369963"/>
              <a:gd name="csX27" fmla="*/ 23957 w 278306"/>
              <a:gd name="csY27" fmla="*/ 139382 h 369963"/>
              <a:gd name="csX28" fmla="*/ 29365 w 278306"/>
              <a:gd name="csY28" fmla="*/ 127120 h 369963"/>
              <a:gd name="csX29" fmla="*/ 37749 w 278306"/>
              <a:gd name="csY29" fmla="*/ 97729 h 369963"/>
              <a:gd name="csX30" fmla="*/ 49507 w 278306"/>
              <a:gd name="csY30" fmla="*/ 88122 h 369963"/>
              <a:gd name="csX31" fmla="*/ 58774 w 278306"/>
              <a:gd name="csY31" fmla="*/ 77796 h 369963"/>
              <a:gd name="csX32" fmla="*/ 64863 w 278306"/>
              <a:gd name="csY32" fmla="*/ 68721 h 369963"/>
              <a:gd name="csX33" fmla="*/ 80119 w 278306"/>
              <a:gd name="csY33" fmla="*/ 65404 h 369963"/>
              <a:gd name="csX34" fmla="*/ 105248 w 278306"/>
              <a:gd name="csY34" fmla="*/ 69057 h 369963"/>
              <a:gd name="csX35" fmla="*/ 132354 w 278306"/>
              <a:gd name="csY35" fmla="*/ 69793 h 369963"/>
              <a:gd name="csX36" fmla="*/ 147842 w 278306"/>
              <a:gd name="csY36" fmla="*/ 68392 h 369963"/>
              <a:gd name="csX37" fmla="*/ 148600 w 278306"/>
              <a:gd name="csY37" fmla="*/ 51194 h 369963"/>
              <a:gd name="csX38" fmla="*/ 143045 w 278306"/>
              <a:gd name="csY38" fmla="*/ 18458 h 369963"/>
              <a:gd name="csX39" fmla="*/ 138200 w 278306"/>
              <a:gd name="csY39" fmla="*/ 1452 h 369963"/>
              <a:gd name="csX40" fmla="*/ 176238 w 278306"/>
              <a:gd name="csY40" fmla="*/ 4099 h 369963"/>
              <a:gd name="csX41" fmla="*/ 200117 w 278306"/>
              <a:gd name="csY41" fmla="*/ 11594 h 369963"/>
              <a:gd name="csX42" fmla="*/ 208506 w 278306"/>
              <a:gd name="csY42" fmla="*/ 17328 h 369963"/>
              <a:gd name="csX43" fmla="*/ 213126 w 278306"/>
              <a:gd name="csY43" fmla="*/ 22327 h 369963"/>
              <a:gd name="csX44" fmla="*/ 220224 w 278306"/>
              <a:gd name="csY44" fmla="*/ 29184 h 369963"/>
              <a:gd name="csX45" fmla="*/ 234966 w 278306"/>
              <a:gd name="csY45" fmla="*/ 33975 h 369963"/>
              <a:gd name="csX46" fmla="*/ 247228 w 278306"/>
              <a:gd name="csY46" fmla="*/ 35904 h 369963"/>
              <a:gd name="csX47" fmla="*/ 256714 w 278306"/>
              <a:gd name="csY47" fmla="*/ 49191 h 369963"/>
              <a:gd name="csX48" fmla="*/ 272203 w 278306"/>
              <a:gd name="csY48" fmla="*/ 58184 h 369963"/>
              <a:gd name="csX49" fmla="*/ 271714 w 278306"/>
              <a:gd name="csY49" fmla="*/ 67589 h 369963"/>
              <a:gd name="csX50" fmla="*/ 263105 w 278306"/>
              <a:gd name="csY50" fmla="*/ 78504 h 369963"/>
              <a:gd name="csX51" fmla="*/ 254303 w 278306"/>
              <a:gd name="csY51" fmla="*/ 85750 h 369963"/>
              <a:gd name="csX52" fmla="*/ 246105 w 278306"/>
              <a:gd name="csY52" fmla="*/ 101699 h 369963"/>
              <a:gd name="csX53" fmla="*/ 227494 w 278306"/>
              <a:gd name="csY53" fmla="*/ 130702 h 369963"/>
              <a:gd name="csX54" fmla="*/ 183924 w 278306"/>
              <a:gd name="csY54" fmla="*/ 160034 h 369963"/>
              <a:gd name="csX55" fmla="*/ 153537 w 278306"/>
              <a:gd name="csY55" fmla="*/ 173778 h 369963"/>
              <a:gd name="csX56" fmla="*/ 157053 w 278306"/>
              <a:gd name="csY56" fmla="*/ 181528 h 369963"/>
              <a:gd name="csX57" fmla="*/ 160436 w 278306"/>
              <a:gd name="csY57" fmla="*/ 193225 h 369963"/>
              <a:gd name="csX58" fmla="*/ 180263 w 278306"/>
              <a:gd name="csY58" fmla="*/ 225950 h 369963"/>
              <a:gd name="csX59" fmla="*/ 194663 w 278306"/>
              <a:gd name="csY59" fmla="*/ 239264 h 369963"/>
              <a:gd name="csX60" fmla="*/ 204770 w 278306"/>
              <a:gd name="csY60" fmla="*/ 247088 h 369963"/>
              <a:gd name="csX61" fmla="*/ 210897 w 278306"/>
              <a:gd name="csY61" fmla="*/ 244424 h 369963"/>
              <a:gd name="csX62" fmla="*/ 229158 w 278306"/>
              <a:gd name="csY62" fmla="*/ 228391 h 369963"/>
              <a:gd name="csX63" fmla="*/ 234321 w 278306"/>
              <a:gd name="csY63" fmla="*/ 228442 h 369963"/>
              <a:gd name="csX64" fmla="*/ 234966 w 278306"/>
              <a:gd name="csY64" fmla="*/ 250091 h 369963"/>
              <a:gd name="csX65" fmla="*/ 235014 w 278306"/>
              <a:gd name="csY65" fmla="*/ 261191 h 369963"/>
              <a:gd name="csX66" fmla="*/ 230353 w 278306"/>
              <a:gd name="csY66" fmla="*/ 300578 h 369963"/>
              <a:gd name="csX67" fmla="*/ 224337 w 278306"/>
              <a:gd name="csY67" fmla="*/ 308123 h 369963"/>
              <a:gd name="csX68" fmla="*/ 215823 w 278306"/>
              <a:gd name="csY68" fmla="*/ 299799 h 369963"/>
              <a:gd name="csX69" fmla="*/ 202099 w 278306"/>
              <a:gd name="csY69" fmla="*/ 292094 h 369963"/>
              <a:gd name="csX70" fmla="*/ 185246 w 278306"/>
              <a:gd name="csY70" fmla="*/ 278805 h 369963"/>
              <a:gd name="csX71" fmla="*/ 173928 w 278306"/>
              <a:gd name="csY71" fmla="*/ 260086 h 369963"/>
              <a:gd name="csX72" fmla="*/ 159486 w 278306"/>
              <a:gd name="csY72" fmla="*/ 251642 h 369963"/>
              <a:gd name="csX73" fmla="*/ 135920 w 278306"/>
              <a:gd name="csY73" fmla="*/ 263292 h 369963"/>
              <a:gd name="csX74" fmla="*/ 128496 w 278306"/>
              <a:gd name="csY74" fmla="*/ 268428 h 369963"/>
              <a:gd name="csX75" fmla="*/ 118324 w 278306"/>
              <a:gd name="csY75" fmla="*/ 277403 h 369963"/>
              <a:gd name="csX76" fmla="*/ 102749 w 278306"/>
              <a:gd name="csY76" fmla="*/ 302843 h 369963"/>
              <a:gd name="csX77" fmla="*/ 111986 w 278306"/>
              <a:gd name="csY77" fmla="*/ 325389 h 369963"/>
              <a:gd name="csX78" fmla="*/ 124791 w 278306"/>
              <a:gd name="csY78" fmla="*/ 345325 h 369963"/>
              <a:gd name="csX79" fmla="*/ 112525 w 278306"/>
              <a:gd name="csY79" fmla="*/ 358252 h 369963"/>
              <a:gd name="csX80" fmla="*/ 61364 w 278306"/>
              <a:gd name="csY80" fmla="*/ 367059 h 369963"/>
              <a:gd name="csX81" fmla="*/ 45875 w 278306"/>
              <a:gd name="csY81" fmla="*/ 368630 h 369963"/>
              <a:gd name="csX82" fmla="*/ 34904 w 278306"/>
              <a:gd name="csY82" fmla="*/ 369743 h 3699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Lst>
            <a:rect l="l" t="t" r="r" b="b"/>
            <a:pathLst>
              <a:path w="278306" h="369963">
                <a:moveTo>
                  <a:pt x="34904" y="369743"/>
                </a:moveTo>
                <a:cubicBezTo>
                  <a:pt x="32419" y="369198"/>
                  <a:pt x="30386" y="367754"/>
                  <a:pt x="30386" y="366534"/>
                </a:cubicBezTo>
                <a:cubicBezTo>
                  <a:pt x="30386" y="365314"/>
                  <a:pt x="27909" y="363530"/>
                  <a:pt x="24882" y="362569"/>
                </a:cubicBezTo>
                <a:cubicBezTo>
                  <a:pt x="21855" y="361609"/>
                  <a:pt x="20525" y="360078"/>
                  <a:pt x="21927" y="359169"/>
                </a:cubicBezTo>
                <a:cubicBezTo>
                  <a:pt x="23328" y="358259"/>
                  <a:pt x="25871" y="353231"/>
                  <a:pt x="27578" y="347996"/>
                </a:cubicBezTo>
                <a:cubicBezTo>
                  <a:pt x="29284" y="342760"/>
                  <a:pt x="32809" y="335771"/>
                  <a:pt x="35410" y="332463"/>
                </a:cubicBezTo>
                <a:cubicBezTo>
                  <a:pt x="41776" y="324371"/>
                  <a:pt x="48428" y="308044"/>
                  <a:pt x="46301" y="305733"/>
                </a:cubicBezTo>
                <a:cubicBezTo>
                  <a:pt x="45357" y="304708"/>
                  <a:pt x="47595" y="304589"/>
                  <a:pt x="51274" y="305469"/>
                </a:cubicBezTo>
                <a:cubicBezTo>
                  <a:pt x="65489" y="308870"/>
                  <a:pt x="84946" y="282874"/>
                  <a:pt x="85602" y="259605"/>
                </a:cubicBezTo>
                <a:cubicBezTo>
                  <a:pt x="85868" y="250143"/>
                  <a:pt x="85296" y="249310"/>
                  <a:pt x="77041" y="247151"/>
                </a:cubicBezTo>
                <a:cubicBezTo>
                  <a:pt x="64390" y="243842"/>
                  <a:pt x="56201" y="248710"/>
                  <a:pt x="56201" y="259540"/>
                </a:cubicBezTo>
                <a:cubicBezTo>
                  <a:pt x="56201" y="269382"/>
                  <a:pt x="51616" y="273960"/>
                  <a:pt x="43804" y="271918"/>
                </a:cubicBezTo>
                <a:cubicBezTo>
                  <a:pt x="37009" y="270141"/>
                  <a:pt x="36944" y="269149"/>
                  <a:pt x="42369" y="249815"/>
                </a:cubicBezTo>
                <a:cubicBezTo>
                  <a:pt x="46434" y="235327"/>
                  <a:pt x="46408" y="234559"/>
                  <a:pt x="41724" y="231013"/>
                </a:cubicBezTo>
                <a:cubicBezTo>
                  <a:pt x="34464" y="225517"/>
                  <a:pt x="33758" y="226021"/>
                  <a:pt x="29106" y="240028"/>
                </a:cubicBezTo>
                <a:cubicBezTo>
                  <a:pt x="26753" y="247111"/>
                  <a:pt x="23756" y="253568"/>
                  <a:pt x="22444" y="254379"/>
                </a:cubicBezTo>
                <a:cubicBezTo>
                  <a:pt x="19454" y="256227"/>
                  <a:pt x="19357" y="256781"/>
                  <a:pt x="24802" y="241025"/>
                </a:cubicBezTo>
                <a:cubicBezTo>
                  <a:pt x="27318" y="233748"/>
                  <a:pt x="31345" y="225823"/>
                  <a:pt x="33753" y="223416"/>
                </a:cubicBezTo>
                <a:cubicBezTo>
                  <a:pt x="41536" y="215633"/>
                  <a:pt x="38403" y="212792"/>
                  <a:pt x="20060" y="211002"/>
                </a:cubicBezTo>
                <a:cubicBezTo>
                  <a:pt x="14508" y="210460"/>
                  <a:pt x="13494" y="211544"/>
                  <a:pt x="12798" y="218762"/>
                </a:cubicBezTo>
                <a:cubicBezTo>
                  <a:pt x="12315" y="223766"/>
                  <a:pt x="13169" y="227151"/>
                  <a:pt x="14913" y="227151"/>
                </a:cubicBezTo>
                <a:cubicBezTo>
                  <a:pt x="16522" y="227151"/>
                  <a:pt x="17467" y="229765"/>
                  <a:pt x="17013" y="232960"/>
                </a:cubicBezTo>
                <a:cubicBezTo>
                  <a:pt x="16365" y="237521"/>
                  <a:pt x="14803" y="238572"/>
                  <a:pt x="9735" y="237857"/>
                </a:cubicBezTo>
                <a:cubicBezTo>
                  <a:pt x="6185" y="237355"/>
                  <a:pt x="2386" y="235613"/>
                  <a:pt x="1293" y="233984"/>
                </a:cubicBezTo>
                <a:cubicBezTo>
                  <a:pt x="-1682" y="229553"/>
                  <a:pt x="858" y="184145"/>
                  <a:pt x="5050" y="166825"/>
                </a:cubicBezTo>
                <a:cubicBezTo>
                  <a:pt x="7067" y="158491"/>
                  <a:pt x="10689" y="150232"/>
                  <a:pt x="13098" y="148470"/>
                </a:cubicBezTo>
                <a:cubicBezTo>
                  <a:pt x="15508" y="146708"/>
                  <a:pt x="17479" y="143943"/>
                  <a:pt x="17479" y="142324"/>
                </a:cubicBezTo>
                <a:cubicBezTo>
                  <a:pt x="17479" y="140706"/>
                  <a:pt x="20394" y="139382"/>
                  <a:pt x="23957" y="139382"/>
                </a:cubicBezTo>
                <a:cubicBezTo>
                  <a:pt x="30115" y="139382"/>
                  <a:pt x="30383" y="138776"/>
                  <a:pt x="29365" y="127120"/>
                </a:cubicBezTo>
                <a:cubicBezTo>
                  <a:pt x="27807" y="109281"/>
                  <a:pt x="29957" y="101744"/>
                  <a:pt x="37749" y="97729"/>
                </a:cubicBezTo>
                <a:cubicBezTo>
                  <a:pt x="41508" y="95792"/>
                  <a:pt x="46799" y="91468"/>
                  <a:pt x="49507" y="88122"/>
                </a:cubicBezTo>
                <a:cubicBezTo>
                  <a:pt x="52214" y="84775"/>
                  <a:pt x="56385" y="80128"/>
                  <a:pt x="58774" y="77796"/>
                </a:cubicBezTo>
                <a:cubicBezTo>
                  <a:pt x="61163" y="75463"/>
                  <a:pt x="63903" y="71380"/>
                  <a:pt x="64863" y="68721"/>
                </a:cubicBezTo>
                <a:cubicBezTo>
                  <a:pt x="66368" y="64550"/>
                  <a:pt x="68459" y="64095"/>
                  <a:pt x="80119" y="65404"/>
                </a:cubicBezTo>
                <a:cubicBezTo>
                  <a:pt x="87551" y="66238"/>
                  <a:pt x="98859" y="67882"/>
                  <a:pt x="105248" y="69057"/>
                </a:cubicBezTo>
                <a:cubicBezTo>
                  <a:pt x="111637" y="70233"/>
                  <a:pt x="123835" y="70564"/>
                  <a:pt x="132354" y="69793"/>
                </a:cubicBezTo>
                <a:lnTo>
                  <a:pt x="147842" y="68392"/>
                </a:lnTo>
                <a:lnTo>
                  <a:pt x="148600" y="51194"/>
                </a:lnTo>
                <a:cubicBezTo>
                  <a:pt x="149196" y="37679"/>
                  <a:pt x="148006" y="30668"/>
                  <a:pt x="143045" y="18458"/>
                </a:cubicBezTo>
                <a:cubicBezTo>
                  <a:pt x="139573" y="9912"/>
                  <a:pt x="137392" y="2259"/>
                  <a:pt x="138200" y="1452"/>
                </a:cubicBezTo>
                <a:cubicBezTo>
                  <a:pt x="141102" y="-1451"/>
                  <a:pt x="166125" y="290"/>
                  <a:pt x="176238" y="4099"/>
                </a:cubicBezTo>
                <a:cubicBezTo>
                  <a:pt x="189419" y="9062"/>
                  <a:pt x="190086" y="9272"/>
                  <a:pt x="200117" y="11594"/>
                </a:cubicBezTo>
                <a:cubicBezTo>
                  <a:pt x="204892" y="12700"/>
                  <a:pt x="208506" y="15170"/>
                  <a:pt x="208506" y="17328"/>
                </a:cubicBezTo>
                <a:cubicBezTo>
                  <a:pt x="208506" y="19413"/>
                  <a:pt x="210585" y="21662"/>
                  <a:pt x="213126" y="22327"/>
                </a:cubicBezTo>
                <a:cubicBezTo>
                  <a:pt x="215666" y="22991"/>
                  <a:pt x="218861" y="26077"/>
                  <a:pt x="220224" y="29184"/>
                </a:cubicBezTo>
                <a:cubicBezTo>
                  <a:pt x="222363" y="34057"/>
                  <a:pt x="224390" y="34715"/>
                  <a:pt x="234966" y="33975"/>
                </a:cubicBezTo>
                <a:cubicBezTo>
                  <a:pt x="242553" y="33444"/>
                  <a:pt x="247228" y="34179"/>
                  <a:pt x="247228" y="35904"/>
                </a:cubicBezTo>
                <a:cubicBezTo>
                  <a:pt x="247228" y="37437"/>
                  <a:pt x="251497" y="43416"/>
                  <a:pt x="256714" y="49191"/>
                </a:cubicBezTo>
                <a:cubicBezTo>
                  <a:pt x="264193" y="57469"/>
                  <a:pt x="267470" y="59372"/>
                  <a:pt x="272203" y="58184"/>
                </a:cubicBezTo>
                <a:cubicBezTo>
                  <a:pt x="280616" y="56072"/>
                  <a:pt x="280219" y="63714"/>
                  <a:pt x="271714" y="67589"/>
                </a:cubicBezTo>
                <a:cubicBezTo>
                  <a:pt x="267863" y="69343"/>
                  <a:pt x="264361" y="73784"/>
                  <a:pt x="263105" y="78504"/>
                </a:cubicBezTo>
                <a:cubicBezTo>
                  <a:pt x="261351" y="85098"/>
                  <a:pt x="259842" y="86340"/>
                  <a:pt x="254303" y="85750"/>
                </a:cubicBezTo>
                <a:cubicBezTo>
                  <a:pt x="246592" y="84928"/>
                  <a:pt x="243436" y="91067"/>
                  <a:pt x="246105" y="101699"/>
                </a:cubicBezTo>
                <a:cubicBezTo>
                  <a:pt x="247533" y="107389"/>
                  <a:pt x="244867" y="111544"/>
                  <a:pt x="227494" y="130702"/>
                </a:cubicBezTo>
                <a:cubicBezTo>
                  <a:pt x="207371" y="152893"/>
                  <a:pt x="196764" y="160034"/>
                  <a:pt x="183924" y="160034"/>
                </a:cubicBezTo>
                <a:cubicBezTo>
                  <a:pt x="175394" y="160034"/>
                  <a:pt x="155328" y="169109"/>
                  <a:pt x="153537" y="173778"/>
                </a:cubicBezTo>
                <a:cubicBezTo>
                  <a:pt x="152784" y="175740"/>
                  <a:pt x="154366" y="179227"/>
                  <a:pt x="157053" y="181528"/>
                </a:cubicBezTo>
                <a:cubicBezTo>
                  <a:pt x="160618" y="184580"/>
                  <a:pt x="161532" y="187741"/>
                  <a:pt x="160436" y="193225"/>
                </a:cubicBezTo>
                <a:cubicBezTo>
                  <a:pt x="158065" y="205081"/>
                  <a:pt x="165477" y="217314"/>
                  <a:pt x="180263" y="225950"/>
                </a:cubicBezTo>
                <a:cubicBezTo>
                  <a:pt x="187814" y="230360"/>
                  <a:pt x="193823" y="235916"/>
                  <a:pt x="194663" y="239264"/>
                </a:cubicBezTo>
                <a:cubicBezTo>
                  <a:pt x="196711" y="247420"/>
                  <a:pt x="202826" y="252154"/>
                  <a:pt x="204770" y="247088"/>
                </a:cubicBezTo>
                <a:cubicBezTo>
                  <a:pt x="205617" y="244882"/>
                  <a:pt x="208258" y="243734"/>
                  <a:pt x="210897" y="244424"/>
                </a:cubicBezTo>
                <a:cubicBezTo>
                  <a:pt x="216566" y="245906"/>
                  <a:pt x="229158" y="234851"/>
                  <a:pt x="229158" y="228391"/>
                </a:cubicBezTo>
                <a:cubicBezTo>
                  <a:pt x="229158" y="223967"/>
                  <a:pt x="229378" y="223969"/>
                  <a:pt x="234321" y="228442"/>
                </a:cubicBezTo>
                <a:cubicBezTo>
                  <a:pt x="240730" y="234242"/>
                  <a:pt x="241099" y="246636"/>
                  <a:pt x="234966" y="250091"/>
                </a:cubicBezTo>
                <a:cubicBezTo>
                  <a:pt x="230667" y="252513"/>
                  <a:pt x="230669" y="253050"/>
                  <a:pt x="235014" y="261191"/>
                </a:cubicBezTo>
                <a:cubicBezTo>
                  <a:pt x="240871" y="272165"/>
                  <a:pt x="238755" y="290041"/>
                  <a:pt x="230353" y="300578"/>
                </a:cubicBezTo>
                <a:lnTo>
                  <a:pt x="224337" y="308123"/>
                </a:lnTo>
                <a:lnTo>
                  <a:pt x="215823" y="299799"/>
                </a:lnTo>
                <a:cubicBezTo>
                  <a:pt x="210927" y="295013"/>
                  <a:pt x="205095" y="291738"/>
                  <a:pt x="202099" y="292094"/>
                </a:cubicBezTo>
                <a:cubicBezTo>
                  <a:pt x="194035" y="293052"/>
                  <a:pt x="185277" y="286146"/>
                  <a:pt x="185246" y="278805"/>
                </a:cubicBezTo>
                <a:cubicBezTo>
                  <a:pt x="185229" y="274767"/>
                  <a:pt x="180965" y="267715"/>
                  <a:pt x="173928" y="260086"/>
                </a:cubicBezTo>
                <a:cubicBezTo>
                  <a:pt x="164333" y="249682"/>
                  <a:pt x="162165" y="248415"/>
                  <a:pt x="159486" y="251642"/>
                </a:cubicBezTo>
                <a:cubicBezTo>
                  <a:pt x="155362" y="256612"/>
                  <a:pt x="141849" y="263292"/>
                  <a:pt x="135920" y="263292"/>
                </a:cubicBezTo>
                <a:cubicBezTo>
                  <a:pt x="133348" y="263292"/>
                  <a:pt x="130007" y="265603"/>
                  <a:pt x="128496" y="268428"/>
                </a:cubicBezTo>
                <a:cubicBezTo>
                  <a:pt x="126984" y="271253"/>
                  <a:pt x="122406" y="275292"/>
                  <a:pt x="118324" y="277403"/>
                </a:cubicBezTo>
                <a:cubicBezTo>
                  <a:pt x="105333" y="284120"/>
                  <a:pt x="102661" y="288486"/>
                  <a:pt x="102749" y="302843"/>
                </a:cubicBezTo>
                <a:cubicBezTo>
                  <a:pt x="102826" y="315405"/>
                  <a:pt x="106784" y="325066"/>
                  <a:pt x="111986" y="325389"/>
                </a:cubicBezTo>
                <a:cubicBezTo>
                  <a:pt x="116589" y="325676"/>
                  <a:pt x="126252" y="340721"/>
                  <a:pt x="124791" y="345325"/>
                </a:cubicBezTo>
                <a:cubicBezTo>
                  <a:pt x="123983" y="347870"/>
                  <a:pt x="118463" y="353688"/>
                  <a:pt x="112525" y="358252"/>
                </a:cubicBezTo>
                <a:cubicBezTo>
                  <a:pt x="101535" y="366699"/>
                  <a:pt x="89725" y="368732"/>
                  <a:pt x="61364" y="367059"/>
                </a:cubicBezTo>
                <a:cubicBezTo>
                  <a:pt x="56394" y="366766"/>
                  <a:pt x="49424" y="367473"/>
                  <a:pt x="45875" y="368630"/>
                </a:cubicBezTo>
                <a:cubicBezTo>
                  <a:pt x="42325" y="369787"/>
                  <a:pt x="37388" y="370288"/>
                  <a:pt x="34904" y="369743"/>
                </a:cubicBezTo>
                <a:close/>
              </a:path>
            </a:pathLst>
          </a:custGeom>
          <a:solidFill>
            <a:srgbClr val="B9B9B9"/>
          </a:solidFill>
          <a:ln w="5163" cap="flat">
            <a:noFill/>
            <a:prstDash val="solid"/>
            <a:miter/>
          </a:ln>
        </p:spPr>
        <p:txBody>
          <a:bodyPr/>
          <a:lstStyle/>
          <a:p>
            <a:endParaRPr lang="es-419" noProof="0" dirty="0"/>
          </a:p>
        </p:txBody>
      </p:sp>
      <p:grpSp>
        <p:nvGrpSpPr>
          <p:cNvPr id="75" name="Gráfico 39">
            <a:extLst>
              <a:ext uri="{FF2B5EF4-FFF2-40B4-BE49-F238E27FC236}">
                <a16:creationId xmlns:a16="http://schemas.microsoft.com/office/drawing/2014/main" id="{C58D8331-28E4-C1A8-EE8F-FAB74A5352E8}"/>
              </a:ext>
            </a:extLst>
          </p:cNvPr>
          <p:cNvGrpSpPr/>
          <p:nvPr/>
        </p:nvGrpSpPr>
        <p:grpSpPr>
          <a:xfrm>
            <a:off x="1634957" y="2069316"/>
            <a:ext cx="438046" cy="474569"/>
            <a:chOff x="1634957" y="2069316"/>
            <a:chExt cx="438046" cy="474569"/>
          </a:xfrm>
        </p:grpSpPr>
        <p:sp>
          <p:nvSpPr>
            <p:cNvPr id="76" name="Forma libre: forma 75">
              <a:extLst>
                <a:ext uri="{FF2B5EF4-FFF2-40B4-BE49-F238E27FC236}">
                  <a16:creationId xmlns:a16="http://schemas.microsoft.com/office/drawing/2014/main" id="{2B8494F1-C07D-EB5A-126C-0A8029D0E38B}"/>
                </a:ext>
              </a:extLst>
            </p:cNvPr>
            <p:cNvSpPr/>
            <p:nvPr/>
          </p:nvSpPr>
          <p:spPr>
            <a:xfrm>
              <a:off x="1634957" y="2069316"/>
              <a:ext cx="438046" cy="474569"/>
            </a:xfrm>
            <a:custGeom>
              <a:avLst/>
              <a:gdLst>
                <a:gd name="csX0" fmla="*/ 332739 w 438046"/>
                <a:gd name="csY0" fmla="*/ 469202 h 474569"/>
                <a:gd name="csX1" fmla="*/ 324349 w 438046"/>
                <a:gd name="csY1" fmla="*/ 460541 h 474569"/>
                <a:gd name="csX2" fmla="*/ 306954 w 438046"/>
                <a:gd name="csY2" fmla="*/ 447652 h 474569"/>
                <a:gd name="csX3" fmla="*/ 301522 w 438046"/>
                <a:gd name="csY3" fmla="*/ 436095 h 474569"/>
                <a:gd name="csX4" fmla="*/ 298287 w 438046"/>
                <a:gd name="csY4" fmla="*/ 425621 h 474569"/>
                <a:gd name="csX5" fmla="*/ 291436 w 438046"/>
                <a:gd name="csY5" fmla="*/ 429493 h 474569"/>
                <a:gd name="csX6" fmla="*/ 284162 w 438046"/>
                <a:gd name="csY6" fmla="*/ 433365 h 474569"/>
                <a:gd name="csX7" fmla="*/ 273181 w 438046"/>
                <a:gd name="csY7" fmla="*/ 439996 h 474569"/>
                <a:gd name="csX8" fmla="*/ 246542 w 438046"/>
                <a:gd name="csY8" fmla="*/ 415677 h 474569"/>
                <a:gd name="csX9" fmla="*/ 247543 w 438046"/>
                <a:gd name="csY9" fmla="*/ 398488 h 474569"/>
                <a:gd name="csX10" fmla="*/ 227242 w 438046"/>
                <a:gd name="csY10" fmla="*/ 385770 h 474569"/>
                <a:gd name="csX11" fmla="*/ 216574 w 438046"/>
                <a:gd name="csY11" fmla="*/ 384267 h 474569"/>
                <a:gd name="csX12" fmla="*/ 211411 w 438046"/>
                <a:gd name="csY12" fmla="*/ 381736 h 474569"/>
                <a:gd name="csX13" fmla="*/ 206248 w 438046"/>
                <a:gd name="csY13" fmla="*/ 377864 h 474569"/>
                <a:gd name="csX14" fmla="*/ 201085 w 438046"/>
                <a:gd name="csY14" fmla="*/ 368829 h 474569"/>
                <a:gd name="csX15" fmla="*/ 195840 w 438046"/>
                <a:gd name="csY15" fmla="*/ 360439 h 474569"/>
                <a:gd name="csX16" fmla="*/ 179383 w 438046"/>
                <a:gd name="csY16" fmla="*/ 344572 h 474569"/>
                <a:gd name="csX17" fmla="*/ 166056 w 438046"/>
                <a:gd name="csY17" fmla="*/ 347532 h 474569"/>
                <a:gd name="csX18" fmla="*/ 162127 w 438046"/>
                <a:gd name="csY18" fmla="*/ 363514 h 474569"/>
                <a:gd name="csX19" fmla="*/ 156676 w 438046"/>
                <a:gd name="csY19" fmla="*/ 372397 h 474569"/>
                <a:gd name="csX20" fmla="*/ 152333 w 438046"/>
                <a:gd name="csY20" fmla="*/ 366640 h 474569"/>
                <a:gd name="csX21" fmla="*/ 138487 w 438046"/>
                <a:gd name="csY21" fmla="*/ 364853 h 474569"/>
                <a:gd name="csX22" fmla="*/ 126312 w 438046"/>
                <a:gd name="csY22" fmla="*/ 363833 h 474569"/>
                <a:gd name="csX23" fmla="*/ 123641 w 438046"/>
                <a:gd name="csY23" fmla="*/ 355006 h 474569"/>
                <a:gd name="csX24" fmla="*/ 115723 w 438046"/>
                <a:gd name="csY24" fmla="*/ 349430 h 474569"/>
                <a:gd name="csX25" fmla="*/ 110493 w 438046"/>
                <a:gd name="csY25" fmla="*/ 333027 h 474569"/>
                <a:gd name="csX26" fmla="*/ 115897 w 438046"/>
                <a:gd name="csY26" fmla="*/ 317692 h 474569"/>
                <a:gd name="csX27" fmla="*/ 126868 w 438046"/>
                <a:gd name="csY27" fmla="*/ 306474 h 474569"/>
                <a:gd name="csX28" fmla="*/ 128005 w 438046"/>
                <a:gd name="csY28" fmla="*/ 290864 h 474569"/>
                <a:gd name="csX29" fmla="*/ 107467 w 438046"/>
                <a:gd name="csY29" fmla="*/ 276906 h 474569"/>
                <a:gd name="csX30" fmla="*/ 125531 w 438046"/>
                <a:gd name="csY30" fmla="*/ 228226 h 474569"/>
                <a:gd name="csX31" fmla="*/ 128516 w 438046"/>
                <a:gd name="csY31" fmla="*/ 218872 h 474569"/>
                <a:gd name="csX32" fmla="*/ 122054 w 438046"/>
                <a:gd name="csY32" fmla="*/ 216563 h 474569"/>
                <a:gd name="csX33" fmla="*/ 112602 w 438046"/>
                <a:gd name="csY33" fmla="*/ 211354 h 474569"/>
                <a:gd name="csX34" fmla="*/ 97827 w 438046"/>
                <a:gd name="csY34" fmla="*/ 212411 h 474569"/>
                <a:gd name="csX35" fmla="*/ 87566 w 438046"/>
                <a:gd name="csY35" fmla="*/ 216588 h 474569"/>
                <a:gd name="csX36" fmla="*/ 80430 w 438046"/>
                <a:gd name="csY36" fmla="*/ 211038 h 474569"/>
                <a:gd name="csX37" fmla="*/ 79784 w 438046"/>
                <a:gd name="csY37" fmla="*/ 198453 h 474569"/>
                <a:gd name="csX38" fmla="*/ 82015 w 438046"/>
                <a:gd name="csY38" fmla="*/ 188949 h 474569"/>
                <a:gd name="csX39" fmla="*/ 89966 w 438046"/>
                <a:gd name="csY39" fmla="*/ 185629 h 474569"/>
                <a:gd name="csX40" fmla="*/ 87641 w 438046"/>
                <a:gd name="csY40" fmla="*/ 169636 h 474569"/>
                <a:gd name="csX41" fmla="*/ 79292 w 438046"/>
                <a:gd name="csY41" fmla="*/ 156728 h 474569"/>
                <a:gd name="csX42" fmla="*/ 72462 w 438046"/>
                <a:gd name="csY42" fmla="*/ 148956 h 474569"/>
                <a:gd name="csX43" fmla="*/ 56524 w 438046"/>
                <a:gd name="csY43" fmla="*/ 163920 h 474569"/>
                <a:gd name="csX44" fmla="*/ 52658 w 438046"/>
                <a:gd name="csY44" fmla="*/ 164900 h 474569"/>
                <a:gd name="csX45" fmla="*/ 39697 w 438046"/>
                <a:gd name="csY45" fmla="*/ 168628 h 474569"/>
                <a:gd name="csX46" fmla="*/ 26748 w 438046"/>
                <a:gd name="csY46" fmla="*/ 181448 h 474569"/>
                <a:gd name="csX47" fmla="*/ 16403 w 438046"/>
                <a:gd name="csY47" fmla="*/ 190289 h 474569"/>
                <a:gd name="csX48" fmla="*/ 7343 w 438046"/>
                <a:gd name="csY48" fmla="*/ 186486 h 474569"/>
                <a:gd name="csX49" fmla="*/ 9965 w 438046"/>
                <a:gd name="csY49" fmla="*/ 170925 h 474569"/>
                <a:gd name="csX50" fmla="*/ 15158 w 438046"/>
                <a:gd name="csY50" fmla="*/ 162124 h 474569"/>
                <a:gd name="csX51" fmla="*/ 9381 w 438046"/>
                <a:gd name="csY51" fmla="*/ 159801 h 474569"/>
                <a:gd name="csX52" fmla="*/ 7807 w 438046"/>
                <a:gd name="csY52" fmla="*/ 157314 h 474569"/>
                <a:gd name="csX53" fmla="*/ 15681 w 438046"/>
                <a:gd name="csY53" fmla="*/ 151621 h 474569"/>
                <a:gd name="csX54" fmla="*/ 24691 w 438046"/>
                <a:gd name="csY54" fmla="*/ 148948 h 474569"/>
                <a:gd name="csX55" fmla="*/ 33291 w 438046"/>
                <a:gd name="csY55" fmla="*/ 142643 h 474569"/>
                <a:gd name="csX56" fmla="*/ 36252 w 438046"/>
                <a:gd name="csY56" fmla="*/ 130243 h 474569"/>
                <a:gd name="csX57" fmla="*/ 35959 w 438046"/>
                <a:gd name="csY57" fmla="*/ 119824 h 474569"/>
                <a:gd name="csX58" fmla="*/ 30417 w 438046"/>
                <a:gd name="csY58" fmla="*/ 117319 h 474569"/>
                <a:gd name="csX59" fmla="*/ 28128 w 438046"/>
                <a:gd name="csY59" fmla="*/ 114535 h 474569"/>
                <a:gd name="csX60" fmla="*/ 22780 w 438046"/>
                <a:gd name="csY60" fmla="*/ 112034 h 474569"/>
                <a:gd name="csX61" fmla="*/ 9335 w 438046"/>
                <a:gd name="csY61" fmla="*/ 100263 h 474569"/>
                <a:gd name="csX62" fmla="*/ 5316 w 438046"/>
                <a:gd name="csY62" fmla="*/ 85099 h 474569"/>
                <a:gd name="csX63" fmla="*/ 0 w 438046"/>
                <a:gd name="csY63" fmla="*/ 74899 h 474569"/>
                <a:gd name="csX64" fmla="*/ 5230 w 438046"/>
                <a:gd name="csY64" fmla="*/ 68250 h 474569"/>
                <a:gd name="csX65" fmla="*/ 8777 w 438046"/>
                <a:gd name="csY65" fmla="*/ 53938 h 474569"/>
                <a:gd name="csX66" fmla="*/ 11157 w 438046"/>
                <a:gd name="csY66" fmla="*/ 40474 h 474569"/>
                <a:gd name="csX67" fmla="*/ 15221 w 438046"/>
                <a:gd name="csY67" fmla="*/ 30361 h 474569"/>
                <a:gd name="csX68" fmla="*/ 19093 w 438046"/>
                <a:gd name="csY68" fmla="*/ 24563 h 474569"/>
                <a:gd name="csX69" fmla="*/ 13331 w 438046"/>
                <a:gd name="csY69" fmla="*/ 11391 h 474569"/>
                <a:gd name="csX70" fmla="*/ 15610 w 438046"/>
                <a:gd name="csY70" fmla="*/ 4739 h 474569"/>
                <a:gd name="csX71" fmla="*/ 24152 w 438046"/>
                <a:gd name="csY71" fmla="*/ 2431 h 474569"/>
                <a:gd name="csX72" fmla="*/ 42643 w 438046"/>
                <a:gd name="csY72" fmla="*/ 10008 h 474569"/>
                <a:gd name="csX73" fmla="*/ 58021 w 438046"/>
                <a:gd name="csY73" fmla="*/ 20333 h 474569"/>
                <a:gd name="csX74" fmla="*/ 76259 w 438046"/>
                <a:gd name="csY74" fmla="*/ 58909 h 474569"/>
                <a:gd name="csX75" fmla="*/ 87417 w 438046"/>
                <a:gd name="csY75" fmla="*/ 80908 h 474569"/>
                <a:gd name="csX76" fmla="*/ 99122 w 438046"/>
                <a:gd name="csY76" fmla="*/ 102996 h 474569"/>
                <a:gd name="csX77" fmla="*/ 103913 w 438046"/>
                <a:gd name="csY77" fmla="*/ 110684 h 474569"/>
                <a:gd name="csX78" fmla="*/ 102362 w 438046"/>
                <a:gd name="csY78" fmla="*/ 90033 h 474569"/>
                <a:gd name="csX79" fmla="*/ 92203 w 438046"/>
                <a:gd name="csY79" fmla="*/ 66799 h 474569"/>
                <a:gd name="csX80" fmla="*/ 83568 w 438046"/>
                <a:gd name="csY80" fmla="*/ 60346 h 474569"/>
                <a:gd name="csX81" fmla="*/ 86838 w 438046"/>
                <a:gd name="csY81" fmla="*/ 69381 h 474569"/>
                <a:gd name="csX82" fmla="*/ 85111 w 438046"/>
                <a:gd name="csY82" fmla="*/ 70354 h 474569"/>
                <a:gd name="csX83" fmla="*/ 81250 w 438046"/>
                <a:gd name="csY83" fmla="*/ 58738 h 474569"/>
                <a:gd name="csX84" fmla="*/ 73693 w 438046"/>
                <a:gd name="csY84" fmla="*/ 39979 h 474569"/>
                <a:gd name="csX85" fmla="*/ 66850 w 438046"/>
                <a:gd name="csY85" fmla="*/ 27201 h 474569"/>
                <a:gd name="csX86" fmla="*/ 80920 w 438046"/>
                <a:gd name="csY86" fmla="*/ 44489 h 474569"/>
                <a:gd name="csX87" fmla="*/ 99162 w 438046"/>
                <a:gd name="csY87" fmla="*/ 64586 h 474569"/>
                <a:gd name="csX88" fmla="*/ 107565 w 438046"/>
                <a:gd name="csY88" fmla="*/ 86419 h 474569"/>
                <a:gd name="csX89" fmla="*/ 116108 w 438046"/>
                <a:gd name="csY89" fmla="*/ 138203 h 474569"/>
                <a:gd name="csX90" fmla="*/ 121060 w 438046"/>
                <a:gd name="csY90" fmla="*/ 151411 h 474569"/>
                <a:gd name="csX91" fmla="*/ 135828 w 438046"/>
                <a:gd name="csY91" fmla="*/ 169580 h 474569"/>
                <a:gd name="csX92" fmla="*/ 173747 w 438046"/>
                <a:gd name="csY92" fmla="*/ 217637 h 474569"/>
                <a:gd name="csX93" fmla="*/ 186052 w 438046"/>
                <a:gd name="csY93" fmla="*/ 237240 h 474569"/>
                <a:gd name="csX94" fmla="*/ 192809 w 438046"/>
                <a:gd name="csY94" fmla="*/ 259193 h 474569"/>
                <a:gd name="csX95" fmla="*/ 202887 w 438046"/>
                <a:gd name="csY95" fmla="*/ 280570 h 474569"/>
                <a:gd name="csX96" fmla="*/ 215434 w 438046"/>
                <a:gd name="csY96" fmla="*/ 294429 h 474569"/>
                <a:gd name="csX97" fmla="*/ 223898 w 438046"/>
                <a:gd name="csY97" fmla="*/ 302869 h 474569"/>
                <a:gd name="csX98" fmla="*/ 231639 w 438046"/>
                <a:gd name="csY98" fmla="*/ 310848 h 474569"/>
                <a:gd name="csX99" fmla="*/ 241066 w 438046"/>
                <a:gd name="csY99" fmla="*/ 319770 h 474569"/>
                <a:gd name="csX100" fmla="*/ 242388 w 438046"/>
                <a:gd name="csY100" fmla="*/ 323654 h 474569"/>
                <a:gd name="csX101" fmla="*/ 237225 w 438046"/>
                <a:gd name="csY101" fmla="*/ 324770 h 474569"/>
                <a:gd name="csX102" fmla="*/ 239807 w 438046"/>
                <a:gd name="csY102" fmla="*/ 327526 h 474569"/>
                <a:gd name="csX103" fmla="*/ 241743 w 438046"/>
                <a:gd name="csY103" fmla="*/ 330724 h 474569"/>
                <a:gd name="csX104" fmla="*/ 248333 w 438046"/>
                <a:gd name="csY104" fmla="*/ 333103 h 474569"/>
                <a:gd name="csX105" fmla="*/ 259724 w 438046"/>
                <a:gd name="csY105" fmla="*/ 335713 h 474569"/>
                <a:gd name="csX106" fmla="*/ 262612 w 438046"/>
                <a:gd name="csY106" fmla="*/ 335270 h 474569"/>
                <a:gd name="csX107" fmla="*/ 255739 w 438046"/>
                <a:gd name="csY107" fmla="*/ 330573 h 474569"/>
                <a:gd name="csX108" fmla="*/ 250133 w 438046"/>
                <a:gd name="csY108" fmla="*/ 327461 h 474569"/>
                <a:gd name="csX109" fmla="*/ 260301 w 438046"/>
                <a:gd name="csY109" fmla="*/ 328761 h 474569"/>
                <a:gd name="csX110" fmla="*/ 284960 w 438046"/>
                <a:gd name="csY110" fmla="*/ 330853 h 474569"/>
                <a:gd name="csX111" fmla="*/ 308115 w 438046"/>
                <a:gd name="csY111" fmla="*/ 337754 h 474569"/>
                <a:gd name="csX112" fmla="*/ 325378 w 438046"/>
                <a:gd name="csY112" fmla="*/ 347910 h 474569"/>
                <a:gd name="csX113" fmla="*/ 336932 w 438046"/>
                <a:gd name="csY113" fmla="*/ 355594 h 474569"/>
                <a:gd name="csX114" fmla="*/ 342564 w 438046"/>
                <a:gd name="csY114" fmla="*/ 364198 h 474569"/>
                <a:gd name="csX115" fmla="*/ 343743 w 438046"/>
                <a:gd name="csY115" fmla="*/ 371080 h 474569"/>
                <a:gd name="csX116" fmla="*/ 344358 w 438046"/>
                <a:gd name="csY116" fmla="*/ 373363 h 474569"/>
                <a:gd name="csX117" fmla="*/ 350269 w 438046"/>
                <a:gd name="csY117" fmla="*/ 376862 h 474569"/>
                <a:gd name="csX118" fmla="*/ 372627 w 438046"/>
                <a:gd name="csY118" fmla="*/ 380540 h 474569"/>
                <a:gd name="csX119" fmla="*/ 391189 w 438046"/>
                <a:gd name="csY119" fmla="*/ 378801 h 474569"/>
                <a:gd name="csX120" fmla="*/ 394232 w 438046"/>
                <a:gd name="csY120" fmla="*/ 388958 h 474569"/>
                <a:gd name="csX121" fmla="*/ 397318 w 438046"/>
                <a:gd name="csY121" fmla="*/ 403978 h 474569"/>
                <a:gd name="csX122" fmla="*/ 409224 w 438046"/>
                <a:gd name="csY122" fmla="*/ 419167 h 474569"/>
                <a:gd name="csX123" fmla="*/ 434929 w 438046"/>
                <a:gd name="csY123" fmla="*/ 450207 h 474569"/>
                <a:gd name="csX124" fmla="*/ 429332 w 438046"/>
                <a:gd name="csY124" fmla="*/ 469288 h 474569"/>
                <a:gd name="csX125" fmla="*/ 376412 w 438046"/>
                <a:gd name="csY125" fmla="*/ 474534 h 474569"/>
                <a:gd name="csX126" fmla="*/ 332739 w 438046"/>
                <a:gd name="csY126" fmla="*/ 469202 h 47456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438046" h="474569">
                  <a:moveTo>
                    <a:pt x="332739" y="469202"/>
                  </a:moveTo>
                  <a:cubicBezTo>
                    <a:pt x="332739" y="465869"/>
                    <a:pt x="329807" y="462843"/>
                    <a:pt x="324349" y="460541"/>
                  </a:cubicBezTo>
                  <a:cubicBezTo>
                    <a:pt x="319735" y="458594"/>
                    <a:pt x="311907" y="452795"/>
                    <a:pt x="306954" y="447652"/>
                  </a:cubicBezTo>
                  <a:cubicBezTo>
                    <a:pt x="299888" y="440316"/>
                    <a:pt x="298719" y="437828"/>
                    <a:pt x="301522" y="436095"/>
                  </a:cubicBezTo>
                  <a:cubicBezTo>
                    <a:pt x="305823" y="433437"/>
                    <a:pt x="303408" y="425621"/>
                    <a:pt x="298287" y="425621"/>
                  </a:cubicBezTo>
                  <a:cubicBezTo>
                    <a:pt x="296286" y="425621"/>
                    <a:pt x="293203" y="427364"/>
                    <a:pt x="291436" y="429493"/>
                  </a:cubicBezTo>
                  <a:cubicBezTo>
                    <a:pt x="289668" y="431623"/>
                    <a:pt x="286395" y="433365"/>
                    <a:pt x="284162" y="433365"/>
                  </a:cubicBezTo>
                  <a:cubicBezTo>
                    <a:pt x="281929" y="433365"/>
                    <a:pt x="276987" y="436349"/>
                    <a:pt x="273181" y="439996"/>
                  </a:cubicBezTo>
                  <a:cubicBezTo>
                    <a:pt x="256469" y="456007"/>
                    <a:pt x="233183" y="434749"/>
                    <a:pt x="246542" y="415677"/>
                  </a:cubicBezTo>
                  <a:cubicBezTo>
                    <a:pt x="250094" y="410606"/>
                    <a:pt x="250239" y="408115"/>
                    <a:pt x="247543" y="398488"/>
                  </a:cubicBezTo>
                  <a:cubicBezTo>
                    <a:pt x="243936" y="385603"/>
                    <a:pt x="241942" y="384354"/>
                    <a:pt x="227242" y="385770"/>
                  </a:cubicBezTo>
                  <a:cubicBezTo>
                    <a:pt x="221295" y="386343"/>
                    <a:pt x="216574" y="385678"/>
                    <a:pt x="216574" y="384267"/>
                  </a:cubicBezTo>
                  <a:cubicBezTo>
                    <a:pt x="216574" y="382875"/>
                    <a:pt x="214251" y="381736"/>
                    <a:pt x="211411" y="381736"/>
                  </a:cubicBezTo>
                  <a:cubicBezTo>
                    <a:pt x="208543" y="381736"/>
                    <a:pt x="206248" y="380015"/>
                    <a:pt x="206248" y="377864"/>
                  </a:cubicBezTo>
                  <a:cubicBezTo>
                    <a:pt x="206248" y="375735"/>
                    <a:pt x="203925" y="371669"/>
                    <a:pt x="201085" y="368829"/>
                  </a:cubicBezTo>
                  <a:cubicBezTo>
                    <a:pt x="198245" y="365990"/>
                    <a:pt x="195885" y="362214"/>
                    <a:pt x="195840" y="360439"/>
                  </a:cubicBezTo>
                  <a:cubicBezTo>
                    <a:pt x="195695" y="354744"/>
                    <a:pt x="189552" y="348821"/>
                    <a:pt x="179383" y="344572"/>
                  </a:cubicBezTo>
                  <a:cubicBezTo>
                    <a:pt x="165908" y="338942"/>
                    <a:pt x="164292" y="339301"/>
                    <a:pt x="166056" y="347532"/>
                  </a:cubicBezTo>
                  <a:cubicBezTo>
                    <a:pt x="167087" y="352339"/>
                    <a:pt x="165818" y="357500"/>
                    <a:pt x="162127" y="363514"/>
                  </a:cubicBezTo>
                  <a:lnTo>
                    <a:pt x="156676" y="372397"/>
                  </a:lnTo>
                  <a:lnTo>
                    <a:pt x="152333" y="366640"/>
                  </a:lnTo>
                  <a:cubicBezTo>
                    <a:pt x="148166" y="361115"/>
                    <a:pt x="147605" y="361043"/>
                    <a:pt x="138487" y="364853"/>
                  </a:cubicBezTo>
                  <a:cubicBezTo>
                    <a:pt x="129534" y="368594"/>
                    <a:pt x="128828" y="368535"/>
                    <a:pt x="126312" y="363833"/>
                  </a:cubicBezTo>
                  <a:cubicBezTo>
                    <a:pt x="124843" y="361088"/>
                    <a:pt x="123641" y="357116"/>
                    <a:pt x="123641" y="355006"/>
                  </a:cubicBezTo>
                  <a:cubicBezTo>
                    <a:pt x="123641" y="352823"/>
                    <a:pt x="120228" y="350420"/>
                    <a:pt x="115723" y="349430"/>
                  </a:cubicBezTo>
                  <a:cubicBezTo>
                    <a:pt x="105375" y="347157"/>
                    <a:pt x="103846" y="342362"/>
                    <a:pt x="110493" y="333027"/>
                  </a:cubicBezTo>
                  <a:cubicBezTo>
                    <a:pt x="113465" y="328853"/>
                    <a:pt x="115897" y="321952"/>
                    <a:pt x="115897" y="317692"/>
                  </a:cubicBezTo>
                  <a:cubicBezTo>
                    <a:pt x="115897" y="310844"/>
                    <a:pt x="117170" y="309543"/>
                    <a:pt x="126868" y="306474"/>
                  </a:cubicBezTo>
                  <a:cubicBezTo>
                    <a:pt x="141640" y="301799"/>
                    <a:pt x="142221" y="293818"/>
                    <a:pt x="128005" y="290864"/>
                  </a:cubicBezTo>
                  <a:cubicBezTo>
                    <a:pt x="113703" y="287893"/>
                    <a:pt x="108950" y="284662"/>
                    <a:pt x="107467" y="276906"/>
                  </a:cubicBezTo>
                  <a:cubicBezTo>
                    <a:pt x="105739" y="267867"/>
                    <a:pt x="117059" y="237363"/>
                    <a:pt x="125531" y="228226"/>
                  </a:cubicBezTo>
                  <a:cubicBezTo>
                    <a:pt x="130828" y="222513"/>
                    <a:pt x="131406" y="220702"/>
                    <a:pt x="128516" y="218872"/>
                  </a:cubicBezTo>
                  <a:cubicBezTo>
                    <a:pt x="126545" y="217624"/>
                    <a:pt x="123637" y="216585"/>
                    <a:pt x="122054" y="216563"/>
                  </a:cubicBezTo>
                  <a:cubicBezTo>
                    <a:pt x="120470" y="216541"/>
                    <a:pt x="116217" y="214197"/>
                    <a:pt x="112602" y="211354"/>
                  </a:cubicBezTo>
                  <a:cubicBezTo>
                    <a:pt x="105961" y="206129"/>
                    <a:pt x="97827" y="206711"/>
                    <a:pt x="97827" y="212411"/>
                  </a:cubicBezTo>
                  <a:cubicBezTo>
                    <a:pt x="97827" y="219059"/>
                    <a:pt x="92291" y="221313"/>
                    <a:pt x="87566" y="216588"/>
                  </a:cubicBezTo>
                  <a:cubicBezTo>
                    <a:pt x="85046" y="214068"/>
                    <a:pt x="81835" y="211570"/>
                    <a:pt x="80430" y="211038"/>
                  </a:cubicBezTo>
                  <a:cubicBezTo>
                    <a:pt x="78870" y="210447"/>
                    <a:pt x="78619" y="205549"/>
                    <a:pt x="79784" y="198453"/>
                  </a:cubicBezTo>
                  <a:cubicBezTo>
                    <a:pt x="80834" y="192064"/>
                    <a:pt x="81838" y="187787"/>
                    <a:pt x="82015" y="188949"/>
                  </a:cubicBezTo>
                  <a:cubicBezTo>
                    <a:pt x="82193" y="190110"/>
                    <a:pt x="85771" y="188616"/>
                    <a:pt x="89966" y="185629"/>
                  </a:cubicBezTo>
                  <a:cubicBezTo>
                    <a:pt x="98750" y="179374"/>
                    <a:pt x="98211" y="175668"/>
                    <a:pt x="87641" y="169636"/>
                  </a:cubicBezTo>
                  <a:cubicBezTo>
                    <a:pt x="82102" y="166474"/>
                    <a:pt x="79900" y="163069"/>
                    <a:pt x="79292" y="156728"/>
                  </a:cubicBezTo>
                  <a:cubicBezTo>
                    <a:pt x="78587" y="149374"/>
                    <a:pt x="77588" y="148238"/>
                    <a:pt x="72462" y="148956"/>
                  </a:cubicBezTo>
                  <a:cubicBezTo>
                    <a:pt x="65224" y="149970"/>
                    <a:pt x="56524" y="158137"/>
                    <a:pt x="56524" y="163920"/>
                  </a:cubicBezTo>
                  <a:cubicBezTo>
                    <a:pt x="56524" y="167347"/>
                    <a:pt x="55821" y="167525"/>
                    <a:pt x="52658" y="164900"/>
                  </a:cubicBezTo>
                  <a:cubicBezTo>
                    <a:pt x="49486" y="162267"/>
                    <a:pt x="47159" y="162936"/>
                    <a:pt x="39697" y="168628"/>
                  </a:cubicBezTo>
                  <a:cubicBezTo>
                    <a:pt x="34695" y="172443"/>
                    <a:pt x="28868" y="178212"/>
                    <a:pt x="26748" y="181448"/>
                  </a:cubicBezTo>
                  <a:cubicBezTo>
                    <a:pt x="24627" y="184684"/>
                    <a:pt x="19972" y="188663"/>
                    <a:pt x="16403" y="190289"/>
                  </a:cubicBezTo>
                  <a:cubicBezTo>
                    <a:pt x="10541" y="192960"/>
                    <a:pt x="9664" y="192592"/>
                    <a:pt x="7343" y="186486"/>
                  </a:cubicBezTo>
                  <a:cubicBezTo>
                    <a:pt x="5309" y="181137"/>
                    <a:pt x="5857" y="177888"/>
                    <a:pt x="9965" y="170925"/>
                  </a:cubicBezTo>
                  <a:lnTo>
                    <a:pt x="15158" y="162124"/>
                  </a:lnTo>
                  <a:lnTo>
                    <a:pt x="9381" y="159801"/>
                  </a:lnTo>
                  <a:cubicBezTo>
                    <a:pt x="5449" y="158219"/>
                    <a:pt x="4946" y="157425"/>
                    <a:pt x="7807" y="157314"/>
                  </a:cubicBezTo>
                  <a:cubicBezTo>
                    <a:pt x="10118" y="157224"/>
                    <a:pt x="13662" y="154662"/>
                    <a:pt x="15681" y="151621"/>
                  </a:cubicBezTo>
                  <a:cubicBezTo>
                    <a:pt x="18731" y="147026"/>
                    <a:pt x="20256" y="146574"/>
                    <a:pt x="24691" y="148948"/>
                  </a:cubicBezTo>
                  <a:cubicBezTo>
                    <a:pt x="31018" y="152334"/>
                    <a:pt x="33291" y="150668"/>
                    <a:pt x="33291" y="142643"/>
                  </a:cubicBezTo>
                  <a:cubicBezTo>
                    <a:pt x="33291" y="139397"/>
                    <a:pt x="34623" y="133817"/>
                    <a:pt x="36252" y="130243"/>
                  </a:cubicBezTo>
                  <a:cubicBezTo>
                    <a:pt x="38533" y="125236"/>
                    <a:pt x="38466" y="122844"/>
                    <a:pt x="35959" y="119824"/>
                  </a:cubicBezTo>
                  <a:cubicBezTo>
                    <a:pt x="34170" y="117668"/>
                    <a:pt x="31676" y="116540"/>
                    <a:pt x="30417" y="117319"/>
                  </a:cubicBezTo>
                  <a:cubicBezTo>
                    <a:pt x="29158" y="118097"/>
                    <a:pt x="28128" y="116844"/>
                    <a:pt x="28128" y="114535"/>
                  </a:cubicBezTo>
                  <a:cubicBezTo>
                    <a:pt x="28128" y="111463"/>
                    <a:pt x="26693" y="110792"/>
                    <a:pt x="22780" y="112034"/>
                  </a:cubicBezTo>
                  <a:cubicBezTo>
                    <a:pt x="15848" y="114234"/>
                    <a:pt x="7575" y="106991"/>
                    <a:pt x="9335" y="100263"/>
                  </a:cubicBezTo>
                  <a:cubicBezTo>
                    <a:pt x="10049" y="97533"/>
                    <a:pt x="8241" y="90709"/>
                    <a:pt x="5316" y="85099"/>
                  </a:cubicBezTo>
                  <a:lnTo>
                    <a:pt x="0" y="74899"/>
                  </a:lnTo>
                  <a:lnTo>
                    <a:pt x="5230" y="68250"/>
                  </a:lnTo>
                  <a:cubicBezTo>
                    <a:pt x="9068" y="63371"/>
                    <a:pt x="10012" y="59562"/>
                    <a:pt x="8777" y="53938"/>
                  </a:cubicBezTo>
                  <a:cubicBezTo>
                    <a:pt x="7655" y="48830"/>
                    <a:pt x="8449" y="44342"/>
                    <a:pt x="11157" y="40474"/>
                  </a:cubicBezTo>
                  <a:cubicBezTo>
                    <a:pt x="13392" y="37284"/>
                    <a:pt x="15221" y="32733"/>
                    <a:pt x="15221" y="30361"/>
                  </a:cubicBezTo>
                  <a:cubicBezTo>
                    <a:pt x="15221" y="27989"/>
                    <a:pt x="16963" y="25380"/>
                    <a:pt x="19093" y="24563"/>
                  </a:cubicBezTo>
                  <a:cubicBezTo>
                    <a:pt x="25297" y="22182"/>
                    <a:pt x="23642" y="18398"/>
                    <a:pt x="13331" y="11391"/>
                  </a:cubicBezTo>
                  <a:cubicBezTo>
                    <a:pt x="3467" y="4689"/>
                    <a:pt x="3713" y="3972"/>
                    <a:pt x="15610" y="4739"/>
                  </a:cubicBezTo>
                  <a:cubicBezTo>
                    <a:pt x="19374" y="4981"/>
                    <a:pt x="23217" y="3943"/>
                    <a:pt x="24152" y="2431"/>
                  </a:cubicBezTo>
                  <a:cubicBezTo>
                    <a:pt x="26872" y="-1970"/>
                    <a:pt x="29405" y="-932"/>
                    <a:pt x="42643" y="10008"/>
                  </a:cubicBezTo>
                  <a:cubicBezTo>
                    <a:pt x="49515" y="15687"/>
                    <a:pt x="56436" y="20333"/>
                    <a:pt x="58021" y="20333"/>
                  </a:cubicBezTo>
                  <a:cubicBezTo>
                    <a:pt x="61009" y="20333"/>
                    <a:pt x="65792" y="30450"/>
                    <a:pt x="76259" y="58909"/>
                  </a:cubicBezTo>
                  <a:cubicBezTo>
                    <a:pt x="79624" y="68058"/>
                    <a:pt x="84645" y="77957"/>
                    <a:pt x="87417" y="80908"/>
                  </a:cubicBezTo>
                  <a:cubicBezTo>
                    <a:pt x="90189" y="83859"/>
                    <a:pt x="95457" y="93799"/>
                    <a:pt x="99122" y="102996"/>
                  </a:cubicBezTo>
                  <a:cubicBezTo>
                    <a:pt x="103054" y="112863"/>
                    <a:pt x="105019" y="116015"/>
                    <a:pt x="103913" y="110684"/>
                  </a:cubicBezTo>
                  <a:cubicBezTo>
                    <a:pt x="102883" y="105715"/>
                    <a:pt x="102185" y="96422"/>
                    <a:pt x="102362" y="90033"/>
                  </a:cubicBezTo>
                  <a:cubicBezTo>
                    <a:pt x="102644" y="79863"/>
                    <a:pt x="101378" y="76968"/>
                    <a:pt x="92203" y="66799"/>
                  </a:cubicBezTo>
                  <a:cubicBezTo>
                    <a:pt x="86438" y="60410"/>
                    <a:pt x="82553" y="57506"/>
                    <a:pt x="83568" y="60346"/>
                  </a:cubicBezTo>
                  <a:cubicBezTo>
                    <a:pt x="84584" y="63185"/>
                    <a:pt x="86055" y="67251"/>
                    <a:pt x="86838" y="69381"/>
                  </a:cubicBezTo>
                  <a:cubicBezTo>
                    <a:pt x="87916" y="72315"/>
                    <a:pt x="87498" y="72550"/>
                    <a:pt x="85111" y="70354"/>
                  </a:cubicBezTo>
                  <a:cubicBezTo>
                    <a:pt x="83379" y="68760"/>
                    <a:pt x="81641" y="63533"/>
                    <a:pt x="81250" y="58738"/>
                  </a:cubicBezTo>
                  <a:cubicBezTo>
                    <a:pt x="80858" y="53943"/>
                    <a:pt x="77457" y="45502"/>
                    <a:pt x="73693" y="39979"/>
                  </a:cubicBezTo>
                  <a:cubicBezTo>
                    <a:pt x="69929" y="34457"/>
                    <a:pt x="66850" y="28707"/>
                    <a:pt x="66850" y="27201"/>
                  </a:cubicBezTo>
                  <a:cubicBezTo>
                    <a:pt x="66850" y="23517"/>
                    <a:pt x="69162" y="26358"/>
                    <a:pt x="80920" y="44489"/>
                  </a:cubicBezTo>
                  <a:cubicBezTo>
                    <a:pt x="86314" y="52805"/>
                    <a:pt x="94522" y="61849"/>
                    <a:pt x="99162" y="64586"/>
                  </a:cubicBezTo>
                  <a:cubicBezTo>
                    <a:pt x="108835" y="70294"/>
                    <a:pt x="111618" y="77524"/>
                    <a:pt x="107565" y="86419"/>
                  </a:cubicBezTo>
                  <a:cubicBezTo>
                    <a:pt x="104001" y="94242"/>
                    <a:pt x="108931" y="124125"/>
                    <a:pt x="116108" y="138203"/>
                  </a:cubicBezTo>
                  <a:cubicBezTo>
                    <a:pt x="118832" y="143545"/>
                    <a:pt x="121060" y="149489"/>
                    <a:pt x="121060" y="151411"/>
                  </a:cubicBezTo>
                  <a:cubicBezTo>
                    <a:pt x="121060" y="153333"/>
                    <a:pt x="127706" y="161509"/>
                    <a:pt x="135828" y="169580"/>
                  </a:cubicBezTo>
                  <a:cubicBezTo>
                    <a:pt x="153391" y="187033"/>
                    <a:pt x="164572" y="201203"/>
                    <a:pt x="173747" y="217637"/>
                  </a:cubicBezTo>
                  <a:cubicBezTo>
                    <a:pt x="177457" y="224283"/>
                    <a:pt x="182994" y="233104"/>
                    <a:pt x="186052" y="237240"/>
                  </a:cubicBezTo>
                  <a:cubicBezTo>
                    <a:pt x="189610" y="242051"/>
                    <a:pt x="192043" y="249958"/>
                    <a:pt x="192809" y="259193"/>
                  </a:cubicBezTo>
                  <a:cubicBezTo>
                    <a:pt x="193864" y="271919"/>
                    <a:pt x="195056" y="274447"/>
                    <a:pt x="202887" y="280570"/>
                  </a:cubicBezTo>
                  <a:cubicBezTo>
                    <a:pt x="207772" y="284389"/>
                    <a:pt x="213418" y="290626"/>
                    <a:pt x="215434" y="294429"/>
                  </a:cubicBezTo>
                  <a:cubicBezTo>
                    <a:pt x="217449" y="298233"/>
                    <a:pt x="221258" y="302031"/>
                    <a:pt x="223898" y="302869"/>
                  </a:cubicBezTo>
                  <a:cubicBezTo>
                    <a:pt x="226538" y="303707"/>
                    <a:pt x="230021" y="307297"/>
                    <a:pt x="231639" y="310848"/>
                  </a:cubicBezTo>
                  <a:cubicBezTo>
                    <a:pt x="233257" y="314399"/>
                    <a:pt x="237499" y="318413"/>
                    <a:pt x="241066" y="319770"/>
                  </a:cubicBezTo>
                  <a:cubicBezTo>
                    <a:pt x="248737" y="322686"/>
                    <a:pt x="249875" y="326030"/>
                    <a:pt x="242388" y="323654"/>
                  </a:cubicBezTo>
                  <a:cubicBezTo>
                    <a:pt x="239427" y="322714"/>
                    <a:pt x="237225" y="323190"/>
                    <a:pt x="237225" y="324770"/>
                  </a:cubicBezTo>
                  <a:cubicBezTo>
                    <a:pt x="237225" y="326286"/>
                    <a:pt x="238387" y="327526"/>
                    <a:pt x="239807" y="327526"/>
                  </a:cubicBezTo>
                  <a:cubicBezTo>
                    <a:pt x="241227" y="327526"/>
                    <a:pt x="242098" y="328965"/>
                    <a:pt x="241743" y="330724"/>
                  </a:cubicBezTo>
                  <a:cubicBezTo>
                    <a:pt x="241323" y="332806"/>
                    <a:pt x="243624" y="333637"/>
                    <a:pt x="248333" y="333103"/>
                  </a:cubicBezTo>
                  <a:cubicBezTo>
                    <a:pt x="252313" y="332652"/>
                    <a:pt x="257439" y="333827"/>
                    <a:pt x="259724" y="335713"/>
                  </a:cubicBezTo>
                  <a:cubicBezTo>
                    <a:pt x="263236" y="338612"/>
                    <a:pt x="263683" y="338543"/>
                    <a:pt x="262612" y="335270"/>
                  </a:cubicBezTo>
                  <a:cubicBezTo>
                    <a:pt x="261915" y="333141"/>
                    <a:pt x="258822" y="331027"/>
                    <a:pt x="255739" y="330573"/>
                  </a:cubicBezTo>
                  <a:cubicBezTo>
                    <a:pt x="252655" y="330119"/>
                    <a:pt x="250133" y="328719"/>
                    <a:pt x="250133" y="327461"/>
                  </a:cubicBezTo>
                  <a:cubicBezTo>
                    <a:pt x="250133" y="326203"/>
                    <a:pt x="254708" y="326788"/>
                    <a:pt x="260301" y="328761"/>
                  </a:cubicBezTo>
                  <a:cubicBezTo>
                    <a:pt x="266891" y="331086"/>
                    <a:pt x="275567" y="331822"/>
                    <a:pt x="284960" y="330853"/>
                  </a:cubicBezTo>
                  <a:cubicBezTo>
                    <a:pt x="298714" y="329433"/>
                    <a:pt x="299892" y="329784"/>
                    <a:pt x="308115" y="337754"/>
                  </a:cubicBezTo>
                  <a:cubicBezTo>
                    <a:pt x="312880" y="342373"/>
                    <a:pt x="320648" y="346943"/>
                    <a:pt x="325378" y="347910"/>
                  </a:cubicBezTo>
                  <a:cubicBezTo>
                    <a:pt x="330622" y="348983"/>
                    <a:pt x="335130" y="351981"/>
                    <a:pt x="336932" y="355594"/>
                  </a:cubicBezTo>
                  <a:cubicBezTo>
                    <a:pt x="338556" y="358853"/>
                    <a:pt x="341091" y="362725"/>
                    <a:pt x="342564" y="364198"/>
                  </a:cubicBezTo>
                  <a:cubicBezTo>
                    <a:pt x="344037" y="365671"/>
                    <a:pt x="344568" y="368768"/>
                    <a:pt x="343743" y="371080"/>
                  </a:cubicBezTo>
                  <a:cubicBezTo>
                    <a:pt x="342917" y="373391"/>
                    <a:pt x="343194" y="374419"/>
                    <a:pt x="344358" y="373363"/>
                  </a:cubicBezTo>
                  <a:cubicBezTo>
                    <a:pt x="345522" y="372307"/>
                    <a:pt x="348182" y="373882"/>
                    <a:pt x="350269" y="376862"/>
                  </a:cubicBezTo>
                  <a:cubicBezTo>
                    <a:pt x="353742" y="381821"/>
                    <a:pt x="355637" y="382132"/>
                    <a:pt x="372627" y="380540"/>
                  </a:cubicBezTo>
                  <a:lnTo>
                    <a:pt x="391189" y="378801"/>
                  </a:lnTo>
                  <a:lnTo>
                    <a:pt x="394232" y="388958"/>
                  </a:lnTo>
                  <a:cubicBezTo>
                    <a:pt x="395906" y="394544"/>
                    <a:pt x="397295" y="401303"/>
                    <a:pt x="397318" y="403978"/>
                  </a:cubicBezTo>
                  <a:cubicBezTo>
                    <a:pt x="397342" y="406653"/>
                    <a:pt x="402699" y="413488"/>
                    <a:pt x="409224" y="419167"/>
                  </a:cubicBezTo>
                  <a:cubicBezTo>
                    <a:pt x="427997" y="435508"/>
                    <a:pt x="431130" y="439291"/>
                    <a:pt x="434929" y="450207"/>
                  </a:cubicBezTo>
                  <a:cubicBezTo>
                    <a:pt x="439665" y="463816"/>
                    <a:pt x="439887" y="463061"/>
                    <a:pt x="429332" y="469288"/>
                  </a:cubicBezTo>
                  <a:cubicBezTo>
                    <a:pt x="420856" y="474289"/>
                    <a:pt x="416443" y="474727"/>
                    <a:pt x="376412" y="474534"/>
                  </a:cubicBezTo>
                  <a:cubicBezTo>
                    <a:pt x="334645" y="474334"/>
                    <a:pt x="332739" y="474101"/>
                    <a:pt x="332739" y="469202"/>
                  </a:cubicBezTo>
                  <a:close/>
                </a:path>
              </a:pathLst>
            </a:custGeom>
            <a:solidFill>
              <a:srgbClr val="B9B9B9"/>
            </a:solidFill>
            <a:ln w="5163" cap="flat">
              <a:noFill/>
              <a:prstDash val="solid"/>
              <a:miter/>
            </a:ln>
          </p:spPr>
          <p:txBody>
            <a:bodyPr/>
            <a:lstStyle/>
            <a:p>
              <a:endParaRPr lang="es-419" noProof="0" dirty="0"/>
            </a:p>
          </p:txBody>
        </p:sp>
        <p:sp>
          <p:nvSpPr>
            <p:cNvPr id="77" name="Forma libre: forma 76">
              <a:extLst>
                <a:ext uri="{FF2B5EF4-FFF2-40B4-BE49-F238E27FC236}">
                  <a16:creationId xmlns:a16="http://schemas.microsoft.com/office/drawing/2014/main" id="{C2546FD8-D5AA-D6FC-8525-5EB270222BDC}"/>
                </a:ext>
              </a:extLst>
            </p:cNvPr>
            <p:cNvSpPr/>
            <p:nvPr/>
          </p:nvSpPr>
          <p:spPr>
            <a:xfrm>
              <a:off x="1730874" y="2149721"/>
              <a:ext cx="4491" cy="9472"/>
            </a:xfrm>
            <a:custGeom>
              <a:avLst/>
              <a:gdLst>
                <a:gd name="csX0" fmla="*/ 480 w 4491"/>
                <a:gd name="csY0" fmla="*/ 6821 h 9472"/>
                <a:gd name="csX1" fmla="*/ 1619 w 4491"/>
                <a:gd name="csY1" fmla="*/ 1142 h 9472"/>
                <a:gd name="csX2" fmla="*/ 4491 w 4491"/>
                <a:gd name="csY2" fmla="*/ 3948 h 9472"/>
                <a:gd name="csX3" fmla="*/ 480 w 4491"/>
                <a:gd name="csY3" fmla="*/ 6821 h 9472"/>
              </a:gdLst>
              <a:ahLst/>
              <a:cxnLst>
                <a:cxn ang="0">
                  <a:pos x="csX0" y="csY0"/>
                </a:cxn>
                <a:cxn ang="0">
                  <a:pos x="csX1" y="csY1"/>
                </a:cxn>
                <a:cxn ang="0">
                  <a:pos x="csX2" y="csY2"/>
                </a:cxn>
                <a:cxn ang="0">
                  <a:pos x="csX3" y="csY3"/>
                </a:cxn>
              </a:cxnLst>
              <a:rect l="l" t="t" r="r" b="b"/>
              <a:pathLst>
                <a:path w="4491" h="9472">
                  <a:moveTo>
                    <a:pt x="480" y="6821"/>
                  </a:moveTo>
                  <a:cubicBezTo>
                    <a:pt x="-474" y="5277"/>
                    <a:pt x="39" y="2722"/>
                    <a:pt x="1619" y="1142"/>
                  </a:cubicBezTo>
                  <a:cubicBezTo>
                    <a:pt x="3728" y="-968"/>
                    <a:pt x="4491" y="-222"/>
                    <a:pt x="4491" y="3948"/>
                  </a:cubicBezTo>
                  <a:cubicBezTo>
                    <a:pt x="4491" y="10181"/>
                    <a:pt x="3150" y="11141"/>
                    <a:pt x="480" y="6821"/>
                  </a:cubicBezTo>
                  <a:close/>
                </a:path>
              </a:pathLst>
            </a:custGeom>
            <a:solidFill>
              <a:srgbClr val="00C100"/>
            </a:solidFill>
            <a:ln w="5163" cap="flat">
              <a:noFill/>
              <a:prstDash val="solid"/>
              <a:miter/>
            </a:ln>
          </p:spPr>
          <p:txBody>
            <a:bodyPr/>
            <a:lstStyle/>
            <a:p>
              <a:endParaRPr lang="es-419" noProof="0" dirty="0"/>
            </a:p>
          </p:txBody>
        </p:sp>
      </p:grpSp>
      <p:grpSp>
        <p:nvGrpSpPr>
          <p:cNvPr id="78" name="Gráfico 39">
            <a:extLst>
              <a:ext uri="{FF2B5EF4-FFF2-40B4-BE49-F238E27FC236}">
                <a16:creationId xmlns:a16="http://schemas.microsoft.com/office/drawing/2014/main" id="{63F82196-6424-DE5E-14E6-64D0B8CD711F}"/>
              </a:ext>
            </a:extLst>
          </p:cNvPr>
          <p:cNvGrpSpPr/>
          <p:nvPr/>
        </p:nvGrpSpPr>
        <p:grpSpPr>
          <a:xfrm>
            <a:off x="2429776" y="2092540"/>
            <a:ext cx="224135" cy="371419"/>
            <a:chOff x="2429776" y="2092540"/>
            <a:chExt cx="224135" cy="371419"/>
          </a:xfrm>
          <a:solidFill>
            <a:srgbClr val="B9B9B9"/>
          </a:solidFill>
        </p:grpSpPr>
        <p:sp>
          <p:nvSpPr>
            <p:cNvPr id="79" name="Forma libre: forma 78">
              <a:extLst>
                <a:ext uri="{FF2B5EF4-FFF2-40B4-BE49-F238E27FC236}">
                  <a16:creationId xmlns:a16="http://schemas.microsoft.com/office/drawing/2014/main" id="{809C2872-27D4-0448-EAD1-731D662ED41B}"/>
                </a:ext>
              </a:extLst>
            </p:cNvPr>
            <p:cNvSpPr/>
            <p:nvPr/>
          </p:nvSpPr>
          <p:spPr>
            <a:xfrm>
              <a:off x="2429776" y="2092540"/>
              <a:ext cx="213820" cy="371419"/>
            </a:xfrm>
            <a:custGeom>
              <a:avLst/>
              <a:gdLst>
                <a:gd name="csX0" fmla="*/ 16950 w 213820"/>
                <a:gd name="csY0" fmla="*/ 360449 h 371419"/>
                <a:gd name="csX1" fmla="*/ 11453 w 213820"/>
                <a:gd name="csY1" fmla="*/ 297848 h 371419"/>
                <a:gd name="csX2" fmla="*/ 3696 w 213820"/>
                <a:gd name="csY2" fmla="*/ 222369 h 371419"/>
                <a:gd name="csX3" fmla="*/ 0 w 213820"/>
                <a:gd name="csY3" fmla="*/ 197274 h 371419"/>
                <a:gd name="csX4" fmla="*/ 19120 w 213820"/>
                <a:gd name="csY4" fmla="*/ 182403 h 371419"/>
                <a:gd name="csX5" fmla="*/ 138310 w 213820"/>
                <a:gd name="csY5" fmla="*/ 92657 h 371419"/>
                <a:gd name="csX6" fmla="*/ 152643 w 213820"/>
                <a:gd name="csY6" fmla="*/ 35441 h 371419"/>
                <a:gd name="csX7" fmla="*/ 150658 w 213820"/>
                <a:gd name="csY7" fmla="*/ 20853 h 371419"/>
                <a:gd name="csX8" fmla="*/ 160369 w 213820"/>
                <a:gd name="csY8" fmla="*/ 19300 h 371419"/>
                <a:gd name="csX9" fmla="*/ 171671 w 213820"/>
                <a:gd name="csY9" fmla="*/ 15173 h 371419"/>
                <a:gd name="csX10" fmla="*/ 158173 w 213820"/>
                <a:gd name="csY10" fmla="*/ 10308 h 371419"/>
                <a:gd name="csX11" fmla="*/ 132945 w 213820"/>
                <a:gd name="csY11" fmla="*/ 8975 h 371419"/>
                <a:gd name="csX12" fmla="*/ 120037 w 213820"/>
                <a:gd name="csY12" fmla="*/ 5453 h 371419"/>
                <a:gd name="csX13" fmla="*/ 136817 w 213820"/>
                <a:gd name="csY13" fmla="*/ 5689 h 371419"/>
                <a:gd name="csX14" fmla="*/ 168222 w 213820"/>
                <a:gd name="csY14" fmla="*/ 2321 h 371419"/>
                <a:gd name="csX15" fmla="*/ 193336 w 213820"/>
                <a:gd name="csY15" fmla="*/ 5657 h 371419"/>
                <a:gd name="csX16" fmla="*/ 207546 w 213820"/>
                <a:gd name="csY16" fmla="*/ 12598 h 371419"/>
                <a:gd name="csX17" fmla="*/ 213132 w 213820"/>
                <a:gd name="csY17" fmla="*/ 30004 h 371419"/>
                <a:gd name="csX18" fmla="*/ 187630 w 213820"/>
                <a:gd name="csY18" fmla="*/ 96831 h 371419"/>
                <a:gd name="csX19" fmla="*/ 176562 w 213820"/>
                <a:gd name="csY19" fmla="*/ 115211 h 371419"/>
                <a:gd name="csX20" fmla="*/ 172870 w 213820"/>
                <a:gd name="csY20" fmla="*/ 123601 h 371419"/>
                <a:gd name="csX21" fmla="*/ 166261 w 213820"/>
                <a:gd name="csY21" fmla="*/ 157642 h 371419"/>
                <a:gd name="csX22" fmla="*/ 166219 w 213820"/>
                <a:gd name="csY22" fmla="*/ 169421 h 371419"/>
                <a:gd name="csX23" fmla="*/ 156436 w 213820"/>
                <a:gd name="csY23" fmla="*/ 177166 h 371419"/>
                <a:gd name="csX24" fmla="*/ 152486 w 213820"/>
                <a:gd name="csY24" fmla="*/ 184910 h 371419"/>
                <a:gd name="csX25" fmla="*/ 149724 w 213820"/>
                <a:gd name="csY25" fmla="*/ 180392 h 371419"/>
                <a:gd name="csX26" fmla="*/ 150673 w 213820"/>
                <a:gd name="csY26" fmla="*/ 190434 h 371419"/>
                <a:gd name="csX27" fmla="*/ 157540 w 213820"/>
                <a:gd name="csY27" fmla="*/ 189342 h 371419"/>
                <a:gd name="csX28" fmla="*/ 164336 w 213820"/>
                <a:gd name="csY28" fmla="*/ 186648 h 371419"/>
                <a:gd name="csX29" fmla="*/ 167794 w 213820"/>
                <a:gd name="csY29" fmla="*/ 183969 h 371419"/>
                <a:gd name="csX30" fmla="*/ 171021 w 213820"/>
                <a:gd name="csY30" fmla="*/ 181048 h 371419"/>
                <a:gd name="csX31" fmla="*/ 159467 w 213820"/>
                <a:gd name="csY31" fmla="*/ 208029 h 371419"/>
                <a:gd name="csX32" fmla="*/ 153370 w 213820"/>
                <a:gd name="csY32" fmla="*/ 220699 h 371419"/>
                <a:gd name="csX33" fmla="*/ 158583 w 213820"/>
                <a:gd name="csY33" fmla="*/ 221050 h 371419"/>
                <a:gd name="csX34" fmla="*/ 167434 w 213820"/>
                <a:gd name="csY34" fmla="*/ 216533 h 371419"/>
                <a:gd name="csX35" fmla="*/ 167794 w 213820"/>
                <a:gd name="csY35" fmla="*/ 224277 h 371419"/>
                <a:gd name="csX36" fmla="*/ 162477 w 213820"/>
                <a:gd name="csY36" fmla="*/ 240411 h 371419"/>
                <a:gd name="csX37" fmla="*/ 159980 w 213820"/>
                <a:gd name="csY37" fmla="*/ 264290 h 371419"/>
                <a:gd name="csX38" fmla="*/ 154702 w 213820"/>
                <a:gd name="csY38" fmla="*/ 297848 h 371419"/>
                <a:gd name="csX39" fmla="*/ 147143 w 213820"/>
                <a:gd name="csY39" fmla="*/ 319016 h 371419"/>
                <a:gd name="csX40" fmla="*/ 144561 w 213820"/>
                <a:gd name="csY40" fmla="*/ 314628 h 371419"/>
                <a:gd name="csX41" fmla="*/ 142397 w 213820"/>
                <a:gd name="csY41" fmla="*/ 312692 h 371419"/>
                <a:gd name="csX42" fmla="*/ 133654 w 213820"/>
                <a:gd name="csY42" fmla="*/ 296518 h 371419"/>
                <a:gd name="csX43" fmla="*/ 127870 w 213820"/>
                <a:gd name="csY43" fmla="*/ 279915 h 371419"/>
                <a:gd name="csX44" fmla="*/ 129246 w 213820"/>
                <a:gd name="csY44" fmla="*/ 255255 h 371419"/>
                <a:gd name="csX45" fmla="*/ 125242 w 213820"/>
                <a:gd name="csY45" fmla="*/ 260285 h 371419"/>
                <a:gd name="csX46" fmla="*/ 118479 w 213820"/>
                <a:gd name="csY46" fmla="*/ 266956 h 371419"/>
                <a:gd name="csX47" fmla="*/ 115990 w 213820"/>
                <a:gd name="csY47" fmla="*/ 271823 h 371419"/>
                <a:gd name="csX48" fmla="*/ 103625 w 213820"/>
                <a:gd name="csY48" fmla="*/ 299151 h 371419"/>
                <a:gd name="csX49" fmla="*/ 93086 w 213820"/>
                <a:gd name="csY49" fmla="*/ 304140 h 371419"/>
                <a:gd name="csX50" fmla="*/ 86910 w 213820"/>
                <a:gd name="csY50" fmla="*/ 313522 h 371419"/>
                <a:gd name="csX51" fmla="*/ 79326 w 213820"/>
                <a:gd name="csY51" fmla="*/ 328399 h 371419"/>
                <a:gd name="csX52" fmla="*/ 69895 w 213820"/>
                <a:gd name="csY52" fmla="*/ 347747 h 371419"/>
                <a:gd name="csX53" fmla="*/ 51629 w 213820"/>
                <a:gd name="csY53" fmla="*/ 357222 h 371419"/>
                <a:gd name="csX54" fmla="*/ 36622 w 213820"/>
                <a:gd name="csY54" fmla="*/ 363051 h 371419"/>
                <a:gd name="csX55" fmla="*/ 27100 w 213820"/>
                <a:gd name="csY55" fmla="*/ 371420 h 371419"/>
                <a:gd name="csX56" fmla="*/ 16950 w 213820"/>
                <a:gd name="csY56" fmla="*/ 360449 h 3714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Lst>
              <a:rect l="l" t="t" r="r" b="b"/>
              <a:pathLst>
                <a:path w="213820" h="371419">
                  <a:moveTo>
                    <a:pt x="16950" y="360449"/>
                  </a:moveTo>
                  <a:cubicBezTo>
                    <a:pt x="16160" y="354414"/>
                    <a:pt x="13687" y="326244"/>
                    <a:pt x="11453" y="297848"/>
                  </a:cubicBezTo>
                  <a:cubicBezTo>
                    <a:pt x="9219" y="269452"/>
                    <a:pt x="5728" y="235487"/>
                    <a:pt x="3696" y="222369"/>
                  </a:cubicBezTo>
                  <a:cubicBezTo>
                    <a:pt x="1663" y="209251"/>
                    <a:pt x="0" y="197958"/>
                    <a:pt x="0" y="197274"/>
                  </a:cubicBezTo>
                  <a:cubicBezTo>
                    <a:pt x="0" y="196590"/>
                    <a:pt x="8604" y="189898"/>
                    <a:pt x="19120" y="182403"/>
                  </a:cubicBezTo>
                  <a:cubicBezTo>
                    <a:pt x="45138" y="163860"/>
                    <a:pt x="131668" y="98706"/>
                    <a:pt x="138310" y="92657"/>
                  </a:cubicBezTo>
                  <a:cubicBezTo>
                    <a:pt x="147047" y="84700"/>
                    <a:pt x="155017" y="52884"/>
                    <a:pt x="152643" y="35441"/>
                  </a:cubicBezTo>
                  <a:lnTo>
                    <a:pt x="150658" y="20853"/>
                  </a:lnTo>
                  <a:lnTo>
                    <a:pt x="160369" y="19300"/>
                  </a:lnTo>
                  <a:cubicBezTo>
                    <a:pt x="165710" y="18446"/>
                    <a:pt x="170796" y="16589"/>
                    <a:pt x="171671" y="15173"/>
                  </a:cubicBezTo>
                  <a:cubicBezTo>
                    <a:pt x="174939" y="9885"/>
                    <a:pt x="170188" y="8173"/>
                    <a:pt x="158173" y="10308"/>
                  </a:cubicBezTo>
                  <a:cubicBezTo>
                    <a:pt x="149606" y="11830"/>
                    <a:pt x="141919" y="11424"/>
                    <a:pt x="132945" y="8975"/>
                  </a:cubicBezTo>
                  <a:lnTo>
                    <a:pt x="120037" y="5453"/>
                  </a:lnTo>
                  <a:lnTo>
                    <a:pt x="136817" y="5689"/>
                  </a:lnTo>
                  <a:cubicBezTo>
                    <a:pt x="146045" y="5819"/>
                    <a:pt x="160178" y="4304"/>
                    <a:pt x="168222" y="2321"/>
                  </a:cubicBezTo>
                  <a:cubicBezTo>
                    <a:pt x="182583" y="-1218"/>
                    <a:pt x="183037" y="-1158"/>
                    <a:pt x="193336" y="5657"/>
                  </a:cubicBezTo>
                  <a:cubicBezTo>
                    <a:pt x="199104" y="9475"/>
                    <a:pt x="205499" y="12598"/>
                    <a:pt x="207546" y="12598"/>
                  </a:cubicBezTo>
                  <a:cubicBezTo>
                    <a:pt x="210236" y="12598"/>
                    <a:pt x="211785" y="17427"/>
                    <a:pt x="213132" y="30004"/>
                  </a:cubicBezTo>
                  <a:cubicBezTo>
                    <a:pt x="216062" y="57367"/>
                    <a:pt x="210014" y="73217"/>
                    <a:pt x="187630" y="96831"/>
                  </a:cubicBezTo>
                  <a:cubicBezTo>
                    <a:pt x="182422" y="102326"/>
                    <a:pt x="177441" y="110596"/>
                    <a:pt x="176562" y="115211"/>
                  </a:cubicBezTo>
                  <a:cubicBezTo>
                    <a:pt x="175683" y="119825"/>
                    <a:pt x="174022" y="123601"/>
                    <a:pt x="172870" y="123601"/>
                  </a:cubicBezTo>
                  <a:cubicBezTo>
                    <a:pt x="168512" y="123601"/>
                    <a:pt x="164964" y="141879"/>
                    <a:pt x="166261" y="157642"/>
                  </a:cubicBezTo>
                  <a:cubicBezTo>
                    <a:pt x="166999" y="166605"/>
                    <a:pt x="166980" y="171906"/>
                    <a:pt x="166219" y="169421"/>
                  </a:cubicBezTo>
                  <a:cubicBezTo>
                    <a:pt x="163842" y="161666"/>
                    <a:pt x="160352" y="164428"/>
                    <a:pt x="156436" y="177166"/>
                  </a:cubicBezTo>
                  <a:cubicBezTo>
                    <a:pt x="154362" y="183910"/>
                    <a:pt x="152584" y="187395"/>
                    <a:pt x="152486" y="184910"/>
                  </a:cubicBezTo>
                  <a:cubicBezTo>
                    <a:pt x="152387" y="182425"/>
                    <a:pt x="151144" y="180392"/>
                    <a:pt x="149724" y="180392"/>
                  </a:cubicBezTo>
                  <a:cubicBezTo>
                    <a:pt x="145947" y="180392"/>
                    <a:pt x="146574" y="187032"/>
                    <a:pt x="150673" y="190434"/>
                  </a:cubicBezTo>
                  <a:cubicBezTo>
                    <a:pt x="153362" y="192666"/>
                    <a:pt x="154997" y="192406"/>
                    <a:pt x="157540" y="189342"/>
                  </a:cubicBezTo>
                  <a:cubicBezTo>
                    <a:pt x="159375" y="187130"/>
                    <a:pt x="162434" y="185918"/>
                    <a:pt x="164336" y="186648"/>
                  </a:cubicBezTo>
                  <a:cubicBezTo>
                    <a:pt x="166311" y="187405"/>
                    <a:pt x="167794" y="186256"/>
                    <a:pt x="167794" y="183969"/>
                  </a:cubicBezTo>
                  <a:cubicBezTo>
                    <a:pt x="167794" y="181765"/>
                    <a:pt x="169246" y="180451"/>
                    <a:pt x="171021" y="181048"/>
                  </a:cubicBezTo>
                  <a:cubicBezTo>
                    <a:pt x="178588" y="183594"/>
                    <a:pt x="167396" y="209728"/>
                    <a:pt x="159467" y="208029"/>
                  </a:cubicBezTo>
                  <a:cubicBezTo>
                    <a:pt x="155365" y="207150"/>
                    <a:pt x="151352" y="215489"/>
                    <a:pt x="153370" y="220699"/>
                  </a:cubicBezTo>
                  <a:cubicBezTo>
                    <a:pt x="155154" y="225305"/>
                    <a:pt x="155436" y="225324"/>
                    <a:pt x="158583" y="221050"/>
                  </a:cubicBezTo>
                  <a:cubicBezTo>
                    <a:pt x="160413" y="218566"/>
                    <a:pt x="164395" y="216533"/>
                    <a:pt x="167434" y="216533"/>
                  </a:cubicBezTo>
                  <a:cubicBezTo>
                    <a:pt x="174275" y="216533"/>
                    <a:pt x="174331" y="217740"/>
                    <a:pt x="167794" y="224277"/>
                  </a:cubicBezTo>
                  <a:cubicBezTo>
                    <a:pt x="164323" y="227748"/>
                    <a:pt x="162581" y="233035"/>
                    <a:pt x="162477" y="240411"/>
                  </a:cubicBezTo>
                  <a:cubicBezTo>
                    <a:pt x="162393" y="246445"/>
                    <a:pt x="161269" y="257191"/>
                    <a:pt x="159980" y="264290"/>
                  </a:cubicBezTo>
                  <a:cubicBezTo>
                    <a:pt x="158691" y="271389"/>
                    <a:pt x="156316" y="286490"/>
                    <a:pt x="154702" y="297848"/>
                  </a:cubicBezTo>
                  <a:cubicBezTo>
                    <a:pt x="152051" y="316511"/>
                    <a:pt x="147143" y="330254"/>
                    <a:pt x="147143" y="319016"/>
                  </a:cubicBezTo>
                  <a:cubicBezTo>
                    <a:pt x="147143" y="316603"/>
                    <a:pt x="145981" y="314628"/>
                    <a:pt x="144561" y="314628"/>
                  </a:cubicBezTo>
                  <a:cubicBezTo>
                    <a:pt x="143141" y="314628"/>
                    <a:pt x="142167" y="313757"/>
                    <a:pt x="142397" y="312692"/>
                  </a:cubicBezTo>
                  <a:cubicBezTo>
                    <a:pt x="143282" y="308582"/>
                    <a:pt x="136781" y="296556"/>
                    <a:pt x="133654" y="296518"/>
                  </a:cubicBezTo>
                  <a:cubicBezTo>
                    <a:pt x="125264" y="296417"/>
                    <a:pt x="123998" y="292782"/>
                    <a:pt x="127870" y="279915"/>
                  </a:cubicBezTo>
                  <a:cubicBezTo>
                    <a:pt x="132191" y="265558"/>
                    <a:pt x="132766" y="255255"/>
                    <a:pt x="129246" y="255255"/>
                  </a:cubicBezTo>
                  <a:cubicBezTo>
                    <a:pt x="127923" y="255255"/>
                    <a:pt x="126121" y="257518"/>
                    <a:pt x="125242" y="260285"/>
                  </a:cubicBezTo>
                  <a:cubicBezTo>
                    <a:pt x="124364" y="263052"/>
                    <a:pt x="121321" y="266054"/>
                    <a:pt x="118479" y="266956"/>
                  </a:cubicBezTo>
                  <a:cubicBezTo>
                    <a:pt x="114695" y="268157"/>
                    <a:pt x="114029" y="269460"/>
                    <a:pt x="115990" y="271823"/>
                  </a:cubicBezTo>
                  <a:cubicBezTo>
                    <a:pt x="120178" y="276868"/>
                    <a:pt x="111817" y="295346"/>
                    <a:pt x="103625" y="299151"/>
                  </a:cubicBezTo>
                  <a:cubicBezTo>
                    <a:pt x="99874" y="300894"/>
                    <a:pt x="95131" y="303139"/>
                    <a:pt x="93086" y="304140"/>
                  </a:cubicBezTo>
                  <a:cubicBezTo>
                    <a:pt x="91041" y="305142"/>
                    <a:pt x="88261" y="309364"/>
                    <a:pt x="86910" y="313522"/>
                  </a:cubicBezTo>
                  <a:cubicBezTo>
                    <a:pt x="85558" y="317680"/>
                    <a:pt x="82145" y="324374"/>
                    <a:pt x="79326" y="328399"/>
                  </a:cubicBezTo>
                  <a:cubicBezTo>
                    <a:pt x="76507" y="332423"/>
                    <a:pt x="72263" y="341130"/>
                    <a:pt x="69895" y="347747"/>
                  </a:cubicBezTo>
                  <a:cubicBezTo>
                    <a:pt x="65145" y="361024"/>
                    <a:pt x="59224" y="364095"/>
                    <a:pt x="51629" y="357222"/>
                  </a:cubicBezTo>
                  <a:cubicBezTo>
                    <a:pt x="44314" y="350602"/>
                    <a:pt x="37572" y="353221"/>
                    <a:pt x="36622" y="363051"/>
                  </a:cubicBezTo>
                  <a:cubicBezTo>
                    <a:pt x="35885" y="370676"/>
                    <a:pt x="35039" y="371420"/>
                    <a:pt x="27100" y="371420"/>
                  </a:cubicBezTo>
                  <a:cubicBezTo>
                    <a:pt x="18795" y="371420"/>
                    <a:pt x="18319" y="370905"/>
                    <a:pt x="16950" y="360449"/>
                  </a:cubicBezTo>
                  <a:close/>
                </a:path>
              </a:pathLst>
            </a:custGeom>
            <a:solidFill>
              <a:srgbClr val="B9B9B9"/>
            </a:solidFill>
            <a:ln w="5163" cap="flat">
              <a:noFill/>
              <a:prstDash val="solid"/>
              <a:miter/>
            </a:ln>
          </p:spPr>
          <p:txBody>
            <a:bodyPr/>
            <a:lstStyle/>
            <a:p>
              <a:endParaRPr lang="es-419" noProof="0" dirty="0"/>
            </a:p>
          </p:txBody>
        </p:sp>
        <p:sp>
          <p:nvSpPr>
            <p:cNvPr id="80" name="Forma libre: forma 79">
              <a:extLst>
                <a:ext uri="{FF2B5EF4-FFF2-40B4-BE49-F238E27FC236}">
                  <a16:creationId xmlns:a16="http://schemas.microsoft.com/office/drawing/2014/main" id="{B4B7F884-EF95-2128-83EA-646C02970D4D}"/>
                </a:ext>
              </a:extLst>
            </p:cNvPr>
            <p:cNvSpPr/>
            <p:nvPr/>
          </p:nvSpPr>
          <p:spPr>
            <a:xfrm>
              <a:off x="2598432" y="2301328"/>
              <a:ext cx="4301" cy="5162"/>
            </a:xfrm>
            <a:custGeom>
              <a:avLst/>
              <a:gdLst>
                <a:gd name="csX0" fmla="*/ 429 w 4301"/>
                <a:gd name="csY0" fmla="*/ 2581 h 5162"/>
                <a:gd name="csX1" fmla="*/ 1567 w 4301"/>
                <a:gd name="csY1" fmla="*/ 0 h 5162"/>
                <a:gd name="csX2" fmla="*/ 4301 w 4301"/>
                <a:gd name="csY2" fmla="*/ 2581 h 5162"/>
                <a:gd name="csX3" fmla="*/ 3163 w 4301"/>
                <a:gd name="csY3" fmla="*/ 5163 h 5162"/>
                <a:gd name="csX4" fmla="*/ 429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429" y="2581"/>
                  </a:moveTo>
                  <a:cubicBezTo>
                    <a:pt x="-448" y="1162"/>
                    <a:pt x="64" y="0"/>
                    <a:pt x="1567" y="0"/>
                  </a:cubicBezTo>
                  <a:cubicBezTo>
                    <a:pt x="3071" y="0"/>
                    <a:pt x="4301" y="1162"/>
                    <a:pt x="4301" y="2581"/>
                  </a:cubicBezTo>
                  <a:cubicBezTo>
                    <a:pt x="4301" y="4001"/>
                    <a:pt x="3789" y="5163"/>
                    <a:pt x="3163" y="5163"/>
                  </a:cubicBezTo>
                  <a:cubicBezTo>
                    <a:pt x="2537" y="5163"/>
                    <a:pt x="1307" y="4001"/>
                    <a:pt x="429" y="2581"/>
                  </a:cubicBezTo>
                  <a:close/>
                </a:path>
              </a:pathLst>
            </a:custGeom>
            <a:solidFill>
              <a:srgbClr val="B9B9B9"/>
            </a:solidFill>
            <a:ln w="5163" cap="flat">
              <a:noFill/>
              <a:prstDash val="solid"/>
              <a:miter/>
            </a:ln>
          </p:spPr>
          <p:txBody>
            <a:bodyPr/>
            <a:lstStyle/>
            <a:p>
              <a:endParaRPr lang="es-419" noProof="0" dirty="0"/>
            </a:p>
          </p:txBody>
        </p:sp>
        <p:sp>
          <p:nvSpPr>
            <p:cNvPr id="81" name="Forma libre: forma 80">
              <a:extLst>
                <a:ext uri="{FF2B5EF4-FFF2-40B4-BE49-F238E27FC236}">
                  <a16:creationId xmlns:a16="http://schemas.microsoft.com/office/drawing/2014/main" id="{72ABF7E2-5B69-164F-0873-70B5654E8DA5}"/>
                </a:ext>
              </a:extLst>
            </p:cNvPr>
            <p:cNvSpPr/>
            <p:nvPr/>
          </p:nvSpPr>
          <p:spPr>
            <a:xfrm>
              <a:off x="2631714" y="2178527"/>
              <a:ext cx="22197" cy="31992"/>
            </a:xfrm>
            <a:custGeom>
              <a:avLst/>
              <a:gdLst>
                <a:gd name="csX0" fmla="*/ 471 w 22197"/>
                <a:gd name="csY0" fmla="*/ 28899 h 31992"/>
                <a:gd name="csX1" fmla="*/ 9355 w 22197"/>
                <a:gd name="csY1" fmla="*/ 4976 h 31992"/>
                <a:gd name="csX2" fmla="*/ 18130 w 22197"/>
                <a:gd name="csY2" fmla="*/ 1262 h 31992"/>
                <a:gd name="csX3" fmla="*/ 15361 w 22197"/>
                <a:gd name="csY3" fmla="*/ 16772 h 31992"/>
                <a:gd name="csX4" fmla="*/ 471 w 22197"/>
                <a:gd name="csY4" fmla="*/ 28899 h 31992"/>
              </a:gdLst>
              <a:ahLst/>
              <a:cxnLst>
                <a:cxn ang="0">
                  <a:pos x="csX0" y="csY0"/>
                </a:cxn>
                <a:cxn ang="0">
                  <a:pos x="csX1" y="csY1"/>
                </a:cxn>
                <a:cxn ang="0">
                  <a:pos x="csX2" y="csY2"/>
                </a:cxn>
                <a:cxn ang="0">
                  <a:pos x="csX3" y="csY3"/>
                </a:cxn>
                <a:cxn ang="0">
                  <a:pos x="csX4" y="csY4"/>
                </a:cxn>
              </a:cxnLst>
              <a:rect l="l" t="t" r="r" b="b"/>
              <a:pathLst>
                <a:path w="22197" h="31992">
                  <a:moveTo>
                    <a:pt x="471" y="28899"/>
                  </a:moveTo>
                  <a:cubicBezTo>
                    <a:pt x="-1762" y="23078"/>
                    <a:pt x="4399" y="6487"/>
                    <a:pt x="9355" y="4976"/>
                  </a:cubicBezTo>
                  <a:cubicBezTo>
                    <a:pt x="11697" y="4262"/>
                    <a:pt x="15646" y="2591"/>
                    <a:pt x="18130" y="1262"/>
                  </a:cubicBezTo>
                  <a:cubicBezTo>
                    <a:pt x="24115" y="-1937"/>
                    <a:pt x="23741" y="160"/>
                    <a:pt x="15361" y="16772"/>
                  </a:cubicBezTo>
                  <a:cubicBezTo>
                    <a:pt x="7920" y="31524"/>
                    <a:pt x="3013" y="35521"/>
                    <a:pt x="471" y="28899"/>
                  </a:cubicBezTo>
                  <a:close/>
                </a:path>
              </a:pathLst>
            </a:custGeom>
            <a:solidFill>
              <a:srgbClr val="B9B9B9"/>
            </a:solidFill>
            <a:ln w="5163" cap="flat">
              <a:noFill/>
              <a:prstDash val="solid"/>
              <a:miter/>
            </a:ln>
          </p:spPr>
          <p:txBody>
            <a:bodyPr/>
            <a:lstStyle/>
            <a:p>
              <a:endParaRPr lang="es-419" noProof="0" dirty="0"/>
            </a:p>
          </p:txBody>
        </p:sp>
        <p:sp>
          <p:nvSpPr>
            <p:cNvPr id="82" name="Forma libre: forma 81">
              <a:extLst>
                <a:ext uri="{FF2B5EF4-FFF2-40B4-BE49-F238E27FC236}">
                  <a16:creationId xmlns:a16="http://schemas.microsoft.com/office/drawing/2014/main" id="{84552174-9854-1E52-61D7-D2A3D03AF7D1}"/>
                </a:ext>
              </a:extLst>
            </p:cNvPr>
            <p:cNvSpPr/>
            <p:nvPr/>
          </p:nvSpPr>
          <p:spPr>
            <a:xfrm>
              <a:off x="2646618" y="2128371"/>
              <a:ext cx="5162" cy="6756"/>
            </a:xfrm>
            <a:custGeom>
              <a:avLst/>
              <a:gdLst>
                <a:gd name="csX0" fmla="*/ 0 w 5162"/>
                <a:gd name="csY0" fmla="*/ 4025 h 6756"/>
                <a:gd name="csX1" fmla="*/ 2581 w 5162"/>
                <a:gd name="csY1" fmla="*/ 0 h 6756"/>
                <a:gd name="csX2" fmla="*/ 5163 w 5162"/>
                <a:gd name="csY2" fmla="*/ 2429 h 6756"/>
                <a:gd name="csX3" fmla="*/ 2581 w 5162"/>
                <a:gd name="csY3" fmla="*/ 6454 h 6756"/>
                <a:gd name="csX4" fmla="*/ 0 w 5162"/>
                <a:gd name="csY4" fmla="*/ 4025 h 6756"/>
              </a:gdLst>
              <a:ahLst/>
              <a:cxnLst>
                <a:cxn ang="0">
                  <a:pos x="csX0" y="csY0"/>
                </a:cxn>
                <a:cxn ang="0">
                  <a:pos x="csX1" y="csY1"/>
                </a:cxn>
                <a:cxn ang="0">
                  <a:pos x="csX2" y="csY2"/>
                </a:cxn>
                <a:cxn ang="0">
                  <a:pos x="csX3" y="csY3"/>
                </a:cxn>
                <a:cxn ang="0">
                  <a:pos x="csX4" y="csY4"/>
                </a:cxn>
              </a:cxnLst>
              <a:rect l="l" t="t" r="r" b="b"/>
              <a:pathLst>
                <a:path w="5162" h="6756">
                  <a:moveTo>
                    <a:pt x="0" y="4025"/>
                  </a:moveTo>
                  <a:cubicBezTo>
                    <a:pt x="0" y="1811"/>
                    <a:pt x="1162" y="0"/>
                    <a:pt x="2581" y="0"/>
                  </a:cubicBezTo>
                  <a:cubicBezTo>
                    <a:pt x="4001" y="0"/>
                    <a:pt x="5163" y="1093"/>
                    <a:pt x="5163" y="2429"/>
                  </a:cubicBezTo>
                  <a:cubicBezTo>
                    <a:pt x="5163" y="3765"/>
                    <a:pt x="4001" y="5576"/>
                    <a:pt x="2581" y="6454"/>
                  </a:cubicBezTo>
                  <a:cubicBezTo>
                    <a:pt x="1162" y="7331"/>
                    <a:pt x="0" y="6238"/>
                    <a:pt x="0" y="4025"/>
                  </a:cubicBezTo>
                  <a:close/>
                </a:path>
              </a:pathLst>
            </a:custGeom>
            <a:solidFill>
              <a:srgbClr val="B9B9B9"/>
            </a:solidFill>
            <a:ln w="5163" cap="flat">
              <a:noFill/>
              <a:prstDash val="solid"/>
              <a:miter/>
            </a:ln>
          </p:spPr>
          <p:txBody>
            <a:bodyPr/>
            <a:lstStyle/>
            <a:p>
              <a:endParaRPr lang="es-419" noProof="0" dirty="0"/>
            </a:p>
          </p:txBody>
        </p:sp>
        <p:sp>
          <p:nvSpPr>
            <p:cNvPr id="83" name="Forma libre: forma 82">
              <a:extLst>
                <a:ext uri="{FF2B5EF4-FFF2-40B4-BE49-F238E27FC236}">
                  <a16:creationId xmlns:a16="http://schemas.microsoft.com/office/drawing/2014/main" id="{F334E8D6-4B92-E277-F651-FF33055E2BC6}"/>
                </a:ext>
              </a:extLst>
            </p:cNvPr>
            <p:cNvSpPr/>
            <p:nvPr/>
          </p:nvSpPr>
          <p:spPr>
            <a:xfrm>
              <a:off x="2646618" y="2110301"/>
              <a:ext cx="4301" cy="5162"/>
            </a:xfrm>
            <a:custGeom>
              <a:avLst/>
              <a:gdLst>
                <a:gd name="csX0" fmla="*/ 0 w 4301"/>
                <a:gd name="csY0" fmla="*/ 2581 h 5162"/>
                <a:gd name="csX1" fmla="*/ 1138 w 4301"/>
                <a:gd name="csY1" fmla="*/ 0 h 5162"/>
                <a:gd name="csX2" fmla="*/ 3872 w 4301"/>
                <a:gd name="csY2" fmla="*/ 2581 h 5162"/>
                <a:gd name="csX3" fmla="*/ 2734 w 4301"/>
                <a:gd name="csY3" fmla="*/ 5163 h 5162"/>
                <a:gd name="csX4" fmla="*/ 0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0" y="2581"/>
                  </a:moveTo>
                  <a:cubicBezTo>
                    <a:pt x="0" y="1162"/>
                    <a:pt x="512" y="0"/>
                    <a:pt x="1138" y="0"/>
                  </a:cubicBezTo>
                  <a:cubicBezTo>
                    <a:pt x="1765" y="0"/>
                    <a:pt x="2995" y="1162"/>
                    <a:pt x="3872" y="2581"/>
                  </a:cubicBezTo>
                  <a:cubicBezTo>
                    <a:pt x="4750" y="4001"/>
                    <a:pt x="4237" y="5163"/>
                    <a:pt x="2734" y="5163"/>
                  </a:cubicBezTo>
                  <a:cubicBezTo>
                    <a:pt x="1230" y="5163"/>
                    <a:pt x="0" y="4001"/>
                    <a:pt x="0" y="2581"/>
                  </a:cubicBezTo>
                  <a:close/>
                </a:path>
              </a:pathLst>
            </a:custGeom>
            <a:solidFill>
              <a:srgbClr val="B9B9B9"/>
            </a:solidFill>
            <a:ln w="5163" cap="flat">
              <a:noFill/>
              <a:prstDash val="solid"/>
              <a:miter/>
            </a:ln>
          </p:spPr>
          <p:txBody>
            <a:bodyPr/>
            <a:lstStyle/>
            <a:p>
              <a:endParaRPr lang="es-419" noProof="0" dirty="0"/>
            </a:p>
          </p:txBody>
        </p:sp>
      </p:grpSp>
      <p:grpSp>
        <p:nvGrpSpPr>
          <p:cNvPr id="84" name="Gráfico 39">
            <a:extLst>
              <a:ext uri="{FF2B5EF4-FFF2-40B4-BE49-F238E27FC236}">
                <a16:creationId xmlns:a16="http://schemas.microsoft.com/office/drawing/2014/main" id="{3A38860C-ACB9-0D54-761F-C886D5500499}"/>
              </a:ext>
            </a:extLst>
          </p:cNvPr>
          <p:cNvGrpSpPr/>
          <p:nvPr/>
        </p:nvGrpSpPr>
        <p:grpSpPr>
          <a:xfrm>
            <a:off x="924790" y="1999612"/>
            <a:ext cx="235561" cy="223008"/>
            <a:chOff x="924790" y="1999612"/>
            <a:chExt cx="235561" cy="223008"/>
          </a:xfrm>
          <a:solidFill>
            <a:srgbClr val="B9B9B9"/>
          </a:solidFill>
        </p:grpSpPr>
        <p:sp>
          <p:nvSpPr>
            <p:cNvPr id="85" name="Forma libre: forma 84">
              <a:extLst>
                <a:ext uri="{FF2B5EF4-FFF2-40B4-BE49-F238E27FC236}">
                  <a16:creationId xmlns:a16="http://schemas.microsoft.com/office/drawing/2014/main" id="{72C3EF4F-2E1E-7033-8259-34B8C85C2949}"/>
                </a:ext>
              </a:extLst>
            </p:cNvPr>
            <p:cNvSpPr/>
            <p:nvPr/>
          </p:nvSpPr>
          <p:spPr>
            <a:xfrm>
              <a:off x="1018216" y="1999612"/>
              <a:ext cx="142135" cy="223008"/>
            </a:xfrm>
            <a:custGeom>
              <a:avLst/>
              <a:gdLst>
                <a:gd name="csX0" fmla="*/ 33142 w 142135"/>
                <a:gd name="csY0" fmla="*/ 222624 h 223008"/>
                <a:gd name="csX1" fmla="*/ 24030 w 142135"/>
                <a:gd name="csY1" fmla="*/ 217989 h 223008"/>
                <a:gd name="csX2" fmla="*/ 15077 w 142135"/>
                <a:gd name="csY2" fmla="*/ 214475 h 223008"/>
                <a:gd name="csX3" fmla="*/ 28065 w 142135"/>
                <a:gd name="csY3" fmla="*/ 199749 h 223008"/>
                <a:gd name="csX4" fmla="*/ 39623 w 142135"/>
                <a:gd name="csY4" fmla="*/ 181324 h 223008"/>
                <a:gd name="csX5" fmla="*/ 40552 w 142135"/>
                <a:gd name="csY5" fmla="*/ 163618 h 223008"/>
                <a:gd name="csX6" fmla="*/ 38270 w 142135"/>
                <a:gd name="csY6" fmla="*/ 146871 h 223008"/>
                <a:gd name="csX7" fmla="*/ 31342 w 142135"/>
                <a:gd name="csY7" fmla="*/ 141344 h 223008"/>
                <a:gd name="csX8" fmla="*/ 23064 w 142135"/>
                <a:gd name="csY8" fmla="*/ 130695 h 223008"/>
                <a:gd name="csX9" fmla="*/ 21238 w 142135"/>
                <a:gd name="csY9" fmla="*/ 121015 h 223008"/>
                <a:gd name="csX10" fmla="*/ 21448 w 142135"/>
                <a:gd name="csY10" fmla="*/ 110689 h 223008"/>
                <a:gd name="csX11" fmla="*/ 17417 w 142135"/>
                <a:gd name="csY11" fmla="*/ 113600 h 223008"/>
                <a:gd name="csX12" fmla="*/ 6090 w 142135"/>
                <a:gd name="csY12" fmla="*/ 75839 h 223008"/>
                <a:gd name="csX13" fmla="*/ 446 w 142135"/>
                <a:gd name="csY13" fmla="*/ 49379 h 223008"/>
                <a:gd name="csX14" fmla="*/ 1787 w 142135"/>
                <a:gd name="csY14" fmla="*/ 43571 h 223008"/>
                <a:gd name="csX15" fmla="*/ 4669 w 142135"/>
                <a:gd name="csY15" fmla="*/ 50173 h 223008"/>
                <a:gd name="csX16" fmla="*/ 15640 w 142135"/>
                <a:gd name="csY16" fmla="*/ 55981 h 223008"/>
                <a:gd name="csX17" fmla="*/ 25590 w 142135"/>
                <a:gd name="csY17" fmla="*/ 51315 h 223008"/>
                <a:gd name="csX18" fmla="*/ 21927 w 142135"/>
                <a:gd name="csY18" fmla="*/ 38128 h 223008"/>
                <a:gd name="csX19" fmla="*/ 25126 w 142135"/>
                <a:gd name="csY19" fmla="*/ 20612 h 223008"/>
                <a:gd name="csX20" fmla="*/ 29635 w 142135"/>
                <a:gd name="csY20" fmla="*/ 8944 h 223008"/>
                <a:gd name="csX21" fmla="*/ 56601 w 142135"/>
                <a:gd name="csY21" fmla="*/ 2664 h 223008"/>
                <a:gd name="csX22" fmla="*/ 68014 w 142135"/>
                <a:gd name="csY22" fmla="*/ 14926 h 223008"/>
                <a:gd name="csX23" fmla="*/ 70397 w 142135"/>
                <a:gd name="csY23" fmla="*/ 28730 h 223008"/>
                <a:gd name="csX24" fmla="*/ 64799 w 142135"/>
                <a:gd name="csY24" fmla="*/ 38367 h 223008"/>
                <a:gd name="csX25" fmla="*/ 76515 w 142135"/>
                <a:gd name="csY25" fmla="*/ 47199 h 223008"/>
                <a:gd name="csX26" fmla="*/ 95020 w 142135"/>
                <a:gd name="csY26" fmla="*/ 52596 h 223008"/>
                <a:gd name="csX27" fmla="*/ 116723 w 142135"/>
                <a:gd name="csY27" fmla="*/ 66052 h 223008"/>
                <a:gd name="csX28" fmla="*/ 125419 w 142135"/>
                <a:gd name="csY28" fmla="*/ 64641 h 223008"/>
                <a:gd name="csX29" fmla="*/ 121867 w 142135"/>
                <a:gd name="csY29" fmla="*/ 77984 h 223008"/>
                <a:gd name="csX30" fmla="*/ 126198 w 142135"/>
                <a:gd name="csY30" fmla="*/ 109560 h 223008"/>
                <a:gd name="csX31" fmla="*/ 132452 w 142135"/>
                <a:gd name="csY31" fmla="*/ 130811 h 223008"/>
                <a:gd name="csX32" fmla="*/ 137172 w 142135"/>
                <a:gd name="csY32" fmla="*/ 149525 h 223008"/>
                <a:gd name="csX33" fmla="*/ 126264 w 142135"/>
                <a:gd name="csY33" fmla="*/ 165042 h 223008"/>
                <a:gd name="csX34" fmla="*/ 119713 w 142135"/>
                <a:gd name="csY34" fmla="*/ 162318 h 223008"/>
                <a:gd name="csX35" fmla="*/ 122125 w 142135"/>
                <a:gd name="csY35" fmla="*/ 181310 h 223008"/>
                <a:gd name="csX36" fmla="*/ 122395 w 142135"/>
                <a:gd name="csY36" fmla="*/ 193071 h 223008"/>
                <a:gd name="csX37" fmla="*/ 117050 w 142135"/>
                <a:gd name="csY37" fmla="*/ 205350 h 223008"/>
                <a:gd name="csX38" fmla="*/ 115307 w 142135"/>
                <a:gd name="csY38" fmla="*/ 214639 h 223008"/>
                <a:gd name="csX39" fmla="*/ 105608 w 142135"/>
                <a:gd name="csY39" fmla="*/ 205168 h 223008"/>
                <a:gd name="csX40" fmla="*/ 70306 w 142135"/>
                <a:gd name="csY40" fmla="*/ 198146 h 223008"/>
                <a:gd name="csX41" fmla="*/ 57886 w 142135"/>
                <a:gd name="csY41" fmla="*/ 203581 h 223008"/>
                <a:gd name="csX42" fmla="*/ 42822 w 142135"/>
                <a:gd name="csY42" fmla="*/ 214552 h 223008"/>
                <a:gd name="csX43" fmla="*/ 33142 w 142135"/>
                <a:gd name="csY43" fmla="*/ 222624 h 2230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42135" h="223008">
                  <a:moveTo>
                    <a:pt x="33142" y="222624"/>
                  </a:moveTo>
                  <a:cubicBezTo>
                    <a:pt x="33100" y="221007"/>
                    <a:pt x="28999" y="218922"/>
                    <a:pt x="24030" y="217989"/>
                  </a:cubicBezTo>
                  <a:cubicBezTo>
                    <a:pt x="19061" y="217057"/>
                    <a:pt x="15032" y="215476"/>
                    <a:pt x="15077" y="214475"/>
                  </a:cubicBezTo>
                  <a:cubicBezTo>
                    <a:pt x="15123" y="213475"/>
                    <a:pt x="20967" y="206848"/>
                    <a:pt x="28065" y="199749"/>
                  </a:cubicBezTo>
                  <a:cubicBezTo>
                    <a:pt x="37756" y="190056"/>
                    <a:pt x="40635" y="185467"/>
                    <a:pt x="39623" y="181324"/>
                  </a:cubicBezTo>
                  <a:cubicBezTo>
                    <a:pt x="38882" y="178289"/>
                    <a:pt x="39300" y="170321"/>
                    <a:pt x="40552" y="163618"/>
                  </a:cubicBezTo>
                  <a:cubicBezTo>
                    <a:pt x="42457" y="153420"/>
                    <a:pt x="42085" y="150686"/>
                    <a:pt x="38270" y="146871"/>
                  </a:cubicBezTo>
                  <a:cubicBezTo>
                    <a:pt x="35762" y="144363"/>
                    <a:pt x="32644" y="141876"/>
                    <a:pt x="31342" y="141344"/>
                  </a:cubicBezTo>
                  <a:cubicBezTo>
                    <a:pt x="30039" y="140811"/>
                    <a:pt x="26314" y="136019"/>
                    <a:pt x="23064" y="130695"/>
                  </a:cubicBezTo>
                  <a:cubicBezTo>
                    <a:pt x="18146" y="122638"/>
                    <a:pt x="17840" y="121015"/>
                    <a:pt x="21238" y="121015"/>
                  </a:cubicBezTo>
                  <a:cubicBezTo>
                    <a:pt x="26407" y="121015"/>
                    <a:pt x="26532" y="114908"/>
                    <a:pt x="21448" y="110689"/>
                  </a:cubicBezTo>
                  <a:cubicBezTo>
                    <a:pt x="18195" y="107989"/>
                    <a:pt x="17551" y="108454"/>
                    <a:pt x="17417" y="113600"/>
                  </a:cubicBezTo>
                  <a:cubicBezTo>
                    <a:pt x="17202" y="121855"/>
                    <a:pt x="11362" y="102386"/>
                    <a:pt x="6090" y="75839"/>
                  </a:cubicBezTo>
                  <a:cubicBezTo>
                    <a:pt x="3834" y="64481"/>
                    <a:pt x="1295" y="52574"/>
                    <a:pt x="446" y="49379"/>
                  </a:cubicBezTo>
                  <a:cubicBezTo>
                    <a:pt x="-477" y="45903"/>
                    <a:pt x="61" y="43571"/>
                    <a:pt x="1787" y="43571"/>
                  </a:cubicBezTo>
                  <a:cubicBezTo>
                    <a:pt x="3372" y="43571"/>
                    <a:pt x="4669" y="46542"/>
                    <a:pt x="4669" y="50173"/>
                  </a:cubicBezTo>
                  <a:cubicBezTo>
                    <a:pt x="4669" y="56344"/>
                    <a:pt x="5386" y="56723"/>
                    <a:pt x="15640" y="55981"/>
                  </a:cubicBezTo>
                  <a:cubicBezTo>
                    <a:pt x="23894" y="55384"/>
                    <a:pt x="26358" y="54229"/>
                    <a:pt x="25590" y="51315"/>
                  </a:cubicBezTo>
                  <a:cubicBezTo>
                    <a:pt x="25028" y="49186"/>
                    <a:pt x="23380" y="43251"/>
                    <a:pt x="21927" y="38128"/>
                  </a:cubicBezTo>
                  <a:cubicBezTo>
                    <a:pt x="19644" y="30074"/>
                    <a:pt x="20076" y="27703"/>
                    <a:pt x="25126" y="20612"/>
                  </a:cubicBezTo>
                  <a:cubicBezTo>
                    <a:pt x="28338" y="16101"/>
                    <a:pt x="30367" y="10851"/>
                    <a:pt x="29635" y="8944"/>
                  </a:cubicBezTo>
                  <a:cubicBezTo>
                    <a:pt x="26306" y="269"/>
                    <a:pt x="38854" y="-2653"/>
                    <a:pt x="56601" y="2664"/>
                  </a:cubicBezTo>
                  <a:cubicBezTo>
                    <a:pt x="65243" y="5253"/>
                    <a:pt x="66731" y="6851"/>
                    <a:pt x="68014" y="14926"/>
                  </a:cubicBezTo>
                  <a:cubicBezTo>
                    <a:pt x="68826" y="20032"/>
                    <a:pt x="69898" y="26244"/>
                    <a:pt x="70397" y="28730"/>
                  </a:cubicBezTo>
                  <a:cubicBezTo>
                    <a:pt x="70908" y="31276"/>
                    <a:pt x="68463" y="35485"/>
                    <a:pt x="64799" y="38367"/>
                  </a:cubicBezTo>
                  <a:cubicBezTo>
                    <a:pt x="52677" y="47902"/>
                    <a:pt x="63675" y="56192"/>
                    <a:pt x="76515" y="47199"/>
                  </a:cubicBezTo>
                  <a:cubicBezTo>
                    <a:pt x="84862" y="41352"/>
                    <a:pt x="95020" y="44315"/>
                    <a:pt x="95020" y="52596"/>
                  </a:cubicBezTo>
                  <a:cubicBezTo>
                    <a:pt x="95020" y="61383"/>
                    <a:pt x="105491" y="67875"/>
                    <a:pt x="116723" y="66052"/>
                  </a:cubicBezTo>
                  <a:lnTo>
                    <a:pt x="125419" y="64641"/>
                  </a:lnTo>
                  <a:lnTo>
                    <a:pt x="121867" y="77984"/>
                  </a:lnTo>
                  <a:cubicBezTo>
                    <a:pt x="116766" y="97143"/>
                    <a:pt x="117305" y="101074"/>
                    <a:pt x="126198" y="109560"/>
                  </a:cubicBezTo>
                  <a:cubicBezTo>
                    <a:pt x="133696" y="116715"/>
                    <a:pt x="134049" y="117914"/>
                    <a:pt x="132452" y="130811"/>
                  </a:cubicBezTo>
                  <a:cubicBezTo>
                    <a:pt x="130905" y="143306"/>
                    <a:pt x="131310" y="144914"/>
                    <a:pt x="137172" y="149525"/>
                  </a:cubicBezTo>
                  <a:cubicBezTo>
                    <a:pt x="148350" y="158317"/>
                    <a:pt x="138877" y="171792"/>
                    <a:pt x="126264" y="165042"/>
                  </a:cubicBezTo>
                  <a:cubicBezTo>
                    <a:pt x="123464" y="163544"/>
                    <a:pt x="120516" y="162318"/>
                    <a:pt x="119713" y="162318"/>
                  </a:cubicBezTo>
                  <a:cubicBezTo>
                    <a:pt x="116537" y="162318"/>
                    <a:pt x="118487" y="177672"/>
                    <a:pt x="122125" y="181310"/>
                  </a:cubicBezTo>
                  <a:cubicBezTo>
                    <a:pt x="126947" y="186132"/>
                    <a:pt x="127019" y="189234"/>
                    <a:pt x="122395" y="193071"/>
                  </a:cubicBezTo>
                  <a:cubicBezTo>
                    <a:pt x="120414" y="194715"/>
                    <a:pt x="118009" y="200241"/>
                    <a:pt x="117050" y="205350"/>
                  </a:cubicBezTo>
                  <a:lnTo>
                    <a:pt x="115307" y="214639"/>
                  </a:lnTo>
                  <a:lnTo>
                    <a:pt x="105608" y="205168"/>
                  </a:lnTo>
                  <a:cubicBezTo>
                    <a:pt x="93087" y="192941"/>
                    <a:pt x="80185" y="190375"/>
                    <a:pt x="70306" y="198146"/>
                  </a:cubicBezTo>
                  <a:cubicBezTo>
                    <a:pt x="66478" y="201157"/>
                    <a:pt x="60889" y="203603"/>
                    <a:pt x="57886" y="203581"/>
                  </a:cubicBezTo>
                  <a:cubicBezTo>
                    <a:pt x="54649" y="203557"/>
                    <a:pt x="48516" y="208024"/>
                    <a:pt x="42822" y="214552"/>
                  </a:cubicBezTo>
                  <a:cubicBezTo>
                    <a:pt x="37540" y="220608"/>
                    <a:pt x="33184" y="224241"/>
                    <a:pt x="33142" y="222624"/>
                  </a:cubicBezTo>
                  <a:close/>
                </a:path>
              </a:pathLst>
            </a:custGeom>
            <a:solidFill>
              <a:srgbClr val="B9B9B9"/>
            </a:solidFill>
            <a:ln w="5163" cap="flat">
              <a:noFill/>
              <a:prstDash val="solid"/>
              <a:miter/>
            </a:ln>
          </p:spPr>
          <p:txBody>
            <a:bodyPr/>
            <a:lstStyle/>
            <a:p>
              <a:endParaRPr lang="es-419" noProof="0" dirty="0"/>
            </a:p>
          </p:txBody>
        </p:sp>
        <p:sp>
          <p:nvSpPr>
            <p:cNvPr id="86" name="Forma libre: forma 85">
              <a:extLst>
                <a:ext uri="{FF2B5EF4-FFF2-40B4-BE49-F238E27FC236}">
                  <a16:creationId xmlns:a16="http://schemas.microsoft.com/office/drawing/2014/main" id="{213875EB-B3B2-F3AE-64D8-6215BBE56716}"/>
                </a:ext>
              </a:extLst>
            </p:cNvPr>
            <p:cNvSpPr/>
            <p:nvPr/>
          </p:nvSpPr>
          <p:spPr>
            <a:xfrm>
              <a:off x="976738" y="2149266"/>
              <a:ext cx="9026" cy="7395"/>
            </a:xfrm>
            <a:custGeom>
              <a:avLst/>
              <a:gdLst>
                <a:gd name="csX0" fmla="*/ 866 w 9026"/>
                <a:gd name="csY0" fmla="*/ 4748 h 7395"/>
                <a:gd name="csX1" fmla="*/ 6187 w 9026"/>
                <a:gd name="csY1" fmla="*/ 710 h 7395"/>
                <a:gd name="csX2" fmla="*/ 8728 w 9026"/>
                <a:gd name="csY2" fmla="*/ 4901 h 7395"/>
                <a:gd name="csX3" fmla="*/ 866 w 9026"/>
                <a:gd name="csY3" fmla="*/ 4748 h 7395"/>
              </a:gdLst>
              <a:ahLst/>
              <a:cxnLst>
                <a:cxn ang="0">
                  <a:pos x="csX0" y="csY0"/>
                </a:cxn>
                <a:cxn ang="0">
                  <a:pos x="csX1" y="csY1"/>
                </a:cxn>
                <a:cxn ang="0">
                  <a:pos x="csX2" y="csY2"/>
                </a:cxn>
                <a:cxn ang="0">
                  <a:pos x="csX3" y="csY3"/>
                </a:cxn>
              </a:cxnLst>
              <a:rect l="l" t="t" r="r" b="b"/>
              <a:pathLst>
                <a:path w="9026" h="7395">
                  <a:moveTo>
                    <a:pt x="866" y="4748"/>
                  </a:moveTo>
                  <a:cubicBezTo>
                    <a:pt x="-1510" y="904"/>
                    <a:pt x="1245" y="-1186"/>
                    <a:pt x="6187" y="710"/>
                  </a:cubicBezTo>
                  <a:cubicBezTo>
                    <a:pt x="8468" y="1586"/>
                    <a:pt x="9611" y="3472"/>
                    <a:pt x="8728" y="4901"/>
                  </a:cubicBezTo>
                  <a:cubicBezTo>
                    <a:pt x="6635" y="8287"/>
                    <a:pt x="3009" y="8216"/>
                    <a:pt x="866" y="4748"/>
                  </a:cubicBezTo>
                  <a:close/>
                </a:path>
              </a:pathLst>
            </a:custGeom>
            <a:solidFill>
              <a:srgbClr val="B9B9B9"/>
            </a:solidFill>
            <a:ln w="5163" cap="flat">
              <a:noFill/>
              <a:prstDash val="solid"/>
              <a:miter/>
            </a:ln>
          </p:spPr>
          <p:txBody>
            <a:bodyPr/>
            <a:lstStyle/>
            <a:p>
              <a:endParaRPr lang="es-419" noProof="0" dirty="0"/>
            </a:p>
          </p:txBody>
        </p:sp>
        <p:sp>
          <p:nvSpPr>
            <p:cNvPr id="87" name="Forma libre: forma 86">
              <a:extLst>
                <a:ext uri="{FF2B5EF4-FFF2-40B4-BE49-F238E27FC236}">
                  <a16:creationId xmlns:a16="http://schemas.microsoft.com/office/drawing/2014/main" id="{E601EC4E-B354-C5F5-A6BF-460558E72C87}"/>
                </a:ext>
              </a:extLst>
            </p:cNvPr>
            <p:cNvSpPr/>
            <p:nvPr/>
          </p:nvSpPr>
          <p:spPr>
            <a:xfrm>
              <a:off x="958388" y="2135665"/>
              <a:ext cx="19364" cy="11047"/>
            </a:xfrm>
            <a:custGeom>
              <a:avLst/>
              <a:gdLst>
                <a:gd name="csX0" fmla="*/ 0 w 19364"/>
                <a:gd name="csY0" fmla="*/ 8841 h 11047"/>
                <a:gd name="csX1" fmla="*/ 17408 w 19364"/>
                <a:gd name="csY1" fmla="*/ 154 h 11047"/>
                <a:gd name="csX2" fmla="*/ 17432 w 19364"/>
                <a:gd name="csY2" fmla="*/ 5614 h 11047"/>
                <a:gd name="csX3" fmla="*/ 0 w 19364"/>
                <a:gd name="csY3" fmla="*/ 8841 h 11047"/>
              </a:gdLst>
              <a:ahLst/>
              <a:cxnLst>
                <a:cxn ang="0">
                  <a:pos x="csX0" y="csY0"/>
                </a:cxn>
                <a:cxn ang="0">
                  <a:pos x="csX1" y="csY1"/>
                </a:cxn>
                <a:cxn ang="0">
                  <a:pos x="csX2" y="csY2"/>
                </a:cxn>
                <a:cxn ang="0">
                  <a:pos x="csX3" y="csY3"/>
                </a:cxn>
              </a:cxnLst>
              <a:rect l="l" t="t" r="r" b="b"/>
              <a:pathLst>
                <a:path w="19364" h="11047">
                  <a:moveTo>
                    <a:pt x="0" y="8841"/>
                  </a:moveTo>
                  <a:cubicBezTo>
                    <a:pt x="126" y="2682"/>
                    <a:pt x="7086" y="-791"/>
                    <a:pt x="17408" y="154"/>
                  </a:cubicBezTo>
                  <a:cubicBezTo>
                    <a:pt x="20010" y="392"/>
                    <a:pt x="20015" y="1478"/>
                    <a:pt x="17432" y="5614"/>
                  </a:cubicBezTo>
                  <a:cubicBezTo>
                    <a:pt x="14357" y="10538"/>
                    <a:pt x="-89" y="13212"/>
                    <a:pt x="0" y="8841"/>
                  </a:cubicBezTo>
                  <a:close/>
                </a:path>
              </a:pathLst>
            </a:custGeom>
            <a:solidFill>
              <a:srgbClr val="B9B9B9"/>
            </a:solidFill>
            <a:ln w="5163" cap="flat">
              <a:noFill/>
              <a:prstDash val="solid"/>
              <a:miter/>
            </a:ln>
          </p:spPr>
          <p:txBody>
            <a:bodyPr/>
            <a:lstStyle/>
            <a:p>
              <a:endParaRPr lang="es-419" noProof="0" dirty="0"/>
            </a:p>
          </p:txBody>
        </p:sp>
        <p:sp>
          <p:nvSpPr>
            <p:cNvPr id="88" name="Forma libre: forma 87">
              <a:extLst>
                <a:ext uri="{FF2B5EF4-FFF2-40B4-BE49-F238E27FC236}">
                  <a16:creationId xmlns:a16="http://schemas.microsoft.com/office/drawing/2014/main" id="{ACCEB6D7-FAAB-BBA9-0FFE-9A2CBAF0DA84}"/>
                </a:ext>
              </a:extLst>
            </p:cNvPr>
            <p:cNvSpPr/>
            <p:nvPr/>
          </p:nvSpPr>
          <p:spPr>
            <a:xfrm>
              <a:off x="938010" y="2110987"/>
              <a:ext cx="18997" cy="19965"/>
            </a:xfrm>
            <a:custGeom>
              <a:avLst/>
              <a:gdLst>
                <a:gd name="csX0" fmla="*/ 2787 w 18997"/>
                <a:gd name="csY0" fmla="*/ 11392 h 19965"/>
                <a:gd name="csX1" fmla="*/ 4678 w 18997"/>
                <a:gd name="csY1" fmla="*/ 36 h 19965"/>
                <a:gd name="csX2" fmla="*/ 17544 w 18997"/>
                <a:gd name="csY2" fmla="*/ 12951 h 19965"/>
                <a:gd name="csX3" fmla="*/ 13049 w 18997"/>
                <a:gd name="csY3" fmla="*/ 19965 h 19965"/>
                <a:gd name="csX4" fmla="*/ 2787 w 18997"/>
                <a:gd name="csY4" fmla="*/ 11392 h 19965"/>
              </a:gdLst>
              <a:ahLst/>
              <a:cxnLst>
                <a:cxn ang="0">
                  <a:pos x="csX0" y="csY0"/>
                </a:cxn>
                <a:cxn ang="0">
                  <a:pos x="csX1" y="csY1"/>
                </a:cxn>
                <a:cxn ang="0">
                  <a:pos x="csX2" y="csY2"/>
                </a:cxn>
                <a:cxn ang="0">
                  <a:pos x="csX3" y="csY3"/>
                </a:cxn>
                <a:cxn ang="0">
                  <a:pos x="csX4" y="csY4"/>
                </a:cxn>
              </a:cxnLst>
              <a:rect l="l" t="t" r="r" b="b"/>
              <a:pathLst>
                <a:path w="18997" h="19965">
                  <a:moveTo>
                    <a:pt x="2787" y="11392"/>
                  </a:moveTo>
                  <a:cubicBezTo>
                    <a:pt x="-1192" y="389"/>
                    <a:pt x="-1207" y="479"/>
                    <a:pt x="4678" y="36"/>
                  </a:cubicBezTo>
                  <a:cubicBezTo>
                    <a:pt x="10396" y="-395"/>
                    <a:pt x="13750" y="2973"/>
                    <a:pt x="17544" y="12951"/>
                  </a:cubicBezTo>
                  <a:cubicBezTo>
                    <a:pt x="20048" y="19537"/>
                    <a:pt x="19774" y="19965"/>
                    <a:pt x="13049" y="19965"/>
                  </a:cubicBezTo>
                  <a:cubicBezTo>
                    <a:pt x="7281" y="19965"/>
                    <a:pt x="5284" y="18297"/>
                    <a:pt x="2787" y="11392"/>
                  </a:cubicBezTo>
                  <a:close/>
                </a:path>
              </a:pathLst>
            </a:custGeom>
            <a:solidFill>
              <a:srgbClr val="B9B9B9"/>
            </a:solidFill>
            <a:ln w="5163" cap="flat">
              <a:noFill/>
              <a:prstDash val="solid"/>
              <a:miter/>
            </a:ln>
          </p:spPr>
          <p:txBody>
            <a:bodyPr/>
            <a:lstStyle/>
            <a:p>
              <a:endParaRPr lang="es-419" noProof="0" dirty="0"/>
            </a:p>
          </p:txBody>
        </p:sp>
        <p:sp>
          <p:nvSpPr>
            <p:cNvPr id="89" name="Forma libre: forma 88">
              <a:extLst>
                <a:ext uri="{FF2B5EF4-FFF2-40B4-BE49-F238E27FC236}">
                  <a16:creationId xmlns:a16="http://schemas.microsoft.com/office/drawing/2014/main" id="{9842DAA1-2EA4-18D5-BCE9-647442AE4210}"/>
                </a:ext>
              </a:extLst>
            </p:cNvPr>
            <p:cNvSpPr/>
            <p:nvPr/>
          </p:nvSpPr>
          <p:spPr>
            <a:xfrm>
              <a:off x="924790" y="2098451"/>
              <a:ext cx="5162" cy="9268"/>
            </a:xfrm>
            <a:custGeom>
              <a:avLst/>
              <a:gdLst>
                <a:gd name="csX0" fmla="*/ 0 w 5162"/>
                <a:gd name="csY0" fmla="*/ 3953 h 9268"/>
                <a:gd name="csX1" fmla="*/ 2581 w 5162"/>
                <a:gd name="csY1" fmla="*/ 233 h 9268"/>
                <a:gd name="csX2" fmla="*/ 5163 w 5162"/>
                <a:gd name="csY2" fmla="*/ 5549 h 9268"/>
                <a:gd name="csX3" fmla="*/ 2581 w 5162"/>
                <a:gd name="csY3" fmla="*/ 9269 h 9268"/>
                <a:gd name="csX4" fmla="*/ 0 w 5162"/>
                <a:gd name="csY4" fmla="*/ 3953 h 9268"/>
              </a:gdLst>
              <a:ahLst/>
              <a:cxnLst>
                <a:cxn ang="0">
                  <a:pos x="csX0" y="csY0"/>
                </a:cxn>
                <a:cxn ang="0">
                  <a:pos x="csX1" y="csY1"/>
                </a:cxn>
                <a:cxn ang="0">
                  <a:pos x="csX2" y="csY2"/>
                </a:cxn>
                <a:cxn ang="0">
                  <a:pos x="csX3" y="csY3"/>
                </a:cxn>
                <a:cxn ang="0">
                  <a:pos x="csX4" y="csY4"/>
                </a:cxn>
              </a:cxnLst>
              <a:rect l="l" t="t" r="r" b="b"/>
              <a:pathLst>
                <a:path w="5162" h="9268">
                  <a:moveTo>
                    <a:pt x="0" y="3953"/>
                  </a:moveTo>
                  <a:cubicBezTo>
                    <a:pt x="0" y="1030"/>
                    <a:pt x="1162" y="-644"/>
                    <a:pt x="2581" y="233"/>
                  </a:cubicBezTo>
                  <a:cubicBezTo>
                    <a:pt x="4001" y="1111"/>
                    <a:pt x="5163" y="3503"/>
                    <a:pt x="5163" y="5549"/>
                  </a:cubicBezTo>
                  <a:cubicBezTo>
                    <a:pt x="5163" y="7595"/>
                    <a:pt x="4001" y="9269"/>
                    <a:pt x="2581" y="9269"/>
                  </a:cubicBezTo>
                  <a:cubicBezTo>
                    <a:pt x="1162" y="9269"/>
                    <a:pt x="0" y="6877"/>
                    <a:pt x="0" y="3953"/>
                  </a:cubicBezTo>
                  <a:close/>
                </a:path>
              </a:pathLst>
            </a:custGeom>
            <a:solidFill>
              <a:srgbClr val="B9B9B9"/>
            </a:solidFill>
            <a:ln w="5163" cap="flat">
              <a:noFill/>
              <a:prstDash val="solid"/>
              <a:miter/>
            </a:ln>
          </p:spPr>
          <p:txBody>
            <a:bodyPr/>
            <a:lstStyle/>
            <a:p>
              <a:endParaRPr lang="es-419" noProof="0" dirty="0"/>
            </a:p>
          </p:txBody>
        </p:sp>
      </p:grpSp>
      <p:grpSp>
        <p:nvGrpSpPr>
          <p:cNvPr id="90" name="Gráfico 39">
            <a:extLst>
              <a:ext uri="{FF2B5EF4-FFF2-40B4-BE49-F238E27FC236}">
                <a16:creationId xmlns:a16="http://schemas.microsoft.com/office/drawing/2014/main" id="{11ECCBF1-6F3B-E793-2131-30858BFB9216}"/>
              </a:ext>
            </a:extLst>
          </p:cNvPr>
          <p:cNvGrpSpPr/>
          <p:nvPr/>
        </p:nvGrpSpPr>
        <p:grpSpPr>
          <a:xfrm>
            <a:off x="281340" y="1474182"/>
            <a:ext cx="428841" cy="522535"/>
            <a:chOff x="281340" y="1474182"/>
            <a:chExt cx="428841" cy="522535"/>
          </a:xfrm>
          <a:solidFill>
            <a:srgbClr val="B9B9B9"/>
          </a:solidFill>
        </p:grpSpPr>
        <p:grpSp>
          <p:nvGrpSpPr>
            <p:cNvPr id="91" name="Gráfico 39">
              <a:extLst>
                <a:ext uri="{FF2B5EF4-FFF2-40B4-BE49-F238E27FC236}">
                  <a16:creationId xmlns:a16="http://schemas.microsoft.com/office/drawing/2014/main" id="{B22B13D1-4413-E0ED-459B-1E6BC230071A}"/>
                </a:ext>
              </a:extLst>
            </p:cNvPr>
            <p:cNvGrpSpPr/>
            <p:nvPr/>
          </p:nvGrpSpPr>
          <p:grpSpPr>
            <a:xfrm>
              <a:off x="281340" y="1474182"/>
              <a:ext cx="428841" cy="522535"/>
              <a:chOff x="281340" y="1474182"/>
              <a:chExt cx="428841" cy="522535"/>
            </a:xfrm>
            <a:solidFill>
              <a:srgbClr val="B9B9B9"/>
            </a:solidFill>
          </p:grpSpPr>
          <p:sp>
            <p:nvSpPr>
              <p:cNvPr id="92" name="Forma libre: forma 91">
                <a:extLst>
                  <a:ext uri="{FF2B5EF4-FFF2-40B4-BE49-F238E27FC236}">
                    <a16:creationId xmlns:a16="http://schemas.microsoft.com/office/drawing/2014/main" id="{7E96B607-20CC-9F4E-9473-8D971585F1C5}"/>
                  </a:ext>
                </a:extLst>
              </p:cNvPr>
              <p:cNvSpPr/>
              <p:nvPr/>
            </p:nvSpPr>
            <p:spPr>
              <a:xfrm>
                <a:off x="281340" y="1474182"/>
                <a:ext cx="428841" cy="522535"/>
              </a:xfrm>
              <a:custGeom>
                <a:avLst/>
                <a:gdLst>
                  <a:gd name="csX0" fmla="*/ 375000 w 428841"/>
                  <a:gd name="csY0" fmla="*/ 516104 h 522535"/>
                  <a:gd name="csX1" fmla="*/ 367101 w 428841"/>
                  <a:gd name="csY1" fmla="*/ 496098 h 522535"/>
                  <a:gd name="csX2" fmla="*/ 357849 w 428841"/>
                  <a:gd name="csY2" fmla="*/ 467300 h 522535"/>
                  <a:gd name="csX3" fmla="*/ 337807 w 428841"/>
                  <a:gd name="csY3" fmla="*/ 445109 h 522535"/>
                  <a:gd name="csX4" fmla="*/ 320489 w 428841"/>
                  <a:gd name="csY4" fmla="*/ 429036 h 522535"/>
                  <a:gd name="csX5" fmla="*/ 269809 w 428841"/>
                  <a:gd name="csY5" fmla="*/ 379110 h 522535"/>
                  <a:gd name="csX6" fmla="*/ 248488 w 428841"/>
                  <a:gd name="csY6" fmla="*/ 370097 h 522535"/>
                  <a:gd name="csX7" fmla="*/ 256878 w 428841"/>
                  <a:gd name="csY7" fmla="*/ 370327 h 522535"/>
                  <a:gd name="csX8" fmla="*/ 265267 w 428841"/>
                  <a:gd name="csY8" fmla="*/ 372646 h 522535"/>
                  <a:gd name="csX9" fmla="*/ 258168 w 428841"/>
                  <a:gd name="csY9" fmla="*/ 366399 h 522535"/>
                  <a:gd name="csX10" fmla="*/ 251069 w 428841"/>
                  <a:gd name="csY10" fmla="*/ 355305 h 522535"/>
                  <a:gd name="csX11" fmla="*/ 237556 w 428841"/>
                  <a:gd name="csY11" fmla="*/ 353450 h 522535"/>
                  <a:gd name="csX12" fmla="*/ 235538 w 428841"/>
                  <a:gd name="csY12" fmla="*/ 349578 h 522535"/>
                  <a:gd name="csX13" fmla="*/ 231626 w 428841"/>
                  <a:gd name="csY13" fmla="*/ 338114 h 522535"/>
                  <a:gd name="csX14" fmla="*/ 227531 w 428841"/>
                  <a:gd name="csY14" fmla="*/ 327788 h 522535"/>
                  <a:gd name="csX15" fmla="*/ 225255 w 428841"/>
                  <a:gd name="csY15" fmla="*/ 330217 h 522535"/>
                  <a:gd name="csX16" fmla="*/ 222797 w 428841"/>
                  <a:gd name="csY16" fmla="*/ 331508 h 522535"/>
                  <a:gd name="csX17" fmla="*/ 220276 w 428841"/>
                  <a:gd name="csY17" fmla="*/ 330217 h 522535"/>
                  <a:gd name="csX18" fmla="*/ 216375 w 428841"/>
                  <a:gd name="csY18" fmla="*/ 326968 h 522535"/>
                  <a:gd name="csX19" fmla="*/ 212138 w 428841"/>
                  <a:gd name="csY19" fmla="*/ 320021 h 522535"/>
                  <a:gd name="csX20" fmla="*/ 209766 w 428841"/>
                  <a:gd name="csY20" fmla="*/ 317462 h 522535"/>
                  <a:gd name="csX21" fmla="*/ 212670 w 428841"/>
                  <a:gd name="csY21" fmla="*/ 314083 h 522535"/>
                  <a:gd name="csX22" fmla="*/ 216877 w 428841"/>
                  <a:gd name="csY22" fmla="*/ 311142 h 522535"/>
                  <a:gd name="csX23" fmla="*/ 215264 w 428841"/>
                  <a:gd name="csY23" fmla="*/ 309359 h 522535"/>
                  <a:gd name="csX24" fmla="*/ 217511 w 428841"/>
                  <a:gd name="csY24" fmla="*/ 291496 h 522535"/>
                  <a:gd name="csX25" fmla="*/ 222673 w 428841"/>
                  <a:gd name="csY25" fmla="*/ 271731 h 522535"/>
                  <a:gd name="csX26" fmla="*/ 225571 w 428841"/>
                  <a:gd name="csY26" fmla="*/ 266972 h 522535"/>
                  <a:gd name="csX27" fmla="*/ 225255 w 428841"/>
                  <a:gd name="csY27" fmla="*/ 263100 h 522535"/>
                  <a:gd name="csX28" fmla="*/ 224939 w 428841"/>
                  <a:gd name="csY28" fmla="*/ 259227 h 522535"/>
                  <a:gd name="csX29" fmla="*/ 227470 w 428841"/>
                  <a:gd name="csY29" fmla="*/ 246966 h 522535"/>
                  <a:gd name="csX30" fmla="*/ 227104 w 428841"/>
                  <a:gd name="csY30" fmla="*/ 234704 h 522535"/>
                  <a:gd name="csX31" fmla="*/ 225255 w 428841"/>
                  <a:gd name="csY31" fmla="*/ 245029 h 522535"/>
                  <a:gd name="csX32" fmla="*/ 222926 w 428841"/>
                  <a:gd name="csY32" fmla="*/ 241157 h 522535"/>
                  <a:gd name="csX33" fmla="*/ 213514 w 428841"/>
                  <a:gd name="csY33" fmla="*/ 204198 h 522535"/>
                  <a:gd name="csX34" fmla="*/ 207511 w 428841"/>
                  <a:gd name="csY34" fmla="*/ 195911 h 522535"/>
                  <a:gd name="csX35" fmla="*/ 199366 w 428841"/>
                  <a:gd name="csY35" fmla="*/ 188261 h 522535"/>
                  <a:gd name="csX36" fmla="*/ 189814 w 428841"/>
                  <a:gd name="csY36" fmla="*/ 185143 h 522535"/>
                  <a:gd name="csX37" fmla="*/ 177824 w 428841"/>
                  <a:gd name="csY37" fmla="*/ 176701 h 522535"/>
                  <a:gd name="csX38" fmla="*/ 173385 w 428841"/>
                  <a:gd name="csY38" fmla="*/ 171969 h 522535"/>
                  <a:gd name="csX39" fmla="*/ 172244 w 428841"/>
                  <a:gd name="csY39" fmla="*/ 166295 h 522535"/>
                  <a:gd name="csX40" fmla="*/ 157189 w 428841"/>
                  <a:gd name="csY40" fmla="*/ 154717 h 522535"/>
                  <a:gd name="csX41" fmla="*/ 154290 w 428841"/>
                  <a:gd name="csY41" fmla="*/ 143110 h 522535"/>
                  <a:gd name="csX42" fmla="*/ 153437 w 428841"/>
                  <a:gd name="csY42" fmla="*/ 130888 h 522535"/>
                  <a:gd name="csX43" fmla="*/ 150373 w 428841"/>
                  <a:gd name="csY43" fmla="*/ 128835 h 522535"/>
                  <a:gd name="csX44" fmla="*/ 148457 w 428841"/>
                  <a:gd name="csY44" fmla="*/ 125777 h 522535"/>
                  <a:gd name="csX45" fmla="*/ 150890 w 428841"/>
                  <a:gd name="csY45" fmla="*/ 109503 h 522535"/>
                  <a:gd name="csX46" fmla="*/ 144325 w 428841"/>
                  <a:gd name="csY46" fmla="*/ 119656 h 522535"/>
                  <a:gd name="csX47" fmla="*/ 132054 w 428841"/>
                  <a:gd name="csY47" fmla="*/ 127093 h 522535"/>
                  <a:gd name="csX48" fmla="*/ 125630 w 428841"/>
                  <a:gd name="csY48" fmla="*/ 120812 h 522535"/>
                  <a:gd name="csX49" fmla="*/ 123207 w 428841"/>
                  <a:gd name="csY49" fmla="*/ 117248 h 522535"/>
                  <a:gd name="csX50" fmla="*/ 119415 w 428841"/>
                  <a:gd name="csY50" fmla="*/ 121894 h 522535"/>
                  <a:gd name="csX51" fmla="*/ 116519 w 428841"/>
                  <a:gd name="csY51" fmla="*/ 129437 h 522535"/>
                  <a:gd name="csX52" fmla="*/ 107977 w 428841"/>
                  <a:gd name="csY52" fmla="*/ 127285 h 522535"/>
                  <a:gd name="csX53" fmla="*/ 105433 w 428841"/>
                  <a:gd name="csY53" fmla="*/ 123427 h 522535"/>
                  <a:gd name="csX54" fmla="*/ 96024 w 428841"/>
                  <a:gd name="csY54" fmla="*/ 113119 h 522535"/>
                  <a:gd name="csX55" fmla="*/ 84566 w 428841"/>
                  <a:gd name="csY55" fmla="*/ 104340 h 522535"/>
                  <a:gd name="csX56" fmla="*/ 73108 w 428841"/>
                  <a:gd name="csY56" fmla="*/ 95562 h 522535"/>
                  <a:gd name="csX57" fmla="*/ 56725 w 428841"/>
                  <a:gd name="csY57" fmla="*/ 85124 h 522535"/>
                  <a:gd name="csX58" fmla="*/ 41890 w 428841"/>
                  <a:gd name="csY58" fmla="*/ 66163 h 522535"/>
                  <a:gd name="csX59" fmla="*/ 28677 w 428841"/>
                  <a:gd name="csY59" fmla="*/ 46701 h 522535"/>
                  <a:gd name="csX60" fmla="*/ 19131 w 428841"/>
                  <a:gd name="csY60" fmla="*/ 37238 h 522535"/>
                  <a:gd name="csX61" fmla="*/ 12905 w 428841"/>
                  <a:gd name="csY61" fmla="*/ 29478 h 522535"/>
                  <a:gd name="csX62" fmla="*/ 565 w 428841"/>
                  <a:gd name="csY62" fmla="*/ 12763 h 522535"/>
                  <a:gd name="csX63" fmla="*/ 24931 w 428841"/>
                  <a:gd name="csY63" fmla="*/ 17586 h 522535"/>
                  <a:gd name="csX64" fmla="*/ 53740 w 428841"/>
                  <a:gd name="csY64" fmla="*/ 17944 h 522535"/>
                  <a:gd name="csX65" fmla="*/ 62623 w 428841"/>
                  <a:gd name="csY65" fmla="*/ 19236 h 522535"/>
                  <a:gd name="csX66" fmla="*/ 68432 w 428841"/>
                  <a:gd name="csY66" fmla="*/ 26677 h 522535"/>
                  <a:gd name="csX67" fmla="*/ 76711 w 428841"/>
                  <a:gd name="csY67" fmla="*/ 24137 h 522535"/>
                  <a:gd name="csX68" fmla="*/ 79251 w 428841"/>
                  <a:gd name="csY68" fmla="*/ 21734 h 522535"/>
                  <a:gd name="csX69" fmla="*/ 83275 w 428841"/>
                  <a:gd name="csY69" fmla="*/ 19103 h 522535"/>
                  <a:gd name="csX70" fmla="*/ 76792 w 428841"/>
                  <a:gd name="csY70" fmla="*/ 18100 h 522535"/>
                  <a:gd name="csX71" fmla="*/ 72078 w 428841"/>
                  <a:gd name="csY71" fmla="*/ 15119 h 522535"/>
                  <a:gd name="csX72" fmla="*/ 69501 w 428841"/>
                  <a:gd name="csY72" fmla="*/ 12179 h 522535"/>
                  <a:gd name="csX73" fmla="*/ 70989 w 428841"/>
                  <a:gd name="csY73" fmla="*/ 5916 h 522535"/>
                  <a:gd name="csX74" fmla="*/ 77646 w 428841"/>
                  <a:gd name="csY74" fmla="*/ 3402 h 522535"/>
                  <a:gd name="csX75" fmla="*/ 139275 w 428841"/>
                  <a:gd name="csY75" fmla="*/ 15638 h 522535"/>
                  <a:gd name="csX76" fmla="*/ 187630 w 428841"/>
                  <a:gd name="csY76" fmla="*/ 22047 h 522535"/>
                  <a:gd name="csX77" fmla="*/ 207209 w 428841"/>
                  <a:gd name="csY77" fmla="*/ 56596 h 522535"/>
                  <a:gd name="csX78" fmla="*/ 227114 w 428841"/>
                  <a:gd name="csY78" fmla="*/ 93147 h 522535"/>
                  <a:gd name="csX79" fmla="*/ 237157 w 428841"/>
                  <a:gd name="csY79" fmla="*/ 106748 h 522535"/>
                  <a:gd name="csX80" fmla="*/ 244314 w 428841"/>
                  <a:gd name="csY80" fmla="*/ 119404 h 522535"/>
                  <a:gd name="csX81" fmla="*/ 245646 w 428841"/>
                  <a:gd name="csY81" fmla="*/ 128703 h 522535"/>
                  <a:gd name="csX82" fmla="*/ 248545 w 428841"/>
                  <a:gd name="csY82" fmla="*/ 142569 h 522535"/>
                  <a:gd name="csX83" fmla="*/ 261330 w 428841"/>
                  <a:gd name="csY83" fmla="*/ 164801 h 522535"/>
                  <a:gd name="csX84" fmla="*/ 258888 w 428841"/>
                  <a:gd name="csY84" fmla="*/ 155359 h 522535"/>
                  <a:gd name="csX85" fmla="*/ 255800 w 428841"/>
                  <a:gd name="csY85" fmla="*/ 130155 h 522535"/>
                  <a:gd name="csX86" fmla="*/ 275961 w 428841"/>
                  <a:gd name="csY86" fmla="*/ 158456 h 522535"/>
                  <a:gd name="csX87" fmla="*/ 281077 w 428841"/>
                  <a:gd name="csY87" fmla="*/ 166295 h 522535"/>
                  <a:gd name="csX88" fmla="*/ 284516 w 428841"/>
                  <a:gd name="csY88" fmla="*/ 174685 h 522535"/>
                  <a:gd name="csX89" fmla="*/ 290330 w 428841"/>
                  <a:gd name="csY89" fmla="*/ 206853 h 522535"/>
                  <a:gd name="csX90" fmla="*/ 289732 w 428841"/>
                  <a:gd name="csY90" fmla="*/ 219395 h 522535"/>
                  <a:gd name="csX91" fmla="*/ 295284 w 428841"/>
                  <a:gd name="csY91" fmla="*/ 246624 h 522535"/>
                  <a:gd name="csX92" fmla="*/ 307839 w 428841"/>
                  <a:gd name="csY92" fmla="*/ 265674 h 522535"/>
                  <a:gd name="csX93" fmla="*/ 311998 w 428841"/>
                  <a:gd name="csY93" fmla="*/ 272749 h 522535"/>
                  <a:gd name="csX94" fmla="*/ 323310 w 428841"/>
                  <a:gd name="csY94" fmla="*/ 313772 h 522535"/>
                  <a:gd name="csX95" fmla="*/ 331080 w 428841"/>
                  <a:gd name="csY95" fmla="*/ 343142 h 522535"/>
                  <a:gd name="csX96" fmla="*/ 329774 w 428841"/>
                  <a:gd name="csY96" fmla="*/ 364390 h 522535"/>
                  <a:gd name="csX97" fmla="*/ 349986 w 428841"/>
                  <a:gd name="csY97" fmla="*/ 396248 h 522535"/>
                  <a:gd name="csX98" fmla="*/ 354973 w 428841"/>
                  <a:gd name="csY98" fmla="*/ 397754 h 522535"/>
                  <a:gd name="csX99" fmla="*/ 357026 w 428841"/>
                  <a:gd name="csY99" fmla="*/ 403789 h 522535"/>
                  <a:gd name="csX100" fmla="*/ 360843 w 428841"/>
                  <a:gd name="csY100" fmla="*/ 395399 h 522535"/>
                  <a:gd name="csX101" fmla="*/ 361835 w 428841"/>
                  <a:gd name="csY101" fmla="*/ 383279 h 522535"/>
                  <a:gd name="csX102" fmla="*/ 377379 w 428841"/>
                  <a:gd name="csY102" fmla="*/ 393272 h 522535"/>
                  <a:gd name="csX103" fmla="*/ 390468 w 428841"/>
                  <a:gd name="csY103" fmla="*/ 410555 h 522535"/>
                  <a:gd name="csX104" fmla="*/ 396921 w 428841"/>
                  <a:gd name="csY104" fmla="*/ 414114 h 522535"/>
                  <a:gd name="csX105" fmla="*/ 403375 w 428841"/>
                  <a:gd name="csY105" fmla="*/ 419847 h 522535"/>
                  <a:gd name="csX106" fmla="*/ 406602 w 428841"/>
                  <a:gd name="csY106" fmla="*/ 439662 h 522535"/>
                  <a:gd name="csX107" fmla="*/ 418087 w 428841"/>
                  <a:gd name="csY107" fmla="*/ 458630 h 522535"/>
                  <a:gd name="csX108" fmla="*/ 419011 w 428841"/>
                  <a:gd name="csY108" fmla="*/ 503820 h 522535"/>
                  <a:gd name="csX109" fmla="*/ 409820 w 428841"/>
                  <a:gd name="csY109" fmla="*/ 509628 h 522535"/>
                  <a:gd name="csX110" fmla="*/ 394580 w 428841"/>
                  <a:gd name="csY110" fmla="*/ 516082 h 522535"/>
                  <a:gd name="csX111" fmla="*/ 382031 w 428841"/>
                  <a:gd name="csY111" fmla="*/ 522535 h 522535"/>
                  <a:gd name="csX112" fmla="*/ 375000 w 428841"/>
                  <a:gd name="csY112" fmla="*/ 516104 h 5225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Lst>
                <a:rect l="l" t="t" r="r" b="b"/>
                <a:pathLst>
                  <a:path w="428841" h="522535">
                    <a:moveTo>
                      <a:pt x="375000" y="516104"/>
                    </a:moveTo>
                    <a:cubicBezTo>
                      <a:pt x="371085" y="511937"/>
                      <a:pt x="368304" y="504894"/>
                      <a:pt x="367101" y="496098"/>
                    </a:cubicBezTo>
                    <a:cubicBezTo>
                      <a:pt x="366079" y="488632"/>
                      <a:pt x="361916" y="475673"/>
                      <a:pt x="357849" y="467300"/>
                    </a:cubicBezTo>
                    <a:cubicBezTo>
                      <a:pt x="351802" y="454850"/>
                      <a:pt x="348152" y="450809"/>
                      <a:pt x="337807" y="445109"/>
                    </a:cubicBezTo>
                    <a:cubicBezTo>
                      <a:pt x="329743" y="440665"/>
                      <a:pt x="323467" y="434840"/>
                      <a:pt x="320489" y="429036"/>
                    </a:cubicBezTo>
                    <a:cubicBezTo>
                      <a:pt x="313727" y="415856"/>
                      <a:pt x="278311" y="380967"/>
                      <a:pt x="269809" y="379110"/>
                    </a:cubicBezTo>
                    <a:cubicBezTo>
                      <a:pt x="258622" y="376667"/>
                      <a:pt x="248488" y="372383"/>
                      <a:pt x="248488" y="370097"/>
                    </a:cubicBezTo>
                    <a:cubicBezTo>
                      <a:pt x="248488" y="368948"/>
                      <a:pt x="252263" y="369052"/>
                      <a:pt x="256878" y="370327"/>
                    </a:cubicBezTo>
                    <a:lnTo>
                      <a:pt x="265267" y="372646"/>
                    </a:lnTo>
                    <a:lnTo>
                      <a:pt x="258168" y="366399"/>
                    </a:lnTo>
                    <a:cubicBezTo>
                      <a:pt x="254264" y="362963"/>
                      <a:pt x="251069" y="357971"/>
                      <a:pt x="251069" y="355305"/>
                    </a:cubicBezTo>
                    <a:cubicBezTo>
                      <a:pt x="251069" y="350053"/>
                      <a:pt x="241061" y="348679"/>
                      <a:pt x="237556" y="353450"/>
                    </a:cubicBezTo>
                    <a:cubicBezTo>
                      <a:pt x="236513" y="354870"/>
                      <a:pt x="235605" y="353128"/>
                      <a:pt x="235538" y="349578"/>
                    </a:cubicBezTo>
                    <a:cubicBezTo>
                      <a:pt x="235471" y="346029"/>
                      <a:pt x="233711" y="340870"/>
                      <a:pt x="231626" y="338114"/>
                    </a:cubicBezTo>
                    <a:cubicBezTo>
                      <a:pt x="229542" y="335358"/>
                      <a:pt x="227699" y="330711"/>
                      <a:pt x="227531" y="327788"/>
                    </a:cubicBezTo>
                    <a:cubicBezTo>
                      <a:pt x="227316" y="324054"/>
                      <a:pt x="226639" y="324776"/>
                      <a:pt x="225255" y="330217"/>
                    </a:cubicBezTo>
                    <a:cubicBezTo>
                      <a:pt x="223398" y="337513"/>
                      <a:pt x="223256" y="337588"/>
                      <a:pt x="222797" y="331508"/>
                    </a:cubicBezTo>
                    <a:cubicBezTo>
                      <a:pt x="222352" y="325610"/>
                      <a:pt x="222136" y="325499"/>
                      <a:pt x="220276" y="330217"/>
                    </a:cubicBezTo>
                    <a:cubicBezTo>
                      <a:pt x="218499" y="334726"/>
                      <a:pt x="218005" y="334315"/>
                      <a:pt x="216375" y="326968"/>
                    </a:cubicBezTo>
                    <a:cubicBezTo>
                      <a:pt x="215349" y="322341"/>
                      <a:pt x="213442" y="319215"/>
                      <a:pt x="212138" y="320021"/>
                    </a:cubicBezTo>
                    <a:cubicBezTo>
                      <a:pt x="210833" y="320827"/>
                      <a:pt x="209766" y="319676"/>
                      <a:pt x="209766" y="317462"/>
                    </a:cubicBezTo>
                    <a:cubicBezTo>
                      <a:pt x="209766" y="315249"/>
                      <a:pt x="211073" y="313728"/>
                      <a:pt x="212670" y="314083"/>
                    </a:cubicBezTo>
                    <a:cubicBezTo>
                      <a:pt x="214268" y="314438"/>
                      <a:pt x="216161" y="313115"/>
                      <a:pt x="216877" y="311142"/>
                    </a:cubicBezTo>
                    <a:cubicBezTo>
                      <a:pt x="217675" y="308946"/>
                      <a:pt x="217050" y="308255"/>
                      <a:pt x="215264" y="309359"/>
                    </a:cubicBezTo>
                    <a:cubicBezTo>
                      <a:pt x="211189" y="311878"/>
                      <a:pt x="211586" y="308715"/>
                      <a:pt x="217511" y="291496"/>
                    </a:cubicBezTo>
                    <a:cubicBezTo>
                      <a:pt x="220350" y="283242"/>
                      <a:pt x="222673" y="274348"/>
                      <a:pt x="222673" y="271731"/>
                    </a:cubicBezTo>
                    <a:cubicBezTo>
                      <a:pt x="222673" y="269113"/>
                      <a:pt x="223977" y="266972"/>
                      <a:pt x="225571" y="266972"/>
                    </a:cubicBezTo>
                    <a:cubicBezTo>
                      <a:pt x="227573" y="266972"/>
                      <a:pt x="227475" y="265775"/>
                      <a:pt x="225255" y="263100"/>
                    </a:cubicBezTo>
                    <a:cubicBezTo>
                      <a:pt x="223035" y="260424"/>
                      <a:pt x="222937" y="259227"/>
                      <a:pt x="224939" y="259227"/>
                    </a:cubicBezTo>
                    <a:cubicBezTo>
                      <a:pt x="226726" y="259227"/>
                      <a:pt x="227696" y="254529"/>
                      <a:pt x="227470" y="246966"/>
                    </a:cubicBezTo>
                    <a:lnTo>
                      <a:pt x="227104" y="234704"/>
                    </a:lnTo>
                    <a:lnTo>
                      <a:pt x="225255" y="245029"/>
                    </a:lnTo>
                    <a:cubicBezTo>
                      <a:pt x="223422" y="255266"/>
                      <a:pt x="223402" y="255233"/>
                      <a:pt x="222926" y="241157"/>
                    </a:cubicBezTo>
                    <a:cubicBezTo>
                      <a:pt x="222330" y="223537"/>
                      <a:pt x="217100" y="203003"/>
                      <a:pt x="213514" y="204198"/>
                    </a:cubicBezTo>
                    <a:cubicBezTo>
                      <a:pt x="212038" y="204690"/>
                      <a:pt x="209337" y="200961"/>
                      <a:pt x="207511" y="195911"/>
                    </a:cubicBezTo>
                    <a:cubicBezTo>
                      <a:pt x="204912" y="188724"/>
                      <a:pt x="203143" y="187062"/>
                      <a:pt x="199366" y="188261"/>
                    </a:cubicBezTo>
                    <a:cubicBezTo>
                      <a:pt x="196479" y="189177"/>
                      <a:pt x="192643" y="187925"/>
                      <a:pt x="189814" y="185143"/>
                    </a:cubicBezTo>
                    <a:cubicBezTo>
                      <a:pt x="187213" y="182586"/>
                      <a:pt x="181818" y="178787"/>
                      <a:pt x="177824" y="176701"/>
                    </a:cubicBezTo>
                    <a:cubicBezTo>
                      <a:pt x="173830" y="174616"/>
                      <a:pt x="171833" y="172486"/>
                      <a:pt x="173385" y="171969"/>
                    </a:cubicBezTo>
                    <a:cubicBezTo>
                      <a:pt x="177632" y="170553"/>
                      <a:pt x="176775" y="166295"/>
                      <a:pt x="172244" y="166295"/>
                    </a:cubicBezTo>
                    <a:cubicBezTo>
                      <a:pt x="165904" y="166295"/>
                      <a:pt x="155744" y="158482"/>
                      <a:pt x="157189" y="154717"/>
                    </a:cubicBezTo>
                    <a:cubicBezTo>
                      <a:pt x="157916" y="152822"/>
                      <a:pt x="156611" y="147599"/>
                      <a:pt x="154290" y="143110"/>
                    </a:cubicBezTo>
                    <a:cubicBezTo>
                      <a:pt x="150789" y="136341"/>
                      <a:pt x="150644" y="134254"/>
                      <a:pt x="153437" y="130888"/>
                    </a:cubicBezTo>
                    <a:cubicBezTo>
                      <a:pt x="156396" y="127323"/>
                      <a:pt x="156023" y="127073"/>
                      <a:pt x="150373" y="128835"/>
                    </a:cubicBezTo>
                    <a:cubicBezTo>
                      <a:pt x="144136" y="130780"/>
                      <a:pt x="144078" y="130686"/>
                      <a:pt x="148457" y="125777"/>
                    </a:cubicBezTo>
                    <a:cubicBezTo>
                      <a:pt x="153040" y="120640"/>
                      <a:pt x="154705" y="109503"/>
                      <a:pt x="150890" y="109503"/>
                    </a:cubicBezTo>
                    <a:cubicBezTo>
                      <a:pt x="149743" y="109503"/>
                      <a:pt x="146789" y="114072"/>
                      <a:pt x="144325" y="119656"/>
                    </a:cubicBezTo>
                    <a:cubicBezTo>
                      <a:pt x="140017" y="129421"/>
                      <a:pt x="139548" y="129705"/>
                      <a:pt x="132054" y="127093"/>
                    </a:cubicBezTo>
                    <a:cubicBezTo>
                      <a:pt x="127075" y="125357"/>
                      <a:pt x="124756" y="123090"/>
                      <a:pt x="125630" y="120812"/>
                    </a:cubicBezTo>
                    <a:cubicBezTo>
                      <a:pt x="126411" y="118778"/>
                      <a:pt x="125370" y="117248"/>
                      <a:pt x="123207" y="117248"/>
                    </a:cubicBezTo>
                    <a:cubicBezTo>
                      <a:pt x="121121" y="117248"/>
                      <a:pt x="119415" y="119339"/>
                      <a:pt x="119415" y="121894"/>
                    </a:cubicBezTo>
                    <a:cubicBezTo>
                      <a:pt x="119415" y="124450"/>
                      <a:pt x="118112" y="127844"/>
                      <a:pt x="116519" y="129437"/>
                    </a:cubicBezTo>
                    <a:cubicBezTo>
                      <a:pt x="113230" y="132727"/>
                      <a:pt x="105775" y="130849"/>
                      <a:pt x="107977" y="127285"/>
                    </a:cubicBezTo>
                    <a:cubicBezTo>
                      <a:pt x="108769" y="126004"/>
                      <a:pt x="107624" y="124268"/>
                      <a:pt x="105433" y="123427"/>
                    </a:cubicBezTo>
                    <a:cubicBezTo>
                      <a:pt x="103242" y="122586"/>
                      <a:pt x="99008" y="117948"/>
                      <a:pt x="96024" y="113119"/>
                    </a:cubicBezTo>
                    <a:cubicBezTo>
                      <a:pt x="92358" y="107187"/>
                      <a:pt x="88642" y="104340"/>
                      <a:pt x="84566" y="104340"/>
                    </a:cubicBezTo>
                    <a:cubicBezTo>
                      <a:pt x="80490" y="104340"/>
                      <a:pt x="76774" y="101493"/>
                      <a:pt x="73108" y="95562"/>
                    </a:cubicBezTo>
                    <a:cubicBezTo>
                      <a:pt x="67387" y="86305"/>
                      <a:pt x="62222" y="83015"/>
                      <a:pt x="56725" y="85124"/>
                    </a:cubicBezTo>
                    <a:cubicBezTo>
                      <a:pt x="50606" y="87472"/>
                      <a:pt x="41978" y="76444"/>
                      <a:pt x="41890" y="66163"/>
                    </a:cubicBezTo>
                    <a:cubicBezTo>
                      <a:pt x="41792" y="54708"/>
                      <a:pt x="37917" y="49001"/>
                      <a:pt x="28677" y="46701"/>
                    </a:cubicBezTo>
                    <a:cubicBezTo>
                      <a:pt x="24172" y="45580"/>
                      <a:pt x="20912" y="42349"/>
                      <a:pt x="19131" y="37238"/>
                    </a:cubicBezTo>
                    <a:cubicBezTo>
                      <a:pt x="17643" y="32970"/>
                      <a:pt x="14841" y="29478"/>
                      <a:pt x="12905" y="29478"/>
                    </a:cubicBezTo>
                    <a:cubicBezTo>
                      <a:pt x="8305" y="29478"/>
                      <a:pt x="-2593" y="14715"/>
                      <a:pt x="565" y="12763"/>
                    </a:cubicBezTo>
                    <a:cubicBezTo>
                      <a:pt x="3818" y="10752"/>
                      <a:pt x="12858" y="12542"/>
                      <a:pt x="24931" y="17586"/>
                    </a:cubicBezTo>
                    <a:cubicBezTo>
                      <a:pt x="37286" y="22748"/>
                      <a:pt x="47225" y="22872"/>
                      <a:pt x="53740" y="17944"/>
                    </a:cubicBezTo>
                    <a:cubicBezTo>
                      <a:pt x="60581" y="12770"/>
                      <a:pt x="62623" y="13067"/>
                      <a:pt x="62623" y="19236"/>
                    </a:cubicBezTo>
                    <a:cubicBezTo>
                      <a:pt x="62623" y="22305"/>
                      <a:pt x="65034" y="25393"/>
                      <a:pt x="68432" y="26677"/>
                    </a:cubicBezTo>
                    <a:cubicBezTo>
                      <a:pt x="74871" y="29111"/>
                      <a:pt x="79002" y="27843"/>
                      <a:pt x="76711" y="24137"/>
                    </a:cubicBezTo>
                    <a:cubicBezTo>
                      <a:pt x="75894" y="22815"/>
                      <a:pt x="77037" y="21734"/>
                      <a:pt x="79251" y="21734"/>
                    </a:cubicBezTo>
                    <a:cubicBezTo>
                      <a:pt x="81464" y="21734"/>
                      <a:pt x="83275" y="20550"/>
                      <a:pt x="83275" y="19103"/>
                    </a:cubicBezTo>
                    <a:cubicBezTo>
                      <a:pt x="83275" y="17583"/>
                      <a:pt x="80538" y="17160"/>
                      <a:pt x="76792" y="18100"/>
                    </a:cubicBezTo>
                    <a:cubicBezTo>
                      <a:pt x="71329" y="19471"/>
                      <a:pt x="70588" y="19002"/>
                      <a:pt x="72078" y="15119"/>
                    </a:cubicBezTo>
                    <a:cubicBezTo>
                      <a:pt x="73452" y="11539"/>
                      <a:pt x="72877" y="10883"/>
                      <a:pt x="69501" y="12179"/>
                    </a:cubicBezTo>
                    <a:cubicBezTo>
                      <a:pt x="66052" y="13503"/>
                      <a:pt x="66358" y="12212"/>
                      <a:pt x="70989" y="5916"/>
                    </a:cubicBezTo>
                    <a:cubicBezTo>
                      <a:pt x="76351" y="-1376"/>
                      <a:pt x="76888" y="-1579"/>
                      <a:pt x="77646" y="3402"/>
                    </a:cubicBezTo>
                    <a:cubicBezTo>
                      <a:pt x="78672" y="10145"/>
                      <a:pt x="78784" y="10167"/>
                      <a:pt x="139275" y="15638"/>
                    </a:cubicBezTo>
                    <a:cubicBezTo>
                      <a:pt x="166526" y="18103"/>
                      <a:pt x="188286" y="20987"/>
                      <a:pt x="187630" y="22047"/>
                    </a:cubicBezTo>
                    <a:cubicBezTo>
                      <a:pt x="185081" y="26172"/>
                      <a:pt x="200296" y="53021"/>
                      <a:pt x="207209" y="56596"/>
                    </a:cubicBezTo>
                    <a:cubicBezTo>
                      <a:pt x="214767" y="60504"/>
                      <a:pt x="224810" y="78946"/>
                      <a:pt x="227114" y="93147"/>
                    </a:cubicBezTo>
                    <a:cubicBezTo>
                      <a:pt x="228108" y="99272"/>
                      <a:pt x="230904" y="103059"/>
                      <a:pt x="237157" y="106748"/>
                    </a:cubicBezTo>
                    <a:cubicBezTo>
                      <a:pt x="244668" y="111180"/>
                      <a:pt x="245621" y="112866"/>
                      <a:pt x="244314" y="119404"/>
                    </a:cubicBezTo>
                    <a:cubicBezTo>
                      <a:pt x="243448" y="123731"/>
                      <a:pt x="244017" y="127696"/>
                      <a:pt x="245646" y="128703"/>
                    </a:cubicBezTo>
                    <a:cubicBezTo>
                      <a:pt x="247209" y="129669"/>
                      <a:pt x="248514" y="135909"/>
                      <a:pt x="248545" y="142569"/>
                    </a:cubicBezTo>
                    <a:cubicBezTo>
                      <a:pt x="248610" y="156222"/>
                      <a:pt x="256380" y="169733"/>
                      <a:pt x="261330" y="164801"/>
                    </a:cubicBezTo>
                    <a:cubicBezTo>
                      <a:pt x="263334" y="162805"/>
                      <a:pt x="262643" y="160133"/>
                      <a:pt x="258888" y="155359"/>
                    </a:cubicBezTo>
                    <a:cubicBezTo>
                      <a:pt x="253728" y="148800"/>
                      <a:pt x="251444" y="130155"/>
                      <a:pt x="255800" y="130155"/>
                    </a:cubicBezTo>
                    <a:cubicBezTo>
                      <a:pt x="259829" y="130155"/>
                      <a:pt x="274389" y="150593"/>
                      <a:pt x="275961" y="158456"/>
                    </a:cubicBezTo>
                    <a:cubicBezTo>
                      <a:pt x="276824" y="162768"/>
                      <a:pt x="279126" y="166295"/>
                      <a:pt x="281077" y="166295"/>
                    </a:cubicBezTo>
                    <a:cubicBezTo>
                      <a:pt x="283382" y="166295"/>
                      <a:pt x="284587" y="169236"/>
                      <a:pt x="284516" y="174685"/>
                    </a:cubicBezTo>
                    <a:cubicBezTo>
                      <a:pt x="284361" y="186530"/>
                      <a:pt x="287367" y="203159"/>
                      <a:pt x="290330" y="206853"/>
                    </a:cubicBezTo>
                    <a:cubicBezTo>
                      <a:pt x="291973" y="208901"/>
                      <a:pt x="291767" y="213229"/>
                      <a:pt x="289732" y="219395"/>
                    </a:cubicBezTo>
                    <a:cubicBezTo>
                      <a:pt x="286869" y="228068"/>
                      <a:pt x="287307" y="230214"/>
                      <a:pt x="295284" y="246624"/>
                    </a:cubicBezTo>
                    <a:cubicBezTo>
                      <a:pt x="300047" y="256421"/>
                      <a:pt x="305697" y="264994"/>
                      <a:pt x="307839" y="265674"/>
                    </a:cubicBezTo>
                    <a:cubicBezTo>
                      <a:pt x="309981" y="266354"/>
                      <a:pt x="311853" y="269538"/>
                      <a:pt x="311998" y="272749"/>
                    </a:cubicBezTo>
                    <a:cubicBezTo>
                      <a:pt x="312747" y="289262"/>
                      <a:pt x="316417" y="302569"/>
                      <a:pt x="323310" y="313772"/>
                    </a:cubicBezTo>
                    <a:cubicBezTo>
                      <a:pt x="332864" y="329298"/>
                      <a:pt x="335210" y="338166"/>
                      <a:pt x="331080" y="343142"/>
                    </a:cubicBezTo>
                    <a:cubicBezTo>
                      <a:pt x="328823" y="345861"/>
                      <a:pt x="328447" y="351993"/>
                      <a:pt x="329774" y="364390"/>
                    </a:cubicBezTo>
                    <a:cubicBezTo>
                      <a:pt x="332100" y="386110"/>
                      <a:pt x="338349" y="395959"/>
                      <a:pt x="349986" y="396248"/>
                    </a:cubicBezTo>
                    <a:cubicBezTo>
                      <a:pt x="354503" y="396360"/>
                      <a:pt x="356748" y="397038"/>
                      <a:pt x="354973" y="397754"/>
                    </a:cubicBezTo>
                    <a:cubicBezTo>
                      <a:pt x="349867" y="399814"/>
                      <a:pt x="351219" y="403789"/>
                      <a:pt x="357026" y="403789"/>
                    </a:cubicBezTo>
                    <a:cubicBezTo>
                      <a:pt x="361562" y="403789"/>
                      <a:pt x="362100" y="402606"/>
                      <a:pt x="360843" y="395399"/>
                    </a:cubicBezTo>
                    <a:cubicBezTo>
                      <a:pt x="360039" y="390785"/>
                      <a:pt x="360485" y="385331"/>
                      <a:pt x="361835" y="383279"/>
                    </a:cubicBezTo>
                    <a:cubicBezTo>
                      <a:pt x="363800" y="380292"/>
                      <a:pt x="366898" y="382284"/>
                      <a:pt x="377379" y="393272"/>
                    </a:cubicBezTo>
                    <a:cubicBezTo>
                      <a:pt x="384578" y="400820"/>
                      <a:pt x="390468" y="408598"/>
                      <a:pt x="390468" y="410555"/>
                    </a:cubicBezTo>
                    <a:cubicBezTo>
                      <a:pt x="390468" y="412631"/>
                      <a:pt x="393158" y="414114"/>
                      <a:pt x="396921" y="414114"/>
                    </a:cubicBezTo>
                    <a:cubicBezTo>
                      <a:pt x="401868" y="414114"/>
                      <a:pt x="403375" y="415453"/>
                      <a:pt x="403375" y="419847"/>
                    </a:cubicBezTo>
                    <a:cubicBezTo>
                      <a:pt x="403375" y="423000"/>
                      <a:pt x="404827" y="431917"/>
                      <a:pt x="406602" y="439662"/>
                    </a:cubicBezTo>
                    <a:cubicBezTo>
                      <a:pt x="409222" y="451096"/>
                      <a:pt x="411381" y="454663"/>
                      <a:pt x="418087" y="458630"/>
                    </a:cubicBezTo>
                    <a:cubicBezTo>
                      <a:pt x="432031" y="466881"/>
                      <a:pt x="432496" y="489608"/>
                      <a:pt x="419011" y="503820"/>
                    </a:cubicBezTo>
                    <a:cubicBezTo>
                      <a:pt x="415980" y="507014"/>
                      <a:pt x="411844" y="509628"/>
                      <a:pt x="409820" y="509628"/>
                    </a:cubicBezTo>
                    <a:cubicBezTo>
                      <a:pt x="407796" y="509628"/>
                      <a:pt x="400938" y="512532"/>
                      <a:pt x="394580" y="516082"/>
                    </a:cubicBezTo>
                    <a:cubicBezTo>
                      <a:pt x="388222" y="519631"/>
                      <a:pt x="382575" y="522535"/>
                      <a:pt x="382031" y="522535"/>
                    </a:cubicBezTo>
                    <a:cubicBezTo>
                      <a:pt x="381487" y="522535"/>
                      <a:pt x="378323" y="519641"/>
                      <a:pt x="375000" y="516104"/>
                    </a:cubicBezTo>
                    <a:close/>
                  </a:path>
                </a:pathLst>
              </a:custGeom>
              <a:solidFill>
                <a:srgbClr val="B9B9B9"/>
              </a:solidFill>
              <a:ln w="5163" cap="flat">
                <a:noFill/>
                <a:prstDash val="solid"/>
                <a:miter/>
              </a:ln>
            </p:spPr>
            <p:txBody>
              <a:bodyPr/>
              <a:lstStyle/>
              <a:p>
                <a:endParaRPr lang="es-419" noProof="0" dirty="0"/>
              </a:p>
            </p:txBody>
          </p:sp>
          <p:sp>
            <p:nvSpPr>
              <p:cNvPr id="93" name="Forma libre: forma 92">
                <a:extLst>
                  <a:ext uri="{FF2B5EF4-FFF2-40B4-BE49-F238E27FC236}">
                    <a16:creationId xmlns:a16="http://schemas.microsoft.com/office/drawing/2014/main" id="{4808B3AB-BBB9-6393-D159-848CE4830C04}"/>
                  </a:ext>
                </a:extLst>
              </p:cNvPr>
              <p:cNvSpPr/>
              <p:nvPr/>
            </p:nvSpPr>
            <p:spPr>
              <a:xfrm>
                <a:off x="675648" y="1860606"/>
                <a:ext cx="11408" cy="19945"/>
              </a:xfrm>
              <a:custGeom>
                <a:avLst/>
                <a:gdLst>
                  <a:gd name="csX0" fmla="*/ 2146 w 11408"/>
                  <a:gd name="csY0" fmla="*/ 10289 h 19945"/>
                  <a:gd name="csX1" fmla="*/ 6337 w 11408"/>
                  <a:gd name="csY1" fmla="*/ 7392 h 19945"/>
                  <a:gd name="csX2" fmla="*/ 8408 w 11408"/>
                  <a:gd name="csY2" fmla="*/ 19945 h 19945"/>
                  <a:gd name="csX3" fmla="*/ 2146 w 11408"/>
                  <a:gd name="csY3" fmla="*/ 10289 h 19945"/>
                </a:gdLst>
                <a:ahLst/>
                <a:cxnLst>
                  <a:cxn ang="0">
                    <a:pos x="csX0" y="csY0"/>
                  </a:cxn>
                  <a:cxn ang="0">
                    <a:pos x="csX1" y="csY1"/>
                  </a:cxn>
                  <a:cxn ang="0">
                    <a:pos x="csX2" y="csY2"/>
                  </a:cxn>
                  <a:cxn ang="0">
                    <a:pos x="csX3" y="csY3"/>
                  </a:cxn>
                </a:cxnLst>
                <a:rect l="l" t="t" r="r" b="b"/>
                <a:pathLst>
                  <a:path w="11408" h="19945">
                    <a:moveTo>
                      <a:pt x="2146" y="10289"/>
                    </a:moveTo>
                    <a:cubicBezTo>
                      <a:pt x="-1802" y="-2324"/>
                      <a:pt x="-243" y="-3401"/>
                      <a:pt x="6337" y="7392"/>
                    </a:cubicBezTo>
                    <a:cubicBezTo>
                      <a:pt x="12476" y="17462"/>
                      <a:pt x="12886" y="19945"/>
                      <a:pt x="8408" y="19945"/>
                    </a:cubicBezTo>
                    <a:cubicBezTo>
                      <a:pt x="6626" y="19945"/>
                      <a:pt x="3808" y="15600"/>
                      <a:pt x="2146" y="10289"/>
                    </a:cubicBezTo>
                    <a:close/>
                  </a:path>
                </a:pathLst>
              </a:custGeom>
              <a:solidFill>
                <a:srgbClr val="B9B9B9"/>
              </a:solidFill>
              <a:ln w="5163" cap="flat">
                <a:noFill/>
                <a:prstDash val="solid"/>
                <a:miter/>
              </a:ln>
            </p:spPr>
            <p:txBody>
              <a:bodyPr/>
              <a:lstStyle/>
              <a:p>
                <a:endParaRPr lang="es-419" noProof="0" dirty="0"/>
              </a:p>
            </p:txBody>
          </p:sp>
          <p:sp>
            <p:nvSpPr>
              <p:cNvPr id="94" name="Forma libre: forma 93">
                <a:extLst>
                  <a:ext uri="{FF2B5EF4-FFF2-40B4-BE49-F238E27FC236}">
                    <a16:creationId xmlns:a16="http://schemas.microsoft.com/office/drawing/2014/main" id="{8E748417-A1BD-CE86-01FC-186729A89CB8}"/>
                  </a:ext>
                </a:extLst>
              </p:cNvPr>
              <p:cNvSpPr/>
              <p:nvPr/>
            </p:nvSpPr>
            <p:spPr>
              <a:xfrm>
                <a:off x="517039" y="1839249"/>
                <a:ext cx="11082" cy="12784"/>
              </a:xfrm>
              <a:custGeom>
                <a:avLst/>
                <a:gdLst>
                  <a:gd name="csX0" fmla="*/ 4154 w 11082"/>
                  <a:gd name="csY0" fmla="*/ 8186 h 12784"/>
                  <a:gd name="csX1" fmla="*/ 2167 w 11082"/>
                  <a:gd name="csY1" fmla="*/ 0 h 12784"/>
                  <a:gd name="csX2" fmla="*/ 8680 w 11082"/>
                  <a:gd name="csY2" fmla="*/ 6454 h 12784"/>
                  <a:gd name="csX3" fmla="*/ 4154 w 11082"/>
                  <a:gd name="csY3" fmla="*/ 8186 h 12784"/>
                </a:gdLst>
                <a:ahLst/>
                <a:cxnLst>
                  <a:cxn ang="0">
                    <a:pos x="csX0" y="csY0"/>
                  </a:cxn>
                  <a:cxn ang="0">
                    <a:pos x="csX1" y="csY1"/>
                  </a:cxn>
                  <a:cxn ang="0">
                    <a:pos x="csX2" y="csY2"/>
                  </a:cxn>
                  <a:cxn ang="0">
                    <a:pos x="csX3" y="csY3"/>
                  </a:cxn>
                </a:cxnLst>
                <a:rect l="l" t="t" r="r" b="b"/>
                <a:pathLst>
                  <a:path w="11082" h="12784">
                    <a:moveTo>
                      <a:pt x="4154" y="8186"/>
                    </a:moveTo>
                    <a:cubicBezTo>
                      <a:pt x="-584" y="2950"/>
                      <a:pt x="-1300" y="0"/>
                      <a:pt x="2167" y="0"/>
                    </a:cubicBezTo>
                    <a:cubicBezTo>
                      <a:pt x="3423" y="0"/>
                      <a:pt x="6354" y="2904"/>
                      <a:pt x="8680" y="6454"/>
                    </a:cubicBezTo>
                    <a:cubicBezTo>
                      <a:pt x="13580" y="13931"/>
                      <a:pt x="10441" y="15133"/>
                      <a:pt x="4154" y="8186"/>
                    </a:cubicBezTo>
                    <a:close/>
                  </a:path>
                </a:pathLst>
              </a:custGeom>
              <a:solidFill>
                <a:srgbClr val="B9B9B9"/>
              </a:solidFill>
              <a:ln w="5163" cap="flat">
                <a:noFill/>
                <a:prstDash val="solid"/>
                <a:miter/>
              </a:ln>
            </p:spPr>
            <p:txBody>
              <a:bodyPr/>
              <a:lstStyle/>
              <a:p>
                <a:endParaRPr lang="es-419" noProof="0" dirty="0"/>
              </a:p>
            </p:txBody>
          </p:sp>
          <p:sp>
            <p:nvSpPr>
              <p:cNvPr id="95" name="Forma libre: forma 94">
                <a:extLst>
                  <a:ext uri="{FF2B5EF4-FFF2-40B4-BE49-F238E27FC236}">
                    <a16:creationId xmlns:a16="http://schemas.microsoft.com/office/drawing/2014/main" id="{986DF136-FC28-EA4E-A1E7-AE56B638BA45}"/>
                  </a:ext>
                </a:extLst>
              </p:cNvPr>
              <p:cNvSpPr/>
              <p:nvPr/>
            </p:nvSpPr>
            <p:spPr>
              <a:xfrm>
                <a:off x="633440" y="1833111"/>
                <a:ext cx="12552" cy="18971"/>
              </a:xfrm>
              <a:custGeom>
                <a:avLst/>
                <a:gdLst>
                  <a:gd name="csX0" fmla="*/ 3996 w 12552"/>
                  <a:gd name="csY0" fmla="*/ 9922 h 18971"/>
                  <a:gd name="csX1" fmla="*/ 6099 w 12552"/>
                  <a:gd name="csY1" fmla="*/ 5082 h 18971"/>
                  <a:gd name="csX2" fmla="*/ 12553 w 12552"/>
                  <a:gd name="csY2" fmla="*/ 15290 h 18971"/>
                  <a:gd name="csX3" fmla="*/ 3996 w 12552"/>
                  <a:gd name="csY3" fmla="*/ 9922 h 18971"/>
                </a:gdLst>
                <a:ahLst/>
                <a:cxnLst>
                  <a:cxn ang="0">
                    <a:pos x="csX0" y="csY0"/>
                  </a:cxn>
                  <a:cxn ang="0">
                    <a:pos x="csX1" y="csY1"/>
                  </a:cxn>
                  <a:cxn ang="0">
                    <a:pos x="csX2" y="csY2"/>
                  </a:cxn>
                  <a:cxn ang="0">
                    <a:pos x="csX3" y="csY3"/>
                  </a:cxn>
                </a:cxnLst>
                <a:rect l="l" t="t" r="r" b="b"/>
                <a:pathLst>
                  <a:path w="12552" h="18971">
                    <a:moveTo>
                      <a:pt x="3996" y="9922"/>
                    </a:moveTo>
                    <a:cubicBezTo>
                      <a:pt x="-1733" y="-2091"/>
                      <a:pt x="-1533" y="-2550"/>
                      <a:pt x="6099" y="5082"/>
                    </a:cubicBezTo>
                    <a:cubicBezTo>
                      <a:pt x="9649" y="8631"/>
                      <a:pt x="12553" y="13225"/>
                      <a:pt x="12553" y="15290"/>
                    </a:cubicBezTo>
                    <a:cubicBezTo>
                      <a:pt x="12553" y="21885"/>
                      <a:pt x="8483" y="19332"/>
                      <a:pt x="3996" y="9922"/>
                    </a:cubicBezTo>
                    <a:close/>
                  </a:path>
                </a:pathLst>
              </a:custGeom>
              <a:solidFill>
                <a:srgbClr val="B9B9B9"/>
              </a:solidFill>
              <a:ln w="5163" cap="flat">
                <a:noFill/>
                <a:prstDash val="solid"/>
                <a:miter/>
              </a:ln>
            </p:spPr>
            <p:txBody>
              <a:bodyPr/>
              <a:lstStyle/>
              <a:p>
                <a:endParaRPr lang="es-419" noProof="0" dirty="0"/>
              </a:p>
            </p:txBody>
          </p:sp>
          <p:sp>
            <p:nvSpPr>
              <p:cNvPr id="96" name="Forma libre: forma 95">
                <a:extLst>
                  <a:ext uri="{FF2B5EF4-FFF2-40B4-BE49-F238E27FC236}">
                    <a16:creationId xmlns:a16="http://schemas.microsoft.com/office/drawing/2014/main" id="{4B9EAC22-9A0B-F134-07D3-7D75DB6DC075}"/>
                  </a:ext>
                </a:extLst>
              </p:cNvPr>
              <p:cNvSpPr/>
              <p:nvPr/>
            </p:nvSpPr>
            <p:spPr>
              <a:xfrm>
                <a:off x="499513" y="1824179"/>
                <a:ext cx="16487" cy="10786"/>
              </a:xfrm>
              <a:custGeom>
                <a:avLst/>
                <a:gdLst>
                  <a:gd name="csX0" fmla="*/ 5790 w 16487"/>
                  <a:gd name="csY0" fmla="*/ 5576 h 10786"/>
                  <a:gd name="csX1" fmla="*/ 4501 w 16487"/>
                  <a:gd name="csY1" fmla="*/ 936 h 10786"/>
                  <a:gd name="csX2" fmla="*/ 15719 w 16487"/>
                  <a:gd name="csY2" fmla="*/ 10646 h 10786"/>
                  <a:gd name="csX3" fmla="*/ 5790 w 16487"/>
                  <a:gd name="csY3" fmla="*/ 5576 h 10786"/>
                </a:gdLst>
                <a:ahLst/>
                <a:cxnLst>
                  <a:cxn ang="0">
                    <a:pos x="csX0" y="csY0"/>
                  </a:cxn>
                  <a:cxn ang="0">
                    <a:pos x="csX1" y="csY1"/>
                  </a:cxn>
                  <a:cxn ang="0">
                    <a:pos x="csX2" y="csY2"/>
                  </a:cxn>
                  <a:cxn ang="0">
                    <a:pos x="csX3" y="csY3"/>
                  </a:cxn>
                </a:cxnLst>
                <a:rect l="l" t="t" r="r" b="b"/>
                <a:pathLst>
                  <a:path w="16487" h="10786">
                    <a:moveTo>
                      <a:pt x="5790" y="5576"/>
                    </a:moveTo>
                    <a:cubicBezTo>
                      <a:pt x="-1676" y="-615"/>
                      <a:pt x="-1722" y="-781"/>
                      <a:pt x="4501" y="936"/>
                    </a:cubicBezTo>
                    <a:cubicBezTo>
                      <a:pt x="12209" y="3063"/>
                      <a:pt x="18782" y="8753"/>
                      <a:pt x="15719" y="10646"/>
                    </a:cubicBezTo>
                    <a:cubicBezTo>
                      <a:pt x="14517" y="11389"/>
                      <a:pt x="10049" y="9107"/>
                      <a:pt x="5790" y="5576"/>
                    </a:cubicBezTo>
                    <a:close/>
                  </a:path>
                </a:pathLst>
              </a:custGeom>
              <a:solidFill>
                <a:srgbClr val="B9B9B9"/>
              </a:solidFill>
              <a:ln w="5163" cap="flat">
                <a:noFill/>
                <a:prstDash val="solid"/>
                <a:miter/>
              </a:ln>
            </p:spPr>
            <p:txBody>
              <a:bodyPr/>
              <a:lstStyle/>
              <a:p>
                <a:endParaRPr lang="es-419" noProof="0" dirty="0"/>
              </a:p>
            </p:txBody>
          </p:sp>
          <p:sp>
            <p:nvSpPr>
              <p:cNvPr id="97" name="Forma libre: forma 96">
                <a:extLst>
                  <a:ext uri="{FF2B5EF4-FFF2-40B4-BE49-F238E27FC236}">
                    <a16:creationId xmlns:a16="http://schemas.microsoft.com/office/drawing/2014/main" id="{FAEC2799-865E-005F-6FD4-CE68CD50FA7A}"/>
                  </a:ext>
                </a:extLst>
              </p:cNvPr>
              <p:cNvSpPr/>
              <p:nvPr/>
            </p:nvSpPr>
            <p:spPr>
              <a:xfrm>
                <a:off x="478303" y="1760241"/>
                <a:ext cx="17819" cy="62484"/>
              </a:xfrm>
              <a:custGeom>
                <a:avLst/>
                <a:gdLst>
                  <a:gd name="csX0" fmla="*/ 12817 w 17819"/>
                  <a:gd name="csY0" fmla="*/ 59663 h 62484"/>
                  <a:gd name="csX1" fmla="*/ 8906 w 17819"/>
                  <a:gd name="csY1" fmla="*/ 49920 h 62484"/>
                  <a:gd name="csX2" fmla="*/ 3768 w 17819"/>
                  <a:gd name="csY2" fmla="*/ 41934 h 62484"/>
                  <a:gd name="csX3" fmla="*/ 2261 w 17819"/>
                  <a:gd name="csY3" fmla="*/ 33152 h 62484"/>
                  <a:gd name="csX4" fmla="*/ 8278 w 17819"/>
                  <a:gd name="csY4" fmla="*/ 19635 h 62484"/>
                  <a:gd name="csX5" fmla="*/ 14954 w 17819"/>
                  <a:gd name="csY5" fmla="*/ 4146 h 62484"/>
                  <a:gd name="csX6" fmla="*/ 16371 w 17819"/>
                  <a:gd name="csY6" fmla="*/ 6727 h 62484"/>
                  <a:gd name="csX7" fmla="*/ 10951 w 17819"/>
                  <a:gd name="csY7" fmla="*/ 23219 h 62484"/>
                  <a:gd name="csX8" fmla="*/ 9971 w 17819"/>
                  <a:gd name="csY8" fmla="*/ 36893 h 62484"/>
                  <a:gd name="csX9" fmla="*/ 12803 w 17819"/>
                  <a:gd name="csY9" fmla="*/ 48926 h 62484"/>
                  <a:gd name="csX10" fmla="*/ 15858 w 17819"/>
                  <a:gd name="csY10" fmla="*/ 57797 h 62484"/>
                  <a:gd name="csX11" fmla="*/ 17517 w 17819"/>
                  <a:gd name="csY11" fmla="*/ 62248 h 62484"/>
                  <a:gd name="csX12" fmla="*/ 12817 w 17819"/>
                  <a:gd name="csY12" fmla="*/ 59663 h 624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7819" h="62484">
                    <a:moveTo>
                      <a:pt x="12817" y="59663"/>
                    </a:moveTo>
                    <a:cubicBezTo>
                      <a:pt x="10999" y="57473"/>
                      <a:pt x="9240" y="53089"/>
                      <a:pt x="8906" y="49920"/>
                    </a:cubicBezTo>
                    <a:cubicBezTo>
                      <a:pt x="7921" y="40559"/>
                      <a:pt x="7808" y="40384"/>
                      <a:pt x="3768" y="41934"/>
                    </a:cubicBezTo>
                    <a:cubicBezTo>
                      <a:pt x="-606" y="43612"/>
                      <a:pt x="-1257" y="39820"/>
                      <a:pt x="2261" y="33152"/>
                    </a:cubicBezTo>
                    <a:cubicBezTo>
                      <a:pt x="3561" y="30687"/>
                      <a:pt x="6269" y="24604"/>
                      <a:pt x="8278" y="19635"/>
                    </a:cubicBezTo>
                    <a:cubicBezTo>
                      <a:pt x="10287" y="14665"/>
                      <a:pt x="13291" y="7695"/>
                      <a:pt x="14954" y="4146"/>
                    </a:cubicBezTo>
                    <a:cubicBezTo>
                      <a:pt x="17758" y="-1839"/>
                      <a:pt x="17861" y="-1651"/>
                      <a:pt x="16371" y="6727"/>
                    </a:cubicBezTo>
                    <a:cubicBezTo>
                      <a:pt x="15486" y="11697"/>
                      <a:pt x="13047" y="19118"/>
                      <a:pt x="10951" y="23219"/>
                    </a:cubicBezTo>
                    <a:cubicBezTo>
                      <a:pt x="8012" y="28966"/>
                      <a:pt x="7787" y="32101"/>
                      <a:pt x="9971" y="36893"/>
                    </a:cubicBezTo>
                    <a:cubicBezTo>
                      <a:pt x="11529" y="40313"/>
                      <a:pt x="12803" y="45728"/>
                      <a:pt x="12803" y="48926"/>
                    </a:cubicBezTo>
                    <a:cubicBezTo>
                      <a:pt x="12803" y="52125"/>
                      <a:pt x="14178" y="56117"/>
                      <a:pt x="15858" y="57797"/>
                    </a:cubicBezTo>
                    <a:cubicBezTo>
                      <a:pt x="17538" y="59477"/>
                      <a:pt x="18285" y="61480"/>
                      <a:pt x="17517" y="62248"/>
                    </a:cubicBezTo>
                    <a:cubicBezTo>
                      <a:pt x="16749" y="63016"/>
                      <a:pt x="14634" y="61852"/>
                      <a:pt x="12817" y="59663"/>
                    </a:cubicBezTo>
                    <a:close/>
                  </a:path>
                </a:pathLst>
              </a:custGeom>
              <a:solidFill>
                <a:srgbClr val="B9B9B9"/>
              </a:solidFill>
              <a:ln w="5163" cap="flat">
                <a:noFill/>
                <a:prstDash val="solid"/>
                <a:miter/>
              </a:ln>
            </p:spPr>
            <p:txBody>
              <a:bodyPr/>
              <a:lstStyle/>
              <a:p>
                <a:endParaRPr lang="es-419" noProof="0" dirty="0"/>
              </a:p>
            </p:txBody>
          </p:sp>
          <p:sp>
            <p:nvSpPr>
              <p:cNvPr id="98" name="Forma libre: forma 97">
                <a:extLst>
                  <a:ext uri="{FF2B5EF4-FFF2-40B4-BE49-F238E27FC236}">
                    <a16:creationId xmlns:a16="http://schemas.microsoft.com/office/drawing/2014/main" id="{B7D21AD4-E843-A7FB-8836-582D90B31B19}"/>
                  </a:ext>
                </a:extLst>
              </p:cNvPr>
              <p:cNvSpPr/>
              <p:nvPr/>
            </p:nvSpPr>
            <p:spPr>
              <a:xfrm>
                <a:off x="610272" y="1785879"/>
                <a:ext cx="19431" cy="24201"/>
              </a:xfrm>
              <a:custGeom>
                <a:avLst/>
                <a:gdLst>
                  <a:gd name="csX0" fmla="*/ 12977 w 19431"/>
                  <a:gd name="csY0" fmla="*/ 20895 h 24201"/>
                  <a:gd name="csX1" fmla="*/ 7325 w 19431"/>
                  <a:gd name="csY1" fmla="*/ 14059 h 24201"/>
                  <a:gd name="csX2" fmla="*/ 3038 w 19431"/>
                  <a:gd name="csY2" fmla="*/ 6445 h 24201"/>
                  <a:gd name="csX3" fmla="*/ 7745 w 19431"/>
                  <a:gd name="csY3" fmla="*/ 1409 h 24201"/>
                  <a:gd name="csX4" fmla="*/ 17054 w 19431"/>
                  <a:gd name="csY4" fmla="*/ 13612 h 24201"/>
                  <a:gd name="csX5" fmla="*/ 19347 w 19431"/>
                  <a:gd name="csY5" fmla="*/ 24137 h 24201"/>
                  <a:gd name="csX6" fmla="*/ 12977 w 19431"/>
                  <a:gd name="csY6" fmla="*/ 20895 h 24201"/>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9431" h="24201">
                    <a:moveTo>
                      <a:pt x="12977" y="20895"/>
                    </a:moveTo>
                    <a:cubicBezTo>
                      <a:pt x="9869" y="18718"/>
                      <a:pt x="7325" y="15642"/>
                      <a:pt x="7325" y="14059"/>
                    </a:cubicBezTo>
                    <a:cubicBezTo>
                      <a:pt x="7325" y="12477"/>
                      <a:pt x="5396" y="9050"/>
                      <a:pt x="3038" y="6445"/>
                    </a:cubicBezTo>
                    <a:cubicBezTo>
                      <a:pt x="-2384" y="453"/>
                      <a:pt x="-388" y="-1683"/>
                      <a:pt x="7745" y="1409"/>
                    </a:cubicBezTo>
                    <a:cubicBezTo>
                      <a:pt x="11871" y="2978"/>
                      <a:pt x="15083" y="7189"/>
                      <a:pt x="17054" y="13612"/>
                    </a:cubicBezTo>
                    <a:cubicBezTo>
                      <a:pt x="18710" y="19007"/>
                      <a:pt x="19742" y="23743"/>
                      <a:pt x="19347" y="24137"/>
                    </a:cubicBezTo>
                    <a:cubicBezTo>
                      <a:pt x="18953" y="24532"/>
                      <a:pt x="16086" y="23073"/>
                      <a:pt x="12977" y="20895"/>
                    </a:cubicBezTo>
                    <a:close/>
                  </a:path>
                </a:pathLst>
              </a:custGeom>
              <a:solidFill>
                <a:srgbClr val="B9B9B9"/>
              </a:solidFill>
              <a:ln w="5163" cap="flat">
                <a:noFill/>
                <a:prstDash val="solid"/>
                <a:miter/>
              </a:ln>
            </p:spPr>
            <p:txBody>
              <a:bodyPr/>
              <a:lstStyle/>
              <a:p>
                <a:endParaRPr lang="es-419" noProof="0" dirty="0"/>
              </a:p>
            </p:txBody>
          </p:sp>
          <p:sp>
            <p:nvSpPr>
              <p:cNvPr id="99" name="Forma libre: forma 98">
                <a:extLst>
                  <a:ext uri="{FF2B5EF4-FFF2-40B4-BE49-F238E27FC236}">
                    <a16:creationId xmlns:a16="http://schemas.microsoft.com/office/drawing/2014/main" id="{2BD4AD0B-D698-8C7B-2076-6B5D20855ECB}"/>
                  </a:ext>
                </a:extLst>
              </p:cNvPr>
              <p:cNvSpPr/>
              <p:nvPr/>
            </p:nvSpPr>
            <p:spPr>
              <a:xfrm>
                <a:off x="615016" y="1765374"/>
                <a:ext cx="5162" cy="6756"/>
              </a:xfrm>
              <a:custGeom>
                <a:avLst/>
                <a:gdLst>
                  <a:gd name="csX0" fmla="*/ 0 w 5162"/>
                  <a:gd name="csY0" fmla="*/ 4328 h 6756"/>
                  <a:gd name="csX1" fmla="*/ 2581 w 5162"/>
                  <a:gd name="csY1" fmla="*/ 303 h 6756"/>
                  <a:gd name="csX2" fmla="*/ 5163 w 5162"/>
                  <a:gd name="csY2" fmla="*/ 2732 h 6756"/>
                  <a:gd name="csX3" fmla="*/ 2581 w 5162"/>
                  <a:gd name="csY3" fmla="*/ 6757 h 6756"/>
                  <a:gd name="csX4" fmla="*/ 0 w 5162"/>
                  <a:gd name="csY4" fmla="*/ 4328 h 6756"/>
                </a:gdLst>
                <a:ahLst/>
                <a:cxnLst>
                  <a:cxn ang="0">
                    <a:pos x="csX0" y="csY0"/>
                  </a:cxn>
                  <a:cxn ang="0">
                    <a:pos x="csX1" y="csY1"/>
                  </a:cxn>
                  <a:cxn ang="0">
                    <a:pos x="csX2" y="csY2"/>
                  </a:cxn>
                  <a:cxn ang="0">
                    <a:pos x="csX3" y="csY3"/>
                  </a:cxn>
                  <a:cxn ang="0">
                    <a:pos x="csX4" y="csY4"/>
                  </a:cxn>
                </a:cxnLst>
                <a:rect l="l" t="t" r="r" b="b"/>
                <a:pathLst>
                  <a:path w="5162" h="6756">
                    <a:moveTo>
                      <a:pt x="0" y="4328"/>
                    </a:moveTo>
                    <a:cubicBezTo>
                      <a:pt x="0" y="2992"/>
                      <a:pt x="1162" y="1181"/>
                      <a:pt x="2581" y="303"/>
                    </a:cubicBezTo>
                    <a:cubicBezTo>
                      <a:pt x="4001" y="-574"/>
                      <a:pt x="5163" y="519"/>
                      <a:pt x="5163" y="2732"/>
                    </a:cubicBezTo>
                    <a:cubicBezTo>
                      <a:pt x="5163" y="4946"/>
                      <a:pt x="4001" y="6757"/>
                      <a:pt x="2581" y="6757"/>
                    </a:cubicBezTo>
                    <a:cubicBezTo>
                      <a:pt x="1162" y="6757"/>
                      <a:pt x="0" y="5664"/>
                      <a:pt x="0" y="4328"/>
                    </a:cubicBezTo>
                    <a:close/>
                  </a:path>
                </a:pathLst>
              </a:custGeom>
              <a:solidFill>
                <a:srgbClr val="B9B9B9"/>
              </a:solidFill>
              <a:ln w="5163" cap="flat">
                <a:noFill/>
                <a:prstDash val="solid"/>
                <a:miter/>
              </a:ln>
            </p:spPr>
            <p:txBody>
              <a:bodyPr/>
              <a:lstStyle/>
              <a:p>
                <a:endParaRPr lang="es-419" noProof="0" dirty="0"/>
              </a:p>
            </p:txBody>
          </p:sp>
          <p:sp>
            <p:nvSpPr>
              <p:cNvPr id="100" name="Forma libre: forma 99">
                <a:extLst>
                  <a:ext uri="{FF2B5EF4-FFF2-40B4-BE49-F238E27FC236}">
                    <a16:creationId xmlns:a16="http://schemas.microsoft.com/office/drawing/2014/main" id="{A26C749D-73BD-C2CC-E754-2D45C4A57533}"/>
                  </a:ext>
                </a:extLst>
              </p:cNvPr>
              <p:cNvSpPr/>
              <p:nvPr/>
            </p:nvSpPr>
            <p:spPr>
              <a:xfrm>
                <a:off x="496444" y="1737058"/>
                <a:ext cx="4812" cy="15975"/>
              </a:xfrm>
              <a:custGeom>
                <a:avLst/>
                <a:gdLst>
                  <a:gd name="csX0" fmla="*/ 6 w 4812"/>
                  <a:gd name="csY0" fmla="*/ 12637 h 15975"/>
                  <a:gd name="csX1" fmla="*/ 2406 w 4812"/>
                  <a:gd name="csY1" fmla="*/ 2804 h 15975"/>
                  <a:gd name="csX2" fmla="*/ 4806 w 4812"/>
                  <a:gd name="csY2" fmla="*/ 5879 h 15975"/>
                  <a:gd name="csX3" fmla="*/ 2406 w 4812"/>
                  <a:gd name="csY3" fmla="*/ 15712 h 15975"/>
                  <a:gd name="csX4" fmla="*/ 6 w 4812"/>
                  <a:gd name="csY4" fmla="*/ 12637 h 15975"/>
                </a:gdLst>
                <a:ahLst/>
                <a:cxnLst>
                  <a:cxn ang="0">
                    <a:pos x="csX0" y="csY0"/>
                  </a:cxn>
                  <a:cxn ang="0">
                    <a:pos x="csX1" y="csY1"/>
                  </a:cxn>
                  <a:cxn ang="0">
                    <a:pos x="csX2" y="csY2"/>
                  </a:cxn>
                  <a:cxn ang="0">
                    <a:pos x="csX3" y="csY3"/>
                  </a:cxn>
                  <a:cxn ang="0">
                    <a:pos x="csX4" y="csY4"/>
                  </a:cxn>
                </a:cxnLst>
                <a:rect l="l" t="t" r="r" b="b"/>
                <a:pathLst>
                  <a:path w="4812" h="15975">
                    <a:moveTo>
                      <a:pt x="6" y="12637"/>
                    </a:moveTo>
                    <a:cubicBezTo>
                      <a:pt x="106" y="10069"/>
                      <a:pt x="1186" y="5644"/>
                      <a:pt x="2406" y="2804"/>
                    </a:cubicBezTo>
                    <a:cubicBezTo>
                      <a:pt x="4277" y="-1548"/>
                      <a:pt x="4653" y="-1065"/>
                      <a:pt x="4806" y="5879"/>
                    </a:cubicBezTo>
                    <a:cubicBezTo>
                      <a:pt x="4906" y="10409"/>
                      <a:pt x="3826" y="14834"/>
                      <a:pt x="2406" y="15712"/>
                    </a:cubicBezTo>
                    <a:cubicBezTo>
                      <a:pt x="987" y="16589"/>
                      <a:pt x="-93" y="15206"/>
                      <a:pt x="6" y="12637"/>
                    </a:cubicBezTo>
                    <a:close/>
                  </a:path>
                </a:pathLst>
              </a:custGeom>
              <a:solidFill>
                <a:srgbClr val="B9B9B9"/>
              </a:solidFill>
              <a:ln w="5163" cap="flat">
                <a:noFill/>
                <a:prstDash val="solid"/>
                <a:miter/>
              </a:ln>
            </p:spPr>
            <p:txBody>
              <a:bodyPr/>
              <a:lstStyle/>
              <a:p>
                <a:endParaRPr lang="es-419" noProof="0" dirty="0"/>
              </a:p>
            </p:txBody>
          </p:sp>
          <p:sp>
            <p:nvSpPr>
              <p:cNvPr id="101" name="Forma libre: forma 100">
                <a:extLst>
                  <a:ext uri="{FF2B5EF4-FFF2-40B4-BE49-F238E27FC236}">
                    <a16:creationId xmlns:a16="http://schemas.microsoft.com/office/drawing/2014/main" id="{CA0F0D57-2CA4-491E-6B6D-7B4304023885}"/>
                  </a:ext>
                </a:extLst>
              </p:cNvPr>
              <p:cNvSpPr/>
              <p:nvPr/>
            </p:nvSpPr>
            <p:spPr>
              <a:xfrm>
                <a:off x="610293" y="1727161"/>
                <a:ext cx="5615" cy="11379"/>
              </a:xfrm>
              <a:custGeom>
                <a:avLst/>
                <a:gdLst>
                  <a:gd name="csX0" fmla="*/ 427 w 5615"/>
                  <a:gd name="csY0" fmla="*/ 7365 h 11379"/>
                  <a:gd name="csX1" fmla="*/ 1464 w 5615"/>
                  <a:gd name="csY1" fmla="*/ 731 h 11379"/>
                  <a:gd name="csX2" fmla="*/ 5321 w 5615"/>
                  <a:gd name="csY2" fmla="*/ 4777 h 11379"/>
                  <a:gd name="csX3" fmla="*/ 427 w 5615"/>
                  <a:gd name="csY3" fmla="*/ 7365 h 11379"/>
                </a:gdLst>
                <a:ahLst/>
                <a:cxnLst>
                  <a:cxn ang="0">
                    <a:pos x="csX0" y="csY0"/>
                  </a:cxn>
                  <a:cxn ang="0">
                    <a:pos x="csX1" y="csY1"/>
                  </a:cxn>
                  <a:cxn ang="0">
                    <a:pos x="csX2" y="csY2"/>
                  </a:cxn>
                  <a:cxn ang="0">
                    <a:pos x="csX3" y="csY3"/>
                  </a:cxn>
                </a:cxnLst>
                <a:rect l="l" t="t" r="r" b="b"/>
                <a:pathLst>
                  <a:path w="5615" h="11379">
                    <a:moveTo>
                      <a:pt x="427" y="7365"/>
                    </a:moveTo>
                    <a:cubicBezTo>
                      <a:pt x="-426" y="5140"/>
                      <a:pt x="40" y="2155"/>
                      <a:pt x="1464" y="731"/>
                    </a:cubicBezTo>
                    <a:cubicBezTo>
                      <a:pt x="3194" y="-1000"/>
                      <a:pt x="4473" y="341"/>
                      <a:pt x="5321" y="4777"/>
                    </a:cubicBezTo>
                    <a:cubicBezTo>
                      <a:pt x="6696" y="11973"/>
                      <a:pt x="2955" y="13952"/>
                      <a:pt x="427" y="7365"/>
                    </a:cubicBezTo>
                    <a:close/>
                  </a:path>
                </a:pathLst>
              </a:custGeom>
              <a:solidFill>
                <a:srgbClr val="B9B9B9"/>
              </a:solidFill>
              <a:ln w="5163" cap="flat">
                <a:noFill/>
                <a:prstDash val="solid"/>
                <a:miter/>
              </a:ln>
            </p:spPr>
            <p:txBody>
              <a:bodyPr/>
              <a:lstStyle/>
              <a:p>
                <a:endParaRPr lang="es-419" noProof="0" dirty="0"/>
              </a:p>
            </p:txBody>
          </p:sp>
          <p:sp>
            <p:nvSpPr>
              <p:cNvPr id="102" name="Forma libre: forma 101">
                <a:extLst>
                  <a:ext uri="{FF2B5EF4-FFF2-40B4-BE49-F238E27FC236}">
                    <a16:creationId xmlns:a16="http://schemas.microsoft.com/office/drawing/2014/main" id="{940CF083-1C09-7B10-A7C2-631F6831694A}"/>
                  </a:ext>
                </a:extLst>
              </p:cNvPr>
              <p:cNvSpPr/>
              <p:nvPr/>
            </p:nvSpPr>
            <p:spPr>
              <a:xfrm>
                <a:off x="589201" y="1723083"/>
                <a:ext cx="5162" cy="7744"/>
              </a:xfrm>
              <a:custGeom>
                <a:avLst/>
                <a:gdLst>
                  <a:gd name="csX0" fmla="*/ 0 w 5162"/>
                  <a:gd name="csY0" fmla="*/ 3872 h 7744"/>
                  <a:gd name="csX1" fmla="*/ 2581 w 5162"/>
                  <a:gd name="csY1" fmla="*/ 0 h 7744"/>
                  <a:gd name="csX2" fmla="*/ 5163 w 5162"/>
                  <a:gd name="csY2" fmla="*/ 3872 h 7744"/>
                  <a:gd name="csX3" fmla="*/ 2581 w 5162"/>
                  <a:gd name="csY3" fmla="*/ 7744 h 7744"/>
                  <a:gd name="csX4" fmla="*/ 0 w 5162"/>
                  <a:gd name="csY4" fmla="*/ 3872 h 7744"/>
                </a:gdLst>
                <a:ahLst/>
                <a:cxnLst>
                  <a:cxn ang="0">
                    <a:pos x="csX0" y="csY0"/>
                  </a:cxn>
                  <a:cxn ang="0">
                    <a:pos x="csX1" y="csY1"/>
                  </a:cxn>
                  <a:cxn ang="0">
                    <a:pos x="csX2" y="csY2"/>
                  </a:cxn>
                  <a:cxn ang="0">
                    <a:pos x="csX3" y="csY3"/>
                  </a:cxn>
                  <a:cxn ang="0">
                    <a:pos x="csX4" y="csY4"/>
                  </a:cxn>
                </a:cxnLst>
                <a:rect l="l" t="t" r="r" b="b"/>
                <a:pathLst>
                  <a:path w="5162" h="7744">
                    <a:moveTo>
                      <a:pt x="0" y="3872"/>
                    </a:moveTo>
                    <a:cubicBezTo>
                      <a:pt x="0" y="1742"/>
                      <a:pt x="1162" y="0"/>
                      <a:pt x="2581" y="0"/>
                    </a:cubicBezTo>
                    <a:cubicBezTo>
                      <a:pt x="4001" y="0"/>
                      <a:pt x="5163" y="1742"/>
                      <a:pt x="5163" y="3872"/>
                    </a:cubicBezTo>
                    <a:cubicBezTo>
                      <a:pt x="5163" y="6002"/>
                      <a:pt x="4001" y="7744"/>
                      <a:pt x="2581" y="7744"/>
                    </a:cubicBezTo>
                    <a:cubicBezTo>
                      <a:pt x="1162" y="7744"/>
                      <a:pt x="0" y="6002"/>
                      <a:pt x="0" y="3872"/>
                    </a:cubicBezTo>
                    <a:close/>
                  </a:path>
                </a:pathLst>
              </a:custGeom>
              <a:solidFill>
                <a:srgbClr val="B9B9B9"/>
              </a:solidFill>
              <a:ln w="5163" cap="flat">
                <a:noFill/>
                <a:prstDash val="solid"/>
                <a:miter/>
              </a:ln>
            </p:spPr>
            <p:txBody>
              <a:bodyPr/>
              <a:lstStyle/>
              <a:p>
                <a:endParaRPr lang="es-419" noProof="0" dirty="0"/>
              </a:p>
            </p:txBody>
          </p:sp>
          <p:sp>
            <p:nvSpPr>
              <p:cNvPr id="103" name="Forma libre: forma 102">
                <a:extLst>
                  <a:ext uri="{FF2B5EF4-FFF2-40B4-BE49-F238E27FC236}">
                    <a16:creationId xmlns:a16="http://schemas.microsoft.com/office/drawing/2014/main" id="{AB01EB42-A688-4C44-C388-D74D46E72BA2}"/>
                  </a:ext>
                </a:extLst>
              </p:cNvPr>
              <p:cNvSpPr/>
              <p:nvPr/>
            </p:nvSpPr>
            <p:spPr>
              <a:xfrm>
                <a:off x="576294" y="1689525"/>
                <a:ext cx="15348" cy="20423"/>
              </a:xfrm>
              <a:custGeom>
                <a:avLst/>
                <a:gdLst>
                  <a:gd name="csX0" fmla="*/ 0 w 15348"/>
                  <a:gd name="csY0" fmla="*/ 17942 h 20423"/>
                  <a:gd name="csX1" fmla="*/ 11683 w 15348"/>
                  <a:gd name="csY1" fmla="*/ 0 h 20423"/>
                  <a:gd name="csX2" fmla="*/ 8918 w 15348"/>
                  <a:gd name="csY2" fmla="*/ 14081 h 20423"/>
                  <a:gd name="csX3" fmla="*/ 0 w 15348"/>
                  <a:gd name="csY3" fmla="*/ 17942 h 20423"/>
                </a:gdLst>
                <a:ahLst/>
                <a:cxnLst>
                  <a:cxn ang="0">
                    <a:pos x="csX0" y="csY0"/>
                  </a:cxn>
                  <a:cxn ang="0">
                    <a:pos x="csX1" y="csY1"/>
                  </a:cxn>
                  <a:cxn ang="0">
                    <a:pos x="csX2" y="csY2"/>
                  </a:cxn>
                  <a:cxn ang="0">
                    <a:pos x="csX3" y="csY3"/>
                  </a:cxn>
                </a:cxnLst>
                <a:rect l="l" t="t" r="r" b="b"/>
                <a:pathLst>
                  <a:path w="15348" h="20423">
                    <a:moveTo>
                      <a:pt x="0" y="17942"/>
                    </a:moveTo>
                    <a:cubicBezTo>
                      <a:pt x="0" y="12328"/>
                      <a:pt x="8027" y="0"/>
                      <a:pt x="11683" y="0"/>
                    </a:cubicBezTo>
                    <a:cubicBezTo>
                      <a:pt x="17539" y="0"/>
                      <a:pt x="16205" y="6793"/>
                      <a:pt x="8918" y="14081"/>
                    </a:cubicBezTo>
                    <a:cubicBezTo>
                      <a:pt x="1711" y="21287"/>
                      <a:pt x="0" y="22028"/>
                      <a:pt x="0" y="17942"/>
                    </a:cubicBezTo>
                    <a:close/>
                  </a:path>
                </a:pathLst>
              </a:custGeom>
              <a:solidFill>
                <a:srgbClr val="B9B9B9"/>
              </a:solidFill>
              <a:ln w="5163" cap="flat">
                <a:noFill/>
                <a:prstDash val="solid"/>
                <a:miter/>
              </a:ln>
            </p:spPr>
            <p:txBody>
              <a:bodyPr/>
              <a:lstStyle/>
              <a:p>
                <a:endParaRPr lang="es-419" noProof="0" dirty="0"/>
              </a:p>
            </p:txBody>
          </p:sp>
        </p:grpSp>
        <p:sp>
          <p:nvSpPr>
            <p:cNvPr id="104" name="Forma libre: forma 103">
              <a:extLst>
                <a:ext uri="{FF2B5EF4-FFF2-40B4-BE49-F238E27FC236}">
                  <a16:creationId xmlns:a16="http://schemas.microsoft.com/office/drawing/2014/main" id="{E6A63ECD-FF95-D945-2282-CA7EF2099E97}"/>
                </a:ext>
              </a:extLst>
            </p:cNvPr>
            <p:cNvSpPr/>
            <p:nvPr/>
          </p:nvSpPr>
          <p:spPr>
            <a:xfrm>
              <a:off x="516921" y="1569184"/>
              <a:ext cx="5162" cy="6756"/>
            </a:xfrm>
            <a:custGeom>
              <a:avLst/>
              <a:gdLst>
                <a:gd name="csX0" fmla="*/ 0 w 5162"/>
                <a:gd name="csY0" fmla="*/ 2732 h 6756"/>
                <a:gd name="csX1" fmla="*/ 2581 w 5162"/>
                <a:gd name="csY1" fmla="*/ 303 h 6756"/>
                <a:gd name="csX2" fmla="*/ 5163 w 5162"/>
                <a:gd name="csY2" fmla="*/ 4328 h 6756"/>
                <a:gd name="csX3" fmla="*/ 2581 w 5162"/>
                <a:gd name="csY3" fmla="*/ 6757 h 6756"/>
                <a:gd name="csX4" fmla="*/ 0 w 5162"/>
                <a:gd name="csY4" fmla="*/ 2732 h 6756"/>
              </a:gdLst>
              <a:ahLst/>
              <a:cxnLst>
                <a:cxn ang="0">
                  <a:pos x="csX0" y="csY0"/>
                </a:cxn>
                <a:cxn ang="0">
                  <a:pos x="csX1" y="csY1"/>
                </a:cxn>
                <a:cxn ang="0">
                  <a:pos x="csX2" y="csY2"/>
                </a:cxn>
                <a:cxn ang="0">
                  <a:pos x="csX3" y="csY3"/>
                </a:cxn>
                <a:cxn ang="0">
                  <a:pos x="csX4" y="csY4"/>
                </a:cxn>
              </a:cxnLst>
              <a:rect l="l" t="t" r="r" b="b"/>
              <a:pathLst>
                <a:path w="5162" h="6756">
                  <a:moveTo>
                    <a:pt x="0" y="2732"/>
                  </a:moveTo>
                  <a:cubicBezTo>
                    <a:pt x="0" y="519"/>
                    <a:pt x="1162" y="-574"/>
                    <a:pt x="2581" y="303"/>
                  </a:cubicBezTo>
                  <a:cubicBezTo>
                    <a:pt x="4001" y="1181"/>
                    <a:pt x="5163" y="2992"/>
                    <a:pt x="5163" y="4328"/>
                  </a:cubicBezTo>
                  <a:cubicBezTo>
                    <a:pt x="5163" y="5664"/>
                    <a:pt x="4001" y="6757"/>
                    <a:pt x="2581" y="6757"/>
                  </a:cubicBezTo>
                  <a:cubicBezTo>
                    <a:pt x="1162" y="6757"/>
                    <a:pt x="0" y="4946"/>
                    <a:pt x="0" y="2732"/>
                  </a:cubicBezTo>
                  <a:close/>
                </a:path>
              </a:pathLst>
            </a:custGeom>
            <a:solidFill>
              <a:srgbClr val="B9B9B9"/>
            </a:solidFill>
            <a:ln w="5163" cap="flat">
              <a:noFill/>
              <a:prstDash val="solid"/>
              <a:miter/>
            </a:ln>
          </p:spPr>
          <p:txBody>
            <a:bodyPr/>
            <a:lstStyle/>
            <a:p>
              <a:endParaRPr lang="es-419" noProof="0" dirty="0"/>
            </a:p>
          </p:txBody>
        </p:sp>
      </p:grpSp>
      <p:sp>
        <p:nvSpPr>
          <p:cNvPr id="105" name="Forma libre: forma 104">
            <a:extLst>
              <a:ext uri="{FF2B5EF4-FFF2-40B4-BE49-F238E27FC236}">
                <a16:creationId xmlns:a16="http://schemas.microsoft.com/office/drawing/2014/main" id="{3EF021F3-ABF1-9CE1-7747-A64D4DA1EA94}"/>
              </a:ext>
            </a:extLst>
          </p:cNvPr>
          <p:cNvSpPr/>
          <p:nvPr/>
        </p:nvSpPr>
        <p:spPr>
          <a:xfrm>
            <a:off x="466238" y="1431499"/>
            <a:ext cx="11558" cy="7543"/>
          </a:xfrm>
          <a:custGeom>
            <a:avLst/>
            <a:gdLst>
              <a:gd name="csX0" fmla="*/ 1635 w 11558"/>
              <a:gd name="csY0" fmla="*/ 3752 h 7543"/>
              <a:gd name="csX1" fmla="*/ 8241 w 11558"/>
              <a:gd name="csY1" fmla="*/ 3670 h 7543"/>
              <a:gd name="csX2" fmla="*/ 9050 w 11558"/>
              <a:gd name="csY2" fmla="*/ 7542 h 7543"/>
              <a:gd name="csX3" fmla="*/ 1635 w 11558"/>
              <a:gd name="csY3" fmla="*/ 3752 h 7543"/>
            </a:gdLst>
            <a:ahLst/>
            <a:cxnLst>
              <a:cxn ang="0">
                <a:pos x="csX0" y="csY0"/>
              </a:cxn>
              <a:cxn ang="0">
                <a:pos x="csX1" y="csY1"/>
              </a:cxn>
              <a:cxn ang="0">
                <a:pos x="csX2" y="csY2"/>
              </a:cxn>
              <a:cxn ang="0">
                <a:pos x="csX3" y="csY3"/>
              </a:cxn>
            </a:cxnLst>
            <a:rect l="l" t="t" r="r" b="b"/>
            <a:pathLst>
              <a:path w="11558" h="7543">
                <a:moveTo>
                  <a:pt x="1635" y="3752"/>
                </a:moveTo>
                <a:cubicBezTo>
                  <a:pt x="-2484" y="-1211"/>
                  <a:pt x="1718" y="-1263"/>
                  <a:pt x="8241" y="3670"/>
                </a:cubicBezTo>
                <a:cubicBezTo>
                  <a:pt x="12450" y="6854"/>
                  <a:pt x="12580" y="7473"/>
                  <a:pt x="9050" y="7542"/>
                </a:cubicBezTo>
                <a:cubicBezTo>
                  <a:pt x="6739" y="7587"/>
                  <a:pt x="3403" y="5882"/>
                  <a:pt x="1635" y="3752"/>
                </a:cubicBezTo>
                <a:close/>
              </a:path>
            </a:pathLst>
          </a:custGeom>
          <a:solidFill>
            <a:srgbClr val="B9B9B9"/>
          </a:solidFill>
          <a:ln w="5163" cap="flat">
            <a:noFill/>
            <a:prstDash val="solid"/>
            <a:miter/>
          </a:ln>
        </p:spPr>
        <p:txBody>
          <a:bodyPr/>
          <a:lstStyle/>
          <a:p>
            <a:endParaRPr lang="es-419" noProof="0" dirty="0"/>
          </a:p>
        </p:txBody>
      </p:sp>
      <p:grpSp>
        <p:nvGrpSpPr>
          <p:cNvPr id="106" name="Gráfico 39">
            <a:extLst>
              <a:ext uri="{FF2B5EF4-FFF2-40B4-BE49-F238E27FC236}">
                <a16:creationId xmlns:a16="http://schemas.microsoft.com/office/drawing/2014/main" id="{792BE2AF-A45F-2F3A-E071-B2C266711382}"/>
              </a:ext>
            </a:extLst>
          </p:cNvPr>
          <p:cNvGrpSpPr/>
          <p:nvPr/>
        </p:nvGrpSpPr>
        <p:grpSpPr>
          <a:xfrm>
            <a:off x="73152" y="1028824"/>
            <a:ext cx="399884" cy="461679"/>
            <a:chOff x="73152" y="1028824"/>
            <a:chExt cx="399884" cy="461679"/>
          </a:xfrm>
          <a:solidFill>
            <a:srgbClr val="B9B9B9"/>
          </a:solidFill>
        </p:grpSpPr>
        <p:sp>
          <p:nvSpPr>
            <p:cNvPr id="107" name="Forma libre: forma 106">
              <a:extLst>
                <a:ext uri="{FF2B5EF4-FFF2-40B4-BE49-F238E27FC236}">
                  <a16:creationId xmlns:a16="http://schemas.microsoft.com/office/drawing/2014/main" id="{0D55520A-9C61-A471-21EC-EDF87BD13522}"/>
                </a:ext>
              </a:extLst>
            </p:cNvPr>
            <p:cNvSpPr/>
            <p:nvPr/>
          </p:nvSpPr>
          <p:spPr>
            <a:xfrm>
              <a:off x="176169" y="1028824"/>
              <a:ext cx="296866" cy="461679"/>
            </a:xfrm>
            <a:custGeom>
              <a:avLst/>
              <a:gdLst>
                <a:gd name="csX0" fmla="*/ 234204 w 296866"/>
                <a:gd name="csY0" fmla="*/ 456793 h 461679"/>
                <a:gd name="csX1" fmla="*/ 189641 w 296866"/>
                <a:gd name="csY1" fmla="*/ 451076 h 461679"/>
                <a:gd name="csX2" fmla="*/ 192285 w 296866"/>
                <a:gd name="csY2" fmla="*/ 440463 h 461679"/>
                <a:gd name="csX3" fmla="*/ 192319 w 296866"/>
                <a:gd name="csY3" fmla="*/ 432599 h 461679"/>
                <a:gd name="csX4" fmla="*/ 190826 w 296866"/>
                <a:gd name="csY4" fmla="*/ 424368 h 461679"/>
                <a:gd name="csX5" fmla="*/ 194908 w 296866"/>
                <a:gd name="csY5" fmla="*/ 412652 h 461679"/>
                <a:gd name="csX6" fmla="*/ 188729 w 296866"/>
                <a:gd name="csY6" fmla="*/ 395950 h 461679"/>
                <a:gd name="csX7" fmla="*/ 175616 w 296866"/>
                <a:gd name="csY7" fmla="*/ 376348 h 461679"/>
                <a:gd name="csX8" fmla="*/ 165432 w 296866"/>
                <a:gd name="csY8" fmla="*/ 362612 h 461679"/>
                <a:gd name="csX9" fmla="*/ 157619 w 296866"/>
                <a:gd name="csY9" fmla="*/ 354047 h 461679"/>
                <a:gd name="csX10" fmla="*/ 123850 w 296866"/>
                <a:gd name="csY10" fmla="*/ 312204 h 461679"/>
                <a:gd name="csX11" fmla="*/ 110408 w 296866"/>
                <a:gd name="csY11" fmla="*/ 302524 h 461679"/>
                <a:gd name="csX12" fmla="*/ 90624 w 296866"/>
                <a:gd name="csY12" fmla="*/ 283830 h 461679"/>
                <a:gd name="csX13" fmla="*/ 80025 w 296866"/>
                <a:gd name="csY13" fmla="*/ 265391 h 461679"/>
                <a:gd name="csX14" fmla="*/ 76089 w 296866"/>
                <a:gd name="csY14" fmla="*/ 254455 h 461679"/>
                <a:gd name="csX15" fmla="*/ 73345 w 296866"/>
                <a:gd name="csY15" fmla="*/ 247079 h 461679"/>
                <a:gd name="csX16" fmla="*/ 72109 w 296866"/>
                <a:gd name="csY16" fmla="*/ 214519 h 461679"/>
                <a:gd name="csX17" fmla="*/ 68319 w 296866"/>
                <a:gd name="csY17" fmla="*/ 206510 h 461679"/>
                <a:gd name="csX18" fmla="*/ 67160 w 296866"/>
                <a:gd name="csY18" fmla="*/ 202519 h 461679"/>
                <a:gd name="csX19" fmla="*/ 64536 w 296866"/>
                <a:gd name="csY19" fmla="*/ 206365 h 461679"/>
                <a:gd name="csX20" fmla="*/ 61955 w 296866"/>
                <a:gd name="csY20" fmla="*/ 210237 h 461679"/>
                <a:gd name="csX21" fmla="*/ 59373 w 296866"/>
                <a:gd name="csY21" fmla="*/ 190811 h 461679"/>
                <a:gd name="csX22" fmla="*/ 48569 w 296866"/>
                <a:gd name="csY22" fmla="*/ 154736 h 461679"/>
                <a:gd name="csX23" fmla="*/ 46466 w 296866"/>
                <a:gd name="csY23" fmla="*/ 141789 h 461679"/>
                <a:gd name="csX24" fmla="*/ 38475 w 296866"/>
                <a:gd name="csY24" fmla="*/ 114684 h 461679"/>
                <a:gd name="csX25" fmla="*/ 28150 w 296866"/>
                <a:gd name="csY25" fmla="*/ 99082 h 461679"/>
                <a:gd name="csX26" fmla="*/ 25815 w 296866"/>
                <a:gd name="csY26" fmla="*/ 89273 h 461679"/>
                <a:gd name="csX27" fmla="*/ 22760 w 296866"/>
                <a:gd name="csY27" fmla="*/ 77852 h 461679"/>
                <a:gd name="csX28" fmla="*/ 21512 w 296866"/>
                <a:gd name="csY28" fmla="*/ 72990 h 461679"/>
                <a:gd name="csX29" fmla="*/ 26374 w 296866"/>
                <a:gd name="csY29" fmla="*/ 74238 h 461679"/>
                <a:gd name="csX30" fmla="*/ 33559 w 296866"/>
                <a:gd name="csY30" fmla="*/ 72129 h 461679"/>
                <a:gd name="csX31" fmla="*/ 29687 w 296866"/>
                <a:gd name="csY31" fmla="*/ 66967 h 461679"/>
                <a:gd name="csX32" fmla="*/ 25815 w 296866"/>
                <a:gd name="csY32" fmla="*/ 64277 h 461679"/>
                <a:gd name="csX33" fmla="*/ 20828 w 296866"/>
                <a:gd name="csY33" fmla="*/ 56236 h 461679"/>
                <a:gd name="csX34" fmla="*/ 14159 w 296866"/>
                <a:gd name="csY34" fmla="*/ 40210 h 461679"/>
                <a:gd name="csX35" fmla="*/ 6238 w 296866"/>
                <a:gd name="csY35" fmla="*/ 17321 h 461679"/>
                <a:gd name="csX36" fmla="*/ 0 w 296866"/>
                <a:gd name="csY36" fmla="*/ 2478 h 461679"/>
                <a:gd name="csX37" fmla="*/ 99386 w 296866"/>
                <a:gd name="csY37" fmla="*/ 3758 h 461679"/>
                <a:gd name="csX38" fmla="*/ 191027 w 296866"/>
                <a:gd name="csY38" fmla="*/ 12449 h 461679"/>
                <a:gd name="csX39" fmla="*/ 178059 w 296866"/>
                <a:gd name="csY39" fmla="*/ 27807 h 461679"/>
                <a:gd name="csX40" fmla="*/ 167369 w 296866"/>
                <a:gd name="csY40" fmla="*/ 45725 h 461679"/>
                <a:gd name="csX41" fmla="*/ 163079 w 296866"/>
                <a:gd name="csY41" fmla="*/ 80524 h 461679"/>
                <a:gd name="csX42" fmla="*/ 162631 w 296866"/>
                <a:gd name="csY42" fmla="*/ 83796 h 461679"/>
                <a:gd name="csX43" fmla="*/ 171021 w 296866"/>
                <a:gd name="csY43" fmla="*/ 93315 h 461679"/>
                <a:gd name="csX44" fmla="*/ 173406 w 296866"/>
                <a:gd name="csY44" fmla="*/ 109690 h 461679"/>
                <a:gd name="csX45" fmla="*/ 164850 w 296866"/>
                <a:gd name="csY45" fmla="*/ 145701 h 461679"/>
                <a:gd name="csX46" fmla="*/ 169084 w 296866"/>
                <a:gd name="csY46" fmla="*/ 169291 h 461679"/>
                <a:gd name="csX47" fmla="*/ 171477 w 296866"/>
                <a:gd name="csY47" fmla="*/ 213103 h 461679"/>
                <a:gd name="csX48" fmla="*/ 174210 w 296866"/>
                <a:gd name="csY48" fmla="*/ 257046 h 461679"/>
                <a:gd name="csX49" fmla="*/ 178120 w 296866"/>
                <a:gd name="csY49" fmla="*/ 261958 h 461679"/>
                <a:gd name="csX50" fmla="*/ 182243 w 296866"/>
                <a:gd name="csY50" fmla="*/ 269492 h 461679"/>
                <a:gd name="csX51" fmla="*/ 184937 w 296866"/>
                <a:gd name="csY51" fmla="*/ 277338 h 461679"/>
                <a:gd name="csX52" fmla="*/ 193415 w 296866"/>
                <a:gd name="csY52" fmla="*/ 285510 h 461679"/>
                <a:gd name="csX53" fmla="*/ 199664 w 296866"/>
                <a:gd name="csY53" fmla="*/ 290658 h 461679"/>
                <a:gd name="csX54" fmla="*/ 207927 w 296866"/>
                <a:gd name="csY54" fmla="*/ 300943 h 461679"/>
                <a:gd name="csX55" fmla="*/ 219722 w 296866"/>
                <a:gd name="csY55" fmla="*/ 315205 h 461679"/>
                <a:gd name="csX56" fmla="*/ 234342 w 296866"/>
                <a:gd name="csY56" fmla="*/ 331253 h 461679"/>
                <a:gd name="csX57" fmla="*/ 242348 w 296866"/>
                <a:gd name="csY57" fmla="*/ 342893 h 461679"/>
                <a:gd name="csX58" fmla="*/ 243886 w 296866"/>
                <a:gd name="csY58" fmla="*/ 354430 h 461679"/>
                <a:gd name="csX59" fmla="*/ 242906 w 296866"/>
                <a:gd name="csY59" fmla="*/ 363679 h 461679"/>
                <a:gd name="csX60" fmla="*/ 242638 w 296866"/>
                <a:gd name="csY60" fmla="*/ 372819 h 461679"/>
                <a:gd name="csX61" fmla="*/ 248980 w 296866"/>
                <a:gd name="csY61" fmla="*/ 375191 h 461679"/>
                <a:gd name="csX62" fmla="*/ 256854 w 296866"/>
                <a:gd name="csY62" fmla="*/ 380201 h 461679"/>
                <a:gd name="csX63" fmla="*/ 262017 w 296866"/>
                <a:gd name="csY63" fmla="*/ 385776 h 461679"/>
                <a:gd name="csX64" fmla="*/ 267554 w 296866"/>
                <a:gd name="csY64" fmla="*/ 396801 h 461679"/>
                <a:gd name="csX65" fmla="*/ 281559 w 296866"/>
                <a:gd name="csY65" fmla="*/ 416793 h 461679"/>
                <a:gd name="csX66" fmla="*/ 290755 w 296866"/>
                <a:gd name="csY66" fmla="*/ 428632 h 461679"/>
                <a:gd name="csX67" fmla="*/ 294624 w 296866"/>
                <a:gd name="csY67" fmla="*/ 440196 h 461679"/>
                <a:gd name="csX68" fmla="*/ 296867 w 296866"/>
                <a:gd name="csY68" fmla="*/ 451755 h 461679"/>
                <a:gd name="csX69" fmla="*/ 287186 w 296866"/>
                <a:gd name="csY69" fmla="*/ 461588 h 461679"/>
                <a:gd name="csX70" fmla="*/ 234204 w 296866"/>
                <a:gd name="csY70" fmla="*/ 456793 h 4616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Lst>
              <a:rect l="l" t="t" r="r" b="b"/>
              <a:pathLst>
                <a:path w="296866" h="461679">
                  <a:moveTo>
                    <a:pt x="234204" y="456793"/>
                  </a:moveTo>
                  <a:cubicBezTo>
                    <a:pt x="210389" y="454343"/>
                    <a:pt x="190335" y="451771"/>
                    <a:pt x="189641" y="451076"/>
                  </a:cubicBezTo>
                  <a:cubicBezTo>
                    <a:pt x="188946" y="450382"/>
                    <a:pt x="190136" y="445606"/>
                    <a:pt x="192285" y="440463"/>
                  </a:cubicBezTo>
                  <a:cubicBezTo>
                    <a:pt x="195748" y="432175"/>
                    <a:pt x="195752" y="431281"/>
                    <a:pt x="192319" y="432599"/>
                  </a:cubicBezTo>
                  <a:cubicBezTo>
                    <a:pt x="188021" y="434248"/>
                    <a:pt x="186953" y="428358"/>
                    <a:pt x="190826" y="424368"/>
                  </a:cubicBezTo>
                  <a:cubicBezTo>
                    <a:pt x="192136" y="423019"/>
                    <a:pt x="193972" y="417747"/>
                    <a:pt x="194908" y="412652"/>
                  </a:cubicBezTo>
                  <a:cubicBezTo>
                    <a:pt x="196394" y="404559"/>
                    <a:pt x="195613" y="402447"/>
                    <a:pt x="188729" y="395950"/>
                  </a:cubicBezTo>
                  <a:cubicBezTo>
                    <a:pt x="184395" y="391860"/>
                    <a:pt x="178494" y="383039"/>
                    <a:pt x="175616" y="376348"/>
                  </a:cubicBezTo>
                  <a:cubicBezTo>
                    <a:pt x="172738" y="369658"/>
                    <a:pt x="168155" y="363476"/>
                    <a:pt x="165432" y="362612"/>
                  </a:cubicBezTo>
                  <a:cubicBezTo>
                    <a:pt x="162709" y="361748"/>
                    <a:pt x="159193" y="357894"/>
                    <a:pt x="157619" y="354047"/>
                  </a:cubicBezTo>
                  <a:cubicBezTo>
                    <a:pt x="149821" y="334997"/>
                    <a:pt x="131426" y="312204"/>
                    <a:pt x="123850" y="312204"/>
                  </a:cubicBezTo>
                  <a:cubicBezTo>
                    <a:pt x="121509" y="312204"/>
                    <a:pt x="115460" y="307848"/>
                    <a:pt x="110408" y="302524"/>
                  </a:cubicBezTo>
                  <a:cubicBezTo>
                    <a:pt x="105356" y="297200"/>
                    <a:pt x="96453" y="288788"/>
                    <a:pt x="90624" y="283830"/>
                  </a:cubicBezTo>
                  <a:cubicBezTo>
                    <a:pt x="81794" y="276321"/>
                    <a:pt x="80025" y="273244"/>
                    <a:pt x="80025" y="265391"/>
                  </a:cubicBezTo>
                  <a:cubicBezTo>
                    <a:pt x="80025" y="259326"/>
                    <a:pt x="78622" y="255426"/>
                    <a:pt x="76089" y="254455"/>
                  </a:cubicBezTo>
                  <a:cubicBezTo>
                    <a:pt x="73596" y="253498"/>
                    <a:pt x="72591" y="250794"/>
                    <a:pt x="73345" y="247079"/>
                  </a:cubicBezTo>
                  <a:cubicBezTo>
                    <a:pt x="77548" y="226392"/>
                    <a:pt x="77309" y="220102"/>
                    <a:pt x="72109" y="214519"/>
                  </a:cubicBezTo>
                  <a:cubicBezTo>
                    <a:pt x="69219" y="211417"/>
                    <a:pt x="67513" y="207813"/>
                    <a:pt x="68319" y="206510"/>
                  </a:cubicBezTo>
                  <a:cubicBezTo>
                    <a:pt x="69124" y="205206"/>
                    <a:pt x="68603" y="203410"/>
                    <a:pt x="67160" y="202519"/>
                  </a:cubicBezTo>
                  <a:cubicBezTo>
                    <a:pt x="65698" y="201615"/>
                    <a:pt x="64536" y="203319"/>
                    <a:pt x="64536" y="206365"/>
                  </a:cubicBezTo>
                  <a:cubicBezTo>
                    <a:pt x="64536" y="209372"/>
                    <a:pt x="63375" y="211114"/>
                    <a:pt x="61955" y="210237"/>
                  </a:cubicBezTo>
                  <a:cubicBezTo>
                    <a:pt x="60535" y="209360"/>
                    <a:pt x="59373" y="200618"/>
                    <a:pt x="59373" y="190811"/>
                  </a:cubicBezTo>
                  <a:cubicBezTo>
                    <a:pt x="59373" y="173740"/>
                    <a:pt x="53682" y="154736"/>
                    <a:pt x="48569" y="154736"/>
                  </a:cubicBezTo>
                  <a:cubicBezTo>
                    <a:pt x="47413" y="154736"/>
                    <a:pt x="46466" y="148910"/>
                    <a:pt x="46466" y="141789"/>
                  </a:cubicBezTo>
                  <a:cubicBezTo>
                    <a:pt x="46466" y="132086"/>
                    <a:pt x="44464" y="125296"/>
                    <a:pt x="38475" y="114684"/>
                  </a:cubicBezTo>
                  <a:cubicBezTo>
                    <a:pt x="34080" y="106897"/>
                    <a:pt x="29434" y="99876"/>
                    <a:pt x="28150" y="99082"/>
                  </a:cubicBezTo>
                  <a:cubicBezTo>
                    <a:pt x="26865" y="98289"/>
                    <a:pt x="25815" y="93874"/>
                    <a:pt x="25815" y="89273"/>
                  </a:cubicBezTo>
                  <a:cubicBezTo>
                    <a:pt x="25815" y="84671"/>
                    <a:pt x="24440" y="79532"/>
                    <a:pt x="22760" y="77852"/>
                  </a:cubicBezTo>
                  <a:cubicBezTo>
                    <a:pt x="21080" y="76172"/>
                    <a:pt x="20518" y="73984"/>
                    <a:pt x="21512" y="72990"/>
                  </a:cubicBezTo>
                  <a:cubicBezTo>
                    <a:pt x="22506" y="71996"/>
                    <a:pt x="24694" y="72558"/>
                    <a:pt x="26374" y="74238"/>
                  </a:cubicBezTo>
                  <a:cubicBezTo>
                    <a:pt x="30884" y="78748"/>
                    <a:pt x="33559" y="77963"/>
                    <a:pt x="33559" y="72129"/>
                  </a:cubicBezTo>
                  <a:cubicBezTo>
                    <a:pt x="33559" y="69261"/>
                    <a:pt x="31838" y="66967"/>
                    <a:pt x="29687" y="66967"/>
                  </a:cubicBezTo>
                  <a:cubicBezTo>
                    <a:pt x="27557" y="66967"/>
                    <a:pt x="25815" y="65756"/>
                    <a:pt x="25815" y="64277"/>
                  </a:cubicBezTo>
                  <a:cubicBezTo>
                    <a:pt x="25815" y="62798"/>
                    <a:pt x="23571" y="59179"/>
                    <a:pt x="20828" y="56236"/>
                  </a:cubicBezTo>
                  <a:cubicBezTo>
                    <a:pt x="18086" y="53292"/>
                    <a:pt x="15085" y="46080"/>
                    <a:pt x="14159" y="40210"/>
                  </a:cubicBezTo>
                  <a:cubicBezTo>
                    <a:pt x="13233" y="34339"/>
                    <a:pt x="9669" y="24039"/>
                    <a:pt x="6238" y="17321"/>
                  </a:cubicBezTo>
                  <a:cubicBezTo>
                    <a:pt x="2807" y="10603"/>
                    <a:pt x="0" y="3924"/>
                    <a:pt x="0" y="2478"/>
                  </a:cubicBezTo>
                  <a:cubicBezTo>
                    <a:pt x="0" y="-1152"/>
                    <a:pt x="23478" y="-850"/>
                    <a:pt x="99386" y="3758"/>
                  </a:cubicBezTo>
                  <a:cubicBezTo>
                    <a:pt x="175010" y="8348"/>
                    <a:pt x="191027" y="9867"/>
                    <a:pt x="191027" y="12449"/>
                  </a:cubicBezTo>
                  <a:cubicBezTo>
                    <a:pt x="191027" y="13496"/>
                    <a:pt x="185192" y="20407"/>
                    <a:pt x="178059" y="27807"/>
                  </a:cubicBezTo>
                  <a:cubicBezTo>
                    <a:pt x="167978" y="38266"/>
                    <a:pt x="165598" y="42256"/>
                    <a:pt x="167369" y="45725"/>
                  </a:cubicBezTo>
                  <a:cubicBezTo>
                    <a:pt x="174634" y="59948"/>
                    <a:pt x="171699" y="83751"/>
                    <a:pt x="163079" y="80524"/>
                  </a:cubicBezTo>
                  <a:cubicBezTo>
                    <a:pt x="159180" y="79065"/>
                    <a:pt x="159137" y="79384"/>
                    <a:pt x="162631" y="83796"/>
                  </a:cubicBezTo>
                  <a:cubicBezTo>
                    <a:pt x="164761" y="86485"/>
                    <a:pt x="168536" y="90769"/>
                    <a:pt x="171021" y="93315"/>
                  </a:cubicBezTo>
                  <a:cubicBezTo>
                    <a:pt x="175834" y="98246"/>
                    <a:pt x="176913" y="105657"/>
                    <a:pt x="173406" y="109690"/>
                  </a:cubicBezTo>
                  <a:cubicBezTo>
                    <a:pt x="169336" y="114370"/>
                    <a:pt x="164942" y="132862"/>
                    <a:pt x="164850" y="145701"/>
                  </a:cubicBezTo>
                  <a:cubicBezTo>
                    <a:pt x="164711" y="165107"/>
                    <a:pt x="165194" y="167798"/>
                    <a:pt x="169084" y="169291"/>
                  </a:cubicBezTo>
                  <a:cubicBezTo>
                    <a:pt x="171992" y="170406"/>
                    <a:pt x="172437" y="178546"/>
                    <a:pt x="171477" y="213103"/>
                  </a:cubicBezTo>
                  <a:cubicBezTo>
                    <a:pt x="170471" y="249367"/>
                    <a:pt x="170869" y="255764"/>
                    <a:pt x="174210" y="257046"/>
                  </a:cubicBezTo>
                  <a:cubicBezTo>
                    <a:pt x="176360" y="257871"/>
                    <a:pt x="178120" y="260081"/>
                    <a:pt x="178120" y="261958"/>
                  </a:cubicBezTo>
                  <a:cubicBezTo>
                    <a:pt x="178120" y="263834"/>
                    <a:pt x="179975" y="267225"/>
                    <a:pt x="182243" y="269492"/>
                  </a:cubicBezTo>
                  <a:cubicBezTo>
                    <a:pt x="184511" y="271760"/>
                    <a:pt x="185723" y="275291"/>
                    <a:pt x="184937" y="277338"/>
                  </a:cubicBezTo>
                  <a:cubicBezTo>
                    <a:pt x="183466" y="281172"/>
                    <a:pt x="186953" y="284533"/>
                    <a:pt x="193415" y="285510"/>
                  </a:cubicBezTo>
                  <a:cubicBezTo>
                    <a:pt x="195439" y="285815"/>
                    <a:pt x="198251" y="288132"/>
                    <a:pt x="199664" y="290658"/>
                  </a:cubicBezTo>
                  <a:cubicBezTo>
                    <a:pt x="201078" y="293183"/>
                    <a:pt x="204796" y="297811"/>
                    <a:pt x="207927" y="300943"/>
                  </a:cubicBezTo>
                  <a:cubicBezTo>
                    <a:pt x="211058" y="304074"/>
                    <a:pt x="216366" y="310492"/>
                    <a:pt x="219722" y="315205"/>
                  </a:cubicBezTo>
                  <a:cubicBezTo>
                    <a:pt x="223078" y="319918"/>
                    <a:pt x="229657" y="327140"/>
                    <a:pt x="234342" y="331253"/>
                  </a:cubicBezTo>
                  <a:cubicBezTo>
                    <a:pt x="239027" y="335367"/>
                    <a:pt x="242630" y="340605"/>
                    <a:pt x="242348" y="342893"/>
                  </a:cubicBezTo>
                  <a:cubicBezTo>
                    <a:pt x="242066" y="345182"/>
                    <a:pt x="242758" y="350373"/>
                    <a:pt x="243886" y="354430"/>
                  </a:cubicBezTo>
                  <a:cubicBezTo>
                    <a:pt x="245242" y="359308"/>
                    <a:pt x="244910" y="362440"/>
                    <a:pt x="242906" y="363679"/>
                  </a:cubicBezTo>
                  <a:cubicBezTo>
                    <a:pt x="240669" y="365062"/>
                    <a:pt x="240599" y="367456"/>
                    <a:pt x="242638" y="372819"/>
                  </a:cubicBezTo>
                  <a:cubicBezTo>
                    <a:pt x="245274" y="379752"/>
                    <a:pt x="245565" y="379861"/>
                    <a:pt x="248980" y="375191"/>
                  </a:cubicBezTo>
                  <a:cubicBezTo>
                    <a:pt x="253071" y="369596"/>
                    <a:pt x="256854" y="372003"/>
                    <a:pt x="256854" y="380201"/>
                  </a:cubicBezTo>
                  <a:cubicBezTo>
                    <a:pt x="256854" y="384054"/>
                    <a:pt x="258448" y="385776"/>
                    <a:pt x="262017" y="385776"/>
                  </a:cubicBezTo>
                  <a:cubicBezTo>
                    <a:pt x="266316" y="385777"/>
                    <a:pt x="267243" y="387623"/>
                    <a:pt x="267554" y="396801"/>
                  </a:cubicBezTo>
                  <a:cubicBezTo>
                    <a:pt x="267995" y="409833"/>
                    <a:pt x="271290" y="414537"/>
                    <a:pt x="281559" y="416793"/>
                  </a:cubicBezTo>
                  <a:cubicBezTo>
                    <a:pt x="287964" y="418199"/>
                    <a:pt x="289378" y="420020"/>
                    <a:pt x="290755" y="428632"/>
                  </a:cubicBezTo>
                  <a:cubicBezTo>
                    <a:pt x="291650" y="434230"/>
                    <a:pt x="293391" y="439433"/>
                    <a:pt x="294624" y="440196"/>
                  </a:cubicBezTo>
                  <a:cubicBezTo>
                    <a:pt x="295858" y="440958"/>
                    <a:pt x="296867" y="446160"/>
                    <a:pt x="296867" y="451755"/>
                  </a:cubicBezTo>
                  <a:cubicBezTo>
                    <a:pt x="296867" y="461851"/>
                    <a:pt x="296793" y="461926"/>
                    <a:pt x="287186" y="461588"/>
                  </a:cubicBezTo>
                  <a:cubicBezTo>
                    <a:pt x="281862" y="461400"/>
                    <a:pt x="258020" y="459243"/>
                    <a:pt x="234204" y="456793"/>
                  </a:cubicBezTo>
                  <a:close/>
                </a:path>
              </a:pathLst>
            </a:custGeom>
            <a:solidFill>
              <a:srgbClr val="B9B9B9"/>
            </a:solidFill>
            <a:ln w="5163" cap="flat">
              <a:noFill/>
              <a:prstDash val="solid"/>
              <a:miter/>
            </a:ln>
          </p:spPr>
          <p:txBody>
            <a:bodyPr/>
            <a:lstStyle/>
            <a:p>
              <a:endParaRPr lang="es-419" noProof="0" dirty="0"/>
            </a:p>
          </p:txBody>
        </p:sp>
        <p:sp>
          <p:nvSpPr>
            <p:cNvPr id="108" name="Forma libre: forma 107">
              <a:extLst>
                <a:ext uri="{FF2B5EF4-FFF2-40B4-BE49-F238E27FC236}">
                  <a16:creationId xmlns:a16="http://schemas.microsoft.com/office/drawing/2014/main" id="{45AF0A36-FB51-FBFD-50AF-BF98D3BDA234}"/>
                </a:ext>
              </a:extLst>
            </p:cNvPr>
            <p:cNvSpPr/>
            <p:nvPr/>
          </p:nvSpPr>
          <p:spPr>
            <a:xfrm>
              <a:off x="259777" y="1434618"/>
              <a:ext cx="20905" cy="34765"/>
            </a:xfrm>
            <a:custGeom>
              <a:avLst/>
              <a:gdLst>
                <a:gd name="csX0" fmla="*/ 7343 w 20905"/>
                <a:gd name="csY0" fmla="*/ 31742 h 34765"/>
                <a:gd name="csX1" fmla="*/ 5095 w 20905"/>
                <a:gd name="csY1" fmla="*/ 22712 h 34765"/>
                <a:gd name="csX2" fmla="*/ 11946 w 20905"/>
                <a:gd name="csY2" fmla="*/ 12959 h 34765"/>
                <a:gd name="csX3" fmla="*/ 17992 w 20905"/>
                <a:gd name="csY3" fmla="*/ 1997 h 34765"/>
                <a:gd name="csX4" fmla="*/ 19063 w 20905"/>
                <a:gd name="csY4" fmla="*/ 27093 h 34765"/>
                <a:gd name="csX5" fmla="*/ 7343 w 20905"/>
                <a:gd name="csY5" fmla="*/ 31742 h 34765"/>
              </a:gdLst>
              <a:ahLst/>
              <a:cxnLst>
                <a:cxn ang="0">
                  <a:pos x="csX0" y="csY0"/>
                </a:cxn>
                <a:cxn ang="0">
                  <a:pos x="csX1" y="csY1"/>
                </a:cxn>
                <a:cxn ang="0">
                  <a:pos x="csX2" y="csY2"/>
                </a:cxn>
                <a:cxn ang="0">
                  <a:pos x="csX3" y="csY3"/>
                </a:cxn>
                <a:cxn ang="0">
                  <a:pos x="csX4" y="csY4"/>
                </a:cxn>
                <a:cxn ang="0">
                  <a:pos x="csX5" y="csY5"/>
                </a:cxn>
              </a:cxnLst>
              <a:rect l="l" t="t" r="r" b="b"/>
              <a:pathLst>
                <a:path w="20905" h="34765">
                  <a:moveTo>
                    <a:pt x="7343" y="31742"/>
                  </a:moveTo>
                  <a:cubicBezTo>
                    <a:pt x="-1878" y="26647"/>
                    <a:pt x="-2170" y="25474"/>
                    <a:pt x="5095" y="22712"/>
                  </a:cubicBezTo>
                  <a:cubicBezTo>
                    <a:pt x="10179" y="20779"/>
                    <a:pt x="11916" y="18306"/>
                    <a:pt x="11946" y="12959"/>
                  </a:cubicBezTo>
                  <a:cubicBezTo>
                    <a:pt x="11996" y="3833"/>
                    <a:pt x="16177" y="-3749"/>
                    <a:pt x="17992" y="1997"/>
                  </a:cubicBezTo>
                  <a:cubicBezTo>
                    <a:pt x="21527" y="13191"/>
                    <a:pt x="21797" y="19522"/>
                    <a:pt x="19063" y="27093"/>
                  </a:cubicBezTo>
                  <a:cubicBezTo>
                    <a:pt x="15722" y="36343"/>
                    <a:pt x="15691" y="36355"/>
                    <a:pt x="7343" y="31742"/>
                  </a:cubicBezTo>
                  <a:close/>
                </a:path>
              </a:pathLst>
            </a:custGeom>
            <a:solidFill>
              <a:srgbClr val="B9B9B9"/>
            </a:solidFill>
            <a:ln w="5163" cap="flat">
              <a:noFill/>
              <a:prstDash val="solid"/>
              <a:miter/>
            </a:ln>
          </p:spPr>
          <p:txBody>
            <a:bodyPr/>
            <a:lstStyle/>
            <a:p>
              <a:endParaRPr lang="es-419" noProof="0" dirty="0"/>
            </a:p>
          </p:txBody>
        </p:sp>
        <p:sp>
          <p:nvSpPr>
            <p:cNvPr id="109" name="Forma libre: forma 108">
              <a:extLst>
                <a:ext uri="{FF2B5EF4-FFF2-40B4-BE49-F238E27FC236}">
                  <a16:creationId xmlns:a16="http://schemas.microsoft.com/office/drawing/2014/main" id="{B320FD8A-AD22-2233-9200-3D07A6042797}"/>
                </a:ext>
              </a:extLst>
            </p:cNvPr>
            <p:cNvSpPr/>
            <p:nvPr/>
          </p:nvSpPr>
          <p:spPr>
            <a:xfrm>
              <a:off x="73152" y="1375664"/>
              <a:ext cx="14357" cy="42577"/>
            </a:xfrm>
            <a:custGeom>
              <a:avLst/>
              <a:gdLst>
                <a:gd name="csX0" fmla="*/ 7495 w 14357"/>
                <a:gd name="csY0" fmla="*/ 37645 h 42577"/>
                <a:gd name="csX1" fmla="*/ 3632 w 14357"/>
                <a:gd name="csY1" fmla="*/ 24738 h 42577"/>
                <a:gd name="csX2" fmla="*/ 3632 w 14357"/>
                <a:gd name="csY2" fmla="*/ 1505 h 42577"/>
                <a:gd name="csX3" fmla="*/ 7504 w 14357"/>
                <a:gd name="csY3" fmla="*/ 6137 h 42577"/>
                <a:gd name="csX4" fmla="*/ 10146 w 14357"/>
                <a:gd name="csY4" fmla="*/ 14863 h 42577"/>
                <a:gd name="csX5" fmla="*/ 11643 w 14357"/>
                <a:gd name="csY5" fmla="*/ 38936 h 42577"/>
                <a:gd name="csX6" fmla="*/ 7495 w 14357"/>
                <a:gd name="csY6" fmla="*/ 37645 h 42577"/>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4357" h="42577">
                  <a:moveTo>
                    <a:pt x="7495" y="37645"/>
                  </a:moveTo>
                  <a:cubicBezTo>
                    <a:pt x="7399" y="34096"/>
                    <a:pt x="5661" y="28288"/>
                    <a:pt x="3632" y="24738"/>
                  </a:cubicBezTo>
                  <a:cubicBezTo>
                    <a:pt x="-1211" y="16267"/>
                    <a:pt x="-1211" y="5524"/>
                    <a:pt x="3632" y="1505"/>
                  </a:cubicBezTo>
                  <a:cubicBezTo>
                    <a:pt x="6929" y="-1232"/>
                    <a:pt x="7504" y="-544"/>
                    <a:pt x="7504" y="6137"/>
                  </a:cubicBezTo>
                  <a:cubicBezTo>
                    <a:pt x="7504" y="10452"/>
                    <a:pt x="8693" y="14378"/>
                    <a:pt x="10146" y="14863"/>
                  </a:cubicBezTo>
                  <a:cubicBezTo>
                    <a:pt x="14898" y="16447"/>
                    <a:pt x="15948" y="33343"/>
                    <a:pt x="11643" y="38936"/>
                  </a:cubicBezTo>
                  <a:cubicBezTo>
                    <a:pt x="7745" y="44000"/>
                    <a:pt x="7665" y="43975"/>
                    <a:pt x="7495" y="37645"/>
                  </a:cubicBezTo>
                  <a:close/>
                </a:path>
              </a:pathLst>
            </a:custGeom>
            <a:solidFill>
              <a:srgbClr val="B9B9B9"/>
            </a:solidFill>
            <a:ln w="5163" cap="flat">
              <a:noFill/>
              <a:prstDash val="solid"/>
              <a:miter/>
            </a:ln>
          </p:spPr>
          <p:txBody>
            <a:bodyPr/>
            <a:lstStyle/>
            <a:p>
              <a:endParaRPr lang="es-419" noProof="0" dirty="0"/>
            </a:p>
          </p:txBody>
        </p:sp>
        <p:sp>
          <p:nvSpPr>
            <p:cNvPr id="110" name="Forma libre: forma 109">
              <a:extLst>
                <a:ext uri="{FF2B5EF4-FFF2-40B4-BE49-F238E27FC236}">
                  <a16:creationId xmlns:a16="http://schemas.microsoft.com/office/drawing/2014/main" id="{E43F5B6B-A673-0ABE-44B3-B2C189B5B239}"/>
                </a:ext>
              </a:extLst>
            </p:cNvPr>
            <p:cNvSpPr/>
            <p:nvPr/>
          </p:nvSpPr>
          <p:spPr>
            <a:xfrm>
              <a:off x="420547" y="1341567"/>
              <a:ext cx="36589" cy="57857"/>
            </a:xfrm>
            <a:custGeom>
              <a:avLst/>
              <a:gdLst>
                <a:gd name="csX0" fmla="*/ 24033 w 36589"/>
                <a:gd name="csY0" fmla="*/ 48231 h 57857"/>
                <a:gd name="csX1" fmla="*/ 8875 w 36589"/>
                <a:gd name="csY1" fmla="*/ 31730 h 57857"/>
                <a:gd name="csX2" fmla="*/ 2815 w 36589"/>
                <a:gd name="csY2" fmla="*/ 140 h 57857"/>
                <a:gd name="csX3" fmla="*/ 18571 w 36589"/>
                <a:gd name="csY3" fmla="*/ 17532 h 57857"/>
                <a:gd name="csX4" fmla="*/ 26156 w 36589"/>
                <a:gd name="csY4" fmla="*/ 27858 h 57857"/>
                <a:gd name="csX5" fmla="*/ 32361 w 36589"/>
                <a:gd name="csY5" fmla="*/ 36599 h 57857"/>
                <a:gd name="csX6" fmla="*/ 34380 w 36589"/>
                <a:gd name="csY6" fmla="*/ 51018 h 57857"/>
                <a:gd name="csX7" fmla="*/ 24033 w 36589"/>
                <a:gd name="csY7" fmla="*/ 48231 h 578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6589" h="57857">
                  <a:moveTo>
                    <a:pt x="24033" y="48231"/>
                  </a:moveTo>
                  <a:cubicBezTo>
                    <a:pt x="18251" y="41995"/>
                    <a:pt x="11430" y="34569"/>
                    <a:pt x="8875" y="31730"/>
                  </a:cubicBezTo>
                  <a:cubicBezTo>
                    <a:pt x="870" y="22831"/>
                    <a:pt x="-3051" y="2391"/>
                    <a:pt x="2815" y="140"/>
                  </a:cubicBezTo>
                  <a:cubicBezTo>
                    <a:pt x="7073" y="-1494"/>
                    <a:pt x="18931" y="11596"/>
                    <a:pt x="18571" y="17532"/>
                  </a:cubicBezTo>
                  <a:cubicBezTo>
                    <a:pt x="18043" y="26212"/>
                    <a:pt x="19252" y="27858"/>
                    <a:pt x="26156" y="27858"/>
                  </a:cubicBezTo>
                  <a:cubicBezTo>
                    <a:pt x="32848" y="27858"/>
                    <a:pt x="33306" y="28504"/>
                    <a:pt x="32361" y="36599"/>
                  </a:cubicBezTo>
                  <a:cubicBezTo>
                    <a:pt x="31800" y="41406"/>
                    <a:pt x="32708" y="47895"/>
                    <a:pt x="34380" y="51018"/>
                  </a:cubicBezTo>
                  <a:cubicBezTo>
                    <a:pt x="39819" y="61181"/>
                    <a:pt x="34782" y="59825"/>
                    <a:pt x="24033" y="48231"/>
                  </a:cubicBezTo>
                  <a:close/>
                </a:path>
              </a:pathLst>
            </a:custGeom>
            <a:solidFill>
              <a:srgbClr val="B9B9B9"/>
            </a:solidFill>
            <a:ln w="5163" cap="flat">
              <a:noFill/>
              <a:prstDash val="solid"/>
              <a:miter/>
            </a:ln>
          </p:spPr>
          <p:txBody>
            <a:bodyPr/>
            <a:lstStyle/>
            <a:p>
              <a:endParaRPr lang="es-419" noProof="0" dirty="0"/>
            </a:p>
          </p:txBody>
        </p:sp>
      </p:grpSp>
      <p:grpSp>
        <p:nvGrpSpPr>
          <p:cNvPr id="111" name="Gráfico 39">
            <a:extLst>
              <a:ext uri="{FF2B5EF4-FFF2-40B4-BE49-F238E27FC236}">
                <a16:creationId xmlns:a16="http://schemas.microsoft.com/office/drawing/2014/main" id="{3A9DD023-2AC0-D09F-09C1-1CFD30F569C4}"/>
              </a:ext>
            </a:extLst>
          </p:cNvPr>
          <p:cNvGrpSpPr/>
          <p:nvPr/>
        </p:nvGrpSpPr>
        <p:grpSpPr>
          <a:xfrm>
            <a:off x="347681" y="1057339"/>
            <a:ext cx="481325" cy="621418"/>
            <a:chOff x="347681" y="1057339"/>
            <a:chExt cx="481325" cy="621418"/>
          </a:xfrm>
          <a:solidFill>
            <a:srgbClr val="B9B9B9"/>
          </a:solidFill>
        </p:grpSpPr>
        <p:grpSp>
          <p:nvGrpSpPr>
            <p:cNvPr id="112" name="Gráfico 39">
              <a:extLst>
                <a:ext uri="{FF2B5EF4-FFF2-40B4-BE49-F238E27FC236}">
                  <a16:creationId xmlns:a16="http://schemas.microsoft.com/office/drawing/2014/main" id="{8D2693FC-52D7-847D-4352-CFB91B217EAF}"/>
                </a:ext>
              </a:extLst>
            </p:cNvPr>
            <p:cNvGrpSpPr/>
            <p:nvPr/>
          </p:nvGrpSpPr>
          <p:grpSpPr>
            <a:xfrm>
              <a:off x="492211" y="1384222"/>
              <a:ext cx="33498" cy="51895"/>
              <a:chOff x="492211" y="1384222"/>
              <a:chExt cx="33498" cy="51895"/>
            </a:xfrm>
            <a:solidFill>
              <a:srgbClr val="B9B9B9"/>
            </a:solidFill>
          </p:grpSpPr>
          <p:sp>
            <p:nvSpPr>
              <p:cNvPr id="113" name="Forma libre: forma 112">
                <a:extLst>
                  <a:ext uri="{FF2B5EF4-FFF2-40B4-BE49-F238E27FC236}">
                    <a16:creationId xmlns:a16="http://schemas.microsoft.com/office/drawing/2014/main" id="{FD98E58C-A76F-BEBA-8D0A-C26CC0583B58}"/>
                  </a:ext>
                </a:extLst>
              </p:cNvPr>
              <p:cNvSpPr/>
              <p:nvPr/>
            </p:nvSpPr>
            <p:spPr>
              <a:xfrm>
                <a:off x="492211" y="1428798"/>
                <a:ext cx="6246" cy="7319"/>
              </a:xfrm>
              <a:custGeom>
                <a:avLst/>
                <a:gdLst>
                  <a:gd name="csX0" fmla="*/ 460 w 6246"/>
                  <a:gd name="csY0" fmla="*/ 4088 h 7319"/>
                  <a:gd name="csX1" fmla="*/ 4549 w 6246"/>
                  <a:gd name="csY1" fmla="*/ 0 h 7319"/>
                  <a:gd name="csX2" fmla="*/ 1959 w 6246"/>
                  <a:gd name="csY2" fmla="*/ 7153 h 7319"/>
                  <a:gd name="csX3" fmla="*/ 460 w 6246"/>
                  <a:gd name="csY3" fmla="*/ 4088 h 7319"/>
                </a:gdLst>
                <a:ahLst/>
                <a:cxnLst>
                  <a:cxn ang="0">
                    <a:pos x="csX0" y="csY0"/>
                  </a:cxn>
                  <a:cxn ang="0">
                    <a:pos x="csX1" y="csY1"/>
                  </a:cxn>
                  <a:cxn ang="0">
                    <a:pos x="csX2" y="csY2"/>
                  </a:cxn>
                  <a:cxn ang="0">
                    <a:pos x="csX3" y="csY3"/>
                  </a:cxn>
                </a:cxnLst>
                <a:rect l="l" t="t" r="r" b="b"/>
                <a:pathLst>
                  <a:path w="6246" h="7319">
                    <a:moveTo>
                      <a:pt x="460" y="4088"/>
                    </a:moveTo>
                    <a:cubicBezTo>
                      <a:pt x="1323" y="1840"/>
                      <a:pt x="3163" y="0"/>
                      <a:pt x="4549" y="0"/>
                    </a:cubicBezTo>
                    <a:cubicBezTo>
                      <a:pt x="7942" y="0"/>
                      <a:pt x="5818" y="5867"/>
                      <a:pt x="1959" y="7153"/>
                    </a:cubicBezTo>
                    <a:cubicBezTo>
                      <a:pt x="72" y="7782"/>
                      <a:pt x="-505" y="6602"/>
                      <a:pt x="460" y="4088"/>
                    </a:cubicBezTo>
                    <a:close/>
                  </a:path>
                </a:pathLst>
              </a:custGeom>
              <a:solidFill>
                <a:srgbClr val="B9B9B9"/>
              </a:solidFill>
              <a:ln w="5163" cap="flat">
                <a:noFill/>
                <a:prstDash val="solid"/>
                <a:miter/>
              </a:ln>
            </p:spPr>
            <p:txBody>
              <a:bodyPr/>
              <a:lstStyle/>
              <a:p>
                <a:endParaRPr lang="es-419" noProof="0" dirty="0"/>
              </a:p>
            </p:txBody>
          </p:sp>
          <p:sp>
            <p:nvSpPr>
              <p:cNvPr id="114" name="Forma libre: forma 113">
                <a:extLst>
                  <a:ext uri="{FF2B5EF4-FFF2-40B4-BE49-F238E27FC236}">
                    <a16:creationId xmlns:a16="http://schemas.microsoft.com/office/drawing/2014/main" id="{005021E0-406C-DBAE-ED34-EC1F702272B0}"/>
                  </a:ext>
                </a:extLst>
              </p:cNvPr>
              <p:cNvSpPr/>
              <p:nvPr/>
            </p:nvSpPr>
            <p:spPr>
              <a:xfrm>
                <a:off x="495379" y="1384222"/>
                <a:ext cx="30331" cy="44105"/>
              </a:xfrm>
              <a:custGeom>
                <a:avLst/>
                <a:gdLst>
                  <a:gd name="csX0" fmla="*/ 10578 w 30331"/>
                  <a:gd name="csY0" fmla="*/ 40845 h 44105"/>
                  <a:gd name="csX1" fmla="*/ 3426 w 30331"/>
                  <a:gd name="csY1" fmla="*/ 27268 h 44105"/>
                  <a:gd name="csX2" fmla="*/ 8634 w 30331"/>
                  <a:gd name="csY2" fmla="*/ 13316 h 44105"/>
                  <a:gd name="csX3" fmla="*/ 25629 w 30331"/>
                  <a:gd name="csY3" fmla="*/ 1695 h 44105"/>
                  <a:gd name="csX4" fmla="*/ 27283 w 30331"/>
                  <a:gd name="csY4" fmla="*/ 34769 h 44105"/>
                  <a:gd name="csX5" fmla="*/ 10578 w 30331"/>
                  <a:gd name="csY5" fmla="*/ 40845 h 44105"/>
                </a:gdLst>
                <a:ahLst/>
                <a:cxnLst>
                  <a:cxn ang="0">
                    <a:pos x="csX0" y="csY0"/>
                  </a:cxn>
                  <a:cxn ang="0">
                    <a:pos x="csX1" y="csY1"/>
                  </a:cxn>
                  <a:cxn ang="0">
                    <a:pos x="csX2" y="csY2"/>
                  </a:cxn>
                  <a:cxn ang="0">
                    <a:pos x="csX3" y="csY3"/>
                  </a:cxn>
                  <a:cxn ang="0">
                    <a:pos x="csX4" y="csY4"/>
                  </a:cxn>
                  <a:cxn ang="0">
                    <a:pos x="csX5" y="csY5"/>
                  </a:cxn>
                </a:cxnLst>
                <a:rect l="l" t="t" r="r" b="b"/>
                <a:pathLst>
                  <a:path w="30331" h="44105">
                    <a:moveTo>
                      <a:pt x="10578" y="40845"/>
                    </a:moveTo>
                    <a:cubicBezTo>
                      <a:pt x="-1917" y="34327"/>
                      <a:pt x="-2001" y="34167"/>
                      <a:pt x="3426" y="27268"/>
                    </a:cubicBezTo>
                    <a:cubicBezTo>
                      <a:pt x="6291" y="23626"/>
                      <a:pt x="8634" y="17348"/>
                      <a:pt x="8634" y="13316"/>
                    </a:cubicBezTo>
                    <a:cubicBezTo>
                      <a:pt x="8634" y="4586"/>
                      <a:pt x="20679" y="-3650"/>
                      <a:pt x="25629" y="1695"/>
                    </a:cubicBezTo>
                    <a:cubicBezTo>
                      <a:pt x="31123" y="7627"/>
                      <a:pt x="31970" y="24580"/>
                      <a:pt x="27283" y="34769"/>
                    </a:cubicBezTo>
                    <a:cubicBezTo>
                      <a:pt x="22315" y="45567"/>
                      <a:pt x="20734" y="46142"/>
                      <a:pt x="10578" y="40845"/>
                    </a:cubicBezTo>
                    <a:close/>
                  </a:path>
                </a:pathLst>
              </a:custGeom>
              <a:solidFill>
                <a:srgbClr val="B9B9B9"/>
              </a:solidFill>
              <a:ln w="5163" cap="flat">
                <a:noFill/>
                <a:prstDash val="solid"/>
                <a:miter/>
              </a:ln>
            </p:spPr>
            <p:txBody>
              <a:bodyPr/>
              <a:lstStyle/>
              <a:p>
                <a:endParaRPr lang="es-419" noProof="0" dirty="0"/>
              </a:p>
            </p:txBody>
          </p:sp>
        </p:grpSp>
        <p:grpSp>
          <p:nvGrpSpPr>
            <p:cNvPr id="115" name="Gráfico 39">
              <a:extLst>
                <a:ext uri="{FF2B5EF4-FFF2-40B4-BE49-F238E27FC236}">
                  <a16:creationId xmlns:a16="http://schemas.microsoft.com/office/drawing/2014/main" id="{C64AC4FD-6E53-AB9E-3CEE-2C575A45BB0B}"/>
                </a:ext>
              </a:extLst>
            </p:cNvPr>
            <p:cNvGrpSpPr/>
            <p:nvPr/>
          </p:nvGrpSpPr>
          <p:grpSpPr>
            <a:xfrm>
              <a:off x="347681" y="1057339"/>
              <a:ext cx="481325" cy="621418"/>
              <a:chOff x="347681" y="1057339"/>
              <a:chExt cx="481325" cy="621418"/>
            </a:xfrm>
            <a:solidFill>
              <a:srgbClr val="B9B9B9"/>
            </a:solidFill>
          </p:grpSpPr>
          <p:sp>
            <p:nvSpPr>
              <p:cNvPr id="116" name="Forma libre: forma 115">
                <a:extLst>
                  <a:ext uri="{FF2B5EF4-FFF2-40B4-BE49-F238E27FC236}">
                    <a16:creationId xmlns:a16="http://schemas.microsoft.com/office/drawing/2014/main" id="{7EBEF0DF-FA36-DF7D-A0A2-301E0D894486}"/>
                  </a:ext>
                </a:extLst>
              </p:cNvPr>
              <p:cNvSpPr/>
              <p:nvPr/>
            </p:nvSpPr>
            <p:spPr>
              <a:xfrm>
                <a:off x="347681" y="1057339"/>
                <a:ext cx="481325" cy="621418"/>
              </a:xfrm>
              <a:custGeom>
                <a:avLst/>
                <a:gdLst>
                  <a:gd name="csX0" fmla="*/ 392709 w 481325"/>
                  <a:gd name="csY0" fmla="*/ 609477 h 621418"/>
                  <a:gd name="csX1" fmla="*/ 388957 w 481325"/>
                  <a:gd name="csY1" fmla="*/ 594848 h 621418"/>
                  <a:gd name="csX2" fmla="*/ 382520 w 481325"/>
                  <a:gd name="csY2" fmla="*/ 582680 h 621418"/>
                  <a:gd name="csX3" fmla="*/ 381003 w 481325"/>
                  <a:gd name="csY3" fmla="*/ 575394 h 621418"/>
                  <a:gd name="csX4" fmla="*/ 376772 w 481325"/>
                  <a:gd name="csY4" fmla="*/ 573517 h 621418"/>
                  <a:gd name="csX5" fmla="*/ 372471 w 481325"/>
                  <a:gd name="csY5" fmla="*/ 575078 h 621418"/>
                  <a:gd name="csX6" fmla="*/ 371638 w 481325"/>
                  <a:gd name="csY6" fmla="*/ 577600 h 621418"/>
                  <a:gd name="csX7" fmla="*/ 373727 w 481325"/>
                  <a:gd name="csY7" fmla="*/ 583138 h 621418"/>
                  <a:gd name="csX8" fmla="*/ 369193 w 481325"/>
                  <a:gd name="csY8" fmla="*/ 580381 h 621418"/>
                  <a:gd name="csX9" fmla="*/ 364289 w 481325"/>
                  <a:gd name="csY9" fmla="*/ 578851 h 621418"/>
                  <a:gd name="csX10" fmla="*/ 358202 w 481325"/>
                  <a:gd name="csY10" fmla="*/ 578294 h 621418"/>
                  <a:gd name="csX11" fmla="*/ 344811 w 481325"/>
                  <a:gd name="csY11" fmla="*/ 546998 h 621418"/>
                  <a:gd name="csX12" fmla="*/ 347360 w 481325"/>
                  <a:gd name="csY12" fmla="*/ 544424 h 621418"/>
                  <a:gd name="csX13" fmla="*/ 329284 w 481325"/>
                  <a:gd name="csY13" fmla="*/ 536840 h 621418"/>
                  <a:gd name="csX14" fmla="*/ 312504 w 481325"/>
                  <a:gd name="csY14" fmla="*/ 531378 h 621418"/>
                  <a:gd name="csX15" fmla="*/ 299274 w 481325"/>
                  <a:gd name="csY15" fmla="*/ 523870 h 621418"/>
                  <a:gd name="csX16" fmla="*/ 298267 w 481325"/>
                  <a:gd name="csY16" fmla="*/ 519838 h 621418"/>
                  <a:gd name="csX17" fmla="*/ 294146 w 481325"/>
                  <a:gd name="csY17" fmla="*/ 506308 h 621418"/>
                  <a:gd name="csX18" fmla="*/ 290635 w 481325"/>
                  <a:gd name="csY18" fmla="*/ 495822 h 621418"/>
                  <a:gd name="csX19" fmla="*/ 290295 w 481325"/>
                  <a:gd name="csY19" fmla="*/ 485043 h 621418"/>
                  <a:gd name="csX20" fmla="*/ 292460 w 481325"/>
                  <a:gd name="csY20" fmla="*/ 479235 h 621418"/>
                  <a:gd name="csX21" fmla="*/ 293954 w 481325"/>
                  <a:gd name="csY21" fmla="*/ 469554 h 621418"/>
                  <a:gd name="csX22" fmla="*/ 288754 w 481325"/>
                  <a:gd name="csY22" fmla="*/ 460702 h 621418"/>
                  <a:gd name="csX23" fmla="*/ 283583 w 481325"/>
                  <a:gd name="csY23" fmla="*/ 460065 h 621418"/>
                  <a:gd name="csX24" fmla="*/ 278874 w 481325"/>
                  <a:gd name="csY24" fmla="*/ 460231 h 621418"/>
                  <a:gd name="csX25" fmla="*/ 272498 w 481325"/>
                  <a:gd name="csY25" fmla="*/ 449744 h 621418"/>
                  <a:gd name="csX26" fmla="*/ 269740 w 481325"/>
                  <a:gd name="csY26" fmla="*/ 445139 h 621418"/>
                  <a:gd name="csX27" fmla="*/ 268211 w 481325"/>
                  <a:gd name="csY27" fmla="*/ 450043 h 621418"/>
                  <a:gd name="csX28" fmla="*/ 267044 w 481325"/>
                  <a:gd name="csY28" fmla="*/ 456881 h 621418"/>
                  <a:gd name="csX29" fmla="*/ 259538 w 481325"/>
                  <a:gd name="csY29" fmla="*/ 454425 h 621418"/>
                  <a:gd name="csX30" fmla="*/ 254428 w 481325"/>
                  <a:gd name="csY30" fmla="*/ 444654 h 621418"/>
                  <a:gd name="csX31" fmla="*/ 249421 w 481325"/>
                  <a:gd name="csY31" fmla="*/ 443656 h 621418"/>
                  <a:gd name="csX32" fmla="*/ 238700 w 481325"/>
                  <a:gd name="csY32" fmla="*/ 428558 h 621418"/>
                  <a:gd name="csX33" fmla="*/ 224166 w 481325"/>
                  <a:gd name="csY33" fmla="*/ 409935 h 621418"/>
                  <a:gd name="csX34" fmla="*/ 213124 w 481325"/>
                  <a:gd name="csY34" fmla="*/ 401065 h 621418"/>
                  <a:gd name="csX35" fmla="*/ 206671 w 481325"/>
                  <a:gd name="csY35" fmla="*/ 388468 h 621418"/>
                  <a:gd name="csX36" fmla="*/ 204242 w 481325"/>
                  <a:gd name="csY36" fmla="*/ 374041 h 621418"/>
                  <a:gd name="csX37" fmla="*/ 206562 w 481325"/>
                  <a:gd name="csY37" fmla="*/ 371283 h 621418"/>
                  <a:gd name="csX38" fmla="*/ 201394 w 481325"/>
                  <a:gd name="csY38" fmla="*/ 369855 h 621418"/>
                  <a:gd name="csX39" fmla="*/ 181743 w 481325"/>
                  <a:gd name="csY39" fmla="*/ 350072 h 621418"/>
                  <a:gd name="csX40" fmla="*/ 180840 w 481325"/>
                  <a:gd name="csY40" fmla="*/ 340015 h 621418"/>
                  <a:gd name="csX41" fmla="*/ 168342 w 481325"/>
                  <a:gd name="csY41" fmla="*/ 316750 h 621418"/>
                  <a:gd name="csX42" fmla="*/ 162786 w 481325"/>
                  <a:gd name="csY42" fmla="*/ 304341 h 621418"/>
                  <a:gd name="csX43" fmla="*/ 153959 w 481325"/>
                  <a:gd name="csY43" fmla="*/ 280463 h 621418"/>
                  <a:gd name="csX44" fmla="*/ 143231 w 481325"/>
                  <a:gd name="csY44" fmla="*/ 268201 h 621418"/>
                  <a:gd name="csX45" fmla="*/ 141096 w 481325"/>
                  <a:gd name="csY45" fmla="*/ 246493 h 621418"/>
                  <a:gd name="csX46" fmla="*/ 133510 w 481325"/>
                  <a:gd name="csY46" fmla="*/ 215932 h 621418"/>
                  <a:gd name="csX47" fmla="*/ 125786 w 481325"/>
                  <a:gd name="csY47" fmla="*/ 201792 h 621418"/>
                  <a:gd name="csX48" fmla="*/ 113580 w 481325"/>
                  <a:gd name="csY48" fmla="*/ 175023 h 621418"/>
                  <a:gd name="csX49" fmla="*/ 104703 w 481325"/>
                  <a:gd name="csY49" fmla="*/ 151035 h 621418"/>
                  <a:gd name="csX50" fmla="*/ 100240 w 481325"/>
                  <a:gd name="csY50" fmla="*/ 135893 h 621418"/>
                  <a:gd name="csX51" fmla="*/ 100240 w 481325"/>
                  <a:gd name="csY51" fmla="*/ 128463 h 621418"/>
                  <a:gd name="csX52" fmla="*/ 99247 w 481325"/>
                  <a:gd name="csY52" fmla="*/ 115142 h 621418"/>
                  <a:gd name="csX53" fmla="*/ 93791 w 481325"/>
                  <a:gd name="csY53" fmla="*/ 109442 h 621418"/>
                  <a:gd name="csX54" fmla="*/ 95549 w 481325"/>
                  <a:gd name="csY54" fmla="*/ 115250 h 621418"/>
                  <a:gd name="csX55" fmla="*/ 90800 w 481325"/>
                  <a:gd name="csY55" fmla="*/ 117023 h 621418"/>
                  <a:gd name="csX56" fmla="*/ 87172 w 481325"/>
                  <a:gd name="csY56" fmla="*/ 114272 h 621418"/>
                  <a:gd name="csX57" fmla="*/ 67148 w 481325"/>
                  <a:gd name="csY57" fmla="*/ 111209 h 621418"/>
                  <a:gd name="csX58" fmla="*/ 49971 w 481325"/>
                  <a:gd name="csY58" fmla="*/ 100232 h 621418"/>
                  <a:gd name="csX59" fmla="*/ 44090 w 481325"/>
                  <a:gd name="csY59" fmla="*/ 90574 h 621418"/>
                  <a:gd name="csX60" fmla="*/ 35863 w 481325"/>
                  <a:gd name="csY60" fmla="*/ 83433 h 621418"/>
                  <a:gd name="csX61" fmla="*/ 32588 w 481325"/>
                  <a:gd name="csY61" fmla="*/ 82069 h 621418"/>
                  <a:gd name="csX62" fmla="*/ 11771 w 481325"/>
                  <a:gd name="csY62" fmla="*/ 68233 h 621418"/>
                  <a:gd name="csX63" fmla="*/ 5348 w 481325"/>
                  <a:gd name="csY63" fmla="*/ 59589 h 621418"/>
                  <a:gd name="csX64" fmla="*/ 1583 w 481325"/>
                  <a:gd name="csY64" fmla="*/ 46912 h 621418"/>
                  <a:gd name="csX65" fmla="*/ 325 w 481325"/>
                  <a:gd name="csY65" fmla="*/ 17525 h 621418"/>
                  <a:gd name="csX66" fmla="*/ 4538 w 481325"/>
                  <a:gd name="csY66" fmla="*/ 6689 h 621418"/>
                  <a:gd name="csX67" fmla="*/ 10480 w 481325"/>
                  <a:gd name="csY67" fmla="*/ 0 h 621418"/>
                  <a:gd name="csX68" fmla="*/ 53074 w 481325"/>
                  <a:gd name="csY68" fmla="*/ 22147 h 621418"/>
                  <a:gd name="csX69" fmla="*/ 133099 w 481325"/>
                  <a:gd name="csY69" fmla="*/ 64285 h 621418"/>
                  <a:gd name="csX70" fmla="*/ 308638 w 481325"/>
                  <a:gd name="csY70" fmla="*/ 150152 h 621418"/>
                  <a:gd name="csX71" fmla="*/ 460324 w 481325"/>
                  <a:gd name="csY71" fmla="*/ 163865 h 621418"/>
                  <a:gd name="csX72" fmla="*/ 466125 w 481325"/>
                  <a:gd name="csY72" fmla="*/ 170071 h 621418"/>
                  <a:gd name="csX73" fmla="*/ 465714 w 481325"/>
                  <a:gd name="csY73" fmla="*/ 176317 h 621418"/>
                  <a:gd name="csX74" fmla="*/ 471176 w 481325"/>
                  <a:gd name="csY74" fmla="*/ 205515 h 621418"/>
                  <a:gd name="csX75" fmla="*/ 478356 w 481325"/>
                  <a:gd name="csY75" fmla="*/ 244968 h 621418"/>
                  <a:gd name="csX76" fmla="*/ 480666 w 481325"/>
                  <a:gd name="csY76" fmla="*/ 291434 h 621418"/>
                  <a:gd name="csX77" fmla="*/ 471606 w 481325"/>
                  <a:gd name="csY77" fmla="*/ 339879 h 621418"/>
                  <a:gd name="csX78" fmla="*/ 467718 w 481325"/>
                  <a:gd name="csY78" fmla="*/ 346935 h 621418"/>
                  <a:gd name="csX79" fmla="*/ 468256 w 481325"/>
                  <a:gd name="csY79" fmla="*/ 419216 h 621418"/>
                  <a:gd name="csX80" fmla="*/ 469120 w 481325"/>
                  <a:gd name="csY80" fmla="*/ 434705 h 621418"/>
                  <a:gd name="csX81" fmla="*/ 451760 w 481325"/>
                  <a:gd name="csY81" fmla="*/ 439004 h 621418"/>
                  <a:gd name="csX82" fmla="*/ 430017 w 481325"/>
                  <a:gd name="csY82" fmla="*/ 458164 h 621418"/>
                  <a:gd name="csX83" fmla="*/ 441207 w 481325"/>
                  <a:gd name="csY83" fmla="*/ 484914 h 621418"/>
                  <a:gd name="csX84" fmla="*/ 455538 w 481325"/>
                  <a:gd name="csY84" fmla="*/ 533438 h 621418"/>
                  <a:gd name="csX85" fmla="*/ 463393 w 481325"/>
                  <a:gd name="csY85" fmla="*/ 557324 h 621418"/>
                  <a:gd name="csX86" fmla="*/ 466107 w 481325"/>
                  <a:gd name="csY86" fmla="*/ 564704 h 621418"/>
                  <a:gd name="csX87" fmla="*/ 427332 w 481325"/>
                  <a:gd name="csY87" fmla="*/ 607875 h 621418"/>
                  <a:gd name="csX88" fmla="*/ 408378 w 481325"/>
                  <a:gd name="csY88" fmla="*/ 619278 h 621418"/>
                  <a:gd name="csX89" fmla="*/ 406733 w 481325"/>
                  <a:gd name="csY89" fmla="*/ 612610 h 621418"/>
                  <a:gd name="csX90" fmla="*/ 398989 w 481325"/>
                  <a:gd name="csY90" fmla="*/ 614115 h 621418"/>
                  <a:gd name="csX91" fmla="*/ 394277 w 481325"/>
                  <a:gd name="csY91" fmla="*/ 621279 h 621418"/>
                  <a:gd name="csX92" fmla="*/ 392709 w 481325"/>
                  <a:gd name="csY92" fmla="*/ 609477 h 62141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Lst>
                <a:rect l="l" t="t" r="r" b="b"/>
                <a:pathLst>
                  <a:path w="481325" h="621418">
                    <a:moveTo>
                      <a:pt x="392709" y="609477"/>
                    </a:moveTo>
                    <a:cubicBezTo>
                      <a:pt x="394253" y="597840"/>
                      <a:pt x="393887" y="596413"/>
                      <a:pt x="388957" y="594848"/>
                    </a:cubicBezTo>
                    <a:cubicBezTo>
                      <a:pt x="381454" y="592467"/>
                      <a:pt x="376874" y="583809"/>
                      <a:pt x="382520" y="582680"/>
                    </a:cubicBezTo>
                    <a:cubicBezTo>
                      <a:pt x="386074" y="581969"/>
                      <a:pt x="385853" y="580904"/>
                      <a:pt x="381003" y="575394"/>
                    </a:cubicBezTo>
                    <a:cubicBezTo>
                      <a:pt x="377016" y="570863"/>
                      <a:pt x="375755" y="570304"/>
                      <a:pt x="376772" y="573517"/>
                    </a:cubicBezTo>
                    <a:cubicBezTo>
                      <a:pt x="378038" y="577517"/>
                      <a:pt x="377495" y="577714"/>
                      <a:pt x="372471" y="575078"/>
                    </a:cubicBezTo>
                    <a:cubicBezTo>
                      <a:pt x="366755" y="572079"/>
                      <a:pt x="366750" y="572094"/>
                      <a:pt x="371638" y="577600"/>
                    </a:cubicBezTo>
                    <a:cubicBezTo>
                      <a:pt x="374343" y="580646"/>
                      <a:pt x="375283" y="583138"/>
                      <a:pt x="373727" y="583138"/>
                    </a:cubicBezTo>
                    <a:cubicBezTo>
                      <a:pt x="372171" y="583138"/>
                      <a:pt x="370131" y="581897"/>
                      <a:pt x="369193" y="580381"/>
                    </a:cubicBezTo>
                    <a:cubicBezTo>
                      <a:pt x="368256" y="578864"/>
                      <a:pt x="366049" y="578176"/>
                      <a:pt x="364289" y="578851"/>
                    </a:cubicBezTo>
                    <a:cubicBezTo>
                      <a:pt x="362530" y="579526"/>
                      <a:pt x="359790" y="579276"/>
                      <a:pt x="358202" y="578294"/>
                    </a:cubicBezTo>
                    <a:cubicBezTo>
                      <a:pt x="354056" y="575732"/>
                      <a:pt x="341762" y="546998"/>
                      <a:pt x="344811" y="546998"/>
                    </a:cubicBezTo>
                    <a:cubicBezTo>
                      <a:pt x="346213" y="546998"/>
                      <a:pt x="347360" y="545839"/>
                      <a:pt x="347360" y="544424"/>
                    </a:cubicBezTo>
                    <a:cubicBezTo>
                      <a:pt x="347360" y="541126"/>
                      <a:pt x="331006" y="534265"/>
                      <a:pt x="329284" y="536840"/>
                    </a:cubicBezTo>
                    <a:cubicBezTo>
                      <a:pt x="328570" y="537907"/>
                      <a:pt x="321020" y="535449"/>
                      <a:pt x="312504" y="531378"/>
                    </a:cubicBezTo>
                    <a:cubicBezTo>
                      <a:pt x="303989" y="527306"/>
                      <a:pt x="298035" y="523928"/>
                      <a:pt x="299274" y="523870"/>
                    </a:cubicBezTo>
                    <a:cubicBezTo>
                      <a:pt x="300512" y="523812"/>
                      <a:pt x="300059" y="521998"/>
                      <a:pt x="298267" y="519838"/>
                    </a:cubicBezTo>
                    <a:cubicBezTo>
                      <a:pt x="296474" y="517678"/>
                      <a:pt x="294620" y="511589"/>
                      <a:pt x="294146" y="506308"/>
                    </a:cubicBezTo>
                    <a:cubicBezTo>
                      <a:pt x="293672" y="501026"/>
                      <a:pt x="292092" y="496307"/>
                      <a:pt x="290635" y="495822"/>
                    </a:cubicBezTo>
                    <a:cubicBezTo>
                      <a:pt x="287387" y="494739"/>
                      <a:pt x="287081" y="485043"/>
                      <a:pt x="290295" y="485043"/>
                    </a:cubicBezTo>
                    <a:cubicBezTo>
                      <a:pt x="291564" y="485043"/>
                      <a:pt x="292539" y="482429"/>
                      <a:pt x="292460" y="479235"/>
                    </a:cubicBezTo>
                    <a:cubicBezTo>
                      <a:pt x="292381" y="476040"/>
                      <a:pt x="293054" y="471684"/>
                      <a:pt x="293954" y="469554"/>
                    </a:cubicBezTo>
                    <a:cubicBezTo>
                      <a:pt x="294994" y="467095"/>
                      <a:pt x="293096" y="463864"/>
                      <a:pt x="288754" y="460702"/>
                    </a:cubicBezTo>
                    <a:cubicBezTo>
                      <a:pt x="282831" y="456387"/>
                      <a:pt x="282139" y="456302"/>
                      <a:pt x="283583" y="460065"/>
                    </a:cubicBezTo>
                    <a:cubicBezTo>
                      <a:pt x="285131" y="464099"/>
                      <a:pt x="284795" y="464110"/>
                      <a:pt x="278874" y="460231"/>
                    </a:cubicBezTo>
                    <a:cubicBezTo>
                      <a:pt x="274972" y="457675"/>
                      <a:pt x="272498" y="453605"/>
                      <a:pt x="272498" y="449744"/>
                    </a:cubicBezTo>
                    <a:cubicBezTo>
                      <a:pt x="272498" y="445927"/>
                      <a:pt x="271409" y="444108"/>
                      <a:pt x="269740" y="445139"/>
                    </a:cubicBezTo>
                    <a:cubicBezTo>
                      <a:pt x="268224" y="446077"/>
                      <a:pt x="267535" y="448283"/>
                      <a:pt x="268211" y="450043"/>
                    </a:cubicBezTo>
                    <a:cubicBezTo>
                      <a:pt x="268886" y="451803"/>
                      <a:pt x="268361" y="454880"/>
                      <a:pt x="267044" y="456881"/>
                    </a:cubicBezTo>
                    <a:cubicBezTo>
                      <a:pt x="265087" y="459853"/>
                      <a:pt x="263712" y="459403"/>
                      <a:pt x="259538" y="454425"/>
                    </a:cubicBezTo>
                    <a:cubicBezTo>
                      <a:pt x="256727" y="451073"/>
                      <a:pt x="254428" y="446676"/>
                      <a:pt x="254428" y="444654"/>
                    </a:cubicBezTo>
                    <a:cubicBezTo>
                      <a:pt x="254428" y="441815"/>
                      <a:pt x="253286" y="441587"/>
                      <a:pt x="249421" y="443656"/>
                    </a:cubicBezTo>
                    <a:cubicBezTo>
                      <a:pt x="243479" y="446836"/>
                      <a:pt x="243193" y="446433"/>
                      <a:pt x="238700" y="428558"/>
                    </a:cubicBezTo>
                    <a:cubicBezTo>
                      <a:pt x="235500" y="415829"/>
                      <a:pt x="234285" y="414272"/>
                      <a:pt x="224166" y="409935"/>
                    </a:cubicBezTo>
                    <a:cubicBezTo>
                      <a:pt x="217728" y="407175"/>
                      <a:pt x="213124" y="403477"/>
                      <a:pt x="213124" y="401065"/>
                    </a:cubicBezTo>
                    <a:cubicBezTo>
                      <a:pt x="213124" y="398790"/>
                      <a:pt x="210220" y="393122"/>
                      <a:pt x="206671" y="388468"/>
                    </a:cubicBezTo>
                    <a:cubicBezTo>
                      <a:pt x="199265" y="378758"/>
                      <a:pt x="198471" y="374041"/>
                      <a:pt x="204242" y="374041"/>
                    </a:cubicBezTo>
                    <a:cubicBezTo>
                      <a:pt x="206455" y="374041"/>
                      <a:pt x="207499" y="372800"/>
                      <a:pt x="206562" y="371283"/>
                    </a:cubicBezTo>
                    <a:cubicBezTo>
                      <a:pt x="205625" y="369767"/>
                      <a:pt x="203299" y="369124"/>
                      <a:pt x="201394" y="369855"/>
                    </a:cubicBezTo>
                    <a:cubicBezTo>
                      <a:pt x="197850" y="371215"/>
                      <a:pt x="182472" y="355734"/>
                      <a:pt x="181743" y="350072"/>
                    </a:cubicBezTo>
                    <a:cubicBezTo>
                      <a:pt x="181521" y="348347"/>
                      <a:pt x="181114" y="343821"/>
                      <a:pt x="180840" y="340015"/>
                    </a:cubicBezTo>
                    <a:cubicBezTo>
                      <a:pt x="179988" y="328208"/>
                      <a:pt x="174287" y="317597"/>
                      <a:pt x="168342" y="316750"/>
                    </a:cubicBezTo>
                    <a:cubicBezTo>
                      <a:pt x="163596" y="316073"/>
                      <a:pt x="162786" y="314266"/>
                      <a:pt x="162786" y="304341"/>
                    </a:cubicBezTo>
                    <a:cubicBezTo>
                      <a:pt x="162786" y="295229"/>
                      <a:pt x="160883" y="290082"/>
                      <a:pt x="153959" y="280463"/>
                    </a:cubicBezTo>
                    <a:cubicBezTo>
                      <a:pt x="149104" y="273719"/>
                      <a:pt x="144276" y="268201"/>
                      <a:pt x="143231" y="268201"/>
                    </a:cubicBezTo>
                    <a:cubicBezTo>
                      <a:pt x="142186" y="268201"/>
                      <a:pt x="141225" y="258432"/>
                      <a:pt x="141096" y="246493"/>
                    </a:cubicBezTo>
                    <a:cubicBezTo>
                      <a:pt x="140831" y="221943"/>
                      <a:pt x="139743" y="217562"/>
                      <a:pt x="133510" y="215932"/>
                    </a:cubicBezTo>
                    <a:cubicBezTo>
                      <a:pt x="130755" y="215211"/>
                      <a:pt x="127873" y="209936"/>
                      <a:pt x="125786" y="201792"/>
                    </a:cubicBezTo>
                    <a:cubicBezTo>
                      <a:pt x="123955" y="194647"/>
                      <a:pt x="118462" y="182601"/>
                      <a:pt x="113580" y="175023"/>
                    </a:cubicBezTo>
                    <a:cubicBezTo>
                      <a:pt x="107284" y="165251"/>
                      <a:pt x="104703" y="158277"/>
                      <a:pt x="104703" y="151035"/>
                    </a:cubicBezTo>
                    <a:cubicBezTo>
                      <a:pt x="104703" y="144982"/>
                      <a:pt x="102887" y="138818"/>
                      <a:pt x="100240" y="135893"/>
                    </a:cubicBezTo>
                    <a:cubicBezTo>
                      <a:pt x="96009" y="131218"/>
                      <a:pt x="96009" y="130831"/>
                      <a:pt x="100240" y="128463"/>
                    </a:cubicBezTo>
                    <a:cubicBezTo>
                      <a:pt x="106103" y="125181"/>
                      <a:pt x="105871" y="122062"/>
                      <a:pt x="99247" y="115142"/>
                    </a:cubicBezTo>
                    <a:lnTo>
                      <a:pt x="93791" y="109442"/>
                    </a:lnTo>
                    <a:lnTo>
                      <a:pt x="95549" y="115250"/>
                    </a:lnTo>
                    <a:cubicBezTo>
                      <a:pt x="97517" y="121752"/>
                      <a:pt x="93229" y="123352"/>
                      <a:pt x="90800" y="117023"/>
                    </a:cubicBezTo>
                    <a:cubicBezTo>
                      <a:pt x="89948" y="114803"/>
                      <a:pt x="88316" y="113565"/>
                      <a:pt x="87172" y="114272"/>
                    </a:cubicBezTo>
                    <a:cubicBezTo>
                      <a:pt x="86029" y="114978"/>
                      <a:pt x="77018" y="113600"/>
                      <a:pt x="67148" y="111209"/>
                    </a:cubicBezTo>
                    <a:cubicBezTo>
                      <a:pt x="50330" y="107134"/>
                      <a:pt x="49251" y="106444"/>
                      <a:pt x="49971" y="100232"/>
                    </a:cubicBezTo>
                    <a:cubicBezTo>
                      <a:pt x="50552" y="95214"/>
                      <a:pt x="49124" y="92867"/>
                      <a:pt x="44090" y="90574"/>
                    </a:cubicBezTo>
                    <a:cubicBezTo>
                      <a:pt x="40433" y="88908"/>
                      <a:pt x="36731" y="85694"/>
                      <a:pt x="35863" y="83433"/>
                    </a:cubicBezTo>
                    <a:cubicBezTo>
                      <a:pt x="34873" y="80853"/>
                      <a:pt x="33654" y="80345"/>
                      <a:pt x="32588" y="82069"/>
                    </a:cubicBezTo>
                    <a:cubicBezTo>
                      <a:pt x="30403" y="85606"/>
                      <a:pt x="11771" y="73222"/>
                      <a:pt x="11771" y="68233"/>
                    </a:cubicBezTo>
                    <a:cubicBezTo>
                      <a:pt x="11771" y="66258"/>
                      <a:pt x="8881" y="62368"/>
                      <a:pt x="5348" y="59589"/>
                    </a:cubicBezTo>
                    <a:cubicBezTo>
                      <a:pt x="-304" y="55143"/>
                      <a:pt x="-756" y="53621"/>
                      <a:pt x="1583" y="46912"/>
                    </a:cubicBezTo>
                    <a:cubicBezTo>
                      <a:pt x="4225" y="39332"/>
                      <a:pt x="3631" y="25451"/>
                      <a:pt x="325" y="17525"/>
                    </a:cubicBezTo>
                    <a:cubicBezTo>
                      <a:pt x="-744" y="14961"/>
                      <a:pt x="864" y="10824"/>
                      <a:pt x="4538" y="6689"/>
                    </a:cubicBezTo>
                    <a:lnTo>
                      <a:pt x="10480" y="0"/>
                    </a:lnTo>
                    <a:lnTo>
                      <a:pt x="53074" y="22147"/>
                    </a:lnTo>
                    <a:cubicBezTo>
                      <a:pt x="76501" y="34328"/>
                      <a:pt x="112512" y="53290"/>
                      <a:pt x="133099" y="64285"/>
                    </a:cubicBezTo>
                    <a:cubicBezTo>
                      <a:pt x="293633" y="150024"/>
                      <a:pt x="290844" y="148660"/>
                      <a:pt x="308638" y="150152"/>
                    </a:cubicBezTo>
                    <a:cubicBezTo>
                      <a:pt x="379829" y="156121"/>
                      <a:pt x="453326" y="162765"/>
                      <a:pt x="460324" y="163865"/>
                    </a:cubicBezTo>
                    <a:cubicBezTo>
                      <a:pt x="467642" y="165014"/>
                      <a:pt x="468398" y="165824"/>
                      <a:pt x="466125" y="170071"/>
                    </a:cubicBezTo>
                    <a:cubicBezTo>
                      <a:pt x="464688" y="172758"/>
                      <a:pt x="464502" y="175568"/>
                      <a:pt x="465714" y="176317"/>
                    </a:cubicBezTo>
                    <a:cubicBezTo>
                      <a:pt x="466925" y="177066"/>
                      <a:pt x="469383" y="190205"/>
                      <a:pt x="471176" y="205515"/>
                    </a:cubicBezTo>
                    <a:cubicBezTo>
                      <a:pt x="472969" y="220825"/>
                      <a:pt x="476200" y="238579"/>
                      <a:pt x="478356" y="244968"/>
                    </a:cubicBezTo>
                    <a:cubicBezTo>
                      <a:pt x="481464" y="254178"/>
                      <a:pt x="481943" y="263804"/>
                      <a:pt x="480666" y="291434"/>
                    </a:cubicBezTo>
                    <a:cubicBezTo>
                      <a:pt x="478736" y="333232"/>
                      <a:pt x="477318" y="340812"/>
                      <a:pt x="471606" y="339879"/>
                    </a:cubicBezTo>
                    <a:cubicBezTo>
                      <a:pt x="468443" y="339362"/>
                      <a:pt x="467477" y="341115"/>
                      <a:pt x="467718" y="346935"/>
                    </a:cubicBezTo>
                    <a:cubicBezTo>
                      <a:pt x="467998" y="353675"/>
                      <a:pt x="468241" y="386395"/>
                      <a:pt x="468256" y="419216"/>
                    </a:cubicBezTo>
                    <a:cubicBezTo>
                      <a:pt x="468259" y="424895"/>
                      <a:pt x="468647" y="431865"/>
                      <a:pt x="469120" y="434705"/>
                    </a:cubicBezTo>
                    <a:cubicBezTo>
                      <a:pt x="469922" y="439526"/>
                      <a:pt x="468775" y="439811"/>
                      <a:pt x="451760" y="439004"/>
                    </a:cubicBezTo>
                    <a:cubicBezTo>
                      <a:pt x="428789" y="437915"/>
                      <a:pt x="426025" y="440351"/>
                      <a:pt x="430017" y="458164"/>
                    </a:cubicBezTo>
                    <a:cubicBezTo>
                      <a:pt x="431548" y="464996"/>
                      <a:pt x="436584" y="477034"/>
                      <a:pt x="441207" y="484914"/>
                    </a:cubicBezTo>
                    <a:cubicBezTo>
                      <a:pt x="456169" y="510414"/>
                      <a:pt x="459720" y="522439"/>
                      <a:pt x="455538" y="533438"/>
                    </a:cubicBezTo>
                    <a:cubicBezTo>
                      <a:pt x="452990" y="540141"/>
                      <a:pt x="458641" y="557324"/>
                      <a:pt x="463393" y="557324"/>
                    </a:cubicBezTo>
                    <a:cubicBezTo>
                      <a:pt x="464886" y="557324"/>
                      <a:pt x="466107" y="560645"/>
                      <a:pt x="466107" y="564704"/>
                    </a:cubicBezTo>
                    <a:cubicBezTo>
                      <a:pt x="466107" y="574709"/>
                      <a:pt x="449340" y="593376"/>
                      <a:pt x="427332" y="607875"/>
                    </a:cubicBezTo>
                    <a:cubicBezTo>
                      <a:pt x="417812" y="614147"/>
                      <a:pt x="409283" y="619278"/>
                      <a:pt x="408378" y="619278"/>
                    </a:cubicBezTo>
                    <a:cubicBezTo>
                      <a:pt x="407473" y="619278"/>
                      <a:pt x="406733" y="616277"/>
                      <a:pt x="406733" y="612610"/>
                    </a:cubicBezTo>
                    <a:cubicBezTo>
                      <a:pt x="406733" y="604379"/>
                      <a:pt x="401025" y="605489"/>
                      <a:pt x="398989" y="614115"/>
                    </a:cubicBezTo>
                    <a:cubicBezTo>
                      <a:pt x="398201" y="617454"/>
                      <a:pt x="396080" y="620678"/>
                      <a:pt x="394277" y="621279"/>
                    </a:cubicBezTo>
                    <a:cubicBezTo>
                      <a:pt x="391773" y="622114"/>
                      <a:pt x="391403" y="619327"/>
                      <a:pt x="392709" y="609477"/>
                    </a:cubicBezTo>
                    <a:close/>
                  </a:path>
                </a:pathLst>
              </a:custGeom>
              <a:solidFill>
                <a:srgbClr val="B9B9B9"/>
              </a:solidFill>
              <a:ln w="5163" cap="flat">
                <a:noFill/>
                <a:prstDash val="solid"/>
                <a:miter/>
              </a:ln>
            </p:spPr>
            <p:txBody>
              <a:bodyPr/>
              <a:lstStyle/>
              <a:p>
                <a:endParaRPr lang="es-419" noProof="0" dirty="0"/>
              </a:p>
            </p:txBody>
          </p:sp>
          <p:sp>
            <p:nvSpPr>
              <p:cNvPr id="117" name="Forma libre: forma 116">
                <a:extLst>
                  <a:ext uri="{FF2B5EF4-FFF2-40B4-BE49-F238E27FC236}">
                    <a16:creationId xmlns:a16="http://schemas.microsoft.com/office/drawing/2014/main" id="{AC39D3A8-8875-44AB-1FAB-9DF694CCFAFA}"/>
                  </a:ext>
                </a:extLst>
              </p:cNvPr>
              <p:cNvSpPr/>
              <p:nvPr/>
            </p:nvSpPr>
            <p:spPr>
              <a:xfrm>
                <a:off x="356836" y="1137381"/>
                <a:ext cx="20516" cy="20135"/>
              </a:xfrm>
              <a:custGeom>
                <a:avLst/>
                <a:gdLst>
                  <a:gd name="csX0" fmla="*/ 3031 w 20516"/>
                  <a:gd name="csY0" fmla="*/ 13790 h 20135"/>
                  <a:gd name="csX1" fmla="*/ 11787 w 20516"/>
                  <a:gd name="csY1" fmla="*/ 6812 h 20135"/>
                  <a:gd name="csX2" fmla="*/ 16388 w 20516"/>
                  <a:gd name="csY2" fmla="*/ 8970 h 20135"/>
                  <a:gd name="csX3" fmla="*/ 17667 w 20516"/>
                  <a:gd name="csY3" fmla="*/ 5896 h 20135"/>
                  <a:gd name="csX4" fmla="*/ 16630 w 20516"/>
                  <a:gd name="csY4" fmla="*/ 16309 h 20135"/>
                  <a:gd name="csX5" fmla="*/ 3031 w 20516"/>
                  <a:gd name="csY5" fmla="*/ 13790 h 20135"/>
                </a:gdLst>
                <a:ahLst/>
                <a:cxnLst>
                  <a:cxn ang="0">
                    <a:pos x="csX0" y="csY0"/>
                  </a:cxn>
                  <a:cxn ang="0">
                    <a:pos x="csX1" y="csY1"/>
                  </a:cxn>
                  <a:cxn ang="0">
                    <a:pos x="csX2" y="csY2"/>
                  </a:cxn>
                  <a:cxn ang="0">
                    <a:pos x="csX3" y="csY3"/>
                  </a:cxn>
                  <a:cxn ang="0">
                    <a:pos x="csX4" y="csY4"/>
                  </a:cxn>
                  <a:cxn ang="0">
                    <a:pos x="csX5" y="csY5"/>
                  </a:cxn>
                </a:cxnLst>
                <a:rect l="l" t="t" r="r" b="b"/>
                <a:pathLst>
                  <a:path w="20516" h="20135">
                    <a:moveTo>
                      <a:pt x="3031" y="13790"/>
                    </a:moveTo>
                    <a:cubicBezTo>
                      <a:pt x="-3651" y="-875"/>
                      <a:pt x="1356" y="-4865"/>
                      <a:pt x="11787" y="6812"/>
                    </a:cubicBezTo>
                    <a:cubicBezTo>
                      <a:pt x="16355" y="11926"/>
                      <a:pt x="17642" y="12530"/>
                      <a:pt x="16388" y="8970"/>
                    </a:cubicBezTo>
                    <a:cubicBezTo>
                      <a:pt x="15184" y="5554"/>
                      <a:pt x="15578" y="4605"/>
                      <a:pt x="17667" y="5896"/>
                    </a:cubicBezTo>
                    <a:cubicBezTo>
                      <a:pt x="21766" y="8429"/>
                      <a:pt x="21462" y="11477"/>
                      <a:pt x="16630" y="16309"/>
                    </a:cubicBezTo>
                    <a:cubicBezTo>
                      <a:pt x="10809" y="22130"/>
                      <a:pt x="6464" y="21325"/>
                      <a:pt x="3031" y="13790"/>
                    </a:cubicBezTo>
                    <a:close/>
                  </a:path>
                </a:pathLst>
              </a:custGeom>
              <a:solidFill>
                <a:srgbClr val="B9B9B9"/>
              </a:solidFill>
              <a:ln w="5163" cap="flat">
                <a:noFill/>
                <a:prstDash val="solid"/>
                <a:miter/>
              </a:ln>
            </p:spPr>
            <p:txBody>
              <a:bodyPr/>
              <a:lstStyle/>
              <a:p>
                <a:endParaRPr lang="es-419" noProof="0" dirty="0"/>
              </a:p>
            </p:txBody>
          </p:sp>
        </p:grpSp>
      </p:grpSp>
      <p:grpSp>
        <p:nvGrpSpPr>
          <p:cNvPr id="36" name="Group 45">
            <a:extLst>
              <a:ext uri="{FF2B5EF4-FFF2-40B4-BE49-F238E27FC236}">
                <a16:creationId xmlns:a16="http://schemas.microsoft.com/office/drawing/2014/main" id="{805B4723-B840-5D3F-9386-4278A4616F53}"/>
              </a:ext>
            </a:extLst>
          </p:cNvPr>
          <p:cNvGrpSpPr>
            <a:grpSpLocks noChangeAspect="1"/>
          </p:cNvGrpSpPr>
          <p:nvPr/>
        </p:nvGrpSpPr>
        <p:grpSpPr>
          <a:xfrm>
            <a:off x="2350285" y="1863031"/>
            <a:ext cx="213038" cy="337620"/>
            <a:chOff x="0" y="26670"/>
            <a:chExt cx="3924300" cy="6219190"/>
          </a:xfrm>
        </p:grpSpPr>
        <p:sp>
          <p:nvSpPr>
            <p:cNvPr id="37" name="Freeform 46">
              <a:extLst>
                <a:ext uri="{FF2B5EF4-FFF2-40B4-BE49-F238E27FC236}">
                  <a16:creationId xmlns:a16="http://schemas.microsoft.com/office/drawing/2014/main" id="{03293B67-7842-316F-763E-836D81ECDCC2}"/>
                </a:ext>
              </a:extLst>
            </p:cNvPr>
            <p:cNvSpPr/>
            <p:nvPr/>
          </p:nvSpPr>
          <p:spPr>
            <a:xfrm>
              <a:off x="0" y="26670"/>
              <a:ext cx="3924300" cy="6219190"/>
            </a:xfrm>
            <a:custGeom>
              <a:avLst/>
              <a:gdLst/>
              <a:ahLst/>
              <a:cxnLst/>
              <a:rect l="l" t="t" r="r" b="b"/>
              <a:pathLst>
                <a:path w="3924300" h="6219190">
                  <a:moveTo>
                    <a:pt x="3924300" y="1962150"/>
                  </a:moveTo>
                  <a:cubicBezTo>
                    <a:pt x="3924300" y="878840"/>
                    <a:pt x="3045460" y="0"/>
                    <a:pt x="1962150" y="0"/>
                  </a:cubicBezTo>
                  <a:cubicBezTo>
                    <a:pt x="878840" y="0"/>
                    <a:pt x="0" y="878840"/>
                    <a:pt x="0" y="1962150"/>
                  </a:cubicBezTo>
                  <a:cubicBezTo>
                    <a:pt x="0" y="2974340"/>
                    <a:pt x="765810" y="3807460"/>
                    <a:pt x="1750060" y="3912870"/>
                  </a:cubicBezTo>
                  <a:lnTo>
                    <a:pt x="1962150" y="6219190"/>
                  </a:lnTo>
                  <a:lnTo>
                    <a:pt x="2174240" y="3912870"/>
                  </a:lnTo>
                  <a:cubicBezTo>
                    <a:pt x="3158490" y="3807460"/>
                    <a:pt x="3924300" y="2974340"/>
                    <a:pt x="3924300" y="1962150"/>
                  </a:cubicBezTo>
                  <a:close/>
                </a:path>
              </a:pathLst>
            </a:custGeom>
            <a:solidFill>
              <a:srgbClr val="EB6C01"/>
            </a:solidFill>
          </p:spPr>
          <p:txBody>
            <a:bodyPr/>
            <a:lstStyle/>
            <a:p>
              <a:endParaRPr lang="es-419" noProof="0" dirty="0"/>
            </a:p>
          </p:txBody>
        </p:sp>
        <p:sp>
          <p:nvSpPr>
            <p:cNvPr id="38" name="Freeform 47">
              <a:extLst>
                <a:ext uri="{FF2B5EF4-FFF2-40B4-BE49-F238E27FC236}">
                  <a16:creationId xmlns:a16="http://schemas.microsoft.com/office/drawing/2014/main" id="{696C27E8-1304-6F0A-B364-3BC8CFCF78A6}"/>
                </a:ext>
              </a:extLst>
            </p:cNvPr>
            <p:cNvSpPr/>
            <p:nvPr/>
          </p:nvSpPr>
          <p:spPr>
            <a:xfrm>
              <a:off x="340744" y="374636"/>
              <a:ext cx="3242813" cy="3228370"/>
            </a:xfrm>
            <a:custGeom>
              <a:avLst/>
              <a:gdLst/>
              <a:ahLst/>
              <a:cxnLst/>
              <a:rect l="l" t="t" r="r" b="b"/>
              <a:pathLst>
                <a:path w="3242810" h="3228373">
                  <a:moveTo>
                    <a:pt x="1621405" y="16"/>
                  </a:moveTo>
                  <a:cubicBezTo>
                    <a:pt x="1042998" y="-2571"/>
                    <a:pt x="507417" y="304521"/>
                    <a:pt x="217465" y="805010"/>
                  </a:cubicBezTo>
                  <a:cubicBezTo>
                    <a:pt x="-72488" y="1305499"/>
                    <a:pt x="-72488" y="1922874"/>
                    <a:pt x="217465" y="2423362"/>
                  </a:cubicBezTo>
                  <a:cubicBezTo>
                    <a:pt x="507417" y="2923851"/>
                    <a:pt x="1042998" y="3230943"/>
                    <a:pt x="1621405" y="3228356"/>
                  </a:cubicBezTo>
                  <a:cubicBezTo>
                    <a:pt x="2199812" y="3230943"/>
                    <a:pt x="2735392" y="2923851"/>
                    <a:pt x="3025345" y="2423362"/>
                  </a:cubicBezTo>
                  <a:cubicBezTo>
                    <a:pt x="3315298" y="1922874"/>
                    <a:pt x="3315298" y="1305499"/>
                    <a:pt x="3025345" y="805010"/>
                  </a:cubicBezTo>
                  <a:cubicBezTo>
                    <a:pt x="2735392" y="304522"/>
                    <a:pt x="2199812" y="-2571"/>
                    <a:pt x="1621405" y="16"/>
                  </a:cubicBezTo>
                  <a:close/>
                </a:path>
              </a:pathLst>
            </a:custGeom>
            <a:blipFill>
              <a:blip r:embed="rId5"/>
              <a:stretch>
                <a:fillRect l="-28801" r="-28801" b="-58308"/>
              </a:stretch>
            </a:blipFill>
          </p:spPr>
          <p:txBody>
            <a:bodyPr/>
            <a:lstStyle/>
            <a:p>
              <a:endParaRPr lang="es-419" noProof="0" dirty="0"/>
            </a:p>
          </p:txBody>
        </p:sp>
      </p:grpSp>
    </p:spTree>
    <p:extLst>
      <p:ext uri="{BB962C8B-B14F-4D97-AF65-F5344CB8AC3E}">
        <p14:creationId xmlns:p14="http://schemas.microsoft.com/office/powerpoint/2010/main" val="8329763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nodeType="with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wipe(down)">
                                      <p:cBhvr>
                                        <p:cTn id="7" dur="580">
                                          <p:stCondLst>
                                            <p:cond delay="0"/>
                                          </p:stCondLst>
                                        </p:cTn>
                                        <p:tgtEl>
                                          <p:spTgt spid="36"/>
                                        </p:tgtEl>
                                      </p:cBhvr>
                                    </p:animEffect>
                                    <p:anim calcmode="lin" valueType="num">
                                      <p:cBhvr>
                                        <p:cTn id="8" dur="1822" tmFilter="0,0; 0.14,0.36; 0.43,0.73; 0.71,0.91; 1.0,1.0">
                                          <p:stCondLst>
                                            <p:cond delay="0"/>
                                          </p:stCondLst>
                                        </p:cTn>
                                        <p:tgtEl>
                                          <p:spTgt spid="36"/>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36"/>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36"/>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36"/>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36"/>
                                        </p:tgtEl>
                                        <p:attrNameLst>
                                          <p:attrName>ppt_y</p:attrName>
                                        </p:attrNameLst>
                                      </p:cBhvr>
                                      <p:tavLst>
                                        <p:tav tm="0" fmla="#ppt_y-sin(pi*$)/81">
                                          <p:val>
                                            <p:fltVal val="0"/>
                                          </p:val>
                                        </p:tav>
                                        <p:tav tm="100000">
                                          <p:val>
                                            <p:fltVal val="1"/>
                                          </p:val>
                                        </p:tav>
                                      </p:tavLst>
                                    </p:anim>
                                    <p:animScale>
                                      <p:cBhvr>
                                        <p:cTn id="13" dur="26">
                                          <p:stCondLst>
                                            <p:cond delay="650"/>
                                          </p:stCondLst>
                                        </p:cTn>
                                        <p:tgtEl>
                                          <p:spTgt spid="36"/>
                                        </p:tgtEl>
                                      </p:cBhvr>
                                      <p:to x="100000" y="60000"/>
                                    </p:animScale>
                                    <p:animScale>
                                      <p:cBhvr>
                                        <p:cTn id="14" dur="166" decel="50000">
                                          <p:stCondLst>
                                            <p:cond delay="676"/>
                                          </p:stCondLst>
                                        </p:cTn>
                                        <p:tgtEl>
                                          <p:spTgt spid="36"/>
                                        </p:tgtEl>
                                      </p:cBhvr>
                                      <p:to x="100000" y="100000"/>
                                    </p:animScale>
                                    <p:animScale>
                                      <p:cBhvr>
                                        <p:cTn id="15" dur="26">
                                          <p:stCondLst>
                                            <p:cond delay="1312"/>
                                          </p:stCondLst>
                                        </p:cTn>
                                        <p:tgtEl>
                                          <p:spTgt spid="36"/>
                                        </p:tgtEl>
                                      </p:cBhvr>
                                      <p:to x="100000" y="80000"/>
                                    </p:animScale>
                                    <p:animScale>
                                      <p:cBhvr>
                                        <p:cTn id="16" dur="166" decel="50000">
                                          <p:stCondLst>
                                            <p:cond delay="1338"/>
                                          </p:stCondLst>
                                        </p:cTn>
                                        <p:tgtEl>
                                          <p:spTgt spid="36"/>
                                        </p:tgtEl>
                                      </p:cBhvr>
                                      <p:to x="100000" y="100000"/>
                                    </p:animScale>
                                    <p:animScale>
                                      <p:cBhvr>
                                        <p:cTn id="17" dur="26">
                                          <p:stCondLst>
                                            <p:cond delay="1642"/>
                                          </p:stCondLst>
                                        </p:cTn>
                                        <p:tgtEl>
                                          <p:spTgt spid="36"/>
                                        </p:tgtEl>
                                      </p:cBhvr>
                                      <p:to x="100000" y="90000"/>
                                    </p:animScale>
                                    <p:animScale>
                                      <p:cBhvr>
                                        <p:cTn id="18" dur="166" decel="50000">
                                          <p:stCondLst>
                                            <p:cond delay="1668"/>
                                          </p:stCondLst>
                                        </p:cTn>
                                        <p:tgtEl>
                                          <p:spTgt spid="36"/>
                                        </p:tgtEl>
                                      </p:cBhvr>
                                      <p:to x="100000" y="100000"/>
                                    </p:animScale>
                                    <p:animScale>
                                      <p:cBhvr>
                                        <p:cTn id="19" dur="26">
                                          <p:stCondLst>
                                            <p:cond delay="1808"/>
                                          </p:stCondLst>
                                        </p:cTn>
                                        <p:tgtEl>
                                          <p:spTgt spid="36"/>
                                        </p:tgtEl>
                                      </p:cBhvr>
                                      <p:to x="100000" y="95000"/>
                                    </p:animScale>
                                    <p:animScale>
                                      <p:cBhvr>
                                        <p:cTn id="20" dur="166" decel="50000">
                                          <p:stCondLst>
                                            <p:cond delay="1834"/>
                                          </p:stCondLst>
                                        </p:cTn>
                                        <p:tgtEl>
                                          <p:spTgt spid="36"/>
                                        </p:tgtEl>
                                      </p:cBhvr>
                                      <p:to x="100000" y="100000"/>
                                    </p:animScale>
                                  </p:childTnLst>
                                </p:cTn>
                              </p:par>
                            </p:childTnLst>
                          </p:cTn>
                        </p:par>
                        <p:par>
                          <p:cTn id="21" fill="hold">
                            <p:stCondLst>
                              <p:cond delay="2000"/>
                            </p:stCondLst>
                            <p:childTnLst>
                              <p:par>
                                <p:cTn id="22" presetID="35" presetClass="emph" presetSubtype="0" repeatCount="indefinite" fill="hold" grpId="0" nodeType="afterEffect">
                                  <p:stCondLst>
                                    <p:cond delay="0"/>
                                  </p:stCondLst>
                                  <p:childTnLst>
                                    <p:anim calcmode="discrete" valueType="str">
                                      <p:cBhvr>
                                        <p:cTn id="23" dur="1000" fill="hold"/>
                                        <p:tgtEl>
                                          <p:spTgt spid="4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bg>
      <p:bgPr>
        <a:solidFill>
          <a:srgbClr val="F0F6FC"/>
        </a:solidFill>
        <a:effectLst/>
      </p:bgPr>
    </p:bg>
    <p:spTree>
      <p:nvGrpSpPr>
        <p:cNvPr id="1" name="">
          <a:extLst>
            <a:ext uri="{FF2B5EF4-FFF2-40B4-BE49-F238E27FC236}">
              <a16:creationId xmlns:a16="http://schemas.microsoft.com/office/drawing/2014/main" id="{085465FC-A150-E5E3-4FA5-904EB7C16A1B}"/>
            </a:ext>
          </a:extLst>
        </p:cNvPr>
        <p:cNvGrpSpPr/>
        <p:nvPr/>
      </p:nvGrpSpPr>
      <p:grpSpPr>
        <a:xfrm>
          <a:off x="0" y="0"/>
          <a:ext cx="0" cy="0"/>
          <a:chOff x="0" y="0"/>
          <a:chExt cx="0" cy="0"/>
        </a:xfrm>
      </p:grpSpPr>
      <p:sp>
        <p:nvSpPr>
          <p:cNvPr id="2" name="Shape 0">
            <a:extLst>
              <a:ext uri="{FF2B5EF4-FFF2-40B4-BE49-F238E27FC236}">
                <a16:creationId xmlns:a16="http://schemas.microsoft.com/office/drawing/2014/main" id="{C9196EB0-6EE9-E3A1-FCA7-08A2AEBBB671}"/>
              </a:ext>
            </a:extLst>
          </p:cNvPr>
          <p:cNvSpPr/>
          <p:nvPr/>
        </p:nvSpPr>
        <p:spPr>
          <a:xfrm>
            <a:off x="0" y="0"/>
            <a:ext cx="9144000" cy="38405"/>
          </a:xfrm>
          <a:prstGeom prst="rect">
            <a:avLst/>
          </a:prstGeom>
          <a:solidFill>
            <a:srgbClr val="EB6C01"/>
          </a:solidFill>
          <a:ln w="12700">
            <a:solidFill>
              <a:srgbClr val="EB6C01"/>
            </a:solidFill>
            <a:prstDash val="solid"/>
          </a:ln>
        </p:spPr>
        <p:txBody>
          <a:bodyPr/>
          <a:lstStyle/>
          <a:p>
            <a:endParaRPr lang="es-419" noProof="0" dirty="0"/>
          </a:p>
        </p:txBody>
      </p:sp>
      <p:sp>
        <p:nvSpPr>
          <p:cNvPr id="3" name="Shape 1">
            <a:extLst>
              <a:ext uri="{FF2B5EF4-FFF2-40B4-BE49-F238E27FC236}">
                <a16:creationId xmlns:a16="http://schemas.microsoft.com/office/drawing/2014/main" id="{D3C75FAB-7C59-549C-A664-1C97F69A56BF}"/>
              </a:ext>
            </a:extLst>
          </p:cNvPr>
          <p:cNvSpPr/>
          <p:nvPr/>
        </p:nvSpPr>
        <p:spPr>
          <a:xfrm>
            <a:off x="0" y="38405"/>
            <a:ext cx="9144000" cy="667512"/>
          </a:xfrm>
          <a:prstGeom prst="rect">
            <a:avLst/>
          </a:prstGeom>
          <a:solidFill>
            <a:srgbClr val="1A3464"/>
          </a:solidFill>
          <a:ln w="12700">
            <a:solidFill>
              <a:srgbClr val="1A3464"/>
            </a:solidFill>
            <a:prstDash val="solid"/>
          </a:ln>
        </p:spPr>
        <p:txBody>
          <a:bodyPr/>
          <a:lstStyle/>
          <a:p>
            <a:endParaRPr lang="es-419" noProof="0" dirty="0"/>
          </a:p>
        </p:txBody>
      </p:sp>
      <p:sp>
        <p:nvSpPr>
          <p:cNvPr id="4" name="Shape 2">
            <a:extLst>
              <a:ext uri="{FF2B5EF4-FFF2-40B4-BE49-F238E27FC236}">
                <a16:creationId xmlns:a16="http://schemas.microsoft.com/office/drawing/2014/main" id="{78F74711-A0F4-558B-17DB-194BD97E8965}"/>
              </a:ext>
            </a:extLst>
          </p:cNvPr>
          <p:cNvSpPr/>
          <p:nvPr/>
        </p:nvSpPr>
        <p:spPr>
          <a:xfrm>
            <a:off x="384048" y="117043"/>
            <a:ext cx="685800" cy="237744"/>
          </a:xfrm>
          <a:prstGeom prst="rect">
            <a:avLst/>
          </a:prstGeom>
          <a:solidFill>
            <a:srgbClr val="EB6C01"/>
          </a:solidFill>
          <a:ln w="12700">
            <a:solidFill>
              <a:srgbClr val="EB6C01"/>
            </a:solidFill>
            <a:prstDash val="solid"/>
          </a:ln>
        </p:spPr>
        <p:txBody>
          <a:bodyPr/>
          <a:lstStyle/>
          <a:p>
            <a:endParaRPr lang="es-419" noProof="0" dirty="0"/>
          </a:p>
        </p:txBody>
      </p:sp>
      <p:sp>
        <p:nvSpPr>
          <p:cNvPr id="5" name="Text 3">
            <a:extLst>
              <a:ext uri="{FF2B5EF4-FFF2-40B4-BE49-F238E27FC236}">
                <a16:creationId xmlns:a16="http://schemas.microsoft.com/office/drawing/2014/main" id="{B99EC473-BEA3-F068-2927-51B4FF15D5CF}"/>
              </a:ext>
            </a:extLst>
          </p:cNvPr>
          <p:cNvSpPr/>
          <p:nvPr/>
        </p:nvSpPr>
        <p:spPr>
          <a:xfrm>
            <a:off x="384048" y="117043"/>
            <a:ext cx="685800" cy="237744"/>
          </a:xfrm>
          <a:prstGeom prst="rect">
            <a:avLst/>
          </a:prstGeom>
          <a:noFill/>
          <a:ln/>
        </p:spPr>
        <p:txBody>
          <a:bodyPr wrap="square" lIns="0" tIns="0" rIns="0" bIns="0" rtlCol="0" anchor="ctr"/>
          <a:lstStyle/>
          <a:p>
            <a:pPr marL="0" indent="0" algn="ctr">
              <a:buNone/>
            </a:pPr>
            <a:r>
              <a:rPr lang="es-419" sz="650" b="1" kern="0" spc="150" noProof="0" dirty="0">
                <a:solidFill>
                  <a:srgbClr val="FFFFFF"/>
                </a:solidFill>
                <a:latin typeface="Montserrat" pitchFamily="34" charset="0"/>
                <a:ea typeface="Montserrat" pitchFamily="34" charset="-122"/>
                <a:cs typeface="Montserrat" pitchFamily="34" charset="-120"/>
              </a:rPr>
              <a:t>T. MÉXICO</a:t>
            </a:r>
            <a:endParaRPr lang="es-419" sz="650" noProof="0" dirty="0"/>
          </a:p>
        </p:txBody>
      </p:sp>
      <p:sp>
        <p:nvSpPr>
          <p:cNvPr id="6" name="Text 4">
            <a:extLst>
              <a:ext uri="{FF2B5EF4-FFF2-40B4-BE49-F238E27FC236}">
                <a16:creationId xmlns:a16="http://schemas.microsoft.com/office/drawing/2014/main" id="{4FE1D5B8-B563-D8C8-78B5-E32A27AAB19F}"/>
              </a:ext>
            </a:extLst>
          </p:cNvPr>
          <p:cNvSpPr/>
          <p:nvPr/>
        </p:nvSpPr>
        <p:spPr>
          <a:xfrm>
            <a:off x="1170432" y="91440"/>
            <a:ext cx="5029200" cy="402336"/>
          </a:xfrm>
          <a:prstGeom prst="rect">
            <a:avLst/>
          </a:prstGeom>
          <a:noFill/>
          <a:ln/>
        </p:spPr>
        <p:txBody>
          <a:bodyPr wrap="square" lIns="0" tIns="0" rIns="0" bIns="0" rtlCol="0" anchor="ctr"/>
          <a:lstStyle/>
          <a:p>
            <a:pPr marL="0" indent="0">
              <a:buNone/>
            </a:pPr>
            <a:r>
              <a:rPr lang="es-419" sz="2000" b="1" noProof="0" dirty="0">
                <a:solidFill>
                  <a:srgbClr val="FFFFFF"/>
                </a:solidFill>
                <a:latin typeface="Montserrat" pitchFamily="34" charset="0"/>
                <a:ea typeface="Montserrat" pitchFamily="34" charset="-122"/>
                <a:cs typeface="Montserrat" pitchFamily="34" charset="-120"/>
              </a:rPr>
              <a:t>MA CANCÚN </a:t>
            </a:r>
            <a:endParaRPr lang="es-419" sz="2000" noProof="0" dirty="0"/>
          </a:p>
        </p:txBody>
      </p:sp>
      <p:sp>
        <p:nvSpPr>
          <p:cNvPr id="7" name="Text 5">
            <a:extLst>
              <a:ext uri="{FF2B5EF4-FFF2-40B4-BE49-F238E27FC236}">
                <a16:creationId xmlns:a16="http://schemas.microsoft.com/office/drawing/2014/main" id="{5419153A-4221-C2C2-0EAB-BEC92B36AE89}"/>
              </a:ext>
            </a:extLst>
          </p:cNvPr>
          <p:cNvSpPr/>
          <p:nvPr/>
        </p:nvSpPr>
        <p:spPr>
          <a:xfrm>
            <a:off x="1170432" y="475488"/>
            <a:ext cx="3200400" cy="182880"/>
          </a:xfrm>
          <a:prstGeom prst="rect">
            <a:avLst/>
          </a:prstGeom>
          <a:noFill/>
          <a:ln/>
        </p:spPr>
        <p:txBody>
          <a:bodyPr wrap="square" lIns="0" tIns="0" rIns="0" bIns="0" rtlCol="0" anchor="ctr"/>
          <a:lstStyle/>
          <a:p>
            <a:pPr marL="0" indent="0">
              <a:buNone/>
            </a:pPr>
            <a:r>
              <a:rPr lang="es-419" sz="950" noProof="0" dirty="0">
                <a:solidFill>
                  <a:srgbClr val="8FAECB"/>
                </a:solidFill>
                <a:latin typeface="Montserrat" pitchFamily="34" charset="0"/>
              </a:rPr>
              <a:t>Quintana Roo </a:t>
            </a:r>
            <a:endParaRPr lang="es-419" sz="950" noProof="0" dirty="0"/>
          </a:p>
        </p:txBody>
      </p:sp>
      <p:sp>
        <p:nvSpPr>
          <p:cNvPr id="8" name="Text 6">
            <a:extLst>
              <a:ext uri="{FF2B5EF4-FFF2-40B4-BE49-F238E27FC236}">
                <a16:creationId xmlns:a16="http://schemas.microsoft.com/office/drawing/2014/main" id="{9CE68BAC-2182-B485-7DE5-A93716476762}"/>
              </a:ext>
            </a:extLst>
          </p:cNvPr>
          <p:cNvSpPr/>
          <p:nvPr/>
        </p:nvSpPr>
        <p:spPr>
          <a:xfrm>
            <a:off x="7132320" y="246888"/>
            <a:ext cx="1828800" cy="182880"/>
          </a:xfrm>
          <a:prstGeom prst="rect">
            <a:avLst/>
          </a:prstGeom>
          <a:noFill/>
          <a:ln/>
        </p:spPr>
        <p:txBody>
          <a:bodyPr wrap="square" lIns="0" tIns="0" rIns="0" bIns="0" rtlCol="0" anchor="ctr"/>
          <a:lstStyle/>
          <a:p>
            <a:pPr marL="0" indent="0" algn="r">
              <a:buNone/>
            </a:pPr>
            <a:r>
              <a:rPr lang="es-419" sz="700" b="1" kern="0" spc="150" noProof="0" dirty="0">
                <a:solidFill>
                  <a:srgbClr val="EB6C01"/>
                </a:solidFill>
                <a:latin typeface="Montserrat" pitchFamily="34" charset="0"/>
                <a:ea typeface="Montserrat" pitchFamily="34" charset="-122"/>
                <a:cs typeface="Montserrat" pitchFamily="34" charset="-120"/>
              </a:rPr>
              <a:t>SEMANA 18  ·  2025</a:t>
            </a:r>
            <a:endParaRPr lang="es-419" sz="700" noProof="0" dirty="0"/>
          </a:p>
        </p:txBody>
      </p:sp>
      <p:sp>
        <p:nvSpPr>
          <p:cNvPr id="9" name="Shape 7">
            <a:extLst>
              <a:ext uri="{FF2B5EF4-FFF2-40B4-BE49-F238E27FC236}">
                <a16:creationId xmlns:a16="http://schemas.microsoft.com/office/drawing/2014/main" id="{A970CD96-61E6-4115-2CE4-210E3B354835}"/>
              </a:ext>
            </a:extLst>
          </p:cNvPr>
          <p:cNvSpPr/>
          <p:nvPr/>
        </p:nvSpPr>
        <p:spPr>
          <a:xfrm>
            <a:off x="0" y="705917"/>
            <a:ext cx="2779776" cy="4163263"/>
          </a:xfrm>
          <a:prstGeom prst="rect">
            <a:avLst/>
          </a:prstGeom>
          <a:solidFill>
            <a:srgbClr val="FFFFFF"/>
          </a:solidFill>
          <a:ln w="12700">
            <a:solidFill>
              <a:srgbClr val="D4E4F2"/>
            </a:solidFill>
            <a:prstDash val="solid"/>
          </a:ln>
        </p:spPr>
        <p:txBody>
          <a:bodyPr/>
          <a:lstStyle/>
          <a:p>
            <a:endParaRPr lang="es-419" noProof="0" dirty="0"/>
          </a:p>
        </p:txBody>
      </p:sp>
      <p:sp>
        <p:nvSpPr>
          <p:cNvPr id="10" name="Text 8">
            <a:extLst>
              <a:ext uri="{FF2B5EF4-FFF2-40B4-BE49-F238E27FC236}">
                <a16:creationId xmlns:a16="http://schemas.microsoft.com/office/drawing/2014/main" id="{598F9D76-77C4-A6A9-680B-347CFE23778B}"/>
              </a:ext>
            </a:extLst>
          </p:cNvPr>
          <p:cNvSpPr/>
          <p:nvPr/>
        </p:nvSpPr>
        <p:spPr>
          <a:xfrm>
            <a:off x="118872" y="768096"/>
            <a:ext cx="2468880" cy="146304"/>
          </a:xfrm>
          <a:prstGeom prst="rect">
            <a:avLst/>
          </a:prstGeom>
          <a:noFill/>
          <a:ln/>
        </p:spPr>
        <p:txBody>
          <a:bodyPr wrap="square" lIns="0" tIns="0" rIns="0" bIns="0" rtlCol="0" anchor="ctr"/>
          <a:lstStyle/>
          <a:p>
            <a:pPr marL="0" indent="0">
              <a:buNone/>
            </a:pPr>
            <a:r>
              <a:rPr lang="es-419" sz="650" b="1" kern="0" spc="250" noProof="0" dirty="0">
                <a:solidFill>
                  <a:srgbClr val="8FAECB"/>
                </a:solidFill>
                <a:latin typeface="Montserrat" pitchFamily="34" charset="0"/>
                <a:ea typeface="Montserrat" pitchFamily="34" charset="-122"/>
                <a:cs typeface="Montserrat" pitchFamily="34" charset="-120"/>
              </a:rPr>
              <a:t>UBICACIÓN EN MÉXICO</a:t>
            </a:r>
            <a:endParaRPr lang="es-419" sz="650" noProof="0" dirty="0"/>
          </a:p>
        </p:txBody>
      </p:sp>
      <p:sp>
        <p:nvSpPr>
          <p:cNvPr id="12" name="Text 9">
            <a:extLst>
              <a:ext uri="{FF2B5EF4-FFF2-40B4-BE49-F238E27FC236}">
                <a16:creationId xmlns:a16="http://schemas.microsoft.com/office/drawing/2014/main" id="{DA9EBD13-EECF-B1AF-24A2-A9A136923D23}"/>
              </a:ext>
            </a:extLst>
          </p:cNvPr>
          <p:cNvSpPr/>
          <p:nvPr/>
        </p:nvSpPr>
        <p:spPr>
          <a:xfrm>
            <a:off x="73152" y="2944368"/>
            <a:ext cx="2633472" cy="182880"/>
          </a:xfrm>
          <a:prstGeom prst="rect">
            <a:avLst/>
          </a:prstGeom>
          <a:noFill/>
          <a:ln/>
        </p:spPr>
        <p:txBody>
          <a:bodyPr wrap="square" lIns="0" tIns="0" rIns="0" bIns="0" rtlCol="0" anchor="ctr"/>
          <a:lstStyle/>
          <a:p>
            <a:pPr marL="0" indent="0" algn="ctr">
              <a:buNone/>
            </a:pPr>
            <a:r>
              <a:rPr lang="es-419" sz="750" b="1" kern="0" spc="200" noProof="0" dirty="0">
                <a:solidFill>
                  <a:srgbClr val="EB6C01"/>
                </a:solidFill>
                <a:latin typeface="Montserrat" pitchFamily="34" charset="0"/>
              </a:rPr>
              <a:t>CANCÚN </a:t>
            </a:r>
            <a:endParaRPr lang="es-419" sz="750" noProof="0" dirty="0"/>
          </a:p>
        </p:txBody>
      </p:sp>
      <p:sp>
        <p:nvSpPr>
          <p:cNvPr id="13" name="Text 10">
            <a:extLst>
              <a:ext uri="{FF2B5EF4-FFF2-40B4-BE49-F238E27FC236}">
                <a16:creationId xmlns:a16="http://schemas.microsoft.com/office/drawing/2014/main" id="{167D5A56-2E1D-D925-213F-F1BFF5EC113F}"/>
              </a:ext>
            </a:extLst>
          </p:cNvPr>
          <p:cNvSpPr/>
          <p:nvPr/>
        </p:nvSpPr>
        <p:spPr>
          <a:xfrm>
            <a:off x="2944368" y="859536"/>
            <a:ext cx="1353312" cy="164592"/>
          </a:xfrm>
          <a:prstGeom prst="rect">
            <a:avLst/>
          </a:prstGeom>
          <a:noFill/>
          <a:ln/>
        </p:spPr>
        <p:txBody>
          <a:bodyPr wrap="square" lIns="0" tIns="0" rIns="0" bIns="0" rtlCol="0" anchor="ctr"/>
          <a:lstStyle/>
          <a:p>
            <a:pPr marL="0" indent="0">
              <a:buNone/>
            </a:pPr>
            <a:r>
              <a:rPr lang="es-419" sz="650" b="1" kern="0" spc="250" noProof="0" dirty="0">
                <a:solidFill>
                  <a:srgbClr val="EB6C01"/>
                </a:solidFill>
                <a:latin typeface="Montserrat" pitchFamily="34" charset="0"/>
                <a:ea typeface="Montserrat" pitchFamily="34" charset="-122"/>
                <a:cs typeface="Montserrat" pitchFamily="34" charset="-120"/>
              </a:rPr>
              <a:t>PROYECTO ACTIVO</a:t>
            </a:r>
            <a:endParaRPr lang="es-419" sz="650" noProof="0" dirty="0"/>
          </a:p>
        </p:txBody>
      </p:sp>
      <p:sp>
        <p:nvSpPr>
          <p:cNvPr id="14" name="Shape 11">
            <a:extLst>
              <a:ext uri="{FF2B5EF4-FFF2-40B4-BE49-F238E27FC236}">
                <a16:creationId xmlns:a16="http://schemas.microsoft.com/office/drawing/2014/main" id="{E89BC07E-4B91-E571-D02A-22BEB0CF9329}"/>
              </a:ext>
            </a:extLst>
          </p:cNvPr>
          <p:cNvSpPr/>
          <p:nvPr/>
        </p:nvSpPr>
        <p:spPr>
          <a:xfrm>
            <a:off x="2944368" y="1024128"/>
            <a:ext cx="987552" cy="16459"/>
          </a:xfrm>
          <a:prstGeom prst="rect">
            <a:avLst/>
          </a:prstGeom>
          <a:solidFill>
            <a:srgbClr val="EB6C01"/>
          </a:solidFill>
          <a:ln w="12700">
            <a:solidFill>
              <a:srgbClr val="EB6C01"/>
            </a:solidFill>
            <a:prstDash val="solid"/>
          </a:ln>
        </p:spPr>
        <p:txBody>
          <a:bodyPr/>
          <a:lstStyle/>
          <a:p>
            <a:endParaRPr lang="es-419" noProof="0" dirty="0"/>
          </a:p>
        </p:txBody>
      </p:sp>
      <p:sp>
        <p:nvSpPr>
          <p:cNvPr id="15" name="Shape 12">
            <a:extLst>
              <a:ext uri="{FF2B5EF4-FFF2-40B4-BE49-F238E27FC236}">
                <a16:creationId xmlns:a16="http://schemas.microsoft.com/office/drawing/2014/main" id="{62197B86-AB42-2DC5-3B85-67B46DF14DB6}"/>
              </a:ext>
            </a:extLst>
          </p:cNvPr>
          <p:cNvSpPr/>
          <p:nvPr/>
        </p:nvSpPr>
        <p:spPr>
          <a:xfrm>
            <a:off x="2944368" y="1115568"/>
            <a:ext cx="6035040" cy="603504"/>
          </a:xfrm>
          <a:prstGeom prst="rect">
            <a:avLst/>
          </a:prstGeom>
          <a:solidFill>
            <a:srgbClr val="E5EFF8"/>
          </a:solidFill>
          <a:ln w="12700">
            <a:solidFill>
              <a:srgbClr val="A8C0D8"/>
            </a:solidFill>
            <a:prstDash val="solid"/>
          </a:ln>
        </p:spPr>
        <p:txBody>
          <a:bodyPr/>
          <a:lstStyle/>
          <a:p>
            <a:endParaRPr lang="es-419" noProof="0" dirty="0"/>
          </a:p>
        </p:txBody>
      </p:sp>
      <p:sp>
        <p:nvSpPr>
          <p:cNvPr id="16" name="Text 13">
            <a:extLst>
              <a:ext uri="{FF2B5EF4-FFF2-40B4-BE49-F238E27FC236}">
                <a16:creationId xmlns:a16="http://schemas.microsoft.com/office/drawing/2014/main" id="{32ABE1C1-B7DC-35FF-FA06-1912DE43035B}"/>
              </a:ext>
            </a:extLst>
          </p:cNvPr>
          <p:cNvSpPr/>
          <p:nvPr/>
        </p:nvSpPr>
        <p:spPr>
          <a:xfrm>
            <a:off x="3054096" y="1170432"/>
            <a:ext cx="5815584" cy="493776"/>
          </a:xfrm>
          <a:prstGeom prst="rect">
            <a:avLst/>
          </a:prstGeom>
          <a:noFill/>
          <a:ln/>
        </p:spPr>
        <p:txBody>
          <a:bodyPr wrap="square" lIns="0" tIns="0" rIns="0" bIns="0" rtlCol="0" anchor="ctr"/>
          <a:lstStyle/>
          <a:p>
            <a:pPr marL="0" indent="0">
              <a:buNone/>
            </a:pPr>
            <a:r>
              <a:rPr lang="es-419" sz="1500" b="1" noProof="0" dirty="0">
                <a:solidFill>
                  <a:srgbClr val="9BB5CC"/>
                </a:solidFill>
                <a:latin typeface="Montserrat" pitchFamily="34" charset="0"/>
                <a:ea typeface="Montserrat" pitchFamily="34" charset="-122"/>
                <a:cs typeface="Montserrat" pitchFamily="34" charset="-120"/>
              </a:rPr>
              <a:t>[Nombre del Proyecto / Actividad]</a:t>
            </a:r>
            <a:endParaRPr lang="es-419" sz="1500" noProof="0" dirty="0"/>
          </a:p>
        </p:txBody>
      </p:sp>
      <p:sp>
        <p:nvSpPr>
          <p:cNvPr id="17" name="Shape 14">
            <a:extLst>
              <a:ext uri="{FF2B5EF4-FFF2-40B4-BE49-F238E27FC236}">
                <a16:creationId xmlns:a16="http://schemas.microsoft.com/office/drawing/2014/main" id="{4D519153-1239-783F-7F2D-F2E05E53B1E0}"/>
              </a:ext>
            </a:extLst>
          </p:cNvPr>
          <p:cNvSpPr/>
          <p:nvPr/>
        </p:nvSpPr>
        <p:spPr>
          <a:xfrm>
            <a:off x="2944368" y="1837944"/>
            <a:ext cx="91440" cy="91440"/>
          </a:xfrm>
          <a:prstGeom prst="ellipse">
            <a:avLst/>
          </a:prstGeom>
          <a:solidFill>
            <a:srgbClr val="A8C0D8"/>
          </a:solidFill>
          <a:ln w="12700">
            <a:solidFill>
              <a:srgbClr val="A8C0D8"/>
            </a:solidFill>
            <a:prstDash val="solid"/>
          </a:ln>
        </p:spPr>
        <p:txBody>
          <a:bodyPr/>
          <a:lstStyle/>
          <a:p>
            <a:endParaRPr lang="es-419" noProof="0" dirty="0"/>
          </a:p>
        </p:txBody>
      </p:sp>
      <p:sp>
        <p:nvSpPr>
          <p:cNvPr id="18" name="Text 15">
            <a:extLst>
              <a:ext uri="{FF2B5EF4-FFF2-40B4-BE49-F238E27FC236}">
                <a16:creationId xmlns:a16="http://schemas.microsoft.com/office/drawing/2014/main" id="{DE77446D-8D0B-5F03-3E55-B4748AC3EC1D}"/>
              </a:ext>
            </a:extLst>
          </p:cNvPr>
          <p:cNvSpPr/>
          <p:nvPr/>
        </p:nvSpPr>
        <p:spPr>
          <a:xfrm>
            <a:off x="3099816" y="1819656"/>
            <a:ext cx="2743200" cy="137160"/>
          </a:xfrm>
          <a:prstGeom prst="rect">
            <a:avLst/>
          </a:prstGeom>
          <a:noFill/>
          <a:ln/>
        </p:spPr>
        <p:txBody>
          <a:bodyPr wrap="square" lIns="0" tIns="0" rIns="0" bIns="0" rtlCol="0" anchor="ctr"/>
          <a:lstStyle/>
          <a:p>
            <a:pPr marL="0" indent="0">
              <a:buNone/>
            </a:pPr>
            <a:r>
              <a:rPr lang="es-419" sz="850" b="1" kern="0" spc="100" noProof="0" dirty="0">
                <a:solidFill>
                  <a:srgbClr val="A8C0D8"/>
                </a:solidFill>
                <a:latin typeface="Montserrat" pitchFamily="34" charset="0"/>
                <a:ea typeface="Montserrat" pitchFamily="34" charset="-122"/>
                <a:cs typeface="Montserrat" pitchFamily="34" charset="-120"/>
              </a:rPr>
              <a:t>[ESTADO DEL PROYECTO]</a:t>
            </a:r>
            <a:endParaRPr lang="es-419" sz="850" noProof="0" dirty="0"/>
          </a:p>
        </p:txBody>
      </p:sp>
      <p:sp>
        <p:nvSpPr>
          <p:cNvPr id="19" name="Shape 16">
            <a:extLst>
              <a:ext uri="{FF2B5EF4-FFF2-40B4-BE49-F238E27FC236}">
                <a16:creationId xmlns:a16="http://schemas.microsoft.com/office/drawing/2014/main" id="{BED7BA25-12DE-B874-C10C-671D7C3EFDE0}"/>
              </a:ext>
            </a:extLst>
          </p:cNvPr>
          <p:cNvSpPr/>
          <p:nvPr/>
        </p:nvSpPr>
        <p:spPr>
          <a:xfrm>
            <a:off x="2944368" y="2057400"/>
            <a:ext cx="25603" cy="658368"/>
          </a:xfrm>
          <a:prstGeom prst="rect">
            <a:avLst/>
          </a:prstGeom>
          <a:solidFill>
            <a:srgbClr val="A8C0D8"/>
          </a:solidFill>
          <a:ln w="12700">
            <a:solidFill>
              <a:srgbClr val="A8C0D8"/>
            </a:solidFill>
            <a:prstDash val="solid"/>
          </a:ln>
        </p:spPr>
        <p:txBody>
          <a:bodyPr/>
          <a:lstStyle/>
          <a:p>
            <a:endParaRPr lang="es-419" noProof="0" dirty="0"/>
          </a:p>
        </p:txBody>
      </p:sp>
      <p:sp>
        <p:nvSpPr>
          <p:cNvPr id="20" name="Text 17">
            <a:extLst>
              <a:ext uri="{FF2B5EF4-FFF2-40B4-BE49-F238E27FC236}">
                <a16:creationId xmlns:a16="http://schemas.microsoft.com/office/drawing/2014/main" id="{AA514421-857C-D924-F6B1-511C89105D96}"/>
              </a:ext>
            </a:extLst>
          </p:cNvPr>
          <p:cNvSpPr/>
          <p:nvPr/>
        </p:nvSpPr>
        <p:spPr>
          <a:xfrm>
            <a:off x="3035808" y="2057400"/>
            <a:ext cx="5925312" cy="658368"/>
          </a:xfrm>
          <a:prstGeom prst="rect">
            <a:avLst/>
          </a:prstGeom>
          <a:noFill/>
          <a:ln/>
        </p:spPr>
        <p:txBody>
          <a:bodyPr wrap="square" rtlCol="0" anchor="ctr"/>
          <a:lstStyle/>
          <a:p>
            <a:pPr marL="0" indent="0">
              <a:buNone/>
            </a:pPr>
            <a:r>
              <a:rPr lang="es-419" sz="950" i="1" noProof="0" dirty="0">
                <a:solidFill>
                  <a:srgbClr val="A8BDD0"/>
                </a:solidFill>
                <a:latin typeface="Montserrat" pitchFamily="34" charset="0"/>
                <a:ea typeface="Montserrat" pitchFamily="34" charset="-122"/>
                <a:cs typeface="Montserrat" pitchFamily="34" charset="-120"/>
              </a:rPr>
              <a:t>Describa aquí el avance semanal, actividades realizadas,</a:t>
            </a:r>
            <a:endParaRPr lang="es-419" sz="950" noProof="0" dirty="0"/>
          </a:p>
          <a:p>
            <a:pPr marL="0" indent="0">
              <a:buNone/>
            </a:pPr>
            <a:r>
              <a:rPr lang="es-419" sz="950" i="1" noProof="0" dirty="0">
                <a:solidFill>
                  <a:srgbClr val="A8BDD0"/>
                </a:solidFill>
                <a:latin typeface="Montserrat" pitchFamily="34" charset="0"/>
                <a:ea typeface="Montserrat" pitchFamily="34" charset="-122"/>
                <a:cs typeface="Montserrat" pitchFamily="34" charset="-120"/>
              </a:rPr>
              <a:t>pagos, documentación o incidencias del proyecto.</a:t>
            </a:r>
            <a:endParaRPr lang="es-419" sz="950" noProof="0" dirty="0"/>
          </a:p>
        </p:txBody>
      </p:sp>
      <p:sp>
        <p:nvSpPr>
          <p:cNvPr id="21" name="Text 18">
            <a:extLst>
              <a:ext uri="{FF2B5EF4-FFF2-40B4-BE49-F238E27FC236}">
                <a16:creationId xmlns:a16="http://schemas.microsoft.com/office/drawing/2014/main" id="{A8CE557D-B9BD-71F2-B23C-902660C302E0}"/>
              </a:ext>
            </a:extLst>
          </p:cNvPr>
          <p:cNvSpPr/>
          <p:nvPr/>
        </p:nvSpPr>
        <p:spPr>
          <a:xfrm>
            <a:off x="2944368" y="2834640"/>
            <a:ext cx="1828800" cy="164592"/>
          </a:xfrm>
          <a:prstGeom prst="rect">
            <a:avLst/>
          </a:prstGeom>
          <a:noFill/>
          <a:ln/>
        </p:spPr>
        <p:txBody>
          <a:bodyPr wrap="square" lIns="0" tIns="0" rIns="0" bIns="0" rtlCol="0" anchor="ctr"/>
          <a:lstStyle/>
          <a:p>
            <a:pPr marL="0" indent="0">
              <a:buNone/>
            </a:pPr>
            <a:r>
              <a:rPr lang="es-419" sz="650" b="1" kern="0" spc="250" noProof="0" dirty="0">
                <a:solidFill>
                  <a:srgbClr val="EB6C01"/>
                </a:solidFill>
                <a:latin typeface="Montserrat" pitchFamily="34" charset="0"/>
                <a:ea typeface="Montserrat" pitchFamily="34" charset="-122"/>
                <a:cs typeface="Montserrat" pitchFamily="34" charset="-120"/>
              </a:rPr>
              <a:t>FOTOGRAFÍAS DE AVANCE</a:t>
            </a:r>
            <a:endParaRPr lang="es-419" sz="650" noProof="0" dirty="0"/>
          </a:p>
        </p:txBody>
      </p:sp>
      <p:sp>
        <p:nvSpPr>
          <p:cNvPr id="22" name="Shape 19">
            <a:extLst>
              <a:ext uri="{FF2B5EF4-FFF2-40B4-BE49-F238E27FC236}">
                <a16:creationId xmlns:a16="http://schemas.microsoft.com/office/drawing/2014/main" id="{AB5D3149-1E5C-6FE3-C85C-7B538DED4639}"/>
              </a:ext>
            </a:extLst>
          </p:cNvPr>
          <p:cNvSpPr/>
          <p:nvPr/>
        </p:nvSpPr>
        <p:spPr>
          <a:xfrm>
            <a:off x="2944368" y="3008376"/>
            <a:ext cx="1481328" cy="16459"/>
          </a:xfrm>
          <a:prstGeom prst="rect">
            <a:avLst/>
          </a:prstGeom>
          <a:solidFill>
            <a:srgbClr val="EB6C01"/>
          </a:solidFill>
          <a:ln w="12700">
            <a:solidFill>
              <a:srgbClr val="EB6C01"/>
            </a:solidFill>
            <a:prstDash val="solid"/>
          </a:ln>
        </p:spPr>
        <p:txBody>
          <a:bodyPr/>
          <a:lstStyle/>
          <a:p>
            <a:endParaRPr lang="es-419" noProof="0" dirty="0"/>
          </a:p>
        </p:txBody>
      </p:sp>
      <p:sp>
        <p:nvSpPr>
          <p:cNvPr id="23" name="Shape 20">
            <a:extLst>
              <a:ext uri="{FF2B5EF4-FFF2-40B4-BE49-F238E27FC236}">
                <a16:creationId xmlns:a16="http://schemas.microsoft.com/office/drawing/2014/main" id="{C440F083-9540-86DD-122E-961D0D79D5CF}"/>
              </a:ext>
            </a:extLst>
          </p:cNvPr>
          <p:cNvSpPr/>
          <p:nvPr/>
        </p:nvSpPr>
        <p:spPr>
          <a:xfrm>
            <a:off x="2944368"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24" name="Image 1" descr="preencoded.png">
            <a:extLst>
              <a:ext uri="{FF2B5EF4-FFF2-40B4-BE49-F238E27FC236}">
                <a16:creationId xmlns:a16="http://schemas.microsoft.com/office/drawing/2014/main" id="{D4CBA075-0567-D446-03CC-B2D87E84543F}"/>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797808" y="3593592"/>
            <a:ext cx="256032" cy="256032"/>
          </a:xfrm>
          <a:prstGeom prst="rect">
            <a:avLst/>
          </a:prstGeom>
        </p:spPr>
      </p:pic>
      <p:sp>
        <p:nvSpPr>
          <p:cNvPr id="25" name="Text 21">
            <a:extLst>
              <a:ext uri="{FF2B5EF4-FFF2-40B4-BE49-F238E27FC236}">
                <a16:creationId xmlns:a16="http://schemas.microsoft.com/office/drawing/2014/main" id="{7476B33D-118C-C738-DF98-E8BDAFC2A93C}"/>
              </a:ext>
            </a:extLst>
          </p:cNvPr>
          <p:cNvSpPr/>
          <p:nvPr/>
        </p:nvSpPr>
        <p:spPr>
          <a:xfrm>
            <a:off x="2944368"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26" name="Shape 22">
            <a:extLst>
              <a:ext uri="{FF2B5EF4-FFF2-40B4-BE49-F238E27FC236}">
                <a16:creationId xmlns:a16="http://schemas.microsoft.com/office/drawing/2014/main" id="{5F06D2DA-C72A-4A82-2322-F06C6FBBDC31}"/>
              </a:ext>
            </a:extLst>
          </p:cNvPr>
          <p:cNvSpPr/>
          <p:nvPr/>
        </p:nvSpPr>
        <p:spPr>
          <a:xfrm>
            <a:off x="4980432"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27" name="Image 2" descr="preencoded.png">
            <a:extLst>
              <a:ext uri="{FF2B5EF4-FFF2-40B4-BE49-F238E27FC236}">
                <a16:creationId xmlns:a16="http://schemas.microsoft.com/office/drawing/2014/main" id="{46F20F24-82DD-C2A3-F730-BB40890C328F}"/>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833872" y="3593592"/>
            <a:ext cx="256032" cy="256032"/>
          </a:xfrm>
          <a:prstGeom prst="rect">
            <a:avLst/>
          </a:prstGeom>
        </p:spPr>
      </p:pic>
      <p:sp>
        <p:nvSpPr>
          <p:cNvPr id="28" name="Text 23">
            <a:extLst>
              <a:ext uri="{FF2B5EF4-FFF2-40B4-BE49-F238E27FC236}">
                <a16:creationId xmlns:a16="http://schemas.microsoft.com/office/drawing/2014/main" id="{1D06345D-98CA-6FDE-B644-2F7874894E5B}"/>
              </a:ext>
            </a:extLst>
          </p:cNvPr>
          <p:cNvSpPr/>
          <p:nvPr/>
        </p:nvSpPr>
        <p:spPr>
          <a:xfrm>
            <a:off x="4980432"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29" name="Shape 24">
            <a:extLst>
              <a:ext uri="{FF2B5EF4-FFF2-40B4-BE49-F238E27FC236}">
                <a16:creationId xmlns:a16="http://schemas.microsoft.com/office/drawing/2014/main" id="{FBEE0D52-D571-A891-FAD2-4A51C24ACC73}"/>
              </a:ext>
            </a:extLst>
          </p:cNvPr>
          <p:cNvSpPr/>
          <p:nvPr/>
        </p:nvSpPr>
        <p:spPr>
          <a:xfrm>
            <a:off x="7016496"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30" name="Image 3" descr="preencoded.png">
            <a:extLst>
              <a:ext uri="{FF2B5EF4-FFF2-40B4-BE49-F238E27FC236}">
                <a16:creationId xmlns:a16="http://schemas.microsoft.com/office/drawing/2014/main" id="{360122B5-77FF-6188-3891-3D1165DC2802}"/>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7869936" y="3593592"/>
            <a:ext cx="256032" cy="256032"/>
          </a:xfrm>
          <a:prstGeom prst="rect">
            <a:avLst/>
          </a:prstGeom>
        </p:spPr>
      </p:pic>
      <p:sp>
        <p:nvSpPr>
          <p:cNvPr id="31" name="Text 25">
            <a:extLst>
              <a:ext uri="{FF2B5EF4-FFF2-40B4-BE49-F238E27FC236}">
                <a16:creationId xmlns:a16="http://schemas.microsoft.com/office/drawing/2014/main" id="{FFDBF366-D1B7-5DAD-2B7B-C5103CC776A9}"/>
              </a:ext>
            </a:extLst>
          </p:cNvPr>
          <p:cNvSpPr/>
          <p:nvPr/>
        </p:nvSpPr>
        <p:spPr>
          <a:xfrm>
            <a:off x="7016496"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32" name="Shape 26">
            <a:extLst>
              <a:ext uri="{FF2B5EF4-FFF2-40B4-BE49-F238E27FC236}">
                <a16:creationId xmlns:a16="http://schemas.microsoft.com/office/drawing/2014/main" id="{CFE07CD5-1F6A-B0B5-AA9F-DFB4774D2BCD}"/>
              </a:ext>
            </a:extLst>
          </p:cNvPr>
          <p:cNvSpPr/>
          <p:nvPr/>
        </p:nvSpPr>
        <p:spPr>
          <a:xfrm>
            <a:off x="0" y="4873752"/>
            <a:ext cx="9144000" cy="269748"/>
          </a:xfrm>
          <a:prstGeom prst="rect">
            <a:avLst/>
          </a:prstGeom>
          <a:solidFill>
            <a:srgbClr val="1A3464"/>
          </a:solidFill>
          <a:ln w="12700">
            <a:solidFill>
              <a:srgbClr val="1A3464"/>
            </a:solidFill>
            <a:prstDash val="solid"/>
          </a:ln>
        </p:spPr>
        <p:txBody>
          <a:bodyPr/>
          <a:lstStyle/>
          <a:p>
            <a:endParaRPr lang="es-419" noProof="0" dirty="0"/>
          </a:p>
        </p:txBody>
      </p:sp>
      <p:sp>
        <p:nvSpPr>
          <p:cNvPr id="33" name="Text 27">
            <a:extLst>
              <a:ext uri="{FF2B5EF4-FFF2-40B4-BE49-F238E27FC236}">
                <a16:creationId xmlns:a16="http://schemas.microsoft.com/office/drawing/2014/main" id="{9409EFEB-B84C-9951-F84D-A35EEA5F3988}"/>
              </a:ext>
            </a:extLst>
          </p:cNvPr>
          <p:cNvSpPr/>
          <p:nvPr/>
        </p:nvSpPr>
        <p:spPr>
          <a:xfrm>
            <a:off x="384048" y="4901184"/>
            <a:ext cx="5029200" cy="182880"/>
          </a:xfrm>
          <a:prstGeom prst="rect">
            <a:avLst/>
          </a:prstGeom>
          <a:noFill/>
          <a:ln/>
        </p:spPr>
        <p:txBody>
          <a:bodyPr wrap="square" lIns="0" tIns="0" rIns="0" bIns="0" rtlCol="0" anchor="ctr"/>
          <a:lstStyle/>
          <a:p>
            <a:pPr marL="0" indent="0">
              <a:buNone/>
            </a:pPr>
            <a:r>
              <a:rPr lang="es-419" sz="700" kern="0" spc="150" noProof="0" dirty="0">
                <a:solidFill>
                  <a:srgbClr val="8FAECB"/>
                </a:solidFill>
                <a:latin typeface="Montserrat" pitchFamily="34" charset="0"/>
                <a:ea typeface="Montserrat" pitchFamily="34" charset="-122"/>
                <a:cs typeface="Montserrat" pitchFamily="34" charset="-120"/>
              </a:rPr>
              <a:t>COORDINACIÓN DE OBRAS Y MANTENIMIENTO RCMA</a:t>
            </a:r>
            <a:endParaRPr lang="es-419" sz="700" noProof="0" dirty="0"/>
          </a:p>
        </p:txBody>
      </p:sp>
      <p:sp>
        <p:nvSpPr>
          <p:cNvPr id="34" name="Shape 28">
            <a:extLst>
              <a:ext uri="{FF2B5EF4-FFF2-40B4-BE49-F238E27FC236}">
                <a16:creationId xmlns:a16="http://schemas.microsoft.com/office/drawing/2014/main" id="{B6232658-838D-D39A-BB18-E07E0977CE4F}"/>
              </a:ext>
            </a:extLst>
          </p:cNvPr>
          <p:cNvSpPr/>
          <p:nvPr/>
        </p:nvSpPr>
        <p:spPr>
          <a:xfrm>
            <a:off x="5559552" y="4974336"/>
            <a:ext cx="5486" cy="100584"/>
          </a:xfrm>
          <a:prstGeom prst="rect">
            <a:avLst/>
          </a:prstGeom>
          <a:solidFill>
            <a:srgbClr val="8FAECB"/>
          </a:solidFill>
          <a:ln w="12700">
            <a:solidFill>
              <a:srgbClr val="8FAECB"/>
            </a:solidFill>
            <a:prstDash val="solid"/>
          </a:ln>
        </p:spPr>
        <p:txBody>
          <a:bodyPr/>
          <a:lstStyle/>
          <a:p>
            <a:endParaRPr lang="es-419" noProof="0" dirty="0"/>
          </a:p>
        </p:txBody>
      </p:sp>
      <p:sp>
        <p:nvSpPr>
          <p:cNvPr id="35" name="Text 29">
            <a:extLst>
              <a:ext uri="{FF2B5EF4-FFF2-40B4-BE49-F238E27FC236}">
                <a16:creationId xmlns:a16="http://schemas.microsoft.com/office/drawing/2014/main" id="{D5A67E4B-9A54-A181-0F37-4FABE208A06E}"/>
              </a:ext>
            </a:extLst>
          </p:cNvPr>
          <p:cNvSpPr/>
          <p:nvPr/>
        </p:nvSpPr>
        <p:spPr>
          <a:xfrm>
            <a:off x="5650992" y="4901184"/>
            <a:ext cx="2286000" cy="182880"/>
          </a:xfrm>
          <a:prstGeom prst="rect">
            <a:avLst/>
          </a:prstGeom>
          <a:noFill/>
          <a:ln/>
        </p:spPr>
        <p:txBody>
          <a:bodyPr wrap="square" lIns="0" tIns="0" rIns="0" bIns="0" rtlCol="0" anchor="ctr"/>
          <a:lstStyle/>
          <a:p>
            <a:pPr marL="0" indent="0">
              <a:buNone/>
            </a:pPr>
            <a:r>
              <a:rPr lang="es-419" sz="700" kern="0" spc="150" noProof="0" dirty="0">
                <a:solidFill>
                  <a:srgbClr val="8FAECB"/>
                </a:solidFill>
                <a:latin typeface="Montserrat" pitchFamily="34" charset="0"/>
                <a:ea typeface="Montserrat" pitchFamily="34" charset="-122"/>
                <a:cs typeface="Montserrat" pitchFamily="34" charset="-120"/>
              </a:rPr>
              <a:t>Mano Amiga</a:t>
            </a:r>
            <a:endParaRPr lang="es-419" sz="700" noProof="0" dirty="0"/>
          </a:p>
        </p:txBody>
      </p:sp>
      <p:sp>
        <p:nvSpPr>
          <p:cNvPr id="43" name="Forma libre: forma 42">
            <a:extLst>
              <a:ext uri="{FF2B5EF4-FFF2-40B4-BE49-F238E27FC236}">
                <a16:creationId xmlns:a16="http://schemas.microsoft.com/office/drawing/2014/main" id="{D310DA5E-B4DD-4202-1943-E3F8ABFD6A0F}"/>
              </a:ext>
            </a:extLst>
          </p:cNvPr>
          <p:cNvSpPr/>
          <p:nvPr/>
        </p:nvSpPr>
        <p:spPr>
          <a:xfrm>
            <a:off x="1596105" y="2222074"/>
            <a:ext cx="193086" cy="261624"/>
          </a:xfrm>
          <a:custGeom>
            <a:avLst/>
            <a:gdLst>
              <a:gd name="csX0" fmla="*/ 47363 w 193086"/>
              <a:gd name="csY0" fmla="*/ 258865 h 261624"/>
              <a:gd name="csX1" fmla="*/ 34066 w 193086"/>
              <a:gd name="csY1" fmla="*/ 253627 h 261624"/>
              <a:gd name="csX2" fmla="*/ 25677 w 193086"/>
              <a:gd name="csY2" fmla="*/ 249703 h 261624"/>
              <a:gd name="csX3" fmla="*/ 12838 w 193086"/>
              <a:gd name="csY3" fmla="*/ 237813 h 261624"/>
              <a:gd name="csX4" fmla="*/ 0 w 193086"/>
              <a:gd name="csY4" fmla="*/ 228023 h 261624"/>
              <a:gd name="csX5" fmla="*/ 10590 w 193086"/>
              <a:gd name="csY5" fmla="*/ 222007 h 261624"/>
              <a:gd name="csX6" fmla="*/ 24311 w 193086"/>
              <a:gd name="csY6" fmla="*/ 218591 h 261624"/>
              <a:gd name="csX7" fmla="*/ 30840 w 193086"/>
              <a:gd name="csY7" fmla="*/ 210994 h 261624"/>
              <a:gd name="csX8" fmla="*/ 34002 w 193086"/>
              <a:gd name="csY8" fmla="*/ 201034 h 261624"/>
              <a:gd name="csX9" fmla="*/ 34055 w 193086"/>
              <a:gd name="csY9" fmla="*/ 192894 h 261624"/>
              <a:gd name="csX10" fmla="*/ 33474 w 193086"/>
              <a:gd name="csY10" fmla="*/ 186352 h 261624"/>
              <a:gd name="csX11" fmla="*/ 36002 w 193086"/>
              <a:gd name="csY11" fmla="*/ 155255 h 261624"/>
              <a:gd name="csX12" fmla="*/ 40814 w 193086"/>
              <a:gd name="csY12" fmla="*/ 125721 h 261624"/>
              <a:gd name="csX13" fmla="*/ 52906 w 193086"/>
              <a:gd name="csY13" fmla="*/ 136226 h 261624"/>
              <a:gd name="csX14" fmla="*/ 67584 w 193086"/>
              <a:gd name="csY14" fmla="*/ 150557 h 261624"/>
              <a:gd name="csX15" fmla="*/ 85050 w 193086"/>
              <a:gd name="csY15" fmla="*/ 148575 h 261624"/>
              <a:gd name="csX16" fmla="*/ 92615 w 193086"/>
              <a:gd name="csY16" fmla="*/ 147623 h 261624"/>
              <a:gd name="csX17" fmla="*/ 103162 w 193086"/>
              <a:gd name="csY17" fmla="*/ 143713 h 261624"/>
              <a:gd name="csX18" fmla="*/ 110991 w 193086"/>
              <a:gd name="csY18" fmla="*/ 139409 h 261624"/>
              <a:gd name="csX19" fmla="*/ 118857 w 193086"/>
              <a:gd name="csY19" fmla="*/ 137039 h 261624"/>
              <a:gd name="csX20" fmla="*/ 114946 w 193086"/>
              <a:gd name="csY20" fmla="*/ 126979 h 261624"/>
              <a:gd name="csX21" fmla="*/ 104278 w 193086"/>
              <a:gd name="csY21" fmla="*/ 120558 h 261624"/>
              <a:gd name="csX22" fmla="*/ 100539 w 193086"/>
              <a:gd name="csY22" fmla="*/ 116814 h 261624"/>
              <a:gd name="csX23" fmla="*/ 87769 w 193086"/>
              <a:gd name="csY23" fmla="*/ 107211 h 261624"/>
              <a:gd name="csX24" fmla="*/ 75649 w 193086"/>
              <a:gd name="csY24" fmla="*/ 82459 h 261624"/>
              <a:gd name="csX25" fmla="*/ 81162 w 193086"/>
              <a:gd name="csY25" fmla="*/ 66581 h 261624"/>
              <a:gd name="csX26" fmla="*/ 76956 w 193086"/>
              <a:gd name="csY26" fmla="*/ 53086 h 261624"/>
              <a:gd name="csX27" fmla="*/ 74281 w 193086"/>
              <a:gd name="csY27" fmla="*/ 48335 h 261624"/>
              <a:gd name="csX28" fmla="*/ 98388 w 193086"/>
              <a:gd name="csY28" fmla="*/ 21931 h 261624"/>
              <a:gd name="csX29" fmla="*/ 99033 w 193086"/>
              <a:gd name="csY29" fmla="*/ 12782 h 261624"/>
              <a:gd name="csX30" fmla="*/ 112340 w 193086"/>
              <a:gd name="csY30" fmla="*/ 234 h 261624"/>
              <a:gd name="csX31" fmla="*/ 115367 w 193086"/>
              <a:gd name="csY31" fmla="*/ 7384 h 261624"/>
              <a:gd name="csX32" fmla="*/ 123019 w 193086"/>
              <a:gd name="csY32" fmla="*/ 18442 h 261624"/>
              <a:gd name="csX33" fmla="*/ 122268 w 193086"/>
              <a:gd name="csY33" fmla="*/ 30221 h 261624"/>
              <a:gd name="csX34" fmla="*/ 113949 w 193086"/>
              <a:gd name="csY34" fmla="*/ 45287 h 261624"/>
              <a:gd name="csX35" fmla="*/ 120402 w 193086"/>
              <a:gd name="csY35" fmla="*/ 65276 h 261624"/>
              <a:gd name="csX36" fmla="*/ 138506 w 193086"/>
              <a:gd name="csY36" fmla="*/ 64867 h 261624"/>
              <a:gd name="csX37" fmla="*/ 143345 w 193086"/>
              <a:gd name="csY37" fmla="*/ 58224 h 261624"/>
              <a:gd name="csX38" fmla="*/ 152274 w 193086"/>
              <a:gd name="csY38" fmla="*/ 62931 h 261624"/>
              <a:gd name="csX39" fmla="*/ 162130 w 193086"/>
              <a:gd name="csY39" fmla="*/ 68135 h 261624"/>
              <a:gd name="csX40" fmla="*/ 158059 w 193086"/>
              <a:gd name="csY40" fmla="*/ 75879 h 261624"/>
              <a:gd name="csX41" fmla="*/ 142387 w 193086"/>
              <a:gd name="csY41" fmla="*/ 123139 h 261624"/>
              <a:gd name="csX42" fmla="*/ 161574 w 193086"/>
              <a:gd name="csY42" fmla="*/ 140138 h 261624"/>
              <a:gd name="csX43" fmla="*/ 162505 w 193086"/>
              <a:gd name="csY43" fmla="*/ 150542 h 261624"/>
              <a:gd name="csX44" fmla="*/ 151065 w 193086"/>
              <a:gd name="csY44" fmla="*/ 162165 h 261624"/>
              <a:gd name="csX45" fmla="*/ 147000 w 193086"/>
              <a:gd name="csY45" fmla="*/ 176069 h 261624"/>
              <a:gd name="csX46" fmla="*/ 151074 w 193086"/>
              <a:gd name="csY46" fmla="*/ 198795 h 261624"/>
              <a:gd name="csX47" fmla="*/ 161382 w 193086"/>
              <a:gd name="csY47" fmla="*/ 209212 h 261624"/>
              <a:gd name="csX48" fmla="*/ 180801 w 193086"/>
              <a:gd name="csY48" fmla="*/ 215310 h 261624"/>
              <a:gd name="csX49" fmla="*/ 191062 w 193086"/>
              <a:gd name="csY49" fmla="*/ 220266 h 261624"/>
              <a:gd name="csX50" fmla="*/ 186266 w 193086"/>
              <a:gd name="csY50" fmla="*/ 234411 h 261624"/>
              <a:gd name="csX51" fmla="*/ 146648 w 193086"/>
              <a:gd name="csY51" fmla="*/ 241973 h 261624"/>
              <a:gd name="csX52" fmla="*/ 130308 w 193086"/>
              <a:gd name="csY52" fmla="*/ 244333 h 261624"/>
              <a:gd name="csX53" fmla="*/ 120069 w 193086"/>
              <a:gd name="csY53" fmla="*/ 230760 h 261624"/>
              <a:gd name="csX54" fmla="*/ 99204 w 193086"/>
              <a:gd name="csY54" fmla="*/ 236809 h 261624"/>
              <a:gd name="csX55" fmla="*/ 99051 w 193086"/>
              <a:gd name="csY55" fmla="*/ 250983 h 261624"/>
              <a:gd name="csX56" fmla="*/ 92202 w 193086"/>
              <a:gd name="csY56" fmla="*/ 257021 h 261624"/>
              <a:gd name="csX57" fmla="*/ 61602 w 193086"/>
              <a:gd name="csY57" fmla="*/ 257374 h 261624"/>
              <a:gd name="csX58" fmla="*/ 47363 w 193086"/>
              <a:gd name="csY58" fmla="*/ 258865 h 2616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Lst>
            <a:rect l="l" t="t" r="r" b="b"/>
            <a:pathLst>
              <a:path w="193086" h="261624">
                <a:moveTo>
                  <a:pt x="47363" y="258865"/>
                </a:moveTo>
                <a:cubicBezTo>
                  <a:pt x="44664" y="256988"/>
                  <a:pt x="38681" y="254631"/>
                  <a:pt x="34066" y="253627"/>
                </a:cubicBezTo>
                <a:cubicBezTo>
                  <a:pt x="29452" y="252623"/>
                  <a:pt x="25677" y="250857"/>
                  <a:pt x="25677" y="249703"/>
                </a:cubicBezTo>
                <a:cubicBezTo>
                  <a:pt x="25677" y="248548"/>
                  <a:pt x="19899" y="243198"/>
                  <a:pt x="12838" y="237813"/>
                </a:cubicBezTo>
                <a:lnTo>
                  <a:pt x="0" y="228023"/>
                </a:lnTo>
                <a:lnTo>
                  <a:pt x="10590" y="222007"/>
                </a:lnTo>
                <a:cubicBezTo>
                  <a:pt x="17972" y="217814"/>
                  <a:pt x="22129" y="216779"/>
                  <a:pt x="24311" y="218591"/>
                </a:cubicBezTo>
                <a:cubicBezTo>
                  <a:pt x="28477" y="222048"/>
                  <a:pt x="30840" y="219299"/>
                  <a:pt x="30840" y="210994"/>
                </a:cubicBezTo>
                <a:cubicBezTo>
                  <a:pt x="30840" y="207256"/>
                  <a:pt x="32263" y="202774"/>
                  <a:pt x="34002" y="201034"/>
                </a:cubicBezTo>
                <a:cubicBezTo>
                  <a:pt x="36474" y="198562"/>
                  <a:pt x="36486" y="196787"/>
                  <a:pt x="34055" y="192894"/>
                </a:cubicBezTo>
                <a:cubicBezTo>
                  <a:pt x="32093" y="189753"/>
                  <a:pt x="31879" y="187338"/>
                  <a:pt x="33474" y="186352"/>
                </a:cubicBezTo>
                <a:cubicBezTo>
                  <a:pt x="34886" y="185479"/>
                  <a:pt x="36002" y="171748"/>
                  <a:pt x="36002" y="155255"/>
                </a:cubicBezTo>
                <a:cubicBezTo>
                  <a:pt x="36002" y="128160"/>
                  <a:pt x="36400" y="125721"/>
                  <a:pt x="40814" y="125721"/>
                </a:cubicBezTo>
                <a:cubicBezTo>
                  <a:pt x="43528" y="125721"/>
                  <a:pt x="48800" y="130301"/>
                  <a:pt x="52906" y="136226"/>
                </a:cubicBezTo>
                <a:cubicBezTo>
                  <a:pt x="56911" y="142004"/>
                  <a:pt x="63516" y="148453"/>
                  <a:pt x="67584" y="150557"/>
                </a:cubicBezTo>
                <a:cubicBezTo>
                  <a:pt x="75108" y="154448"/>
                  <a:pt x="85050" y="153319"/>
                  <a:pt x="85050" y="148575"/>
                </a:cubicBezTo>
                <a:cubicBezTo>
                  <a:pt x="85050" y="147029"/>
                  <a:pt x="88138" y="146640"/>
                  <a:pt x="92615" y="147623"/>
                </a:cubicBezTo>
                <a:cubicBezTo>
                  <a:pt x="98706" y="148961"/>
                  <a:pt x="100761" y="148199"/>
                  <a:pt x="103162" y="143713"/>
                </a:cubicBezTo>
                <a:cubicBezTo>
                  <a:pt x="105115" y="140063"/>
                  <a:pt x="107816" y="138578"/>
                  <a:pt x="110991" y="139409"/>
                </a:cubicBezTo>
                <a:cubicBezTo>
                  <a:pt x="113656" y="140106"/>
                  <a:pt x="117196" y="139039"/>
                  <a:pt x="118857" y="137039"/>
                </a:cubicBezTo>
                <a:cubicBezTo>
                  <a:pt x="121254" y="134150"/>
                  <a:pt x="120449" y="132080"/>
                  <a:pt x="114946" y="126979"/>
                </a:cubicBezTo>
                <a:cubicBezTo>
                  <a:pt x="111135" y="123448"/>
                  <a:pt x="106335" y="120558"/>
                  <a:pt x="104278" y="120558"/>
                </a:cubicBezTo>
                <a:cubicBezTo>
                  <a:pt x="102221" y="120558"/>
                  <a:pt x="100539" y="118873"/>
                  <a:pt x="100539" y="116814"/>
                </a:cubicBezTo>
                <a:cubicBezTo>
                  <a:pt x="100539" y="114754"/>
                  <a:pt x="94792" y="110433"/>
                  <a:pt x="87769" y="107211"/>
                </a:cubicBezTo>
                <a:cubicBezTo>
                  <a:pt x="73337" y="100591"/>
                  <a:pt x="69935" y="93642"/>
                  <a:pt x="75649" y="82459"/>
                </a:cubicBezTo>
                <a:cubicBezTo>
                  <a:pt x="77638" y="78567"/>
                  <a:pt x="80119" y="71422"/>
                  <a:pt x="81162" y="66581"/>
                </a:cubicBezTo>
                <a:cubicBezTo>
                  <a:pt x="82769" y="59128"/>
                  <a:pt x="82125" y="57061"/>
                  <a:pt x="76956" y="53086"/>
                </a:cubicBezTo>
                <a:cubicBezTo>
                  <a:pt x="73561" y="50475"/>
                  <a:pt x="72374" y="48366"/>
                  <a:pt x="74281" y="48335"/>
                </a:cubicBezTo>
                <a:cubicBezTo>
                  <a:pt x="79014" y="48255"/>
                  <a:pt x="97860" y="27614"/>
                  <a:pt x="98388" y="21931"/>
                </a:cubicBezTo>
                <a:cubicBezTo>
                  <a:pt x="98624" y="19384"/>
                  <a:pt x="98915" y="15267"/>
                  <a:pt x="99033" y="12782"/>
                </a:cubicBezTo>
                <a:cubicBezTo>
                  <a:pt x="99328" y="6580"/>
                  <a:pt x="107875" y="-1480"/>
                  <a:pt x="112340" y="234"/>
                </a:cubicBezTo>
                <a:cubicBezTo>
                  <a:pt x="114351" y="1006"/>
                  <a:pt x="115714" y="4223"/>
                  <a:pt x="115367" y="7384"/>
                </a:cubicBezTo>
                <a:cubicBezTo>
                  <a:pt x="114925" y="11414"/>
                  <a:pt x="117211" y="14717"/>
                  <a:pt x="123019" y="18442"/>
                </a:cubicBezTo>
                <a:cubicBezTo>
                  <a:pt x="132830" y="24734"/>
                  <a:pt x="132594" y="28432"/>
                  <a:pt x="122268" y="30221"/>
                </a:cubicBezTo>
                <a:cubicBezTo>
                  <a:pt x="115180" y="31449"/>
                  <a:pt x="114690" y="32336"/>
                  <a:pt x="113949" y="45287"/>
                </a:cubicBezTo>
                <a:cubicBezTo>
                  <a:pt x="113241" y="57646"/>
                  <a:pt x="113899" y="59682"/>
                  <a:pt x="120402" y="65276"/>
                </a:cubicBezTo>
                <a:cubicBezTo>
                  <a:pt x="129577" y="73166"/>
                  <a:pt x="132509" y="73100"/>
                  <a:pt x="138506" y="64867"/>
                </a:cubicBezTo>
                <a:lnTo>
                  <a:pt x="143345" y="58224"/>
                </a:lnTo>
                <a:lnTo>
                  <a:pt x="152274" y="62931"/>
                </a:lnTo>
                <a:cubicBezTo>
                  <a:pt x="157185" y="65520"/>
                  <a:pt x="161620" y="67861"/>
                  <a:pt x="162130" y="68135"/>
                </a:cubicBezTo>
                <a:cubicBezTo>
                  <a:pt x="162640" y="68408"/>
                  <a:pt x="160808" y="71893"/>
                  <a:pt x="158059" y="75879"/>
                </a:cubicBezTo>
                <a:cubicBezTo>
                  <a:pt x="151713" y="85081"/>
                  <a:pt x="141902" y="114664"/>
                  <a:pt x="142387" y="123139"/>
                </a:cubicBezTo>
                <a:cubicBezTo>
                  <a:pt x="142935" y="132744"/>
                  <a:pt x="146254" y="135684"/>
                  <a:pt x="161574" y="140138"/>
                </a:cubicBezTo>
                <a:cubicBezTo>
                  <a:pt x="177125" y="144659"/>
                  <a:pt x="177438" y="148154"/>
                  <a:pt x="162505" y="150542"/>
                </a:cubicBezTo>
                <a:cubicBezTo>
                  <a:pt x="152866" y="152083"/>
                  <a:pt x="147932" y="157096"/>
                  <a:pt x="151065" y="162165"/>
                </a:cubicBezTo>
                <a:cubicBezTo>
                  <a:pt x="151887" y="163495"/>
                  <a:pt x="150058" y="169752"/>
                  <a:pt x="147000" y="176069"/>
                </a:cubicBezTo>
                <a:cubicBezTo>
                  <a:pt x="140040" y="190447"/>
                  <a:pt x="141019" y="195911"/>
                  <a:pt x="151074" y="198795"/>
                </a:cubicBezTo>
                <a:cubicBezTo>
                  <a:pt x="156834" y="200447"/>
                  <a:pt x="159631" y="203274"/>
                  <a:pt x="161382" y="209212"/>
                </a:cubicBezTo>
                <a:cubicBezTo>
                  <a:pt x="163891" y="217725"/>
                  <a:pt x="167253" y="218781"/>
                  <a:pt x="180801" y="215310"/>
                </a:cubicBezTo>
                <a:cubicBezTo>
                  <a:pt x="186270" y="213909"/>
                  <a:pt x="188145" y="214815"/>
                  <a:pt x="191062" y="220266"/>
                </a:cubicBezTo>
                <a:cubicBezTo>
                  <a:pt x="194411" y="226524"/>
                  <a:pt x="194115" y="227399"/>
                  <a:pt x="186266" y="234411"/>
                </a:cubicBezTo>
                <a:cubicBezTo>
                  <a:pt x="177581" y="242171"/>
                  <a:pt x="173505" y="242950"/>
                  <a:pt x="146648" y="241973"/>
                </a:cubicBezTo>
                <a:cubicBezTo>
                  <a:pt x="138138" y="241664"/>
                  <a:pt x="131353" y="242644"/>
                  <a:pt x="130308" y="244333"/>
                </a:cubicBezTo>
                <a:cubicBezTo>
                  <a:pt x="127797" y="248397"/>
                  <a:pt x="118188" y="235660"/>
                  <a:pt x="120069" y="230760"/>
                </a:cubicBezTo>
                <a:cubicBezTo>
                  <a:pt x="124398" y="219478"/>
                  <a:pt x="105303" y="225013"/>
                  <a:pt x="99204" y="236809"/>
                </a:cubicBezTo>
                <a:cubicBezTo>
                  <a:pt x="95428" y="244110"/>
                  <a:pt x="95414" y="245432"/>
                  <a:pt x="99051" y="250983"/>
                </a:cubicBezTo>
                <a:cubicBezTo>
                  <a:pt x="103916" y="258408"/>
                  <a:pt x="100434" y="261478"/>
                  <a:pt x="92202" y="257021"/>
                </a:cubicBezTo>
                <a:cubicBezTo>
                  <a:pt x="83927" y="252540"/>
                  <a:pt x="66492" y="252742"/>
                  <a:pt x="61602" y="257374"/>
                </a:cubicBezTo>
                <a:cubicBezTo>
                  <a:pt x="56090" y="262596"/>
                  <a:pt x="53167" y="262902"/>
                  <a:pt x="47363" y="258865"/>
                </a:cubicBezTo>
                <a:close/>
              </a:path>
            </a:pathLst>
          </a:custGeom>
          <a:solidFill>
            <a:srgbClr val="B9B9B9"/>
          </a:solidFill>
          <a:ln w="5163" cap="flat">
            <a:noFill/>
            <a:prstDash val="solid"/>
            <a:miter/>
          </a:ln>
        </p:spPr>
        <p:txBody>
          <a:bodyPr/>
          <a:lstStyle/>
          <a:p>
            <a:endParaRPr lang="es-419" noProof="0" dirty="0"/>
          </a:p>
        </p:txBody>
      </p:sp>
      <p:sp>
        <p:nvSpPr>
          <p:cNvPr id="44" name="Forma libre: forma 43">
            <a:extLst>
              <a:ext uri="{FF2B5EF4-FFF2-40B4-BE49-F238E27FC236}">
                <a16:creationId xmlns:a16="http://schemas.microsoft.com/office/drawing/2014/main" id="{D75B667A-EC87-D575-BE3A-2B7B280C7424}"/>
              </a:ext>
            </a:extLst>
          </p:cNvPr>
          <p:cNvSpPr/>
          <p:nvPr/>
        </p:nvSpPr>
        <p:spPr>
          <a:xfrm>
            <a:off x="1103504" y="2345749"/>
            <a:ext cx="95653" cy="64838"/>
          </a:xfrm>
          <a:custGeom>
            <a:avLst/>
            <a:gdLst>
              <a:gd name="csX0" fmla="*/ 71219 w 95653"/>
              <a:gd name="csY0" fmla="*/ 62506 h 64838"/>
              <a:gd name="csX1" fmla="*/ 62655 w 95653"/>
              <a:gd name="csY1" fmla="*/ 53685 h 64838"/>
              <a:gd name="csX2" fmla="*/ 57443 w 95653"/>
              <a:gd name="csY2" fmla="*/ 48511 h 64838"/>
              <a:gd name="csX3" fmla="*/ 51242 w 95653"/>
              <a:gd name="csY3" fmla="*/ 43994 h 64838"/>
              <a:gd name="csX4" fmla="*/ 48532 w 95653"/>
              <a:gd name="csY4" fmla="*/ 43994 h 64838"/>
              <a:gd name="csX5" fmla="*/ 36926 w 95653"/>
              <a:gd name="csY5" fmla="*/ 44510 h 64838"/>
              <a:gd name="csX6" fmla="*/ 28785 w 95653"/>
              <a:gd name="csY6" fmla="*/ 36765 h 64838"/>
              <a:gd name="csX7" fmla="*/ 27076 w 95653"/>
              <a:gd name="csY7" fmla="*/ 32629 h 64838"/>
              <a:gd name="csX8" fmla="*/ 11500 w 95653"/>
              <a:gd name="csY8" fmla="*/ 28262 h 64838"/>
              <a:gd name="csX9" fmla="*/ 1174 w 95653"/>
              <a:gd name="csY9" fmla="*/ 25068 h 64838"/>
              <a:gd name="csX10" fmla="*/ 31004 w 95653"/>
              <a:gd name="csY10" fmla="*/ 14820 h 64838"/>
              <a:gd name="csX11" fmla="*/ 49970 w 95653"/>
              <a:gd name="csY11" fmla="*/ 6499 h 64838"/>
              <a:gd name="csX12" fmla="*/ 60293 w 95653"/>
              <a:gd name="csY12" fmla="*/ 3207 h 64838"/>
              <a:gd name="csX13" fmla="*/ 79487 w 95653"/>
              <a:gd name="csY13" fmla="*/ 1724 h 64838"/>
              <a:gd name="csX14" fmla="*/ 95469 w 95653"/>
              <a:gd name="csY14" fmla="*/ 24677 h 64838"/>
              <a:gd name="csX15" fmla="*/ 92590 w 95653"/>
              <a:gd name="csY15" fmla="*/ 45837 h 64838"/>
              <a:gd name="csX16" fmla="*/ 88748 w 95653"/>
              <a:gd name="csY16" fmla="*/ 52688 h 64838"/>
              <a:gd name="csX17" fmla="*/ 82592 w 95653"/>
              <a:gd name="csY17" fmla="*/ 62155 h 64838"/>
              <a:gd name="csX18" fmla="*/ 71219 w 95653"/>
              <a:gd name="csY18" fmla="*/ 62506 h 648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95653" h="64838">
                <a:moveTo>
                  <a:pt x="71219" y="62506"/>
                </a:moveTo>
                <a:cubicBezTo>
                  <a:pt x="67412" y="60499"/>
                  <a:pt x="63558" y="56530"/>
                  <a:pt x="62655" y="53685"/>
                </a:cubicBezTo>
                <a:cubicBezTo>
                  <a:pt x="61752" y="50839"/>
                  <a:pt x="59407" y="48511"/>
                  <a:pt x="57443" y="48511"/>
                </a:cubicBezTo>
                <a:cubicBezTo>
                  <a:pt x="55480" y="48511"/>
                  <a:pt x="52689" y="46478"/>
                  <a:pt x="51242" y="43994"/>
                </a:cubicBezTo>
                <a:cubicBezTo>
                  <a:pt x="48736" y="39691"/>
                  <a:pt x="48607" y="39691"/>
                  <a:pt x="48532" y="43994"/>
                </a:cubicBezTo>
                <a:cubicBezTo>
                  <a:pt x="48437" y="49469"/>
                  <a:pt x="48761" y="49455"/>
                  <a:pt x="36926" y="44510"/>
                </a:cubicBezTo>
                <a:cubicBezTo>
                  <a:pt x="30451" y="41804"/>
                  <a:pt x="27814" y="39296"/>
                  <a:pt x="28785" y="36765"/>
                </a:cubicBezTo>
                <a:cubicBezTo>
                  <a:pt x="29575" y="34707"/>
                  <a:pt x="28806" y="32846"/>
                  <a:pt x="27076" y="32629"/>
                </a:cubicBezTo>
                <a:cubicBezTo>
                  <a:pt x="21029" y="31874"/>
                  <a:pt x="18714" y="31225"/>
                  <a:pt x="11500" y="28262"/>
                </a:cubicBezTo>
                <a:cubicBezTo>
                  <a:pt x="7503" y="26621"/>
                  <a:pt x="2857" y="25183"/>
                  <a:pt x="1174" y="25068"/>
                </a:cubicBezTo>
                <a:cubicBezTo>
                  <a:pt x="-4949" y="24646"/>
                  <a:pt x="14045" y="18121"/>
                  <a:pt x="31004" y="14820"/>
                </a:cubicBezTo>
                <a:cubicBezTo>
                  <a:pt x="44060" y="12279"/>
                  <a:pt x="48794" y="10202"/>
                  <a:pt x="49970" y="6499"/>
                </a:cubicBezTo>
                <a:cubicBezTo>
                  <a:pt x="51256" y="2445"/>
                  <a:pt x="53098" y="1858"/>
                  <a:pt x="60293" y="3207"/>
                </a:cubicBezTo>
                <a:cubicBezTo>
                  <a:pt x="65110" y="4111"/>
                  <a:pt x="73747" y="3443"/>
                  <a:pt x="79487" y="1724"/>
                </a:cubicBezTo>
                <a:cubicBezTo>
                  <a:pt x="94315" y="-2719"/>
                  <a:pt x="96385" y="255"/>
                  <a:pt x="95469" y="24677"/>
                </a:cubicBezTo>
                <a:cubicBezTo>
                  <a:pt x="95060" y="35554"/>
                  <a:pt x="93765" y="45076"/>
                  <a:pt x="92590" y="45837"/>
                </a:cubicBezTo>
                <a:cubicBezTo>
                  <a:pt x="91414" y="46598"/>
                  <a:pt x="89686" y="49681"/>
                  <a:pt x="88748" y="52688"/>
                </a:cubicBezTo>
                <a:cubicBezTo>
                  <a:pt x="87811" y="55696"/>
                  <a:pt x="85041" y="59955"/>
                  <a:pt x="82592" y="62155"/>
                </a:cubicBezTo>
                <a:cubicBezTo>
                  <a:pt x="78702" y="65649"/>
                  <a:pt x="77268" y="65693"/>
                  <a:pt x="71219" y="62506"/>
                </a:cubicBezTo>
                <a:close/>
              </a:path>
            </a:pathLst>
          </a:custGeom>
          <a:solidFill>
            <a:srgbClr val="B9B9B9"/>
          </a:solidFill>
          <a:ln w="5163" cap="flat">
            <a:noFill/>
            <a:prstDash val="solid"/>
            <a:miter/>
          </a:ln>
        </p:spPr>
        <p:txBody>
          <a:bodyPr/>
          <a:lstStyle/>
          <a:p>
            <a:endParaRPr lang="es-419" noProof="0" dirty="0"/>
          </a:p>
        </p:txBody>
      </p:sp>
      <p:sp>
        <p:nvSpPr>
          <p:cNvPr id="45" name="Forma libre: forma 44">
            <a:extLst>
              <a:ext uri="{FF2B5EF4-FFF2-40B4-BE49-F238E27FC236}">
                <a16:creationId xmlns:a16="http://schemas.microsoft.com/office/drawing/2014/main" id="{7D84B5E4-B8F0-B9BE-AA7B-86301C2C24BF}"/>
              </a:ext>
            </a:extLst>
          </p:cNvPr>
          <p:cNvSpPr/>
          <p:nvPr/>
        </p:nvSpPr>
        <p:spPr>
          <a:xfrm>
            <a:off x="1015863" y="2030672"/>
            <a:ext cx="364335" cy="362024"/>
          </a:xfrm>
          <a:custGeom>
            <a:avLst/>
            <a:gdLst>
              <a:gd name="csX0" fmla="*/ 185142 w 364335"/>
              <a:gd name="csY0" fmla="*/ 358570 h 362024"/>
              <a:gd name="csX1" fmla="*/ 187621 w 364335"/>
              <a:gd name="csY1" fmla="*/ 340898 h 362024"/>
              <a:gd name="csX2" fmla="*/ 186283 w 364335"/>
              <a:gd name="csY2" fmla="*/ 320178 h 362024"/>
              <a:gd name="csX3" fmla="*/ 182466 w 364335"/>
              <a:gd name="csY3" fmla="*/ 312528 h 362024"/>
              <a:gd name="csX4" fmla="*/ 160064 w 364335"/>
              <a:gd name="csY4" fmla="*/ 313164 h 362024"/>
              <a:gd name="csX5" fmla="*/ 135394 w 364335"/>
              <a:gd name="csY5" fmla="*/ 318882 h 362024"/>
              <a:gd name="csX6" fmla="*/ 107653 w 364335"/>
              <a:gd name="csY6" fmla="*/ 328620 h 362024"/>
              <a:gd name="csX7" fmla="*/ 77975 w 364335"/>
              <a:gd name="csY7" fmla="*/ 329071 h 362024"/>
              <a:gd name="csX8" fmla="*/ 69734 w 364335"/>
              <a:gd name="csY8" fmla="*/ 324866 h 362024"/>
              <a:gd name="csX9" fmla="*/ 48325 w 364335"/>
              <a:gd name="csY9" fmla="*/ 303007 h 362024"/>
              <a:gd name="csX10" fmla="*/ 38186 w 364335"/>
              <a:gd name="csY10" fmla="*/ 292203 h 362024"/>
              <a:gd name="csX11" fmla="*/ 25184 w 364335"/>
              <a:gd name="csY11" fmla="*/ 273778 h 362024"/>
              <a:gd name="csX12" fmla="*/ 11540 w 364335"/>
              <a:gd name="csY12" fmla="*/ 253016 h 362024"/>
              <a:gd name="csX13" fmla="*/ 9603 w 364335"/>
              <a:gd name="csY13" fmla="*/ 246065 h 362024"/>
              <a:gd name="csX14" fmla="*/ 4075 w 364335"/>
              <a:gd name="csY14" fmla="*/ 230604 h 362024"/>
              <a:gd name="csX15" fmla="*/ 2870 w 364335"/>
              <a:gd name="csY15" fmla="*/ 216903 h 362024"/>
              <a:gd name="csX16" fmla="*/ 19099 w 364335"/>
              <a:gd name="csY16" fmla="*/ 209992 h 362024"/>
              <a:gd name="csX17" fmla="*/ 33857 w 364335"/>
              <a:gd name="csY17" fmla="*/ 202727 h 362024"/>
              <a:gd name="csX18" fmla="*/ 62323 w 364335"/>
              <a:gd name="csY18" fmla="*/ 175142 h 362024"/>
              <a:gd name="csX19" fmla="*/ 75732 w 364335"/>
              <a:gd name="csY19" fmla="*/ 169793 h 362024"/>
              <a:gd name="csX20" fmla="*/ 107485 w 364335"/>
              <a:gd name="csY20" fmla="*/ 178512 h 362024"/>
              <a:gd name="csX21" fmla="*/ 118888 w 364335"/>
              <a:gd name="csY21" fmla="*/ 188952 h 362024"/>
              <a:gd name="csX22" fmla="*/ 122369 w 364335"/>
              <a:gd name="csY22" fmla="*/ 177011 h 362024"/>
              <a:gd name="csX23" fmla="*/ 128391 w 364335"/>
              <a:gd name="csY23" fmla="*/ 163500 h 362024"/>
              <a:gd name="csX24" fmla="*/ 127169 w 364335"/>
              <a:gd name="csY24" fmla="*/ 147778 h 362024"/>
              <a:gd name="csX25" fmla="*/ 130389 w 364335"/>
              <a:gd name="csY25" fmla="*/ 138750 h 362024"/>
              <a:gd name="csX26" fmla="*/ 147714 w 364335"/>
              <a:gd name="csY26" fmla="*/ 129037 h 362024"/>
              <a:gd name="csX27" fmla="*/ 142395 w 364335"/>
              <a:gd name="csY27" fmla="*/ 116273 h 362024"/>
              <a:gd name="csX28" fmla="*/ 138322 w 364335"/>
              <a:gd name="csY28" fmla="*/ 100445 h 362024"/>
              <a:gd name="csX29" fmla="*/ 132219 w 364335"/>
              <a:gd name="csY29" fmla="*/ 77384 h 362024"/>
              <a:gd name="csX30" fmla="*/ 123182 w 364335"/>
              <a:gd name="csY30" fmla="*/ 67380 h 362024"/>
              <a:gd name="csX31" fmla="*/ 127316 w 364335"/>
              <a:gd name="csY31" fmla="*/ 49072 h 362024"/>
              <a:gd name="csX32" fmla="*/ 149002 w 364335"/>
              <a:gd name="csY32" fmla="*/ 26791 h 362024"/>
              <a:gd name="csX33" fmla="*/ 156308 w 364335"/>
              <a:gd name="csY33" fmla="*/ 19245 h 362024"/>
              <a:gd name="csX34" fmla="*/ 153995 w 364335"/>
              <a:gd name="csY34" fmla="*/ 9825 h 362024"/>
              <a:gd name="csX35" fmla="*/ 161050 w 364335"/>
              <a:gd name="csY35" fmla="*/ 76 h 362024"/>
              <a:gd name="csX36" fmla="*/ 166583 w 364335"/>
              <a:gd name="csY36" fmla="*/ 7348 h 362024"/>
              <a:gd name="csX37" fmla="*/ 154998 w 364335"/>
              <a:gd name="csY37" fmla="*/ 39300 h 362024"/>
              <a:gd name="csX38" fmla="*/ 157050 w 364335"/>
              <a:gd name="csY38" fmla="*/ 45546 h 362024"/>
              <a:gd name="csX39" fmla="*/ 169737 w 364335"/>
              <a:gd name="csY39" fmla="*/ 24492 h 362024"/>
              <a:gd name="csX40" fmla="*/ 176182 w 364335"/>
              <a:gd name="csY40" fmla="*/ 20317 h 362024"/>
              <a:gd name="csX41" fmla="*/ 177678 w 364335"/>
              <a:gd name="csY41" fmla="*/ 26406 h 362024"/>
              <a:gd name="csX42" fmla="*/ 173510 w 364335"/>
              <a:gd name="csY42" fmla="*/ 43871 h 362024"/>
              <a:gd name="csX43" fmla="*/ 171706 w 364335"/>
              <a:gd name="csY43" fmla="*/ 58451 h 362024"/>
              <a:gd name="csX44" fmla="*/ 179820 w 364335"/>
              <a:gd name="csY44" fmla="*/ 60233 h 362024"/>
              <a:gd name="csX45" fmla="*/ 195468 w 364335"/>
              <a:gd name="csY45" fmla="*/ 47665 h 362024"/>
              <a:gd name="csX46" fmla="*/ 212893 w 364335"/>
              <a:gd name="csY46" fmla="*/ 36256 h 362024"/>
              <a:gd name="csX47" fmla="*/ 215787 w 364335"/>
              <a:gd name="csY47" fmla="*/ 59322 h 362024"/>
              <a:gd name="csX48" fmla="*/ 202515 w 364335"/>
              <a:gd name="csY48" fmla="*/ 73785 h 362024"/>
              <a:gd name="csX49" fmla="*/ 193598 w 364335"/>
              <a:gd name="csY49" fmla="*/ 76402 h 362024"/>
              <a:gd name="csX50" fmla="*/ 196544 w 364335"/>
              <a:gd name="csY50" fmla="*/ 79629 h 362024"/>
              <a:gd name="csX51" fmla="*/ 200631 w 364335"/>
              <a:gd name="csY51" fmla="*/ 82161 h 362024"/>
              <a:gd name="csX52" fmla="*/ 183851 w 364335"/>
              <a:gd name="csY52" fmla="*/ 86694 h 362024"/>
              <a:gd name="csX53" fmla="*/ 179447 w 364335"/>
              <a:gd name="csY53" fmla="*/ 90600 h 362024"/>
              <a:gd name="csX54" fmla="*/ 177337 w 364335"/>
              <a:gd name="csY54" fmla="*/ 95117 h 362024"/>
              <a:gd name="csX55" fmla="*/ 175970 w 364335"/>
              <a:gd name="csY55" fmla="*/ 99847 h 362024"/>
              <a:gd name="csX56" fmla="*/ 172279 w 364335"/>
              <a:gd name="csY56" fmla="*/ 109275 h 362024"/>
              <a:gd name="csX57" fmla="*/ 162736 w 364335"/>
              <a:gd name="csY57" fmla="*/ 127778 h 362024"/>
              <a:gd name="csX58" fmla="*/ 154984 w 364335"/>
              <a:gd name="csY58" fmla="*/ 141584 h 362024"/>
              <a:gd name="csX59" fmla="*/ 157382 w 364335"/>
              <a:gd name="csY59" fmla="*/ 150820 h 362024"/>
              <a:gd name="csX60" fmla="*/ 166003 w 364335"/>
              <a:gd name="csY60" fmla="*/ 156522 h 362024"/>
              <a:gd name="csX61" fmla="*/ 178921 w 364335"/>
              <a:gd name="csY61" fmla="*/ 158229 h 362024"/>
              <a:gd name="csX62" fmla="*/ 200631 w 364335"/>
              <a:gd name="csY62" fmla="*/ 155851 h 362024"/>
              <a:gd name="csX63" fmla="*/ 253127 w 364335"/>
              <a:gd name="csY63" fmla="*/ 145110 h 362024"/>
              <a:gd name="csX64" fmla="*/ 260004 w 364335"/>
              <a:gd name="csY64" fmla="*/ 117060 h 362024"/>
              <a:gd name="csX65" fmla="*/ 261186 w 364335"/>
              <a:gd name="csY65" fmla="*/ 105023 h 362024"/>
              <a:gd name="csX66" fmla="*/ 280779 w 364335"/>
              <a:gd name="csY66" fmla="*/ 107831 h 362024"/>
              <a:gd name="csX67" fmla="*/ 316123 w 364335"/>
              <a:gd name="csY67" fmla="*/ 101238 h 362024"/>
              <a:gd name="csX68" fmla="*/ 332436 w 364335"/>
              <a:gd name="csY68" fmla="*/ 86525 h 362024"/>
              <a:gd name="csX69" fmla="*/ 340656 w 364335"/>
              <a:gd name="csY69" fmla="*/ 79224 h 362024"/>
              <a:gd name="csX70" fmla="*/ 348855 w 364335"/>
              <a:gd name="csY70" fmla="*/ 87171 h 362024"/>
              <a:gd name="csX71" fmla="*/ 361269 w 364335"/>
              <a:gd name="csY71" fmla="*/ 95117 h 362024"/>
              <a:gd name="csX72" fmla="*/ 363171 w 364335"/>
              <a:gd name="csY72" fmla="*/ 103178 h 362024"/>
              <a:gd name="csX73" fmla="*/ 356290 w 364335"/>
              <a:gd name="csY73" fmla="*/ 118022 h 362024"/>
              <a:gd name="csX74" fmla="*/ 352528 w 364335"/>
              <a:gd name="csY74" fmla="*/ 135380 h 362024"/>
              <a:gd name="csX75" fmla="*/ 345616 w 364335"/>
              <a:gd name="csY75" fmla="*/ 149152 h 362024"/>
              <a:gd name="csX76" fmla="*/ 336399 w 364335"/>
              <a:gd name="csY76" fmla="*/ 158318 h 362024"/>
              <a:gd name="csX77" fmla="*/ 325505 w 364335"/>
              <a:gd name="csY77" fmla="*/ 175523 h 362024"/>
              <a:gd name="csX78" fmla="*/ 315430 w 364335"/>
              <a:gd name="csY78" fmla="*/ 204352 h 362024"/>
              <a:gd name="csX79" fmla="*/ 313994 w 364335"/>
              <a:gd name="csY79" fmla="*/ 218773 h 362024"/>
              <a:gd name="csX80" fmla="*/ 296375 w 364335"/>
              <a:gd name="csY80" fmla="*/ 228175 h 362024"/>
              <a:gd name="csX81" fmla="*/ 265231 w 364335"/>
              <a:gd name="csY81" fmla="*/ 238311 h 362024"/>
              <a:gd name="csX82" fmla="*/ 244951 w 364335"/>
              <a:gd name="csY82" fmla="*/ 244768 h 362024"/>
              <a:gd name="csX83" fmla="*/ 219261 w 364335"/>
              <a:gd name="csY83" fmla="*/ 258588 h 362024"/>
              <a:gd name="csX84" fmla="*/ 224662 w 364335"/>
              <a:gd name="csY84" fmla="*/ 270643 h 362024"/>
              <a:gd name="csX85" fmla="*/ 242353 w 364335"/>
              <a:gd name="csY85" fmla="*/ 274944 h 362024"/>
              <a:gd name="csX86" fmla="*/ 251900 w 364335"/>
              <a:gd name="csY86" fmla="*/ 285801 h 362024"/>
              <a:gd name="csX87" fmla="*/ 252381 w 364335"/>
              <a:gd name="csY87" fmla="*/ 304719 h 362024"/>
              <a:gd name="csX88" fmla="*/ 261267 w 364335"/>
              <a:gd name="csY88" fmla="*/ 315608 h 362024"/>
              <a:gd name="csX89" fmla="*/ 268876 w 364335"/>
              <a:gd name="csY89" fmla="*/ 316858 h 362024"/>
              <a:gd name="csX90" fmla="*/ 252027 w 364335"/>
              <a:gd name="csY90" fmla="*/ 336142 h 362024"/>
              <a:gd name="csX91" fmla="*/ 230251 w 364335"/>
              <a:gd name="csY91" fmla="*/ 349333 h 362024"/>
              <a:gd name="csX92" fmla="*/ 209844 w 364335"/>
              <a:gd name="csY92" fmla="*/ 359530 h 362024"/>
              <a:gd name="csX93" fmla="*/ 194478 w 364335"/>
              <a:gd name="csY93" fmla="*/ 360594 h 362024"/>
              <a:gd name="csX94" fmla="*/ 185142 w 364335"/>
              <a:gd name="csY94" fmla="*/ 358570 h 362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364335" h="362024">
                <a:moveTo>
                  <a:pt x="185142" y="358570"/>
                </a:moveTo>
                <a:cubicBezTo>
                  <a:pt x="185142" y="356038"/>
                  <a:pt x="186257" y="348086"/>
                  <a:pt x="187621" y="340898"/>
                </a:cubicBezTo>
                <a:cubicBezTo>
                  <a:pt x="189559" y="330679"/>
                  <a:pt x="189267" y="326160"/>
                  <a:pt x="186283" y="320178"/>
                </a:cubicBezTo>
                <a:lnTo>
                  <a:pt x="182466" y="312528"/>
                </a:lnTo>
                <a:lnTo>
                  <a:pt x="160064" y="313164"/>
                </a:lnTo>
                <a:cubicBezTo>
                  <a:pt x="140617" y="313716"/>
                  <a:pt x="137363" y="314470"/>
                  <a:pt x="135394" y="318882"/>
                </a:cubicBezTo>
                <a:cubicBezTo>
                  <a:pt x="133601" y="322902"/>
                  <a:pt x="127800" y="324938"/>
                  <a:pt x="107653" y="328620"/>
                </a:cubicBezTo>
                <a:cubicBezTo>
                  <a:pt x="84116" y="332921"/>
                  <a:pt x="81860" y="332955"/>
                  <a:pt x="77975" y="329071"/>
                </a:cubicBezTo>
                <a:cubicBezTo>
                  <a:pt x="75663" y="326758"/>
                  <a:pt x="71954" y="324866"/>
                  <a:pt x="69734" y="324866"/>
                </a:cubicBezTo>
                <a:cubicBezTo>
                  <a:pt x="64790" y="324866"/>
                  <a:pt x="53564" y="313404"/>
                  <a:pt x="48325" y="303007"/>
                </a:cubicBezTo>
                <a:cubicBezTo>
                  <a:pt x="46195" y="298781"/>
                  <a:pt x="41633" y="293919"/>
                  <a:pt x="38186" y="292203"/>
                </a:cubicBezTo>
                <a:cubicBezTo>
                  <a:pt x="31831" y="289039"/>
                  <a:pt x="25350" y="279856"/>
                  <a:pt x="25184" y="273778"/>
                </a:cubicBezTo>
                <a:cubicBezTo>
                  <a:pt x="25085" y="270192"/>
                  <a:pt x="14730" y="254434"/>
                  <a:pt x="11540" y="253016"/>
                </a:cubicBezTo>
                <a:cubicBezTo>
                  <a:pt x="10475" y="252543"/>
                  <a:pt x="9603" y="249415"/>
                  <a:pt x="9603" y="246065"/>
                </a:cubicBezTo>
                <a:cubicBezTo>
                  <a:pt x="9603" y="242715"/>
                  <a:pt x="7116" y="235757"/>
                  <a:pt x="4075" y="230604"/>
                </a:cubicBezTo>
                <a:cubicBezTo>
                  <a:pt x="-1096" y="221839"/>
                  <a:pt x="-1174" y="220953"/>
                  <a:pt x="2870" y="216903"/>
                </a:cubicBezTo>
                <a:cubicBezTo>
                  <a:pt x="5247" y="214522"/>
                  <a:pt x="12551" y="211412"/>
                  <a:pt x="19099" y="209992"/>
                </a:cubicBezTo>
                <a:cubicBezTo>
                  <a:pt x="25650" y="208572"/>
                  <a:pt x="32288" y="205304"/>
                  <a:pt x="33857" y="202727"/>
                </a:cubicBezTo>
                <a:cubicBezTo>
                  <a:pt x="40254" y="192222"/>
                  <a:pt x="57879" y="175142"/>
                  <a:pt x="62323" y="175142"/>
                </a:cubicBezTo>
                <a:cubicBezTo>
                  <a:pt x="64938" y="175142"/>
                  <a:pt x="70972" y="172735"/>
                  <a:pt x="75732" y="169793"/>
                </a:cubicBezTo>
                <a:cubicBezTo>
                  <a:pt x="86563" y="163099"/>
                  <a:pt x="92402" y="164703"/>
                  <a:pt x="107485" y="178512"/>
                </a:cubicBezTo>
                <a:lnTo>
                  <a:pt x="118888" y="188952"/>
                </a:lnTo>
                <a:lnTo>
                  <a:pt x="122369" y="177011"/>
                </a:lnTo>
                <a:cubicBezTo>
                  <a:pt x="124284" y="170444"/>
                  <a:pt x="126994" y="164364"/>
                  <a:pt x="128391" y="163500"/>
                </a:cubicBezTo>
                <a:cubicBezTo>
                  <a:pt x="132170" y="161165"/>
                  <a:pt x="131464" y="152072"/>
                  <a:pt x="127169" y="147778"/>
                </a:cubicBezTo>
                <a:cubicBezTo>
                  <a:pt x="122214" y="142823"/>
                  <a:pt x="124785" y="135614"/>
                  <a:pt x="130389" y="138750"/>
                </a:cubicBezTo>
                <a:cubicBezTo>
                  <a:pt x="136409" y="142119"/>
                  <a:pt x="145744" y="136885"/>
                  <a:pt x="147714" y="129037"/>
                </a:cubicBezTo>
                <a:cubicBezTo>
                  <a:pt x="149051" y="123709"/>
                  <a:pt x="147940" y="121043"/>
                  <a:pt x="142395" y="116273"/>
                </a:cubicBezTo>
                <a:cubicBezTo>
                  <a:pt x="135828" y="110625"/>
                  <a:pt x="135571" y="109625"/>
                  <a:pt x="138322" y="100445"/>
                </a:cubicBezTo>
                <a:cubicBezTo>
                  <a:pt x="142194" y="87522"/>
                  <a:pt x="142531" y="88798"/>
                  <a:pt x="132219" y="77384"/>
                </a:cubicBezTo>
                <a:lnTo>
                  <a:pt x="123182" y="67380"/>
                </a:lnTo>
                <a:lnTo>
                  <a:pt x="127316" y="49072"/>
                </a:lnTo>
                <a:cubicBezTo>
                  <a:pt x="131667" y="29805"/>
                  <a:pt x="134422" y="26975"/>
                  <a:pt x="149002" y="26791"/>
                </a:cubicBezTo>
                <a:cubicBezTo>
                  <a:pt x="154177" y="26725"/>
                  <a:pt x="155624" y="25231"/>
                  <a:pt x="156308" y="19245"/>
                </a:cubicBezTo>
                <a:cubicBezTo>
                  <a:pt x="156776" y="15139"/>
                  <a:pt x="155736" y="10900"/>
                  <a:pt x="153995" y="9825"/>
                </a:cubicBezTo>
                <a:cubicBezTo>
                  <a:pt x="148346" y="6334"/>
                  <a:pt x="153520" y="-815"/>
                  <a:pt x="161050" y="76"/>
                </a:cubicBezTo>
                <a:cubicBezTo>
                  <a:pt x="168082" y="908"/>
                  <a:pt x="172982" y="7348"/>
                  <a:pt x="166583" y="7348"/>
                </a:cubicBezTo>
                <a:cubicBezTo>
                  <a:pt x="163388" y="7348"/>
                  <a:pt x="159114" y="19135"/>
                  <a:pt x="154998" y="39300"/>
                </a:cubicBezTo>
                <a:cubicBezTo>
                  <a:pt x="153853" y="44911"/>
                  <a:pt x="154355" y="46439"/>
                  <a:pt x="157050" y="45546"/>
                </a:cubicBezTo>
                <a:cubicBezTo>
                  <a:pt x="160851" y="44288"/>
                  <a:pt x="165520" y="36539"/>
                  <a:pt x="169737" y="24492"/>
                </a:cubicBezTo>
                <a:cubicBezTo>
                  <a:pt x="171898" y="18321"/>
                  <a:pt x="172952" y="17637"/>
                  <a:pt x="176182" y="20317"/>
                </a:cubicBezTo>
                <a:cubicBezTo>
                  <a:pt x="178636" y="22355"/>
                  <a:pt x="179182" y="24572"/>
                  <a:pt x="177678" y="26406"/>
                </a:cubicBezTo>
                <a:cubicBezTo>
                  <a:pt x="176378" y="27992"/>
                  <a:pt x="174502" y="35852"/>
                  <a:pt x="173510" y="43871"/>
                </a:cubicBezTo>
                <a:lnTo>
                  <a:pt x="171706" y="58451"/>
                </a:lnTo>
                <a:lnTo>
                  <a:pt x="179820" y="60233"/>
                </a:lnTo>
                <a:cubicBezTo>
                  <a:pt x="190172" y="62507"/>
                  <a:pt x="195468" y="58253"/>
                  <a:pt x="195468" y="47665"/>
                </a:cubicBezTo>
                <a:cubicBezTo>
                  <a:pt x="195468" y="37295"/>
                  <a:pt x="201609" y="33273"/>
                  <a:pt x="212893" y="36256"/>
                </a:cubicBezTo>
                <a:cubicBezTo>
                  <a:pt x="222809" y="38877"/>
                  <a:pt x="222920" y="39758"/>
                  <a:pt x="215787" y="59322"/>
                </a:cubicBezTo>
                <a:cubicBezTo>
                  <a:pt x="210635" y="73452"/>
                  <a:pt x="209804" y="74357"/>
                  <a:pt x="202515" y="73785"/>
                </a:cubicBezTo>
                <a:cubicBezTo>
                  <a:pt x="198132" y="73441"/>
                  <a:pt x="194241" y="74583"/>
                  <a:pt x="193598" y="76402"/>
                </a:cubicBezTo>
                <a:cubicBezTo>
                  <a:pt x="192970" y="78177"/>
                  <a:pt x="194295" y="79629"/>
                  <a:pt x="196544" y="79629"/>
                </a:cubicBezTo>
                <a:cubicBezTo>
                  <a:pt x="198791" y="79629"/>
                  <a:pt x="200631" y="80768"/>
                  <a:pt x="200631" y="82161"/>
                </a:cubicBezTo>
                <a:cubicBezTo>
                  <a:pt x="200631" y="85088"/>
                  <a:pt x="191380" y="87587"/>
                  <a:pt x="183851" y="86694"/>
                </a:cubicBezTo>
                <a:cubicBezTo>
                  <a:pt x="180197" y="86261"/>
                  <a:pt x="178910" y="87403"/>
                  <a:pt x="179447" y="90600"/>
                </a:cubicBezTo>
                <a:cubicBezTo>
                  <a:pt x="179864" y="93084"/>
                  <a:pt x="178915" y="95117"/>
                  <a:pt x="177337" y="95117"/>
                </a:cubicBezTo>
                <a:cubicBezTo>
                  <a:pt x="175731" y="95117"/>
                  <a:pt x="175129" y="97199"/>
                  <a:pt x="175970" y="99847"/>
                </a:cubicBezTo>
                <a:cubicBezTo>
                  <a:pt x="176899" y="102775"/>
                  <a:pt x="175493" y="106367"/>
                  <a:pt x="172279" y="109275"/>
                </a:cubicBezTo>
                <a:cubicBezTo>
                  <a:pt x="169424" y="111859"/>
                  <a:pt x="165130" y="120185"/>
                  <a:pt x="162736" y="127778"/>
                </a:cubicBezTo>
                <a:cubicBezTo>
                  <a:pt x="160343" y="135371"/>
                  <a:pt x="156854" y="141584"/>
                  <a:pt x="154984" y="141584"/>
                </a:cubicBezTo>
                <a:cubicBezTo>
                  <a:pt x="149300" y="141584"/>
                  <a:pt x="151188" y="148854"/>
                  <a:pt x="157382" y="150820"/>
                </a:cubicBezTo>
                <a:cubicBezTo>
                  <a:pt x="160571" y="151832"/>
                  <a:pt x="164451" y="154398"/>
                  <a:pt x="166003" y="156522"/>
                </a:cubicBezTo>
                <a:cubicBezTo>
                  <a:pt x="168191" y="159513"/>
                  <a:pt x="171101" y="159898"/>
                  <a:pt x="178921" y="158229"/>
                </a:cubicBezTo>
                <a:cubicBezTo>
                  <a:pt x="184472" y="157045"/>
                  <a:pt x="194242" y="155975"/>
                  <a:pt x="200631" y="155851"/>
                </a:cubicBezTo>
                <a:cubicBezTo>
                  <a:pt x="239506" y="155102"/>
                  <a:pt x="240586" y="154881"/>
                  <a:pt x="253127" y="145110"/>
                </a:cubicBezTo>
                <a:cubicBezTo>
                  <a:pt x="266671" y="134558"/>
                  <a:pt x="268972" y="125175"/>
                  <a:pt x="260004" y="117060"/>
                </a:cubicBezTo>
                <a:cubicBezTo>
                  <a:pt x="253254" y="110951"/>
                  <a:pt x="253492" y="108529"/>
                  <a:pt x="261186" y="105023"/>
                </a:cubicBezTo>
                <a:cubicBezTo>
                  <a:pt x="266361" y="102665"/>
                  <a:pt x="269974" y="103183"/>
                  <a:pt x="280779" y="107831"/>
                </a:cubicBezTo>
                <a:cubicBezTo>
                  <a:pt x="296129" y="114435"/>
                  <a:pt x="303140" y="113127"/>
                  <a:pt x="316123" y="101238"/>
                </a:cubicBezTo>
                <a:cubicBezTo>
                  <a:pt x="320574" y="97162"/>
                  <a:pt x="327915" y="90541"/>
                  <a:pt x="332436" y="86525"/>
                </a:cubicBezTo>
                <a:lnTo>
                  <a:pt x="340656" y="79224"/>
                </a:lnTo>
                <a:lnTo>
                  <a:pt x="348855" y="87171"/>
                </a:lnTo>
                <a:cubicBezTo>
                  <a:pt x="353365" y="91541"/>
                  <a:pt x="358951" y="95117"/>
                  <a:pt x="361269" y="95117"/>
                </a:cubicBezTo>
                <a:cubicBezTo>
                  <a:pt x="364761" y="95117"/>
                  <a:pt x="365087" y="96499"/>
                  <a:pt x="363171" y="103178"/>
                </a:cubicBezTo>
                <a:cubicBezTo>
                  <a:pt x="361900" y="107612"/>
                  <a:pt x="358803" y="114292"/>
                  <a:pt x="356290" y="118022"/>
                </a:cubicBezTo>
                <a:cubicBezTo>
                  <a:pt x="353286" y="122482"/>
                  <a:pt x="351997" y="128425"/>
                  <a:pt x="352528" y="135380"/>
                </a:cubicBezTo>
                <a:cubicBezTo>
                  <a:pt x="353262" y="145010"/>
                  <a:pt x="352644" y="146241"/>
                  <a:pt x="345616" y="149152"/>
                </a:cubicBezTo>
                <a:cubicBezTo>
                  <a:pt x="341239" y="150965"/>
                  <a:pt x="337248" y="154934"/>
                  <a:pt x="336399" y="158318"/>
                </a:cubicBezTo>
                <a:cubicBezTo>
                  <a:pt x="335575" y="161601"/>
                  <a:pt x="330673" y="169343"/>
                  <a:pt x="325505" y="175523"/>
                </a:cubicBezTo>
                <a:cubicBezTo>
                  <a:pt x="311850" y="191852"/>
                  <a:pt x="310247" y="196441"/>
                  <a:pt x="315430" y="204352"/>
                </a:cubicBezTo>
                <a:cubicBezTo>
                  <a:pt x="319567" y="210666"/>
                  <a:pt x="319502" y="211324"/>
                  <a:pt x="313994" y="218773"/>
                </a:cubicBezTo>
                <a:cubicBezTo>
                  <a:pt x="309522" y="224822"/>
                  <a:pt x="305556" y="226939"/>
                  <a:pt x="296375" y="228175"/>
                </a:cubicBezTo>
                <a:cubicBezTo>
                  <a:pt x="280209" y="230353"/>
                  <a:pt x="268738" y="234086"/>
                  <a:pt x="265231" y="238311"/>
                </a:cubicBezTo>
                <a:cubicBezTo>
                  <a:pt x="263619" y="240253"/>
                  <a:pt x="254493" y="243158"/>
                  <a:pt x="244951" y="244768"/>
                </a:cubicBezTo>
                <a:cubicBezTo>
                  <a:pt x="224827" y="248162"/>
                  <a:pt x="223542" y="248854"/>
                  <a:pt x="219261" y="258588"/>
                </a:cubicBezTo>
                <a:cubicBezTo>
                  <a:pt x="215450" y="267254"/>
                  <a:pt x="216976" y="270661"/>
                  <a:pt x="224662" y="270643"/>
                </a:cubicBezTo>
                <a:cubicBezTo>
                  <a:pt x="227772" y="270636"/>
                  <a:pt x="235733" y="272571"/>
                  <a:pt x="242353" y="274944"/>
                </a:cubicBezTo>
                <a:cubicBezTo>
                  <a:pt x="253677" y="279002"/>
                  <a:pt x="254241" y="279644"/>
                  <a:pt x="251900" y="285801"/>
                </a:cubicBezTo>
                <a:cubicBezTo>
                  <a:pt x="250237" y="290175"/>
                  <a:pt x="250396" y="296447"/>
                  <a:pt x="252381" y="304719"/>
                </a:cubicBezTo>
                <a:cubicBezTo>
                  <a:pt x="255038" y="315794"/>
                  <a:pt x="255971" y="316937"/>
                  <a:pt x="261267" y="315608"/>
                </a:cubicBezTo>
                <a:cubicBezTo>
                  <a:pt x="264522" y="314791"/>
                  <a:pt x="267946" y="315353"/>
                  <a:pt x="268876" y="316858"/>
                </a:cubicBezTo>
                <a:cubicBezTo>
                  <a:pt x="271618" y="321295"/>
                  <a:pt x="260047" y="334538"/>
                  <a:pt x="252027" y="336142"/>
                </a:cubicBezTo>
                <a:cubicBezTo>
                  <a:pt x="247958" y="336956"/>
                  <a:pt x="238159" y="342892"/>
                  <a:pt x="230251" y="349333"/>
                </a:cubicBezTo>
                <a:cubicBezTo>
                  <a:pt x="219279" y="358270"/>
                  <a:pt x="214445" y="360685"/>
                  <a:pt x="209844" y="359530"/>
                </a:cubicBezTo>
                <a:cubicBezTo>
                  <a:pt x="206527" y="358698"/>
                  <a:pt x="199613" y="359176"/>
                  <a:pt x="194478" y="360594"/>
                </a:cubicBezTo>
                <a:cubicBezTo>
                  <a:pt x="186278" y="362858"/>
                  <a:pt x="185142" y="362612"/>
                  <a:pt x="185142" y="358570"/>
                </a:cubicBezTo>
                <a:close/>
              </a:path>
            </a:pathLst>
          </a:custGeom>
          <a:solidFill>
            <a:srgbClr val="B9B9B9"/>
          </a:solidFill>
          <a:ln w="5163" cap="flat">
            <a:noFill/>
            <a:prstDash val="solid"/>
            <a:miter/>
          </a:ln>
        </p:spPr>
        <p:txBody>
          <a:bodyPr/>
          <a:lstStyle/>
          <a:p>
            <a:endParaRPr lang="es-419" noProof="0" dirty="0"/>
          </a:p>
        </p:txBody>
      </p:sp>
      <p:sp>
        <p:nvSpPr>
          <p:cNvPr id="46" name="Forma libre: forma 45">
            <a:extLst>
              <a:ext uri="{FF2B5EF4-FFF2-40B4-BE49-F238E27FC236}">
                <a16:creationId xmlns:a16="http://schemas.microsoft.com/office/drawing/2014/main" id="{23D469A9-378D-1DBB-7E9C-BB9318DAE0F3}"/>
              </a:ext>
            </a:extLst>
          </p:cNvPr>
          <p:cNvSpPr/>
          <p:nvPr/>
        </p:nvSpPr>
        <p:spPr>
          <a:xfrm>
            <a:off x="1331227" y="2128697"/>
            <a:ext cx="198884" cy="167193"/>
          </a:xfrm>
          <a:custGeom>
            <a:avLst/>
            <a:gdLst>
              <a:gd name="csX0" fmla="*/ 102761 w 198884"/>
              <a:gd name="csY0" fmla="*/ 161938 h 167193"/>
              <a:gd name="csX1" fmla="*/ 88269 w 198884"/>
              <a:gd name="csY1" fmla="*/ 157454 h 167193"/>
              <a:gd name="csX2" fmla="*/ 69481 w 198884"/>
              <a:gd name="csY2" fmla="*/ 161146 h 167193"/>
              <a:gd name="csX3" fmla="*/ 60039 w 198884"/>
              <a:gd name="csY3" fmla="*/ 160242 h 167193"/>
              <a:gd name="csX4" fmla="*/ 55236 w 198884"/>
              <a:gd name="csY4" fmla="*/ 148107 h 167193"/>
              <a:gd name="csX5" fmla="*/ 50480 w 198884"/>
              <a:gd name="csY5" fmla="*/ 138608 h 167193"/>
              <a:gd name="csX6" fmla="*/ 28907 w 198884"/>
              <a:gd name="csY6" fmla="*/ 140363 h 167193"/>
              <a:gd name="csX7" fmla="*/ 11289 w 198884"/>
              <a:gd name="csY7" fmla="*/ 137781 h 167193"/>
              <a:gd name="csX8" fmla="*/ 6827 w 198884"/>
              <a:gd name="csY8" fmla="*/ 131288 h 167193"/>
              <a:gd name="csX9" fmla="*/ 1775 w 198884"/>
              <a:gd name="csY9" fmla="*/ 129012 h 167193"/>
              <a:gd name="csX10" fmla="*/ 4158 w 198884"/>
              <a:gd name="csY10" fmla="*/ 118778 h 167193"/>
              <a:gd name="csX11" fmla="*/ 5752 w 198884"/>
              <a:gd name="csY11" fmla="*/ 106007 h 167193"/>
              <a:gd name="csX12" fmla="*/ 11789 w 198884"/>
              <a:gd name="csY12" fmla="*/ 81269 h 167193"/>
              <a:gd name="csX13" fmla="*/ 23630 w 198884"/>
              <a:gd name="csY13" fmla="*/ 62821 h 167193"/>
              <a:gd name="csX14" fmla="*/ 32410 w 198884"/>
              <a:gd name="csY14" fmla="*/ 53884 h 167193"/>
              <a:gd name="csX15" fmla="*/ 41084 w 198884"/>
              <a:gd name="csY15" fmla="*/ 33929 h 167193"/>
              <a:gd name="csX16" fmla="*/ 44790 w 198884"/>
              <a:gd name="csY16" fmla="*/ 21065 h 167193"/>
              <a:gd name="csX17" fmla="*/ 50866 w 198884"/>
              <a:gd name="csY17" fmla="*/ 7384 h 167193"/>
              <a:gd name="csX18" fmla="*/ 69085 w 198884"/>
              <a:gd name="csY18" fmla="*/ 3371 h 167193"/>
              <a:gd name="csX19" fmla="*/ 83968 w 198884"/>
              <a:gd name="csY19" fmla="*/ 7430 h 167193"/>
              <a:gd name="csX20" fmla="*/ 103250 w 198884"/>
              <a:gd name="csY20" fmla="*/ 16788 h 167193"/>
              <a:gd name="csX21" fmla="*/ 120904 w 198884"/>
              <a:gd name="csY21" fmla="*/ 28277 h 167193"/>
              <a:gd name="csX22" fmla="*/ 134887 w 198884"/>
              <a:gd name="csY22" fmla="*/ 23438 h 167193"/>
              <a:gd name="csX23" fmla="*/ 159058 w 198884"/>
              <a:gd name="csY23" fmla="*/ 20032 h 167193"/>
              <a:gd name="csX24" fmla="*/ 176483 w 198884"/>
              <a:gd name="csY24" fmla="*/ 28515 h 167193"/>
              <a:gd name="csX25" fmla="*/ 192460 w 198884"/>
              <a:gd name="csY25" fmla="*/ 37014 h 167193"/>
              <a:gd name="csX26" fmla="*/ 196332 w 198884"/>
              <a:gd name="csY26" fmla="*/ 44480 h 167193"/>
              <a:gd name="csX27" fmla="*/ 196153 w 198884"/>
              <a:gd name="csY27" fmla="*/ 52404 h 167193"/>
              <a:gd name="csX28" fmla="*/ 187288 w 198884"/>
              <a:gd name="csY28" fmla="*/ 53879 h 167193"/>
              <a:gd name="csX29" fmla="*/ 174390 w 198884"/>
              <a:gd name="csY29" fmla="*/ 56149 h 167193"/>
              <a:gd name="csX30" fmla="*/ 170518 w 198884"/>
              <a:gd name="csY30" fmla="*/ 64210 h 167193"/>
              <a:gd name="csX31" fmla="*/ 166645 w 198884"/>
              <a:gd name="csY31" fmla="*/ 72206 h 167193"/>
              <a:gd name="csX32" fmla="*/ 158901 w 198884"/>
              <a:gd name="csY32" fmla="*/ 75439 h 167193"/>
              <a:gd name="csX33" fmla="*/ 151157 w 198884"/>
              <a:gd name="csY33" fmla="*/ 76992 h 167193"/>
              <a:gd name="csX34" fmla="*/ 142182 w 198884"/>
              <a:gd name="csY34" fmla="*/ 79321 h 167193"/>
              <a:gd name="csX35" fmla="*/ 127056 w 198884"/>
              <a:gd name="csY35" fmla="*/ 97769 h 167193"/>
              <a:gd name="csX36" fmla="*/ 130544 w 198884"/>
              <a:gd name="csY36" fmla="*/ 109385 h 167193"/>
              <a:gd name="csX37" fmla="*/ 134269 w 198884"/>
              <a:gd name="csY37" fmla="*/ 120288 h 167193"/>
              <a:gd name="csX38" fmla="*/ 148765 w 198884"/>
              <a:gd name="csY38" fmla="*/ 140043 h 167193"/>
              <a:gd name="csX39" fmla="*/ 155377 w 198884"/>
              <a:gd name="csY39" fmla="*/ 157142 h 167193"/>
              <a:gd name="csX40" fmla="*/ 143045 w 198884"/>
              <a:gd name="csY40" fmla="*/ 162040 h 167193"/>
              <a:gd name="csX41" fmla="*/ 102761 w 198884"/>
              <a:gd name="csY41" fmla="*/ 161938 h 167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Lst>
            <a:rect l="l" t="t" r="r" b="b"/>
            <a:pathLst>
              <a:path w="198884" h="167193">
                <a:moveTo>
                  <a:pt x="102761" y="161938"/>
                </a:moveTo>
                <a:cubicBezTo>
                  <a:pt x="101767" y="158136"/>
                  <a:pt x="99022" y="157287"/>
                  <a:pt x="88269" y="157454"/>
                </a:cubicBezTo>
                <a:cubicBezTo>
                  <a:pt x="80973" y="157567"/>
                  <a:pt x="72518" y="159228"/>
                  <a:pt x="69481" y="161146"/>
                </a:cubicBezTo>
                <a:cubicBezTo>
                  <a:pt x="64710" y="164157"/>
                  <a:pt x="63423" y="164033"/>
                  <a:pt x="60039" y="160242"/>
                </a:cubicBezTo>
                <a:cubicBezTo>
                  <a:pt x="57884" y="157827"/>
                  <a:pt x="55723" y="152366"/>
                  <a:pt x="55236" y="148107"/>
                </a:cubicBezTo>
                <a:cubicBezTo>
                  <a:pt x="54750" y="143848"/>
                  <a:pt x="52610" y="139573"/>
                  <a:pt x="50480" y="138608"/>
                </a:cubicBezTo>
                <a:cubicBezTo>
                  <a:pt x="43634" y="135506"/>
                  <a:pt x="32890" y="136379"/>
                  <a:pt x="28907" y="140363"/>
                </a:cubicBezTo>
                <a:cubicBezTo>
                  <a:pt x="22942" y="146328"/>
                  <a:pt x="14628" y="145109"/>
                  <a:pt x="11289" y="137781"/>
                </a:cubicBezTo>
                <a:cubicBezTo>
                  <a:pt x="9671" y="134232"/>
                  <a:pt x="7664" y="131310"/>
                  <a:pt x="6827" y="131288"/>
                </a:cubicBezTo>
                <a:cubicBezTo>
                  <a:pt x="5990" y="131266"/>
                  <a:pt x="3716" y="130242"/>
                  <a:pt x="1775" y="129012"/>
                </a:cubicBezTo>
                <a:cubicBezTo>
                  <a:pt x="-1083" y="127202"/>
                  <a:pt x="-629" y="125253"/>
                  <a:pt x="4158" y="118778"/>
                </a:cubicBezTo>
                <a:cubicBezTo>
                  <a:pt x="9713" y="111264"/>
                  <a:pt x="9810" y="110491"/>
                  <a:pt x="5752" y="106007"/>
                </a:cubicBezTo>
                <a:cubicBezTo>
                  <a:pt x="-610" y="98977"/>
                  <a:pt x="325" y="95142"/>
                  <a:pt x="11789" y="81269"/>
                </a:cubicBezTo>
                <a:cubicBezTo>
                  <a:pt x="17485" y="74376"/>
                  <a:pt x="22814" y="66074"/>
                  <a:pt x="23630" y="62821"/>
                </a:cubicBezTo>
                <a:cubicBezTo>
                  <a:pt x="24447" y="59568"/>
                  <a:pt x="28398" y="55546"/>
                  <a:pt x="32410" y="53884"/>
                </a:cubicBezTo>
                <a:cubicBezTo>
                  <a:pt x="40181" y="50665"/>
                  <a:pt x="43478" y="43081"/>
                  <a:pt x="41084" y="33929"/>
                </a:cubicBezTo>
                <a:cubicBezTo>
                  <a:pt x="40186" y="30493"/>
                  <a:pt x="41619" y="25519"/>
                  <a:pt x="44790" y="21065"/>
                </a:cubicBezTo>
                <a:cubicBezTo>
                  <a:pt x="47634" y="17072"/>
                  <a:pt x="50368" y="10915"/>
                  <a:pt x="50866" y="7384"/>
                </a:cubicBezTo>
                <a:cubicBezTo>
                  <a:pt x="51978" y="-503"/>
                  <a:pt x="60785" y="-2442"/>
                  <a:pt x="69085" y="3371"/>
                </a:cubicBezTo>
                <a:cubicBezTo>
                  <a:pt x="72262" y="5597"/>
                  <a:pt x="78960" y="7424"/>
                  <a:pt x="83968" y="7430"/>
                </a:cubicBezTo>
                <a:cubicBezTo>
                  <a:pt x="90827" y="7440"/>
                  <a:pt x="95585" y="9748"/>
                  <a:pt x="103250" y="16788"/>
                </a:cubicBezTo>
                <a:cubicBezTo>
                  <a:pt x="108847" y="21927"/>
                  <a:pt x="116791" y="27098"/>
                  <a:pt x="120904" y="28277"/>
                </a:cubicBezTo>
                <a:cubicBezTo>
                  <a:pt x="127215" y="30087"/>
                  <a:pt x="129398" y="29332"/>
                  <a:pt x="134887" y="23438"/>
                </a:cubicBezTo>
                <a:cubicBezTo>
                  <a:pt x="142030" y="15767"/>
                  <a:pt x="156507" y="13727"/>
                  <a:pt x="159058" y="20032"/>
                </a:cubicBezTo>
                <a:cubicBezTo>
                  <a:pt x="159855" y="22000"/>
                  <a:pt x="167696" y="25818"/>
                  <a:pt x="176483" y="28515"/>
                </a:cubicBezTo>
                <a:cubicBezTo>
                  <a:pt x="186066" y="31457"/>
                  <a:pt x="192460" y="34858"/>
                  <a:pt x="192460" y="37014"/>
                </a:cubicBezTo>
                <a:cubicBezTo>
                  <a:pt x="192460" y="38991"/>
                  <a:pt x="194203" y="42351"/>
                  <a:pt x="196332" y="44480"/>
                </a:cubicBezTo>
                <a:cubicBezTo>
                  <a:pt x="199774" y="47922"/>
                  <a:pt x="199754" y="48803"/>
                  <a:pt x="196153" y="52404"/>
                </a:cubicBezTo>
                <a:cubicBezTo>
                  <a:pt x="193159" y="55398"/>
                  <a:pt x="190845" y="55783"/>
                  <a:pt x="187288" y="53879"/>
                </a:cubicBezTo>
                <a:cubicBezTo>
                  <a:pt x="179800" y="49872"/>
                  <a:pt x="174390" y="50824"/>
                  <a:pt x="174390" y="56149"/>
                </a:cubicBezTo>
                <a:cubicBezTo>
                  <a:pt x="174390" y="58815"/>
                  <a:pt x="172647" y="62442"/>
                  <a:pt x="170518" y="64210"/>
                </a:cubicBezTo>
                <a:cubicBezTo>
                  <a:pt x="168388" y="65977"/>
                  <a:pt x="166645" y="69575"/>
                  <a:pt x="166645" y="72206"/>
                </a:cubicBezTo>
                <a:cubicBezTo>
                  <a:pt x="166645" y="76143"/>
                  <a:pt x="165276" y="76714"/>
                  <a:pt x="158901" y="75439"/>
                </a:cubicBezTo>
                <a:cubicBezTo>
                  <a:pt x="153734" y="74406"/>
                  <a:pt x="151157" y="74922"/>
                  <a:pt x="151157" y="76992"/>
                </a:cubicBezTo>
                <a:cubicBezTo>
                  <a:pt x="151157" y="78961"/>
                  <a:pt x="147877" y="79812"/>
                  <a:pt x="142182" y="79321"/>
                </a:cubicBezTo>
                <a:cubicBezTo>
                  <a:pt x="130428" y="78308"/>
                  <a:pt x="124889" y="85064"/>
                  <a:pt x="127056" y="97769"/>
                </a:cubicBezTo>
                <a:cubicBezTo>
                  <a:pt x="127904" y="102738"/>
                  <a:pt x="129473" y="107965"/>
                  <a:pt x="130544" y="109385"/>
                </a:cubicBezTo>
                <a:cubicBezTo>
                  <a:pt x="131614" y="110805"/>
                  <a:pt x="133291" y="115711"/>
                  <a:pt x="134269" y="120288"/>
                </a:cubicBezTo>
                <a:cubicBezTo>
                  <a:pt x="135415" y="125645"/>
                  <a:pt x="140578" y="132682"/>
                  <a:pt x="148765" y="140043"/>
                </a:cubicBezTo>
                <a:cubicBezTo>
                  <a:pt x="162833" y="152691"/>
                  <a:pt x="164554" y="157142"/>
                  <a:pt x="155377" y="157142"/>
                </a:cubicBezTo>
                <a:cubicBezTo>
                  <a:pt x="152019" y="157142"/>
                  <a:pt x="146470" y="159346"/>
                  <a:pt x="143045" y="162040"/>
                </a:cubicBezTo>
                <a:cubicBezTo>
                  <a:pt x="134241" y="168966"/>
                  <a:pt x="104579" y="168891"/>
                  <a:pt x="102761" y="161938"/>
                </a:cubicBezTo>
                <a:close/>
              </a:path>
            </a:pathLst>
          </a:custGeom>
          <a:solidFill>
            <a:srgbClr val="B9B9B9"/>
          </a:solidFill>
          <a:ln w="5163" cap="flat">
            <a:noFill/>
            <a:prstDash val="solid"/>
            <a:miter/>
          </a:ln>
        </p:spPr>
        <p:txBody>
          <a:bodyPr/>
          <a:lstStyle/>
          <a:p>
            <a:endParaRPr lang="es-419" noProof="0" dirty="0"/>
          </a:p>
        </p:txBody>
      </p:sp>
      <p:sp>
        <p:nvSpPr>
          <p:cNvPr id="47" name="Forma libre: forma 46">
            <a:extLst>
              <a:ext uri="{FF2B5EF4-FFF2-40B4-BE49-F238E27FC236}">
                <a16:creationId xmlns:a16="http://schemas.microsoft.com/office/drawing/2014/main" id="{CC8F8060-F4AC-B45F-AD39-2E5C44A8E2D7}"/>
              </a:ext>
            </a:extLst>
          </p:cNvPr>
          <p:cNvSpPr/>
          <p:nvPr/>
        </p:nvSpPr>
        <p:spPr>
          <a:xfrm>
            <a:off x="1461542" y="2144566"/>
            <a:ext cx="129500" cy="144710"/>
          </a:xfrm>
          <a:custGeom>
            <a:avLst/>
            <a:gdLst>
              <a:gd name="csX0" fmla="*/ 39451 w 129500"/>
              <a:gd name="csY0" fmla="*/ 143362 h 144710"/>
              <a:gd name="csX1" fmla="*/ 36297 w 129500"/>
              <a:gd name="csY1" fmla="*/ 137530 h 144710"/>
              <a:gd name="csX2" fmla="*/ 22310 w 129500"/>
              <a:gd name="csY2" fmla="*/ 122582 h 144710"/>
              <a:gd name="csX3" fmla="*/ 6555 w 129500"/>
              <a:gd name="csY3" fmla="*/ 101930 h 144710"/>
              <a:gd name="csX4" fmla="*/ 2723 w 129500"/>
              <a:gd name="csY4" fmla="*/ 90935 h 144710"/>
              <a:gd name="csX5" fmla="*/ 1214 w 129500"/>
              <a:gd name="csY5" fmla="*/ 71343 h 144710"/>
              <a:gd name="csX6" fmla="*/ 12550 w 129500"/>
              <a:gd name="csY6" fmla="*/ 66880 h 144710"/>
              <a:gd name="csX7" fmla="*/ 22940 w 129500"/>
              <a:gd name="csY7" fmla="*/ 63986 h 144710"/>
              <a:gd name="csX8" fmla="*/ 31348 w 129500"/>
              <a:gd name="csY8" fmla="*/ 62963 h 144710"/>
              <a:gd name="csX9" fmla="*/ 38911 w 129500"/>
              <a:gd name="csY9" fmla="*/ 59306 h 144710"/>
              <a:gd name="csX10" fmla="*/ 42783 w 129500"/>
              <a:gd name="csY10" fmla="*/ 50923 h 144710"/>
              <a:gd name="csX11" fmla="*/ 46656 w 129500"/>
              <a:gd name="csY11" fmla="*/ 42586 h 144710"/>
              <a:gd name="csX12" fmla="*/ 51173 w 129500"/>
              <a:gd name="csY12" fmla="*/ 39323 h 144710"/>
              <a:gd name="csX13" fmla="*/ 69566 w 129500"/>
              <a:gd name="csY13" fmla="*/ 37767 h 144710"/>
              <a:gd name="csX14" fmla="*/ 69872 w 129500"/>
              <a:gd name="csY14" fmla="*/ 27120 h 144710"/>
              <a:gd name="csX15" fmla="*/ 67231 w 129500"/>
              <a:gd name="csY15" fmla="*/ 13692 h 144710"/>
              <a:gd name="csX16" fmla="*/ 69736 w 129500"/>
              <a:gd name="csY16" fmla="*/ 7102 h 144710"/>
              <a:gd name="csX17" fmla="*/ 81814 w 129500"/>
              <a:gd name="csY17" fmla="*/ 13524 h 144710"/>
              <a:gd name="csX18" fmla="*/ 100866 w 129500"/>
              <a:gd name="csY18" fmla="*/ 15068 h 144710"/>
              <a:gd name="csX19" fmla="*/ 113355 w 129500"/>
              <a:gd name="csY19" fmla="*/ 326 h 144710"/>
              <a:gd name="csX20" fmla="*/ 116355 w 129500"/>
              <a:gd name="csY20" fmla="*/ 6085 h 144710"/>
              <a:gd name="csX21" fmla="*/ 122928 w 129500"/>
              <a:gd name="csY21" fmla="*/ 21207 h 144710"/>
              <a:gd name="csX22" fmla="*/ 129501 w 129500"/>
              <a:gd name="csY22" fmla="*/ 32422 h 144710"/>
              <a:gd name="csX23" fmla="*/ 122289 w 129500"/>
              <a:gd name="csY23" fmla="*/ 39110 h 144710"/>
              <a:gd name="csX24" fmla="*/ 114210 w 129500"/>
              <a:gd name="csY24" fmla="*/ 43197 h 144710"/>
              <a:gd name="csX25" fmla="*/ 100996 w 129500"/>
              <a:gd name="csY25" fmla="*/ 50277 h 144710"/>
              <a:gd name="csX26" fmla="*/ 91480 w 129500"/>
              <a:gd name="csY26" fmla="*/ 69527 h 144710"/>
              <a:gd name="csX27" fmla="*/ 86825 w 129500"/>
              <a:gd name="csY27" fmla="*/ 82667 h 144710"/>
              <a:gd name="csX28" fmla="*/ 75170 w 129500"/>
              <a:gd name="csY28" fmla="*/ 92424 h 144710"/>
              <a:gd name="csX29" fmla="*/ 62144 w 129500"/>
              <a:gd name="csY29" fmla="*/ 108405 h 144710"/>
              <a:gd name="csX30" fmla="*/ 58272 w 129500"/>
              <a:gd name="csY30" fmla="*/ 119688 h 144710"/>
              <a:gd name="csX31" fmla="*/ 54400 w 129500"/>
              <a:gd name="csY31" fmla="*/ 127352 h 144710"/>
              <a:gd name="csX32" fmla="*/ 52416 w 129500"/>
              <a:gd name="csY32" fmla="*/ 133529 h 144710"/>
              <a:gd name="csX33" fmla="*/ 46503 w 129500"/>
              <a:gd name="csY33" fmla="*/ 140006 h 144710"/>
              <a:gd name="csX34" fmla="*/ 39451 w 129500"/>
              <a:gd name="csY34" fmla="*/ 143362 h 1447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129500" h="144710">
                <a:moveTo>
                  <a:pt x="39451" y="143362"/>
                </a:moveTo>
                <a:cubicBezTo>
                  <a:pt x="37734" y="141645"/>
                  <a:pt x="36315" y="139021"/>
                  <a:pt x="36297" y="137530"/>
                </a:cubicBezTo>
                <a:cubicBezTo>
                  <a:pt x="36279" y="136040"/>
                  <a:pt x="29985" y="129313"/>
                  <a:pt x="22310" y="122582"/>
                </a:cubicBezTo>
                <a:cubicBezTo>
                  <a:pt x="12868" y="114302"/>
                  <a:pt x="7773" y="107623"/>
                  <a:pt x="6555" y="101930"/>
                </a:cubicBezTo>
                <a:cubicBezTo>
                  <a:pt x="5566" y="97303"/>
                  <a:pt x="3842" y="92355"/>
                  <a:pt x="2723" y="90935"/>
                </a:cubicBezTo>
                <a:cubicBezTo>
                  <a:pt x="-91" y="87360"/>
                  <a:pt x="-945" y="76286"/>
                  <a:pt x="1214" y="71343"/>
                </a:cubicBezTo>
                <a:cubicBezTo>
                  <a:pt x="2338" y="68767"/>
                  <a:pt x="6560" y="67105"/>
                  <a:pt x="12550" y="66880"/>
                </a:cubicBezTo>
                <a:cubicBezTo>
                  <a:pt x="17800" y="66683"/>
                  <a:pt x="22476" y="65380"/>
                  <a:pt x="22940" y="63986"/>
                </a:cubicBezTo>
                <a:cubicBezTo>
                  <a:pt x="23405" y="62591"/>
                  <a:pt x="27189" y="62131"/>
                  <a:pt x="31348" y="62963"/>
                </a:cubicBezTo>
                <a:cubicBezTo>
                  <a:pt x="37697" y="64232"/>
                  <a:pt x="38911" y="63645"/>
                  <a:pt x="38911" y="59306"/>
                </a:cubicBezTo>
                <a:cubicBezTo>
                  <a:pt x="38911" y="56463"/>
                  <a:pt x="40654" y="52690"/>
                  <a:pt x="42783" y="50923"/>
                </a:cubicBezTo>
                <a:cubicBezTo>
                  <a:pt x="44913" y="49155"/>
                  <a:pt x="46656" y="45404"/>
                  <a:pt x="46656" y="42586"/>
                </a:cubicBezTo>
                <a:cubicBezTo>
                  <a:pt x="46656" y="38720"/>
                  <a:pt x="47764" y="37919"/>
                  <a:pt x="51173" y="39323"/>
                </a:cubicBezTo>
                <a:cubicBezTo>
                  <a:pt x="61512" y="43579"/>
                  <a:pt x="64377" y="43337"/>
                  <a:pt x="69566" y="37767"/>
                </a:cubicBezTo>
                <a:cubicBezTo>
                  <a:pt x="75009" y="31925"/>
                  <a:pt x="75010" y="31906"/>
                  <a:pt x="69872" y="27120"/>
                </a:cubicBezTo>
                <a:cubicBezTo>
                  <a:pt x="63882" y="21540"/>
                  <a:pt x="64007" y="22172"/>
                  <a:pt x="67231" y="13692"/>
                </a:cubicBezTo>
                <a:lnTo>
                  <a:pt x="69736" y="7102"/>
                </a:lnTo>
                <a:lnTo>
                  <a:pt x="81814" y="13524"/>
                </a:lnTo>
                <a:cubicBezTo>
                  <a:pt x="96277" y="21214"/>
                  <a:pt x="100866" y="21586"/>
                  <a:pt x="100866" y="15068"/>
                </a:cubicBezTo>
                <a:cubicBezTo>
                  <a:pt x="100866" y="8386"/>
                  <a:pt x="109640" y="-1970"/>
                  <a:pt x="113355" y="326"/>
                </a:cubicBezTo>
                <a:cubicBezTo>
                  <a:pt x="115005" y="1346"/>
                  <a:pt x="116355" y="3937"/>
                  <a:pt x="116355" y="6085"/>
                </a:cubicBezTo>
                <a:cubicBezTo>
                  <a:pt x="116355" y="8233"/>
                  <a:pt x="119313" y="15038"/>
                  <a:pt x="122928" y="21207"/>
                </a:cubicBezTo>
                <a:lnTo>
                  <a:pt x="129501" y="32422"/>
                </a:lnTo>
                <a:lnTo>
                  <a:pt x="122289" y="39110"/>
                </a:lnTo>
                <a:cubicBezTo>
                  <a:pt x="118322" y="42788"/>
                  <a:pt x="114687" y="44627"/>
                  <a:pt x="114210" y="43197"/>
                </a:cubicBezTo>
                <a:cubicBezTo>
                  <a:pt x="112111" y="36901"/>
                  <a:pt x="104310" y="41081"/>
                  <a:pt x="100996" y="50277"/>
                </a:cubicBezTo>
                <a:cubicBezTo>
                  <a:pt x="99077" y="55602"/>
                  <a:pt x="94795" y="64264"/>
                  <a:pt x="91480" y="69527"/>
                </a:cubicBezTo>
                <a:cubicBezTo>
                  <a:pt x="88166" y="74789"/>
                  <a:pt x="86071" y="80703"/>
                  <a:pt x="86825" y="82667"/>
                </a:cubicBezTo>
                <a:cubicBezTo>
                  <a:pt x="87734" y="85037"/>
                  <a:pt x="83812" y="88321"/>
                  <a:pt x="75170" y="92424"/>
                </a:cubicBezTo>
                <a:cubicBezTo>
                  <a:pt x="62898" y="98250"/>
                  <a:pt x="62144" y="99174"/>
                  <a:pt x="62144" y="108405"/>
                </a:cubicBezTo>
                <a:cubicBezTo>
                  <a:pt x="62144" y="114732"/>
                  <a:pt x="60773" y="118729"/>
                  <a:pt x="58272" y="119688"/>
                </a:cubicBezTo>
                <a:cubicBezTo>
                  <a:pt x="56143" y="120506"/>
                  <a:pt x="54400" y="123954"/>
                  <a:pt x="54400" y="127352"/>
                </a:cubicBezTo>
                <a:cubicBezTo>
                  <a:pt x="54400" y="130749"/>
                  <a:pt x="53507" y="133529"/>
                  <a:pt x="52416" y="133529"/>
                </a:cubicBezTo>
                <a:cubicBezTo>
                  <a:pt x="51325" y="133529"/>
                  <a:pt x="48664" y="136444"/>
                  <a:pt x="46503" y="140006"/>
                </a:cubicBezTo>
                <a:cubicBezTo>
                  <a:pt x="43429" y="145071"/>
                  <a:pt x="41892" y="145803"/>
                  <a:pt x="39451" y="143362"/>
                </a:cubicBezTo>
                <a:close/>
              </a:path>
            </a:pathLst>
          </a:custGeom>
          <a:solidFill>
            <a:srgbClr val="B9B9B9"/>
          </a:solidFill>
          <a:ln w="5163" cap="flat">
            <a:noFill/>
            <a:prstDash val="solid"/>
            <a:miter/>
          </a:ln>
        </p:spPr>
        <p:txBody>
          <a:bodyPr/>
          <a:lstStyle/>
          <a:p>
            <a:endParaRPr lang="es-419" noProof="0" dirty="0"/>
          </a:p>
        </p:txBody>
      </p:sp>
      <p:sp>
        <p:nvSpPr>
          <p:cNvPr id="48" name="Forma libre: forma 47">
            <a:extLst>
              <a:ext uri="{FF2B5EF4-FFF2-40B4-BE49-F238E27FC236}">
                <a16:creationId xmlns:a16="http://schemas.microsoft.com/office/drawing/2014/main" id="{F93FBA97-0878-D694-A22E-D1C941AF8EE2}"/>
              </a:ext>
            </a:extLst>
          </p:cNvPr>
          <p:cNvSpPr/>
          <p:nvPr/>
        </p:nvSpPr>
        <p:spPr>
          <a:xfrm>
            <a:off x="2333829" y="2099494"/>
            <a:ext cx="245950" cy="186219"/>
          </a:xfrm>
          <a:custGeom>
            <a:avLst/>
            <a:gdLst>
              <a:gd name="csX0" fmla="*/ 63193 w 245950"/>
              <a:gd name="csY0" fmla="*/ 151536 h 186219"/>
              <a:gd name="csX1" fmla="*/ 28715 w 245950"/>
              <a:gd name="csY1" fmla="*/ 120621 h 186219"/>
              <a:gd name="csX2" fmla="*/ 15073 w 245950"/>
              <a:gd name="csY2" fmla="*/ 124390 h 186219"/>
              <a:gd name="csX3" fmla="*/ 5596 w 245950"/>
              <a:gd name="csY3" fmla="*/ 124390 h 186219"/>
              <a:gd name="csX4" fmla="*/ 5596 w 245950"/>
              <a:gd name="csY4" fmla="*/ 107763 h 186219"/>
              <a:gd name="csX5" fmla="*/ 3015 w 245950"/>
              <a:gd name="csY5" fmla="*/ 89541 h 186219"/>
              <a:gd name="csX6" fmla="*/ 11404 w 245950"/>
              <a:gd name="csY6" fmla="*/ 63244 h 186219"/>
              <a:gd name="csX7" fmla="*/ 106611 w 245950"/>
              <a:gd name="csY7" fmla="*/ 25070 h 186219"/>
              <a:gd name="csX8" fmla="*/ 133716 w 245950"/>
              <a:gd name="csY8" fmla="*/ 14252 h 186219"/>
              <a:gd name="csX9" fmla="*/ 160483 w 245950"/>
              <a:gd name="csY9" fmla="*/ 1908 h 186219"/>
              <a:gd name="csX10" fmla="*/ 238554 w 245950"/>
              <a:gd name="csY10" fmla="*/ 11931 h 186219"/>
              <a:gd name="csX11" fmla="*/ 245107 w 245950"/>
              <a:gd name="csY11" fmla="*/ 29136 h 186219"/>
              <a:gd name="csX12" fmla="*/ 240861 w 245950"/>
              <a:gd name="csY12" fmla="*/ 62435 h 186219"/>
              <a:gd name="csX13" fmla="*/ 234529 w 245950"/>
              <a:gd name="csY13" fmla="*/ 81796 h 186219"/>
              <a:gd name="csX14" fmla="*/ 183096 w 245950"/>
              <a:gd name="csY14" fmla="*/ 120518 h 186219"/>
              <a:gd name="csX15" fmla="*/ 112584 w 245950"/>
              <a:gd name="csY15" fmla="*/ 172730 h 186219"/>
              <a:gd name="csX16" fmla="*/ 93505 w 245950"/>
              <a:gd name="csY16" fmla="*/ 186220 h 186219"/>
              <a:gd name="csX17" fmla="*/ 63193 w 245950"/>
              <a:gd name="csY17" fmla="*/ 151536 h 1862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245950" h="186219">
                <a:moveTo>
                  <a:pt x="63193" y="151536"/>
                </a:moveTo>
                <a:cubicBezTo>
                  <a:pt x="35962" y="120379"/>
                  <a:pt x="32456" y="117236"/>
                  <a:pt x="28715" y="120621"/>
                </a:cubicBezTo>
                <a:cubicBezTo>
                  <a:pt x="26425" y="122694"/>
                  <a:pt x="20286" y="124390"/>
                  <a:pt x="15073" y="124390"/>
                </a:cubicBezTo>
                <a:lnTo>
                  <a:pt x="5596" y="124390"/>
                </a:lnTo>
                <a:lnTo>
                  <a:pt x="5596" y="107763"/>
                </a:lnTo>
                <a:cubicBezTo>
                  <a:pt x="5596" y="98618"/>
                  <a:pt x="4435" y="90418"/>
                  <a:pt x="3015" y="89541"/>
                </a:cubicBezTo>
                <a:cubicBezTo>
                  <a:pt x="-3245" y="85672"/>
                  <a:pt x="575" y="73700"/>
                  <a:pt x="11404" y="63244"/>
                </a:cubicBezTo>
                <a:cubicBezTo>
                  <a:pt x="30218" y="45081"/>
                  <a:pt x="67101" y="30293"/>
                  <a:pt x="106611" y="25070"/>
                </a:cubicBezTo>
                <a:cubicBezTo>
                  <a:pt x="113529" y="24155"/>
                  <a:pt x="124948" y="19598"/>
                  <a:pt x="133716" y="14252"/>
                </a:cubicBezTo>
                <a:cubicBezTo>
                  <a:pt x="142049" y="9172"/>
                  <a:pt x="154094" y="3617"/>
                  <a:pt x="160483" y="1908"/>
                </a:cubicBezTo>
                <a:cubicBezTo>
                  <a:pt x="179743" y="-3243"/>
                  <a:pt x="225908" y="2684"/>
                  <a:pt x="238554" y="11931"/>
                </a:cubicBezTo>
                <a:cubicBezTo>
                  <a:pt x="241216" y="13878"/>
                  <a:pt x="243864" y="20830"/>
                  <a:pt x="245107" y="29136"/>
                </a:cubicBezTo>
                <a:cubicBezTo>
                  <a:pt x="246841" y="40720"/>
                  <a:pt x="246124" y="46345"/>
                  <a:pt x="240861" y="62435"/>
                </a:cubicBezTo>
                <a:lnTo>
                  <a:pt x="234529" y="81796"/>
                </a:lnTo>
                <a:lnTo>
                  <a:pt x="183096" y="120518"/>
                </a:lnTo>
                <a:cubicBezTo>
                  <a:pt x="154808" y="141815"/>
                  <a:pt x="123078" y="165310"/>
                  <a:pt x="112584" y="172730"/>
                </a:cubicBezTo>
                <a:lnTo>
                  <a:pt x="93505" y="186220"/>
                </a:lnTo>
                <a:lnTo>
                  <a:pt x="63193" y="151536"/>
                </a:lnTo>
                <a:close/>
              </a:path>
            </a:pathLst>
          </a:custGeom>
          <a:solidFill>
            <a:srgbClr val="B9B9B9"/>
          </a:solidFill>
          <a:ln w="5163" cap="flat">
            <a:noFill/>
            <a:prstDash val="solid"/>
            <a:miter/>
          </a:ln>
        </p:spPr>
        <p:txBody>
          <a:bodyPr/>
          <a:lstStyle/>
          <a:p>
            <a:endParaRPr lang="es-419" noProof="0" dirty="0"/>
          </a:p>
        </p:txBody>
      </p:sp>
      <p:sp>
        <p:nvSpPr>
          <p:cNvPr id="49" name="Forma libre: forma 48">
            <a:extLst>
              <a:ext uri="{FF2B5EF4-FFF2-40B4-BE49-F238E27FC236}">
                <a16:creationId xmlns:a16="http://schemas.microsoft.com/office/drawing/2014/main" id="{F5378703-D9EE-3303-F982-721BEF831A2C}"/>
              </a:ext>
            </a:extLst>
          </p:cNvPr>
          <p:cNvSpPr/>
          <p:nvPr/>
        </p:nvSpPr>
        <p:spPr>
          <a:xfrm>
            <a:off x="2334670" y="2196667"/>
            <a:ext cx="1839" cy="7968"/>
          </a:xfrm>
          <a:custGeom>
            <a:avLst/>
            <a:gdLst>
              <a:gd name="csX0" fmla="*/ 0 w 1839"/>
              <a:gd name="csY0" fmla="*/ 3984 h 7968"/>
              <a:gd name="csX1" fmla="*/ 1302 w 1839"/>
              <a:gd name="csY1" fmla="*/ 757 h 7968"/>
              <a:gd name="csX2" fmla="*/ 1302 w 1839"/>
              <a:gd name="csY2" fmla="*/ 7211 h 7968"/>
              <a:gd name="csX3" fmla="*/ 0 w 1839"/>
              <a:gd name="csY3" fmla="*/ 3984 h 7968"/>
            </a:gdLst>
            <a:ahLst/>
            <a:cxnLst>
              <a:cxn ang="0">
                <a:pos x="csX0" y="csY0"/>
              </a:cxn>
              <a:cxn ang="0">
                <a:pos x="csX1" y="csY1"/>
              </a:cxn>
              <a:cxn ang="0">
                <a:pos x="csX2" y="csY2"/>
              </a:cxn>
              <a:cxn ang="0">
                <a:pos x="csX3" y="csY3"/>
              </a:cxn>
            </a:cxnLst>
            <a:rect l="l" t="t" r="r" b="b"/>
            <a:pathLst>
              <a:path w="1839" h="7968">
                <a:moveTo>
                  <a:pt x="0" y="3984"/>
                </a:moveTo>
                <a:cubicBezTo>
                  <a:pt x="0" y="435"/>
                  <a:pt x="586" y="-1017"/>
                  <a:pt x="1302" y="757"/>
                </a:cubicBezTo>
                <a:cubicBezTo>
                  <a:pt x="2018" y="2532"/>
                  <a:pt x="2018" y="5436"/>
                  <a:pt x="1302" y="7211"/>
                </a:cubicBezTo>
                <a:cubicBezTo>
                  <a:pt x="586" y="8986"/>
                  <a:pt x="0" y="7534"/>
                  <a:pt x="0" y="3984"/>
                </a:cubicBezTo>
                <a:close/>
              </a:path>
            </a:pathLst>
          </a:custGeom>
          <a:solidFill>
            <a:srgbClr val="B9B9B9"/>
          </a:solidFill>
          <a:ln w="5163" cap="flat">
            <a:noFill/>
            <a:prstDash val="solid"/>
            <a:miter/>
          </a:ln>
        </p:spPr>
        <p:txBody>
          <a:bodyPr/>
          <a:lstStyle/>
          <a:p>
            <a:endParaRPr lang="es-419" noProof="0" dirty="0"/>
          </a:p>
        </p:txBody>
      </p:sp>
      <p:sp>
        <p:nvSpPr>
          <p:cNvPr id="50" name="Forma libre: forma 49">
            <a:extLst>
              <a:ext uri="{FF2B5EF4-FFF2-40B4-BE49-F238E27FC236}">
                <a16:creationId xmlns:a16="http://schemas.microsoft.com/office/drawing/2014/main" id="{B0E0DCB6-EE0A-E354-B91B-10A80F2F4A02}"/>
              </a:ext>
            </a:extLst>
          </p:cNvPr>
          <p:cNvSpPr/>
          <p:nvPr/>
        </p:nvSpPr>
        <p:spPr>
          <a:xfrm>
            <a:off x="1309468" y="1877186"/>
            <a:ext cx="342958" cy="300162"/>
          </a:xfrm>
          <a:custGeom>
            <a:avLst/>
            <a:gdLst>
              <a:gd name="csX0" fmla="*/ 295686 w 342958"/>
              <a:gd name="csY0" fmla="*/ 296278 h 300162"/>
              <a:gd name="csX1" fmla="*/ 285863 w 342958"/>
              <a:gd name="csY1" fmla="*/ 292488 h 300162"/>
              <a:gd name="csX2" fmla="*/ 274573 w 342958"/>
              <a:gd name="csY2" fmla="*/ 278339 h 300162"/>
              <a:gd name="csX3" fmla="*/ 265490 w 342958"/>
              <a:gd name="csY3" fmla="*/ 262580 h 300162"/>
              <a:gd name="csX4" fmla="*/ 250359 w 342958"/>
              <a:gd name="csY4" fmla="*/ 277449 h 300162"/>
              <a:gd name="csX5" fmla="*/ 232353 w 342958"/>
              <a:gd name="csY5" fmla="*/ 275755 h 300162"/>
              <a:gd name="csX6" fmla="*/ 216800 w 342958"/>
              <a:gd name="csY6" fmla="*/ 278780 h 300162"/>
              <a:gd name="csX7" fmla="*/ 197688 w 342958"/>
              <a:gd name="csY7" fmla="*/ 275445 h 300162"/>
              <a:gd name="csX8" fmla="*/ 186717 w 342958"/>
              <a:gd name="csY8" fmla="*/ 271836 h 300162"/>
              <a:gd name="csX9" fmla="*/ 183241 w 342958"/>
              <a:gd name="csY9" fmla="*/ 267964 h 300162"/>
              <a:gd name="csX10" fmla="*/ 171812 w 342958"/>
              <a:gd name="csY10" fmla="*/ 264092 h 300162"/>
              <a:gd name="csX11" fmla="*/ 155307 w 342958"/>
              <a:gd name="csY11" fmla="*/ 270545 h 300162"/>
              <a:gd name="csX12" fmla="*/ 128918 w 342958"/>
              <a:gd name="csY12" fmla="*/ 266264 h 300162"/>
              <a:gd name="csX13" fmla="*/ 106345 w 342958"/>
              <a:gd name="csY13" fmla="*/ 255141 h 300162"/>
              <a:gd name="csX14" fmla="*/ 91555 w 342958"/>
              <a:gd name="csY14" fmla="*/ 250269 h 300162"/>
              <a:gd name="csX15" fmla="*/ 81548 w 342958"/>
              <a:gd name="csY15" fmla="*/ 247474 h 300162"/>
              <a:gd name="csX16" fmla="*/ 78435 w 342958"/>
              <a:gd name="csY16" fmla="*/ 239429 h 300162"/>
              <a:gd name="csX17" fmla="*/ 82408 w 342958"/>
              <a:gd name="csY17" fmla="*/ 200657 h 300162"/>
              <a:gd name="csX18" fmla="*/ 83563 w 342958"/>
              <a:gd name="csY18" fmla="*/ 189030 h 300162"/>
              <a:gd name="csX19" fmla="*/ 79311 w 342958"/>
              <a:gd name="csY19" fmla="*/ 164140 h 300162"/>
              <a:gd name="csX20" fmla="*/ 69658 w 342958"/>
              <a:gd name="csY20" fmla="*/ 165664 h 300162"/>
              <a:gd name="csX21" fmla="*/ 52863 w 342958"/>
              <a:gd name="csY21" fmla="*/ 178880 h 300162"/>
              <a:gd name="csX22" fmla="*/ 46310 w 342958"/>
              <a:gd name="csY22" fmla="*/ 180840 h 300162"/>
              <a:gd name="csX23" fmla="*/ 41273 w 342958"/>
              <a:gd name="csY23" fmla="*/ 176042 h 300162"/>
              <a:gd name="csX24" fmla="*/ 28735 w 342958"/>
              <a:gd name="csY24" fmla="*/ 163573 h 300162"/>
              <a:gd name="csX25" fmla="*/ 8346 w 342958"/>
              <a:gd name="csY25" fmla="*/ 134458 h 300162"/>
              <a:gd name="csX26" fmla="*/ 3097 w 342958"/>
              <a:gd name="csY26" fmla="*/ 117621 h 300162"/>
              <a:gd name="csX27" fmla="*/ 147 w 342958"/>
              <a:gd name="csY27" fmla="*/ 113613 h 300162"/>
              <a:gd name="csX28" fmla="*/ 21165 w 342958"/>
              <a:gd name="csY28" fmla="*/ 104003 h 300162"/>
              <a:gd name="csX29" fmla="*/ 72335 w 342958"/>
              <a:gd name="csY29" fmla="*/ 73250 h 300162"/>
              <a:gd name="csX30" fmla="*/ 93508 w 342958"/>
              <a:gd name="csY30" fmla="*/ 38847 h 300162"/>
              <a:gd name="csX31" fmla="*/ 97565 w 342958"/>
              <a:gd name="csY31" fmla="*/ 29800 h 300162"/>
              <a:gd name="csX32" fmla="*/ 109742 w 342958"/>
              <a:gd name="csY32" fmla="*/ 18194 h 300162"/>
              <a:gd name="csX33" fmla="*/ 113822 w 342958"/>
              <a:gd name="csY33" fmla="*/ 11110 h 300162"/>
              <a:gd name="csX34" fmla="*/ 121678 w 342958"/>
              <a:gd name="csY34" fmla="*/ 5555 h 300162"/>
              <a:gd name="csX35" fmla="*/ 127233 w 342958"/>
              <a:gd name="csY35" fmla="*/ 0 h 300162"/>
              <a:gd name="csX36" fmla="*/ 134516 w 342958"/>
              <a:gd name="csY36" fmla="*/ 8782 h 300162"/>
              <a:gd name="csX37" fmla="*/ 141869 w 342958"/>
              <a:gd name="csY37" fmla="*/ 33944 h 300162"/>
              <a:gd name="csX38" fmla="*/ 147505 w 342958"/>
              <a:gd name="csY38" fmla="*/ 58144 h 300162"/>
              <a:gd name="csX39" fmla="*/ 152804 w 342958"/>
              <a:gd name="csY39" fmla="*/ 90810 h 300162"/>
              <a:gd name="csX40" fmla="*/ 162764 w 342958"/>
              <a:gd name="csY40" fmla="*/ 124694 h 300162"/>
              <a:gd name="csX41" fmla="*/ 170334 w 342958"/>
              <a:gd name="csY41" fmla="*/ 121832 h 300162"/>
              <a:gd name="csX42" fmla="*/ 185393 w 342958"/>
              <a:gd name="csY42" fmla="*/ 124884 h 300162"/>
              <a:gd name="csX43" fmla="*/ 190271 w 342958"/>
              <a:gd name="csY43" fmla="*/ 127275 h 300162"/>
              <a:gd name="csX44" fmla="*/ 201229 w 342958"/>
              <a:gd name="csY44" fmla="*/ 139721 h 300162"/>
              <a:gd name="csX45" fmla="*/ 197439 w 342958"/>
              <a:gd name="csY45" fmla="*/ 147005 h 300162"/>
              <a:gd name="csX46" fmla="*/ 196794 w 342958"/>
              <a:gd name="csY46" fmla="*/ 162615 h 300162"/>
              <a:gd name="csX47" fmla="*/ 220205 w 342958"/>
              <a:gd name="csY47" fmla="*/ 171185 h 300162"/>
              <a:gd name="csX48" fmla="*/ 242581 w 342958"/>
              <a:gd name="csY48" fmla="*/ 173796 h 300162"/>
              <a:gd name="csX49" fmla="*/ 259092 w 342958"/>
              <a:gd name="csY49" fmla="*/ 186698 h 300162"/>
              <a:gd name="csX50" fmla="*/ 273592 w 342958"/>
              <a:gd name="csY50" fmla="*/ 197707 h 300162"/>
              <a:gd name="csX51" fmla="*/ 304244 w 342958"/>
              <a:gd name="csY51" fmla="*/ 198591 h 300162"/>
              <a:gd name="csX52" fmla="*/ 333285 w 342958"/>
              <a:gd name="csY52" fmla="*/ 203946 h 300162"/>
              <a:gd name="csX53" fmla="*/ 339205 w 342958"/>
              <a:gd name="csY53" fmla="*/ 216060 h 300162"/>
              <a:gd name="csX54" fmla="*/ 336274 w 342958"/>
              <a:gd name="csY54" fmla="*/ 220854 h 300162"/>
              <a:gd name="csX55" fmla="*/ 328850 w 342958"/>
              <a:gd name="csY55" fmla="*/ 233114 h 300162"/>
              <a:gd name="csX56" fmla="*/ 326965 w 342958"/>
              <a:gd name="csY56" fmla="*/ 236341 h 300162"/>
              <a:gd name="csX57" fmla="*/ 329181 w 342958"/>
              <a:gd name="csY57" fmla="*/ 240859 h 300162"/>
              <a:gd name="csX58" fmla="*/ 331403 w 342958"/>
              <a:gd name="csY58" fmla="*/ 248187 h 300162"/>
              <a:gd name="csX59" fmla="*/ 328049 w 342958"/>
              <a:gd name="csY59" fmla="*/ 258014 h 300162"/>
              <a:gd name="csX60" fmla="*/ 326532 w 342958"/>
              <a:gd name="csY60" fmla="*/ 276244 h 300162"/>
              <a:gd name="csX61" fmla="*/ 325085 w 342958"/>
              <a:gd name="csY61" fmla="*/ 283496 h 300162"/>
              <a:gd name="csX62" fmla="*/ 321398 w 342958"/>
              <a:gd name="csY62" fmla="*/ 292711 h 300162"/>
              <a:gd name="csX63" fmla="*/ 311874 w 342958"/>
              <a:gd name="csY63" fmla="*/ 300150 h 300162"/>
              <a:gd name="csX64" fmla="*/ 295686 w 342958"/>
              <a:gd name="csY64" fmla="*/ 296278 h 3001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Lst>
            <a:rect l="l" t="t" r="r" b="b"/>
            <a:pathLst>
              <a:path w="342958" h="300162">
                <a:moveTo>
                  <a:pt x="295686" y="296278"/>
                </a:moveTo>
                <a:cubicBezTo>
                  <a:pt x="292930" y="294193"/>
                  <a:pt x="288510" y="292488"/>
                  <a:pt x="285863" y="292488"/>
                </a:cubicBezTo>
                <a:cubicBezTo>
                  <a:pt x="282541" y="292488"/>
                  <a:pt x="279045" y="288107"/>
                  <a:pt x="274573" y="278339"/>
                </a:cubicBezTo>
                <a:cubicBezTo>
                  <a:pt x="271011" y="270557"/>
                  <a:pt x="266923" y="263466"/>
                  <a:pt x="265490" y="262580"/>
                </a:cubicBezTo>
                <a:cubicBezTo>
                  <a:pt x="261887" y="260353"/>
                  <a:pt x="250359" y="271682"/>
                  <a:pt x="250359" y="277449"/>
                </a:cubicBezTo>
                <a:cubicBezTo>
                  <a:pt x="250359" y="284106"/>
                  <a:pt x="242694" y="283385"/>
                  <a:pt x="232353" y="275755"/>
                </a:cubicBezTo>
                <a:cubicBezTo>
                  <a:pt x="223375" y="269132"/>
                  <a:pt x="216800" y="270410"/>
                  <a:pt x="216800" y="278780"/>
                </a:cubicBezTo>
                <a:cubicBezTo>
                  <a:pt x="216800" y="282868"/>
                  <a:pt x="211006" y="281857"/>
                  <a:pt x="197688" y="275445"/>
                </a:cubicBezTo>
                <a:cubicBezTo>
                  <a:pt x="193566" y="273460"/>
                  <a:pt x="188628" y="271836"/>
                  <a:pt x="186717" y="271836"/>
                </a:cubicBezTo>
                <a:cubicBezTo>
                  <a:pt x="184805" y="271836"/>
                  <a:pt x="183241" y="270094"/>
                  <a:pt x="183241" y="267964"/>
                </a:cubicBezTo>
                <a:cubicBezTo>
                  <a:pt x="183241" y="265105"/>
                  <a:pt x="180251" y="264092"/>
                  <a:pt x="171812" y="264092"/>
                </a:cubicBezTo>
                <a:cubicBezTo>
                  <a:pt x="162696" y="264092"/>
                  <a:pt x="159356" y="265398"/>
                  <a:pt x="155307" y="270545"/>
                </a:cubicBezTo>
                <a:cubicBezTo>
                  <a:pt x="148138" y="279659"/>
                  <a:pt x="141633" y="278604"/>
                  <a:pt x="128918" y="266264"/>
                </a:cubicBezTo>
                <a:cubicBezTo>
                  <a:pt x="119547" y="257171"/>
                  <a:pt x="116097" y="255470"/>
                  <a:pt x="106345" y="255141"/>
                </a:cubicBezTo>
                <a:cubicBezTo>
                  <a:pt x="98734" y="254884"/>
                  <a:pt x="93722" y="253233"/>
                  <a:pt x="91555" y="250269"/>
                </a:cubicBezTo>
                <a:cubicBezTo>
                  <a:pt x="89207" y="247058"/>
                  <a:pt x="86367" y="246265"/>
                  <a:pt x="81548" y="247474"/>
                </a:cubicBezTo>
                <a:cubicBezTo>
                  <a:pt x="74001" y="249368"/>
                  <a:pt x="73102" y="247043"/>
                  <a:pt x="78435" y="239429"/>
                </a:cubicBezTo>
                <a:cubicBezTo>
                  <a:pt x="83856" y="231688"/>
                  <a:pt x="86528" y="205621"/>
                  <a:pt x="82408" y="200657"/>
                </a:cubicBezTo>
                <a:cubicBezTo>
                  <a:pt x="79647" y="197331"/>
                  <a:pt x="79847" y="195321"/>
                  <a:pt x="83563" y="189030"/>
                </a:cubicBezTo>
                <a:cubicBezTo>
                  <a:pt x="88650" y="180419"/>
                  <a:pt x="87374" y="172952"/>
                  <a:pt x="79311" y="164140"/>
                </a:cubicBezTo>
                <a:cubicBezTo>
                  <a:pt x="73608" y="157907"/>
                  <a:pt x="69658" y="158530"/>
                  <a:pt x="69658" y="165664"/>
                </a:cubicBezTo>
                <a:cubicBezTo>
                  <a:pt x="69658" y="171138"/>
                  <a:pt x="55140" y="182563"/>
                  <a:pt x="52863" y="178880"/>
                </a:cubicBezTo>
                <a:cubicBezTo>
                  <a:pt x="50323" y="174770"/>
                  <a:pt x="46434" y="175933"/>
                  <a:pt x="46310" y="180840"/>
                </a:cubicBezTo>
                <a:cubicBezTo>
                  <a:pt x="46241" y="183582"/>
                  <a:pt x="44262" y="181697"/>
                  <a:pt x="41273" y="176042"/>
                </a:cubicBezTo>
                <a:cubicBezTo>
                  <a:pt x="38533" y="170858"/>
                  <a:pt x="32973" y="165329"/>
                  <a:pt x="28735" y="163573"/>
                </a:cubicBezTo>
                <a:cubicBezTo>
                  <a:pt x="15748" y="158193"/>
                  <a:pt x="9667" y="149510"/>
                  <a:pt x="8346" y="134458"/>
                </a:cubicBezTo>
                <a:cubicBezTo>
                  <a:pt x="7635" y="126353"/>
                  <a:pt x="5506" y="119523"/>
                  <a:pt x="3097" y="117621"/>
                </a:cubicBezTo>
                <a:cubicBezTo>
                  <a:pt x="868" y="115861"/>
                  <a:pt x="-459" y="114058"/>
                  <a:pt x="147" y="113613"/>
                </a:cubicBezTo>
                <a:cubicBezTo>
                  <a:pt x="7952" y="107892"/>
                  <a:pt x="16388" y="104034"/>
                  <a:pt x="21165" y="104003"/>
                </a:cubicBezTo>
                <a:cubicBezTo>
                  <a:pt x="38718" y="103886"/>
                  <a:pt x="49596" y="97348"/>
                  <a:pt x="72335" y="73250"/>
                </a:cubicBezTo>
                <a:cubicBezTo>
                  <a:pt x="94445" y="49819"/>
                  <a:pt x="94883" y="49106"/>
                  <a:pt x="93508" y="38847"/>
                </a:cubicBezTo>
                <a:cubicBezTo>
                  <a:pt x="92208" y="29159"/>
                  <a:pt x="92513" y="28479"/>
                  <a:pt x="97565" y="29800"/>
                </a:cubicBezTo>
                <a:cubicBezTo>
                  <a:pt x="103852" y="31444"/>
                  <a:pt x="107223" y="28231"/>
                  <a:pt x="109742" y="18194"/>
                </a:cubicBezTo>
                <a:cubicBezTo>
                  <a:pt x="110720" y="14298"/>
                  <a:pt x="112556" y="11110"/>
                  <a:pt x="113822" y="11110"/>
                </a:cubicBezTo>
                <a:cubicBezTo>
                  <a:pt x="115088" y="11110"/>
                  <a:pt x="118623" y="8610"/>
                  <a:pt x="121678" y="5555"/>
                </a:cubicBezTo>
                <a:lnTo>
                  <a:pt x="127233" y="0"/>
                </a:lnTo>
                <a:lnTo>
                  <a:pt x="134516" y="8782"/>
                </a:lnTo>
                <a:cubicBezTo>
                  <a:pt x="140793" y="16350"/>
                  <a:pt x="141809" y="19826"/>
                  <a:pt x="141869" y="33944"/>
                </a:cubicBezTo>
                <a:cubicBezTo>
                  <a:pt x="141922" y="46507"/>
                  <a:pt x="143236" y="52147"/>
                  <a:pt x="147505" y="58144"/>
                </a:cubicBezTo>
                <a:cubicBezTo>
                  <a:pt x="152339" y="64931"/>
                  <a:pt x="153038" y="69240"/>
                  <a:pt x="152804" y="90810"/>
                </a:cubicBezTo>
                <a:cubicBezTo>
                  <a:pt x="152465" y="122159"/>
                  <a:pt x="153210" y="124694"/>
                  <a:pt x="162764" y="124694"/>
                </a:cubicBezTo>
                <a:cubicBezTo>
                  <a:pt x="166927" y="124694"/>
                  <a:pt x="170334" y="123406"/>
                  <a:pt x="170334" y="121832"/>
                </a:cubicBezTo>
                <a:cubicBezTo>
                  <a:pt x="170334" y="118431"/>
                  <a:pt x="184072" y="121216"/>
                  <a:pt x="185393" y="124884"/>
                </a:cubicBezTo>
                <a:cubicBezTo>
                  <a:pt x="185866" y="126199"/>
                  <a:pt x="188061" y="127275"/>
                  <a:pt x="190271" y="127275"/>
                </a:cubicBezTo>
                <a:cubicBezTo>
                  <a:pt x="194758" y="127275"/>
                  <a:pt x="201103" y="134482"/>
                  <a:pt x="201229" y="139721"/>
                </a:cubicBezTo>
                <a:cubicBezTo>
                  <a:pt x="201275" y="141597"/>
                  <a:pt x="199569" y="144875"/>
                  <a:pt x="197439" y="147005"/>
                </a:cubicBezTo>
                <a:cubicBezTo>
                  <a:pt x="192728" y="151716"/>
                  <a:pt x="192413" y="159339"/>
                  <a:pt x="196794" y="162615"/>
                </a:cubicBezTo>
                <a:cubicBezTo>
                  <a:pt x="198569" y="163942"/>
                  <a:pt x="209104" y="167799"/>
                  <a:pt x="220205" y="171185"/>
                </a:cubicBezTo>
                <a:cubicBezTo>
                  <a:pt x="236917" y="176284"/>
                  <a:pt x="240766" y="176733"/>
                  <a:pt x="242581" y="173796"/>
                </a:cubicBezTo>
                <a:cubicBezTo>
                  <a:pt x="245948" y="168348"/>
                  <a:pt x="255565" y="175863"/>
                  <a:pt x="259092" y="186698"/>
                </a:cubicBezTo>
                <a:cubicBezTo>
                  <a:pt x="261627" y="194485"/>
                  <a:pt x="263378" y="195815"/>
                  <a:pt x="273592" y="197707"/>
                </a:cubicBezTo>
                <a:cubicBezTo>
                  <a:pt x="279981" y="198890"/>
                  <a:pt x="293775" y="199289"/>
                  <a:pt x="304244" y="198591"/>
                </a:cubicBezTo>
                <a:cubicBezTo>
                  <a:pt x="321502" y="197442"/>
                  <a:pt x="324213" y="197942"/>
                  <a:pt x="333285" y="203946"/>
                </a:cubicBezTo>
                <a:cubicBezTo>
                  <a:pt x="344213" y="211177"/>
                  <a:pt x="345431" y="213671"/>
                  <a:pt x="339205" y="216060"/>
                </a:cubicBezTo>
                <a:cubicBezTo>
                  <a:pt x="336957" y="216923"/>
                  <a:pt x="335638" y="219080"/>
                  <a:pt x="336274" y="220854"/>
                </a:cubicBezTo>
                <a:cubicBezTo>
                  <a:pt x="337968" y="225576"/>
                  <a:pt x="333403" y="233114"/>
                  <a:pt x="328850" y="233114"/>
                </a:cubicBezTo>
                <a:cubicBezTo>
                  <a:pt x="326331" y="233114"/>
                  <a:pt x="325653" y="234275"/>
                  <a:pt x="326965" y="236341"/>
                </a:cubicBezTo>
                <a:cubicBezTo>
                  <a:pt x="328092" y="238116"/>
                  <a:pt x="329089" y="240149"/>
                  <a:pt x="329181" y="240859"/>
                </a:cubicBezTo>
                <a:cubicBezTo>
                  <a:pt x="329272" y="241569"/>
                  <a:pt x="330272" y="244866"/>
                  <a:pt x="331403" y="248187"/>
                </a:cubicBezTo>
                <a:cubicBezTo>
                  <a:pt x="332991" y="252852"/>
                  <a:pt x="332229" y="255087"/>
                  <a:pt x="328049" y="258014"/>
                </a:cubicBezTo>
                <a:cubicBezTo>
                  <a:pt x="321663" y="262487"/>
                  <a:pt x="321157" y="268570"/>
                  <a:pt x="326532" y="276244"/>
                </a:cubicBezTo>
                <a:cubicBezTo>
                  <a:pt x="330115" y="281360"/>
                  <a:pt x="330000" y="281936"/>
                  <a:pt x="325085" y="283496"/>
                </a:cubicBezTo>
                <a:cubicBezTo>
                  <a:pt x="320727" y="284879"/>
                  <a:pt x="320050" y="286571"/>
                  <a:pt x="321398" y="292711"/>
                </a:cubicBezTo>
                <a:cubicBezTo>
                  <a:pt x="323026" y="300123"/>
                  <a:pt x="322888" y="300231"/>
                  <a:pt x="311874" y="300150"/>
                </a:cubicBezTo>
                <a:cubicBezTo>
                  <a:pt x="305727" y="300105"/>
                  <a:pt x="298443" y="298362"/>
                  <a:pt x="295686" y="296278"/>
                </a:cubicBezTo>
                <a:close/>
              </a:path>
            </a:pathLst>
          </a:custGeom>
          <a:solidFill>
            <a:srgbClr val="B9B9B9"/>
          </a:solidFill>
          <a:ln w="5163" cap="flat">
            <a:noFill/>
            <a:prstDash val="solid"/>
            <a:miter/>
          </a:ln>
        </p:spPr>
        <p:txBody>
          <a:bodyPr/>
          <a:lstStyle/>
          <a:p>
            <a:endParaRPr lang="es-419" noProof="0" dirty="0"/>
          </a:p>
        </p:txBody>
      </p:sp>
      <p:sp>
        <p:nvSpPr>
          <p:cNvPr id="51" name="Forma libre: forma 50">
            <a:extLst>
              <a:ext uri="{FF2B5EF4-FFF2-40B4-BE49-F238E27FC236}">
                <a16:creationId xmlns:a16="http://schemas.microsoft.com/office/drawing/2014/main" id="{7EF6AE24-B865-D4FB-C762-574D66C2148C}"/>
              </a:ext>
            </a:extLst>
          </p:cNvPr>
          <p:cNvSpPr/>
          <p:nvPr/>
        </p:nvSpPr>
        <p:spPr>
          <a:xfrm>
            <a:off x="1257795" y="2071057"/>
            <a:ext cx="87522" cy="67430"/>
          </a:xfrm>
          <a:custGeom>
            <a:avLst/>
            <a:gdLst>
              <a:gd name="csX0" fmla="*/ 3976 w 87522"/>
              <a:gd name="csY0" fmla="*/ 62589 h 67430"/>
              <a:gd name="csX1" fmla="*/ 1611 w 87522"/>
              <a:gd name="csY1" fmla="*/ 35473 h 67430"/>
              <a:gd name="csX2" fmla="*/ 13354 w 87522"/>
              <a:gd name="csY2" fmla="*/ 26110 h 67430"/>
              <a:gd name="csX3" fmla="*/ 24928 w 87522"/>
              <a:gd name="csY3" fmla="*/ 17185 h 67430"/>
              <a:gd name="csX4" fmla="*/ 28816 w 87522"/>
              <a:gd name="csY4" fmla="*/ 13430 h 67430"/>
              <a:gd name="csX5" fmla="*/ 55396 w 87522"/>
              <a:gd name="csY5" fmla="*/ 696 h 67430"/>
              <a:gd name="csX6" fmla="*/ 76595 w 87522"/>
              <a:gd name="csY6" fmla="*/ 27413 h 67430"/>
              <a:gd name="csX7" fmla="*/ 81474 w 87522"/>
              <a:gd name="csY7" fmla="*/ 35237 h 67430"/>
              <a:gd name="csX8" fmla="*/ 81963 w 87522"/>
              <a:gd name="csY8" fmla="*/ 49346 h 67430"/>
              <a:gd name="csX9" fmla="*/ 69036 w 87522"/>
              <a:gd name="csY9" fmla="*/ 59608 h 67430"/>
              <a:gd name="csX10" fmla="*/ 36947 w 87522"/>
              <a:gd name="csY10" fmla="*/ 62618 h 67430"/>
              <a:gd name="csX11" fmla="*/ 17042 w 87522"/>
              <a:gd name="csY11" fmla="*/ 62345 h 67430"/>
              <a:gd name="csX12" fmla="*/ 3976 w 87522"/>
              <a:gd name="csY12" fmla="*/ 62589 h 67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7522" h="67430">
                <a:moveTo>
                  <a:pt x="3976" y="62589"/>
                </a:moveTo>
                <a:cubicBezTo>
                  <a:pt x="-42" y="58150"/>
                  <a:pt x="-1347" y="43182"/>
                  <a:pt x="1611" y="35473"/>
                </a:cubicBezTo>
                <a:cubicBezTo>
                  <a:pt x="2496" y="33167"/>
                  <a:pt x="7780" y="28954"/>
                  <a:pt x="13354" y="26110"/>
                </a:cubicBezTo>
                <a:cubicBezTo>
                  <a:pt x="18927" y="23267"/>
                  <a:pt x="24135" y="19251"/>
                  <a:pt x="24928" y="17185"/>
                </a:cubicBezTo>
                <a:cubicBezTo>
                  <a:pt x="25721" y="15120"/>
                  <a:pt x="27470" y="13430"/>
                  <a:pt x="28816" y="13430"/>
                </a:cubicBezTo>
                <a:cubicBezTo>
                  <a:pt x="32726" y="13430"/>
                  <a:pt x="53752" y="3357"/>
                  <a:pt x="55396" y="696"/>
                </a:cubicBezTo>
                <a:cubicBezTo>
                  <a:pt x="58624" y="-4526"/>
                  <a:pt x="78997" y="21152"/>
                  <a:pt x="76595" y="27413"/>
                </a:cubicBezTo>
                <a:cubicBezTo>
                  <a:pt x="75767" y="29569"/>
                  <a:pt x="77801" y="32831"/>
                  <a:pt x="81474" y="35237"/>
                </a:cubicBezTo>
                <a:cubicBezTo>
                  <a:pt x="89349" y="40396"/>
                  <a:pt x="89558" y="46431"/>
                  <a:pt x="81963" y="49346"/>
                </a:cubicBezTo>
                <a:cubicBezTo>
                  <a:pt x="78769" y="50572"/>
                  <a:pt x="72952" y="55190"/>
                  <a:pt x="69036" y="59608"/>
                </a:cubicBezTo>
                <a:cubicBezTo>
                  <a:pt x="60658" y="69060"/>
                  <a:pt x="52768" y="69801"/>
                  <a:pt x="36947" y="62618"/>
                </a:cubicBezTo>
                <a:cubicBezTo>
                  <a:pt x="26493" y="57872"/>
                  <a:pt x="25833" y="57863"/>
                  <a:pt x="17042" y="62345"/>
                </a:cubicBezTo>
                <a:cubicBezTo>
                  <a:pt x="8489" y="66705"/>
                  <a:pt x="7714" y="66720"/>
                  <a:pt x="3976" y="62589"/>
                </a:cubicBezTo>
                <a:close/>
              </a:path>
            </a:pathLst>
          </a:custGeom>
          <a:solidFill>
            <a:srgbClr val="B9B9B9"/>
          </a:solidFill>
          <a:ln w="5163" cap="flat">
            <a:noFill/>
            <a:prstDash val="solid"/>
            <a:miter/>
          </a:ln>
        </p:spPr>
        <p:txBody>
          <a:bodyPr/>
          <a:lstStyle/>
          <a:p>
            <a:endParaRPr lang="es-419" noProof="0" dirty="0"/>
          </a:p>
        </p:txBody>
      </p:sp>
      <p:sp>
        <p:nvSpPr>
          <p:cNvPr id="52" name="Forma libre: forma 51">
            <a:extLst>
              <a:ext uri="{FF2B5EF4-FFF2-40B4-BE49-F238E27FC236}">
                <a16:creationId xmlns:a16="http://schemas.microsoft.com/office/drawing/2014/main" id="{2008E0FA-058E-4E1D-DB3D-0664572B7907}"/>
              </a:ext>
            </a:extLst>
          </p:cNvPr>
          <p:cNvSpPr/>
          <p:nvPr/>
        </p:nvSpPr>
        <p:spPr>
          <a:xfrm>
            <a:off x="1498388" y="1582666"/>
            <a:ext cx="245235" cy="503912"/>
          </a:xfrm>
          <a:custGeom>
            <a:avLst/>
            <a:gdLst>
              <a:gd name="csX0" fmla="*/ 181623 w 245235"/>
              <a:gd name="csY0" fmla="*/ 494203 h 503912"/>
              <a:gd name="csX1" fmla="*/ 158452 w 245235"/>
              <a:gd name="csY1" fmla="*/ 485687 h 503912"/>
              <a:gd name="csX2" fmla="*/ 148342 w 245235"/>
              <a:gd name="csY2" fmla="*/ 487770 h 503912"/>
              <a:gd name="csX3" fmla="*/ 119521 w 245235"/>
              <a:gd name="csY3" fmla="*/ 489801 h 503912"/>
              <a:gd name="csX4" fmla="*/ 87472 w 245235"/>
              <a:gd name="csY4" fmla="*/ 489620 h 503912"/>
              <a:gd name="csX5" fmla="*/ 73190 w 245235"/>
              <a:gd name="csY5" fmla="*/ 478988 h 503912"/>
              <a:gd name="csX6" fmla="*/ 52773 w 245235"/>
              <a:gd name="csY6" fmla="*/ 460575 h 503912"/>
              <a:gd name="csX7" fmla="*/ 49575 w 245235"/>
              <a:gd name="csY7" fmla="*/ 464677 h 503912"/>
              <a:gd name="csX8" fmla="*/ 47915 w 245235"/>
              <a:gd name="csY8" fmla="*/ 467591 h 503912"/>
              <a:gd name="csX9" fmla="*/ 13036 w 245235"/>
              <a:gd name="csY9" fmla="*/ 456319 h 503912"/>
              <a:gd name="csX10" fmla="*/ 12217 w 245235"/>
              <a:gd name="csY10" fmla="*/ 442447 h 503912"/>
              <a:gd name="csX11" fmla="*/ 16234 w 245235"/>
              <a:gd name="csY11" fmla="*/ 437376 h 503912"/>
              <a:gd name="csX12" fmla="*/ 3077 w 245235"/>
              <a:gd name="csY12" fmla="*/ 417673 h 503912"/>
              <a:gd name="csX13" fmla="*/ 0 w 245235"/>
              <a:gd name="csY13" fmla="*/ 409784 h 503912"/>
              <a:gd name="csX14" fmla="*/ 6196 w 245235"/>
              <a:gd name="csY14" fmla="*/ 402269 h 503912"/>
              <a:gd name="csX15" fmla="*/ 12532 w 245235"/>
              <a:gd name="csY15" fmla="*/ 401839 h 503912"/>
              <a:gd name="csX16" fmla="*/ 13332 w 245235"/>
              <a:gd name="csY16" fmla="*/ 389178 h 503912"/>
              <a:gd name="csX17" fmla="*/ 18583 w 245235"/>
              <a:gd name="csY17" fmla="*/ 371495 h 503912"/>
              <a:gd name="csX18" fmla="*/ 33934 w 245235"/>
              <a:gd name="csY18" fmla="*/ 366100 h 503912"/>
              <a:gd name="csX19" fmla="*/ 49768 w 245235"/>
              <a:gd name="csY19" fmla="*/ 361841 h 503912"/>
              <a:gd name="csX20" fmla="*/ 46692 w 245235"/>
              <a:gd name="csY20" fmla="*/ 337409 h 503912"/>
              <a:gd name="csX21" fmla="*/ 42031 w 245235"/>
              <a:gd name="csY21" fmla="*/ 321770 h 503912"/>
              <a:gd name="csX22" fmla="*/ 39524 w 245235"/>
              <a:gd name="csY22" fmla="*/ 295336 h 503912"/>
              <a:gd name="csX23" fmla="*/ 41858 w 245235"/>
              <a:gd name="csY23" fmla="*/ 287644 h 503912"/>
              <a:gd name="csX24" fmla="*/ 57042 w 245235"/>
              <a:gd name="csY24" fmla="*/ 277265 h 503912"/>
              <a:gd name="csX25" fmla="*/ 69737 w 245235"/>
              <a:gd name="csY25" fmla="*/ 269502 h 503912"/>
              <a:gd name="csX26" fmla="*/ 79509 w 245235"/>
              <a:gd name="csY26" fmla="*/ 253317 h 503912"/>
              <a:gd name="csX27" fmla="*/ 95370 w 245235"/>
              <a:gd name="csY27" fmla="*/ 241529 h 503912"/>
              <a:gd name="csX28" fmla="*/ 141543 w 245235"/>
              <a:gd name="csY28" fmla="*/ 207386 h 503912"/>
              <a:gd name="csX29" fmla="*/ 135987 w 245235"/>
              <a:gd name="csY29" fmla="*/ 199791 h 503912"/>
              <a:gd name="csX30" fmla="*/ 127900 w 245235"/>
              <a:gd name="csY30" fmla="*/ 166538 h 503912"/>
              <a:gd name="csX31" fmla="*/ 127266 w 245235"/>
              <a:gd name="csY31" fmla="*/ 150064 h 503912"/>
              <a:gd name="csX32" fmla="*/ 118230 w 245235"/>
              <a:gd name="csY32" fmla="*/ 149351 h 503912"/>
              <a:gd name="csX33" fmla="*/ 106311 w 245235"/>
              <a:gd name="csY33" fmla="*/ 151014 h 503912"/>
              <a:gd name="csX34" fmla="*/ 100187 w 245235"/>
              <a:gd name="csY34" fmla="*/ 149485 h 503912"/>
              <a:gd name="csX35" fmla="*/ 89795 w 245235"/>
              <a:gd name="csY35" fmla="*/ 145581 h 503912"/>
              <a:gd name="csX36" fmla="*/ 79509 w 245235"/>
              <a:gd name="csY36" fmla="*/ 132462 h 503912"/>
              <a:gd name="csX37" fmla="*/ 74746 w 245235"/>
              <a:gd name="csY37" fmla="*/ 127510 h 503912"/>
              <a:gd name="csX38" fmla="*/ 61439 w 245235"/>
              <a:gd name="csY38" fmla="*/ 106041 h 503912"/>
              <a:gd name="csX39" fmla="*/ 51376 w 245235"/>
              <a:gd name="csY39" fmla="*/ 92403 h 503912"/>
              <a:gd name="csX40" fmla="*/ 43631 w 245235"/>
              <a:gd name="csY40" fmla="*/ 82710 h 503912"/>
              <a:gd name="csX41" fmla="*/ 40756 w 245235"/>
              <a:gd name="csY41" fmla="*/ 70719 h 503912"/>
              <a:gd name="csX42" fmla="*/ 37174 w 245235"/>
              <a:gd name="csY42" fmla="*/ 60642 h 503912"/>
              <a:gd name="csX43" fmla="*/ 23391 w 245235"/>
              <a:gd name="csY43" fmla="*/ 17685 h 503912"/>
              <a:gd name="csX44" fmla="*/ 16983 w 245235"/>
              <a:gd name="csY44" fmla="*/ 12409 h 503912"/>
              <a:gd name="csX45" fmla="*/ 27512 w 245235"/>
              <a:gd name="csY45" fmla="*/ 5441 h 503912"/>
              <a:gd name="csX46" fmla="*/ 44577 w 245235"/>
              <a:gd name="csY46" fmla="*/ 1452 h 503912"/>
              <a:gd name="csX47" fmla="*/ 51418 w 245235"/>
              <a:gd name="csY47" fmla="*/ 21016 h 503912"/>
              <a:gd name="csX48" fmla="*/ 53995 w 245235"/>
              <a:gd name="csY48" fmla="*/ 32559 h 503912"/>
              <a:gd name="csX49" fmla="*/ 56749 w 245235"/>
              <a:gd name="csY49" fmla="*/ 46824 h 503912"/>
              <a:gd name="csX50" fmla="*/ 61515 w 245235"/>
              <a:gd name="csY50" fmla="*/ 64401 h 503912"/>
              <a:gd name="csX51" fmla="*/ 66783 w 245235"/>
              <a:gd name="csY51" fmla="*/ 80478 h 503912"/>
              <a:gd name="csX52" fmla="*/ 69183 w 245235"/>
              <a:gd name="csY52" fmla="*/ 82335 h 503912"/>
              <a:gd name="csX53" fmla="*/ 72797 w 245235"/>
              <a:gd name="csY53" fmla="*/ 89434 h 503912"/>
              <a:gd name="csX54" fmla="*/ 77368 w 245235"/>
              <a:gd name="csY54" fmla="*/ 95891 h 503912"/>
              <a:gd name="csX55" fmla="*/ 83382 w 245235"/>
              <a:gd name="csY55" fmla="*/ 106862 h 503912"/>
              <a:gd name="csX56" fmla="*/ 91209 w 245235"/>
              <a:gd name="csY56" fmla="*/ 114603 h 503912"/>
              <a:gd name="csX57" fmla="*/ 115649 w 245235"/>
              <a:gd name="csY57" fmla="*/ 125394 h 503912"/>
              <a:gd name="csX58" fmla="*/ 132428 w 245235"/>
              <a:gd name="csY58" fmla="*/ 131624 h 503912"/>
              <a:gd name="csX59" fmla="*/ 150553 w 245235"/>
              <a:gd name="csY59" fmla="*/ 139348 h 503912"/>
              <a:gd name="csX60" fmla="*/ 176368 w 245235"/>
              <a:gd name="csY60" fmla="*/ 146927 h 503912"/>
              <a:gd name="csX61" fmla="*/ 211382 w 245235"/>
              <a:gd name="csY61" fmla="*/ 156343 h 503912"/>
              <a:gd name="csX62" fmla="*/ 230401 w 245235"/>
              <a:gd name="csY62" fmla="*/ 161456 h 503912"/>
              <a:gd name="csX63" fmla="*/ 244475 w 245235"/>
              <a:gd name="csY63" fmla="*/ 154799 h 503912"/>
              <a:gd name="csX64" fmla="*/ 229656 w 245235"/>
              <a:gd name="csY64" fmla="*/ 212698 h 503912"/>
              <a:gd name="csX65" fmla="*/ 216833 w 245235"/>
              <a:gd name="csY65" fmla="*/ 242385 h 503912"/>
              <a:gd name="csX66" fmla="*/ 205960 w 245235"/>
              <a:gd name="csY66" fmla="*/ 288674 h 503912"/>
              <a:gd name="csX67" fmla="*/ 203418 w 245235"/>
              <a:gd name="csY67" fmla="*/ 300468 h 503912"/>
              <a:gd name="csX68" fmla="*/ 200956 w 245235"/>
              <a:gd name="csY68" fmla="*/ 300468 h 503912"/>
              <a:gd name="csX69" fmla="*/ 214917 w 245235"/>
              <a:gd name="csY69" fmla="*/ 237240 h 503912"/>
              <a:gd name="csX70" fmla="*/ 224070 w 245235"/>
              <a:gd name="csY70" fmla="*/ 211401 h 503912"/>
              <a:gd name="csX71" fmla="*/ 218637 w 245235"/>
              <a:gd name="csY71" fmla="*/ 205384 h 503912"/>
              <a:gd name="csX72" fmla="*/ 214956 w 245235"/>
              <a:gd name="csY72" fmla="*/ 204826 h 503912"/>
              <a:gd name="csX73" fmla="*/ 214905 w 245235"/>
              <a:gd name="csY73" fmla="*/ 215873 h 503912"/>
              <a:gd name="csX74" fmla="*/ 213101 w 245235"/>
              <a:gd name="csY74" fmla="*/ 224084 h 503912"/>
              <a:gd name="csX75" fmla="*/ 208491 w 245235"/>
              <a:gd name="csY75" fmla="*/ 218391 h 503912"/>
              <a:gd name="csX76" fmla="*/ 197466 w 245235"/>
              <a:gd name="csY76" fmla="*/ 218019 h 503912"/>
              <a:gd name="csX77" fmla="*/ 199747 w 245235"/>
              <a:gd name="csY77" fmla="*/ 224749 h 503912"/>
              <a:gd name="csX78" fmla="*/ 203418 w 245235"/>
              <a:gd name="csY78" fmla="*/ 228616 h 503912"/>
              <a:gd name="csX79" fmla="*/ 201015 w 245235"/>
              <a:gd name="csY79" fmla="*/ 229588 h 503912"/>
              <a:gd name="csX80" fmla="*/ 196991 w 245235"/>
              <a:gd name="csY80" fmla="*/ 230726 h 503912"/>
              <a:gd name="csX81" fmla="*/ 198308 w 245235"/>
              <a:gd name="csY81" fmla="*/ 233350 h 503912"/>
              <a:gd name="csX82" fmla="*/ 199523 w 245235"/>
              <a:gd name="csY82" fmla="*/ 241200 h 503912"/>
              <a:gd name="csX83" fmla="*/ 200899 w 245235"/>
              <a:gd name="csY83" fmla="*/ 252786 h 503912"/>
              <a:gd name="csX84" fmla="*/ 200228 w 245235"/>
              <a:gd name="csY84" fmla="*/ 257969 h 503912"/>
              <a:gd name="csX85" fmla="*/ 197509 w 245235"/>
              <a:gd name="csY85" fmla="*/ 272843 h 503912"/>
              <a:gd name="csX86" fmla="*/ 194340 w 245235"/>
              <a:gd name="csY86" fmla="*/ 281107 h 503912"/>
              <a:gd name="csX87" fmla="*/ 191370 w 245235"/>
              <a:gd name="csY87" fmla="*/ 292273 h 503912"/>
              <a:gd name="csX88" fmla="*/ 195674 w 245235"/>
              <a:gd name="csY88" fmla="*/ 307167 h 503912"/>
              <a:gd name="csX89" fmla="*/ 199681 w 245235"/>
              <a:gd name="csY89" fmla="*/ 306687 h 503912"/>
              <a:gd name="csX90" fmla="*/ 200986 w 245235"/>
              <a:gd name="csY90" fmla="*/ 320424 h 503912"/>
              <a:gd name="csX91" fmla="*/ 197882 w 245235"/>
              <a:gd name="csY91" fmla="*/ 340480 h 503912"/>
              <a:gd name="csX92" fmla="*/ 197480 w 245235"/>
              <a:gd name="csY92" fmla="*/ 350806 h 503912"/>
              <a:gd name="csX93" fmla="*/ 195674 w 245235"/>
              <a:gd name="csY93" fmla="*/ 339189 h 503912"/>
              <a:gd name="csX94" fmla="*/ 193480 w 245235"/>
              <a:gd name="csY94" fmla="*/ 360201 h 503912"/>
              <a:gd name="csX95" fmla="*/ 197184 w 245235"/>
              <a:gd name="csY95" fmla="*/ 414396 h 503912"/>
              <a:gd name="csX96" fmla="*/ 198086 w 245235"/>
              <a:gd name="csY96" fmla="*/ 450991 h 503912"/>
              <a:gd name="csX97" fmla="*/ 192986 w 245235"/>
              <a:gd name="csY97" fmla="*/ 462927 h 503912"/>
              <a:gd name="csX98" fmla="*/ 186260 w 245235"/>
              <a:gd name="csY98" fmla="*/ 476652 h 503912"/>
              <a:gd name="csX99" fmla="*/ 187756 w 245235"/>
              <a:gd name="csY99" fmla="*/ 481169 h 503912"/>
              <a:gd name="csX100" fmla="*/ 190891 w 245235"/>
              <a:gd name="csY100" fmla="*/ 476652 h 503912"/>
              <a:gd name="csX101" fmla="*/ 193026 w 245235"/>
              <a:gd name="csY101" fmla="*/ 487623 h 503912"/>
              <a:gd name="csX102" fmla="*/ 194241 w 245235"/>
              <a:gd name="csY102" fmla="*/ 503884 h 503912"/>
              <a:gd name="csX103" fmla="*/ 181623 w 245235"/>
              <a:gd name="csY103" fmla="*/ 494203 h 5039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Lst>
            <a:rect l="l" t="t" r="r" b="b"/>
            <a:pathLst>
              <a:path w="245235" h="503912">
                <a:moveTo>
                  <a:pt x="181623" y="494203"/>
                </a:moveTo>
                <a:cubicBezTo>
                  <a:pt x="170080" y="484213"/>
                  <a:pt x="162664" y="481487"/>
                  <a:pt x="158452" y="485687"/>
                </a:cubicBezTo>
                <a:cubicBezTo>
                  <a:pt x="157384" y="486752"/>
                  <a:pt x="152834" y="487689"/>
                  <a:pt x="148342" y="487770"/>
                </a:cubicBezTo>
                <a:cubicBezTo>
                  <a:pt x="143849" y="487851"/>
                  <a:pt x="130880" y="488765"/>
                  <a:pt x="119521" y="489801"/>
                </a:cubicBezTo>
                <a:cubicBezTo>
                  <a:pt x="108163" y="490837"/>
                  <a:pt x="93741" y="490755"/>
                  <a:pt x="87472" y="489620"/>
                </a:cubicBezTo>
                <a:cubicBezTo>
                  <a:pt x="77605" y="487832"/>
                  <a:pt x="75687" y="486404"/>
                  <a:pt x="73190" y="478988"/>
                </a:cubicBezTo>
                <a:cubicBezTo>
                  <a:pt x="70001" y="469517"/>
                  <a:pt x="60184" y="460664"/>
                  <a:pt x="52773" y="460575"/>
                </a:cubicBezTo>
                <a:cubicBezTo>
                  <a:pt x="49415" y="460535"/>
                  <a:pt x="48457" y="461764"/>
                  <a:pt x="49575" y="464677"/>
                </a:cubicBezTo>
                <a:cubicBezTo>
                  <a:pt x="50616" y="467390"/>
                  <a:pt x="50039" y="468403"/>
                  <a:pt x="47915" y="467591"/>
                </a:cubicBezTo>
                <a:cubicBezTo>
                  <a:pt x="43178" y="465778"/>
                  <a:pt x="16822" y="457260"/>
                  <a:pt x="13036" y="456319"/>
                </a:cubicBezTo>
                <a:cubicBezTo>
                  <a:pt x="9334" y="455399"/>
                  <a:pt x="8569" y="442447"/>
                  <a:pt x="12217" y="442447"/>
                </a:cubicBezTo>
                <a:cubicBezTo>
                  <a:pt x="13541" y="442447"/>
                  <a:pt x="15349" y="440165"/>
                  <a:pt x="16234" y="437376"/>
                </a:cubicBezTo>
                <a:cubicBezTo>
                  <a:pt x="18137" y="431382"/>
                  <a:pt x="7778" y="415870"/>
                  <a:pt x="3077" y="417673"/>
                </a:cubicBezTo>
                <a:cubicBezTo>
                  <a:pt x="1055" y="418449"/>
                  <a:pt x="0" y="415744"/>
                  <a:pt x="0" y="409784"/>
                </a:cubicBezTo>
                <a:cubicBezTo>
                  <a:pt x="0" y="401499"/>
                  <a:pt x="536" y="400849"/>
                  <a:pt x="6196" y="402269"/>
                </a:cubicBezTo>
                <a:cubicBezTo>
                  <a:pt x="9603" y="403124"/>
                  <a:pt x="12454" y="402931"/>
                  <a:pt x="12532" y="401839"/>
                </a:cubicBezTo>
                <a:cubicBezTo>
                  <a:pt x="12609" y="400747"/>
                  <a:pt x="12969" y="395050"/>
                  <a:pt x="13332" y="389178"/>
                </a:cubicBezTo>
                <a:cubicBezTo>
                  <a:pt x="13694" y="383307"/>
                  <a:pt x="16057" y="375349"/>
                  <a:pt x="18583" y="371495"/>
                </a:cubicBezTo>
                <a:cubicBezTo>
                  <a:pt x="22726" y="365172"/>
                  <a:pt x="24227" y="364644"/>
                  <a:pt x="33934" y="366100"/>
                </a:cubicBezTo>
                <a:cubicBezTo>
                  <a:pt x="43066" y="367469"/>
                  <a:pt x="45460" y="366825"/>
                  <a:pt x="49768" y="361841"/>
                </a:cubicBezTo>
                <a:cubicBezTo>
                  <a:pt x="55970" y="354665"/>
                  <a:pt x="55203" y="348567"/>
                  <a:pt x="46692" y="337409"/>
                </a:cubicBezTo>
                <a:cubicBezTo>
                  <a:pt x="41680" y="330837"/>
                  <a:pt x="40608" y="327241"/>
                  <a:pt x="42031" y="321770"/>
                </a:cubicBezTo>
                <a:cubicBezTo>
                  <a:pt x="45168" y="309711"/>
                  <a:pt x="44306" y="300620"/>
                  <a:pt x="39524" y="295336"/>
                </a:cubicBezTo>
                <a:cubicBezTo>
                  <a:pt x="35095" y="290442"/>
                  <a:pt x="35173" y="290185"/>
                  <a:pt x="41858" y="287644"/>
                </a:cubicBezTo>
                <a:cubicBezTo>
                  <a:pt x="45661" y="286198"/>
                  <a:pt x="52494" y="281527"/>
                  <a:pt x="57042" y="277265"/>
                </a:cubicBezTo>
                <a:cubicBezTo>
                  <a:pt x="61590" y="273002"/>
                  <a:pt x="67303" y="269509"/>
                  <a:pt x="69737" y="269502"/>
                </a:cubicBezTo>
                <a:cubicBezTo>
                  <a:pt x="74976" y="269488"/>
                  <a:pt x="79509" y="261980"/>
                  <a:pt x="79509" y="253317"/>
                </a:cubicBezTo>
                <a:cubicBezTo>
                  <a:pt x="79509" y="246749"/>
                  <a:pt x="88587" y="240002"/>
                  <a:pt x="95370" y="241529"/>
                </a:cubicBezTo>
                <a:cubicBezTo>
                  <a:pt x="99614" y="242485"/>
                  <a:pt x="137917" y="214161"/>
                  <a:pt x="141543" y="207386"/>
                </a:cubicBezTo>
                <a:cubicBezTo>
                  <a:pt x="144262" y="202307"/>
                  <a:pt x="142422" y="199791"/>
                  <a:pt x="135987" y="199791"/>
                </a:cubicBezTo>
                <a:cubicBezTo>
                  <a:pt x="130714" y="199791"/>
                  <a:pt x="128893" y="192306"/>
                  <a:pt x="127900" y="166538"/>
                </a:cubicBezTo>
                <a:lnTo>
                  <a:pt x="127266" y="150064"/>
                </a:lnTo>
                <a:lnTo>
                  <a:pt x="118230" y="149351"/>
                </a:lnTo>
                <a:cubicBezTo>
                  <a:pt x="113261" y="148959"/>
                  <a:pt x="107898" y="149707"/>
                  <a:pt x="106311" y="151014"/>
                </a:cubicBezTo>
                <a:cubicBezTo>
                  <a:pt x="104470" y="152530"/>
                  <a:pt x="102255" y="151977"/>
                  <a:pt x="100187" y="149485"/>
                </a:cubicBezTo>
                <a:cubicBezTo>
                  <a:pt x="98405" y="147337"/>
                  <a:pt x="93728" y="145581"/>
                  <a:pt x="89795" y="145581"/>
                </a:cubicBezTo>
                <a:cubicBezTo>
                  <a:pt x="82532" y="145581"/>
                  <a:pt x="79509" y="141725"/>
                  <a:pt x="79509" y="132462"/>
                </a:cubicBezTo>
                <a:cubicBezTo>
                  <a:pt x="79509" y="129370"/>
                  <a:pt x="77720" y="127510"/>
                  <a:pt x="74746" y="127510"/>
                </a:cubicBezTo>
                <a:cubicBezTo>
                  <a:pt x="66661" y="127510"/>
                  <a:pt x="61439" y="119085"/>
                  <a:pt x="61439" y="106041"/>
                </a:cubicBezTo>
                <a:cubicBezTo>
                  <a:pt x="61439" y="94056"/>
                  <a:pt x="61402" y="94007"/>
                  <a:pt x="51376" y="92403"/>
                </a:cubicBezTo>
                <a:cubicBezTo>
                  <a:pt x="41507" y="90825"/>
                  <a:pt x="41357" y="90638"/>
                  <a:pt x="43631" y="82710"/>
                </a:cubicBezTo>
                <a:cubicBezTo>
                  <a:pt x="46841" y="71517"/>
                  <a:pt x="46650" y="70719"/>
                  <a:pt x="40756" y="70719"/>
                </a:cubicBezTo>
                <a:cubicBezTo>
                  <a:pt x="36165" y="70719"/>
                  <a:pt x="35750" y="69551"/>
                  <a:pt x="37174" y="60642"/>
                </a:cubicBezTo>
                <a:cubicBezTo>
                  <a:pt x="39267" y="47555"/>
                  <a:pt x="31942" y="24727"/>
                  <a:pt x="23391" y="17685"/>
                </a:cubicBezTo>
                <a:lnTo>
                  <a:pt x="16983" y="12409"/>
                </a:lnTo>
                <a:lnTo>
                  <a:pt x="27512" y="5441"/>
                </a:lnTo>
                <a:cubicBezTo>
                  <a:pt x="36589" y="-566"/>
                  <a:pt x="38942" y="-1116"/>
                  <a:pt x="44577" y="1452"/>
                </a:cubicBezTo>
                <a:cubicBezTo>
                  <a:pt x="50920" y="4342"/>
                  <a:pt x="52469" y="8771"/>
                  <a:pt x="51418" y="21016"/>
                </a:cubicBezTo>
                <a:cubicBezTo>
                  <a:pt x="51144" y="24205"/>
                  <a:pt x="52304" y="29399"/>
                  <a:pt x="53995" y="32559"/>
                </a:cubicBezTo>
                <a:cubicBezTo>
                  <a:pt x="55686" y="35718"/>
                  <a:pt x="56925" y="42138"/>
                  <a:pt x="56749" y="46824"/>
                </a:cubicBezTo>
                <a:cubicBezTo>
                  <a:pt x="56573" y="51511"/>
                  <a:pt x="58717" y="59420"/>
                  <a:pt x="61515" y="64401"/>
                </a:cubicBezTo>
                <a:cubicBezTo>
                  <a:pt x="64313" y="69382"/>
                  <a:pt x="66683" y="76616"/>
                  <a:pt x="66783" y="80478"/>
                </a:cubicBezTo>
                <a:cubicBezTo>
                  <a:pt x="66944" y="86723"/>
                  <a:pt x="67209" y="86928"/>
                  <a:pt x="69183" y="82335"/>
                </a:cubicBezTo>
                <a:cubicBezTo>
                  <a:pt x="71476" y="76999"/>
                  <a:pt x="71863" y="77758"/>
                  <a:pt x="72797" y="89434"/>
                </a:cubicBezTo>
                <a:cubicBezTo>
                  <a:pt x="72939" y="91209"/>
                  <a:pt x="74996" y="94114"/>
                  <a:pt x="77368" y="95891"/>
                </a:cubicBezTo>
                <a:cubicBezTo>
                  <a:pt x="79740" y="97667"/>
                  <a:pt x="82447" y="102604"/>
                  <a:pt x="83382" y="106862"/>
                </a:cubicBezTo>
                <a:cubicBezTo>
                  <a:pt x="84688" y="112811"/>
                  <a:pt x="86501" y="114603"/>
                  <a:pt x="91209" y="114603"/>
                </a:cubicBezTo>
                <a:cubicBezTo>
                  <a:pt x="99379" y="114603"/>
                  <a:pt x="110872" y="119677"/>
                  <a:pt x="115649" y="125394"/>
                </a:cubicBezTo>
                <a:cubicBezTo>
                  <a:pt x="117952" y="128149"/>
                  <a:pt x="124752" y="130674"/>
                  <a:pt x="132428" y="131624"/>
                </a:cubicBezTo>
                <a:cubicBezTo>
                  <a:pt x="141521" y="132750"/>
                  <a:pt x="146878" y="135032"/>
                  <a:pt x="150553" y="139348"/>
                </a:cubicBezTo>
                <a:cubicBezTo>
                  <a:pt x="154982" y="144548"/>
                  <a:pt x="158885" y="145694"/>
                  <a:pt x="176368" y="146927"/>
                </a:cubicBezTo>
                <a:cubicBezTo>
                  <a:pt x="205380" y="148973"/>
                  <a:pt x="204499" y="148736"/>
                  <a:pt x="211382" y="156343"/>
                </a:cubicBezTo>
                <a:cubicBezTo>
                  <a:pt x="219859" y="165712"/>
                  <a:pt x="228327" y="167989"/>
                  <a:pt x="230401" y="161456"/>
                </a:cubicBezTo>
                <a:cubicBezTo>
                  <a:pt x="231901" y="156729"/>
                  <a:pt x="241748" y="152072"/>
                  <a:pt x="244475" y="154799"/>
                </a:cubicBezTo>
                <a:cubicBezTo>
                  <a:pt x="248005" y="158329"/>
                  <a:pt x="238595" y="195092"/>
                  <a:pt x="229656" y="212698"/>
                </a:cubicBezTo>
                <a:cubicBezTo>
                  <a:pt x="224250" y="223347"/>
                  <a:pt x="218479" y="236706"/>
                  <a:pt x="216833" y="242385"/>
                </a:cubicBezTo>
                <a:cubicBezTo>
                  <a:pt x="208092" y="272545"/>
                  <a:pt x="205996" y="281464"/>
                  <a:pt x="205960" y="288674"/>
                </a:cubicBezTo>
                <a:cubicBezTo>
                  <a:pt x="205939" y="293031"/>
                  <a:pt x="204795" y="298338"/>
                  <a:pt x="203418" y="300468"/>
                </a:cubicBezTo>
                <a:cubicBezTo>
                  <a:pt x="201194" y="303910"/>
                  <a:pt x="200920" y="303910"/>
                  <a:pt x="200956" y="300468"/>
                </a:cubicBezTo>
                <a:cubicBezTo>
                  <a:pt x="201123" y="284393"/>
                  <a:pt x="207229" y="256741"/>
                  <a:pt x="214917" y="237240"/>
                </a:cubicBezTo>
                <a:cubicBezTo>
                  <a:pt x="219951" y="224471"/>
                  <a:pt x="224070" y="212844"/>
                  <a:pt x="224070" y="211401"/>
                </a:cubicBezTo>
                <a:cubicBezTo>
                  <a:pt x="224070" y="209958"/>
                  <a:pt x="221625" y="207250"/>
                  <a:pt x="218637" y="205384"/>
                </a:cubicBezTo>
                <a:cubicBezTo>
                  <a:pt x="215583" y="203477"/>
                  <a:pt x="213971" y="203233"/>
                  <a:pt x="214956" y="204826"/>
                </a:cubicBezTo>
                <a:cubicBezTo>
                  <a:pt x="215920" y="206386"/>
                  <a:pt x="215897" y="211356"/>
                  <a:pt x="214905" y="215873"/>
                </a:cubicBezTo>
                <a:lnTo>
                  <a:pt x="213101" y="224084"/>
                </a:lnTo>
                <a:lnTo>
                  <a:pt x="208491" y="218391"/>
                </a:lnTo>
                <a:cubicBezTo>
                  <a:pt x="202731" y="211277"/>
                  <a:pt x="199260" y="211160"/>
                  <a:pt x="197466" y="218019"/>
                </a:cubicBezTo>
                <a:cubicBezTo>
                  <a:pt x="196615" y="221276"/>
                  <a:pt x="197499" y="223887"/>
                  <a:pt x="199747" y="224749"/>
                </a:cubicBezTo>
                <a:cubicBezTo>
                  <a:pt x="201766" y="225524"/>
                  <a:pt x="203418" y="227264"/>
                  <a:pt x="203418" y="228616"/>
                </a:cubicBezTo>
                <a:cubicBezTo>
                  <a:pt x="203418" y="229967"/>
                  <a:pt x="202337" y="230405"/>
                  <a:pt x="201015" y="229588"/>
                </a:cubicBezTo>
                <a:cubicBezTo>
                  <a:pt x="199694" y="228771"/>
                  <a:pt x="197882" y="229283"/>
                  <a:pt x="196991" y="230726"/>
                </a:cubicBezTo>
                <a:cubicBezTo>
                  <a:pt x="196099" y="232169"/>
                  <a:pt x="196692" y="233350"/>
                  <a:pt x="198308" y="233350"/>
                </a:cubicBezTo>
                <a:cubicBezTo>
                  <a:pt x="200240" y="233350"/>
                  <a:pt x="200656" y="236041"/>
                  <a:pt x="199523" y="241200"/>
                </a:cubicBezTo>
                <a:cubicBezTo>
                  <a:pt x="198474" y="245978"/>
                  <a:pt x="199012" y="250512"/>
                  <a:pt x="200899" y="252786"/>
                </a:cubicBezTo>
                <a:cubicBezTo>
                  <a:pt x="203352" y="255741"/>
                  <a:pt x="203212" y="256824"/>
                  <a:pt x="200228" y="257969"/>
                </a:cubicBezTo>
                <a:cubicBezTo>
                  <a:pt x="197388" y="259059"/>
                  <a:pt x="196716" y="262734"/>
                  <a:pt x="197509" y="272843"/>
                </a:cubicBezTo>
                <a:cubicBezTo>
                  <a:pt x="198508" y="285590"/>
                  <a:pt x="198348" y="286008"/>
                  <a:pt x="194340" y="281107"/>
                </a:cubicBezTo>
                <a:cubicBezTo>
                  <a:pt x="190355" y="276233"/>
                  <a:pt x="190188" y="276860"/>
                  <a:pt x="191370" y="292273"/>
                </a:cubicBezTo>
                <a:cubicBezTo>
                  <a:pt x="192505" y="307076"/>
                  <a:pt x="195674" y="318043"/>
                  <a:pt x="195674" y="307167"/>
                </a:cubicBezTo>
                <a:cubicBezTo>
                  <a:pt x="195674" y="303112"/>
                  <a:pt x="196059" y="303066"/>
                  <a:pt x="199681" y="306687"/>
                </a:cubicBezTo>
                <a:cubicBezTo>
                  <a:pt x="202942" y="309948"/>
                  <a:pt x="203185" y="312507"/>
                  <a:pt x="200986" y="320424"/>
                </a:cubicBezTo>
                <a:cubicBezTo>
                  <a:pt x="199500" y="325776"/>
                  <a:pt x="198103" y="334801"/>
                  <a:pt x="197882" y="340480"/>
                </a:cubicBezTo>
                <a:lnTo>
                  <a:pt x="197480" y="350806"/>
                </a:lnTo>
                <a:lnTo>
                  <a:pt x="195674" y="339189"/>
                </a:lnTo>
                <a:cubicBezTo>
                  <a:pt x="194403" y="331014"/>
                  <a:pt x="193753" y="337239"/>
                  <a:pt x="193480" y="360201"/>
                </a:cubicBezTo>
                <a:cubicBezTo>
                  <a:pt x="193236" y="380786"/>
                  <a:pt x="194603" y="400790"/>
                  <a:pt x="197184" y="414396"/>
                </a:cubicBezTo>
                <a:cubicBezTo>
                  <a:pt x="200612" y="432468"/>
                  <a:pt x="200758" y="438399"/>
                  <a:pt x="198086" y="450991"/>
                </a:cubicBezTo>
                <a:cubicBezTo>
                  <a:pt x="196258" y="459605"/>
                  <a:pt x="194082" y="464699"/>
                  <a:pt x="192986" y="462927"/>
                </a:cubicBezTo>
                <a:cubicBezTo>
                  <a:pt x="191158" y="459970"/>
                  <a:pt x="190587" y="461135"/>
                  <a:pt x="186260" y="476652"/>
                </a:cubicBezTo>
                <a:cubicBezTo>
                  <a:pt x="185567" y="479136"/>
                  <a:pt x="186240" y="481169"/>
                  <a:pt x="187756" y="481169"/>
                </a:cubicBezTo>
                <a:cubicBezTo>
                  <a:pt x="189271" y="481169"/>
                  <a:pt x="190682" y="479136"/>
                  <a:pt x="190891" y="476652"/>
                </a:cubicBezTo>
                <a:cubicBezTo>
                  <a:pt x="191099" y="474167"/>
                  <a:pt x="192060" y="479104"/>
                  <a:pt x="193026" y="487623"/>
                </a:cubicBezTo>
                <a:cubicBezTo>
                  <a:pt x="193992" y="496142"/>
                  <a:pt x="194538" y="503459"/>
                  <a:pt x="194241" y="503884"/>
                </a:cubicBezTo>
                <a:cubicBezTo>
                  <a:pt x="193943" y="504308"/>
                  <a:pt x="188265" y="499952"/>
                  <a:pt x="181623" y="494203"/>
                </a:cubicBezTo>
                <a:close/>
              </a:path>
            </a:pathLst>
          </a:custGeom>
          <a:solidFill>
            <a:srgbClr val="B9B9B9"/>
          </a:solidFill>
          <a:ln w="5163" cap="flat">
            <a:noFill/>
            <a:prstDash val="solid"/>
            <a:miter/>
          </a:ln>
        </p:spPr>
        <p:txBody>
          <a:bodyPr/>
          <a:lstStyle/>
          <a:p>
            <a:endParaRPr lang="es-419" noProof="0" dirty="0"/>
          </a:p>
        </p:txBody>
      </p:sp>
      <p:sp>
        <p:nvSpPr>
          <p:cNvPr id="53" name="Forma libre: forma 52">
            <a:extLst>
              <a:ext uri="{FF2B5EF4-FFF2-40B4-BE49-F238E27FC236}">
                <a16:creationId xmlns:a16="http://schemas.microsoft.com/office/drawing/2014/main" id="{745E4BB6-F82A-5385-BD43-AA2C5CC05EAD}"/>
              </a:ext>
            </a:extLst>
          </p:cNvPr>
          <p:cNvSpPr/>
          <p:nvPr/>
        </p:nvSpPr>
        <p:spPr>
          <a:xfrm>
            <a:off x="920115" y="1646957"/>
            <a:ext cx="379561" cy="415583"/>
          </a:xfrm>
          <a:custGeom>
            <a:avLst/>
            <a:gdLst>
              <a:gd name="csX0" fmla="*/ 203090 w 379561"/>
              <a:gd name="csY0" fmla="*/ 414284 h 415583"/>
              <a:gd name="csX1" fmla="*/ 197077 w 379561"/>
              <a:gd name="csY1" fmla="*/ 404675 h 415583"/>
              <a:gd name="csX2" fmla="*/ 192271 w 379561"/>
              <a:gd name="csY2" fmla="*/ 395646 h 415583"/>
              <a:gd name="csX3" fmla="*/ 171007 w 379561"/>
              <a:gd name="csY3" fmla="*/ 397866 h 415583"/>
              <a:gd name="csX4" fmla="*/ 166946 w 379561"/>
              <a:gd name="csY4" fmla="*/ 392738 h 415583"/>
              <a:gd name="csX5" fmla="*/ 171214 w 379561"/>
              <a:gd name="csY5" fmla="*/ 375323 h 415583"/>
              <a:gd name="csX6" fmla="*/ 168526 w 379561"/>
              <a:gd name="csY6" fmla="*/ 359903 h 415583"/>
              <a:gd name="csX7" fmla="*/ 135682 w 379561"/>
              <a:gd name="csY7" fmla="*/ 348579 h 415583"/>
              <a:gd name="csX8" fmla="*/ 130456 w 379561"/>
              <a:gd name="csY8" fmla="*/ 344743 h 415583"/>
              <a:gd name="csX9" fmla="*/ 123707 w 379561"/>
              <a:gd name="csY9" fmla="*/ 339434 h 415583"/>
              <a:gd name="csX10" fmla="*/ 111898 w 379561"/>
              <a:gd name="csY10" fmla="*/ 326710 h 415583"/>
              <a:gd name="csX11" fmla="*/ 102819 w 379561"/>
              <a:gd name="csY11" fmla="*/ 312359 h 415583"/>
              <a:gd name="csX12" fmla="*/ 100189 w 379561"/>
              <a:gd name="csY12" fmla="*/ 303716 h 415583"/>
              <a:gd name="csX13" fmla="*/ 96495 w 379561"/>
              <a:gd name="csY13" fmla="*/ 291424 h 415583"/>
              <a:gd name="csX14" fmla="*/ 91114 w 379561"/>
              <a:gd name="csY14" fmla="*/ 269668 h 415583"/>
              <a:gd name="csX15" fmla="*/ 73368 w 379561"/>
              <a:gd name="csY15" fmla="*/ 228658 h 415583"/>
              <a:gd name="csX16" fmla="*/ 56149 w 379561"/>
              <a:gd name="csY16" fmla="*/ 225592 h 415583"/>
              <a:gd name="csX17" fmla="*/ 38234 w 379561"/>
              <a:gd name="csY17" fmla="*/ 218995 h 415583"/>
              <a:gd name="csX18" fmla="*/ 14702 w 379561"/>
              <a:gd name="csY18" fmla="*/ 179229 h 415583"/>
              <a:gd name="csX19" fmla="*/ 4675 w 379561"/>
              <a:gd name="csY19" fmla="*/ 165798 h 415583"/>
              <a:gd name="csX20" fmla="*/ 1771 w 379561"/>
              <a:gd name="csY20" fmla="*/ 155184 h 415583"/>
              <a:gd name="csX21" fmla="*/ 712 w 379561"/>
              <a:gd name="csY21" fmla="*/ 126667 h 415583"/>
              <a:gd name="csX22" fmla="*/ 2557 w 379561"/>
              <a:gd name="csY22" fmla="*/ 104522 h 415583"/>
              <a:gd name="csX23" fmla="*/ 16402 w 379561"/>
              <a:gd name="csY23" fmla="*/ 104522 h 415583"/>
              <a:gd name="csX24" fmla="*/ 46584 w 379561"/>
              <a:gd name="csY24" fmla="*/ 95540 h 415583"/>
              <a:gd name="csX25" fmla="*/ 48520 w 379561"/>
              <a:gd name="csY25" fmla="*/ 81044 h 415583"/>
              <a:gd name="csX26" fmla="*/ 53693 w 379561"/>
              <a:gd name="csY26" fmla="*/ 64536 h 415583"/>
              <a:gd name="csX27" fmla="*/ 57236 w 379561"/>
              <a:gd name="csY27" fmla="*/ 49938 h 415583"/>
              <a:gd name="csX28" fmla="*/ 61307 w 379561"/>
              <a:gd name="csY28" fmla="*/ 39986 h 415583"/>
              <a:gd name="csX29" fmla="*/ 72238 w 379561"/>
              <a:gd name="csY29" fmla="*/ 37166 h 415583"/>
              <a:gd name="csX30" fmla="*/ 75921 w 379561"/>
              <a:gd name="csY30" fmla="*/ 26420 h 415583"/>
              <a:gd name="csX31" fmla="*/ 86217 w 379561"/>
              <a:gd name="csY31" fmla="*/ 9008 h 415583"/>
              <a:gd name="csX32" fmla="*/ 91229 w 379561"/>
              <a:gd name="csY32" fmla="*/ 3610 h 415583"/>
              <a:gd name="csX33" fmla="*/ 100572 w 379561"/>
              <a:gd name="csY33" fmla="*/ 6016 h 415583"/>
              <a:gd name="csX34" fmla="*/ 115842 w 379561"/>
              <a:gd name="csY34" fmla="*/ 15498 h 415583"/>
              <a:gd name="csX35" fmla="*/ 130061 w 379561"/>
              <a:gd name="csY35" fmla="*/ 25801 h 415583"/>
              <a:gd name="csX36" fmla="*/ 153502 w 379561"/>
              <a:gd name="csY36" fmla="*/ 36020 h 415583"/>
              <a:gd name="csX37" fmla="*/ 166647 w 379561"/>
              <a:gd name="csY37" fmla="*/ 35196 h 415583"/>
              <a:gd name="csX38" fmla="*/ 177014 w 379561"/>
              <a:gd name="csY38" fmla="*/ 35079 h 415583"/>
              <a:gd name="csX39" fmla="*/ 199575 w 379561"/>
              <a:gd name="csY39" fmla="*/ 42570 h 415583"/>
              <a:gd name="csX40" fmla="*/ 223114 w 379561"/>
              <a:gd name="csY40" fmla="*/ 30983 h 415583"/>
              <a:gd name="csX41" fmla="*/ 243392 w 379561"/>
              <a:gd name="csY41" fmla="*/ 13562 h 415583"/>
              <a:gd name="csX42" fmla="*/ 257664 w 379561"/>
              <a:gd name="csY42" fmla="*/ 14175 h 415583"/>
              <a:gd name="csX43" fmla="*/ 270020 w 379561"/>
              <a:gd name="csY43" fmla="*/ 16753 h 415583"/>
              <a:gd name="csX44" fmla="*/ 290519 w 379561"/>
              <a:gd name="csY44" fmla="*/ 30455 h 415583"/>
              <a:gd name="csX45" fmla="*/ 307913 w 379561"/>
              <a:gd name="csY45" fmla="*/ 52734 h 415583"/>
              <a:gd name="csX46" fmla="*/ 307918 w 379561"/>
              <a:gd name="csY46" fmla="*/ 71135 h 415583"/>
              <a:gd name="csX47" fmla="*/ 305239 w 379561"/>
              <a:gd name="csY47" fmla="*/ 92635 h 415583"/>
              <a:gd name="csX48" fmla="*/ 300393 w 379561"/>
              <a:gd name="csY48" fmla="*/ 116124 h 415583"/>
              <a:gd name="csX49" fmla="*/ 296534 w 379561"/>
              <a:gd name="csY49" fmla="*/ 139467 h 415583"/>
              <a:gd name="csX50" fmla="*/ 294862 w 379561"/>
              <a:gd name="csY50" fmla="*/ 144381 h 415583"/>
              <a:gd name="csX51" fmla="*/ 302443 w 379561"/>
              <a:gd name="csY51" fmla="*/ 174221 h 415583"/>
              <a:gd name="csX52" fmla="*/ 331579 w 379561"/>
              <a:gd name="csY52" fmla="*/ 200036 h 415583"/>
              <a:gd name="csX53" fmla="*/ 345885 w 379561"/>
              <a:gd name="csY53" fmla="*/ 204322 h 415583"/>
              <a:gd name="csX54" fmla="*/ 358173 w 379561"/>
              <a:gd name="csY54" fmla="*/ 192088 h 415583"/>
              <a:gd name="csX55" fmla="*/ 365209 w 379561"/>
              <a:gd name="csY55" fmla="*/ 177533 h 415583"/>
              <a:gd name="csX56" fmla="*/ 378528 w 379561"/>
              <a:gd name="csY56" fmla="*/ 217259 h 415583"/>
              <a:gd name="csX57" fmla="*/ 379561 w 379561"/>
              <a:gd name="csY57" fmla="*/ 233192 h 415583"/>
              <a:gd name="csX58" fmla="*/ 368302 w 379561"/>
              <a:gd name="csY58" fmla="*/ 234810 h 415583"/>
              <a:gd name="csX59" fmla="*/ 342845 w 379561"/>
              <a:gd name="csY59" fmla="*/ 234877 h 415583"/>
              <a:gd name="csX60" fmla="*/ 294625 w 379561"/>
              <a:gd name="csY60" fmla="*/ 235311 h 415583"/>
              <a:gd name="csX61" fmla="*/ 265550 w 379561"/>
              <a:gd name="csY61" fmla="*/ 264572 h 415583"/>
              <a:gd name="csX62" fmla="*/ 257155 w 379561"/>
              <a:gd name="csY62" fmla="*/ 290178 h 415583"/>
              <a:gd name="csX63" fmla="*/ 253059 w 379561"/>
              <a:gd name="csY63" fmla="*/ 303293 h 415583"/>
              <a:gd name="csX64" fmla="*/ 248021 w 379561"/>
              <a:gd name="csY64" fmla="*/ 307811 h 415583"/>
              <a:gd name="csX65" fmla="*/ 241573 w 379561"/>
              <a:gd name="csY65" fmla="*/ 316201 h 415583"/>
              <a:gd name="csX66" fmla="*/ 230054 w 379561"/>
              <a:gd name="csY66" fmla="*/ 378609 h 415583"/>
              <a:gd name="csX67" fmla="*/ 225886 w 379561"/>
              <a:gd name="csY67" fmla="*/ 411224 h 415583"/>
              <a:gd name="csX68" fmla="*/ 203090 w 379561"/>
              <a:gd name="csY68" fmla="*/ 414284 h 4155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Lst>
            <a:rect l="l" t="t" r="r" b="b"/>
            <a:pathLst>
              <a:path w="379561" h="415583">
                <a:moveTo>
                  <a:pt x="203090" y="414284"/>
                </a:moveTo>
                <a:cubicBezTo>
                  <a:pt x="200763" y="412907"/>
                  <a:pt x="198058" y="408583"/>
                  <a:pt x="197077" y="404675"/>
                </a:cubicBezTo>
                <a:cubicBezTo>
                  <a:pt x="196096" y="400766"/>
                  <a:pt x="193933" y="396703"/>
                  <a:pt x="192271" y="395646"/>
                </a:cubicBezTo>
                <a:cubicBezTo>
                  <a:pt x="187214" y="392429"/>
                  <a:pt x="177806" y="393412"/>
                  <a:pt x="171007" y="397866"/>
                </a:cubicBezTo>
                <a:cubicBezTo>
                  <a:pt x="162395" y="403509"/>
                  <a:pt x="159848" y="400293"/>
                  <a:pt x="166946" y="392738"/>
                </a:cubicBezTo>
                <a:cubicBezTo>
                  <a:pt x="171625" y="387757"/>
                  <a:pt x="172379" y="384679"/>
                  <a:pt x="171214" y="375323"/>
                </a:cubicBezTo>
                <a:cubicBezTo>
                  <a:pt x="170436" y="369072"/>
                  <a:pt x="169226" y="362133"/>
                  <a:pt x="168526" y="359903"/>
                </a:cubicBezTo>
                <a:cubicBezTo>
                  <a:pt x="167058" y="355229"/>
                  <a:pt x="141404" y="346384"/>
                  <a:pt x="135682" y="348579"/>
                </a:cubicBezTo>
                <a:cubicBezTo>
                  <a:pt x="133235" y="349518"/>
                  <a:pt x="131342" y="348128"/>
                  <a:pt x="130456" y="344743"/>
                </a:cubicBezTo>
                <a:cubicBezTo>
                  <a:pt x="129618" y="341535"/>
                  <a:pt x="126946" y="339434"/>
                  <a:pt x="123707" y="339434"/>
                </a:cubicBezTo>
                <a:cubicBezTo>
                  <a:pt x="119877" y="339434"/>
                  <a:pt x="116504" y="335800"/>
                  <a:pt x="111898" y="326710"/>
                </a:cubicBezTo>
                <a:cubicBezTo>
                  <a:pt x="108351" y="319711"/>
                  <a:pt x="104266" y="313253"/>
                  <a:pt x="102819" y="312359"/>
                </a:cubicBezTo>
                <a:cubicBezTo>
                  <a:pt x="101373" y="311465"/>
                  <a:pt x="100189" y="307575"/>
                  <a:pt x="100189" y="303716"/>
                </a:cubicBezTo>
                <a:cubicBezTo>
                  <a:pt x="100189" y="299856"/>
                  <a:pt x="98526" y="294325"/>
                  <a:pt x="96495" y="291424"/>
                </a:cubicBezTo>
                <a:cubicBezTo>
                  <a:pt x="94463" y="288523"/>
                  <a:pt x="92041" y="278733"/>
                  <a:pt x="91114" y="269668"/>
                </a:cubicBezTo>
                <a:cubicBezTo>
                  <a:pt x="89247" y="251425"/>
                  <a:pt x="83480" y="238096"/>
                  <a:pt x="73368" y="228658"/>
                </a:cubicBezTo>
                <a:cubicBezTo>
                  <a:pt x="67157" y="222862"/>
                  <a:pt x="65968" y="222650"/>
                  <a:pt x="56149" y="225592"/>
                </a:cubicBezTo>
                <a:cubicBezTo>
                  <a:pt x="44901" y="228962"/>
                  <a:pt x="38234" y="226507"/>
                  <a:pt x="38234" y="218995"/>
                </a:cubicBezTo>
                <a:cubicBezTo>
                  <a:pt x="38234" y="211509"/>
                  <a:pt x="24381" y="188100"/>
                  <a:pt x="14702" y="179229"/>
                </a:cubicBezTo>
                <a:cubicBezTo>
                  <a:pt x="9187" y="174175"/>
                  <a:pt x="4675" y="168131"/>
                  <a:pt x="4675" y="165798"/>
                </a:cubicBezTo>
                <a:cubicBezTo>
                  <a:pt x="4675" y="163466"/>
                  <a:pt x="3368" y="158689"/>
                  <a:pt x="1771" y="155184"/>
                </a:cubicBezTo>
                <a:cubicBezTo>
                  <a:pt x="-157" y="150952"/>
                  <a:pt x="-513" y="141373"/>
                  <a:pt x="712" y="126667"/>
                </a:cubicBezTo>
                <a:lnTo>
                  <a:pt x="2557" y="104522"/>
                </a:lnTo>
                <a:lnTo>
                  <a:pt x="16402" y="104522"/>
                </a:lnTo>
                <a:cubicBezTo>
                  <a:pt x="30035" y="104522"/>
                  <a:pt x="42866" y="100703"/>
                  <a:pt x="46584" y="95540"/>
                </a:cubicBezTo>
                <a:cubicBezTo>
                  <a:pt x="47627" y="94091"/>
                  <a:pt x="48499" y="87568"/>
                  <a:pt x="48520" y="81044"/>
                </a:cubicBezTo>
                <a:cubicBezTo>
                  <a:pt x="48549" y="72518"/>
                  <a:pt x="50004" y="67875"/>
                  <a:pt x="53693" y="64536"/>
                </a:cubicBezTo>
                <a:cubicBezTo>
                  <a:pt x="57798" y="60822"/>
                  <a:pt x="58508" y="57895"/>
                  <a:pt x="57236" y="49938"/>
                </a:cubicBezTo>
                <a:cubicBezTo>
                  <a:pt x="55795" y="40930"/>
                  <a:pt x="56182" y="39986"/>
                  <a:pt x="61307" y="39986"/>
                </a:cubicBezTo>
                <a:cubicBezTo>
                  <a:pt x="64421" y="39986"/>
                  <a:pt x="69340" y="38717"/>
                  <a:pt x="72238" y="37166"/>
                </a:cubicBezTo>
                <a:cubicBezTo>
                  <a:pt x="76432" y="34922"/>
                  <a:pt x="77183" y="32731"/>
                  <a:pt x="75921" y="26420"/>
                </a:cubicBezTo>
                <a:cubicBezTo>
                  <a:pt x="74260" y="18119"/>
                  <a:pt x="79648" y="9008"/>
                  <a:pt x="86217" y="9008"/>
                </a:cubicBezTo>
                <a:cubicBezTo>
                  <a:pt x="88031" y="9008"/>
                  <a:pt x="90286" y="6579"/>
                  <a:pt x="91229" y="3610"/>
                </a:cubicBezTo>
                <a:cubicBezTo>
                  <a:pt x="92878" y="-1587"/>
                  <a:pt x="93226" y="-1498"/>
                  <a:pt x="100572" y="6016"/>
                </a:cubicBezTo>
                <a:cubicBezTo>
                  <a:pt x="104769" y="10308"/>
                  <a:pt x="111640" y="14575"/>
                  <a:pt x="115842" y="15498"/>
                </a:cubicBezTo>
                <a:cubicBezTo>
                  <a:pt x="120151" y="16445"/>
                  <a:pt x="126350" y="20937"/>
                  <a:pt x="130061" y="25801"/>
                </a:cubicBezTo>
                <a:cubicBezTo>
                  <a:pt x="137904" y="36084"/>
                  <a:pt x="151245" y="41900"/>
                  <a:pt x="153502" y="36020"/>
                </a:cubicBezTo>
                <a:cubicBezTo>
                  <a:pt x="155231" y="31515"/>
                  <a:pt x="162509" y="31058"/>
                  <a:pt x="166647" y="35196"/>
                </a:cubicBezTo>
                <a:cubicBezTo>
                  <a:pt x="168865" y="37413"/>
                  <a:pt x="171448" y="37384"/>
                  <a:pt x="177014" y="35079"/>
                </a:cubicBezTo>
                <a:cubicBezTo>
                  <a:pt x="186293" y="31236"/>
                  <a:pt x="197119" y="34830"/>
                  <a:pt x="199575" y="42570"/>
                </a:cubicBezTo>
                <a:cubicBezTo>
                  <a:pt x="202586" y="52057"/>
                  <a:pt x="211392" y="47722"/>
                  <a:pt x="223114" y="30983"/>
                </a:cubicBezTo>
                <a:cubicBezTo>
                  <a:pt x="231922" y="18404"/>
                  <a:pt x="235698" y="15160"/>
                  <a:pt x="243392" y="13562"/>
                </a:cubicBezTo>
                <a:cubicBezTo>
                  <a:pt x="248841" y="12430"/>
                  <a:pt x="254889" y="12690"/>
                  <a:pt x="257664" y="14175"/>
                </a:cubicBezTo>
                <a:cubicBezTo>
                  <a:pt x="260313" y="15593"/>
                  <a:pt x="265874" y="16753"/>
                  <a:pt x="270020" y="16753"/>
                </a:cubicBezTo>
                <a:cubicBezTo>
                  <a:pt x="275778" y="16753"/>
                  <a:pt x="280624" y="19992"/>
                  <a:pt x="290519" y="30455"/>
                </a:cubicBezTo>
                <a:cubicBezTo>
                  <a:pt x="297647" y="37991"/>
                  <a:pt x="305474" y="48017"/>
                  <a:pt x="307913" y="52734"/>
                </a:cubicBezTo>
                <a:cubicBezTo>
                  <a:pt x="312104" y="60839"/>
                  <a:pt x="312105" y="61851"/>
                  <a:pt x="307918" y="71135"/>
                </a:cubicBezTo>
                <a:cubicBezTo>
                  <a:pt x="304686" y="78303"/>
                  <a:pt x="303961" y="84117"/>
                  <a:pt x="305239" y="92635"/>
                </a:cubicBezTo>
                <a:cubicBezTo>
                  <a:pt x="306699" y="102374"/>
                  <a:pt x="305896" y="106269"/>
                  <a:pt x="300393" y="116124"/>
                </a:cubicBezTo>
                <a:cubicBezTo>
                  <a:pt x="293385" y="128678"/>
                  <a:pt x="292058" y="136701"/>
                  <a:pt x="296534" y="139467"/>
                </a:cubicBezTo>
                <a:cubicBezTo>
                  <a:pt x="298276" y="140544"/>
                  <a:pt x="297669" y="142329"/>
                  <a:pt x="294862" y="144381"/>
                </a:cubicBezTo>
                <a:cubicBezTo>
                  <a:pt x="289162" y="148549"/>
                  <a:pt x="291010" y="155821"/>
                  <a:pt x="302443" y="174221"/>
                </a:cubicBezTo>
                <a:cubicBezTo>
                  <a:pt x="315893" y="195868"/>
                  <a:pt x="320598" y="200036"/>
                  <a:pt x="331579" y="200036"/>
                </a:cubicBezTo>
                <a:cubicBezTo>
                  <a:pt x="336873" y="200036"/>
                  <a:pt x="343264" y="201951"/>
                  <a:pt x="345885" y="204322"/>
                </a:cubicBezTo>
                <a:cubicBezTo>
                  <a:pt x="351730" y="209612"/>
                  <a:pt x="352148" y="209195"/>
                  <a:pt x="358173" y="192088"/>
                </a:cubicBezTo>
                <a:cubicBezTo>
                  <a:pt x="360854" y="184473"/>
                  <a:pt x="364021" y="177924"/>
                  <a:pt x="365209" y="177533"/>
                </a:cubicBezTo>
                <a:cubicBezTo>
                  <a:pt x="369150" y="176239"/>
                  <a:pt x="377478" y="201079"/>
                  <a:pt x="378528" y="217259"/>
                </a:cubicBezTo>
                <a:lnTo>
                  <a:pt x="379561" y="233192"/>
                </a:lnTo>
                <a:lnTo>
                  <a:pt x="368302" y="234810"/>
                </a:lnTo>
                <a:cubicBezTo>
                  <a:pt x="362110" y="235699"/>
                  <a:pt x="350654" y="235730"/>
                  <a:pt x="342845" y="234877"/>
                </a:cubicBezTo>
                <a:cubicBezTo>
                  <a:pt x="300900" y="230295"/>
                  <a:pt x="296475" y="230334"/>
                  <a:pt x="294625" y="235311"/>
                </a:cubicBezTo>
                <a:cubicBezTo>
                  <a:pt x="292370" y="241375"/>
                  <a:pt x="269321" y="264572"/>
                  <a:pt x="265550" y="264572"/>
                </a:cubicBezTo>
                <a:cubicBezTo>
                  <a:pt x="261474" y="264572"/>
                  <a:pt x="258070" y="274955"/>
                  <a:pt x="257155" y="290178"/>
                </a:cubicBezTo>
                <a:cubicBezTo>
                  <a:pt x="256642" y="298710"/>
                  <a:pt x="255211" y="303293"/>
                  <a:pt x="253059" y="303293"/>
                </a:cubicBezTo>
                <a:cubicBezTo>
                  <a:pt x="251239" y="303294"/>
                  <a:pt x="248973" y="305327"/>
                  <a:pt x="248021" y="307811"/>
                </a:cubicBezTo>
                <a:cubicBezTo>
                  <a:pt x="247070" y="310296"/>
                  <a:pt x="244168" y="314071"/>
                  <a:pt x="241573" y="316201"/>
                </a:cubicBezTo>
                <a:cubicBezTo>
                  <a:pt x="235220" y="321415"/>
                  <a:pt x="231367" y="342287"/>
                  <a:pt x="230054" y="378609"/>
                </a:cubicBezTo>
                <a:cubicBezTo>
                  <a:pt x="229366" y="397612"/>
                  <a:pt x="227827" y="409663"/>
                  <a:pt x="225886" y="411224"/>
                </a:cubicBezTo>
                <a:cubicBezTo>
                  <a:pt x="220922" y="415217"/>
                  <a:pt x="207671" y="416995"/>
                  <a:pt x="203090" y="414284"/>
                </a:cubicBezTo>
                <a:close/>
              </a:path>
            </a:pathLst>
          </a:custGeom>
          <a:solidFill>
            <a:srgbClr val="B9B9B9"/>
          </a:solidFill>
          <a:ln w="5163" cap="flat">
            <a:noFill/>
            <a:prstDash val="solid"/>
            <a:miter/>
          </a:ln>
        </p:spPr>
        <p:txBody>
          <a:bodyPr/>
          <a:lstStyle/>
          <a:p>
            <a:endParaRPr lang="es-419" noProof="0" dirty="0"/>
          </a:p>
        </p:txBody>
      </p:sp>
      <p:sp>
        <p:nvSpPr>
          <p:cNvPr id="54" name="Forma libre: forma 53">
            <a:extLst>
              <a:ext uri="{FF2B5EF4-FFF2-40B4-BE49-F238E27FC236}">
                <a16:creationId xmlns:a16="http://schemas.microsoft.com/office/drawing/2014/main" id="{81316DEB-9BD0-3C57-CB09-A20DAFE29E89}"/>
              </a:ext>
            </a:extLst>
          </p:cNvPr>
          <p:cNvSpPr/>
          <p:nvPr/>
        </p:nvSpPr>
        <p:spPr>
          <a:xfrm>
            <a:off x="845627" y="1846993"/>
            <a:ext cx="4301" cy="5162"/>
          </a:xfrm>
          <a:custGeom>
            <a:avLst/>
            <a:gdLst>
              <a:gd name="csX0" fmla="*/ 4301 w 4301"/>
              <a:gd name="csY0" fmla="*/ 2581 h 5162"/>
              <a:gd name="csX1" fmla="*/ 1567 w 4301"/>
              <a:gd name="csY1" fmla="*/ 0 h 5162"/>
              <a:gd name="csX2" fmla="*/ 429 w 4301"/>
              <a:gd name="csY2" fmla="*/ 2581 h 5162"/>
              <a:gd name="csX3" fmla="*/ 3163 w 4301"/>
              <a:gd name="csY3" fmla="*/ 5163 h 5162"/>
              <a:gd name="csX4" fmla="*/ 4301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4301" y="2581"/>
                </a:moveTo>
                <a:cubicBezTo>
                  <a:pt x="4301" y="1162"/>
                  <a:pt x="3071" y="0"/>
                  <a:pt x="1567" y="0"/>
                </a:cubicBezTo>
                <a:cubicBezTo>
                  <a:pt x="64" y="0"/>
                  <a:pt x="-449" y="1162"/>
                  <a:pt x="429" y="2581"/>
                </a:cubicBezTo>
                <a:cubicBezTo>
                  <a:pt x="1306" y="4001"/>
                  <a:pt x="2537" y="5163"/>
                  <a:pt x="3163" y="5163"/>
                </a:cubicBezTo>
                <a:cubicBezTo>
                  <a:pt x="3789" y="5163"/>
                  <a:pt x="4301" y="4001"/>
                  <a:pt x="4301" y="2581"/>
                </a:cubicBezTo>
                <a:close/>
              </a:path>
            </a:pathLst>
          </a:custGeom>
          <a:solidFill>
            <a:srgbClr val="00C100"/>
          </a:solidFill>
          <a:ln w="5163" cap="flat">
            <a:noFill/>
            <a:prstDash val="solid"/>
            <a:miter/>
          </a:ln>
        </p:spPr>
        <p:txBody>
          <a:bodyPr/>
          <a:lstStyle/>
          <a:p>
            <a:endParaRPr lang="es-419" noProof="0" dirty="0"/>
          </a:p>
        </p:txBody>
      </p:sp>
      <p:sp>
        <p:nvSpPr>
          <p:cNvPr id="55" name="Forma libre: forma 54">
            <a:extLst>
              <a:ext uri="{FF2B5EF4-FFF2-40B4-BE49-F238E27FC236}">
                <a16:creationId xmlns:a16="http://schemas.microsoft.com/office/drawing/2014/main" id="{48C5B8E3-5CB1-8A0C-89F7-CF63E891C1DD}"/>
              </a:ext>
            </a:extLst>
          </p:cNvPr>
          <p:cNvSpPr/>
          <p:nvPr/>
        </p:nvSpPr>
        <p:spPr>
          <a:xfrm>
            <a:off x="1407174" y="1572075"/>
            <a:ext cx="229470" cy="427142"/>
          </a:xfrm>
          <a:custGeom>
            <a:avLst/>
            <a:gdLst>
              <a:gd name="csX0" fmla="*/ 59479 w 229470"/>
              <a:gd name="csY0" fmla="*/ 423996 h 427142"/>
              <a:gd name="csX1" fmla="*/ 59694 w 229470"/>
              <a:gd name="csY1" fmla="*/ 396698 h 427142"/>
              <a:gd name="csX2" fmla="*/ 53195 w 229470"/>
              <a:gd name="csY2" fmla="*/ 362114 h 427142"/>
              <a:gd name="csX3" fmla="*/ 47446 w 229470"/>
              <a:gd name="csY3" fmla="*/ 337138 h 427142"/>
              <a:gd name="csX4" fmla="*/ 40306 w 229470"/>
              <a:gd name="csY4" fmla="*/ 312349 h 427142"/>
              <a:gd name="csX5" fmla="*/ 32609 w 229470"/>
              <a:gd name="csY5" fmla="*/ 289116 h 427142"/>
              <a:gd name="csX6" fmla="*/ 35070 w 229470"/>
              <a:gd name="csY6" fmla="*/ 271899 h 427142"/>
              <a:gd name="csX7" fmla="*/ 32418 w 229470"/>
              <a:gd name="csY7" fmla="*/ 260780 h 427142"/>
              <a:gd name="csX8" fmla="*/ 33172 w 229470"/>
              <a:gd name="csY8" fmla="*/ 247019 h 427142"/>
              <a:gd name="csX9" fmla="*/ 57856 w 229470"/>
              <a:gd name="csY9" fmla="*/ 240981 h 427142"/>
              <a:gd name="csX10" fmla="*/ 80243 w 229470"/>
              <a:gd name="csY10" fmla="*/ 236439 h 427142"/>
              <a:gd name="csX11" fmla="*/ 76436 w 229470"/>
              <a:gd name="csY11" fmla="*/ 228427 h 427142"/>
              <a:gd name="csX12" fmla="*/ 66283 w 229470"/>
              <a:gd name="csY12" fmla="*/ 225870 h 427142"/>
              <a:gd name="csX13" fmla="*/ 61369 w 229470"/>
              <a:gd name="csY13" fmla="*/ 221998 h 427142"/>
              <a:gd name="csX14" fmla="*/ 54487 w 229470"/>
              <a:gd name="csY14" fmla="*/ 218126 h 427142"/>
              <a:gd name="csX15" fmla="*/ 50882 w 229470"/>
              <a:gd name="csY15" fmla="*/ 215226 h 427142"/>
              <a:gd name="csX16" fmla="*/ 39078 w 229470"/>
              <a:gd name="csY16" fmla="*/ 199827 h 427142"/>
              <a:gd name="csX17" fmla="*/ 27028 w 229470"/>
              <a:gd name="csY17" fmla="*/ 179593 h 427142"/>
              <a:gd name="csX18" fmla="*/ 26078 w 229470"/>
              <a:gd name="csY18" fmla="*/ 170317 h 427142"/>
              <a:gd name="csX19" fmla="*/ 23581 w 229470"/>
              <a:gd name="csY19" fmla="*/ 162984 h 427142"/>
              <a:gd name="csX20" fmla="*/ 11790 w 229470"/>
              <a:gd name="csY20" fmla="*/ 145065 h 427142"/>
              <a:gd name="csX21" fmla="*/ 0 w 229470"/>
              <a:gd name="csY21" fmla="*/ 132934 h 427142"/>
              <a:gd name="csX22" fmla="*/ 16266 w 229470"/>
              <a:gd name="csY22" fmla="*/ 118970 h 427142"/>
              <a:gd name="csX23" fmla="*/ 37313 w 229470"/>
              <a:gd name="csY23" fmla="*/ 107565 h 427142"/>
              <a:gd name="csX24" fmla="*/ 42526 w 229470"/>
              <a:gd name="csY24" fmla="*/ 109268 h 427142"/>
              <a:gd name="csX25" fmla="*/ 48759 w 229470"/>
              <a:gd name="csY25" fmla="*/ 100129 h 427142"/>
              <a:gd name="csX26" fmla="*/ 49251 w 229470"/>
              <a:gd name="csY26" fmla="*/ 64399 h 427142"/>
              <a:gd name="csX27" fmla="*/ 38960 w 229470"/>
              <a:gd name="csY27" fmla="*/ 62708 h 427142"/>
              <a:gd name="csX28" fmla="*/ 28744 w 229470"/>
              <a:gd name="csY28" fmla="*/ 61040 h 427142"/>
              <a:gd name="csX29" fmla="*/ 53379 w 229470"/>
              <a:gd name="csY29" fmla="*/ 39197 h 427142"/>
              <a:gd name="csX30" fmla="*/ 71905 w 229470"/>
              <a:gd name="csY30" fmla="*/ 19485 h 427142"/>
              <a:gd name="csX31" fmla="*/ 90959 w 229470"/>
              <a:gd name="csY31" fmla="*/ 8717 h 427142"/>
              <a:gd name="csX32" fmla="*/ 109824 w 229470"/>
              <a:gd name="csY32" fmla="*/ 6256 h 427142"/>
              <a:gd name="csX33" fmla="*/ 121001 w 229470"/>
              <a:gd name="csY33" fmla="*/ 2822 h 427142"/>
              <a:gd name="csX34" fmla="*/ 122428 w 229470"/>
              <a:gd name="csY34" fmla="*/ 8347 h 427142"/>
              <a:gd name="csX35" fmla="*/ 111269 w 229470"/>
              <a:gd name="csY35" fmla="*/ 31492 h 427142"/>
              <a:gd name="csX36" fmla="*/ 125654 w 229470"/>
              <a:gd name="csY36" fmla="*/ 68353 h 427142"/>
              <a:gd name="csX37" fmla="*/ 129394 w 229470"/>
              <a:gd name="csY37" fmla="*/ 83822 h 427142"/>
              <a:gd name="csX38" fmla="*/ 132621 w 229470"/>
              <a:gd name="csY38" fmla="*/ 87380 h 427142"/>
              <a:gd name="csX39" fmla="*/ 129420 w 229470"/>
              <a:gd name="csY39" fmla="*/ 96950 h 427142"/>
              <a:gd name="csX40" fmla="*/ 135228 w 229470"/>
              <a:gd name="csY40" fmla="*/ 104581 h 427142"/>
              <a:gd name="csX41" fmla="*/ 149666 w 229470"/>
              <a:gd name="csY41" fmla="*/ 122913 h 427142"/>
              <a:gd name="csX42" fmla="*/ 159752 w 229470"/>
              <a:gd name="csY42" fmla="*/ 139280 h 427142"/>
              <a:gd name="csX43" fmla="*/ 168181 w 229470"/>
              <a:gd name="csY43" fmla="*/ 148315 h 427142"/>
              <a:gd name="csX44" fmla="*/ 179067 w 229470"/>
              <a:gd name="csY44" fmla="*/ 159986 h 427142"/>
              <a:gd name="csX45" fmla="*/ 189769 w 229470"/>
              <a:gd name="csY45" fmla="*/ 164249 h 427142"/>
              <a:gd name="csX46" fmla="*/ 197030 w 229470"/>
              <a:gd name="csY46" fmla="*/ 167037 h 427142"/>
              <a:gd name="csX47" fmla="*/ 208574 w 229470"/>
              <a:gd name="csY47" fmla="*/ 163915 h 427142"/>
              <a:gd name="csX48" fmla="*/ 216996 w 229470"/>
              <a:gd name="csY48" fmla="*/ 163915 h 427142"/>
              <a:gd name="csX49" fmla="*/ 217738 w 229470"/>
              <a:gd name="csY49" fmla="*/ 187794 h 427142"/>
              <a:gd name="csX50" fmla="*/ 224437 w 229470"/>
              <a:gd name="csY50" fmla="*/ 212516 h 427142"/>
              <a:gd name="csX51" fmla="*/ 229386 w 229470"/>
              <a:gd name="csY51" fmla="*/ 216389 h 427142"/>
              <a:gd name="csX52" fmla="*/ 185958 w 229470"/>
              <a:gd name="csY52" fmla="*/ 248433 h 427142"/>
              <a:gd name="csX53" fmla="*/ 168142 w 229470"/>
              <a:gd name="csY53" fmla="*/ 261325 h 427142"/>
              <a:gd name="csX54" fmla="*/ 158371 w 229470"/>
              <a:gd name="csY54" fmla="*/ 277501 h 427142"/>
              <a:gd name="csX55" fmla="*/ 143795 w 229470"/>
              <a:gd name="csY55" fmla="*/ 286536 h 427142"/>
              <a:gd name="csX56" fmla="*/ 128870 w 229470"/>
              <a:gd name="csY56" fmla="*/ 295569 h 427142"/>
              <a:gd name="csX57" fmla="*/ 127129 w 229470"/>
              <a:gd name="csY57" fmla="*/ 308193 h 427142"/>
              <a:gd name="csX58" fmla="*/ 130400 w 229470"/>
              <a:gd name="csY58" fmla="*/ 326436 h 427142"/>
              <a:gd name="csX59" fmla="*/ 134994 w 229470"/>
              <a:gd name="csY59" fmla="*/ 349937 h 427142"/>
              <a:gd name="csX60" fmla="*/ 142327 w 229470"/>
              <a:gd name="csY60" fmla="*/ 362849 h 427142"/>
              <a:gd name="csX61" fmla="*/ 123210 w 229470"/>
              <a:gd name="csY61" fmla="*/ 373013 h 427142"/>
              <a:gd name="csX62" fmla="*/ 101651 w 229470"/>
              <a:gd name="csY62" fmla="*/ 397639 h 427142"/>
              <a:gd name="csX63" fmla="*/ 95883 w 229470"/>
              <a:gd name="csY63" fmla="*/ 407869 h 427142"/>
              <a:gd name="csX64" fmla="*/ 86571 w 229470"/>
              <a:gd name="csY64" fmla="*/ 418453 h 427142"/>
              <a:gd name="csX65" fmla="*/ 80167 w 229470"/>
              <a:gd name="csY65" fmla="*/ 421479 h 427142"/>
              <a:gd name="csX66" fmla="*/ 70822 w 229470"/>
              <a:gd name="csY66" fmla="*/ 423763 h 427142"/>
              <a:gd name="csX67" fmla="*/ 59479 w 229470"/>
              <a:gd name="csY67" fmla="*/ 423996 h 42714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Lst>
            <a:rect l="l" t="t" r="r" b="b"/>
            <a:pathLst>
              <a:path w="229470" h="427142">
                <a:moveTo>
                  <a:pt x="59479" y="423996"/>
                </a:moveTo>
                <a:cubicBezTo>
                  <a:pt x="59345" y="422222"/>
                  <a:pt x="59442" y="409937"/>
                  <a:pt x="59694" y="396698"/>
                </a:cubicBezTo>
                <a:cubicBezTo>
                  <a:pt x="60117" y="374482"/>
                  <a:pt x="59616" y="371817"/>
                  <a:pt x="53195" y="362114"/>
                </a:cubicBezTo>
                <a:cubicBezTo>
                  <a:pt x="47165" y="353002"/>
                  <a:pt x="46399" y="349674"/>
                  <a:pt x="47446" y="337138"/>
                </a:cubicBezTo>
                <a:cubicBezTo>
                  <a:pt x="48558" y="323819"/>
                  <a:pt x="47993" y="321857"/>
                  <a:pt x="40306" y="312349"/>
                </a:cubicBezTo>
                <a:cubicBezTo>
                  <a:pt x="33058" y="303383"/>
                  <a:pt x="32044" y="300323"/>
                  <a:pt x="32609" y="289116"/>
                </a:cubicBezTo>
                <a:cubicBezTo>
                  <a:pt x="32967" y="282017"/>
                  <a:pt x="34074" y="274269"/>
                  <a:pt x="35070" y="271899"/>
                </a:cubicBezTo>
                <a:cubicBezTo>
                  <a:pt x="36124" y="269390"/>
                  <a:pt x="35017" y="264746"/>
                  <a:pt x="32418" y="260780"/>
                </a:cubicBezTo>
                <a:cubicBezTo>
                  <a:pt x="28144" y="254257"/>
                  <a:pt x="28176" y="253678"/>
                  <a:pt x="33172" y="247019"/>
                </a:cubicBezTo>
                <a:cubicBezTo>
                  <a:pt x="38159" y="240374"/>
                  <a:pt x="39247" y="240108"/>
                  <a:pt x="57856" y="240981"/>
                </a:cubicBezTo>
                <a:cubicBezTo>
                  <a:pt x="75524" y="241809"/>
                  <a:pt x="77593" y="241390"/>
                  <a:pt x="80243" y="236439"/>
                </a:cubicBezTo>
                <a:cubicBezTo>
                  <a:pt x="82790" y="231679"/>
                  <a:pt x="82305" y="230659"/>
                  <a:pt x="76436" y="228427"/>
                </a:cubicBezTo>
                <a:cubicBezTo>
                  <a:pt x="72737" y="227021"/>
                  <a:pt x="68168" y="225870"/>
                  <a:pt x="66283" y="225870"/>
                </a:cubicBezTo>
                <a:cubicBezTo>
                  <a:pt x="64397" y="225870"/>
                  <a:pt x="62186" y="224127"/>
                  <a:pt x="61369" y="221998"/>
                </a:cubicBezTo>
                <a:cubicBezTo>
                  <a:pt x="60552" y="219868"/>
                  <a:pt x="57455" y="218126"/>
                  <a:pt x="54487" y="218126"/>
                </a:cubicBezTo>
                <a:cubicBezTo>
                  <a:pt x="51152" y="218126"/>
                  <a:pt x="49775" y="217018"/>
                  <a:pt x="50882" y="215226"/>
                </a:cubicBezTo>
                <a:cubicBezTo>
                  <a:pt x="51914" y="213556"/>
                  <a:pt x="46909" y="207027"/>
                  <a:pt x="39078" y="199827"/>
                </a:cubicBezTo>
                <a:cubicBezTo>
                  <a:pt x="27017" y="188739"/>
                  <a:pt x="25656" y="186453"/>
                  <a:pt x="27028" y="179593"/>
                </a:cubicBezTo>
                <a:cubicBezTo>
                  <a:pt x="27878" y="175340"/>
                  <a:pt x="27451" y="171165"/>
                  <a:pt x="26078" y="170317"/>
                </a:cubicBezTo>
                <a:cubicBezTo>
                  <a:pt x="24704" y="169468"/>
                  <a:pt x="23581" y="166168"/>
                  <a:pt x="23581" y="162984"/>
                </a:cubicBezTo>
                <a:cubicBezTo>
                  <a:pt x="23581" y="159602"/>
                  <a:pt x="18679" y="152152"/>
                  <a:pt x="11790" y="145065"/>
                </a:cubicBezTo>
                <a:lnTo>
                  <a:pt x="0" y="132934"/>
                </a:lnTo>
                <a:lnTo>
                  <a:pt x="16266" y="118970"/>
                </a:lnTo>
                <a:cubicBezTo>
                  <a:pt x="29571" y="107549"/>
                  <a:pt x="33403" y="105472"/>
                  <a:pt x="37313" y="107565"/>
                </a:cubicBezTo>
                <a:cubicBezTo>
                  <a:pt x="39942" y="108972"/>
                  <a:pt x="42288" y="109738"/>
                  <a:pt x="42526" y="109268"/>
                </a:cubicBezTo>
                <a:cubicBezTo>
                  <a:pt x="42764" y="108799"/>
                  <a:pt x="45569" y="104686"/>
                  <a:pt x="48759" y="100129"/>
                </a:cubicBezTo>
                <a:cubicBezTo>
                  <a:pt x="56473" y="89108"/>
                  <a:pt x="56720" y="71159"/>
                  <a:pt x="49251" y="64399"/>
                </a:cubicBezTo>
                <a:cubicBezTo>
                  <a:pt x="44880" y="60443"/>
                  <a:pt x="43064" y="60145"/>
                  <a:pt x="38960" y="62708"/>
                </a:cubicBezTo>
                <a:cubicBezTo>
                  <a:pt x="31928" y="67099"/>
                  <a:pt x="28744" y="66579"/>
                  <a:pt x="28744" y="61040"/>
                </a:cubicBezTo>
                <a:cubicBezTo>
                  <a:pt x="28744" y="53145"/>
                  <a:pt x="42480" y="40966"/>
                  <a:pt x="53379" y="39197"/>
                </a:cubicBezTo>
                <a:cubicBezTo>
                  <a:pt x="66115" y="37130"/>
                  <a:pt x="70109" y="32880"/>
                  <a:pt x="71905" y="19485"/>
                </a:cubicBezTo>
                <a:cubicBezTo>
                  <a:pt x="73827" y="5162"/>
                  <a:pt x="82115" y="478"/>
                  <a:pt x="90959" y="8717"/>
                </a:cubicBezTo>
                <a:cubicBezTo>
                  <a:pt x="98823" y="16043"/>
                  <a:pt x="101930" y="15638"/>
                  <a:pt x="109824" y="6256"/>
                </a:cubicBezTo>
                <a:cubicBezTo>
                  <a:pt x="116173" y="-1290"/>
                  <a:pt x="116721" y="-1458"/>
                  <a:pt x="121001" y="2822"/>
                </a:cubicBezTo>
                <a:cubicBezTo>
                  <a:pt x="124083" y="5904"/>
                  <a:pt x="124533" y="7646"/>
                  <a:pt x="122428" y="8347"/>
                </a:cubicBezTo>
                <a:cubicBezTo>
                  <a:pt x="108913" y="12852"/>
                  <a:pt x="101196" y="28858"/>
                  <a:pt x="111269" y="31492"/>
                </a:cubicBezTo>
                <a:cubicBezTo>
                  <a:pt x="117751" y="33187"/>
                  <a:pt x="127868" y="59114"/>
                  <a:pt x="125654" y="68353"/>
                </a:cubicBezTo>
                <a:cubicBezTo>
                  <a:pt x="122658" y="80848"/>
                  <a:pt x="122997" y="82249"/>
                  <a:pt x="129394" y="83822"/>
                </a:cubicBezTo>
                <a:cubicBezTo>
                  <a:pt x="133741" y="84890"/>
                  <a:pt x="134786" y="86042"/>
                  <a:pt x="132621" y="87380"/>
                </a:cubicBezTo>
                <a:cubicBezTo>
                  <a:pt x="130861" y="88468"/>
                  <a:pt x="129420" y="92774"/>
                  <a:pt x="129420" y="96950"/>
                </a:cubicBezTo>
                <a:cubicBezTo>
                  <a:pt x="129420" y="103090"/>
                  <a:pt x="130531" y="104549"/>
                  <a:pt x="135228" y="104581"/>
                </a:cubicBezTo>
                <a:cubicBezTo>
                  <a:pt x="144939" y="104647"/>
                  <a:pt x="147895" y="108401"/>
                  <a:pt x="149666" y="122913"/>
                </a:cubicBezTo>
                <a:cubicBezTo>
                  <a:pt x="151241" y="135814"/>
                  <a:pt x="151964" y="136987"/>
                  <a:pt x="159752" y="139280"/>
                </a:cubicBezTo>
                <a:cubicBezTo>
                  <a:pt x="166352" y="141223"/>
                  <a:pt x="168150" y="143150"/>
                  <a:pt x="168181" y="148315"/>
                </a:cubicBezTo>
                <a:cubicBezTo>
                  <a:pt x="168242" y="158306"/>
                  <a:pt x="171565" y="161869"/>
                  <a:pt x="179067" y="159986"/>
                </a:cubicBezTo>
                <a:cubicBezTo>
                  <a:pt x="184111" y="158720"/>
                  <a:pt x="186588" y="159706"/>
                  <a:pt x="189769" y="164249"/>
                </a:cubicBezTo>
                <a:cubicBezTo>
                  <a:pt x="193006" y="168870"/>
                  <a:pt x="194589" y="169478"/>
                  <a:pt x="197030" y="167037"/>
                </a:cubicBezTo>
                <a:cubicBezTo>
                  <a:pt x="198747" y="165320"/>
                  <a:pt x="203942" y="163915"/>
                  <a:pt x="208574" y="163915"/>
                </a:cubicBezTo>
                <a:lnTo>
                  <a:pt x="216996" y="163915"/>
                </a:lnTo>
                <a:lnTo>
                  <a:pt x="217738" y="187794"/>
                </a:lnTo>
                <a:cubicBezTo>
                  <a:pt x="218444" y="210514"/>
                  <a:pt x="218769" y="211713"/>
                  <a:pt x="224437" y="212516"/>
                </a:cubicBezTo>
                <a:cubicBezTo>
                  <a:pt x="227714" y="212981"/>
                  <a:pt x="229940" y="214723"/>
                  <a:pt x="229386" y="216389"/>
                </a:cubicBezTo>
                <a:cubicBezTo>
                  <a:pt x="227670" y="221537"/>
                  <a:pt x="190328" y="249091"/>
                  <a:pt x="185958" y="248433"/>
                </a:cubicBezTo>
                <a:cubicBezTo>
                  <a:pt x="178411" y="247297"/>
                  <a:pt x="168142" y="254728"/>
                  <a:pt x="168142" y="261325"/>
                </a:cubicBezTo>
                <a:cubicBezTo>
                  <a:pt x="168142" y="269993"/>
                  <a:pt x="163608" y="277499"/>
                  <a:pt x="158371" y="277501"/>
                </a:cubicBezTo>
                <a:cubicBezTo>
                  <a:pt x="155936" y="277502"/>
                  <a:pt x="149377" y="281568"/>
                  <a:pt x="143795" y="286536"/>
                </a:cubicBezTo>
                <a:cubicBezTo>
                  <a:pt x="138212" y="291504"/>
                  <a:pt x="131496" y="295569"/>
                  <a:pt x="128870" y="295569"/>
                </a:cubicBezTo>
                <a:cubicBezTo>
                  <a:pt x="121381" y="295569"/>
                  <a:pt x="120392" y="302737"/>
                  <a:pt x="127129" y="308193"/>
                </a:cubicBezTo>
                <a:cubicBezTo>
                  <a:pt x="132769" y="312760"/>
                  <a:pt x="132971" y="313884"/>
                  <a:pt x="130400" y="326436"/>
                </a:cubicBezTo>
                <a:cubicBezTo>
                  <a:pt x="127799" y="339132"/>
                  <a:pt x="128033" y="340327"/>
                  <a:pt x="134994" y="349937"/>
                </a:cubicBezTo>
                <a:cubicBezTo>
                  <a:pt x="139027" y="355505"/>
                  <a:pt x="142327" y="361315"/>
                  <a:pt x="142327" y="362849"/>
                </a:cubicBezTo>
                <a:cubicBezTo>
                  <a:pt x="142327" y="368872"/>
                  <a:pt x="134539" y="373013"/>
                  <a:pt x="123210" y="373013"/>
                </a:cubicBezTo>
                <a:cubicBezTo>
                  <a:pt x="109180" y="373013"/>
                  <a:pt x="103724" y="379244"/>
                  <a:pt x="101651" y="397639"/>
                </a:cubicBezTo>
                <a:cubicBezTo>
                  <a:pt x="100573" y="407198"/>
                  <a:pt x="99540" y="409030"/>
                  <a:pt x="95883" y="407869"/>
                </a:cubicBezTo>
                <a:cubicBezTo>
                  <a:pt x="90324" y="406105"/>
                  <a:pt x="84411" y="412825"/>
                  <a:pt x="86571" y="418453"/>
                </a:cubicBezTo>
                <a:cubicBezTo>
                  <a:pt x="87898" y="421912"/>
                  <a:pt x="86764" y="422448"/>
                  <a:pt x="80167" y="421479"/>
                </a:cubicBezTo>
                <a:cubicBezTo>
                  <a:pt x="74953" y="420714"/>
                  <a:pt x="71686" y="421512"/>
                  <a:pt x="70822" y="423763"/>
                </a:cubicBezTo>
                <a:cubicBezTo>
                  <a:pt x="69146" y="428132"/>
                  <a:pt x="59804" y="428324"/>
                  <a:pt x="59479" y="423996"/>
                </a:cubicBezTo>
                <a:close/>
              </a:path>
            </a:pathLst>
          </a:custGeom>
          <a:solidFill>
            <a:srgbClr val="B9B9B9"/>
          </a:solidFill>
          <a:ln w="5163" cap="flat">
            <a:noFill/>
            <a:prstDash val="solid"/>
            <a:miter/>
          </a:ln>
        </p:spPr>
        <p:txBody>
          <a:bodyPr/>
          <a:lstStyle/>
          <a:p>
            <a:endParaRPr lang="es-419" noProof="0" dirty="0"/>
          </a:p>
        </p:txBody>
      </p:sp>
      <p:sp>
        <p:nvSpPr>
          <p:cNvPr id="56" name="Forma libre: forma 55">
            <a:extLst>
              <a:ext uri="{FF2B5EF4-FFF2-40B4-BE49-F238E27FC236}">
                <a16:creationId xmlns:a16="http://schemas.microsoft.com/office/drawing/2014/main" id="{7FD96A22-EF0B-9198-3025-FA50E3E6AC2A}"/>
              </a:ext>
            </a:extLst>
          </p:cNvPr>
          <p:cNvSpPr/>
          <p:nvPr/>
        </p:nvSpPr>
        <p:spPr>
          <a:xfrm>
            <a:off x="1184880" y="1375117"/>
            <a:ext cx="334306" cy="498738"/>
          </a:xfrm>
          <a:custGeom>
            <a:avLst/>
            <a:gdLst>
              <a:gd name="csX0" fmla="*/ 247743 w 334306"/>
              <a:gd name="csY0" fmla="*/ 496867 h 498738"/>
              <a:gd name="csX1" fmla="*/ 240505 w 334306"/>
              <a:gd name="csY1" fmla="*/ 493884 h 498738"/>
              <a:gd name="csX2" fmla="*/ 219827 w 334306"/>
              <a:gd name="csY2" fmla="*/ 476477 h 498738"/>
              <a:gd name="csX3" fmla="*/ 204292 w 334306"/>
              <a:gd name="csY3" fmla="*/ 470138 h 498738"/>
              <a:gd name="csX4" fmla="*/ 191180 w 334306"/>
              <a:gd name="csY4" fmla="*/ 465927 h 498738"/>
              <a:gd name="csX5" fmla="*/ 185245 w 334306"/>
              <a:gd name="csY5" fmla="*/ 460255 h 498738"/>
              <a:gd name="csX6" fmla="*/ 179372 w 334306"/>
              <a:gd name="csY6" fmla="*/ 456383 h 498738"/>
              <a:gd name="csX7" fmla="*/ 119384 w 334306"/>
              <a:gd name="csY7" fmla="*/ 437991 h 498738"/>
              <a:gd name="csX8" fmla="*/ 89617 w 334306"/>
              <a:gd name="csY8" fmla="*/ 463480 h 498738"/>
              <a:gd name="csX9" fmla="*/ 81270 w 334306"/>
              <a:gd name="csY9" fmla="*/ 471310 h 498738"/>
              <a:gd name="csX10" fmla="*/ 65769 w 334306"/>
              <a:gd name="csY10" fmla="*/ 466800 h 498738"/>
              <a:gd name="csX11" fmla="*/ 41569 w 334306"/>
              <a:gd name="csY11" fmla="*/ 444771 h 498738"/>
              <a:gd name="csX12" fmla="*/ 29063 w 334306"/>
              <a:gd name="csY12" fmla="*/ 422183 h 498738"/>
              <a:gd name="csX13" fmla="*/ 35486 w 334306"/>
              <a:gd name="csY13" fmla="*/ 420247 h 498738"/>
              <a:gd name="csX14" fmla="*/ 36311 w 334306"/>
              <a:gd name="csY14" fmla="*/ 410716 h 498738"/>
              <a:gd name="csX15" fmla="*/ 30682 w 334306"/>
              <a:gd name="csY15" fmla="*/ 404725 h 498738"/>
              <a:gd name="csX16" fmla="*/ 36945 w 334306"/>
              <a:gd name="csY16" fmla="*/ 393771 h 498738"/>
              <a:gd name="csX17" fmla="*/ 44969 w 334306"/>
              <a:gd name="csY17" fmla="*/ 363455 h 498738"/>
              <a:gd name="csX18" fmla="*/ 48481 w 334306"/>
              <a:gd name="csY18" fmla="*/ 335841 h 498738"/>
              <a:gd name="csX19" fmla="*/ 28755 w 334306"/>
              <a:gd name="csY19" fmla="*/ 300210 h 498738"/>
              <a:gd name="csX20" fmla="*/ 9477 w 334306"/>
              <a:gd name="csY20" fmla="*/ 236920 h 498738"/>
              <a:gd name="csX21" fmla="*/ 0 w 334306"/>
              <a:gd name="csY21" fmla="*/ 183956 h 498738"/>
              <a:gd name="csX22" fmla="*/ 8603 w 334306"/>
              <a:gd name="csY22" fmla="*/ 171093 h 498738"/>
              <a:gd name="csX23" fmla="*/ 19247 w 334306"/>
              <a:gd name="csY23" fmla="*/ 157370 h 498738"/>
              <a:gd name="csX24" fmla="*/ 21288 w 334306"/>
              <a:gd name="csY24" fmla="*/ 154226 h 498738"/>
              <a:gd name="csX25" fmla="*/ 42935 w 334306"/>
              <a:gd name="csY25" fmla="*/ 118946 h 498738"/>
              <a:gd name="csX26" fmla="*/ 66467 w 334306"/>
              <a:gd name="csY26" fmla="*/ 79496 h 498738"/>
              <a:gd name="csX27" fmla="*/ 76541 w 334306"/>
              <a:gd name="csY27" fmla="*/ 65175 h 498738"/>
              <a:gd name="csX28" fmla="*/ 97572 w 334306"/>
              <a:gd name="csY28" fmla="*/ 34163 h 498738"/>
              <a:gd name="csX29" fmla="*/ 112627 w 334306"/>
              <a:gd name="csY29" fmla="*/ 9814 h 498738"/>
              <a:gd name="csX30" fmla="*/ 119648 w 334306"/>
              <a:gd name="csY30" fmla="*/ 4329 h 498738"/>
              <a:gd name="csX31" fmla="*/ 132858 w 334306"/>
              <a:gd name="csY31" fmla="*/ 713 h 498738"/>
              <a:gd name="csX32" fmla="*/ 193546 w 334306"/>
              <a:gd name="csY32" fmla="*/ 5578 h 498738"/>
              <a:gd name="csX33" fmla="*/ 220060 w 334306"/>
              <a:gd name="csY33" fmla="*/ 20523 h 498738"/>
              <a:gd name="csX34" fmla="*/ 224578 w 334306"/>
              <a:gd name="csY34" fmla="*/ 25298 h 498738"/>
              <a:gd name="csX35" fmla="*/ 221567 w 334306"/>
              <a:gd name="csY35" fmla="*/ 31335 h 498738"/>
              <a:gd name="csX36" fmla="*/ 217338 w 334306"/>
              <a:gd name="csY36" fmla="*/ 39397 h 498738"/>
              <a:gd name="csX37" fmla="*/ 222891 w 334306"/>
              <a:gd name="csY37" fmla="*/ 37878 h 498738"/>
              <a:gd name="csX38" fmla="*/ 225189 w 334306"/>
              <a:gd name="csY38" fmla="*/ 36902 h 498738"/>
              <a:gd name="csX39" fmla="*/ 234581 w 334306"/>
              <a:gd name="csY39" fmla="*/ 40152 h 498738"/>
              <a:gd name="csX40" fmla="*/ 261177 w 334306"/>
              <a:gd name="csY40" fmla="*/ 57181 h 498738"/>
              <a:gd name="csX41" fmla="*/ 267817 w 334306"/>
              <a:gd name="csY41" fmla="*/ 67059 h 498738"/>
              <a:gd name="csX42" fmla="*/ 274280 w 334306"/>
              <a:gd name="csY42" fmla="*/ 79049 h 498738"/>
              <a:gd name="csX43" fmla="*/ 279443 w 334306"/>
              <a:gd name="csY43" fmla="*/ 91820 h 498738"/>
              <a:gd name="csX44" fmla="*/ 284596 w 334306"/>
              <a:gd name="csY44" fmla="*/ 105775 h 498738"/>
              <a:gd name="csX45" fmla="*/ 291417 w 334306"/>
              <a:gd name="csY45" fmla="*/ 120219 h 498738"/>
              <a:gd name="csX46" fmla="*/ 298659 w 334306"/>
              <a:gd name="csY46" fmla="*/ 133370 h 498738"/>
              <a:gd name="csX47" fmla="*/ 314425 w 334306"/>
              <a:gd name="csY47" fmla="*/ 156674 h 498738"/>
              <a:gd name="csX48" fmla="*/ 323321 w 334306"/>
              <a:gd name="csY48" fmla="*/ 164371 h 498738"/>
              <a:gd name="csX49" fmla="*/ 329277 w 334306"/>
              <a:gd name="csY49" fmla="*/ 172896 h 498738"/>
              <a:gd name="csX50" fmla="*/ 327346 w 334306"/>
              <a:gd name="csY50" fmla="*/ 203260 h 498738"/>
              <a:gd name="csX51" fmla="*/ 321564 w 334306"/>
              <a:gd name="csY51" fmla="*/ 208691 h 498738"/>
              <a:gd name="csX52" fmla="*/ 314839 w 334306"/>
              <a:gd name="csY52" fmla="*/ 201967 h 498738"/>
              <a:gd name="csX53" fmla="*/ 300945 w 334306"/>
              <a:gd name="csY53" fmla="*/ 198679 h 498738"/>
              <a:gd name="csX54" fmla="*/ 291854 w 334306"/>
              <a:gd name="csY54" fmla="*/ 213362 h 498738"/>
              <a:gd name="csX55" fmla="*/ 273477 w 334306"/>
              <a:gd name="csY55" fmla="*/ 233193 h 498738"/>
              <a:gd name="csX56" fmla="*/ 248561 w 334306"/>
              <a:gd name="csY56" fmla="*/ 258261 h 498738"/>
              <a:gd name="csX57" fmla="*/ 254757 w 334306"/>
              <a:gd name="csY57" fmla="*/ 265360 h 498738"/>
              <a:gd name="csX58" fmla="*/ 262758 w 334306"/>
              <a:gd name="csY58" fmla="*/ 262611 h 498738"/>
              <a:gd name="csX59" fmla="*/ 269300 w 334306"/>
              <a:gd name="csY59" fmla="*/ 264243 h 498738"/>
              <a:gd name="csX60" fmla="*/ 257492 w 334306"/>
              <a:gd name="csY60" fmla="*/ 300210 h 498738"/>
              <a:gd name="csX61" fmla="*/ 220205 w 334306"/>
              <a:gd name="csY61" fmla="*/ 329428 h 498738"/>
              <a:gd name="csX62" fmla="*/ 231476 w 334306"/>
              <a:gd name="csY62" fmla="*/ 344578 h 498738"/>
              <a:gd name="csX63" fmla="*/ 244540 w 334306"/>
              <a:gd name="csY63" fmla="*/ 369570 h 498738"/>
              <a:gd name="csX64" fmla="*/ 259568 w 334306"/>
              <a:gd name="csY64" fmla="*/ 400936 h 498738"/>
              <a:gd name="csX65" fmla="*/ 267812 w 334306"/>
              <a:gd name="csY65" fmla="*/ 410972 h 498738"/>
              <a:gd name="csX66" fmla="*/ 272980 w 334306"/>
              <a:gd name="csY66" fmla="*/ 418667 h 498738"/>
              <a:gd name="csX67" fmla="*/ 279745 w 334306"/>
              <a:gd name="csY67" fmla="*/ 423732 h 498738"/>
              <a:gd name="csX68" fmla="*/ 289553 w 334306"/>
              <a:gd name="csY68" fmla="*/ 427604 h 498738"/>
              <a:gd name="csX69" fmla="*/ 298277 w 334306"/>
              <a:gd name="csY69" fmla="*/ 431864 h 498738"/>
              <a:gd name="csX70" fmla="*/ 272913 w 334306"/>
              <a:gd name="csY70" fmla="*/ 433099 h 498738"/>
              <a:gd name="csX71" fmla="*/ 253686 w 334306"/>
              <a:gd name="csY71" fmla="*/ 440109 h 498738"/>
              <a:gd name="csX72" fmla="*/ 252360 w 334306"/>
              <a:gd name="csY72" fmla="*/ 461577 h 498738"/>
              <a:gd name="csX73" fmla="*/ 253346 w 334306"/>
              <a:gd name="csY73" fmla="*/ 468333 h 498738"/>
              <a:gd name="csX74" fmla="*/ 251680 w 334306"/>
              <a:gd name="csY74" fmla="*/ 476637 h 498738"/>
              <a:gd name="csX75" fmla="*/ 251259 w 334306"/>
              <a:gd name="csY75" fmla="*/ 491494 h 498738"/>
              <a:gd name="csX76" fmla="*/ 247743 w 334306"/>
              <a:gd name="csY76" fmla="*/ 496867 h 4987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Lst>
            <a:rect l="l" t="t" r="r" b="b"/>
            <a:pathLst>
              <a:path w="334306" h="498738">
                <a:moveTo>
                  <a:pt x="247743" y="496867"/>
                </a:moveTo>
                <a:cubicBezTo>
                  <a:pt x="246424" y="493506"/>
                  <a:pt x="244367" y="492659"/>
                  <a:pt x="240505" y="493884"/>
                </a:cubicBezTo>
                <a:cubicBezTo>
                  <a:pt x="234008" y="495946"/>
                  <a:pt x="224617" y="488040"/>
                  <a:pt x="219827" y="476477"/>
                </a:cubicBezTo>
                <a:cubicBezTo>
                  <a:pt x="216729" y="468997"/>
                  <a:pt x="216097" y="468739"/>
                  <a:pt x="204292" y="470138"/>
                </a:cubicBezTo>
                <a:cubicBezTo>
                  <a:pt x="193057" y="471468"/>
                  <a:pt x="191916" y="471102"/>
                  <a:pt x="191180" y="465927"/>
                </a:cubicBezTo>
                <a:cubicBezTo>
                  <a:pt x="190659" y="462266"/>
                  <a:pt x="188558" y="460258"/>
                  <a:pt x="185245" y="460255"/>
                </a:cubicBezTo>
                <a:cubicBezTo>
                  <a:pt x="182424" y="460253"/>
                  <a:pt x="179781" y="458510"/>
                  <a:pt x="179372" y="456383"/>
                </a:cubicBezTo>
                <a:cubicBezTo>
                  <a:pt x="178300" y="450818"/>
                  <a:pt x="133997" y="437235"/>
                  <a:pt x="119384" y="437991"/>
                </a:cubicBezTo>
                <a:cubicBezTo>
                  <a:pt x="99217" y="439035"/>
                  <a:pt x="100133" y="438251"/>
                  <a:pt x="89617" y="463480"/>
                </a:cubicBezTo>
                <a:cubicBezTo>
                  <a:pt x="85806" y="472621"/>
                  <a:pt x="84419" y="473923"/>
                  <a:pt x="81270" y="471310"/>
                </a:cubicBezTo>
                <a:cubicBezTo>
                  <a:pt x="79194" y="469587"/>
                  <a:pt x="72218" y="467557"/>
                  <a:pt x="65769" y="466800"/>
                </a:cubicBezTo>
                <a:cubicBezTo>
                  <a:pt x="54283" y="465451"/>
                  <a:pt x="53791" y="465003"/>
                  <a:pt x="41569" y="444771"/>
                </a:cubicBezTo>
                <a:cubicBezTo>
                  <a:pt x="34707" y="433413"/>
                  <a:pt x="29080" y="423248"/>
                  <a:pt x="29063" y="422183"/>
                </a:cubicBezTo>
                <a:cubicBezTo>
                  <a:pt x="29046" y="421119"/>
                  <a:pt x="31937" y="420247"/>
                  <a:pt x="35486" y="420247"/>
                </a:cubicBezTo>
                <a:cubicBezTo>
                  <a:pt x="43403" y="420247"/>
                  <a:pt x="43560" y="418433"/>
                  <a:pt x="36311" y="410716"/>
                </a:cubicBezTo>
                <a:lnTo>
                  <a:pt x="30682" y="404725"/>
                </a:lnTo>
                <a:lnTo>
                  <a:pt x="36945" y="393771"/>
                </a:lnTo>
                <a:cubicBezTo>
                  <a:pt x="41241" y="386255"/>
                  <a:pt x="43760" y="376739"/>
                  <a:pt x="44969" y="363455"/>
                </a:cubicBezTo>
                <a:cubicBezTo>
                  <a:pt x="45939" y="352807"/>
                  <a:pt x="47519" y="340381"/>
                  <a:pt x="48481" y="335841"/>
                </a:cubicBezTo>
                <a:cubicBezTo>
                  <a:pt x="50445" y="326577"/>
                  <a:pt x="45773" y="318139"/>
                  <a:pt x="28755" y="300210"/>
                </a:cubicBezTo>
                <a:cubicBezTo>
                  <a:pt x="18993" y="289925"/>
                  <a:pt x="18916" y="289673"/>
                  <a:pt x="9477" y="236920"/>
                </a:cubicBezTo>
                <a:lnTo>
                  <a:pt x="0" y="183956"/>
                </a:lnTo>
                <a:lnTo>
                  <a:pt x="8603" y="171093"/>
                </a:lnTo>
                <a:cubicBezTo>
                  <a:pt x="13334" y="164019"/>
                  <a:pt x="18124" y="157843"/>
                  <a:pt x="19247" y="157370"/>
                </a:cubicBezTo>
                <a:cubicBezTo>
                  <a:pt x="20370" y="156896"/>
                  <a:pt x="21288" y="155482"/>
                  <a:pt x="21288" y="154226"/>
                </a:cubicBezTo>
                <a:cubicBezTo>
                  <a:pt x="21288" y="152970"/>
                  <a:pt x="31029" y="137094"/>
                  <a:pt x="42935" y="118946"/>
                </a:cubicBezTo>
                <a:cubicBezTo>
                  <a:pt x="54840" y="100798"/>
                  <a:pt x="65430" y="83045"/>
                  <a:pt x="66467" y="79496"/>
                </a:cubicBezTo>
                <a:cubicBezTo>
                  <a:pt x="67505" y="75946"/>
                  <a:pt x="72038" y="69502"/>
                  <a:pt x="76541" y="65175"/>
                </a:cubicBezTo>
                <a:cubicBezTo>
                  <a:pt x="87950" y="54213"/>
                  <a:pt x="95497" y="43084"/>
                  <a:pt x="97572" y="34163"/>
                </a:cubicBezTo>
                <a:cubicBezTo>
                  <a:pt x="99599" y="25448"/>
                  <a:pt x="109249" y="9841"/>
                  <a:pt x="112627" y="9814"/>
                </a:cubicBezTo>
                <a:cubicBezTo>
                  <a:pt x="113880" y="9805"/>
                  <a:pt x="117040" y="7336"/>
                  <a:pt x="119648" y="4329"/>
                </a:cubicBezTo>
                <a:cubicBezTo>
                  <a:pt x="123477" y="-86"/>
                  <a:pt x="126019" y="-782"/>
                  <a:pt x="132858" y="713"/>
                </a:cubicBezTo>
                <a:cubicBezTo>
                  <a:pt x="141063" y="2507"/>
                  <a:pt x="160286" y="4048"/>
                  <a:pt x="193546" y="5578"/>
                </a:cubicBezTo>
                <a:cubicBezTo>
                  <a:pt x="210737" y="6368"/>
                  <a:pt x="220060" y="11623"/>
                  <a:pt x="220060" y="20523"/>
                </a:cubicBezTo>
                <a:cubicBezTo>
                  <a:pt x="220060" y="23333"/>
                  <a:pt x="221912" y="25291"/>
                  <a:pt x="224578" y="25298"/>
                </a:cubicBezTo>
                <a:cubicBezTo>
                  <a:pt x="228025" y="25308"/>
                  <a:pt x="227313" y="26737"/>
                  <a:pt x="221567" y="31335"/>
                </a:cubicBezTo>
                <a:cubicBezTo>
                  <a:pt x="216052" y="35748"/>
                  <a:pt x="214921" y="37903"/>
                  <a:pt x="217338" y="39397"/>
                </a:cubicBezTo>
                <a:cubicBezTo>
                  <a:pt x="219279" y="40596"/>
                  <a:pt x="221565" y="39971"/>
                  <a:pt x="222891" y="37878"/>
                </a:cubicBezTo>
                <a:cubicBezTo>
                  <a:pt x="224130" y="35921"/>
                  <a:pt x="225164" y="35482"/>
                  <a:pt x="225189" y="36902"/>
                </a:cubicBezTo>
                <a:cubicBezTo>
                  <a:pt x="225213" y="38322"/>
                  <a:pt x="229440" y="39784"/>
                  <a:pt x="234581" y="40152"/>
                </a:cubicBezTo>
                <a:cubicBezTo>
                  <a:pt x="243367" y="40781"/>
                  <a:pt x="260731" y="51899"/>
                  <a:pt x="261177" y="57181"/>
                </a:cubicBezTo>
                <a:cubicBezTo>
                  <a:pt x="261279" y="58396"/>
                  <a:pt x="264267" y="62841"/>
                  <a:pt x="267817" y="67059"/>
                </a:cubicBezTo>
                <a:cubicBezTo>
                  <a:pt x="271366" y="71278"/>
                  <a:pt x="274275" y="76673"/>
                  <a:pt x="274280" y="79049"/>
                </a:cubicBezTo>
                <a:cubicBezTo>
                  <a:pt x="274285" y="81424"/>
                  <a:pt x="276609" y="87172"/>
                  <a:pt x="279443" y="91820"/>
                </a:cubicBezTo>
                <a:cubicBezTo>
                  <a:pt x="282277" y="96469"/>
                  <a:pt x="284596" y="102748"/>
                  <a:pt x="284596" y="105775"/>
                </a:cubicBezTo>
                <a:cubicBezTo>
                  <a:pt x="284596" y="108801"/>
                  <a:pt x="287666" y="115301"/>
                  <a:pt x="291417" y="120219"/>
                </a:cubicBezTo>
                <a:cubicBezTo>
                  <a:pt x="295169" y="125138"/>
                  <a:pt x="298428" y="131056"/>
                  <a:pt x="298659" y="133370"/>
                </a:cubicBezTo>
                <a:cubicBezTo>
                  <a:pt x="299477" y="141547"/>
                  <a:pt x="305637" y="150653"/>
                  <a:pt x="314425" y="156674"/>
                </a:cubicBezTo>
                <a:cubicBezTo>
                  <a:pt x="319316" y="160026"/>
                  <a:pt x="323320" y="163489"/>
                  <a:pt x="323321" y="164371"/>
                </a:cubicBezTo>
                <a:cubicBezTo>
                  <a:pt x="323323" y="165253"/>
                  <a:pt x="326003" y="169089"/>
                  <a:pt x="329277" y="172896"/>
                </a:cubicBezTo>
                <a:cubicBezTo>
                  <a:pt x="336682" y="181505"/>
                  <a:pt x="335803" y="195314"/>
                  <a:pt x="327346" y="203260"/>
                </a:cubicBezTo>
                <a:lnTo>
                  <a:pt x="321564" y="208691"/>
                </a:lnTo>
                <a:lnTo>
                  <a:pt x="314839" y="201967"/>
                </a:lnTo>
                <a:cubicBezTo>
                  <a:pt x="308661" y="195789"/>
                  <a:pt x="307532" y="195522"/>
                  <a:pt x="300945" y="198679"/>
                </a:cubicBezTo>
                <a:cubicBezTo>
                  <a:pt x="295346" y="201363"/>
                  <a:pt x="293353" y="204582"/>
                  <a:pt x="291854" y="213362"/>
                </a:cubicBezTo>
                <a:cubicBezTo>
                  <a:pt x="289357" y="227993"/>
                  <a:pt x="286547" y="231025"/>
                  <a:pt x="273477" y="233193"/>
                </a:cubicBezTo>
                <a:cubicBezTo>
                  <a:pt x="260663" y="235319"/>
                  <a:pt x="248722" y="247333"/>
                  <a:pt x="248561" y="258261"/>
                </a:cubicBezTo>
                <a:cubicBezTo>
                  <a:pt x="248475" y="264096"/>
                  <a:pt x="249579" y="265360"/>
                  <a:pt x="254757" y="265360"/>
                </a:cubicBezTo>
                <a:cubicBezTo>
                  <a:pt x="258223" y="265360"/>
                  <a:pt x="261823" y="264123"/>
                  <a:pt x="262758" y="262611"/>
                </a:cubicBezTo>
                <a:cubicBezTo>
                  <a:pt x="263872" y="260808"/>
                  <a:pt x="266124" y="261370"/>
                  <a:pt x="269300" y="264243"/>
                </a:cubicBezTo>
                <a:cubicBezTo>
                  <a:pt x="279445" y="273424"/>
                  <a:pt x="270651" y="300210"/>
                  <a:pt x="257492" y="300210"/>
                </a:cubicBezTo>
                <a:cubicBezTo>
                  <a:pt x="250513" y="300210"/>
                  <a:pt x="220446" y="323770"/>
                  <a:pt x="220205" y="329428"/>
                </a:cubicBezTo>
                <a:cubicBezTo>
                  <a:pt x="220125" y="331300"/>
                  <a:pt x="225197" y="338118"/>
                  <a:pt x="231476" y="344578"/>
                </a:cubicBezTo>
                <a:cubicBezTo>
                  <a:pt x="241029" y="354406"/>
                  <a:pt x="243162" y="358486"/>
                  <a:pt x="244540" y="369570"/>
                </a:cubicBezTo>
                <a:cubicBezTo>
                  <a:pt x="246852" y="388171"/>
                  <a:pt x="250097" y="394944"/>
                  <a:pt x="259568" y="400936"/>
                </a:cubicBezTo>
                <a:cubicBezTo>
                  <a:pt x="264099" y="403804"/>
                  <a:pt x="267809" y="408320"/>
                  <a:pt x="267812" y="410972"/>
                </a:cubicBezTo>
                <a:cubicBezTo>
                  <a:pt x="267815" y="413625"/>
                  <a:pt x="270140" y="417087"/>
                  <a:pt x="272980" y="418667"/>
                </a:cubicBezTo>
                <a:cubicBezTo>
                  <a:pt x="275819" y="420246"/>
                  <a:pt x="278864" y="422525"/>
                  <a:pt x="279745" y="423732"/>
                </a:cubicBezTo>
                <a:cubicBezTo>
                  <a:pt x="280626" y="424939"/>
                  <a:pt x="285040" y="426681"/>
                  <a:pt x="289553" y="427604"/>
                </a:cubicBezTo>
                <a:cubicBezTo>
                  <a:pt x="294067" y="428527"/>
                  <a:pt x="297992" y="430444"/>
                  <a:pt x="298277" y="431864"/>
                </a:cubicBezTo>
                <a:cubicBezTo>
                  <a:pt x="299018" y="435562"/>
                  <a:pt x="277163" y="436626"/>
                  <a:pt x="272913" y="433099"/>
                </a:cubicBezTo>
                <a:cubicBezTo>
                  <a:pt x="268101" y="429105"/>
                  <a:pt x="260026" y="432049"/>
                  <a:pt x="253686" y="440109"/>
                </a:cubicBezTo>
                <a:cubicBezTo>
                  <a:pt x="247489" y="447987"/>
                  <a:pt x="246928" y="457069"/>
                  <a:pt x="252360" y="461577"/>
                </a:cubicBezTo>
                <a:cubicBezTo>
                  <a:pt x="255321" y="464035"/>
                  <a:pt x="255560" y="465666"/>
                  <a:pt x="253346" y="468333"/>
                </a:cubicBezTo>
                <a:cubicBezTo>
                  <a:pt x="251741" y="470267"/>
                  <a:pt x="250992" y="474004"/>
                  <a:pt x="251680" y="476637"/>
                </a:cubicBezTo>
                <a:cubicBezTo>
                  <a:pt x="252369" y="479271"/>
                  <a:pt x="252179" y="485956"/>
                  <a:pt x="251259" y="491494"/>
                </a:cubicBezTo>
                <a:cubicBezTo>
                  <a:pt x="249997" y="499087"/>
                  <a:pt x="249133" y="500409"/>
                  <a:pt x="247743" y="496867"/>
                </a:cubicBezTo>
                <a:close/>
              </a:path>
            </a:pathLst>
          </a:custGeom>
          <a:solidFill>
            <a:srgbClr val="B9B9B9"/>
          </a:solidFill>
          <a:ln w="5163" cap="flat">
            <a:noFill/>
            <a:prstDash val="solid"/>
            <a:miter/>
          </a:ln>
        </p:spPr>
        <p:txBody>
          <a:bodyPr/>
          <a:lstStyle/>
          <a:p>
            <a:endParaRPr lang="es-419" noProof="0" dirty="0"/>
          </a:p>
        </p:txBody>
      </p:sp>
      <p:grpSp>
        <p:nvGrpSpPr>
          <p:cNvPr id="57" name="Gráfico 39">
            <a:extLst>
              <a:ext uri="{FF2B5EF4-FFF2-40B4-BE49-F238E27FC236}">
                <a16:creationId xmlns:a16="http://schemas.microsoft.com/office/drawing/2014/main" id="{07DD6AD9-FFE3-F70C-5252-240999D7AFB1}"/>
              </a:ext>
            </a:extLst>
          </p:cNvPr>
          <p:cNvGrpSpPr/>
          <p:nvPr/>
        </p:nvGrpSpPr>
        <p:grpSpPr>
          <a:xfrm>
            <a:off x="726816" y="1624037"/>
            <a:ext cx="321478" cy="429471"/>
            <a:chOff x="726816" y="1624037"/>
            <a:chExt cx="321478" cy="429471"/>
          </a:xfrm>
          <a:solidFill>
            <a:srgbClr val="B9B9B9"/>
          </a:solidFill>
        </p:grpSpPr>
        <p:sp>
          <p:nvSpPr>
            <p:cNvPr id="58" name="Forma libre: forma 57">
              <a:extLst>
                <a:ext uri="{FF2B5EF4-FFF2-40B4-BE49-F238E27FC236}">
                  <a16:creationId xmlns:a16="http://schemas.microsoft.com/office/drawing/2014/main" id="{BD55BDC4-A523-7256-F611-D7E2E86395E7}"/>
                </a:ext>
              </a:extLst>
            </p:cNvPr>
            <p:cNvSpPr/>
            <p:nvPr/>
          </p:nvSpPr>
          <p:spPr>
            <a:xfrm>
              <a:off x="726816" y="1624037"/>
              <a:ext cx="321478" cy="429471"/>
            </a:xfrm>
            <a:custGeom>
              <a:avLst/>
              <a:gdLst>
                <a:gd name="csX0" fmla="*/ 298651 w 321478"/>
                <a:gd name="csY0" fmla="*/ 424657 h 429471"/>
                <a:gd name="csX1" fmla="*/ 285240 w 321478"/>
                <a:gd name="csY1" fmla="*/ 406239 h 429471"/>
                <a:gd name="csX2" fmla="*/ 285795 w 321478"/>
                <a:gd name="csY2" fmla="*/ 410173 h 429471"/>
                <a:gd name="csX3" fmla="*/ 287678 w 321478"/>
                <a:gd name="csY3" fmla="*/ 415491 h 429471"/>
                <a:gd name="csX4" fmla="*/ 268647 w 321478"/>
                <a:gd name="csY4" fmla="*/ 394065 h 429471"/>
                <a:gd name="csX5" fmla="*/ 249603 w 321478"/>
                <a:gd name="csY5" fmla="*/ 371546 h 429471"/>
                <a:gd name="csX6" fmla="*/ 255246 w 321478"/>
                <a:gd name="csY6" fmla="*/ 382701 h 429471"/>
                <a:gd name="csX7" fmla="*/ 260888 w 321478"/>
                <a:gd name="csY7" fmla="*/ 392041 h 429471"/>
                <a:gd name="csX8" fmla="*/ 254982 w 321478"/>
                <a:gd name="csY8" fmla="*/ 386884 h 429471"/>
                <a:gd name="csX9" fmla="*/ 245088 w 321478"/>
                <a:gd name="csY9" fmla="*/ 373977 h 429471"/>
                <a:gd name="csX10" fmla="*/ 227283 w 321478"/>
                <a:gd name="csY10" fmla="*/ 350451 h 429471"/>
                <a:gd name="csX11" fmla="*/ 213463 w 321478"/>
                <a:gd name="csY11" fmla="*/ 331266 h 429471"/>
                <a:gd name="csX12" fmla="*/ 191325 w 321478"/>
                <a:gd name="csY12" fmla="*/ 295282 h 429471"/>
                <a:gd name="csX13" fmla="*/ 182351 w 321478"/>
                <a:gd name="csY13" fmla="*/ 288640 h 429471"/>
                <a:gd name="csX14" fmla="*/ 181003 w 321478"/>
                <a:gd name="csY14" fmla="*/ 283904 h 429471"/>
                <a:gd name="csX15" fmla="*/ 179966 w 321478"/>
                <a:gd name="csY15" fmla="*/ 277802 h 429471"/>
                <a:gd name="csX16" fmla="*/ 170951 w 321478"/>
                <a:gd name="csY16" fmla="*/ 271038 h 429471"/>
                <a:gd name="csX17" fmla="*/ 164513 w 321478"/>
                <a:gd name="csY17" fmla="*/ 268249 h 429471"/>
                <a:gd name="csX18" fmla="*/ 156542 w 321478"/>
                <a:gd name="csY18" fmla="*/ 264259 h 429471"/>
                <a:gd name="csX19" fmla="*/ 146588 w 321478"/>
                <a:gd name="csY19" fmla="*/ 257160 h 429471"/>
                <a:gd name="csX20" fmla="*/ 135566 w 321478"/>
                <a:gd name="csY20" fmla="*/ 244331 h 429471"/>
                <a:gd name="csX21" fmla="*/ 140198 w 321478"/>
                <a:gd name="csY21" fmla="*/ 240806 h 429471"/>
                <a:gd name="csX22" fmla="*/ 149956 w 321478"/>
                <a:gd name="csY22" fmla="*/ 243611 h 429471"/>
                <a:gd name="csX23" fmla="*/ 139967 w 321478"/>
                <a:gd name="csY23" fmla="*/ 232769 h 429471"/>
                <a:gd name="csX24" fmla="*/ 129672 w 321478"/>
                <a:gd name="csY24" fmla="*/ 230788 h 429471"/>
                <a:gd name="csX25" fmla="*/ 122631 w 321478"/>
                <a:gd name="csY25" fmla="*/ 229456 h 429471"/>
                <a:gd name="csX26" fmla="*/ 114075 w 321478"/>
                <a:gd name="csY26" fmla="*/ 225535 h 429471"/>
                <a:gd name="csX27" fmla="*/ 112561 w 321478"/>
                <a:gd name="csY27" fmla="*/ 210989 h 429471"/>
                <a:gd name="csX28" fmla="*/ 113046 w 321478"/>
                <a:gd name="csY28" fmla="*/ 198950 h 429471"/>
                <a:gd name="csX29" fmla="*/ 110205 w 321478"/>
                <a:gd name="csY29" fmla="*/ 203079 h 429471"/>
                <a:gd name="csX30" fmla="*/ 107624 w 321478"/>
                <a:gd name="csY30" fmla="*/ 210049 h 429471"/>
                <a:gd name="csX31" fmla="*/ 105042 w 321478"/>
                <a:gd name="csY31" fmla="*/ 205992 h 429471"/>
                <a:gd name="csX32" fmla="*/ 101146 w 321478"/>
                <a:gd name="csY32" fmla="*/ 198040 h 429471"/>
                <a:gd name="csX33" fmla="*/ 106495 w 321478"/>
                <a:gd name="csY33" fmla="*/ 192040 h 429471"/>
                <a:gd name="csX34" fmla="*/ 110185 w 321478"/>
                <a:gd name="csY34" fmla="*/ 189360 h 429471"/>
                <a:gd name="csX35" fmla="*/ 105416 w 321478"/>
                <a:gd name="csY35" fmla="*/ 184234 h 429471"/>
                <a:gd name="csX36" fmla="*/ 94806 w 321478"/>
                <a:gd name="csY36" fmla="*/ 176570 h 429471"/>
                <a:gd name="csX37" fmla="*/ 84222 w 321478"/>
                <a:gd name="csY37" fmla="*/ 170141 h 429471"/>
                <a:gd name="csX38" fmla="*/ 77400 w 321478"/>
                <a:gd name="csY38" fmla="*/ 165246 h 429471"/>
                <a:gd name="csX39" fmla="*/ 66830 w 321478"/>
                <a:gd name="csY39" fmla="*/ 157291 h 429471"/>
                <a:gd name="csX40" fmla="*/ 62321 w 321478"/>
                <a:gd name="csY40" fmla="*/ 153462 h 429471"/>
                <a:gd name="csX41" fmla="*/ 58487 w 321478"/>
                <a:gd name="csY41" fmla="*/ 146011 h 429471"/>
                <a:gd name="csX42" fmla="*/ 53413 w 321478"/>
                <a:gd name="csY42" fmla="*/ 136585 h 429471"/>
                <a:gd name="csX43" fmla="*/ 46519 w 321478"/>
                <a:gd name="csY43" fmla="*/ 136694 h 429471"/>
                <a:gd name="csX44" fmla="*/ 42767 w 321478"/>
                <a:gd name="csY44" fmla="*/ 137339 h 429471"/>
                <a:gd name="csX45" fmla="*/ 40545 w 321478"/>
                <a:gd name="csY45" fmla="*/ 138358 h 429471"/>
                <a:gd name="csX46" fmla="*/ 34194 w 321478"/>
                <a:gd name="csY46" fmla="*/ 139945 h 429471"/>
                <a:gd name="csX47" fmla="*/ 30312 w 321478"/>
                <a:gd name="csY47" fmla="*/ 128691 h 429471"/>
                <a:gd name="csX48" fmla="*/ 32982 w 321478"/>
                <a:gd name="csY48" fmla="*/ 121125 h 429471"/>
                <a:gd name="csX49" fmla="*/ 29550 w 321478"/>
                <a:gd name="csY49" fmla="*/ 122878 h 429471"/>
                <a:gd name="csX50" fmla="*/ 21151 w 321478"/>
                <a:gd name="csY50" fmla="*/ 122752 h 429471"/>
                <a:gd name="csX51" fmla="*/ 17154 w 321478"/>
                <a:gd name="csY51" fmla="*/ 123427 h 429471"/>
                <a:gd name="csX52" fmla="*/ 6342 w 321478"/>
                <a:gd name="csY52" fmla="*/ 119543 h 429471"/>
                <a:gd name="csX53" fmla="*/ 4365 w 321478"/>
                <a:gd name="csY53" fmla="*/ 113226 h 429471"/>
                <a:gd name="csX54" fmla="*/ 10819 w 321478"/>
                <a:gd name="csY54" fmla="*/ 114808 h 429471"/>
                <a:gd name="csX55" fmla="*/ 4707 w 321478"/>
                <a:gd name="csY55" fmla="*/ 109494 h 429471"/>
                <a:gd name="csX56" fmla="*/ 1796 w 321478"/>
                <a:gd name="csY56" fmla="*/ 100322 h 429471"/>
                <a:gd name="csX57" fmla="*/ 1838 w 321478"/>
                <a:gd name="csY57" fmla="*/ 92658 h 429471"/>
                <a:gd name="csX58" fmla="*/ 4233 w 321478"/>
                <a:gd name="csY58" fmla="*/ 77378 h 429471"/>
                <a:gd name="csX59" fmla="*/ 13902 w 321478"/>
                <a:gd name="csY59" fmla="*/ 62490 h 429471"/>
                <a:gd name="csX60" fmla="*/ 16192 w 321478"/>
                <a:gd name="csY60" fmla="*/ 65508 h 429471"/>
                <a:gd name="csX61" fmla="*/ 14368 w 321478"/>
                <a:gd name="csY61" fmla="*/ 71941 h 429471"/>
                <a:gd name="csX62" fmla="*/ 19324 w 321478"/>
                <a:gd name="csY62" fmla="*/ 65780 h 429471"/>
                <a:gd name="csX63" fmla="*/ 24280 w 321478"/>
                <a:gd name="csY63" fmla="*/ 59619 h 429471"/>
                <a:gd name="csX64" fmla="*/ 25989 w 321478"/>
                <a:gd name="csY64" fmla="*/ 66426 h 429471"/>
                <a:gd name="csX65" fmla="*/ 30049 w 321478"/>
                <a:gd name="csY65" fmla="*/ 73232 h 429471"/>
                <a:gd name="csX66" fmla="*/ 30241 w 321478"/>
                <a:gd name="csY66" fmla="*/ 65700 h 429471"/>
                <a:gd name="csX67" fmla="*/ 47033 w 321478"/>
                <a:gd name="csY67" fmla="*/ 46164 h 429471"/>
                <a:gd name="csX68" fmla="*/ 89508 w 321478"/>
                <a:gd name="csY68" fmla="*/ 4943 h 429471"/>
                <a:gd name="csX69" fmla="*/ 99998 w 321478"/>
                <a:gd name="csY69" fmla="*/ 2688 h 429471"/>
                <a:gd name="csX70" fmla="*/ 114706 w 321478"/>
                <a:gd name="csY70" fmla="*/ 3716 h 429471"/>
                <a:gd name="csX71" fmla="*/ 123108 w 321478"/>
                <a:gd name="csY71" fmla="*/ 2764 h 429471"/>
                <a:gd name="csX72" fmla="*/ 137332 w 321478"/>
                <a:gd name="csY72" fmla="*/ 60759 h 429471"/>
                <a:gd name="csX73" fmla="*/ 159468 w 321478"/>
                <a:gd name="csY73" fmla="*/ 80313 h 429471"/>
                <a:gd name="csX74" fmla="*/ 174324 w 321478"/>
                <a:gd name="csY74" fmla="*/ 89973 h 429471"/>
                <a:gd name="csX75" fmla="*/ 184004 w 321478"/>
                <a:gd name="csY75" fmla="*/ 107383 h 429471"/>
                <a:gd name="csX76" fmla="*/ 190190 w 321478"/>
                <a:gd name="csY76" fmla="*/ 148735 h 429471"/>
                <a:gd name="csX77" fmla="*/ 191494 w 321478"/>
                <a:gd name="csY77" fmla="*/ 177131 h 429471"/>
                <a:gd name="csX78" fmla="*/ 195355 w 321478"/>
                <a:gd name="csY78" fmla="*/ 191824 h 429471"/>
                <a:gd name="csX79" fmla="*/ 205385 w 321478"/>
                <a:gd name="csY79" fmla="*/ 204731 h 429471"/>
                <a:gd name="csX80" fmla="*/ 224780 w 321478"/>
                <a:gd name="csY80" fmla="*/ 233927 h 429471"/>
                <a:gd name="csX81" fmla="*/ 251313 w 321478"/>
                <a:gd name="csY81" fmla="*/ 251602 h 429471"/>
                <a:gd name="csX82" fmla="*/ 265826 w 321478"/>
                <a:gd name="csY82" fmla="*/ 256119 h 429471"/>
                <a:gd name="csX83" fmla="*/ 280190 w 321478"/>
                <a:gd name="csY83" fmla="*/ 283901 h 429471"/>
                <a:gd name="csX84" fmla="*/ 287275 w 321478"/>
                <a:gd name="csY84" fmla="*/ 317016 h 429471"/>
                <a:gd name="csX85" fmla="*/ 290907 w 321478"/>
                <a:gd name="csY85" fmla="*/ 329217 h 429471"/>
                <a:gd name="csX86" fmla="*/ 293537 w 321478"/>
                <a:gd name="csY86" fmla="*/ 337861 h 429471"/>
                <a:gd name="csX87" fmla="*/ 302616 w 321478"/>
                <a:gd name="csY87" fmla="*/ 352211 h 429471"/>
                <a:gd name="csX88" fmla="*/ 314264 w 321478"/>
                <a:gd name="csY88" fmla="*/ 364936 h 429471"/>
                <a:gd name="csX89" fmla="*/ 319645 w 321478"/>
                <a:gd name="csY89" fmla="*/ 375951 h 429471"/>
                <a:gd name="csX90" fmla="*/ 316721 w 321478"/>
                <a:gd name="csY90" fmla="*/ 384238 h 429471"/>
                <a:gd name="csX91" fmla="*/ 312540 w 321478"/>
                <a:gd name="csY91" fmla="*/ 395571 h 429471"/>
                <a:gd name="csX92" fmla="*/ 312871 w 321478"/>
                <a:gd name="csY92" fmla="*/ 424954 h 429471"/>
                <a:gd name="csX93" fmla="*/ 306671 w 321478"/>
                <a:gd name="csY93" fmla="*/ 429472 h 429471"/>
                <a:gd name="csX94" fmla="*/ 298651 w 321478"/>
                <a:gd name="csY94" fmla="*/ 424657 h 4294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321478" h="429471">
                  <a:moveTo>
                    <a:pt x="298651" y="424657"/>
                  </a:moveTo>
                  <a:cubicBezTo>
                    <a:pt x="298651" y="419121"/>
                    <a:pt x="289271" y="406239"/>
                    <a:pt x="285240" y="406239"/>
                  </a:cubicBezTo>
                  <a:cubicBezTo>
                    <a:pt x="283590" y="406239"/>
                    <a:pt x="283808" y="407778"/>
                    <a:pt x="285795" y="410173"/>
                  </a:cubicBezTo>
                  <a:cubicBezTo>
                    <a:pt x="287591" y="412337"/>
                    <a:pt x="288438" y="414730"/>
                    <a:pt x="287678" y="415491"/>
                  </a:cubicBezTo>
                  <a:cubicBezTo>
                    <a:pt x="285539" y="417629"/>
                    <a:pt x="270321" y="400495"/>
                    <a:pt x="268647" y="394065"/>
                  </a:cubicBezTo>
                  <a:cubicBezTo>
                    <a:pt x="267226" y="388605"/>
                    <a:pt x="249603" y="367767"/>
                    <a:pt x="249603" y="371546"/>
                  </a:cubicBezTo>
                  <a:cubicBezTo>
                    <a:pt x="249603" y="372545"/>
                    <a:pt x="252142" y="377564"/>
                    <a:pt x="255246" y="382701"/>
                  </a:cubicBezTo>
                  <a:lnTo>
                    <a:pt x="260888" y="392041"/>
                  </a:lnTo>
                  <a:lnTo>
                    <a:pt x="254982" y="386884"/>
                  </a:lnTo>
                  <a:cubicBezTo>
                    <a:pt x="251733" y="384048"/>
                    <a:pt x="247281" y="378240"/>
                    <a:pt x="245088" y="373977"/>
                  </a:cubicBezTo>
                  <a:cubicBezTo>
                    <a:pt x="242896" y="369714"/>
                    <a:pt x="234883" y="359128"/>
                    <a:pt x="227283" y="350451"/>
                  </a:cubicBezTo>
                  <a:cubicBezTo>
                    <a:pt x="219682" y="341775"/>
                    <a:pt x="213463" y="333142"/>
                    <a:pt x="213463" y="331266"/>
                  </a:cubicBezTo>
                  <a:cubicBezTo>
                    <a:pt x="213463" y="326133"/>
                    <a:pt x="194515" y="295333"/>
                    <a:pt x="191325" y="295282"/>
                  </a:cubicBezTo>
                  <a:cubicBezTo>
                    <a:pt x="189798" y="295257"/>
                    <a:pt x="185760" y="292268"/>
                    <a:pt x="182351" y="288640"/>
                  </a:cubicBezTo>
                  <a:cubicBezTo>
                    <a:pt x="177259" y="283219"/>
                    <a:pt x="177019" y="282375"/>
                    <a:pt x="181003" y="283904"/>
                  </a:cubicBezTo>
                  <a:cubicBezTo>
                    <a:pt x="185315" y="285558"/>
                    <a:pt x="185200" y="284882"/>
                    <a:pt x="179966" y="277802"/>
                  </a:cubicBezTo>
                  <a:cubicBezTo>
                    <a:pt x="176728" y="273422"/>
                    <a:pt x="172671" y="270378"/>
                    <a:pt x="170951" y="271038"/>
                  </a:cubicBezTo>
                  <a:cubicBezTo>
                    <a:pt x="169231" y="271698"/>
                    <a:pt x="166334" y="270443"/>
                    <a:pt x="164513" y="268249"/>
                  </a:cubicBezTo>
                  <a:cubicBezTo>
                    <a:pt x="162692" y="266054"/>
                    <a:pt x="159105" y="264259"/>
                    <a:pt x="156542" y="264259"/>
                  </a:cubicBezTo>
                  <a:cubicBezTo>
                    <a:pt x="153980" y="264259"/>
                    <a:pt x="149500" y="261065"/>
                    <a:pt x="146588" y="257160"/>
                  </a:cubicBezTo>
                  <a:cubicBezTo>
                    <a:pt x="143676" y="253256"/>
                    <a:pt x="138716" y="247482"/>
                    <a:pt x="135566" y="244331"/>
                  </a:cubicBezTo>
                  <a:cubicBezTo>
                    <a:pt x="127839" y="236597"/>
                    <a:pt x="131401" y="233886"/>
                    <a:pt x="140198" y="240806"/>
                  </a:cubicBezTo>
                  <a:cubicBezTo>
                    <a:pt x="145135" y="244689"/>
                    <a:pt x="148042" y="245525"/>
                    <a:pt x="149956" y="243611"/>
                  </a:cubicBezTo>
                  <a:cubicBezTo>
                    <a:pt x="154558" y="239009"/>
                    <a:pt x="147985" y="231874"/>
                    <a:pt x="139967" y="232769"/>
                  </a:cubicBezTo>
                  <a:cubicBezTo>
                    <a:pt x="136133" y="233196"/>
                    <a:pt x="131500" y="232305"/>
                    <a:pt x="129672" y="230788"/>
                  </a:cubicBezTo>
                  <a:cubicBezTo>
                    <a:pt x="127844" y="229271"/>
                    <a:pt x="124675" y="228672"/>
                    <a:pt x="122631" y="229456"/>
                  </a:cubicBezTo>
                  <a:cubicBezTo>
                    <a:pt x="120587" y="230241"/>
                    <a:pt x="116736" y="228476"/>
                    <a:pt x="114075" y="225535"/>
                  </a:cubicBezTo>
                  <a:cubicBezTo>
                    <a:pt x="109769" y="220777"/>
                    <a:pt x="109602" y="219173"/>
                    <a:pt x="112561" y="210989"/>
                  </a:cubicBezTo>
                  <a:cubicBezTo>
                    <a:pt x="114982" y="204297"/>
                    <a:pt x="115114" y="201018"/>
                    <a:pt x="113046" y="198950"/>
                  </a:cubicBezTo>
                  <a:cubicBezTo>
                    <a:pt x="110979" y="196883"/>
                    <a:pt x="110205" y="198007"/>
                    <a:pt x="110205" y="203079"/>
                  </a:cubicBezTo>
                  <a:cubicBezTo>
                    <a:pt x="110205" y="206912"/>
                    <a:pt x="109043" y="210049"/>
                    <a:pt x="107624" y="210049"/>
                  </a:cubicBezTo>
                  <a:cubicBezTo>
                    <a:pt x="106204" y="210049"/>
                    <a:pt x="105042" y="208223"/>
                    <a:pt x="105042" y="205992"/>
                  </a:cubicBezTo>
                  <a:cubicBezTo>
                    <a:pt x="105042" y="203761"/>
                    <a:pt x="103289" y="200182"/>
                    <a:pt x="101146" y="198040"/>
                  </a:cubicBezTo>
                  <a:cubicBezTo>
                    <a:pt x="95668" y="192562"/>
                    <a:pt x="98756" y="189098"/>
                    <a:pt x="106495" y="192040"/>
                  </a:cubicBezTo>
                  <a:cubicBezTo>
                    <a:pt x="112388" y="194281"/>
                    <a:pt x="112698" y="194056"/>
                    <a:pt x="110185" y="189360"/>
                  </a:cubicBezTo>
                  <a:cubicBezTo>
                    <a:pt x="108676" y="186541"/>
                    <a:pt x="106530" y="184234"/>
                    <a:pt x="105416" y="184234"/>
                  </a:cubicBezTo>
                  <a:cubicBezTo>
                    <a:pt x="104302" y="184234"/>
                    <a:pt x="99527" y="180785"/>
                    <a:pt x="94806" y="176570"/>
                  </a:cubicBezTo>
                  <a:cubicBezTo>
                    <a:pt x="90084" y="172354"/>
                    <a:pt x="85321" y="169461"/>
                    <a:pt x="84222" y="170141"/>
                  </a:cubicBezTo>
                  <a:cubicBezTo>
                    <a:pt x="83122" y="170820"/>
                    <a:pt x="80052" y="168617"/>
                    <a:pt x="77400" y="165246"/>
                  </a:cubicBezTo>
                  <a:cubicBezTo>
                    <a:pt x="74748" y="161874"/>
                    <a:pt x="69991" y="158294"/>
                    <a:pt x="66830" y="157291"/>
                  </a:cubicBezTo>
                  <a:cubicBezTo>
                    <a:pt x="63669" y="156287"/>
                    <a:pt x="61640" y="154564"/>
                    <a:pt x="62321" y="153462"/>
                  </a:cubicBezTo>
                  <a:cubicBezTo>
                    <a:pt x="63003" y="152359"/>
                    <a:pt x="61277" y="149007"/>
                    <a:pt x="58487" y="146011"/>
                  </a:cubicBezTo>
                  <a:cubicBezTo>
                    <a:pt x="55696" y="143016"/>
                    <a:pt x="53413" y="138774"/>
                    <a:pt x="53413" y="136585"/>
                  </a:cubicBezTo>
                  <a:cubicBezTo>
                    <a:pt x="53413" y="131375"/>
                    <a:pt x="48531" y="131452"/>
                    <a:pt x="46519" y="136694"/>
                  </a:cubicBezTo>
                  <a:cubicBezTo>
                    <a:pt x="45256" y="139986"/>
                    <a:pt x="44525" y="140111"/>
                    <a:pt x="42767" y="137339"/>
                  </a:cubicBezTo>
                  <a:cubicBezTo>
                    <a:pt x="41090" y="134693"/>
                    <a:pt x="40576" y="134929"/>
                    <a:pt x="40545" y="138358"/>
                  </a:cubicBezTo>
                  <a:cubicBezTo>
                    <a:pt x="40512" y="142152"/>
                    <a:pt x="39561" y="142390"/>
                    <a:pt x="34194" y="139945"/>
                  </a:cubicBezTo>
                  <a:cubicBezTo>
                    <a:pt x="25899" y="136165"/>
                    <a:pt x="24011" y="130691"/>
                    <a:pt x="30312" y="128691"/>
                  </a:cubicBezTo>
                  <a:cubicBezTo>
                    <a:pt x="35660" y="126994"/>
                    <a:pt x="36881" y="123535"/>
                    <a:pt x="32982" y="121125"/>
                  </a:cubicBezTo>
                  <a:cubicBezTo>
                    <a:pt x="31683" y="120322"/>
                    <a:pt x="30139" y="121111"/>
                    <a:pt x="29550" y="122878"/>
                  </a:cubicBezTo>
                  <a:cubicBezTo>
                    <a:pt x="28702" y="125423"/>
                    <a:pt x="26957" y="125397"/>
                    <a:pt x="21151" y="122752"/>
                  </a:cubicBezTo>
                  <a:cubicBezTo>
                    <a:pt x="14600" y="119767"/>
                    <a:pt x="14176" y="119839"/>
                    <a:pt x="17154" y="123427"/>
                  </a:cubicBezTo>
                  <a:cubicBezTo>
                    <a:pt x="23195" y="130706"/>
                    <a:pt x="15185" y="127829"/>
                    <a:pt x="6342" y="119543"/>
                  </a:cubicBezTo>
                  <a:cubicBezTo>
                    <a:pt x="-1702" y="112007"/>
                    <a:pt x="-1792" y="111717"/>
                    <a:pt x="4365" y="113226"/>
                  </a:cubicBezTo>
                  <a:lnTo>
                    <a:pt x="10819" y="114808"/>
                  </a:lnTo>
                  <a:lnTo>
                    <a:pt x="4707" y="109494"/>
                  </a:lnTo>
                  <a:cubicBezTo>
                    <a:pt x="-312" y="105131"/>
                    <a:pt x="-833" y="103490"/>
                    <a:pt x="1796" y="100322"/>
                  </a:cubicBezTo>
                  <a:cubicBezTo>
                    <a:pt x="4323" y="97278"/>
                    <a:pt x="4332" y="95662"/>
                    <a:pt x="1838" y="92658"/>
                  </a:cubicBezTo>
                  <a:cubicBezTo>
                    <a:pt x="-700" y="89600"/>
                    <a:pt x="-229" y="86595"/>
                    <a:pt x="4233" y="77378"/>
                  </a:cubicBezTo>
                  <a:cubicBezTo>
                    <a:pt x="7287" y="71068"/>
                    <a:pt x="11639" y="64368"/>
                    <a:pt x="13902" y="62490"/>
                  </a:cubicBezTo>
                  <a:cubicBezTo>
                    <a:pt x="17532" y="59477"/>
                    <a:pt x="17802" y="59833"/>
                    <a:pt x="16192" y="65508"/>
                  </a:cubicBezTo>
                  <a:lnTo>
                    <a:pt x="14368" y="71941"/>
                  </a:lnTo>
                  <a:lnTo>
                    <a:pt x="19324" y="65780"/>
                  </a:lnTo>
                  <a:lnTo>
                    <a:pt x="24280" y="59619"/>
                  </a:lnTo>
                  <a:lnTo>
                    <a:pt x="25989" y="66426"/>
                  </a:lnTo>
                  <a:cubicBezTo>
                    <a:pt x="26928" y="70169"/>
                    <a:pt x="28755" y="73232"/>
                    <a:pt x="30049" y="73232"/>
                  </a:cubicBezTo>
                  <a:cubicBezTo>
                    <a:pt x="31420" y="73232"/>
                    <a:pt x="31500" y="70091"/>
                    <a:pt x="30241" y="65700"/>
                  </a:cubicBezTo>
                  <a:cubicBezTo>
                    <a:pt x="28162" y="58450"/>
                    <a:pt x="28788" y="57720"/>
                    <a:pt x="47033" y="46164"/>
                  </a:cubicBezTo>
                  <a:cubicBezTo>
                    <a:pt x="66934" y="33559"/>
                    <a:pt x="85466" y="15573"/>
                    <a:pt x="89508" y="4943"/>
                  </a:cubicBezTo>
                  <a:cubicBezTo>
                    <a:pt x="91833" y="-1172"/>
                    <a:pt x="92131" y="-1236"/>
                    <a:pt x="99998" y="2688"/>
                  </a:cubicBezTo>
                  <a:cubicBezTo>
                    <a:pt x="106503" y="5933"/>
                    <a:pt x="109396" y="6135"/>
                    <a:pt x="114706" y="3716"/>
                  </a:cubicBezTo>
                  <a:cubicBezTo>
                    <a:pt x="118341" y="2059"/>
                    <a:pt x="122122" y="1631"/>
                    <a:pt x="123108" y="2764"/>
                  </a:cubicBezTo>
                  <a:cubicBezTo>
                    <a:pt x="125561" y="5583"/>
                    <a:pt x="135461" y="45948"/>
                    <a:pt x="137332" y="60759"/>
                  </a:cubicBezTo>
                  <a:cubicBezTo>
                    <a:pt x="139199" y="75538"/>
                    <a:pt x="141734" y="77777"/>
                    <a:pt x="159468" y="80313"/>
                  </a:cubicBezTo>
                  <a:cubicBezTo>
                    <a:pt x="172513" y="82178"/>
                    <a:pt x="173509" y="82826"/>
                    <a:pt x="174324" y="89973"/>
                  </a:cubicBezTo>
                  <a:cubicBezTo>
                    <a:pt x="174804" y="94187"/>
                    <a:pt x="179160" y="102021"/>
                    <a:pt x="184004" y="107383"/>
                  </a:cubicBezTo>
                  <a:cubicBezTo>
                    <a:pt x="193664" y="118075"/>
                    <a:pt x="194152" y="121338"/>
                    <a:pt x="190190" y="148735"/>
                  </a:cubicBezTo>
                  <a:cubicBezTo>
                    <a:pt x="188197" y="162515"/>
                    <a:pt x="188470" y="168448"/>
                    <a:pt x="191494" y="177131"/>
                  </a:cubicBezTo>
                  <a:cubicBezTo>
                    <a:pt x="193597" y="183167"/>
                    <a:pt x="195335" y="189779"/>
                    <a:pt x="195355" y="191824"/>
                  </a:cubicBezTo>
                  <a:cubicBezTo>
                    <a:pt x="195376" y="193868"/>
                    <a:pt x="199889" y="199676"/>
                    <a:pt x="205385" y="204731"/>
                  </a:cubicBezTo>
                  <a:cubicBezTo>
                    <a:pt x="211344" y="210212"/>
                    <a:pt x="219172" y="221995"/>
                    <a:pt x="224780" y="233927"/>
                  </a:cubicBezTo>
                  <a:cubicBezTo>
                    <a:pt x="234706" y="255043"/>
                    <a:pt x="236093" y="255967"/>
                    <a:pt x="251313" y="251602"/>
                  </a:cubicBezTo>
                  <a:cubicBezTo>
                    <a:pt x="258379" y="249575"/>
                    <a:pt x="260277" y="250166"/>
                    <a:pt x="265826" y="256119"/>
                  </a:cubicBezTo>
                  <a:cubicBezTo>
                    <a:pt x="272628" y="263417"/>
                    <a:pt x="281243" y="280080"/>
                    <a:pt x="280190" y="283901"/>
                  </a:cubicBezTo>
                  <a:cubicBezTo>
                    <a:pt x="278841" y="288796"/>
                    <a:pt x="283826" y="312090"/>
                    <a:pt x="287275" y="317016"/>
                  </a:cubicBezTo>
                  <a:cubicBezTo>
                    <a:pt x="289273" y="319867"/>
                    <a:pt x="290907" y="325358"/>
                    <a:pt x="290907" y="329217"/>
                  </a:cubicBezTo>
                  <a:cubicBezTo>
                    <a:pt x="290907" y="333077"/>
                    <a:pt x="292090" y="336967"/>
                    <a:pt x="293537" y="337861"/>
                  </a:cubicBezTo>
                  <a:cubicBezTo>
                    <a:pt x="294984" y="338755"/>
                    <a:pt x="299069" y="345213"/>
                    <a:pt x="302616" y="352211"/>
                  </a:cubicBezTo>
                  <a:cubicBezTo>
                    <a:pt x="307126" y="361111"/>
                    <a:pt x="310627" y="364936"/>
                    <a:pt x="314264" y="364936"/>
                  </a:cubicBezTo>
                  <a:cubicBezTo>
                    <a:pt x="320436" y="364936"/>
                    <a:pt x="323792" y="371805"/>
                    <a:pt x="319645" y="375951"/>
                  </a:cubicBezTo>
                  <a:cubicBezTo>
                    <a:pt x="318037" y="377560"/>
                    <a:pt x="316721" y="381289"/>
                    <a:pt x="316721" y="384238"/>
                  </a:cubicBezTo>
                  <a:cubicBezTo>
                    <a:pt x="316721" y="387188"/>
                    <a:pt x="314840" y="392287"/>
                    <a:pt x="312540" y="395571"/>
                  </a:cubicBezTo>
                  <a:cubicBezTo>
                    <a:pt x="308425" y="401445"/>
                    <a:pt x="308570" y="414286"/>
                    <a:pt x="312871" y="424954"/>
                  </a:cubicBezTo>
                  <a:cubicBezTo>
                    <a:pt x="314372" y="428678"/>
                    <a:pt x="313283" y="429472"/>
                    <a:pt x="306671" y="429472"/>
                  </a:cubicBezTo>
                  <a:cubicBezTo>
                    <a:pt x="300565" y="429472"/>
                    <a:pt x="298651" y="428323"/>
                    <a:pt x="298651" y="424657"/>
                  </a:cubicBezTo>
                  <a:close/>
                </a:path>
              </a:pathLst>
            </a:custGeom>
            <a:solidFill>
              <a:srgbClr val="B9B9B9"/>
            </a:solidFill>
            <a:ln w="5163" cap="flat">
              <a:noFill/>
              <a:prstDash val="solid"/>
              <a:miter/>
            </a:ln>
          </p:spPr>
          <p:txBody>
            <a:bodyPr/>
            <a:lstStyle/>
            <a:p>
              <a:endParaRPr lang="es-419" noProof="0" dirty="0"/>
            </a:p>
          </p:txBody>
        </p:sp>
        <p:sp>
          <p:nvSpPr>
            <p:cNvPr id="59" name="Forma libre: forma 58">
              <a:extLst>
                <a:ext uri="{FF2B5EF4-FFF2-40B4-BE49-F238E27FC236}">
                  <a16:creationId xmlns:a16="http://schemas.microsoft.com/office/drawing/2014/main" id="{F8E0B4B7-A87D-BF9F-9C49-3673CFF0F9E8}"/>
                </a:ext>
              </a:extLst>
            </p:cNvPr>
            <p:cNvSpPr/>
            <p:nvPr/>
          </p:nvSpPr>
          <p:spPr>
            <a:xfrm>
              <a:off x="812163" y="1806340"/>
              <a:ext cx="15955" cy="30179"/>
            </a:xfrm>
            <a:custGeom>
              <a:avLst/>
              <a:gdLst>
                <a:gd name="csX0" fmla="*/ 12859 w 15955"/>
                <a:gd name="csY0" fmla="*/ 27128 h 30179"/>
                <a:gd name="csX1" fmla="*/ 45 w 15955"/>
                <a:gd name="csY1" fmla="*/ 70 h 30179"/>
                <a:gd name="csX2" fmla="*/ 15145 w 15955"/>
                <a:gd name="csY2" fmla="*/ 24519 h 30179"/>
                <a:gd name="csX3" fmla="*/ 12859 w 15955"/>
                <a:gd name="csY3" fmla="*/ 27128 h 30179"/>
              </a:gdLst>
              <a:ahLst/>
              <a:cxnLst>
                <a:cxn ang="0">
                  <a:pos x="csX0" y="csY0"/>
                </a:cxn>
                <a:cxn ang="0">
                  <a:pos x="csX1" y="csY1"/>
                </a:cxn>
                <a:cxn ang="0">
                  <a:pos x="csX2" y="csY2"/>
                </a:cxn>
                <a:cxn ang="0">
                  <a:pos x="csX3" y="csY3"/>
                </a:cxn>
              </a:cxnLst>
              <a:rect l="l" t="t" r="r" b="b"/>
              <a:pathLst>
                <a:path w="15955" h="30179">
                  <a:moveTo>
                    <a:pt x="12859" y="27128"/>
                  </a:moveTo>
                  <a:cubicBezTo>
                    <a:pt x="8119" y="19457"/>
                    <a:pt x="-707" y="822"/>
                    <a:pt x="45" y="70"/>
                  </a:cubicBezTo>
                  <a:cubicBezTo>
                    <a:pt x="1430" y="-1315"/>
                    <a:pt x="13563" y="18330"/>
                    <a:pt x="15145" y="24519"/>
                  </a:cubicBezTo>
                  <a:cubicBezTo>
                    <a:pt x="16793" y="30962"/>
                    <a:pt x="15876" y="32008"/>
                    <a:pt x="12859" y="27128"/>
                  </a:cubicBezTo>
                  <a:close/>
                </a:path>
              </a:pathLst>
            </a:custGeom>
            <a:solidFill>
              <a:srgbClr val="B9B9B9"/>
            </a:solidFill>
            <a:ln w="5163" cap="flat">
              <a:noFill/>
              <a:prstDash val="solid"/>
              <a:miter/>
            </a:ln>
          </p:spPr>
          <p:txBody>
            <a:bodyPr/>
            <a:lstStyle/>
            <a:p>
              <a:endParaRPr lang="es-419" noProof="0" dirty="0"/>
            </a:p>
          </p:txBody>
        </p:sp>
      </p:grpSp>
      <p:sp>
        <p:nvSpPr>
          <p:cNvPr id="60" name="Forma libre: forma 59">
            <a:extLst>
              <a:ext uri="{FF2B5EF4-FFF2-40B4-BE49-F238E27FC236}">
                <a16:creationId xmlns:a16="http://schemas.microsoft.com/office/drawing/2014/main" id="{DC5F90EF-2802-4559-B2E5-10CDE4EC8BF5}"/>
              </a:ext>
            </a:extLst>
          </p:cNvPr>
          <p:cNvSpPr/>
          <p:nvPr/>
        </p:nvSpPr>
        <p:spPr>
          <a:xfrm>
            <a:off x="781520" y="1178397"/>
            <a:ext cx="460893" cy="570101"/>
          </a:xfrm>
          <a:custGeom>
            <a:avLst/>
            <a:gdLst>
              <a:gd name="csX0" fmla="*/ 151660 w 460893"/>
              <a:gd name="csY0" fmla="*/ 568610 h 570101"/>
              <a:gd name="csX1" fmla="*/ 140689 w 460893"/>
              <a:gd name="csY1" fmla="*/ 563178 h 570101"/>
              <a:gd name="csX2" fmla="*/ 131877 w 460893"/>
              <a:gd name="csY2" fmla="*/ 549661 h 570101"/>
              <a:gd name="csX3" fmla="*/ 122196 w 460893"/>
              <a:gd name="csY3" fmla="*/ 532968 h 570101"/>
              <a:gd name="csX4" fmla="*/ 107130 w 460893"/>
              <a:gd name="csY4" fmla="*/ 523131 h 570101"/>
              <a:gd name="csX5" fmla="*/ 89869 w 460893"/>
              <a:gd name="csY5" fmla="*/ 518421 h 570101"/>
              <a:gd name="csX6" fmla="*/ 85076 w 460893"/>
              <a:gd name="csY6" fmla="*/ 501266 h 570101"/>
              <a:gd name="csX7" fmla="*/ 77677 w 460893"/>
              <a:gd name="csY7" fmla="*/ 465952 h 570101"/>
              <a:gd name="csX8" fmla="*/ 72006 w 460893"/>
              <a:gd name="csY8" fmla="*/ 445300 h 570101"/>
              <a:gd name="csX9" fmla="*/ 58957 w 460893"/>
              <a:gd name="csY9" fmla="*/ 446095 h 570101"/>
              <a:gd name="csX10" fmla="*/ 35144 w 460893"/>
              <a:gd name="csY10" fmla="*/ 436548 h 570101"/>
              <a:gd name="csX11" fmla="*/ 24381 w 460893"/>
              <a:gd name="csY11" fmla="*/ 426207 h 570101"/>
              <a:gd name="csX12" fmla="*/ 26114 w 460893"/>
              <a:gd name="csY12" fmla="*/ 405421 h 570101"/>
              <a:gd name="csX13" fmla="*/ 25165 w 460893"/>
              <a:gd name="csY13" fmla="*/ 384636 h 570101"/>
              <a:gd name="csX14" fmla="*/ 17520 w 460893"/>
              <a:gd name="csY14" fmla="*/ 374956 h 570101"/>
              <a:gd name="csX15" fmla="*/ 6475 w 460893"/>
              <a:gd name="csY15" fmla="*/ 353942 h 570101"/>
              <a:gd name="csX16" fmla="*/ 196 w 460893"/>
              <a:gd name="csY16" fmla="*/ 332000 h 570101"/>
              <a:gd name="csX17" fmla="*/ 0 w 460893"/>
              <a:gd name="csY17" fmla="*/ 321391 h 570101"/>
              <a:gd name="csX18" fmla="*/ 20006 w 460893"/>
              <a:gd name="csY18" fmla="*/ 322209 h 570101"/>
              <a:gd name="csX19" fmla="*/ 37306 w 460893"/>
              <a:gd name="csY19" fmla="*/ 304003 h 570101"/>
              <a:gd name="csX20" fmla="*/ 36933 w 460893"/>
              <a:gd name="csY20" fmla="*/ 289805 h 570101"/>
              <a:gd name="csX21" fmla="*/ 37690 w 460893"/>
              <a:gd name="csY21" fmla="*/ 253719 h 570101"/>
              <a:gd name="csX22" fmla="*/ 41303 w 460893"/>
              <a:gd name="csY22" fmla="*/ 221451 h 570101"/>
              <a:gd name="csX23" fmla="*/ 48412 w 460893"/>
              <a:gd name="csY23" fmla="*/ 202644 h 570101"/>
              <a:gd name="csX24" fmla="*/ 48257 w 460893"/>
              <a:gd name="csY24" fmla="*/ 124622 h 570101"/>
              <a:gd name="csX25" fmla="*/ 40464 w 460893"/>
              <a:gd name="csY25" fmla="*/ 83859 h 570101"/>
              <a:gd name="csX26" fmla="*/ 52830 w 460893"/>
              <a:gd name="csY26" fmla="*/ 45160 h 570101"/>
              <a:gd name="csX27" fmla="*/ 63246 w 460893"/>
              <a:gd name="csY27" fmla="*/ 46920 h 570101"/>
              <a:gd name="csX28" fmla="*/ 63246 w 460893"/>
              <a:gd name="csY28" fmla="*/ 23460 h 570101"/>
              <a:gd name="csX29" fmla="*/ 66672 w 460893"/>
              <a:gd name="csY29" fmla="*/ 0 h 570101"/>
              <a:gd name="csX30" fmla="*/ 126691 w 460893"/>
              <a:gd name="csY30" fmla="*/ 3798 h 570101"/>
              <a:gd name="csX31" fmla="*/ 203405 w 460893"/>
              <a:gd name="csY31" fmla="*/ 8311 h 570101"/>
              <a:gd name="csX32" fmla="*/ 223527 w 460893"/>
              <a:gd name="csY32" fmla="*/ 9026 h 570101"/>
              <a:gd name="csX33" fmla="*/ 229665 w 460893"/>
              <a:gd name="csY33" fmla="*/ 21938 h 570101"/>
              <a:gd name="csX34" fmla="*/ 254984 w 460893"/>
              <a:gd name="csY34" fmla="*/ 54210 h 570101"/>
              <a:gd name="csX35" fmla="*/ 267180 w 460893"/>
              <a:gd name="csY35" fmla="*/ 65624 h 570101"/>
              <a:gd name="csX36" fmla="*/ 283960 w 460893"/>
              <a:gd name="csY36" fmla="*/ 83994 h 570101"/>
              <a:gd name="csX37" fmla="*/ 300739 w 460893"/>
              <a:gd name="csY37" fmla="*/ 103278 h 570101"/>
              <a:gd name="csX38" fmla="*/ 307688 w 460893"/>
              <a:gd name="csY38" fmla="*/ 107024 h 570101"/>
              <a:gd name="csX39" fmla="*/ 338320 w 460893"/>
              <a:gd name="csY39" fmla="*/ 140082 h 570101"/>
              <a:gd name="csX40" fmla="*/ 345307 w 460893"/>
              <a:gd name="csY40" fmla="*/ 156757 h 570101"/>
              <a:gd name="csX41" fmla="*/ 350264 w 460893"/>
              <a:gd name="csY41" fmla="*/ 174757 h 570101"/>
              <a:gd name="csX42" fmla="*/ 353728 w 460893"/>
              <a:gd name="csY42" fmla="*/ 192882 h 570101"/>
              <a:gd name="csX43" fmla="*/ 357557 w 460893"/>
              <a:gd name="csY43" fmla="*/ 206186 h 570101"/>
              <a:gd name="csX44" fmla="*/ 373046 w 460893"/>
              <a:gd name="csY44" fmla="*/ 221653 h 570101"/>
              <a:gd name="csX45" fmla="*/ 388508 w 460893"/>
              <a:gd name="csY45" fmla="*/ 235073 h 570101"/>
              <a:gd name="csX46" fmla="*/ 408536 w 460893"/>
              <a:gd name="csY46" fmla="*/ 251563 h 570101"/>
              <a:gd name="csX47" fmla="*/ 419486 w 460893"/>
              <a:gd name="csY47" fmla="*/ 258145 h 570101"/>
              <a:gd name="csX48" fmla="*/ 429612 w 460893"/>
              <a:gd name="csY48" fmla="*/ 264555 h 570101"/>
              <a:gd name="csX49" fmla="*/ 440498 w 460893"/>
              <a:gd name="csY49" fmla="*/ 270196 h 570101"/>
              <a:gd name="csX50" fmla="*/ 458638 w 460893"/>
              <a:gd name="csY50" fmla="*/ 279871 h 570101"/>
              <a:gd name="csX51" fmla="*/ 433706 w 460893"/>
              <a:gd name="csY51" fmla="*/ 328123 h 570101"/>
              <a:gd name="csX52" fmla="*/ 401785 w 460893"/>
              <a:gd name="csY52" fmla="*/ 376892 h 570101"/>
              <a:gd name="csX53" fmla="*/ 408173 w 460893"/>
              <a:gd name="csY53" fmla="*/ 427230 h 570101"/>
              <a:gd name="csX54" fmla="*/ 407224 w 460893"/>
              <a:gd name="csY54" fmla="*/ 481463 h 570101"/>
              <a:gd name="csX55" fmla="*/ 357001 w 460893"/>
              <a:gd name="csY55" fmla="*/ 500599 h 570101"/>
              <a:gd name="csX56" fmla="*/ 339993 w 460893"/>
              <a:gd name="csY56" fmla="*/ 507393 h 570101"/>
              <a:gd name="csX57" fmla="*/ 315871 w 460893"/>
              <a:gd name="csY57" fmla="*/ 500146 h 570101"/>
              <a:gd name="csX58" fmla="*/ 305685 w 460893"/>
              <a:gd name="csY58" fmla="*/ 499249 h 570101"/>
              <a:gd name="csX59" fmla="*/ 291896 w 460893"/>
              <a:gd name="csY59" fmla="*/ 499687 h 570101"/>
              <a:gd name="csX60" fmla="*/ 270870 w 460893"/>
              <a:gd name="csY60" fmla="*/ 491757 h 570101"/>
              <a:gd name="csX61" fmla="*/ 256706 w 460893"/>
              <a:gd name="csY61" fmla="*/ 481408 h 570101"/>
              <a:gd name="csX62" fmla="*/ 242051 w 460893"/>
              <a:gd name="csY62" fmla="*/ 472207 h 570101"/>
              <a:gd name="csX63" fmla="*/ 227525 w 460893"/>
              <a:gd name="csY63" fmla="*/ 468533 h 570101"/>
              <a:gd name="csX64" fmla="*/ 222731 w 460893"/>
              <a:gd name="csY64" fmla="*/ 472486 h 570101"/>
              <a:gd name="csX65" fmla="*/ 210984 w 460893"/>
              <a:gd name="csY65" fmla="*/ 493362 h 570101"/>
              <a:gd name="csX66" fmla="*/ 200162 w 460893"/>
              <a:gd name="csY66" fmla="*/ 504374 h 570101"/>
              <a:gd name="csX67" fmla="*/ 192160 w 460893"/>
              <a:gd name="csY67" fmla="*/ 516880 h 570101"/>
              <a:gd name="csX68" fmla="*/ 189436 w 460893"/>
              <a:gd name="csY68" fmla="*/ 530760 h 570101"/>
              <a:gd name="csX69" fmla="*/ 184534 w 460893"/>
              <a:gd name="csY69" fmla="*/ 547022 h 570101"/>
              <a:gd name="csX70" fmla="*/ 182598 w 460893"/>
              <a:gd name="csY70" fmla="*/ 561518 h 570101"/>
              <a:gd name="csX71" fmla="*/ 164446 w 460893"/>
              <a:gd name="csY71" fmla="*/ 570049 h 570101"/>
              <a:gd name="csX72" fmla="*/ 151660 w 460893"/>
              <a:gd name="csY72" fmla="*/ 568610 h 5701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Lst>
            <a:rect l="l" t="t" r="r" b="b"/>
            <a:pathLst>
              <a:path w="460893" h="570101">
                <a:moveTo>
                  <a:pt x="151660" y="568610"/>
                </a:moveTo>
                <a:cubicBezTo>
                  <a:pt x="143384" y="567865"/>
                  <a:pt x="140689" y="566530"/>
                  <a:pt x="140689" y="563178"/>
                </a:cubicBezTo>
                <a:cubicBezTo>
                  <a:pt x="140689" y="560733"/>
                  <a:pt x="136724" y="554651"/>
                  <a:pt x="131877" y="549661"/>
                </a:cubicBezTo>
                <a:cubicBezTo>
                  <a:pt x="126875" y="544511"/>
                  <a:pt x="122689" y="537293"/>
                  <a:pt x="122196" y="532968"/>
                </a:cubicBezTo>
                <a:cubicBezTo>
                  <a:pt x="121389" y="525881"/>
                  <a:pt x="120335" y="525192"/>
                  <a:pt x="107130" y="523131"/>
                </a:cubicBezTo>
                <a:cubicBezTo>
                  <a:pt x="99321" y="521912"/>
                  <a:pt x="91554" y="519792"/>
                  <a:pt x="89869" y="518421"/>
                </a:cubicBezTo>
                <a:cubicBezTo>
                  <a:pt x="88184" y="517050"/>
                  <a:pt x="86027" y="509330"/>
                  <a:pt x="85076" y="501266"/>
                </a:cubicBezTo>
                <a:cubicBezTo>
                  <a:pt x="84126" y="493202"/>
                  <a:pt x="80796" y="477310"/>
                  <a:pt x="77677" y="465952"/>
                </a:cubicBezTo>
                <a:lnTo>
                  <a:pt x="72006" y="445300"/>
                </a:lnTo>
                <a:lnTo>
                  <a:pt x="58957" y="446095"/>
                </a:lnTo>
                <a:cubicBezTo>
                  <a:pt x="46778" y="446836"/>
                  <a:pt x="45189" y="446199"/>
                  <a:pt x="35144" y="436548"/>
                </a:cubicBezTo>
                <a:lnTo>
                  <a:pt x="24381" y="426207"/>
                </a:lnTo>
                <a:lnTo>
                  <a:pt x="26114" y="405421"/>
                </a:lnTo>
                <a:cubicBezTo>
                  <a:pt x="27263" y="391650"/>
                  <a:pt x="26942" y="384636"/>
                  <a:pt x="25165" y="384636"/>
                </a:cubicBezTo>
                <a:cubicBezTo>
                  <a:pt x="23689" y="384636"/>
                  <a:pt x="20249" y="380280"/>
                  <a:pt x="17520" y="374956"/>
                </a:cubicBezTo>
                <a:cubicBezTo>
                  <a:pt x="14791" y="369631"/>
                  <a:pt x="9821" y="360175"/>
                  <a:pt x="6475" y="353942"/>
                </a:cubicBezTo>
                <a:cubicBezTo>
                  <a:pt x="3106" y="347664"/>
                  <a:pt x="305" y="337877"/>
                  <a:pt x="196" y="332000"/>
                </a:cubicBezTo>
                <a:lnTo>
                  <a:pt x="0" y="321391"/>
                </a:lnTo>
                <a:lnTo>
                  <a:pt x="20006" y="322209"/>
                </a:lnTo>
                <a:cubicBezTo>
                  <a:pt x="42391" y="323125"/>
                  <a:pt x="42565" y="322942"/>
                  <a:pt x="37306" y="304003"/>
                </a:cubicBezTo>
                <a:cubicBezTo>
                  <a:pt x="35685" y="298169"/>
                  <a:pt x="35538" y="292562"/>
                  <a:pt x="36933" y="289805"/>
                </a:cubicBezTo>
                <a:cubicBezTo>
                  <a:pt x="38201" y="287300"/>
                  <a:pt x="38542" y="271061"/>
                  <a:pt x="37690" y="253719"/>
                </a:cubicBezTo>
                <a:cubicBezTo>
                  <a:pt x="36207" y="223555"/>
                  <a:pt x="36364" y="222156"/>
                  <a:pt x="41303" y="221451"/>
                </a:cubicBezTo>
                <a:cubicBezTo>
                  <a:pt x="45680" y="220826"/>
                  <a:pt x="46762" y="217964"/>
                  <a:pt x="48412" y="202644"/>
                </a:cubicBezTo>
                <a:cubicBezTo>
                  <a:pt x="51806" y="171127"/>
                  <a:pt x="51726" y="130863"/>
                  <a:pt x="48257" y="124622"/>
                </a:cubicBezTo>
                <a:cubicBezTo>
                  <a:pt x="46501" y="121464"/>
                  <a:pt x="42994" y="103121"/>
                  <a:pt x="40464" y="83859"/>
                </a:cubicBezTo>
                <a:cubicBezTo>
                  <a:pt x="35209" y="43860"/>
                  <a:pt x="35717" y="42269"/>
                  <a:pt x="52830" y="45160"/>
                </a:cubicBezTo>
                <a:lnTo>
                  <a:pt x="63246" y="46920"/>
                </a:lnTo>
                <a:lnTo>
                  <a:pt x="63246" y="23460"/>
                </a:lnTo>
                <a:cubicBezTo>
                  <a:pt x="63246" y="5683"/>
                  <a:pt x="64076" y="0"/>
                  <a:pt x="66672" y="0"/>
                </a:cubicBezTo>
                <a:cubicBezTo>
                  <a:pt x="68557" y="0"/>
                  <a:pt x="95565" y="1709"/>
                  <a:pt x="126691" y="3798"/>
                </a:cubicBezTo>
                <a:cubicBezTo>
                  <a:pt x="157817" y="5887"/>
                  <a:pt x="192338" y="7917"/>
                  <a:pt x="203405" y="8311"/>
                </a:cubicBezTo>
                <a:lnTo>
                  <a:pt x="223527" y="9026"/>
                </a:lnTo>
                <a:lnTo>
                  <a:pt x="229665" y="21938"/>
                </a:lnTo>
                <a:cubicBezTo>
                  <a:pt x="235583" y="34389"/>
                  <a:pt x="251134" y="54210"/>
                  <a:pt x="254984" y="54210"/>
                </a:cubicBezTo>
                <a:cubicBezTo>
                  <a:pt x="256963" y="54210"/>
                  <a:pt x="267180" y="63772"/>
                  <a:pt x="267180" y="65624"/>
                </a:cubicBezTo>
                <a:cubicBezTo>
                  <a:pt x="267180" y="66222"/>
                  <a:pt x="274731" y="74489"/>
                  <a:pt x="283960" y="83994"/>
                </a:cubicBezTo>
                <a:cubicBezTo>
                  <a:pt x="293188" y="93499"/>
                  <a:pt x="300739" y="102177"/>
                  <a:pt x="300739" y="103278"/>
                </a:cubicBezTo>
                <a:cubicBezTo>
                  <a:pt x="300739" y="104379"/>
                  <a:pt x="303866" y="106065"/>
                  <a:pt x="307688" y="107024"/>
                </a:cubicBezTo>
                <a:cubicBezTo>
                  <a:pt x="316754" y="109299"/>
                  <a:pt x="336159" y="130241"/>
                  <a:pt x="338320" y="140082"/>
                </a:cubicBezTo>
                <a:cubicBezTo>
                  <a:pt x="339250" y="144316"/>
                  <a:pt x="342394" y="151820"/>
                  <a:pt x="345307" y="156757"/>
                </a:cubicBezTo>
                <a:cubicBezTo>
                  <a:pt x="348253" y="161749"/>
                  <a:pt x="350453" y="169738"/>
                  <a:pt x="350264" y="174757"/>
                </a:cubicBezTo>
                <a:cubicBezTo>
                  <a:pt x="350078" y="179720"/>
                  <a:pt x="351636" y="187876"/>
                  <a:pt x="353728" y="192882"/>
                </a:cubicBezTo>
                <a:cubicBezTo>
                  <a:pt x="355820" y="197888"/>
                  <a:pt x="357543" y="203875"/>
                  <a:pt x="357557" y="206186"/>
                </a:cubicBezTo>
                <a:cubicBezTo>
                  <a:pt x="357572" y="208497"/>
                  <a:pt x="364542" y="215457"/>
                  <a:pt x="373046" y="221653"/>
                </a:cubicBezTo>
                <a:cubicBezTo>
                  <a:pt x="381550" y="227849"/>
                  <a:pt x="388508" y="233888"/>
                  <a:pt x="388508" y="235073"/>
                </a:cubicBezTo>
                <a:cubicBezTo>
                  <a:pt x="388508" y="239850"/>
                  <a:pt x="400638" y="249837"/>
                  <a:pt x="408536" y="251563"/>
                </a:cubicBezTo>
                <a:cubicBezTo>
                  <a:pt x="413162" y="252574"/>
                  <a:pt x="418090" y="255536"/>
                  <a:pt x="419486" y="258145"/>
                </a:cubicBezTo>
                <a:cubicBezTo>
                  <a:pt x="420882" y="260754"/>
                  <a:pt x="425439" y="263638"/>
                  <a:pt x="429612" y="264555"/>
                </a:cubicBezTo>
                <a:cubicBezTo>
                  <a:pt x="433785" y="265471"/>
                  <a:pt x="438684" y="268010"/>
                  <a:pt x="440498" y="270196"/>
                </a:cubicBezTo>
                <a:cubicBezTo>
                  <a:pt x="443409" y="273704"/>
                  <a:pt x="453843" y="279268"/>
                  <a:pt x="458638" y="279871"/>
                </a:cubicBezTo>
                <a:cubicBezTo>
                  <a:pt x="464237" y="280575"/>
                  <a:pt x="460647" y="287523"/>
                  <a:pt x="433706" y="328123"/>
                </a:cubicBezTo>
                <a:cubicBezTo>
                  <a:pt x="417320" y="352816"/>
                  <a:pt x="402956" y="374762"/>
                  <a:pt x="401785" y="376892"/>
                </a:cubicBezTo>
                <a:cubicBezTo>
                  <a:pt x="400523" y="379188"/>
                  <a:pt x="403122" y="399673"/>
                  <a:pt x="408173" y="427230"/>
                </a:cubicBezTo>
                <a:cubicBezTo>
                  <a:pt x="419157" y="487163"/>
                  <a:pt x="419215" y="483871"/>
                  <a:pt x="407224" y="481463"/>
                </a:cubicBezTo>
                <a:cubicBezTo>
                  <a:pt x="377101" y="475416"/>
                  <a:pt x="375238" y="476126"/>
                  <a:pt x="357001" y="500599"/>
                </a:cubicBezTo>
                <a:cubicBezTo>
                  <a:pt x="346599" y="514558"/>
                  <a:pt x="343773" y="515687"/>
                  <a:pt x="339993" y="507393"/>
                </a:cubicBezTo>
                <a:cubicBezTo>
                  <a:pt x="336462" y="499643"/>
                  <a:pt x="325739" y="496421"/>
                  <a:pt x="315871" y="500146"/>
                </a:cubicBezTo>
                <a:cubicBezTo>
                  <a:pt x="310307" y="502246"/>
                  <a:pt x="308004" y="502043"/>
                  <a:pt x="305685" y="499249"/>
                </a:cubicBezTo>
                <a:cubicBezTo>
                  <a:pt x="301762" y="494522"/>
                  <a:pt x="296907" y="494676"/>
                  <a:pt x="291896" y="499687"/>
                </a:cubicBezTo>
                <a:cubicBezTo>
                  <a:pt x="286395" y="505188"/>
                  <a:pt x="278982" y="502392"/>
                  <a:pt x="270870" y="491757"/>
                </a:cubicBezTo>
                <a:cubicBezTo>
                  <a:pt x="267159" y="486892"/>
                  <a:pt x="260921" y="482334"/>
                  <a:pt x="256706" y="481408"/>
                </a:cubicBezTo>
                <a:cubicBezTo>
                  <a:pt x="252563" y="480498"/>
                  <a:pt x="245969" y="476358"/>
                  <a:pt x="242051" y="472207"/>
                </a:cubicBezTo>
                <a:cubicBezTo>
                  <a:pt x="234140" y="463825"/>
                  <a:pt x="229757" y="462717"/>
                  <a:pt x="227525" y="468533"/>
                </a:cubicBezTo>
                <a:cubicBezTo>
                  <a:pt x="226708" y="470663"/>
                  <a:pt x="224550" y="472442"/>
                  <a:pt x="222731" y="472486"/>
                </a:cubicBezTo>
                <a:cubicBezTo>
                  <a:pt x="216831" y="472631"/>
                  <a:pt x="209780" y="485162"/>
                  <a:pt x="210984" y="493362"/>
                </a:cubicBezTo>
                <a:cubicBezTo>
                  <a:pt x="212266" y="502098"/>
                  <a:pt x="211304" y="503076"/>
                  <a:pt x="200162" y="504374"/>
                </a:cubicBezTo>
                <a:cubicBezTo>
                  <a:pt x="189734" y="505588"/>
                  <a:pt x="189645" y="505728"/>
                  <a:pt x="192160" y="516880"/>
                </a:cubicBezTo>
                <a:cubicBezTo>
                  <a:pt x="193910" y="524639"/>
                  <a:pt x="193416" y="527159"/>
                  <a:pt x="189436" y="530760"/>
                </a:cubicBezTo>
                <a:cubicBezTo>
                  <a:pt x="186033" y="533840"/>
                  <a:pt x="184562" y="538720"/>
                  <a:pt x="184534" y="547022"/>
                </a:cubicBezTo>
                <a:cubicBezTo>
                  <a:pt x="184512" y="553546"/>
                  <a:pt x="183641" y="560069"/>
                  <a:pt x="182598" y="561518"/>
                </a:cubicBezTo>
                <a:cubicBezTo>
                  <a:pt x="180445" y="564508"/>
                  <a:pt x="167199" y="570734"/>
                  <a:pt x="164446" y="570049"/>
                </a:cubicBezTo>
                <a:cubicBezTo>
                  <a:pt x="163448" y="569801"/>
                  <a:pt x="157694" y="569154"/>
                  <a:pt x="151660" y="568610"/>
                </a:cubicBezTo>
                <a:close/>
              </a:path>
            </a:pathLst>
          </a:custGeom>
          <a:solidFill>
            <a:srgbClr val="B9B9B9"/>
          </a:solidFill>
          <a:ln w="5163" cap="flat">
            <a:noFill/>
            <a:prstDash val="solid"/>
            <a:miter/>
          </a:ln>
        </p:spPr>
        <p:txBody>
          <a:bodyPr/>
          <a:lstStyle/>
          <a:p>
            <a:endParaRPr lang="es-419" noProof="0" dirty="0"/>
          </a:p>
        </p:txBody>
      </p:sp>
      <p:sp>
        <p:nvSpPr>
          <p:cNvPr id="61" name="Forma libre: forma 60">
            <a:extLst>
              <a:ext uri="{FF2B5EF4-FFF2-40B4-BE49-F238E27FC236}">
                <a16:creationId xmlns:a16="http://schemas.microsoft.com/office/drawing/2014/main" id="{1A0CCA10-EA7C-4828-371B-64196AF8E0D0}"/>
              </a:ext>
            </a:extLst>
          </p:cNvPr>
          <p:cNvSpPr/>
          <p:nvPr/>
        </p:nvSpPr>
        <p:spPr>
          <a:xfrm>
            <a:off x="2038384" y="2469122"/>
            <a:ext cx="332998" cy="314936"/>
          </a:xfrm>
          <a:custGeom>
            <a:avLst/>
            <a:gdLst>
              <a:gd name="csX0" fmla="*/ 150508 w 332998"/>
              <a:gd name="csY0" fmla="*/ 295153 h 314936"/>
              <a:gd name="csX1" fmla="*/ 122921 w 332998"/>
              <a:gd name="csY1" fmla="*/ 269012 h 314936"/>
              <a:gd name="csX2" fmla="*/ 122279 w 332998"/>
              <a:gd name="csY2" fmla="*/ 264031 h 314936"/>
              <a:gd name="csX3" fmla="*/ 126546 w 332998"/>
              <a:gd name="csY3" fmla="*/ 262908 h 314936"/>
              <a:gd name="csX4" fmla="*/ 106954 w 332998"/>
              <a:gd name="csY4" fmla="*/ 254224 h 314936"/>
              <a:gd name="csX5" fmla="*/ 78561 w 332998"/>
              <a:gd name="csY5" fmla="*/ 232541 h 314936"/>
              <a:gd name="csX6" fmla="*/ 60903 w 332998"/>
              <a:gd name="csY6" fmla="*/ 216842 h 314936"/>
              <a:gd name="csX7" fmla="*/ 60455 w 332998"/>
              <a:gd name="csY7" fmla="*/ 213585 h 314936"/>
              <a:gd name="csX8" fmla="*/ 56711 w 332998"/>
              <a:gd name="csY8" fmla="*/ 207285 h 314936"/>
              <a:gd name="csX9" fmla="*/ 53349 w 332998"/>
              <a:gd name="csY9" fmla="*/ 207961 h 314936"/>
              <a:gd name="csX10" fmla="*/ 34703 w 332998"/>
              <a:gd name="csY10" fmla="*/ 200142 h 314936"/>
              <a:gd name="csX11" fmla="*/ 16028 w 332998"/>
              <a:gd name="csY11" fmla="*/ 187234 h 314936"/>
              <a:gd name="csX12" fmla="*/ 16436 w 332998"/>
              <a:gd name="csY12" fmla="*/ 184359 h 314936"/>
              <a:gd name="csX13" fmla="*/ 14549 w 332998"/>
              <a:gd name="csY13" fmla="*/ 178120 h 314936"/>
              <a:gd name="csX14" fmla="*/ 7908 w 332998"/>
              <a:gd name="csY14" fmla="*/ 171021 h 314936"/>
              <a:gd name="csX15" fmla="*/ 2407 w 332998"/>
              <a:gd name="csY15" fmla="*/ 154470 h 314936"/>
              <a:gd name="csX16" fmla="*/ 6812 w 332998"/>
              <a:gd name="csY16" fmla="*/ 119621 h 314936"/>
              <a:gd name="csX17" fmla="*/ 17071 w 332998"/>
              <a:gd name="csY17" fmla="*/ 91641 h 314936"/>
              <a:gd name="csX18" fmla="*/ 20635 w 332998"/>
              <a:gd name="csY18" fmla="*/ 82008 h 314936"/>
              <a:gd name="csX19" fmla="*/ 29523 w 332998"/>
              <a:gd name="csY19" fmla="*/ 71230 h 314936"/>
              <a:gd name="csX20" fmla="*/ 42896 w 332998"/>
              <a:gd name="csY20" fmla="*/ 48085 h 314936"/>
              <a:gd name="csX21" fmla="*/ 49532 w 332998"/>
              <a:gd name="csY21" fmla="*/ 35969 h 314936"/>
              <a:gd name="csX22" fmla="*/ 54906 w 332998"/>
              <a:gd name="csY22" fmla="*/ 23257 h 314936"/>
              <a:gd name="csX23" fmla="*/ 66531 w 332998"/>
              <a:gd name="csY23" fmla="*/ 0 h 314936"/>
              <a:gd name="csX24" fmla="*/ 82468 w 332998"/>
              <a:gd name="csY24" fmla="*/ 19425 h 314936"/>
              <a:gd name="csX25" fmla="*/ 95351 w 332998"/>
              <a:gd name="csY25" fmla="*/ 43885 h 314936"/>
              <a:gd name="csX26" fmla="*/ 106141 w 332998"/>
              <a:gd name="csY26" fmla="*/ 49048 h 314936"/>
              <a:gd name="csX27" fmla="*/ 113640 w 332998"/>
              <a:gd name="csY27" fmla="*/ 54166 h 314936"/>
              <a:gd name="csX28" fmla="*/ 132249 w 332998"/>
              <a:gd name="csY28" fmla="*/ 34653 h 314936"/>
              <a:gd name="csX29" fmla="*/ 156404 w 332998"/>
              <a:gd name="csY29" fmla="*/ 10326 h 314936"/>
              <a:gd name="csX30" fmla="*/ 168334 w 332998"/>
              <a:gd name="csY30" fmla="*/ 6060 h 314936"/>
              <a:gd name="csX31" fmla="*/ 186389 w 332998"/>
              <a:gd name="csY31" fmla="*/ 9933 h 314936"/>
              <a:gd name="csX32" fmla="*/ 200349 w 332998"/>
              <a:gd name="csY32" fmla="*/ 18070 h 314936"/>
              <a:gd name="csX33" fmla="*/ 204999 w 332998"/>
              <a:gd name="csY33" fmla="*/ 30473 h 314936"/>
              <a:gd name="csX34" fmla="*/ 218185 w 332998"/>
              <a:gd name="csY34" fmla="*/ 43802 h 314936"/>
              <a:gd name="csX35" fmla="*/ 227241 w 332998"/>
              <a:gd name="csY35" fmla="*/ 50036 h 314936"/>
              <a:gd name="csX36" fmla="*/ 238424 w 332998"/>
              <a:gd name="csY36" fmla="*/ 60571 h 314936"/>
              <a:gd name="csX37" fmla="*/ 261581 w 332998"/>
              <a:gd name="csY37" fmla="*/ 79599 h 314936"/>
              <a:gd name="csX38" fmla="*/ 276424 w 332998"/>
              <a:gd name="csY38" fmla="*/ 89453 h 314936"/>
              <a:gd name="csX39" fmla="*/ 280389 w 332998"/>
              <a:gd name="csY39" fmla="*/ 90232 h 314936"/>
              <a:gd name="csX40" fmla="*/ 288978 w 332998"/>
              <a:gd name="csY40" fmla="*/ 95366 h 314936"/>
              <a:gd name="csX41" fmla="*/ 309784 w 332998"/>
              <a:gd name="csY41" fmla="*/ 117828 h 314936"/>
              <a:gd name="csX42" fmla="*/ 323208 w 332998"/>
              <a:gd name="csY42" fmla="*/ 127731 h 314936"/>
              <a:gd name="csX43" fmla="*/ 330610 w 332998"/>
              <a:gd name="csY43" fmla="*/ 136947 h 314936"/>
              <a:gd name="csX44" fmla="*/ 327230 w 332998"/>
              <a:gd name="csY44" fmla="*/ 153094 h 314936"/>
              <a:gd name="csX45" fmla="*/ 328146 w 332998"/>
              <a:gd name="csY45" fmla="*/ 164492 h 314936"/>
              <a:gd name="csX46" fmla="*/ 285552 w 332998"/>
              <a:gd name="csY46" fmla="*/ 166189 h 314936"/>
              <a:gd name="csX47" fmla="*/ 228050 w 332998"/>
              <a:gd name="csY47" fmla="*/ 169472 h 314936"/>
              <a:gd name="csX48" fmla="*/ 213142 w 332998"/>
              <a:gd name="csY48" fmla="*/ 171057 h 314936"/>
              <a:gd name="csX49" fmla="*/ 197915 w 332998"/>
              <a:gd name="csY49" fmla="*/ 199758 h 314936"/>
              <a:gd name="csX50" fmla="*/ 180329 w 332998"/>
              <a:gd name="csY50" fmla="*/ 231127 h 314936"/>
              <a:gd name="csX51" fmla="*/ 181055 w 332998"/>
              <a:gd name="csY51" fmla="*/ 253031 h 314936"/>
              <a:gd name="csX52" fmla="*/ 185000 w 332998"/>
              <a:gd name="csY52" fmla="*/ 272477 h 314936"/>
              <a:gd name="csX53" fmla="*/ 182260 w 332998"/>
              <a:gd name="csY53" fmla="*/ 301769 h 314936"/>
              <a:gd name="csX54" fmla="*/ 174070 w 332998"/>
              <a:gd name="csY54" fmla="*/ 314937 h 314936"/>
              <a:gd name="csX55" fmla="*/ 150508 w 332998"/>
              <a:gd name="csY55" fmla="*/ 295153 h 3149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Lst>
            <a:rect l="l" t="t" r="r" b="b"/>
            <a:pathLst>
              <a:path w="332998" h="314936">
                <a:moveTo>
                  <a:pt x="150508" y="295153"/>
                </a:moveTo>
                <a:cubicBezTo>
                  <a:pt x="138884" y="284272"/>
                  <a:pt x="126470" y="272508"/>
                  <a:pt x="122921" y="269012"/>
                </a:cubicBezTo>
                <a:cubicBezTo>
                  <a:pt x="116541" y="262727"/>
                  <a:pt x="116534" y="262670"/>
                  <a:pt x="122279" y="264031"/>
                </a:cubicBezTo>
                <a:cubicBezTo>
                  <a:pt x="125681" y="264837"/>
                  <a:pt x="127450" y="264371"/>
                  <a:pt x="126546" y="262908"/>
                </a:cubicBezTo>
                <a:cubicBezTo>
                  <a:pt x="124960" y="260342"/>
                  <a:pt x="114693" y="255791"/>
                  <a:pt x="106954" y="254224"/>
                </a:cubicBezTo>
                <a:cubicBezTo>
                  <a:pt x="98738" y="252560"/>
                  <a:pt x="93040" y="248209"/>
                  <a:pt x="78561" y="232541"/>
                </a:cubicBezTo>
                <a:cubicBezTo>
                  <a:pt x="70581" y="223906"/>
                  <a:pt x="62635" y="216842"/>
                  <a:pt x="60903" y="216842"/>
                </a:cubicBezTo>
                <a:cubicBezTo>
                  <a:pt x="58660" y="216842"/>
                  <a:pt x="58531" y="215904"/>
                  <a:pt x="60455" y="213585"/>
                </a:cubicBezTo>
                <a:cubicBezTo>
                  <a:pt x="62461" y="211169"/>
                  <a:pt x="61494" y="209543"/>
                  <a:pt x="56711" y="207285"/>
                </a:cubicBezTo>
                <a:cubicBezTo>
                  <a:pt x="51186" y="204678"/>
                  <a:pt x="50705" y="204775"/>
                  <a:pt x="53349" y="207961"/>
                </a:cubicBezTo>
                <a:cubicBezTo>
                  <a:pt x="59572" y="215458"/>
                  <a:pt x="50558" y="211678"/>
                  <a:pt x="34703" y="200142"/>
                </a:cubicBezTo>
                <a:cubicBezTo>
                  <a:pt x="25983" y="193796"/>
                  <a:pt x="17579" y="187988"/>
                  <a:pt x="16028" y="187234"/>
                </a:cubicBezTo>
                <a:cubicBezTo>
                  <a:pt x="14108" y="186301"/>
                  <a:pt x="14238" y="185384"/>
                  <a:pt x="16436" y="184359"/>
                </a:cubicBezTo>
                <a:cubicBezTo>
                  <a:pt x="21429" y="182028"/>
                  <a:pt x="20247" y="178120"/>
                  <a:pt x="14549" y="178120"/>
                </a:cubicBezTo>
                <a:cubicBezTo>
                  <a:pt x="11062" y="178120"/>
                  <a:pt x="8950" y="175862"/>
                  <a:pt x="7908" y="171021"/>
                </a:cubicBezTo>
                <a:cubicBezTo>
                  <a:pt x="7068" y="167117"/>
                  <a:pt x="4593" y="159669"/>
                  <a:pt x="2407" y="154470"/>
                </a:cubicBezTo>
                <a:cubicBezTo>
                  <a:pt x="-1401" y="145413"/>
                  <a:pt x="-1217" y="143959"/>
                  <a:pt x="6812" y="119621"/>
                </a:cubicBezTo>
                <a:cubicBezTo>
                  <a:pt x="11420" y="105652"/>
                  <a:pt x="16036" y="93061"/>
                  <a:pt x="17071" y="91641"/>
                </a:cubicBezTo>
                <a:cubicBezTo>
                  <a:pt x="18105" y="90222"/>
                  <a:pt x="19709" y="85887"/>
                  <a:pt x="20635" y="82008"/>
                </a:cubicBezTo>
                <a:cubicBezTo>
                  <a:pt x="21600" y="77965"/>
                  <a:pt x="25393" y="73366"/>
                  <a:pt x="29523" y="71230"/>
                </a:cubicBezTo>
                <a:cubicBezTo>
                  <a:pt x="37293" y="67213"/>
                  <a:pt x="42896" y="57515"/>
                  <a:pt x="42896" y="48085"/>
                </a:cubicBezTo>
                <a:cubicBezTo>
                  <a:pt x="42896" y="44850"/>
                  <a:pt x="45882" y="39398"/>
                  <a:pt x="49532" y="35969"/>
                </a:cubicBezTo>
                <a:cubicBezTo>
                  <a:pt x="54317" y="31473"/>
                  <a:pt x="55816" y="27929"/>
                  <a:pt x="54906" y="23257"/>
                </a:cubicBezTo>
                <a:cubicBezTo>
                  <a:pt x="53161" y="14292"/>
                  <a:pt x="60305" y="0"/>
                  <a:pt x="66531" y="0"/>
                </a:cubicBezTo>
                <a:cubicBezTo>
                  <a:pt x="74307" y="0"/>
                  <a:pt x="80918" y="8058"/>
                  <a:pt x="82468" y="19425"/>
                </a:cubicBezTo>
                <a:cubicBezTo>
                  <a:pt x="84849" y="36891"/>
                  <a:pt x="88533" y="43885"/>
                  <a:pt x="95351" y="43885"/>
                </a:cubicBezTo>
                <a:cubicBezTo>
                  <a:pt x="98716" y="43885"/>
                  <a:pt x="103572" y="46208"/>
                  <a:pt x="106141" y="49048"/>
                </a:cubicBezTo>
                <a:cubicBezTo>
                  <a:pt x="108711" y="51887"/>
                  <a:pt x="112086" y="54190"/>
                  <a:pt x="113640" y="54166"/>
                </a:cubicBezTo>
                <a:cubicBezTo>
                  <a:pt x="117209" y="54110"/>
                  <a:pt x="125915" y="44980"/>
                  <a:pt x="132249" y="34653"/>
                </a:cubicBezTo>
                <a:cubicBezTo>
                  <a:pt x="141121" y="20185"/>
                  <a:pt x="150911" y="10326"/>
                  <a:pt x="156404" y="10326"/>
                </a:cubicBezTo>
                <a:cubicBezTo>
                  <a:pt x="159385" y="10326"/>
                  <a:pt x="164754" y="8406"/>
                  <a:pt x="168334" y="6060"/>
                </a:cubicBezTo>
                <a:cubicBezTo>
                  <a:pt x="174611" y="1948"/>
                  <a:pt x="175258" y="2087"/>
                  <a:pt x="186389" y="9933"/>
                </a:cubicBezTo>
                <a:cubicBezTo>
                  <a:pt x="192739" y="14408"/>
                  <a:pt x="199021" y="18070"/>
                  <a:pt x="200349" y="18070"/>
                </a:cubicBezTo>
                <a:cubicBezTo>
                  <a:pt x="204669" y="18070"/>
                  <a:pt x="208141" y="27331"/>
                  <a:pt x="204999" y="30473"/>
                </a:cubicBezTo>
                <a:cubicBezTo>
                  <a:pt x="200842" y="34630"/>
                  <a:pt x="205908" y="39750"/>
                  <a:pt x="218185" y="43802"/>
                </a:cubicBezTo>
                <a:cubicBezTo>
                  <a:pt x="223767" y="45645"/>
                  <a:pt x="227842" y="48450"/>
                  <a:pt x="227241" y="50036"/>
                </a:cubicBezTo>
                <a:cubicBezTo>
                  <a:pt x="226639" y="51622"/>
                  <a:pt x="231671" y="56363"/>
                  <a:pt x="238424" y="60571"/>
                </a:cubicBezTo>
                <a:cubicBezTo>
                  <a:pt x="245177" y="64780"/>
                  <a:pt x="255598" y="73342"/>
                  <a:pt x="261581" y="79599"/>
                </a:cubicBezTo>
                <a:cubicBezTo>
                  <a:pt x="268586" y="86925"/>
                  <a:pt x="273870" y="90433"/>
                  <a:pt x="276424" y="89453"/>
                </a:cubicBezTo>
                <a:cubicBezTo>
                  <a:pt x="278605" y="88616"/>
                  <a:pt x="280389" y="88966"/>
                  <a:pt x="280389" y="90232"/>
                </a:cubicBezTo>
                <a:cubicBezTo>
                  <a:pt x="280389" y="91497"/>
                  <a:pt x="284254" y="93807"/>
                  <a:pt x="288978" y="95366"/>
                </a:cubicBezTo>
                <a:cubicBezTo>
                  <a:pt x="297678" y="98238"/>
                  <a:pt x="306636" y="107909"/>
                  <a:pt x="309784" y="117828"/>
                </a:cubicBezTo>
                <a:cubicBezTo>
                  <a:pt x="310845" y="121169"/>
                  <a:pt x="316015" y="124983"/>
                  <a:pt x="323208" y="127731"/>
                </a:cubicBezTo>
                <a:cubicBezTo>
                  <a:pt x="334331" y="131978"/>
                  <a:pt x="334696" y="132432"/>
                  <a:pt x="330610" y="136947"/>
                </a:cubicBezTo>
                <a:cubicBezTo>
                  <a:pt x="327588" y="140286"/>
                  <a:pt x="326585" y="145078"/>
                  <a:pt x="327230" y="153094"/>
                </a:cubicBezTo>
                <a:lnTo>
                  <a:pt x="328146" y="164492"/>
                </a:lnTo>
                <a:lnTo>
                  <a:pt x="285552" y="166189"/>
                </a:lnTo>
                <a:cubicBezTo>
                  <a:pt x="262126" y="167123"/>
                  <a:pt x="236250" y="168600"/>
                  <a:pt x="228050" y="169472"/>
                </a:cubicBezTo>
                <a:lnTo>
                  <a:pt x="213142" y="171057"/>
                </a:lnTo>
                <a:lnTo>
                  <a:pt x="197915" y="199758"/>
                </a:lnTo>
                <a:cubicBezTo>
                  <a:pt x="189539" y="215543"/>
                  <a:pt x="181626" y="229659"/>
                  <a:pt x="180329" y="231127"/>
                </a:cubicBezTo>
                <a:cubicBezTo>
                  <a:pt x="174323" y="237923"/>
                  <a:pt x="174624" y="246989"/>
                  <a:pt x="181055" y="253031"/>
                </a:cubicBezTo>
                <a:cubicBezTo>
                  <a:pt x="187596" y="259176"/>
                  <a:pt x="189401" y="268075"/>
                  <a:pt x="185000" y="272477"/>
                </a:cubicBezTo>
                <a:cubicBezTo>
                  <a:pt x="182808" y="274669"/>
                  <a:pt x="182167" y="281522"/>
                  <a:pt x="182260" y="301769"/>
                </a:cubicBezTo>
                <a:cubicBezTo>
                  <a:pt x="182290" y="308297"/>
                  <a:pt x="178160" y="314937"/>
                  <a:pt x="174070" y="314937"/>
                </a:cubicBezTo>
                <a:cubicBezTo>
                  <a:pt x="172734" y="314937"/>
                  <a:pt x="162131" y="306034"/>
                  <a:pt x="150508" y="295153"/>
                </a:cubicBezTo>
                <a:close/>
              </a:path>
            </a:pathLst>
          </a:custGeom>
          <a:solidFill>
            <a:srgbClr val="B9B9B9"/>
          </a:solidFill>
          <a:ln w="5163" cap="flat">
            <a:noFill/>
            <a:prstDash val="solid"/>
            <a:miter/>
          </a:ln>
        </p:spPr>
        <p:txBody>
          <a:bodyPr/>
          <a:lstStyle/>
          <a:p>
            <a:endParaRPr lang="es-419" noProof="0" dirty="0"/>
          </a:p>
        </p:txBody>
      </p:sp>
      <p:sp>
        <p:nvSpPr>
          <p:cNvPr id="62" name="Forma libre: forma 61">
            <a:extLst>
              <a:ext uri="{FF2B5EF4-FFF2-40B4-BE49-F238E27FC236}">
                <a16:creationId xmlns:a16="http://schemas.microsoft.com/office/drawing/2014/main" id="{0CDE1B7C-C43A-5922-5A4F-37873318850C}"/>
              </a:ext>
            </a:extLst>
          </p:cNvPr>
          <p:cNvSpPr/>
          <p:nvPr/>
        </p:nvSpPr>
        <p:spPr>
          <a:xfrm>
            <a:off x="1645015" y="2415517"/>
            <a:ext cx="409424" cy="276749"/>
          </a:xfrm>
          <a:custGeom>
            <a:avLst/>
            <a:gdLst>
              <a:gd name="csX0" fmla="*/ 169694 w 409424"/>
              <a:gd name="csY0" fmla="*/ 275279 h 276749"/>
              <a:gd name="csX1" fmla="*/ 152536 w 409424"/>
              <a:gd name="csY1" fmla="*/ 270490 h 276749"/>
              <a:gd name="csX2" fmla="*/ 128939 w 409424"/>
              <a:gd name="csY2" fmla="*/ 261017 h 276749"/>
              <a:gd name="csX3" fmla="*/ 97253 w 409424"/>
              <a:gd name="csY3" fmla="*/ 251980 h 276749"/>
              <a:gd name="csX4" fmla="*/ 66316 w 409424"/>
              <a:gd name="csY4" fmla="*/ 248914 h 276749"/>
              <a:gd name="csX5" fmla="*/ 49536 w 409424"/>
              <a:gd name="csY5" fmla="*/ 241356 h 276749"/>
              <a:gd name="csX6" fmla="*/ 12262 w 409424"/>
              <a:gd name="csY6" fmla="*/ 223990 h 276749"/>
              <a:gd name="csX7" fmla="*/ 0 w 409424"/>
              <a:gd name="csY7" fmla="*/ 222341 h 276749"/>
              <a:gd name="csX8" fmla="*/ 5808 w 409424"/>
              <a:gd name="csY8" fmla="*/ 214784 h 276749"/>
              <a:gd name="csX9" fmla="*/ 14198 w 409424"/>
              <a:gd name="csY9" fmla="*/ 206134 h 276749"/>
              <a:gd name="csX10" fmla="*/ 30441 w 409424"/>
              <a:gd name="csY10" fmla="*/ 191104 h 276749"/>
              <a:gd name="csX11" fmla="*/ 44102 w 409424"/>
              <a:gd name="csY11" fmla="*/ 178805 h 276749"/>
              <a:gd name="csX12" fmla="*/ 41686 w 409424"/>
              <a:gd name="csY12" fmla="*/ 166228 h 276749"/>
              <a:gd name="csX13" fmla="*/ 27640 w 409424"/>
              <a:gd name="csY13" fmla="*/ 142994 h 276749"/>
              <a:gd name="csX14" fmla="*/ 10050 w 409424"/>
              <a:gd name="csY14" fmla="*/ 94836 h 276749"/>
              <a:gd name="csX15" fmla="*/ 25607 w 409424"/>
              <a:gd name="csY15" fmla="*/ 63931 h 276749"/>
              <a:gd name="csX16" fmla="*/ 43054 w 409424"/>
              <a:gd name="csY16" fmla="*/ 67030 h 276749"/>
              <a:gd name="csX17" fmla="*/ 54130 w 409424"/>
              <a:gd name="csY17" fmla="*/ 57326 h 276749"/>
              <a:gd name="csX18" fmla="*/ 54400 w 409424"/>
              <a:gd name="csY18" fmla="*/ 43740 h 276749"/>
              <a:gd name="csX19" fmla="*/ 67118 w 409424"/>
              <a:gd name="csY19" fmla="*/ 40356 h 276749"/>
              <a:gd name="csX20" fmla="*/ 69858 w 409424"/>
              <a:gd name="csY20" fmla="*/ 47250 h 276749"/>
              <a:gd name="csX21" fmla="*/ 74957 w 409424"/>
              <a:gd name="csY21" fmla="*/ 55146 h 276749"/>
              <a:gd name="csX22" fmla="*/ 85078 w 409424"/>
              <a:gd name="csY22" fmla="*/ 56392 h 276749"/>
              <a:gd name="csX23" fmla="*/ 108275 w 409424"/>
              <a:gd name="csY23" fmla="*/ 51828 h 276749"/>
              <a:gd name="csX24" fmla="*/ 135859 w 409424"/>
              <a:gd name="csY24" fmla="*/ 46965 h 276749"/>
              <a:gd name="csX25" fmla="*/ 159928 w 409424"/>
              <a:gd name="csY25" fmla="*/ 4926 h 276749"/>
              <a:gd name="csX26" fmla="*/ 164133 w 409424"/>
              <a:gd name="csY26" fmla="*/ 409 h 276749"/>
              <a:gd name="csX27" fmla="*/ 170486 w 409424"/>
              <a:gd name="csY27" fmla="*/ 1976 h 276749"/>
              <a:gd name="csX28" fmla="*/ 183283 w 409424"/>
              <a:gd name="csY28" fmla="*/ 17951 h 276749"/>
              <a:gd name="csX29" fmla="*/ 185999 w 409424"/>
              <a:gd name="csY29" fmla="*/ 22627 h 276749"/>
              <a:gd name="csX30" fmla="*/ 191478 w 409424"/>
              <a:gd name="csY30" fmla="*/ 30556 h 276749"/>
              <a:gd name="csX31" fmla="*/ 217371 w 409424"/>
              <a:gd name="csY31" fmla="*/ 43279 h 276749"/>
              <a:gd name="csX32" fmla="*/ 231319 w 409424"/>
              <a:gd name="csY32" fmla="*/ 47797 h 276749"/>
              <a:gd name="csX33" fmla="*/ 231065 w 409424"/>
              <a:gd name="csY33" fmla="*/ 71654 h 276749"/>
              <a:gd name="csX34" fmla="*/ 232914 w 409424"/>
              <a:gd name="csY34" fmla="*/ 94162 h 276749"/>
              <a:gd name="csX35" fmla="*/ 264097 w 409424"/>
              <a:gd name="csY35" fmla="*/ 98422 h 276749"/>
              <a:gd name="csX36" fmla="*/ 290859 w 409424"/>
              <a:gd name="csY36" fmla="*/ 85458 h 276749"/>
              <a:gd name="csX37" fmla="*/ 289553 w 409424"/>
              <a:gd name="csY37" fmla="*/ 87164 h 276749"/>
              <a:gd name="csX38" fmla="*/ 313001 w 409424"/>
              <a:gd name="csY38" fmla="*/ 117924 h 276749"/>
              <a:gd name="csX39" fmla="*/ 320100 w 409424"/>
              <a:gd name="csY39" fmla="*/ 125822 h 276749"/>
              <a:gd name="csX40" fmla="*/ 323327 w 409424"/>
              <a:gd name="csY40" fmla="*/ 131062 h 276749"/>
              <a:gd name="csX41" fmla="*/ 409403 w 409424"/>
              <a:gd name="csY41" fmla="*/ 134303 h 276749"/>
              <a:gd name="csX42" fmla="*/ 398626 w 409424"/>
              <a:gd name="csY42" fmla="*/ 166622 h 276749"/>
              <a:gd name="csX43" fmla="*/ 387152 w 409424"/>
              <a:gd name="csY43" fmla="*/ 198243 h 276749"/>
              <a:gd name="csX44" fmla="*/ 392348 w 409424"/>
              <a:gd name="csY44" fmla="*/ 208428 h 276749"/>
              <a:gd name="csX45" fmla="*/ 395238 w 409424"/>
              <a:gd name="csY45" fmla="*/ 226562 h 276749"/>
              <a:gd name="csX46" fmla="*/ 391384 w 409424"/>
              <a:gd name="csY46" fmla="*/ 222526 h 276749"/>
              <a:gd name="csX47" fmla="*/ 386991 w 409424"/>
              <a:gd name="csY47" fmla="*/ 220249 h 276749"/>
              <a:gd name="csX48" fmla="*/ 376751 w 409424"/>
              <a:gd name="csY48" fmla="*/ 216540 h 276749"/>
              <a:gd name="csX49" fmla="*/ 366566 w 409424"/>
              <a:gd name="csY49" fmla="*/ 215027 h 276749"/>
              <a:gd name="csX50" fmla="*/ 371084 w 409424"/>
              <a:gd name="csY50" fmla="*/ 220497 h 276749"/>
              <a:gd name="csX51" fmla="*/ 400125 w 409424"/>
              <a:gd name="csY51" fmla="*/ 234526 h 276749"/>
              <a:gd name="csX52" fmla="*/ 382700 w 409424"/>
              <a:gd name="csY52" fmla="*/ 228973 h 276749"/>
              <a:gd name="csX53" fmla="*/ 356240 w 409424"/>
              <a:gd name="csY53" fmla="*/ 221430 h 276749"/>
              <a:gd name="csX54" fmla="*/ 344640 w 409424"/>
              <a:gd name="csY54" fmla="*/ 215296 h 276749"/>
              <a:gd name="csX55" fmla="*/ 351310 w 409424"/>
              <a:gd name="csY55" fmla="*/ 215089 h 276749"/>
              <a:gd name="csX56" fmla="*/ 353659 w 409424"/>
              <a:gd name="csY56" fmla="*/ 213898 h 276749"/>
              <a:gd name="csX57" fmla="*/ 348281 w 409424"/>
              <a:gd name="csY57" fmla="*/ 208377 h 276749"/>
              <a:gd name="csX58" fmla="*/ 338397 w 409424"/>
              <a:gd name="csY58" fmla="*/ 209577 h 276749"/>
              <a:gd name="csX59" fmla="*/ 330426 w 409424"/>
              <a:gd name="csY59" fmla="*/ 208411 h 276749"/>
              <a:gd name="csX60" fmla="*/ 317751 w 409424"/>
              <a:gd name="csY60" fmla="*/ 206264 h 276749"/>
              <a:gd name="csX61" fmla="*/ 320963 w 409424"/>
              <a:gd name="csY61" fmla="*/ 214760 h 276749"/>
              <a:gd name="csX62" fmla="*/ 323972 w 409424"/>
              <a:gd name="csY62" fmla="*/ 215747 h 276749"/>
              <a:gd name="csX63" fmla="*/ 314937 w 409424"/>
              <a:gd name="csY63" fmla="*/ 219599 h 276749"/>
              <a:gd name="csX64" fmla="*/ 321391 w 409424"/>
              <a:gd name="csY64" fmla="*/ 219864 h 276749"/>
              <a:gd name="csX65" fmla="*/ 330426 w 409424"/>
              <a:gd name="csY65" fmla="*/ 221426 h 276749"/>
              <a:gd name="csX66" fmla="*/ 310754 w 409424"/>
              <a:gd name="csY66" fmla="*/ 223941 h 276749"/>
              <a:gd name="csX67" fmla="*/ 284939 w 409424"/>
              <a:gd name="csY67" fmla="*/ 234304 h 276749"/>
              <a:gd name="csX68" fmla="*/ 270316 w 409424"/>
              <a:gd name="csY68" fmla="*/ 244630 h 276749"/>
              <a:gd name="csX69" fmla="*/ 259397 w 409424"/>
              <a:gd name="csY69" fmla="*/ 248767 h 276749"/>
              <a:gd name="csX70" fmla="*/ 242736 w 409424"/>
              <a:gd name="csY70" fmla="*/ 255227 h 276749"/>
              <a:gd name="csX71" fmla="*/ 220097 w 409424"/>
              <a:gd name="csY71" fmla="*/ 265079 h 276749"/>
              <a:gd name="csX72" fmla="*/ 198772 w 409424"/>
              <a:gd name="csY72" fmla="*/ 274061 h 276749"/>
              <a:gd name="csX73" fmla="*/ 169694 w 409424"/>
              <a:gd name="csY73" fmla="*/ 275279 h 2767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Lst>
            <a:rect l="l" t="t" r="r" b="b"/>
            <a:pathLst>
              <a:path w="409424" h="276749">
                <a:moveTo>
                  <a:pt x="169694" y="275279"/>
                </a:moveTo>
                <a:cubicBezTo>
                  <a:pt x="167412" y="274002"/>
                  <a:pt x="159691" y="271847"/>
                  <a:pt x="152536" y="270490"/>
                </a:cubicBezTo>
                <a:cubicBezTo>
                  <a:pt x="145381" y="269133"/>
                  <a:pt x="134762" y="264870"/>
                  <a:pt x="128939" y="261017"/>
                </a:cubicBezTo>
                <a:cubicBezTo>
                  <a:pt x="120697" y="255563"/>
                  <a:pt x="113680" y="253561"/>
                  <a:pt x="97253" y="251980"/>
                </a:cubicBezTo>
                <a:cubicBezTo>
                  <a:pt x="85648" y="250863"/>
                  <a:pt x="71726" y="249483"/>
                  <a:pt x="66316" y="248914"/>
                </a:cubicBezTo>
                <a:cubicBezTo>
                  <a:pt x="60430" y="248295"/>
                  <a:pt x="53691" y="245260"/>
                  <a:pt x="49536" y="241356"/>
                </a:cubicBezTo>
                <a:cubicBezTo>
                  <a:pt x="36860" y="229445"/>
                  <a:pt x="25174" y="224000"/>
                  <a:pt x="12262" y="223990"/>
                </a:cubicBezTo>
                <a:cubicBezTo>
                  <a:pt x="5518" y="223985"/>
                  <a:pt x="0" y="223243"/>
                  <a:pt x="0" y="222341"/>
                </a:cubicBezTo>
                <a:cubicBezTo>
                  <a:pt x="0" y="221438"/>
                  <a:pt x="2614" y="218038"/>
                  <a:pt x="5808" y="214784"/>
                </a:cubicBezTo>
                <a:cubicBezTo>
                  <a:pt x="9003" y="211529"/>
                  <a:pt x="12778" y="207637"/>
                  <a:pt x="14198" y="206134"/>
                </a:cubicBezTo>
                <a:cubicBezTo>
                  <a:pt x="15618" y="204632"/>
                  <a:pt x="22927" y="197868"/>
                  <a:pt x="30441" y="191104"/>
                </a:cubicBezTo>
                <a:lnTo>
                  <a:pt x="44102" y="178805"/>
                </a:lnTo>
                <a:lnTo>
                  <a:pt x="41686" y="166228"/>
                </a:lnTo>
                <a:cubicBezTo>
                  <a:pt x="39751" y="156152"/>
                  <a:pt x="36957" y="151530"/>
                  <a:pt x="27640" y="142994"/>
                </a:cubicBezTo>
                <a:cubicBezTo>
                  <a:pt x="14024" y="130519"/>
                  <a:pt x="10714" y="121458"/>
                  <a:pt x="10050" y="94836"/>
                </a:cubicBezTo>
                <a:cubicBezTo>
                  <a:pt x="9450" y="70766"/>
                  <a:pt x="12891" y="63931"/>
                  <a:pt x="25607" y="63931"/>
                </a:cubicBezTo>
                <a:cubicBezTo>
                  <a:pt x="30489" y="63931"/>
                  <a:pt x="38340" y="65326"/>
                  <a:pt x="43054" y="67030"/>
                </a:cubicBezTo>
                <a:cubicBezTo>
                  <a:pt x="54638" y="71219"/>
                  <a:pt x="59354" y="67087"/>
                  <a:pt x="54130" y="57326"/>
                </a:cubicBezTo>
                <a:cubicBezTo>
                  <a:pt x="51035" y="51543"/>
                  <a:pt x="51072" y="49668"/>
                  <a:pt x="54400" y="43740"/>
                </a:cubicBezTo>
                <a:cubicBezTo>
                  <a:pt x="59239" y="35118"/>
                  <a:pt x="67118" y="33022"/>
                  <a:pt x="67118" y="40356"/>
                </a:cubicBezTo>
                <a:cubicBezTo>
                  <a:pt x="67118" y="43216"/>
                  <a:pt x="68351" y="46318"/>
                  <a:pt x="69858" y="47250"/>
                </a:cubicBezTo>
                <a:cubicBezTo>
                  <a:pt x="71366" y="48181"/>
                  <a:pt x="73660" y="51735"/>
                  <a:pt x="74957" y="55146"/>
                </a:cubicBezTo>
                <a:cubicBezTo>
                  <a:pt x="77803" y="62631"/>
                  <a:pt x="81496" y="63085"/>
                  <a:pt x="85078" y="56392"/>
                </a:cubicBezTo>
                <a:cubicBezTo>
                  <a:pt x="87383" y="52084"/>
                  <a:pt x="90423" y="51486"/>
                  <a:pt x="108275" y="51828"/>
                </a:cubicBezTo>
                <a:cubicBezTo>
                  <a:pt x="125309" y="52154"/>
                  <a:pt x="130021" y="51323"/>
                  <a:pt x="135859" y="46965"/>
                </a:cubicBezTo>
                <a:cubicBezTo>
                  <a:pt x="144210" y="40730"/>
                  <a:pt x="159754" y="13580"/>
                  <a:pt x="159928" y="4926"/>
                </a:cubicBezTo>
                <a:cubicBezTo>
                  <a:pt x="160018" y="462"/>
                  <a:pt x="161137" y="-741"/>
                  <a:pt x="164133" y="409"/>
                </a:cubicBezTo>
                <a:cubicBezTo>
                  <a:pt x="166379" y="1271"/>
                  <a:pt x="169238" y="1976"/>
                  <a:pt x="170486" y="1976"/>
                </a:cubicBezTo>
                <a:cubicBezTo>
                  <a:pt x="174404" y="1976"/>
                  <a:pt x="183283" y="13060"/>
                  <a:pt x="183283" y="17951"/>
                </a:cubicBezTo>
                <a:cubicBezTo>
                  <a:pt x="183283" y="20523"/>
                  <a:pt x="184505" y="22627"/>
                  <a:pt x="185999" y="22627"/>
                </a:cubicBezTo>
                <a:cubicBezTo>
                  <a:pt x="187493" y="22627"/>
                  <a:pt x="189958" y="26195"/>
                  <a:pt x="191478" y="30556"/>
                </a:cubicBezTo>
                <a:cubicBezTo>
                  <a:pt x="194632" y="39603"/>
                  <a:pt x="202114" y="43279"/>
                  <a:pt x="217371" y="43279"/>
                </a:cubicBezTo>
                <a:cubicBezTo>
                  <a:pt x="224361" y="43279"/>
                  <a:pt x="229040" y="44794"/>
                  <a:pt x="231319" y="47797"/>
                </a:cubicBezTo>
                <a:cubicBezTo>
                  <a:pt x="235951" y="53900"/>
                  <a:pt x="235804" y="67721"/>
                  <a:pt x="231065" y="71654"/>
                </a:cubicBezTo>
                <a:cubicBezTo>
                  <a:pt x="227042" y="74993"/>
                  <a:pt x="227738" y="83470"/>
                  <a:pt x="232914" y="94162"/>
                </a:cubicBezTo>
                <a:cubicBezTo>
                  <a:pt x="236944" y="102487"/>
                  <a:pt x="256280" y="105129"/>
                  <a:pt x="264097" y="98422"/>
                </a:cubicBezTo>
                <a:cubicBezTo>
                  <a:pt x="272137" y="91525"/>
                  <a:pt x="288836" y="83435"/>
                  <a:pt x="290859" y="85458"/>
                </a:cubicBezTo>
                <a:cubicBezTo>
                  <a:pt x="291797" y="86396"/>
                  <a:pt x="291209" y="87164"/>
                  <a:pt x="289553" y="87164"/>
                </a:cubicBezTo>
                <a:cubicBezTo>
                  <a:pt x="278849" y="87164"/>
                  <a:pt x="297992" y="112276"/>
                  <a:pt x="313001" y="117924"/>
                </a:cubicBezTo>
                <a:cubicBezTo>
                  <a:pt x="317528" y="119627"/>
                  <a:pt x="320100" y="122488"/>
                  <a:pt x="320100" y="125822"/>
                </a:cubicBezTo>
                <a:cubicBezTo>
                  <a:pt x="320100" y="128696"/>
                  <a:pt x="321552" y="131055"/>
                  <a:pt x="323327" y="131062"/>
                </a:cubicBezTo>
                <a:cubicBezTo>
                  <a:pt x="338940" y="131129"/>
                  <a:pt x="408862" y="133762"/>
                  <a:pt x="409403" y="134303"/>
                </a:cubicBezTo>
                <a:cubicBezTo>
                  <a:pt x="409786" y="134687"/>
                  <a:pt x="404937" y="149230"/>
                  <a:pt x="398626" y="166622"/>
                </a:cubicBezTo>
                <a:lnTo>
                  <a:pt x="387152" y="198243"/>
                </a:lnTo>
                <a:lnTo>
                  <a:pt x="392348" y="208428"/>
                </a:lnTo>
                <a:cubicBezTo>
                  <a:pt x="397867" y="219247"/>
                  <a:pt x="399033" y="226562"/>
                  <a:pt x="395238" y="226562"/>
                </a:cubicBezTo>
                <a:cubicBezTo>
                  <a:pt x="393970" y="226562"/>
                  <a:pt x="392236" y="224746"/>
                  <a:pt x="391384" y="222526"/>
                </a:cubicBezTo>
                <a:cubicBezTo>
                  <a:pt x="390533" y="220307"/>
                  <a:pt x="388555" y="219282"/>
                  <a:pt x="386991" y="220249"/>
                </a:cubicBezTo>
                <a:cubicBezTo>
                  <a:pt x="385426" y="221216"/>
                  <a:pt x="380818" y="219547"/>
                  <a:pt x="376751" y="216540"/>
                </a:cubicBezTo>
                <a:cubicBezTo>
                  <a:pt x="367939" y="210026"/>
                  <a:pt x="366566" y="209821"/>
                  <a:pt x="366566" y="215027"/>
                </a:cubicBezTo>
                <a:cubicBezTo>
                  <a:pt x="366566" y="217201"/>
                  <a:pt x="368599" y="219663"/>
                  <a:pt x="371084" y="220497"/>
                </a:cubicBezTo>
                <a:cubicBezTo>
                  <a:pt x="382593" y="224364"/>
                  <a:pt x="400125" y="232833"/>
                  <a:pt x="400125" y="234526"/>
                </a:cubicBezTo>
                <a:cubicBezTo>
                  <a:pt x="400125" y="235560"/>
                  <a:pt x="392284" y="233061"/>
                  <a:pt x="382700" y="228973"/>
                </a:cubicBezTo>
                <a:cubicBezTo>
                  <a:pt x="373117" y="224884"/>
                  <a:pt x="361210" y="221490"/>
                  <a:pt x="356240" y="221430"/>
                </a:cubicBezTo>
                <a:cubicBezTo>
                  <a:pt x="344962" y="221293"/>
                  <a:pt x="338255" y="217747"/>
                  <a:pt x="344640" y="215296"/>
                </a:cubicBezTo>
                <a:cubicBezTo>
                  <a:pt x="347017" y="214384"/>
                  <a:pt x="350019" y="214291"/>
                  <a:pt x="351310" y="215089"/>
                </a:cubicBezTo>
                <a:cubicBezTo>
                  <a:pt x="352602" y="215888"/>
                  <a:pt x="353659" y="215352"/>
                  <a:pt x="353659" y="213898"/>
                </a:cubicBezTo>
                <a:cubicBezTo>
                  <a:pt x="353659" y="212444"/>
                  <a:pt x="351239" y="209960"/>
                  <a:pt x="348281" y="208377"/>
                </a:cubicBezTo>
                <a:cubicBezTo>
                  <a:pt x="344050" y="206113"/>
                  <a:pt x="341943" y="206369"/>
                  <a:pt x="338397" y="209577"/>
                </a:cubicBezTo>
                <a:cubicBezTo>
                  <a:pt x="332399" y="215006"/>
                  <a:pt x="330426" y="214717"/>
                  <a:pt x="330426" y="208411"/>
                </a:cubicBezTo>
                <a:cubicBezTo>
                  <a:pt x="330426" y="200483"/>
                  <a:pt x="323396" y="199293"/>
                  <a:pt x="317751" y="206264"/>
                </a:cubicBezTo>
                <a:cubicBezTo>
                  <a:pt x="311888" y="213504"/>
                  <a:pt x="313243" y="217088"/>
                  <a:pt x="320963" y="214760"/>
                </a:cubicBezTo>
                <a:cubicBezTo>
                  <a:pt x="324787" y="213607"/>
                  <a:pt x="325738" y="213919"/>
                  <a:pt x="323972" y="215747"/>
                </a:cubicBezTo>
                <a:cubicBezTo>
                  <a:pt x="322552" y="217218"/>
                  <a:pt x="318487" y="218951"/>
                  <a:pt x="314937" y="219599"/>
                </a:cubicBezTo>
                <a:cubicBezTo>
                  <a:pt x="311388" y="220248"/>
                  <a:pt x="314292" y="220366"/>
                  <a:pt x="321391" y="219864"/>
                </a:cubicBezTo>
                <a:cubicBezTo>
                  <a:pt x="330318" y="219231"/>
                  <a:pt x="333104" y="219713"/>
                  <a:pt x="330426" y="221426"/>
                </a:cubicBezTo>
                <a:cubicBezTo>
                  <a:pt x="328296" y="222787"/>
                  <a:pt x="319444" y="223919"/>
                  <a:pt x="310754" y="223941"/>
                </a:cubicBezTo>
                <a:cubicBezTo>
                  <a:pt x="295733" y="223979"/>
                  <a:pt x="294460" y="224490"/>
                  <a:pt x="284939" y="234304"/>
                </a:cubicBezTo>
                <a:cubicBezTo>
                  <a:pt x="279431" y="239982"/>
                  <a:pt x="272851" y="244629"/>
                  <a:pt x="270316" y="244630"/>
                </a:cubicBezTo>
                <a:cubicBezTo>
                  <a:pt x="267782" y="244631"/>
                  <a:pt x="262868" y="246493"/>
                  <a:pt x="259397" y="248767"/>
                </a:cubicBezTo>
                <a:cubicBezTo>
                  <a:pt x="255927" y="251041"/>
                  <a:pt x="248429" y="253948"/>
                  <a:pt x="242736" y="255227"/>
                </a:cubicBezTo>
                <a:cubicBezTo>
                  <a:pt x="237044" y="256506"/>
                  <a:pt x="226856" y="260940"/>
                  <a:pt x="220097" y="265079"/>
                </a:cubicBezTo>
                <a:cubicBezTo>
                  <a:pt x="213337" y="269219"/>
                  <a:pt x="203741" y="273261"/>
                  <a:pt x="198772" y="274061"/>
                </a:cubicBezTo>
                <a:cubicBezTo>
                  <a:pt x="178742" y="277289"/>
                  <a:pt x="173664" y="277501"/>
                  <a:pt x="169694" y="275279"/>
                </a:cubicBezTo>
                <a:close/>
              </a:path>
            </a:pathLst>
          </a:custGeom>
          <a:solidFill>
            <a:srgbClr val="B9B9B9"/>
          </a:solidFill>
          <a:ln w="5163" cap="flat">
            <a:noFill/>
            <a:prstDash val="solid"/>
            <a:miter/>
          </a:ln>
        </p:spPr>
        <p:txBody>
          <a:bodyPr/>
          <a:lstStyle/>
          <a:p>
            <a:endParaRPr lang="es-419" noProof="0" dirty="0"/>
          </a:p>
        </p:txBody>
      </p:sp>
      <p:sp>
        <p:nvSpPr>
          <p:cNvPr id="63" name="Forma libre: forma 62">
            <a:extLst>
              <a:ext uri="{FF2B5EF4-FFF2-40B4-BE49-F238E27FC236}">
                <a16:creationId xmlns:a16="http://schemas.microsoft.com/office/drawing/2014/main" id="{94B343B2-8F20-A502-CA02-747E67893F0A}"/>
              </a:ext>
            </a:extLst>
          </p:cNvPr>
          <p:cNvSpPr/>
          <p:nvPr/>
        </p:nvSpPr>
        <p:spPr>
          <a:xfrm>
            <a:off x="1324915" y="2412330"/>
            <a:ext cx="357764" cy="223095"/>
          </a:xfrm>
          <a:custGeom>
            <a:avLst/>
            <a:gdLst>
              <a:gd name="csX0" fmla="*/ 310749 w 357764"/>
              <a:gd name="csY0" fmla="*/ 220821 h 223095"/>
              <a:gd name="csX1" fmla="*/ 306750 w 357764"/>
              <a:gd name="csY1" fmla="*/ 216842 h 223095"/>
              <a:gd name="csX2" fmla="*/ 298107 w 357764"/>
              <a:gd name="csY2" fmla="*/ 209508 h 223095"/>
              <a:gd name="csX3" fmla="*/ 280348 w 357764"/>
              <a:gd name="csY3" fmla="*/ 201999 h 223095"/>
              <a:gd name="csX4" fmla="*/ 262845 w 357764"/>
              <a:gd name="csY4" fmla="*/ 196313 h 223095"/>
              <a:gd name="csX5" fmla="*/ 256032 w 357764"/>
              <a:gd name="csY5" fmla="*/ 193496 h 223095"/>
              <a:gd name="csX6" fmla="*/ 242886 w 357764"/>
              <a:gd name="csY6" fmla="*/ 190679 h 223095"/>
              <a:gd name="csX7" fmla="*/ 229978 w 357764"/>
              <a:gd name="csY7" fmla="*/ 186722 h 223095"/>
              <a:gd name="csX8" fmla="*/ 220854 w 357764"/>
              <a:gd name="csY8" fmla="*/ 186091 h 223095"/>
              <a:gd name="csX9" fmla="*/ 209097 w 357764"/>
              <a:gd name="csY9" fmla="*/ 183130 h 223095"/>
              <a:gd name="csX10" fmla="*/ 214906 w 357764"/>
              <a:gd name="csY10" fmla="*/ 187877 h 223095"/>
              <a:gd name="csX11" fmla="*/ 215222 w 357764"/>
              <a:gd name="csY11" fmla="*/ 190853 h 223095"/>
              <a:gd name="csX12" fmla="*/ 206349 w 357764"/>
              <a:gd name="csY12" fmla="*/ 186954 h 223095"/>
              <a:gd name="csX13" fmla="*/ 189899 w 357764"/>
              <a:gd name="csY13" fmla="*/ 176334 h 223095"/>
              <a:gd name="csX14" fmla="*/ 172154 w 357764"/>
              <a:gd name="csY14" fmla="*/ 165667 h 223095"/>
              <a:gd name="csX15" fmla="*/ 165494 w 357764"/>
              <a:gd name="csY15" fmla="*/ 164758 h 223095"/>
              <a:gd name="csX16" fmla="*/ 154887 w 357764"/>
              <a:gd name="csY16" fmla="*/ 162867 h 223095"/>
              <a:gd name="csX17" fmla="*/ 146116 w 357764"/>
              <a:gd name="csY17" fmla="*/ 160825 h 223095"/>
              <a:gd name="csX18" fmla="*/ 117490 w 357764"/>
              <a:gd name="csY18" fmla="*/ 151278 h 223095"/>
              <a:gd name="csX19" fmla="*/ 95284 w 357764"/>
              <a:gd name="csY19" fmla="*/ 141980 h 223095"/>
              <a:gd name="csX20" fmla="*/ 92932 w 357764"/>
              <a:gd name="csY20" fmla="*/ 138216 h 223095"/>
              <a:gd name="csX21" fmla="*/ 81316 w 357764"/>
              <a:gd name="csY21" fmla="*/ 127645 h 223095"/>
              <a:gd name="csX22" fmla="*/ 69699 w 357764"/>
              <a:gd name="csY22" fmla="*/ 117508 h 223095"/>
              <a:gd name="csX23" fmla="*/ 49682 w 357764"/>
              <a:gd name="csY23" fmla="*/ 104238 h 223095"/>
              <a:gd name="csX24" fmla="*/ 33940 w 357764"/>
              <a:gd name="csY24" fmla="*/ 91155 h 223095"/>
              <a:gd name="csX25" fmla="*/ 3571 w 357764"/>
              <a:gd name="csY25" fmla="*/ 73330 h 223095"/>
              <a:gd name="csX26" fmla="*/ 0 w 357764"/>
              <a:gd name="csY26" fmla="*/ 65812 h 223095"/>
              <a:gd name="csX27" fmla="*/ 7287 w 357764"/>
              <a:gd name="csY27" fmla="*/ 53156 h 223095"/>
              <a:gd name="csX28" fmla="*/ 18044 w 357764"/>
              <a:gd name="csY28" fmla="*/ 33495 h 223095"/>
              <a:gd name="csX29" fmla="*/ 19421 w 357764"/>
              <a:gd name="csY29" fmla="*/ 20586 h 223095"/>
              <a:gd name="csX30" fmla="*/ 43911 w 357764"/>
              <a:gd name="csY30" fmla="*/ 20678 h 223095"/>
              <a:gd name="csX31" fmla="*/ 60045 w 357764"/>
              <a:gd name="csY31" fmla="*/ 24079 h 223095"/>
              <a:gd name="csX32" fmla="*/ 132045 w 357764"/>
              <a:gd name="csY32" fmla="*/ 29780 h 223095"/>
              <a:gd name="csX33" fmla="*/ 140624 w 357764"/>
              <a:gd name="csY33" fmla="*/ 26018 h 223095"/>
              <a:gd name="csX34" fmla="*/ 141619 w 357764"/>
              <a:gd name="csY34" fmla="*/ 13502 h 223095"/>
              <a:gd name="csX35" fmla="*/ 147260 w 357764"/>
              <a:gd name="csY35" fmla="*/ 0 h 223095"/>
              <a:gd name="csX36" fmla="*/ 157468 w 357764"/>
              <a:gd name="csY36" fmla="*/ 24790 h 223095"/>
              <a:gd name="csX37" fmla="*/ 164323 w 357764"/>
              <a:gd name="csY37" fmla="*/ 32600 h 223095"/>
              <a:gd name="csX38" fmla="*/ 177876 w 357764"/>
              <a:gd name="csY38" fmla="*/ 26172 h 223095"/>
              <a:gd name="csX39" fmla="*/ 195232 w 357764"/>
              <a:gd name="csY39" fmla="*/ 18047 h 223095"/>
              <a:gd name="csX40" fmla="*/ 208905 w 357764"/>
              <a:gd name="csY40" fmla="*/ 10791 h 223095"/>
              <a:gd name="csX41" fmla="*/ 219887 w 357764"/>
              <a:gd name="csY41" fmla="*/ 4680 h 223095"/>
              <a:gd name="csX42" fmla="*/ 238661 w 357764"/>
              <a:gd name="csY42" fmla="*/ 20265 h 223095"/>
              <a:gd name="csX43" fmla="*/ 254397 w 357764"/>
              <a:gd name="csY43" fmla="*/ 25712 h 223095"/>
              <a:gd name="csX44" fmla="*/ 258145 w 357764"/>
              <a:gd name="csY44" fmla="*/ 24934 h 223095"/>
              <a:gd name="csX45" fmla="*/ 286337 w 357764"/>
              <a:gd name="csY45" fmla="*/ 54210 h 223095"/>
              <a:gd name="csX46" fmla="*/ 292234 w 357764"/>
              <a:gd name="csY46" fmla="*/ 58728 h 223095"/>
              <a:gd name="csX47" fmla="*/ 311147 w 357764"/>
              <a:gd name="csY47" fmla="*/ 69699 h 223095"/>
              <a:gd name="csX48" fmla="*/ 321808 w 357764"/>
              <a:gd name="csY48" fmla="*/ 76335 h 223095"/>
              <a:gd name="csX49" fmla="*/ 326980 w 357764"/>
              <a:gd name="csY49" fmla="*/ 102795 h 223095"/>
              <a:gd name="csX50" fmla="*/ 329261 w 357764"/>
              <a:gd name="csY50" fmla="*/ 127630 h 223095"/>
              <a:gd name="csX51" fmla="*/ 333007 w 357764"/>
              <a:gd name="csY51" fmla="*/ 137310 h 223095"/>
              <a:gd name="csX52" fmla="*/ 335120 w 357764"/>
              <a:gd name="csY52" fmla="*/ 141980 h 223095"/>
              <a:gd name="csX53" fmla="*/ 346410 w 357764"/>
              <a:gd name="csY53" fmla="*/ 150369 h 223095"/>
              <a:gd name="csX54" fmla="*/ 357125 w 357764"/>
              <a:gd name="csY54" fmla="*/ 170794 h 223095"/>
              <a:gd name="csX55" fmla="*/ 348644 w 357764"/>
              <a:gd name="csY55" fmla="*/ 191877 h 223095"/>
              <a:gd name="csX56" fmla="*/ 333236 w 357764"/>
              <a:gd name="csY56" fmla="*/ 203812 h 223095"/>
              <a:gd name="csX57" fmla="*/ 327844 w 357764"/>
              <a:gd name="csY57" fmla="*/ 209994 h 223095"/>
              <a:gd name="csX58" fmla="*/ 320060 w 357764"/>
              <a:gd name="csY58" fmla="*/ 219045 h 223095"/>
              <a:gd name="csX59" fmla="*/ 310749 w 357764"/>
              <a:gd name="csY59" fmla="*/ 220821 h 2230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Lst>
            <a:rect l="l" t="t" r="r" b="b"/>
            <a:pathLst>
              <a:path w="357764" h="223095">
                <a:moveTo>
                  <a:pt x="310749" y="220821"/>
                </a:moveTo>
                <a:cubicBezTo>
                  <a:pt x="309909" y="218632"/>
                  <a:pt x="308109" y="216842"/>
                  <a:pt x="306750" y="216842"/>
                </a:cubicBezTo>
                <a:cubicBezTo>
                  <a:pt x="305390" y="216842"/>
                  <a:pt x="301501" y="213542"/>
                  <a:pt x="298107" y="209508"/>
                </a:cubicBezTo>
                <a:cubicBezTo>
                  <a:pt x="293077" y="203531"/>
                  <a:pt x="289793" y="202142"/>
                  <a:pt x="280348" y="201999"/>
                </a:cubicBezTo>
                <a:cubicBezTo>
                  <a:pt x="272259" y="201877"/>
                  <a:pt x="266975" y="200160"/>
                  <a:pt x="262845" y="196313"/>
                </a:cubicBezTo>
                <a:cubicBezTo>
                  <a:pt x="259591" y="193282"/>
                  <a:pt x="256525" y="192014"/>
                  <a:pt x="256032" y="193496"/>
                </a:cubicBezTo>
                <a:cubicBezTo>
                  <a:pt x="254564" y="197900"/>
                  <a:pt x="248378" y="196574"/>
                  <a:pt x="242886" y="190679"/>
                </a:cubicBezTo>
                <a:cubicBezTo>
                  <a:pt x="238972" y="186478"/>
                  <a:pt x="235903" y="185537"/>
                  <a:pt x="229978" y="186722"/>
                </a:cubicBezTo>
                <a:cubicBezTo>
                  <a:pt x="225703" y="187577"/>
                  <a:pt x="221597" y="187293"/>
                  <a:pt x="220854" y="186091"/>
                </a:cubicBezTo>
                <a:cubicBezTo>
                  <a:pt x="219048" y="183170"/>
                  <a:pt x="209097" y="180663"/>
                  <a:pt x="209097" y="183130"/>
                </a:cubicBezTo>
                <a:cubicBezTo>
                  <a:pt x="209097" y="184200"/>
                  <a:pt x="211711" y="186336"/>
                  <a:pt x="214906" y="187877"/>
                </a:cubicBezTo>
                <a:cubicBezTo>
                  <a:pt x="220644" y="190644"/>
                  <a:pt x="220647" y="190680"/>
                  <a:pt x="215222" y="190853"/>
                </a:cubicBezTo>
                <a:cubicBezTo>
                  <a:pt x="212201" y="190949"/>
                  <a:pt x="208208" y="189194"/>
                  <a:pt x="206349" y="186954"/>
                </a:cubicBezTo>
                <a:cubicBezTo>
                  <a:pt x="204489" y="184713"/>
                  <a:pt x="197087" y="179934"/>
                  <a:pt x="189899" y="176334"/>
                </a:cubicBezTo>
                <a:cubicBezTo>
                  <a:pt x="182711" y="172733"/>
                  <a:pt x="174726" y="167933"/>
                  <a:pt x="172154" y="165667"/>
                </a:cubicBezTo>
                <a:cubicBezTo>
                  <a:pt x="168546" y="162487"/>
                  <a:pt x="167026" y="162279"/>
                  <a:pt x="165494" y="164758"/>
                </a:cubicBezTo>
                <a:cubicBezTo>
                  <a:pt x="163542" y="167916"/>
                  <a:pt x="154887" y="166373"/>
                  <a:pt x="154887" y="162867"/>
                </a:cubicBezTo>
                <a:cubicBezTo>
                  <a:pt x="154887" y="161880"/>
                  <a:pt x="150940" y="160961"/>
                  <a:pt x="146116" y="160825"/>
                </a:cubicBezTo>
                <a:cubicBezTo>
                  <a:pt x="141292" y="160688"/>
                  <a:pt x="128410" y="156392"/>
                  <a:pt x="117490" y="151278"/>
                </a:cubicBezTo>
                <a:cubicBezTo>
                  <a:pt x="106570" y="146164"/>
                  <a:pt x="96577" y="141980"/>
                  <a:pt x="95284" y="141980"/>
                </a:cubicBezTo>
                <a:cubicBezTo>
                  <a:pt x="93990" y="141980"/>
                  <a:pt x="92932" y="140286"/>
                  <a:pt x="92932" y="138216"/>
                </a:cubicBezTo>
                <a:cubicBezTo>
                  <a:pt x="92932" y="136147"/>
                  <a:pt x="87705" y="131390"/>
                  <a:pt x="81316" y="127645"/>
                </a:cubicBezTo>
                <a:cubicBezTo>
                  <a:pt x="74927" y="123901"/>
                  <a:pt x="69699" y="119339"/>
                  <a:pt x="69699" y="117508"/>
                </a:cubicBezTo>
                <a:cubicBezTo>
                  <a:pt x="69699" y="113290"/>
                  <a:pt x="58936" y="106155"/>
                  <a:pt x="49682" y="104238"/>
                </a:cubicBezTo>
                <a:cubicBezTo>
                  <a:pt x="45282" y="103326"/>
                  <a:pt x="39312" y="98365"/>
                  <a:pt x="33940" y="91155"/>
                </a:cubicBezTo>
                <a:cubicBezTo>
                  <a:pt x="25287" y="79543"/>
                  <a:pt x="10302" y="70747"/>
                  <a:pt x="3571" y="73330"/>
                </a:cubicBezTo>
                <a:cubicBezTo>
                  <a:pt x="957" y="74333"/>
                  <a:pt x="0" y="72319"/>
                  <a:pt x="0" y="65812"/>
                </a:cubicBezTo>
                <a:cubicBezTo>
                  <a:pt x="0" y="58672"/>
                  <a:pt x="1433" y="56184"/>
                  <a:pt x="7287" y="53156"/>
                </a:cubicBezTo>
                <a:cubicBezTo>
                  <a:pt x="19411" y="46887"/>
                  <a:pt x="21790" y="42538"/>
                  <a:pt x="18044" y="33495"/>
                </a:cubicBezTo>
                <a:cubicBezTo>
                  <a:pt x="15244" y="26735"/>
                  <a:pt x="15429" y="24996"/>
                  <a:pt x="19421" y="20586"/>
                </a:cubicBezTo>
                <a:cubicBezTo>
                  <a:pt x="25368" y="14014"/>
                  <a:pt x="37292" y="14059"/>
                  <a:pt x="43911" y="20678"/>
                </a:cubicBezTo>
                <a:cubicBezTo>
                  <a:pt x="48190" y="24957"/>
                  <a:pt x="51021" y="25553"/>
                  <a:pt x="60045" y="24079"/>
                </a:cubicBezTo>
                <a:cubicBezTo>
                  <a:pt x="79921" y="20832"/>
                  <a:pt x="103607" y="22707"/>
                  <a:pt x="132045" y="29780"/>
                </a:cubicBezTo>
                <a:cubicBezTo>
                  <a:pt x="137569" y="31154"/>
                  <a:pt x="139225" y="30428"/>
                  <a:pt x="140624" y="26018"/>
                </a:cubicBezTo>
                <a:cubicBezTo>
                  <a:pt x="141578" y="23013"/>
                  <a:pt x="142026" y="17381"/>
                  <a:pt x="141619" y="13502"/>
                </a:cubicBezTo>
                <a:cubicBezTo>
                  <a:pt x="140830" y="5985"/>
                  <a:pt x="143331" y="0"/>
                  <a:pt x="147260" y="0"/>
                </a:cubicBezTo>
                <a:cubicBezTo>
                  <a:pt x="150433" y="0"/>
                  <a:pt x="157468" y="17085"/>
                  <a:pt x="157468" y="24790"/>
                </a:cubicBezTo>
                <a:cubicBezTo>
                  <a:pt x="157468" y="29227"/>
                  <a:pt x="159328" y="31346"/>
                  <a:pt x="164323" y="32600"/>
                </a:cubicBezTo>
                <a:cubicBezTo>
                  <a:pt x="169965" y="34015"/>
                  <a:pt x="172364" y="32878"/>
                  <a:pt x="177876" y="26172"/>
                </a:cubicBezTo>
                <a:cubicBezTo>
                  <a:pt x="183430" y="19415"/>
                  <a:pt x="186393" y="18028"/>
                  <a:pt x="195232" y="18047"/>
                </a:cubicBezTo>
                <a:cubicBezTo>
                  <a:pt x="204499" y="18067"/>
                  <a:pt x="206283" y="17120"/>
                  <a:pt x="208905" y="10791"/>
                </a:cubicBezTo>
                <a:cubicBezTo>
                  <a:pt x="211484" y="4565"/>
                  <a:pt x="213074" y="3680"/>
                  <a:pt x="219887" y="4680"/>
                </a:cubicBezTo>
                <a:cubicBezTo>
                  <a:pt x="228665" y="5969"/>
                  <a:pt x="236077" y="12121"/>
                  <a:pt x="238661" y="20265"/>
                </a:cubicBezTo>
                <a:cubicBezTo>
                  <a:pt x="240752" y="26852"/>
                  <a:pt x="249411" y="29849"/>
                  <a:pt x="254397" y="25712"/>
                </a:cubicBezTo>
                <a:cubicBezTo>
                  <a:pt x="256458" y="24001"/>
                  <a:pt x="258145" y="23651"/>
                  <a:pt x="258145" y="24934"/>
                </a:cubicBezTo>
                <a:cubicBezTo>
                  <a:pt x="258145" y="28142"/>
                  <a:pt x="283247" y="54210"/>
                  <a:pt x="286337" y="54210"/>
                </a:cubicBezTo>
                <a:cubicBezTo>
                  <a:pt x="287708" y="54210"/>
                  <a:pt x="290362" y="56243"/>
                  <a:pt x="292234" y="58728"/>
                </a:cubicBezTo>
                <a:cubicBezTo>
                  <a:pt x="296425" y="64288"/>
                  <a:pt x="305753" y="69699"/>
                  <a:pt x="311147" y="69699"/>
                </a:cubicBezTo>
                <a:cubicBezTo>
                  <a:pt x="313361" y="69699"/>
                  <a:pt x="318158" y="72685"/>
                  <a:pt x="321808" y="76335"/>
                </a:cubicBezTo>
                <a:cubicBezTo>
                  <a:pt x="328098" y="82626"/>
                  <a:pt x="328367" y="84002"/>
                  <a:pt x="326980" y="102795"/>
                </a:cubicBezTo>
                <a:cubicBezTo>
                  <a:pt x="325865" y="117888"/>
                  <a:pt x="326410" y="123815"/>
                  <a:pt x="329261" y="127630"/>
                </a:cubicBezTo>
                <a:cubicBezTo>
                  <a:pt x="331322" y="130386"/>
                  <a:pt x="333007" y="134742"/>
                  <a:pt x="333007" y="137310"/>
                </a:cubicBezTo>
                <a:cubicBezTo>
                  <a:pt x="333007" y="139879"/>
                  <a:pt x="333958" y="141980"/>
                  <a:pt x="335120" y="141980"/>
                </a:cubicBezTo>
                <a:cubicBezTo>
                  <a:pt x="336282" y="141980"/>
                  <a:pt x="341362" y="145755"/>
                  <a:pt x="346410" y="150369"/>
                </a:cubicBezTo>
                <a:cubicBezTo>
                  <a:pt x="353607" y="156948"/>
                  <a:pt x="355920" y="161358"/>
                  <a:pt x="357125" y="170794"/>
                </a:cubicBezTo>
                <a:cubicBezTo>
                  <a:pt x="358591" y="182285"/>
                  <a:pt x="358209" y="183236"/>
                  <a:pt x="348644" y="191877"/>
                </a:cubicBezTo>
                <a:cubicBezTo>
                  <a:pt x="343134" y="196855"/>
                  <a:pt x="336201" y="202226"/>
                  <a:pt x="333236" y="203812"/>
                </a:cubicBezTo>
                <a:cubicBezTo>
                  <a:pt x="330270" y="205399"/>
                  <a:pt x="327844" y="208181"/>
                  <a:pt x="327844" y="209994"/>
                </a:cubicBezTo>
                <a:cubicBezTo>
                  <a:pt x="327844" y="211806"/>
                  <a:pt x="324341" y="215879"/>
                  <a:pt x="320060" y="219045"/>
                </a:cubicBezTo>
                <a:cubicBezTo>
                  <a:pt x="313416" y="223957"/>
                  <a:pt x="312052" y="224217"/>
                  <a:pt x="310749" y="220821"/>
                </a:cubicBezTo>
                <a:close/>
              </a:path>
            </a:pathLst>
          </a:custGeom>
          <a:solidFill>
            <a:srgbClr val="B9B9B9"/>
          </a:solidFill>
          <a:ln w="5163" cap="flat">
            <a:noFill/>
            <a:prstDash val="solid"/>
            <a:miter/>
          </a:ln>
        </p:spPr>
        <p:txBody>
          <a:bodyPr/>
          <a:lstStyle/>
          <a:p>
            <a:endParaRPr lang="es-419" noProof="0" dirty="0"/>
          </a:p>
        </p:txBody>
      </p:sp>
      <p:sp>
        <p:nvSpPr>
          <p:cNvPr id="64" name="Forma libre: forma 63">
            <a:extLst>
              <a:ext uri="{FF2B5EF4-FFF2-40B4-BE49-F238E27FC236}">
                <a16:creationId xmlns:a16="http://schemas.microsoft.com/office/drawing/2014/main" id="{B2CE4248-21F9-2673-AC08-6544138B8CE0}"/>
              </a:ext>
            </a:extLst>
          </p:cNvPr>
          <p:cNvSpPr/>
          <p:nvPr/>
        </p:nvSpPr>
        <p:spPr>
          <a:xfrm>
            <a:off x="2030531" y="2394260"/>
            <a:ext cx="276109" cy="131653"/>
          </a:xfrm>
          <a:custGeom>
            <a:avLst/>
            <a:gdLst>
              <a:gd name="csX0" fmla="*/ 240916 w 276109"/>
              <a:gd name="csY0" fmla="*/ 129933 h 131653"/>
              <a:gd name="csX1" fmla="*/ 239195 w 276109"/>
              <a:gd name="csY1" fmla="*/ 124013 h 131653"/>
              <a:gd name="csX2" fmla="*/ 228223 w 276109"/>
              <a:gd name="csY2" fmla="*/ 115744 h 131653"/>
              <a:gd name="csX3" fmla="*/ 217897 w 276109"/>
              <a:gd name="csY3" fmla="*/ 106005 h 131653"/>
              <a:gd name="csX4" fmla="*/ 210063 w 276109"/>
              <a:gd name="csY4" fmla="*/ 90246 h 131653"/>
              <a:gd name="csX5" fmla="*/ 197989 w 276109"/>
              <a:gd name="csY5" fmla="*/ 82502 h 131653"/>
              <a:gd name="csX6" fmla="*/ 171181 w 276109"/>
              <a:gd name="csY6" fmla="*/ 78639 h 131653"/>
              <a:gd name="csX7" fmla="*/ 162540 w 276109"/>
              <a:gd name="csY7" fmla="*/ 80766 h 131653"/>
              <a:gd name="csX8" fmla="*/ 140024 w 276109"/>
              <a:gd name="csY8" fmla="*/ 103258 h 131653"/>
              <a:gd name="csX9" fmla="*/ 121107 w 276109"/>
              <a:gd name="csY9" fmla="*/ 123910 h 131653"/>
              <a:gd name="csX10" fmla="*/ 115285 w 276109"/>
              <a:gd name="csY10" fmla="*/ 120037 h 131653"/>
              <a:gd name="csX11" fmla="*/ 106086 w 276109"/>
              <a:gd name="csY11" fmla="*/ 116165 h 131653"/>
              <a:gd name="csX12" fmla="*/ 95488 w 276109"/>
              <a:gd name="csY12" fmla="*/ 97511 h 131653"/>
              <a:gd name="csX13" fmla="*/ 74161 w 276109"/>
              <a:gd name="csY13" fmla="*/ 72281 h 131653"/>
              <a:gd name="csX14" fmla="*/ 62180 w 276109"/>
              <a:gd name="csY14" fmla="*/ 80383 h 131653"/>
              <a:gd name="csX15" fmla="*/ 59403 w 276109"/>
              <a:gd name="csY15" fmla="*/ 95543 h 131653"/>
              <a:gd name="csX16" fmla="*/ 54777 w 276109"/>
              <a:gd name="csY16" fmla="*/ 108274 h 131653"/>
              <a:gd name="csX17" fmla="*/ 46950 w 276109"/>
              <a:gd name="csY17" fmla="*/ 122154 h 131653"/>
              <a:gd name="csX18" fmla="*/ 45160 w 276109"/>
              <a:gd name="csY18" fmla="*/ 130363 h 131653"/>
              <a:gd name="csX19" fmla="*/ 42524 w 276109"/>
              <a:gd name="csY19" fmla="*/ 123910 h 131653"/>
              <a:gd name="csX20" fmla="*/ 27585 w 276109"/>
              <a:gd name="csY20" fmla="*/ 101648 h 131653"/>
              <a:gd name="csX21" fmla="*/ 3541 w 276109"/>
              <a:gd name="csY21" fmla="*/ 71617 h 131653"/>
              <a:gd name="csX22" fmla="*/ 489 w 276109"/>
              <a:gd name="csY22" fmla="*/ 57859 h 131653"/>
              <a:gd name="csX23" fmla="*/ 5896 w 276109"/>
              <a:gd name="csY23" fmla="*/ 47783 h 131653"/>
              <a:gd name="csX24" fmla="*/ 14046 w 276109"/>
              <a:gd name="csY24" fmla="*/ 46070 h 131653"/>
              <a:gd name="csX25" fmla="*/ 24934 w 276109"/>
              <a:gd name="csY25" fmla="*/ 43885 h 131653"/>
              <a:gd name="csX26" fmla="*/ 35503 w 276109"/>
              <a:gd name="csY26" fmla="*/ 38722 h 131653"/>
              <a:gd name="csX27" fmla="*/ 41946 w 276109"/>
              <a:gd name="csY27" fmla="*/ 35764 h 131653"/>
              <a:gd name="csX28" fmla="*/ 25819 w 276109"/>
              <a:gd name="csY28" fmla="*/ 37615 h 131653"/>
              <a:gd name="csX29" fmla="*/ 26045 w 276109"/>
              <a:gd name="csY29" fmla="*/ 35947 h 131653"/>
              <a:gd name="csX30" fmla="*/ 73982 w 276109"/>
              <a:gd name="csY30" fmla="*/ 25857 h 131653"/>
              <a:gd name="csX31" fmla="*/ 76916 w 276109"/>
              <a:gd name="csY31" fmla="*/ 28123 h 131653"/>
              <a:gd name="csX32" fmla="*/ 76893 w 276109"/>
              <a:gd name="csY32" fmla="*/ 31518 h 131653"/>
              <a:gd name="csX33" fmla="*/ 83755 w 276109"/>
              <a:gd name="csY33" fmla="*/ 29317 h 131653"/>
              <a:gd name="csX34" fmla="*/ 96686 w 276109"/>
              <a:gd name="csY34" fmla="*/ 23336 h 131653"/>
              <a:gd name="csX35" fmla="*/ 114106 w 276109"/>
              <a:gd name="csY35" fmla="*/ 13587 h 131653"/>
              <a:gd name="csX36" fmla="*/ 134447 w 276109"/>
              <a:gd name="csY36" fmla="*/ 0 h 131653"/>
              <a:gd name="csX37" fmla="*/ 136418 w 276109"/>
              <a:gd name="csY37" fmla="*/ 8390 h 131653"/>
              <a:gd name="csX38" fmla="*/ 147553 w 276109"/>
              <a:gd name="csY38" fmla="*/ 17557 h 131653"/>
              <a:gd name="csX39" fmla="*/ 164372 w 276109"/>
              <a:gd name="csY39" fmla="*/ 37279 h 131653"/>
              <a:gd name="csX40" fmla="*/ 179001 w 276109"/>
              <a:gd name="csY40" fmla="*/ 58990 h 131653"/>
              <a:gd name="csX41" fmla="*/ 191415 w 276109"/>
              <a:gd name="csY41" fmla="*/ 67081 h 131653"/>
              <a:gd name="csX42" fmla="*/ 215539 w 276109"/>
              <a:gd name="csY42" fmla="*/ 67434 h 131653"/>
              <a:gd name="csX43" fmla="*/ 218120 w 276109"/>
              <a:gd name="csY43" fmla="*/ 59084 h 131653"/>
              <a:gd name="csX44" fmla="*/ 224155 w 276109"/>
              <a:gd name="csY44" fmla="*/ 52122 h 131653"/>
              <a:gd name="csX45" fmla="*/ 241477 w 276109"/>
              <a:gd name="csY45" fmla="*/ 56639 h 131653"/>
              <a:gd name="csX46" fmla="*/ 260758 w 276109"/>
              <a:gd name="csY46" fmla="*/ 61955 h 131653"/>
              <a:gd name="csX47" fmla="*/ 271115 w 276109"/>
              <a:gd name="csY47" fmla="*/ 65853 h 131653"/>
              <a:gd name="csX48" fmla="*/ 274360 w 276109"/>
              <a:gd name="csY48" fmla="*/ 100702 h 131653"/>
              <a:gd name="csX49" fmla="*/ 276110 w 276109"/>
              <a:gd name="csY49" fmla="*/ 131654 h 131653"/>
              <a:gd name="csX50" fmla="*/ 259373 w 276109"/>
              <a:gd name="csY50" fmla="*/ 131654 h 131653"/>
              <a:gd name="csX51" fmla="*/ 240916 w 276109"/>
              <a:gd name="csY51" fmla="*/ 129933 h 1316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Lst>
            <a:rect l="l" t="t" r="r" b="b"/>
            <a:pathLst>
              <a:path w="276109" h="131653">
                <a:moveTo>
                  <a:pt x="240916" y="129933"/>
                </a:moveTo>
                <a:cubicBezTo>
                  <a:pt x="239969" y="128986"/>
                  <a:pt x="239195" y="126322"/>
                  <a:pt x="239195" y="124013"/>
                </a:cubicBezTo>
                <a:cubicBezTo>
                  <a:pt x="239195" y="121432"/>
                  <a:pt x="234966" y="118245"/>
                  <a:pt x="228223" y="115744"/>
                </a:cubicBezTo>
                <a:cubicBezTo>
                  <a:pt x="219440" y="112485"/>
                  <a:pt x="217381" y="110543"/>
                  <a:pt x="217897" y="106005"/>
                </a:cubicBezTo>
                <a:cubicBezTo>
                  <a:pt x="218682" y="99107"/>
                  <a:pt x="214348" y="90389"/>
                  <a:pt x="210063" y="90246"/>
                </a:cubicBezTo>
                <a:cubicBezTo>
                  <a:pt x="208338" y="90188"/>
                  <a:pt x="202905" y="86703"/>
                  <a:pt x="197989" y="82502"/>
                </a:cubicBezTo>
                <a:cubicBezTo>
                  <a:pt x="188345" y="74258"/>
                  <a:pt x="178782" y="72880"/>
                  <a:pt x="171181" y="78639"/>
                </a:cubicBezTo>
                <a:cubicBezTo>
                  <a:pt x="168558" y="80626"/>
                  <a:pt x="164670" y="81583"/>
                  <a:pt x="162540" y="80766"/>
                </a:cubicBezTo>
                <a:cubicBezTo>
                  <a:pt x="158541" y="79232"/>
                  <a:pt x="151258" y="86508"/>
                  <a:pt x="140024" y="103258"/>
                </a:cubicBezTo>
                <a:cubicBezTo>
                  <a:pt x="131601" y="115819"/>
                  <a:pt x="124189" y="123910"/>
                  <a:pt x="121107" y="123910"/>
                </a:cubicBezTo>
                <a:cubicBezTo>
                  <a:pt x="119672" y="123910"/>
                  <a:pt x="117052" y="122167"/>
                  <a:pt x="115285" y="120037"/>
                </a:cubicBezTo>
                <a:cubicBezTo>
                  <a:pt x="113517" y="117908"/>
                  <a:pt x="109378" y="116165"/>
                  <a:pt x="106086" y="116165"/>
                </a:cubicBezTo>
                <a:cubicBezTo>
                  <a:pt x="98470" y="116165"/>
                  <a:pt x="97317" y="114137"/>
                  <a:pt x="95488" y="97511"/>
                </a:cubicBezTo>
                <a:cubicBezTo>
                  <a:pt x="93708" y="81325"/>
                  <a:pt x="86063" y="72281"/>
                  <a:pt x="74161" y="72281"/>
                </a:cubicBezTo>
                <a:cubicBezTo>
                  <a:pt x="68039" y="72281"/>
                  <a:pt x="65473" y="74016"/>
                  <a:pt x="62180" y="80383"/>
                </a:cubicBezTo>
                <a:cubicBezTo>
                  <a:pt x="59748" y="85087"/>
                  <a:pt x="58583" y="91445"/>
                  <a:pt x="59403" y="95543"/>
                </a:cubicBezTo>
                <a:cubicBezTo>
                  <a:pt x="60452" y="100790"/>
                  <a:pt x="59265" y="104058"/>
                  <a:pt x="54777" y="108274"/>
                </a:cubicBezTo>
                <a:cubicBezTo>
                  <a:pt x="51457" y="111393"/>
                  <a:pt x="47935" y="117640"/>
                  <a:pt x="46950" y="122154"/>
                </a:cubicBezTo>
                <a:lnTo>
                  <a:pt x="45160" y="130363"/>
                </a:lnTo>
                <a:lnTo>
                  <a:pt x="42524" y="123910"/>
                </a:lnTo>
                <a:cubicBezTo>
                  <a:pt x="37073" y="110563"/>
                  <a:pt x="32979" y="104462"/>
                  <a:pt x="27585" y="101648"/>
                </a:cubicBezTo>
                <a:cubicBezTo>
                  <a:pt x="17943" y="96616"/>
                  <a:pt x="4895" y="80319"/>
                  <a:pt x="3541" y="71617"/>
                </a:cubicBezTo>
                <a:cubicBezTo>
                  <a:pt x="2825" y="67013"/>
                  <a:pt x="1452" y="60822"/>
                  <a:pt x="489" y="57859"/>
                </a:cubicBezTo>
                <a:cubicBezTo>
                  <a:pt x="-848" y="53746"/>
                  <a:pt x="431" y="51364"/>
                  <a:pt x="5896" y="47783"/>
                </a:cubicBezTo>
                <a:cubicBezTo>
                  <a:pt x="10761" y="44595"/>
                  <a:pt x="13372" y="44047"/>
                  <a:pt x="14046" y="46070"/>
                </a:cubicBezTo>
                <a:cubicBezTo>
                  <a:pt x="15462" y="50316"/>
                  <a:pt x="18138" y="49779"/>
                  <a:pt x="24934" y="43885"/>
                </a:cubicBezTo>
                <a:cubicBezTo>
                  <a:pt x="28208" y="41045"/>
                  <a:pt x="32964" y="38722"/>
                  <a:pt x="35503" y="38722"/>
                </a:cubicBezTo>
                <a:cubicBezTo>
                  <a:pt x="38041" y="38722"/>
                  <a:pt x="40941" y="37391"/>
                  <a:pt x="41946" y="35764"/>
                </a:cubicBezTo>
                <a:cubicBezTo>
                  <a:pt x="43722" y="32890"/>
                  <a:pt x="39180" y="33412"/>
                  <a:pt x="25819" y="37615"/>
                </a:cubicBezTo>
                <a:cubicBezTo>
                  <a:pt x="21516" y="38969"/>
                  <a:pt x="21538" y="38810"/>
                  <a:pt x="26045" y="35947"/>
                </a:cubicBezTo>
                <a:cubicBezTo>
                  <a:pt x="31416" y="32535"/>
                  <a:pt x="63427" y="25797"/>
                  <a:pt x="73982" y="25857"/>
                </a:cubicBezTo>
                <a:cubicBezTo>
                  <a:pt x="78607" y="25883"/>
                  <a:pt x="79439" y="26525"/>
                  <a:pt x="76916" y="28123"/>
                </a:cubicBezTo>
                <a:cubicBezTo>
                  <a:pt x="73965" y="29993"/>
                  <a:pt x="73961" y="30540"/>
                  <a:pt x="76893" y="31518"/>
                </a:cubicBezTo>
                <a:cubicBezTo>
                  <a:pt x="78816" y="32159"/>
                  <a:pt x="81904" y="31168"/>
                  <a:pt x="83755" y="29317"/>
                </a:cubicBezTo>
                <a:cubicBezTo>
                  <a:pt x="85607" y="27466"/>
                  <a:pt x="91425" y="24774"/>
                  <a:pt x="96686" y="23336"/>
                </a:cubicBezTo>
                <a:cubicBezTo>
                  <a:pt x="101946" y="21898"/>
                  <a:pt x="109785" y="17511"/>
                  <a:pt x="114106" y="13587"/>
                </a:cubicBezTo>
                <a:cubicBezTo>
                  <a:pt x="121455" y="6915"/>
                  <a:pt x="131807" y="0"/>
                  <a:pt x="134447" y="0"/>
                </a:cubicBezTo>
                <a:cubicBezTo>
                  <a:pt x="135087" y="0"/>
                  <a:pt x="135973" y="3775"/>
                  <a:pt x="136418" y="8390"/>
                </a:cubicBezTo>
                <a:cubicBezTo>
                  <a:pt x="137168" y="16168"/>
                  <a:pt x="137980" y="16836"/>
                  <a:pt x="147553" y="17557"/>
                </a:cubicBezTo>
                <a:cubicBezTo>
                  <a:pt x="160105" y="18501"/>
                  <a:pt x="164320" y="23444"/>
                  <a:pt x="164372" y="37279"/>
                </a:cubicBezTo>
                <a:cubicBezTo>
                  <a:pt x="164422" y="50382"/>
                  <a:pt x="165667" y="52231"/>
                  <a:pt x="179001" y="58990"/>
                </a:cubicBezTo>
                <a:cubicBezTo>
                  <a:pt x="184939" y="62000"/>
                  <a:pt x="190525" y="65641"/>
                  <a:pt x="191415" y="67081"/>
                </a:cubicBezTo>
                <a:cubicBezTo>
                  <a:pt x="193368" y="70242"/>
                  <a:pt x="210709" y="70495"/>
                  <a:pt x="215539" y="67434"/>
                </a:cubicBezTo>
                <a:cubicBezTo>
                  <a:pt x="217436" y="66231"/>
                  <a:pt x="218597" y="62474"/>
                  <a:pt x="218120" y="59084"/>
                </a:cubicBezTo>
                <a:cubicBezTo>
                  <a:pt x="217412" y="54054"/>
                  <a:pt x="218522" y="52773"/>
                  <a:pt x="224155" y="52122"/>
                </a:cubicBezTo>
                <a:cubicBezTo>
                  <a:pt x="227952" y="51683"/>
                  <a:pt x="235747" y="53716"/>
                  <a:pt x="241477" y="56639"/>
                </a:cubicBezTo>
                <a:cubicBezTo>
                  <a:pt x="247208" y="59563"/>
                  <a:pt x="255884" y="61955"/>
                  <a:pt x="260758" y="61955"/>
                </a:cubicBezTo>
                <a:cubicBezTo>
                  <a:pt x="266280" y="61955"/>
                  <a:pt x="270184" y="63424"/>
                  <a:pt x="271115" y="65853"/>
                </a:cubicBezTo>
                <a:cubicBezTo>
                  <a:pt x="271938" y="67996"/>
                  <a:pt x="273398" y="83679"/>
                  <a:pt x="274360" y="100702"/>
                </a:cubicBezTo>
                <a:lnTo>
                  <a:pt x="276110" y="131654"/>
                </a:lnTo>
                <a:lnTo>
                  <a:pt x="259373" y="131654"/>
                </a:lnTo>
                <a:cubicBezTo>
                  <a:pt x="250168" y="131654"/>
                  <a:pt x="241862" y="130880"/>
                  <a:pt x="240916" y="129933"/>
                </a:cubicBezTo>
                <a:close/>
              </a:path>
            </a:pathLst>
          </a:custGeom>
          <a:solidFill>
            <a:srgbClr val="B9B9B9"/>
          </a:solidFill>
          <a:ln w="5163" cap="flat">
            <a:noFill/>
            <a:prstDash val="solid"/>
            <a:miter/>
          </a:ln>
        </p:spPr>
        <p:txBody>
          <a:bodyPr/>
          <a:lstStyle/>
          <a:p>
            <a:endParaRPr lang="es-419" noProof="0" dirty="0"/>
          </a:p>
        </p:txBody>
      </p:sp>
      <p:sp>
        <p:nvSpPr>
          <p:cNvPr id="65" name="Forma libre: forma 64">
            <a:extLst>
              <a:ext uri="{FF2B5EF4-FFF2-40B4-BE49-F238E27FC236}">
                <a16:creationId xmlns:a16="http://schemas.microsoft.com/office/drawing/2014/main" id="{11A4BCFD-B7C9-0EE6-D384-F95E165EB189}"/>
              </a:ext>
            </a:extLst>
          </p:cNvPr>
          <p:cNvSpPr/>
          <p:nvPr/>
        </p:nvSpPr>
        <p:spPr>
          <a:xfrm>
            <a:off x="1184484" y="2261861"/>
            <a:ext cx="318490" cy="227740"/>
          </a:xfrm>
          <a:custGeom>
            <a:avLst/>
            <a:gdLst>
              <a:gd name="csX0" fmla="*/ 114616 w 318490"/>
              <a:gd name="csY0" fmla="*/ 224041 h 227740"/>
              <a:gd name="csX1" fmla="*/ 98063 w 318490"/>
              <a:gd name="csY1" fmla="*/ 220365 h 227740"/>
              <a:gd name="csX2" fmla="*/ 78702 w 318490"/>
              <a:gd name="csY2" fmla="*/ 212689 h 227740"/>
              <a:gd name="csX3" fmla="*/ 52720 w 318490"/>
              <a:gd name="csY3" fmla="*/ 202264 h 227740"/>
              <a:gd name="csX4" fmla="*/ 16521 w 318490"/>
              <a:gd name="csY4" fmla="*/ 184010 h 227740"/>
              <a:gd name="csX5" fmla="*/ 9212 w 318490"/>
              <a:gd name="csY5" fmla="*/ 173147 h 227740"/>
              <a:gd name="csX6" fmla="*/ 4642 w 318490"/>
              <a:gd name="csY6" fmla="*/ 147730 h 227740"/>
              <a:gd name="csX7" fmla="*/ 11809 w 318490"/>
              <a:gd name="csY7" fmla="*/ 137502 h 227740"/>
              <a:gd name="csX8" fmla="*/ 21183 w 318490"/>
              <a:gd name="csY8" fmla="*/ 134430 h 227740"/>
              <a:gd name="csX9" fmla="*/ 31013 w 318490"/>
              <a:gd name="csY9" fmla="*/ 131925 h 227740"/>
              <a:gd name="csX10" fmla="*/ 40878 w 318490"/>
              <a:gd name="csY10" fmla="*/ 131248 h 227740"/>
              <a:gd name="csX11" fmla="*/ 63873 w 318490"/>
              <a:gd name="csY11" fmla="*/ 121001 h 227740"/>
              <a:gd name="csX12" fmla="*/ 83748 w 318490"/>
              <a:gd name="csY12" fmla="*/ 109166 h 227740"/>
              <a:gd name="csX13" fmla="*/ 103738 w 318490"/>
              <a:gd name="csY13" fmla="*/ 85934 h 227740"/>
              <a:gd name="csX14" fmla="*/ 95901 w 318490"/>
              <a:gd name="csY14" fmla="*/ 79966 h 227740"/>
              <a:gd name="csX15" fmla="*/ 88802 w 318490"/>
              <a:gd name="csY15" fmla="*/ 74674 h 227740"/>
              <a:gd name="csX16" fmla="*/ 86125 w 318490"/>
              <a:gd name="csY16" fmla="*/ 66219 h 227740"/>
              <a:gd name="csX17" fmla="*/ 86125 w 318490"/>
              <a:gd name="csY17" fmla="*/ 56499 h 227740"/>
              <a:gd name="csX18" fmla="*/ 88802 w 318490"/>
              <a:gd name="csY18" fmla="*/ 47540 h 227740"/>
              <a:gd name="csX19" fmla="*/ 60913 w 318490"/>
              <a:gd name="csY19" fmla="*/ 35309 h 227740"/>
              <a:gd name="csX20" fmla="*/ 56419 w 318490"/>
              <a:gd name="csY20" fmla="*/ 24926 h 227740"/>
              <a:gd name="csX21" fmla="*/ 74769 w 318490"/>
              <a:gd name="csY21" fmla="*/ 18056 h 227740"/>
              <a:gd name="csX22" fmla="*/ 99155 w 318490"/>
              <a:gd name="csY22" fmla="*/ 10069 h 227740"/>
              <a:gd name="csX23" fmla="*/ 128747 w 318490"/>
              <a:gd name="csY23" fmla="*/ 1794 h 227740"/>
              <a:gd name="csX24" fmla="*/ 148545 w 318490"/>
              <a:gd name="csY24" fmla="*/ 0 h 227740"/>
              <a:gd name="csX25" fmla="*/ 155959 w 318490"/>
              <a:gd name="csY25" fmla="*/ 8117 h 227740"/>
              <a:gd name="csX26" fmla="*/ 176571 w 318490"/>
              <a:gd name="csY26" fmla="*/ 11071 h 227740"/>
              <a:gd name="csX27" fmla="*/ 199804 w 318490"/>
              <a:gd name="csY27" fmla="*/ 21145 h 227740"/>
              <a:gd name="csX28" fmla="*/ 218086 w 318490"/>
              <a:gd name="csY28" fmla="*/ 31610 h 227740"/>
              <a:gd name="csX29" fmla="*/ 246412 w 318490"/>
              <a:gd name="csY29" fmla="*/ 32163 h 227740"/>
              <a:gd name="csX30" fmla="*/ 266539 w 318490"/>
              <a:gd name="csY30" fmla="*/ 37891 h 227740"/>
              <a:gd name="csX31" fmla="*/ 290777 w 318490"/>
              <a:gd name="csY31" fmla="*/ 32555 h 227740"/>
              <a:gd name="csX32" fmla="*/ 315453 w 318490"/>
              <a:gd name="csY32" fmla="*/ 29658 h 227740"/>
              <a:gd name="csX33" fmla="*/ 315970 w 318490"/>
              <a:gd name="csY33" fmla="*/ 49793 h 227740"/>
              <a:gd name="csX34" fmla="*/ 313388 w 318490"/>
              <a:gd name="csY34" fmla="*/ 54741 h 227740"/>
              <a:gd name="csX35" fmla="*/ 311088 w 318490"/>
              <a:gd name="csY35" fmla="*/ 60549 h 227740"/>
              <a:gd name="csX36" fmla="*/ 306292 w 318490"/>
              <a:gd name="csY36" fmla="*/ 87865 h 227740"/>
              <a:gd name="csX37" fmla="*/ 284623 w 318490"/>
              <a:gd name="csY37" fmla="*/ 147819 h 227740"/>
              <a:gd name="csX38" fmla="*/ 277248 w 318490"/>
              <a:gd name="csY38" fmla="*/ 167736 h 227740"/>
              <a:gd name="csX39" fmla="*/ 272730 w 318490"/>
              <a:gd name="csY39" fmla="*/ 177484 h 227740"/>
              <a:gd name="csX40" fmla="*/ 214235 w 318490"/>
              <a:gd name="csY40" fmla="*/ 170076 h 227740"/>
              <a:gd name="csX41" fmla="*/ 184978 w 318490"/>
              <a:gd name="csY41" fmla="*/ 166604 h 227740"/>
              <a:gd name="csX42" fmla="*/ 157292 w 318490"/>
              <a:gd name="csY42" fmla="*/ 168449 h 227740"/>
              <a:gd name="csX43" fmla="*/ 156212 w 318490"/>
              <a:gd name="csY43" fmla="*/ 189010 h 227740"/>
              <a:gd name="csX44" fmla="*/ 147530 w 318490"/>
              <a:gd name="csY44" fmla="*/ 199123 h 227740"/>
              <a:gd name="csX45" fmla="*/ 137850 w 318490"/>
              <a:gd name="csY45" fmla="*/ 216729 h 227740"/>
              <a:gd name="csX46" fmla="*/ 130751 w 318490"/>
              <a:gd name="csY46" fmla="*/ 227717 h 227740"/>
              <a:gd name="csX47" fmla="*/ 114616 w 318490"/>
              <a:gd name="csY47" fmla="*/ 224041 h 2277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Lst>
            <a:rect l="l" t="t" r="r" b="b"/>
            <a:pathLst>
              <a:path w="318490" h="227740">
                <a:moveTo>
                  <a:pt x="114616" y="224041"/>
                </a:moveTo>
                <a:cubicBezTo>
                  <a:pt x="109647" y="222127"/>
                  <a:pt x="102198" y="220473"/>
                  <a:pt x="98063" y="220365"/>
                </a:cubicBezTo>
                <a:cubicBezTo>
                  <a:pt x="93928" y="220257"/>
                  <a:pt x="85216" y="216803"/>
                  <a:pt x="78702" y="212689"/>
                </a:cubicBezTo>
                <a:cubicBezTo>
                  <a:pt x="72189" y="208575"/>
                  <a:pt x="60497" y="203884"/>
                  <a:pt x="52720" y="202264"/>
                </a:cubicBezTo>
                <a:cubicBezTo>
                  <a:pt x="38260" y="199253"/>
                  <a:pt x="16521" y="188291"/>
                  <a:pt x="16521" y="184010"/>
                </a:cubicBezTo>
                <a:cubicBezTo>
                  <a:pt x="16521" y="182699"/>
                  <a:pt x="13232" y="177811"/>
                  <a:pt x="9212" y="173147"/>
                </a:cubicBezTo>
                <a:cubicBezTo>
                  <a:pt x="-1729" y="160453"/>
                  <a:pt x="-2493" y="156209"/>
                  <a:pt x="4642" y="147730"/>
                </a:cubicBezTo>
                <a:cubicBezTo>
                  <a:pt x="8064" y="143663"/>
                  <a:pt x="11290" y="139060"/>
                  <a:pt x="11809" y="137502"/>
                </a:cubicBezTo>
                <a:cubicBezTo>
                  <a:pt x="12328" y="135944"/>
                  <a:pt x="16546" y="134562"/>
                  <a:pt x="21183" y="134430"/>
                </a:cubicBezTo>
                <a:cubicBezTo>
                  <a:pt x="25819" y="134298"/>
                  <a:pt x="30243" y="133171"/>
                  <a:pt x="31013" y="131925"/>
                </a:cubicBezTo>
                <a:cubicBezTo>
                  <a:pt x="31783" y="130679"/>
                  <a:pt x="36222" y="130374"/>
                  <a:pt x="40878" y="131248"/>
                </a:cubicBezTo>
                <a:cubicBezTo>
                  <a:pt x="48236" y="132628"/>
                  <a:pt x="51244" y="131288"/>
                  <a:pt x="63873" y="121001"/>
                </a:cubicBezTo>
                <a:cubicBezTo>
                  <a:pt x="71865" y="114492"/>
                  <a:pt x="80808" y="109166"/>
                  <a:pt x="83748" y="109166"/>
                </a:cubicBezTo>
                <a:cubicBezTo>
                  <a:pt x="91503" y="109166"/>
                  <a:pt x="104649" y="93888"/>
                  <a:pt x="103738" y="85934"/>
                </a:cubicBezTo>
                <a:cubicBezTo>
                  <a:pt x="103134" y="80649"/>
                  <a:pt x="101713" y="79568"/>
                  <a:pt x="95901" y="79966"/>
                </a:cubicBezTo>
                <a:cubicBezTo>
                  <a:pt x="90126" y="80361"/>
                  <a:pt x="88802" y="79374"/>
                  <a:pt x="88802" y="74674"/>
                </a:cubicBezTo>
                <a:cubicBezTo>
                  <a:pt x="88802" y="71496"/>
                  <a:pt x="87597" y="67691"/>
                  <a:pt x="86125" y="66219"/>
                </a:cubicBezTo>
                <a:cubicBezTo>
                  <a:pt x="84276" y="64370"/>
                  <a:pt x="84276" y="61362"/>
                  <a:pt x="86125" y="56499"/>
                </a:cubicBezTo>
                <a:cubicBezTo>
                  <a:pt x="87597" y="52626"/>
                  <a:pt x="88802" y="48595"/>
                  <a:pt x="88802" y="47540"/>
                </a:cubicBezTo>
                <a:cubicBezTo>
                  <a:pt x="88802" y="45033"/>
                  <a:pt x="71424" y="37411"/>
                  <a:pt x="60913" y="35309"/>
                </a:cubicBezTo>
                <a:cubicBezTo>
                  <a:pt x="51581" y="33443"/>
                  <a:pt x="51150" y="32448"/>
                  <a:pt x="56419" y="24926"/>
                </a:cubicBezTo>
                <a:cubicBezTo>
                  <a:pt x="59183" y="20980"/>
                  <a:pt x="64034" y="19164"/>
                  <a:pt x="74769" y="18056"/>
                </a:cubicBezTo>
                <a:cubicBezTo>
                  <a:pt x="84042" y="17099"/>
                  <a:pt x="92933" y="14187"/>
                  <a:pt x="99155" y="10069"/>
                </a:cubicBezTo>
                <a:cubicBezTo>
                  <a:pt x="106450" y="5242"/>
                  <a:pt x="114000" y="3130"/>
                  <a:pt x="128747" y="1794"/>
                </a:cubicBezTo>
                <a:lnTo>
                  <a:pt x="148545" y="0"/>
                </a:lnTo>
                <a:lnTo>
                  <a:pt x="155959" y="8117"/>
                </a:lnTo>
                <a:cubicBezTo>
                  <a:pt x="164608" y="17586"/>
                  <a:pt x="168428" y="18134"/>
                  <a:pt x="176571" y="11071"/>
                </a:cubicBezTo>
                <a:cubicBezTo>
                  <a:pt x="187391" y="1687"/>
                  <a:pt x="199804" y="7069"/>
                  <a:pt x="199804" y="21145"/>
                </a:cubicBezTo>
                <a:cubicBezTo>
                  <a:pt x="199804" y="30772"/>
                  <a:pt x="209395" y="36261"/>
                  <a:pt x="218086" y="31610"/>
                </a:cubicBezTo>
                <a:cubicBezTo>
                  <a:pt x="228270" y="26160"/>
                  <a:pt x="241869" y="26426"/>
                  <a:pt x="246412" y="32163"/>
                </a:cubicBezTo>
                <a:cubicBezTo>
                  <a:pt x="249505" y="36068"/>
                  <a:pt x="254126" y="37384"/>
                  <a:pt x="266539" y="37891"/>
                </a:cubicBezTo>
                <a:cubicBezTo>
                  <a:pt x="279978" y="38440"/>
                  <a:pt x="284000" y="37555"/>
                  <a:pt x="290777" y="32555"/>
                </a:cubicBezTo>
                <a:cubicBezTo>
                  <a:pt x="299613" y="26036"/>
                  <a:pt x="310548" y="24752"/>
                  <a:pt x="315453" y="29658"/>
                </a:cubicBezTo>
                <a:cubicBezTo>
                  <a:pt x="319191" y="33396"/>
                  <a:pt x="319612" y="49793"/>
                  <a:pt x="315970" y="49793"/>
                </a:cubicBezTo>
                <a:cubicBezTo>
                  <a:pt x="314550" y="49793"/>
                  <a:pt x="313388" y="52020"/>
                  <a:pt x="313388" y="54741"/>
                </a:cubicBezTo>
                <a:cubicBezTo>
                  <a:pt x="313388" y="57462"/>
                  <a:pt x="312353" y="60076"/>
                  <a:pt x="311088" y="60549"/>
                </a:cubicBezTo>
                <a:cubicBezTo>
                  <a:pt x="309822" y="61023"/>
                  <a:pt x="307664" y="73315"/>
                  <a:pt x="306292" y="87865"/>
                </a:cubicBezTo>
                <a:cubicBezTo>
                  <a:pt x="303509" y="117372"/>
                  <a:pt x="292552" y="147689"/>
                  <a:pt x="284623" y="147819"/>
                </a:cubicBezTo>
                <a:cubicBezTo>
                  <a:pt x="279191" y="147908"/>
                  <a:pt x="277248" y="153157"/>
                  <a:pt x="277248" y="167736"/>
                </a:cubicBezTo>
                <a:cubicBezTo>
                  <a:pt x="277248" y="177878"/>
                  <a:pt x="276652" y="179163"/>
                  <a:pt x="272730" y="177484"/>
                </a:cubicBezTo>
                <a:cubicBezTo>
                  <a:pt x="262382" y="173052"/>
                  <a:pt x="240695" y="170306"/>
                  <a:pt x="214235" y="170076"/>
                </a:cubicBezTo>
                <a:cubicBezTo>
                  <a:pt x="194190" y="169901"/>
                  <a:pt x="185756" y="168900"/>
                  <a:pt x="184978" y="166604"/>
                </a:cubicBezTo>
                <a:cubicBezTo>
                  <a:pt x="183149" y="161204"/>
                  <a:pt x="162610" y="162574"/>
                  <a:pt x="157292" y="168449"/>
                </a:cubicBezTo>
                <a:cubicBezTo>
                  <a:pt x="153074" y="173111"/>
                  <a:pt x="152885" y="176707"/>
                  <a:pt x="156212" y="189010"/>
                </a:cubicBezTo>
                <a:cubicBezTo>
                  <a:pt x="156777" y="191099"/>
                  <a:pt x="153007" y="195490"/>
                  <a:pt x="147530" y="199123"/>
                </a:cubicBezTo>
                <a:cubicBezTo>
                  <a:pt x="138821" y="204900"/>
                  <a:pt x="137850" y="206668"/>
                  <a:pt x="137850" y="216729"/>
                </a:cubicBezTo>
                <a:cubicBezTo>
                  <a:pt x="137850" y="227257"/>
                  <a:pt x="137433" y="227902"/>
                  <a:pt x="130751" y="227717"/>
                </a:cubicBezTo>
                <a:cubicBezTo>
                  <a:pt x="126846" y="227609"/>
                  <a:pt x="119586" y="225955"/>
                  <a:pt x="114616" y="224041"/>
                </a:cubicBezTo>
                <a:close/>
              </a:path>
            </a:pathLst>
          </a:custGeom>
          <a:solidFill>
            <a:srgbClr val="B9B9B9"/>
          </a:solidFill>
          <a:ln w="5163" cap="flat">
            <a:noFill/>
            <a:prstDash val="solid"/>
            <a:miter/>
          </a:ln>
        </p:spPr>
        <p:txBody>
          <a:bodyPr/>
          <a:lstStyle/>
          <a:p>
            <a:endParaRPr lang="es-419" noProof="0" dirty="0"/>
          </a:p>
        </p:txBody>
      </p:sp>
      <p:sp>
        <p:nvSpPr>
          <p:cNvPr id="66" name="Forma libre: forma 65">
            <a:extLst>
              <a:ext uri="{FF2B5EF4-FFF2-40B4-BE49-F238E27FC236}">
                <a16:creationId xmlns:a16="http://schemas.microsoft.com/office/drawing/2014/main" id="{499E35A7-C6BC-1761-9904-E19CD78406C9}"/>
              </a:ext>
            </a:extLst>
          </p:cNvPr>
          <p:cNvSpPr/>
          <p:nvPr/>
        </p:nvSpPr>
        <p:spPr>
          <a:xfrm>
            <a:off x="1557246" y="2384328"/>
            <a:ext cx="70794" cy="61560"/>
          </a:xfrm>
          <a:custGeom>
            <a:avLst/>
            <a:gdLst>
              <a:gd name="csX0" fmla="*/ 30977 w 70794"/>
              <a:gd name="csY0" fmla="*/ 53817 h 61560"/>
              <a:gd name="csX1" fmla="*/ 18070 w 70794"/>
              <a:gd name="csY1" fmla="*/ 49863 h 61560"/>
              <a:gd name="csX2" fmla="*/ 14198 w 70794"/>
              <a:gd name="csY2" fmla="*/ 52169 h 61560"/>
              <a:gd name="csX3" fmla="*/ 10326 w 70794"/>
              <a:gd name="csY3" fmla="*/ 47062 h 61560"/>
              <a:gd name="csX4" fmla="*/ 5163 w 70794"/>
              <a:gd name="csY4" fmla="*/ 39020 h 61560"/>
              <a:gd name="csX5" fmla="*/ 0 w 70794"/>
              <a:gd name="csY5" fmla="*/ 32748 h 61560"/>
              <a:gd name="csX6" fmla="*/ 10326 w 70794"/>
              <a:gd name="csY6" fmla="*/ 18967 h 61560"/>
              <a:gd name="csX7" fmla="*/ 20652 w 70794"/>
              <a:gd name="csY7" fmla="*/ 3034 h 61560"/>
              <a:gd name="csX8" fmla="*/ 30332 w 70794"/>
              <a:gd name="csY8" fmla="*/ 698 h 61560"/>
              <a:gd name="csX9" fmla="*/ 54210 w 70794"/>
              <a:gd name="csY9" fmla="*/ 10137 h 61560"/>
              <a:gd name="csX10" fmla="*/ 63267 w 70794"/>
              <a:gd name="csY10" fmla="*/ 15095 h 61560"/>
              <a:gd name="csX11" fmla="*/ 69100 w 70794"/>
              <a:gd name="csY11" fmla="*/ 20258 h 61560"/>
              <a:gd name="csX12" fmla="*/ 69100 w 70794"/>
              <a:gd name="csY12" fmla="*/ 30584 h 61560"/>
              <a:gd name="csX13" fmla="*/ 69721 w 70794"/>
              <a:gd name="csY13" fmla="*/ 35746 h 61560"/>
              <a:gd name="csX14" fmla="*/ 67118 w 70794"/>
              <a:gd name="csY14" fmla="*/ 44803 h 61560"/>
              <a:gd name="csX15" fmla="*/ 61618 w 70794"/>
              <a:gd name="csY15" fmla="*/ 50612 h 61560"/>
              <a:gd name="csX16" fmla="*/ 54931 w 70794"/>
              <a:gd name="csY16" fmla="*/ 50644 h 61560"/>
              <a:gd name="csX17" fmla="*/ 37735 w 70794"/>
              <a:gd name="csY17" fmla="*/ 61561 h 61560"/>
              <a:gd name="csX18" fmla="*/ 30977 w 70794"/>
              <a:gd name="csY18" fmla="*/ 53817 h 615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70794" h="61560">
                <a:moveTo>
                  <a:pt x="30977" y="53817"/>
                </a:moveTo>
                <a:cubicBezTo>
                  <a:pt x="25158" y="45644"/>
                  <a:pt x="18070" y="43473"/>
                  <a:pt x="18070" y="49863"/>
                </a:cubicBezTo>
                <a:cubicBezTo>
                  <a:pt x="18070" y="52173"/>
                  <a:pt x="16557" y="53074"/>
                  <a:pt x="14198" y="52169"/>
                </a:cubicBezTo>
                <a:cubicBezTo>
                  <a:pt x="12068" y="51351"/>
                  <a:pt x="10326" y="49053"/>
                  <a:pt x="10326" y="47062"/>
                </a:cubicBezTo>
                <a:cubicBezTo>
                  <a:pt x="10326" y="45070"/>
                  <a:pt x="8003" y="41451"/>
                  <a:pt x="5163" y="39020"/>
                </a:cubicBezTo>
                <a:cubicBezTo>
                  <a:pt x="2323" y="36588"/>
                  <a:pt x="0" y="33766"/>
                  <a:pt x="0" y="32748"/>
                </a:cubicBezTo>
                <a:cubicBezTo>
                  <a:pt x="0" y="31730"/>
                  <a:pt x="4647" y="25529"/>
                  <a:pt x="10326" y="18967"/>
                </a:cubicBezTo>
                <a:cubicBezTo>
                  <a:pt x="16005" y="12405"/>
                  <a:pt x="20652" y="5235"/>
                  <a:pt x="20652" y="3034"/>
                </a:cubicBezTo>
                <a:cubicBezTo>
                  <a:pt x="20652" y="-166"/>
                  <a:pt x="22592" y="-634"/>
                  <a:pt x="30332" y="698"/>
                </a:cubicBezTo>
                <a:cubicBezTo>
                  <a:pt x="52748" y="4557"/>
                  <a:pt x="54210" y="5134"/>
                  <a:pt x="54210" y="10137"/>
                </a:cubicBezTo>
                <a:cubicBezTo>
                  <a:pt x="54210" y="14084"/>
                  <a:pt x="56056" y="15095"/>
                  <a:pt x="63267" y="15095"/>
                </a:cubicBezTo>
                <a:cubicBezTo>
                  <a:pt x="71678" y="15095"/>
                  <a:pt x="72094" y="15463"/>
                  <a:pt x="69100" y="20258"/>
                </a:cubicBezTo>
                <a:cubicBezTo>
                  <a:pt x="66522" y="24386"/>
                  <a:pt x="66522" y="26456"/>
                  <a:pt x="69100" y="30584"/>
                </a:cubicBezTo>
                <a:cubicBezTo>
                  <a:pt x="71011" y="33644"/>
                  <a:pt x="71264" y="35746"/>
                  <a:pt x="69721" y="35746"/>
                </a:cubicBezTo>
                <a:cubicBezTo>
                  <a:pt x="68289" y="35746"/>
                  <a:pt x="67118" y="39822"/>
                  <a:pt x="67118" y="44803"/>
                </a:cubicBezTo>
                <a:cubicBezTo>
                  <a:pt x="67118" y="53341"/>
                  <a:pt x="66802" y="53674"/>
                  <a:pt x="61618" y="50612"/>
                </a:cubicBezTo>
                <a:cubicBezTo>
                  <a:pt x="57188" y="47995"/>
                  <a:pt x="55886" y="48002"/>
                  <a:pt x="54931" y="50644"/>
                </a:cubicBezTo>
                <a:cubicBezTo>
                  <a:pt x="53898" y="53500"/>
                  <a:pt x="41201" y="61561"/>
                  <a:pt x="37735" y="61561"/>
                </a:cubicBezTo>
                <a:cubicBezTo>
                  <a:pt x="37051" y="61561"/>
                  <a:pt x="34010" y="58076"/>
                  <a:pt x="30977" y="53817"/>
                </a:cubicBezTo>
                <a:close/>
              </a:path>
            </a:pathLst>
          </a:custGeom>
          <a:solidFill>
            <a:srgbClr val="B9B9B9"/>
          </a:solidFill>
          <a:ln w="5163" cap="flat">
            <a:noFill/>
            <a:prstDash val="solid"/>
            <a:miter/>
          </a:ln>
        </p:spPr>
        <p:txBody>
          <a:bodyPr/>
          <a:lstStyle/>
          <a:p>
            <a:endParaRPr lang="es-419" noProof="0" dirty="0"/>
          </a:p>
        </p:txBody>
      </p:sp>
      <p:sp>
        <p:nvSpPr>
          <p:cNvPr id="67" name="Forma libre: forma 66">
            <a:extLst>
              <a:ext uri="{FF2B5EF4-FFF2-40B4-BE49-F238E27FC236}">
                <a16:creationId xmlns:a16="http://schemas.microsoft.com/office/drawing/2014/main" id="{BD106C4E-21F7-4DF9-C12F-D8482C8ED9E0}"/>
              </a:ext>
            </a:extLst>
          </p:cNvPr>
          <p:cNvSpPr/>
          <p:nvPr/>
        </p:nvSpPr>
        <p:spPr>
          <a:xfrm>
            <a:off x="1478193" y="2273156"/>
            <a:ext cx="153622" cy="170128"/>
          </a:xfrm>
          <a:custGeom>
            <a:avLst/>
            <a:gdLst>
              <a:gd name="csX0" fmla="*/ 8493 w 153622"/>
              <a:gd name="csY0" fmla="*/ 168431 h 170128"/>
              <a:gd name="csX1" fmla="*/ 6772 w 153622"/>
              <a:gd name="csY1" fmla="*/ 161418 h 170128"/>
              <a:gd name="csX2" fmla="*/ 2681 w 153622"/>
              <a:gd name="csY2" fmla="*/ 145415 h 170128"/>
              <a:gd name="csX3" fmla="*/ 5459 w 153622"/>
              <a:gd name="csY3" fmla="*/ 121148 h 170128"/>
              <a:gd name="csX4" fmla="*/ 14777 w 153622"/>
              <a:gd name="csY4" fmla="*/ 82726 h 170128"/>
              <a:gd name="csX5" fmla="*/ 25155 w 153622"/>
              <a:gd name="csY5" fmla="*/ 43661 h 170128"/>
              <a:gd name="csX6" fmla="*/ 27423 w 153622"/>
              <a:gd name="csY6" fmla="*/ 32229 h 170128"/>
              <a:gd name="csX7" fmla="*/ 31172 w 153622"/>
              <a:gd name="csY7" fmla="*/ 17047 h 170128"/>
              <a:gd name="csX8" fmla="*/ 33221 w 153622"/>
              <a:gd name="csY8" fmla="*/ 11598 h 170128"/>
              <a:gd name="csX9" fmla="*/ 37362 w 153622"/>
              <a:gd name="csY9" fmla="*/ 8370 h 170128"/>
              <a:gd name="csX10" fmla="*/ 41848 w 153622"/>
              <a:gd name="csY10" fmla="*/ 3309 h 170128"/>
              <a:gd name="csX11" fmla="*/ 51947 w 153622"/>
              <a:gd name="csY11" fmla="*/ 4939 h 170128"/>
              <a:gd name="csX12" fmla="*/ 67990 w 153622"/>
              <a:gd name="csY12" fmla="*/ 10085 h 170128"/>
              <a:gd name="csX13" fmla="*/ 82983 w 153622"/>
              <a:gd name="csY13" fmla="*/ 28865 h 170128"/>
              <a:gd name="csX14" fmla="*/ 93236 w 153622"/>
              <a:gd name="csY14" fmla="*/ 38498 h 170128"/>
              <a:gd name="csX15" fmla="*/ 103025 w 153622"/>
              <a:gd name="csY15" fmla="*/ 33366 h 170128"/>
              <a:gd name="csX16" fmla="*/ 120832 w 153622"/>
              <a:gd name="csY16" fmla="*/ 24595 h 170128"/>
              <a:gd name="csX17" fmla="*/ 122064 w 153622"/>
              <a:gd name="csY17" fmla="*/ 33182 h 170128"/>
              <a:gd name="csX18" fmla="*/ 135261 w 153622"/>
              <a:gd name="csY18" fmla="*/ 39968 h 170128"/>
              <a:gd name="csX19" fmla="*/ 152396 w 153622"/>
              <a:gd name="csY19" fmla="*/ 46930 h 170128"/>
              <a:gd name="csX20" fmla="*/ 149002 w 153622"/>
              <a:gd name="csY20" fmla="*/ 58232 h 170128"/>
              <a:gd name="csX21" fmla="*/ 146552 w 153622"/>
              <a:gd name="csY21" fmla="*/ 64545 h 170128"/>
              <a:gd name="csX22" fmla="*/ 148358 w 153622"/>
              <a:gd name="csY22" fmla="*/ 121402 h 170128"/>
              <a:gd name="csX23" fmla="*/ 135844 w 153622"/>
              <a:gd name="csY23" fmla="*/ 118523 h 170128"/>
              <a:gd name="csX24" fmla="*/ 131972 w 153622"/>
              <a:gd name="csY24" fmla="*/ 113360 h 170128"/>
              <a:gd name="csX25" fmla="*/ 128062 w 153622"/>
              <a:gd name="csY25" fmla="*/ 103679 h 170128"/>
              <a:gd name="csX26" fmla="*/ 124378 w 153622"/>
              <a:gd name="csY26" fmla="*/ 87545 h 170128"/>
              <a:gd name="csX27" fmla="*/ 116378 w 153622"/>
              <a:gd name="csY27" fmla="*/ 72702 h 170128"/>
              <a:gd name="csX28" fmla="*/ 107448 w 153622"/>
              <a:gd name="csY28" fmla="*/ 67912 h 170128"/>
              <a:gd name="csX29" fmla="*/ 99376 w 153622"/>
              <a:gd name="csY29" fmla="*/ 80152 h 170128"/>
              <a:gd name="csX30" fmla="*/ 94468 w 153622"/>
              <a:gd name="csY30" fmla="*/ 101141 h 170128"/>
              <a:gd name="csX31" fmla="*/ 81766 w 153622"/>
              <a:gd name="csY31" fmla="*/ 133635 h 170128"/>
              <a:gd name="csX32" fmla="*/ 65090 w 153622"/>
              <a:gd name="csY32" fmla="*/ 140680 h 170128"/>
              <a:gd name="csX33" fmla="*/ 53260 w 153622"/>
              <a:gd name="csY33" fmla="*/ 146865 h 170128"/>
              <a:gd name="csX34" fmla="*/ 38902 w 153622"/>
              <a:gd name="csY34" fmla="*/ 154663 h 170128"/>
              <a:gd name="csX35" fmla="*/ 22260 w 153622"/>
              <a:gd name="csY35" fmla="*/ 162407 h 170128"/>
              <a:gd name="csX36" fmla="*/ 8493 w 153622"/>
              <a:gd name="csY36" fmla="*/ 168431 h 17012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Lst>
            <a:rect l="l" t="t" r="r" b="b"/>
            <a:pathLst>
              <a:path w="153622" h="170128">
                <a:moveTo>
                  <a:pt x="8493" y="168431"/>
                </a:moveTo>
                <a:cubicBezTo>
                  <a:pt x="7546" y="167484"/>
                  <a:pt x="6772" y="164329"/>
                  <a:pt x="6772" y="161418"/>
                </a:cubicBezTo>
                <a:cubicBezTo>
                  <a:pt x="6772" y="158508"/>
                  <a:pt x="4931" y="151306"/>
                  <a:pt x="2681" y="145415"/>
                </a:cubicBezTo>
                <a:cubicBezTo>
                  <a:pt x="-1298" y="134996"/>
                  <a:pt x="-1222" y="134332"/>
                  <a:pt x="5459" y="121148"/>
                </a:cubicBezTo>
                <a:cubicBezTo>
                  <a:pt x="10516" y="111168"/>
                  <a:pt x="12973" y="101035"/>
                  <a:pt x="14777" y="82726"/>
                </a:cubicBezTo>
                <a:cubicBezTo>
                  <a:pt x="17244" y="57676"/>
                  <a:pt x="20967" y="43661"/>
                  <a:pt x="25155" y="43661"/>
                </a:cubicBezTo>
                <a:cubicBezTo>
                  <a:pt x="26403" y="43661"/>
                  <a:pt x="27423" y="38516"/>
                  <a:pt x="27423" y="32229"/>
                </a:cubicBezTo>
                <a:cubicBezTo>
                  <a:pt x="27423" y="25675"/>
                  <a:pt x="29023" y="19196"/>
                  <a:pt x="31172" y="17047"/>
                </a:cubicBezTo>
                <a:cubicBezTo>
                  <a:pt x="33235" y="14985"/>
                  <a:pt x="34156" y="12533"/>
                  <a:pt x="33221" y="11598"/>
                </a:cubicBezTo>
                <a:cubicBezTo>
                  <a:pt x="32286" y="10662"/>
                  <a:pt x="34150" y="9210"/>
                  <a:pt x="37362" y="8370"/>
                </a:cubicBezTo>
                <a:cubicBezTo>
                  <a:pt x="40925" y="7438"/>
                  <a:pt x="42675" y="5464"/>
                  <a:pt x="41848" y="3309"/>
                </a:cubicBezTo>
                <a:cubicBezTo>
                  <a:pt x="39982" y="-1555"/>
                  <a:pt x="42837" y="-1094"/>
                  <a:pt x="51947" y="4939"/>
                </a:cubicBezTo>
                <a:cubicBezTo>
                  <a:pt x="56206" y="7760"/>
                  <a:pt x="63426" y="10076"/>
                  <a:pt x="67990" y="10085"/>
                </a:cubicBezTo>
                <a:cubicBezTo>
                  <a:pt x="77231" y="10104"/>
                  <a:pt x="80149" y="13759"/>
                  <a:pt x="82983" y="28865"/>
                </a:cubicBezTo>
                <a:cubicBezTo>
                  <a:pt x="84632" y="37657"/>
                  <a:pt x="85527" y="38498"/>
                  <a:pt x="93236" y="38498"/>
                </a:cubicBezTo>
                <a:cubicBezTo>
                  <a:pt x="99495" y="38498"/>
                  <a:pt x="102031" y="37168"/>
                  <a:pt x="103025" y="33366"/>
                </a:cubicBezTo>
                <a:cubicBezTo>
                  <a:pt x="104466" y="27855"/>
                  <a:pt x="116509" y="21923"/>
                  <a:pt x="120832" y="24595"/>
                </a:cubicBezTo>
                <a:cubicBezTo>
                  <a:pt x="122276" y="25487"/>
                  <a:pt x="122830" y="29351"/>
                  <a:pt x="122064" y="33182"/>
                </a:cubicBezTo>
                <a:cubicBezTo>
                  <a:pt x="120679" y="40107"/>
                  <a:pt x="120757" y="40147"/>
                  <a:pt x="135261" y="39968"/>
                </a:cubicBezTo>
                <a:cubicBezTo>
                  <a:pt x="148934" y="39800"/>
                  <a:pt x="150012" y="40238"/>
                  <a:pt x="152396" y="46930"/>
                </a:cubicBezTo>
                <a:cubicBezTo>
                  <a:pt x="154575" y="53045"/>
                  <a:pt x="154087" y="54670"/>
                  <a:pt x="149002" y="58232"/>
                </a:cubicBezTo>
                <a:cubicBezTo>
                  <a:pt x="144363" y="61481"/>
                  <a:pt x="143827" y="62863"/>
                  <a:pt x="146552" y="64545"/>
                </a:cubicBezTo>
                <a:cubicBezTo>
                  <a:pt x="151618" y="67671"/>
                  <a:pt x="153227" y="118317"/>
                  <a:pt x="148358" y="121402"/>
                </a:cubicBezTo>
                <a:cubicBezTo>
                  <a:pt x="142062" y="125392"/>
                  <a:pt x="135844" y="123962"/>
                  <a:pt x="135844" y="118523"/>
                </a:cubicBezTo>
                <a:cubicBezTo>
                  <a:pt x="135844" y="115655"/>
                  <a:pt x="134123" y="113360"/>
                  <a:pt x="131972" y="113360"/>
                </a:cubicBezTo>
                <a:cubicBezTo>
                  <a:pt x="129225" y="113360"/>
                  <a:pt x="128089" y="110546"/>
                  <a:pt x="128062" y="103679"/>
                </a:cubicBezTo>
                <a:cubicBezTo>
                  <a:pt x="128041" y="98355"/>
                  <a:pt x="126383" y="91095"/>
                  <a:pt x="124378" y="87545"/>
                </a:cubicBezTo>
                <a:cubicBezTo>
                  <a:pt x="122373" y="83996"/>
                  <a:pt x="118773" y="77316"/>
                  <a:pt x="116378" y="72702"/>
                </a:cubicBezTo>
                <a:cubicBezTo>
                  <a:pt x="111867" y="64011"/>
                  <a:pt x="107448" y="61641"/>
                  <a:pt x="107448" y="67912"/>
                </a:cubicBezTo>
                <a:cubicBezTo>
                  <a:pt x="107448" y="69891"/>
                  <a:pt x="103816" y="75399"/>
                  <a:pt x="99376" y="80152"/>
                </a:cubicBezTo>
                <a:cubicBezTo>
                  <a:pt x="91445" y="88642"/>
                  <a:pt x="91359" y="89010"/>
                  <a:pt x="94468" y="101141"/>
                </a:cubicBezTo>
                <a:cubicBezTo>
                  <a:pt x="97988" y="114877"/>
                  <a:pt x="97068" y="117230"/>
                  <a:pt x="81766" y="133635"/>
                </a:cubicBezTo>
                <a:cubicBezTo>
                  <a:pt x="74766" y="141139"/>
                  <a:pt x="72544" y="142078"/>
                  <a:pt x="65090" y="140680"/>
                </a:cubicBezTo>
                <a:cubicBezTo>
                  <a:pt x="57313" y="139221"/>
                  <a:pt x="56181" y="139812"/>
                  <a:pt x="53260" y="146865"/>
                </a:cubicBezTo>
                <a:cubicBezTo>
                  <a:pt x="50372" y="153836"/>
                  <a:pt x="48850" y="154663"/>
                  <a:pt x="38902" y="154663"/>
                </a:cubicBezTo>
                <a:cubicBezTo>
                  <a:pt x="29485" y="154663"/>
                  <a:pt x="26927" y="155853"/>
                  <a:pt x="22260" y="162407"/>
                </a:cubicBezTo>
                <a:cubicBezTo>
                  <a:pt x="16933" y="169889"/>
                  <a:pt x="12076" y="172014"/>
                  <a:pt x="8493" y="168431"/>
                </a:cubicBezTo>
                <a:close/>
              </a:path>
            </a:pathLst>
          </a:custGeom>
          <a:solidFill>
            <a:srgbClr val="B9B9B9"/>
          </a:solidFill>
          <a:ln w="5163" cap="flat">
            <a:noFill/>
            <a:prstDash val="solid"/>
            <a:miter/>
          </a:ln>
        </p:spPr>
        <p:txBody>
          <a:bodyPr/>
          <a:lstStyle/>
          <a:p>
            <a:endParaRPr lang="es-419" noProof="0" dirty="0"/>
          </a:p>
        </p:txBody>
      </p:sp>
      <p:grpSp>
        <p:nvGrpSpPr>
          <p:cNvPr id="68" name="Gráfico 39">
            <a:extLst>
              <a:ext uri="{FF2B5EF4-FFF2-40B4-BE49-F238E27FC236}">
                <a16:creationId xmlns:a16="http://schemas.microsoft.com/office/drawing/2014/main" id="{93BB3839-7133-2D96-4AC4-A813C5640E91}"/>
              </a:ext>
            </a:extLst>
          </p:cNvPr>
          <p:cNvGrpSpPr/>
          <p:nvPr/>
        </p:nvGrpSpPr>
        <p:grpSpPr>
          <a:xfrm>
            <a:off x="2169009" y="2212045"/>
            <a:ext cx="273705" cy="260208"/>
            <a:chOff x="2169009" y="2212045"/>
            <a:chExt cx="273705" cy="260208"/>
          </a:xfrm>
          <a:solidFill>
            <a:srgbClr val="B9B9B9"/>
          </a:solidFill>
        </p:grpSpPr>
        <p:sp>
          <p:nvSpPr>
            <p:cNvPr id="69" name="Forma libre: forma 68">
              <a:extLst>
                <a:ext uri="{FF2B5EF4-FFF2-40B4-BE49-F238E27FC236}">
                  <a16:creationId xmlns:a16="http://schemas.microsoft.com/office/drawing/2014/main" id="{6C1B2B33-6F91-DDFD-B002-C44A2855281C}"/>
                </a:ext>
              </a:extLst>
            </p:cNvPr>
            <p:cNvSpPr/>
            <p:nvPr/>
          </p:nvSpPr>
          <p:spPr>
            <a:xfrm>
              <a:off x="2169009" y="2212045"/>
              <a:ext cx="273705" cy="260208"/>
            </a:xfrm>
            <a:custGeom>
              <a:avLst/>
              <a:gdLst>
                <a:gd name="csX0" fmla="*/ 136396 w 273705"/>
                <a:gd name="csY0" fmla="*/ 251544 h 260208"/>
                <a:gd name="csX1" fmla="*/ 123951 w 273705"/>
                <a:gd name="csY1" fmla="*/ 241399 h 260208"/>
                <a:gd name="csX2" fmla="*/ 100178 w 273705"/>
                <a:gd name="csY2" fmla="*/ 233837 h 260208"/>
                <a:gd name="csX3" fmla="*/ 81199 w 273705"/>
                <a:gd name="csY3" fmla="*/ 230865 h 260208"/>
                <a:gd name="csX4" fmla="*/ 75979 w 273705"/>
                <a:gd name="csY4" fmla="*/ 240363 h 260208"/>
                <a:gd name="csX5" fmla="*/ 67894 w 273705"/>
                <a:gd name="csY5" fmla="*/ 246752 h 260208"/>
                <a:gd name="csX6" fmla="*/ 29911 w 273705"/>
                <a:gd name="csY6" fmla="*/ 227450 h 260208"/>
                <a:gd name="csX7" fmla="*/ 28472 w 273705"/>
                <a:gd name="csY7" fmla="*/ 213064 h 260208"/>
                <a:gd name="csX8" fmla="*/ 12481 w 273705"/>
                <a:gd name="csY8" fmla="*/ 197704 h 260208"/>
                <a:gd name="csX9" fmla="*/ 1103 w 273705"/>
                <a:gd name="csY9" fmla="*/ 191257 h 260208"/>
                <a:gd name="csX10" fmla="*/ 24560 w 273705"/>
                <a:gd name="csY10" fmla="*/ 177413 h 260208"/>
                <a:gd name="csX11" fmla="*/ 49357 w 273705"/>
                <a:gd name="csY11" fmla="*/ 181249 h 260208"/>
                <a:gd name="csX12" fmla="*/ 33383 w 273705"/>
                <a:gd name="csY12" fmla="*/ 188440 h 260208"/>
                <a:gd name="csX13" fmla="*/ 18111 w 273705"/>
                <a:gd name="csY13" fmla="*/ 189801 h 260208"/>
                <a:gd name="csX14" fmla="*/ 23379 w 273705"/>
                <a:gd name="csY14" fmla="*/ 191217 h 260208"/>
                <a:gd name="csX15" fmla="*/ 42338 w 273705"/>
                <a:gd name="csY15" fmla="*/ 193852 h 260208"/>
                <a:gd name="csX16" fmla="*/ 54801 w 273705"/>
                <a:gd name="csY16" fmla="*/ 205031 h 260208"/>
                <a:gd name="csX17" fmla="*/ 53572 w 273705"/>
                <a:gd name="csY17" fmla="*/ 211902 h 260208"/>
                <a:gd name="csX18" fmla="*/ 58745 w 273705"/>
                <a:gd name="csY18" fmla="*/ 206739 h 260208"/>
                <a:gd name="csX19" fmla="*/ 62804 w 273705"/>
                <a:gd name="csY19" fmla="*/ 199640 h 260208"/>
                <a:gd name="csX20" fmla="*/ 78923 w 273705"/>
                <a:gd name="csY20" fmla="*/ 200342 h 260208"/>
                <a:gd name="csX21" fmla="*/ 84524 w 273705"/>
                <a:gd name="csY21" fmla="*/ 197871 h 260208"/>
                <a:gd name="csX22" fmla="*/ 91725 w 273705"/>
                <a:gd name="csY22" fmla="*/ 189946 h 260208"/>
                <a:gd name="csX23" fmla="*/ 100403 w 273705"/>
                <a:gd name="csY23" fmla="*/ 165765 h 260208"/>
                <a:gd name="csX24" fmla="*/ 96700 w 273705"/>
                <a:gd name="csY24" fmla="*/ 159218 h 260208"/>
                <a:gd name="csX25" fmla="*/ 94398 w 273705"/>
                <a:gd name="csY25" fmla="*/ 157998 h 260208"/>
                <a:gd name="csX26" fmla="*/ 90392 w 273705"/>
                <a:gd name="csY26" fmla="*/ 161840 h 260208"/>
                <a:gd name="csX27" fmla="*/ 87810 w 273705"/>
                <a:gd name="csY27" fmla="*/ 164145 h 260208"/>
                <a:gd name="csX28" fmla="*/ 100799 w 273705"/>
                <a:gd name="csY28" fmla="*/ 149016 h 260208"/>
                <a:gd name="csX29" fmla="*/ 118746 w 273705"/>
                <a:gd name="csY29" fmla="*/ 138331 h 260208"/>
                <a:gd name="csX30" fmla="*/ 133646 w 273705"/>
                <a:gd name="csY30" fmla="*/ 125809 h 260208"/>
                <a:gd name="csX31" fmla="*/ 149004 w 273705"/>
                <a:gd name="csY31" fmla="*/ 91807 h 260208"/>
                <a:gd name="csX32" fmla="*/ 157715 w 273705"/>
                <a:gd name="csY32" fmla="*/ 65895 h 260208"/>
                <a:gd name="csX33" fmla="*/ 163243 w 273705"/>
                <a:gd name="csY33" fmla="*/ 33397 h 260208"/>
                <a:gd name="csX34" fmla="*/ 165326 w 273705"/>
                <a:gd name="csY34" fmla="*/ 1486 h 260208"/>
                <a:gd name="csX35" fmla="*/ 167796 w 273705"/>
                <a:gd name="csY35" fmla="*/ 6032 h 260208"/>
                <a:gd name="csX36" fmla="*/ 180226 w 273705"/>
                <a:gd name="csY36" fmla="*/ 14421 h 260208"/>
                <a:gd name="csX37" fmla="*/ 195070 w 273705"/>
                <a:gd name="csY37" fmla="*/ 12027 h 260208"/>
                <a:gd name="csX38" fmla="*/ 227557 w 273705"/>
                <a:gd name="csY38" fmla="*/ 43889 h 260208"/>
                <a:gd name="csX39" fmla="*/ 257592 w 273705"/>
                <a:gd name="csY39" fmla="*/ 78146 h 260208"/>
                <a:gd name="csX40" fmla="*/ 261681 w 273705"/>
                <a:gd name="csY40" fmla="*/ 107593 h 260208"/>
                <a:gd name="csX41" fmla="*/ 273489 w 273705"/>
                <a:gd name="csY41" fmla="*/ 250266 h 260208"/>
                <a:gd name="csX42" fmla="*/ 218174 w 273705"/>
                <a:gd name="csY42" fmla="*/ 254247 h 260208"/>
                <a:gd name="csX43" fmla="*/ 150594 w 273705"/>
                <a:gd name="csY43" fmla="*/ 258722 h 260208"/>
                <a:gd name="csX44" fmla="*/ 137226 w 273705"/>
                <a:gd name="csY44" fmla="*/ 260208 h 260208"/>
                <a:gd name="csX45" fmla="*/ 136396 w 273705"/>
                <a:gd name="csY45" fmla="*/ 251544 h 2602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Lst>
              <a:rect l="l" t="t" r="r" b="b"/>
              <a:pathLst>
                <a:path w="273705" h="260208">
                  <a:moveTo>
                    <a:pt x="136396" y="251544"/>
                  </a:moveTo>
                  <a:cubicBezTo>
                    <a:pt x="135615" y="243380"/>
                    <a:pt x="134897" y="242794"/>
                    <a:pt x="123951" y="241399"/>
                  </a:cubicBezTo>
                  <a:cubicBezTo>
                    <a:pt x="117562" y="240584"/>
                    <a:pt x="106864" y="237181"/>
                    <a:pt x="100178" y="233837"/>
                  </a:cubicBezTo>
                  <a:cubicBezTo>
                    <a:pt x="89763" y="228627"/>
                    <a:pt x="87046" y="228201"/>
                    <a:pt x="81199" y="230865"/>
                  </a:cubicBezTo>
                  <a:cubicBezTo>
                    <a:pt x="75659" y="233390"/>
                    <a:pt x="74677" y="235176"/>
                    <a:pt x="75979" y="240363"/>
                  </a:cubicBezTo>
                  <a:cubicBezTo>
                    <a:pt x="77472" y="246311"/>
                    <a:pt x="76914" y="246752"/>
                    <a:pt x="67894" y="246752"/>
                  </a:cubicBezTo>
                  <a:cubicBezTo>
                    <a:pt x="55809" y="246752"/>
                    <a:pt x="31822" y="234563"/>
                    <a:pt x="29911" y="227450"/>
                  </a:cubicBezTo>
                  <a:cubicBezTo>
                    <a:pt x="29139" y="224578"/>
                    <a:pt x="28492" y="218104"/>
                    <a:pt x="28472" y="213064"/>
                  </a:cubicBezTo>
                  <a:cubicBezTo>
                    <a:pt x="28427" y="201349"/>
                    <a:pt x="24633" y="197704"/>
                    <a:pt x="12481" y="197704"/>
                  </a:cubicBezTo>
                  <a:cubicBezTo>
                    <a:pt x="4225" y="197704"/>
                    <a:pt x="2471" y="196710"/>
                    <a:pt x="1103" y="191257"/>
                  </a:cubicBezTo>
                  <a:cubicBezTo>
                    <a:pt x="-2114" y="178441"/>
                    <a:pt x="578" y="176853"/>
                    <a:pt x="24560" y="177413"/>
                  </a:cubicBezTo>
                  <a:cubicBezTo>
                    <a:pt x="38820" y="177746"/>
                    <a:pt x="47574" y="179100"/>
                    <a:pt x="49357" y="181249"/>
                  </a:cubicBezTo>
                  <a:cubicBezTo>
                    <a:pt x="54736" y="187730"/>
                    <a:pt x="49187" y="190228"/>
                    <a:pt x="33383" y="188440"/>
                  </a:cubicBezTo>
                  <a:cubicBezTo>
                    <a:pt x="22288" y="187184"/>
                    <a:pt x="18111" y="187556"/>
                    <a:pt x="18111" y="189801"/>
                  </a:cubicBezTo>
                  <a:cubicBezTo>
                    <a:pt x="18111" y="191735"/>
                    <a:pt x="20080" y="192265"/>
                    <a:pt x="23379" y="191217"/>
                  </a:cubicBezTo>
                  <a:cubicBezTo>
                    <a:pt x="26276" y="190298"/>
                    <a:pt x="34808" y="191483"/>
                    <a:pt x="42338" y="193852"/>
                  </a:cubicBezTo>
                  <a:cubicBezTo>
                    <a:pt x="54989" y="197831"/>
                    <a:pt x="55937" y="198681"/>
                    <a:pt x="54801" y="205031"/>
                  </a:cubicBezTo>
                  <a:lnTo>
                    <a:pt x="53572" y="211902"/>
                  </a:lnTo>
                  <a:lnTo>
                    <a:pt x="58745" y="206739"/>
                  </a:lnTo>
                  <a:cubicBezTo>
                    <a:pt x="61590" y="203900"/>
                    <a:pt x="63416" y="200705"/>
                    <a:pt x="62804" y="199640"/>
                  </a:cubicBezTo>
                  <a:cubicBezTo>
                    <a:pt x="61196" y="196843"/>
                    <a:pt x="70823" y="197262"/>
                    <a:pt x="78923" y="200342"/>
                  </a:cubicBezTo>
                  <a:cubicBezTo>
                    <a:pt x="85153" y="202711"/>
                    <a:pt x="85724" y="202459"/>
                    <a:pt x="84524" y="197871"/>
                  </a:cubicBezTo>
                  <a:cubicBezTo>
                    <a:pt x="83478" y="193868"/>
                    <a:pt x="85034" y="192154"/>
                    <a:pt x="91725" y="189946"/>
                  </a:cubicBezTo>
                  <a:cubicBezTo>
                    <a:pt x="104380" y="185769"/>
                    <a:pt x="109318" y="172009"/>
                    <a:pt x="100403" y="165765"/>
                  </a:cubicBezTo>
                  <a:cubicBezTo>
                    <a:pt x="97428" y="163681"/>
                    <a:pt x="95762" y="160736"/>
                    <a:pt x="96700" y="159218"/>
                  </a:cubicBezTo>
                  <a:cubicBezTo>
                    <a:pt x="97747" y="157525"/>
                    <a:pt x="96859" y="157053"/>
                    <a:pt x="94398" y="157998"/>
                  </a:cubicBezTo>
                  <a:cubicBezTo>
                    <a:pt x="92194" y="158843"/>
                    <a:pt x="90392" y="160572"/>
                    <a:pt x="90392" y="161840"/>
                  </a:cubicBezTo>
                  <a:cubicBezTo>
                    <a:pt x="90392" y="163108"/>
                    <a:pt x="89230" y="164145"/>
                    <a:pt x="87810" y="164145"/>
                  </a:cubicBezTo>
                  <a:cubicBezTo>
                    <a:pt x="81811" y="164145"/>
                    <a:pt x="86198" y="159036"/>
                    <a:pt x="100799" y="149016"/>
                  </a:cubicBezTo>
                  <a:cubicBezTo>
                    <a:pt x="109362" y="143139"/>
                    <a:pt x="117438" y="138331"/>
                    <a:pt x="118746" y="138331"/>
                  </a:cubicBezTo>
                  <a:cubicBezTo>
                    <a:pt x="120053" y="138331"/>
                    <a:pt x="126758" y="132696"/>
                    <a:pt x="133646" y="125809"/>
                  </a:cubicBezTo>
                  <a:cubicBezTo>
                    <a:pt x="145786" y="113669"/>
                    <a:pt x="146254" y="112631"/>
                    <a:pt x="149004" y="91807"/>
                  </a:cubicBezTo>
                  <a:cubicBezTo>
                    <a:pt x="151298" y="74430"/>
                    <a:pt x="152962" y="69481"/>
                    <a:pt x="157715" y="65895"/>
                  </a:cubicBezTo>
                  <a:cubicBezTo>
                    <a:pt x="163239" y="61729"/>
                    <a:pt x="163570" y="59784"/>
                    <a:pt x="163243" y="33397"/>
                  </a:cubicBezTo>
                  <a:cubicBezTo>
                    <a:pt x="163052" y="17960"/>
                    <a:pt x="163989" y="3600"/>
                    <a:pt x="165326" y="1486"/>
                  </a:cubicBezTo>
                  <a:cubicBezTo>
                    <a:pt x="167138" y="-1380"/>
                    <a:pt x="167766" y="-224"/>
                    <a:pt x="167796" y="6032"/>
                  </a:cubicBezTo>
                  <a:cubicBezTo>
                    <a:pt x="167835" y="14326"/>
                    <a:pt x="167976" y="14421"/>
                    <a:pt x="180226" y="14421"/>
                  </a:cubicBezTo>
                  <a:cubicBezTo>
                    <a:pt x="187041" y="14421"/>
                    <a:pt x="193721" y="13344"/>
                    <a:pt x="195070" y="12027"/>
                  </a:cubicBezTo>
                  <a:cubicBezTo>
                    <a:pt x="196598" y="10534"/>
                    <a:pt x="208840" y="22541"/>
                    <a:pt x="227557" y="43889"/>
                  </a:cubicBezTo>
                  <a:lnTo>
                    <a:pt x="257592" y="78146"/>
                  </a:lnTo>
                  <a:lnTo>
                    <a:pt x="261681" y="107593"/>
                  </a:lnTo>
                  <a:cubicBezTo>
                    <a:pt x="266251" y="140497"/>
                    <a:pt x="275208" y="248724"/>
                    <a:pt x="273489" y="250266"/>
                  </a:cubicBezTo>
                  <a:cubicBezTo>
                    <a:pt x="272881" y="250811"/>
                    <a:pt x="247989" y="252602"/>
                    <a:pt x="218174" y="254247"/>
                  </a:cubicBezTo>
                  <a:cubicBezTo>
                    <a:pt x="188358" y="255891"/>
                    <a:pt x="157947" y="257905"/>
                    <a:pt x="150594" y="258722"/>
                  </a:cubicBezTo>
                  <a:lnTo>
                    <a:pt x="137226" y="260208"/>
                  </a:lnTo>
                  <a:lnTo>
                    <a:pt x="136396" y="251544"/>
                  </a:lnTo>
                  <a:close/>
                </a:path>
              </a:pathLst>
            </a:custGeom>
            <a:solidFill>
              <a:srgbClr val="B9B9B9"/>
            </a:solidFill>
            <a:ln w="5163" cap="flat">
              <a:noFill/>
              <a:prstDash val="solid"/>
              <a:miter/>
            </a:ln>
          </p:spPr>
          <p:txBody>
            <a:bodyPr/>
            <a:lstStyle/>
            <a:p>
              <a:endParaRPr lang="es-419" noProof="0" dirty="0"/>
            </a:p>
          </p:txBody>
        </p:sp>
        <p:sp>
          <p:nvSpPr>
            <p:cNvPr id="70" name="Forma libre: forma 69">
              <a:extLst>
                <a:ext uri="{FF2B5EF4-FFF2-40B4-BE49-F238E27FC236}">
                  <a16:creationId xmlns:a16="http://schemas.microsoft.com/office/drawing/2014/main" id="{832AAF5F-9746-0A48-7B29-280CE759B5AB}"/>
                </a:ext>
              </a:extLst>
            </p:cNvPr>
            <p:cNvSpPr/>
            <p:nvPr/>
          </p:nvSpPr>
          <p:spPr>
            <a:xfrm>
              <a:off x="2221969" y="2379232"/>
              <a:ext cx="29491" cy="17638"/>
            </a:xfrm>
            <a:custGeom>
              <a:avLst/>
              <a:gdLst>
                <a:gd name="csX0" fmla="*/ 10326 w 29491"/>
                <a:gd name="csY0" fmla="*/ 11251 h 17638"/>
                <a:gd name="csX1" fmla="*/ 23663 w 29491"/>
                <a:gd name="csY1" fmla="*/ 4783 h 17638"/>
                <a:gd name="csX2" fmla="*/ 27977 w 29491"/>
                <a:gd name="csY2" fmla="*/ 1475 h 17638"/>
                <a:gd name="csX3" fmla="*/ 29483 w 29491"/>
                <a:gd name="csY3" fmla="*/ 1025 h 17638"/>
                <a:gd name="csX4" fmla="*/ 8425 w 29491"/>
                <a:gd name="csY4" fmla="*/ 16751 h 17638"/>
                <a:gd name="csX5" fmla="*/ 0 w 29491"/>
                <a:gd name="csY5" fmla="*/ 17639 h 17638"/>
                <a:gd name="csX6" fmla="*/ 10326 w 29491"/>
                <a:gd name="csY6" fmla="*/ 11251 h 17638"/>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9491" h="17638">
                  <a:moveTo>
                    <a:pt x="10326" y="11251"/>
                  </a:moveTo>
                  <a:cubicBezTo>
                    <a:pt x="16005" y="7738"/>
                    <a:pt x="22007" y="4827"/>
                    <a:pt x="23663" y="4783"/>
                  </a:cubicBezTo>
                  <a:cubicBezTo>
                    <a:pt x="25320" y="4738"/>
                    <a:pt x="27261" y="3250"/>
                    <a:pt x="27977" y="1475"/>
                  </a:cubicBezTo>
                  <a:cubicBezTo>
                    <a:pt x="28693" y="-299"/>
                    <a:pt x="29371" y="-502"/>
                    <a:pt x="29483" y="1025"/>
                  </a:cubicBezTo>
                  <a:cubicBezTo>
                    <a:pt x="29861" y="6183"/>
                    <a:pt x="16907" y="15857"/>
                    <a:pt x="8425" y="16751"/>
                  </a:cubicBezTo>
                  <a:lnTo>
                    <a:pt x="0" y="17639"/>
                  </a:lnTo>
                  <a:lnTo>
                    <a:pt x="10326" y="11251"/>
                  </a:lnTo>
                  <a:close/>
                </a:path>
              </a:pathLst>
            </a:custGeom>
            <a:solidFill>
              <a:srgbClr val="B9B9B9"/>
            </a:solidFill>
            <a:ln w="5163" cap="flat">
              <a:noFill/>
              <a:prstDash val="solid"/>
              <a:miter/>
            </a:ln>
          </p:spPr>
          <p:txBody>
            <a:bodyPr/>
            <a:lstStyle/>
            <a:p>
              <a:endParaRPr lang="es-419" noProof="0" dirty="0"/>
            </a:p>
          </p:txBody>
        </p:sp>
      </p:grpSp>
      <p:sp>
        <p:nvSpPr>
          <p:cNvPr id="71" name="Forma libre: forma 70">
            <a:extLst>
              <a:ext uri="{FF2B5EF4-FFF2-40B4-BE49-F238E27FC236}">
                <a16:creationId xmlns:a16="http://schemas.microsoft.com/office/drawing/2014/main" id="{6B671022-E5ED-3681-6BDA-AA66973BCC03}"/>
              </a:ext>
            </a:extLst>
          </p:cNvPr>
          <p:cNvSpPr/>
          <p:nvPr/>
        </p:nvSpPr>
        <p:spPr>
          <a:xfrm>
            <a:off x="1574029" y="2346575"/>
            <a:ext cx="28491" cy="35790"/>
          </a:xfrm>
          <a:custGeom>
            <a:avLst/>
            <a:gdLst>
              <a:gd name="csX0" fmla="*/ 11768 w 28491"/>
              <a:gd name="csY0" fmla="*/ 34872 h 35790"/>
              <a:gd name="csX1" fmla="*/ 805 w 28491"/>
              <a:gd name="csY1" fmla="*/ 25413 h 35790"/>
              <a:gd name="csX2" fmla="*/ 7669 w 28491"/>
              <a:gd name="csY2" fmla="*/ 7571 h 35790"/>
              <a:gd name="csX3" fmla="*/ 18379 w 28491"/>
              <a:gd name="csY3" fmla="*/ 2738 h 35790"/>
              <a:gd name="csX4" fmla="*/ 23574 w 28491"/>
              <a:gd name="csY4" fmla="*/ 11696 h 35790"/>
              <a:gd name="csX5" fmla="*/ 28193 w 28491"/>
              <a:gd name="csY5" fmla="*/ 24987 h 35790"/>
              <a:gd name="csX6" fmla="*/ 11768 w 28491"/>
              <a:gd name="csY6" fmla="*/ 34872 h 35790"/>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8491" h="35790">
                <a:moveTo>
                  <a:pt x="11768" y="34872"/>
                </a:moveTo>
                <a:cubicBezTo>
                  <a:pt x="4464" y="33733"/>
                  <a:pt x="2519" y="32055"/>
                  <a:pt x="805" y="25413"/>
                </a:cubicBezTo>
                <a:cubicBezTo>
                  <a:pt x="-1017" y="18356"/>
                  <a:pt x="-153" y="16110"/>
                  <a:pt x="7669" y="7571"/>
                </a:cubicBezTo>
                <a:cubicBezTo>
                  <a:pt x="15700" y="-1197"/>
                  <a:pt x="16797" y="-1692"/>
                  <a:pt x="18379" y="2738"/>
                </a:cubicBezTo>
                <a:cubicBezTo>
                  <a:pt x="19348" y="5452"/>
                  <a:pt x="21686" y="9483"/>
                  <a:pt x="23574" y="11696"/>
                </a:cubicBezTo>
                <a:cubicBezTo>
                  <a:pt x="25461" y="13908"/>
                  <a:pt x="27540" y="19890"/>
                  <a:pt x="28193" y="24987"/>
                </a:cubicBezTo>
                <a:cubicBezTo>
                  <a:pt x="29539" y="35505"/>
                  <a:pt x="26717" y="37203"/>
                  <a:pt x="11768" y="34872"/>
                </a:cubicBezTo>
                <a:close/>
              </a:path>
            </a:pathLst>
          </a:custGeom>
          <a:solidFill>
            <a:srgbClr val="CCCCCC"/>
          </a:solidFill>
          <a:ln w="5163" cap="flat">
            <a:noFill/>
            <a:prstDash val="solid"/>
            <a:miter/>
          </a:ln>
        </p:spPr>
        <p:txBody>
          <a:bodyPr/>
          <a:lstStyle/>
          <a:p>
            <a:endParaRPr lang="es-419" noProof="0" dirty="0"/>
          </a:p>
        </p:txBody>
      </p:sp>
      <p:sp>
        <p:nvSpPr>
          <p:cNvPr id="72" name="Forma libre: forma 71">
            <a:extLst>
              <a:ext uri="{FF2B5EF4-FFF2-40B4-BE49-F238E27FC236}">
                <a16:creationId xmlns:a16="http://schemas.microsoft.com/office/drawing/2014/main" id="{D7C1C203-68CF-632A-0C7B-CB3FE2169A84}"/>
              </a:ext>
            </a:extLst>
          </p:cNvPr>
          <p:cNvSpPr/>
          <p:nvPr/>
        </p:nvSpPr>
        <p:spPr>
          <a:xfrm>
            <a:off x="1629800" y="2326596"/>
            <a:ext cx="82332" cy="45198"/>
          </a:xfrm>
          <a:custGeom>
            <a:avLst/>
            <a:gdLst>
              <a:gd name="csX0" fmla="*/ 35828 w 82332"/>
              <a:gd name="csY0" fmla="*/ 43172 h 45198"/>
              <a:gd name="csX1" fmla="*/ 20861 w 82332"/>
              <a:gd name="csY1" fmla="*/ 27939 h 45198"/>
              <a:gd name="csX2" fmla="*/ 6710 w 82332"/>
              <a:gd name="csY2" fmla="*/ 16733 h 45198"/>
              <a:gd name="csX3" fmla="*/ 200 w 82332"/>
              <a:gd name="csY3" fmla="*/ 11518 h 45198"/>
              <a:gd name="csX4" fmla="*/ 11960 w 82332"/>
              <a:gd name="csY4" fmla="*/ 5709 h 45198"/>
              <a:gd name="csX5" fmla="*/ 29437 w 82332"/>
              <a:gd name="csY5" fmla="*/ 2139 h 45198"/>
              <a:gd name="csX6" fmla="*/ 38320 w 82332"/>
              <a:gd name="csY6" fmla="*/ 692 h 45198"/>
              <a:gd name="csX7" fmla="*/ 49592 w 82332"/>
              <a:gd name="csY7" fmla="*/ 4355 h 45198"/>
              <a:gd name="csX8" fmla="*/ 61209 w 82332"/>
              <a:gd name="csY8" fmla="*/ 13550 h 45198"/>
              <a:gd name="csX9" fmla="*/ 68838 w 82332"/>
              <a:gd name="csY9" fmla="*/ 19970 h 45198"/>
              <a:gd name="csX10" fmla="*/ 82332 w 82332"/>
              <a:gd name="csY10" fmla="*/ 30233 h 45198"/>
              <a:gd name="csX11" fmla="*/ 75901 w 82332"/>
              <a:gd name="csY11" fmla="*/ 31524 h 45198"/>
              <a:gd name="csX12" fmla="*/ 66358 w 82332"/>
              <a:gd name="csY12" fmla="*/ 36506 h 45198"/>
              <a:gd name="csX13" fmla="*/ 58348 w 82332"/>
              <a:gd name="csY13" fmla="*/ 38866 h 45198"/>
              <a:gd name="csX14" fmla="*/ 47885 w 82332"/>
              <a:gd name="csY14" fmla="*/ 41425 h 45198"/>
              <a:gd name="csX15" fmla="*/ 35828 w 82332"/>
              <a:gd name="csY15" fmla="*/ 43172 h 4519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82332" h="45198">
                <a:moveTo>
                  <a:pt x="35828" y="43172"/>
                </a:moveTo>
                <a:cubicBezTo>
                  <a:pt x="32257" y="41284"/>
                  <a:pt x="25522" y="34429"/>
                  <a:pt x="20861" y="27939"/>
                </a:cubicBezTo>
                <a:cubicBezTo>
                  <a:pt x="14698" y="19357"/>
                  <a:pt x="10840" y="16301"/>
                  <a:pt x="6710" y="16733"/>
                </a:cubicBezTo>
                <a:cubicBezTo>
                  <a:pt x="2564" y="17166"/>
                  <a:pt x="809" y="15760"/>
                  <a:pt x="200" y="11518"/>
                </a:cubicBezTo>
                <a:cubicBezTo>
                  <a:pt x="-566" y="6174"/>
                  <a:pt x="375" y="5709"/>
                  <a:pt x="11960" y="5709"/>
                </a:cubicBezTo>
                <a:cubicBezTo>
                  <a:pt x="18887" y="5709"/>
                  <a:pt x="26751" y="4102"/>
                  <a:pt x="29437" y="2139"/>
                </a:cubicBezTo>
                <a:cubicBezTo>
                  <a:pt x="32427" y="-48"/>
                  <a:pt x="35871" y="-609"/>
                  <a:pt x="38320" y="692"/>
                </a:cubicBezTo>
                <a:cubicBezTo>
                  <a:pt x="40520" y="1860"/>
                  <a:pt x="45592" y="3509"/>
                  <a:pt x="49592" y="4355"/>
                </a:cubicBezTo>
                <a:cubicBezTo>
                  <a:pt x="53972" y="5282"/>
                  <a:pt x="58593" y="8940"/>
                  <a:pt x="61209" y="13550"/>
                </a:cubicBezTo>
                <a:cubicBezTo>
                  <a:pt x="63598" y="17761"/>
                  <a:pt x="67032" y="20650"/>
                  <a:pt x="68838" y="19970"/>
                </a:cubicBezTo>
                <a:cubicBezTo>
                  <a:pt x="71755" y="18872"/>
                  <a:pt x="82332" y="26917"/>
                  <a:pt x="82332" y="30233"/>
                </a:cubicBezTo>
                <a:cubicBezTo>
                  <a:pt x="82332" y="30943"/>
                  <a:pt x="79438" y="31524"/>
                  <a:pt x="75901" y="31524"/>
                </a:cubicBezTo>
                <a:cubicBezTo>
                  <a:pt x="72343" y="31524"/>
                  <a:pt x="68079" y="33750"/>
                  <a:pt x="66358" y="36506"/>
                </a:cubicBezTo>
                <a:cubicBezTo>
                  <a:pt x="63915" y="40418"/>
                  <a:pt x="62194" y="40925"/>
                  <a:pt x="58348" y="38866"/>
                </a:cubicBezTo>
                <a:cubicBezTo>
                  <a:pt x="54563" y="36841"/>
                  <a:pt x="52184" y="37422"/>
                  <a:pt x="47885" y="41425"/>
                </a:cubicBezTo>
                <a:cubicBezTo>
                  <a:pt x="42972" y="45999"/>
                  <a:pt x="41560" y="46204"/>
                  <a:pt x="35828" y="43172"/>
                </a:cubicBezTo>
                <a:close/>
              </a:path>
            </a:pathLst>
          </a:custGeom>
          <a:solidFill>
            <a:srgbClr val="B9B9B9"/>
          </a:solidFill>
          <a:ln w="5163" cap="flat">
            <a:noFill/>
            <a:prstDash val="solid"/>
            <a:miter/>
          </a:ln>
        </p:spPr>
        <p:txBody>
          <a:bodyPr/>
          <a:lstStyle/>
          <a:p>
            <a:endParaRPr lang="es-419" noProof="0" dirty="0"/>
          </a:p>
        </p:txBody>
      </p:sp>
      <p:sp>
        <p:nvSpPr>
          <p:cNvPr id="73" name="Forma libre: forma 72">
            <a:extLst>
              <a:ext uri="{FF2B5EF4-FFF2-40B4-BE49-F238E27FC236}">
                <a16:creationId xmlns:a16="http://schemas.microsoft.com/office/drawing/2014/main" id="{AF53B610-EF41-37C9-30A3-17717006B0F9}"/>
              </a:ext>
            </a:extLst>
          </p:cNvPr>
          <p:cNvSpPr/>
          <p:nvPr/>
        </p:nvSpPr>
        <p:spPr>
          <a:xfrm>
            <a:off x="1522864" y="2163021"/>
            <a:ext cx="166771" cy="166600"/>
          </a:xfrm>
          <a:custGeom>
            <a:avLst/>
            <a:gdLst>
              <a:gd name="csX0" fmla="*/ 112825 w 166771"/>
              <a:gd name="csY0" fmla="*/ 162186 h 166600"/>
              <a:gd name="csX1" fmla="*/ 93810 w 166771"/>
              <a:gd name="csY1" fmla="*/ 146052 h 166600"/>
              <a:gd name="csX2" fmla="*/ 80847 w 166771"/>
              <a:gd name="csY2" fmla="*/ 139517 h 166600"/>
              <a:gd name="csX3" fmla="*/ 77061 w 166771"/>
              <a:gd name="csY3" fmla="*/ 131529 h 166600"/>
              <a:gd name="csX4" fmla="*/ 56324 w 166771"/>
              <a:gd name="csY4" fmla="*/ 140503 h 166600"/>
              <a:gd name="csX5" fmla="*/ 40835 w 166771"/>
              <a:gd name="csY5" fmla="*/ 134435 h 166600"/>
              <a:gd name="csX6" fmla="*/ 25839 w 166771"/>
              <a:gd name="csY6" fmla="*/ 117575 h 166600"/>
              <a:gd name="csX7" fmla="*/ 603 w 166771"/>
              <a:gd name="csY7" fmla="*/ 103594 h 166600"/>
              <a:gd name="csX8" fmla="*/ 3427 w 166771"/>
              <a:gd name="csY8" fmla="*/ 92334 h 166600"/>
              <a:gd name="csX9" fmla="*/ 16980 w 166771"/>
              <a:gd name="csY9" fmla="*/ 76064 h 166600"/>
              <a:gd name="csX10" fmla="*/ 29744 w 166771"/>
              <a:gd name="csY10" fmla="*/ 65065 h 166600"/>
              <a:gd name="csX11" fmla="*/ 36843 w 166771"/>
              <a:gd name="csY11" fmla="*/ 46479 h 166600"/>
              <a:gd name="csX12" fmla="*/ 44707 w 166771"/>
              <a:gd name="csY12" fmla="*/ 28415 h 166600"/>
              <a:gd name="csX13" fmla="*/ 49507 w 166771"/>
              <a:gd name="csY13" fmla="*/ 27678 h 166600"/>
              <a:gd name="csX14" fmla="*/ 60947 w 166771"/>
              <a:gd name="csY14" fmla="*/ 25763 h 166600"/>
              <a:gd name="csX15" fmla="*/ 70323 w 166771"/>
              <a:gd name="csY15" fmla="*/ 14969 h 166600"/>
              <a:gd name="csX16" fmla="*/ 78890 w 166771"/>
              <a:gd name="csY16" fmla="*/ 12726 h 166600"/>
              <a:gd name="csX17" fmla="*/ 98544 w 166771"/>
              <a:gd name="csY17" fmla="*/ 17873 h 166600"/>
              <a:gd name="csX18" fmla="*/ 112369 w 166771"/>
              <a:gd name="csY18" fmla="*/ 19382 h 166600"/>
              <a:gd name="csX19" fmla="*/ 111333 w 166771"/>
              <a:gd name="csY19" fmla="*/ 10510 h 166600"/>
              <a:gd name="csX20" fmla="*/ 113560 w 166771"/>
              <a:gd name="csY20" fmla="*/ 387 h 166600"/>
              <a:gd name="csX21" fmla="*/ 117960 w 166771"/>
              <a:gd name="csY21" fmla="*/ 7843 h 166600"/>
              <a:gd name="csX22" fmla="*/ 132949 w 166771"/>
              <a:gd name="csY22" fmla="*/ 23283 h 166600"/>
              <a:gd name="csX23" fmla="*/ 137639 w 166771"/>
              <a:gd name="csY23" fmla="*/ 24249 h 166600"/>
              <a:gd name="csX24" fmla="*/ 142971 w 166771"/>
              <a:gd name="csY24" fmla="*/ 28097 h 166600"/>
              <a:gd name="csX25" fmla="*/ 144280 w 166771"/>
              <a:gd name="csY25" fmla="*/ 37270 h 166600"/>
              <a:gd name="csX26" fmla="*/ 141806 w 166771"/>
              <a:gd name="csY26" fmla="*/ 49084 h 166600"/>
              <a:gd name="csX27" fmla="*/ 134976 w 166771"/>
              <a:gd name="csY27" fmla="*/ 50495 h 166600"/>
              <a:gd name="csX28" fmla="*/ 125814 w 166771"/>
              <a:gd name="csY28" fmla="*/ 54367 h 166600"/>
              <a:gd name="csX29" fmla="*/ 117982 w 166771"/>
              <a:gd name="csY29" fmla="*/ 60864 h 166600"/>
              <a:gd name="csX30" fmla="*/ 114406 w 166771"/>
              <a:gd name="csY30" fmla="*/ 64736 h 166600"/>
              <a:gd name="csX31" fmla="*/ 118081 w 166771"/>
              <a:gd name="csY31" fmla="*/ 68608 h 166600"/>
              <a:gd name="csX32" fmla="*/ 117880 w 166771"/>
              <a:gd name="csY32" fmla="*/ 76375 h 166600"/>
              <a:gd name="csX33" fmla="*/ 120902 w 166771"/>
              <a:gd name="csY33" fmla="*/ 101250 h 166600"/>
              <a:gd name="csX34" fmla="*/ 146578 w 166771"/>
              <a:gd name="csY34" fmla="*/ 85070 h 166600"/>
              <a:gd name="csX35" fmla="*/ 165866 w 166771"/>
              <a:gd name="csY35" fmla="*/ 78619 h 166600"/>
              <a:gd name="csX36" fmla="*/ 158858 w 166771"/>
              <a:gd name="csY36" fmla="*/ 93393 h 166600"/>
              <a:gd name="csX37" fmla="*/ 145606 w 166771"/>
              <a:gd name="csY37" fmla="*/ 103389 h 166600"/>
              <a:gd name="csX38" fmla="*/ 146405 w 166771"/>
              <a:gd name="csY38" fmla="*/ 113844 h 166600"/>
              <a:gd name="csX39" fmla="*/ 151373 w 166771"/>
              <a:gd name="csY39" fmla="*/ 126271 h 166600"/>
              <a:gd name="csX40" fmla="*/ 146320 w 166771"/>
              <a:gd name="csY40" fmla="*/ 138511 h 166600"/>
              <a:gd name="csX41" fmla="*/ 142802 w 166771"/>
              <a:gd name="csY41" fmla="*/ 150216 h 166600"/>
              <a:gd name="csX42" fmla="*/ 135305 w 166771"/>
              <a:gd name="csY42" fmla="*/ 162275 h 166600"/>
              <a:gd name="csX43" fmla="*/ 112825 w 166771"/>
              <a:gd name="csY43" fmla="*/ 162186 h 1666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66771" h="166600">
                <a:moveTo>
                  <a:pt x="112825" y="162186"/>
                </a:moveTo>
                <a:cubicBezTo>
                  <a:pt x="107924" y="146593"/>
                  <a:pt x="107287" y="146052"/>
                  <a:pt x="93810" y="146052"/>
                </a:cubicBezTo>
                <a:cubicBezTo>
                  <a:pt x="81661" y="146052"/>
                  <a:pt x="80847" y="145641"/>
                  <a:pt x="80847" y="139517"/>
                </a:cubicBezTo>
                <a:cubicBezTo>
                  <a:pt x="80847" y="135923"/>
                  <a:pt x="79143" y="132329"/>
                  <a:pt x="77061" y="131529"/>
                </a:cubicBezTo>
                <a:cubicBezTo>
                  <a:pt x="70944" y="129182"/>
                  <a:pt x="59116" y="134300"/>
                  <a:pt x="56324" y="140503"/>
                </a:cubicBezTo>
                <a:cubicBezTo>
                  <a:pt x="52116" y="149848"/>
                  <a:pt x="43882" y="146622"/>
                  <a:pt x="40835" y="134435"/>
                </a:cubicBezTo>
                <a:cubicBezTo>
                  <a:pt x="37208" y="119926"/>
                  <a:pt x="35198" y="117667"/>
                  <a:pt x="25839" y="117575"/>
                </a:cubicBezTo>
                <a:cubicBezTo>
                  <a:pt x="16487" y="117484"/>
                  <a:pt x="-3740" y="106278"/>
                  <a:pt x="603" y="103594"/>
                </a:cubicBezTo>
                <a:cubicBezTo>
                  <a:pt x="2143" y="102641"/>
                  <a:pt x="3414" y="97575"/>
                  <a:pt x="3427" y="92334"/>
                </a:cubicBezTo>
                <a:cubicBezTo>
                  <a:pt x="3448" y="83428"/>
                  <a:pt x="4333" y="82366"/>
                  <a:pt x="16980" y="76064"/>
                </a:cubicBezTo>
                <a:cubicBezTo>
                  <a:pt x="26201" y="71468"/>
                  <a:pt x="30266" y="67966"/>
                  <a:pt x="29744" y="65065"/>
                </a:cubicBezTo>
                <a:cubicBezTo>
                  <a:pt x="29324" y="62724"/>
                  <a:pt x="32518" y="54360"/>
                  <a:pt x="36843" y="46479"/>
                </a:cubicBezTo>
                <a:cubicBezTo>
                  <a:pt x="41168" y="38598"/>
                  <a:pt x="44707" y="30469"/>
                  <a:pt x="44707" y="28415"/>
                </a:cubicBezTo>
                <a:cubicBezTo>
                  <a:pt x="44707" y="25420"/>
                  <a:pt x="45659" y="25274"/>
                  <a:pt x="49507" y="27678"/>
                </a:cubicBezTo>
                <a:cubicBezTo>
                  <a:pt x="53370" y="30090"/>
                  <a:pt x="55603" y="29716"/>
                  <a:pt x="60947" y="25763"/>
                </a:cubicBezTo>
                <a:cubicBezTo>
                  <a:pt x="64599" y="23062"/>
                  <a:pt x="68819" y="18205"/>
                  <a:pt x="70323" y="14969"/>
                </a:cubicBezTo>
                <a:cubicBezTo>
                  <a:pt x="72821" y="9600"/>
                  <a:pt x="73567" y="9404"/>
                  <a:pt x="78890" y="12726"/>
                </a:cubicBezTo>
                <a:cubicBezTo>
                  <a:pt x="82096" y="14727"/>
                  <a:pt x="90941" y="17044"/>
                  <a:pt x="98544" y="17873"/>
                </a:cubicBezTo>
                <a:lnTo>
                  <a:pt x="112369" y="19382"/>
                </a:lnTo>
                <a:lnTo>
                  <a:pt x="111333" y="10510"/>
                </a:lnTo>
                <a:cubicBezTo>
                  <a:pt x="110680" y="4917"/>
                  <a:pt x="111503" y="1176"/>
                  <a:pt x="113560" y="387"/>
                </a:cubicBezTo>
                <a:cubicBezTo>
                  <a:pt x="117812" y="-1245"/>
                  <a:pt x="120015" y="2488"/>
                  <a:pt x="117960" y="7843"/>
                </a:cubicBezTo>
                <a:cubicBezTo>
                  <a:pt x="115692" y="13753"/>
                  <a:pt x="126829" y="25225"/>
                  <a:pt x="132949" y="23283"/>
                </a:cubicBezTo>
                <a:cubicBezTo>
                  <a:pt x="135529" y="22464"/>
                  <a:pt x="137639" y="22899"/>
                  <a:pt x="137639" y="24249"/>
                </a:cubicBezTo>
                <a:cubicBezTo>
                  <a:pt x="137639" y="25599"/>
                  <a:pt x="140039" y="27330"/>
                  <a:pt x="142971" y="28097"/>
                </a:cubicBezTo>
                <a:cubicBezTo>
                  <a:pt x="148037" y="29422"/>
                  <a:pt x="148102" y="29879"/>
                  <a:pt x="144280" y="37270"/>
                </a:cubicBezTo>
                <a:cubicBezTo>
                  <a:pt x="142067" y="41548"/>
                  <a:pt x="140954" y="46864"/>
                  <a:pt x="141806" y="49084"/>
                </a:cubicBezTo>
                <a:cubicBezTo>
                  <a:pt x="143608" y="53779"/>
                  <a:pt x="141808" y="54151"/>
                  <a:pt x="134976" y="50495"/>
                </a:cubicBezTo>
                <a:cubicBezTo>
                  <a:pt x="130992" y="48362"/>
                  <a:pt x="129272" y="49089"/>
                  <a:pt x="125814" y="54367"/>
                </a:cubicBezTo>
                <a:cubicBezTo>
                  <a:pt x="123473" y="57940"/>
                  <a:pt x="119948" y="60864"/>
                  <a:pt x="117982" y="60864"/>
                </a:cubicBezTo>
                <a:cubicBezTo>
                  <a:pt x="116015" y="60864"/>
                  <a:pt x="114406" y="62606"/>
                  <a:pt x="114406" y="64736"/>
                </a:cubicBezTo>
                <a:cubicBezTo>
                  <a:pt x="114406" y="66866"/>
                  <a:pt x="116060" y="68608"/>
                  <a:pt x="118081" y="68608"/>
                </a:cubicBezTo>
                <a:cubicBezTo>
                  <a:pt x="121214" y="68608"/>
                  <a:pt x="121185" y="69751"/>
                  <a:pt x="117880" y="76375"/>
                </a:cubicBezTo>
                <a:cubicBezTo>
                  <a:pt x="113557" y="85043"/>
                  <a:pt x="115262" y="99086"/>
                  <a:pt x="120902" y="101250"/>
                </a:cubicBezTo>
                <a:cubicBezTo>
                  <a:pt x="125974" y="103196"/>
                  <a:pt x="134577" y="97775"/>
                  <a:pt x="146578" y="85070"/>
                </a:cubicBezTo>
                <a:cubicBezTo>
                  <a:pt x="158352" y="72606"/>
                  <a:pt x="161996" y="71387"/>
                  <a:pt x="165866" y="78619"/>
                </a:cubicBezTo>
                <a:cubicBezTo>
                  <a:pt x="167980" y="82568"/>
                  <a:pt x="166683" y="85304"/>
                  <a:pt x="158858" y="93393"/>
                </a:cubicBezTo>
                <a:cubicBezTo>
                  <a:pt x="153577" y="98853"/>
                  <a:pt x="147613" y="103351"/>
                  <a:pt x="145606" y="103389"/>
                </a:cubicBezTo>
                <a:cubicBezTo>
                  <a:pt x="139218" y="103509"/>
                  <a:pt x="139670" y="109432"/>
                  <a:pt x="146405" y="113844"/>
                </a:cubicBezTo>
                <a:cubicBezTo>
                  <a:pt x="151813" y="117388"/>
                  <a:pt x="152650" y="119482"/>
                  <a:pt x="151373" y="126271"/>
                </a:cubicBezTo>
                <a:cubicBezTo>
                  <a:pt x="150529" y="130761"/>
                  <a:pt x="148255" y="136269"/>
                  <a:pt x="146320" y="138511"/>
                </a:cubicBezTo>
                <a:cubicBezTo>
                  <a:pt x="144385" y="140752"/>
                  <a:pt x="142802" y="146020"/>
                  <a:pt x="142802" y="150216"/>
                </a:cubicBezTo>
                <a:cubicBezTo>
                  <a:pt x="142802" y="155900"/>
                  <a:pt x="140890" y="158975"/>
                  <a:pt x="135305" y="162275"/>
                </a:cubicBezTo>
                <a:cubicBezTo>
                  <a:pt x="125481" y="168078"/>
                  <a:pt x="114663" y="168035"/>
                  <a:pt x="112825" y="162186"/>
                </a:cubicBezTo>
                <a:close/>
              </a:path>
            </a:pathLst>
          </a:custGeom>
          <a:solidFill>
            <a:srgbClr val="B9B9B9"/>
          </a:solidFill>
          <a:ln w="5163" cap="flat">
            <a:noFill/>
            <a:prstDash val="solid"/>
            <a:miter/>
          </a:ln>
        </p:spPr>
        <p:txBody>
          <a:bodyPr/>
          <a:lstStyle/>
          <a:p>
            <a:endParaRPr lang="es-419" noProof="0" dirty="0"/>
          </a:p>
        </p:txBody>
      </p:sp>
      <p:sp>
        <p:nvSpPr>
          <p:cNvPr id="74" name="Forma libre: forma 73">
            <a:extLst>
              <a:ext uri="{FF2B5EF4-FFF2-40B4-BE49-F238E27FC236}">
                <a16:creationId xmlns:a16="http://schemas.microsoft.com/office/drawing/2014/main" id="{30B1F9FD-CCB6-BD85-73F2-50DCB208C879}"/>
              </a:ext>
            </a:extLst>
          </p:cNvPr>
          <p:cNvSpPr/>
          <p:nvPr/>
        </p:nvSpPr>
        <p:spPr>
          <a:xfrm>
            <a:off x="1152549" y="1816032"/>
            <a:ext cx="278306" cy="369963"/>
          </a:xfrm>
          <a:custGeom>
            <a:avLst/>
            <a:gdLst>
              <a:gd name="csX0" fmla="*/ 34904 w 278306"/>
              <a:gd name="csY0" fmla="*/ 369743 h 369963"/>
              <a:gd name="csX1" fmla="*/ 30386 w 278306"/>
              <a:gd name="csY1" fmla="*/ 366534 h 369963"/>
              <a:gd name="csX2" fmla="*/ 24882 w 278306"/>
              <a:gd name="csY2" fmla="*/ 362569 h 369963"/>
              <a:gd name="csX3" fmla="*/ 21927 w 278306"/>
              <a:gd name="csY3" fmla="*/ 359169 h 369963"/>
              <a:gd name="csX4" fmla="*/ 27578 w 278306"/>
              <a:gd name="csY4" fmla="*/ 347996 h 369963"/>
              <a:gd name="csX5" fmla="*/ 35410 w 278306"/>
              <a:gd name="csY5" fmla="*/ 332463 h 369963"/>
              <a:gd name="csX6" fmla="*/ 46301 w 278306"/>
              <a:gd name="csY6" fmla="*/ 305733 h 369963"/>
              <a:gd name="csX7" fmla="*/ 51274 w 278306"/>
              <a:gd name="csY7" fmla="*/ 305469 h 369963"/>
              <a:gd name="csX8" fmla="*/ 85602 w 278306"/>
              <a:gd name="csY8" fmla="*/ 259605 h 369963"/>
              <a:gd name="csX9" fmla="*/ 77041 w 278306"/>
              <a:gd name="csY9" fmla="*/ 247151 h 369963"/>
              <a:gd name="csX10" fmla="*/ 56201 w 278306"/>
              <a:gd name="csY10" fmla="*/ 259540 h 369963"/>
              <a:gd name="csX11" fmla="*/ 43804 w 278306"/>
              <a:gd name="csY11" fmla="*/ 271918 h 369963"/>
              <a:gd name="csX12" fmla="*/ 42369 w 278306"/>
              <a:gd name="csY12" fmla="*/ 249815 h 369963"/>
              <a:gd name="csX13" fmla="*/ 41724 w 278306"/>
              <a:gd name="csY13" fmla="*/ 231013 h 369963"/>
              <a:gd name="csX14" fmla="*/ 29106 w 278306"/>
              <a:gd name="csY14" fmla="*/ 240028 h 369963"/>
              <a:gd name="csX15" fmla="*/ 22444 w 278306"/>
              <a:gd name="csY15" fmla="*/ 254379 h 369963"/>
              <a:gd name="csX16" fmla="*/ 24802 w 278306"/>
              <a:gd name="csY16" fmla="*/ 241025 h 369963"/>
              <a:gd name="csX17" fmla="*/ 33753 w 278306"/>
              <a:gd name="csY17" fmla="*/ 223416 h 369963"/>
              <a:gd name="csX18" fmla="*/ 20060 w 278306"/>
              <a:gd name="csY18" fmla="*/ 211002 h 369963"/>
              <a:gd name="csX19" fmla="*/ 12798 w 278306"/>
              <a:gd name="csY19" fmla="*/ 218762 h 369963"/>
              <a:gd name="csX20" fmla="*/ 14913 w 278306"/>
              <a:gd name="csY20" fmla="*/ 227151 h 369963"/>
              <a:gd name="csX21" fmla="*/ 17013 w 278306"/>
              <a:gd name="csY21" fmla="*/ 232960 h 369963"/>
              <a:gd name="csX22" fmla="*/ 9735 w 278306"/>
              <a:gd name="csY22" fmla="*/ 237857 h 369963"/>
              <a:gd name="csX23" fmla="*/ 1293 w 278306"/>
              <a:gd name="csY23" fmla="*/ 233984 h 369963"/>
              <a:gd name="csX24" fmla="*/ 5050 w 278306"/>
              <a:gd name="csY24" fmla="*/ 166825 h 369963"/>
              <a:gd name="csX25" fmla="*/ 13098 w 278306"/>
              <a:gd name="csY25" fmla="*/ 148470 h 369963"/>
              <a:gd name="csX26" fmla="*/ 17479 w 278306"/>
              <a:gd name="csY26" fmla="*/ 142324 h 369963"/>
              <a:gd name="csX27" fmla="*/ 23957 w 278306"/>
              <a:gd name="csY27" fmla="*/ 139382 h 369963"/>
              <a:gd name="csX28" fmla="*/ 29365 w 278306"/>
              <a:gd name="csY28" fmla="*/ 127120 h 369963"/>
              <a:gd name="csX29" fmla="*/ 37749 w 278306"/>
              <a:gd name="csY29" fmla="*/ 97729 h 369963"/>
              <a:gd name="csX30" fmla="*/ 49507 w 278306"/>
              <a:gd name="csY30" fmla="*/ 88122 h 369963"/>
              <a:gd name="csX31" fmla="*/ 58774 w 278306"/>
              <a:gd name="csY31" fmla="*/ 77796 h 369963"/>
              <a:gd name="csX32" fmla="*/ 64863 w 278306"/>
              <a:gd name="csY32" fmla="*/ 68721 h 369963"/>
              <a:gd name="csX33" fmla="*/ 80119 w 278306"/>
              <a:gd name="csY33" fmla="*/ 65404 h 369963"/>
              <a:gd name="csX34" fmla="*/ 105248 w 278306"/>
              <a:gd name="csY34" fmla="*/ 69057 h 369963"/>
              <a:gd name="csX35" fmla="*/ 132354 w 278306"/>
              <a:gd name="csY35" fmla="*/ 69793 h 369963"/>
              <a:gd name="csX36" fmla="*/ 147842 w 278306"/>
              <a:gd name="csY36" fmla="*/ 68392 h 369963"/>
              <a:gd name="csX37" fmla="*/ 148600 w 278306"/>
              <a:gd name="csY37" fmla="*/ 51194 h 369963"/>
              <a:gd name="csX38" fmla="*/ 143045 w 278306"/>
              <a:gd name="csY38" fmla="*/ 18458 h 369963"/>
              <a:gd name="csX39" fmla="*/ 138200 w 278306"/>
              <a:gd name="csY39" fmla="*/ 1452 h 369963"/>
              <a:gd name="csX40" fmla="*/ 176238 w 278306"/>
              <a:gd name="csY40" fmla="*/ 4099 h 369963"/>
              <a:gd name="csX41" fmla="*/ 200117 w 278306"/>
              <a:gd name="csY41" fmla="*/ 11594 h 369963"/>
              <a:gd name="csX42" fmla="*/ 208506 w 278306"/>
              <a:gd name="csY42" fmla="*/ 17328 h 369963"/>
              <a:gd name="csX43" fmla="*/ 213126 w 278306"/>
              <a:gd name="csY43" fmla="*/ 22327 h 369963"/>
              <a:gd name="csX44" fmla="*/ 220224 w 278306"/>
              <a:gd name="csY44" fmla="*/ 29184 h 369963"/>
              <a:gd name="csX45" fmla="*/ 234966 w 278306"/>
              <a:gd name="csY45" fmla="*/ 33975 h 369963"/>
              <a:gd name="csX46" fmla="*/ 247228 w 278306"/>
              <a:gd name="csY46" fmla="*/ 35904 h 369963"/>
              <a:gd name="csX47" fmla="*/ 256714 w 278306"/>
              <a:gd name="csY47" fmla="*/ 49191 h 369963"/>
              <a:gd name="csX48" fmla="*/ 272203 w 278306"/>
              <a:gd name="csY48" fmla="*/ 58184 h 369963"/>
              <a:gd name="csX49" fmla="*/ 271714 w 278306"/>
              <a:gd name="csY49" fmla="*/ 67589 h 369963"/>
              <a:gd name="csX50" fmla="*/ 263105 w 278306"/>
              <a:gd name="csY50" fmla="*/ 78504 h 369963"/>
              <a:gd name="csX51" fmla="*/ 254303 w 278306"/>
              <a:gd name="csY51" fmla="*/ 85750 h 369963"/>
              <a:gd name="csX52" fmla="*/ 246105 w 278306"/>
              <a:gd name="csY52" fmla="*/ 101699 h 369963"/>
              <a:gd name="csX53" fmla="*/ 227494 w 278306"/>
              <a:gd name="csY53" fmla="*/ 130702 h 369963"/>
              <a:gd name="csX54" fmla="*/ 183924 w 278306"/>
              <a:gd name="csY54" fmla="*/ 160034 h 369963"/>
              <a:gd name="csX55" fmla="*/ 153537 w 278306"/>
              <a:gd name="csY55" fmla="*/ 173778 h 369963"/>
              <a:gd name="csX56" fmla="*/ 157053 w 278306"/>
              <a:gd name="csY56" fmla="*/ 181528 h 369963"/>
              <a:gd name="csX57" fmla="*/ 160436 w 278306"/>
              <a:gd name="csY57" fmla="*/ 193225 h 369963"/>
              <a:gd name="csX58" fmla="*/ 180263 w 278306"/>
              <a:gd name="csY58" fmla="*/ 225950 h 369963"/>
              <a:gd name="csX59" fmla="*/ 194663 w 278306"/>
              <a:gd name="csY59" fmla="*/ 239264 h 369963"/>
              <a:gd name="csX60" fmla="*/ 204770 w 278306"/>
              <a:gd name="csY60" fmla="*/ 247088 h 369963"/>
              <a:gd name="csX61" fmla="*/ 210897 w 278306"/>
              <a:gd name="csY61" fmla="*/ 244424 h 369963"/>
              <a:gd name="csX62" fmla="*/ 229158 w 278306"/>
              <a:gd name="csY62" fmla="*/ 228391 h 369963"/>
              <a:gd name="csX63" fmla="*/ 234321 w 278306"/>
              <a:gd name="csY63" fmla="*/ 228442 h 369963"/>
              <a:gd name="csX64" fmla="*/ 234966 w 278306"/>
              <a:gd name="csY64" fmla="*/ 250091 h 369963"/>
              <a:gd name="csX65" fmla="*/ 235014 w 278306"/>
              <a:gd name="csY65" fmla="*/ 261191 h 369963"/>
              <a:gd name="csX66" fmla="*/ 230353 w 278306"/>
              <a:gd name="csY66" fmla="*/ 300578 h 369963"/>
              <a:gd name="csX67" fmla="*/ 224337 w 278306"/>
              <a:gd name="csY67" fmla="*/ 308123 h 369963"/>
              <a:gd name="csX68" fmla="*/ 215823 w 278306"/>
              <a:gd name="csY68" fmla="*/ 299799 h 369963"/>
              <a:gd name="csX69" fmla="*/ 202099 w 278306"/>
              <a:gd name="csY69" fmla="*/ 292094 h 369963"/>
              <a:gd name="csX70" fmla="*/ 185246 w 278306"/>
              <a:gd name="csY70" fmla="*/ 278805 h 369963"/>
              <a:gd name="csX71" fmla="*/ 173928 w 278306"/>
              <a:gd name="csY71" fmla="*/ 260086 h 369963"/>
              <a:gd name="csX72" fmla="*/ 159486 w 278306"/>
              <a:gd name="csY72" fmla="*/ 251642 h 369963"/>
              <a:gd name="csX73" fmla="*/ 135920 w 278306"/>
              <a:gd name="csY73" fmla="*/ 263292 h 369963"/>
              <a:gd name="csX74" fmla="*/ 128496 w 278306"/>
              <a:gd name="csY74" fmla="*/ 268428 h 369963"/>
              <a:gd name="csX75" fmla="*/ 118324 w 278306"/>
              <a:gd name="csY75" fmla="*/ 277403 h 369963"/>
              <a:gd name="csX76" fmla="*/ 102749 w 278306"/>
              <a:gd name="csY76" fmla="*/ 302843 h 369963"/>
              <a:gd name="csX77" fmla="*/ 111986 w 278306"/>
              <a:gd name="csY77" fmla="*/ 325389 h 369963"/>
              <a:gd name="csX78" fmla="*/ 124791 w 278306"/>
              <a:gd name="csY78" fmla="*/ 345325 h 369963"/>
              <a:gd name="csX79" fmla="*/ 112525 w 278306"/>
              <a:gd name="csY79" fmla="*/ 358252 h 369963"/>
              <a:gd name="csX80" fmla="*/ 61364 w 278306"/>
              <a:gd name="csY80" fmla="*/ 367059 h 369963"/>
              <a:gd name="csX81" fmla="*/ 45875 w 278306"/>
              <a:gd name="csY81" fmla="*/ 368630 h 369963"/>
              <a:gd name="csX82" fmla="*/ 34904 w 278306"/>
              <a:gd name="csY82" fmla="*/ 369743 h 3699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Lst>
            <a:rect l="l" t="t" r="r" b="b"/>
            <a:pathLst>
              <a:path w="278306" h="369963">
                <a:moveTo>
                  <a:pt x="34904" y="369743"/>
                </a:moveTo>
                <a:cubicBezTo>
                  <a:pt x="32419" y="369198"/>
                  <a:pt x="30386" y="367754"/>
                  <a:pt x="30386" y="366534"/>
                </a:cubicBezTo>
                <a:cubicBezTo>
                  <a:pt x="30386" y="365314"/>
                  <a:pt x="27909" y="363530"/>
                  <a:pt x="24882" y="362569"/>
                </a:cubicBezTo>
                <a:cubicBezTo>
                  <a:pt x="21855" y="361609"/>
                  <a:pt x="20525" y="360078"/>
                  <a:pt x="21927" y="359169"/>
                </a:cubicBezTo>
                <a:cubicBezTo>
                  <a:pt x="23328" y="358259"/>
                  <a:pt x="25871" y="353231"/>
                  <a:pt x="27578" y="347996"/>
                </a:cubicBezTo>
                <a:cubicBezTo>
                  <a:pt x="29284" y="342760"/>
                  <a:pt x="32809" y="335771"/>
                  <a:pt x="35410" y="332463"/>
                </a:cubicBezTo>
                <a:cubicBezTo>
                  <a:pt x="41776" y="324371"/>
                  <a:pt x="48428" y="308044"/>
                  <a:pt x="46301" y="305733"/>
                </a:cubicBezTo>
                <a:cubicBezTo>
                  <a:pt x="45357" y="304708"/>
                  <a:pt x="47595" y="304589"/>
                  <a:pt x="51274" y="305469"/>
                </a:cubicBezTo>
                <a:cubicBezTo>
                  <a:pt x="65489" y="308870"/>
                  <a:pt x="84946" y="282874"/>
                  <a:pt x="85602" y="259605"/>
                </a:cubicBezTo>
                <a:cubicBezTo>
                  <a:pt x="85868" y="250143"/>
                  <a:pt x="85296" y="249310"/>
                  <a:pt x="77041" y="247151"/>
                </a:cubicBezTo>
                <a:cubicBezTo>
                  <a:pt x="64390" y="243842"/>
                  <a:pt x="56201" y="248710"/>
                  <a:pt x="56201" y="259540"/>
                </a:cubicBezTo>
                <a:cubicBezTo>
                  <a:pt x="56201" y="269382"/>
                  <a:pt x="51616" y="273960"/>
                  <a:pt x="43804" y="271918"/>
                </a:cubicBezTo>
                <a:cubicBezTo>
                  <a:pt x="37009" y="270141"/>
                  <a:pt x="36944" y="269149"/>
                  <a:pt x="42369" y="249815"/>
                </a:cubicBezTo>
                <a:cubicBezTo>
                  <a:pt x="46434" y="235327"/>
                  <a:pt x="46408" y="234559"/>
                  <a:pt x="41724" y="231013"/>
                </a:cubicBezTo>
                <a:cubicBezTo>
                  <a:pt x="34464" y="225517"/>
                  <a:pt x="33758" y="226021"/>
                  <a:pt x="29106" y="240028"/>
                </a:cubicBezTo>
                <a:cubicBezTo>
                  <a:pt x="26753" y="247111"/>
                  <a:pt x="23756" y="253568"/>
                  <a:pt x="22444" y="254379"/>
                </a:cubicBezTo>
                <a:cubicBezTo>
                  <a:pt x="19454" y="256227"/>
                  <a:pt x="19357" y="256781"/>
                  <a:pt x="24802" y="241025"/>
                </a:cubicBezTo>
                <a:cubicBezTo>
                  <a:pt x="27318" y="233748"/>
                  <a:pt x="31345" y="225823"/>
                  <a:pt x="33753" y="223416"/>
                </a:cubicBezTo>
                <a:cubicBezTo>
                  <a:pt x="41536" y="215633"/>
                  <a:pt x="38403" y="212792"/>
                  <a:pt x="20060" y="211002"/>
                </a:cubicBezTo>
                <a:cubicBezTo>
                  <a:pt x="14508" y="210460"/>
                  <a:pt x="13494" y="211544"/>
                  <a:pt x="12798" y="218762"/>
                </a:cubicBezTo>
                <a:cubicBezTo>
                  <a:pt x="12315" y="223766"/>
                  <a:pt x="13169" y="227151"/>
                  <a:pt x="14913" y="227151"/>
                </a:cubicBezTo>
                <a:cubicBezTo>
                  <a:pt x="16522" y="227151"/>
                  <a:pt x="17467" y="229765"/>
                  <a:pt x="17013" y="232960"/>
                </a:cubicBezTo>
                <a:cubicBezTo>
                  <a:pt x="16365" y="237521"/>
                  <a:pt x="14803" y="238572"/>
                  <a:pt x="9735" y="237857"/>
                </a:cubicBezTo>
                <a:cubicBezTo>
                  <a:pt x="6185" y="237355"/>
                  <a:pt x="2386" y="235613"/>
                  <a:pt x="1293" y="233984"/>
                </a:cubicBezTo>
                <a:cubicBezTo>
                  <a:pt x="-1682" y="229553"/>
                  <a:pt x="858" y="184145"/>
                  <a:pt x="5050" y="166825"/>
                </a:cubicBezTo>
                <a:cubicBezTo>
                  <a:pt x="7067" y="158491"/>
                  <a:pt x="10689" y="150232"/>
                  <a:pt x="13098" y="148470"/>
                </a:cubicBezTo>
                <a:cubicBezTo>
                  <a:pt x="15508" y="146708"/>
                  <a:pt x="17479" y="143943"/>
                  <a:pt x="17479" y="142324"/>
                </a:cubicBezTo>
                <a:cubicBezTo>
                  <a:pt x="17479" y="140706"/>
                  <a:pt x="20394" y="139382"/>
                  <a:pt x="23957" y="139382"/>
                </a:cubicBezTo>
                <a:cubicBezTo>
                  <a:pt x="30115" y="139382"/>
                  <a:pt x="30383" y="138776"/>
                  <a:pt x="29365" y="127120"/>
                </a:cubicBezTo>
                <a:cubicBezTo>
                  <a:pt x="27807" y="109281"/>
                  <a:pt x="29957" y="101744"/>
                  <a:pt x="37749" y="97729"/>
                </a:cubicBezTo>
                <a:cubicBezTo>
                  <a:pt x="41508" y="95792"/>
                  <a:pt x="46799" y="91468"/>
                  <a:pt x="49507" y="88122"/>
                </a:cubicBezTo>
                <a:cubicBezTo>
                  <a:pt x="52214" y="84775"/>
                  <a:pt x="56385" y="80128"/>
                  <a:pt x="58774" y="77796"/>
                </a:cubicBezTo>
                <a:cubicBezTo>
                  <a:pt x="61163" y="75463"/>
                  <a:pt x="63903" y="71380"/>
                  <a:pt x="64863" y="68721"/>
                </a:cubicBezTo>
                <a:cubicBezTo>
                  <a:pt x="66368" y="64550"/>
                  <a:pt x="68459" y="64095"/>
                  <a:pt x="80119" y="65404"/>
                </a:cubicBezTo>
                <a:cubicBezTo>
                  <a:pt x="87551" y="66238"/>
                  <a:pt x="98859" y="67882"/>
                  <a:pt x="105248" y="69057"/>
                </a:cubicBezTo>
                <a:cubicBezTo>
                  <a:pt x="111637" y="70233"/>
                  <a:pt x="123835" y="70564"/>
                  <a:pt x="132354" y="69793"/>
                </a:cubicBezTo>
                <a:lnTo>
                  <a:pt x="147842" y="68392"/>
                </a:lnTo>
                <a:lnTo>
                  <a:pt x="148600" y="51194"/>
                </a:lnTo>
                <a:cubicBezTo>
                  <a:pt x="149196" y="37679"/>
                  <a:pt x="148006" y="30668"/>
                  <a:pt x="143045" y="18458"/>
                </a:cubicBezTo>
                <a:cubicBezTo>
                  <a:pt x="139573" y="9912"/>
                  <a:pt x="137392" y="2259"/>
                  <a:pt x="138200" y="1452"/>
                </a:cubicBezTo>
                <a:cubicBezTo>
                  <a:pt x="141102" y="-1451"/>
                  <a:pt x="166125" y="290"/>
                  <a:pt x="176238" y="4099"/>
                </a:cubicBezTo>
                <a:cubicBezTo>
                  <a:pt x="189419" y="9062"/>
                  <a:pt x="190086" y="9272"/>
                  <a:pt x="200117" y="11594"/>
                </a:cubicBezTo>
                <a:cubicBezTo>
                  <a:pt x="204892" y="12700"/>
                  <a:pt x="208506" y="15170"/>
                  <a:pt x="208506" y="17328"/>
                </a:cubicBezTo>
                <a:cubicBezTo>
                  <a:pt x="208506" y="19413"/>
                  <a:pt x="210585" y="21662"/>
                  <a:pt x="213126" y="22327"/>
                </a:cubicBezTo>
                <a:cubicBezTo>
                  <a:pt x="215666" y="22991"/>
                  <a:pt x="218861" y="26077"/>
                  <a:pt x="220224" y="29184"/>
                </a:cubicBezTo>
                <a:cubicBezTo>
                  <a:pt x="222363" y="34057"/>
                  <a:pt x="224390" y="34715"/>
                  <a:pt x="234966" y="33975"/>
                </a:cubicBezTo>
                <a:cubicBezTo>
                  <a:pt x="242553" y="33444"/>
                  <a:pt x="247228" y="34179"/>
                  <a:pt x="247228" y="35904"/>
                </a:cubicBezTo>
                <a:cubicBezTo>
                  <a:pt x="247228" y="37437"/>
                  <a:pt x="251497" y="43416"/>
                  <a:pt x="256714" y="49191"/>
                </a:cubicBezTo>
                <a:cubicBezTo>
                  <a:pt x="264193" y="57469"/>
                  <a:pt x="267470" y="59372"/>
                  <a:pt x="272203" y="58184"/>
                </a:cubicBezTo>
                <a:cubicBezTo>
                  <a:pt x="280616" y="56072"/>
                  <a:pt x="280219" y="63714"/>
                  <a:pt x="271714" y="67589"/>
                </a:cubicBezTo>
                <a:cubicBezTo>
                  <a:pt x="267863" y="69343"/>
                  <a:pt x="264361" y="73784"/>
                  <a:pt x="263105" y="78504"/>
                </a:cubicBezTo>
                <a:cubicBezTo>
                  <a:pt x="261351" y="85098"/>
                  <a:pt x="259842" y="86340"/>
                  <a:pt x="254303" y="85750"/>
                </a:cubicBezTo>
                <a:cubicBezTo>
                  <a:pt x="246592" y="84928"/>
                  <a:pt x="243436" y="91067"/>
                  <a:pt x="246105" y="101699"/>
                </a:cubicBezTo>
                <a:cubicBezTo>
                  <a:pt x="247533" y="107389"/>
                  <a:pt x="244867" y="111544"/>
                  <a:pt x="227494" y="130702"/>
                </a:cubicBezTo>
                <a:cubicBezTo>
                  <a:pt x="207371" y="152893"/>
                  <a:pt x="196764" y="160034"/>
                  <a:pt x="183924" y="160034"/>
                </a:cubicBezTo>
                <a:cubicBezTo>
                  <a:pt x="175394" y="160034"/>
                  <a:pt x="155328" y="169109"/>
                  <a:pt x="153537" y="173778"/>
                </a:cubicBezTo>
                <a:cubicBezTo>
                  <a:pt x="152784" y="175740"/>
                  <a:pt x="154366" y="179227"/>
                  <a:pt x="157053" y="181528"/>
                </a:cubicBezTo>
                <a:cubicBezTo>
                  <a:pt x="160618" y="184580"/>
                  <a:pt x="161532" y="187741"/>
                  <a:pt x="160436" y="193225"/>
                </a:cubicBezTo>
                <a:cubicBezTo>
                  <a:pt x="158065" y="205081"/>
                  <a:pt x="165477" y="217314"/>
                  <a:pt x="180263" y="225950"/>
                </a:cubicBezTo>
                <a:cubicBezTo>
                  <a:pt x="187814" y="230360"/>
                  <a:pt x="193823" y="235916"/>
                  <a:pt x="194663" y="239264"/>
                </a:cubicBezTo>
                <a:cubicBezTo>
                  <a:pt x="196711" y="247420"/>
                  <a:pt x="202826" y="252154"/>
                  <a:pt x="204770" y="247088"/>
                </a:cubicBezTo>
                <a:cubicBezTo>
                  <a:pt x="205617" y="244882"/>
                  <a:pt x="208258" y="243734"/>
                  <a:pt x="210897" y="244424"/>
                </a:cubicBezTo>
                <a:cubicBezTo>
                  <a:pt x="216566" y="245906"/>
                  <a:pt x="229158" y="234851"/>
                  <a:pt x="229158" y="228391"/>
                </a:cubicBezTo>
                <a:cubicBezTo>
                  <a:pt x="229158" y="223967"/>
                  <a:pt x="229378" y="223969"/>
                  <a:pt x="234321" y="228442"/>
                </a:cubicBezTo>
                <a:cubicBezTo>
                  <a:pt x="240730" y="234242"/>
                  <a:pt x="241099" y="246636"/>
                  <a:pt x="234966" y="250091"/>
                </a:cubicBezTo>
                <a:cubicBezTo>
                  <a:pt x="230667" y="252513"/>
                  <a:pt x="230669" y="253050"/>
                  <a:pt x="235014" y="261191"/>
                </a:cubicBezTo>
                <a:cubicBezTo>
                  <a:pt x="240871" y="272165"/>
                  <a:pt x="238755" y="290041"/>
                  <a:pt x="230353" y="300578"/>
                </a:cubicBezTo>
                <a:lnTo>
                  <a:pt x="224337" y="308123"/>
                </a:lnTo>
                <a:lnTo>
                  <a:pt x="215823" y="299799"/>
                </a:lnTo>
                <a:cubicBezTo>
                  <a:pt x="210927" y="295013"/>
                  <a:pt x="205095" y="291738"/>
                  <a:pt x="202099" y="292094"/>
                </a:cubicBezTo>
                <a:cubicBezTo>
                  <a:pt x="194035" y="293052"/>
                  <a:pt x="185277" y="286146"/>
                  <a:pt x="185246" y="278805"/>
                </a:cubicBezTo>
                <a:cubicBezTo>
                  <a:pt x="185229" y="274767"/>
                  <a:pt x="180965" y="267715"/>
                  <a:pt x="173928" y="260086"/>
                </a:cubicBezTo>
                <a:cubicBezTo>
                  <a:pt x="164333" y="249682"/>
                  <a:pt x="162165" y="248415"/>
                  <a:pt x="159486" y="251642"/>
                </a:cubicBezTo>
                <a:cubicBezTo>
                  <a:pt x="155362" y="256612"/>
                  <a:pt x="141849" y="263292"/>
                  <a:pt x="135920" y="263292"/>
                </a:cubicBezTo>
                <a:cubicBezTo>
                  <a:pt x="133348" y="263292"/>
                  <a:pt x="130007" y="265603"/>
                  <a:pt x="128496" y="268428"/>
                </a:cubicBezTo>
                <a:cubicBezTo>
                  <a:pt x="126984" y="271253"/>
                  <a:pt x="122406" y="275292"/>
                  <a:pt x="118324" y="277403"/>
                </a:cubicBezTo>
                <a:cubicBezTo>
                  <a:pt x="105333" y="284120"/>
                  <a:pt x="102661" y="288486"/>
                  <a:pt x="102749" y="302843"/>
                </a:cubicBezTo>
                <a:cubicBezTo>
                  <a:pt x="102826" y="315405"/>
                  <a:pt x="106784" y="325066"/>
                  <a:pt x="111986" y="325389"/>
                </a:cubicBezTo>
                <a:cubicBezTo>
                  <a:pt x="116589" y="325676"/>
                  <a:pt x="126252" y="340721"/>
                  <a:pt x="124791" y="345325"/>
                </a:cubicBezTo>
                <a:cubicBezTo>
                  <a:pt x="123983" y="347870"/>
                  <a:pt x="118463" y="353688"/>
                  <a:pt x="112525" y="358252"/>
                </a:cubicBezTo>
                <a:cubicBezTo>
                  <a:pt x="101535" y="366699"/>
                  <a:pt x="89725" y="368732"/>
                  <a:pt x="61364" y="367059"/>
                </a:cubicBezTo>
                <a:cubicBezTo>
                  <a:pt x="56394" y="366766"/>
                  <a:pt x="49424" y="367473"/>
                  <a:pt x="45875" y="368630"/>
                </a:cubicBezTo>
                <a:cubicBezTo>
                  <a:pt x="42325" y="369787"/>
                  <a:pt x="37388" y="370288"/>
                  <a:pt x="34904" y="369743"/>
                </a:cubicBezTo>
                <a:close/>
              </a:path>
            </a:pathLst>
          </a:custGeom>
          <a:solidFill>
            <a:srgbClr val="B9B9B9"/>
          </a:solidFill>
          <a:ln w="5163" cap="flat">
            <a:noFill/>
            <a:prstDash val="solid"/>
            <a:miter/>
          </a:ln>
        </p:spPr>
        <p:txBody>
          <a:bodyPr/>
          <a:lstStyle/>
          <a:p>
            <a:endParaRPr lang="es-419" noProof="0" dirty="0"/>
          </a:p>
        </p:txBody>
      </p:sp>
      <p:grpSp>
        <p:nvGrpSpPr>
          <p:cNvPr id="75" name="Gráfico 39">
            <a:extLst>
              <a:ext uri="{FF2B5EF4-FFF2-40B4-BE49-F238E27FC236}">
                <a16:creationId xmlns:a16="http://schemas.microsoft.com/office/drawing/2014/main" id="{C0B88511-AEF4-AFD5-7986-DADA5CA9E683}"/>
              </a:ext>
            </a:extLst>
          </p:cNvPr>
          <p:cNvGrpSpPr/>
          <p:nvPr/>
        </p:nvGrpSpPr>
        <p:grpSpPr>
          <a:xfrm>
            <a:off x="1634957" y="2069316"/>
            <a:ext cx="438046" cy="474569"/>
            <a:chOff x="1634957" y="2069316"/>
            <a:chExt cx="438046" cy="474569"/>
          </a:xfrm>
        </p:grpSpPr>
        <p:sp>
          <p:nvSpPr>
            <p:cNvPr id="76" name="Forma libre: forma 75">
              <a:extLst>
                <a:ext uri="{FF2B5EF4-FFF2-40B4-BE49-F238E27FC236}">
                  <a16:creationId xmlns:a16="http://schemas.microsoft.com/office/drawing/2014/main" id="{B8D98E96-1515-8478-2A06-F27602250118}"/>
                </a:ext>
              </a:extLst>
            </p:cNvPr>
            <p:cNvSpPr/>
            <p:nvPr/>
          </p:nvSpPr>
          <p:spPr>
            <a:xfrm>
              <a:off x="1634957" y="2069316"/>
              <a:ext cx="438046" cy="474569"/>
            </a:xfrm>
            <a:custGeom>
              <a:avLst/>
              <a:gdLst>
                <a:gd name="csX0" fmla="*/ 332739 w 438046"/>
                <a:gd name="csY0" fmla="*/ 469202 h 474569"/>
                <a:gd name="csX1" fmla="*/ 324349 w 438046"/>
                <a:gd name="csY1" fmla="*/ 460541 h 474569"/>
                <a:gd name="csX2" fmla="*/ 306954 w 438046"/>
                <a:gd name="csY2" fmla="*/ 447652 h 474569"/>
                <a:gd name="csX3" fmla="*/ 301522 w 438046"/>
                <a:gd name="csY3" fmla="*/ 436095 h 474569"/>
                <a:gd name="csX4" fmla="*/ 298287 w 438046"/>
                <a:gd name="csY4" fmla="*/ 425621 h 474569"/>
                <a:gd name="csX5" fmla="*/ 291436 w 438046"/>
                <a:gd name="csY5" fmla="*/ 429493 h 474569"/>
                <a:gd name="csX6" fmla="*/ 284162 w 438046"/>
                <a:gd name="csY6" fmla="*/ 433365 h 474569"/>
                <a:gd name="csX7" fmla="*/ 273181 w 438046"/>
                <a:gd name="csY7" fmla="*/ 439996 h 474569"/>
                <a:gd name="csX8" fmla="*/ 246542 w 438046"/>
                <a:gd name="csY8" fmla="*/ 415677 h 474569"/>
                <a:gd name="csX9" fmla="*/ 247543 w 438046"/>
                <a:gd name="csY9" fmla="*/ 398488 h 474569"/>
                <a:gd name="csX10" fmla="*/ 227242 w 438046"/>
                <a:gd name="csY10" fmla="*/ 385770 h 474569"/>
                <a:gd name="csX11" fmla="*/ 216574 w 438046"/>
                <a:gd name="csY11" fmla="*/ 384267 h 474569"/>
                <a:gd name="csX12" fmla="*/ 211411 w 438046"/>
                <a:gd name="csY12" fmla="*/ 381736 h 474569"/>
                <a:gd name="csX13" fmla="*/ 206248 w 438046"/>
                <a:gd name="csY13" fmla="*/ 377864 h 474569"/>
                <a:gd name="csX14" fmla="*/ 201085 w 438046"/>
                <a:gd name="csY14" fmla="*/ 368829 h 474569"/>
                <a:gd name="csX15" fmla="*/ 195840 w 438046"/>
                <a:gd name="csY15" fmla="*/ 360439 h 474569"/>
                <a:gd name="csX16" fmla="*/ 179383 w 438046"/>
                <a:gd name="csY16" fmla="*/ 344572 h 474569"/>
                <a:gd name="csX17" fmla="*/ 166056 w 438046"/>
                <a:gd name="csY17" fmla="*/ 347532 h 474569"/>
                <a:gd name="csX18" fmla="*/ 162127 w 438046"/>
                <a:gd name="csY18" fmla="*/ 363514 h 474569"/>
                <a:gd name="csX19" fmla="*/ 156676 w 438046"/>
                <a:gd name="csY19" fmla="*/ 372397 h 474569"/>
                <a:gd name="csX20" fmla="*/ 152333 w 438046"/>
                <a:gd name="csY20" fmla="*/ 366640 h 474569"/>
                <a:gd name="csX21" fmla="*/ 138487 w 438046"/>
                <a:gd name="csY21" fmla="*/ 364853 h 474569"/>
                <a:gd name="csX22" fmla="*/ 126312 w 438046"/>
                <a:gd name="csY22" fmla="*/ 363833 h 474569"/>
                <a:gd name="csX23" fmla="*/ 123641 w 438046"/>
                <a:gd name="csY23" fmla="*/ 355006 h 474569"/>
                <a:gd name="csX24" fmla="*/ 115723 w 438046"/>
                <a:gd name="csY24" fmla="*/ 349430 h 474569"/>
                <a:gd name="csX25" fmla="*/ 110493 w 438046"/>
                <a:gd name="csY25" fmla="*/ 333027 h 474569"/>
                <a:gd name="csX26" fmla="*/ 115897 w 438046"/>
                <a:gd name="csY26" fmla="*/ 317692 h 474569"/>
                <a:gd name="csX27" fmla="*/ 126868 w 438046"/>
                <a:gd name="csY27" fmla="*/ 306474 h 474569"/>
                <a:gd name="csX28" fmla="*/ 128005 w 438046"/>
                <a:gd name="csY28" fmla="*/ 290864 h 474569"/>
                <a:gd name="csX29" fmla="*/ 107467 w 438046"/>
                <a:gd name="csY29" fmla="*/ 276906 h 474569"/>
                <a:gd name="csX30" fmla="*/ 125531 w 438046"/>
                <a:gd name="csY30" fmla="*/ 228226 h 474569"/>
                <a:gd name="csX31" fmla="*/ 128516 w 438046"/>
                <a:gd name="csY31" fmla="*/ 218872 h 474569"/>
                <a:gd name="csX32" fmla="*/ 122054 w 438046"/>
                <a:gd name="csY32" fmla="*/ 216563 h 474569"/>
                <a:gd name="csX33" fmla="*/ 112602 w 438046"/>
                <a:gd name="csY33" fmla="*/ 211354 h 474569"/>
                <a:gd name="csX34" fmla="*/ 97827 w 438046"/>
                <a:gd name="csY34" fmla="*/ 212411 h 474569"/>
                <a:gd name="csX35" fmla="*/ 87566 w 438046"/>
                <a:gd name="csY35" fmla="*/ 216588 h 474569"/>
                <a:gd name="csX36" fmla="*/ 80430 w 438046"/>
                <a:gd name="csY36" fmla="*/ 211038 h 474569"/>
                <a:gd name="csX37" fmla="*/ 79784 w 438046"/>
                <a:gd name="csY37" fmla="*/ 198453 h 474569"/>
                <a:gd name="csX38" fmla="*/ 82015 w 438046"/>
                <a:gd name="csY38" fmla="*/ 188949 h 474569"/>
                <a:gd name="csX39" fmla="*/ 89966 w 438046"/>
                <a:gd name="csY39" fmla="*/ 185629 h 474569"/>
                <a:gd name="csX40" fmla="*/ 87641 w 438046"/>
                <a:gd name="csY40" fmla="*/ 169636 h 474569"/>
                <a:gd name="csX41" fmla="*/ 79292 w 438046"/>
                <a:gd name="csY41" fmla="*/ 156728 h 474569"/>
                <a:gd name="csX42" fmla="*/ 72462 w 438046"/>
                <a:gd name="csY42" fmla="*/ 148956 h 474569"/>
                <a:gd name="csX43" fmla="*/ 56524 w 438046"/>
                <a:gd name="csY43" fmla="*/ 163920 h 474569"/>
                <a:gd name="csX44" fmla="*/ 52658 w 438046"/>
                <a:gd name="csY44" fmla="*/ 164900 h 474569"/>
                <a:gd name="csX45" fmla="*/ 39697 w 438046"/>
                <a:gd name="csY45" fmla="*/ 168628 h 474569"/>
                <a:gd name="csX46" fmla="*/ 26748 w 438046"/>
                <a:gd name="csY46" fmla="*/ 181448 h 474569"/>
                <a:gd name="csX47" fmla="*/ 16403 w 438046"/>
                <a:gd name="csY47" fmla="*/ 190289 h 474569"/>
                <a:gd name="csX48" fmla="*/ 7343 w 438046"/>
                <a:gd name="csY48" fmla="*/ 186486 h 474569"/>
                <a:gd name="csX49" fmla="*/ 9965 w 438046"/>
                <a:gd name="csY49" fmla="*/ 170925 h 474569"/>
                <a:gd name="csX50" fmla="*/ 15158 w 438046"/>
                <a:gd name="csY50" fmla="*/ 162124 h 474569"/>
                <a:gd name="csX51" fmla="*/ 9381 w 438046"/>
                <a:gd name="csY51" fmla="*/ 159801 h 474569"/>
                <a:gd name="csX52" fmla="*/ 7807 w 438046"/>
                <a:gd name="csY52" fmla="*/ 157314 h 474569"/>
                <a:gd name="csX53" fmla="*/ 15681 w 438046"/>
                <a:gd name="csY53" fmla="*/ 151621 h 474569"/>
                <a:gd name="csX54" fmla="*/ 24691 w 438046"/>
                <a:gd name="csY54" fmla="*/ 148948 h 474569"/>
                <a:gd name="csX55" fmla="*/ 33291 w 438046"/>
                <a:gd name="csY55" fmla="*/ 142643 h 474569"/>
                <a:gd name="csX56" fmla="*/ 36252 w 438046"/>
                <a:gd name="csY56" fmla="*/ 130243 h 474569"/>
                <a:gd name="csX57" fmla="*/ 35959 w 438046"/>
                <a:gd name="csY57" fmla="*/ 119824 h 474569"/>
                <a:gd name="csX58" fmla="*/ 30417 w 438046"/>
                <a:gd name="csY58" fmla="*/ 117319 h 474569"/>
                <a:gd name="csX59" fmla="*/ 28128 w 438046"/>
                <a:gd name="csY59" fmla="*/ 114535 h 474569"/>
                <a:gd name="csX60" fmla="*/ 22780 w 438046"/>
                <a:gd name="csY60" fmla="*/ 112034 h 474569"/>
                <a:gd name="csX61" fmla="*/ 9335 w 438046"/>
                <a:gd name="csY61" fmla="*/ 100263 h 474569"/>
                <a:gd name="csX62" fmla="*/ 5316 w 438046"/>
                <a:gd name="csY62" fmla="*/ 85099 h 474569"/>
                <a:gd name="csX63" fmla="*/ 0 w 438046"/>
                <a:gd name="csY63" fmla="*/ 74899 h 474569"/>
                <a:gd name="csX64" fmla="*/ 5230 w 438046"/>
                <a:gd name="csY64" fmla="*/ 68250 h 474569"/>
                <a:gd name="csX65" fmla="*/ 8777 w 438046"/>
                <a:gd name="csY65" fmla="*/ 53938 h 474569"/>
                <a:gd name="csX66" fmla="*/ 11157 w 438046"/>
                <a:gd name="csY66" fmla="*/ 40474 h 474569"/>
                <a:gd name="csX67" fmla="*/ 15221 w 438046"/>
                <a:gd name="csY67" fmla="*/ 30361 h 474569"/>
                <a:gd name="csX68" fmla="*/ 19093 w 438046"/>
                <a:gd name="csY68" fmla="*/ 24563 h 474569"/>
                <a:gd name="csX69" fmla="*/ 13331 w 438046"/>
                <a:gd name="csY69" fmla="*/ 11391 h 474569"/>
                <a:gd name="csX70" fmla="*/ 15610 w 438046"/>
                <a:gd name="csY70" fmla="*/ 4739 h 474569"/>
                <a:gd name="csX71" fmla="*/ 24152 w 438046"/>
                <a:gd name="csY71" fmla="*/ 2431 h 474569"/>
                <a:gd name="csX72" fmla="*/ 42643 w 438046"/>
                <a:gd name="csY72" fmla="*/ 10008 h 474569"/>
                <a:gd name="csX73" fmla="*/ 58021 w 438046"/>
                <a:gd name="csY73" fmla="*/ 20333 h 474569"/>
                <a:gd name="csX74" fmla="*/ 76259 w 438046"/>
                <a:gd name="csY74" fmla="*/ 58909 h 474569"/>
                <a:gd name="csX75" fmla="*/ 87417 w 438046"/>
                <a:gd name="csY75" fmla="*/ 80908 h 474569"/>
                <a:gd name="csX76" fmla="*/ 99122 w 438046"/>
                <a:gd name="csY76" fmla="*/ 102996 h 474569"/>
                <a:gd name="csX77" fmla="*/ 103913 w 438046"/>
                <a:gd name="csY77" fmla="*/ 110684 h 474569"/>
                <a:gd name="csX78" fmla="*/ 102362 w 438046"/>
                <a:gd name="csY78" fmla="*/ 90033 h 474569"/>
                <a:gd name="csX79" fmla="*/ 92203 w 438046"/>
                <a:gd name="csY79" fmla="*/ 66799 h 474569"/>
                <a:gd name="csX80" fmla="*/ 83568 w 438046"/>
                <a:gd name="csY80" fmla="*/ 60346 h 474569"/>
                <a:gd name="csX81" fmla="*/ 86838 w 438046"/>
                <a:gd name="csY81" fmla="*/ 69381 h 474569"/>
                <a:gd name="csX82" fmla="*/ 85111 w 438046"/>
                <a:gd name="csY82" fmla="*/ 70354 h 474569"/>
                <a:gd name="csX83" fmla="*/ 81250 w 438046"/>
                <a:gd name="csY83" fmla="*/ 58738 h 474569"/>
                <a:gd name="csX84" fmla="*/ 73693 w 438046"/>
                <a:gd name="csY84" fmla="*/ 39979 h 474569"/>
                <a:gd name="csX85" fmla="*/ 66850 w 438046"/>
                <a:gd name="csY85" fmla="*/ 27201 h 474569"/>
                <a:gd name="csX86" fmla="*/ 80920 w 438046"/>
                <a:gd name="csY86" fmla="*/ 44489 h 474569"/>
                <a:gd name="csX87" fmla="*/ 99162 w 438046"/>
                <a:gd name="csY87" fmla="*/ 64586 h 474569"/>
                <a:gd name="csX88" fmla="*/ 107565 w 438046"/>
                <a:gd name="csY88" fmla="*/ 86419 h 474569"/>
                <a:gd name="csX89" fmla="*/ 116108 w 438046"/>
                <a:gd name="csY89" fmla="*/ 138203 h 474569"/>
                <a:gd name="csX90" fmla="*/ 121060 w 438046"/>
                <a:gd name="csY90" fmla="*/ 151411 h 474569"/>
                <a:gd name="csX91" fmla="*/ 135828 w 438046"/>
                <a:gd name="csY91" fmla="*/ 169580 h 474569"/>
                <a:gd name="csX92" fmla="*/ 173747 w 438046"/>
                <a:gd name="csY92" fmla="*/ 217637 h 474569"/>
                <a:gd name="csX93" fmla="*/ 186052 w 438046"/>
                <a:gd name="csY93" fmla="*/ 237240 h 474569"/>
                <a:gd name="csX94" fmla="*/ 192809 w 438046"/>
                <a:gd name="csY94" fmla="*/ 259193 h 474569"/>
                <a:gd name="csX95" fmla="*/ 202887 w 438046"/>
                <a:gd name="csY95" fmla="*/ 280570 h 474569"/>
                <a:gd name="csX96" fmla="*/ 215434 w 438046"/>
                <a:gd name="csY96" fmla="*/ 294429 h 474569"/>
                <a:gd name="csX97" fmla="*/ 223898 w 438046"/>
                <a:gd name="csY97" fmla="*/ 302869 h 474569"/>
                <a:gd name="csX98" fmla="*/ 231639 w 438046"/>
                <a:gd name="csY98" fmla="*/ 310848 h 474569"/>
                <a:gd name="csX99" fmla="*/ 241066 w 438046"/>
                <a:gd name="csY99" fmla="*/ 319770 h 474569"/>
                <a:gd name="csX100" fmla="*/ 242388 w 438046"/>
                <a:gd name="csY100" fmla="*/ 323654 h 474569"/>
                <a:gd name="csX101" fmla="*/ 237225 w 438046"/>
                <a:gd name="csY101" fmla="*/ 324770 h 474569"/>
                <a:gd name="csX102" fmla="*/ 239807 w 438046"/>
                <a:gd name="csY102" fmla="*/ 327526 h 474569"/>
                <a:gd name="csX103" fmla="*/ 241743 w 438046"/>
                <a:gd name="csY103" fmla="*/ 330724 h 474569"/>
                <a:gd name="csX104" fmla="*/ 248333 w 438046"/>
                <a:gd name="csY104" fmla="*/ 333103 h 474569"/>
                <a:gd name="csX105" fmla="*/ 259724 w 438046"/>
                <a:gd name="csY105" fmla="*/ 335713 h 474569"/>
                <a:gd name="csX106" fmla="*/ 262612 w 438046"/>
                <a:gd name="csY106" fmla="*/ 335270 h 474569"/>
                <a:gd name="csX107" fmla="*/ 255739 w 438046"/>
                <a:gd name="csY107" fmla="*/ 330573 h 474569"/>
                <a:gd name="csX108" fmla="*/ 250133 w 438046"/>
                <a:gd name="csY108" fmla="*/ 327461 h 474569"/>
                <a:gd name="csX109" fmla="*/ 260301 w 438046"/>
                <a:gd name="csY109" fmla="*/ 328761 h 474569"/>
                <a:gd name="csX110" fmla="*/ 284960 w 438046"/>
                <a:gd name="csY110" fmla="*/ 330853 h 474569"/>
                <a:gd name="csX111" fmla="*/ 308115 w 438046"/>
                <a:gd name="csY111" fmla="*/ 337754 h 474569"/>
                <a:gd name="csX112" fmla="*/ 325378 w 438046"/>
                <a:gd name="csY112" fmla="*/ 347910 h 474569"/>
                <a:gd name="csX113" fmla="*/ 336932 w 438046"/>
                <a:gd name="csY113" fmla="*/ 355594 h 474569"/>
                <a:gd name="csX114" fmla="*/ 342564 w 438046"/>
                <a:gd name="csY114" fmla="*/ 364198 h 474569"/>
                <a:gd name="csX115" fmla="*/ 343743 w 438046"/>
                <a:gd name="csY115" fmla="*/ 371080 h 474569"/>
                <a:gd name="csX116" fmla="*/ 344358 w 438046"/>
                <a:gd name="csY116" fmla="*/ 373363 h 474569"/>
                <a:gd name="csX117" fmla="*/ 350269 w 438046"/>
                <a:gd name="csY117" fmla="*/ 376862 h 474569"/>
                <a:gd name="csX118" fmla="*/ 372627 w 438046"/>
                <a:gd name="csY118" fmla="*/ 380540 h 474569"/>
                <a:gd name="csX119" fmla="*/ 391189 w 438046"/>
                <a:gd name="csY119" fmla="*/ 378801 h 474569"/>
                <a:gd name="csX120" fmla="*/ 394232 w 438046"/>
                <a:gd name="csY120" fmla="*/ 388958 h 474569"/>
                <a:gd name="csX121" fmla="*/ 397318 w 438046"/>
                <a:gd name="csY121" fmla="*/ 403978 h 474569"/>
                <a:gd name="csX122" fmla="*/ 409224 w 438046"/>
                <a:gd name="csY122" fmla="*/ 419167 h 474569"/>
                <a:gd name="csX123" fmla="*/ 434929 w 438046"/>
                <a:gd name="csY123" fmla="*/ 450207 h 474569"/>
                <a:gd name="csX124" fmla="*/ 429332 w 438046"/>
                <a:gd name="csY124" fmla="*/ 469288 h 474569"/>
                <a:gd name="csX125" fmla="*/ 376412 w 438046"/>
                <a:gd name="csY125" fmla="*/ 474534 h 474569"/>
                <a:gd name="csX126" fmla="*/ 332739 w 438046"/>
                <a:gd name="csY126" fmla="*/ 469202 h 47456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438046" h="474569">
                  <a:moveTo>
                    <a:pt x="332739" y="469202"/>
                  </a:moveTo>
                  <a:cubicBezTo>
                    <a:pt x="332739" y="465869"/>
                    <a:pt x="329807" y="462843"/>
                    <a:pt x="324349" y="460541"/>
                  </a:cubicBezTo>
                  <a:cubicBezTo>
                    <a:pt x="319735" y="458594"/>
                    <a:pt x="311907" y="452795"/>
                    <a:pt x="306954" y="447652"/>
                  </a:cubicBezTo>
                  <a:cubicBezTo>
                    <a:pt x="299888" y="440316"/>
                    <a:pt x="298719" y="437828"/>
                    <a:pt x="301522" y="436095"/>
                  </a:cubicBezTo>
                  <a:cubicBezTo>
                    <a:pt x="305823" y="433437"/>
                    <a:pt x="303408" y="425621"/>
                    <a:pt x="298287" y="425621"/>
                  </a:cubicBezTo>
                  <a:cubicBezTo>
                    <a:pt x="296286" y="425621"/>
                    <a:pt x="293203" y="427364"/>
                    <a:pt x="291436" y="429493"/>
                  </a:cubicBezTo>
                  <a:cubicBezTo>
                    <a:pt x="289668" y="431623"/>
                    <a:pt x="286395" y="433365"/>
                    <a:pt x="284162" y="433365"/>
                  </a:cubicBezTo>
                  <a:cubicBezTo>
                    <a:pt x="281929" y="433365"/>
                    <a:pt x="276987" y="436349"/>
                    <a:pt x="273181" y="439996"/>
                  </a:cubicBezTo>
                  <a:cubicBezTo>
                    <a:pt x="256469" y="456007"/>
                    <a:pt x="233183" y="434749"/>
                    <a:pt x="246542" y="415677"/>
                  </a:cubicBezTo>
                  <a:cubicBezTo>
                    <a:pt x="250094" y="410606"/>
                    <a:pt x="250239" y="408115"/>
                    <a:pt x="247543" y="398488"/>
                  </a:cubicBezTo>
                  <a:cubicBezTo>
                    <a:pt x="243936" y="385603"/>
                    <a:pt x="241942" y="384354"/>
                    <a:pt x="227242" y="385770"/>
                  </a:cubicBezTo>
                  <a:cubicBezTo>
                    <a:pt x="221295" y="386343"/>
                    <a:pt x="216574" y="385678"/>
                    <a:pt x="216574" y="384267"/>
                  </a:cubicBezTo>
                  <a:cubicBezTo>
                    <a:pt x="216574" y="382875"/>
                    <a:pt x="214251" y="381736"/>
                    <a:pt x="211411" y="381736"/>
                  </a:cubicBezTo>
                  <a:cubicBezTo>
                    <a:pt x="208543" y="381736"/>
                    <a:pt x="206248" y="380015"/>
                    <a:pt x="206248" y="377864"/>
                  </a:cubicBezTo>
                  <a:cubicBezTo>
                    <a:pt x="206248" y="375735"/>
                    <a:pt x="203925" y="371669"/>
                    <a:pt x="201085" y="368829"/>
                  </a:cubicBezTo>
                  <a:cubicBezTo>
                    <a:pt x="198245" y="365990"/>
                    <a:pt x="195885" y="362214"/>
                    <a:pt x="195840" y="360439"/>
                  </a:cubicBezTo>
                  <a:cubicBezTo>
                    <a:pt x="195695" y="354744"/>
                    <a:pt x="189552" y="348821"/>
                    <a:pt x="179383" y="344572"/>
                  </a:cubicBezTo>
                  <a:cubicBezTo>
                    <a:pt x="165908" y="338942"/>
                    <a:pt x="164292" y="339301"/>
                    <a:pt x="166056" y="347532"/>
                  </a:cubicBezTo>
                  <a:cubicBezTo>
                    <a:pt x="167087" y="352339"/>
                    <a:pt x="165818" y="357500"/>
                    <a:pt x="162127" y="363514"/>
                  </a:cubicBezTo>
                  <a:lnTo>
                    <a:pt x="156676" y="372397"/>
                  </a:lnTo>
                  <a:lnTo>
                    <a:pt x="152333" y="366640"/>
                  </a:lnTo>
                  <a:cubicBezTo>
                    <a:pt x="148166" y="361115"/>
                    <a:pt x="147605" y="361043"/>
                    <a:pt x="138487" y="364853"/>
                  </a:cubicBezTo>
                  <a:cubicBezTo>
                    <a:pt x="129534" y="368594"/>
                    <a:pt x="128828" y="368535"/>
                    <a:pt x="126312" y="363833"/>
                  </a:cubicBezTo>
                  <a:cubicBezTo>
                    <a:pt x="124843" y="361088"/>
                    <a:pt x="123641" y="357116"/>
                    <a:pt x="123641" y="355006"/>
                  </a:cubicBezTo>
                  <a:cubicBezTo>
                    <a:pt x="123641" y="352823"/>
                    <a:pt x="120228" y="350420"/>
                    <a:pt x="115723" y="349430"/>
                  </a:cubicBezTo>
                  <a:cubicBezTo>
                    <a:pt x="105375" y="347157"/>
                    <a:pt x="103846" y="342362"/>
                    <a:pt x="110493" y="333027"/>
                  </a:cubicBezTo>
                  <a:cubicBezTo>
                    <a:pt x="113465" y="328853"/>
                    <a:pt x="115897" y="321952"/>
                    <a:pt x="115897" y="317692"/>
                  </a:cubicBezTo>
                  <a:cubicBezTo>
                    <a:pt x="115897" y="310844"/>
                    <a:pt x="117170" y="309543"/>
                    <a:pt x="126868" y="306474"/>
                  </a:cubicBezTo>
                  <a:cubicBezTo>
                    <a:pt x="141640" y="301799"/>
                    <a:pt x="142221" y="293818"/>
                    <a:pt x="128005" y="290864"/>
                  </a:cubicBezTo>
                  <a:cubicBezTo>
                    <a:pt x="113703" y="287893"/>
                    <a:pt x="108950" y="284662"/>
                    <a:pt x="107467" y="276906"/>
                  </a:cubicBezTo>
                  <a:cubicBezTo>
                    <a:pt x="105739" y="267867"/>
                    <a:pt x="117059" y="237363"/>
                    <a:pt x="125531" y="228226"/>
                  </a:cubicBezTo>
                  <a:cubicBezTo>
                    <a:pt x="130828" y="222513"/>
                    <a:pt x="131406" y="220702"/>
                    <a:pt x="128516" y="218872"/>
                  </a:cubicBezTo>
                  <a:cubicBezTo>
                    <a:pt x="126545" y="217624"/>
                    <a:pt x="123637" y="216585"/>
                    <a:pt x="122054" y="216563"/>
                  </a:cubicBezTo>
                  <a:cubicBezTo>
                    <a:pt x="120470" y="216541"/>
                    <a:pt x="116217" y="214197"/>
                    <a:pt x="112602" y="211354"/>
                  </a:cubicBezTo>
                  <a:cubicBezTo>
                    <a:pt x="105961" y="206129"/>
                    <a:pt x="97827" y="206711"/>
                    <a:pt x="97827" y="212411"/>
                  </a:cubicBezTo>
                  <a:cubicBezTo>
                    <a:pt x="97827" y="219059"/>
                    <a:pt x="92291" y="221313"/>
                    <a:pt x="87566" y="216588"/>
                  </a:cubicBezTo>
                  <a:cubicBezTo>
                    <a:pt x="85046" y="214068"/>
                    <a:pt x="81835" y="211570"/>
                    <a:pt x="80430" y="211038"/>
                  </a:cubicBezTo>
                  <a:cubicBezTo>
                    <a:pt x="78870" y="210447"/>
                    <a:pt x="78619" y="205549"/>
                    <a:pt x="79784" y="198453"/>
                  </a:cubicBezTo>
                  <a:cubicBezTo>
                    <a:pt x="80834" y="192064"/>
                    <a:pt x="81838" y="187787"/>
                    <a:pt x="82015" y="188949"/>
                  </a:cubicBezTo>
                  <a:cubicBezTo>
                    <a:pt x="82193" y="190110"/>
                    <a:pt x="85771" y="188616"/>
                    <a:pt x="89966" y="185629"/>
                  </a:cubicBezTo>
                  <a:cubicBezTo>
                    <a:pt x="98750" y="179374"/>
                    <a:pt x="98211" y="175668"/>
                    <a:pt x="87641" y="169636"/>
                  </a:cubicBezTo>
                  <a:cubicBezTo>
                    <a:pt x="82102" y="166474"/>
                    <a:pt x="79900" y="163069"/>
                    <a:pt x="79292" y="156728"/>
                  </a:cubicBezTo>
                  <a:cubicBezTo>
                    <a:pt x="78587" y="149374"/>
                    <a:pt x="77588" y="148238"/>
                    <a:pt x="72462" y="148956"/>
                  </a:cubicBezTo>
                  <a:cubicBezTo>
                    <a:pt x="65224" y="149970"/>
                    <a:pt x="56524" y="158137"/>
                    <a:pt x="56524" y="163920"/>
                  </a:cubicBezTo>
                  <a:cubicBezTo>
                    <a:pt x="56524" y="167347"/>
                    <a:pt x="55821" y="167525"/>
                    <a:pt x="52658" y="164900"/>
                  </a:cubicBezTo>
                  <a:cubicBezTo>
                    <a:pt x="49486" y="162267"/>
                    <a:pt x="47159" y="162936"/>
                    <a:pt x="39697" y="168628"/>
                  </a:cubicBezTo>
                  <a:cubicBezTo>
                    <a:pt x="34695" y="172443"/>
                    <a:pt x="28868" y="178212"/>
                    <a:pt x="26748" y="181448"/>
                  </a:cubicBezTo>
                  <a:cubicBezTo>
                    <a:pt x="24627" y="184684"/>
                    <a:pt x="19972" y="188663"/>
                    <a:pt x="16403" y="190289"/>
                  </a:cubicBezTo>
                  <a:cubicBezTo>
                    <a:pt x="10541" y="192960"/>
                    <a:pt x="9664" y="192592"/>
                    <a:pt x="7343" y="186486"/>
                  </a:cubicBezTo>
                  <a:cubicBezTo>
                    <a:pt x="5309" y="181137"/>
                    <a:pt x="5857" y="177888"/>
                    <a:pt x="9965" y="170925"/>
                  </a:cubicBezTo>
                  <a:lnTo>
                    <a:pt x="15158" y="162124"/>
                  </a:lnTo>
                  <a:lnTo>
                    <a:pt x="9381" y="159801"/>
                  </a:lnTo>
                  <a:cubicBezTo>
                    <a:pt x="5449" y="158219"/>
                    <a:pt x="4946" y="157425"/>
                    <a:pt x="7807" y="157314"/>
                  </a:cubicBezTo>
                  <a:cubicBezTo>
                    <a:pt x="10118" y="157224"/>
                    <a:pt x="13662" y="154662"/>
                    <a:pt x="15681" y="151621"/>
                  </a:cubicBezTo>
                  <a:cubicBezTo>
                    <a:pt x="18731" y="147026"/>
                    <a:pt x="20256" y="146574"/>
                    <a:pt x="24691" y="148948"/>
                  </a:cubicBezTo>
                  <a:cubicBezTo>
                    <a:pt x="31018" y="152334"/>
                    <a:pt x="33291" y="150668"/>
                    <a:pt x="33291" y="142643"/>
                  </a:cubicBezTo>
                  <a:cubicBezTo>
                    <a:pt x="33291" y="139397"/>
                    <a:pt x="34623" y="133817"/>
                    <a:pt x="36252" y="130243"/>
                  </a:cubicBezTo>
                  <a:cubicBezTo>
                    <a:pt x="38533" y="125236"/>
                    <a:pt x="38466" y="122844"/>
                    <a:pt x="35959" y="119824"/>
                  </a:cubicBezTo>
                  <a:cubicBezTo>
                    <a:pt x="34170" y="117668"/>
                    <a:pt x="31676" y="116540"/>
                    <a:pt x="30417" y="117319"/>
                  </a:cubicBezTo>
                  <a:cubicBezTo>
                    <a:pt x="29158" y="118097"/>
                    <a:pt x="28128" y="116844"/>
                    <a:pt x="28128" y="114535"/>
                  </a:cubicBezTo>
                  <a:cubicBezTo>
                    <a:pt x="28128" y="111463"/>
                    <a:pt x="26693" y="110792"/>
                    <a:pt x="22780" y="112034"/>
                  </a:cubicBezTo>
                  <a:cubicBezTo>
                    <a:pt x="15848" y="114234"/>
                    <a:pt x="7575" y="106991"/>
                    <a:pt x="9335" y="100263"/>
                  </a:cubicBezTo>
                  <a:cubicBezTo>
                    <a:pt x="10049" y="97533"/>
                    <a:pt x="8241" y="90709"/>
                    <a:pt x="5316" y="85099"/>
                  </a:cubicBezTo>
                  <a:lnTo>
                    <a:pt x="0" y="74899"/>
                  </a:lnTo>
                  <a:lnTo>
                    <a:pt x="5230" y="68250"/>
                  </a:lnTo>
                  <a:cubicBezTo>
                    <a:pt x="9068" y="63371"/>
                    <a:pt x="10012" y="59562"/>
                    <a:pt x="8777" y="53938"/>
                  </a:cubicBezTo>
                  <a:cubicBezTo>
                    <a:pt x="7655" y="48830"/>
                    <a:pt x="8449" y="44342"/>
                    <a:pt x="11157" y="40474"/>
                  </a:cubicBezTo>
                  <a:cubicBezTo>
                    <a:pt x="13392" y="37284"/>
                    <a:pt x="15221" y="32733"/>
                    <a:pt x="15221" y="30361"/>
                  </a:cubicBezTo>
                  <a:cubicBezTo>
                    <a:pt x="15221" y="27989"/>
                    <a:pt x="16963" y="25380"/>
                    <a:pt x="19093" y="24563"/>
                  </a:cubicBezTo>
                  <a:cubicBezTo>
                    <a:pt x="25297" y="22182"/>
                    <a:pt x="23642" y="18398"/>
                    <a:pt x="13331" y="11391"/>
                  </a:cubicBezTo>
                  <a:cubicBezTo>
                    <a:pt x="3467" y="4689"/>
                    <a:pt x="3713" y="3972"/>
                    <a:pt x="15610" y="4739"/>
                  </a:cubicBezTo>
                  <a:cubicBezTo>
                    <a:pt x="19374" y="4981"/>
                    <a:pt x="23217" y="3943"/>
                    <a:pt x="24152" y="2431"/>
                  </a:cubicBezTo>
                  <a:cubicBezTo>
                    <a:pt x="26872" y="-1970"/>
                    <a:pt x="29405" y="-932"/>
                    <a:pt x="42643" y="10008"/>
                  </a:cubicBezTo>
                  <a:cubicBezTo>
                    <a:pt x="49515" y="15687"/>
                    <a:pt x="56436" y="20333"/>
                    <a:pt x="58021" y="20333"/>
                  </a:cubicBezTo>
                  <a:cubicBezTo>
                    <a:pt x="61009" y="20333"/>
                    <a:pt x="65792" y="30450"/>
                    <a:pt x="76259" y="58909"/>
                  </a:cubicBezTo>
                  <a:cubicBezTo>
                    <a:pt x="79624" y="68058"/>
                    <a:pt x="84645" y="77957"/>
                    <a:pt x="87417" y="80908"/>
                  </a:cubicBezTo>
                  <a:cubicBezTo>
                    <a:pt x="90189" y="83859"/>
                    <a:pt x="95457" y="93799"/>
                    <a:pt x="99122" y="102996"/>
                  </a:cubicBezTo>
                  <a:cubicBezTo>
                    <a:pt x="103054" y="112863"/>
                    <a:pt x="105019" y="116015"/>
                    <a:pt x="103913" y="110684"/>
                  </a:cubicBezTo>
                  <a:cubicBezTo>
                    <a:pt x="102883" y="105715"/>
                    <a:pt x="102185" y="96422"/>
                    <a:pt x="102362" y="90033"/>
                  </a:cubicBezTo>
                  <a:cubicBezTo>
                    <a:pt x="102644" y="79863"/>
                    <a:pt x="101378" y="76968"/>
                    <a:pt x="92203" y="66799"/>
                  </a:cubicBezTo>
                  <a:cubicBezTo>
                    <a:pt x="86438" y="60410"/>
                    <a:pt x="82553" y="57506"/>
                    <a:pt x="83568" y="60346"/>
                  </a:cubicBezTo>
                  <a:cubicBezTo>
                    <a:pt x="84584" y="63185"/>
                    <a:pt x="86055" y="67251"/>
                    <a:pt x="86838" y="69381"/>
                  </a:cubicBezTo>
                  <a:cubicBezTo>
                    <a:pt x="87916" y="72315"/>
                    <a:pt x="87498" y="72550"/>
                    <a:pt x="85111" y="70354"/>
                  </a:cubicBezTo>
                  <a:cubicBezTo>
                    <a:pt x="83379" y="68760"/>
                    <a:pt x="81641" y="63533"/>
                    <a:pt x="81250" y="58738"/>
                  </a:cubicBezTo>
                  <a:cubicBezTo>
                    <a:pt x="80858" y="53943"/>
                    <a:pt x="77457" y="45502"/>
                    <a:pt x="73693" y="39979"/>
                  </a:cubicBezTo>
                  <a:cubicBezTo>
                    <a:pt x="69929" y="34457"/>
                    <a:pt x="66850" y="28707"/>
                    <a:pt x="66850" y="27201"/>
                  </a:cubicBezTo>
                  <a:cubicBezTo>
                    <a:pt x="66850" y="23517"/>
                    <a:pt x="69162" y="26358"/>
                    <a:pt x="80920" y="44489"/>
                  </a:cubicBezTo>
                  <a:cubicBezTo>
                    <a:pt x="86314" y="52805"/>
                    <a:pt x="94522" y="61849"/>
                    <a:pt x="99162" y="64586"/>
                  </a:cubicBezTo>
                  <a:cubicBezTo>
                    <a:pt x="108835" y="70294"/>
                    <a:pt x="111618" y="77524"/>
                    <a:pt x="107565" y="86419"/>
                  </a:cubicBezTo>
                  <a:cubicBezTo>
                    <a:pt x="104001" y="94242"/>
                    <a:pt x="108931" y="124125"/>
                    <a:pt x="116108" y="138203"/>
                  </a:cubicBezTo>
                  <a:cubicBezTo>
                    <a:pt x="118832" y="143545"/>
                    <a:pt x="121060" y="149489"/>
                    <a:pt x="121060" y="151411"/>
                  </a:cubicBezTo>
                  <a:cubicBezTo>
                    <a:pt x="121060" y="153333"/>
                    <a:pt x="127706" y="161509"/>
                    <a:pt x="135828" y="169580"/>
                  </a:cubicBezTo>
                  <a:cubicBezTo>
                    <a:pt x="153391" y="187033"/>
                    <a:pt x="164572" y="201203"/>
                    <a:pt x="173747" y="217637"/>
                  </a:cubicBezTo>
                  <a:cubicBezTo>
                    <a:pt x="177457" y="224283"/>
                    <a:pt x="182994" y="233104"/>
                    <a:pt x="186052" y="237240"/>
                  </a:cubicBezTo>
                  <a:cubicBezTo>
                    <a:pt x="189610" y="242051"/>
                    <a:pt x="192043" y="249958"/>
                    <a:pt x="192809" y="259193"/>
                  </a:cubicBezTo>
                  <a:cubicBezTo>
                    <a:pt x="193864" y="271919"/>
                    <a:pt x="195056" y="274447"/>
                    <a:pt x="202887" y="280570"/>
                  </a:cubicBezTo>
                  <a:cubicBezTo>
                    <a:pt x="207772" y="284389"/>
                    <a:pt x="213418" y="290626"/>
                    <a:pt x="215434" y="294429"/>
                  </a:cubicBezTo>
                  <a:cubicBezTo>
                    <a:pt x="217449" y="298233"/>
                    <a:pt x="221258" y="302031"/>
                    <a:pt x="223898" y="302869"/>
                  </a:cubicBezTo>
                  <a:cubicBezTo>
                    <a:pt x="226538" y="303707"/>
                    <a:pt x="230021" y="307297"/>
                    <a:pt x="231639" y="310848"/>
                  </a:cubicBezTo>
                  <a:cubicBezTo>
                    <a:pt x="233257" y="314399"/>
                    <a:pt x="237499" y="318413"/>
                    <a:pt x="241066" y="319770"/>
                  </a:cubicBezTo>
                  <a:cubicBezTo>
                    <a:pt x="248737" y="322686"/>
                    <a:pt x="249875" y="326030"/>
                    <a:pt x="242388" y="323654"/>
                  </a:cubicBezTo>
                  <a:cubicBezTo>
                    <a:pt x="239427" y="322714"/>
                    <a:pt x="237225" y="323190"/>
                    <a:pt x="237225" y="324770"/>
                  </a:cubicBezTo>
                  <a:cubicBezTo>
                    <a:pt x="237225" y="326286"/>
                    <a:pt x="238387" y="327526"/>
                    <a:pt x="239807" y="327526"/>
                  </a:cubicBezTo>
                  <a:cubicBezTo>
                    <a:pt x="241227" y="327526"/>
                    <a:pt x="242098" y="328965"/>
                    <a:pt x="241743" y="330724"/>
                  </a:cubicBezTo>
                  <a:cubicBezTo>
                    <a:pt x="241323" y="332806"/>
                    <a:pt x="243624" y="333637"/>
                    <a:pt x="248333" y="333103"/>
                  </a:cubicBezTo>
                  <a:cubicBezTo>
                    <a:pt x="252313" y="332652"/>
                    <a:pt x="257439" y="333827"/>
                    <a:pt x="259724" y="335713"/>
                  </a:cubicBezTo>
                  <a:cubicBezTo>
                    <a:pt x="263236" y="338612"/>
                    <a:pt x="263683" y="338543"/>
                    <a:pt x="262612" y="335270"/>
                  </a:cubicBezTo>
                  <a:cubicBezTo>
                    <a:pt x="261915" y="333141"/>
                    <a:pt x="258822" y="331027"/>
                    <a:pt x="255739" y="330573"/>
                  </a:cubicBezTo>
                  <a:cubicBezTo>
                    <a:pt x="252655" y="330119"/>
                    <a:pt x="250133" y="328719"/>
                    <a:pt x="250133" y="327461"/>
                  </a:cubicBezTo>
                  <a:cubicBezTo>
                    <a:pt x="250133" y="326203"/>
                    <a:pt x="254708" y="326788"/>
                    <a:pt x="260301" y="328761"/>
                  </a:cubicBezTo>
                  <a:cubicBezTo>
                    <a:pt x="266891" y="331086"/>
                    <a:pt x="275567" y="331822"/>
                    <a:pt x="284960" y="330853"/>
                  </a:cubicBezTo>
                  <a:cubicBezTo>
                    <a:pt x="298714" y="329433"/>
                    <a:pt x="299892" y="329784"/>
                    <a:pt x="308115" y="337754"/>
                  </a:cubicBezTo>
                  <a:cubicBezTo>
                    <a:pt x="312880" y="342373"/>
                    <a:pt x="320648" y="346943"/>
                    <a:pt x="325378" y="347910"/>
                  </a:cubicBezTo>
                  <a:cubicBezTo>
                    <a:pt x="330622" y="348983"/>
                    <a:pt x="335130" y="351981"/>
                    <a:pt x="336932" y="355594"/>
                  </a:cubicBezTo>
                  <a:cubicBezTo>
                    <a:pt x="338556" y="358853"/>
                    <a:pt x="341091" y="362725"/>
                    <a:pt x="342564" y="364198"/>
                  </a:cubicBezTo>
                  <a:cubicBezTo>
                    <a:pt x="344037" y="365671"/>
                    <a:pt x="344568" y="368768"/>
                    <a:pt x="343743" y="371080"/>
                  </a:cubicBezTo>
                  <a:cubicBezTo>
                    <a:pt x="342917" y="373391"/>
                    <a:pt x="343194" y="374419"/>
                    <a:pt x="344358" y="373363"/>
                  </a:cubicBezTo>
                  <a:cubicBezTo>
                    <a:pt x="345522" y="372307"/>
                    <a:pt x="348182" y="373882"/>
                    <a:pt x="350269" y="376862"/>
                  </a:cubicBezTo>
                  <a:cubicBezTo>
                    <a:pt x="353742" y="381821"/>
                    <a:pt x="355637" y="382132"/>
                    <a:pt x="372627" y="380540"/>
                  </a:cubicBezTo>
                  <a:lnTo>
                    <a:pt x="391189" y="378801"/>
                  </a:lnTo>
                  <a:lnTo>
                    <a:pt x="394232" y="388958"/>
                  </a:lnTo>
                  <a:cubicBezTo>
                    <a:pt x="395906" y="394544"/>
                    <a:pt x="397295" y="401303"/>
                    <a:pt x="397318" y="403978"/>
                  </a:cubicBezTo>
                  <a:cubicBezTo>
                    <a:pt x="397342" y="406653"/>
                    <a:pt x="402699" y="413488"/>
                    <a:pt x="409224" y="419167"/>
                  </a:cubicBezTo>
                  <a:cubicBezTo>
                    <a:pt x="427997" y="435508"/>
                    <a:pt x="431130" y="439291"/>
                    <a:pt x="434929" y="450207"/>
                  </a:cubicBezTo>
                  <a:cubicBezTo>
                    <a:pt x="439665" y="463816"/>
                    <a:pt x="439887" y="463061"/>
                    <a:pt x="429332" y="469288"/>
                  </a:cubicBezTo>
                  <a:cubicBezTo>
                    <a:pt x="420856" y="474289"/>
                    <a:pt x="416443" y="474727"/>
                    <a:pt x="376412" y="474534"/>
                  </a:cubicBezTo>
                  <a:cubicBezTo>
                    <a:pt x="334645" y="474334"/>
                    <a:pt x="332739" y="474101"/>
                    <a:pt x="332739" y="469202"/>
                  </a:cubicBezTo>
                  <a:close/>
                </a:path>
              </a:pathLst>
            </a:custGeom>
            <a:solidFill>
              <a:srgbClr val="B9B9B9"/>
            </a:solidFill>
            <a:ln w="5163" cap="flat">
              <a:noFill/>
              <a:prstDash val="solid"/>
              <a:miter/>
            </a:ln>
          </p:spPr>
          <p:txBody>
            <a:bodyPr/>
            <a:lstStyle/>
            <a:p>
              <a:endParaRPr lang="es-419" noProof="0" dirty="0"/>
            </a:p>
          </p:txBody>
        </p:sp>
        <p:sp>
          <p:nvSpPr>
            <p:cNvPr id="77" name="Forma libre: forma 76">
              <a:extLst>
                <a:ext uri="{FF2B5EF4-FFF2-40B4-BE49-F238E27FC236}">
                  <a16:creationId xmlns:a16="http://schemas.microsoft.com/office/drawing/2014/main" id="{95BCFF1A-C1E6-4C47-CA9B-FF6E428A6EE7}"/>
                </a:ext>
              </a:extLst>
            </p:cNvPr>
            <p:cNvSpPr/>
            <p:nvPr/>
          </p:nvSpPr>
          <p:spPr>
            <a:xfrm>
              <a:off x="1730874" y="2149721"/>
              <a:ext cx="4491" cy="9472"/>
            </a:xfrm>
            <a:custGeom>
              <a:avLst/>
              <a:gdLst>
                <a:gd name="csX0" fmla="*/ 480 w 4491"/>
                <a:gd name="csY0" fmla="*/ 6821 h 9472"/>
                <a:gd name="csX1" fmla="*/ 1619 w 4491"/>
                <a:gd name="csY1" fmla="*/ 1142 h 9472"/>
                <a:gd name="csX2" fmla="*/ 4491 w 4491"/>
                <a:gd name="csY2" fmla="*/ 3948 h 9472"/>
                <a:gd name="csX3" fmla="*/ 480 w 4491"/>
                <a:gd name="csY3" fmla="*/ 6821 h 9472"/>
              </a:gdLst>
              <a:ahLst/>
              <a:cxnLst>
                <a:cxn ang="0">
                  <a:pos x="csX0" y="csY0"/>
                </a:cxn>
                <a:cxn ang="0">
                  <a:pos x="csX1" y="csY1"/>
                </a:cxn>
                <a:cxn ang="0">
                  <a:pos x="csX2" y="csY2"/>
                </a:cxn>
                <a:cxn ang="0">
                  <a:pos x="csX3" y="csY3"/>
                </a:cxn>
              </a:cxnLst>
              <a:rect l="l" t="t" r="r" b="b"/>
              <a:pathLst>
                <a:path w="4491" h="9472">
                  <a:moveTo>
                    <a:pt x="480" y="6821"/>
                  </a:moveTo>
                  <a:cubicBezTo>
                    <a:pt x="-474" y="5277"/>
                    <a:pt x="39" y="2722"/>
                    <a:pt x="1619" y="1142"/>
                  </a:cubicBezTo>
                  <a:cubicBezTo>
                    <a:pt x="3728" y="-968"/>
                    <a:pt x="4491" y="-222"/>
                    <a:pt x="4491" y="3948"/>
                  </a:cubicBezTo>
                  <a:cubicBezTo>
                    <a:pt x="4491" y="10181"/>
                    <a:pt x="3150" y="11141"/>
                    <a:pt x="480" y="6821"/>
                  </a:cubicBezTo>
                  <a:close/>
                </a:path>
              </a:pathLst>
            </a:custGeom>
            <a:solidFill>
              <a:srgbClr val="00C100"/>
            </a:solidFill>
            <a:ln w="5163" cap="flat">
              <a:noFill/>
              <a:prstDash val="solid"/>
              <a:miter/>
            </a:ln>
          </p:spPr>
          <p:txBody>
            <a:bodyPr/>
            <a:lstStyle/>
            <a:p>
              <a:endParaRPr lang="es-419" noProof="0" dirty="0"/>
            </a:p>
          </p:txBody>
        </p:sp>
      </p:grpSp>
      <p:grpSp>
        <p:nvGrpSpPr>
          <p:cNvPr id="78" name="Gráfico 39">
            <a:extLst>
              <a:ext uri="{FF2B5EF4-FFF2-40B4-BE49-F238E27FC236}">
                <a16:creationId xmlns:a16="http://schemas.microsoft.com/office/drawing/2014/main" id="{E03BCB96-7893-25C4-6083-88A5A198A3F6}"/>
              </a:ext>
            </a:extLst>
          </p:cNvPr>
          <p:cNvGrpSpPr/>
          <p:nvPr/>
        </p:nvGrpSpPr>
        <p:grpSpPr>
          <a:xfrm>
            <a:off x="2429776" y="2092540"/>
            <a:ext cx="224135" cy="371419"/>
            <a:chOff x="2429776" y="2092540"/>
            <a:chExt cx="224135" cy="371419"/>
          </a:xfrm>
          <a:solidFill>
            <a:srgbClr val="B9B9B9"/>
          </a:solidFill>
        </p:grpSpPr>
        <p:sp>
          <p:nvSpPr>
            <p:cNvPr id="79" name="Forma libre: forma 78">
              <a:extLst>
                <a:ext uri="{FF2B5EF4-FFF2-40B4-BE49-F238E27FC236}">
                  <a16:creationId xmlns:a16="http://schemas.microsoft.com/office/drawing/2014/main" id="{244D8FAC-8953-3DF0-26E4-FE6808F8951B}"/>
                </a:ext>
              </a:extLst>
            </p:cNvPr>
            <p:cNvSpPr/>
            <p:nvPr/>
          </p:nvSpPr>
          <p:spPr>
            <a:xfrm>
              <a:off x="2429776" y="2092540"/>
              <a:ext cx="213820" cy="371419"/>
            </a:xfrm>
            <a:custGeom>
              <a:avLst/>
              <a:gdLst>
                <a:gd name="csX0" fmla="*/ 16950 w 213820"/>
                <a:gd name="csY0" fmla="*/ 360449 h 371419"/>
                <a:gd name="csX1" fmla="*/ 11453 w 213820"/>
                <a:gd name="csY1" fmla="*/ 297848 h 371419"/>
                <a:gd name="csX2" fmla="*/ 3696 w 213820"/>
                <a:gd name="csY2" fmla="*/ 222369 h 371419"/>
                <a:gd name="csX3" fmla="*/ 0 w 213820"/>
                <a:gd name="csY3" fmla="*/ 197274 h 371419"/>
                <a:gd name="csX4" fmla="*/ 19120 w 213820"/>
                <a:gd name="csY4" fmla="*/ 182403 h 371419"/>
                <a:gd name="csX5" fmla="*/ 138310 w 213820"/>
                <a:gd name="csY5" fmla="*/ 92657 h 371419"/>
                <a:gd name="csX6" fmla="*/ 152643 w 213820"/>
                <a:gd name="csY6" fmla="*/ 35441 h 371419"/>
                <a:gd name="csX7" fmla="*/ 150658 w 213820"/>
                <a:gd name="csY7" fmla="*/ 20853 h 371419"/>
                <a:gd name="csX8" fmla="*/ 160369 w 213820"/>
                <a:gd name="csY8" fmla="*/ 19300 h 371419"/>
                <a:gd name="csX9" fmla="*/ 171671 w 213820"/>
                <a:gd name="csY9" fmla="*/ 15173 h 371419"/>
                <a:gd name="csX10" fmla="*/ 158173 w 213820"/>
                <a:gd name="csY10" fmla="*/ 10308 h 371419"/>
                <a:gd name="csX11" fmla="*/ 132945 w 213820"/>
                <a:gd name="csY11" fmla="*/ 8975 h 371419"/>
                <a:gd name="csX12" fmla="*/ 120037 w 213820"/>
                <a:gd name="csY12" fmla="*/ 5453 h 371419"/>
                <a:gd name="csX13" fmla="*/ 136817 w 213820"/>
                <a:gd name="csY13" fmla="*/ 5689 h 371419"/>
                <a:gd name="csX14" fmla="*/ 168222 w 213820"/>
                <a:gd name="csY14" fmla="*/ 2321 h 371419"/>
                <a:gd name="csX15" fmla="*/ 193336 w 213820"/>
                <a:gd name="csY15" fmla="*/ 5657 h 371419"/>
                <a:gd name="csX16" fmla="*/ 207546 w 213820"/>
                <a:gd name="csY16" fmla="*/ 12598 h 371419"/>
                <a:gd name="csX17" fmla="*/ 213132 w 213820"/>
                <a:gd name="csY17" fmla="*/ 30004 h 371419"/>
                <a:gd name="csX18" fmla="*/ 187630 w 213820"/>
                <a:gd name="csY18" fmla="*/ 96831 h 371419"/>
                <a:gd name="csX19" fmla="*/ 176562 w 213820"/>
                <a:gd name="csY19" fmla="*/ 115211 h 371419"/>
                <a:gd name="csX20" fmla="*/ 172870 w 213820"/>
                <a:gd name="csY20" fmla="*/ 123601 h 371419"/>
                <a:gd name="csX21" fmla="*/ 166261 w 213820"/>
                <a:gd name="csY21" fmla="*/ 157642 h 371419"/>
                <a:gd name="csX22" fmla="*/ 166219 w 213820"/>
                <a:gd name="csY22" fmla="*/ 169421 h 371419"/>
                <a:gd name="csX23" fmla="*/ 156436 w 213820"/>
                <a:gd name="csY23" fmla="*/ 177166 h 371419"/>
                <a:gd name="csX24" fmla="*/ 152486 w 213820"/>
                <a:gd name="csY24" fmla="*/ 184910 h 371419"/>
                <a:gd name="csX25" fmla="*/ 149724 w 213820"/>
                <a:gd name="csY25" fmla="*/ 180392 h 371419"/>
                <a:gd name="csX26" fmla="*/ 150673 w 213820"/>
                <a:gd name="csY26" fmla="*/ 190434 h 371419"/>
                <a:gd name="csX27" fmla="*/ 157540 w 213820"/>
                <a:gd name="csY27" fmla="*/ 189342 h 371419"/>
                <a:gd name="csX28" fmla="*/ 164336 w 213820"/>
                <a:gd name="csY28" fmla="*/ 186648 h 371419"/>
                <a:gd name="csX29" fmla="*/ 167794 w 213820"/>
                <a:gd name="csY29" fmla="*/ 183969 h 371419"/>
                <a:gd name="csX30" fmla="*/ 171021 w 213820"/>
                <a:gd name="csY30" fmla="*/ 181048 h 371419"/>
                <a:gd name="csX31" fmla="*/ 159467 w 213820"/>
                <a:gd name="csY31" fmla="*/ 208029 h 371419"/>
                <a:gd name="csX32" fmla="*/ 153370 w 213820"/>
                <a:gd name="csY32" fmla="*/ 220699 h 371419"/>
                <a:gd name="csX33" fmla="*/ 158583 w 213820"/>
                <a:gd name="csY33" fmla="*/ 221050 h 371419"/>
                <a:gd name="csX34" fmla="*/ 167434 w 213820"/>
                <a:gd name="csY34" fmla="*/ 216533 h 371419"/>
                <a:gd name="csX35" fmla="*/ 167794 w 213820"/>
                <a:gd name="csY35" fmla="*/ 224277 h 371419"/>
                <a:gd name="csX36" fmla="*/ 162477 w 213820"/>
                <a:gd name="csY36" fmla="*/ 240411 h 371419"/>
                <a:gd name="csX37" fmla="*/ 159980 w 213820"/>
                <a:gd name="csY37" fmla="*/ 264290 h 371419"/>
                <a:gd name="csX38" fmla="*/ 154702 w 213820"/>
                <a:gd name="csY38" fmla="*/ 297848 h 371419"/>
                <a:gd name="csX39" fmla="*/ 147143 w 213820"/>
                <a:gd name="csY39" fmla="*/ 319016 h 371419"/>
                <a:gd name="csX40" fmla="*/ 144561 w 213820"/>
                <a:gd name="csY40" fmla="*/ 314628 h 371419"/>
                <a:gd name="csX41" fmla="*/ 142397 w 213820"/>
                <a:gd name="csY41" fmla="*/ 312692 h 371419"/>
                <a:gd name="csX42" fmla="*/ 133654 w 213820"/>
                <a:gd name="csY42" fmla="*/ 296518 h 371419"/>
                <a:gd name="csX43" fmla="*/ 127870 w 213820"/>
                <a:gd name="csY43" fmla="*/ 279915 h 371419"/>
                <a:gd name="csX44" fmla="*/ 129246 w 213820"/>
                <a:gd name="csY44" fmla="*/ 255255 h 371419"/>
                <a:gd name="csX45" fmla="*/ 125242 w 213820"/>
                <a:gd name="csY45" fmla="*/ 260285 h 371419"/>
                <a:gd name="csX46" fmla="*/ 118479 w 213820"/>
                <a:gd name="csY46" fmla="*/ 266956 h 371419"/>
                <a:gd name="csX47" fmla="*/ 115990 w 213820"/>
                <a:gd name="csY47" fmla="*/ 271823 h 371419"/>
                <a:gd name="csX48" fmla="*/ 103625 w 213820"/>
                <a:gd name="csY48" fmla="*/ 299151 h 371419"/>
                <a:gd name="csX49" fmla="*/ 93086 w 213820"/>
                <a:gd name="csY49" fmla="*/ 304140 h 371419"/>
                <a:gd name="csX50" fmla="*/ 86910 w 213820"/>
                <a:gd name="csY50" fmla="*/ 313522 h 371419"/>
                <a:gd name="csX51" fmla="*/ 79326 w 213820"/>
                <a:gd name="csY51" fmla="*/ 328399 h 371419"/>
                <a:gd name="csX52" fmla="*/ 69895 w 213820"/>
                <a:gd name="csY52" fmla="*/ 347747 h 371419"/>
                <a:gd name="csX53" fmla="*/ 51629 w 213820"/>
                <a:gd name="csY53" fmla="*/ 357222 h 371419"/>
                <a:gd name="csX54" fmla="*/ 36622 w 213820"/>
                <a:gd name="csY54" fmla="*/ 363051 h 371419"/>
                <a:gd name="csX55" fmla="*/ 27100 w 213820"/>
                <a:gd name="csY55" fmla="*/ 371420 h 371419"/>
                <a:gd name="csX56" fmla="*/ 16950 w 213820"/>
                <a:gd name="csY56" fmla="*/ 360449 h 3714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Lst>
              <a:rect l="l" t="t" r="r" b="b"/>
              <a:pathLst>
                <a:path w="213820" h="371419">
                  <a:moveTo>
                    <a:pt x="16950" y="360449"/>
                  </a:moveTo>
                  <a:cubicBezTo>
                    <a:pt x="16160" y="354414"/>
                    <a:pt x="13687" y="326244"/>
                    <a:pt x="11453" y="297848"/>
                  </a:cubicBezTo>
                  <a:cubicBezTo>
                    <a:pt x="9219" y="269452"/>
                    <a:pt x="5728" y="235487"/>
                    <a:pt x="3696" y="222369"/>
                  </a:cubicBezTo>
                  <a:cubicBezTo>
                    <a:pt x="1663" y="209251"/>
                    <a:pt x="0" y="197958"/>
                    <a:pt x="0" y="197274"/>
                  </a:cubicBezTo>
                  <a:cubicBezTo>
                    <a:pt x="0" y="196590"/>
                    <a:pt x="8604" y="189898"/>
                    <a:pt x="19120" y="182403"/>
                  </a:cubicBezTo>
                  <a:cubicBezTo>
                    <a:pt x="45138" y="163860"/>
                    <a:pt x="131668" y="98706"/>
                    <a:pt x="138310" y="92657"/>
                  </a:cubicBezTo>
                  <a:cubicBezTo>
                    <a:pt x="147047" y="84700"/>
                    <a:pt x="155017" y="52884"/>
                    <a:pt x="152643" y="35441"/>
                  </a:cubicBezTo>
                  <a:lnTo>
                    <a:pt x="150658" y="20853"/>
                  </a:lnTo>
                  <a:lnTo>
                    <a:pt x="160369" y="19300"/>
                  </a:lnTo>
                  <a:cubicBezTo>
                    <a:pt x="165710" y="18446"/>
                    <a:pt x="170796" y="16589"/>
                    <a:pt x="171671" y="15173"/>
                  </a:cubicBezTo>
                  <a:cubicBezTo>
                    <a:pt x="174939" y="9885"/>
                    <a:pt x="170188" y="8173"/>
                    <a:pt x="158173" y="10308"/>
                  </a:cubicBezTo>
                  <a:cubicBezTo>
                    <a:pt x="149606" y="11830"/>
                    <a:pt x="141919" y="11424"/>
                    <a:pt x="132945" y="8975"/>
                  </a:cubicBezTo>
                  <a:lnTo>
                    <a:pt x="120037" y="5453"/>
                  </a:lnTo>
                  <a:lnTo>
                    <a:pt x="136817" y="5689"/>
                  </a:lnTo>
                  <a:cubicBezTo>
                    <a:pt x="146045" y="5819"/>
                    <a:pt x="160178" y="4304"/>
                    <a:pt x="168222" y="2321"/>
                  </a:cubicBezTo>
                  <a:cubicBezTo>
                    <a:pt x="182583" y="-1218"/>
                    <a:pt x="183037" y="-1158"/>
                    <a:pt x="193336" y="5657"/>
                  </a:cubicBezTo>
                  <a:cubicBezTo>
                    <a:pt x="199104" y="9475"/>
                    <a:pt x="205499" y="12598"/>
                    <a:pt x="207546" y="12598"/>
                  </a:cubicBezTo>
                  <a:cubicBezTo>
                    <a:pt x="210236" y="12598"/>
                    <a:pt x="211785" y="17427"/>
                    <a:pt x="213132" y="30004"/>
                  </a:cubicBezTo>
                  <a:cubicBezTo>
                    <a:pt x="216062" y="57367"/>
                    <a:pt x="210014" y="73217"/>
                    <a:pt x="187630" y="96831"/>
                  </a:cubicBezTo>
                  <a:cubicBezTo>
                    <a:pt x="182422" y="102326"/>
                    <a:pt x="177441" y="110596"/>
                    <a:pt x="176562" y="115211"/>
                  </a:cubicBezTo>
                  <a:cubicBezTo>
                    <a:pt x="175683" y="119825"/>
                    <a:pt x="174022" y="123601"/>
                    <a:pt x="172870" y="123601"/>
                  </a:cubicBezTo>
                  <a:cubicBezTo>
                    <a:pt x="168512" y="123601"/>
                    <a:pt x="164964" y="141879"/>
                    <a:pt x="166261" y="157642"/>
                  </a:cubicBezTo>
                  <a:cubicBezTo>
                    <a:pt x="166999" y="166605"/>
                    <a:pt x="166980" y="171906"/>
                    <a:pt x="166219" y="169421"/>
                  </a:cubicBezTo>
                  <a:cubicBezTo>
                    <a:pt x="163842" y="161666"/>
                    <a:pt x="160352" y="164428"/>
                    <a:pt x="156436" y="177166"/>
                  </a:cubicBezTo>
                  <a:cubicBezTo>
                    <a:pt x="154362" y="183910"/>
                    <a:pt x="152584" y="187395"/>
                    <a:pt x="152486" y="184910"/>
                  </a:cubicBezTo>
                  <a:cubicBezTo>
                    <a:pt x="152387" y="182425"/>
                    <a:pt x="151144" y="180392"/>
                    <a:pt x="149724" y="180392"/>
                  </a:cubicBezTo>
                  <a:cubicBezTo>
                    <a:pt x="145947" y="180392"/>
                    <a:pt x="146574" y="187032"/>
                    <a:pt x="150673" y="190434"/>
                  </a:cubicBezTo>
                  <a:cubicBezTo>
                    <a:pt x="153362" y="192666"/>
                    <a:pt x="154997" y="192406"/>
                    <a:pt x="157540" y="189342"/>
                  </a:cubicBezTo>
                  <a:cubicBezTo>
                    <a:pt x="159375" y="187130"/>
                    <a:pt x="162434" y="185918"/>
                    <a:pt x="164336" y="186648"/>
                  </a:cubicBezTo>
                  <a:cubicBezTo>
                    <a:pt x="166311" y="187405"/>
                    <a:pt x="167794" y="186256"/>
                    <a:pt x="167794" y="183969"/>
                  </a:cubicBezTo>
                  <a:cubicBezTo>
                    <a:pt x="167794" y="181765"/>
                    <a:pt x="169246" y="180451"/>
                    <a:pt x="171021" y="181048"/>
                  </a:cubicBezTo>
                  <a:cubicBezTo>
                    <a:pt x="178588" y="183594"/>
                    <a:pt x="167396" y="209728"/>
                    <a:pt x="159467" y="208029"/>
                  </a:cubicBezTo>
                  <a:cubicBezTo>
                    <a:pt x="155365" y="207150"/>
                    <a:pt x="151352" y="215489"/>
                    <a:pt x="153370" y="220699"/>
                  </a:cubicBezTo>
                  <a:cubicBezTo>
                    <a:pt x="155154" y="225305"/>
                    <a:pt x="155436" y="225324"/>
                    <a:pt x="158583" y="221050"/>
                  </a:cubicBezTo>
                  <a:cubicBezTo>
                    <a:pt x="160413" y="218566"/>
                    <a:pt x="164395" y="216533"/>
                    <a:pt x="167434" y="216533"/>
                  </a:cubicBezTo>
                  <a:cubicBezTo>
                    <a:pt x="174275" y="216533"/>
                    <a:pt x="174331" y="217740"/>
                    <a:pt x="167794" y="224277"/>
                  </a:cubicBezTo>
                  <a:cubicBezTo>
                    <a:pt x="164323" y="227748"/>
                    <a:pt x="162581" y="233035"/>
                    <a:pt x="162477" y="240411"/>
                  </a:cubicBezTo>
                  <a:cubicBezTo>
                    <a:pt x="162393" y="246445"/>
                    <a:pt x="161269" y="257191"/>
                    <a:pt x="159980" y="264290"/>
                  </a:cubicBezTo>
                  <a:cubicBezTo>
                    <a:pt x="158691" y="271389"/>
                    <a:pt x="156316" y="286490"/>
                    <a:pt x="154702" y="297848"/>
                  </a:cubicBezTo>
                  <a:cubicBezTo>
                    <a:pt x="152051" y="316511"/>
                    <a:pt x="147143" y="330254"/>
                    <a:pt x="147143" y="319016"/>
                  </a:cubicBezTo>
                  <a:cubicBezTo>
                    <a:pt x="147143" y="316603"/>
                    <a:pt x="145981" y="314628"/>
                    <a:pt x="144561" y="314628"/>
                  </a:cubicBezTo>
                  <a:cubicBezTo>
                    <a:pt x="143141" y="314628"/>
                    <a:pt x="142167" y="313757"/>
                    <a:pt x="142397" y="312692"/>
                  </a:cubicBezTo>
                  <a:cubicBezTo>
                    <a:pt x="143282" y="308582"/>
                    <a:pt x="136781" y="296556"/>
                    <a:pt x="133654" y="296518"/>
                  </a:cubicBezTo>
                  <a:cubicBezTo>
                    <a:pt x="125264" y="296417"/>
                    <a:pt x="123998" y="292782"/>
                    <a:pt x="127870" y="279915"/>
                  </a:cubicBezTo>
                  <a:cubicBezTo>
                    <a:pt x="132191" y="265558"/>
                    <a:pt x="132766" y="255255"/>
                    <a:pt x="129246" y="255255"/>
                  </a:cubicBezTo>
                  <a:cubicBezTo>
                    <a:pt x="127923" y="255255"/>
                    <a:pt x="126121" y="257518"/>
                    <a:pt x="125242" y="260285"/>
                  </a:cubicBezTo>
                  <a:cubicBezTo>
                    <a:pt x="124364" y="263052"/>
                    <a:pt x="121321" y="266054"/>
                    <a:pt x="118479" y="266956"/>
                  </a:cubicBezTo>
                  <a:cubicBezTo>
                    <a:pt x="114695" y="268157"/>
                    <a:pt x="114029" y="269460"/>
                    <a:pt x="115990" y="271823"/>
                  </a:cubicBezTo>
                  <a:cubicBezTo>
                    <a:pt x="120178" y="276868"/>
                    <a:pt x="111817" y="295346"/>
                    <a:pt x="103625" y="299151"/>
                  </a:cubicBezTo>
                  <a:cubicBezTo>
                    <a:pt x="99874" y="300894"/>
                    <a:pt x="95131" y="303139"/>
                    <a:pt x="93086" y="304140"/>
                  </a:cubicBezTo>
                  <a:cubicBezTo>
                    <a:pt x="91041" y="305142"/>
                    <a:pt x="88261" y="309364"/>
                    <a:pt x="86910" y="313522"/>
                  </a:cubicBezTo>
                  <a:cubicBezTo>
                    <a:pt x="85558" y="317680"/>
                    <a:pt x="82145" y="324374"/>
                    <a:pt x="79326" y="328399"/>
                  </a:cubicBezTo>
                  <a:cubicBezTo>
                    <a:pt x="76507" y="332423"/>
                    <a:pt x="72263" y="341130"/>
                    <a:pt x="69895" y="347747"/>
                  </a:cubicBezTo>
                  <a:cubicBezTo>
                    <a:pt x="65145" y="361024"/>
                    <a:pt x="59224" y="364095"/>
                    <a:pt x="51629" y="357222"/>
                  </a:cubicBezTo>
                  <a:cubicBezTo>
                    <a:pt x="44314" y="350602"/>
                    <a:pt x="37572" y="353221"/>
                    <a:pt x="36622" y="363051"/>
                  </a:cubicBezTo>
                  <a:cubicBezTo>
                    <a:pt x="35885" y="370676"/>
                    <a:pt x="35039" y="371420"/>
                    <a:pt x="27100" y="371420"/>
                  </a:cubicBezTo>
                  <a:cubicBezTo>
                    <a:pt x="18795" y="371420"/>
                    <a:pt x="18319" y="370905"/>
                    <a:pt x="16950" y="360449"/>
                  </a:cubicBezTo>
                  <a:close/>
                </a:path>
              </a:pathLst>
            </a:custGeom>
            <a:solidFill>
              <a:srgbClr val="B9B9B9"/>
            </a:solidFill>
            <a:ln w="5163" cap="flat">
              <a:noFill/>
              <a:prstDash val="solid"/>
              <a:miter/>
            </a:ln>
          </p:spPr>
          <p:txBody>
            <a:bodyPr/>
            <a:lstStyle/>
            <a:p>
              <a:endParaRPr lang="es-419" noProof="0" dirty="0"/>
            </a:p>
          </p:txBody>
        </p:sp>
        <p:sp>
          <p:nvSpPr>
            <p:cNvPr id="80" name="Forma libre: forma 79">
              <a:extLst>
                <a:ext uri="{FF2B5EF4-FFF2-40B4-BE49-F238E27FC236}">
                  <a16:creationId xmlns:a16="http://schemas.microsoft.com/office/drawing/2014/main" id="{8876F2CC-7824-8772-E808-F31056CDDDF9}"/>
                </a:ext>
              </a:extLst>
            </p:cNvPr>
            <p:cNvSpPr/>
            <p:nvPr/>
          </p:nvSpPr>
          <p:spPr>
            <a:xfrm>
              <a:off x="2598432" y="2301328"/>
              <a:ext cx="4301" cy="5162"/>
            </a:xfrm>
            <a:custGeom>
              <a:avLst/>
              <a:gdLst>
                <a:gd name="csX0" fmla="*/ 429 w 4301"/>
                <a:gd name="csY0" fmla="*/ 2581 h 5162"/>
                <a:gd name="csX1" fmla="*/ 1567 w 4301"/>
                <a:gd name="csY1" fmla="*/ 0 h 5162"/>
                <a:gd name="csX2" fmla="*/ 4301 w 4301"/>
                <a:gd name="csY2" fmla="*/ 2581 h 5162"/>
                <a:gd name="csX3" fmla="*/ 3163 w 4301"/>
                <a:gd name="csY3" fmla="*/ 5163 h 5162"/>
                <a:gd name="csX4" fmla="*/ 429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429" y="2581"/>
                  </a:moveTo>
                  <a:cubicBezTo>
                    <a:pt x="-448" y="1162"/>
                    <a:pt x="64" y="0"/>
                    <a:pt x="1567" y="0"/>
                  </a:cubicBezTo>
                  <a:cubicBezTo>
                    <a:pt x="3071" y="0"/>
                    <a:pt x="4301" y="1162"/>
                    <a:pt x="4301" y="2581"/>
                  </a:cubicBezTo>
                  <a:cubicBezTo>
                    <a:pt x="4301" y="4001"/>
                    <a:pt x="3789" y="5163"/>
                    <a:pt x="3163" y="5163"/>
                  </a:cubicBezTo>
                  <a:cubicBezTo>
                    <a:pt x="2537" y="5163"/>
                    <a:pt x="1307" y="4001"/>
                    <a:pt x="429" y="2581"/>
                  </a:cubicBezTo>
                  <a:close/>
                </a:path>
              </a:pathLst>
            </a:custGeom>
            <a:solidFill>
              <a:srgbClr val="B9B9B9"/>
            </a:solidFill>
            <a:ln w="5163" cap="flat">
              <a:noFill/>
              <a:prstDash val="solid"/>
              <a:miter/>
            </a:ln>
          </p:spPr>
          <p:txBody>
            <a:bodyPr/>
            <a:lstStyle/>
            <a:p>
              <a:endParaRPr lang="es-419" noProof="0" dirty="0"/>
            </a:p>
          </p:txBody>
        </p:sp>
        <p:sp>
          <p:nvSpPr>
            <p:cNvPr id="81" name="Forma libre: forma 80">
              <a:extLst>
                <a:ext uri="{FF2B5EF4-FFF2-40B4-BE49-F238E27FC236}">
                  <a16:creationId xmlns:a16="http://schemas.microsoft.com/office/drawing/2014/main" id="{19015B49-9BCC-4371-6312-72AF7FD99532}"/>
                </a:ext>
              </a:extLst>
            </p:cNvPr>
            <p:cNvSpPr/>
            <p:nvPr/>
          </p:nvSpPr>
          <p:spPr>
            <a:xfrm>
              <a:off x="2631714" y="2178527"/>
              <a:ext cx="22197" cy="31992"/>
            </a:xfrm>
            <a:custGeom>
              <a:avLst/>
              <a:gdLst>
                <a:gd name="csX0" fmla="*/ 471 w 22197"/>
                <a:gd name="csY0" fmla="*/ 28899 h 31992"/>
                <a:gd name="csX1" fmla="*/ 9355 w 22197"/>
                <a:gd name="csY1" fmla="*/ 4976 h 31992"/>
                <a:gd name="csX2" fmla="*/ 18130 w 22197"/>
                <a:gd name="csY2" fmla="*/ 1262 h 31992"/>
                <a:gd name="csX3" fmla="*/ 15361 w 22197"/>
                <a:gd name="csY3" fmla="*/ 16772 h 31992"/>
                <a:gd name="csX4" fmla="*/ 471 w 22197"/>
                <a:gd name="csY4" fmla="*/ 28899 h 31992"/>
              </a:gdLst>
              <a:ahLst/>
              <a:cxnLst>
                <a:cxn ang="0">
                  <a:pos x="csX0" y="csY0"/>
                </a:cxn>
                <a:cxn ang="0">
                  <a:pos x="csX1" y="csY1"/>
                </a:cxn>
                <a:cxn ang="0">
                  <a:pos x="csX2" y="csY2"/>
                </a:cxn>
                <a:cxn ang="0">
                  <a:pos x="csX3" y="csY3"/>
                </a:cxn>
                <a:cxn ang="0">
                  <a:pos x="csX4" y="csY4"/>
                </a:cxn>
              </a:cxnLst>
              <a:rect l="l" t="t" r="r" b="b"/>
              <a:pathLst>
                <a:path w="22197" h="31992">
                  <a:moveTo>
                    <a:pt x="471" y="28899"/>
                  </a:moveTo>
                  <a:cubicBezTo>
                    <a:pt x="-1762" y="23078"/>
                    <a:pt x="4399" y="6487"/>
                    <a:pt x="9355" y="4976"/>
                  </a:cubicBezTo>
                  <a:cubicBezTo>
                    <a:pt x="11697" y="4262"/>
                    <a:pt x="15646" y="2591"/>
                    <a:pt x="18130" y="1262"/>
                  </a:cubicBezTo>
                  <a:cubicBezTo>
                    <a:pt x="24115" y="-1937"/>
                    <a:pt x="23741" y="160"/>
                    <a:pt x="15361" y="16772"/>
                  </a:cubicBezTo>
                  <a:cubicBezTo>
                    <a:pt x="7920" y="31524"/>
                    <a:pt x="3013" y="35521"/>
                    <a:pt x="471" y="28899"/>
                  </a:cubicBezTo>
                  <a:close/>
                </a:path>
              </a:pathLst>
            </a:custGeom>
            <a:solidFill>
              <a:srgbClr val="B9B9B9"/>
            </a:solidFill>
            <a:ln w="5163" cap="flat">
              <a:noFill/>
              <a:prstDash val="solid"/>
              <a:miter/>
            </a:ln>
          </p:spPr>
          <p:txBody>
            <a:bodyPr/>
            <a:lstStyle/>
            <a:p>
              <a:endParaRPr lang="es-419" noProof="0" dirty="0"/>
            </a:p>
          </p:txBody>
        </p:sp>
        <p:sp>
          <p:nvSpPr>
            <p:cNvPr id="82" name="Forma libre: forma 81">
              <a:extLst>
                <a:ext uri="{FF2B5EF4-FFF2-40B4-BE49-F238E27FC236}">
                  <a16:creationId xmlns:a16="http://schemas.microsoft.com/office/drawing/2014/main" id="{959B52B6-7FF2-3497-6F98-66824C230023}"/>
                </a:ext>
              </a:extLst>
            </p:cNvPr>
            <p:cNvSpPr/>
            <p:nvPr/>
          </p:nvSpPr>
          <p:spPr>
            <a:xfrm>
              <a:off x="2646618" y="2128371"/>
              <a:ext cx="5162" cy="6756"/>
            </a:xfrm>
            <a:custGeom>
              <a:avLst/>
              <a:gdLst>
                <a:gd name="csX0" fmla="*/ 0 w 5162"/>
                <a:gd name="csY0" fmla="*/ 4025 h 6756"/>
                <a:gd name="csX1" fmla="*/ 2581 w 5162"/>
                <a:gd name="csY1" fmla="*/ 0 h 6756"/>
                <a:gd name="csX2" fmla="*/ 5163 w 5162"/>
                <a:gd name="csY2" fmla="*/ 2429 h 6756"/>
                <a:gd name="csX3" fmla="*/ 2581 w 5162"/>
                <a:gd name="csY3" fmla="*/ 6454 h 6756"/>
                <a:gd name="csX4" fmla="*/ 0 w 5162"/>
                <a:gd name="csY4" fmla="*/ 4025 h 6756"/>
              </a:gdLst>
              <a:ahLst/>
              <a:cxnLst>
                <a:cxn ang="0">
                  <a:pos x="csX0" y="csY0"/>
                </a:cxn>
                <a:cxn ang="0">
                  <a:pos x="csX1" y="csY1"/>
                </a:cxn>
                <a:cxn ang="0">
                  <a:pos x="csX2" y="csY2"/>
                </a:cxn>
                <a:cxn ang="0">
                  <a:pos x="csX3" y="csY3"/>
                </a:cxn>
                <a:cxn ang="0">
                  <a:pos x="csX4" y="csY4"/>
                </a:cxn>
              </a:cxnLst>
              <a:rect l="l" t="t" r="r" b="b"/>
              <a:pathLst>
                <a:path w="5162" h="6756">
                  <a:moveTo>
                    <a:pt x="0" y="4025"/>
                  </a:moveTo>
                  <a:cubicBezTo>
                    <a:pt x="0" y="1811"/>
                    <a:pt x="1162" y="0"/>
                    <a:pt x="2581" y="0"/>
                  </a:cubicBezTo>
                  <a:cubicBezTo>
                    <a:pt x="4001" y="0"/>
                    <a:pt x="5163" y="1093"/>
                    <a:pt x="5163" y="2429"/>
                  </a:cubicBezTo>
                  <a:cubicBezTo>
                    <a:pt x="5163" y="3765"/>
                    <a:pt x="4001" y="5576"/>
                    <a:pt x="2581" y="6454"/>
                  </a:cubicBezTo>
                  <a:cubicBezTo>
                    <a:pt x="1162" y="7331"/>
                    <a:pt x="0" y="6238"/>
                    <a:pt x="0" y="4025"/>
                  </a:cubicBezTo>
                  <a:close/>
                </a:path>
              </a:pathLst>
            </a:custGeom>
            <a:solidFill>
              <a:srgbClr val="B9B9B9"/>
            </a:solidFill>
            <a:ln w="5163" cap="flat">
              <a:noFill/>
              <a:prstDash val="solid"/>
              <a:miter/>
            </a:ln>
          </p:spPr>
          <p:txBody>
            <a:bodyPr/>
            <a:lstStyle/>
            <a:p>
              <a:endParaRPr lang="es-419" noProof="0" dirty="0"/>
            </a:p>
          </p:txBody>
        </p:sp>
        <p:sp>
          <p:nvSpPr>
            <p:cNvPr id="83" name="Forma libre: forma 82">
              <a:extLst>
                <a:ext uri="{FF2B5EF4-FFF2-40B4-BE49-F238E27FC236}">
                  <a16:creationId xmlns:a16="http://schemas.microsoft.com/office/drawing/2014/main" id="{0BADC6FA-AC81-0D6C-E6E9-1A0A81F746F2}"/>
                </a:ext>
              </a:extLst>
            </p:cNvPr>
            <p:cNvSpPr/>
            <p:nvPr/>
          </p:nvSpPr>
          <p:spPr>
            <a:xfrm>
              <a:off x="2646618" y="2110301"/>
              <a:ext cx="4301" cy="5162"/>
            </a:xfrm>
            <a:custGeom>
              <a:avLst/>
              <a:gdLst>
                <a:gd name="csX0" fmla="*/ 0 w 4301"/>
                <a:gd name="csY0" fmla="*/ 2581 h 5162"/>
                <a:gd name="csX1" fmla="*/ 1138 w 4301"/>
                <a:gd name="csY1" fmla="*/ 0 h 5162"/>
                <a:gd name="csX2" fmla="*/ 3872 w 4301"/>
                <a:gd name="csY2" fmla="*/ 2581 h 5162"/>
                <a:gd name="csX3" fmla="*/ 2734 w 4301"/>
                <a:gd name="csY3" fmla="*/ 5163 h 5162"/>
                <a:gd name="csX4" fmla="*/ 0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0" y="2581"/>
                  </a:moveTo>
                  <a:cubicBezTo>
                    <a:pt x="0" y="1162"/>
                    <a:pt x="512" y="0"/>
                    <a:pt x="1138" y="0"/>
                  </a:cubicBezTo>
                  <a:cubicBezTo>
                    <a:pt x="1765" y="0"/>
                    <a:pt x="2995" y="1162"/>
                    <a:pt x="3872" y="2581"/>
                  </a:cubicBezTo>
                  <a:cubicBezTo>
                    <a:pt x="4750" y="4001"/>
                    <a:pt x="4237" y="5163"/>
                    <a:pt x="2734" y="5163"/>
                  </a:cubicBezTo>
                  <a:cubicBezTo>
                    <a:pt x="1230" y="5163"/>
                    <a:pt x="0" y="4001"/>
                    <a:pt x="0" y="2581"/>
                  </a:cubicBezTo>
                  <a:close/>
                </a:path>
              </a:pathLst>
            </a:custGeom>
            <a:solidFill>
              <a:srgbClr val="B9B9B9"/>
            </a:solidFill>
            <a:ln w="5163" cap="flat">
              <a:noFill/>
              <a:prstDash val="solid"/>
              <a:miter/>
            </a:ln>
          </p:spPr>
          <p:txBody>
            <a:bodyPr/>
            <a:lstStyle/>
            <a:p>
              <a:endParaRPr lang="es-419" noProof="0" dirty="0"/>
            </a:p>
          </p:txBody>
        </p:sp>
      </p:grpSp>
      <p:grpSp>
        <p:nvGrpSpPr>
          <p:cNvPr id="84" name="Gráfico 39">
            <a:extLst>
              <a:ext uri="{FF2B5EF4-FFF2-40B4-BE49-F238E27FC236}">
                <a16:creationId xmlns:a16="http://schemas.microsoft.com/office/drawing/2014/main" id="{B4E729EF-0F0A-B26A-ECB9-74A6912FBC0E}"/>
              </a:ext>
            </a:extLst>
          </p:cNvPr>
          <p:cNvGrpSpPr/>
          <p:nvPr/>
        </p:nvGrpSpPr>
        <p:grpSpPr>
          <a:xfrm>
            <a:off x="924790" y="1999612"/>
            <a:ext cx="235561" cy="223008"/>
            <a:chOff x="924790" y="1999612"/>
            <a:chExt cx="235561" cy="223008"/>
          </a:xfrm>
          <a:solidFill>
            <a:srgbClr val="B9B9B9"/>
          </a:solidFill>
        </p:grpSpPr>
        <p:sp>
          <p:nvSpPr>
            <p:cNvPr id="85" name="Forma libre: forma 84">
              <a:extLst>
                <a:ext uri="{FF2B5EF4-FFF2-40B4-BE49-F238E27FC236}">
                  <a16:creationId xmlns:a16="http://schemas.microsoft.com/office/drawing/2014/main" id="{F85F66FA-05DC-8EE2-556E-6CE2716791A6}"/>
                </a:ext>
              </a:extLst>
            </p:cNvPr>
            <p:cNvSpPr/>
            <p:nvPr/>
          </p:nvSpPr>
          <p:spPr>
            <a:xfrm>
              <a:off x="1018216" y="1999612"/>
              <a:ext cx="142135" cy="223008"/>
            </a:xfrm>
            <a:custGeom>
              <a:avLst/>
              <a:gdLst>
                <a:gd name="csX0" fmla="*/ 33142 w 142135"/>
                <a:gd name="csY0" fmla="*/ 222624 h 223008"/>
                <a:gd name="csX1" fmla="*/ 24030 w 142135"/>
                <a:gd name="csY1" fmla="*/ 217989 h 223008"/>
                <a:gd name="csX2" fmla="*/ 15077 w 142135"/>
                <a:gd name="csY2" fmla="*/ 214475 h 223008"/>
                <a:gd name="csX3" fmla="*/ 28065 w 142135"/>
                <a:gd name="csY3" fmla="*/ 199749 h 223008"/>
                <a:gd name="csX4" fmla="*/ 39623 w 142135"/>
                <a:gd name="csY4" fmla="*/ 181324 h 223008"/>
                <a:gd name="csX5" fmla="*/ 40552 w 142135"/>
                <a:gd name="csY5" fmla="*/ 163618 h 223008"/>
                <a:gd name="csX6" fmla="*/ 38270 w 142135"/>
                <a:gd name="csY6" fmla="*/ 146871 h 223008"/>
                <a:gd name="csX7" fmla="*/ 31342 w 142135"/>
                <a:gd name="csY7" fmla="*/ 141344 h 223008"/>
                <a:gd name="csX8" fmla="*/ 23064 w 142135"/>
                <a:gd name="csY8" fmla="*/ 130695 h 223008"/>
                <a:gd name="csX9" fmla="*/ 21238 w 142135"/>
                <a:gd name="csY9" fmla="*/ 121015 h 223008"/>
                <a:gd name="csX10" fmla="*/ 21448 w 142135"/>
                <a:gd name="csY10" fmla="*/ 110689 h 223008"/>
                <a:gd name="csX11" fmla="*/ 17417 w 142135"/>
                <a:gd name="csY11" fmla="*/ 113600 h 223008"/>
                <a:gd name="csX12" fmla="*/ 6090 w 142135"/>
                <a:gd name="csY12" fmla="*/ 75839 h 223008"/>
                <a:gd name="csX13" fmla="*/ 446 w 142135"/>
                <a:gd name="csY13" fmla="*/ 49379 h 223008"/>
                <a:gd name="csX14" fmla="*/ 1787 w 142135"/>
                <a:gd name="csY14" fmla="*/ 43571 h 223008"/>
                <a:gd name="csX15" fmla="*/ 4669 w 142135"/>
                <a:gd name="csY15" fmla="*/ 50173 h 223008"/>
                <a:gd name="csX16" fmla="*/ 15640 w 142135"/>
                <a:gd name="csY16" fmla="*/ 55981 h 223008"/>
                <a:gd name="csX17" fmla="*/ 25590 w 142135"/>
                <a:gd name="csY17" fmla="*/ 51315 h 223008"/>
                <a:gd name="csX18" fmla="*/ 21927 w 142135"/>
                <a:gd name="csY18" fmla="*/ 38128 h 223008"/>
                <a:gd name="csX19" fmla="*/ 25126 w 142135"/>
                <a:gd name="csY19" fmla="*/ 20612 h 223008"/>
                <a:gd name="csX20" fmla="*/ 29635 w 142135"/>
                <a:gd name="csY20" fmla="*/ 8944 h 223008"/>
                <a:gd name="csX21" fmla="*/ 56601 w 142135"/>
                <a:gd name="csY21" fmla="*/ 2664 h 223008"/>
                <a:gd name="csX22" fmla="*/ 68014 w 142135"/>
                <a:gd name="csY22" fmla="*/ 14926 h 223008"/>
                <a:gd name="csX23" fmla="*/ 70397 w 142135"/>
                <a:gd name="csY23" fmla="*/ 28730 h 223008"/>
                <a:gd name="csX24" fmla="*/ 64799 w 142135"/>
                <a:gd name="csY24" fmla="*/ 38367 h 223008"/>
                <a:gd name="csX25" fmla="*/ 76515 w 142135"/>
                <a:gd name="csY25" fmla="*/ 47199 h 223008"/>
                <a:gd name="csX26" fmla="*/ 95020 w 142135"/>
                <a:gd name="csY26" fmla="*/ 52596 h 223008"/>
                <a:gd name="csX27" fmla="*/ 116723 w 142135"/>
                <a:gd name="csY27" fmla="*/ 66052 h 223008"/>
                <a:gd name="csX28" fmla="*/ 125419 w 142135"/>
                <a:gd name="csY28" fmla="*/ 64641 h 223008"/>
                <a:gd name="csX29" fmla="*/ 121867 w 142135"/>
                <a:gd name="csY29" fmla="*/ 77984 h 223008"/>
                <a:gd name="csX30" fmla="*/ 126198 w 142135"/>
                <a:gd name="csY30" fmla="*/ 109560 h 223008"/>
                <a:gd name="csX31" fmla="*/ 132452 w 142135"/>
                <a:gd name="csY31" fmla="*/ 130811 h 223008"/>
                <a:gd name="csX32" fmla="*/ 137172 w 142135"/>
                <a:gd name="csY32" fmla="*/ 149525 h 223008"/>
                <a:gd name="csX33" fmla="*/ 126264 w 142135"/>
                <a:gd name="csY33" fmla="*/ 165042 h 223008"/>
                <a:gd name="csX34" fmla="*/ 119713 w 142135"/>
                <a:gd name="csY34" fmla="*/ 162318 h 223008"/>
                <a:gd name="csX35" fmla="*/ 122125 w 142135"/>
                <a:gd name="csY35" fmla="*/ 181310 h 223008"/>
                <a:gd name="csX36" fmla="*/ 122395 w 142135"/>
                <a:gd name="csY36" fmla="*/ 193071 h 223008"/>
                <a:gd name="csX37" fmla="*/ 117050 w 142135"/>
                <a:gd name="csY37" fmla="*/ 205350 h 223008"/>
                <a:gd name="csX38" fmla="*/ 115307 w 142135"/>
                <a:gd name="csY38" fmla="*/ 214639 h 223008"/>
                <a:gd name="csX39" fmla="*/ 105608 w 142135"/>
                <a:gd name="csY39" fmla="*/ 205168 h 223008"/>
                <a:gd name="csX40" fmla="*/ 70306 w 142135"/>
                <a:gd name="csY40" fmla="*/ 198146 h 223008"/>
                <a:gd name="csX41" fmla="*/ 57886 w 142135"/>
                <a:gd name="csY41" fmla="*/ 203581 h 223008"/>
                <a:gd name="csX42" fmla="*/ 42822 w 142135"/>
                <a:gd name="csY42" fmla="*/ 214552 h 223008"/>
                <a:gd name="csX43" fmla="*/ 33142 w 142135"/>
                <a:gd name="csY43" fmla="*/ 222624 h 2230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42135" h="223008">
                  <a:moveTo>
                    <a:pt x="33142" y="222624"/>
                  </a:moveTo>
                  <a:cubicBezTo>
                    <a:pt x="33100" y="221007"/>
                    <a:pt x="28999" y="218922"/>
                    <a:pt x="24030" y="217989"/>
                  </a:cubicBezTo>
                  <a:cubicBezTo>
                    <a:pt x="19061" y="217057"/>
                    <a:pt x="15032" y="215476"/>
                    <a:pt x="15077" y="214475"/>
                  </a:cubicBezTo>
                  <a:cubicBezTo>
                    <a:pt x="15123" y="213475"/>
                    <a:pt x="20967" y="206848"/>
                    <a:pt x="28065" y="199749"/>
                  </a:cubicBezTo>
                  <a:cubicBezTo>
                    <a:pt x="37756" y="190056"/>
                    <a:pt x="40635" y="185467"/>
                    <a:pt x="39623" y="181324"/>
                  </a:cubicBezTo>
                  <a:cubicBezTo>
                    <a:pt x="38882" y="178289"/>
                    <a:pt x="39300" y="170321"/>
                    <a:pt x="40552" y="163618"/>
                  </a:cubicBezTo>
                  <a:cubicBezTo>
                    <a:pt x="42457" y="153420"/>
                    <a:pt x="42085" y="150686"/>
                    <a:pt x="38270" y="146871"/>
                  </a:cubicBezTo>
                  <a:cubicBezTo>
                    <a:pt x="35762" y="144363"/>
                    <a:pt x="32644" y="141876"/>
                    <a:pt x="31342" y="141344"/>
                  </a:cubicBezTo>
                  <a:cubicBezTo>
                    <a:pt x="30039" y="140811"/>
                    <a:pt x="26314" y="136019"/>
                    <a:pt x="23064" y="130695"/>
                  </a:cubicBezTo>
                  <a:cubicBezTo>
                    <a:pt x="18146" y="122638"/>
                    <a:pt x="17840" y="121015"/>
                    <a:pt x="21238" y="121015"/>
                  </a:cubicBezTo>
                  <a:cubicBezTo>
                    <a:pt x="26407" y="121015"/>
                    <a:pt x="26532" y="114908"/>
                    <a:pt x="21448" y="110689"/>
                  </a:cubicBezTo>
                  <a:cubicBezTo>
                    <a:pt x="18195" y="107989"/>
                    <a:pt x="17551" y="108454"/>
                    <a:pt x="17417" y="113600"/>
                  </a:cubicBezTo>
                  <a:cubicBezTo>
                    <a:pt x="17202" y="121855"/>
                    <a:pt x="11362" y="102386"/>
                    <a:pt x="6090" y="75839"/>
                  </a:cubicBezTo>
                  <a:cubicBezTo>
                    <a:pt x="3834" y="64481"/>
                    <a:pt x="1295" y="52574"/>
                    <a:pt x="446" y="49379"/>
                  </a:cubicBezTo>
                  <a:cubicBezTo>
                    <a:pt x="-477" y="45903"/>
                    <a:pt x="61" y="43571"/>
                    <a:pt x="1787" y="43571"/>
                  </a:cubicBezTo>
                  <a:cubicBezTo>
                    <a:pt x="3372" y="43571"/>
                    <a:pt x="4669" y="46542"/>
                    <a:pt x="4669" y="50173"/>
                  </a:cubicBezTo>
                  <a:cubicBezTo>
                    <a:pt x="4669" y="56344"/>
                    <a:pt x="5386" y="56723"/>
                    <a:pt x="15640" y="55981"/>
                  </a:cubicBezTo>
                  <a:cubicBezTo>
                    <a:pt x="23894" y="55384"/>
                    <a:pt x="26358" y="54229"/>
                    <a:pt x="25590" y="51315"/>
                  </a:cubicBezTo>
                  <a:cubicBezTo>
                    <a:pt x="25028" y="49186"/>
                    <a:pt x="23380" y="43251"/>
                    <a:pt x="21927" y="38128"/>
                  </a:cubicBezTo>
                  <a:cubicBezTo>
                    <a:pt x="19644" y="30074"/>
                    <a:pt x="20076" y="27703"/>
                    <a:pt x="25126" y="20612"/>
                  </a:cubicBezTo>
                  <a:cubicBezTo>
                    <a:pt x="28338" y="16101"/>
                    <a:pt x="30367" y="10851"/>
                    <a:pt x="29635" y="8944"/>
                  </a:cubicBezTo>
                  <a:cubicBezTo>
                    <a:pt x="26306" y="269"/>
                    <a:pt x="38854" y="-2653"/>
                    <a:pt x="56601" y="2664"/>
                  </a:cubicBezTo>
                  <a:cubicBezTo>
                    <a:pt x="65243" y="5253"/>
                    <a:pt x="66731" y="6851"/>
                    <a:pt x="68014" y="14926"/>
                  </a:cubicBezTo>
                  <a:cubicBezTo>
                    <a:pt x="68826" y="20032"/>
                    <a:pt x="69898" y="26244"/>
                    <a:pt x="70397" y="28730"/>
                  </a:cubicBezTo>
                  <a:cubicBezTo>
                    <a:pt x="70908" y="31276"/>
                    <a:pt x="68463" y="35485"/>
                    <a:pt x="64799" y="38367"/>
                  </a:cubicBezTo>
                  <a:cubicBezTo>
                    <a:pt x="52677" y="47902"/>
                    <a:pt x="63675" y="56192"/>
                    <a:pt x="76515" y="47199"/>
                  </a:cubicBezTo>
                  <a:cubicBezTo>
                    <a:pt x="84862" y="41352"/>
                    <a:pt x="95020" y="44315"/>
                    <a:pt x="95020" y="52596"/>
                  </a:cubicBezTo>
                  <a:cubicBezTo>
                    <a:pt x="95020" y="61383"/>
                    <a:pt x="105491" y="67875"/>
                    <a:pt x="116723" y="66052"/>
                  </a:cubicBezTo>
                  <a:lnTo>
                    <a:pt x="125419" y="64641"/>
                  </a:lnTo>
                  <a:lnTo>
                    <a:pt x="121867" y="77984"/>
                  </a:lnTo>
                  <a:cubicBezTo>
                    <a:pt x="116766" y="97143"/>
                    <a:pt x="117305" y="101074"/>
                    <a:pt x="126198" y="109560"/>
                  </a:cubicBezTo>
                  <a:cubicBezTo>
                    <a:pt x="133696" y="116715"/>
                    <a:pt x="134049" y="117914"/>
                    <a:pt x="132452" y="130811"/>
                  </a:cubicBezTo>
                  <a:cubicBezTo>
                    <a:pt x="130905" y="143306"/>
                    <a:pt x="131310" y="144914"/>
                    <a:pt x="137172" y="149525"/>
                  </a:cubicBezTo>
                  <a:cubicBezTo>
                    <a:pt x="148350" y="158317"/>
                    <a:pt x="138877" y="171792"/>
                    <a:pt x="126264" y="165042"/>
                  </a:cubicBezTo>
                  <a:cubicBezTo>
                    <a:pt x="123464" y="163544"/>
                    <a:pt x="120516" y="162318"/>
                    <a:pt x="119713" y="162318"/>
                  </a:cubicBezTo>
                  <a:cubicBezTo>
                    <a:pt x="116537" y="162318"/>
                    <a:pt x="118487" y="177672"/>
                    <a:pt x="122125" y="181310"/>
                  </a:cubicBezTo>
                  <a:cubicBezTo>
                    <a:pt x="126947" y="186132"/>
                    <a:pt x="127019" y="189234"/>
                    <a:pt x="122395" y="193071"/>
                  </a:cubicBezTo>
                  <a:cubicBezTo>
                    <a:pt x="120414" y="194715"/>
                    <a:pt x="118009" y="200241"/>
                    <a:pt x="117050" y="205350"/>
                  </a:cubicBezTo>
                  <a:lnTo>
                    <a:pt x="115307" y="214639"/>
                  </a:lnTo>
                  <a:lnTo>
                    <a:pt x="105608" y="205168"/>
                  </a:lnTo>
                  <a:cubicBezTo>
                    <a:pt x="93087" y="192941"/>
                    <a:pt x="80185" y="190375"/>
                    <a:pt x="70306" y="198146"/>
                  </a:cubicBezTo>
                  <a:cubicBezTo>
                    <a:pt x="66478" y="201157"/>
                    <a:pt x="60889" y="203603"/>
                    <a:pt x="57886" y="203581"/>
                  </a:cubicBezTo>
                  <a:cubicBezTo>
                    <a:pt x="54649" y="203557"/>
                    <a:pt x="48516" y="208024"/>
                    <a:pt x="42822" y="214552"/>
                  </a:cubicBezTo>
                  <a:cubicBezTo>
                    <a:pt x="37540" y="220608"/>
                    <a:pt x="33184" y="224241"/>
                    <a:pt x="33142" y="222624"/>
                  </a:cubicBezTo>
                  <a:close/>
                </a:path>
              </a:pathLst>
            </a:custGeom>
            <a:solidFill>
              <a:srgbClr val="B9B9B9"/>
            </a:solidFill>
            <a:ln w="5163" cap="flat">
              <a:noFill/>
              <a:prstDash val="solid"/>
              <a:miter/>
            </a:ln>
          </p:spPr>
          <p:txBody>
            <a:bodyPr/>
            <a:lstStyle/>
            <a:p>
              <a:endParaRPr lang="es-419" noProof="0" dirty="0"/>
            </a:p>
          </p:txBody>
        </p:sp>
        <p:sp>
          <p:nvSpPr>
            <p:cNvPr id="86" name="Forma libre: forma 85">
              <a:extLst>
                <a:ext uri="{FF2B5EF4-FFF2-40B4-BE49-F238E27FC236}">
                  <a16:creationId xmlns:a16="http://schemas.microsoft.com/office/drawing/2014/main" id="{A8BA0E8D-F435-B49A-63B3-EBB588D1D6BD}"/>
                </a:ext>
              </a:extLst>
            </p:cNvPr>
            <p:cNvSpPr/>
            <p:nvPr/>
          </p:nvSpPr>
          <p:spPr>
            <a:xfrm>
              <a:off x="976738" y="2149266"/>
              <a:ext cx="9026" cy="7395"/>
            </a:xfrm>
            <a:custGeom>
              <a:avLst/>
              <a:gdLst>
                <a:gd name="csX0" fmla="*/ 866 w 9026"/>
                <a:gd name="csY0" fmla="*/ 4748 h 7395"/>
                <a:gd name="csX1" fmla="*/ 6187 w 9026"/>
                <a:gd name="csY1" fmla="*/ 710 h 7395"/>
                <a:gd name="csX2" fmla="*/ 8728 w 9026"/>
                <a:gd name="csY2" fmla="*/ 4901 h 7395"/>
                <a:gd name="csX3" fmla="*/ 866 w 9026"/>
                <a:gd name="csY3" fmla="*/ 4748 h 7395"/>
              </a:gdLst>
              <a:ahLst/>
              <a:cxnLst>
                <a:cxn ang="0">
                  <a:pos x="csX0" y="csY0"/>
                </a:cxn>
                <a:cxn ang="0">
                  <a:pos x="csX1" y="csY1"/>
                </a:cxn>
                <a:cxn ang="0">
                  <a:pos x="csX2" y="csY2"/>
                </a:cxn>
                <a:cxn ang="0">
                  <a:pos x="csX3" y="csY3"/>
                </a:cxn>
              </a:cxnLst>
              <a:rect l="l" t="t" r="r" b="b"/>
              <a:pathLst>
                <a:path w="9026" h="7395">
                  <a:moveTo>
                    <a:pt x="866" y="4748"/>
                  </a:moveTo>
                  <a:cubicBezTo>
                    <a:pt x="-1510" y="904"/>
                    <a:pt x="1245" y="-1186"/>
                    <a:pt x="6187" y="710"/>
                  </a:cubicBezTo>
                  <a:cubicBezTo>
                    <a:pt x="8468" y="1586"/>
                    <a:pt x="9611" y="3472"/>
                    <a:pt x="8728" y="4901"/>
                  </a:cubicBezTo>
                  <a:cubicBezTo>
                    <a:pt x="6635" y="8287"/>
                    <a:pt x="3009" y="8216"/>
                    <a:pt x="866" y="4748"/>
                  </a:cubicBezTo>
                  <a:close/>
                </a:path>
              </a:pathLst>
            </a:custGeom>
            <a:solidFill>
              <a:srgbClr val="B9B9B9"/>
            </a:solidFill>
            <a:ln w="5163" cap="flat">
              <a:noFill/>
              <a:prstDash val="solid"/>
              <a:miter/>
            </a:ln>
          </p:spPr>
          <p:txBody>
            <a:bodyPr/>
            <a:lstStyle/>
            <a:p>
              <a:endParaRPr lang="es-419" noProof="0" dirty="0"/>
            </a:p>
          </p:txBody>
        </p:sp>
        <p:sp>
          <p:nvSpPr>
            <p:cNvPr id="87" name="Forma libre: forma 86">
              <a:extLst>
                <a:ext uri="{FF2B5EF4-FFF2-40B4-BE49-F238E27FC236}">
                  <a16:creationId xmlns:a16="http://schemas.microsoft.com/office/drawing/2014/main" id="{8A627A51-4D76-B35D-D321-32B5C11471F3}"/>
                </a:ext>
              </a:extLst>
            </p:cNvPr>
            <p:cNvSpPr/>
            <p:nvPr/>
          </p:nvSpPr>
          <p:spPr>
            <a:xfrm>
              <a:off x="958388" y="2135665"/>
              <a:ext cx="19364" cy="11047"/>
            </a:xfrm>
            <a:custGeom>
              <a:avLst/>
              <a:gdLst>
                <a:gd name="csX0" fmla="*/ 0 w 19364"/>
                <a:gd name="csY0" fmla="*/ 8841 h 11047"/>
                <a:gd name="csX1" fmla="*/ 17408 w 19364"/>
                <a:gd name="csY1" fmla="*/ 154 h 11047"/>
                <a:gd name="csX2" fmla="*/ 17432 w 19364"/>
                <a:gd name="csY2" fmla="*/ 5614 h 11047"/>
                <a:gd name="csX3" fmla="*/ 0 w 19364"/>
                <a:gd name="csY3" fmla="*/ 8841 h 11047"/>
              </a:gdLst>
              <a:ahLst/>
              <a:cxnLst>
                <a:cxn ang="0">
                  <a:pos x="csX0" y="csY0"/>
                </a:cxn>
                <a:cxn ang="0">
                  <a:pos x="csX1" y="csY1"/>
                </a:cxn>
                <a:cxn ang="0">
                  <a:pos x="csX2" y="csY2"/>
                </a:cxn>
                <a:cxn ang="0">
                  <a:pos x="csX3" y="csY3"/>
                </a:cxn>
              </a:cxnLst>
              <a:rect l="l" t="t" r="r" b="b"/>
              <a:pathLst>
                <a:path w="19364" h="11047">
                  <a:moveTo>
                    <a:pt x="0" y="8841"/>
                  </a:moveTo>
                  <a:cubicBezTo>
                    <a:pt x="126" y="2682"/>
                    <a:pt x="7086" y="-791"/>
                    <a:pt x="17408" y="154"/>
                  </a:cubicBezTo>
                  <a:cubicBezTo>
                    <a:pt x="20010" y="392"/>
                    <a:pt x="20015" y="1478"/>
                    <a:pt x="17432" y="5614"/>
                  </a:cubicBezTo>
                  <a:cubicBezTo>
                    <a:pt x="14357" y="10538"/>
                    <a:pt x="-89" y="13212"/>
                    <a:pt x="0" y="8841"/>
                  </a:cubicBezTo>
                  <a:close/>
                </a:path>
              </a:pathLst>
            </a:custGeom>
            <a:solidFill>
              <a:srgbClr val="B9B9B9"/>
            </a:solidFill>
            <a:ln w="5163" cap="flat">
              <a:noFill/>
              <a:prstDash val="solid"/>
              <a:miter/>
            </a:ln>
          </p:spPr>
          <p:txBody>
            <a:bodyPr/>
            <a:lstStyle/>
            <a:p>
              <a:endParaRPr lang="es-419" noProof="0" dirty="0"/>
            </a:p>
          </p:txBody>
        </p:sp>
        <p:sp>
          <p:nvSpPr>
            <p:cNvPr id="88" name="Forma libre: forma 87">
              <a:extLst>
                <a:ext uri="{FF2B5EF4-FFF2-40B4-BE49-F238E27FC236}">
                  <a16:creationId xmlns:a16="http://schemas.microsoft.com/office/drawing/2014/main" id="{71432D92-E018-8538-DD1E-409E35DF5655}"/>
                </a:ext>
              </a:extLst>
            </p:cNvPr>
            <p:cNvSpPr/>
            <p:nvPr/>
          </p:nvSpPr>
          <p:spPr>
            <a:xfrm>
              <a:off x="938010" y="2110987"/>
              <a:ext cx="18997" cy="19965"/>
            </a:xfrm>
            <a:custGeom>
              <a:avLst/>
              <a:gdLst>
                <a:gd name="csX0" fmla="*/ 2787 w 18997"/>
                <a:gd name="csY0" fmla="*/ 11392 h 19965"/>
                <a:gd name="csX1" fmla="*/ 4678 w 18997"/>
                <a:gd name="csY1" fmla="*/ 36 h 19965"/>
                <a:gd name="csX2" fmla="*/ 17544 w 18997"/>
                <a:gd name="csY2" fmla="*/ 12951 h 19965"/>
                <a:gd name="csX3" fmla="*/ 13049 w 18997"/>
                <a:gd name="csY3" fmla="*/ 19965 h 19965"/>
                <a:gd name="csX4" fmla="*/ 2787 w 18997"/>
                <a:gd name="csY4" fmla="*/ 11392 h 19965"/>
              </a:gdLst>
              <a:ahLst/>
              <a:cxnLst>
                <a:cxn ang="0">
                  <a:pos x="csX0" y="csY0"/>
                </a:cxn>
                <a:cxn ang="0">
                  <a:pos x="csX1" y="csY1"/>
                </a:cxn>
                <a:cxn ang="0">
                  <a:pos x="csX2" y="csY2"/>
                </a:cxn>
                <a:cxn ang="0">
                  <a:pos x="csX3" y="csY3"/>
                </a:cxn>
                <a:cxn ang="0">
                  <a:pos x="csX4" y="csY4"/>
                </a:cxn>
              </a:cxnLst>
              <a:rect l="l" t="t" r="r" b="b"/>
              <a:pathLst>
                <a:path w="18997" h="19965">
                  <a:moveTo>
                    <a:pt x="2787" y="11392"/>
                  </a:moveTo>
                  <a:cubicBezTo>
                    <a:pt x="-1192" y="389"/>
                    <a:pt x="-1207" y="479"/>
                    <a:pt x="4678" y="36"/>
                  </a:cubicBezTo>
                  <a:cubicBezTo>
                    <a:pt x="10396" y="-395"/>
                    <a:pt x="13750" y="2973"/>
                    <a:pt x="17544" y="12951"/>
                  </a:cubicBezTo>
                  <a:cubicBezTo>
                    <a:pt x="20048" y="19537"/>
                    <a:pt x="19774" y="19965"/>
                    <a:pt x="13049" y="19965"/>
                  </a:cubicBezTo>
                  <a:cubicBezTo>
                    <a:pt x="7281" y="19965"/>
                    <a:pt x="5284" y="18297"/>
                    <a:pt x="2787" y="11392"/>
                  </a:cubicBezTo>
                  <a:close/>
                </a:path>
              </a:pathLst>
            </a:custGeom>
            <a:solidFill>
              <a:srgbClr val="B9B9B9"/>
            </a:solidFill>
            <a:ln w="5163" cap="flat">
              <a:noFill/>
              <a:prstDash val="solid"/>
              <a:miter/>
            </a:ln>
          </p:spPr>
          <p:txBody>
            <a:bodyPr/>
            <a:lstStyle/>
            <a:p>
              <a:endParaRPr lang="es-419" noProof="0" dirty="0"/>
            </a:p>
          </p:txBody>
        </p:sp>
        <p:sp>
          <p:nvSpPr>
            <p:cNvPr id="89" name="Forma libre: forma 88">
              <a:extLst>
                <a:ext uri="{FF2B5EF4-FFF2-40B4-BE49-F238E27FC236}">
                  <a16:creationId xmlns:a16="http://schemas.microsoft.com/office/drawing/2014/main" id="{930F0D8D-E557-F63F-DB06-28831D4C2D8D}"/>
                </a:ext>
              </a:extLst>
            </p:cNvPr>
            <p:cNvSpPr/>
            <p:nvPr/>
          </p:nvSpPr>
          <p:spPr>
            <a:xfrm>
              <a:off x="924790" y="2098451"/>
              <a:ext cx="5162" cy="9268"/>
            </a:xfrm>
            <a:custGeom>
              <a:avLst/>
              <a:gdLst>
                <a:gd name="csX0" fmla="*/ 0 w 5162"/>
                <a:gd name="csY0" fmla="*/ 3953 h 9268"/>
                <a:gd name="csX1" fmla="*/ 2581 w 5162"/>
                <a:gd name="csY1" fmla="*/ 233 h 9268"/>
                <a:gd name="csX2" fmla="*/ 5163 w 5162"/>
                <a:gd name="csY2" fmla="*/ 5549 h 9268"/>
                <a:gd name="csX3" fmla="*/ 2581 w 5162"/>
                <a:gd name="csY3" fmla="*/ 9269 h 9268"/>
                <a:gd name="csX4" fmla="*/ 0 w 5162"/>
                <a:gd name="csY4" fmla="*/ 3953 h 9268"/>
              </a:gdLst>
              <a:ahLst/>
              <a:cxnLst>
                <a:cxn ang="0">
                  <a:pos x="csX0" y="csY0"/>
                </a:cxn>
                <a:cxn ang="0">
                  <a:pos x="csX1" y="csY1"/>
                </a:cxn>
                <a:cxn ang="0">
                  <a:pos x="csX2" y="csY2"/>
                </a:cxn>
                <a:cxn ang="0">
                  <a:pos x="csX3" y="csY3"/>
                </a:cxn>
                <a:cxn ang="0">
                  <a:pos x="csX4" y="csY4"/>
                </a:cxn>
              </a:cxnLst>
              <a:rect l="l" t="t" r="r" b="b"/>
              <a:pathLst>
                <a:path w="5162" h="9268">
                  <a:moveTo>
                    <a:pt x="0" y="3953"/>
                  </a:moveTo>
                  <a:cubicBezTo>
                    <a:pt x="0" y="1030"/>
                    <a:pt x="1162" y="-644"/>
                    <a:pt x="2581" y="233"/>
                  </a:cubicBezTo>
                  <a:cubicBezTo>
                    <a:pt x="4001" y="1111"/>
                    <a:pt x="5163" y="3503"/>
                    <a:pt x="5163" y="5549"/>
                  </a:cubicBezTo>
                  <a:cubicBezTo>
                    <a:pt x="5163" y="7595"/>
                    <a:pt x="4001" y="9269"/>
                    <a:pt x="2581" y="9269"/>
                  </a:cubicBezTo>
                  <a:cubicBezTo>
                    <a:pt x="1162" y="9269"/>
                    <a:pt x="0" y="6877"/>
                    <a:pt x="0" y="3953"/>
                  </a:cubicBezTo>
                  <a:close/>
                </a:path>
              </a:pathLst>
            </a:custGeom>
            <a:solidFill>
              <a:srgbClr val="B9B9B9"/>
            </a:solidFill>
            <a:ln w="5163" cap="flat">
              <a:noFill/>
              <a:prstDash val="solid"/>
              <a:miter/>
            </a:ln>
          </p:spPr>
          <p:txBody>
            <a:bodyPr/>
            <a:lstStyle/>
            <a:p>
              <a:endParaRPr lang="es-419" noProof="0" dirty="0"/>
            </a:p>
          </p:txBody>
        </p:sp>
      </p:grpSp>
      <p:grpSp>
        <p:nvGrpSpPr>
          <p:cNvPr id="90" name="Gráfico 39">
            <a:extLst>
              <a:ext uri="{FF2B5EF4-FFF2-40B4-BE49-F238E27FC236}">
                <a16:creationId xmlns:a16="http://schemas.microsoft.com/office/drawing/2014/main" id="{C804CCBF-83B3-D3E4-A339-3343419D8149}"/>
              </a:ext>
            </a:extLst>
          </p:cNvPr>
          <p:cNvGrpSpPr/>
          <p:nvPr/>
        </p:nvGrpSpPr>
        <p:grpSpPr>
          <a:xfrm>
            <a:off x="281340" y="1474182"/>
            <a:ext cx="428841" cy="522535"/>
            <a:chOff x="281340" y="1474182"/>
            <a:chExt cx="428841" cy="522535"/>
          </a:xfrm>
          <a:solidFill>
            <a:srgbClr val="B9B9B9"/>
          </a:solidFill>
        </p:grpSpPr>
        <p:grpSp>
          <p:nvGrpSpPr>
            <p:cNvPr id="91" name="Gráfico 39">
              <a:extLst>
                <a:ext uri="{FF2B5EF4-FFF2-40B4-BE49-F238E27FC236}">
                  <a16:creationId xmlns:a16="http://schemas.microsoft.com/office/drawing/2014/main" id="{FCCD3523-DE94-2467-721F-08624A5463F8}"/>
                </a:ext>
              </a:extLst>
            </p:cNvPr>
            <p:cNvGrpSpPr/>
            <p:nvPr/>
          </p:nvGrpSpPr>
          <p:grpSpPr>
            <a:xfrm>
              <a:off x="281340" y="1474182"/>
              <a:ext cx="428841" cy="522535"/>
              <a:chOff x="281340" y="1474182"/>
              <a:chExt cx="428841" cy="522535"/>
            </a:xfrm>
            <a:solidFill>
              <a:srgbClr val="B9B9B9"/>
            </a:solidFill>
          </p:grpSpPr>
          <p:sp>
            <p:nvSpPr>
              <p:cNvPr id="92" name="Forma libre: forma 91">
                <a:extLst>
                  <a:ext uri="{FF2B5EF4-FFF2-40B4-BE49-F238E27FC236}">
                    <a16:creationId xmlns:a16="http://schemas.microsoft.com/office/drawing/2014/main" id="{C564D61F-C04F-95F6-CF20-8F78BA0A869B}"/>
                  </a:ext>
                </a:extLst>
              </p:cNvPr>
              <p:cNvSpPr/>
              <p:nvPr/>
            </p:nvSpPr>
            <p:spPr>
              <a:xfrm>
                <a:off x="281340" y="1474182"/>
                <a:ext cx="428841" cy="522535"/>
              </a:xfrm>
              <a:custGeom>
                <a:avLst/>
                <a:gdLst>
                  <a:gd name="csX0" fmla="*/ 375000 w 428841"/>
                  <a:gd name="csY0" fmla="*/ 516104 h 522535"/>
                  <a:gd name="csX1" fmla="*/ 367101 w 428841"/>
                  <a:gd name="csY1" fmla="*/ 496098 h 522535"/>
                  <a:gd name="csX2" fmla="*/ 357849 w 428841"/>
                  <a:gd name="csY2" fmla="*/ 467300 h 522535"/>
                  <a:gd name="csX3" fmla="*/ 337807 w 428841"/>
                  <a:gd name="csY3" fmla="*/ 445109 h 522535"/>
                  <a:gd name="csX4" fmla="*/ 320489 w 428841"/>
                  <a:gd name="csY4" fmla="*/ 429036 h 522535"/>
                  <a:gd name="csX5" fmla="*/ 269809 w 428841"/>
                  <a:gd name="csY5" fmla="*/ 379110 h 522535"/>
                  <a:gd name="csX6" fmla="*/ 248488 w 428841"/>
                  <a:gd name="csY6" fmla="*/ 370097 h 522535"/>
                  <a:gd name="csX7" fmla="*/ 256878 w 428841"/>
                  <a:gd name="csY7" fmla="*/ 370327 h 522535"/>
                  <a:gd name="csX8" fmla="*/ 265267 w 428841"/>
                  <a:gd name="csY8" fmla="*/ 372646 h 522535"/>
                  <a:gd name="csX9" fmla="*/ 258168 w 428841"/>
                  <a:gd name="csY9" fmla="*/ 366399 h 522535"/>
                  <a:gd name="csX10" fmla="*/ 251069 w 428841"/>
                  <a:gd name="csY10" fmla="*/ 355305 h 522535"/>
                  <a:gd name="csX11" fmla="*/ 237556 w 428841"/>
                  <a:gd name="csY11" fmla="*/ 353450 h 522535"/>
                  <a:gd name="csX12" fmla="*/ 235538 w 428841"/>
                  <a:gd name="csY12" fmla="*/ 349578 h 522535"/>
                  <a:gd name="csX13" fmla="*/ 231626 w 428841"/>
                  <a:gd name="csY13" fmla="*/ 338114 h 522535"/>
                  <a:gd name="csX14" fmla="*/ 227531 w 428841"/>
                  <a:gd name="csY14" fmla="*/ 327788 h 522535"/>
                  <a:gd name="csX15" fmla="*/ 225255 w 428841"/>
                  <a:gd name="csY15" fmla="*/ 330217 h 522535"/>
                  <a:gd name="csX16" fmla="*/ 222797 w 428841"/>
                  <a:gd name="csY16" fmla="*/ 331508 h 522535"/>
                  <a:gd name="csX17" fmla="*/ 220276 w 428841"/>
                  <a:gd name="csY17" fmla="*/ 330217 h 522535"/>
                  <a:gd name="csX18" fmla="*/ 216375 w 428841"/>
                  <a:gd name="csY18" fmla="*/ 326968 h 522535"/>
                  <a:gd name="csX19" fmla="*/ 212138 w 428841"/>
                  <a:gd name="csY19" fmla="*/ 320021 h 522535"/>
                  <a:gd name="csX20" fmla="*/ 209766 w 428841"/>
                  <a:gd name="csY20" fmla="*/ 317462 h 522535"/>
                  <a:gd name="csX21" fmla="*/ 212670 w 428841"/>
                  <a:gd name="csY21" fmla="*/ 314083 h 522535"/>
                  <a:gd name="csX22" fmla="*/ 216877 w 428841"/>
                  <a:gd name="csY22" fmla="*/ 311142 h 522535"/>
                  <a:gd name="csX23" fmla="*/ 215264 w 428841"/>
                  <a:gd name="csY23" fmla="*/ 309359 h 522535"/>
                  <a:gd name="csX24" fmla="*/ 217511 w 428841"/>
                  <a:gd name="csY24" fmla="*/ 291496 h 522535"/>
                  <a:gd name="csX25" fmla="*/ 222673 w 428841"/>
                  <a:gd name="csY25" fmla="*/ 271731 h 522535"/>
                  <a:gd name="csX26" fmla="*/ 225571 w 428841"/>
                  <a:gd name="csY26" fmla="*/ 266972 h 522535"/>
                  <a:gd name="csX27" fmla="*/ 225255 w 428841"/>
                  <a:gd name="csY27" fmla="*/ 263100 h 522535"/>
                  <a:gd name="csX28" fmla="*/ 224939 w 428841"/>
                  <a:gd name="csY28" fmla="*/ 259227 h 522535"/>
                  <a:gd name="csX29" fmla="*/ 227470 w 428841"/>
                  <a:gd name="csY29" fmla="*/ 246966 h 522535"/>
                  <a:gd name="csX30" fmla="*/ 227104 w 428841"/>
                  <a:gd name="csY30" fmla="*/ 234704 h 522535"/>
                  <a:gd name="csX31" fmla="*/ 225255 w 428841"/>
                  <a:gd name="csY31" fmla="*/ 245029 h 522535"/>
                  <a:gd name="csX32" fmla="*/ 222926 w 428841"/>
                  <a:gd name="csY32" fmla="*/ 241157 h 522535"/>
                  <a:gd name="csX33" fmla="*/ 213514 w 428841"/>
                  <a:gd name="csY33" fmla="*/ 204198 h 522535"/>
                  <a:gd name="csX34" fmla="*/ 207511 w 428841"/>
                  <a:gd name="csY34" fmla="*/ 195911 h 522535"/>
                  <a:gd name="csX35" fmla="*/ 199366 w 428841"/>
                  <a:gd name="csY35" fmla="*/ 188261 h 522535"/>
                  <a:gd name="csX36" fmla="*/ 189814 w 428841"/>
                  <a:gd name="csY36" fmla="*/ 185143 h 522535"/>
                  <a:gd name="csX37" fmla="*/ 177824 w 428841"/>
                  <a:gd name="csY37" fmla="*/ 176701 h 522535"/>
                  <a:gd name="csX38" fmla="*/ 173385 w 428841"/>
                  <a:gd name="csY38" fmla="*/ 171969 h 522535"/>
                  <a:gd name="csX39" fmla="*/ 172244 w 428841"/>
                  <a:gd name="csY39" fmla="*/ 166295 h 522535"/>
                  <a:gd name="csX40" fmla="*/ 157189 w 428841"/>
                  <a:gd name="csY40" fmla="*/ 154717 h 522535"/>
                  <a:gd name="csX41" fmla="*/ 154290 w 428841"/>
                  <a:gd name="csY41" fmla="*/ 143110 h 522535"/>
                  <a:gd name="csX42" fmla="*/ 153437 w 428841"/>
                  <a:gd name="csY42" fmla="*/ 130888 h 522535"/>
                  <a:gd name="csX43" fmla="*/ 150373 w 428841"/>
                  <a:gd name="csY43" fmla="*/ 128835 h 522535"/>
                  <a:gd name="csX44" fmla="*/ 148457 w 428841"/>
                  <a:gd name="csY44" fmla="*/ 125777 h 522535"/>
                  <a:gd name="csX45" fmla="*/ 150890 w 428841"/>
                  <a:gd name="csY45" fmla="*/ 109503 h 522535"/>
                  <a:gd name="csX46" fmla="*/ 144325 w 428841"/>
                  <a:gd name="csY46" fmla="*/ 119656 h 522535"/>
                  <a:gd name="csX47" fmla="*/ 132054 w 428841"/>
                  <a:gd name="csY47" fmla="*/ 127093 h 522535"/>
                  <a:gd name="csX48" fmla="*/ 125630 w 428841"/>
                  <a:gd name="csY48" fmla="*/ 120812 h 522535"/>
                  <a:gd name="csX49" fmla="*/ 123207 w 428841"/>
                  <a:gd name="csY49" fmla="*/ 117248 h 522535"/>
                  <a:gd name="csX50" fmla="*/ 119415 w 428841"/>
                  <a:gd name="csY50" fmla="*/ 121894 h 522535"/>
                  <a:gd name="csX51" fmla="*/ 116519 w 428841"/>
                  <a:gd name="csY51" fmla="*/ 129437 h 522535"/>
                  <a:gd name="csX52" fmla="*/ 107977 w 428841"/>
                  <a:gd name="csY52" fmla="*/ 127285 h 522535"/>
                  <a:gd name="csX53" fmla="*/ 105433 w 428841"/>
                  <a:gd name="csY53" fmla="*/ 123427 h 522535"/>
                  <a:gd name="csX54" fmla="*/ 96024 w 428841"/>
                  <a:gd name="csY54" fmla="*/ 113119 h 522535"/>
                  <a:gd name="csX55" fmla="*/ 84566 w 428841"/>
                  <a:gd name="csY55" fmla="*/ 104340 h 522535"/>
                  <a:gd name="csX56" fmla="*/ 73108 w 428841"/>
                  <a:gd name="csY56" fmla="*/ 95562 h 522535"/>
                  <a:gd name="csX57" fmla="*/ 56725 w 428841"/>
                  <a:gd name="csY57" fmla="*/ 85124 h 522535"/>
                  <a:gd name="csX58" fmla="*/ 41890 w 428841"/>
                  <a:gd name="csY58" fmla="*/ 66163 h 522535"/>
                  <a:gd name="csX59" fmla="*/ 28677 w 428841"/>
                  <a:gd name="csY59" fmla="*/ 46701 h 522535"/>
                  <a:gd name="csX60" fmla="*/ 19131 w 428841"/>
                  <a:gd name="csY60" fmla="*/ 37238 h 522535"/>
                  <a:gd name="csX61" fmla="*/ 12905 w 428841"/>
                  <a:gd name="csY61" fmla="*/ 29478 h 522535"/>
                  <a:gd name="csX62" fmla="*/ 565 w 428841"/>
                  <a:gd name="csY62" fmla="*/ 12763 h 522535"/>
                  <a:gd name="csX63" fmla="*/ 24931 w 428841"/>
                  <a:gd name="csY63" fmla="*/ 17586 h 522535"/>
                  <a:gd name="csX64" fmla="*/ 53740 w 428841"/>
                  <a:gd name="csY64" fmla="*/ 17944 h 522535"/>
                  <a:gd name="csX65" fmla="*/ 62623 w 428841"/>
                  <a:gd name="csY65" fmla="*/ 19236 h 522535"/>
                  <a:gd name="csX66" fmla="*/ 68432 w 428841"/>
                  <a:gd name="csY66" fmla="*/ 26677 h 522535"/>
                  <a:gd name="csX67" fmla="*/ 76711 w 428841"/>
                  <a:gd name="csY67" fmla="*/ 24137 h 522535"/>
                  <a:gd name="csX68" fmla="*/ 79251 w 428841"/>
                  <a:gd name="csY68" fmla="*/ 21734 h 522535"/>
                  <a:gd name="csX69" fmla="*/ 83275 w 428841"/>
                  <a:gd name="csY69" fmla="*/ 19103 h 522535"/>
                  <a:gd name="csX70" fmla="*/ 76792 w 428841"/>
                  <a:gd name="csY70" fmla="*/ 18100 h 522535"/>
                  <a:gd name="csX71" fmla="*/ 72078 w 428841"/>
                  <a:gd name="csY71" fmla="*/ 15119 h 522535"/>
                  <a:gd name="csX72" fmla="*/ 69501 w 428841"/>
                  <a:gd name="csY72" fmla="*/ 12179 h 522535"/>
                  <a:gd name="csX73" fmla="*/ 70989 w 428841"/>
                  <a:gd name="csY73" fmla="*/ 5916 h 522535"/>
                  <a:gd name="csX74" fmla="*/ 77646 w 428841"/>
                  <a:gd name="csY74" fmla="*/ 3402 h 522535"/>
                  <a:gd name="csX75" fmla="*/ 139275 w 428841"/>
                  <a:gd name="csY75" fmla="*/ 15638 h 522535"/>
                  <a:gd name="csX76" fmla="*/ 187630 w 428841"/>
                  <a:gd name="csY76" fmla="*/ 22047 h 522535"/>
                  <a:gd name="csX77" fmla="*/ 207209 w 428841"/>
                  <a:gd name="csY77" fmla="*/ 56596 h 522535"/>
                  <a:gd name="csX78" fmla="*/ 227114 w 428841"/>
                  <a:gd name="csY78" fmla="*/ 93147 h 522535"/>
                  <a:gd name="csX79" fmla="*/ 237157 w 428841"/>
                  <a:gd name="csY79" fmla="*/ 106748 h 522535"/>
                  <a:gd name="csX80" fmla="*/ 244314 w 428841"/>
                  <a:gd name="csY80" fmla="*/ 119404 h 522535"/>
                  <a:gd name="csX81" fmla="*/ 245646 w 428841"/>
                  <a:gd name="csY81" fmla="*/ 128703 h 522535"/>
                  <a:gd name="csX82" fmla="*/ 248545 w 428841"/>
                  <a:gd name="csY82" fmla="*/ 142569 h 522535"/>
                  <a:gd name="csX83" fmla="*/ 261330 w 428841"/>
                  <a:gd name="csY83" fmla="*/ 164801 h 522535"/>
                  <a:gd name="csX84" fmla="*/ 258888 w 428841"/>
                  <a:gd name="csY84" fmla="*/ 155359 h 522535"/>
                  <a:gd name="csX85" fmla="*/ 255800 w 428841"/>
                  <a:gd name="csY85" fmla="*/ 130155 h 522535"/>
                  <a:gd name="csX86" fmla="*/ 275961 w 428841"/>
                  <a:gd name="csY86" fmla="*/ 158456 h 522535"/>
                  <a:gd name="csX87" fmla="*/ 281077 w 428841"/>
                  <a:gd name="csY87" fmla="*/ 166295 h 522535"/>
                  <a:gd name="csX88" fmla="*/ 284516 w 428841"/>
                  <a:gd name="csY88" fmla="*/ 174685 h 522535"/>
                  <a:gd name="csX89" fmla="*/ 290330 w 428841"/>
                  <a:gd name="csY89" fmla="*/ 206853 h 522535"/>
                  <a:gd name="csX90" fmla="*/ 289732 w 428841"/>
                  <a:gd name="csY90" fmla="*/ 219395 h 522535"/>
                  <a:gd name="csX91" fmla="*/ 295284 w 428841"/>
                  <a:gd name="csY91" fmla="*/ 246624 h 522535"/>
                  <a:gd name="csX92" fmla="*/ 307839 w 428841"/>
                  <a:gd name="csY92" fmla="*/ 265674 h 522535"/>
                  <a:gd name="csX93" fmla="*/ 311998 w 428841"/>
                  <a:gd name="csY93" fmla="*/ 272749 h 522535"/>
                  <a:gd name="csX94" fmla="*/ 323310 w 428841"/>
                  <a:gd name="csY94" fmla="*/ 313772 h 522535"/>
                  <a:gd name="csX95" fmla="*/ 331080 w 428841"/>
                  <a:gd name="csY95" fmla="*/ 343142 h 522535"/>
                  <a:gd name="csX96" fmla="*/ 329774 w 428841"/>
                  <a:gd name="csY96" fmla="*/ 364390 h 522535"/>
                  <a:gd name="csX97" fmla="*/ 349986 w 428841"/>
                  <a:gd name="csY97" fmla="*/ 396248 h 522535"/>
                  <a:gd name="csX98" fmla="*/ 354973 w 428841"/>
                  <a:gd name="csY98" fmla="*/ 397754 h 522535"/>
                  <a:gd name="csX99" fmla="*/ 357026 w 428841"/>
                  <a:gd name="csY99" fmla="*/ 403789 h 522535"/>
                  <a:gd name="csX100" fmla="*/ 360843 w 428841"/>
                  <a:gd name="csY100" fmla="*/ 395399 h 522535"/>
                  <a:gd name="csX101" fmla="*/ 361835 w 428841"/>
                  <a:gd name="csY101" fmla="*/ 383279 h 522535"/>
                  <a:gd name="csX102" fmla="*/ 377379 w 428841"/>
                  <a:gd name="csY102" fmla="*/ 393272 h 522535"/>
                  <a:gd name="csX103" fmla="*/ 390468 w 428841"/>
                  <a:gd name="csY103" fmla="*/ 410555 h 522535"/>
                  <a:gd name="csX104" fmla="*/ 396921 w 428841"/>
                  <a:gd name="csY104" fmla="*/ 414114 h 522535"/>
                  <a:gd name="csX105" fmla="*/ 403375 w 428841"/>
                  <a:gd name="csY105" fmla="*/ 419847 h 522535"/>
                  <a:gd name="csX106" fmla="*/ 406602 w 428841"/>
                  <a:gd name="csY106" fmla="*/ 439662 h 522535"/>
                  <a:gd name="csX107" fmla="*/ 418087 w 428841"/>
                  <a:gd name="csY107" fmla="*/ 458630 h 522535"/>
                  <a:gd name="csX108" fmla="*/ 419011 w 428841"/>
                  <a:gd name="csY108" fmla="*/ 503820 h 522535"/>
                  <a:gd name="csX109" fmla="*/ 409820 w 428841"/>
                  <a:gd name="csY109" fmla="*/ 509628 h 522535"/>
                  <a:gd name="csX110" fmla="*/ 394580 w 428841"/>
                  <a:gd name="csY110" fmla="*/ 516082 h 522535"/>
                  <a:gd name="csX111" fmla="*/ 382031 w 428841"/>
                  <a:gd name="csY111" fmla="*/ 522535 h 522535"/>
                  <a:gd name="csX112" fmla="*/ 375000 w 428841"/>
                  <a:gd name="csY112" fmla="*/ 516104 h 5225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Lst>
                <a:rect l="l" t="t" r="r" b="b"/>
                <a:pathLst>
                  <a:path w="428841" h="522535">
                    <a:moveTo>
                      <a:pt x="375000" y="516104"/>
                    </a:moveTo>
                    <a:cubicBezTo>
                      <a:pt x="371085" y="511937"/>
                      <a:pt x="368304" y="504894"/>
                      <a:pt x="367101" y="496098"/>
                    </a:cubicBezTo>
                    <a:cubicBezTo>
                      <a:pt x="366079" y="488632"/>
                      <a:pt x="361916" y="475673"/>
                      <a:pt x="357849" y="467300"/>
                    </a:cubicBezTo>
                    <a:cubicBezTo>
                      <a:pt x="351802" y="454850"/>
                      <a:pt x="348152" y="450809"/>
                      <a:pt x="337807" y="445109"/>
                    </a:cubicBezTo>
                    <a:cubicBezTo>
                      <a:pt x="329743" y="440665"/>
                      <a:pt x="323467" y="434840"/>
                      <a:pt x="320489" y="429036"/>
                    </a:cubicBezTo>
                    <a:cubicBezTo>
                      <a:pt x="313727" y="415856"/>
                      <a:pt x="278311" y="380967"/>
                      <a:pt x="269809" y="379110"/>
                    </a:cubicBezTo>
                    <a:cubicBezTo>
                      <a:pt x="258622" y="376667"/>
                      <a:pt x="248488" y="372383"/>
                      <a:pt x="248488" y="370097"/>
                    </a:cubicBezTo>
                    <a:cubicBezTo>
                      <a:pt x="248488" y="368948"/>
                      <a:pt x="252263" y="369052"/>
                      <a:pt x="256878" y="370327"/>
                    </a:cubicBezTo>
                    <a:lnTo>
                      <a:pt x="265267" y="372646"/>
                    </a:lnTo>
                    <a:lnTo>
                      <a:pt x="258168" y="366399"/>
                    </a:lnTo>
                    <a:cubicBezTo>
                      <a:pt x="254264" y="362963"/>
                      <a:pt x="251069" y="357971"/>
                      <a:pt x="251069" y="355305"/>
                    </a:cubicBezTo>
                    <a:cubicBezTo>
                      <a:pt x="251069" y="350053"/>
                      <a:pt x="241061" y="348679"/>
                      <a:pt x="237556" y="353450"/>
                    </a:cubicBezTo>
                    <a:cubicBezTo>
                      <a:pt x="236513" y="354870"/>
                      <a:pt x="235605" y="353128"/>
                      <a:pt x="235538" y="349578"/>
                    </a:cubicBezTo>
                    <a:cubicBezTo>
                      <a:pt x="235471" y="346029"/>
                      <a:pt x="233711" y="340870"/>
                      <a:pt x="231626" y="338114"/>
                    </a:cubicBezTo>
                    <a:cubicBezTo>
                      <a:pt x="229542" y="335358"/>
                      <a:pt x="227699" y="330711"/>
                      <a:pt x="227531" y="327788"/>
                    </a:cubicBezTo>
                    <a:cubicBezTo>
                      <a:pt x="227316" y="324054"/>
                      <a:pt x="226639" y="324776"/>
                      <a:pt x="225255" y="330217"/>
                    </a:cubicBezTo>
                    <a:cubicBezTo>
                      <a:pt x="223398" y="337513"/>
                      <a:pt x="223256" y="337588"/>
                      <a:pt x="222797" y="331508"/>
                    </a:cubicBezTo>
                    <a:cubicBezTo>
                      <a:pt x="222352" y="325610"/>
                      <a:pt x="222136" y="325499"/>
                      <a:pt x="220276" y="330217"/>
                    </a:cubicBezTo>
                    <a:cubicBezTo>
                      <a:pt x="218499" y="334726"/>
                      <a:pt x="218005" y="334315"/>
                      <a:pt x="216375" y="326968"/>
                    </a:cubicBezTo>
                    <a:cubicBezTo>
                      <a:pt x="215349" y="322341"/>
                      <a:pt x="213442" y="319215"/>
                      <a:pt x="212138" y="320021"/>
                    </a:cubicBezTo>
                    <a:cubicBezTo>
                      <a:pt x="210833" y="320827"/>
                      <a:pt x="209766" y="319676"/>
                      <a:pt x="209766" y="317462"/>
                    </a:cubicBezTo>
                    <a:cubicBezTo>
                      <a:pt x="209766" y="315249"/>
                      <a:pt x="211073" y="313728"/>
                      <a:pt x="212670" y="314083"/>
                    </a:cubicBezTo>
                    <a:cubicBezTo>
                      <a:pt x="214268" y="314438"/>
                      <a:pt x="216161" y="313115"/>
                      <a:pt x="216877" y="311142"/>
                    </a:cubicBezTo>
                    <a:cubicBezTo>
                      <a:pt x="217675" y="308946"/>
                      <a:pt x="217050" y="308255"/>
                      <a:pt x="215264" y="309359"/>
                    </a:cubicBezTo>
                    <a:cubicBezTo>
                      <a:pt x="211189" y="311878"/>
                      <a:pt x="211586" y="308715"/>
                      <a:pt x="217511" y="291496"/>
                    </a:cubicBezTo>
                    <a:cubicBezTo>
                      <a:pt x="220350" y="283242"/>
                      <a:pt x="222673" y="274348"/>
                      <a:pt x="222673" y="271731"/>
                    </a:cubicBezTo>
                    <a:cubicBezTo>
                      <a:pt x="222673" y="269113"/>
                      <a:pt x="223977" y="266972"/>
                      <a:pt x="225571" y="266972"/>
                    </a:cubicBezTo>
                    <a:cubicBezTo>
                      <a:pt x="227573" y="266972"/>
                      <a:pt x="227475" y="265775"/>
                      <a:pt x="225255" y="263100"/>
                    </a:cubicBezTo>
                    <a:cubicBezTo>
                      <a:pt x="223035" y="260424"/>
                      <a:pt x="222937" y="259227"/>
                      <a:pt x="224939" y="259227"/>
                    </a:cubicBezTo>
                    <a:cubicBezTo>
                      <a:pt x="226726" y="259227"/>
                      <a:pt x="227696" y="254529"/>
                      <a:pt x="227470" y="246966"/>
                    </a:cubicBezTo>
                    <a:lnTo>
                      <a:pt x="227104" y="234704"/>
                    </a:lnTo>
                    <a:lnTo>
                      <a:pt x="225255" y="245029"/>
                    </a:lnTo>
                    <a:cubicBezTo>
                      <a:pt x="223422" y="255266"/>
                      <a:pt x="223402" y="255233"/>
                      <a:pt x="222926" y="241157"/>
                    </a:cubicBezTo>
                    <a:cubicBezTo>
                      <a:pt x="222330" y="223537"/>
                      <a:pt x="217100" y="203003"/>
                      <a:pt x="213514" y="204198"/>
                    </a:cubicBezTo>
                    <a:cubicBezTo>
                      <a:pt x="212038" y="204690"/>
                      <a:pt x="209337" y="200961"/>
                      <a:pt x="207511" y="195911"/>
                    </a:cubicBezTo>
                    <a:cubicBezTo>
                      <a:pt x="204912" y="188724"/>
                      <a:pt x="203143" y="187062"/>
                      <a:pt x="199366" y="188261"/>
                    </a:cubicBezTo>
                    <a:cubicBezTo>
                      <a:pt x="196479" y="189177"/>
                      <a:pt x="192643" y="187925"/>
                      <a:pt x="189814" y="185143"/>
                    </a:cubicBezTo>
                    <a:cubicBezTo>
                      <a:pt x="187213" y="182586"/>
                      <a:pt x="181818" y="178787"/>
                      <a:pt x="177824" y="176701"/>
                    </a:cubicBezTo>
                    <a:cubicBezTo>
                      <a:pt x="173830" y="174616"/>
                      <a:pt x="171833" y="172486"/>
                      <a:pt x="173385" y="171969"/>
                    </a:cubicBezTo>
                    <a:cubicBezTo>
                      <a:pt x="177632" y="170553"/>
                      <a:pt x="176775" y="166295"/>
                      <a:pt x="172244" y="166295"/>
                    </a:cubicBezTo>
                    <a:cubicBezTo>
                      <a:pt x="165904" y="166295"/>
                      <a:pt x="155744" y="158482"/>
                      <a:pt x="157189" y="154717"/>
                    </a:cubicBezTo>
                    <a:cubicBezTo>
                      <a:pt x="157916" y="152822"/>
                      <a:pt x="156611" y="147599"/>
                      <a:pt x="154290" y="143110"/>
                    </a:cubicBezTo>
                    <a:cubicBezTo>
                      <a:pt x="150789" y="136341"/>
                      <a:pt x="150644" y="134254"/>
                      <a:pt x="153437" y="130888"/>
                    </a:cubicBezTo>
                    <a:cubicBezTo>
                      <a:pt x="156396" y="127323"/>
                      <a:pt x="156023" y="127073"/>
                      <a:pt x="150373" y="128835"/>
                    </a:cubicBezTo>
                    <a:cubicBezTo>
                      <a:pt x="144136" y="130780"/>
                      <a:pt x="144078" y="130686"/>
                      <a:pt x="148457" y="125777"/>
                    </a:cubicBezTo>
                    <a:cubicBezTo>
                      <a:pt x="153040" y="120640"/>
                      <a:pt x="154705" y="109503"/>
                      <a:pt x="150890" y="109503"/>
                    </a:cubicBezTo>
                    <a:cubicBezTo>
                      <a:pt x="149743" y="109503"/>
                      <a:pt x="146789" y="114072"/>
                      <a:pt x="144325" y="119656"/>
                    </a:cubicBezTo>
                    <a:cubicBezTo>
                      <a:pt x="140017" y="129421"/>
                      <a:pt x="139548" y="129705"/>
                      <a:pt x="132054" y="127093"/>
                    </a:cubicBezTo>
                    <a:cubicBezTo>
                      <a:pt x="127075" y="125357"/>
                      <a:pt x="124756" y="123090"/>
                      <a:pt x="125630" y="120812"/>
                    </a:cubicBezTo>
                    <a:cubicBezTo>
                      <a:pt x="126411" y="118778"/>
                      <a:pt x="125370" y="117248"/>
                      <a:pt x="123207" y="117248"/>
                    </a:cubicBezTo>
                    <a:cubicBezTo>
                      <a:pt x="121121" y="117248"/>
                      <a:pt x="119415" y="119339"/>
                      <a:pt x="119415" y="121894"/>
                    </a:cubicBezTo>
                    <a:cubicBezTo>
                      <a:pt x="119415" y="124450"/>
                      <a:pt x="118112" y="127844"/>
                      <a:pt x="116519" y="129437"/>
                    </a:cubicBezTo>
                    <a:cubicBezTo>
                      <a:pt x="113230" y="132727"/>
                      <a:pt x="105775" y="130849"/>
                      <a:pt x="107977" y="127285"/>
                    </a:cubicBezTo>
                    <a:cubicBezTo>
                      <a:pt x="108769" y="126004"/>
                      <a:pt x="107624" y="124268"/>
                      <a:pt x="105433" y="123427"/>
                    </a:cubicBezTo>
                    <a:cubicBezTo>
                      <a:pt x="103242" y="122586"/>
                      <a:pt x="99008" y="117948"/>
                      <a:pt x="96024" y="113119"/>
                    </a:cubicBezTo>
                    <a:cubicBezTo>
                      <a:pt x="92358" y="107187"/>
                      <a:pt x="88642" y="104340"/>
                      <a:pt x="84566" y="104340"/>
                    </a:cubicBezTo>
                    <a:cubicBezTo>
                      <a:pt x="80490" y="104340"/>
                      <a:pt x="76774" y="101493"/>
                      <a:pt x="73108" y="95562"/>
                    </a:cubicBezTo>
                    <a:cubicBezTo>
                      <a:pt x="67387" y="86305"/>
                      <a:pt x="62222" y="83015"/>
                      <a:pt x="56725" y="85124"/>
                    </a:cubicBezTo>
                    <a:cubicBezTo>
                      <a:pt x="50606" y="87472"/>
                      <a:pt x="41978" y="76444"/>
                      <a:pt x="41890" y="66163"/>
                    </a:cubicBezTo>
                    <a:cubicBezTo>
                      <a:pt x="41792" y="54708"/>
                      <a:pt x="37917" y="49001"/>
                      <a:pt x="28677" y="46701"/>
                    </a:cubicBezTo>
                    <a:cubicBezTo>
                      <a:pt x="24172" y="45580"/>
                      <a:pt x="20912" y="42349"/>
                      <a:pt x="19131" y="37238"/>
                    </a:cubicBezTo>
                    <a:cubicBezTo>
                      <a:pt x="17643" y="32970"/>
                      <a:pt x="14841" y="29478"/>
                      <a:pt x="12905" y="29478"/>
                    </a:cubicBezTo>
                    <a:cubicBezTo>
                      <a:pt x="8305" y="29478"/>
                      <a:pt x="-2593" y="14715"/>
                      <a:pt x="565" y="12763"/>
                    </a:cubicBezTo>
                    <a:cubicBezTo>
                      <a:pt x="3818" y="10752"/>
                      <a:pt x="12858" y="12542"/>
                      <a:pt x="24931" y="17586"/>
                    </a:cubicBezTo>
                    <a:cubicBezTo>
                      <a:pt x="37286" y="22748"/>
                      <a:pt x="47225" y="22872"/>
                      <a:pt x="53740" y="17944"/>
                    </a:cubicBezTo>
                    <a:cubicBezTo>
                      <a:pt x="60581" y="12770"/>
                      <a:pt x="62623" y="13067"/>
                      <a:pt x="62623" y="19236"/>
                    </a:cubicBezTo>
                    <a:cubicBezTo>
                      <a:pt x="62623" y="22305"/>
                      <a:pt x="65034" y="25393"/>
                      <a:pt x="68432" y="26677"/>
                    </a:cubicBezTo>
                    <a:cubicBezTo>
                      <a:pt x="74871" y="29111"/>
                      <a:pt x="79002" y="27843"/>
                      <a:pt x="76711" y="24137"/>
                    </a:cubicBezTo>
                    <a:cubicBezTo>
                      <a:pt x="75894" y="22815"/>
                      <a:pt x="77037" y="21734"/>
                      <a:pt x="79251" y="21734"/>
                    </a:cubicBezTo>
                    <a:cubicBezTo>
                      <a:pt x="81464" y="21734"/>
                      <a:pt x="83275" y="20550"/>
                      <a:pt x="83275" y="19103"/>
                    </a:cubicBezTo>
                    <a:cubicBezTo>
                      <a:pt x="83275" y="17583"/>
                      <a:pt x="80538" y="17160"/>
                      <a:pt x="76792" y="18100"/>
                    </a:cubicBezTo>
                    <a:cubicBezTo>
                      <a:pt x="71329" y="19471"/>
                      <a:pt x="70588" y="19002"/>
                      <a:pt x="72078" y="15119"/>
                    </a:cubicBezTo>
                    <a:cubicBezTo>
                      <a:pt x="73452" y="11539"/>
                      <a:pt x="72877" y="10883"/>
                      <a:pt x="69501" y="12179"/>
                    </a:cubicBezTo>
                    <a:cubicBezTo>
                      <a:pt x="66052" y="13503"/>
                      <a:pt x="66358" y="12212"/>
                      <a:pt x="70989" y="5916"/>
                    </a:cubicBezTo>
                    <a:cubicBezTo>
                      <a:pt x="76351" y="-1376"/>
                      <a:pt x="76888" y="-1579"/>
                      <a:pt x="77646" y="3402"/>
                    </a:cubicBezTo>
                    <a:cubicBezTo>
                      <a:pt x="78672" y="10145"/>
                      <a:pt x="78784" y="10167"/>
                      <a:pt x="139275" y="15638"/>
                    </a:cubicBezTo>
                    <a:cubicBezTo>
                      <a:pt x="166526" y="18103"/>
                      <a:pt x="188286" y="20987"/>
                      <a:pt x="187630" y="22047"/>
                    </a:cubicBezTo>
                    <a:cubicBezTo>
                      <a:pt x="185081" y="26172"/>
                      <a:pt x="200296" y="53021"/>
                      <a:pt x="207209" y="56596"/>
                    </a:cubicBezTo>
                    <a:cubicBezTo>
                      <a:pt x="214767" y="60504"/>
                      <a:pt x="224810" y="78946"/>
                      <a:pt x="227114" y="93147"/>
                    </a:cubicBezTo>
                    <a:cubicBezTo>
                      <a:pt x="228108" y="99272"/>
                      <a:pt x="230904" y="103059"/>
                      <a:pt x="237157" y="106748"/>
                    </a:cubicBezTo>
                    <a:cubicBezTo>
                      <a:pt x="244668" y="111180"/>
                      <a:pt x="245621" y="112866"/>
                      <a:pt x="244314" y="119404"/>
                    </a:cubicBezTo>
                    <a:cubicBezTo>
                      <a:pt x="243448" y="123731"/>
                      <a:pt x="244017" y="127696"/>
                      <a:pt x="245646" y="128703"/>
                    </a:cubicBezTo>
                    <a:cubicBezTo>
                      <a:pt x="247209" y="129669"/>
                      <a:pt x="248514" y="135909"/>
                      <a:pt x="248545" y="142569"/>
                    </a:cubicBezTo>
                    <a:cubicBezTo>
                      <a:pt x="248610" y="156222"/>
                      <a:pt x="256380" y="169733"/>
                      <a:pt x="261330" y="164801"/>
                    </a:cubicBezTo>
                    <a:cubicBezTo>
                      <a:pt x="263334" y="162805"/>
                      <a:pt x="262643" y="160133"/>
                      <a:pt x="258888" y="155359"/>
                    </a:cubicBezTo>
                    <a:cubicBezTo>
                      <a:pt x="253728" y="148800"/>
                      <a:pt x="251444" y="130155"/>
                      <a:pt x="255800" y="130155"/>
                    </a:cubicBezTo>
                    <a:cubicBezTo>
                      <a:pt x="259829" y="130155"/>
                      <a:pt x="274389" y="150593"/>
                      <a:pt x="275961" y="158456"/>
                    </a:cubicBezTo>
                    <a:cubicBezTo>
                      <a:pt x="276824" y="162768"/>
                      <a:pt x="279126" y="166295"/>
                      <a:pt x="281077" y="166295"/>
                    </a:cubicBezTo>
                    <a:cubicBezTo>
                      <a:pt x="283382" y="166295"/>
                      <a:pt x="284587" y="169236"/>
                      <a:pt x="284516" y="174685"/>
                    </a:cubicBezTo>
                    <a:cubicBezTo>
                      <a:pt x="284361" y="186530"/>
                      <a:pt x="287367" y="203159"/>
                      <a:pt x="290330" y="206853"/>
                    </a:cubicBezTo>
                    <a:cubicBezTo>
                      <a:pt x="291973" y="208901"/>
                      <a:pt x="291767" y="213229"/>
                      <a:pt x="289732" y="219395"/>
                    </a:cubicBezTo>
                    <a:cubicBezTo>
                      <a:pt x="286869" y="228068"/>
                      <a:pt x="287307" y="230214"/>
                      <a:pt x="295284" y="246624"/>
                    </a:cubicBezTo>
                    <a:cubicBezTo>
                      <a:pt x="300047" y="256421"/>
                      <a:pt x="305697" y="264994"/>
                      <a:pt x="307839" y="265674"/>
                    </a:cubicBezTo>
                    <a:cubicBezTo>
                      <a:pt x="309981" y="266354"/>
                      <a:pt x="311853" y="269538"/>
                      <a:pt x="311998" y="272749"/>
                    </a:cubicBezTo>
                    <a:cubicBezTo>
                      <a:pt x="312747" y="289262"/>
                      <a:pt x="316417" y="302569"/>
                      <a:pt x="323310" y="313772"/>
                    </a:cubicBezTo>
                    <a:cubicBezTo>
                      <a:pt x="332864" y="329298"/>
                      <a:pt x="335210" y="338166"/>
                      <a:pt x="331080" y="343142"/>
                    </a:cubicBezTo>
                    <a:cubicBezTo>
                      <a:pt x="328823" y="345861"/>
                      <a:pt x="328447" y="351993"/>
                      <a:pt x="329774" y="364390"/>
                    </a:cubicBezTo>
                    <a:cubicBezTo>
                      <a:pt x="332100" y="386110"/>
                      <a:pt x="338349" y="395959"/>
                      <a:pt x="349986" y="396248"/>
                    </a:cubicBezTo>
                    <a:cubicBezTo>
                      <a:pt x="354503" y="396360"/>
                      <a:pt x="356748" y="397038"/>
                      <a:pt x="354973" y="397754"/>
                    </a:cubicBezTo>
                    <a:cubicBezTo>
                      <a:pt x="349867" y="399814"/>
                      <a:pt x="351219" y="403789"/>
                      <a:pt x="357026" y="403789"/>
                    </a:cubicBezTo>
                    <a:cubicBezTo>
                      <a:pt x="361562" y="403789"/>
                      <a:pt x="362100" y="402606"/>
                      <a:pt x="360843" y="395399"/>
                    </a:cubicBezTo>
                    <a:cubicBezTo>
                      <a:pt x="360039" y="390785"/>
                      <a:pt x="360485" y="385331"/>
                      <a:pt x="361835" y="383279"/>
                    </a:cubicBezTo>
                    <a:cubicBezTo>
                      <a:pt x="363800" y="380292"/>
                      <a:pt x="366898" y="382284"/>
                      <a:pt x="377379" y="393272"/>
                    </a:cubicBezTo>
                    <a:cubicBezTo>
                      <a:pt x="384578" y="400820"/>
                      <a:pt x="390468" y="408598"/>
                      <a:pt x="390468" y="410555"/>
                    </a:cubicBezTo>
                    <a:cubicBezTo>
                      <a:pt x="390468" y="412631"/>
                      <a:pt x="393158" y="414114"/>
                      <a:pt x="396921" y="414114"/>
                    </a:cubicBezTo>
                    <a:cubicBezTo>
                      <a:pt x="401868" y="414114"/>
                      <a:pt x="403375" y="415453"/>
                      <a:pt x="403375" y="419847"/>
                    </a:cubicBezTo>
                    <a:cubicBezTo>
                      <a:pt x="403375" y="423000"/>
                      <a:pt x="404827" y="431917"/>
                      <a:pt x="406602" y="439662"/>
                    </a:cubicBezTo>
                    <a:cubicBezTo>
                      <a:pt x="409222" y="451096"/>
                      <a:pt x="411381" y="454663"/>
                      <a:pt x="418087" y="458630"/>
                    </a:cubicBezTo>
                    <a:cubicBezTo>
                      <a:pt x="432031" y="466881"/>
                      <a:pt x="432496" y="489608"/>
                      <a:pt x="419011" y="503820"/>
                    </a:cubicBezTo>
                    <a:cubicBezTo>
                      <a:pt x="415980" y="507014"/>
                      <a:pt x="411844" y="509628"/>
                      <a:pt x="409820" y="509628"/>
                    </a:cubicBezTo>
                    <a:cubicBezTo>
                      <a:pt x="407796" y="509628"/>
                      <a:pt x="400938" y="512532"/>
                      <a:pt x="394580" y="516082"/>
                    </a:cubicBezTo>
                    <a:cubicBezTo>
                      <a:pt x="388222" y="519631"/>
                      <a:pt x="382575" y="522535"/>
                      <a:pt x="382031" y="522535"/>
                    </a:cubicBezTo>
                    <a:cubicBezTo>
                      <a:pt x="381487" y="522535"/>
                      <a:pt x="378323" y="519641"/>
                      <a:pt x="375000" y="516104"/>
                    </a:cubicBezTo>
                    <a:close/>
                  </a:path>
                </a:pathLst>
              </a:custGeom>
              <a:solidFill>
                <a:srgbClr val="B9B9B9"/>
              </a:solidFill>
              <a:ln w="5163" cap="flat">
                <a:noFill/>
                <a:prstDash val="solid"/>
                <a:miter/>
              </a:ln>
            </p:spPr>
            <p:txBody>
              <a:bodyPr/>
              <a:lstStyle/>
              <a:p>
                <a:endParaRPr lang="es-419" noProof="0" dirty="0"/>
              </a:p>
            </p:txBody>
          </p:sp>
          <p:sp>
            <p:nvSpPr>
              <p:cNvPr id="93" name="Forma libre: forma 92">
                <a:extLst>
                  <a:ext uri="{FF2B5EF4-FFF2-40B4-BE49-F238E27FC236}">
                    <a16:creationId xmlns:a16="http://schemas.microsoft.com/office/drawing/2014/main" id="{FC5A5355-88BF-729C-47BB-6C285677FDA1}"/>
                  </a:ext>
                </a:extLst>
              </p:cNvPr>
              <p:cNvSpPr/>
              <p:nvPr/>
            </p:nvSpPr>
            <p:spPr>
              <a:xfrm>
                <a:off x="675648" y="1860606"/>
                <a:ext cx="11408" cy="19945"/>
              </a:xfrm>
              <a:custGeom>
                <a:avLst/>
                <a:gdLst>
                  <a:gd name="csX0" fmla="*/ 2146 w 11408"/>
                  <a:gd name="csY0" fmla="*/ 10289 h 19945"/>
                  <a:gd name="csX1" fmla="*/ 6337 w 11408"/>
                  <a:gd name="csY1" fmla="*/ 7392 h 19945"/>
                  <a:gd name="csX2" fmla="*/ 8408 w 11408"/>
                  <a:gd name="csY2" fmla="*/ 19945 h 19945"/>
                  <a:gd name="csX3" fmla="*/ 2146 w 11408"/>
                  <a:gd name="csY3" fmla="*/ 10289 h 19945"/>
                </a:gdLst>
                <a:ahLst/>
                <a:cxnLst>
                  <a:cxn ang="0">
                    <a:pos x="csX0" y="csY0"/>
                  </a:cxn>
                  <a:cxn ang="0">
                    <a:pos x="csX1" y="csY1"/>
                  </a:cxn>
                  <a:cxn ang="0">
                    <a:pos x="csX2" y="csY2"/>
                  </a:cxn>
                  <a:cxn ang="0">
                    <a:pos x="csX3" y="csY3"/>
                  </a:cxn>
                </a:cxnLst>
                <a:rect l="l" t="t" r="r" b="b"/>
                <a:pathLst>
                  <a:path w="11408" h="19945">
                    <a:moveTo>
                      <a:pt x="2146" y="10289"/>
                    </a:moveTo>
                    <a:cubicBezTo>
                      <a:pt x="-1802" y="-2324"/>
                      <a:pt x="-243" y="-3401"/>
                      <a:pt x="6337" y="7392"/>
                    </a:cubicBezTo>
                    <a:cubicBezTo>
                      <a:pt x="12476" y="17462"/>
                      <a:pt x="12886" y="19945"/>
                      <a:pt x="8408" y="19945"/>
                    </a:cubicBezTo>
                    <a:cubicBezTo>
                      <a:pt x="6626" y="19945"/>
                      <a:pt x="3808" y="15600"/>
                      <a:pt x="2146" y="10289"/>
                    </a:cubicBezTo>
                    <a:close/>
                  </a:path>
                </a:pathLst>
              </a:custGeom>
              <a:solidFill>
                <a:srgbClr val="B9B9B9"/>
              </a:solidFill>
              <a:ln w="5163" cap="flat">
                <a:noFill/>
                <a:prstDash val="solid"/>
                <a:miter/>
              </a:ln>
            </p:spPr>
            <p:txBody>
              <a:bodyPr/>
              <a:lstStyle/>
              <a:p>
                <a:endParaRPr lang="es-419" noProof="0" dirty="0"/>
              </a:p>
            </p:txBody>
          </p:sp>
          <p:sp>
            <p:nvSpPr>
              <p:cNvPr id="94" name="Forma libre: forma 93">
                <a:extLst>
                  <a:ext uri="{FF2B5EF4-FFF2-40B4-BE49-F238E27FC236}">
                    <a16:creationId xmlns:a16="http://schemas.microsoft.com/office/drawing/2014/main" id="{C8106F99-E63F-B02E-EED9-E2B5AAE1D5E0}"/>
                  </a:ext>
                </a:extLst>
              </p:cNvPr>
              <p:cNvSpPr/>
              <p:nvPr/>
            </p:nvSpPr>
            <p:spPr>
              <a:xfrm>
                <a:off x="517039" y="1839249"/>
                <a:ext cx="11082" cy="12784"/>
              </a:xfrm>
              <a:custGeom>
                <a:avLst/>
                <a:gdLst>
                  <a:gd name="csX0" fmla="*/ 4154 w 11082"/>
                  <a:gd name="csY0" fmla="*/ 8186 h 12784"/>
                  <a:gd name="csX1" fmla="*/ 2167 w 11082"/>
                  <a:gd name="csY1" fmla="*/ 0 h 12784"/>
                  <a:gd name="csX2" fmla="*/ 8680 w 11082"/>
                  <a:gd name="csY2" fmla="*/ 6454 h 12784"/>
                  <a:gd name="csX3" fmla="*/ 4154 w 11082"/>
                  <a:gd name="csY3" fmla="*/ 8186 h 12784"/>
                </a:gdLst>
                <a:ahLst/>
                <a:cxnLst>
                  <a:cxn ang="0">
                    <a:pos x="csX0" y="csY0"/>
                  </a:cxn>
                  <a:cxn ang="0">
                    <a:pos x="csX1" y="csY1"/>
                  </a:cxn>
                  <a:cxn ang="0">
                    <a:pos x="csX2" y="csY2"/>
                  </a:cxn>
                  <a:cxn ang="0">
                    <a:pos x="csX3" y="csY3"/>
                  </a:cxn>
                </a:cxnLst>
                <a:rect l="l" t="t" r="r" b="b"/>
                <a:pathLst>
                  <a:path w="11082" h="12784">
                    <a:moveTo>
                      <a:pt x="4154" y="8186"/>
                    </a:moveTo>
                    <a:cubicBezTo>
                      <a:pt x="-584" y="2950"/>
                      <a:pt x="-1300" y="0"/>
                      <a:pt x="2167" y="0"/>
                    </a:cubicBezTo>
                    <a:cubicBezTo>
                      <a:pt x="3423" y="0"/>
                      <a:pt x="6354" y="2904"/>
                      <a:pt x="8680" y="6454"/>
                    </a:cubicBezTo>
                    <a:cubicBezTo>
                      <a:pt x="13580" y="13931"/>
                      <a:pt x="10441" y="15133"/>
                      <a:pt x="4154" y="8186"/>
                    </a:cubicBezTo>
                    <a:close/>
                  </a:path>
                </a:pathLst>
              </a:custGeom>
              <a:solidFill>
                <a:srgbClr val="B9B9B9"/>
              </a:solidFill>
              <a:ln w="5163" cap="flat">
                <a:noFill/>
                <a:prstDash val="solid"/>
                <a:miter/>
              </a:ln>
            </p:spPr>
            <p:txBody>
              <a:bodyPr/>
              <a:lstStyle/>
              <a:p>
                <a:endParaRPr lang="es-419" noProof="0" dirty="0"/>
              </a:p>
            </p:txBody>
          </p:sp>
          <p:sp>
            <p:nvSpPr>
              <p:cNvPr id="95" name="Forma libre: forma 94">
                <a:extLst>
                  <a:ext uri="{FF2B5EF4-FFF2-40B4-BE49-F238E27FC236}">
                    <a16:creationId xmlns:a16="http://schemas.microsoft.com/office/drawing/2014/main" id="{38D1B27A-B551-C5C6-44D3-1989435FDB60}"/>
                  </a:ext>
                </a:extLst>
              </p:cNvPr>
              <p:cNvSpPr/>
              <p:nvPr/>
            </p:nvSpPr>
            <p:spPr>
              <a:xfrm>
                <a:off x="633440" y="1833111"/>
                <a:ext cx="12552" cy="18971"/>
              </a:xfrm>
              <a:custGeom>
                <a:avLst/>
                <a:gdLst>
                  <a:gd name="csX0" fmla="*/ 3996 w 12552"/>
                  <a:gd name="csY0" fmla="*/ 9922 h 18971"/>
                  <a:gd name="csX1" fmla="*/ 6099 w 12552"/>
                  <a:gd name="csY1" fmla="*/ 5082 h 18971"/>
                  <a:gd name="csX2" fmla="*/ 12553 w 12552"/>
                  <a:gd name="csY2" fmla="*/ 15290 h 18971"/>
                  <a:gd name="csX3" fmla="*/ 3996 w 12552"/>
                  <a:gd name="csY3" fmla="*/ 9922 h 18971"/>
                </a:gdLst>
                <a:ahLst/>
                <a:cxnLst>
                  <a:cxn ang="0">
                    <a:pos x="csX0" y="csY0"/>
                  </a:cxn>
                  <a:cxn ang="0">
                    <a:pos x="csX1" y="csY1"/>
                  </a:cxn>
                  <a:cxn ang="0">
                    <a:pos x="csX2" y="csY2"/>
                  </a:cxn>
                  <a:cxn ang="0">
                    <a:pos x="csX3" y="csY3"/>
                  </a:cxn>
                </a:cxnLst>
                <a:rect l="l" t="t" r="r" b="b"/>
                <a:pathLst>
                  <a:path w="12552" h="18971">
                    <a:moveTo>
                      <a:pt x="3996" y="9922"/>
                    </a:moveTo>
                    <a:cubicBezTo>
                      <a:pt x="-1733" y="-2091"/>
                      <a:pt x="-1533" y="-2550"/>
                      <a:pt x="6099" y="5082"/>
                    </a:cubicBezTo>
                    <a:cubicBezTo>
                      <a:pt x="9649" y="8631"/>
                      <a:pt x="12553" y="13225"/>
                      <a:pt x="12553" y="15290"/>
                    </a:cubicBezTo>
                    <a:cubicBezTo>
                      <a:pt x="12553" y="21885"/>
                      <a:pt x="8483" y="19332"/>
                      <a:pt x="3996" y="9922"/>
                    </a:cubicBezTo>
                    <a:close/>
                  </a:path>
                </a:pathLst>
              </a:custGeom>
              <a:solidFill>
                <a:srgbClr val="B9B9B9"/>
              </a:solidFill>
              <a:ln w="5163" cap="flat">
                <a:noFill/>
                <a:prstDash val="solid"/>
                <a:miter/>
              </a:ln>
            </p:spPr>
            <p:txBody>
              <a:bodyPr/>
              <a:lstStyle/>
              <a:p>
                <a:endParaRPr lang="es-419" noProof="0" dirty="0"/>
              </a:p>
            </p:txBody>
          </p:sp>
          <p:sp>
            <p:nvSpPr>
              <p:cNvPr id="96" name="Forma libre: forma 95">
                <a:extLst>
                  <a:ext uri="{FF2B5EF4-FFF2-40B4-BE49-F238E27FC236}">
                    <a16:creationId xmlns:a16="http://schemas.microsoft.com/office/drawing/2014/main" id="{F1EE8104-FC1C-E9A1-ABB0-93DD115E274A}"/>
                  </a:ext>
                </a:extLst>
              </p:cNvPr>
              <p:cNvSpPr/>
              <p:nvPr/>
            </p:nvSpPr>
            <p:spPr>
              <a:xfrm>
                <a:off x="499513" y="1824179"/>
                <a:ext cx="16487" cy="10786"/>
              </a:xfrm>
              <a:custGeom>
                <a:avLst/>
                <a:gdLst>
                  <a:gd name="csX0" fmla="*/ 5790 w 16487"/>
                  <a:gd name="csY0" fmla="*/ 5576 h 10786"/>
                  <a:gd name="csX1" fmla="*/ 4501 w 16487"/>
                  <a:gd name="csY1" fmla="*/ 936 h 10786"/>
                  <a:gd name="csX2" fmla="*/ 15719 w 16487"/>
                  <a:gd name="csY2" fmla="*/ 10646 h 10786"/>
                  <a:gd name="csX3" fmla="*/ 5790 w 16487"/>
                  <a:gd name="csY3" fmla="*/ 5576 h 10786"/>
                </a:gdLst>
                <a:ahLst/>
                <a:cxnLst>
                  <a:cxn ang="0">
                    <a:pos x="csX0" y="csY0"/>
                  </a:cxn>
                  <a:cxn ang="0">
                    <a:pos x="csX1" y="csY1"/>
                  </a:cxn>
                  <a:cxn ang="0">
                    <a:pos x="csX2" y="csY2"/>
                  </a:cxn>
                  <a:cxn ang="0">
                    <a:pos x="csX3" y="csY3"/>
                  </a:cxn>
                </a:cxnLst>
                <a:rect l="l" t="t" r="r" b="b"/>
                <a:pathLst>
                  <a:path w="16487" h="10786">
                    <a:moveTo>
                      <a:pt x="5790" y="5576"/>
                    </a:moveTo>
                    <a:cubicBezTo>
                      <a:pt x="-1676" y="-615"/>
                      <a:pt x="-1722" y="-781"/>
                      <a:pt x="4501" y="936"/>
                    </a:cubicBezTo>
                    <a:cubicBezTo>
                      <a:pt x="12209" y="3063"/>
                      <a:pt x="18782" y="8753"/>
                      <a:pt x="15719" y="10646"/>
                    </a:cubicBezTo>
                    <a:cubicBezTo>
                      <a:pt x="14517" y="11389"/>
                      <a:pt x="10049" y="9107"/>
                      <a:pt x="5790" y="5576"/>
                    </a:cubicBezTo>
                    <a:close/>
                  </a:path>
                </a:pathLst>
              </a:custGeom>
              <a:solidFill>
                <a:srgbClr val="B9B9B9"/>
              </a:solidFill>
              <a:ln w="5163" cap="flat">
                <a:noFill/>
                <a:prstDash val="solid"/>
                <a:miter/>
              </a:ln>
            </p:spPr>
            <p:txBody>
              <a:bodyPr/>
              <a:lstStyle/>
              <a:p>
                <a:endParaRPr lang="es-419" noProof="0" dirty="0"/>
              </a:p>
            </p:txBody>
          </p:sp>
          <p:sp>
            <p:nvSpPr>
              <p:cNvPr id="97" name="Forma libre: forma 96">
                <a:extLst>
                  <a:ext uri="{FF2B5EF4-FFF2-40B4-BE49-F238E27FC236}">
                    <a16:creationId xmlns:a16="http://schemas.microsoft.com/office/drawing/2014/main" id="{8AE45BE0-2BB9-06C2-824E-580B8937292F}"/>
                  </a:ext>
                </a:extLst>
              </p:cNvPr>
              <p:cNvSpPr/>
              <p:nvPr/>
            </p:nvSpPr>
            <p:spPr>
              <a:xfrm>
                <a:off x="478303" y="1760241"/>
                <a:ext cx="17819" cy="62484"/>
              </a:xfrm>
              <a:custGeom>
                <a:avLst/>
                <a:gdLst>
                  <a:gd name="csX0" fmla="*/ 12817 w 17819"/>
                  <a:gd name="csY0" fmla="*/ 59663 h 62484"/>
                  <a:gd name="csX1" fmla="*/ 8906 w 17819"/>
                  <a:gd name="csY1" fmla="*/ 49920 h 62484"/>
                  <a:gd name="csX2" fmla="*/ 3768 w 17819"/>
                  <a:gd name="csY2" fmla="*/ 41934 h 62484"/>
                  <a:gd name="csX3" fmla="*/ 2261 w 17819"/>
                  <a:gd name="csY3" fmla="*/ 33152 h 62484"/>
                  <a:gd name="csX4" fmla="*/ 8278 w 17819"/>
                  <a:gd name="csY4" fmla="*/ 19635 h 62484"/>
                  <a:gd name="csX5" fmla="*/ 14954 w 17819"/>
                  <a:gd name="csY5" fmla="*/ 4146 h 62484"/>
                  <a:gd name="csX6" fmla="*/ 16371 w 17819"/>
                  <a:gd name="csY6" fmla="*/ 6727 h 62484"/>
                  <a:gd name="csX7" fmla="*/ 10951 w 17819"/>
                  <a:gd name="csY7" fmla="*/ 23219 h 62484"/>
                  <a:gd name="csX8" fmla="*/ 9971 w 17819"/>
                  <a:gd name="csY8" fmla="*/ 36893 h 62484"/>
                  <a:gd name="csX9" fmla="*/ 12803 w 17819"/>
                  <a:gd name="csY9" fmla="*/ 48926 h 62484"/>
                  <a:gd name="csX10" fmla="*/ 15858 w 17819"/>
                  <a:gd name="csY10" fmla="*/ 57797 h 62484"/>
                  <a:gd name="csX11" fmla="*/ 17517 w 17819"/>
                  <a:gd name="csY11" fmla="*/ 62248 h 62484"/>
                  <a:gd name="csX12" fmla="*/ 12817 w 17819"/>
                  <a:gd name="csY12" fmla="*/ 59663 h 624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7819" h="62484">
                    <a:moveTo>
                      <a:pt x="12817" y="59663"/>
                    </a:moveTo>
                    <a:cubicBezTo>
                      <a:pt x="10999" y="57473"/>
                      <a:pt x="9240" y="53089"/>
                      <a:pt x="8906" y="49920"/>
                    </a:cubicBezTo>
                    <a:cubicBezTo>
                      <a:pt x="7921" y="40559"/>
                      <a:pt x="7808" y="40384"/>
                      <a:pt x="3768" y="41934"/>
                    </a:cubicBezTo>
                    <a:cubicBezTo>
                      <a:pt x="-606" y="43612"/>
                      <a:pt x="-1257" y="39820"/>
                      <a:pt x="2261" y="33152"/>
                    </a:cubicBezTo>
                    <a:cubicBezTo>
                      <a:pt x="3561" y="30687"/>
                      <a:pt x="6269" y="24604"/>
                      <a:pt x="8278" y="19635"/>
                    </a:cubicBezTo>
                    <a:cubicBezTo>
                      <a:pt x="10287" y="14665"/>
                      <a:pt x="13291" y="7695"/>
                      <a:pt x="14954" y="4146"/>
                    </a:cubicBezTo>
                    <a:cubicBezTo>
                      <a:pt x="17758" y="-1839"/>
                      <a:pt x="17861" y="-1651"/>
                      <a:pt x="16371" y="6727"/>
                    </a:cubicBezTo>
                    <a:cubicBezTo>
                      <a:pt x="15486" y="11697"/>
                      <a:pt x="13047" y="19118"/>
                      <a:pt x="10951" y="23219"/>
                    </a:cubicBezTo>
                    <a:cubicBezTo>
                      <a:pt x="8012" y="28966"/>
                      <a:pt x="7787" y="32101"/>
                      <a:pt x="9971" y="36893"/>
                    </a:cubicBezTo>
                    <a:cubicBezTo>
                      <a:pt x="11529" y="40313"/>
                      <a:pt x="12803" y="45728"/>
                      <a:pt x="12803" y="48926"/>
                    </a:cubicBezTo>
                    <a:cubicBezTo>
                      <a:pt x="12803" y="52125"/>
                      <a:pt x="14178" y="56117"/>
                      <a:pt x="15858" y="57797"/>
                    </a:cubicBezTo>
                    <a:cubicBezTo>
                      <a:pt x="17538" y="59477"/>
                      <a:pt x="18285" y="61480"/>
                      <a:pt x="17517" y="62248"/>
                    </a:cubicBezTo>
                    <a:cubicBezTo>
                      <a:pt x="16749" y="63016"/>
                      <a:pt x="14634" y="61852"/>
                      <a:pt x="12817" y="59663"/>
                    </a:cubicBezTo>
                    <a:close/>
                  </a:path>
                </a:pathLst>
              </a:custGeom>
              <a:solidFill>
                <a:srgbClr val="B9B9B9"/>
              </a:solidFill>
              <a:ln w="5163" cap="flat">
                <a:noFill/>
                <a:prstDash val="solid"/>
                <a:miter/>
              </a:ln>
            </p:spPr>
            <p:txBody>
              <a:bodyPr/>
              <a:lstStyle/>
              <a:p>
                <a:endParaRPr lang="es-419" noProof="0" dirty="0"/>
              </a:p>
            </p:txBody>
          </p:sp>
          <p:sp>
            <p:nvSpPr>
              <p:cNvPr id="98" name="Forma libre: forma 97">
                <a:extLst>
                  <a:ext uri="{FF2B5EF4-FFF2-40B4-BE49-F238E27FC236}">
                    <a16:creationId xmlns:a16="http://schemas.microsoft.com/office/drawing/2014/main" id="{70654DD5-274D-655F-7ABC-5534FC4FAA7D}"/>
                  </a:ext>
                </a:extLst>
              </p:cNvPr>
              <p:cNvSpPr/>
              <p:nvPr/>
            </p:nvSpPr>
            <p:spPr>
              <a:xfrm>
                <a:off x="610272" y="1785879"/>
                <a:ext cx="19431" cy="24201"/>
              </a:xfrm>
              <a:custGeom>
                <a:avLst/>
                <a:gdLst>
                  <a:gd name="csX0" fmla="*/ 12977 w 19431"/>
                  <a:gd name="csY0" fmla="*/ 20895 h 24201"/>
                  <a:gd name="csX1" fmla="*/ 7325 w 19431"/>
                  <a:gd name="csY1" fmla="*/ 14059 h 24201"/>
                  <a:gd name="csX2" fmla="*/ 3038 w 19431"/>
                  <a:gd name="csY2" fmla="*/ 6445 h 24201"/>
                  <a:gd name="csX3" fmla="*/ 7745 w 19431"/>
                  <a:gd name="csY3" fmla="*/ 1409 h 24201"/>
                  <a:gd name="csX4" fmla="*/ 17054 w 19431"/>
                  <a:gd name="csY4" fmla="*/ 13612 h 24201"/>
                  <a:gd name="csX5" fmla="*/ 19347 w 19431"/>
                  <a:gd name="csY5" fmla="*/ 24137 h 24201"/>
                  <a:gd name="csX6" fmla="*/ 12977 w 19431"/>
                  <a:gd name="csY6" fmla="*/ 20895 h 24201"/>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9431" h="24201">
                    <a:moveTo>
                      <a:pt x="12977" y="20895"/>
                    </a:moveTo>
                    <a:cubicBezTo>
                      <a:pt x="9869" y="18718"/>
                      <a:pt x="7325" y="15642"/>
                      <a:pt x="7325" y="14059"/>
                    </a:cubicBezTo>
                    <a:cubicBezTo>
                      <a:pt x="7325" y="12477"/>
                      <a:pt x="5396" y="9050"/>
                      <a:pt x="3038" y="6445"/>
                    </a:cubicBezTo>
                    <a:cubicBezTo>
                      <a:pt x="-2384" y="453"/>
                      <a:pt x="-388" y="-1683"/>
                      <a:pt x="7745" y="1409"/>
                    </a:cubicBezTo>
                    <a:cubicBezTo>
                      <a:pt x="11871" y="2978"/>
                      <a:pt x="15083" y="7189"/>
                      <a:pt x="17054" y="13612"/>
                    </a:cubicBezTo>
                    <a:cubicBezTo>
                      <a:pt x="18710" y="19007"/>
                      <a:pt x="19742" y="23743"/>
                      <a:pt x="19347" y="24137"/>
                    </a:cubicBezTo>
                    <a:cubicBezTo>
                      <a:pt x="18953" y="24532"/>
                      <a:pt x="16086" y="23073"/>
                      <a:pt x="12977" y="20895"/>
                    </a:cubicBezTo>
                    <a:close/>
                  </a:path>
                </a:pathLst>
              </a:custGeom>
              <a:solidFill>
                <a:srgbClr val="B9B9B9"/>
              </a:solidFill>
              <a:ln w="5163" cap="flat">
                <a:noFill/>
                <a:prstDash val="solid"/>
                <a:miter/>
              </a:ln>
            </p:spPr>
            <p:txBody>
              <a:bodyPr/>
              <a:lstStyle/>
              <a:p>
                <a:endParaRPr lang="es-419" noProof="0" dirty="0"/>
              </a:p>
            </p:txBody>
          </p:sp>
          <p:sp>
            <p:nvSpPr>
              <p:cNvPr id="99" name="Forma libre: forma 98">
                <a:extLst>
                  <a:ext uri="{FF2B5EF4-FFF2-40B4-BE49-F238E27FC236}">
                    <a16:creationId xmlns:a16="http://schemas.microsoft.com/office/drawing/2014/main" id="{6948DC9B-59E0-B3AC-7298-DD48248DC1A7}"/>
                  </a:ext>
                </a:extLst>
              </p:cNvPr>
              <p:cNvSpPr/>
              <p:nvPr/>
            </p:nvSpPr>
            <p:spPr>
              <a:xfrm>
                <a:off x="615016" y="1765374"/>
                <a:ext cx="5162" cy="6756"/>
              </a:xfrm>
              <a:custGeom>
                <a:avLst/>
                <a:gdLst>
                  <a:gd name="csX0" fmla="*/ 0 w 5162"/>
                  <a:gd name="csY0" fmla="*/ 4328 h 6756"/>
                  <a:gd name="csX1" fmla="*/ 2581 w 5162"/>
                  <a:gd name="csY1" fmla="*/ 303 h 6756"/>
                  <a:gd name="csX2" fmla="*/ 5163 w 5162"/>
                  <a:gd name="csY2" fmla="*/ 2732 h 6756"/>
                  <a:gd name="csX3" fmla="*/ 2581 w 5162"/>
                  <a:gd name="csY3" fmla="*/ 6757 h 6756"/>
                  <a:gd name="csX4" fmla="*/ 0 w 5162"/>
                  <a:gd name="csY4" fmla="*/ 4328 h 6756"/>
                </a:gdLst>
                <a:ahLst/>
                <a:cxnLst>
                  <a:cxn ang="0">
                    <a:pos x="csX0" y="csY0"/>
                  </a:cxn>
                  <a:cxn ang="0">
                    <a:pos x="csX1" y="csY1"/>
                  </a:cxn>
                  <a:cxn ang="0">
                    <a:pos x="csX2" y="csY2"/>
                  </a:cxn>
                  <a:cxn ang="0">
                    <a:pos x="csX3" y="csY3"/>
                  </a:cxn>
                  <a:cxn ang="0">
                    <a:pos x="csX4" y="csY4"/>
                  </a:cxn>
                </a:cxnLst>
                <a:rect l="l" t="t" r="r" b="b"/>
                <a:pathLst>
                  <a:path w="5162" h="6756">
                    <a:moveTo>
                      <a:pt x="0" y="4328"/>
                    </a:moveTo>
                    <a:cubicBezTo>
                      <a:pt x="0" y="2992"/>
                      <a:pt x="1162" y="1181"/>
                      <a:pt x="2581" y="303"/>
                    </a:cubicBezTo>
                    <a:cubicBezTo>
                      <a:pt x="4001" y="-574"/>
                      <a:pt x="5163" y="519"/>
                      <a:pt x="5163" y="2732"/>
                    </a:cubicBezTo>
                    <a:cubicBezTo>
                      <a:pt x="5163" y="4946"/>
                      <a:pt x="4001" y="6757"/>
                      <a:pt x="2581" y="6757"/>
                    </a:cubicBezTo>
                    <a:cubicBezTo>
                      <a:pt x="1162" y="6757"/>
                      <a:pt x="0" y="5664"/>
                      <a:pt x="0" y="4328"/>
                    </a:cubicBezTo>
                    <a:close/>
                  </a:path>
                </a:pathLst>
              </a:custGeom>
              <a:solidFill>
                <a:srgbClr val="B9B9B9"/>
              </a:solidFill>
              <a:ln w="5163" cap="flat">
                <a:noFill/>
                <a:prstDash val="solid"/>
                <a:miter/>
              </a:ln>
            </p:spPr>
            <p:txBody>
              <a:bodyPr/>
              <a:lstStyle/>
              <a:p>
                <a:endParaRPr lang="es-419" noProof="0" dirty="0"/>
              </a:p>
            </p:txBody>
          </p:sp>
          <p:sp>
            <p:nvSpPr>
              <p:cNvPr id="100" name="Forma libre: forma 99">
                <a:extLst>
                  <a:ext uri="{FF2B5EF4-FFF2-40B4-BE49-F238E27FC236}">
                    <a16:creationId xmlns:a16="http://schemas.microsoft.com/office/drawing/2014/main" id="{17670F4E-B946-ED61-3F69-6D17AA79DC39}"/>
                  </a:ext>
                </a:extLst>
              </p:cNvPr>
              <p:cNvSpPr/>
              <p:nvPr/>
            </p:nvSpPr>
            <p:spPr>
              <a:xfrm>
                <a:off x="496444" y="1737058"/>
                <a:ext cx="4812" cy="15975"/>
              </a:xfrm>
              <a:custGeom>
                <a:avLst/>
                <a:gdLst>
                  <a:gd name="csX0" fmla="*/ 6 w 4812"/>
                  <a:gd name="csY0" fmla="*/ 12637 h 15975"/>
                  <a:gd name="csX1" fmla="*/ 2406 w 4812"/>
                  <a:gd name="csY1" fmla="*/ 2804 h 15975"/>
                  <a:gd name="csX2" fmla="*/ 4806 w 4812"/>
                  <a:gd name="csY2" fmla="*/ 5879 h 15975"/>
                  <a:gd name="csX3" fmla="*/ 2406 w 4812"/>
                  <a:gd name="csY3" fmla="*/ 15712 h 15975"/>
                  <a:gd name="csX4" fmla="*/ 6 w 4812"/>
                  <a:gd name="csY4" fmla="*/ 12637 h 15975"/>
                </a:gdLst>
                <a:ahLst/>
                <a:cxnLst>
                  <a:cxn ang="0">
                    <a:pos x="csX0" y="csY0"/>
                  </a:cxn>
                  <a:cxn ang="0">
                    <a:pos x="csX1" y="csY1"/>
                  </a:cxn>
                  <a:cxn ang="0">
                    <a:pos x="csX2" y="csY2"/>
                  </a:cxn>
                  <a:cxn ang="0">
                    <a:pos x="csX3" y="csY3"/>
                  </a:cxn>
                  <a:cxn ang="0">
                    <a:pos x="csX4" y="csY4"/>
                  </a:cxn>
                </a:cxnLst>
                <a:rect l="l" t="t" r="r" b="b"/>
                <a:pathLst>
                  <a:path w="4812" h="15975">
                    <a:moveTo>
                      <a:pt x="6" y="12637"/>
                    </a:moveTo>
                    <a:cubicBezTo>
                      <a:pt x="106" y="10069"/>
                      <a:pt x="1186" y="5644"/>
                      <a:pt x="2406" y="2804"/>
                    </a:cubicBezTo>
                    <a:cubicBezTo>
                      <a:pt x="4277" y="-1548"/>
                      <a:pt x="4653" y="-1065"/>
                      <a:pt x="4806" y="5879"/>
                    </a:cubicBezTo>
                    <a:cubicBezTo>
                      <a:pt x="4906" y="10409"/>
                      <a:pt x="3826" y="14834"/>
                      <a:pt x="2406" y="15712"/>
                    </a:cubicBezTo>
                    <a:cubicBezTo>
                      <a:pt x="987" y="16589"/>
                      <a:pt x="-93" y="15206"/>
                      <a:pt x="6" y="12637"/>
                    </a:cubicBezTo>
                    <a:close/>
                  </a:path>
                </a:pathLst>
              </a:custGeom>
              <a:solidFill>
                <a:srgbClr val="B9B9B9"/>
              </a:solidFill>
              <a:ln w="5163" cap="flat">
                <a:noFill/>
                <a:prstDash val="solid"/>
                <a:miter/>
              </a:ln>
            </p:spPr>
            <p:txBody>
              <a:bodyPr/>
              <a:lstStyle/>
              <a:p>
                <a:endParaRPr lang="es-419" noProof="0" dirty="0"/>
              </a:p>
            </p:txBody>
          </p:sp>
          <p:sp>
            <p:nvSpPr>
              <p:cNvPr id="101" name="Forma libre: forma 100">
                <a:extLst>
                  <a:ext uri="{FF2B5EF4-FFF2-40B4-BE49-F238E27FC236}">
                    <a16:creationId xmlns:a16="http://schemas.microsoft.com/office/drawing/2014/main" id="{5318B26B-F50D-DBE8-D570-B1DBFA9B4DBF}"/>
                  </a:ext>
                </a:extLst>
              </p:cNvPr>
              <p:cNvSpPr/>
              <p:nvPr/>
            </p:nvSpPr>
            <p:spPr>
              <a:xfrm>
                <a:off x="610293" y="1727161"/>
                <a:ext cx="5615" cy="11379"/>
              </a:xfrm>
              <a:custGeom>
                <a:avLst/>
                <a:gdLst>
                  <a:gd name="csX0" fmla="*/ 427 w 5615"/>
                  <a:gd name="csY0" fmla="*/ 7365 h 11379"/>
                  <a:gd name="csX1" fmla="*/ 1464 w 5615"/>
                  <a:gd name="csY1" fmla="*/ 731 h 11379"/>
                  <a:gd name="csX2" fmla="*/ 5321 w 5615"/>
                  <a:gd name="csY2" fmla="*/ 4777 h 11379"/>
                  <a:gd name="csX3" fmla="*/ 427 w 5615"/>
                  <a:gd name="csY3" fmla="*/ 7365 h 11379"/>
                </a:gdLst>
                <a:ahLst/>
                <a:cxnLst>
                  <a:cxn ang="0">
                    <a:pos x="csX0" y="csY0"/>
                  </a:cxn>
                  <a:cxn ang="0">
                    <a:pos x="csX1" y="csY1"/>
                  </a:cxn>
                  <a:cxn ang="0">
                    <a:pos x="csX2" y="csY2"/>
                  </a:cxn>
                  <a:cxn ang="0">
                    <a:pos x="csX3" y="csY3"/>
                  </a:cxn>
                </a:cxnLst>
                <a:rect l="l" t="t" r="r" b="b"/>
                <a:pathLst>
                  <a:path w="5615" h="11379">
                    <a:moveTo>
                      <a:pt x="427" y="7365"/>
                    </a:moveTo>
                    <a:cubicBezTo>
                      <a:pt x="-426" y="5140"/>
                      <a:pt x="40" y="2155"/>
                      <a:pt x="1464" y="731"/>
                    </a:cubicBezTo>
                    <a:cubicBezTo>
                      <a:pt x="3194" y="-1000"/>
                      <a:pt x="4473" y="341"/>
                      <a:pt x="5321" y="4777"/>
                    </a:cubicBezTo>
                    <a:cubicBezTo>
                      <a:pt x="6696" y="11973"/>
                      <a:pt x="2955" y="13952"/>
                      <a:pt x="427" y="7365"/>
                    </a:cubicBezTo>
                    <a:close/>
                  </a:path>
                </a:pathLst>
              </a:custGeom>
              <a:solidFill>
                <a:srgbClr val="B9B9B9"/>
              </a:solidFill>
              <a:ln w="5163" cap="flat">
                <a:noFill/>
                <a:prstDash val="solid"/>
                <a:miter/>
              </a:ln>
            </p:spPr>
            <p:txBody>
              <a:bodyPr/>
              <a:lstStyle/>
              <a:p>
                <a:endParaRPr lang="es-419" noProof="0" dirty="0"/>
              </a:p>
            </p:txBody>
          </p:sp>
          <p:sp>
            <p:nvSpPr>
              <p:cNvPr id="102" name="Forma libre: forma 101">
                <a:extLst>
                  <a:ext uri="{FF2B5EF4-FFF2-40B4-BE49-F238E27FC236}">
                    <a16:creationId xmlns:a16="http://schemas.microsoft.com/office/drawing/2014/main" id="{BDC77711-E9BA-EADB-7E18-94311A54591C}"/>
                  </a:ext>
                </a:extLst>
              </p:cNvPr>
              <p:cNvSpPr/>
              <p:nvPr/>
            </p:nvSpPr>
            <p:spPr>
              <a:xfrm>
                <a:off x="589201" y="1723083"/>
                <a:ext cx="5162" cy="7744"/>
              </a:xfrm>
              <a:custGeom>
                <a:avLst/>
                <a:gdLst>
                  <a:gd name="csX0" fmla="*/ 0 w 5162"/>
                  <a:gd name="csY0" fmla="*/ 3872 h 7744"/>
                  <a:gd name="csX1" fmla="*/ 2581 w 5162"/>
                  <a:gd name="csY1" fmla="*/ 0 h 7744"/>
                  <a:gd name="csX2" fmla="*/ 5163 w 5162"/>
                  <a:gd name="csY2" fmla="*/ 3872 h 7744"/>
                  <a:gd name="csX3" fmla="*/ 2581 w 5162"/>
                  <a:gd name="csY3" fmla="*/ 7744 h 7744"/>
                  <a:gd name="csX4" fmla="*/ 0 w 5162"/>
                  <a:gd name="csY4" fmla="*/ 3872 h 7744"/>
                </a:gdLst>
                <a:ahLst/>
                <a:cxnLst>
                  <a:cxn ang="0">
                    <a:pos x="csX0" y="csY0"/>
                  </a:cxn>
                  <a:cxn ang="0">
                    <a:pos x="csX1" y="csY1"/>
                  </a:cxn>
                  <a:cxn ang="0">
                    <a:pos x="csX2" y="csY2"/>
                  </a:cxn>
                  <a:cxn ang="0">
                    <a:pos x="csX3" y="csY3"/>
                  </a:cxn>
                  <a:cxn ang="0">
                    <a:pos x="csX4" y="csY4"/>
                  </a:cxn>
                </a:cxnLst>
                <a:rect l="l" t="t" r="r" b="b"/>
                <a:pathLst>
                  <a:path w="5162" h="7744">
                    <a:moveTo>
                      <a:pt x="0" y="3872"/>
                    </a:moveTo>
                    <a:cubicBezTo>
                      <a:pt x="0" y="1742"/>
                      <a:pt x="1162" y="0"/>
                      <a:pt x="2581" y="0"/>
                    </a:cubicBezTo>
                    <a:cubicBezTo>
                      <a:pt x="4001" y="0"/>
                      <a:pt x="5163" y="1742"/>
                      <a:pt x="5163" y="3872"/>
                    </a:cubicBezTo>
                    <a:cubicBezTo>
                      <a:pt x="5163" y="6002"/>
                      <a:pt x="4001" y="7744"/>
                      <a:pt x="2581" y="7744"/>
                    </a:cubicBezTo>
                    <a:cubicBezTo>
                      <a:pt x="1162" y="7744"/>
                      <a:pt x="0" y="6002"/>
                      <a:pt x="0" y="3872"/>
                    </a:cubicBezTo>
                    <a:close/>
                  </a:path>
                </a:pathLst>
              </a:custGeom>
              <a:solidFill>
                <a:srgbClr val="B9B9B9"/>
              </a:solidFill>
              <a:ln w="5163" cap="flat">
                <a:noFill/>
                <a:prstDash val="solid"/>
                <a:miter/>
              </a:ln>
            </p:spPr>
            <p:txBody>
              <a:bodyPr/>
              <a:lstStyle/>
              <a:p>
                <a:endParaRPr lang="es-419" noProof="0" dirty="0"/>
              </a:p>
            </p:txBody>
          </p:sp>
          <p:sp>
            <p:nvSpPr>
              <p:cNvPr id="103" name="Forma libre: forma 102">
                <a:extLst>
                  <a:ext uri="{FF2B5EF4-FFF2-40B4-BE49-F238E27FC236}">
                    <a16:creationId xmlns:a16="http://schemas.microsoft.com/office/drawing/2014/main" id="{1CBFF947-C8CA-D51A-D0E9-4E260D358439}"/>
                  </a:ext>
                </a:extLst>
              </p:cNvPr>
              <p:cNvSpPr/>
              <p:nvPr/>
            </p:nvSpPr>
            <p:spPr>
              <a:xfrm>
                <a:off x="576294" y="1689525"/>
                <a:ext cx="15348" cy="20423"/>
              </a:xfrm>
              <a:custGeom>
                <a:avLst/>
                <a:gdLst>
                  <a:gd name="csX0" fmla="*/ 0 w 15348"/>
                  <a:gd name="csY0" fmla="*/ 17942 h 20423"/>
                  <a:gd name="csX1" fmla="*/ 11683 w 15348"/>
                  <a:gd name="csY1" fmla="*/ 0 h 20423"/>
                  <a:gd name="csX2" fmla="*/ 8918 w 15348"/>
                  <a:gd name="csY2" fmla="*/ 14081 h 20423"/>
                  <a:gd name="csX3" fmla="*/ 0 w 15348"/>
                  <a:gd name="csY3" fmla="*/ 17942 h 20423"/>
                </a:gdLst>
                <a:ahLst/>
                <a:cxnLst>
                  <a:cxn ang="0">
                    <a:pos x="csX0" y="csY0"/>
                  </a:cxn>
                  <a:cxn ang="0">
                    <a:pos x="csX1" y="csY1"/>
                  </a:cxn>
                  <a:cxn ang="0">
                    <a:pos x="csX2" y="csY2"/>
                  </a:cxn>
                  <a:cxn ang="0">
                    <a:pos x="csX3" y="csY3"/>
                  </a:cxn>
                </a:cxnLst>
                <a:rect l="l" t="t" r="r" b="b"/>
                <a:pathLst>
                  <a:path w="15348" h="20423">
                    <a:moveTo>
                      <a:pt x="0" y="17942"/>
                    </a:moveTo>
                    <a:cubicBezTo>
                      <a:pt x="0" y="12328"/>
                      <a:pt x="8027" y="0"/>
                      <a:pt x="11683" y="0"/>
                    </a:cubicBezTo>
                    <a:cubicBezTo>
                      <a:pt x="17539" y="0"/>
                      <a:pt x="16205" y="6793"/>
                      <a:pt x="8918" y="14081"/>
                    </a:cubicBezTo>
                    <a:cubicBezTo>
                      <a:pt x="1711" y="21287"/>
                      <a:pt x="0" y="22028"/>
                      <a:pt x="0" y="17942"/>
                    </a:cubicBezTo>
                    <a:close/>
                  </a:path>
                </a:pathLst>
              </a:custGeom>
              <a:solidFill>
                <a:srgbClr val="B9B9B9"/>
              </a:solidFill>
              <a:ln w="5163" cap="flat">
                <a:noFill/>
                <a:prstDash val="solid"/>
                <a:miter/>
              </a:ln>
            </p:spPr>
            <p:txBody>
              <a:bodyPr/>
              <a:lstStyle/>
              <a:p>
                <a:endParaRPr lang="es-419" noProof="0" dirty="0"/>
              </a:p>
            </p:txBody>
          </p:sp>
        </p:grpSp>
        <p:sp>
          <p:nvSpPr>
            <p:cNvPr id="104" name="Forma libre: forma 103">
              <a:extLst>
                <a:ext uri="{FF2B5EF4-FFF2-40B4-BE49-F238E27FC236}">
                  <a16:creationId xmlns:a16="http://schemas.microsoft.com/office/drawing/2014/main" id="{E049DC01-1470-B19D-D1E6-DE80737CB40B}"/>
                </a:ext>
              </a:extLst>
            </p:cNvPr>
            <p:cNvSpPr/>
            <p:nvPr/>
          </p:nvSpPr>
          <p:spPr>
            <a:xfrm>
              <a:off x="516921" y="1569184"/>
              <a:ext cx="5162" cy="6756"/>
            </a:xfrm>
            <a:custGeom>
              <a:avLst/>
              <a:gdLst>
                <a:gd name="csX0" fmla="*/ 0 w 5162"/>
                <a:gd name="csY0" fmla="*/ 2732 h 6756"/>
                <a:gd name="csX1" fmla="*/ 2581 w 5162"/>
                <a:gd name="csY1" fmla="*/ 303 h 6756"/>
                <a:gd name="csX2" fmla="*/ 5163 w 5162"/>
                <a:gd name="csY2" fmla="*/ 4328 h 6756"/>
                <a:gd name="csX3" fmla="*/ 2581 w 5162"/>
                <a:gd name="csY3" fmla="*/ 6757 h 6756"/>
                <a:gd name="csX4" fmla="*/ 0 w 5162"/>
                <a:gd name="csY4" fmla="*/ 2732 h 6756"/>
              </a:gdLst>
              <a:ahLst/>
              <a:cxnLst>
                <a:cxn ang="0">
                  <a:pos x="csX0" y="csY0"/>
                </a:cxn>
                <a:cxn ang="0">
                  <a:pos x="csX1" y="csY1"/>
                </a:cxn>
                <a:cxn ang="0">
                  <a:pos x="csX2" y="csY2"/>
                </a:cxn>
                <a:cxn ang="0">
                  <a:pos x="csX3" y="csY3"/>
                </a:cxn>
                <a:cxn ang="0">
                  <a:pos x="csX4" y="csY4"/>
                </a:cxn>
              </a:cxnLst>
              <a:rect l="l" t="t" r="r" b="b"/>
              <a:pathLst>
                <a:path w="5162" h="6756">
                  <a:moveTo>
                    <a:pt x="0" y="2732"/>
                  </a:moveTo>
                  <a:cubicBezTo>
                    <a:pt x="0" y="519"/>
                    <a:pt x="1162" y="-574"/>
                    <a:pt x="2581" y="303"/>
                  </a:cubicBezTo>
                  <a:cubicBezTo>
                    <a:pt x="4001" y="1181"/>
                    <a:pt x="5163" y="2992"/>
                    <a:pt x="5163" y="4328"/>
                  </a:cubicBezTo>
                  <a:cubicBezTo>
                    <a:pt x="5163" y="5664"/>
                    <a:pt x="4001" y="6757"/>
                    <a:pt x="2581" y="6757"/>
                  </a:cubicBezTo>
                  <a:cubicBezTo>
                    <a:pt x="1162" y="6757"/>
                    <a:pt x="0" y="4946"/>
                    <a:pt x="0" y="2732"/>
                  </a:cubicBezTo>
                  <a:close/>
                </a:path>
              </a:pathLst>
            </a:custGeom>
            <a:solidFill>
              <a:srgbClr val="B9B9B9"/>
            </a:solidFill>
            <a:ln w="5163" cap="flat">
              <a:noFill/>
              <a:prstDash val="solid"/>
              <a:miter/>
            </a:ln>
          </p:spPr>
          <p:txBody>
            <a:bodyPr/>
            <a:lstStyle/>
            <a:p>
              <a:endParaRPr lang="es-419" noProof="0" dirty="0"/>
            </a:p>
          </p:txBody>
        </p:sp>
      </p:grpSp>
      <p:sp>
        <p:nvSpPr>
          <p:cNvPr id="105" name="Forma libre: forma 104">
            <a:extLst>
              <a:ext uri="{FF2B5EF4-FFF2-40B4-BE49-F238E27FC236}">
                <a16:creationId xmlns:a16="http://schemas.microsoft.com/office/drawing/2014/main" id="{7058FD71-4E44-AB8B-CD2E-050244586AE4}"/>
              </a:ext>
            </a:extLst>
          </p:cNvPr>
          <p:cNvSpPr/>
          <p:nvPr/>
        </p:nvSpPr>
        <p:spPr>
          <a:xfrm>
            <a:off x="466238" y="1431499"/>
            <a:ext cx="11558" cy="7543"/>
          </a:xfrm>
          <a:custGeom>
            <a:avLst/>
            <a:gdLst>
              <a:gd name="csX0" fmla="*/ 1635 w 11558"/>
              <a:gd name="csY0" fmla="*/ 3752 h 7543"/>
              <a:gd name="csX1" fmla="*/ 8241 w 11558"/>
              <a:gd name="csY1" fmla="*/ 3670 h 7543"/>
              <a:gd name="csX2" fmla="*/ 9050 w 11558"/>
              <a:gd name="csY2" fmla="*/ 7542 h 7543"/>
              <a:gd name="csX3" fmla="*/ 1635 w 11558"/>
              <a:gd name="csY3" fmla="*/ 3752 h 7543"/>
            </a:gdLst>
            <a:ahLst/>
            <a:cxnLst>
              <a:cxn ang="0">
                <a:pos x="csX0" y="csY0"/>
              </a:cxn>
              <a:cxn ang="0">
                <a:pos x="csX1" y="csY1"/>
              </a:cxn>
              <a:cxn ang="0">
                <a:pos x="csX2" y="csY2"/>
              </a:cxn>
              <a:cxn ang="0">
                <a:pos x="csX3" y="csY3"/>
              </a:cxn>
            </a:cxnLst>
            <a:rect l="l" t="t" r="r" b="b"/>
            <a:pathLst>
              <a:path w="11558" h="7543">
                <a:moveTo>
                  <a:pt x="1635" y="3752"/>
                </a:moveTo>
                <a:cubicBezTo>
                  <a:pt x="-2484" y="-1211"/>
                  <a:pt x="1718" y="-1263"/>
                  <a:pt x="8241" y="3670"/>
                </a:cubicBezTo>
                <a:cubicBezTo>
                  <a:pt x="12450" y="6854"/>
                  <a:pt x="12580" y="7473"/>
                  <a:pt x="9050" y="7542"/>
                </a:cubicBezTo>
                <a:cubicBezTo>
                  <a:pt x="6739" y="7587"/>
                  <a:pt x="3403" y="5882"/>
                  <a:pt x="1635" y="3752"/>
                </a:cubicBezTo>
                <a:close/>
              </a:path>
            </a:pathLst>
          </a:custGeom>
          <a:solidFill>
            <a:srgbClr val="B9B9B9"/>
          </a:solidFill>
          <a:ln w="5163" cap="flat">
            <a:noFill/>
            <a:prstDash val="solid"/>
            <a:miter/>
          </a:ln>
        </p:spPr>
        <p:txBody>
          <a:bodyPr/>
          <a:lstStyle/>
          <a:p>
            <a:endParaRPr lang="es-419" noProof="0" dirty="0"/>
          </a:p>
        </p:txBody>
      </p:sp>
      <p:grpSp>
        <p:nvGrpSpPr>
          <p:cNvPr id="106" name="Gráfico 39">
            <a:extLst>
              <a:ext uri="{FF2B5EF4-FFF2-40B4-BE49-F238E27FC236}">
                <a16:creationId xmlns:a16="http://schemas.microsoft.com/office/drawing/2014/main" id="{4FE8B49F-70B4-3041-8822-2AC73E4145E8}"/>
              </a:ext>
            </a:extLst>
          </p:cNvPr>
          <p:cNvGrpSpPr/>
          <p:nvPr/>
        </p:nvGrpSpPr>
        <p:grpSpPr>
          <a:xfrm>
            <a:off x="73152" y="1028824"/>
            <a:ext cx="399884" cy="461679"/>
            <a:chOff x="73152" y="1028824"/>
            <a:chExt cx="399884" cy="461679"/>
          </a:xfrm>
          <a:solidFill>
            <a:srgbClr val="B9B9B9"/>
          </a:solidFill>
        </p:grpSpPr>
        <p:sp>
          <p:nvSpPr>
            <p:cNvPr id="107" name="Forma libre: forma 106">
              <a:extLst>
                <a:ext uri="{FF2B5EF4-FFF2-40B4-BE49-F238E27FC236}">
                  <a16:creationId xmlns:a16="http://schemas.microsoft.com/office/drawing/2014/main" id="{89C736FA-2E18-DCBA-1CD4-CF8785A8753E}"/>
                </a:ext>
              </a:extLst>
            </p:cNvPr>
            <p:cNvSpPr/>
            <p:nvPr/>
          </p:nvSpPr>
          <p:spPr>
            <a:xfrm>
              <a:off x="176169" y="1028824"/>
              <a:ext cx="296866" cy="461679"/>
            </a:xfrm>
            <a:custGeom>
              <a:avLst/>
              <a:gdLst>
                <a:gd name="csX0" fmla="*/ 234204 w 296866"/>
                <a:gd name="csY0" fmla="*/ 456793 h 461679"/>
                <a:gd name="csX1" fmla="*/ 189641 w 296866"/>
                <a:gd name="csY1" fmla="*/ 451076 h 461679"/>
                <a:gd name="csX2" fmla="*/ 192285 w 296866"/>
                <a:gd name="csY2" fmla="*/ 440463 h 461679"/>
                <a:gd name="csX3" fmla="*/ 192319 w 296866"/>
                <a:gd name="csY3" fmla="*/ 432599 h 461679"/>
                <a:gd name="csX4" fmla="*/ 190826 w 296866"/>
                <a:gd name="csY4" fmla="*/ 424368 h 461679"/>
                <a:gd name="csX5" fmla="*/ 194908 w 296866"/>
                <a:gd name="csY5" fmla="*/ 412652 h 461679"/>
                <a:gd name="csX6" fmla="*/ 188729 w 296866"/>
                <a:gd name="csY6" fmla="*/ 395950 h 461679"/>
                <a:gd name="csX7" fmla="*/ 175616 w 296866"/>
                <a:gd name="csY7" fmla="*/ 376348 h 461679"/>
                <a:gd name="csX8" fmla="*/ 165432 w 296866"/>
                <a:gd name="csY8" fmla="*/ 362612 h 461679"/>
                <a:gd name="csX9" fmla="*/ 157619 w 296866"/>
                <a:gd name="csY9" fmla="*/ 354047 h 461679"/>
                <a:gd name="csX10" fmla="*/ 123850 w 296866"/>
                <a:gd name="csY10" fmla="*/ 312204 h 461679"/>
                <a:gd name="csX11" fmla="*/ 110408 w 296866"/>
                <a:gd name="csY11" fmla="*/ 302524 h 461679"/>
                <a:gd name="csX12" fmla="*/ 90624 w 296866"/>
                <a:gd name="csY12" fmla="*/ 283830 h 461679"/>
                <a:gd name="csX13" fmla="*/ 80025 w 296866"/>
                <a:gd name="csY13" fmla="*/ 265391 h 461679"/>
                <a:gd name="csX14" fmla="*/ 76089 w 296866"/>
                <a:gd name="csY14" fmla="*/ 254455 h 461679"/>
                <a:gd name="csX15" fmla="*/ 73345 w 296866"/>
                <a:gd name="csY15" fmla="*/ 247079 h 461679"/>
                <a:gd name="csX16" fmla="*/ 72109 w 296866"/>
                <a:gd name="csY16" fmla="*/ 214519 h 461679"/>
                <a:gd name="csX17" fmla="*/ 68319 w 296866"/>
                <a:gd name="csY17" fmla="*/ 206510 h 461679"/>
                <a:gd name="csX18" fmla="*/ 67160 w 296866"/>
                <a:gd name="csY18" fmla="*/ 202519 h 461679"/>
                <a:gd name="csX19" fmla="*/ 64536 w 296866"/>
                <a:gd name="csY19" fmla="*/ 206365 h 461679"/>
                <a:gd name="csX20" fmla="*/ 61955 w 296866"/>
                <a:gd name="csY20" fmla="*/ 210237 h 461679"/>
                <a:gd name="csX21" fmla="*/ 59373 w 296866"/>
                <a:gd name="csY21" fmla="*/ 190811 h 461679"/>
                <a:gd name="csX22" fmla="*/ 48569 w 296866"/>
                <a:gd name="csY22" fmla="*/ 154736 h 461679"/>
                <a:gd name="csX23" fmla="*/ 46466 w 296866"/>
                <a:gd name="csY23" fmla="*/ 141789 h 461679"/>
                <a:gd name="csX24" fmla="*/ 38475 w 296866"/>
                <a:gd name="csY24" fmla="*/ 114684 h 461679"/>
                <a:gd name="csX25" fmla="*/ 28150 w 296866"/>
                <a:gd name="csY25" fmla="*/ 99082 h 461679"/>
                <a:gd name="csX26" fmla="*/ 25815 w 296866"/>
                <a:gd name="csY26" fmla="*/ 89273 h 461679"/>
                <a:gd name="csX27" fmla="*/ 22760 w 296866"/>
                <a:gd name="csY27" fmla="*/ 77852 h 461679"/>
                <a:gd name="csX28" fmla="*/ 21512 w 296866"/>
                <a:gd name="csY28" fmla="*/ 72990 h 461679"/>
                <a:gd name="csX29" fmla="*/ 26374 w 296866"/>
                <a:gd name="csY29" fmla="*/ 74238 h 461679"/>
                <a:gd name="csX30" fmla="*/ 33559 w 296866"/>
                <a:gd name="csY30" fmla="*/ 72129 h 461679"/>
                <a:gd name="csX31" fmla="*/ 29687 w 296866"/>
                <a:gd name="csY31" fmla="*/ 66967 h 461679"/>
                <a:gd name="csX32" fmla="*/ 25815 w 296866"/>
                <a:gd name="csY32" fmla="*/ 64277 h 461679"/>
                <a:gd name="csX33" fmla="*/ 20828 w 296866"/>
                <a:gd name="csY33" fmla="*/ 56236 h 461679"/>
                <a:gd name="csX34" fmla="*/ 14159 w 296866"/>
                <a:gd name="csY34" fmla="*/ 40210 h 461679"/>
                <a:gd name="csX35" fmla="*/ 6238 w 296866"/>
                <a:gd name="csY35" fmla="*/ 17321 h 461679"/>
                <a:gd name="csX36" fmla="*/ 0 w 296866"/>
                <a:gd name="csY36" fmla="*/ 2478 h 461679"/>
                <a:gd name="csX37" fmla="*/ 99386 w 296866"/>
                <a:gd name="csY37" fmla="*/ 3758 h 461679"/>
                <a:gd name="csX38" fmla="*/ 191027 w 296866"/>
                <a:gd name="csY38" fmla="*/ 12449 h 461679"/>
                <a:gd name="csX39" fmla="*/ 178059 w 296866"/>
                <a:gd name="csY39" fmla="*/ 27807 h 461679"/>
                <a:gd name="csX40" fmla="*/ 167369 w 296866"/>
                <a:gd name="csY40" fmla="*/ 45725 h 461679"/>
                <a:gd name="csX41" fmla="*/ 163079 w 296866"/>
                <a:gd name="csY41" fmla="*/ 80524 h 461679"/>
                <a:gd name="csX42" fmla="*/ 162631 w 296866"/>
                <a:gd name="csY42" fmla="*/ 83796 h 461679"/>
                <a:gd name="csX43" fmla="*/ 171021 w 296866"/>
                <a:gd name="csY43" fmla="*/ 93315 h 461679"/>
                <a:gd name="csX44" fmla="*/ 173406 w 296866"/>
                <a:gd name="csY44" fmla="*/ 109690 h 461679"/>
                <a:gd name="csX45" fmla="*/ 164850 w 296866"/>
                <a:gd name="csY45" fmla="*/ 145701 h 461679"/>
                <a:gd name="csX46" fmla="*/ 169084 w 296866"/>
                <a:gd name="csY46" fmla="*/ 169291 h 461679"/>
                <a:gd name="csX47" fmla="*/ 171477 w 296866"/>
                <a:gd name="csY47" fmla="*/ 213103 h 461679"/>
                <a:gd name="csX48" fmla="*/ 174210 w 296866"/>
                <a:gd name="csY48" fmla="*/ 257046 h 461679"/>
                <a:gd name="csX49" fmla="*/ 178120 w 296866"/>
                <a:gd name="csY49" fmla="*/ 261958 h 461679"/>
                <a:gd name="csX50" fmla="*/ 182243 w 296866"/>
                <a:gd name="csY50" fmla="*/ 269492 h 461679"/>
                <a:gd name="csX51" fmla="*/ 184937 w 296866"/>
                <a:gd name="csY51" fmla="*/ 277338 h 461679"/>
                <a:gd name="csX52" fmla="*/ 193415 w 296866"/>
                <a:gd name="csY52" fmla="*/ 285510 h 461679"/>
                <a:gd name="csX53" fmla="*/ 199664 w 296866"/>
                <a:gd name="csY53" fmla="*/ 290658 h 461679"/>
                <a:gd name="csX54" fmla="*/ 207927 w 296866"/>
                <a:gd name="csY54" fmla="*/ 300943 h 461679"/>
                <a:gd name="csX55" fmla="*/ 219722 w 296866"/>
                <a:gd name="csY55" fmla="*/ 315205 h 461679"/>
                <a:gd name="csX56" fmla="*/ 234342 w 296866"/>
                <a:gd name="csY56" fmla="*/ 331253 h 461679"/>
                <a:gd name="csX57" fmla="*/ 242348 w 296866"/>
                <a:gd name="csY57" fmla="*/ 342893 h 461679"/>
                <a:gd name="csX58" fmla="*/ 243886 w 296866"/>
                <a:gd name="csY58" fmla="*/ 354430 h 461679"/>
                <a:gd name="csX59" fmla="*/ 242906 w 296866"/>
                <a:gd name="csY59" fmla="*/ 363679 h 461679"/>
                <a:gd name="csX60" fmla="*/ 242638 w 296866"/>
                <a:gd name="csY60" fmla="*/ 372819 h 461679"/>
                <a:gd name="csX61" fmla="*/ 248980 w 296866"/>
                <a:gd name="csY61" fmla="*/ 375191 h 461679"/>
                <a:gd name="csX62" fmla="*/ 256854 w 296866"/>
                <a:gd name="csY62" fmla="*/ 380201 h 461679"/>
                <a:gd name="csX63" fmla="*/ 262017 w 296866"/>
                <a:gd name="csY63" fmla="*/ 385776 h 461679"/>
                <a:gd name="csX64" fmla="*/ 267554 w 296866"/>
                <a:gd name="csY64" fmla="*/ 396801 h 461679"/>
                <a:gd name="csX65" fmla="*/ 281559 w 296866"/>
                <a:gd name="csY65" fmla="*/ 416793 h 461679"/>
                <a:gd name="csX66" fmla="*/ 290755 w 296866"/>
                <a:gd name="csY66" fmla="*/ 428632 h 461679"/>
                <a:gd name="csX67" fmla="*/ 294624 w 296866"/>
                <a:gd name="csY67" fmla="*/ 440196 h 461679"/>
                <a:gd name="csX68" fmla="*/ 296867 w 296866"/>
                <a:gd name="csY68" fmla="*/ 451755 h 461679"/>
                <a:gd name="csX69" fmla="*/ 287186 w 296866"/>
                <a:gd name="csY69" fmla="*/ 461588 h 461679"/>
                <a:gd name="csX70" fmla="*/ 234204 w 296866"/>
                <a:gd name="csY70" fmla="*/ 456793 h 4616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Lst>
              <a:rect l="l" t="t" r="r" b="b"/>
              <a:pathLst>
                <a:path w="296866" h="461679">
                  <a:moveTo>
                    <a:pt x="234204" y="456793"/>
                  </a:moveTo>
                  <a:cubicBezTo>
                    <a:pt x="210389" y="454343"/>
                    <a:pt x="190335" y="451771"/>
                    <a:pt x="189641" y="451076"/>
                  </a:cubicBezTo>
                  <a:cubicBezTo>
                    <a:pt x="188946" y="450382"/>
                    <a:pt x="190136" y="445606"/>
                    <a:pt x="192285" y="440463"/>
                  </a:cubicBezTo>
                  <a:cubicBezTo>
                    <a:pt x="195748" y="432175"/>
                    <a:pt x="195752" y="431281"/>
                    <a:pt x="192319" y="432599"/>
                  </a:cubicBezTo>
                  <a:cubicBezTo>
                    <a:pt x="188021" y="434248"/>
                    <a:pt x="186953" y="428358"/>
                    <a:pt x="190826" y="424368"/>
                  </a:cubicBezTo>
                  <a:cubicBezTo>
                    <a:pt x="192136" y="423019"/>
                    <a:pt x="193972" y="417747"/>
                    <a:pt x="194908" y="412652"/>
                  </a:cubicBezTo>
                  <a:cubicBezTo>
                    <a:pt x="196394" y="404559"/>
                    <a:pt x="195613" y="402447"/>
                    <a:pt x="188729" y="395950"/>
                  </a:cubicBezTo>
                  <a:cubicBezTo>
                    <a:pt x="184395" y="391860"/>
                    <a:pt x="178494" y="383039"/>
                    <a:pt x="175616" y="376348"/>
                  </a:cubicBezTo>
                  <a:cubicBezTo>
                    <a:pt x="172738" y="369658"/>
                    <a:pt x="168155" y="363476"/>
                    <a:pt x="165432" y="362612"/>
                  </a:cubicBezTo>
                  <a:cubicBezTo>
                    <a:pt x="162709" y="361748"/>
                    <a:pt x="159193" y="357894"/>
                    <a:pt x="157619" y="354047"/>
                  </a:cubicBezTo>
                  <a:cubicBezTo>
                    <a:pt x="149821" y="334997"/>
                    <a:pt x="131426" y="312204"/>
                    <a:pt x="123850" y="312204"/>
                  </a:cubicBezTo>
                  <a:cubicBezTo>
                    <a:pt x="121509" y="312204"/>
                    <a:pt x="115460" y="307848"/>
                    <a:pt x="110408" y="302524"/>
                  </a:cubicBezTo>
                  <a:cubicBezTo>
                    <a:pt x="105356" y="297200"/>
                    <a:pt x="96453" y="288788"/>
                    <a:pt x="90624" y="283830"/>
                  </a:cubicBezTo>
                  <a:cubicBezTo>
                    <a:pt x="81794" y="276321"/>
                    <a:pt x="80025" y="273244"/>
                    <a:pt x="80025" y="265391"/>
                  </a:cubicBezTo>
                  <a:cubicBezTo>
                    <a:pt x="80025" y="259326"/>
                    <a:pt x="78622" y="255426"/>
                    <a:pt x="76089" y="254455"/>
                  </a:cubicBezTo>
                  <a:cubicBezTo>
                    <a:pt x="73596" y="253498"/>
                    <a:pt x="72591" y="250794"/>
                    <a:pt x="73345" y="247079"/>
                  </a:cubicBezTo>
                  <a:cubicBezTo>
                    <a:pt x="77548" y="226392"/>
                    <a:pt x="77309" y="220102"/>
                    <a:pt x="72109" y="214519"/>
                  </a:cubicBezTo>
                  <a:cubicBezTo>
                    <a:pt x="69219" y="211417"/>
                    <a:pt x="67513" y="207813"/>
                    <a:pt x="68319" y="206510"/>
                  </a:cubicBezTo>
                  <a:cubicBezTo>
                    <a:pt x="69124" y="205206"/>
                    <a:pt x="68603" y="203410"/>
                    <a:pt x="67160" y="202519"/>
                  </a:cubicBezTo>
                  <a:cubicBezTo>
                    <a:pt x="65698" y="201615"/>
                    <a:pt x="64536" y="203319"/>
                    <a:pt x="64536" y="206365"/>
                  </a:cubicBezTo>
                  <a:cubicBezTo>
                    <a:pt x="64536" y="209372"/>
                    <a:pt x="63375" y="211114"/>
                    <a:pt x="61955" y="210237"/>
                  </a:cubicBezTo>
                  <a:cubicBezTo>
                    <a:pt x="60535" y="209360"/>
                    <a:pt x="59373" y="200618"/>
                    <a:pt x="59373" y="190811"/>
                  </a:cubicBezTo>
                  <a:cubicBezTo>
                    <a:pt x="59373" y="173740"/>
                    <a:pt x="53682" y="154736"/>
                    <a:pt x="48569" y="154736"/>
                  </a:cubicBezTo>
                  <a:cubicBezTo>
                    <a:pt x="47413" y="154736"/>
                    <a:pt x="46466" y="148910"/>
                    <a:pt x="46466" y="141789"/>
                  </a:cubicBezTo>
                  <a:cubicBezTo>
                    <a:pt x="46466" y="132086"/>
                    <a:pt x="44464" y="125296"/>
                    <a:pt x="38475" y="114684"/>
                  </a:cubicBezTo>
                  <a:cubicBezTo>
                    <a:pt x="34080" y="106897"/>
                    <a:pt x="29434" y="99876"/>
                    <a:pt x="28150" y="99082"/>
                  </a:cubicBezTo>
                  <a:cubicBezTo>
                    <a:pt x="26865" y="98289"/>
                    <a:pt x="25815" y="93874"/>
                    <a:pt x="25815" y="89273"/>
                  </a:cubicBezTo>
                  <a:cubicBezTo>
                    <a:pt x="25815" y="84671"/>
                    <a:pt x="24440" y="79532"/>
                    <a:pt x="22760" y="77852"/>
                  </a:cubicBezTo>
                  <a:cubicBezTo>
                    <a:pt x="21080" y="76172"/>
                    <a:pt x="20518" y="73984"/>
                    <a:pt x="21512" y="72990"/>
                  </a:cubicBezTo>
                  <a:cubicBezTo>
                    <a:pt x="22506" y="71996"/>
                    <a:pt x="24694" y="72558"/>
                    <a:pt x="26374" y="74238"/>
                  </a:cubicBezTo>
                  <a:cubicBezTo>
                    <a:pt x="30884" y="78748"/>
                    <a:pt x="33559" y="77963"/>
                    <a:pt x="33559" y="72129"/>
                  </a:cubicBezTo>
                  <a:cubicBezTo>
                    <a:pt x="33559" y="69261"/>
                    <a:pt x="31838" y="66967"/>
                    <a:pt x="29687" y="66967"/>
                  </a:cubicBezTo>
                  <a:cubicBezTo>
                    <a:pt x="27557" y="66967"/>
                    <a:pt x="25815" y="65756"/>
                    <a:pt x="25815" y="64277"/>
                  </a:cubicBezTo>
                  <a:cubicBezTo>
                    <a:pt x="25815" y="62798"/>
                    <a:pt x="23571" y="59179"/>
                    <a:pt x="20828" y="56236"/>
                  </a:cubicBezTo>
                  <a:cubicBezTo>
                    <a:pt x="18086" y="53292"/>
                    <a:pt x="15085" y="46080"/>
                    <a:pt x="14159" y="40210"/>
                  </a:cubicBezTo>
                  <a:cubicBezTo>
                    <a:pt x="13233" y="34339"/>
                    <a:pt x="9669" y="24039"/>
                    <a:pt x="6238" y="17321"/>
                  </a:cubicBezTo>
                  <a:cubicBezTo>
                    <a:pt x="2807" y="10603"/>
                    <a:pt x="0" y="3924"/>
                    <a:pt x="0" y="2478"/>
                  </a:cubicBezTo>
                  <a:cubicBezTo>
                    <a:pt x="0" y="-1152"/>
                    <a:pt x="23478" y="-850"/>
                    <a:pt x="99386" y="3758"/>
                  </a:cubicBezTo>
                  <a:cubicBezTo>
                    <a:pt x="175010" y="8348"/>
                    <a:pt x="191027" y="9867"/>
                    <a:pt x="191027" y="12449"/>
                  </a:cubicBezTo>
                  <a:cubicBezTo>
                    <a:pt x="191027" y="13496"/>
                    <a:pt x="185192" y="20407"/>
                    <a:pt x="178059" y="27807"/>
                  </a:cubicBezTo>
                  <a:cubicBezTo>
                    <a:pt x="167978" y="38266"/>
                    <a:pt x="165598" y="42256"/>
                    <a:pt x="167369" y="45725"/>
                  </a:cubicBezTo>
                  <a:cubicBezTo>
                    <a:pt x="174634" y="59948"/>
                    <a:pt x="171699" y="83751"/>
                    <a:pt x="163079" y="80524"/>
                  </a:cubicBezTo>
                  <a:cubicBezTo>
                    <a:pt x="159180" y="79065"/>
                    <a:pt x="159137" y="79384"/>
                    <a:pt x="162631" y="83796"/>
                  </a:cubicBezTo>
                  <a:cubicBezTo>
                    <a:pt x="164761" y="86485"/>
                    <a:pt x="168536" y="90769"/>
                    <a:pt x="171021" y="93315"/>
                  </a:cubicBezTo>
                  <a:cubicBezTo>
                    <a:pt x="175834" y="98246"/>
                    <a:pt x="176913" y="105657"/>
                    <a:pt x="173406" y="109690"/>
                  </a:cubicBezTo>
                  <a:cubicBezTo>
                    <a:pt x="169336" y="114370"/>
                    <a:pt x="164942" y="132862"/>
                    <a:pt x="164850" y="145701"/>
                  </a:cubicBezTo>
                  <a:cubicBezTo>
                    <a:pt x="164711" y="165107"/>
                    <a:pt x="165194" y="167798"/>
                    <a:pt x="169084" y="169291"/>
                  </a:cubicBezTo>
                  <a:cubicBezTo>
                    <a:pt x="171992" y="170406"/>
                    <a:pt x="172437" y="178546"/>
                    <a:pt x="171477" y="213103"/>
                  </a:cubicBezTo>
                  <a:cubicBezTo>
                    <a:pt x="170471" y="249367"/>
                    <a:pt x="170869" y="255764"/>
                    <a:pt x="174210" y="257046"/>
                  </a:cubicBezTo>
                  <a:cubicBezTo>
                    <a:pt x="176360" y="257871"/>
                    <a:pt x="178120" y="260081"/>
                    <a:pt x="178120" y="261958"/>
                  </a:cubicBezTo>
                  <a:cubicBezTo>
                    <a:pt x="178120" y="263834"/>
                    <a:pt x="179975" y="267225"/>
                    <a:pt x="182243" y="269492"/>
                  </a:cubicBezTo>
                  <a:cubicBezTo>
                    <a:pt x="184511" y="271760"/>
                    <a:pt x="185723" y="275291"/>
                    <a:pt x="184937" y="277338"/>
                  </a:cubicBezTo>
                  <a:cubicBezTo>
                    <a:pt x="183466" y="281172"/>
                    <a:pt x="186953" y="284533"/>
                    <a:pt x="193415" y="285510"/>
                  </a:cubicBezTo>
                  <a:cubicBezTo>
                    <a:pt x="195439" y="285815"/>
                    <a:pt x="198251" y="288132"/>
                    <a:pt x="199664" y="290658"/>
                  </a:cubicBezTo>
                  <a:cubicBezTo>
                    <a:pt x="201078" y="293183"/>
                    <a:pt x="204796" y="297811"/>
                    <a:pt x="207927" y="300943"/>
                  </a:cubicBezTo>
                  <a:cubicBezTo>
                    <a:pt x="211058" y="304074"/>
                    <a:pt x="216366" y="310492"/>
                    <a:pt x="219722" y="315205"/>
                  </a:cubicBezTo>
                  <a:cubicBezTo>
                    <a:pt x="223078" y="319918"/>
                    <a:pt x="229657" y="327140"/>
                    <a:pt x="234342" y="331253"/>
                  </a:cubicBezTo>
                  <a:cubicBezTo>
                    <a:pt x="239027" y="335367"/>
                    <a:pt x="242630" y="340605"/>
                    <a:pt x="242348" y="342893"/>
                  </a:cubicBezTo>
                  <a:cubicBezTo>
                    <a:pt x="242066" y="345182"/>
                    <a:pt x="242758" y="350373"/>
                    <a:pt x="243886" y="354430"/>
                  </a:cubicBezTo>
                  <a:cubicBezTo>
                    <a:pt x="245242" y="359308"/>
                    <a:pt x="244910" y="362440"/>
                    <a:pt x="242906" y="363679"/>
                  </a:cubicBezTo>
                  <a:cubicBezTo>
                    <a:pt x="240669" y="365062"/>
                    <a:pt x="240599" y="367456"/>
                    <a:pt x="242638" y="372819"/>
                  </a:cubicBezTo>
                  <a:cubicBezTo>
                    <a:pt x="245274" y="379752"/>
                    <a:pt x="245565" y="379861"/>
                    <a:pt x="248980" y="375191"/>
                  </a:cubicBezTo>
                  <a:cubicBezTo>
                    <a:pt x="253071" y="369596"/>
                    <a:pt x="256854" y="372003"/>
                    <a:pt x="256854" y="380201"/>
                  </a:cubicBezTo>
                  <a:cubicBezTo>
                    <a:pt x="256854" y="384054"/>
                    <a:pt x="258448" y="385776"/>
                    <a:pt x="262017" y="385776"/>
                  </a:cubicBezTo>
                  <a:cubicBezTo>
                    <a:pt x="266316" y="385777"/>
                    <a:pt x="267243" y="387623"/>
                    <a:pt x="267554" y="396801"/>
                  </a:cubicBezTo>
                  <a:cubicBezTo>
                    <a:pt x="267995" y="409833"/>
                    <a:pt x="271290" y="414537"/>
                    <a:pt x="281559" y="416793"/>
                  </a:cubicBezTo>
                  <a:cubicBezTo>
                    <a:pt x="287964" y="418199"/>
                    <a:pt x="289378" y="420020"/>
                    <a:pt x="290755" y="428632"/>
                  </a:cubicBezTo>
                  <a:cubicBezTo>
                    <a:pt x="291650" y="434230"/>
                    <a:pt x="293391" y="439433"/>
                    <a:pt x="294624" y="440196"/>
                  </a:cubicBezTo>
                  <a:cubicBezTo>
                    <a:pt x="295858" y="440958"/>
                    <a:pt x="296867" y="446160"/>
                    <a:pt x="296867" y="451755"/>
                  </a:cubicBezTo>
                  <a:cubicBezTo>
                    <a:pt x="296867" y="461851"/>
                    <a:pt x="296793" y="461926"/>
                    <a:pt x="287186" y="461588"/>
                  </a:cubicBezTo>
                  <a:cubicBezTo>
                    <a:pt x="281862" y="461400"/>
                    <a:pt x="258020" y="459243"/>
                    <a:pt x="234204" y="456793"/>
                  </a:cubicBezTo>
                  <a:close/>
                </a:path>
              </a:pathLst>
            </a:custGeom>
            <a:solidFill>
              <a:srgbClr val="B9B9B9"/>
            </a:solidFill>
            <a:ln w="5163" cap="flat">
              <a:noFill/>
              <a:prstDash val="solid"/>
              <a:miter/>
            </a:ln>
          </p:spPr>
          <p:txBody>
            <a:bodyPr/>
            <a:lstStyle/>
            <a:p>
              <a:endParaRPr lang="es-419" noProof="0" dirty="0"/>
            </a:p>
          </p:txBody>
        </p:sp>
        <p:sp>
          <p:nvSpPr>
            <p:cNvPr id="108" name="Forma libre: forma 107">
              <a:extLst>
                <a:ext uri="{FF2B5EF4-FFF2-40B4-BE49-F238E27FC236}">
                  <a16:creationId xmlns:a16="http://schemas.microsoft.com/office/drawing/2014/main" id="{62D00C85-3BFB-AA93-23AE-1AA4C3BA94A1}"/>
                </a:ext>
              </a:extLst>
            </p:cNvPr>
            <p:cNvSpPr/>
            <p:nvPr/>
          </p:nvSpPr>
          <p:spPr>
            <a:xfrm>
              <a:off x="259777" y="1434618"/>
              <a:ext cx="20905" cy="34765"/>
            </a:xfrm>
            <a:custGeom>
              <a:avLst/>
              <a:gdLst>
                <a:gd name="csX0" fmla="*/ 7343 w 20905"/>
                <a:gd name="csY0" fmla="*/ 31742 h 34765"/>
                <a:gd name="csX1" fmla="*/ 5095 w 20905"/>
                <a:gd name="csY1" fmla="*/ 22712 h 34765"/>
                <a:gd name="csX2" fmla="*/ 11946 w 20905"/>
                <a:gd name="csY2" fmla="*/ 12959 h 34765"/>
                <a:gd name="csX3" fmla="*/ 17992 w 20905"/>
                <a:gd name="csY3" fmla="*/ 1997 h 34765"/>
                <a:gd name="csX4" fmla="*/ 19063 w 20905"/>
                <a:gd name="csY4" fmla="*/ 27093 h 34765"/>
                <a:gd name="csX5" fmla="*/ 7343 w 20905"/>
                <a:gd name="csY5" fmla="*/ 31742 h 34765"/>
              </a:gdLst>
              <a:ahLst/>
              <a:cxnLst>
                <a:cxn ang="0">
                  <a:pos x="csX0" y="csY0"/>
                </a:cxn>
                <a:cxn ang="0">
                  <a:pos x="csX1" y="csY1"/>
                </a:cxn>
                <a:cxn ang="0">
                  <a:pos x="csX2" y="csY2"/>
                </a:cxn>
                <a:cxn ang="0">
                  <a:pos x="csX3" y="csY3"/>
                </a:cxn>
                <a:cxn ang="0">
                  <a:pos x="csX4" y="csY4"/>
                </a:cxn>
                <a:cxn ang="0">
                  <a:pos x="csX5" y="csY5"/>
                </a:cxn>
              </a:cxnLst>
              <a:rect l="l" t="t" r="r" b="b"/>
              <a:pathLst>
                <a:path w="20905" h="34765">
                  <a:moveTo>
                    <a:pt x="7343" y="31742"/>
                  </a:moveTo>
                  <a:cubicBezTo>
                    <a:pt x="-1878" y="26647"/>
                    <a:pt x="-2170" y="25474"/>
                    <a:pt x="5095" y="22712"/>
                  </a:cubicBezTo>
                  <a:cubicBezTo>
                    <a:pt x="10179" y="20779"/>
                    <a:pt x="11916" y="18306"/>
                    <a:pt x="11946" y="12959"/>
                  </a:cubicBezTo>
                  <a:cubicBezTo>
                    <a:pt x="11996" y="3833"/>
                    <a:pt x="16177" y="-3749"/>
                    <a:pt x="17992" y="1997"/>
                  </a:cubicBezTo>
                  <a:cubicBezTo>
                    <a:pt x="21527" y="13191"/>
                    <a:pt x="21797" y="19522"/>
                    <a:pt x="19063" y="27093"/>
                  </a:cubicBezTo>
                  <a:cubicBezTo>
                    <a:pt x="15722" y="36343"/>
                    <a:pt x="15691" y="36355"/>
                    <a:pt x="7343" y="31742"/>
                  </a:cubicBezTo>
                  <a:close/>
                </a:path>
              </a:pathLst>
            </a:custGeom>
            <a:solidFill>
              <a:srgbClr val="B9B9B9"/>
            </a:solidFill>
            <a:ln w="5163" cap="flat">
              <a:noFill/>
              <a:prstDash val="solid"/>
              <a:miter/>
            </a:ln>
          </p:spPr>
          <p:txBody>
            <a:bodyPr/>
            <a:lstStyle/>
            <a:p>
              <a:endParaRPr lang="es-419" noProof="0" dirty="0"/>
            </a:p>
          </p:txBody>
        </p:sp>
        <p:sp>
          <p:nvSpPr>
            <p:cNvPr id="109" name="Forma libre: forma 108">
              <a:extLst>
                <a:ext uri="{FF2B5EF4-FFF2-40B4-BE49-F238E27FC236}">
                  <a16:creationId xmlns:a16="http://schemas.microsoft.com/office/drawing/2014/main" id="{4F30E106-6E10-78AC-ECE1-2032EDC5DD3F}"/>
                </a:ext>
              </a:extLst>
            </p:cNvPr>
            <p:cNvSpPr/>
            <p:nvPr/>
          </p:nvSpPr>
          <p:spPr>
            <a:xfrm>
              <a:off x="73152" y="1375664"/>
              <a:ext cx="14357" cy="42577"/>
            </a:xfrm>
            <a:custGeom>
              <a:avLst/>
              <a:gdLst>
                <a:gd name="csX0" fmla="*/ 7495 w 14357"/>
                <a:gd name="csY0" fmla="*/ 37645 h 42577"/>
                <a:gd name="csX1" fmla="*/ 3632 w 14357"/>
                <a:gd name="csY1" fmla="*/ 24738 h 42577"/>
                <a:gd name="csX2" fmla="*/ 3632 w 14357"/>
                <a:gd name="csY2" fmla="*/ 1505 h 42577"/>
                <a:gd name="csX3" fmla="*/ 7504 w 14357"/>
                <a:gd name="csY3" fmla="*/ 6137 h 42577"/>
                <a:gd name="csX4" fmla="*/ 10146 w 14357"/>
                <a:gd name="csY4" fmla="*/ 14863 h 42577"/>
                <a:gd name="csX5" fmla="*/ 11643 w 14357"/>
                <a:gd name="csY5" fmla="*/ 38936 h 42577"/>
                <a:gd name="csX6" fmla="*/ 7495 w 14357"/>
                <a:gd name="csY6" fmla="*/ 37645 h 42577"/>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4357" h="42577">
                  <a:moveTo>
                    <a:pt x="7495" y="37645"/>
                  </a:moveTo>
                  <a:cubicBezTo>
                    <a:pt x="7399" y="34096"/>
                    <a:pt x="5661" y="28288"/>
                    <a:pt x="3632" y="24738"/>
                  </a:cubicBezTo>
                  <a:cubicBezTo>
                    <a:pt x="-1211" y="16267"/>
                    <a:pt x="-1211" y="5524"/>
                    <a:pt x="3632" y="1505"/>
                  </a:cubicBezTo>
                  <a:cubicBezTo>
                    <a:pt x="6929" y="-1232"/>
                    <a:pt x="7504" y="-544"/>
                    <a:pt x="7504" y="6137"/>
                  </a:cubicBezTo>
                  <a:cubicBezTo>
                    <a:pt x="7504" y="10452"/>
                    <a:pt x="8693" y="14378"/>
                    <a:pt x="10146" y="14863"/>
                  </a:cubicBezTo>
                  <a:cubicBezTo>
                    <a:pt x="14898" y="16447"/>
                    <a:pt x="15948" y="33343"/>
                    <a:pt x="11643" y="38936"/>
                  </a:cubicBezTo>
                  <a:cubicBezTo>
                    <a:pt x="7745" y="44000"/>
                    <a:pt x="7665" y="43975"/>
                    <a:pt x="7495" y="37645"/>
                  </a:cubicBezTo>
                  <a:close/>
                </a:path>
              </a:pathLst>
            </a:custGeom>
            <a:solidFill>
              <a:srgbClr val="B9B9B9"/>
            </a:solidFill>
            <a:ln w="5163" cap="flat">
              <a:noFill/>
              <a:prstDash val="solid"/>
              <a:miter/>
            </a:ln>
          </p:spPr>
          <p:txBody>
            <a:bodyPr/>
            <a:lstStyle/>
            <a:p>
              <a:endParaRPr lang="es-419" noProof="0" dirty="0"/>
            </a:p>
          </p:txBody>
        </p:sp>
        <p:sp>
          <p:nvSpPr>
            <p:cNvPr id="110" name="Forma libre: forma 109">
              <a:extLst>
                <a:ext uri="{FF2B5EF4-FFF2-40B4-BE49-F238E27FC236}">
                  <a16:creationId xmlns:a16="http://schemas.microsoft.com/office/drawing/2014/main" id="{5E79C1B7-BCCC-2A7C-4014-C3CA5DF25F61}"/>
                </a:ext>
              </a:extLst>
            </p:cNvPr>
            <p:cNvSpPr/>
            <p:nvPr/>
          </p:nvSpPr>
          <p:spPr>
            <a:xfrm>
              <a:off x="420547" y="1341567"/>
              <a:ext cx="36589" cy="57857"/>
            </a:xfrm>
            <a:custGeom>
              <a:avLst/>
              <a:gdLst>
                <a:gd name="csX0" fmla="*/ 24033 w 36589"/>
                <a:gd name="csY0" fmla="*/ 48231 h 57857"/>
                <a:gd name="csX1" fmla="*/ 8875 w 36589"/>
                <a:gd name="csY1" fmla="*/ 31730 h 57857"/>
                <a:gd name="csX2" fmla="*/ 2815 w 36589"/>
                <a:gd name="csY2" fmla="*/ 140 h 57857"/>
                <a:gd name="csX3" fmla="*/ 18571 w 36589"/>
                <a:gd name="csY3" fmla="*/ 17532 h 57857"/>
                <a:gd name="csX4" fmla="*/ 26156 w 36589"/>
                <a:gd name="csY4" fmla="*/ 27858 h 57857"/>
                <a:gd name="csX5" fmla="*/ 32361 w 36589"/>
                <a:gd name="csY5" fmla="*/ 36599 h 57857"/>
                <a:gd name="csX6" fmla="*/ 34380 w 36589"/>
                <a:gd name="csY6" fmla="*/ 51018 h 57857"/>
                <a:gd name="csX7" fmla="*/ 24033 w 36589"/>
                <a:gd name="csY7" fmla="*/ 48231 h 578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6589" h="57857">
                  <a:moveTo>
                    <a:pt x="24033" y="48231"/>
                  </a:moveTo>
                  <a:cubicBezTo>
                    <a:pt x="18251" y="41995"/>
                    <a:pt x="11430" y="34569"/>
                    <a:pt x="8875" y="31730"/>
                  </a:cubicBezTo>
                  <a:cubicBezTo>
                    <a:pt x="870" y="22831"/>
                    <a:pt x="-3051" y="2391"/>
                    <a:pt x="2815" y="140"/>
                  </a:cubicBezTo>
                  <a:cubicBezTo>
                    <a:pt x="7073" y="-1494"/>
                    <a:pt x="18931" y="11596"/>
                    <a:pt x="18571" y="17532"/>
                  </a:cubicBezTo>
                  <a:cubicBezTo>
                    <a:pt x="18043" y="26212"/>
                    <a:pt x="19252" y="27858"/>
                    <a:pt x="26156" y="27858"/>
                  </a:cubicBezTo>
                  <a:cubicBezTo>
                    <a:pt x="32848" y="27858"/>
                    <a:pt x="33306" y="28504"/>
                    <a:pt x="32361" y="36599"/>
                  </a:cubicBezTo>
                  <a:cubicBezTo>
                    <a:pt x="31800" y="41406"/>
                    <a:pt x="32708" y="47895"/>
                    <a:pt x="34380" y="51018"/>
                  </a:cubicBezTo>
                  <a:cubicBezTo>
                    <a:pt x="39819" y="61181"/>
                    <a:pt x="34782" y="59825"/>
                    <a:pt x="24033" y="48231"/>
                  </a:cubicBezTo>
                  <a:close/>
                </a:path>
              </a:pathLst>
            </a:custGeom>
            <a:solidFill>
              <a:srgbClr val="B9B9B9"/>
            </a:solidFill>
            <a:ln w="5163" cap="flat">
              <a:noFill/>
              <a:prstDash val="solid"/>
              <a:miter/>
            </a:ln>
          </p:spPr>
          <p:txBody>
            <a:bodyPr/>
            <a:lstStyle/>
            <a:p>
              <a:endParaRPr lang="es-419" noProof="0" dirty="0"/>
            </a:p>
          </p:txBody>
        </p:sp>
      </p:grpSp>
      <p:grpSp>
        <p:nvGrpSpPr>
          <p:cNvPr id="111" name="Gráfico 39">
            <a:extLst>
              <a:ext uri="{FF2B5EF4-FFF2-40B4-BE49-F238E27FC236}">
                <a16:creationId xmlns:a16="http://schemas.microsoft.com/office/drawing/2014/main" id="{15AA2FA8-353F-54DF-37E9-4E55C0465C98}"/>
              </a:ext>
            </a:extLst>
          </p:cNvPr>
          <p:cNvGrpSpPr/>
          <p:nvPr/>
        </p:nvGrpSpPr>
        <p:grpSpPr>
          <a:xfrm>
            <a:off x="347681" y="1057339"/>
            <a:ext cx="481325" cy="621418"/>
            <a:chOff x="347681" y="1057339"/>
            <a:chExt cx="481325" cy="621418"/>
          </a:xfrm>
          <a:solidFill>
            <a:srgbClr val="B9B9B9"/>
          </a:solidFill>
        </p:grpSpPr>
        <p:grpSp>
          <p:nvGrpSpPr>
            <p:cNvPr id="112" name="Gráfico 39">
              <a:extLst>
                <a:ext uri="{FF2B5EF4-FFF2-40B4-BE49-F238E27FC236}">
                  <a16:creationId xmlns:a16="http://schemas.microsoft.com/office/drawing/2014/main" id="{98437AD8-8E57-0728-1F39-546829C9D58D}"/>
                </a:ext>
              </a:extLst>
            </p:cNvPr>
            <p:cNvGrpSpPr/>
            <p:nvPr/>
          </p:nvGrpSpPr>
          <p:grpSpPr>
            <a:xfrm>
              <a:off x="492211" y="1384222"/>
              <a:ext cx="33498" cy="51895"/>
              <a:chOff x="492211" y="1384222"/>
              <a:chExt cx="33498" cy="51895"/>
            </a:xfrm>
            <a:solidFill>
              <a:srgbClr val="B9B9B9"/>
            </a:solidFill>
          </p:grpSpPr>
          <p:sp>
            <p:nvSpPr>
              <p:cNvPr id="113" name="Forma libre: forma 112">
                <a:extLst>
                  <a:ext uri="{FF2B5EF4-FFF2-40B4-BE49-F238E27FC236}">
                    <a16:creationId xmlns:a16="http://schemas.microsoft.com/office/drawing/2014/main" id="{231F10E8-5A34-C5F3-18FD-989ADC9FFEA3}"/>
                  </a:ext>
                </a:extLst>
              </p:cNvPr>
              <p:cNvSpPr/>
              <p:nvPr/>
            </p:nvSpPr>
            <p:spPr>
              <a:xfrm>
                <a:off x="492211" y="1428798"/>
                <a:ext cx="6246" cy="7319"/>
              </a:xfrm>
              <a:custGeom>
                <a:avLst/>
                <a:gdLst>
                  <a:gd name="csX0" fmla="*/ 460 w 6246"/>
                  <a:gd name="csY0" fmla="*/ 4088 h 7319"/>
                  <a:gd name="csX1" fmla="*/ 4549 w 6246"/>
                  <a:gd name="csY1" fmla="*/ 0 h 7319"/>
                  <a:gd name="csX2" fmla="*/ 1959 w 6246"/>
                  <a:gd name="csY2" fmla="*/ 7153 h 7319"/>
                  <a:gd name="csX3" fmla="*/ 460 w 6246"/>
                  <a:gd name="csY3" fmla="*/ 4088 h 7319"/>
                </a:gdLst>
                <a:ahLst/>
                <a:cxnLst>
                  <a:cxn ang="0">
                    <a:pos x="csX0" y="csY0"/>
                  </a:cxn>
                  <a:cxn ang="0">
                    <a:pos x="csX1" y="csY1"/>
                  </a:cxn>
                  <a:cxn ang="0">
                    <a:pos x="csX2" y="csY2"/>
                  </a:cxn>
                  <a:cxn ang="0">
                    <a:pos x="csX3" y="csY3"/>
                  </a:cxn>
                </a:cxnLst>
                <a:rect l="l" t="t" r="r" b="b"/>
                <a:pathLst>
                  <a:path w="6246" h="7319">
                    <a:moveTo>
                      <a:pt x="460" y="4088"/>
                    </a:moveTo>
                    <a:cubicBezTo>
                      <a:pt x="1323" y="1840"/>
                      <a:pt x="3163" y="0"/>
                      <a:pt x="4549" y="0"/>
                    </a:cubicBezTo>
                    <a:cubicBezTo>
                      <a:pt x="7942" y="0"/>
                      <a:pt x="5818" y="5867"/>
                      <a:pt x="1959" y="7153"/>
                    </a:cubicBezTo>
                    <a:cubicBezTo>
                      <a:pt x="72" y="7782"/>
                      <a:pt x="-505" y="6602"/>
                      <a:pt x="460" y="4088"/>
                    </a:cubicBezTo>
                    <a:close/>
                  </a:path>
                </a:pathLst>
              </a:custGeom>
              <a:solidFill>
                <a:srgbClr val="B9B9B9"/>
              </a:solidFill>
              <a:ln w="5163" cap="flat">
                <a:noFill/>
                <a:prstDash val="solid"/>
                <a:miter/>
              </a:ln>
            </p:spPr>
            <p:txBody>
              <a:bodyPr/>
              <a:lstStyle/>
              <a:p>
                <a:endParaRPr lang="es-419" noProof="0" dirty="0"/>
              </a:p>
            </p:txBody>
          </p:sp>
          <p:sp>
            <p:nvSpPr>
              <p:cNvPr id="114" name="Forma libre: forma 113">
                <a:extLst>
                  <a:ext uri="{FF2B5EF4-FFF2-40B4-BE49-F238E27FC236}">
                    <a16:creationId xmlns:a16="http://schemas.microsoft.com/office/drawing/2014/main" id="{E00216F1-4650-78C1-8824-4782AEF41FF1}"/>
                  </a:ext>
                </a:extLst>
              </p:cNvPr>
              <p:cNvSpPr/>
              <p:nvPr/>
            </p:nvSpPr>
            <p:spPr>
              <a:xfrm>
                <a:off x="495379" y="1384222"/>
                <a:ext cx="30331" cy="44105"/>
              </a:xfrm>
              <a:custGeom>
                <a:avLst/>
                <a:gdLst>
                  <a:gd name="csX0" fmla="*/ 10578 w 30331"/>
                  <a:gd name="csY0" fmla="*/ 40845 h 44105"/>
                  <a:gd name="csX1" fmla="*/ 3426 w 30331"/>
                  <a:gd name="csY1" fmla="*/ 27268 h 44105"/>
                  <a:gd name="csX2" fmla="*/ 8634 w 30331"/>
                  <a:gd name="csY2" fmla="*/ 13316 h 44105"/>
                  <a:gd name="csX3" fmla="*/ 25629 w 30331"/>
                  <a:gd name="csY3" fmla="*/ 1695 h 44105"/>
                  <a:gd name="csX4" fmla="*/ 27283 w 30331"/>
                  <a:gd name="csY4" fmla="*/ 34769 h 44105"/>
                  <a:gd name="csX5" fmla="*/ 10578 w 30331"/>
                  <a:gd name="csY5" fmla="*/ 40845 h 44105"/>
                </a:gdLst>
                <a:ahLst/>
                <a:cxnLst>
                  <a:cxn ang="0">
                    <a:pos x="csX0" y="csY0"/>
                  </a:cxn>
                  <a:cxn ang="0">
                    <a:pos x="csX1" y="csY1"/>
                  </a:cxn>
                  <a:cxn ang="0">
                    <a:pos x="csX2" y="csY2"/>
                  </a:cxn>
                  <a:cxn ang="0">
                    <a:pos x="csX3" y="csY3"/>
                  </a:cxn>
                  <a:cxn ang="0">
                    <a:pos x="csX4" y="csY4"/>
                  </a:cxn>
                  <a:cxn ang="0">
                    <a:pos x="csX5" y="csY5"/>
                  </a:cxn>
                </a:cxnLst>
                <a:rect l="l" t="t" r="r" b="b"/>
                <a:pathLst>
                  <a:path w="30331" h="44105">
                    <a:moveTo>
                      <a:pt x="10578" y="40845"/>
                    </a:moveTo>
                    <a:cubicBezTo>
                      <a:pt x="-1917" y="34327"/>
                      <a:pt x="-2001" y="34167"/>
                      <a:pt x="3426" y="27268"/>
                    </a:cubicBezTo>
                    <a:cubicBezTo>
                      <a:pt x="6291" y="23626"/>
                      <a:pt x="8634" y="17348"/>
                      <a:pt x="8634" y="13316"/>
                    </a:cubicBezTo>
                    <a:cubicBezTo>
                      <a:pt x="8634" y="4586"/>
                      <a:pt x="20679" y="-3650"/>
                      <a:pt x="25629" y="1695"/>
                    </a:cubicBezTo>
                    <a:cubicBezTo>
                      <a:pt x="31123" y="7627"/>
                      <a:pt x="31970" y="24580"/>
                      <a:pt x="27283" y="34769"/>
                    </a:cubicBezTo>
                    <a:cubicBezTo>
                      <a:pt x="22315" y="45567"/>
                      <a:pt x="20734" y="46142"/>
                      <a:pt x="10578" y="40845"/>
                    </a:cubicBezTo>
                    <a:close/>
                  </a:path>
                </a:pathLst>
              </a:custGeom>
              <a:solidFill>
                <a:srgbClr val="B9B9B9"/>
              </a:solidFill>
              <a:ln w="5163" cap="flat">
                <a:noFill/>
                <a:prstDash val="solid"/>
                <a:miter/>
              </a:ln>
            </p:spPr>
            <p:txBody>
              <a:bodyPr/>
              <a:lstStyle/>
              <a:p>
                <a:endParaRPr lang="es-419" noProof="0" dirty="0"/>
              </a:p>
            </p:txBody>
          </p:sp>
        </p:grpSp>
        <p:grpSp>
          <p:nvGrpSpPr>
            <p:cNvPr id="115" name="Gráfico 39">
              <a:extLst>
                <a:ext uri="{FF2B5EF4-FFF2-40B4-BE49-F238E27FC236}">
                  <a16:creationId xmlns:a16="http://schemas.microsoft.com/office/drawing/2014/main" id="{D724FED9-113B-B487-80B2-D652F4427173}"/>
                </a:ext>
              </a:extLst>
            </p:cNvPr>
            <p:cNvGrpSpPr/>
            <p:nvPr/>
          </p:nvGrpSpPr>
          <p:grpSpPr>
            <a:xfrm>
              <a:off x="347681" y="1057339"/>
              <a:ext cx="481325" cy="621418"/>
              <a:chOff x="347681" y="1057339"/>
              <a:chExt cx="481325" cy="621418"/>
            </a:xfrm>
            <a:solidFill>
              <a:srgbClr val="B9B9B9"/>
            </a:solidFill>
          </p:grpSpPr>
          <p:sp>
            <p:nvSpPr>
              <p:cNvPr id="116" name="Forma libre: forma 115">
                <a:extLst>
                  <a:ext uri="{FF2B5EF4-FFF2-40B4-BE49-F238E27FC236}">
                    <a16:creationId xmlns:a16="http://schemas.microsoft.com/office/drawing/2014/main" id="{27DB8786-87F5-1662-6FCC-CDF0F7174015}"/>
                  </a:ext>
                </a:extLst>
              </p:cNvPr>
              <p:cNvSpPr/>
              <p:nvPr/>
            </p:nvSpPr>
            <p:spPr>
              <a:xfrm>
                <a:off x="347681" y="1057339"/>
                <a:ext cx="481325" cy="621418"/>
              </a:xfrm>
              <a:custGeom>
                <a:avLst/>
                <a:gdLst>
                  <a:gd name="csX0" fmla="*/ 392709 w 481325"/>
                  <a:gd name="csY0" fmla="*/ 609477 h 621418"/>
                  <a:gd name="csX1" fmla="*/ 388957 w 481325"/>
                  <a:gd name="csY1" fmla="*/ 594848 h 621418"/>
                  <a:gd name="csX2" fmla="*/ 382520 w 481325"/>
                  <a:gd name="csY2" fmla="*/ 582680 h 621418"/>
                  <a:gd name="csX3" fmla="*/ 381003 w 481325"/>
                  <a:gd name="csY3" fmla="*/ 575394 h 621418"/>
                  <a:gd name="csX4" fmla="*/ 376772 w 481325"/>
                  <a:gd name="csY4" fmla="*/ 573517 h 621418"/>
                  <a:gd name="csX5" fmla="*/ 372471 w 481325"/>
                  <a:gd name="csY5" fmla="*/ 575078 h 621418"/>
                  <a:gd name="csX6" fmla="*/ 371638 w 481325"/>
                  <a:gd name="csY6" fmla="*/ 577600 h 621418"/>
                  <a:gd name="csX7" fmla="*/ 373727 w 481325"/>
                  <a:gd name="csY7" fmla="*/ 583138 h 621418"/>
                  <a:gd name="csX8" fmla="*/ 369193 w 481325"/>
                  <a:gd name="csY8" fmla="*/ 580381 h 621418"/>
                  <a:gd name="csX9" fmla="*/ 364289 w 481325"/>
                  <a:gd name="csY9" fmla="*/ 578851 h 621418"/>
                  <a:gd name="csX10" fmla="*/ 358202 w 481325"/>
                  <a:gd name="csY10" fmla="*/ 578294 h 621418"/>
                  <a:gd name="csX11" fmla="*/ 344811 w 481325"/>
                  <a:gd name="csY11" fmla="*/ 546998 h 621418"/>
                  <a:gd name="csX12" fmla="*/ 347360 w 481325"/>
                  <a:gd name="csY12" fmla="*/ 544424 h 621418"/>
                  <a:gd name="csX13" fmla="*/ 329284 w 481325"/>
                  <a:gd name="csY13" fmla="*/ 536840 h 621418"/>
                  <a:gd name="csX14" fmla="*/ 312504 w 481325"/>
                  <a:gd name="csY14" fmla="*/ 531378 h 621418"/>
                  <a:gd name="csX15" fmla="*/ 299274 w 481325"/>
                  <a:gd name="csY15" fmla="*/ 523870 h 621418"/>
                  <a:gd name="csX16" fmla="*/ 298267 w 481325"/>
                  <a:gd name="csY16" fmla="*/ 519838 h 621418"/>
                  <a:gd name="csX17" fmla="*/ 294146 w 481325"/>
                  <a:gd name="csY17" fmla="*/ 506308 h 621418"/>
                  <a:gd name="csX18" fmla="*/ 290635 w 481325"/>
                  <a:gd name="csY18" fmla="*/ 495822 h 621418"/>
                  <a:gd name="csX19" fmla="*/ 290295 w 481325"/>
                  <a:gd name="csY19" fmla="*/ 485043 h 621418"/>
                  <a:gd name="csX20" fmla="*/ 292460 w 481325"/>
                  <a:gd name="csY20" fmla="*/ 479235 h 621418"/>
                  <a:gd name="csX21" fmla="*/ 293954 w 481325"/>
                  <a:gd name="csY21" fmla="*/ 469554 h 621418"/>
                  <a:gd name="csX22" fmla="*/ 288754 w 481325"/>
                  <a:gd name="csY22" fmla="*/ 460702 h 621418"/>
                  <a:gd name="csX23" fmla="*/ 283583 w 481325"/>
                  <a:gd name="csY23" fmla="*/ 460065 h 621418"/>
                  <a:gd name="csX24" fmla="*/ 278874 w 481325"/>
                  <a:gd name="csY24" fmla="*/ 460231 h 621418"/>
                  <a:gd name="csX25" fmla="*/ 272498 w 481325"/>
                  <a:gd name="csY25" fmla="*/ 449744 h 621418"/>
                  <a:gd name="csX26" fmla="*/ 269740 w 481325"/>
                  <a:gd name="csY26" fmla="*/ 445139 h 621418"/>
                  <a:gd name="csX27" fmla="*/ 268211 w 481325"/>
                  <a:gd name="csY27" fmla="*/ 450043 h 621418"/>
                  <a:gd name="csX28" fmla="*/ 267044 w 481325"/>
                  <a:gd name="csY28" fmla="*/ 456881 h 621418"/>
                  <a:gd name="csX29" fmla="*/ 259538 w 481325"/>
                  <a:gd name="csY29" fmla="*/ 454425 h 621418"/>
                  <a:gd name="csX30" fmla="*/ 254428 w 481325"/>
                  <a:gd name="csY30" fmla="*/ 444654 h 621418"/>
                  <a:gd name="csX31" fmla="*/ 249421 w 481325"/>
                  <a:gd name="csY31" fmla="*/ 443656 h 621418"/>
                  <a:gd name="csX32" fmla="*/ 238700 w 481325"/>
                  <a:gd name="csY32" fmla="*/ 428558 h 621418"/>
                  <a:gd name="csX33" fmla="*/ 224166 w 481325"/>
                  <a:gd name="csY33" fmla="*/ 409935 h 621418"/>
                  <a:gd name="csX34" fmla="*/ 213124 w 481325"/>
                  <a:gd name="csY34" fmla="*/ 401065 h 621418"/>
                  <a:gd name="csX35" fmla="*/ 206671 w 481325"/>
                  <a:gd name="csY35" fmla="*/ 388468 h 621418"/>
                  <a:gd name="csX36" fmla="*/ 204242 w 481325"/>
                  <a:gd name="csY36" fmla="*/ 374041 h 621418"/>
                  <a:gd name="csX37" fmla="*/ 206562 w 481325"/>
                  <a:gd name="csY37" fmla="*/ 371283 h 621418"/>
                  <a:gd name="csX38" fmla="*/ 201394 w 481325"/>
                  <a:gd name="csY38" fmla="*/ 369855 h 621418"/>
                  <a:gd name="csX39" fmla="*/ 181743 w 481325"/>
                  <a:gd name="csY39" fmla="*/ 350072 h 621418"/>
                  <a:gd name="csX40" fmla="*/ 180840 w 481325"/>
                  <a:gd name="csY40" fmla="*/ 340015 h 621418"/>
                  <a:gd name="csX41" fmla="*/ 168342 w 481325"/>
                  <a:gd name="csY41" fmla="*/ 316750 h 621418"/>
                  <a:gd name="csX42" fmla="*/ 162786 w 481325"/>
                  <a:gd name="csY42" fmla="*/ 304341 h 621418"/>
                  <a:gd name="csX43" fmla="*/ 153959 w 481325"/>
                  <a:gd name="csY43" fmla="*/ 280463 h 621418"/>
                  <a:gd name="csX44" fmla="*/ 143231 w 481325"/>
                  <a:gd name="csY44" fmla="*/ 268201 h 621418"/>
                  <a:gd name="csX45" fmla="*/ 141096 w 481325"/>
                  <a:gd name="csY45" fmla="*/ 246493 h 621418"/>
                  <a:gd name="csX46" fmla="*/ 133510 w 481325"/>
                  <a:gd name="csY46" fmla="*/ 215932 h 621418"/>
                  <a:gd name="csX47" fmla="*/ 125786 w 481325"/>
                  <a:gd name="csY47" fmla="*/ 201792 h 621418"/>
                  <a:gd name="csX48" fmla="*/ 113580 w 481325"/>
                  <a:gd name="csY48" fmla="*/ 175023 h 621418"/>
                  <a:gd name="csX49" fmla="*/ 104703 w 481325"/>
                  <a:gd name="csY49" fmla="*/ 151035 h 621418"/>
                  <a:gd name="csX50" fmla="*/ 100240 w 481325"/>
                  <a:gd name="csY50" fmla="*/ 135893 h 621418"/>
                  <a:gd name="csX51" fmla="*/ 100240 w 481325"/>
                  <a:gd name="csY51" fmla="*/ 128463 h 621418"/>
                  <a:gd name="csX52" fmla="*/ 99247 w 481325"/>
                  <a:gd name="csY52" fmla="*/ 115142 h 621418"/>
                  <a:gd name="csX53" fmla="*/ 93791 w 481325"/>
                  <a:gd name="csY53" fmla="*/ 109442 h 621418"/>
                  <a:gd name="csX54" fmla="*/ 95549 w 481325"/>
                  <a:gd name="csY54" fmla="*/ 115250 h 621418"/>
                  <a:gd name="csX55" fmla="*/ 90800 w 481325"/>
                  <a:gd name="csY55" fmla="*/ 117023 h 621418"/>
                  <a:gd name="csX56" fmla="*/ 87172 w 481325"/>
                  <a:gd name="csY56" fmla="*/ 114272 h 621418"/>
                  <a:gd name="csX57" fmla="*/ 67148 w 481325"/>
                  <a:gd name="csY57" fmla="*/ 111209 h 621418"/>
                  <a:gd name="csX58" fmla="*/ 49971 w 481325"/>
                  <a:gd name="csY58" fmla="*/ 100232 h 621418"/>
                  <a:gd name="csX59" fmla="*/ 44090 w 481325"/>
                  <a:gd name="csY59" fmla="*/ 90574 h 621418"/>
                  <a:gd name="csX60" fmla="*/ 35863 w 481325"/>
                  <a:gd name="csY60" fmla="*/ 83433 h 621418"/>
                  <a:gd name="csX61" fmla="*/ 32588 w 481325"/>
                  <a:gd name="csY61" fmla="*/ 82069 h 621418"/>
                  <a:gd name="csX62" fmla="*/ 11771 w 481325"/>
                  <a:gd name="csY62" fmla="*/ 68233 h 621418"/>
                  <a:gd name="csX63" fmla="*/ 5348 w 481325"/>
                  <a:gd name="csY63" fmla="*/ 59589 h 621418"/>
                  <a:gd name="csX64" fmla="*/ 1583 w 481325"/>
                  <a:gd name="csY64" fmla="*/ 46912 h 621418"/>
                  <a:gd name="csX65" fmla="*/ 325 w 481325"/>
                  <a:gd name="csY65" fmla="*/ 17525 h 621418"/>
                  <a:gd name="csX66" fmla="*/ 4538 w 481325"/>
                  <a:gd name="csY66" fmla="*/ 6689 h 621418"/>
                  <a:gd name="csX67" fmla="*/ 10480 w 481325"/>
                  <a:gd name="csY67" fmla="*/ 0 h 621418"/>
                  <a:gd name="csX68" fmla="*/ 53074 w 481325"/>
                  <a:gd name="csY68" fmla="*/ 22147 h 621418"/>
                  <a:gd name="csX69" fmla="*/ 133099 w 481325"/>
                  <a:gd name="csY69" fmla="*/ 64285 h 621418"/>
                  <a:gd name="csX70" fmla="*/ 308638 w 481325"/>
                  <a:gd name="csY70" fmla="*/ 150152 h 621418"/>
                  <a:gd name="csX71" fmla="*/ 460324 w 481325"/>
                  <a:gd name="csY71" fmla="*/ 163865 h 621418"/>
                  <a:gd name="csX72" fmla="*/ 466125 w 481325"/>
                  <a:gd name="csY72" fmla="*/ 170071 h 621418"/>
                  <a:gd name="csX73" fmla="*/ 465714 w 481325"/>
                  <a:gd name="csY73" fmla="*/ 176317 h 621418"/>
                  <a:gd name="csX74" fmla="*/ 471176 w 481325"/>
                  <a:gd name="csY74" fmla="*/ 205515 h 621418"/>
                  <a:gd name="csX75" fmla="*/ 478356 w 481325"/>
                  <a:gd name="csY75" fmla="*/ 244968 h 621418"/>
                  <a:gd name="csX76" fmla="*/ 480666 w 481325"/>
                  <a:gd name="csY76" fmla="*/ 291434 h 621418"/>
                  <a:gd name="csX77" fmla="*/ 471606 w 481325"/>
                  <a:gd name="csY77" fmla="*/ 339879 h 621418"/>
                  <a:gd name="csX78" fmla="*/ 467718 w 481325"/>
                  <a:gd name="csY78" fmla="*/ 346935 h 621418"/>
                  <a:gd name="csX79" fmla="*/ 468256 w 481325"/>
                  <a:gd name="csY79" fmla="*/ 419216 h 621418"/>
                  <a:gd name="csX80" fmla="*/ 469120 w 481325"/>
                  <a:gd name="csY80" fmla="*/ 434705 h 621418"/>
                  <a:gd name="csX81" fmla="*/ 451760 w 481325"/>
                  <a:gd name="csY81" fmla="*/ 439004 h 621418"/>
                  <a:gd name="csX82" fmla="*/ 430017 w 481325"/>
                  <a:gd name="csY82" fmla="*/ 458164 h 621418"/>
                  <a:gd name="csX83" fmla="*/ 441207 w 481325"/>
                  <a:gd name="csY83" fmla="*/ 484914 h 621418"/>
                  <a:gd name="csX84" fmla="*/ 455538 w 481325"/>
                  <a:gd name="csY84" fmla="*/ 533438 h 621418"/>
                  <a:gd name="csX85" fmla="*/ 463393 w 481325"/>
                  <a:gd name="csY85" fmla="*/ 557324 h 621418"/>
                  <a:gd name="csX86" fmla="*/ 466107 w 481325"/>
                  <a:gd name="csY86" fmla="*/ 564704 h 621418"/>
                  <a:gd name="csX87" fmla="*/ 427332 w 481325"/>
                  <a:gd name="csY87" fmla="*/ 607875 h 621418"/>
                  <a:gd name="csX88" fmla="*/ 408378 w 481325"/>
                  <a:gd name="csY88" fmla="*/ 619278 h 621418"/>
                  <a:gd name="csX89" fmla="*/ 406733 w 481325"/>
                  <a:gd name="csY89" fmla="*/ 612610 h 621418"/>
                  <a:gd name="csX90" fmla="*/ 398989 w 481325"/>
                  <a:gd name="csY90" fmla="*/ 614115 h 621418"/>
                  <a:gd name="csX91" fmla="*/ 394277 w 481325"/>
                  <a:gd name="csY91" fmla="*/ 621279 h 621418"/>
                  <a:gd name="csX92" fmla="*/ 392709 w 481325"/>
                  <a:gd name="csY92" fmla="*/ 609477 h 62141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Lst>
                <a:rect l="l" t="t" r="r" b="b"/>
                <a:pathLst>
                  <a:path w="481325" h="621418">
                    <a:moveTo>
                      <a:pt x="392709" y="609477"/>
                    </a:moveTo>
                    <a:cubicBezTo>
                      <a:pt x="394253" y="597840"/>
                      <a:pt x="393887" y="596413"/>
                      <a:pt x="388957" y="594848"/>
                    </a:cubicBezTo>
                    <a:cubicBezTo>
                      <a:pt x="381454" y="592467"/>
                      <a:pt x="376874" y="583809"/>
                      <a:pt x="382520" y="582680"/>
                    </a:cubicBezTo>
                    <a:cubicBezTo>
                      <a:pt x="386074" y="581969"/>
                      <a:pt x="385853" y="580904"/>
                      <a:pt x="381003" y="575394"/>
                    </a:cubicBezTo>
                    <a:cubicBezTo>
                      <a:pt x="377016" y="570863"/>
                      <a:pt x="375755" y="570304"/>
                      <a:pt x="376772" y="573517"/>
                    </a:cubicBezTo>
                    <a:cubicBezTo>
                      <a:pt x="378038" y="577517"/>
                      <a:pt x="377495" y="577714"/>
                      <a:pt x="372471" y="575078"/>
                    </a:cubicBezTo>
                    <a:cubicBezTo>
                      <a:pt x="366755" y="572079"/>
                      <a:pt x="366750" y="572094"/>
                      <a:pt x="371638" y="577600"/>
                    </a:cubicBezTo>
                    <a:cubicBezTo>
                      <a:pt x="374343" y="580646"/>
                      <a:pt x="375283" y="583138"/>
                      <a:pt x="373727" y="583138"/>
                    </a:cubicBezTo>
                    <a:cubicBezTo>
                      <a:pt x="372171" y="583138"/>
                      <a:pt x="370131" y="581897"/>
                      <a:pt x="369193" y="580381"/>
                    </a:cubicBezTo>
                    <a:cubicBezTo>
                      <a:pt x="368256" y="578864"/>
                      <a:pt x="366049" y="578176"/>
                      <a:pt x="364289" y="578851"/>
                    </a:cubicBezTo>
                    <a:cubicBezTo>
                      <a:pt x="362530" y="579526"/>
                      <a:pt x="359790" y="579276"/>
                      <a:pt x="358202" y="578294"/>
                    </a:cubicBezTo>
                    <a:cubicBezTo>
                      <a:pt x="354056" y="575732"/>
                      <a:pt x="341762" y="546998"/>
                      <a:pt x="344811" y="546998"/>
                    </a:cubicBezTo>
                    <a:cubicBezTo>
                      <a:pt x="346213" y="546998"/>
                      <a:pt x="347360" y="545839"/>
                      <a:pt x="347360" y="544424"/>
                    </a:cubicBezTo>
                    <a:cubicBezTo>
                      <a:pt x="347360" y="541126"/>
                      <a:pt x="331006" y="534265"/>
                      <a:pt x="329284" y="536840"/>
                    </a:cubicBezTo>
                    <a:cubicBezTo>
                      <a:pt x="328570" y="537907"/>
                      <a:pt x="321020" y="535449"/>
                      <a:pt x="312504" y="531378"/>
                    </a:cubicBezTo>
                    <a:cubicBezTo>
                      <a:pt x="303989" y="527306"/>
                      <a:pt x="298035" y="523928"/>
                      <a:pt x="299274" y="523870"/>
                    </a:cubicBezTo>
                    <a:cubicBezTo>
                      <a:pt x="300512" y="523812"/>
                      <a:pt x="300059" y="521998"/>
                      <a:pt x="298267" y="519838"/>
                    </a:cubicBezTo>
                    <a:cubicBezTo>
                      <a:pt x="296474" y="517678"/>
                      <a:pt x="294620" y="511589"/>
                      <a:pt x="294146" y="506308"/>
                    </a:cubicBezTo>
                    <a:cubicBezTo>
                      <a:pt x="293672" y="501026"/>
                      <a:pt x="292092" y="496307"/>
                      <a:pt x="290635" y="495822"/>
                    </a:cubicBezTo>
                    <a:cubicBezTo>
                      <a:pt x="287387" y="494739"/>
                      <a:pt x="287081" y="485043"/>
                      <a:pt x="290295" y="485043"/>
                    </a:cubicBezTo>
                    <a:cubicBezTo>
                      <a:pt x="291564" y="485043"/>
                      <a:pt x="292539" y="482429"/>
                      <a:pt x="292460" y="479235"/>
                    </a:cubicBezTo>
                    <a:cubicBezTo>
                      <a:pt x="292381" y="476040"/>
                      <a:pt x="293054" y="471684"/>
                      <a:pt x="293954" y="469554"/>
                    </a:cubicBezTo>
                    <a:cubicBezTo>
                      <a:pt x="294994" y="467095"/>
                      <a:pt x="293096" y="463864"/>
                      <a:pt x="288754" y="460702"/>
                    </a:cubicBezTo>
                    <a:cubicBezTo>
                      <a:pt x="282831" y="456387"/>
                      <a:pt x="282139" y="456302"/>
                      <a:pt x="283583" y="460065"/>
                    </a:cubicBezTo>
                    <a:cubicBezTo>
                      <a:pt x="285131" y="464099"/>
                      <a:pt x="284795" y="464110"/>
                      <a:pt x="278874" y="460231"/>
                    </a:cubicBezTo>
                    <a:cubicBezTo>
                      <a:pt x="274972" y="457675"/>
                      <a:pt x="272498" y="453605"/>
                      <a:pt x="272498" y="449744"/>
                    </a:cubicBezTo>
                    <a:cubicBezTo>
                      <a:pt x="272498" y="445927"/>
                      <a:pt x="271409" y="444108"/>
                      <a:pt x="269740" y="445139"/>
                    </a:cubicBezTo>
                    <a:cubicBezTo>
                      <a:pt x="268224" y="446077"/>
                      <a:pt x="267535" y="448283"/>
                      <a:pt x="268211" y="450043"/>
                    </a:cubicBezTo>
                    <a:cubicBezTo>
                      <a:pt x="268886" y="451803"/>
                      <a:pt x="268361" y="454880"/>
                      <a:pt x="267044" y="456881"/>
                    </a:cubicBezTo>
                    <a:cubicBezTo>
                      <a:pt x="265087" y="459853"/>
                      <a:pt x="263712" y="459403"/>
                      <a:pt x="259538" y="454425"/>
                    </a:cubicBezTo>
                    <a:cubicBezTo>
                      <a:pt x="256727" y="451073"/>
                      <a:pt x="254428" y="446676"/>
                      <a:pt x="254428" y="444654"/>
                    </a:cubicBezTo>
                    <a:cubicBezTo>
                      <a:pt x="254428" y="441815"/>
                      <a:pt x="253286" y="441587"/>
                      <a:pt x="249421" y="443656"/>
                    </a:cubicBezTo>
                    <a:cubicBezTo>
                      <a:pt x="243479" y="446836"/>
                      <a:pt x="243193" y="446433"/>
                      <a:pt x="238700" y="428558"/>
                    </a:cubicBezTo>
                    <a:cubicBezTo>
                      <a:pt x="235500" y="415829"/>
                      <a:pt x="234285" y="414272"/>
                      <a:pt x="224166" y="409935"/>
                    </a:cubicBezTo>
                    <a:cubicBezTo>
                      <a:pt x="217728" y="407175"/>
                      <a:pt x="213124" y="403477"/>
                      <a:pt x="213124" y="401065"/>
                    </a:cubicBezTo>
                    <a:cubicBezTo>
                      <a:pt x="213124" y="398790"/>
                      <a:pt x="210220" y="393122"/>
                      <a:pt x="206671" y="388468"/>
                    </a:cubicBezTo>
                    <a:cubicBezTo>
                      <a:pt x="199265" y="378758"/>
                      <a:pt x="198471" y="374041"/>
                      <a:pt x="204242" y="374041"/>
                    </a:cubicBezTo>
                    <a:cubicBezTo>
                      <a:pt x="206455" y="374041"/>
                      <a:pt x="207499" y="372800"/>
                      <a:pt x="206562" y="371283"/>
                    </a:cubicBezTo>
                    <a:cubicBezTo>
                      <a:pt x="205625" y="369767"/>
                      <a:pt x="203299" y="369124"/>
                      <a:pt x="201394" y="369855"/>
                    </a:cubicBezTo>
                    <a:cubicBezTo>
                      <a:pt x="197850" y="371215"/>
                      <a:pt x="182472" y="355734"/>
                      <a:pt x="181743" y="350072"/>
                    </a:cubicBezTo>
                    <a:cubicBezTo>
                      <a:pt x="181521" y="348347"/>
                      <a:pt x="181114" y="343821"/>
                      <a:pt x="180840" y="340015"/>
                    </a:cubicBezTo>
                    <a:cubicBezTo>
                      <a:pt x="179988" y="328208"/>
                      <a:pt x="174287" y="317597"/>
                      <a:pt x="168342" y="316750"/>
                    </a:cubicBezTo>
                    <a:cubicBezTo>
                      <a:pt x="163596" y="316073"/>
                      <a:pt x="162786" y="314266"/>
                      <a:pt x="162786" y="304341"/>
                    </a:cubicBezTo>
                    <a:cubicBezTo>
                      <a:pt x="162786" y="295229"/>
                      <a:pt x="160883" y="290082"/>
                      <a:pt x="153959" y="280463"/>
                    </a:cubicBezTo>
                    <a:cubicBezTo>
                      <a:pt x="149104" y="273719"/>
                      <a:pt x="144276" y="268201"/>
                      <a:pt x="143231" y="268201"/>
                    </a:cubicBezTo>
                    <a:cubicBezTo>
                      <a:pt x="142186" y="268201"/>
                      <a:pt x="141225" y="258432"/>
                      <a:pt x="141096" y="246493"/>
                    </a:cubicBezTo>
                    <a:cubicBezTo>
                      <a:pt x="140831" y="221943"/>
                      <a:pt x="139743" y="217562"/>
                      <a:pt x="133510" y="215932"/>
                    </a:cubicBezTo>
                    <a:cubicBezTo>
                      <a:pt x="130755" y="215211"/>
                      <a:pt x="127873" y="209936"/>
                      <a:pt x="125786" y="201792"/>
                    </a:cubicBezTo>
                    <a:cubicBezTo>
                      <a:pt x="123955" y="194647"/>
                      <a:pt x="118462" y="182601"/>
                      <a:pt x="113580" y="175023"/>
                    </a:cubicBezTo>
                    <a:cubicBezTo>
                      <a:pt x="107284" y="165251"/>
                      <a:pt x="104703" y="158277"/>
                      <a:pt x="104703" y="151035"/>
                    </a:cubicBezTo>
                    <a:cubicBezTo>
                      <a:pt x="104703" y="144982"/>
                      <a:pt x="102887" y="138818"/>
                      <a:pt x="100240" y="135893"/>
                    </a:cubicBezTo>
                    <a:cubicBezTo>
                      <a:pt x="96009" y="131218"/>
                      <a:pt x="96009" y="130831"/>
                      <a:pt x="100240" y="128463"/>
                    </a:cubicBezTo>
                    <a:cubicBezTo>
                      <a:pt x="106103" y="125181"/>
                      <a:pt x="105871" y="122062"/>
                      <a:pt x="99247" y="115142"/>
                    </a:cubicBezTo>
                    <a:lnTo>
                      <a:pt x="93791" y="109442"/>
                    </a:lnTo>
                    <a:lnTo>
                      <a:pt x="95549" y="115250"/>
                    </a:lnTo>
                    <a:cubicBezTo>
                      <a:pt x="97517" y="121752"/>
                      <a:pt x="93229" y="123352"/>
                      <a:pt x="90800" y="117023"/>
                    </a:cubicBezTo>
                    <a:cubicBezTo>
                      <a:pt x="89948" y="114803"/>
                      <a:pt x="88316" y="113565"/>
                      <a:pt x="87172" y="114272"/>
                    </a:cubicBezTo>
                    <a:cubicBezTo>
                      <a:pt x="86029" y="114978"/>
                      <a:pt x="77018" y="113600"/>
                      <a:pt x="67148" y="111209"/>
                    </a:cubicBezTo>
                    <a:cubicBezTo>
                      <a:pt x="50330" y="107134"/>
                      <a:pt x="49251" y="106444"/>
                      <a:pt x="49971" y="100232"/>
                    </a:cubicBezTo>
                    <a:cubicBezTo>
                      <a:pt x="50552" y="95214"/>
                      <a:pt x="49124" y="92867"/>
                      <a:pt x="44090" y="90574"/>
                    </a:cubicBezTo>
                    <a:cubicBezTo>
                      <a:pt x="40433" y="88908"/>
                      <a:pt x="36731" y="85694"/>
                      <a:pt x="35863" y="83433"/>
                    </a:cubicBezTo>
                    <a:cubicBezTo>
                      <a:pt x="34873" y="80853"/>
                      <a:pt x="33654" y="80345"/>
                      <a:pt x="32588" y="82069"/>
                    </a:cubicBezTo>
                    <a:cubicBezTo>
                      <a:pt x="30403" y="85606"/>
                      <a:pt x="11771" y="73222"/>
                      <a:pt x="11771" y="68233"/>
                    </a:cubicBezTo>
                    <a:cubicBezTo>
                      <a:pt x="11771" y="66258"/>
                      <a:pt x="8881" y="62368"/>
                      <a:pt x="5348" y="59589"/>
                    </a:cubicBezTo>
                    <a:cubicBezTo>
                      <a:pt x="-304" y="55143"/>
                      <a:pt x="-756" y="53621"/>
                      <a:pt x="1583" y="46912"/>
                    </a:cubicBezTo>
                    <a:cubicBezTo>
                      <a:pt x="4225" y="39332"/>
                      <a:pt x="3631" y="25451"/>
                      <a:pt x="325" y="17525"/>
                    </a:cubicBezTo>
                    <a:cubicBezTo>
                      <a:pt x="-744" y="14961"/>
                      <a:pt x="864" y="10824"/>
                      <a:pt x="4538" y="6689"/>
                    </a:cubicBezTo>
                    <a:lnTo>
                      <a:pt x="10480" y="0"/>
                    </a:lnTo>
                    <a:lnTo>
                      <a:pt x="53074" y="22147"/>
                    </a:lnTo>
                    <a:cubicBezTo>
                      <a:pt x="76501" y="34328"/>
                      <a:pt x="112512" y="53290"/>
                      <a:pt x="133099" y="64285"/>
                    </a:cubicBezTo>
                    <a:cubicBezTo>
                      <a:pt x="293633" y="150024"/>
                      <a:pt x="290844" y="148660"/>
                      <a:pt x="308638" y="150152"/>
                    </a:cubicBezTo>
                    <a:cubicBezTo>
                      <a:pt x="379829" y="156121"/>
                      <a:pt x="453326" y="162765"/>
                      <a:pt x="460324" y="163865"/>
                    </a:cubicBezTo>
                    <a:cubicBezTo>
                      <a:pt x="467642" y="165014"/>
                      <a:pt x="468398" y="165824"/>
                      <a:pt x="466125" y="170071"/>
                    </a:cubicBezTo>
                    <a:cubicBezTo>
                      <a:pt x="464688" y="172758"/>
                      <a:pt x="464502" y="175568"/>
                      <a:pt x="465714" y="176317"/>
                    </a:cubicBezTo>
                    <a:cubicBezTo>
                      <a:pt x="466925" y="177066"/>
                      <a:pt x="469383" y="190205"/>
                      <a:pt x="471176" y="205515"/>
                    </a:cubicBezTo>
                    <a:cubicBezTo>
                      <a:pt x="472969" y="220825"/>
                      <a:pt x="476200" y="238579"/>
                      <a:pt x="478356" y="244968"/>
                    </a:cubicBezTo>
                    <a:cubicBezTo>
                      <a:pt x="481464" y="254178"/>
                      <a:pt x="481943" y="263804"/>
                      <a:pt x="480666" y="291434"/>
                    </a:cubicBezTo>
                    <a:cubicBezTo>
                      <a:pt x="478736" y="333232"/>
                      <a:pt x="477318" y="340812"/>
                      <a:pt x="471606" y="339879"/>
                    </a:cubicBezTo>
                    <a:cubicBezTo>
                      <a:pt x="468443" y="339362"/>
                      <a:pt x="467477" y="341115"/>
                      <a:pt x="467718" y="346935"/>
                    </a:cubicBezTo>
                    <a:cubicBezTo>
                      <a:pt x="467998" y="353675"/>
                      <a:pt x="468241" y="386395"/>
                      <a:pt x="468256" y="419216"/>
                    </a:cubicBezTo>
                    <a:cubicBezTo>
                      <a:pt x="468259" y="424895"/>
                      <a:pt x="468647" y="431865"/>
                      <a:pt x="469120" y="434705"/>
                    </a:cubicBezTo>
                    <a:cubicBezTo>
                      <a:pt x="469922" y="439526"/>
                      <a:pt x="468775" y="439811"/>
                      <a:pt x="451760" y="439004"/>
                    </a:cubicBezTo>
                    <a:cubicBezTo>
                      <a:pt x="428789" y="437915"/>
                      <a:pt x="426025" y="440351"/>
                      <a:pt x="430017" y="458164"/>
                    </a:cubicBezTo>
                    <a:cubicBezTo>
                      <a:pt x="431548" y="464996"/>
                      <a:pt x="436584" y="477034"/>
                      <a:pt x="441207" y="484914"/>
                    </a:cubicBezTo>
                    <a:cubicBezTo>
                      <a:pt x="456169" y="510414"/>
                      <a:pt x="459720" y="522439"/>
                      <a:pt x="455538" y="533438"/>
                    </a:cubicBezTo>
                    <a:cubicBezTo>
                      <a:pt x="452990" y="540141"/>
                      <a:pt x="458641" y="557324"/>
                      <a:pt x="463393" y="557324"/>
                    </a:cubicBezTo>
                    <a:cubicBezTo>
                      <a:pt x="464886" y="557324"/>
                      <a:pt x="466107" y="560645"/>
                      <a:pt x="466107" y="564704"/>
                    </a:cubicBezTo>
                    <a:cubicBezTo>
                      <a:pt x="466107" y="574709"/>
                      <a:pt x="449340" y="593376"/>
                      <a:pt x="427332" y="607875"/>
                    </a:cubicBezTo>
                    <a:cubicBezTo>
                      <a:pt x="417812" y="614147"/>
                      <a:pt x="409283" y="619278"/>
                      <a:pt x="408378" y="619278"/>
                    </a:cubicBezTo>
                    <a:cubicBezTo>
                      <a:pt x="407473" y="619278"/>
                      <a:pt x="406733" y="616277"/>
                      <a:pt x="406733" y="612610"/>
                    </a:cubicBezTo>
                    <a:cubicBezTo>
                      <a:pt x="406733" y="604379"/>
                      <a:pt x="401025" y="605489"/>
                      <a:pt x="398989" y="614115"/>
                    </a:cubicBezTo>
                    <a:cubicBezTo>
                      <a:pt x="398201" y="617454"/>
                      <a:pt x="396080" y="620678"/>
                      <a:pt x="394277" y="621279"/>
                    </a:cubicBezTo>
                    <a:cubicBezTo>
                      <a:pt x="391773" y="622114"/>
                      <a:pt x="391403" y="619327"/>
                      <a:pt x="392709" y="609477"/>
                    </a:cubicBezTo>
                    <a:close/>
                  </a:path>
                </a:pathLst>
              </a:custGeom>
              <a:solidFill>
                <a:srgbClr val="B9B9B9"/>
              </a:solidFill>
              <a:ln w="5163" cap="flat">
                <a:noFill/>
                <a:prstDash val="solid"/>
                <a:miter/>
              </a:ln>
            </p:spPr>
            <p:txBody>
              <a:bodyPr/>
              <a:lstStyle/>
              <a:p>
                <a:endParaRPr lang="es-419" noProof="0" dirty="0"/>
              </a:p>
            </p:txBody>
          </p:sp>
          <p:sp>
            <p:nvSpPr>
              <p:cNvPr id="117" name="Forma libre: forma 116">
                <a:extLst>
                  <a:ext uri="{FF2B5EF4-FFF2-40B4-BE49-F238E27FC236}">
                    <a16:creationId xmlns:a16="http://schemas.microsoft.com/office/drawing/2014/main" id="{CFA3B85D-566D-19BC-C804-08B408B8110D}"/>
                  </a:ext>
                </a:extLst>
              </p:cNvPr>
              <p:cNvSpPr/>
              <p:nvPr/>
            </p:nvSpPr>
            <p:spPr>
              <a:xfrm>
                <a:off x="356836" y="1137381"/>
                <a:ext cx="20516" cy="20135"/>
              </a:xfrm>
              <a:custGeom>
                <a:avLst/>
                <a:gdLst>
                  <a:gd name="csX0" fmla="*/ 3031 w 20516"/>
                  <a:gd name="csY0" fmla="*/ 13790 h 20135"/>
                  <a:gd name="csX1" fmla="*/ 11787 w 20516"/>
                  <a:gd name="csY1" fmla="*/ 6812 h 20135"/>
                  <a:gd name="csX2" fmla="*/ 16388 w 20516"/>
                  <a:gd name="csY2" fmla="*/ 8970 h 20135"/>
                  <a:gd name="csX3" fmla="*/ 17667 w 20516"/>
                  <a:gd name="csY3" fmla="*/ 5896 h 20135"/>
                  <a:gd name="csX4" fmla="*/ 16630 w 20516"/>
                  <a:gd name="csY4" fmla="*/ 16309 h 20135"/>
                  <a:gd name="csX5" fmla="*/ 3031 w 20516"/>
                  <a:gd name="csY5" fmla="*/ 13790 h 20135"/>
                </a:gdLst>
                <a:ahLst/>
                <a:cxnLst>
                  <a:cxn ang="0">
                    <a:pos x="csX0" y="csY0"/>
                  </a:cxn>
                  <a:cxn ang="0">
                    <a:pos x="csX1" y="csY1"/>
                  </a:cxn>
                  <a:cxn ang="0">
                    <a:pos x="csX2" y="csY2"/>
                  </a:cxn>
                  <a:cxn ang="0">
                    <a:pos x="csX3" y="csY3"/>
                  </a:cxn>
                  <a:cxn ang="0">
                    <a:pos x="csX4" y="csY4"/>
                  </a:cxn>
                  <a:cxn ang="0">
                    <a:pos x="csX5" y="csY5"/>
                  </a:cxn>
                </a:cxnLst>
                <a:rect l="l" t="t" r="r" b="b"/>
                <a:pathLst>
                  <a:path w="20516" h="20135">
                    <a:moveTo>
                      <a:pt x="3031" y="13790"/>
                    </a:moveTo>
                    <a:cubicBezTo>
                      <a:pt x="-3651" y="-875"/>
                      <a:pt x="1356" y="-4865"/>
                      <a:pt x="11787" y="6812"/>
                    </a:cubicBezTo>
                    <a:cubicBezTo>
                      <a:pt x="16355" y="11926"/>
                      <a:pt x="17642" y="12530"/>
                      <a:pt x="16388" y="8970"/>
                    </a:cubicBezTo>
                    <a:cubicBezTo>
                      <a:pt x="15184" y="5554"/>
                      <a:pt x="15578" y="4605"/>
                      <a:pt x="17667" y="5896"/>
                    </a:cubicBezTo>
                    <a:cubicBezTo>
                      <a:pt x="21766" y="8429"/>
                      <a:pt x="21462" y="11477"/>
                      <a:pt x="16630" y="16309"/>
                    </a:cubicBezTo>
                    <a:cubicBezTo>
                      <a:pt x="10809" y="22130"/>
                      <a:pt x="6464" y="21325"/>
                      <a:pt x="3031" y="13790"/>
                    </a:cubicBezTo>
                    <a:close/>
                  </a:path>
                </a:pathLst>
              </a:custGeom>
              <a:solidFill>
                <a:srgbClr val="B9B9B9"/>
              </a:solidFill>
              <a:ln w="5163" cap="flat">
                <a:noFill/>
                <a:prstDash val="solid"/>
                <a:miter/>
              </a:ln>
            </p:spPr>
            <p:txBody>
              <a:bodyPr/>
              <a:lstStyle/>
              <a:p>
                <a:endParaRPr lang="es-419" noProof="0" dirty="0"/>
              </a:p>
            </p:txBody>
          </p:sp>
        </p:grpSp>
      </p:grpSp>
      <p:grpSp>
        <p:nvGrpSpPr>
          <p:cNvPr id="36" name="Group 45">
            <a:extLst>
              <a:ext uri="{FF2B5EF4-FFF2-40B4-BE49-F238E27FC236}">
                <a16:creationId xmlns:a16="http://schemas.microsoft.com/office/drawing/2014/main" id="{E22007B5-4CA3-13E3-9D43-422468313831}"/>
              </a:ext>
            </a:extLst>
          </p:cNvPr>
          <p:cNvGrpSpPr>
            <a:grpSpLocks noChangeAspect="1"/>
          </p:cNvGrpSpPr>
          <p:nvPr/>
        </p:nvGrpSpPr>
        <p:grpSpPr>
          <a:xfrm>
            <a:off x="2412586" y="1951656"/>
            <a:ext cx="213038" cy="337620"/>
            <a:chOff x="0" y="26670"/>
            <a:chExt cx="3924300" cy="6219190"/>
          </a:xfrm>
        </p:grpSpPr>
        <p:sp>
          <p:nvSpPr>
            <p:cNvPr id="37" name="Freeform 46">
              <a:extLst>
                <a:ext uri="{FF2B5EF4-FFF2-40B4-BE49-F238E27FC236}">
                  <a16:creationId xmlns:a16="http://schemas.microsoft.com/office/drawing/2014/main" id="{F4E946F4-27ED-EBBC-2883-C4DD2C3350BC}"/>
                </a:ext>
              </a:extLst>
            </p:cNvPr>
            <p:cNvSpPr/>
            <p:nvPr/>
          </p:nvSpPr>
          <p:spPr>
            <a:xfrm>
              <a:off x="0" y="26670"/>
              <a:ext cx="3924300" cy="6219190"/>
            </a:xfrm>
            <a:custGeom>
              <a:avLst/>
              <a:gdLst/>
              <a:ahLst/>
              <a:cxnLst/>
              <a:rect l="l" t="t" r="r" b="b"/>
              <a:pathLst>
                <a:path w="3924300" h="6219190">
                  <a:moveTo>
                    <a:pt x="3924300" y="1962150"/>
                  </a:moveTo>
                  <a:cubicBezTo>
                    <a:pt x="3924300" y="878840"/>
                    <a:pt x="3045460" y="0"/>
                    <a:pt x="1962150" y="0"/>
                  </a:cubicBezTo>
                  <a:cubicBezTo>
                    <a:pt x="878840" y="0"/>
                    <a:pt x="0" y="878840"/>
                    <a:pt x="0" y="1962150"/>
                  </a:cubicBezTo>
                  <a:cubicBezTo>
                    <a:pt x="0" y="2974340"/>
                    <a:pt x="765810" y="3807460"/>
                    <a:pt x="1750060" y="3912870"/>
                  </a:cubicBezTo>
                  <a:lnTo>
                    <a:pt x="1962150" y="6219190"/>
                  </a:lnTo>
                  <a:lnTo>
                    <a:pt x="2174240" y="3912870"/>
                  </a:lnTo>
                  <a:cubicBezTo>
                    <a:pt x="3158490" y="3807460"/>
                    <a:pt x="3924300" y="2974340"/>
                    <a:pt x="3924300" y="1962150"/>
                  </a:cubicBezTo>
                  <a:close/>
                </a:path>
              </a:pathLst>
            </a:custGeom>
            <a:solidFill>
              <a:srgbClr val="EB6C01"/>
            </a:solidFill>
          </p:spPr>
          <p:txBody>
            <a:bodyPr/>
            <a:lstStyle/>
            <a:p>
              <a:endParaRPr lang="es-419" noProof="0" dirty="0"/>
            </a:p>
          </p:txBody>
        </p:sp>
        <p:sp>
          <p:nvSpPr>
            <p:cNvPr id="38" name="Freeform 47">
              <a:extLst>
                <a:ext uri="{FF2B5EF4-FFF2-40B4-BE49-F238E27FC236}">
                  <a16:creationId xmlns:a16="http://schemas.microsoft.com/office/drawing/2014/main" id="{364493FA-C92E-71D1-9010-4F224C8DFF09}"/>
                </a:ext>
              </a:extLst>
            </p:cNvPr>
            <p:cNvSpPr/>
            <p:nvPr/>
          </p:nvSpPr>
          <p:spPr>
            <a:xfrm>
              <a:off x="340744" y="374636"/>
              <a:ext cx="3242813" cy="3228370"/>
            </a:xfrm>
            <a:custGeom>
              <a:avLst/>
              <a:gdLst/>
              <a:ahLst/>
              <a:cxnLst/>
              <a:rect l="l" t="t" r="r" b="b"/>
              <a:pathLst>
                <a:path w="3242810" h="3228373">
                  <a:moveTo>
                    <a:pt x="1621405" y="16"/>
                  </a:moveTo>
                  <a:cubicBezTo>
                    <a:pt x="1042998" y="-2571"/>
                    <a:pt x="507417" y="304521"/>
                    <a:pt x="217465" y="805010"/>
                  </a:cubicBezTo>
                  <a:cubicBezTo>
                    <a:pt x="-72488" y="1305499"/>
                    <a:pt x="-72488" y="1922874"/>
                    <a:pt x="217465" y="2423362"/>
                  </a:cubicBezTo>
                  <a:cubicBezTo>
                    <a:pt x="507417" y="2923851"/>
                    <a:pt x="1042998" y="3230943"/>
                    <a:pt x="1621405" y="3228356"/>
                  </a:cubicBezTo>
                  <a:cubicBezTo>
                    <a:pt x="2199812" y="3230943"/>
                    <a:pt x="2735392" y="2923851"/>
                    <a:pt x="3025345" y="2423362"/>
                  </a:cubicBezTo>
                  <a:cubicBezTo>
                    <a:pt x="3315298" y="1922874"/>
                    <a:pt x="3315298" y="1305499"/>
                    <a:pt x="3025345" y="805010"/>
                  </a:cubicBezTo>
                  <a:cubicBezTo>
                    <a:pt x="2735392" y="304522"/>
                    <a:pt x="2199812" y="-2571"/>
                    <a:pt x="1621405" y="16"/>
                  </a:cubicBezTo>
                  <a:close/>
                </a:path>
              </a:pathLst>
            </a:custGeom>
            <a:blipFill>
              <a:blip r:embed="rId5"/>
              <a:stretch>
                <a:fillRect l="-28801" r="-28801" b="-58308"/>
              </a:stretch>
            </a:blipFill>
          </p:spPr>
          <p:txBody>
            <a:bodyPr/>
            <a:lstStyle/>
            <a:p>
              <a:endParaRPr lang="es-419" noProof="0" dirty="0"/>
            </a:p>
          </p:txBody>
        </p:sp>
      </p:grpSp>
    </p:spTree>
    <p:extLst>
      <p:ext uri="{BB962C8B-B14F-4D97-AF65-F5344CB8AC3E}">
        <p14:creationId xmlns:p14="http://schemas.microsoft.com/office/powerpoint/2010/main" val="12023422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nodeType="with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wipe(down)">
                                      <p:cBhvr>
                                        <p:cTn id="7" dur="580">
                                          <p:stCondLst>
                                            <p:cond delay="0"/>
                                          </p:stCondLst>
                                        </p:cTn>
                                        <p:tgtEl>
                                          <p:spTgt spid="36"/>
                                        </p:tgtEl>
                                      </p:cBhvr>
                                    </p:animEffect>
                                    <p:anim calcmode="lin" valueType="num">
                                      <p:cBhvr>
                                        <p:cTn id="8" dur="1822" tmFilter="0,0; 0.14,0.36; 0.43,0.73; 0.71,0.91; 1.0,1.0">
                                          <p:stCondLst>
                                            <p:cond delay="0"/>
                                          </p:stCondLst>
                                        </p:cTn>
                                        <p:tgtEl>
                                          <p:spTgt spid="36"/>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36"/>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36"/>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36"/>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36"/>
                                        </p:tgtEl>
                                        <p:attrNameLst>
                                          <p:attrName>ppt_y</p:attrName>
                                        </p:attrNameLst>
                                      </p:cBhvr>
                                      <p:tavLst>
                                        <p:tav tm="0" fmla="#ppt_y-sin(pi*$)/81">
                                          <p:val>
                                            <p:fltVal val="0"/>
                                          </p:val>
                                        </p:tav>
                                        <p:tav tm="100000">
                                          <p:val>
                                            <p:fltVal val="1"/>
                                          </p:val>
                                        </p:tav>
                                      </p:tavLst>
                                    </p:anim>
                                    <p:animScale>
                                      <p:cBhvr>
                                        <p:cTn id="13" dur="26">
                                          <p:stCondLst>
                                            <p:cond delay="650"/>
                                          </p:stCondLst>
                                        </p:cTn>
                                        <p:tgtEl>
                                          <p:spTgt spid="36"/>
                                        </p:tgtEl>
                                      </p:cBhvr>
                                      <p:to x="100000" y="60000"/>
                                    </p:animScale>
                                    <p:animScale>
                                      <p:cBhvr>
                                        <p:cTn id="14" dur="166" decel="50000">
                                          <p:stCondLst>
                                            <p:cond delay="676"/>
                                          </p:stCondLst>
                                        </p:cTn>
                                        <p:tgtEl>
                                          <p:spTgt spid="36"/>
                                        </p:tgtEl>
                                      </p:cBhvr>
                                      <p:to x="100000" y="100000"/>
                                    </p:animScale>
                                    <p:animScale>
                                      <p:cBhvr>
                                        <p:cTn id="15" dur="26">
                                          <p:stCondLst>
                                            <p:cond delay="1312"/>
                                          </p:stCondLst>
                                        </p:cTn>
                                        <p:tgtEl>
                                          <p:spTgt spid="36"/>
                                        </p:tgtEl>
                                      </p:cBhvr>
                                      <p:to x="100000" y="80000"/>
                                    </p:animScale>
                                    <p:animScale>
                                      <p:cBhvr>
                                        <p:cTn id="16" dur="166" decel="50000">
                                          <p:stCondLst>
                                            <p:cond delay="1338"/>
                                          </p:stCondLst>
                                        </p:cTn>
                                        <p:tgtEl>
                                          <p:spTgt spid="36"/>
                                        </p:tgtEl>
                                      </p:cBhvr>
                                      <p:to x="100000" y="100000"/>
                                    </p:animScale>
                                    <p:animScale>
                                      <p:cBhvr>
                                        <p:cTn id="17" dur="26">
                                          <p:stCondLst>
                                            <p:cond delay="1642"/>
                                          </p:stCondLst>
                                        </p:cTn>
                                        <p:tgtEl>
                                          <p:spTgt spid="36"/>
                                        </p:tgtEl>
                                      </p:cBhvr>
                                      <p:to x="100000" y="90000"/>
                                    </p:animScale>
                                    <p:animScale>
                                      <p:cBhvr>
                                        <p:cTn id="18" dur="166" decel="50000">
                                          <p:stCondLst>
                                            <p:cond delay="1668"/>
                                          </p:stCondLst>
                                        </p:cTn>
                                        <p:tgtEl>
                                          <p:spTgt spid="36"/>
                                        </p:tgtEl>
                                      </p:cBhvr>
                                      <p:to x="100000" y="100000"/>
                                    </p:animScale>
                                    <p:animScale>
                                      <p:cBhvr>
                                        <p:cTn id="19" dur="26">
                                          <p:stCondLst>
                                            <p:cond delay="1808"/>
                                          </p:stCondLst>
                                        </p:cTn>
                                        <p:tgtEl>
                                          <p:spTgt spid="36"/>
                                        </p:tgtEl>
                                      </p:cBhvr>
                                      <p:to x="100000" y="95000"/>
                                    </p:animScale>
                                    <p:animScale>
                                      <p:cBhvr>
                                        <p:cTn id="20" dur="166" decel="50000">
                                          <p:stCondLst>
                                            <p:cond delay="1834"/>
                                          </p:stCondLst>
                                        </p:cTn>
                                        <p:tgtEl>
                                          <p:spTgt spid="36"/>
                                        </p:tgtEl>
                                      </p:cBhvr>
                                      <p:to x="100000" y="100000"/>
                                    </p:animScale>
                                  </p:childTnLst>
                                </p:cTn>
                              </p:par>
                            </p:childTnLst>
                          </p:cTn>
                        </p:par>
                        <p:par>
                          <p:cTn id="21" fill="hold">
                            <p:stCondLst>
                              <p:cond delay="2000"/>
                            </p:stCondLst>
                            <p:childTnLst>
                              <p:par>
                                <p:cTn id="22" presetID="35" presetClass="emph" presetSubtype="0" repeatCount="indefinite" fill="hold" nodeType="afterEffect">
                                  <p:stCondLst>
                                    <p:cond delay="0"/>
                                  </p:stCondLst>
                                  <p:childTnLst>
                                    <p:anim calcmode="discrete" valueType="str">
                                      <p:cBhvr>
                                        <p:cTn id="23" dur="1000" fill="hold"/>
                                        <p:tgtEl>
                                          <p:spTgt spid="7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xml><?xml version="1.0" encoding="utf-8"?>
<p:sld xmlns:a="http://schemas.openxmlformats.org/drawingml/2006/main" xmlns:r="http://schemas.openxmlformats.org/officeDocument/2006/relationships" xmlns:p="http://schemas.openxmlformats.org/presentationml/2006/main">
  <p:cSld>
    <p:bg>
      <p:bgPr>
        <a:solidFill>
          <a:srgbClr val="F0F6FC"/>
        </a:solidFill>
        <a:effectLst/>
      </p:bgPr>
    </p:bg>
    <p:spTree>
      <p:nvGrpSpPr>
        <p:cNvPr id="1" name="">
          <a:extLst>
            <a:ext uri="{FF2B5EF4-FFF2-40B4-BE49-F238E27FC236}">
              <a16:creationId xmlns:a16="http://schemas.microsoft.com/office/drawing/2014/main" id="{77BFEB68-DD84-5FEE-3968-E3886590E354}"/>
            </a:ext>
          </a:extLst>
        </p:cNvPr>
        <p:cNvGrpSpPr/>
        <p:nvPr/>
      </p:nvGrpSpPr>
      <p:grpSpPr>
        <a:xfrm>
          <a:off x="0" y="0"/>
          <a:ext cx="0" cy="0"/>
          <a:chOff x="0" y="0"/>
          <a:chExt cx="0" cy="0"/>
        </a:xfrm>
      </p:grpSpPr>
      <p:sp>
        <p:nvSpPr>
          <p:cNvPr id="2" name="Shape 0">
            <a:extLst>
              <a:ext uri="{FF2B5EF4-FFF2-40B4-BE49-F238E27FC236}">
                <a16:creationId xmlns:a16="http://schemas.microsoft.com/office/drawing/2014/main" id="{BF8E6BFC-7A7A-C518-C1B5-E42BC4CA6D4E}"/>
              </a:ext>
            </a:extLst>
          </p:cNvPr>
          <p:cNvSpPr/>
          <p:nvPr/>
        </p:nvSpPr>
        <p:spPr>
          <a:xfrm>
            <a:off x="0" y="0"/>
            <a:ext cx="9144000" cy="38405"/>
          </a:xfrm>
          <a:prstGeom prst="rect">
            <a:avLst/>
          </a:prstGeom>
          <a:solidFill>
            <a:srgbClr val="EB6C01"/>
          </a:solidFill>
          <a:ln w="12700">
            <a:solidFill>
              <a:srgbClr val="EB6C01"/>
            </a:solidFill>
            <a:prstDash val="solid"/>
          </a:ln>
        </p:spPr>
        <p:txBody>
          <a:bodyPr/>
          <a:lstStyle/>
          <a:p>
            <a:endParaRPr lang="es-419" noProof="0" dirty="0"/>
          </a:p>
        </p:txBody>
      </p:sp>
      <p:sp>
        <p:nvSpPr>
          <p:cNvPr id="3" name="Shape 1">
            <a:extLst>
              <a:ext uri="{FF2B5EF4-FFF2-40B4-BE49-F238E27FC236}">
                <a16:creationId xmlns:a16="http://schemas.microsoft.com/office/drawing/2014/main" id="{84649443-4C59-D588-FF82-7A3B8CD06F1B}"/>
              </a:ext>
            </a:extLst>
          </p:cNvPr>
          <p:cNvSpPr/>
          <p:nvPr/>
        </p:nvSpPr>
        <p:spPr>
          <a:xfrm>
            <a:off x="0" y="38405"/>
            <a:ext cx="9144000" cy="667512"/>
          </a:xfrm>
          <a:prstGeom prst="rect">
            <a:avLst/>
          </a:prstGeom>
          <a:solidFill>
            <a:srgbClr val="1A3464"/>
          </a:solidFill>
          <a:ln w="12700">
            <a:solidFill>
              <a:srgbClr val="1A3464"/>
            </a:solidFill>
            <a:prstDash val="solid"/>
          </a:ln>
        </p:spPr>
        <p:txBody>
          <a:bodyPr/>
          <a:lstStyle/>
          <a:p>
            <a:endParaRPr lang="es-419" noProof="0" dirty="0"/>
          </a:p>
        </p:txBody>
      </p:sp>
      <p:sp>
        <p:nvSpPr>
          <p:cNvPr id="4" name="Shape 2">
            <a:extLst>
              <a:ext uri="{FF2B5EF4-FFF2-40B4-BE49-F238E27FC236}">
                <a16:creationId xmlns:a16="http://schemas.microsoft.com/office/drawing/2014/main" id="{F3D91B16-3F93-3B8A-B566-462E44F68534}"/>
              </a:ext>
            </a:extLst>
          </p:cNvPr>
          <p:cNvSpPr/>
          <p:nvPr/>
        </p:nvSpPr>
        <p:spPr>
          <a:xfrm>
            <a:off x="384048" y="117043"/>
            <a:ext cx="685800" cy="237744"/>
          </a:xfrm>
          <a:prstGeom prst="rect">
            <a:avLst/>
          </a:prstGeom>
          <a:solidFill>
            <a:srgbClr val="EB6C01"/>
          </a:solidFill>
          <a:ln w="12700">
            <a:solidFill>
              <a:srgbClr val="EB6C01"/>
            </a:solidFill>
            <a:prstDash val="solid"/>
          </a:ln>
        </p:spPr>
        <p:txBody>
          <a:bodyPr/>
          <a:lstStyle/>
          <a:p>
            <a:endParaRPr lang="es-419" noProof="0" dirty="0"/>
          </a:p>
        </p:txBody>
      </p:sp>
      <p:sp>
        <p:nvSpPr>
          <p:cNvPr id="5" name="Text 3">
            <a:extLst>
              <a:ext uri="{FF2B5EF4-FFF2-40B4-BE49-F238E27FC236}">
                <a16:creationId xmlns:a16="http://schemas.microsoft.com/office/drawing/2014/main" id="{225097F0-0143-E0E6-6FA8-F617D915964A}"/>
              </a:ext>
            </a:extLst>
          </p:cNvPr>
          <p:cNvSpPr/>
          <p:nvPr/>
        </p:nvSpPr>
        <p:spPr>
          <a:xfrm>
            <a:off x="384048" y="117043"/>
            <a:ext cx="685800" cy="237744"/>
          </a:xfrm>
          <a:prstGeom prst="rect">
            <a:avLst/>
          </a:prstGeom>
          <a:noFill/>
          <a:ln/>
        </p:spPr>
        <p:txBody>
          <a:bodyPr wrap="square" lIns="0" tIns="0" rIns="0" bIns="0" rtlCol="0" anchor="ctr"/>
          <a:lstStyle/>
          <a:p>
            <a:pPr marL="0" indent="0" algn="ctr">
              <a:buNone/>
            </a:pPr>
            <a:r>
              <a:rPr lang="es-419" sz="650" b="1" kern="0" spc="150" noProof="0" dirty="0">
                <a:solidFill>
                  <a:srgbClr val="FFFFFF"/>
                </a:solidFill>
                <a:latin typeface="Montserrat" pitchFamily="34" charset="0"/>
                <a:ea typeface="Montserrat" pitchFamily="34" charset="-122"/>
                <a:cs typeface="Montserrat" pitchFamily="34" charset="-120"/>
              </a:rPr>
              <a:t>T. MÉXICO</a:t>
            </a:r>
            <a:endParaRPr lang="es-419" sz="650" noProof="0" dirty="0"/>
          </a:p>
        </p:txBody>
      </p:sp>
      <p:sp>
        <p:nvSpPr>
          <p:cNvPr id="6" name="Text 4">
            <a:extLst>
              <a:ext uri="{FF2B5EF4-FFF2-40B4-BE49-F238E27FC236}">
                <a16:creationId xmlns:a16="http://schemas.microsoft.com/office/drawing/2014/main" id="{1633E4C3-3426-0B85-BB17-E4F9A7D30D81}"/>
              </a:ext>
            </a:extLst>
          </p:cNvPr>
          <p:cNvSpPr/>
          <p:nvPr/>
        </p:nvSpPr>
        <p:spPr>
          <a:xfrm>
            <a:off x="1170432" y="91440"/>
            <a:ext cx="5029200" cy="402336"/>
          </a:xfrm>
          <a:prstGeom prst="rect">
            <a:avLst/>
          </a:prstGeom>
          <a:noFill/>
          <a:ln/>
        </p:spPr>
        <p:txBody>
          <a:bodyPr wrap="square" lIns="0" tIns="0" rIns="0" bIns="0" rtlCol="0" anchor="ctr"/>
          <a:lstStyle/>
          <a:p>
            <a:pPr marL="0" indent="0">
              <a:buNone/>
            </a:pPr>
            <a:r>
              <a:rPr lang="es-419" sz="2000" b="1" noProof="0" dirty="0">
                <a:solidFill>
                  <a:srgbClr val="FFFFFF"/>
                </a:solidFill>
                <a:latin typeface="Montserrat" pitchFamily="34" charset="0"/>
                <a:ea typeface="Montserrat" pitchFamily="34" charset="-122"/>
                <a:cs typeface="Montserrat" pitchFamily="34" charset="-120"/>
              </a:rPr>
              <a:t>MA ZOMEYUCAN </a:t>
            </a:r>
            <a:endParaRPr lang="es-419" sz="2000" noProof="0" dirty="0"/>
          </a:p>
        </p:txBody>
      </p:sp>
      <p:sp>
        <p:nvSpPr>
          <p:cNvPr id="7" name="Text 5">
            <a:extLst>
              <a:ext uri="{FF2B5EF4-FFF2-40B4-BE49-F238E27FC236}">
                <a16:creationId xmlns:a16="http://schemas.microsoft.com/office/drawing/2014/main" id="{ECAD3CEF-8432-20F1-12DF-152FD6413A11}"/>
              </a:ext>
            </a:extLst>
          </p:cNvPr>
          <p:cNvSpPr/>
          <p:nvPr/>
        </p:nvSpPr>
        <p:spPr>
          <a:xfrm>
            <a:off x="1170432" y="475488"/>
            <a:ext cx="3200400" cy="182880"/>
          </a:xfrm>
          <a:prstGeom prst="rect">
            <a:avLst/>
          </a:prstGeom>
          <a:noFill/>
          <a:ln/>
        </p:spPr>
        <p:txBody>
          <a:bodyPr wrap="square" lIns="0" tIns="0" rIns="0" bIns="0" rtlCol="0" anchor="ctr"/>
          <a:lstStyle/>
          <a:p>
            <a:pPr marL="0" indent="0">
              <a:buNone/>
            </a:pPr>
            <a:r>
              <a:rPr lang="es-419" sz="950" noProof="0" dirty="0">
                <a:solidFill>
                  <a:srgbClr val="8FAECB"/>
                </a:solidFill>
                <a:latin typeface="Montserrat" pitchFamily="34" charset="0"/>
              </a:rPr>
              <a:t>Estado de Méx. </a:t>
            </a:r>
            <a:endParaRPr lang="es-419" sz="950" noProof="0" dirty="0"/>
          </a:p>
        </p:txBody>
      </p:sp>
      <p:sp>
        <p:nvSpPr>
          <p:cNvPr id="8" name="Text 6">
            <a:extLst>
              <a:ext uri="{FF2B5EF4-FFF2-40B4-BE49-F238E27FC236}">
                <a16:creationId xmlns:a16="http://schemas.microsoft.com/office/drawing/2014/main" id="{1312EB1D-BFAF-9352-8C31-6A0558850AF8}"/>
              </a:ext>
            </a:extLst>
          </p:cNvPr>
          <p:cNvSpPr/>
          <p:nvPr/>
        </p:nvSpPr>
        <p:spPr>
          <a:xfrm>
            <a:off x="7132320" y="246888"/>
            <a:ext cx="1828800" cy="182880"/>
          </a:xfrm>
          <a:prstGeom prst="rect">
            <a:avLst/>
          </a:prstGeom>
          <a:noFill/>
          <a:ln/>
        </p:spPr>
        <p:txBody>
          <a:bodyPr wrap="square" lIns="0" tIns="0" rIns="0" bIns="0" rtlCol="0" anchor="ctr"/>
          <a:lstStyle/>
          <a:p>
            <a:pPr marL="0" indent="0" algn="r">
              <a:buNone/>
            </a:pPr>
            <a:r>
              <a:rPr lang="es-419" sz="700" b="1" kern="0" spc="150" noProof="0" dirty="0">
                <a:solidFill>
                  <a:srgbClr val="EB6C01"/>
                </a:solidFill>
                <a:latin typeface="Montserrat" pitchFamily="34" charset="0"/>
                <a:ea typeface="Montserrat" pitchFamily="34" charset="-122"/>
                <a:cs typeface="Montserrat" pitchFamily="34" charset="-120"/>
              </a:rPr>
              <a:t>SEMANA 18  ·  2025</a:t>
            </a:r>
            <a:endParaRPr lang="es-419" sz="700" noProof="0" dirty="0"/>
          </a:p>
        </p:txBody>
      </p:sp>
      <p:sp>
        <p:nvSpPr>
          <p:cNvPr id="9" name="Shape 7">
            <a:extLst>
              <a:ext uri="{FF2B5EF4-FFF2-40B4-BE49-F238E27FC236}">
                <a16:creationId xmlns:a16="http://schemas.microsoft.com/office/drawing/2014/main" id="{9695EB7E-7DD6-A90F-AA6F-AF8A75FDD321}"/>
              </a:ext>
            </a:extLst>
          </p:cNvPr>
          <p:cNvSpPr/>
          <p:nvPr/>
        </p:nvSpPr>
        <p:spPr>
          <a:xfrm>
            <a:off x="0" y="705917"/>
            <a:ext cx="2779776" cy="4163263"/>
          </a:xfrm>
          <a:prstGeom prst="rect">
            <a:avLst/>
          </a:prstGeom>
          <a:solidFill>
            <a:srgbClr val="FFFFFF"/>
          </a:solidFill>
          <a:ln w="12700">
            <a:solidFill>
              <a:srgbClr val="D4E4F2"/>
            </a:solidFill>
            <a:prstDash val="solid"/>
          </a:ln>
        </p:spPr>
        <p:txBody>
          <a:bodyPr/>
          <a:lstStyle/>
          <a:p>
            <a:endParaRPr lang="es-419" noProof="0" dirty="0"/>
          </a:p>
        </p:txBody>
      </p:sp>
      <p:sp>
        <p:nvSpPr>
          <p:cNvPr id="10" name="Text 8">
            <a:extLst>
              <a:ext uri="{FF2B5EF4-FFF2-40B4-BE49-F238E27FC236}">
                <a16:creationId xmlns:a16="http://schemas.microsoft.com/office/drawing/2014/main" id="{F486B0D3-ABE3-04C0-618E-3674510CFF66}"/>
              </a:ext>
            </a:extLst>
          </p:cNvPr>
          <p:cNvSpPr/>
          <p:nvPr/>
        </p:nvSpPr>
        <p:spPr>
          <a:xfrm>
            <a:off x="118872" y="768096"/>
            <a:ext cx="2468880" cy="146304"/>
          </a:xfrm>
          <a:prstGeom prst="rect">
            <a:avLst/>
          </a:prstGeom>
          <a:noFill/>
          <a:ln/>
        </p:spPr>
        <p:txBody>
          <a:bodyPr wrap="square" lIns="0" tIns="0" rIns="0" bIns="0" rtlCol="0" anchor="ctr"/>
          <a:lstStyle/>
          <a:p>
            <a:pPr marL="0" indent="0">
              <a:buNone/>
            </a:pPr>
            <a:r>
              <a:rPr lang="es-419" sz="650" b="1" kern="0" spc="250" noProof="0" dirty="0">
                <a:solidFill>
                  <a:srgbClr val="8FAECB"/>
                </a:solidFill>
                <a:latin typeface="Montserrat" pitchFamily="34" charset="0"/>
                <a:ea typeface="Montserrat" pitchFamily="34" charset="-122"/>
                <a:cs typeface="Montserrat" pitchFamily="34" charset="-120"/>
              </a:rPr>
              <a:t>UBICACIÓN EN MÉXICO</a:t>
            </a:r>
            <a:endParaRPr lang="es-419" sz="650" noProof="0" dirty="0"/>
          </a:p>
        </p:txBody>
      </p:sp>
      <p:sp>
        <p:nvSpPr>
          <p:cNvPr id="12" name="Text 9">
            <a:extLst>
              <a:ext uri="{FF2B5EF4-FFF2-40B4-BE49-F238E27FC236}">
                <a16:creationId xmlns:a16="http://schemas.microsoft.com/office/drawing/2014/main" id="{06C8E600-89D2-E72B-6A03-F71D1E4239D9}"/>
              </a:ext>
            </a:extLst>
          </p:cNvPr>
          <p:cNvSpPr/>
          <p:nvPr/>
        </p:nvSpPr>
        <p:spPr>
          <a:xfrm>
            <a:off x="73152" y="2944368"/>
            <a:ext cx="2633472" cy="182880"/>
          </a:xfrm>
          <a:prstGeom prst="rect">
            <a:avLst/>
          </a:prstGeom>
          <a:noFill/>
          <a:ln/>
        </p:spPr>
        <p:txBody>
          <a:bodyPr wrap="square" lIns="0" tIns="0" rIns="0" bIns="0" rtlCol="0" anchor="ctr"/>
          <a:lstStyle/>
          <a:p>
            <a:pPr marL="0" indent="0" algn="ctr">
              <a:buNone/>
            </a:pPr>
            <a:r>
              <a:rPr lang="es-419" sz="750" b="1" kern="0" spc="200" noProof="0" dirty="0">
                <a:solidFill>
                  <a:srgbClr val="EB6C01"/>
                </a:solidFill>
                <a:latin typeface="Montserrat" pitchFamily="34" charset="0"/>
              </a:rPr>
              <a:t>NAUCALPAN DE JUÁREZ </a:t>
            </a:r>
            <a:endParaRPr lang="es-419" sz="750" noProof="0" dirty="0"/>
          </a:p>
        </p:txBody>
      </p:sp>
      <p:sp>
        <p:nvSpPr>
          <p:cNvPr id="13" name="Text 10">
            <a:extLst>
              <a:ext uri="{FF2B5EF4-FFF2-40B4-BE49-F238E27FC236}">
                <a16:creationId xmlns:a16="http://schemas.microsoft.com/office/drawing/2014/main" id="{52A0D5AA-C05D-68B0-67C1-B2CBA1C024DE}"/>
              </a:ext>
            </a:extLst>
          </p:cNvPr>
          <p:cNvSpPr/>
          <p:nvPr/>
        </p:nvSpPr>
        <p:spPr>
          <a:xfrm>
            <a:off x="2944368" y="859536"/>
            <a:ext cx="1353312" cy="164592"/>
          </a:xfrm>
          <a:prstGeom prst="rect">
            <a:avLst/>
          </a:prstGeom>
          <a:noFill/>
          <a:ln/>
        </p:spPr>
        <p:txBody>
          <a:bodyPr wrap="square" lIns="0" tIns="0" rIns="0" bIns="0" rtlCol="0" anchor="ctr"/>
          <a:lstStyle/>
          <a:p>
            <a:pPr marL="0" indent="0">
              <a:buNone/>
            </a:pPr>
            <a:r>
              <a:rPr lang="es-419" sz="650" b="1" kern="0" spc="250" noProof="0" dirty="0">
                <a:solidFill>
                  <a:srgbClr val="EB6C01"/>
                </a:solidFill>
                <a:latin typeface="Montserrat" pitchFamily="34" charset="0"/>
                <a:ea typeface="Montserrat" pitchFamily="34" charset="-122"/>
                <a:cs typeface="Montserrat" pitchFamily="34" charset="-120"/>
              </a:rPr>
              <a:t>PROYECTO ACTIVO</a:t>
            </a:r>
            <a:endParaRPr lang="es-419" sz="650" noProof="0" dirty="0"/>
          </a:p>
        </p:txBody>
      </p:sp>
      <p:sp>
        <p:nvSpPr>
          <p:cNvPr id="14" name="Shape 11">
            <a:extLst>
              <a:ext uri="{FF2B5EF4-FFF2-40B4-BE49-F238E27FC236}">
                <a16:creationId xmlns:a16="http://schemas.microsoft.com/office/drawing/2014/main" id="{80DEC892-4329-D3C3-6E96-6906E33357D0}"/>
              </a:ext>
            </a:extLst>
          </p:cNvPr>
          <p:cNvSpPr/>
          <p:nvPr/>
        </p:nvSpPr>
        <p:spPr>
          <a:xfrm>
            <a:off x="2944368" y="1024128"/>
            <a:ext cx="987552" cy="16459"/>
          </a:xfrm>
          <a:prstGeom prst="rect">
            <a:avLst/>
          </a:prstGeom>
          <a:solidFill>
            <a:srgbClr val="EB6C01"/>
          </a:solidFill>
          <a:ln w="12700">
            <a:solidFill>
              <a:srgbClr val="EB6C01"/>
            </a:solidFill>
            <a:prstDash val="solid"/>
          </a:ln>
        </p:spPr>
        <p:txBody>
          <a:bodyPr/>
          <a:lstStyle/>
          <a:p>
            <a:endParaRPr lang="es-419" noProof="0" dirty="0"/>
          </a:p>
        </p:txBody>
      </p:sp>
      <p:sp>
        <p:nvSpPr>
          <p:cNvPr id="15" name="Shape 12">
            <a:extLst>
              <a:ext uri="{FF2B5EF4-FFF2-40B4-BE49-F238E27FC236}">
                <a16:creationId xmlns:a16="http://schemas.microsoft.com/office/drawing/2014/main" id="{3630B0BE-64F3-BC55-05A6-38CB87A8DAB9}"/>
              </a:ext>
            </a:extLst>
          </p:cNvPr>
          <p:cNvSpPr/>
          <p:nvPr/>
        </p:nvSpPr>
        <p:spPr>
          <a:xfrm>
            <a:off x="2944368" y="1115568"/>
            <a:ext cx="6035040" cy="603504"/>
          </a:xfrm>
          <a:prstGeom prst="rect">
            <a:avLst/>
          </a:prstGeom>
          <a:solidFill>
            <a:srgbClr val="E5EFF8"/>
          </a:solidFill>
          <a:ln w="12700">
            <a:solidFill>
              <a:srgbClr val="A8C0D8"/>
            </a:solidFill>
            <a:prstDash val="solid"/>
          </a:ln>
        </p:spPr>
        <p:txBody>
          <a:bodyPr/>
          <a:lstStyle/>
          <a:p>
            <a:endParaRPr lang="es-419" noProof="0" dirty="0"/>
          </a:p>
        </p:txBody>
      </p:sp>
      <p:sp>
        <p:nvSpPr>
          <p:cNvPr id="16" name="Text 13">
            <a:extLst>
              <a:ext uri="{FF2B5EF4-FFF2-40B4-BE49-F238E27FC236}">
                <a16:creationId xmlns:a16="http://schemas.microsoft.com/office/drawing/2014/main" id="{7D3FEA92-B09F-4A2C-0828-0991A5C3446D}"/>
              </a:ext>
            </a:extLst>
          </p:cNvPr>
          <p:cNvSpPr/>
          <p:nvPr/>
        </p:nvSpPr>
        <p:spPr>
          <a:xfrm>
            <a:off x="3054096" y="1170432"/>
            <a:ext cx="5815584" cy="493776"/>
          </a:xfrm>
          <a:prstGeom prst="rect">
            <a:avLst/>
          </a:prstGeom>
          <a:noFill/>
          <a:ln/>
        </p:spPr>
        <p:txBody>
          <a:bodyPr wrap="square" lIns="0" tIns="0" rIns="0" bIns="0" rtlCol="0" anchor="ctr"/>
          <a:lstStyle/>
          <a:p>
            <a:pPr marL="0" indent="0">
              <a:buNone/>
            </a:pPr>
            <a:r>
              <a:rPr lang="es-419" sz="1500" b="1" noProof="0" dirty="0">
                <a:solidFill>
                  <a:srgbClr val="9BB5CC"/>
                </a:solidFill>
                <a:latin typeface="Montserrat" pitchFamily="34" charset="0"/>
                <a:ea typeface="Montserrat" pitchFamily="34" charset="-122"/>
                <a:cs typeface="Montserrat" pitchFamily="34" charset="-120"/>
              </a:rPr>
              <a:t>[Nombre del Proyecto / Actividad]</a:t>
            </a:r>
            <a:endParaRPr lang="es-419" sz="1500" noProof="0" dirty="0"/>
          </a:p>
        </p:txBody>
      </p:sp>
      <p:sp>
        <p:nvSpPr>
          <p:cNvPr id="17" name="Shape 14">
            <a:extLst>
              <a:ext uri="{FF2B5EF4-FFF2-40B4-BE49-F238E27FC236}">
                <a16:creationId xmlns:a16="http://schemas.microsoft.com/office/drawing/2014/main" id="{82A87DE1-2CD4-511B-6A9C-67F387418908}"/>
              </a:ext>
            </a:extLst>
          </p:cNvPr>
          <p:cNvSpPr/>
          <p:nvPr/>
        </p:nvSpPr>
        <p:spPr>
          <a:xfrm>
            <a:off x="2944368" y="1837944"/>
            <a:ext cx="91440" cy="91440"/>
          </a:xfrm>
          <a:prstGeom prst="ellipse">
            <a:avLst/>
          </a:prstGeom>
          <a:solidFill>
            <a:srgbClr val="A8C0D8"/>
          </a:solidFill>
          <a:ln w="12700">
            <a:solidFill>
              <a:srgbClr val="A8C0D8"/>
            </a:solidFill>
            <a:prstDash val="solid"/>
          </a:ln>
        </p:spPr>
        <p:txBody>
          <a:bodyPr/>
          <a:lstStyle/>
          <a:p>
            <a:endParaRPr lang="es-419" noProof="0" dirty="0"/>
          </a:p>
        </p:txBody>
      </p:sp>
      <p:sp>
        <p:nvSpPr>
          <p:cNvPr id="18" name="Text 15">
            <a:extLst>
              <a:ext uri="{FF2B5EF4-FFF2-40B4-BE49-F238E27FC236}">
                <a16:creationId xmlns:a16="http://schemas.microsoft.com/office/drawing/2014/main" id="{D9EA3BC3-51E3-3A01-81B3-43B26178B84D}"/>
              </a:ext>
            </a:extLst>
          </p:cNvPr>
          <p:cNvSpPr/>
          <p:nvPr/>
        </p:nvSpPr>
        <p:spPr>
          <a:xfrm>
            <a:off x="3099816" y="1819656"/>
            <a:ext cx="2743200" cy="137160"/>
          </a:xfrm>
          <a:prstGeom prst="rect">
            <a:avLst/>
          </a:prstGeom>
          <a:noFill/>
          <a:ln/>
        </p:spPr>
        <p:txBody>
          <a:bodyPr wrap="square" lIns="0" tIns="0" rIns="0" bIns="0" rtlCol="0" anchor="ctr"/>
          <a:lstStyle/>
          <a:p>
            <a:pPr marL="0" indent="0">
              <a:buNone/>
            </a:pPr>
            <a:r>
              <a:rPr lang="es-419" sz="850" b="1" kern="0" spc="100" noProof="0" dirty="0">
                <a:solidFill>
                  <a:srgbClr val="A8C0D8"/>
                </a:solidFill>
                <a:latin typeface="Montserrat" pitchFamily="34" charset="0"/>
                <a:ea typeface="Montserrat" pitchFamily="34" charset="-122"/>
                <a:cs typeface="Montserrat" pitchFamily="34" charset="-120"/>
              </a:rPr>
              <a:t>[ESTADO DEL PROYECTO]</a:t>
            </a:r>
            <a:endParaRPr lang="es-419" sz="850" noProof="0" dirty="0"/>
          </a:p>
        </p:txBody>
      </p:sp>
      <p:sp>
        <p:nvSpPr>
          <p:cNvPr id="19" name="Shape 16">
            <a:extLst>
              <a:ext uri="{FF2B5EF4-FFF2-40B4-BE49-F238E27FC236}">
                <a16:creationId xmlns:a16="http://schemas.microsoft.com/office/drawing/2014/main" id="{66816A12-1A35-7C9B-363D-622DD5954541}"/>
              </a:ext>
            </a:extLst>
          </p:cNvPr>
          <p:cNvSpPr/>
          <p:nvPr/>
        </p:nvSpPr>
        <p:spPr>
          <a:xfrm>
            <a:off x="2944368" y="2057400"/>
            <a:ext cx="25603" cy="658368"/>
          </a:xfrm>
          <a:prstGeom prst="rect">
            <a:avLst/>
          </a:prstGeom>
          <a:solidFill>
            <a:srgbClr val="A8C0D8"/>
          </a:solidFill>
          <a:ln w="12700">
            <a:solidFill>
              <a:srgbClr val="A8C0D8"/>
            </a:solidFill>
            <a:prstDash val="solid"/>
          </a:ln>
        </p:spPr>
        <p:txBody>
          <a:bodyPr/>
          <a:lstStyle/>
          <a:p>
            <a:endParaRPr lang="es-419" noProof="0" dirty="0"/>
          </a:p>
        </p:txBody>
      </p:sp>
      <p:sp>
        <p:nvSpPr>
          <p:cNvPr id="20" name="Text 17">
            <a:extLst>
              <a:ext uri="{FF2B5EF4-FFF2-40B4-BE49-F238E27FC236}">
                <a16:creationId xmlns:a16="http://schemas.microsoft.com/office/drawing/2014/main" id="{2A5ACB84-75C6-6089-0E76-7AF741DAA4B2}"/>
              </a:ext>
            </a:extLst>
          </p:cNvPr>
          <p:cNvSpPr/>
          <p:nvPr/>
        </p:nvSpPr>
        <p:spPr>
          <a:xfrm>
            <a:off x="3035808" y="2057400"/>
            <a:ext cx="5925312" cy="658368"/>
          </a:xfrm>
          <a:prstGeom prst="rect">
            <a:avLst/>
          </a:prstGeom>
          <a:noFill/>
          <a:ln/>
        </p:spPr>
        <p:txBody>
          <a:bodyPr wrap="square" rtlCol="0" anchor="ctr"/>
          <a:lstStyle/>
          <a:p>
            <a:pPr marL="0" indent="0">
              <a:buNone/>
            </a:pPr>
            <a:r>
              <a:rPr lang="es-419" sz="950" i="1" noProof="0" dirty="0">
                <a:solidFill>
                  <a:srgbClr val="A8BDD0"/>
                </a:solidFill>
                <a:latin typeface="Montserrat" pitchFamily="34" charset="0"/>
                <a:ea typeface="Montserrat" pitchFamily="34" charset="-122"/>
                <a:cs typeface="Montserrat" pitchFamily="34" charset="-120"/>
              </a:rPr>
              <a:t>Describa aquí el avance semanal, actividades realizadas,</a:t>
            </a:r>
            <a:endParaRPr lang="es-419" sz="950" noProof="0" dirty="0"/>
          </a:p>
          <a:p>
            <a:pPr marL="0" indent="0">
              <a:buNone/>
            </a:pPr>
            <a:r>
              <a:rPr lang="es-419" sz="950" i="1" noProof="0" dirty="0">
                <a:solidFill>
                  <a:srgbClr val="A8BDD0"/>
                </a:solidFill>
                <a:latin typeface="Montserrat" pitchFamily="34" charset="0"/>
                <a:ea typeface="Montserrat" pitchFamily="34" charset="-122"/>
                <a:cs typeface="Montserrat" pitchFamily="34" charset="-120"/>
              </a:rPr>
              <a:t>pagos, documentación o incidencias del proyecto.</a:t>
            </a:r>
            <a:endParaRPr lang="es-419" sz="950" noProof="0" dirty="0"/>
          </a:p>
        </p:txBody>
      </p:sp>
      <p:sp>
        <p:nvSpPr>
          <p:cNvPr id="21" name="Text 18">
            <a:extLst>
              <a:ext uri="{FF2B5EF4-FFF2-40B4-BE49-F238E27FC236}">
                <a16:creationId xmlns:a16="http://schemas.microsoft.com/office/drawing/2014/main" id="{8CBC2712-3AE3-112E-42B5-AFBDDB5C593B}"/>
              </a:ext>
            </a:extLst>
          </p:cNvPr>
          <p:cNvSpPr/>
          <p:nvPr/>
        </p:nvSpPr>
        <p:spPr>
          <a:xfrm>
            <a:off x="2944368" y="2834640"/>
            <a:ext cx="1828800" cy="164592"/>
          </a:xfrm>
          <a:prstGeom prst="rect">
            <a:avLst/>
          </a:prstGeom>
          <a:noFill/>
          <a:ln/>
        </p:spPr>
        <p:txBody>
          <a:bodyPr wrap="square" lIns="0" tIns="0" rIns="0" bIns="0" rtlCol="0" anchor="ctr"/>
          <a:lstStyle/>
          <a:p>
            <a:pPr marL="0" indent="0">
              <a:buNone/>
            </a:pPr>
            <a:r>
              <a:rPr lang="es-419" sz="650" b="1" kern="0" spc="250" noProof="0" dirty="0">
                <a:solidFill>
                  <a:srgbClr val="EB6C01"/>
                </a:solidFill>
                <a:latin typeface="Montserrat" pitchFamily="34" charset="0"/>
                <a:ea typeface="Montserrat" pitchFamily="34" charset="-122"/>
                <a:cs typeface="Montserrat" pitchFamily="34" charset="-120"/>
              </a:rPr>
              <a:t>FOTOGRAFÍAS DE AVANCE</a:t>
            </a:r>
            <a:endParaRPr lang="es-419" sz="650" noProof="0" dirty="0"/>
          </a:p>
        </p:txBody>
      </p:sp>
      <p:sp>
        <p:nvSpPr>
          <p:cNvPr id="22" name="Shape 19">
            <a:extLst>
              <a:ext uri="{FF2B5EF4-FFF2-40B4-BE49-F238E27FC236}">
                <a16:creationId xmlns:a16="http://schemas.microsoft.com/office/drawing/2014/main" id="{9800DB93-A945-8FB3-00D9-A83D841299AC}"/>
              </a:ext>
            </a:extLst>
          </p:cNvPr>
          <p:cNvSpPr/>
          <p:nvPr/>
        </p:nvSpPr>
        <p:spPr>
          <a:xfrm>
            <a:off x="2944368" y="3008376"/>
            <a:ext cx="1481328" cy="16459"/>
          </a:xfrm>
          <a:prstGeom prst="rect">
            <a:avLst/>
          </a:prstGeom>
          <a:solidFill>
            <a:srgbClr val="EB6C01"/>
          </a:solidFill>
          <a:ln w="12700">
            <a:solidFill>
              <a:srgbClr val="EB6C01"/>
            </a:solidFill>
            <a:prstDash val="solid"/>
          </a:ln>
        </p:spPr>
        <p:txBody>
          <a:bodyPr/>
          <a:lstStyle/>
          <a:p>
            <a:endParaRPr lang="es-419" noProof="0" dirty="0"/>
          </a:p>
        </p:txBody>
      </p:sp>
      <p:sp>
        <p:nvSpPr>
          <p:cNvPr id="23" name="Shape 20">
            <a:extLst>
              <a:ext uri="{FF2B5EF4-FFF2-40B4-BE49-F238E27FC236}">
                <a16:creationId xmlns:a16="http://schemas.microsoft.com/office/drawing/2014/main" id="{3B0176B8-69AF-F619-2099-87982F0BD043}"/>
              </a:ext>
            </a:extLst>
          </p:cNvPr>
          <p:cNvSpPr/>
          <p:nvPr/>
        </p:nvSpPr>
        <p:spPr>
          <a:xfrm>
            <a:off x="2944368"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24" name="Image 1" descr="preencoded.png">
            <a:extLst>
              <a:ext uri="{FF2B5EF4-FFF2-40B4-BE49-F238E27FC236}">
                <a16:creationId xmlns:a16="http://schemas.microsoft.com/office/drawing/2014/main" id="{5EDCFED5-E37E-C06B-7BBF-075F581C3D7D}"/>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797808" y="3593592"/>
            <a:ext cx="256032" cy="256032"/>
          </a:xfrm>
          <a:prstGeom prst="rect">
            <a:avLst/>
          </a:prstGeom>
        </p:spPr>
      </p:pic>
      <p:sp>
        <p:nvSpPr>
          <p:cNvPr id="25" name="Text 21">
            <a:extLst>
              <a:ext uri="{FF2B5EF4-FFF2-40B4-BE49-F238E27FC236}">
                <a16:creationId xmlns:a16="http://schemas.microsoft.com/office/drawing/2014/main" id="{CC3135EA-934A-9B01-B765-A6D2EDA1279F}"/>
              </a:ext>
            </a:extLst>
          </p:cNvPr>
          <p:cNvSpPr/>
          <p:nvPr/>
        </p:nvSpPr>
        <p:spPr>
          <a:xfrm>
            <a:off x="2944368"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26" name="Shape 22">
            <a:extLst>
              <a:ext uri="{FF2B5EF4-FFF2-40B4-BE49-F238E27FC236}">
                <a16:creationId xmlns:a16="http://schemas.microsoft.com/office/drawing/2014/main" id="{854BD4DA-1055-8FD4-92F7-F4592F8BD14F}"/>
              </a:ext>
            </a:extLst>
          </p:cNvPr>
          <p:cNvSpPr/>
          <p:nvPr/>
        </p:nvSpPr>
        <p:spPr>
          <a:xfrm>
            <a:off x="4980432"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27" name="Image 2" descr="preencoded.png">
            <a:extLst>
              <a:ext uri="{FF2B5EF4-FFF2-40B4-BE49-F238E27FC236}">
                <a16:creationId xmlns:a16="http://schemas.microsoft.com/office/drawing/2014/main" id="{0410F452-E6FE-605D-9813-226928559DE8}"/>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833872" y="3593592"/>
            <a:ext cx="256032" cy="256032"/>
          </a:xfrm>
          <a:prstGeom prst="rect">
            <a:avLst/>
          </a:prstGeom>
        </p:spPr>
      </p:pic>
      <p:sp>
        <p:nvSpPr>
          <p:cNvPr id="28" name="Text 23">
            <a:extLst>
              <a:ext uri="{FF2B5EF4-FFF2-40B4-BE49-F238E27FC236}">
                <a16:creationId xmlns:a16="http://schemas.microsoft.com/office/drawing/2014/main" id="{EE85155A-B15F-95EF-7062-C4B3569D562F}"/>
              </a:ext>
            </a:extLst>
          </p:cNvPr>
          <p:cNvSpPr/>
          <p:nvPr/>
        </p:nvSpPr>
        <p:spPr>
          <a:xfrm>
            <a:off x="4980432"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29" name="Shape 24">
            <a:extLst>
              <a:ext uri="{FF2B5EF4-FFF2-40B4-BE49-F238E27FC236}">
                <a16:creationId xmlns:a16="http://schemas.microsoft.com/office/drawing/2014/main" id="{F3BECA78-AC10-44A1-5C99-318630A9B822}"/>
              </a:ext>
            </a:extLst>
          </p:cNvPr>
          <p:cNvSpPr/>
          <p:nvPr/>
        </p:nvSpPr>
        <p:spPr>
          <a:xfrm>
            <a:off x="7016496"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30" name="Image 3" descr="preencoded.png">
            <a:extLst>
              <a:ext uri="{FF2B5EF4-FFF2-40B4-BE49-F238E27FC236}">
                <a16:creationId xmlns:a16="http://schemas.microsoft.com/office/drawing/2014/main" id="{5AEB1931-3EBC-60E8-8044-26FB1CFBC79A}"/>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7869936" y="3593592"/>
            <a:ext cx="256032" cy="256032"/>
          </a:xfrm>
          <a:prstGeom prst="rect">
            <a:avLst/>
          </a:prstGeom>
        </p:spPr>
      </p:pic>
      <p:sp>
        <p:nvSpPr>
          <p:cNvPr id="31" name="Text 25">
            <a:extLst>
              <a:ext uri="{FF2B5EF4-FFF2-40B4-BE49-F238E27FC236}">
                <a16:creationId xmlns:a16="http://schemas.microsoft.com/office/drawing/2014/main" id="{C9277476-23D1-9873-C9D1-00951A79C04F}"/>
              </a:ext>
            </a:extLst>
          </p:cNvPr>
          <p:cNvSpPr/>
          <p:nvPr/>
        </p:nvSpPr>
        <p:spPr>
          <a:xfrm>
            <a:off x="7016496"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32" name="Shape 26">
            <a:extLst>
              <a:ext uri="{FF2B5EF4-FFF2-40B4-BE49-F238E27FC236}">
                <a16:creationId xmlns:a16="http://schemas.microsoft.com/office/drawing/2014/main" id="{4348ED82-91F2-AC29-F8CD-9CCB6173606A}"/>
              </a:ext>
            </a:extLst>
          </p:cNvPr>
          <p:cNvSpPr/>
          <p:nvPr/>
        </p:nvSpPr>
        <p:spPr>
          <a:xfrm>
            <a:off x="0" y="4873752"/>
            <a:ext cx="9144000" cy="269748"/>
          </a:xfrm>
          <a:prstGeom prst="rect">
            <a:avLst/>
          </a:prstGeom>
          <a:solidFill>
            <a:srgbClr val="1A3464"/>
          </a:solidFill>
          <a:ln w="12700">
            <a:solidFill>
              <a:srgbClr val="1A3464"/>
            </a:solidFill>
            <a:prstDash val="solid"/>
          </a:ln>
        </p:spPr>
        <p:txBody>
          <a:bodyPr/>
          <a:lstStyle/>
          <a:p>
            <a:endParaRPr lang="es-419" noProof="0" dirty="0"/>
          </a:p>
        </p:txBody>
      </p:sp>
      <p:sp>
        <p:nvSpPr>
          <p:cNvPr id="33" name="Text 27">
            <a:extLst>
              <a:ext uri="{FF2B5EF4-FFF2-40B4-BE49-F238E27FC236}">
                <a16:creationId xmlns:a16="http://schemas.microsoft.com/office/drawing/2014/main" id="{5DFB5785-7EFF-F6D5-3739-96F3B8D3B593}"/>
              </a:ext>
            </a:extLst>
          </p:cNvPr>
          <p:cNvSpPr/>
          <p:nvPr/>
        </p:nvSpPr>
        <p:spPr>
          <a:xfrm>
            <a:off x="384048" y="4901184"/>
            <a:ext cx="5029200" cy="182880"/>
          </a:xfrm>
          <a:prstGeom prst="rect">
            <a:avLst/>
          </a:prstGeom>
          <a:noFill/>
          <a:ln/>
        </p:spPr>
        <p:txBody>
          <a:bodyPr wrap="square" lIns="0" tIns="0" rIns="0" bIns="0" rtlCol="0" anchor="ctr"/>
          <a:lstStyle/>
          <a:p>
            <a:pPr marL="0" indent="0">
              <a:buNone/>
            </a:pPr>
            <a:r>
              <a:rPr lang="es-419" sz="700" kern="0" spc="150" noProof="0" dirty="0">
                <a:solidFill>
                  <a:srgbClr val="8FAECB"/>
                </a:solidFill>
                <a:latin typeface="Montserrat" pitchFamily="34" charset="0"/>
                <a:ea typeface="Montserrat" pitchFamily="34" charset="-122"/>
                <a:cs typeface="Montserrat" pitchFamily="34" charset="-120"/>
              </a:rPr>
              <a:t>COORDINACIÓN DE OBRAS Y MANTENIMIENTO RCMA</a:t>
            </a:r>
            <a:endParaRPr lang="es-419" sz="700" noProof="0" dirty="0"/>
          </a:p>
        </p:txBody>
      </p:sp>
      <p:sp>
        <p:nvSpPr>
          <p:cNvPr id="34" name="Shape 28">
            <a:extLst>
              <a:ext uri="{FF2B5EF4-FFF2-40B4-BE49-F238E27FC236}">
                <a16:creationId xmlns:a16="http://schemas.microsoft.com/office/drawing/2014/main" id="{97091968-9271-C6DF-DD8E-8E67EFFE3390}"/>
              </a:ext>
            </a:extLst>
          </p:cNvPr>
          <p:cNvSpPr/>
          <p:nvPr/>
        </p:nvSpPr>
        <p:spPr>
          <a:xfrm>
            <a:off x="5559552" y="4974336"/>
            <a:ext cx="5486" cy="100584"/>
          </a:xfrm>
          <a:prstGeom prst="rect">
            <a:avLst/>
          </a:prstGeom>
          <a:solidFill>
            <a:srgbClr val="8FAECB"/>
          </a:solidFill>
          <a:ln w="12700">
            <a:solidFill>
              <a:srgbClr val="8FAECB"/>
            </a:solidFill>
            <a:prstDash val="solid"/>
          </a:ln>
        </p:spPr>
        <p:txBody>
          <a:bodyPr/>
          <a:lstStyle/>
          <a:p>
            <a:endParaRPr lang="es-419" noProof="0" dirty="0"/>
          </a:p>
        </p:txBody>
      </p:sp>
      <p:sp>
        <p:nvSpPr>
          <p:cNvPr id="35" name="Text 29">
            <a:extLst>
              <a:ext uri="{FF2B5EF4-FFF2-40B4-BE49-F238E27FC236}">
                <a16:creationId xmlns:a16="http://schemas.microsoft.com/office/drawing/2014/main" id="{DFAF1724-4461-8EB2-D4B3-8CAC851324E9}"/>
              </a:ext>
            </a:extLst>
          </p:cNvPr>
          <p:cNvSpPr/>
          <p:nvPr/>
        </p:nvSpPr>
        <p:spPr>
          <a:xfrm>
            <a:off x="5650992" y="4901184"/>
            <a:ext cx="2286000" cy="182880"/>
          </a:xfrm>
          <a:prstGeom prst="rect">
            <a:avLst/>
          </a:prstGeom>
          <a:noFill/>
          <a:ln/>
        </p:spPr>
        <p:txBody>
          <a:bodyPr wrap="square" lIns="0" tIns="0" rIns="0" bIns="0" rtlCol="0" anchor="ctr"/>
          <a:lstStyle/>
          <a:p>
            <a:pPr marL="0" indent="0">
              <a:buNone/>
            </a:pPr>
            <a:r>
              <a:rPr lang="es-419" sz="700" kern="0" spc="150" noProof="0" dirty="0">
                <a:solidFill>
                  <a:srgbClr val="8FAECB"/>
                </a:solidFill>
                <a:latin typeface="Montserrat" pitchFamily="34" charset="0"/>
                <a:ea typeface="Montserrat" pitchFamily="34" charset="-122"/>
                <a:cs typeface="Montserrat" pitchFamily="34" charset="-120"/>
              </a:rPr>
              <a:t>Mano Amiga</a:t>
            </a:r>
            <a:endParaRPr lang="es-419" sz="700" noProof="0" dirty="0"/>
          </a:p>
        </p:txBody>
      </p:sp>
      <p:sp>
        <p:nvSpPr>
          <p:cNvPr id="43" name="Forma libre: forma 42">
            <a:extLst>
              <a:ext uri="{FF2B5EF4-FFF2-40B4-BE49-F238E27FC236}">
                <a16:creationId xmlns:a16="http://schemas.microsoft.com/office/drawing/2014/main" id="{D7671563-9BF5-80FF-5B4D-E702A252D38B}"/>
              </a:ext>
            </a:extLst>
          </p:cNvPr>
          <p:cNvSpPr/>
          <p:nvPr/>
        </p:nvSpPr>
        <p:spPr>
          <a:xfrm>
            <a:off x="1596105" y="2222074"/>
            <a:ext cx="193086" cy="261624"/>
          </a:xfrm>
          <a:custGeom>
            <a:avLst/>
            <a:gdLst>
              <a:gd name="csX0" fmla="*/ 47363 w 193086"/>
              <a:gd name="csY0" fmla="*/ 258865 h 261624"/>
              <a:gd name="csX1" fmla="*/ 34066 w 193086"/>
              <a:gd name="csY1" fmla="*/ 253627 h 261624"/>
              <a:gd name="csX2" fmla="*/ 25677 w 193086"/>
              <a:gd name="csY2" fmla="*/ 249703 h 261624"/>
              <a:gd name="csX3" fmla="*/ 12838 w 193086"/>
              <a:gd name="csY3" fmla="*/ 237813 h 261624"/>
              <a:gd name="csX4" fmla="*/ 0 w 193086"/>
              <a:gd name="csY4" fmla="*/ 228023 h 261624"/>
              <a:gd name="csX5" fmla="*/ 10590 w 193086"/>
              <a:gd name="csY5" fmla="*/ 222007 h 261624"/>
              <a:gd name="csX6" fmla="*/ 24311 w 193086"/>
              <a:gd name="csY6" fmla="*/ 218591 h 261624"/>
              <a:gd name="csX7" fmla="*/ 30840 w 193086"/>
              <a:gd name="csY7" fmla="*/ 210994 h 261624"/>
              <a:gd name="csX8" fmla="*/ 34002 w 193086"/>
              <a:gd name="csY8" fmla="*/ 201034 h 261624"/>
              <a:gd name="csX9" fmla="*/ 34055 w 193086"/>
              <a:gd name="csY9" fmla="*/ 192894 h 261624"/>
              <a:gd name="csX10" fmla="*/ 33474 w 193086"/>
              <a:gd name="csY10" fmla="*/ 186352 h 261624"/>
              <a:gd name="csX11" fmla="*/ 36002 w 193086"/>
              <a:gd name="csY11" fmla="*/ 155255 h 261624"/>
              <a:gd name="csX12" fmla="*/ 40814 w 193086"/>
              <a:gd name="csY12" fmla="*/ 125721 h 261624"/>
              <a:gd name="csX13" fmla="*/ 52906 w 193086"/>
              <a:gd name="csY13" fmla="*/ 136226 h 261624"/>
              <a:gd name="csX14" fmla="*/ 67584 w 193086"/>
              <a:gd name="csY14" fmla="*/ 150557 h 261624"/>
              <a:gd name="csX15" fmla="*/ 85050 w 193086"/>
              <a:gd name="csY15" fmla="*/ 148575 h 261624"/>
              <a:gd name="csX16" fmla="*/ 92615 w 193086"/>
              <a:gd name="csY16" fmla="*/ 147623 h 261624"/>
              <a:gd name="csX17" fmla="*/ 103162 w 193086"/>
              <a:gd name="csY17" fmla="*/ 143713 h 261624"/>
              <a:gd name="csX18" fmla="*/ 110991 w 193086"/>
              <a:gd name="csY18" fmla="*/ 139409 h 261624"/>
              <a:gd name="csX19" fmla="*/ 118857 w 193086"/>
              <a:gd name="csY19" fmla="*/ 137039 h 261624"/>
              <a:gd name="csX20" fmla="*/ 114946 w 193086"/>
              <a:gd name="csY20" fmla="*/ 126979 h 261624"/>
              <a:gd name="csX21" fmla="*/ 104278 w 193086"/>
              <a:gd name="csY21" fmla="*/ 120558 h 261624"/>
              <a:gd name="csX22" fmla="*/ 100539 w 193086"/>
              <a:gd name="csY22" fmla="*/ 116814 h 261624"/>
              <a:gd name="csX23" fmla="*/ 87769 w 193086"/>
              <a:gd name="csY23" fmla="*/ 107211 h 261624"/>
              <a:gd name="csX24" fmla="*/ 75649 w 193086"/>
              <a:gd name="csY24" fmla="*/ 82459 h 261624"/>
              <a:gd name="csX25" fmla="*/ 81162 w 193086"/>
              <a:gd name="csY25" fmla="*/ 66581 h 261624"/>
              <a:gd name="csX26" fmla="*/ 76956 w 193086"/>
              <a:gd name="csY26" fmla="*/ 53086 h 261624"/>
              <a:gd name="csX27" fmla="*/ 74281 w 193086"/>
              <a:gd name="csY27" fmla="*/ 48335 h 261624"/>
              <a:gd name="csX28" fmla="*/ 98388 w 193086"/>
              <a:gd name="csY28" fmla="*/ 21931 h 261624"/>
              <a:gd name="csX29" fmla="*/ 99033 w 193086"/>
              <a:gd name="csY29" fmla="*/ 12782 h 261624"/>
              <a:gd name="csX30" fmla="*/ 112340 w 193086"/>
              <a:gd name="csY30" fmla="*/ 234 h 261624"/>
              <a:gd name="csX31" fmla="*/ 115367 w 193086"/>
              <a:gd name="csY31" fmla="*/ 7384 h 261624"/>
              <a:gd name="csX32" fmla="*/ 123019 w 193086"/>
              <a:gd name="csY32" fmla="*/ 18442 h 261624"/>
              <a:gd name="csX33" fmla="*/ 122268 w 193086"/>
              <a:gd name="csY33" fmla="*/ 30221 h 261624"/>
              <a:gd name="csX34" fmla="*/ 113949 w 193086"/>
              <a:gd name="csY34" fmla="*/ 45287 h 261624"/>
              <a:gd name="csX35" fmla="*/ 120402 w 193086"/>
              <a:gd name="csY35" fmla="*/ 65276 h 261624"/>
              <a:gd name="csX36" fmla="*/ 138506 w 193086"/>
              <a:gd name="csY36" fmla="*/ 64867 h 261624"/>
              <a:gd name="csX37" fmla="*/ 143345 w 193086"/>
              <a:gd name="csY37" fmla="*/ 58224 h 261624"/>
              <a:gd name="csX38" fmla="*/ 152274 w 193086"/>
              <a:gd name="csY38" fmla="*/ 62931 h 261624"/>
              <a:gd name="csX39" fmla="*/ 162130 w 193086"/>
              <a:gd name="csY39" fmla="*/ 68135 h 261624"/>
              <a:gd name="csX40" fmla="*/ 158059 w 193086"/>
              <a:gd name="csY40" fmla="*/ 75879 h 261624"/>
              <a:gd name="csX41" fmla="*/ 142387 w 193086"/>
              <a:gd name="csY41" fmla="*/ 123139 h 261624"/>
              <a:gd name="csX42" fmla="*/ 161574 w 193086"/>
              <a:gd name="csY42" fmla="*/ 140138 h 261624"/>
              <a:gd name="csX43" fmla="*/ 162505 w 193086"/>
              <a:gd name="csY43" fmla="*/ 150542 h 261624"/>
              <a:gd name="csX44" fmla="*/ 151065 w 193086"/>
              <a:gd name="csY44" fmla="*/ 162165 h 261624"/>
              <a:gd name="csX45" fmla="*/ 147000 w 193086"/>
              <a:gd name="csY45" fmla="*/ 176069 h 261624"/>
              <a:gd name="csX46" fmla="*/ 151074 w 193086"/>
              <a:gd name="csY46" fmla="*/ 198795 h 261624"/>
              <a:gd name="csX47" fmla="*/ 161382 w 193086"/>
              <a:gd name="csY47" fmla="*/ 209212 h 261624"/>
              <a:gd name="csX48" fmla="*/ 180801 w 193086"/>
              <a:gd name="csY48" fmla="*/ 215310 h 261624"/>
              <a:gd name="csX49" fmla="*/ 191062 w 193086"/>
              <a:gd name="csY49" fmla="*/ 220266 h 261624"/>
              <a:gd name="csX50" fmla="*/ 186266 w 193086"/>
              <a:gd name="csY50" fmla="*/ 234411 h 261624"/>
              <a:gd name="csX51" fmla="*/ 146648 w 193086"/>
              <a:gd name="csY51" fmla="*/ 241973 h 261624"/>
              <a:gd name="csX52" fmla="*/ 130308 w 193086"/>
              <a:gd name="csY52" fmla="*/ 244333 h 261624"/>
              <a:gd name="csX53" fmla="*/ 120069 w 193086"/>
              <a:gd name="csY53" fmla="*/ 230760 h 261624"/>
              <a:gd name="csX54" fmla="*/ 99204 w 193086"/>
              <a:gd name="csY54" fmla="*/ 236809 h 261624"/>
              <a:gd name="csX55" fmla="*/ 99051 w 193086"/>
              <a:gd name="csY55" fmla="*/ 250983 h 261624"/>
              <a:gd name="csX56" fmla="*/ 92202 w 193086"/>
              <a:gd name="csY56" fmla="*/ 257021 h 261624"/>
              <a:gd name="csX57" fmla="*/ 61602 w 193086"/>
              <a:gd name="csY57" fmla="*/ 257374 h 261624"/>
              <a:gd name="csX58" fmla="*/ 47363 w 193086"/>
              <a:gd name="csY58" fmla="*/ 258865 h 2616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Lst>
            <a:rect l="l" t="t" r="r" b="b"/>
            <a:pathLst>
              <a:path w="193086" h="261624">
                <a:moveTo>
                  <a:pt x="47363" y="258865"/>
                </a:moveTo>
                <a:cubicBezTo>
                  <a:pt x="44664" y="256988"/>
                  <a:pt x="38681" y="254631"/>
                  <a:pt x="34066" y="253627"/>
                </a:cubicBezTo>
                <a:cubicBezTo>
                  <a:pt x="29452" y="252623"/>
                  <a:pt x="25677" y="250857"/>
                  <a:pt x="25677" y="249703"/>
                </a:cubicBezTo>
                <a:cubicBezTo>
                  <a:pt x="25677" y="248548"/>
                  <a:pt x="19899" y="243198"/>
                  <a:pt x="12838" y="237813"/>
                </a:cubicBezTo>
                <a:lnTo>
                  <a:pt x="0" y="228023"/>
                </a:lnTo>
                <a:lnTo>
                  <a:pt x="10590" y="222007"/>
                </a:lnTo>
                <a:cubicBezTo>
                  <a:pt x="17972" y="217814"/>
                  <a:pt x="22129" y="216779"/>
                  <a:pt x="24311" y="218591"/>
                </a:cubicBezTo>
                <a:cubicBezTo>
                  <a:pt x="28477" y="222048"/>
                  <a:pt x="30840" y="219299"/>
                  <a:pt x="30840" y="210994"/>
                </a:cubicBezTo>
                <a:cubicBezTo>
                  <a:pt x="30840" y="207256"/>
                  <a:pt x="32263" y="202774"/>
                  <a:pt x="34002" y="201034"/>
                </a:cubicBezTo>
                <a:cubicBezTo>
                  <a:pt x="36474" y="198562"/>
                  <a:pt x="36486" y="196787"/>
                  <a:pt x="34055" y="192894"/>
                </a:cubicBezTo>
                <a:cubicBezTo>
                  <a:pt x="32093" y="189753"/>
                  <a:pt x="31879" y="187338"/>
                  <a:pt x="33474" y="186352"/>
                </a:cubicBezTo>
                <a:cubicBezTo>
                  <a:pt x="34886" y="185479"/>
                  <a:pt x="36002" y="171748"/>
                  <a:pt x="36002" y="155255"/>
                </a:cubicBezTo>
                <a:cubicBezTo>
                  <a:pt x="36002" y="128160"/>
                  <a:pt x="36400" y="125721"/>
                  <a:pt x="40814" y="125721"/>
                </a:cubicBezTo>
                <a:cubicBezTo>
                  <a:pt x="43528" y="125721"/>
                  <a:pt x="48800" y="130301"/>
                  <a:pt x="52906" y="136226"/>
                </a:cubicBezTo>
                <a:cubicBezTo>
                  <a:pt x="56911" y="142004"/>
                  <a:pt x="63516" y="148453"/>
                  <a:pt x="67584" y="150557"/>
                </a:cubicBezTo>
                <a:cubicBezTo>
                  <a:pt x="75108" y="154448"/>
                  <a:pt x="85050" y="153319"/>
                  <a:pt x="85050" y="148575"/>
                </a:cubicBezTo>
                <a:cubicBezTo>
                  <a:pt x="85050" y="147029"/>
                  <a:pt x="88138" y="146640"/>
                  <a:pt x="92615" y="147623"/>
                </a:cubicBezTo>
                <a:cubicBezTo>
                  <a:pt x="98706" y="148961"/>
                  <a:pt x="100761" y="148199"/>
                  <a:pt x="103162" y="143713"/>
                </a:cubicBezTo>
                <a:cubicBezTo>
                  <a:pt x="105115" y="140063"/>
                  <a:pt x="107816" y="138578"/>
                  <a:pt x="110991" y="139409"/>
                </a:cubicBezTo>
                <a:cubicBezTo>
                  <a:pt x="113656" y="140106"/>
                  <a:pt x="117196" y="139039"/>
                  <a:pt x="118857" y="137039"/>
                </a:cubicBezTo>
                <a:cubicBezTo>
                  <a:pt x="121254" y="134150"/>
                  <a:pt x="120449" y="132080"/>
                  <a:pt x="114946" y="126979"/>
                </a:cubicBezTo>
                <a:cubicBezTo>
                  <a:pt x="111135" y="123448"/>
                  <a:pt x="106335" y="120558"/>
                  <a:pt x="104278" y="120558"/>
                </a:cubicBezTo>
                <a:cubicBezTo>
                  <a:pt x="102221" y="120558"/>
                  <a:pt x="100539" y="118873"/>
                  <a:pt x="100539" y="116814"/>
                </a:cubicBezTo>
                <a:cubicBezTo>
                  <a:pt x="100539" y="114754"/>
                  <a:pt x="94792" y="110433"/>
                  <a:pt x="87769" y="107211"/>
                </a:cubicBezTo>
                <a:cubicBezTo>
                  <a:pt x="73337" y="100591"/>
                  <a:pt x="69935" y="93642"/>
                  <a:pt x="75649" y="82459"/>
                </a:cubicBezTo>
                <a:cubicBezTo>
                  <a:pt x="77638" y="78567"/>
                  <a:pt x="80119" y="71422"/>
                  <a:pt x="81162" y="66581"/>
                </a:cubicBezTo>
                <a:cubicBezTo>
                  <a:pt x="82769" y="59128"/>
                  <a:pt x="82125" y="57061"/>
                  <a:pt x="76956" y="53086"/>
                </a:cubicBezTo>
                <a:cubicBezTo>
                  <a:pt x="73561" y="50475"/>
                  <a:pt x="72374" y="48366"/>
                  <a:pt x="74281" y="48335"/>
                </a:cubicBezTo>
                <a:cubicBezTo>
                  <a:pt x="79014" y="48255"/>
                  <a:pt x="97860" y="27614"/>
                  <a:pt x="98388" y="21931"/>
                </a:cubicBezTo>
                <a:cubicBezTo>
                  <a:pt x="98624" y="19384"/>
                  <a:pt x="98915" y="15267"/>
                  <a:pt x="99033" y="12782"/>
                </a:cubicBezTo>
                <a:cubicBezTo>
                  <a:pt x="99328" y="6580"/>
                  <a:pt x="107875" y="-1480"/>
                  <a:pt x="112340" y="234"/>
                </a:cubicBezTo>
                <a:cubicBezTo>
                  <a:pt x="114351" y="1006"/>
                  <a:pt x="115714" y="4223"/>
                  <a:pt x="115367" y="7384"/>
                </a:cubicBezTo>
                <a:cubicBezTo>
                  <a:pt x="114925" y="11414"/>
                  <a:pt x="117211" y="14717"/>
                  <a:pt x="123019" y="18442"/>
                </a:cubicBezTo>
                <a:cubicBezTo>
                  <a:pt x="132830" y="24734"/>
                  <a:pt x="132594" y="28432"/>
                  <a:pt x="122268" y="30221"/>
                </a:cubicBezTo>
                <a:cubicBezTo>
                  <a:pt x="115180" y="31449"/>
                  <a:pt x="114690" y="32336"/>
                  <a:pt x="113949" y="45287"/>
                </a:cubicBezTo>
                <a:cubicBezTo>
                  <a:pt x="113241" y="57646"/>
                  <a:pt x="113899" y="59682"/>
                  <a:pt x="120402" y="65276"/>
                </a:cubicBezTo>
                <a:cubicBezTo>
                  <a:pt x="129577" y="73166"/>
                  <a:pt x="132509" y="73100"/>
                  <a:pt x="138506" y="64867"/>
                </a:cubicBezTo>
                <a:lnTo>
                  <a:pt x="143345" y="58224"/>
                </a:lnTo>
                <a:lnTo>
                  <a:pt x="152274" y="62931"/>
                </a:lnTo>
                <a:cubicBezTo>
                  <a:pt x="157185" y="65520"/>
                  <a:pt x="161620" y="67861"/>
                  <a:pt x="162130" y="68135"/>
                </a:cubicBezTo>
                <a:cubicBezTo>
                  <a:pt x="162640" y="68408"/>
                  <a:pt x="160808" y="71893"/>
                  <a:pt x="158059" y="75879"/>
                </a:cubicBezTo>
                <a:cubicBezTo>
                  <a:pt x="151713" y="85081"/>
                  <a:pt x="141902" y="114664"/>
                  <a:pt x="142387" y="123139"/>
                </a:cubicBezTo>
                <a:cubicBezTo>
                  <a:pt x="142935" y="132744"/>
                  <a:pt x="146254" y="135684"/>
                  <a:pt x="161574" y="140138"/>
                </a:cubicBezTo>
                <a:cubicBezTo>
                  <a:pt x="177125" y="144659"/>
                  <a:pt x="177438" y="148154"/>
                  <a:pt x="162505" y="150542"/>
                </a:cubicBezTo>
                <a:cubicBezTo>
                  <a:pt x="152866" y="152083"/>
                  <a:pt x="147932" y="157096"/>
                  <a:pt x="151065" y="162165"/>
                </a:cubicBezTo>
                <a:cubicBezTo>
                  <a:pt x="151887" y="163495"/>
                  <a:pt x="150058" y="169752"/>
                  <a:pt x="147000" y="176069"/>
                </a:cubicBezTo>
                <a:cubicBezTo>
                  <a:pt x="140040" y="190447"/>
                  <a:pt x="141019" y="195911"/>
                  <a:pt x="151074" y="198795"/>
                </a:cubicBezTo>
                <a:cubicBezTo>
                  <a:pt x="156834" y="200447"/>
                  <a:pt x="159631" y="203274"/>
                  <a:pt x="161382" y="209212"/>
                </a:cubicBezTo>
                <a:cubicBezTo>
                  <a:pt x="163891" y="217725"/>
                  <a:pt x="167253" y="218781"/>
                  <a:pt x="180801" y="215310"/>
                </a:cubicBezTo>
                <a:cubicBezTo>
                  <a:pt x="186270" y="213909"/>
                  <a:pt x="188145" y="214815"/>
                  <a:pt x="191062" y="220266"/>
                </a:cubicBezTo>
                <a:cubicBezTo>
                  <a:pt x="194411" y="226524"/>
                  <a:pt x="194115" y="227399"/>
                  <a:pt x="186266" y="234411"/>
                </a:cubicBezTo>
                <a:cubicBezTo>
                  <a:pt x="177581" y="242171"/>
                  <a:pt x="173505" y="242950"/>
                  <a:pt x="146648" y="241973"/>
                </a:cubicBezTo>
                <a:cubicBezTo>
                  <a:pt x="138138" y="241664"/>
                  <a:pt x="131353" y="242644"/>
                  <a:pt x="130308" y="244333"/>
                </a:cubicBezTo>
                <a:cubicBezTo>
                  <a:pt x="127797" y="248397"/>
                  <a:pt x="118188" y="235660"/>
                  <a:pt x="120069" y="230760"/>
                </a:cubicBezTo>
                <a:cubicBezTo>
                  <a:pt x="124398" y="219478"/>
                  <a:pt x="105303" y="225013"/>
                  <a:pt x="99204" y="236809"/>
                </a:cubicBezTo>
                <a:cubicBezTo>
                  <a:pt x="95428" y="244110"/>
                  <a:pt x="95414" y="245432"/>
                  <a:pt x="99051" y="250983"/>
                </a:cubicBezTo>
                <a:cubicBezTo>
                  <a:pt x="103916" y="258408"/>
                  <a:pt x="100434" y="261478"/>
                  <a:pt x="92202" y="257021"/>
                </a:cubicBezTo>
                <a:cubicBezTo>
                  <a:pt x="83927" y="252540"/>
                  <a:pt x="66492" y="252742"/>
                  <a:pt x="61602" y="257374"/>
                </a:cubicBezTo>
                <a:cubicBezTo>
                  <a:pt x="56090" y="262596"/>
                  <a:pt x="53167" y="262902"/>
                  <a:pt x="47363" y="258865"/>
                </a:cubicBezTo>
                <a:close/>
              </a:path>
            </a:pathLst>
          </a:custGeom>
          <a:solidFill>
            <a:srgbClr val="B9B9B9"/>
          </a:solidFill>
          <a:ln w="5163" cap="flat">
            <a:noFill/>
            <a:prstDash val="solid"/>
            <a:miter/>
          </a:ln>
        </p:spPr>
        <p:txBody>
          <a:bodyPr/>
          <a:lstStyle/>
          <a:p>
            <a:endParaRPr lang="es-419" noProof="0" dirty="0"/>
          </a:p>
        </p:txBody>
      </p:sp>
      <p:sp>
        <p:nvSpPr>
          <p:cNvPr id="44" name="Forma libre: forma 43">
            <a:extLst>
              <a:ext uri="{FF2B5EF4-FFF2-40B4-BE49-F238E27FC236}">
                <a16:creationId xmlns:a16="http://schemas.microsoft.com/office/drawing/2014/main" id="{86719994-EF3E-26D2-3E0D-C650481E3BC6}"/>
              </a:ext>
            </a:extLst>
          </p:cNvPr>
          <p:cNvSpPr/>
          <p:nvPr/>
        </p:nvSpPr>
        <p:spPr>
          <a:xfrm>
            <a:off x="1103504" y="2345749"/>
            <a:ext cx="95653" cy="64838"/>
          </a:xfrm>
          <a:custGeom>
            <a:avLst/>
            <a:gdLst>
              <a:gd name="csX0" fmla="*/ 71219 w 95653"/>
              <a:gd name="csY0" fmla="*/ 62506 h 64838"/>
              <a:gd name="csX1" fmla="*/ 62655 w 95653"/>
              <a:gd name="csY1" fmla="*/ 53685 h 64838"/>
              <a:gd name="csX2" fmla="*/ 57443 w 95653"/>
              <a:gd name="csY2" fmla="*/ 48511 h 64838"/>
              <a:gd name="csX3" fmla="*/ 51242 w 95653"/>
              <a:gd name="csY3" fmla="*/ 43994 h 64838"/>
              <a:gd name="csX4" fmla="*/ 48532 w 95653"/>
              <a:gd name="csY4" fmla="*/ 43994 h 64838"/>
              <a:gd name="csX5" fmla="*/ 36926 w 95653"/>
              <a:gd name="csY5" fmla="*/ 44510 h 64838"/>
              <a:gd name="csX6" fmla="*/ 28785 w 95653"/>
              <a:gd name="csY6" fmla="*/ 36765 h 64838"/>
              <a:gd name="csX7" fmla="*/ 27076 w 95653"/>
              <a:gd name="csY7" fmla="*/ 32629 h 64838"/>
              <a:gd name="csX8" fmla="*/ 11500 w 95653"/>
              <a:gd name="csY8" fmla="*/ 28262 h 64838"/>
              <a:gd name="csX9" fmla="*/ 1174 w 95653"/>
              <a:gd name="csY9" fmla="*/ 25068 h 64838"/>
              <a:gd name="csX10" fmla="*/ 31004 w 95653"/>
              <a:gd name="csY10" fmla="*/ 14820 h 64838"/>
              <a:gd name="csX11" fmla="*/ 49970 w 95653"/>
              <a:gd name="csY11" fmla="*/ 6499 h 64838"/>
              <a:gd name="csX12" fmla="*/ 60293 w 95653"/>
              <a:gd name="csY12" fmla="*/ 3207 h 64838"/>
              <a:gd name="csX13" fmla="*/ 79487 w 95653"/>
              <a:gd name="csY13" fmla="*/ 1724 h 64838"/>
              <a:gd name="csX14" fmla="*/ 95469 w 95653"/>
              <a:gd name="csY14" fmla="*/ 24677 h 64838"/>
              <a:gd name="csX15" fmla="*/ 92590 w 95653"/>
              <a:gd name="csY15" fmla="*/ 45837 h 64838"/>
              <a:gd name="csX16" fmla="*/ 88748 w 95653"/>
              <a:gd name="csY16" fmla="*/ 52688 h 64838"/>
              <a:gd name="csX17" fmla="*/ 82592 w 95653"/>
              <a:gd name="csY17" fmla="*/ 62155 h 64838"/>
              <a:gd name="csX18" fmla="*/ 71219 w 95653"/>
              <a:gd name="csY18" fmla="*/ 62506 h 648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95653" h="64838">
                <a:moveTo>
                  <a:pt x="71219" y="62506"/>
                </a:moveTo>
                <a:cubicBezTo>
                  <a:pt x="67412" y="60499"/>
                  <a:pt x="63558" y="56530"/>
                  <a:pt x="62655" y="53685"/>
                </a:cubicBezTo>
                <a:cubicBezTo>
                  <a:pt x="61752" y="50839"/>
                  <a:pt x="59407" y="48511"/>
                  <a:pt x="57443" y="48511"/>
                </a:cubicBezTo>
                <a:cubicBezTo>
                  <a:pt x="55480" y="48511"/>
                  <a:pt x="52689" y="46478"/>
                  <a:pt x="51242" y="43994"/>
                </a:cubicBezTo>
                <a:cubicBezTo>
                  <a:pt x="48736" y="39691"/>
                  <a:pt x="48607" y="39691"/>
                  <a:pt x="48532" y="43994"/>
                </a:cubicBezTo>
                <a:cubicBezTo>
                  <a:pt x="48437" y="49469"/>
                  <a:pt x="48761" y="49455"/>
                  <a:pt x="36926" y="44510"/>
                </a:cubicBezTo>
                <a:cubicBezTo>
                  <a:pt x="30451" y="41804"/>
                  <a:pt x="27814" y="39296"/>
                  <a:pt x="28785" y="36765"/>
                </a:cubicBezTo>
                <a:cubicBezTo>
                  <a:pt x="29575" y="34707"/>
                  <a:pt x="28806" y="32846"/>
                  <a:pt x="27076" y="32629"/>
                </a:cubicBezTo>
                <a:cubicBezTo>
                  <a:pt x="21029" y="31874"/>
                  <a:pt x="18714" y="31225"/>
                  <a:pt x="11500" y="28262"/>
                </a:cubicBezTo>
                <a:cubicBezTo>
                  <a:pt x="7503" y="26621"/>
                  <a:pt x="2857" y="25183"/>
                  <a:pt x="1174" y="25068"/>
                </a:cubicBezTo>
                <a:cubicBezTo>
                  <a:pt x="-4949" y="24646"/>
                  <a:pt x="14045" y="18121"/>
                  <a:pt x="31004" y="14820"/>
                </a:cubicBezTo>
                <a:cubicBezTo>
                  <a:pt x="44060" y="12279"/>
                  <a:pt x="48794" y="10202"/>
                  <a:pt x="49970" y="6499"/>
                </a:cubicBezTo>
                <a:cubicBezTo>
                  <a:pt x="51256" y="2445"/>
                  <a:pt x="53098" y="1858"/>
                  <a:pt x="60293" y="3207"/>
                </a:cubicBezTo>
                <a:cubicBezTo>
                  <a:pt x="65110" y="4111"/>
                  <a:pt x="73747" y="3443"/>
                  <a:pt x="79487" y="1724"/>
                </a:cubicBezTo>
                <a:cubicBezTo>
                  <a:pt x="94315" y="-2719"/>
                  <a:pt x="96385" y="255"/>
                  <a:pt x="95469" y="24677"/>
                </a:cubicBezTo>
                <a:cubicBezTo>
                  <a:pt x="95060" y="35554"/>
                  <a:pt x="93765" y="45076"/>
                  <a:pt x="92590" y="45837"/>
                </a:cubicBezTo>
                <a:cubicBezTo>
                  <a:pt x="91414" y="46598"/>
                  <a:pt x="89686" y="49681"/>
                  <a:pt x="88748" y="52688"/>
                </a:cubicBezTo>
                <a:cubicBezTo>
                  <a:pt x="87811" y="55696"/>
                  <a:pt x="85041" y="59955"/>
                  <a:pt x="82592" y="62155"/>
                </a:cubicBezTo>
                <a:cubicBezTo>
                  <a:pt x="78702" y="65649"/>
                  <a:pt x="77268" y="65693"/>
                  <a:pt x="71219" y="62506"/>
                </a:cubicBezTo>
                <a:close/>
              </a:path>
            </a:pathLst>
          </a:custGeom>
          <a:solidFill>
            <a:srgbClr val="B9B9B9"/>
          </a:solidFill>
          <a:ln w="5163" cap="flat">
            <a:noFill/>
            <a:prstDash val="solid"/>
            <a:miter/>
          </a:ln>
        </p:spPr>
        <p:txBody>
          <a:bodyPr/>
          <a:lstStyle/>
          <a:p>
            <a:endParaRPr lang="es-419" noProof="0" dirty="0"/>
          </a:p>
        </p:txBody>
      </p:sp>
      <p:sp>
        <p:nvSpPr>
          <p:cNvPr id="45" name="Forma libre: forma 44">
            <a:extLst>
              <a:ext uri="{FF2B5EF4-FFF2-40B4-BE49-F238E27FC236}">
                <a16:creationId xmlns:a16="http://schemas.microsoft.com/office/drawing/2014/main" id="{51CC437A-77C5-4DFC-FD66-09E3070532B2}"/>
              </a:ext>
            </a:extLst>
          </p:cNvPr>
          <p:cNvSpPr/>
          <p:nvPr/>
        </p:nvSpPr>
        <p:spPr>
          <a:xfrm>
            <a:off x="1015863" y="2030672"/>
            <a:ext cx="364335" cy="362024"/>
          </a:xfrm>
          <a:custGeom>
            <a:avLst/>
            <a:gdLst>
              <a:gd name="csX0" fmla="*/ 185142 w 364335"/>
              <a:gd name="csY0" fmla="*/ 358570 h 362024"/>
              <a:gd name="csX1" fmla="*/ 187621 w 364335"/>
              <a:gd name="csY1" fmla="*/ 340898 h 362024"/>
              <a:gd name="csX2" fmla="*/ 186283 w 364335"/>
              <a:gd name="csY2" fmla="*/ 320178 h 362024"/>
              <a:gd name="csX3" fmla="*/ 182466 w 364335"/>
              <a:gd name="csY3" fmla="*/ 312528 h 362024"/>
              <a:gd name="csX4" fmla="*/ 160064 w 364335"/>
              <a:gd name="csY4" fmla="*/ 313164 h 362024"/>
              <a:gd name="csX5" fmla="*/ 135394 w 364335"/>
              <a:gd name="csY5" fmla="*/ 318882 h 362024"/>
              <a:gd name="csX6" fmla="*/ 107653 w 364335"/>
              <a:gd name="csY6" fmla="*/ 328620 h 362024"/>
              <a:gd name="csX7" fmla="*/ 77975 w 364335"/>
              <a:gd name="csY7" fmla="*/ 329071 h 362024"/>
              <a:gd name="csX8" fmla="*/ 69734 w 364335"/>
              <a:gd name="csY8" fmla="*/ 324866 h 362024"/>
              <a:gd name="csX9" fmla="*/ 48325 w 364335"/>
              <a:gd name="csY9" fmla="*/ 303007 h 362024"/>
              <a:gd name="csX10" fmla="*/ 38186 w 364335"/>
              <a:gd name="csY10" fmla="*/ 292203 h 362024"/>
              <a:gd name="csX11" fmla="*/ 25184 w 364335"/>
              <a:gd name="csY11" fmla="*/ 273778 h 362024"/>
              <a:gd name="csX12" fmla="*/ 11540 w 364335"/>
              <a:gd name="csY12" fmla="*/ 253016 h 362024"/>
              <a:gd name="csX13" fmla="*/ 9603 w 364335"/>
              <a:gd name="csY13" fmla="*/ 246065 h 362024"/>
              <a:gd name="csX14" fmla="*/ 4075 w 364335"/>
              <a:gd name="csY14" fmla="*/ 230604 h 362024"/>
              <a:gd name="csX15" fmla="*/ 2870 w 364335"/>
              <a:gd name="csY15" fmla="*/ 216903 h 362024"/>
              <a:gd name="csX16" fmla="*/ 19099 w 364335"/>
              <a:gd name="csY16" fmla="*/ 209992 h 362024"/>
              <a:gd name="csX17" fmla="*/ 33857 w 364335"/>
              <a:gd name="csY17" fmla="*/ 202727 h 362024"/>
              <a:gd name="csX18" fmla="*/ 62323 w 364335"/>
              <a:gd name="csY18" fmla="*/ 175142 h 362024"/>
              <a:gd name="csX19" fmla="*/ 75732 w 364335"/>
              <a:gd name="csY19" fmla="*/ 169793 h 362024"/>
              <a:gd name="csX20" fmla="*/ 107485 w 364335"/>
              <a:gd name="csY20" fmla="*/ 178512 h 362024"/>
              <a:gd name="csX21" fmla="*/ 118888 w 364335"/>
              <a:gd name="csY21" fmla="*/ 188952 h 362024"/>
              <a:gd name="csX22" fmla="*/ 122369 w 364335"/>
              <a:gd name="csY22" fmla="*/ 177011 h 362024"/>
              <a:gd name="csX23" fmla="*/ 128391 w 364335"/>
              <a:gd name="csY23" fmla="*/ 163500 h 362024"/>
              <a:gd name="csX24" fmla="*/ 127169 w 364335"/>
              <a:gd name="csY24" fmla="*/ 147778 h 362024"/>
              <a:gd name="csX25" fmla="*/ 130389 w 364335"/>
              <a:gd name="csY25" fmla="*/ 138750 h 362024"/>
              <a:gd name="csX26" fmla="*/ 147714 w 364335"/>
              <a:gd name="csY26" fmla="*/ 129037 h 362024"/>
              <a:gd name="csX27" fmla="*/ 142395 w 364335"/>
              <a:gd name="csY27" fmla="*/ 116273 h 362024"/>
              <a:gd name="csX28" fmla="*/ 138322 w 364335"/>
              <a:gd name="csY28" fmla="*/ 100445 h 362024"/>
              <a:gd name="csX29" fmla="*/ 132219 w 364335"/>
              <a:gd name="csY29" fmla="*/ 77384 h 362024"/>
              <a:gd name="csX30" fmla="*/ 123182 w 364335"/>
              <a:gd name="csY30" fmla="*/ 67380 h 362024"/>
              <a:gd name="csX31" fmla="*/ 127316 w 364335"/>
              <a:gd name="csY31" fmla="*/ 49072 h 362024"/>
              <a:gd name="csX32" fmla="*/ 149002 w 364335"/>
              <a:gd name="csY32" fmla="*/ 26791 h 362024"/>
              <a:gd name="csX33" fmla="*/ 156308 w 364335"/>
              <a:gd name="csY33" fmla="*/ 19245 h 362024"/>
              <a:gd name="csX34" fmla="*/ 153995 w 364335"/>
              <a:gd name="csY34" fmla="*/ 9825 h 362024"/>
              <a:gd name="csX35" fmla="*/ 161050 w 364335"/>
              <a:gd name="csY35" fmla="*/ 76 h 362024"/>
              <a:gd name="csX36" fmla="*/ 166583 w 364335"/>
              <a:gd name="csY36" fmla="*/ 7348 h 362024"/>
              <a:gd name="csX37" fmla="*/ 154998 w 364335"/>
              <a:gd name="csY37" fmla="*/ 39300 h 362024"/>
              <a:gd name="csX38" fmla="*/ 157050 w 364335"/>
              <a:gd name="csY38" fmla="*/ 45546 h 362024"/>
              <a:gd name="csX39" fmla="*/ 169737 w 364335"/>
              <a:gd name="csY39" fmla="*/ 24492 h 362024"/>
              <a:gd name="csX40" fmla="*/ 176182 w 364335"/>
              <a:gd name="csY40" fmla="*/ 20317 h 362024"/>
              <a:gd name="csX41" fmla="*/ 177678 w 364335"/>
              <a:gd name="csY41" fmla="*/ 26406 h 362024"/>
              <a:gd name="csX42" fmla="*/ 173510 w 364335"/>
              <a:gd name="csY42" fmla="*/ 43871 h 362024"/>
              <a:gd name="csX43" fmla="*/ 171706 w 364335"/>
              <a:gd name="csY43" fmla="*/ 58451 h 362024"/>
              <a:gd name="csX44" fmla="*/ 179820 w 364335"/>
              <a:gd name="csY44" fmla="*/ 60233 h 362024"/>
              <a:gd name="csX45" fmla="*/ 195468 w 364335"/>
              <a:gd name="csY45" fmla="*/ 47665 h 362024"/>
              <a:gd name="csX46" fmla="*/ 212893 w 364335"/>
              <a:gd name="csY46" fmla="*/ 36256 h 362024"/>
              <a:gd name="csX47" fmla="*/ 215787 w 364335"/>
              <a:gd name="csY47" fmla="*/ 59322 h 362024"/>
              <a:gd name="csX48" fmla="*/ 202515 w 364335"/>
              <a:gd name="csY48" fmla="*/ 73785 h 362024"/>
              <a:gd name="csX49" fmla="*/ 193598 w 364335"/>
              <a:gd name="csY49" fmla="*/ 76402 h 362024"/>
              <a:gd name="csX50" fmla="*/ 196544 w 364335"/>
              <a:gd name="csY50" fmla="*/ 79629 h 362024"/>
              <a:gd name="csX51" fmla="*/ 200631 w 364335"/>
              <a:gd name="csY51" fmla="*/ 82161 h 362024"/>
              <a:gd name="csX52" fmla="*/ 183851 w 364335"/>
              <a:gd name="csY52" fmla="*/ 86694 h 362024"/>
              <a:gd name="csX53" fmla="*/ 179447 w 364335"/>
              <a:gd name="csY53" fmla="*/ 90600 h 362024"/>
              <a:gd name="csX54" fmla="*/ 177337 w 364335"/>
              <a:gd name="csY54" fmla="*/ 95117 h 362024"/>
              <a:gd name="csX55" fmla="*/ 175970 w 364335"/>
              <a:gd name="csY55" fmla="*/ 99847 h 362024"/>
              <a:gd name="csX56" fmla="*/ 172279 w 364335"/>
              <a:gd name="csY56" fmla="*/ 109275 h 362024"/>
              <a:gd name="csX57" fmla="*/ 162736 w 364335"/>
              <a:gd name="csY57" fmla="*/ 127778 h 362024"/>
              <a:gd name="csX58" fmla="*/ 154984 w 364335"/>
              <a:gd name="csY58" fmla="*/ 141584 h 362024"/>
              <a:gd name="csX59" fmla="*/ 157382 w 364335"/>
              <a:gd name="csY59" fmla="*/ 150820 h 362024"/>
              <a:gd name="csX60" fmla="*/ 166003 w 364335"/>
              <a:gd name="csY60" fmla="*/ 156522 h 362024"/>
              <a:gd name="csX61" fmla="*/ 178921 w 364335"/>
              <a:gd name="csY61" fmla="*/ 158229 h 362024"/>
              <a:gd name="csX62" fmla="*/ 200631 w 364335"/>
              <a:gd name="csY62" fmla="*/ 155851 h 362024"/>
              <a:gd name="csX63" fmla="*/ 253127 w 364335"/>
              <a:gd name="csY63" fmla="*/ 145110 h 362024"/>
              <a:gd name="csX64" fmla="*/ 260004 w 364335"/>
              <a:gd name="csY64" fmla="*/ 117060 h 362024"/>
              <a:gd name="csX65" fmla="*/ 261186 w 364335"/>
              <a:gd name="csY65" fmla="*/ 105023 h 362024"/>
              <a:gd name="csX66" fmla="*/ 280779 w 364335"/>
              <a:gd name="csY66" fmla="*/ 107831 h 362024"/>
              <a:gd name="csX67" fmla="*/ 316123 w 364335"/>
              <a:gd name="csY67" fmla="*/ 101238 h 362024"/>
              <a:gd name="csX68" fmla="*/ 332436 w 364335"/>
              <a:gd name="csY68" fmla="*/ 86525 h 362024"/>
              <a:gd name="csX69" fmla="*/ 340656 w 364335"/>
              <a:gd name="csY69" fmla="*/ 79224 h 362024"/>
              <a:gd name="csX70" fmla="*/ 348855 w 364335"/>
              <a:gd name="csY70" fmla="*/ 87171 h 362024"/>
              <a:gd name="csX71" fmla="*/ 361269 w 364335"/>
              <a:gd name="csY71" fmla="*/ 95117 h 362024"/>
              <a:gd name="csX72" fmla="*/ 363171 w 364335"/>
              <a:gd name="csY72" fmla="*/ 103178 h 362024"/>
              <a:gd name="csX73" fmla="*/ 356290 w 364335"/>
              <a:gd name="csY73" fmla="*/ 118022 h 362024"/>
              <a:gd name="csX74" fmla="*/ 352528 w 364335"/>
              <a:gd name="csY74" fmla="*/ 135380 h 362024"/>
              <a:gd name="csX75" fmla="*/ 345616 w 364335"/>
              <a:gd name="csY75" fmla="*/ 149152 h 362024"/>
              <a:gd name="csX76" fmla="*/ 336399 w 364335"/>
              <a:gd name="csY76" fmla="*/ 158318 h 362024"/>
              <a:gd name="csX77" fmla="*/ 325505 w 364335"/>
              <a:gd name="csY77" fmla="*/ 175523 h 362024"/>
              <a:gd name="csX78" fmla="*/ 315430 w 364335"/>
              <a:gd name="csY78" fmla="*/ 204352 h 362024"/>
              <a:gd name="csX79" fmla="*/ 313994 w 364335"/>
              <a:gd name="csY79" fmla="*/ 218773 h 362024"/>
              <a:gd name="csX80" fmla="*/ 296375 w 364335"/>
              <a:gd name="csY80" fmla="*/ 228175 h 362024"/>
              <a:gd name="csX81" fmla="*/ 265231 w 364335"/>
              <a:gd name="csY81" fmla="*/ 238311 h 362024"/>
              <a:gd name="csX82" fmla="*/ 244951 w 364335"/>
              <a:gd name="csY82" fmla="*/ 244768 h 362024"/>
              <a:gd name="csX83" fmla="*/ 219261 w 364335"/>
              <a:gd name="csY83" fmla="*/ 258588 h 362024"/>
              <a:gd name="csX84" fmla="*/ 224662 w 364335"/>
              <a:gd name="csY84" fmla="*/ 270643 h 362024"/>
              <a:gd name="csX85" fmla="*/ 242353 w 364335"/>
              <a:gd name="csY85" fmla="*/ 274944 h 362024"/>
              <a:gd name="csX86" fmla="*/ 251900 w 364335"/>
              <a:gd name="csY86" fmla="*/ 285801 h 362024"/>
              <a:gd name="csX87" fmla="*/ 252381 w 364335"/>
              <a:gd name="csY87" fmla="*/ 304719 h 362024"/>
              <a:gd name="csX88" fmla="*/ 261267 w 364335"/>
              <a:gd name="csY88" fmla="*/ 315608 h 362024"/>
              <a:gd name="csX89" fmla="*/ 268876 w 364335"/>
              <a:gd name="csY89" fmla="*/ 316858 h 362024"/>
              <a:gd name="csX90" fmla="*/ 252027 w 364335"/>
              <a:gd name="csY90" fmla="*/ 336142 h 362024"/>
              <a:gd name="csX91" fmla="*/ 230251 w 364335"/>
              <a:gd name="csY91" fmla="*/ 349333 h 362024"/>
              <a:gd name="csX92" fmla="*/ 209844 w 364335"/>
              <a:gd name="csY92" fmla="*/ 359530 h 362024"/>
              <a:gd name="csX93" fmla="*/ 194478 w 364335"/>
              <a:gd name="csY93" fmla="*/ 360594 h 362024"/>
              <a:gd name="csX94" fmla="*/ 185142 w 364335"/>
              <a:gd name="csY94" fmla="*/ 358570 h 362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364335" h="362024">
                <a:moveTo>
                  <a:pt x="185142" y="358570"/>
                </a:moveTo>
                <a:cubicBezTo>
                  <a:pt x="185142" y="356038"/>
                  <a:pt x="186257" y="348086"/>
                  <a:pt x="187621" y="340898"/>
                </a:cubicBezTo>
                <a:cubicBezTo>
                  <a:pt x="189559" y="330679"/>
                  <a:pt x="189267" y="326160"/>
                  <a:pt x="186283" y="320178"/>
                </a:cubicBezTo>
                <a:lnTo>
                  <a:pt x="182466" y="312528"/>
                </a:lnTo>
                <a:lnTo>
                  <a:pt x="160064" y="313164"/>
                </a:lnTo>
                <a:cubicBezTo>
                  <a:pt x="140617" y="313716"/>
                  <a:pt x="137363" y="314470"/>
                  <a:pt x="135394" y="318882"/>
                </a:cubicBezTo>
                <a:cubicBezTo>
                  <a:pt x="133601" y="322902"/>
                  <a:pt x="127800" y="324938"/>
                  <a:pt x="107653" y="328620"/>
                </a:cubicBezTo>
                <a:cubicBezTo>
                  <a:pt x="84116" y="332921"/>
                  <a:pt x="81860" y="332955"/>
                  <a:pt x="77975" y="329071"/>
                </a:cubicBezTo>
                <a:cubicBezTo>
                  <a:pt x="75663" y="326758"/>
                  <a:pt x="71954" y="324866"/>
                  <a:pt x="69734" y="324866"/>
                </a:cubicBezTo>
                <a:cubicBezTo>
                  <a:pt x="64790" y="324866"/>
                  <a:pt x="53564" y="313404"/>
                  <a:pt x="48325" y="303007"/>
                </a:cubicBezTo>
                <a:cubicBezTo>
                  <a:pt x="46195" y="298781"/>
                  <a:pt x="41633" y="293919"/>
                  <a:pt x="38186" y="292203"/>
                </a:cubicBezTo>
                <a:cubicBezTo>
                  <a:pt x="31831" y="289039"/>
                  <a:pt x="25350" y="279856"/>
                  <a:pt x="25184" y="273778"/>
                </a:cubicBezTo>
                <a:cubicBezTo>
                  <a:pt x="25085" y="270192"/>
                  <a:pt x="14730" y="254434"/>
                  <a:pt x="11540" y="253016"/>
                </a:cubicBezTo>
                <a:cubicBezTo>
                  <a:pt x="10475" y="252543"/>
                  <a:pt x="9603" y="249415"/>
                  <a:pt x="9603" y="246065"/>
                </a:cubicBezTo>
                <a:cubicBezTo>
                  <a:pt x="9603" y="242715"/>
                  <a:pt x="7116" y="235757"/>
                  <a:pt x="4075" y="230604"/>
                </a:cubicBezTo>
                <a:cubicBezTo>
                  <a:pt x="-1096" y="221839"/>
                  <a:pt x="-1174" y="220953"/>
                  <a:pt x="2870" y="216903"/>
                </a:cubicBezTo>
                <a:cubicBezTo>
                  <a:pt x="5247" y="214522"/>
                  <a:pt x="12551" y="211412"/>
                  <a:pt x="19099" y="209992"/>
                </a:cubicBezTo>
                <a:cubicBezTo>
                  <a:pt x="25650" y="208572"/>
                  <a:pt x="32288" y="205304"/>
                  <a:pt x="33857" y="202727"/>
                </a:cubicBezTo>
                <a:cubicBezTo>
                  <a:pt x="40254" y="192222"/>
                  <a:pt x="57879" y="175142"/>
                  <a:pt x="62323" y="175142"/>
                </a:cubicBezTo>
                <a:cubicBezTo>
                  <a:pt x="64938" y="175142"/>
                  <a:pt x="70972" y="172735"/>
                  <a:pt x="75732" y="169793"/>
                </a:cubicBezTo>
                <a:cubicBezTo>
                  <a:pt x="86563" y="163099"/>
                  <a:pt x="92402" y="164703"/>
                  <a:pt x="107485" y="178512"/>
                </a:cubicBezTo>
                <a:lnTo>
                  <a:pt x="118888" y="188952"/>
                </a:lnTo>
                <a:lnTo>
                  <a:pt x="122369" y="177011"/>
                </a:lnTo>
                <a:cubicBezTo>
                  <a:pt x="124284" y="170444"/>
                  <a:pt x="126994" y="164364"/>
                  <a:pt x="128391" y="163500"/>
                </a:cubicBezTo>
                <a:cubicBezTo>
                  <a:pt x="132170" y="161165"/>
                  <a:pt x="131464" y="152072"/>
                  <a:pt x="127169" y="147778"/>
                </a:cubicBezTo>
                <a:cubicBezTo>
                  <a:pt x="122214" y="142823"/>
                  <a:pt x="124785" y="135614"/>
                  <a:pt x="130389" y="138750"/>
                </a:cubicBezTo>
                <a:cubicBezTo>
                  <a:pt x="136409" y="142119"/>
                  <a:pt x="145744" y="136885"/>
                  <a:pt x="147714" y="129037"/>
                </a:cubicBezTo>
                <a:cubicBezTo>
                  <a:pt x="149051" y="123709"/>
                  <a:pt x="147940" y="121043"/>
                  <a:pt x="142395" y="116273"/>
                </a:cubicBezTo>
                <a:cubicBezTo>
                  <a:pt x="135828" y="110625"/>
                  <a:pt x="135571" y="109625"/>
                  <a:pt x="138322" y="100445"/>
                </a:cubicBezTo>
                <a:cubicBezTo>
                  <a:pt x="142194" y="87522"/>
                  <a:pt x="142531" y="88798"/>
                  <a:pt x="132219" y="77384"/>
                </a:cubicBezTo>
                <a:lnTo>
                  <a:pt x="123182" y="67380"/>
                </a:lnTo>
                <a:lnTo>
                  <a:pt x="127316" y="49072"/>
                </a:lnTo>
                <a:cubicBezTo>
                  <a:pt x="131667" y="29805"/>
                  <a:pt x="134422" y="26975"/>
                  <a:pt x="149002" y="26791"/>
                </a:cubicBezTo>
                <a:cubicBezTo>
                  <a:pt x="154177" y="26725"/>
                  <a:pt x="155624" y="25231"/>
                  <a:pt x="156308" y="19245"/>
                </a:cubicBezTo>
                <a:cubicBezTo>
                  <a:pt x="156776" y="15139"/>
                  <a:pt x="155736" y="10900"/>
                  <a:pt x="153995" y="9825"/>
                </a:cubicBezTo>
                <a:cubicBezTo>
                  <a:pt x="148346" y="6334"/>
                  <a:pt x="153520" y="-815"/>
                  <a:pt x="161050" y="76"/>
                </a:cubicBezTo>
                <a:cubicBezTo>
                  <a:pt x="168082" y="908"/>
                  <a:pt x="172982" y="7348"/>
                  <a:pt x="166583" y="7348"/>
                </a:cubicBezTo>
                <a:cubicBezTo>
                  <a:pt x="163388" y="7348"/>
                  <a:pt x="159114" y="19135"/>
                  <a:pt x="154998" y="39300"/>
                </a:cubicBezTo>
                <a:cubicBezTo>
                  <a:pt x="153853" y="44911"/>
                  <a:pt x="154355" y="46439"/>
                  <a:pt x="157050" y="45546"/>
                </a:cubicBezTo>
                <a:cubicBezTo>
                  <a:pt x="160851" y="44288"/>
                  <a:pt x="165520" y="36539"/>
                  <a:pt x="169737" y="24492"/>
                </a:cubicBezTo>
                <a:cubicBezTo>
                  <a:pt x="171898" y="18321"/>
                  <a:pt x="172952" y="17637"/>
                  <a:pt x="176182" y="20317"/>
                </a:cubicBezTo>
                <a:cubicBezTo>
                  <a:pt x="178636" y="22355"/>
                  <a:pt x="179182" y="24572"/>
                  <a:pt x="177678" y="26406"/>
                </a:cubicBezTo>
                <a:cubicBezTo>
                  <a:pt x="176378" y="27992"/>
                  <a:pt x="174502" y="35852"/>
                  <a:pt x="173510" y="43871"/>
                </a:cubicBezTo>
                <a:lnTo>
                  <a:pt x="171706" y="58451"/>
                </a:lnTo>
                <a:lnTo>
                  <a:pt x="179820" y="60233"/>
                </a:lnTo>
                <a:cubicBezTo>
                  <a:pt x="190172" y="62507"/>
                  <a:pt x="195468" y="58253"/>
                  <a:pt x="195468" y="47665"/>
                </a:cubicBezTo>
                <a:cubicBezTo>
                  <a:pt x="195468" y="37295"/>
                  <a:pt x="201609" y="33273"/>
                  <a:pt x="212893" y="36256"/>
                </a:cubicBezTo>
                <a:cubicBezTo>
                  <a:pt x="222809" y="38877"/>
                  <a:pt x="222920" y="39758"/>
                  <a:pt x="215787" y="59322"/>
                </a:cubicBezTo>
                <a:cubicBezTo>
                  <a:pt x="210635" y="73452"/>
                  <a:pt x="209804" y="74357"/>
                  <a:pt x="202515" y="73785"/>
                </a:cubicBezTo>
                <a:cubicBezTo>
                  <a:pt x="198132" y="73441"/>
                  <a:pt x="194241" y="74583"/>
                  <a:pt x="193598" y="76402"/>
                </a:cubicBezTo>
                <a:cubicBezTo>
                  <a:pt x="192970" y="78177"/>
                  <a:pt x="194295" y="79629"/>
                  <a:pt x="196544" y="79629"/>
                </a:cubicBezTo>
                <a:cubicBezTo>
                  <a:pt x="198791" y="79629"/>
                  <a:pt x="200631" y="80768"/>
                  <a:pt x="200631" y="82161"/>
                </a:cubicBezTo>
                <a:cubicBezTo>
                  <a:pt x="200631" y="85088"/>
                  <a:pt x="191380" y="87587"/>
                  <a:pt x="183851" y="86694"/>
                </a:cubicBezTo>
                <a:cubicBezTo>
                  <a:pt x="180197" y="86261"/>
                  <a:pt x="178910" y="87403"/>
                  <a:pt x="179447" y="90600"/>
                </a:cubicBezTo>
                <a:cubicBezTo>
                  <a:pt x="179864" y="93084"/>
                  <a:pt x="178915" y="95117"/>
                  <a:pt x="177337" y="95117"/>
                </a:cubicBezTo>
                <a:cubicBezTo>
                  <a:pt x="175731" y="95117"/>
                  <a:pt x="175129" y="97199"/>
                  <a:pt x="175970" y="99847"/>
                </a:cubicBezTo>
                <a:cubicBezTo>
                  <a:pt x="176899" y="102775"/>
                  <a:pt x="175493" y="106367"/>
                  <a:pt x="172279" y="109275"/>
                </a:cubicBezTo>
                <a:cubicBezTo>
                  <a:pt x="169424" y="111859"/>
                  <a:pt x="165130" y="120185"/>
                  <a:pt x="162736" y="127778"/>
                </a:cubicBezTo>
                <a:cubicBezTo>
                  <a:pt x="160343" y="135371"/>
                  <a:pt x="156854" y="141584"/>
                  <a:pt x="154984" y="141584"/>
                </a:cubicBezTo>
                <a:cubicBezTo>
                  <a:pt x="149300" y="141584"/>
                  <a:pt x="151188" y="148854"/>
                  <a:pt x="157382" y="150820"/>
                </a:cubicBezTo>
                <a:cubicBezTo>
                  <a:pt x="160571" y="151832"/>
                  <a:pt x="164451" y="154398"/>
                  <a:pt x="166003" y="156522"/>
                </a:cubicBezTo>
                <a:cubicBezTo>
                  <a:pt x="168191" y="159513"/>
                  <a:pt x="171101" y="159898"/>
                  <a:pt x="178921" y="158229"/>
                </a:cubicBezTo>
                <a:cubicBezTo>
                  <a:pt x="184472" y="157045"/>
                  <a:pt x="194242" y="155975"/>
                  <a:pt x="200631" y="155851"/>
                </a:cubicBezTo>
                <a:cubicBezTo>
                  <a:pt x="239506" y="155102"/>
                  <a:pt x="240586" y="154881"/>
                  <a:pt x="253127" y="145110"/>
                </a:cubicBezTo>
                <a:cubicBezTo>
                  <a:pt x="266671" y="134558"/>
                  <a:pt x="268972" y="125175"/>
                  <a:pt x="260004" y="117060"/>
                </a:cubicBezTo>
                <a:cubicBezTo>
                  <a:pt x="253254" y="110951"/>
                  <a:pt x="253492" y="108529"/>
                  <a:pt x="261186" y="105023"/>
                </a:cubicBezTo>
                <a:cubicBezTo>
                  <a:pt x="266361" y="102665"/>
                  <a:pt x="269974" y="103183"/>
                  <a:pt x="280779" y="107831"/>
                </a:cubicBezTo>
                <a:cubicBezTo>
                  <a:pt x="296129" y="114435"/>
                  <a:pt x="303140" y="113127"/>
                  <a:pt x="316123" y="101238"/>
                </a:cubicBezTo>
                <a:cubicBezTo>
                  <a:pt x="320574" y="97162"/>
                  <a:pt x="327915" y="90541"/>
                  <a:pt x="332436" y="86525"/>
                </a:cubicBezTo>
                <a:lnTo>
                  <a:pt x="340656" y="79224"/>
                </a:lnTo>
                <a:lnTo>
                  <a:pt x="348855" y="87171"/>
                </a:lnTo>
                <a:cubicBezTo>
                  <a:pt x="353365" y="91541"/>
                  <a:pt x="358951" y="95117"/>
                  <a:pt x="361269" y="95117"/>
                </a:cubicBezTo>
                <a:cubicBezTo>
                  <a:pt x="364761" y="95117"/>
                  <a:pt x="365087" y="96499"/>
                  <a:pt x="363171" y="103178"/>
                </a:cubicBezTo>
                <a:cubicBezTo>
                  <a:pt x="361900" y="107612"/>
                  <a:pt x="358803" y="114292"/>
                  <a:pt x="356290" y="118022"/>
                </a:cubicBezTo>
                <a:cubicBezTo>
                  <a:pt x="353286" y="122482"/>
                  <a:pt x="351997" y="128425"/>
                  <a:pt x="352528" y="135380"/>
                </a:cubicBezTo>
                <a:cubicBezTo>
                  <a:pt x="353262" y="145010"/>
                  <a:pt x="352644" y="146241"/>
                  <a:pt x="345616" y="149152"/>
                </a:cubicBezTo>
                <a:cubicBezTo>
                  <a:pt x="341239" y="150965"/>
                  <a:pt x="337248" y="154934"/>
                  <a:pt x="336399" y="158318"/>
                </a:cubicBezTo>
                <a:cubicBezTo>
                  <a:pt x="335575" y="161601"/>
                  <a:pt x="330673" y="169343"/>
                  <a:pt x="325505" y="175523"/>
                </a:cubicBezTo>
                <a:cubicBezTo>
                  <a:pt x="311850" y="191852"/>
                  <a:pt x="310247" y="196441"/>
                  <a:pt x="315430" y="204352"/>
                </a:cubicBezTo>
                <a:cubicBezTo>
                  <a:pt x="319567" y="210666"/>
                  <a:pt x="319502" y="211324"/>
                  <a:pt x="313994" y="218773"/>
                </a:cubicBezTo>
                <a:cubicBezTo>
                  <a:pt x="309522" y="224822"/>
                  <a:pt x="305556" y="226939"/>
                  <a:pt x="296375" y="228175"/>
                </a:cubicBezTo>
                <a:cubicBezTo>
                  <a:pt x="280209" y="230353"/>
                  <a:pt x="268738" y="234086"/>
                  <a:pt x="265231" y="238311"/>
                </a:cubicBezTo>
                <a:cubicBezTo>
                  <a:pt x="263619" y="240253"/>
                  <a:pt x="254493" y="243158"/>
                  <a:pt x="244951" y="244768"/>
                </a:cubicBezTo>
                <a:cubicBezTo>
                  <a:pt x="224827" y="248162"/>
                  <a:pt x="223542" y="248854"/>
                  <a:pt x="219261" y="258588"/>
                </a:cubicBezTo>
                <a:cubicBezTo>
                  <a:pt x="215450" y="267254"/>
                  <a:pt x="216976" y="270661"/>
                  <a:pt x="224662" y="270643"/>
                </a:cubicBezTo>
                <a:cubicBezTo>
                  <a:pt x="227772" y="270636"/>
                  <a:pt x="235733" y="272571"/>
                  <a:pt x="242353" y="274944"/>
                </a:cubicBezTo>
                <a:cubicBezTo>
                  <a:pt x="253677" y="279002"/>
                  <a:pt x="254241" y="279644"/>
                  <a:pt x="251900" y="285801"/>
                </a:cubicBezTo>
                <a:cubicBezTo>
                  <a:pt x="250237" y="290175"/>
                  <a:pt x="250396" y="296447"/>
                  <a:pt x="252381" y="304719"/>
                </a:cubicBezTo>
                <a:cubicBezTo>
                  <a:pt x="255038" y="315794"/>
                  <a:pt x="255971" y="316937"/>
                  <a:pt x="261267" y="315608"/>
                </a:cubicBezTo>
                <a:cubicBezTo>
                  <a:pt x="264522" y="314791"/>
                  <a:pt x="267946" y="315353"/>
                  <a:pt x="268876" y="316858"/>
                </a:cubicBezTo>
                <a:cubicBezTo>
                  <a:pt x="271618" y="321295"/>
                  <a:pt x="260047" y="334538"/>
                  <a:pt x="252027" y="336142"/>
                </a:cubicBezTo>
                <a:cubicBezTo>
                  <a:pt x="247958" y="336956"/>
                  <a:pt x="238159" y="342892"/>
                  <a:pt x="230251" y="349333"/>
                </a:cubicBezTo>
                <a:cubicBezTo>
                  <a:pt x="219279" y="358270"/>
                  <a:pt x="214445" y="360685"/>
                  <a:pt x="209844" y="359530"/>
                </a:cubicBezTo>
                <a:cubicBezTo>
                  <a:pt x="206527" y="358698"/>
                  <a:pt x="199613" y="359176"/>
                  <a:pt x="194478" y="360594"/>
                </a:cubicBezTo>
                <a:cubicBezTo>
                  <a:pt x="186278" y="362858"/>
                  <a:pt x="185142" y="362612"/>
                  <a:pt x="185142" y="358570"/>
                </a:cubicBezTo>
                <a:close/>
              </a:path>
            </a:pathLst>
          </a:custGeom>
          <a:solidFill>
            <a:srgbClr val="B9B9B9"/>
          </a:solidFill>
          <a:ln w="5163" cap="flat">
            <a:noFill/>
            <a:prstDash val="solid"/>
            <a:miter/>
          </a:ln>
        </p:spPr>
        <p:txBody>
          <a:bodyPr/>
          <a:lstStyle/>
          <a:p>
            <a:endParaRPr lang="es-419" noProof="0" dirty="0"/>
          </a:p>
        </p:txBody>
      </p:sp>
      <p:sp>
        <p:nvSpPr>
          <p:cNvPr id="46" name="Forma libre: forma 45">
            <a:extLst>
              <a:ext uri="{FF2B5EF4-FFF2-40B4-BE49-F238E27FC236}">
                <a16:creationId xmlns:a16="http://schemas.microsoft.com/office/drawing/2014/main" id="{3EABEF69-34A7-A51D-19FA-703754B550E3}"/>
              </a:ext>
            </a:extLst>
          </p:cNvPr>
          <p:cNvSpPr/>
          <p:nvPr/>
        </p:nvSpPr>
        <p:spPr>
          <a:xfrm>
            <a:off x="1331227" y="2128697"/>
            <a:ext cx="198884" cy="167193"/>
          </a:xfrm>
          <a:custGeom>
            <a:avLst/>
            <a:gdLst>
              <a:gd name="csX0" fmla="*/ 102761 w 198884"/>
              <a:gd name="csY0" fmla="*/ 161938 h 167193"/>
              <a:gd name="csX1" fmla="*/ 88269 w 198884"/>
              <a:gd name="csY1" fmla="*/ 157454 h 167193"/>
              <a:gd name="csX2" fmla="*/ 69481 w 198884"/>
              <a:gd name="csY2" fmla="*/ 161146 h 167193"/>
              <a:gd name="csX3" fmla="*/ 60039 w 198884"/>
              <a:gd name="csY3" fmla="*/ 160242 h 167193"/>
              <a:gd name="csX4" fmla="*/ 55236 w 198884"/>
              <a:gd name="csY4" fmla="*/ 148107 h 167193"/>
              <a:gd name="csX5" fmla="*/ 50480 w 198884"/>
              <a:gd name="csY5" fmla="*/ 138608 h 167193"/>
              <a:gd name="csX6" fmla="*/ 28907 w 198884"/>
              <a:gd name="csY6" fmla="*/ 140363 h 167193"/>
              <a:gd name="csX7" fmla="*/ 11289 w 198884"/>
              <a:gd name="csY7" fmla="*/ 137781 h 167193"/>
              <a:gd name="csX8" fmla="*/ 6827 w 198884"/>
              <a:gd name="csY8" fmla="*/ 131288 h 167193"/>
              <a:gd name="csX9" fmla="*/ 1775 w 198884"/>
              <a:gd name="csY9" fmla="*/ 129012 h 167193"/>
              <a:gd name="csX10" fmla="*/ 4158 w 198884"/>
              <a:gd name="csY10" fmla="*/ 118778 h 167193"/>
              <a:gd name="csX11" fmla="*/ 5752 w 198884"/>
              <a:gd name="csY11" fmla="*/ 106007 h 167193"/>
              <a:gd name="csX12" fmla="*/ 11789 w 198884"/>
              <a:gd name="csY12" fmla="*/ 81269 h 167193"/>
              <a:gd name="csX13" fmla="*/ 23630 w 198884"/>
              <a:gd name="csY13" fmla="*/ 62821 h 167193"/>
              <a:gd name="csX14" fmla="*/ 32410 w 198884"/>
              <a:gd name="csY14" fmla="*/ 53884 h 167193"/>
              <a:gd name="csX15" fmla="*/ 41084 w 198884"/>
              <a:gd name="csY15" fmla="*/ 33929 h 167193"/>
              <a:gd name="csX16" fmla="*/ 44790 w 198884"/>
              <a:gd name="csY16" fmla="*/ 21065 h 167193"/>
              <a:gd name="csX17" fmla="*/ 50866 w 198884"/>
              <a:gd name="csY17" fmla="*/ 7384 h 167193"/>
              <a:gd name="csX18" fmla="*/ 69085 w 198884"/>
              <a:gd name="csY18" fmla="*/ 3371 h 167193"/>
              <a:gd name="csX19" fmla="*/ 83968 w 198884"/>
              <a:gd name="csY19" fmla="*/ 7430 h 167193"/>
              <a:gd name="csX20" fmla="*/ 103250 w 198884"/>
              <a:gd name="csY20" fmla="*/ 16788 h 167193"/>
              <a:gd name="csX21" fmla="*/ 120904 w 198884"/>
              <a:gd name="csY21" fmla="*/ 28277 h 167193"/>
              <a:gd name="csX22" fmla="*/ 134887 w 198884"/>
              <a:gd name="csY22" fmla="*/ 23438 h 167193"/>
              <a:gd name="csX23" fmla="*/ 159058 w 198884"/>
              <a:gd name="csY23" fmla="*/ 20032 h 167193"/>
              <a:gd name="csX24" fmla="*/ 176483 w 198884"/>
              <a:gd name="csY24" fmla="*/ 28515 h 167193"/>
              <a:gd name="csX25" fmla="*/ 192460 w 198884"/>
              <a:gd name="csY25" fmla="*/ 37014 h 167193"/>
              <a:gd name="csX26" fmla="*/ 196332 w 198884"/>
              <a:gd name="csY26" fmla="*/ 44480 h 167193"/>
              <a:gd name="csX27" fmla="*/ 196153 w 198884"/>
              <a:gd name="csY27" fmla="*/ 52404 h 167193"/>
              <a:gd name="csX28" fmla="*/ 187288 w 198884"/>
              <a:gd name="csY28" fmla="*/ 53879 h 167193"/>
              <a:gd name="csX29" fmla="*/ 174390 w 198884"/>
              <a:gd name="csY29" fmla="*/ 56149 h 167193"/>
              <a:gd name="csX30" fmla="*/ 170518 w 198884"/>
              <a:gd name="csY30" fmla="*/ 64210 h 167193"/>
              <a:gd name="csX31" fmla="*/ 166645 w 198884"/>
              <a:gd name="csY31" fmla="*/ 72206 h 167193"/>
              <a:gd name="csX32" fmla="*/ 158901 w 198884"/>
              <a:gd name="csY32" fmla="*/ 75439 h 167193"/>
              <a:gd name="csX33" fmla="*/ 151157 w 198884"/>
              <a:gd name="csY33" fmla="*/ 76992 h 167193"/>
              <a:gd name="csX34" fmla="*/ 142182 w 198884"/>
              <a:gd name="csY34" fmla="*/ 79321 h 167193"/>
              <a:gd name="csX35" fmla="*/ 127056 w 198884"/>
              <a:gd name="csY35" fmla="*/ 97769 h 167193"/>
              <a:gd name="csX36" fmla="*/ 130544 w 198884"/>
              <a:gd name="csY36" fmla="*/ 109385 h 167193"/>
              <a:gd name="csX37" fmla="*/ 134269 w 198884"/>
              <a:gd name="csY37" fmla="*/ 120288 h 167193"/>
              <a:gd name="csX38" fmla="*/ 148765 w 198884"/>
              <a:gd name="csY38" fmla="*/ 140043 h 167193"/>
              <a:gd name="csX39" fmla="*/ 155377 w 198884"/>
              <a:gd name="csY39" fmla="*/ 157142 h 167193"/>
              <a:gd name="csX40" fmla="*/ 143045 w 198884"/>
              <a:gd name="csY40" fmla="*/ 162040 h 167193"/>
              <a:gd name="csX41" fmla="*/ 102761 w 198884"/>
              <a:gd name="csY41" fmla="*/ 161938 h 167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Lst>
            <a:rect l="l" t="t" r="r" b="b"/>
            <a:pathLst>
              <a:path w="198884" h="167193">
                <a:moveTo>
                  <a:pt x="102761" y="161938"/>
                </a:moveTo>
                <a:cubicBezTo>
                  <a:pt x="101767" y="158136"/>
                  <a:pt x="99022" y="157287"/>
                  <a:pt x="88269" y="157454"/>
                </a:cubicBezTo>
                <a:cubicBezTo>
                  <a:pt x="80973" y="157567"/>
                  <a:pt x="72518" y="159228"/>
                  <a:pt x="69481" y="161146"/>
                </a:cubicBezTo>
                <a:cubicBezTo>
                  <a:pt x="64710" y="164157"/>
                  <a:pt x="63423" y="164033"/>
                  <a:pt x="60039" y="160242"/>
                </a:cubicBezTo>
                <a:cubicBezTo>
                  <a:pt x="57884" y="157827"/>
                  <a:pt x="55723" y="152366"/>
                  <a:pt x="55236" y="148107"/>
                </a:cubicBezTo>
                <a:cubicBezTo>
                  <a:pt x="54750" y="143848"/>
                  <a:pt x="52610" y="139573"/>
                  <a:pt x="50480" y="138608"/>
                </a:cubicBezTo>
                <a:cubicBezTo>
                  <a:pt x="43634" y="135506"/>
                  <a:pt x="32890" y="136379"/>
                  <a:pt x="28907" y="140363"/>
                </a:cubicBezTo>
                <a:cubicBezTo>
                  <a:pt x="22942" y="146328"/>
                  <a:pt x="14628" y="145109"/>
                  <a:pt x="11289" y="137781"/>
                </a:cubicBezTo>
                <a:cubicBezTo>
                  <a:pt x="9671" y="134232"/>
                  <a:pt x="7664" y="131310"/>
                  <a:pt x="6827" y="131288"/>
                </a:cubicBezTo>
                <a:cubicBezTo>
                  <a:pt x="5990" y="131266"/>
                  <a:pt x="3716" y="130242"/>
                  <a:pt x="1775" y="129012"/>
                </a:cubicBezTo>
                <a:cubicBezTo>
                  <a:pt x="-1083" y="127202"/>
                  <a:pt x="-629" y="125253"/>
                  <a:pt x="4158" y="118778"/>
                </a:cubicBezTo>
                <a:cubicBezTo>
                  <a:pt x="9713" y="111264"/>
                  <a:pt x="9810" y="110491"/>
                  <a:pt x="5752" y="106007"/>
                </a:cubicBezTo>
                <a:cubicBezTo>
                  <a:pt x="-610" y="98977"/>
                  <a:pt x="325" y="95142"/>
                  <a:pt x="11789" y="81269"/>
                </a:cubicBezTo>
                <a:cubicBezTo>
                  <a:pt x="17485" y="74376"/>
                  <a:pt x="22814" y="66074"/>
                  <a:pt x="23630" y="62821"/>
                </a:cubicBezTo>
                <a:cubicBezTo>
                  <a:pt x="24447" y="59568"/>
                  <a:pt x="28398" y="55546"/>
                  <a:pt x="32410" y="53884"/>
                </a:cubicBezTo>
                <a:cubicBezTo>
                  <a:pt x="40181" y="50665"/>
                  <a:pt x="43478" y="43081"/>
                  <a:pt x="41084" y="33929"/>
                </a:cubicBezTo>
                <a:cubicBezTo>
                  <a:pt x="40186" y="30493"/>
                  <a:pt x="41619" y="25519"/>
                  <a:pt x="44790" y="21065"/>
                </a:cubicBezTo>
                <a:cubicBezTo>
                  <a:pt x="47634" y="17072"/>
                  <a:pt x="50368" y="10915"/>
                  <a:pt x="50866" y="7384"/>
                </a:cubicBezTo>
                <a:cubicBezTo>
                  <a:pt x="51978" y="-503"/>
                  <a:pt x="60785" y="-2442"/>
                  <a:pt x="69085" y="3371"/>
                </a:cubicBezTo>
                <a:cubicBezTo>
                  <a:pt x="72262" y="5597"/>
                  <a:pt x="78960" y="7424"/>
                  <a:pt x="83968" y="7430"/>
                </a:cubicBezTo>
                <a:cubicBezTo>
                  <a:pt x="90827" y="7440"/>
                  <a:pt x="95585" y="9748"/>
                  <a:pt x="103250" y="16788"/>
                </a:cubicBezTo>
                <a:cubicBezTo>
                  <a:pt x="108847" y="21927"/>
                  <a:pt x="116791" y="27098"/>
                  <a:pt x="120904" y="28277"/>
                </a:cubicBezTo>
                <a:cubicBezTo>
                  <a:pt x="127215" y="30087"/>
                  <a:pt x="129398" y="29332"/>
                  <a:pt x="134887" y="23438"/>
                </a:cubicBezTo>
                <a:cubicBezTo>
                  <a:pt x="142030" y="15767"/>
                  <a:pt x="156507" y="13727"/>
                  <a:pt x="159058" y="20032"/>
                </a:cubicBezTo>
                <a:cubicBezTo>
                  <a:pt x="159855" y="22000"/>
                  <a:pt x="167696" y="25818"/>
                  <a:pt x="176483" y="28515"/>
                </a:cubicBezTo>
                <a:cubicBezTo>
                  <a:pt x="186066" y="31457"/>
                  <a:pt x="192460" y="34858"/>
                  <a:pt x="192460" y="37014"/>
                </a:cubicBezTo>
                <a:cubicBezTo>
                  <a:pt x="192460" y="38991"/>
                  <a:pt x="194203" y="42351"/>
                  <a:pt x="196332" y="44480"/>
                </a:cubicBezTo>
                <a:cubicBezTo>
                  <a:pt x="199774" y="47922"/>
                  <a:pt x="199754" y="48803"/>
                  <a:pt x="196153" y="52404"/>
                </a:cubicBezTo>
                <a:cubicBezTo>
                  <a:pt x="193159" y="55398"/>
                  <a:pt x="190845" y="55783"/>
                  <a:pt x="187288" y="53879"/>
                </a:cubicBezTo>
                <a:cubicBezTo>
                  <a:pt x="179800" y="49872"/>
                  <a:pt x="174390" y="50824"/>
                  <a:pt x="174390" y="56149"/>
                </a:cubicBezTo>
                <a:cubicBezTo>
                  <a:pt x="174390" y="58815"/>
                  <a:pt x="172647" y="62442"/>
                  <a:pt x="170518" y="64210"/>
                </a:cubicBezTo>
                <a:cubicBezTo>
                  <a:pt x="168388" y="65977"/>
                  <a:pt x="166645" y="69575"/>
                  <a:pt x="166645" y="72206"/>
                </a:cubicBezTo>
                <a:cubicBezTo>
                  <a:pt x="166645" y="76143"/>
                  <a:pt x="165276" y="76714"/>
                  <a:pt x="158901" y="75439"/>
                </a:cubicBezTo>
                <a:cubicBezTo>
                  <a:pt x="153734" y="74406"/>
                  <a:pt x="151157" y="74922"/>
                  <a:pt x="151157" y="76992"/>
                </a:cubicBezTo>
                <a:cubicBezTo>
                  <a:pt x="151157" y="78961"/>
                  <a:pt x="147877" y="79812"/>
                  <a:pt x="142182" y="79321"/>
                </a:cubicBezTo>
                <a:cubicBezTo>
                  <a:pt x="130428" y="78308"/>
                  <a:pt x="124889" y="85064"/>
                  <a:pt x="127056" y="97769"/>
                </a:cubicBezTo>
                <a:cubicBezTo>
                  <a:pt x="127904" y="102738"/>
                  <a:pt x="129473" y="107965"/>
                  <a:pt x="130544" y="109385"/>
                </a:cubicBezTo>
                <a:cubicBezTo>
                  <a:pt x="131614" y="110805"/>
                  <a:pt x="133291" y="115711"/>
                  <a:pt x="134269" y="120288"/>
                </a:cubicBezTo>
                <a:cubicBezTo>
                  <a:pt x="135415" y="125645"/>
                  <a:pt x="140578" y="132682"/>
                  <a:pt x="148765" y="140043"/>
                </a:cubicBezTo>
                <a:cubicBezTo>
                  <a:pt x="162833" y="152691"/>
                  <a:pt x="164554" y="157142"/>
                  <a:pt x="155377" y="157142"/>
                </a:cubicBezTo>
                <a:cubicBezTo>
                  <a:pt x="152019" y="157142"/>
                  <a:pt x="146470" y="159346"/>
                  <a:pt x="143045" y="162040"/>
                </a:cubicBezTo>
                <a:cubicBezTo>
                  <a:pt x="134241" y="168966"/>
                  <a:pt x="104579" y="168891"/>
                  <a:pt x="102761" y="161938"/>
                </a:cubicBezTo>
                <a:close/>
              </a:path>
            </a:pathLst>
          </a:custGeom>
          <a:solidFill>
            <a:srgbClr val="B9B9B9"/>
          </a:solidFill>
          <a:ln w="5163" cap="flat">
            <a:noFill/>
            <a:prstDash val="solid"/>
            <a:miter/>
          </a:ln>
        </p:spPr>
        <p:txBody>
          <a:bodyPr/>
          <a:lstStyle/>
          <a:p>
            <a:endParaRPr lang="es-419" noProof="0" dirty="0"/>
          </a:p>
        </p:txBody>
      </p:sp>
      <p:sp>
        <p:nvSpPr>
          <p:cNvPr id="47" name="Forma libre: forma 46">
            <a:extLst>
              <a:ext uri="{FF2B5EF4-FFF2-40B4-BE49-F238E27FC236}">
                <a16:creationId xmlns:a16="http://schemas.microsoft.com/office/drawing/2014/main" id="{5219592D-58F9-A306-866E-6007CCFC3DEA}"/>
              </a:ext>
            </a:extLst>
          </p:cNvPr>
          <p:cNvSpPr/>
          <p:nvPr/>
        </p:nvSpPr>
        <p:spPr>
          <a:xfrm>
            <a:off x="1461542" y="2144566"/>
            <a:ext cx="129500" cy="144710"/>
          </a:xfrm>
          <a:custGeom>
            <a:avLst/>
            <a:gdLst>
              <a:gd name="csX0" fmla="*/ 39451 w 129500"/>
              <a:gd name="csY0" fmla="*/ 143362 h 144710"/>
              <a:gd name="csX1" fmla="*/ 36297 w 129500"/>
              <a:gd name="csY1" fmla="*/ 137530 h 144710"/>
              <a:gd name="csX2" fmla="*/ 22310 w 129500"/>
              <a:gd name="csY2" fmla="*/ 122582 h 144710"/>
              <a:gd name="csX3" fmla="*/ 6555 w 129500"/>
              <a:gd name="csY3" fmla="*/ 101930 h 144710"/>
              <a:gd name="csX4" fmla="*/ 2723 w 129500"/>
              <a:gd name="csY4" fmla="*/ 90935 h 144710"/>
              <a:gd name="csX5" fmla="*/ 1214 w 129500"/>
              <a:gd name="csY5" fmla="*/ 71343 h 144710"/>
              <a:gd name="csX6" fmla="*/ 12550 w 129500"/>
              <a:gd name="csY6" fmla="*/ 66880 h 144710"/>
              <a:gd name="csX7" fmla="*/ 22940 w 129500"/>
              <a:gd name="csY7" fmla="*/ 63986 h 144710"/>
              <a:gd name="csX8" fmla="*/ 31348 w 129500"/>
              <a:gd name="csY8" fmla="*/ 62963 h 144710"/>
              <a:gd name="csX9" fmla="*/ 38911 w 129500"/>
              <a:gd name="csY9" fmla="*/ 59306 h 144710"/>
              <a:gd name="csX10" fmla="*/ 42783 w 129500"/>
              <a:gd name="csY10" fmla="*/ 50923 h 144710"/>
              <a:gd name="csX11" fmla="*/ 46656 w 129500"/>
              <a:gd name="csY11" fmla="*/ 42586 h 144710"/>
              <a:gd name="csX12" fmla="*/ 51173 w 129500"/>
              <a:gd name="csY12" fmla="*/ 39323 h 144710"/>
              <a:gd name="csX13" fmla="*/ 69566 w 129500"/>
              <a:gd name="csY13" fmla="*/ 37767 h 144710"/>
              <a:gd name="csX14" fmla="*/ 69872 w 129500"/>
              <a:gd name="csY14" fmla="*/ 27120 h 144710"/>
              <a:gd name="csX15" fmla="*/ 67231 w 129500"/>
              <a:gd name="csY15" fmla="*/ 13692 h 144710"/>
              <a:gd name="csX16" fmla="*/ 69736 w 129500"/>
              <a:gd name="csY16" fmla="*/ 7102 h 144710"/>
              <a:gd name="csX17" fmla="*/ 81814 w 129500"/>
              <a:gd name="csY17" fmla="*/ 13524 h 144710"/>
              <a:gd name="csX18" fmla="*/ 100866 w 129500"/>
              <a:gd name="csY18" fmla="*/ 15068 h 144710"/>
              <a:gd name="csX19" fmla="*/ 113355 w 129500"/>
              <a:gd name="csY19" fmla="*/ 326 h 144710"/>
              <a:gd name="csX20" fmla="*/ 116355 w 129500"/>
              <a:gd name="csY20" fmla="*/ 6085 h 144710"/>
              <a:gd name="csX21" fmla="*/ 122928 w 129500"/>
              <a:gd name="csY21" fmla="*/ 21207 h 144710"/>
              <a:gd name="csX22" fmla="*/ 129501 w 129500"/>
              <a:gd name="csY22" fmla="*/ 32422 h 144710"/>
              <a:gd name="csX23" fmla="*/ 122289 w 129500"/>
              <a:gd name="csY23" fmla="*/ 39110 h 144710"/>
              <a:gd name="csX24" fmla="*/ 114210 w 129500"/>
              <a:gd name="csY24" fmla="*/ 43197 h 144710"/>
              <a:gd name="csX25" fmla="*/ 100996 w 129500"/>
              <a:gd name="csY25" fmla="*/ 50277 h 144710"/>
              <a:gd name="csX26" fmla="*/ 91480 w 129500"/>
              <a:gd name="csY26" fmla="*/ 69527 h 144710"/>
              <a:gd name="csX27" fmla="*/ 86825 w 129500"/>
              <a:gd name="csY27" fmla="*/ 82667 h 144710"/>
              <a:gd name="csX28" fmla="*/ 75170 w 129500"/>
              <a:gd name="csY28" fmla="*/ 92424 h 144710"/>
              <a:gd name="csX29" fmla="*/ 62144 w 129500"/>
              <a:gd name="csY29" fmla="*/ 108405 h 144710"/>
              <a:gd name="csX30" fmla="*/ 58272 w 129500"/>
              <a:gd name="csY30" fmla="*/ 119688 h 144710"/>
              <a:gd name="csX31" fmla="*/ 54400 w 129500"/>
              <a:gd name="csY31" fmla="*/ 127352 h 144710"/>
              <a:gd name="csX32" fmla="*/ 52416 w 129500"/>
              <a:gd name="csY32" fmla="*/ 133529 h 144710"/>
              <a:gd name="csX33" fmla="*/ 46503 w 129500"/>
              <a:gd name="csY33" fmla="*/ 140006 h 144710"/>
              <a:gd name="csX34" fmla="*/ 39451 w 129500"/>
              <a:gd name="csY34" fmla="*/ 143362 h 1447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129500" h="144710">
                <a:moveTo>
                  <a:pt x="39451" y="143362"/>
                </a:moveTo>
                <a:cubicBezTo>
                  <a:pt x="37734" y="141645"/>
                  <a:pt x="36315" y="139021"/>
                  <a:pt x="36297" y="137530"/>
                </a:cubicBezTo>
                <a:cubicBezTo>
                  <a:pt x="36279" y="136040"/>
                  <a:pt x="29985" y="129313"/>
                  <a:pt x="22310" y="122582"/>
                </a:cubicBezTo>
                <a:cubicBezTo>
                  <a:pt x="12868" y="114302"/>
                  <a:pt x="7773" y="107623"/>
                  <a:pt x="6555" y="101930"/>
                </a:cubicBezTo>
                <a:cubicBezTo>
                  <a:pt x="5566" y="97303"/>
                  <a:pt x="3842" y="92355"/>
                  <a:pt x="2723" y="90935"/>
                </a:cubicBezTo>
                <a:cubicBezTo>
                  <a:pt x="-91" y="87360"/>
                  <a:pt x="-945" y="76286"/>
                  <a:pt x="1214" y="71343"/>
                </a:cubicBezTo>
                <a:cubicBezTo>
                  <a:pt x="2338" y="68767"/>
                  <a:pt x="6560" y="67105"/>
                  <a:pt x="12550" y="66880"/>
                </a:cubicBezTo>
                <a:cubicBezTo>
                  <a:pt x="17800" y="66683"/>
                  <a:pt x="22476" y="65380"/>
                  <a:pt x="22940" y="63986"/>
                </a:cubicBezTo>
                <a:cubicBezTo>
                  <a:pt x="23405" y="62591"/>
                  <a:pt x="27189" y="62131"/>
                  <a:pt x="31348" y="62963"/>
                </a:cubicBezTo>
                <a:cubicBezTo>
                  <a:pt x="37697" y="64232"/>
                  <a:pt x="38911" y="63645"/>
                  <a:pt x="38911" y="59306"/>
                </a:cubicBezTo>
                <a:cubicBezTo>
                  <a:pt x="38911" y="56463"/>
                  <a:pt x="40654" y="52690"/>
                  <a:pt x="42783" y="50923"/>
                </a:cubicBezTo>
                <a:cubicBezTo>
                  <a:pt x="44913" y="49155"/>
                  <a:pt x="46656" y="45404"/>
                  <a:pt x="46656" y="42586"/>
                </a:cubicBezTo>
                <a:cubicBezTo>
                  <a:pt x="46656" y="38720"/>
                  <a:pt x="47764" y="37919"/>
                  <a:pt x="51173" y="39323"/>
                </a:cubicBezTo>
                <a:cubicBezTo>
                  <a:pt x="61512" y="43579"/>
                  <a:pt x="64377" y="43337"/>
                  <a:pt x="69566" y="37767"/>
                </a:cubicBezTo>
                <a:cubicBezTo>
                  <a:pt x="75009" y="31925"/>
                  <a:pt x="75010" y="31906"/>
                  <a:pt x="69872" y="27120"/>
                </a:cubicBezTo>
                <a:cubicBezTo>
                  <a:pt x="63882" y="21540"/>
                  <a:pt x="64007" y="22172"/>
                  <a:pt x="67231" y="13692"/>
                </a:cubicBezTo>
                <a:lnTo>
                  <a:pt x="69736" y="7102"/>
                </a:lnTo>
                <a:lnTo>
                  <a:pt x="81814" y="13524"/>
                </a:lnTo>
                <a:cubicBezTo>
                  <a:pt x="96277" y="21214"/>
                  <a:pt x="100866" y="21586"/>
                  <a:pt x="100866" y="15068"/>
                </a:cubicBezTo>
                <a:cubicBezTo>
                  <a:pt x="100866" y="8386"/>
                  <a:pt x="109640" y="-1970"/>
                  <a:pt x="113355" y="326"/>
                </a:cubicBezTo>
                <a:cubicBezTo>
                  <a:pt x="115005" y="1346"/>
                  <a:pt x="116355" y="3937"/>
                  <a:pt x="116355" y="6085"/>
                </a:cubicBezTo>
                <a:cubicBezTo>
                  <a:pt x="116355" y="8233"/>
                  <a:pt x="119313" y="15038"/>
                  <a:pt x="122928" y="21207"/>
                </a:cubicBezTo>
                <a:lnTo>
                  <a:pt x="129501" y="32422"/>
                </a:lnTo>
                <a:lnTo>
                  <a:pt x="122289" y="39110"/>
                </a:lnTo>
                <a:cubicBezTo>
                  <a:pt x="118322" y="42788"/>
                  <a:pt x="114687" y="44627"/>
                  <a:pt x="114210" y="43197"/>
                </a:cubicBezTo>
                <a:cubicBezTo>
                  <a:pt x="112111" y="36901"/>
                  <a:pt x="104310" y="41081"/>
                  <a:pt x="100996" y="50277"/>
                </a:cubicBezTo>
                <a:cubicBezTo>
                  <a:pt x="99077" y="55602"/>
                  <a:pt x="94795" y="64264"/>
                  <a:pt x="91480" y="69527"/>
                </a:cubicBezTo>
                <a:cubicBezTo>
                  <a:pt x="88166" y="74789"/>
                  <a:pt x="86071" y="80703"/>
                  <a:pt x="86825" y="82667"/>
                </a:cubicBezTo>
                <a:cubicBezTo>
                  <a:pt x="87734" y="85037"/>
                  <a:pt x="83812" y="88321"/>
                  <a:pt x="75170" y="92424"/>
                </a:cubicBezTo>
                <a:cubicBezTo>
                  <a:pt x="62898" y="98250"/>
                  <a:pt x="62144" y="99174"/>
                  <a:pt x="62144" y="108405"/>
                </a:cubicBezTo>
                <a:cubicBezTo>
                  <a:pt x="62144" y="114732"/>
                  <a:pt x="60773" y="118729"/>
                  <a:pt x="58272" y="119688"/>
                </a:cubicBezTo>
                <a:cubicBezTo>
                  <a:pt x="56143" y="120506"/>
                  <a:pt x="54400" y="123954"/>
                  <a:pt x="54400" y="127352"/>
                </a:cubicBezTo>
                <a:cubicBezTo>
                  <a:pt x="54400" y="130749"/>
                  <a:pt x="53507" y="133529"/>
                  <a:pt x="52416" y="133529"/>
                </a:cubicBezTo>
                <a:cubicBezTo>
                  <a:pt x="51325" y="133529"/>
                  <a:pt x="48664" y="136444"/>
                  <a:pt x="46503" y="140006"/>
                </a:cubicBezTo>
                <a:cubicBezTo>
                  <a:pt x="43429" y="145071"/>
                  <a:pt x="41892" y="145803"/>
                  <a:pt x="39451" y="143362"/>
                </a:cubicBezTo>
                <a:close/>
              </a:path>
            </a:pathLst>
          </a:custGeom>
          <a:solidFill>
            <a:srgbClr val="B9B9B9"/>
          </a:solidFill>
          <a:ln w="5163" cap="flat">
            <a:noFill/>
            <a:prstDash val="solid"/>
            <a:miter/>
          </a:ln>
        </p:spPr>
        <p:txBody>
          <a:bodyPr/>
          <a:lstStyle/>
          <a:p>
            <a:endParaRPr lang="es-419" noProof="0" dirty="0"/>
          </a:p>
        </p:txBody>
      </p:sp>
      <p:sp>
        <p:nvSpPr>
          <p:cNvPr id="48" name="Forma libre: forma 47">
            <a:extLst>
              <a:ext uri="{FF2B5EF4-FFF2-40B4-BE49-F238E27FC236}">
                <a16:creationId xmlns:a16="http://schemas.microsoft.com/office/drawing/2014/main" id="{03DD1402-AF60-A5C3-6A46-5894608192CE}"/>
              </a:ext>
            </a:extLst>
          </p:cNvPr>
          <p:cNvSpPr/>
          <p:nvPr/>
        </p:nvSpPr>
        <p:spPr>
          <a:xfrm>
            <a:off x="2333829" y="2099494"/>
            <a:ext cx="245950" cy="186219"/>
          </a:xfrm>
          <a:custGeom>
            <a:avLst/>
            <a:gdLst>
              <a:gd name="csX0" fmla="*/ 63193 w 245950"/>
              <a:gd name="csY0" fmla="*/ 151536 h 186219"/>
              <a:gd name="csX1" fmla="*/ 28715 w 245950"/>
              <a:gd name="csY1" fmla="*/ 120621 h 186219"/>
              <a:gd name="csX2" fmla="*/ 15073 w 245950"/>
              <a:gd name="csY2" fmla="*/ 124390 h 186219"/>
              <a:gd name="csX3" fmla="*/ 5596 w 245950"/>
              <a:gd name="csY3" fmla="*/ 124390 h 186219"/>
              <a:gd name="csX4" fmla="*/ 5596 w 245950"/>
              <a:gd name="csY4" fmla="*/ 107763 h 186219"/>
              <a:gd name="csX5" fmla="*/ 3015 w 245950"/>
              <a:gd name="csY5" fmla="*/ 89541 h 186219"/>
              <a:gd name="csX6" fmla="*/ 11404 w 245950"/>
              <a:gd name="csY6" fmla="*/ 63244 h 186219"/>
              <a:gd name="csX7" fmla="*/ 106611 w 245950"/>
              <a:gd name="csY7" fmla="*/ 25070 h 186219"/>
              <a:gd name="csX8" fmla="*/ 133716 w 245950"/>
              <a:gd name="csY8" fmla="*/ 14252 h 186219"/>
              <a:gd name="csX9" fmla="*/ 160483 w 245950"/>
              <a:gd name="csY9" fmla="*/ 1908 h 186219"/>
              <a:gd name="csX10" fmla="*/ 238554 w 245950"/>
              <a:gd name="csY10" fmla="*/ 11931 h 186219"/>
              <a:gd name="csX11" fmla="*/ 245107 w 245950"/>
              <a:gd name="csY11" fmla="*/ 29136 h 186219"/>
              <a:gd name="csX12" fmla="*/ 240861 w 245950"/>
              <a:gd name="csY12" fmla="*/ 62435 h 186219"/>
              <a:gd name="csX13" fmla="*/ 234529 w 245950"/>
              <a:gd name="csY13" fmla="*/ 81796 h 186219"/>
              <a:gd name="csX14" fmla="*/ 183096 w 245950"/>
              <a:gd name="csY14" fmla="*/ 120518 h 186219"/>
              <a:gd name="csX15" fmla="*/ 112584 w 245950"/>
              <a:gd name="csY15" fmla="*/ 172730 h 186219"/>
              <a:gd name="csX16" fmla="*/ 93505 w 245950"/>
              <a:gd name="csY16" fmla="*/ 186220 h 186219"/>
              <a:gd name="csX17" fmla="*/ 63193 w 245950"/>
              <a:gd name="csY17" fmla="*/ 151536 h 1862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245950" h="186219">
                <a:moveTo>
                  <a:pt x="63193" y="151536"/>
                </a:moveTo>
                <a:cubicBezTo>
                  <a:pt x="35962" y="120379"/>
                  <a:pt x="32456" y="117236"/>
                  <a:pt x="28715" y="120621"/>
                </a:cubicBezTo>
                <a:cubicBezTo>
                  <a:pt x="26425" y="122694"/>
                  <a:pt x="20286" y="124390"/>
                  <a:pt x="15073" y="124390"/>
                </a:cubicBezTo>
                <a:lnTo>
                  <a:pt x="5596" y="124390"/>
                </a:lnTo>
                <a:lnTo>
                  <a:pt x="5596" y="107763"/>
                </a:lnTo>
                <a:cubicBezTo>
                  <a:pt x="5596" y="98618"/>
                  <a:pt x="4435" y="90418"/>
                  <a:pt x="3015" y="89541"/>
                </a:cubicBezTo>
                <a:cubicBezTo>
                  <a:pt x="-3245" y="85672"/>
                  <a:pt x="575" y="73700"/>
                  <a:pt x="11404" y="63244"/>
                </a:cubicBezTo>
                <a:cubicBezTo>
                  <a:pt x="30218" y="45081"/>
                  <a:pt x="67101" y="30293"/>
                  <a:pt x="106611" y="25070"/>
                </a:cubicBezTo>
                <a:cubicBezTo>
                  <a:pt x="113529" y="24155"/>
                  <a:pt x="124948" y="19598"/>
                  <a:pt x="133716" y="14252"/>
                </a:cubicBezTo>
                <a:cubicBezTo>
                  <a:pt x="142049" y="9172"/>
                  <a:pt x="154094" y="3617"/>
                  <a:pt x="160483" y="1908"/>
                </a:cubicBezTo>
                <a:cubicBezTo>
                  <a:pt x="179743" y="-3243"/>
                  <a:pt x="225908" y="2684"/>
                  <a:pt x="238554" y="11931"/>
                </a:cubicBezTo>
                <a:cubicBezTo>
                  <a:pt x="241216" y="13878"/>
                  <a:pt x="243864" y="20830"/>
                  <a:pt x="245107" y="29136"/>
                </a:cubicBezTo>
                <a:cubicBezTo>
                  <a:pt x="246841" y="40720"/>
                  <a:pt x="246124" y="46345"/>
                  <a:pt x="240861" y="62435"/>
                </a:cubicBezTo>
                <a:lnTo>
                  <a:pt x="234529" y="81796"/>
                </a:lnTo>
                <a:lnTo>
                  <a:pt x="183096" y="120518"/>
                </a:lnTo>
                <a:cubicBezTo>
                  <a:pt x="154808" y="141815"/>
                  <a:pt x="123078" y="165310"/>
                  <a:pt x="112584" y="172730"/>
                </a:cubicBezTo>
                <a:lnTo>
                  <a:pt x="93505" y="186220"/>
                </a:lnTo>
                <a:lnTo>
                  <a:pt x="63193" y="151536"/>
                </a:lnTo>
                <a:close/>
              </a:path>
            </a:pathLst>
          </a:custGeom>
          <a:solidFill>
            <a:srgbClr val="B9B9B9"/>
          </a:solidFill>
          <a:ln w="5163" cap="flat">
            <a:noFill/>
            <a:prstDash val="solid"/>
            <a:miter/>
          </a:ln>
        </p:spPr>
        <p:txBody>
          <a:bodyPr/>
          <a:lstStyle/>
          <a:p>
            <a:endParaRPr lang="es-419" noProof="0" dirty="0"/>
          </a:p>
        </p:txBody>
      </p:sp>
      <p:sp>
        <p:nvSpPr>
          <p:cNvPr id="49" name="Forma libre: forma 48">
            <a:extLst>
              <a:ext uri="{FF2B5EF4-FFF2-40B4-BE49-F238E27FC236}">
                <a16:creationId xmlns:a16="http://schemas.microsoft.com/office/drawing/2014/main" id="{A85720DE-740A-0902-5390-32E6D4F4A66A}"/>
              </a:ext>
            </a:extLst>
          </p:cNvPr>
          <p:cNvSpPr/>
          <p:nvPr/>
        </p:nvSpPr>
        <p:spPr>
          <a:xfrm>
            <a:off x="2334670" y="2196667"/>
            <a:ext cx="1839" cy="7968"/>
          </a:xfrm>
          <a:custGeom>
            <a:avLst/>
            <a:gdLst>
              <a:gd name="csX0" fmla="*/ 0 w 1839"/>
              <a:gd name="csY0" fmla="*/ 3984 h 7968"/>
              <a:gd name="csX1" fmla="*/ 1302 w 1839"/>
              <a:gd name="csY1" fmla="*/ 757 h 7968"/>
              <a:gd name="csX2" fmla="*/ 1302 w 1839"/>
              <a:gd name="csY2" fmla="*/ 7211 h 7968"/>
              <a:gd name="csX3" fmla="*/ 0 w 1839"/>
              <a:gd name="csY3" fmla="*/ 3984 h 7968"/>
            </a:gdLst>
            <a:ahLst/>
            <a:cxnLst>
              <a:cxn ang="0">
                <a:pos x="csX0" y="csY0"/>
              </a:cxn>
              <a:cxn ang="0">
                <a:pos x="csX1" y="csY1"/>
              </a:cxn>
              <a:cxn ang="0">
                <a:pos x="csX2" y="csY2"/>
              </a:cxn>
              <a:cxn ang="0">
                <a:pos x="csX3" y="csY3"/>
              </a:cxn>
            </a:cxnLst>
            <a:rect l="l" t="t" r="r" b="b"/>
            <a:pathLst>
              <a:path w="1839" h="7968">
                <a:moveTo>
                  <a:pt x="0" y="3984"/>
                </a:moveTo>
                <a:cubicBezTo>
                  <a:pt x="0" y="435"/>
                  <a:pt x="586" y="-1017"/>
                  <a:pt x="1302" y="757"/>
                </a:cubicBezTo>
                <a:cubicBezTo>
                  <a:pt x="2018" y="2532"/>
                  <a:pt x="2018" y="5436"/>
                  <a:pt x="1302" y="7211"/>
                </a:cubicBezTo>
                <a:cubicBezTo>
                  <a:pt x="586" y="8986"/>
                  <a:pt x="0" y="7534"/>
                  <a:pt x="0" y="3984"/>
                </a:cubicBezTo>
                <a:close/>
              </a:path>
            </a:pathLst>
          </a:custGeom>
          <a:solidFill>
            <a:srgbClr val="B9B9B9"/>
          </a:solidFill>
          <a:ln w="5163" cap="flat">
            <a:noFill/>
            <a:prstDash val="solid"/>
            <a:miter/>
          </a:ln>
        </p:spPr>
        <p:txBody>
          <a:bodyPr/>
          <a:lstStyle/>
          <a:p>
            <a:endParaRPr lang="es-419" noProof="0" dirty="0"/>
          </a:p>
        </p:txBody>
      </p:sp>
      <p:sp>
        <p:nvSpPr>
          <p:cNvPr id="50" name="Forma libre: forma 49">
            <a:extLst>
              <a:ext uri="{FF2B5EF4-FFF2-40B4-BE49-F238E27FC236}">
                <a16:creationId xmlns:a16="http://schemas.microsoft.com/office/drawing/2014/main" id="{4AB4E3A4-7BEF-59FB-870C-389340DD6842}"/>
              </a:ext>
            </a:extLst>
          </p:cNvPr>
          <p:cNvSpPr/>
          <p:nvPr/>
        </p:nvSpPr>
        <p:spPr>
          <a:xfrm>
            <a:off x="1309468" y="1877186"/>
            <a:ext cx="342958" cy="300162"/>
          </a:xfrm>
          <a:custGeom>
            <a:avLst/>
            <a:gdLst>
              <a:gd name="csX0" fmla="*/ 295686 w 342958"/>
              <a:gd name="csY0" fmla="*/ 296278 h 300162"/>
              <a:gd name="csX1" fmla="*/ 285863 w 342958"/>
              <a:gd name="csY1" fmla="*/ 292488 h 300162"/>
              <a:gd name="csX2" fmla="*/ 274573 w 342958"/>
              <a:gd name="csY2" fmla="*/ 278339 h 300162"/>
              <a:gd name="csX3" fmla="*/ 265490 w 342958"/>
              <a:gd name="csY3" fmla="*/ 262580 h 300162"/>
              <a:gd name="csX4" fmla="*/ 250359 w 342958"/>
              <a:gd name="csY4" fmla="*/ 277449 h 300162"/>
              <a:gd name="csX5" fmla="*/ 232353 w 342958"/>
              <a:gd name="csY5" fmla="*/ 275755 h 300162"/>
              <a:gd name="csX6" fmla="*/ 216800 w 342958"/>
              <a:gd name="csY6" fmla="*/ 278780 h 300162"/>
              <a:gd name="csX7" fmla="*/ 197688 w 342958"/>
              <a:gd name="csY7" fmla="*/ 275445 h 300162"/>
              <a:gd name="csX8" fmla="*/ 186717 w 342958"/>
              <a:gd name="csY8" fmla="*/ 271836 h 300162"/>
              <a:gd name="csX9" fmla="*/ 183241 w 342958"/>
              <a:gd name="csY9" fmla="*/ 267964 h 300162"/>
              <a:gd name="csX10" fmla="*/ 171812 w 342958"/>
              <a:gd name="csY10" fmla="*/ 264092 h 300162"/>
              <a:gd name="csX11" fmla="*/ 155307 w 342958"/>
              <a:gd name="csY11" fmla="*/ 270545 h 300162"/>
              <a:gd name="csX12" fmla="*/ 128918 w 342958"/>
              <a:gd name="csY12" fmla="*/ 266264 h 300162"/>
              <a:gd name="csX13" fmla="*/ 106345 w 342958"/>
              <a:gd name="csY13" fmla="*/ 255141 h 300162"/>
              <a:gd name="csX14" fmla="*/ 91555 w 342958"/>
              <a:gd name="csY14" fmla="*/ 250269 h 300162"/>
              <a:gd name="csX15" fmla="*/ 81548 w 342958"/>
              <a:gd name="csY15" fmla="*/ 247474 h 300162"/>
              <a:gd name="csX16" fmla="*/ 78435 w 342958"/>
              <a:gd name="csY16" fmla="*/ 239429 h 300162"/>
              <a:gd name="csX17" fmla="*/ 82408 w 342958"/>
              <a:gd name="csY17" fmla="*/ 200657 h 300162"/>
              <a:gd name="csX18" fmla="*/ 83563 w 342958"/>
              <a:gd name="csY18" fmla="*/ 189030 h 300162"/>
              <a:gd name="csX19" fmla="*/ 79311 w 342958"/>
              <a:gd name="csY19" fmla="*/ 164140 h 300162"/>
              <a:gd name="csX20" fmla="*/ 69658 w 342958"/>
              <a:gd name="csY20" fmla="*/ 165664 h 300162"/>
              <a:gd name="csX21" fmla="*/ 52863 w 342958"/>
              <a:gd name="csY21" fmla="*/ 178880 h 300162"/>
              <a:gd name="csX22" fmla="*/ 46310 w 342958"/>
              <a:gd name="csY22" fmla="*/ 180840 h 300162"/>
              <a:gd name="csX23" fmla="*/ 41273 w 342958"/>
              <a:gd name="csY23" fmla="*/ 176042 h 300162"/>
              <a:gd name="csX24" fmla="*/ 28735 w 342958"/>
              <a:gd name="csY24" fmla="*/ 163573 h 300162"/>
              <a:gd name="csX25" fmla="*/ 8346 w 342958"/>
              <a:gd name="csY25" fmla="*/ 134458 h 300162"/>
              <a:gd name="csX26" fmla="*/ 3097 w 342958"/>
              <a:gd name="csY26" fmla="*/ 117621 h 300162"/>
              <a:gd name="csX27" fmla="*/ 147 w 342958"/>
              <a:gd name="csY27" fmla="*/ 113613 h 300162"/>
              <a:gd name="csX28" fmla="*/ 21165 w 342958"/>
              <a:gd name="csY28" fmla="*/ 104003 h 300162"/>
              <a:gd name="csX29" fmla="*/ 72335 w 342958"/>
              <a:gd name="csY29" fmla="*/ 73250 h 300162"/>
              <a:gd name="csX30" fmla="*/ 93508 w 342958"/>
              <a:gd name="csY30" fmla="*/ 38847 h 300162"/>
              <a:gd name="csX31" fmla="*/ 97565 w 342958"/>
              <a:gd name="csY31" fmla="*/ 29800 h 300162"/>
              <a:gd name="csX32" fmla="*/ 109742 w 342958"/>
              <a:gd name="csY32" fmla="*/ 18194 h 300162"/>
              <a:gd name="csX33" fmla="*/ 113822 w 342958"/>
              <a:gd name="csY33" fmla="*/ 11110 h 300162"/>
              <a:gd name="csX34" fmla="*/ 121678 w 342958"/>
              <a:gd name="csY34" fmla="*/ 5555 h 300162"/>
              <a:gd name="csX35" fmla="*/ 127233 w 342958"/>
              <a:gd name="csY35" fmla="*/ 0 h 300162"/>
              <a:gd name="csX36" fmla="*/ 134516 w 342958"/>
              <a:gd name="csY36" fmla="*/ 8782 h 300162"/>
              <a:gd name="csX37" fmla="*/ 141869 w 342958"/>
              <a:gd name="csY37" fmla="*/ 33944 h 300162"/>
              <a:gd name="csX38" fmla="*/ 147505 w 342958"/>
              <a:gd name="csY38" fmla="*/ 58144 h 300162"/>
              <a:gd name="csX39" fmla="*/ 152804 w 342958"/>
              <a:gd name="csY39" fmla="*/ 90810 h 300162"/>
              <a:gd name="csX40" fmla="*/ 162764 w 342958"/>
              <a:gd name="csY40" fmla="*/ 124694 h 300162"/>
              <a:gd name="csX41" fmla="*/ 170334 w 342958"/>
              <a:gd name="csY41" fmla="*/ 121832 h 300162"/>
              <a:gd name="csX42" fmla="*/ 185393 w 342958"/>
              <a:gd name="csY42" fmla="*/ 124884 h 300162"/>
              <a:gd name="csX43" fmla="*/ 190271 w 342958"/>
              <a:gd name="csY43" fmla="*/ 127275 h 300162"/>
              <a:gd name="csX44" fmla="*/ 201229 w 342958"/>
              <a:gd name="csY44" fmla="*/ 139721 h 300162"/>
              <a:gd name="csX45" fmla="*/ 197439 w 342958"/>
              <a:gd name="csY45" fmla="*/ 147005 h 300162"/>
              <a:gd name="csX46" fmla="*/ 196794 w 342958"/>
              <a:gd name="csY46" fmla="*/ 162615 h 300162"/>
              <a:gd name="csX47" fmla="*/ 220205 w 342958"/>
              <a:gd name="csY47" fmla="*/ 171185 h 300162"/>
              <a:gd name="csX48" fmla="*/ 242581 w 342958"/>
              <a:gd name="csY48" fmla="*/ 173796 h 300162"/>
              <a:gd name="csX49" fmla="*/ 259092 w 342958"/>
              <a:gd name="csY49" fmla="*/ 186698 h 300162"/>
              <a:gd name="csX50" fmla="*/ 273592 w 342958"/>
              <a:gd name="csY50" fmla="*/ 197707 h 300162"/>
              <a:gd name="csX51" fmla="*/ 304244 w 342958"/>
              <a:gd name="csY51" fmla="*/ 198591 h 300162"/>
              <a:gd name="csX52" fmla="*/ 333285 w 342958"/>
              <a:gd name="csY52" fmla="*/ 203946 h 300162"/>
              <a:gd name="csX53" fmla="*/ 339205 w 342958"/>
              <a:gd name="csY53" fmla="*/ 216060 h 300162"/>
              <a:gd name="csX54" fmla="*/ 336274 w 342958"/>
              <a:gd name="csY54" fmla="*/ 220854 h 300162"/>
              <a:gd name="csX55" fmla="*/ 328850 w 342958"/>
              <a:gd name="csY55" fmla="*/ 233114 h 300162"/>
              <a:gd name="csX56" fmla="*/ 326965 w 342958"/>
              <a:gd name="csY56" fmla="*/ 236341 h 300162"/>
              <a:gd name="csX57" fmla="*/ 329181 w 342958"/>
              <a:gd name="csY57" fmla="*/ 240859 h 300162"/>
              <a:gd name="csX58" fmla="*/ 331403 w 342958"/>
              <a:gd name="csY58" fmla="*/ 248187 h 300162"/>
              <a:gd name="csX59" fmla="*/ 328049 w 342958"/>
              <a:gd name="csY59" fmla="*/ 258014 h 300162"/>
              <a:gd name="csX60" fmla="*/ 326532 w 342958"/>
              <a:gd name="csY60" fmla="*/ 276244 h 300162"/>
              <a:gd name="csX61" fmla="*/ 325085 w 342958"/>
              <a:gd name="csY61" fmla="*/ 283496 h 300162"/>
              <a:gd name="csX62" fmla="*/ 321398 w 342958"/>
              <a:gd name="csY62" fmla="*/ 292711 h 300162"/>
              <a:gd name="csX63" fmla="*/ 311874 w 342958"/>
              <a:gd name="csY63" fmla="*/ 300150 h 300162"/>
              <a:gd name="csX64" fmla="*/ 295686 w 342958"/>
              <a:gd name="csY64" fmla="*/ 296278 h 3001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Lst>
            <a:rect l="l" t="t" r="r" b="b"/>
            <a:pathLst>
              <a:path w="342958" h="300162">
                <a:moveTo>
                  <a:pt x="295686" y="296278"/>
                </a:moveTo>
                <a:cubicBezTo>
                  <a:pt x="292930" y="294193"/>
                  <a:pt x="288510" y="292488"/>
                  <a:pt x="285863" y="292488"/>
                </a:cubicBezTo>
                <a:cubicBezTo>
                  <a:pt x="282541" y="292488"/>
                  <a:pt x="279045" y="288107"/>
                  <a:pt x="274573" y="278339"/>
                </a:cubicBezTo>
                <a:cubicBezTo>
                  <a:pt x="271011" y="270557"/>
                  <a:pt x="266923" y="263466"/>
                  <a:pt x="265490" y="262580"/>
                </a:cubicBezTo>
                <a:cubicBezTo>
                  <a:pt x="261887" y="260353"/>
                  <a:pt x="250359" y="271682"/>
                  <a:pt x="250359" y="277449"/>
                </a:cubicBezTo>
                <a:cubicBezTo>
                  <a:pt x="250359" y="284106"/>
                  <a:pt x="242694" y="283385"/>
                  <a:pt x="232353" y="275755"/>
                </a:cubicBezTo>
                <a:cubicBezTo>
                  <a:pt x="223375" y="269132"/>
                  <a:pt x="216800" y="270410"/>
                  <a:pt x="216800" y="278780"/>
                </a:cubicBezTo>
                <a:cubicBezTo>
                  <a:pt x="216800" y="282868"/>
                  <a:pt x="211006" y="281857"/>
                  <a:pt x="197688" y="275445"/>
                </a:cubicBezTo>
                <a:cubicBezTo>
                  <a:pt x="193566" y="273460"/>
                  <a:pt x="188628" y="271836"/>
                  <a:pt x="186717" y="271836"/>
                </a:cubicBezTo>
                <a:cubicBezTo>
                  <a:pt x="184805" y="271836"/>
                  <a:pt x="183241" y="270094"/>
                  <a:pt x="183241" y="267964"/>
                </a:cubicBezTo>
                <a:cubicBezTo>
                  <a:pt x="183241" y="265105"/>
                  <a:pt x="180251" y="264092"/>
                  <a:pt x="171812" y="264092"/>
                </a:cubicBezTo>
                <a:cubicBezTo>
                  <a:pt x="162696" y="264092"/>
                  <a:pt x="159356" y="265398"/>
                  <a:pt x="155307" y="270545"/>
                </a:cubicBezTo>
                <a:cubicBezTo>
                  <a:pt x="148138" y="279659"/>
                  <a:pt x="141633" y="278604"/>
                  <a:pt x="128918" y="266264"/>
                </a:cubicBezTo>
                <a:cubicBezTo>
                  <a:pt x="119547" y="257171"/>
                  <a:pt x="116097" y="255470"/>
                  <a:pt x="106345" y="255141"/>
                </a:cubicBezTo>
                <a:cubicBezTo>
                  <a:pt x="98734" y="254884"/>
                  <a:pt x="93722" y="253233"/>
                  <a:pt x="91555" y="250269"/>
                </a:cubicBezTo>
                <a:cubicBezTo>
                  <a:pt x="89207" y="247058"/>
                  <a:pt x="86367" y="246265"/>
                  <a:pt x="81548" y="247474"/>
                </a:cubicBezTo>
                <a:cubicBezTo>
                  <a:pt x="74001" y="249368"/>
                  <a:pt x="73102" y="247043"/>
                  <a:pt x="78435" y="239429"/>
                </a:cubicBezTo>
                <a:cubicBezTo>
                  <a:pt x="83856" y="231688"/>
                  <a:pt x="86528" y="205621"/>
                  <a:pt x="82408" y="200657"/>
                </a:cubicBezTo>
                <a:cubicBezTo>
                  <a:pt x="79647" y="197331"/>
                  <a:pt x="79847" y="195321"/>
                  <a:pt x="83563" y="189030"/>
                </a:cubicBezTo>
                <a:cubicBezTo>
                  <a:pt x="88650" y="180419"/>
                  <a:pt x="87374" y="172952"/>
                  <a:pt x="79311" y="164140"/>
                </a:cubicBezTo>
                <a:cubicBezTo>
                  <a:pt x="73608" y="157907"/>
                  <a:pt x="69658" y="158530"/>
                  <a:pt x="69658" y="165664"/>
                </a:cubicBezTo>
                <a:cubicBezTo>
                  <a:pt x="69658" y="171138"/>
                  <a:pt x="55140" y="182563"/>
                  <a:pt x="52863" y="178880"/>
                </a:cubicBezTo>
                <a:cubicBezTo>
                  <a:pt x="50323" y="174770"/>
                  <a:pt x="46434" y="175933"/>
                  <a:pt x="46310" y="180840"/>
                </a:cubicBezTo>
                <a:cubicBezTo>
                  <a:pt x="46241" y="183582"/>
                  <a:pt x="44262" y="181697"/>
                  <a:pt x="41273" y="176042"/>
                </a:cubicBezTo>
                <a:cubicBezTo>
                  <a:pt x="38533" y="170858"/>
                  <a:pt x="32973" y="165329"/>
                  <a:pt x="28735" y="163573"/>
                </a:cubicBezTo>
                <a:cubicBezTo>
                  <a:pt x="15748" y="158193"/>
                  <a:pt x="9667" y="149510"/>
                  <a:pt x="8346" y="134458"/>
                </a:cubicBezTo>
                <a:cubicBezTo>
                  <a:pt x="7635" y="126353"/>
                  <a:pt x="5506" y="119523"/>
                  <a:pt x="3097" y="117621"/>
                </a:cubicBezTo>
                <a:cubicBezTo>
                  <a:pt x="868" y="115861"/>
                  <a:pt x="-459" y="114058"/>
                  <a:pt x="147" y="113613"/>
                </a:cubicBezTo>
                <a:cubicBezTo>
                  <a:pt x="7952" y="107892"/>
                  <a:pt x="16388" y="104034"/>
                  <a:pt x="21165" y="104003"/>
                </a:cubicBezTo>
                <a:cubicBezTo>
                  <a:pt x="38718" y="103886"/>
                  <a:pt x="49596" y="97348"/>
                  <a:pt x="72335" y="73250"/>
                </a:cubicBezTo>
                <a:cubicBezTo>
                  <a:pt x="94445" y="49819"/>
                  <a:pt x="94883" y="49106"/>
                  <a:pt x="93508" y="38847"/>
                </a:cubicBezTo>
                <a:cubicBezTo>
                  <a:pt x="92208" y="29159"/>
                  <a:pt x="92513" y="28479"/>
                  <a:pt x="97565" y="29800"/>
                </a:cubicBezTo>
                <a:cubicBezTo>
                  <a:pt x="103852" y="31444"/>
                  <a:pt x="107223" y="28231"/>
                  <a:pt x="109742" y="18194"/>
                </a:cubicBezTo>
                <a:cubicBezTo>
                  <a:pt x="110720" y="14298"/>
                  <a:pt x="112556" y="11110"/>
                  <a:pt x="113822" y="11110"/>
                </a:cubicBezTo>
                <a:cubicBezTo>
                  <a:pt x="115088" y="11110"/>
                  <a:pt x="118623" y="8610"/>
                  <a:pt x="121678" y="5555"/>
                </a:cubicBezTo>
                <a:lnTo>
                  <a:pt x="127233" y="0"/>
                </a:lnTo>
                <a:lnTo>
                  <a:pt x="134516" y="8782"/>
                </a:lnTo>
                <a:cubicBezTo>
                  <a:pt x="140793" y="16350"/>
                  <a:pt x="141809" y="19826"/>
                  <a:pt x="141869" y="33944"/>
                </a:cubicBezTo>
                <a:cubicBezTo>
                  <a:pt x="141922" y="46507"/>
                  <a:pt x="143236" y="52147"/>
                  <a:pt x="147505" y="58144"/>
                </a:cubicBezTo>
                <a:cubicBezTo>
                  <a:pt x="152339" y="64931"/>
                  <a:pt x="153038" y="69240"/>
                  <a:pt x="152804" y="90810"/>
                </a:cubicBezTo>
                <a:cubicBezTo>
                  <a:pt x="152465" y="122159"/>
                  <a:pt x="153210" y="124694"/>
                  <a:pt x="162764" y="124694"/>
                </a:cubicBezTo>
                <a:cubicBezTo>
                  <a:pt x="166927" y="124694"/>
                  <a:pt x="170334" y="123406"/>
                  <a:pt x="170334" y="121832"/>
                </a:cubicBezTo>
                <a:cubicBezTo>
                  <a:pt x="170334" y="118431"/>
                  <a:pt x="184072" y="121216"/>
                  <a:pt x="185393" y="124884"/>
                </a:cubicBezTo>
                <a:cubicBezTo>
                  <a:pt x="185866" y="126199"/>
                  <a:pt x="188061" y="127275"/>
                  <a:pt x="190271" y="127275"/>
                </a:cubicBezTo>
                <a:cubicBezTo>
                  <a:pt x="194758" y="127275"/>
                  <a:pt x="201103" y="134482"/>
                  <a:pt x="201229" y="139721"/>
                </a:cubicBezTo>
                <a:cubicBezTo>
                  <a:pt x="201275" y="141597"/>
                  <a:pt x="199569" y="144875"/>
                  <a:pt x="197439" y="147005"/>
                </a:cubicBezTo>
                <a:cubicBezTo>
                  <a:pt x="192728" y="151716"/>
                  <a:pt x="192413" y="159339"/>
                  <a:pt x="196794" y="162615"/>
                </a:cubicBezTo>
                <a:cubicBezTo>
                  <a:pt x="198569" y="163942"/>
                  <a:pt x="209104" y="167799"/>
                  <a:pt x="220205" y="171185"/>
                </a:cubicBezTo>
                <a:cubicBezTo>
                  <a:pt x="236917" y="176284"/>
                  <a:pt x="240766" y="176733"/>
                  <a:pt x="242581" y="173796"/>
                </a:cubicBezTo>
                <a:cubicBezTo>
                  <a:pt x="245948" y="168348"/>
                  <a:pt x="255565" y="175863"/>
                  <a:pt x="259092" y="186698"/>
                </a:cubicBezTo>
                <a:cubicBezTo>
                  <a:pt x="261627" y="194485"/>
                  <a:pt x="263378" y="195815"/>
                  <a:pt x="273592" y="197707"/>
                </a:cubicBezTo>
                <a:cubicBezTo>
                  <a:pt x="279981" y="198890"/>
                  <a:pt x="293775" y="199289"/>
                  <a:pt x="304244" y="198591"/>
                </a:cubicBezTo>
                <a:cubicBezTo>
                  <a:pt x="321502" y="197442"/>
                  <a:pt x="324213" y="197942"/>
                  <a:pt x="333285" y="203946"/>
                </a:cubicBezTo>
                <a:cubicBezTo>
                  <a:pt x="344213" y="211177"/>
                  <a:pt x="345431" y="213671"/>
                  <a:pt x="339205" y="216060"/>
                </a:cubicBezTo>
                <a:cubicBezTo>
                  <a:pt x="336957" y="216923"/>
                  <a:pt x="335638" y="219080"/>
                  <a:pt x="336274" y="220854"/>
                </a:cubicBezTo>
                <a:cubicBezTo>
                  <a:pt x="337968" y="225576"/>
                  <a:pt x="333403" y="233114"/>
                  <a:pt x="328850" y="233114"/>
                </a:cubicBezTo>
                <a:cubicBezTo>
                  <a:pt x="326331" y="233114"/>
                  <a:pt x="325653" y="234275"/>
                  <a:pt x="326965" y="236341"/>
                </a:cubicBezTo>
                <a:cubicBezTo>
                  <a:pt x="328092" y="238116"/>
                  <a:pt x="329089" y="240149"/>
                  <a:pt x="329181" y="240859"/>
                </a:cubicBezTo>
                <a:cubicBezTo>
                  <a:pt x="329272" y="241569"/>
                  <a:pt x="330272" y="244866"/>
                  <a:pt x="331403" y="248187"/>
                </a:cubicBezTo>
                <a:cubicBezTo>
                  <a:pt x="332991" y="252852"/>
                  <a:pt x="332229" y="255087"/>
                  <a:pt x="328049" y="258014"/>
                </a:cubicBezTo>
                <a:cubicBezTo>
                  <a:pt x="321663" y="262487"/>
                  <a:pt x="321157" y="268570"/>
                  <a:pt x="326532" y="276244"/>
                </a:cubicBezTo>
                <a:cubicBezTo>
                  <a:pt x="330115" y="281360"/>
                  <a:pt x="330000" y="281936"/>
                  <a:pt x="325085" y="283496"/>
                </a:cubicBezTo>
                <a:cubicBezTo>
                  <a:pt x="320727" y="284879"/>
                  <a:pt x="320050" y="286571"/>
                  <a:pt x="321398" y="292711"/>
                </a:cubicBezTo>
                <a:cubicBezTo>
                  <a:pt x="323026" y="300123"/>
                  <a:pt x="322888" y="300231"/>
                  <a:pt x="311874" y="300150"/>
                </a:cubicBezTo>
                <a:cubicBezTo>
                  <a:pt x="305727" y="300105"/>
                  <a:pt x="298443" y="298362"/>
                  <a:pt x="295686" y="296278"/>
                </a:cubicBezTo>
                <a:close/>
              </a:path>
            </a:pathLst>
          </a:custGeom>
          <a:solidFill>
            <a:srgbClr val="B9B9B9"/>
          </a:solidFill>
          <a:ln w="5163" cap="flat">
            <a:noFill/>
            <a:prstDash val="solid"/>
            <a:miter/>
          </a:ln>
        </p:spPr>
        <p:txBody>
          <a:bodyPr/>
          <a:lstStyle/>
          <a:p>
            <a:endParaRPr lang="es-419" noProof="0" dirty="0"/>
          </a:p>
        </p:txBody>
      </p:sp>
      <p:sp>
        <p:nvSpPr>
          <p:cNvPr id="51" name="Forma libre: forma 50">
            <a:extLst>
              <a:ext uri="{FF2B5EF4-FFF2-40B4-BE49-F238E27FC236}">
                <a16:creationId xmlns:a16="http://schemas.microsoft.com/office/drawing/2014/main" id="{235AEAE3-7E73-7B4C-5F81-034D4C8DD290}"/>
              </a:ext>
            </a:extLst>
          </p:cNvPr>
          <p:cNvSpPr/>
          <p:nvPr/>
        </p:nvSpPr>
        <p:spPr>
          <a:xfrm>
            <a:off x="1257795" y="2071057"/>
            <a:ext cx="87522" cy="67430"/>
          </a:xfrm>
          <a:custGeom>
            <a:avLst/>
            <a:gdLst>
              <a:gd name="csX0" fmla="*/ 3976 w 87522"/>
              <a:gd name="csY0" fmla="*/ 62589 h 67430"/>
              <a:gd name="csX1" fmla="*/ 1611 w 87522"/>
              <a:gd name="csY1" fmla="*/ 35473 h 67430"/>
              <a:gd name="csX2" fmla="*/ 13354 w 87522"/>
              <a:gd name="csY2" fmla="*/ 26110 h 67430"/>
              <a:gd name="csX3" fmla="*/ 24928 w 87522"/>
              <a:gd name="csY3" fmla="*/ 17185 h 67430"/>
              <a:gd name="csX4" fmla="*/ 28816 w 87522"/>
              <a:gd name="csY4" fmla="*/ 13430 h 67430"/>
              <a:gd name="csX5" fmla="*/ 55396 w 87522"/>
              <a:gd name="csY5" fmla="*/ 696 h 67430"/>
              <a:gd name="csX6" fmla="*/ 76595 w 87522"/>
              <a:gd name="csY6" fmla="*/ 27413 h 67430"/>
              <a:gd name="csX7" fmla="*/ 81474 w 87522"/>
              <a:gd name="csY7" fmla="*/ 35237 h 67430"/>
              <a:gd name="csX8" fmla="*/ 81963 w 87522"/>
              <a:gd name="csY8" fmla="*/ 49346 h 67430"/>
              <a:gd name="csX9" fmla="*/ 69036 w 87522"/>
              <a:gd name="csY9" fmla="*/ 59608 h 67430"/>
              <a:gd name="csX10" fmla="*/ 36947 w 87522"/>
              <a:gd name="csY10" fmla="*/ 62618 h 67430"/>
              <a:gd name="csX11" fmla="*/ 17042 w 87522"/>
              <a:gd name="csY11" fmla="*/ 62345 h 67430"/>
              <a:gd name="csX12" fmla="*/ 3976 w 87522"/>
              <a:gd name="csY12" fmla="*/ 62589 h 67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7522" h="67430">
                <a:moveTo>
                  <a:pt x="3976" y="62589"/>
                </a:moveTo>
                <a:cubicBezTo>
                  <a:pt x="-42" y="58150"/>
                  <a:pt x="-1347" y="43182"/>
                  <a:pt x="1611" y="35473"/>
                </a:cubicBezTo>
                <a:cubicBezTo>
                  <a:pt x="2496" y="33167"/>
                  <a:pt x="7780" y="28954"/>
                  <a:pt x="13354" y="26110"/>
                </a:cubicBezTo>
                <a:cubicBezTo>
                  <a:pt x="18927" y="23267"/>
                  <a:pt x="24135" y="19251"/>
                  <a:pt x="24928" y="17185"/>
                </a:cubicBezTo>
                <a:cubicBezTo>
                  <a:pt x="25721" y="15120"/>
                  <a:pt x="27470" y="13430"/>
                  <a:pt x="28816" y="13430"/>
                </a:cubicBezTo>
                <a:cubicBezTo>
                  <a:pt x="32726" y="13430"/>
                  <a:pt x="53752" y="3357"/>
                  <a:pt x="55396" y="696"/>
                </a:cubicBezTo>
                <a:cubicBezTo>
                  <a:pt x="58624" y="-4526"/>
                  <a:pt x="78997" y="21152"/>
                  <a:pt x="76595" y="27413"/>
                </a:cubicBezTo>
                <a:cubicBezTo>
                  <a:pt x="75767" y="29569"/>
                  <a:pt x="77801" y="32831"/>
                  <a:pt x="81474" y="35237"/>
                </a:cubicBezTo>
                <a:cubicBezTo>
                  <a:pt x="89349" y="40396"/>
                  <a:pt x="89558" y="46431"/>
                  <a:pt x="81963" y="49346"/>
                </a:cubicBezTo>
                <a:cubicBezTo>
                  <a:pt x="78769" y="50572"/>
                  <a:pt x="72952" y="55190"/>
                  <a:pt x="69036" y="59608"/>
                </a:cubicBezTo>
                <a:cubicBezTo>
                  <a:pt x="60658" y="69060"/>
                  <a:pt x="52768" y="69801"/>
                  <a:pt x="36947" y="62618"/>
                </a:cubicBezTo>
                <a:cubicBezTo>
                  <a:pt x="26493" y="57872"/>
                  <a:pt x="25833" y="57863"/>
                  <a:pt x="17042" y="62345"/>
                </a:cubicBezTo>
                <a:cubicBezTo>
                  <a:pt x="8489" y="66705"/>
                  <a:pt x="7714" y="66720"/>
                  <a:pt x="3976" y="62589"/>
                </a:cubicBezTo>
                <a:close/>
              </a:path>
            </a:pathLst>
          </a:custGeom>
          <a:solidFill>
            <a:srgbClr val="B9B9B9"/>
          </a:solidFill>
          <a:ln w="5163" cap="flat">
            <a:noFill/>
            <a:prstDash val="solid"/>
            <a:miter/>
          </a:ln>
        </p:spPr>
        <p:txBody>
          <a:bodyPr/>
          <a:lstStyle/>
          <a:p>
            <a:endParaRPr lang="es-419" noProof="0" dirty="0"/>
          </a:p>
        </p:txBody>
      </p:sp>
      <p:sp>
        <p:nvSpPr>
          <p:cNvPr id="52" name="Forma libre: forma 51">
            <a:extLst>
              <a:ext uri="{FF2B5EF4-FFF2-40B4-BE49-F238E27FC236}">
                <a16:creationId xmlns:a16="http://schemas.microsoft.com/office/drawing/2014/main" id="{F36CAD62-5845-8C59-A848-F581F530D702}"/>
              </a:ext>
            </a:extLst>
          </p:cNvPr>
          <p:cNvSpPr/>
          <p:nvPr/>
        </p:nvSpPr>
        <p:spPr>
          <a:xfrm>
            <a:off x="1498388" y="1582666"/>
            <a:ext cx="245235" cy="503912"/>
          </a:xfrm>
          <a:custGeom>
            <a:avLst/>
            <a:gdLst>
              <a:gd name="csX0" fmla="*/ 181623 w 245235"/>
              <a:gd name="csY0" fmla="*/ 494203 h 503912"/>
              <a:gd name="csX1" fmla="*/ 158452 w 245235"/>
              <a:gd name="csY1" fmla="*/ 485687 h 503912"/>
              <a:gd name="csX2" fmla="*/ 148342 w 245235"/>
              <a:gd name="csY2" fmla="*/ 487770 h 503912"/>
              <a:gd name="csX3" fmla="*/ 119521 w 245235"/>
              <a:gd name="csY3" fmla="*/ 489801 h 503912"/>
              <a:gd name="csX4" fmla="*/ 87472 w 245235"/>
              <a:gd name="csY4" fmla="*/ 489620 h 503912"/>
              <a:gd name="csX5" fmla="*/ 73190 w 245235"/>
              <a:gd name="csY5" fmla="*/ 478988 h 503912"/>
              <a:gd name="csX6" fmla="*/ 52773 w 245235"/>
              <a:gd name="csY6" fmla="*/ 460575 h 503912"/>
              <a:gd name="csX7" fmla="*/ 49575 w 245235"/>
              <a:gd name="csY7" fmla="*/ 464677 h 503912"/>
              <a:gd name="csX8" fmla="*/ 47915 w 245235"/>
              <a:gd name="csY8" fmla="*/ 467591 h 503912"/>
              <a:gd name="csX9" fmla="*/ 13036 w 245235"/>
              <a:gd name="csY9" fmla="*/ 456319 h 503912"/>
              <a:gd name="csX10" fmla="*/ 12217 w 245235"/>
              <a:gd name="csY10" fmla="*/ 442447 h 503912"/>
              <a:gd name="csX11" fmla="*/ 16234 w 245235"/>
              <a:gd name="csY11" fmla="*/ 437376 h 503912"/>
              <a:gd name="csX12" fmla="*/ 3077 w 245235"/>
              <a:gd name="csY12" fmla="*/ 417673 h 503912"/>
              <a:gd name="csX13" fmla="*/ 0 w 245235"/>
              <a:gd name="csY13" fmla="*/ 409784 h 503912"/>
              <a:gd name="csX14" fmla="*/ 6196 w 245235"/>
              <a:gd name="csY14" fmla="*/ 402269 h 503912"/>
              <a:gd name="csX15" fmla="*/ 12532 w 245235"/>
              <a:gd name="csY15" fmla="*/ 401839 h 503912"/>
              <a:gd name="csX16" fmla="*/ 13332 w 245235"/>
              <a:gd name="csY16" fmla="*/ 389178 h 503912"/>
              <a:gd name="csX17" fmla="*/ 18583 w 245235"/>
              <a:gd name="csY17" fmla="*/ 371495 h 503912"/>
              <a:gd name="csX18" fmla="*/ 33934 w 245235"/>
              <a:gd name="csY18" fmla="*/ 366100 h 503912"/>
              <a:gd name="csX19" fmla="*/ 49768 w 245235"/>
              <a:gd name="csY19" fmla="*/ 361841 h 503912"/>
              <a:gd name="csX20" fmla="*/ 46692 w 245235"/>
              <a:gd name="csY20" fmla="*/ 337409 h 503912"/>
              <a:gd name="csX21" fmla="*/ 42031 w 245235"/>
              <a:gd name="csY21" fmla="*/ 321770 h 503912"/>
              <a:gd name="csX22" fmla="*/ 39524 w 245235"/>
              <a:gd name="csY22" fmla="*/ 295336 h 503912"/>
              <a:gd name="csX23" fmla="*/ 41858 w 245235"/>
              <a:gd name="csY23" fmla="*/ 287644 h 503912"/>
              <a:gd name="csX24" fmla="*/ 57042 w 245235"/>
              <a:gd name="csY24" fmla="*/ 277265 h 503912"/>
              <a:gd name="csX25" fmla="*/ 69737 w 245235"/>
              <a:gd name="csY25" fmla="*/ 269502 h 503912"/>
              <a:gd name="csX26" fmla="*/ 79509 w 245235"/>
              <a:gd name="csY26" fmla="*/ 253317 h 503912"/>
              <a:gd name="csX27" fmla="*/ 95370 w 245235"/>
              <a:gd name="csY27" fmla="*/ 241529 h 503912"/>
              <a:gd name="csX28" fmla="*/ 141543 w 245235"/>
              <a:gd name="csY28" fmla="*/ 207386 h 503912"/>
              <a:gd name="csX29" fmla="*/ 135987 w 245235"/>
              <a:gd name="csY29" fmla="*/ 199791 h 503912"/>
              <a:gd name="csX30" fmla="*/ 127900 w 245235"/>
              <a:gd name="csY30" fmla="*/ 166538 h 503912"/>
              <a:gd name="csX31" fmla="*/ 127266 w 245235"/>
              <a:gd name="csY31" fmla="*/ 150064 h 503912"/>
              <a:gd name="csX32" fmla="*/ 118230 w 245235"/>
              <a:gd name="csY32" fmla="*/ 149351 h 503912"/>
              <a:gd name="csX33" fmla="*/ 106311 w 245235"/>
              <a:gd name="csY33" fmla="*/ 151014 h 503912"/>
              <a:gd name="csX34" fmla="*/ 100187 w 245235"/>
              <a:gd name="csY34" fmla="*/ 149485 h 503912"/>
              <a:gd name="csX35" fmla="*/ 89795 w 245235"/>
              <a:gd name="csY35" fmla="*/ 145581 h 503912"/>
              <a:gd name="csX36" fmla="*/ 79509 w 245235"/>
              <a:gd name="csY36" fmla="*/ 132462 h 503912"/>
              <a:gd name="csX37" fmla="*/ 74746 w 245235"/>
              <a:gd name="csY37" fmla="*/ 127510 h 503912"/>
              <a:gd name="csX38" fmla="*/ 61439 w 245235"/>
              <a:gd name="csY38" fmla="*/ 106041 h 503912"/>
              <a:gd name="csX39" fmla="*/ 51376 w 245235"/>
              <a:gd name="csY39" fmla="*/ 92403 h 503912"/>
              <a:gd name="csX40" fmla="*/ 43631 w 245235"/>
              <a:gd name="csY40" fmla="*/ 82710 h 503912"/>
              <a:gd name="csX41" fmla="*/ 40756 w 245235"/>
              <a:gd name="csY41" fmla="*/ 70719 h 503912"/>
              <a:gd name="csX42" fmla="*/ 37174 w 245235"/>
              <a:gd name="csY42" fmla="*/ 60642 h 503912"/>
              <a:gd name="csX43" fmla="*/ 23391 w 245235"/>
              <a:gd name="csY43" fmla="*/ 17685 h 503912"/>
              <a:gd name="csX44" fmla="*/ 16983 w 245235"/>
              <a:gd name="csY44" fmla="*/ 12409 h 503912"/>
              <a:gd name="csX45" fmla="*/ 27512 w 245235"/>
              <a:gd name="csY45" fmla="*/ 5441 h 503912"/>
              <a:gd name="csX46" fmla="*/ 44577 w 245235"/>
              <a:gd name="csY46" fmla="*/ 1452 h 503912"/>
              <a:gd name="csX47" fmla="*/ 51418 w 245235"/>
              <a:gd name="csY47" fmla="*/ 21016 h 503912"/>
              <a:gd name="csX48" fmla="*/ 53995 w 245235"/>
              <a:gd name="csY48" fmla="*/ 32559 h 503912"/>
              <a:gd name="csX49" fmla="*/ 56749 w 245235"/>
              <a:gd name="csY49" fmla="*/ 46824 h 503912"/>
              <a:gd name="csX50" fmla="*/ 61515 w 245235"/>
              <a:gd name="csY50" fmla="*/ 64401 h 503912"/>
              <a:gd name="csX51" fmla="*/ 66783 w 245235"/>
              <a:gd name="csY51" fmla="*/ 80478 h 503912"/>
              <a:gd name="csX52" fmla="*/ 69183 w 245235"/>
              <a:gd name="csY52" fmla="*/ 82335 h 503912"/>
              <a:gd name="csX53" fmla="*/ 72797 w 245235"/>
              <a:gd name="csY53" fmla="*/ 89434 h 503912"/>
              <a:gd name="csX54" fmla="*/ 77368 w 245235"/>
              <a:gd name="csY54" fmla="*/ 95891 h 503912"/>
              <a:gd name="csX55" fmla="*/ 83382 w 245235"/>
              <a:gd name="csY55" fmla="*/ 106862 h 503912"/>
              <a:gd name="csX56" fmla="*/ 91209 w 245235"/>
              <a:gd name="csY56" fmla="*/ 114603 h 503912"/>
              <a:gd name="csX57" fmla="*/ 115649 w 245235"/>
              <a:gd name="csY57" fmla="*/ 125394 h 503912"/>
              <a:gd name="csX58" fmla="*/ 132428 w 245235"/>
              <a:gd name="csY58" fmla="*/ 131624 h 503912"/>
              <a:gd name="csX59" fmla="*/ 150553 w 245235"/>
              <a:gd name="csY59" fmla="*/ 139348 h 503912"/>
              <a:gd name="csX60" fmla="*/ 176368 w 245235"/>
              <a:gd name="csY60" fmla="*/ 146927 h 503912"/>
              <a:gd name="csX61" fmla="*/ 211382 w 245235"/>
              <a:gd name="csY61" fmla="*/ 156343 h 503912"/>
              <a:gd name="csX62" fmla="*/ 230401 w 245235"/>
              <a:gd name="csY62" fmla="*/ 161456 h 503912"/>
              <a:gd name="csX63" fmla="*/ 244475 w 245235"/>
              <a:gd name="csY63" fmla="*/ 154799 h 503912"/>
              <a:gd name="csX64" fmla="*/ 229656 w 245235"/>
              <a:gd name="csY64" fmla="*/ 212698 h 503912"/>
              <a:gd name="csX65" fmla="*/ 216833 w 245235"/>
              <a:gd name="csY65" fmla="*/ 242385 h 503912"/>
              <a:gd name="csX66" fmla="*/ 205960 w 245235"/>
              <a:gd name="csY66" fmla="*/ 288674 h 503912"/>
              <a:gd name="csX67" fmla="*/ 203418 w 245235"/>
              <a:gd name="csY67" fmla="*/ 300468 h 503912"/>
              <a:gd name="csX68" fmla="*/ 200956 w 245235"/>
              <a:gd name="csY68" fmla="*/ 300468 h 503912"/>
              <a:gd name="csX69" fmla="*/ 214917 w 245235"/>
              <a:gd name="csY69" fmla="*/ 237240 h 503912"/>
              <a:gd name="csX70" fmla="*/ 224070 w 245235"/>
              <a:gd name="csY70" fmla="*/ 211401 h 503912"/>
              <a:gd name="csX71" fmla="*/ 218637 w 245235"/>
              <a:gd name="csY71" fmla="*/ 205384 h 503912"/>
              <a:gd name="csX72" fmla="*/ 214956 w 245235"/>
              <a:gd name="csY72" fmla="*/ 204826 h 503912"/>
              <a:gd name="csX73" fmla="*/ 214905 w 245235"/>
              <a:gd name="csY73" fmla="*/ 215873 h 503912"/>
              <a:gd name="csX74" fmla="*/ 213101 w 245235"/>
              <a:gd name="csY74" fmla="*/ 224084 h 503912"/>
              <a:gd name="csX75" fmla="*/ 208491 w 245235"/>
              <a:gd name="csY75" fmla="*/ 218391 h 503912"/>
              <a:gd name="csX76" fmla="*/ 197466 w 245235"/>
              <a:gd name="csY76" fmla="*/ 218019 h 503912"/>
              <a:gd name="csX77" fmla="*/ 199747 w 245235"/>
              <a:gd name="csY77" fmla="*/ 224749 h 503912"/>
              <a:gd name="csX78" fmla="*/ 203418 w 245235"/>
              <a:gd name="csY78" fmla="*/ 228616 h 503912"/>
              <a:gd name="csX79" fmla="*/ 201015 w 245235"/>
              <a:gd name="csY79" fmla="*/ 229588 h 503912"/>
              <a:gd name="csX80" fmla="*/ 196991 w 245235"/>
              <a:gd name="csY80" fmla="*/ 230726 h 503912"/>
              <a:gd name="csX81" fmla="*/ 198308 w 245235"/>
              <a:gd name="csY81" fmla="*/ 233350 h 503912"/>
              <a:gd name="csX82" fmla="*/ 199523 w 245235"/>
              <a:gd name="csY82" fmla="*/ 241200 h 503912"/>
              <a:gd name="csX83" fmla="*/ 200899 w 245235"/>
              <a:gd name="csY83" fmla="*/ 252786 h 503912"/>
              <a:gd name="csX84" fmla="*/ 200228 w 245235"/>
              <a:gd name="csY84" fmla="*/ 257969 h 503912"/>
              <a:gd name="csX85" fmla="*/ 197509 w 245235"/>
              <a:gd name="csY85" fmla="*/ 272843 h 503912"/>
              <a:gd name="csX86" fmla="*/ 194340 w 245235"/>
              <a:gd name="csY86" fmla="*/ 281107 h 503912"/>
              <a:gd name="csX87" fmla="*/ 191370 w 245235"/>
              <a:gd name="csY87" fmla="*/ 292273 h 503912"/>
              <a:gd name="csX88" fmla="*/ 195674 w 245235"/>
              <a:gd name="csY88" fmla="*/ 307167 h 503912"/>
              <a:gd name="csX89" fmla="*/ 199681 w 245235"/>
              <a:gd name="csY89" fmla="*/ 306687 h 503912"/>
              <a:gd name="csX90" fmla="*/ 200986 w 245235"/>
              <a:gd name="csY90" fmla="*/ 320424 h 503912"/>
              <a:gd name="csX91" fmla="*/ 197882 w 245235"/>
              <a:gd name="csY91" fmla="*/ 340480 h 503912"/>
              <a:gd name="csX92" fmla="*/ 197480 w 245235"/>
              <a:gd name="csY92" fmla="*/ 350806 h 503912"/>
              <a:gd name="csX93" fmla="*/ 195674 w 245235"/>
              <a:gd name="csY93" fmla="*/ 339189 h 503912"/>
              <a:gd name="csX94" fmla="*/ 193480 w 245235"/>
              <a:gd name="csY94" fmla="*/ 360201 h 503912"/>
              <a:gd name="csX95" fmla="*/ 197184 w 245235"/>
              <a:gd name="csY95" fmla="*/ 414396 h 503912"/>
              <a:gd name="csX96" fmla="*/ 198086 w 245235"/>
              <a:gd name="csY96" fmla="*/ 450991 h 503912"/>
              <a:gd name="csX97" fmla="*/ 192986 w 245235"/>
              <a:gd name="csY97" fmla="*/ 462927 h 503912"/>
              <a:gd name="csX98" fmla="*/ 186260 w 245235"/>
              <a:gd name="csY98" fmla="*/ 476652 h 503912"/>
              <a:gd name="csX99" fmla="*/ 187756 w 245235"/>
              <a:gd name="csY99" fmla="*/ 481169 h 503912"/>
              <a:gd name="csX100" fmla="*/ 190891 w 245235"/>
              <a:gd name="csY100" fmla="*/ 476652 h 503912"/>
              <a:gd name="csX101" fmla="*/ 193026 w 245235"/>
              <a:gd name="csY101" fmla="*/ 487623 h 503912"/>
              <a:gd name="csX102" fmla="*/ 194241 w 245235"/>
              <a:gd name="csY102" fmla="*/ 503884 h 503912"/>
              <a:gd name="csX103" fmla="*/ 181623 w 245235"/>
              <a:gd name="csY103" fmla="*/ 494203 h 5039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Lst>
            <a:rect l="l" t="t" r="r" b="b"/>
            <a:pathLst>
              <a:path w="245235" h="503912">
                <a:moveTo>
                  <a:pt x="181623" y="494203"/>
                </a:moveTo>
                <a:cubicBezTo>
                  <a:pt x="170080" y="484213"/>
                  <a:pt x="162664" y="481487"/>
                  <a:pt x="158452" y="485687"/>
                </a:cubicBezTo>
                <a:cubicBezTo>
                  <a:pt x="157384" y="486752"/>
                  <a:pt x="152834" y="487689"/>
                  <a:pt x="148342" y="487770"/>
                </a:cubicBezTo>
                <a:cubicBezTo>
                  <a:pt x="143849" y="487851"/>
                  <a:pt x="130880" y="488765"/>
                  <a:pt x="119521" y="489801"/>
                </a:cubicBezTo>
                <a:cubicBezTo>
                  <a:pt x="108163" y="490837"/>
                  <a:pt x="93741" y="490755"/>
                  <a:pt x="87472" y="489620"/>
                </a:cubicBezTo>
                <a:cubicBezTo>
                  <a:pt x="77605" y="487832"/>
                  <a:pt x="75687" y="486404"/>
                  <a:pt x="73190" y="478988"/>
                </a:cubicBezTo>
                <a:cubicBezTo>
                  <a:pt x="70001" y="469517"/>
                  <a:pt x="60184" y="460664"/>
                  <a:pt x="52773" y="460575"/>
                </a:cubicBezTo>
                <a:cubicBezTo>
                  <a:pt x="49415" y="460535"/>
                  <a:pt x="48457" y="461764"/>
                  <a:pt x="49575" y="464677"/>
                </a:cubicBezTo>
                <a:cubicBezTo>
                  <a:pt x="50616" y="467390"/>
                  <a:pt x="50039" y="468403"/>
                  <a:pt x="47915" y="467591"/>
                </a:cubicBezTo>
                <a:cubicBezTo>
                  <a:pt x="43178" y="465778"/>
                  <a:pt x="16822" y="457260"/>
                  <a:pt x="13036" y="456319"/>
                </a:cubicBezTo>
                <a:cubicBezTo>
                  <a:pt x="9334" y="455399"/>
                  <a:pt x="8569" y="442447"/>
                  <a:pt x="12217" y="442447"/>
                </a:cubicBezTo>
                <a:cubicBezTo>
                  <a:pt x="13541" y="442447"/>
                  <a:pt x="15349" y="440165"/>
                  <a:pt x="16234" y="437376"/>
                </a:cubicBezTo>
                <a:cubicBezTo>
                  <a:pt x="18137" y="431382"/>
                  <a:pt x="7778" y="415870"/>
                  <a:pt x="3077" y="417673"/>
                </a:cubicBezTo>
                <a:cubicBezTo>
                  <a:pt x="1055" y="418449"/>
                  <a:pt x="0" y="415744"/>
                  <a:pt x="0" y="409784"/>
                </a:cubicBezTo>
                <a:cubicBezTo>
                  <a:pt x="0" y="401499"/>
                  <a:pt x="536" y="400849"/>
                  <a:pt x="6196" y="402269"/>
                </a:cubicBezTo>
                <a:cubicBezTo>
                  <a:pt x="9603" y="403124"/>
                  <a:pt x="12454" y="402931"/>
                  <a:pt x="12532" y="401839"/>
                </a:cubicBezTo>
                <a:cubicBezTo>
                  <a:pt x="12609" y="400747"/>
                  <a:pt x="12969" y="395050"/>
                  <a:pt x="13332" y="389178"/>
                </a:cubicBezTo>
                <a:cubicBezTo>
                  <a:pt x="13694" y="383307"/>
                  <a:pt x="16057" y="375349"/>
                  <a:pt x="18583" y="371495"/>
                </a:cubicBezTo>
                <a:cubicBezTo>
                  <a:pt x="22726" y="365172"/>
                  <a:pt x="24227" y="364644"/>
                  <a:pt x="33934" y="366100"/>
                </a:cubicBezTo>
                <a:cubicBezTo>
                  <a:pt x="43066" y="367469"/>
                  <a:pt x="45460" y="366825"/>
                  <a:pt x="49768" y="361841"/>
                </a:cubicBezTo>
                <a:cubicBezTo>
                  <a:pt x="55970" y="354665"/>
                  <a:pt x="55203" y="348567"/>
                  <a:pt x="46692" y="337409"/>
                </a:cubicBezTo>
                <a:cubicBezTo>
                  <a:pt x="41680" y="330837"/>
                  <a:pt x="40608" y="327241"/>
                  <a:pt x="42031" y="321770"/>
                </a:cubicBezTo>
                <a:cubicBezTo>
                  <a:pt x="45168" y="309711"/>
                  <a:pt x="44306" y="300620"/>
                  <a:pt x="39524" y="295336"/>
                </a:cubicBezTo>
                <a:cubicBezTo>
                  <a:pt x="35095" y="290442"/>
                  <a:pt x="35173" y="290185"/>
                  <a:pt x="41858" y="287644"/>
                </a:cubicBezTo>
                <a:cubicBezTo>
                  <a:pt x="45661" y="286198"/>
                  <a:pt x="52494" y="281527"/>
                  <a:pt x="57042" y="277265"/>
                </a:cubicBezTo>
                <a:cubicBezTo>
                  <a:pt x="61590" y="273002"/>
                  <a:pt x="67303" y="269509"/>
                  <a:pt x="69737" y="269502"/>
                </a:cubicBezTo>
                <a:cubicBezTo>
                  <a:pt x="74976" y="269488"/>
                  <a:pt x="79509" y="261980"/>
                  <a:pt x="79509" y="253317"/>
                </a:cubicBezTo>
                <a:cubicBezTo>
                  <a:pt x="79509" y="246749"/>
                  <a:pt x="88587" y="240002"/>
                  <a:pt x="95370" y="241529"/>
                </a:cubicBezTo>
                <a:cubicBezTo>
                  <a:pt x="99614" y="242485"/>
                  <a:pt x="137917" y="214161"/>
                  <a:pt x="141543" y="207386"/>
                </a:cubicBezTo>
                <a:cubicBezTo>
                  <a:pt x="144262" y="202307"/>
                  <a:pt x="142422" y="199791"/>
                  <a:pt x="135987" y="199791"/>
                </a:cubicBezTo>
                <a:cubicBezTo>
                  <a:pt x="130714" y="199791"/>
                  <a:pt x="128893" y="192306"/>
                  <a:pt x="127900" y="166538"/>
                </a:cubicBezTo>
                <a:lnTo>
                  <a:pt x="127266" y="150064"/>
                </a:lnTo>
                <a:lnTo>
                  <a:pt x="118230" y="149351"/>
                </a:lnTo>
                <a:cubicBezTo>
                  <a:pt x="113261" y="148959"/>
                  <a:pt x="107898" y="149707"/>
                  <a:pt x="106311" y="151014"/>
                </a:cubicBezTo>
                <a:cubicBezTo>
                  <a:pt x="104470" y="152530"/>
                  <a:pt x="102255" y="151977"/>
                  <a:pt x="100187" y="149485"/>
                </a:cubicBezTo>
                <a:cubicBezTo>
                  <a:pt x="98405" y="147337"/>
                  <a:pt x="93728" y="145581"/>
                  <a:pt x="89795" y="145581"/>
                </a:cubicBezTo>
                <a:cubicBezTo>
                  <a:pt x="82532" y="145581"/>
                  <a:pt x="79509" y="141725"/>
                  <a:pt x="79509" y="132462"/>
                </a:cubicBezTo>
                <a:cubicBezTo>
                  <a:pt x="79509" y="129370"/>
                  <a:pt x="77720" y="127510"/>
                  <a:pt x="74746" y="127510"/>
                </a:cubicBezTo>
                <a:cubicBezTo>
                  <a:pt x="66661" y="127510"/>
                  <a:pt x="61439" y="119085"/>
                  <a:pt x="61439" y="106041"/>
                </a:cubicBezTo>
                <a:cubicBezTo>
                  <a:pt x="61439" y="94056"/>
                  <a:pt x="61402" y="94007"/>
                  <a:pt x="51376" y="92403"/>
                </a:cubicBezTo>
                <a:cubicBezTo>
                  <a:pt x="41507" y="90825"/>
                  <a:pt x="41357" y="90638"/>
                  <a:pt x="43631" y="82710"/>
                </a:cubicBezTo>
                <a:cubicBezTo>
                  <a:pt x="46841" y="71517"/>
                  <a:pt x="46650" y="70719"/>
                  <a:pt x="40756" y="70719"/>
                </a:cubicBezTo>
                <a:cubicBezTo>
                  <a:pt x="36165" y="70719"/>
                  <a:pt x="35750" y="69551"/>
                  <a:pt x="37174" y="60642"/>
                </a:cubicBezTo>
                <a:cubicBezTo>
                  <a:pt x="39267" y="47555"/>
                  <a:pt x="31942" y="24727"/>
                  <a:pt x="23391" y="17685"/>
                </a:cubicBezTo>
                <a:lnTo>
                  <a:pt x="16983" y="12409"/>
                </a:lnTo>
                <a:lnTo>
                  <a:pt x="27512" y="5441"/>
                </a:lnTo>
                <a:cubicBezTo>
                  <a:pt x="36589" y="-566"/>
                  <a:pt x="38942" y="-1116"/>
                  <a:pt x="44577" y="1452"/>
                </a:cubicBezTo>
                <a:cubicBezTo>
                  <a:pt x="50920" y="4342"/>
                  <a:pt x="52469" y="8771"/>
                  <a:pt x="51418" y="21016"/>
                </a:cubicBezTo>
                <a:cubicBezTo>
                  <a:pt x="51144" y="24205"/>
                  <a:pt x="52304" y="29399"/>
                  <a:pt x="53995" y="32559"/>
                </a:cubicBezTo>
                <a:cubicBezTo>
                  <a:pt x="55686" y="35718"/>
                  <a:pt x="56925" y="42138"/>
                  <a:pt x="56749" y="46824"/>
                </a:cubicBezTo>
                <a:cubicBezTo>
                  <a:pt x="56573" y="51511"/>
                  <a:pt x="58717" y="59420"/>
                  <a:pt x="61515" y="64401"/>
                </a:cubicBezTo>
                <a:cubicBezTo>
                  <a:pt x="64313" y="69382"/>
                  <a:pt x="66683" y="76616"/>
                  <a:pt x="66783" y="80478"/>
                </a:cubicBezTo>
                <a:cubicBezTo>
                  <a:pt x="66944" y="86723"/>
                  <a:pt x="67209" y="86928"/>
                  <a:pt x="69183" y="82335"/>
                </a:cubicBezTo>
                <a:cubicBezTo>
                  <a:pt x="71476" y="76999"/>
                  <a:pt x="71863" y="77758"/>
                  <a:pt x="72797" y="89434"/>
                </a:cubicBezTo>
                <a:cubicBezTo>
                  <a:pt x="72939" y="91209"/>
                  <a:pt x="74996" y="94114"/>
                  <a:pt x="77368" y="95891"/>
                </a:cubicBezTo>
                <a:cubicBezTo>
                  <a:pt x="79740" y="97667"/>
                  <a:pt x="82447" y="102604"/>
                  <a:pt x="83382" y="106862"/>
                </a:cubicBezTo>
                <a:cubicBezTo>
                  <a:pt x="84688" y="112811"/>
                  <a:pt x="86501" y="114603"/>
                  <a:pt x="91209" y="114603"/>
                </a:cubicBezTo>
                <a:cubicBezTo>
                  <a:pt x="99379" y="114603"/>
                  <a:pt x="110872" y="119677"/>
                  <a:pt x="115649" y="125394"/>
                </a:cubicBezTo>
                <a:cubicBezTo>
                  <a:pt x="117952" y="128149"/>
                  <a:pt x="124752" y="130674"/>
                  <a:pt x="132428" y="131624"/>
                </a:cubicBezTo>
                <a:cubicBezTo>
                  <a:pt x="141521" y="132750"/>
                  <a:pt x="146878" y="135032"/>
                  <a:pt x="150553" y="139348"/>
                </a:cubicBezTo>
                <a:cubicBezTo>
                  <a:pt x="154982" y="144548"/>
                  <a:pt x="158885" y="145694"/>
                  <a:pt x="176368" y="146927"/>
                </a:cubicBezTo>
                <a:cubicBezTo>
                  <a:pt x="205380" y="148973"/>
                  <a:pt x="204499" y="148736"/>
                  <a:pt x="211382" y="156343"/>
                </a:cubicBezTo>
                <a:cubicBezTo>
                  <a:pt x="219859" y="165712"/>
                  <a:pt x="228327" y="167989"/>
                  <a:pt x="230401" y="161456"/>
                </a:cubicBezTo>
                <a:cubicBezTo>
                  <a:pt x="231901" y="156729"/>
                  <a:pt x="241748" y="152072"/>
                  <a:pt x="244475" y="154799"/>
                </a:cubicBezTo>
                <a:cubicBezTo>
                  <a:pt x="248005" y="158329"/>
                  <a:pt x="238595" y="195092"/>
                  <a:pt x="229656" y="212698"/>
                </a:cubicBezTo>
                <a:cubicBezTo>
                  <a:pt x="224250" y="223347"/>
                  <a:pt x="218479" y="236706"/>
                  <a:pt x="216833" y="242385"/>
                </a:cubicBezTo>
                <a:cubicBezTo>
                  <a:pt x="208092" y="272545"/>
                  <a:pt x="205996" y="281464"/>
                  <a:pt x="205960" y="288674"/>
                </a:cubicBezTo>
                <a:cubicBezTo>
                  <a:pt x="205939" y="293031"/>
                  <a:pt x="204795" y="298338"/>
                  <a:pt x="203418" y="300468"/>
                </a:cubicBezTo>
                <a:cubicBezTo>
                  <a:pt x="201194" y="303910"/>
                  <a:pt x="200920" y="303910"/>
                  <a:pt x="200956" y="300468"/>
                </a:cubicBezTo>
                <a:cubicBezTo>
                  <a:pt x="201123" y="284393"/>
                  <a:pt x="207229" y="256741"/>
                  <a:pt x="214917" y="237240"/>
                </a:cubicBezTo>
                <a:cubicBezTo>
                  <a:pt x="219951" y="224471"/>
                  <a:pt x="224070" y="212844"/>
                  <a:pt x="224070" y="211401"/>
                </a:cubicBezTo>
                <a:cubicBezTo>
                  <a:pt x="224070" y="209958"/>
                  <a:pt x="221625" y="207250"/>
                  <a:pt x="218637" y="205384"/>
                </a:cubicBezTo>
                <a:cubicBezTo>
                  <a:pt x="215583" y="203477"/>
                  <a:pt x="213971" y="203233"/>
                  <a:pt x="214956" y="204826"/>
                </a:cubicBezTo>
                <a:cubicBezTo>
                  <a:pt x="215920" y="206386"/>
                  <a:pt x="215897" y="211356"/>
                  <a:pt x="214905" y="215873"/>
                </a:cubicBezTo>
                <a:lnTo>
                  <a:pt x="213101" y="224084"/>
                </a:lnTo>
                <a:lnTo>
                  <a:pt x="208491" y="218391"/>
                </a:lnTo>
                <a:cubicBezTo>
                  <a:pt x="202731" y="211277"/>
                  <a:pt x="199260" y="211160"/>
                  <a:pt x="197466" y="218019"/>
                </a:cubicBezTo>
                <a:cubicBezTo>
                  <a:pt x="196615" y="221276"/>
                  <a:pt x="197499" y="223887"/>
                  <a:pt x="199747" y="224749"/>
                </a:cubicBezTo>
                <a:cubicBezTo>
                  <a:pt x="201766" y="225524"/>
                  <a:pt x="203418" y="227264"/>
                  <a:pt x="203418" y="228616"/>
                </a:cubicBezTo>
                <a:cubicBezTo>
                  <a:pt x="203418" y="229967"/>
                  <a:pt x="202337" y="230405"/>
                  <a:pt x="201015" y="229588"/>
                </a:cubicBezTo>
                <a:cubicBezTo>
                  <a:pt x="199694" y="228771"/>
                  <a:pt x="197882" y="229283"/>
                  <a:pt x="196991" y="230726"/>
                </a:cubicBezTo>
                <a:cubicBezTo>
                  <a:pt x="196099" y="232169"/>
                  <a:pt x="196692" y="233350"/>
                  <a:pt x="198308" y="233350"/>
                </a:cubicBezTo>
                <a:cubicBezTo>
                  <a:pt x="200240" y="233350"/>
                  <a:pt x="200656" y="236041"/>
                  <a:pt x="199523" y="241200"/>
                </a:cubicBezTo>
                <a:cubicBezTo>
                  <a:pt x="198474" y="245978"/>
                  <a:pt x="199012" y="250512"/>
                  <a:pt x="200899" y="252786"/>
                </a:cubicBezTo>
                <a:cubicBezTo>
                  <a:pt x="203352" y="255741"/>
                  <a:pt x="203212" y="256824"/>
                  <a:pt x="200228" y="257969"/>
                </a:cubicBezTo>
                <a:cubicBezTo>
                  <a:pt x="197388" y="259059"/>
                  <a:pt x="196716" y="262734"/>
                  <a:pt x="197509" y="272843"/>
                </a:cubicBezTo>
                <a:cubicBezTo>
                  <a:pt x="198508" y="285590"/>
                  <a:pt x="198348" y="286008"/>
                  <a:pt x="194340" y="281107"/>
                </a:cubicBezTo>
                <a:cubicBezTo>
                  <a:pt x="190355" y="276233"/>
                  <a:pt x="190188" y="276860"/>
                  <a:pt x="191370" y="292273"/>
                </a:cubicBezTo>
                <a:cubicBezTo>
                  <a:pt x="192505" y="307076"/>
                  <a:pt x="195674" y="318043"/>
                  <a:pt x="195674" y="307167"/>
                </a:cubicBezTo>
                <a:cubicBezTo>
                  <a:pt x="195674" y="303112"/>
                  <a:pt x="196059" y="303066"/>
                  <a:pt x="199681" y="306687"/>
                </a:cubicBezTo>
                <a:cubicBezTo>
                  <a:pt x="202942" y="309948"/>
                  <a:pt x="203185" y="312507"/>
                  <a:pt x="200986" y="320424"/>
                </a:cubicBezTo>
                <a:cubicBezTo>
                  <a:pt x="199500" y="325776"/>
                  <a:pt x="198103" y="334801"/>
                  <a:pt x="197882" y="340480"/>
                </a:cubicBezTo>
                <a:lnTo>
                  <a:pt x="197480" y="350806"/>
                </a:lnTo>
                <a:lnTo>
                  <a:pt x="195674" y="339189"/>
                </a:lnTo>
                <a:cubicBezTo>
                  <a:pt x="194403" y="331014"/>
                  <a:pt x="193753" y="337239"/>
                  <a:pt x="193480" y="360201"/>
                </a:cubicBezTo>
                <a:cubicBezTo>
                  <a:pt x="193236" y="380786"/>
                  <a:pt x="194603" y="400790"/>
                  <a:pt x="197184" y="414396"/>
                </a:cubicBezTo>
                <a:cubicBezTo>
                  <a:pt x="200612" y="432468"/>
                  <a:pt x="200758" y="438399"/>
                  <a:pt x="198086" y="450991"/>
                </a:cubicBezTo>
                <a:cubicBezTo>
                  <a:pt x="196258" y="459605"/>
                  <a:pt x="194082" y="464699"/>
                  <a:pt x="192986" y="462927"/>
                </a:cubicBezTo>
                <a:cubicBezTo>
                  <a:pt x="191158" y="459970"/>
                  <a:pt x="190587" y="461135"/>
                  <a:pt x="186260" y="476652"/>
                </a:cubicBezTo>
                <a:cubicBezTo>
                  <a:pt x="185567" y="479136"/>
                  <a:pt x="186240" y="481169"/>
                  <a:pt x="187756" y="481169"/>
                </a:cubicBezTo>
                <a:cubicBezTo>
                  <a:pt x="189271" y="481169"/>
                  <a:pt x="190682" y="479136"/>
                  <a:pt x="190891" y="476652"/>
                </a:cubicBezTo>
                <a:cubicBezTo>
                  <a:pt x="191099" y="474167"/>
                  <a:pt x="192060" y="479104"/>
                  <a:pt x="193026" y="487623"/>
                </a:cubicBezTo>
                <a:cubicBezTo>
                  <a:pt x="193992" y="496142"/>
                  <a:pt x="194538" y="503459"/>
                  <a:pt x="194241" y="503884"/>
                </a:cubicBezTo>
                <a:cubicBezTo>
                  <a:pt x="193943" y="504308"/>
                  <a:pt x="188265" y="499952"/>
                  <a:pt x="181623" y="494203"/>
                </a:cubicBezTo>
                <a:close/>
              </a:path>
            </a:pathLst>
          </a:custGeom>
          <a:solidFill>
            <a:srgbClr val="B9B9B9"/>
          </a:solidFill>
          <a:ln w="5163" cap="flat">
            <a:noFill/>
            <a:prstDash val="solid"/>
            <a:miter/>
          </a:ln>
        </p:spPr>
        <p:txBody>
          <a:bodyPr/>
          <a:lstStyle/>
          <a:p>
            <a:endParaRPr lang="es-419" noProof="0" dirty="0"/>
          </a:p>
        </p:txBody>
      </p:sp>
      <p:sp>
        <p:nvSpPr>
          <p:cNvPr id="53" name="Forma libre: forma 52">
            <a:extLst>
              <a:ext uri="{FF2B5EF4-FFF2-40B4-BE49-F238E27FC236}">
                <a16:creationId xmlns:a16="http://schemas.microsoft.com/office/drawing/2014/main" id="{A7C356FD-C73F-0FCA-2F40-155FF9C4E8C6}"/>
              </a:ext>
            </a:extLst>
          </p:cNvPr>
          <p:cNvSpPr/>
          <p:nvPr/>
        </p:nvSpPr>
        <p:spPr>
          <a:xfrm>
            <a:off x="920115" y="1646957"/>
            <a:ext cx="379561" cy="415583"/>
          </a:xfrm>
          <a:custGeom>
            <a:avLst/>
            <a:gdLst>
              <a:gd name="csX0" fmla="*/ 203090 w 379561"/>
              <a:gd name="csY0" fmla="*/ 414284 h 415583"/>
              <a:gd name="csX1" fmla="*/ 197077 w 379561"/>
              <a:gd name="csY1" fmla="*/ 404675 h 415583"/>
              <a:gd name="csX2" fmla="*/ 192271 w 379561"/>
              <a:gd name="csY2" fmla="*/ 395646 h 415583"/>
              <a:gd name="csX3" fmla="*/ 171007 w 379561"/>
              <a:gd name="csY3" fmla="*/ 397866 h 415583"/>
              <a:gd name="csX4" fmla="*/ 166946 w 379561"/>
              <a:gd name="csY4" fmla="*/ 392738 h 415583"/>
              <a:gd name="csX5" fmla="*/ 171214 w 379561"/>
              <a:gd name="csY5" fmla="*/ 375323 h 415583"/>
              <a:gd name="csX6" fmla="*/ 168526 w 379561"/>
              <a:gd name="csY6" fmla="*/ 359903 h 415583"/>
              <a:gd name="csX7" fmla="*/ 135682 w 379561"/>
              <a:gd name="csY7" fmla="*/ 348579 h 415583"/>
              <a:gd name="csX8" fmla="*/ 130456 w 379561"/>
              <a:gd name="csY8" fmla="*/ 344743 h 415583"/>
              <a:gd name="csX9" fmla="*/ 123707 w 379561"/>
              <a:gd name="csY9" fmla="*/ 339434 h 415583"/>
              <a:gd name="csX10" fmla="*/ 111898 w 379561"/>
              <a:gd name="csY10" fmla="*/ 326710 h 415583"/>
              <a:gd name="csX11" fmla="*/ 102819 w 379561"/>
              <a:gd name="csY11" fmla="*/ 312359 h 415583"/>
              <a:gd name="csX12" fmla="*/ 100189 w 379561"/>
              <a:gd name="csY12" fmla="*/ 303716 h 415583"/>
              <a:gd name="csX13" fmla="*/ 96495 w 379561"/>
              <a:gd name="csY13" fmla="*/ 291424 h 415583"/>
              <a:gd name="csX14" fmla="*/ 91114 w 379561"/>
              <a:gd name="csY14" fmla="*/ 269668 h 415583"/>
              <a:gd name="csX15" fmla="*/ 73368 w 379561"/>
              <a:gd name="csY15" fmla="*/ 228658 h 415583"/>
              <a:gd name="csX16" fmla="*/ 56149 w 379561"/>
              <a:gd name="csY16" fmla="*/ 225592 h 415583"/>
              <a:gd name="csX17" fmla="*/ 38234 w 379561"/>
              <a:gd name="csY17" fmla="*/ 218995 h 415583"/>
              <a:gd name="csX18" fmla="*/ 14702 w 379561"/>
              <a:gd name="csY18" fmla="*/ 179229 h 415583"/>
              <a:gd name="csX19" fmla="*/ 4675 w 379561"/>
              <a:gd name="csY19" fmla="*/ 165798 h 415583"/>
              <a:gd name="csX20" fmla="*/ 1771 w 379561"/>
              <a:gd name="csY20" fmla="*/ 155184 h 415583"/>
              <a:gd name="csX21" fmla="*/ 712 w 379561"/>
              <a:gd name="csY21" fmla="*/ 126667 h 415583"/>
              <a:gd name="csX22" fmla="*/ 2557 w 379561"/>
              <a:gd name="csY22" fmla="*/ 104522 h 415583"/>
              <a:gd name="csX23" fmla="*/ 16402 w 379561"/>
              <a:gd name="csY23" fmla="*/ 104522 h 415583"/>
              <a:gd name="csX24" fmla="*/ 46584 w 379561"/>
              <a:gd name="csY24" fmla="*/ 95540 h 415583"/>
              <a:gd name="csX25" fmla="*/ 48520 w 379561"/>
              <a:gd name="csY25" fmla="*/ 81044 h 415583"/>
              <a:gd name="csX26" fmla="*/ 53693 w 379561"/>
              <a:gd name="csY26" fmla="*/ 64536 h 415583"/>
              <a:gd name="csX27" fmla="*/ 57236 w 379561"/>
              <a:gd name="csY27" fmla="*/ 49938 h 415583"/>
              <a:gd name="csX28" fmla="*/ 61307 w 379561"/>
              <a:gd name="csY28" fmla="*/ 39986 h 415583"/>
              <a:gd name="csX29" fmla="*/ 72238 w 379561"/>
              <a:gd name="csY29" fmla="*/ 37166 h 415583"/>
              <a:gd name="csX30" fmla="*/ 75921 w 379561"/>
              <a:gd name="csY30" fmla="*/ 26420 h 415583"/>
              <a:gd name="csX31" fmla="*/ 86217 w 379561"/>
              <a:gd name="csY31" fmla="*/ 9008 h 415583"/>
              <a:gd name="csX32" fmla="*/ 91229 w 379561"/>
              <a:gd name="csY32" fmla="*/ 3610 h 415583"/>
              <a:gd name="csX33" fmla="*/ 100572 w 379561"/>
              <a:gd name="csY33" fmla="*/ 6016 h 415583"/>
              <a:gd name="csX34" fmla="*/ 115842 w 379561"/>
              <a:gd name="csY34" fmla="*/ 15498 h 415583"/>
              <a:gd name="csX35" fmla="*/ 130061 w 379561"/>
              <a:gd name="csY35" fmla="*/ 25801 h 415583"/>
              <a:gd name="csX36" fmla="*/ 153502 w 379561"/>
              <a:gd name="csY36" fmla="*/ 36020 h 415583"/>
              <a:gd name="csX37" fmla="*/ 166647 w 379561"/>
              <a:gd name="csY37" fmla="*/ 35196 h 415583"/>
              <a:gd name="csX38" fmla="*/ 177014 w 379561"/>
              <a:gd name="csY38" fmla="*/ 35079 h 415583"/>
              <a:gd name="csX39" fmla="*/ 199575 w 379561"/>
              <a:gd name="csY39" fmla="*/ 42570 h 415583"/>
              <a:gd name="csX40" fmla="*/ 223114 w 379561"/>
              <a:gd name="csY40" fmla="*/ 30983 h 415583"/>
              <a:gd name="csX41" fmla="*/ 243392 w 379561"/>
              <a:gd name="csY41" fmla="*/ 13562 h 415583"/>
              <a:gd name="csX42" fmla="*/ 257664 w 379561"/>
              <a:gd name="csY42" fmla="*/ 14175 h 415583"/>
              <a:gd name="csX43" fmla="*/ 270020 w 379561"/>
              <a:gd name="csY43" fmla="*/ 16753 h 415583"/>
              <a:gd name="csX44" fmla="*/ 290519 w 379561"/>
              <a:gd name="csY44" fmla="*/ 30455 h 415583"/>
              <a:gd name="csX45" fmla="*/ 307913 w 379561"/>
              <a:gd name="csY45" fmla="*/ 52734 h 415583"/>
              <a:gd name="csX46" fmla="*/ 307918 w 379561"/>
              <a:gd name="csY46" fmla="*/ 71135 h 415583"/>
              <a:gd name="csX47" fmla="*/ 305239 w 379561"/>
              <a:gd name="csY47" fmla="*/ 92635 h 415583"/>
              <a:gd name="csX48" fmla="*/ 300393 w 379561"/>
              <a:gd name="csY48" fmla="*/ 116124 h 415583"/>
              <a:gd name="csX49" fmla="*/ 296534 w 379561"/>
              <a:gd name="csY49" fmla="*/ 139467 h 415583"/>
              <a:gd name="csX50" fmla="*/ 294862 w 379561"/>
              <a:gd name="csY50" fmla="*/ 144381 h 415583"/>
              <a:gd name="csX51" fmla="*/ 302443 w 379561"/>
              <a:gd name="csY51" fmla="*/ 174221 h 415583"/>
              <a:gd name="csX52" fmla="*/ 331579 w 379561"/>
              <a:gd name="csY52" fmla="*/ 200036 h 415583"/>
              <a:gd name="csX53" fmla="*/ 345885 w 379561"/>
              <a:gd name="csY53" fmla="*/ 204322 h 415583"/>
              <a:gd name="csX54" fmla="*/ 358173 w 379561"/>
              <a:gd name="csY54" fmla="*/ 192088 h 415583"/>
              <a:gd name="csX55" fmla="*/ 365209 w 379561"/>
              <a:gd name="csY55" fmla="*/ 177533 h 415583"/>
              <a:gd name="csX56" fmla="*/ 378528 w 379561"/>
              <a:gd name="csY56" fmla="*/ 217259 h 415583"/>
              <a:gd name="csX57" fmla="*/ 379561 w 379561"/>
              <a:gd name="csY57" fmla="*/ 233192 h 415583"/>
              <a:gd name="csX58" fmla="*/ 368302 w 379561"/>
              <a:gd name="csY58" fmla="*/ 234810 h 415583"/>
              <a:gd name="csX59" fmla="*/ 342845 w 379561"/>
              <a:gd name="csY59" fmla="*/ 234877 h 415583"/>
              <a:gd name="csX60" fmla="*/ 294625 w 379561"/>
              <a:gd name="csY60" fmla="*/ 235311 h 415583"/>
              <a:gd name="csX61" fmla="*/ 265550 w 379561"/>
              <a:gd name="csY61" fmla="*/ 264572 h 415583"/>
              <a:gd name="csX62" fmla="*/ 257155 w 379561"/>
              <a:gd name="csY62" fmla="*/ 290178 h 415583"/>
              <a:gd name="csX63" fmla="*/ 253059 w 379561"/>
              <a:gd name="csY63" fmla="*/ 303293 h 415583"/>
              <a:gd name="csX64" fmla="*/ 248021 w 379561"/>
              <a:gd name="csY64" fmla="*/ 307811 h 415583"/>
              <a:gd name="csX65" fmla="*/ 241573 w 379561"/>
              <a:gd name="csY65" fmla="*/ 316201 h 415583"/>
              <a:gd name="csX66" fmla="*/ 230054 w 379561"/>
              <a:gd name="csY66" fmla="*/ 378609 h 415583"/>
              <a:gd name="csX67" fmla="*/ 225886 w 379561"/>
              <a:gd name="csY67" fmla="*/ 411224 h 415583"/>
              <a:gd name="csX68" fmla="*/ 203090 w 379561"/>
              <a:gd name="csY68" fmla="*/ 414284 h 4155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Lst>
            <a:rect l="l" t="t" r="r" b="b"/>
            <a:pathLst>
              <a:path w="379561" h="415583">
                <a:moveTo>
                  <a:pt x="203090" y="414284"/>
                </a:moveTo>
                <a:cubicBezTo>
                  <a:pt x="200763" y="412907"/>
                  <a:pt x="198058" y="408583"/>
                  <a:pt x="197077" y="404675"/>
                </a:cubicBezTo>
                <a:cubicBezTo>
                  <a:pt x="196096" y="400766"/>
                  <a:pt x="193933" y="396703"/>
                  <a:pt x="192271" y="395646"/>
                </a:cubicBezTo>
                <a:cubicBezTo>
                  <a:pt x="187214" y="392429"/>
                  <a:pt x="177806" y="393412"/>
                  <a:pt x="171007" y="397866"/>
                </a:cubicBezTo>
                <a:cubicBezTo>
                  <a:pt x="162395" y="403509"/>
                  <a:pt x="159848" y="400293"/>
                  <a:pt x="166946" y="392738"/>
                </a:cubicBezTo>
                <a:cubicBezTo>
                  <a:pt x="171625" y="387757"/>
                  <a:pt x="172379" y="384679"/>
                  <a:pt x="171214" y="375323"/>
                </a:cubicBezTo>
                <a:cubicBezTo>
                  <a:pt x="170436" y="369072"/>
                  <a:pt x="169226" y="362133"/>
                  <a:pt x="168526" y="359903"/>
                </a:cubicBezTo>
                <a:cubicBezTo>
                  <a:pt x="167058" y="355229"/>
                  <a:pt x="141404" y="346384"/>
                  <a:pt x="135682" y="348579"/>
                </a:cubicBezTo>
                <a:cubicBezTo>
                  <a:pt x="133235" y="349518"/>
                  <a:pt x="131342" y="348128"/>
                  <a:pt x="130456" y="344743"/>
                </a:cubicBezTo>
                <a:cubicBezTo>
                  <a:pt x="129618" y="341535"/>
                  <a:pt x="126946" y="339434"/>
                  <a:pt x="123707" y="339434"/>
                </a:cubicBezTo>
                <a:cubicBezTo>
                  <a:pt x="119877" y="339434"/>
                  <a:pt x="116504" y="335800"/>
                  <a:pt x="111898" y="326710"/>
                </a:cubicBezTo>
                <a:cubicBezTo>
                  <a:pt x="108351" y="319711"/>
                  <a:pt x="104266" y="313253"/>
                  <a:pt x="102819" y="312359"/>
                </a:cubicBezTo>
                <a:cubicBezTo>
                  <a:pt x="101373" y="311465"/>
                  <a:pt x="100189" y="307575"/>
                  <a:pt x="100189" y="303716"/>
                </a:cubicBezTo>
                <a:cubicBezTo>
                  <a:pt x="100189" y="299856"/>
                  <a:pt x="98526" y="294325"/>
                  <a:pt x="96495" y="291424"/>
                </a:cubicBezTo>
                <a:cubicBezTo>
                  <a:pt x="94463" y="288523"/>
                  <a:pt x="92041" y="278733"/>
                  <a:pt x="91114" y="269668"/>
                </a:cubicBezTo>
                <a:cubicBezTo>
                  <a:pt x="89247" y="251425"/>
                  <a:pt x="83480" y="238096"/>
                  <a:pt x="73368" y="228658"/>
                </a:cubicBezTo>
                <a:cubicBezTo>
                  <a:pt x="67157" y="222862"/>
                  <a:pt x="65968" y="222650"/>
                  <a:pt x="56149" y="225592"/>
                </a:cubicBezTo>
                <a:cubicBezTo>
                  <a:pt x="44901" y="228962"/>
                  <a:pt x="38234" y="226507"/>
                  <a:pt x="38234" y="218995"/>
                </a:cubicBezTo>
                <a:cubicBezTo>
                  <a:pt x="38234" y="211509"/>
                  <a:pt x="24381" y="188100"/>
                  <a:pt x="14702" y="179229"/>
                </a:cubicBezTo>
                <a:cubicBezTo>
                  <a:pt x="9187" y="174175"/>
                  <a:pt x="4675" y="168131"/>
                  <a:pt x="4675" y="165798"/>
                </a:cubicBezTo>
                <a:cubicBezTo>
                  <a:pt x="4675" y="163466"/>
                  <a:pt x="3368" y="158689"/>
                  <a:pt x="1771" y="155184"/>
                </a:cubicBezTo>
                <a:cubicBezTo>
                  <a:pt x="-157" y="150952"/>
                  <a:pt x="-513" y="141373"/>
                  <a:pt x="712" y="126667"/>
                </a:cubicBezTo>
                <a:lnTo>
                  <a:pt x="2557" y="104522"/>
                </a:lnTo>
                <a:lnTo>
                  <a:pt x="16402" y="104522"/>
                </a:lnTo>
                <a:cubicBezTo>
                  <a:pt x="30035" y="104522"/>
                  <a:pt x="42866" y="100703"/>
                  <a:pt x="46584" y="95540"/>
                </a:cubicBezTo>
                <a:cubicBezTo>
                  <a:pt x="47627" y="94091"/>
                  <a:pt x="48499" y="87568"/>
                  <a:pt x="48520" y="81044"/>
                </a:cubicBezTo>
                <a:cubicBezTo>
                  <a:pt x="48549" y="72518"/>
                  <a:pt x="50004" y="67875"/>
                  <a:pt x="53693" y="64536"/>
                </a:cubicBezTo>
                <a:cubicBezTo>
                  <a:pt x="57798" y="60822"/>
                  <a:pt x="58508" y="57895"/>
                  <a:pt x="57236" y="49938"/>
                </a:cubicBezTo>
                <a:cubicBezTo>
                  <a:pt x="55795" y="40930"/>
                  <a:pt x="56182" y="39986"/>
                  <a:pt x="61307" y="39986"/>
                </a:cubicBezTo>
                <a:cubicBezTo>
                  <a:pt x="64421" y="39986"/>
                  <a:pt x="69340" y="38717"/>
                  <a:pt x="72238" y="37166"/>
                </a:cubicBezTo>
                <a:cubicBezTo>
                  <a:pt x="76432" y="34922"/>
                  <a:pt x="77183" y="32731"/>
                  <a:pt x="75921" y="26420"/>
                </a:cubicBezTo>
                <a:cubicBezTo>
                  <a:pt x="74260" y="18119"/>
                  <a:pt x="79648" y="9008"/>
                  <a:pt x="86217" y="9008"/>
                </a:cubicBezTo>
                <a:cubicBezTo>
                  <a:pt x="88031" y="9008"/>
                  <a:pt x="90286" y="6579"/>
                  <a:pt x="91229" y="3610"/>
                </a:cubicBezTo>
                <a:cubicBezTo>
                  <a:pt x="92878" y="-1587"/>
                  <a:pt x="93226" y="-1498"/>
                  <a:pt x="100572" y="6016"/>
                </a:cubicBezTo>
                <a:cubicBezTo>
                  <a:pt x="104769" y="10308"/>
                  <a:pt x="111640" y="14575"/>
                  <a:pt x="115842" y="15498"/>
                </a:cubicBezTo>
                <a:cubicBezTo>
                  <a:pt x="120151" y="16445"/>
                  <a:pt x="126350" y="20937"/>
                  <a:pt x="130061" y="25801"/>
                </a:cubicBezTo>
                <a:cubicBezTo>
                  <a:pt x="137904" y="36084"/>
                  <a:pt x="151245" y="41900"/>
                  <a:pt x="153502" y="36020"/>
                </a:cubicBezTo>
                <a:cubicBezTo>
                  <a:pt x="155231" y="31515"/>
                  <a:pt x="162509" y="31058"/>
                  <a:pt x="166647" y="35196"/>
                </a:cubicBezTo>
                <a:cubicBezTo>
                  <a:pt x="168865" y="37413"/>
                  <a:pt x="171448" y="37384"/>
                  <a:pt x="177014" y="35079"/>
                </a:cubicBezTo>
                <a:cubicBezTo>
                  <a:pt x="186293" y="31236"/>
                  <a:pt x="197119" y="34830"/>
                  <a:pt x="199575" y="42570"/>
                </a:cubicBezTo>
                <a:cubicBezTo>
                  <a:pt x="202586" y="52057"/>
                  <a:pt x="211392" y="47722"/>
                  <a:pt x="223114" y="30983"/>
                </a:cubicBezTo>
                <a:cubicBezTo>
                  <a:pt x="231922" y="18404"/>
                  <a:pt x="235698" y="15160"/>
                  <a:pt x="243392" y="13562"/>
                </a:cubicBezTo>
                <a:cubicBezTo>
                  <a:pt x="248841" y="12430"/>
                  <a:pt x="254889" y="12690"/>
                  <a:pt x="257664" y="14175"/>
                </a:cubicBezTo>
                <a:cubicBezTo>
                  <a:pt x="260313" y="15593"/>
                  <a:pt x="265874" y="16753"/>
                  <a:pt x="270020" y="16753"/>
                </a:cubicBezTo>
                <a:cubicBezTo>
                  <a:pt x="275778" y="16753"/>
                  <a:pt x="280624" y="19992"/>
                  <a:pt x="290519" y="30455"/>
                </a:cubicBezTo>
                <a:cubicBezTo>
                  <a:pt x="297647" y="37991"/>
                  <a:pt x="305474" y="48017"/>
                  <a:pt x="307913" y="52734"/>
                </a:cubicBezTo>
                <a:cubicBezTo>
                  <a:pt x="312104" y="60839"/>
                  <a:pt x="312105" y="61851"/>
                  <a:pt x="307918" y="71135"/>
                </a:cubicBezTo>
                <a:cubicBezTo>
                  <a:pt x="304686" y="78303"/>
                  <a:pt x="303961" y="84117"/>
                  <a:pt x="305239" y="92635"/>
                </a:cubicBezTo>
                <a:cubicBezTo>
                  <a:pt x="306699" y="102374"/>
                  <a:pt x="305896" y="106269"/>
                  <a:pt x="300393" y="116124"/>
                </a:cubicBezTo>
                <a:cubicBezTo>
                  <a:pt x="293385" y="128678"/>
                  <a:pt x="292058" y="136701"/>
                  <a:pt x="296534" y="139467"/>
                </a:cubicBezTo>
                <a:cubicBezTo>
                  <a:pt x="298276" y="140544"/>
                  <a:pt x="297669" y="142329"/>
                  <a:pt x="294862" y="144381"/>
                </a:cubicBezTo>
                <a:cubicBezTo>
                  <a:pt x="289162" y="148549"/>
                  <a:pt x="291010" y="155821"/>
                  <a:pt x="302443" y="174221"/>
                </a:cubicBezTo>
                <a:cubicBezTo>
                  <a:pt x="315893" y="195868"/>
                  <a:pt x="320598" y="200036"/>
                  <a:pt x="331579" y="200036"/>
                </a:cubicBezTo>
                <a:cubicBezTo>
                  <a:pt x="336873" y="200036"/>
                  <a:pt x="343264" y="201951"/>
                  <a:pt x="345885" y="204322"/>
                </a:cubicBezTo>
                <a:cubicBezTo>
                  <a:pt x="351730" y="209612"/>
                  <a:pt x="352148" y="209195"/>
                  <a:pt x="358173" y="192088"/>
                </a:cubicBezTo>
                <a:cubicBezTo>
                  <a:pt x="360854" y="184473"/>
                  <a:pt x="364021" y="177924"/>
                  <a:pt x="365209" y="177533"/>
                </a:cubicBezTo>
                <a:cubicBezTo>
                  <a:pt x="369150" y="176239"/>
                  <a:pt x="377478" y="201079"/>
                  <a:pt x="378528" y="217259"/>
                </a:cubicBezTo>
                <a:lnTo>
                  <a:pt x="379561" y="233192"/>
                </a:lnTo>
                <a:lnTo>
                  <a:pt x="368302" y="234810"/>
                </a:lnTo>
                <a:cubicBezTo>
                  <a:pt x="362110" y="235699"/>
                  <a:pt x="350654" y="235730"/>
                  <a:pt x="342845" y="234877"/>
                </a:cubicBezTo>
                <a:cubicBezTo>
                  <a:pt x="300900" y="230295"/>
                  <a:pt x="296475" y="230334"/>
                  <a:pt x="294625" y="235311"/>
                </a:cubicBezTo>
                <a:cubicBezTo>
                  <a:pt x="292370" y="241375"/>
                  <a:pt x="269321" y="264572"/>
                  <a:pt x="265550" y="264572"/>
                </a:cubicBezTo>
                <a:cubicBezTo>
                  <a:pt x="261474" y="264572"/>
                  <a:pt x="258070" y="274955"/>
                  <a:pt x="257155" y="290178"/>
                </a:cubicBezTo>
                <a:cubicBezTo>
                  <a:pt x="256642" y="298710"/>
                  <a:pt x="255211" y="303293"/>
                  <a:pt x="253059" y="303293"/>
                </a:cubicBezTo>
                <a:cubicBezTo>
                  <a:pt x="251239" y="303294"/>
                  <a:pt x="248973" y="305327"/>
                  <a:pt x="248021" y="307811"/>
                </a:cubicBezTo>
                <a:cubicBezTo>
                  <a:pt x="247070" y="310296"/>
                  <a:pt x="244168" y="314071"/>
                  <a:pt x="241573" y="316201"/>
                </a:cubicBezTo>
                <a:cubicBezTo>
                  <a:pt x="235220" y="321415"/>
                  <a:pt x="231367" y="342287"/>
                  <a:pt x="230054" y="378609"/>
                </a:cubicBezTo>
                <a:cubicBezTo>
                  <a:pt x="229366" y="397612"/>
                  <a:pt x="227827" y="409663"/>
                  <a:pt x="225886" y="411224"/>
                </a:cubicBezTo>
                <a:cubicBezTo>
                  <a:pt x="220922" y="415217"/>
                  <a:pt x="207671" y="416995"/>
                  <a:pt x="203090" y="414284"/>
                </a:cubicBezTo>
                <a:close/>
              </a:path>
            </a:pathLst>
          </a:custGeom>
          <a:solidFill>
            <a:srgbClr val="B9B9B9"/>
          </a:solidFill>
          <a:ln w="5163" cap="flat">
            <a:noFill/>
            <a:prstDash val="solid"/>
            <a:miter/>
          </a:ln>
        </p:spPr>
        <p:txBody>
          <a:bodyPr/>
          <a:lstStyle/>
          <a:p>
            <a:endParaRPr lang="es-419" noProof="0" dirty="0"/>
          </a:p>
        </p:txBody>
      </p:sp>
      <p:sp>
        <p:nvSpPr>
          <p:cNvPr id="54" name="Forma libre: forma 53">
            <a:extLst>
              <a:ext uri="{FF2B5EF4-FFF2-40B4-BE49-F238E27FC236}">
                <a16:creationId xmlns:a16="http://schemas.microsoft.com/office/drawing/2014/main" id="{0E8B9B72-2311-060D-CC19-948B7B092AA1}"/>
              </a:ext>
            </a:extLst>
          </p:cNvPr>
          <p:cNvSpPr/>
          <p:nvPr/>
        </p:nvSpPr>
        <p:spPr>
          <a:xfrm>
            <a:off x="845627" y="1846993"/>
            <a:ext cx="4301" cy="5162"/>
          </a:xfrm>
          <a:custGeom>
            <a:avLst/>
            <a:gdLst>
              <a:gd name="csX0" fmla="*/ 4301 w 4301"/>
              <a:gd name="csY0" fmla="*/ 2581 h 5162"/>
              <a:gd name="csX1" fmla="*/ 1567 w 4301"/>
              <a:gd name="csY1" fmla="*/ 0 h 5162"/>
              <a:gd name="csX2" fmla="*/ 429 w 4301"/>
              <a:gd name="csY2" fmla="*/ 2581 h 5162"/>
              <a:gd name="csX3" fmla="*/ 3163 w 4301"/>
              <a:gd name="csY3" fmla="*/ 5163 h 5162"/>
              <a:gd name="csX4" fmla="*/ 4301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4301" y="2581"/>
                </a:moveTo>
                <a:cubicBezTo>
                  <a:pt x="4301" y="1162"/>
                  <a:pt x="3071" y="0"/>
                  <a:pt x="1567" y="0"/>
                </a:cubicBezTo>
                <a:cubicBezTo>
                  <a:pt x="64" y="0"/>
                  <a:pt x="-449" y="1162"/>
                  <a:pt x="429" y="2581"/>
                </a:cubicBezTo>
                <a:cubicBezTo>
                  <a:pt x="1306" y="4001"/>
                  <a:pt x="2537" y="5163"/>
                  <a:pt x="3163" y="5163"/>
                </a:cubicBezTo>
                <a:cubicBezTo>
                  <a:pt x="3789" y="5163"/>
                  <a:pt x="4301" y="4001"/>
                  <a:pt x="4301" y="2581"/>
                </a:cubicBezTo>
                <a:close/>
              </a:path>
            </a:pathLst>
          </a:custGeom>
          <a:solidFill>
            <a:srgbClr val="00C100"/>
          </a:solidFill>
          <a:ln w="5163" cap="flat">
            <a:noFill/>
            <a:prstDash val="solid"/>
            <a:miter/>
          </a:ln>
        </p:spPr>
        <p:txBody>
          <a:bodyPr/>
          <a:lstStyle/>
          <a:p>
            <a:endParaRPr lang="es-419" noProof="0" dirty="0"/>
          </a:p>
        </p:txBody>
      </p:sp>
      <p:sp>
        <p:nvSpPr>
          <p:cNvPr id="55" name="Forma libre: forma 54">
            <a:extLst>
              <a:ext uri="{FF2B5EF4-FFF2-40B4-BE49-F238E27FC236}">
                <a16:creationId xmlns:a16="http://schemas.microsoft.com/office/drawing/2014/main" id="{10D8ACA8-8D0A-FD99-A1C4-DCF5E251F4D3}"/>
              </a:ext>
            </a:extLst>
          </p:cNvPr>
          <p:cNvSpPr/>
          <p:nvPr/>
        </p:nvSpPr>
        <p:spPr>
          <a:xfrm>
            <a:off x="1407174" y="1572075"/>
            <a:ext cx="229470" cy="427142"/>
          </a:xfrm>
          <a:custGeom>
            <a:avLst/>
            <a:gdLst>
              <a:gd name="csX0" fmla="*/ 59479 w 229470"/>
              <a:gd name="csY0" fmla="*/ 423996 h 427142"/>
              <a:gd name="csX1" fmla="*/ 59694 w 229470"/>
              <a:gd name="csY1" fmla="*/ 396698 h 427142"/>
              <a:gd name="csX2" fmla="*/ 53195 w 229470"/>
              <a:gd name="csY2" fmla="*/ 362114 h 427142"/>
              <a:gd name="csX3" fmla="*/ 47446 w 229470"/>
              <a:gd name="csY3" fmla="*/ 337138 h 427142"/>
              <a:gd name="csX4" fmla="*/ 40306 w 229470"/>
              <a:gd name="csY4" fmla="*/ 312349 h 427142"/>
              <a:gd name="csX5" fmla="*/ 32609 w 229470"/>
              <a:gd name="csY5" fmla="*/ 289116 h 427142"/>
              <a:gd name="csX6" fmla="*/ 35070 w 229470"/>
              <a:gd name="csY6" fmla="*/ 271899 h 427142"/>
              <a:gd name="csX7" fmla="*/ 32418 w 229470"/>
              <a:gd name="csY7" fmla="*/ 260780 h 427142"/>
              <a:gd name="csX8" fmla="*/ 33172 w 229470"/>
              <a:gd name="csY8" fmla="*/ 247019 h 427142"/>
              <a:gd name="csX9" fmla="*/ 57856 w 229470"/>
              <a:gd name="csY9" fmla="*/ 240981 h 427142"/>
              <a:gd name="csX10" fmla="*/ 80243 w 229470"/>
              <a:gd name="csY10" fmla="*/ 236439 h 427142"/>
              <a:gd name="csX11" fmla="*/ 76436 w 229470"/>
              <a:gd name="csY11" fmla="*/ 228427 h 427142"/>
              <a:gd name="csX12" fmla="*/ 66283 w 229470"/>
              <a:gd name="csY12" fmla="*/ 225870 h 427142"/>
              <a:gd name="csX13" fmla="*/ 61369 w 229470"/>
              <a:gd name="csY13" fmla="*/ 221998 h 427142"/>
              <a:gd name="csX14" fmla="*/ 54487 w 229470"/>
              <a:gd name="csY14" fmla="*/ 218126 h 427142"/>
              <a:gd name="csX15" fmla="*/ 50882 w 229470"/>
              <a:gd name="csY15" fmla="*/ 215226 h 427142"/>
              <a:gd name="csX16" fmla="*/ 39078 w 229470"/>
              <a:gd name="csY16" fmla="*/ 199827 h 427142"/>
              <a:gd name="csX17" fmla="*/ 27028 w 229470"/>
              <a:gd name="csY17" fmla="*/ 179593 h 427142"/>
              <a:gd name="csX18" fmla="*/ 26078 w 229470"/>
              <a:gd name="csY18" fmla="*/ 170317 h 427142"/>
              <a:gd name="csX19" fmla="*/ 23581 w 229470"/>
              <a:gd name="csY19" fmla="*/ 162984 h 427142"/>
              <a:gd name="csX20" fmla="*/ 11790 w 229470"/>
              <a:gd name="csY20" fmla="*/ 145065 h 427142"/>
              <a:gd name="csX21" fmla="*/ 0 w 229470"/>
              <a:gd name="csY21" fmla="*/ 132934 h 427142"/>
              <a:gd name="csX22" fmla="*/ 16266 w 229470"/>
              <a:gd name="csY22" fmla="*/ 118970 h 427142"/>
              <a:gd name="csX23" fmla="*/ 37313 w 229470"/>
              <a:gd name="csY23" fmla="*/ 107565 h 427142"/>
              <a:gd name="csX24" fmla="*/ 42526 w 229470"/>
              <a:gd name="csY24" fmla="*/ 109268 h 427142"/>
              <a:gd name="csX25" fmla="*/ 48759 w 229470"/>
              <a:gd name="csY25" fmla="*/ 100129 h 427142"/>
              <a:gd name="csX26" fmla="*/ 49251 w 229470"/>
              <a:gd name="csY26" fmla="*/ 64399 h 427142"/>
              <a:gd name="csX27" fmla="*/ 38960 w 229470"/>
              <a:gd name="csY27" fmla="*/ 62708 h 427142"/>
              <a:gd name="csX28" fmla="*/ 28744 w 229470"/>
              <a:gd name="csY28" fmla="*/ 61040 h 427142"/>
              <a:gd name="csX29" fmla="*/ 53379 w 229470"/>
              <a:gd name="csY29" fmla="*/ 39197 h 427142"/>
              <a:gd name="csX30" fmla="*/ 71905 w 229470"/>
              <a:gd name="csY30" fmla="*/ 19485 h 427142"/>
              <a:gd name="csX31" fmla="*/ 90959 w 229470"/>
              <a:gd name="csY31" fmla="*/ 8717 h 427142"/>
              <a:gd name="csX32" fmla="*/ 109824 w 229470"/>
              <a:gd name="csY32" fmla="*/ 6256 h 427142"/>
              <a:gd name="csX33" fmla="*/ 121001 w 229470"/>
              <a:gd name="csY33" fmla="*/ 2822 h 427142"/>
              <a:gd name="csX34" fmla="*/ 122428 w 229470"/>
              <a:gd name="csY34" fmla="*/ 8347 h 427142"/>
              <a:gd name="csX35" fmla="*/ 111269 w 229470"/>
              <a:gd name="csY35" fmla="*/ 31492 h 427142"/>
              <a:gd name="csX36" fmla="*/ 125654 w 229470"/>
              <a:gd name="csY36" fmla="*/ 68353 h 427142"/>
              <a:gd name="csX37" fmla="*/ 129394 w 229470"/>
              <a:gd name="csY37" fmla="*/ 83822 h 427142"/>
              <a:gd name="csX38" fmla="*/ 132621 w 229470"/>
              <a:gd name="csY38" fmla="*/ 87380 h 427142"/>
              <a:gd name="csX39" fmla="*/ 129420 w 229470"/>
              <a:gd name="csY39" fmla="*/ 96950 h 427142"/>
              <a:gd name="csX40" fmla="*/ 135228 w 229470"/>
              <a:gd name="csY40" fmla="*/ 104581 h 427142"/>
              <a:gd name="csX41" fmla="*/ 149666 w 229470"/>
              <a:gd name="csY41" fmla="*/ 122913 h 427142"/>
              <a:gd name="csX42" fmla="*/ 159752 w 229470"/>
              <a:gd name="csY42" fmla="*/ 139280 h 427142"/>
              <a:gd name="csX43" fmla="*/ 168181 w 229470"/>
              <a:gd name="csY43" fmla="*/ 148315 h 427142"/>
              <a:gd name="csX44" fmla="*/ 179067 w 229470"/>
              <a:gd name="csY44" fmla="*/ 159986 h 427142"/>
              <a:gd name="csX45" fmla="*/ 189769 w 229470"/>
              <a:gd name="csY45" fmla="*/ 164249 h 427142"/>
              <a:gd name="csX46" fmla="*/ 197030 w 229470"/>
              <a:gd name="csY46" fmla="*/ 167037 h 427142"/>
              <a:gd name="csX47" fmla="*/ 208574 w 229470"/>
              <a:gd name="csY47" fmla="*/ 163915 h 427142"/>
              <a:gd name="csX48" fmla="*/ 216996 w 229470"/>
              <a:gd name="csY48" fmla="*/ 163915 h 427142"/>
              <a:gd name="csX49" fmla="*/ 217738 w 229470"/>
              <a:gd name="csY49" fmla="*/ 187794 h 427142"/>
              <a:gd name="csX50" fmla="*/ 224437 w 229470"/>
              <a:gd name="csY50" fmla="*/ 212516 h 427142"/>
              <a:gd name="csX51" fmla="*/ 229386 w 229470"/>
              <a:gd name="csY51" fmla="*/ 216389 h 427142"/>
              <a:gd name="csX52" fmla="*/ 185958 w 229470"/>
              <a:gd name="csY52" fmla="*/ 248433 h 427142"/>
              <a:gd name="csX53" fmla="*/ 168142 w 229470"/>
              <a:gd name="csY53" fmla="*/ 261325 h 427142"/>
              <a:gd name="csX54" fmla="*/ 158371 w 229470"/>
              <a:gd name="csY54" fmla="*/ 277501 h 427142"/>
              <a:gd name="csX55" fmla="*/ 143795 w 229470"/>
              <a:gd name="csY55" fmla="*/ 286536 h 427142"/>
              <a:gd name="csX56" fmla="*/ 128870 w 229470"/>
              <a:gd name="csY56" fmla="*/ 295569 h 427142"/>
              <a:gd name="csX57" fmla="*/ 127129 w 229470"/>
              <a:gd name="csY57" fmla="*/ 308193 h 427142"/>
              <a:gd name="csX58" fmla="*/ 130400 w 229470"/>
              <a:gd name="csY58" fmla="*/ 326436 h 427142"/>
              <a:gd name="csX59" fmla="*/ 134994 w 229470"/>
              <a:gd name="csY59" fmla="*/ 349937 h 427142"/>
              <a:gd name="csX60" fmla="*/ 142327 w 229470"/>
              <a:gd name="csY60" fmla="*/ 362849 h 427142"/>
              <a:gd name="csX61" fmla="*/ 123210 w 229470"/>
              <a:gd name="csY61" fmla="*/ 373013 h 427142"/>
              <a:gd name="csX62" fmla="*/ 101651 w 229470"/>
              <a:gd name="csY62" fmla="*/ 397639 h 427142"/>
              <a:gd name="csX63" fmla="*/ 95883 w 229470"/>
              <a:gd name="csY63" fmla="*/ 407869 h 427142"/>
              <a:gd name="csX64" fmla="*/ 86571 w 229470"/>
              <a:gd name="csY64" fmla="*/ 418453 h 427142"/>
              <a:gd name="csX65" fmla="*/ 80167 w 229470"/>
              <a:gd name="csY65" fmla="*/ 421479 h 427142"/>
              <a:gd name="csX66" fmla="*/ 70822 w 229470"/>
              <a:gd name="csY66" fmla="*/ 423763 h 427142"/>
              <a:gd name="csX67" fmla="*/ 59479 w 229470"/>
              <a:gd name="csY67" fmla="*/ 423996 h 42714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Lst>
            <a:rect l="l" t="t" r="r" b="b"/>
            <a:pathLst>
              <a:path w="229470" h="427142">
                <a:moveTo>
                  <a:pt x="59479" y="423996"/>
                </a:moveTo>
                <a:cubicBezTo>
                  <a:pt x="59345" y="422222"/>
                  <a:pt x="59442" y="409937"/>
                  <a:pt x="59694" y="396698"/>
                </a:cubicBezTo>
                <a:cubicBezTo>
                  <a:pt x="60117" y="374482"/>
                  <a:pt x="59616" y="371817"/>
                  <a:pt x="53195" y="362114"/>
                </a:cubicBezTo>
                <a:cubicBezTo>
                  <a:pt x="47165" y="353002"/>
                  <a:pt x="46399" y="349674"/>
                  <a:pt x="47446" y="337138"/>
                </a:cubicBezTo>
                <a:cubicBezTo>
                  <a:pt x="48558" y="323819"/>
                  <a:pt x="47993" y="321857"/>
                  <a:pt x="40306" y="312349"/>
                </a:cubicBezTo>
                <a:cubicBezTo>
                  <a:pt x="33058" y="303383"/>
                  <a:pt x="32044" y="300323"/>
                  <a:pt x="32609" y="289116"/>
                </a:cubicBezTo>
                <a:cubicBezTo>
                  <a:pt x="32967" y="282017"/>
                  <a:pt x="34074" y="274269"/>
                  <a:pt x="35070" y="271899"/>
                </a:cubicBezTo>
                <a:cubicBezTo>
                  <a:pt x="36124" y="269390"/>
                  <a:pt x="35017" y="264746"/>
                  <a:pt x="32418" y="260780"/>
                </a:cubicBezTo>
                <a:cubicBezTo>
                  <a:pt x="28144" y="254257"/>
                  <a:pt x="28176" y="253678"/>
                  <a:pt x="33172" y="247019"/>
                </a:cubicBezTo>
                <a:cubicBezTo>
                  <a:pt x="38159" y="240374"/>
                  <a:pt x="39247" y="240108"/>
                  <a:pt x="57856" y="240981"/>
                </a:cubicBezTo>
                <a:cubicBezTo>
                  <a:pt x="75524" y="241809"/>
                  <a:pt x="77593" y="241390"/>
                  <a:pt x="80243" y="236439"/>
                </a:cubicBezTo>
                <a:cubicBezTo>
                  <a:pt x="82790" y="231679"/>
                  <a:pt x="82305" y="230659"/>
                  <a:pt x="76436" y="228427"/>
                </a:cubicBezTo>
                <a:cubicBezTo>
                  <a:pt x="72737" y="227021"/>
                  <a:pt x="68168" y="225870"/>
                  <a:pt x="66283" y="225870"/>
                </a:cubicBezTo>
                <a:cubicBezTo>
                  <a:pt x="64397" y="225870"/>
                  <a:pt x="62186" y="224127"/>
                  <a:pt x="61369" y="221998"/>
                </a:cubicBezTo>
                <a:cubicBezTo>
                  <a:pt x="60552" y="219868"/>
                  <a:pt x="57455" y="218126"/>
                  <a:pt x="54487" y="218126"/>
                </a:cubicBezTo>
                <a:cubicBezTo>
                  <a:pt x="51152" y="218126"/>
                  <a:pt x="49775" y="217018"/>
                  <a:pt x="50882" y="215226"/>
                </a:cubicBezTo>
                <a:cubicBezTo>
                  <a:pt x="51914" y="213556"/>
                  <a:pt x="46909" y="207027"/>
                  <a:pt x="39078" y="199827"/>
                </a:cubicBezTo>
                <a:cubicBezTo>
                  <a:pt x="27017" y="188739"/>
                  <a:pt x="25656" y="186453"/>
                  <a:pt x="27028" y="179593"/>
                </a:cubicBezTo>
                <a:cubicBezTo>
                  <a:pt x="27878" y="175340"/>
                  <a:pt x="27451" y="171165"/>
                  <a:pt x="26078" y="170317"/>
                </a:cubicBezTo>
                <a:cubicBezTo>
                  <a:pt x="24704" y="169468"/>
                  <a:pt x="23581" y="166168"/>
                  <a:pt x="23581" y="162984"/>
                </a:cubicBezTo>
                <a:cubicBezTo>
                  <a:pt x="23581" y="159602"/>
                  <a:pt x="18679" y="152152"/>
                  <a:pt x="11790" y="145065"/>
                </a:cubicBezTo>
                <a:lnTo>
                  <a:pt x="0" y="132934"/>
                </a:lnTo>
                <a:lnTo>
                  <a:pt x="16266" y="118970"/>
                </a:lnTo>
                <a:cubicBezTo>
                  <a:pt x="29571" y="107549"/>
                  <a:pt x="33403" y="105472"/>
                  <a:pt x="37313" y="107565"/>
                </a:cubicBezTo>
                <a:cubicBezTo>
                  <a:pt x="39942" y="108972"/>
                  <a:pt x="42288" y="109738"/>
                  <a:pt x="42526" y="109268"/>
                </a:cubicBezTo>
                <a:cubicBezTo>
                  <a:pt x="42764" y="108799"/>
                  <a:pt x="45569" y="104686"/>
                  <a:pt x="48759" y="100129"/>
                </a:cubicBezTo>
                <a:cubicBezTo>
                  <a:pt x="56473" y="89108"/>
                  <a:pt x="56720" y="71159"/>
                  <a:pt x="49251" y="64399"/>
                </a:cubicBezTo>
                <a:cubicBezTo>
                  <a:pt x="44880" y="60443"/>
                  <a:pt x="43064" y="60145"/>
                  <a:pt x="38960" y="62708"/>
                </a:cubicBezTo>
                <a:cubicBezTo>
                  <a:pt x="31928" y="67099"/>
                  <a:pt x="28744" y="66579"/>
                  <a:pt x="28744" y="61040"/>
                </a:cubicBezTo>
                <a:cubicBezTo>
                  <a:pt x="28744" y="53145"/>
                  <a:pt x="42480" y="40966"/>
                  <a:pt x="53379" y="39197"/>
                </a:cubicBezTo>
                <a:cubicBezTo>
                  <a:pt x="66115" y="37130"/>
                  <a:pt x="70109" y="32880"/>
                  <a:pt x="71905" y="19485"/>
                </a:cubicBezTo>
                <a:cubicBezTo>
                  <a:pt x="73827" y="5162"/>
                  <a:pt x="82115" y="478"/>
                  <a:pt x="90959" y="8717"/>
                </a:cubicBezTo>
                <a:cubicBezTo>
                  <a:pt x="98823" y="16043"/>
                  <a:pt x="101930" y="15638"/>
                  <a:pt x="109824" y="6256"/>
                </a:cubicBezTo>
                <a:cubicBezTo>
                  <a:pt x="116173" y="-1290"/>
                  <a:pt x="116721" y="-1458"/>
                  <a:pt x="121001" y="2822"/>
                </a:cubicBezTo>
                <a:cubicBezTo>
                  <a:pt x="124083" y="5904"/>
                  <a:pt x="124533" y="7646"/>
                  <a:pt x="122428" y="8347"/>
                </a:cubicBezTo>
                <a:cubicBezTo>
                  <a:pt x="108913" y="12852"/>
                  <a:pt x="101196" y="28858"/>
                  <a:pt x="111269" y="31492"/>
                </a:cubicBezTo>
                <a:cubicBezTo>
                  <a:pt x="117751" y="33187"/>
                  <a:pt x="127868" y="59114"/>
                  <a:pt x="125654" y="68353"/>
                </a:cubicBezTo>
                <a:cubicBezTo>
                  <a:pt x="122658" y="80848"/>
                  <a:pt x="122997" y="82249"/>
                  <a:pt x="129394" y="83822"/>
                </a:cubicBezTo>
                <a:cubicBezTo>
                  <a:pt x="133741" y="84890"/>
                  <a:pt x="134786" y="86042"/>
                  <a:pt x="132621" y="87380"/>
                </a:cubicBezTo>
                <a:cubicBezTo>
                  <a:pt x="130861" y="88468"/>
                  <a:pt x="129420" y="92774"/>
                  <a:pt x="129420" y="96950"/>
                </a:cubicBezTo>
                <a:cubicBezTo>
                  <a:pt x="129420" y="103090"/>
                  <a:pt x="130531" y="104549"/>
                  <a:pt x="135228" y="104581"/>
                </a:cubicBezTo>
                <a:cubicBezTo>
                  <a:pt x="144939" y="104647"/>
                  <a:pt x="147895" y="108401"/>
                  <a:pt x="149666" y="122913"/>
                </a:cubicBezTo>
                <a:cubicBezTo>
                  <a:pt x="151241" y="135814"/>
                  <a:pt x="151964" y="136987"/>
                  <a:pt x="159752" y="139280"/>
                </a:cubicBezTo>
                <a:cubicBezTo>
                  <a:pt x="166352" y="141223"/>
                  <a:pt x="168150" y="143150"/>
                  <a:pt x="168181" y="148315"/>
                </a:cubicBezTo>
                <a:cubicBezTo>
                  <a:pt x="168242" y="158306"/>
                  <a:pt x="171565" y="161869"/>
                  <a:pt x="179067" y="159986"/>
                </a:cubicBezTo>
                <a:cubicBezTo>
                  <a:pt x="184111" y="158720"/>
                  <a:pt x="186588" y="159706"/>
                  <a:pt x="189769" y="164249"/>
                </a:cubicBezTo>
                <a:cubicBezTo>
                  <a:pt x="193006" y="168870"/>
                  <a:pt x="194589" y="169478"/>
                  <a:pt x="197030" y="167037"/>
                </a:cubicBezTo>
                <a:cubicBezTo>
                  <a:pt x="198747" y="165320"/>
                  <a:pt x="203942" y="163915"/>
                  <a:pt x="208574" y="163915"/>
                </a:cubicBezTo>
                <a:lnTo>
                  <a:pt x="216996" y="163915"/>
                </a:lnTo>
                <a:lnTo>
                  <a:pt x="217738" y="187794"/>
                </a:lnTo>
                <a:cubicBezTo>
                  <a:pt x="218444" y="210514"/>
                  <a:pt x="218769" y="211713"/>
                  <a:pt x="224437" y="212516"/>
                </a:cubicBezTo>
                <a:cubicBezTo>
                  <a:pt x="227714" y="212981"/>
                  <a:pt x="229940" y="214723"/>
                  <a:pt x="229386" y="216389"/>
                </a:cubicBezTo>
                <a:cubicBezTo>
                  <a:pt x="227670" y="221537"/>
                  <a:pt x="190328" y="249091"/>
                  <a:pt x="185958" y="248433"/>
                </a:cubicBezTo>
                <a:cubicBezTo>
                  <a:pt x="178411" y="247297"/>
                  <a:pt x="168142" y="254728"/>
                  <a:pt x="168142" y="261325"/>
                </a:cubicBezTo>
                <a:cubicBezTo>
                  <a:pt x="168142" y="269993"/>
                  <a:pt x="163608" y="277499"/>
                  <a:pt x="158371" y="277501"/>
                </a:cubicBezTo>
                <a:cubicBezTo>
                  <a:pt x="155936" y="277502"/>
                  <a:pt x="149377" y="281568"/>
                  <a:pt x="143795" y="286536"/>
                </a:cubicBezTo>
                <a:cubicBezTo>
                  <a:pt x="138212" y="291504"/>
                  <a:pt x="131496" y="295569"/>
                  <a:pt x="128870" y="295569"/>
                </a:cubicBezTo>
                <a:cubicBezTo>
                  <a:pt x="121381" y="295569"/>
                  <a:pt x="120392" y="302737"/>
                  <a:pt x="127129" y="308193"/>
                </a:cubicBezTo>
                <a:cubicBezTo>
                  <a:pt x="132769" y="312760"/>
                  <a:pt x="132971" y="313884"/>
                  <a:pt x="130400" y="326436"/>
                </a:cubicBezTo>
                <a:cubicBezTo>
                  <a:pt x="127799" y="339132"/>
                  <a:pt x="128033" y="340327"/>
                  <a:pt x="134994" y="349937"/>
                </a:cubicBezTo>
                <a:cubicBezTo>
                  <a:pt x="139027" y="355505"/>
                  <a:pt x="142327" y="361315"/>
                  <a:pt x="142327" y="362849"/>
                </a:cubicBezTo>
                <a:cubicBezTo>
                  <a:pt x="142327" y="368872"/>
                  <a:pt x="134539" y="373013"/>
                  <a:pt x="123210" y="373013"/>
                </a:cubicBezTo>
                <a:cubicBezTo>
                  <a:pt x="109180" y="373013"/>
                  <a:pt x="103724" y="379244"/>
                  <a:pt x="101651" y="397639"/>
                </a:cubicBezTo>
                <a:cubicBezTo>
                  <a:pt x="100573" y="407198"/>
                  <a:pt x="99540" y="409030"/>
                  <a:pt x="95883" y="407869"/>
                </a:cubicBezTo>
                <a:cubicBezTo>
                  <a:pt x="90324" y="406105"/>
                  <a:pt x="84411" y="412825"/>
                  <a:pt x="86571" y="418453"/>
                </a:cubicBezTo>
                <a:cubicBezTo>
                  <a:pt x="87898" y="421912"/>
                  <a:pt x="86764" y="422448"/>
                  <a:pt x="80167" y="421479"/>
                </a:cubicBezTo>
                <a:cubicBezTo>
                  <a:pt x="74953" y="420714"/>
                  <a:pt x="71686" y="421512"/>
                  <a:pt x="70822" y="423763"/>
                </a:cubicBezTo>
                <a:cubicBezTo>
                  <a:pt x="69146" y="428132"/>
                  <a:pt x="59804" y="428324"/>
                  <a:pt x="59479" y="423996"/>
                </a:cubicBezTo>
                <a:close/>
              </a:path>
            </a:pathLst>
          </a:custGeom>
          <a:solidFill>
            <a:srgbClr val="B9B9B9"/>
          </a:solidFill>
          <a:ln w="5163" cap="flat">
            <a:noFill/>
            <a:prstDash val="solid"/>
            <a:miter/>
          </a:ln>
        </p:spPr>
        <p:txBody>
          <a:bodyPr/>
          <a:lstStyle/>
          <a:p>
            <a:endParaRPr lang="es-419" noProof="0" dirty="0"/>
          </a:p>
        </p:txBody>
      </p:sp>
      <p:sp>
        <p:nvSpPr>
          <p:cNvPr id="56" name="Forma libre: forma 55">
            <a:extLst>
              <a:ext uri="{FF2B5EF4-FFF2-40B4-BE49-F238E27FC236}">
                <a16:creationId xmlns:a16="http://schemas.microsoft.com/office/drawing/2014/main" id="{8B66F27C-6CD5-659D-B47B-FC06A451A952}"/>
              </a:ext>
            </a:extLst>
          </p:cNvPr>
          <p:cNvSpPr/>
          <p:nvPr/>
        </p:nvSpPr>
        <p:spPr>
          <a:xfrm>
            <a:off x="1184880" y="1375117"/>
            <a:ext cx="334306" cy="498738"/>
          </a:xfrm>
          <a:custGeom>
            <a:avLst/>
            <a:gdLst>
              <a:gd name="csX0" fmla="*/ 247743 w 334306"/>
              <a:gd name="csY0" fmla="*/ 496867 h 498738"/>
              <a:gd name="csX1" fmla="*/ 240505 w 334306"/>
              <a:gd name="csY1" fmla="*/ 493884 h 498738"/>
              <a:gd name="csX2" fmla="*/ 219827 w 334306"/>
              <a:gd name="csY2" fmla="*/ 476477 h 498738"/>
              <a:gd name="csX3" fmla="*/ 204292 w 334306"/>
              <a:gd name="csY3" fmla="*/ 470138 h 498738"/>
              <a:gd name="csX4" fmla="*/ 191180 w 334306"/>
              <a:gd name="csY4" fmla="*/ 465927 h 498738"/>
              <a:gd name="csX5" fmla="*/ 185245 w 334306"/>
              <a:gd name="csY5" fmla="*/ 460255 h 498738"/>
              <a:gd name="csX6" fmla="*/ 179372 w 334306"/>
              <a:gd name="csY6" fmla="*/ 456383 h 498738"/>
              <a:gd name="csX7" fmla="*/ 119384 w 334306"/>
              <a:gd name="csY7" fmla="*/ 437991 h 498738"/>
              <a:gd name="csX8" fmla="*/ 89617 w 334306"/>
              <a:gd name="csY8" fmla="*/ 463480 h 498738"/>
              <a:gd name="csX9" fmla="*/ 81270 w 334306"/>
              <a:gd name="csY9" fmla="*/ 471310 h 498738"/>
              <a:gd name="csX10" fmla="*/ 65769 w 334306"/>
              <a:gd name="csY10" fmla="*/ 466800 h 498738"/>
              <a:gd name="csX11" fmla="*/ 41569 w 334306"/>
              <a:gd name="csY11" fmla="*/ 444771 h 498738"/>
              <a:gd name="csX12" fmla="*/ 29063 w 334306"/>
              <a:gd name="csY12" fmla="*/ 422183 h 498738"/>
              <a:gd name="csX13" fmla="*/ 35486 w 334306"/>
              <a:gd name="csY13" fmla="*/ 420247 h 498738"/>
              <a:gd name="csX14" fmla="*/ 36311 w 334306"/>
              <a:gd name="csY14" fmla="*/ 410716 h 498738"/>
              <a:gd name="csX15" fmla="*/ 30682 w 334306"/>
              <a:gd name="csY15" fmla="*/ 404725 h 498738"/>
              <a:gd name="csX16" fmla="*/ 36945 w 334306"/>
              <a:gd name="csY16" fmla="*/ 393771 h 498738"/>
              <a:gd name="csX17" fmla="*/ 44969 w 334306"/>
              <a:gd name="csY17" fmla="*/ 363455 h 498738"/>
              <a:gd name="csX18" fmla="*/ 48481 w 334306"/>
              <a:gd name="csY18" fmla="*/ 335841 h 498738"/>
              <a:gd name="csX19" fmla="*/ 28755 w 334306"/>
              <a:gd name="csY19" fmla="*/ 300210 h 498738"/>
              <a:gd name="csX20" fmla="*/ 9477 w 334306"/>
              <a:gd name="csY20" fmla="*/ 236920 h 498738"/>
              <a:gd name="csX21" fmla="*/ 0 w 334306"/>
              <a:gd name="csY21" fmla="*/ 183956 h 498738"/>
              <a:gd name="csX22" fmla="*/ 8603 w 334306"/>
              <a:gd name="csY22" fmla="*/ 171093 h 498738"/>
              <a:gd name="csX23" fmla="*/ 19247 w 334306"/>
              <a:gd name="csY23" fmla="*/ 157370 h 498738"/>
              <a:gd name="csX24" fmla="*/ 21288 w 334306"/>
              <a:gd name="csY24" fmla="*/ 154226 h 498738"/>
              <a:gd name="csX25" fmla="*/ 42935 w 334306"/>
              <a:gd name="csY25" fmla="*/ 118946 h 498738"/>
              <a:gd name="csX26" fmla="*/ 66467 w 334306"/>
              <a:gd name="csY26" fmla="*/ 79496 h 498738"/>
              <a:gd name="csX27" fmla="*/ 76541 w 334306"/>
              <a:gd name="csY27" fmla="*/ 65175 h 498738"/>
              <a:gd name="csX28" fmla="*/ 97572 w 334306"/>
              <a:gd name="csY28" fmla="*/ 34163 h 498738"/>
              <a:gd name="csX29" fmla="*/ 112627 w 334306"/>
              <a:gd name="csY29" fmla="*/ 9814 h 498738"/>
              <a:gd name="csX30" fmla="*/ 119648 w 334306"/>
              <a:gd name="csY30" fmla="*/ 4329 h 498738"/>
              <a:gd name="csX31" fmla="*/ 132858 w 334306"/>
              <a:gd name="csY31" fmla="*/ 713 h 498738"/>
              <a:gd name="csX32" fmla="*/ 193546 w 334306"/>
              <a:gd name="csY32" fmla="*/ 5578 h 498738"/>
              <a:gd name="csX33" fmla="*/ 220060 w 334306"/>
              <a:gd name="csY33" fmla="*/ 20523 h 498738"/>
              <a:gd name="csX34" fmla="*/ 224578 w 334306"/>
              <a:gd name="csY34" fmla="*/ 25298 h 498738"/>
              <a:gd name="csX35" fmla="*/ 221567 w 334306"/>
              <a:gd name="csY35" fmla="*/ 31335 h 498738"/>
              <a:gd name="csX36" fmla="*/ 217338 w 334306"/>
              <a:gd name="csY36" fmla="*/ 39397 h 498738"/>
              <a:gd name="csX37" fmla="*/ 222891 w 334306"/>
              <a:gd name="csY37" fmla="*/ 37878 h 498738"/>
              <a:gd name="csX38" fmla="*/ 225189 w 334306"/>
              <a:gd name="csY38" fmla="*/ 36902 h 498738"/>
              <a:gd name="csX39" fmla="*/ 234581 w 334306"/>
              <a:gd name="csY39" fmla="*/ 40152 h 498738"/>
              <a:gd name="csX40" fmla="*/ 261177 w 334306"/>
              <a:gd name="csY40" fmla="*/ 57181 h 498738"/>
              <a:gd name="csX41" fmla="*/ 267817 w 334306"/>
              <a:gd name="csY41" fmla="*/ 67059 h 498738"/>
              <a:gd name="csX42" fmla="*/ 274280 w 334306"/>
              <a:gd name="csY42" fmla="*/ 79049 h 498738"/>
              <a:gd name="csX43" fmla="*/ 279443 w 334306"/>
              <a:gd name="csY43" fmla="*/ 91820 h 498738"/>
              <a:gd name="csX44" fmla="*/ 284596 w 334306"/>
              <a:gd name="csY44" fmla="*/ 105775 h 498738"/>
              <a:gd name="csX45" fmla="*/ 291417 w 334306"/>
              <a:gd name="csY45" fmla="*/ 120219 h 498738"/>
              <a:gd name="csX46" fmla="*/ 298659 w 334306"/>
              <a:gd name="csY46" fmla="*/ 133370 h 498738"/>
              <a:gd name="csX47" fmla="*/ 314425 w 334306"/>
              <a:gd name="csY47" fmla="*/ 156674 h 498738"/>
              <a:gd name="csX48" fmla="*/ 323321 w 334306"/>
              <a:gd name="csY48" fmla="*/ 164371 h 498738"/>
              <a:gd name="csX49" fmla="*/ 329277 w 334306"/>
              <a:gd name="csY49" fmla="*/ 172896 h 498738"/>
              <a:gd name="csX50" fmla="*/ 327346 w 334306"/>
              <a:gd name="csY50" fmla="*/ 203260 h 498738"/>
              <a:gd name="csX51" fmla="*/ 321564 w 334306"/>
              <a:gd name="csY51" fmla="*/ 208691 h 498738"/>
              <a:gd name="csX52" fmla="*/ 314839 w 334306"/>
              <a:gd name="csY52" fmla="*/ 201967 h 498738"/>
              <a:gd name="csX53" fmla="*/ 300945 w 334306"/>
              <a:gd name="csY53" fmla="*/ 198679 h 498738"/>
              <a:gd name="csX54" fmla="*/ 291854 w 334306"/>
              <a:gd name="csY54" fmla="*/ 213362 h 498738"/>
              <a:gd name="csX55" fmla="*/ 273477 w 334306"/>
              <a:gd name="csY55" fmla="*/ 233193 h 498738"/>
              <a:gd name="csX56" fmla="*/ 248561 w 334306"/>
              <a:gd name="csY56" fmla="*/ 258261 h 498738"/>
              <a:gd name="csX57" fmla="*/ 254757 w 334306"/>
              <a:gd name="csY57" fmla="*/ 265360 h 498738"/>
              <a:gd name="csX58" fmla="*/ 262758 w 334306"/>
              <a:gd name="csY58" fmla="*/ 262611 h 498738"/>
              <a:gd name="csX59" fmla="*/ 269300 w 334306"/>
              <a:gd name="csY59" fmla="*/ 264243 h 498738"/>
              <a:gd name="csX60" fmla="*/ 257492 w 334306"/>
              <a:gd name="csY60" fmla="*/ 300210 h 498738"/>
              <a:gd name="csX61" fmla="*/ 220205 w 334306"/>
              <a:gd name="csY61" fmla="*/ 329428 h 498738"/>
              <a:gd name="csX62" fmla="*/ 231476 w 334306"/>
              <a:gd name="csY62" fmla="*/ 344578 h 498738"/>
              <a:gd name="csX63" fmla="*/ 244540 w 334306"/>
              <a:gd name="csY63" fmla="*/ 369570 h 498738"/>
              <a:gd name="csX64" fmla="*/ 259568 w 334306"/>
              <a:gd name="csY64" fmla="*/ 400936 h 498738"/>
              <a:gd name="csX65" fmla="*/ 267812 w 334306"/>
              <a:gd name="csY65" fmla="*/ 410972 h 498738"/>
              <a:gd name="csX66" fmla="*/ 272980 w 334306"/>
              <a:gd name="csY66" fmla="*/ 418667 h 498738"/>
              <a:gd name="csX67" fmla="*/ 279745 w 334306"/>
              <a:gd name="csY67" fmla="*/ 423732 h 498738"/>
              <a:gd name="csX68" fmla="*/ 289553 w 334306"/>
              <a:gd name="csY68" fmla="*/ 427604 h 498738"/>
              <a:gd name="csX69" fmla="*/ 298277 w 334306"/>
              <a:gd name="csY69" fmla="*/ 431864 h 498738"/>
              <a:gd name="csX70" fmla="*/ 272913 w 334306"/>
              <a:gd name="csY70" fmla="*/ 433099 h 498738"/>
              <a:gd name="csX71" fmla="*/ 253686 w 334306"/>
              <a:gd name="csY71" fmla="*/ 440109 h 498738"/>
              <a:gd name="csX72" fmla="*/ 252360 w 334306"/>
              <a:gd name="csY72" fmla="*/ 461577 h 498738"/>
              <a:gd name="csX73" fmla="*/ 253346 w 334306"/>
              <a:gd name="csY73" fmla="*/ 468333 h 498738"/>
              <a:gd name="csX74" fmla="*/ 251680 w 334306"/>
              <a:gd name="csY74" fmla="*/ 476637 h 498738"/>
              <a:gd name="csX75" fmla="*/ 251259 w 334306"/>
              <a:gd name="csY75" fmla="*/ 491494 h 498738"/>
              <a:gd name="csX76" fmla="*/ 247743 w 334306"/>
              <a:gd name="csY76" fmla="*/ 496867 h 4987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Lst>
            <a:rect l="l" t="t" r="r" b="b"/>
            <a:pathLst>
              <a:path w="334306" h="498738">
                <a:moveTo>
                  <a:pt x="247743" y="496867"/>
                </a:moveTo>
                <a:cubicBezTo>
                  <a:pt x="246424" y="493506"/>
                  <a:pt x="244367" y="492659"/>
                  <a:pt x="240505" y="493884"/>
                </a:cubicBezTo>
                <a:cubicBezTo>
                  <a:pt x="234008" y="495946"/>
                  <a:pt x="224617" y="488040"/>
                  <a:pt x="219827" y="476477"/>
                </a:cubicBezTo>
                <a:cubicBezTo>
                  <a:pt x="216729" y="468997"/>
                  <a:pt x="216097" y="468739"/>
                  <a:pt x="204292" y="470138"/>
                </a:cubicBezTo>
                <a:cubicBezTo>
                  <a:pt x="193057" y="471468"/>
                  <a:pt x="191916" y="471102"/>
                  <a:pt x="191180" y="465927"/>
                </a:cubicBezTo>
                <a:cubicBezTo>
                  <a:pt x="190659" y="462266"/>
                  <a:pt x="188558" y="460258"/>
                  <a:pt x="185245" y="460255"/>
                </a:cubicBezTo>
                <a:cubicBezTo>
                  <a:pt x="182424" y="460253"/>
                  <a:pt x="179781" y="458510"/>
                  <a:pt x="179372" y="456383"/>
                </a:cubicBezTo>
                <a:cubicBezTo>
                  <a:pt x="178300" y="450818"/>
                  <a:pt x="133997" y="437235"/>
                  <a:pt x="119384" y="437991"/>
                </a:cubicBezTo>
                <a:cubicBezTo>
                  <a:pt x="99217" y="439035"/>
                  <a:pt x="100133" y="438251"/>
                  <a:pt x="89617" y="463480"/>
                </a:cubicBezTo>
                <a:cubicBezTo>
                  <a:pt x="85806" y="472621"/>
                  <a:pt x="84419" y="473923"/>
                  <a:pt x="81270" y="471310"/>
                </a:cubicBezTo>
                <a:cubicBezTo>
                  <a:pt x="79194" y="469587"/>
                  <a:pt x="72218" y="467557"/>
                  <a:pt x="65769" y="466800"/>
                </a:cubicBezTo>
                <a:cubicBezTo>
                  <a:pt x="54283" y="465451"/>
                  <a:pt x="53791" y="465003"/>
                  <a:pt x="41569" y="444771"/>
                </a:cubicBezTo>
                <a:cubicBezTo>
                  <a:pt x="34707" y="433413"/>
                  <a:pt x="29080" y="423248"/>
                  <a:pt x="29063" y="422183"/>
                </a:cubicBezTo>
                <a:cubicBezTo>
                  <a:pt x="29046" y="421119"/>
                  <a:pt x="31937" y="420247"/>
                  <a:pt x="35486" y="420247"/>
                </a:cubicBezTo>
                <a:cubicBezTo>
                  <a:pt x="43403" y="420247"/>
                  <a:pt x="43560" y="418433"/>
                  <a:pt x="36311" y="410716"/>
                </a:cubicBezTo>
                <a:lnTo>
                  <a:pt x="30682" y="404725"/>
                </a:lnTo>
                <a:lnTo>
                  <a:pt x="36945" y="393771"/>
                </a:lnTo>
                <a:cubicBezTo>
                  <a:pt x="41241" y="386255"/>
                  <a:pt x="43760" y="376739"/>
                  <a:pt x="44969" y="363455"/>
                </a:cubicBezTo>
                <a:cubicBezTo>
                  <a:pt x="45939" y="352807"/>
                  <a:pt x="47519" y="340381"/>
                  <a:pt x="48481" y="335841"/>
                </a:cubicBezTo>
                <a:cubicBezTo>
                  <a:pt x="50445" y="326577"/>
                  <a:pt x="45773" y="318139"/>
                  <a:pt x="28755" y="300210"/>
                </a:cubicBezTo>
                <a:cubicBezTo>
                  <a:pt x="18993" y="289925"/>
                  <a:pt x="18916" y="289673"/>
                  <a:pt x="9477" y="236920"/>
                </a:cubicBezTo>
                <a:lnTo>
                  <a:pt x="0" y="183956"/>
                </a:lnTo>
                <a:lnTo>
                  <a:pt x="8603" y="171093"/>
                </a:lnTo>
                <a:cubicBezTo>
                  <a:pt x="13334" y="164019"/>
                  <a:pt x="18124" y="157843"/>
                  <a:pt x="19247" y="157370"/>
                </a:cubicBezTo>
                <a:cubicBezTo>
                  <a:pt x="20370" y="156896"/>
                  <a:pt x="21288" y="155482"/>
                  <a:pt x="21288" y="154226"/>
                </a:cubicBezTo>
                <a:cubicBezTo>
                  <a:pt x="21288" y="152970"/>
                  <a:pt x="31029" y="137094"/>
                  <a:pt x="42935" y="118946"/>
                </a:cubicBezTo>
                <a:cubicBezTo>
                  <a:pt x="54840" y="100798"/>
                  <a:pt x="65430" y="83045"/>
                  <a:pt x="66467" y="79496"/>
                </a:cubicBezTo>
                <a:cubicBezTo>
                  <a:pt x="67505" y="75946"/>
                  <a:pt x="72038" y="69502"/>
                  <a:pt x="76541" y="65175"/>
                </a:cubicBezTo>
                <a:cubicBezTo>
                  <a:pt x="87950" y="54213"/>
                  <a:pt x="95497" y="43084"/>
                  <a:pt x="97572" y="34163"/>
                </a:cubicBezTo>
                <a:cubicBezTo>
                  <a:pt x="99599" y="25448"/>
                  <a:pt x="109249" y="9841"/>
                  <a:pt x="112627" y="9814"/>
                </a:cubicBezTo>
                <a:cubicBezTo>
                  <a:pt x="113880" y="9805"/>
                  <a:pt x="117040" y="7336"/>
                  <a:pt x="119648" y="4329"/>
                </a:cubicBezTo>
                <a:cubicBezTo>
                  <a:pt x="123477" y="-86"/>
                  <a:pt x="126019" y="-782"/>
                  <a:pt x="132858" y="713"/>
                </a:cubicBezTo>
                <a:cubicBezTo>
                  <a:pt x="141063" y="2507"/>
                  <a:pt x="160286" y="4048"/>
                  <a:pt x="193546" y="5578"/>
                </a:cubicBezTo>
                <a:cubicBezTo>
                  <a:pt x="210737" y="6368"/>
                  <a:pt x="220060" y="11623"/>
                  <a:pt x="220060" y="20523"/>
                </a:cubicBezTo>
                <a:cubicBezTo>
                  <a:pt x="220060" y="23333"/>
                  <a:pt x="221912" y="25291"/>
                  <a:pt x="224578" y="25298"/>
                </a:cubicBezTo>
                <a:cubicBezTo>
                  <a:pt x="228025" y="25308"/>
                  <a:pt x="227313" y="26737"/>
                  <a:pt x="221567" y="31335"/>
                </a:cubicBezTo>
                <a:cubicBezTo>
                  <a:pt x="216052" y="35748"/>
                  <a:pt x="214921" y="37903"/>
                  <a:pt x="217338" y="39397"/>
                </a:cubicBezTo>
                <a:cubicBezTo>
                  <a:pt x="219279" y="40596"/>
                  <a:pt x="221565" y="39971"/>
                  <a:pt x="222891" y="37878"/>
                </a:cubicBezTo>
                <a:cubicBezTo>
                  <a:pt x="224130" y="35921"/>
                  <a:pt x="225164" y="35482"/>
                  <a:pt x="225189" y="36902"/>
                </a:cubicBezTo>
                <a:cubicBezTo>
                  <a:pt x="225213" y="38322"/>
                  <a:pt x="229440" y="39784"/>
                  <a:pt x="234581" y="40152"/>
                </a:cubicBezTo>
                <a:cubicBezTo>
                  <a:pt x="243367" y="40781"/>
                  <a:pt x="260731" y="51899"/>
                  <a:pt x="261177" y="57181"/>
                </a:cubicBezTo>
                <a:cubicBezTo>
                  <a:pt x="261279" y="58396"/>
                  <a:pt x="264267" y="62841"/>
                  <a:pt x="267817" y="67059"/>
                </a:cubicBezTo>
                <a:cubicBezTo>
                  <a:pt x="271366" y="71278"/>
                  <a:pt x="274275" y="76673"/>
                  <a:pt x="274280" y="79049"/>
                </a:cubicBezTo>
                <a:cubicBezTo>
                  <a:pt x="274285" y="81424"/>
                  <a:pt x="276609" y="87172"/>
                  <a:pt x="279443" y="91820"/>
                </a:cubicBezTo>
                <a:cubicBezTo>
                  <a:pt x="282277" y="96469"/>
                  <a:pt x="284596" y="102748"/>
                  <a:pt x="284596" y="105775"/>
                </a:cubicBezTo>
                <a:cubicBezTo>
                  <a:pt x="284596" y="108801"/>
                  <a:pt x="287666" y="115301"/>
                  <a:pt x="291417" y="120219"/>
                </a:cubicBezTo>
                <a:cubicBezTo>
                  <a:pt x="295169" y="125138"/>
                  <a:pt x="298428" y="131056"/>
                  <a:pt x="298659" y="133370"/>
                </a:cubicBezTo>
                <a:cubicBezTo>
                  <a:pt x="299477" y="141547"/>
                  <a:pt x="305637" y="150653"/>
                  <a:pt x="314425" y="156674"/>
                </a:cubicBezTo>
                <a:cubicBezTo>
                  <a:pt x="319316" y="160026"/>
                  <a:pt x="323320" y="163489"/>
                  <a:pt x="323321" y="164371"/>
                </a:cubicBezTo>
                <a:cubicBezTo>
                  <a:pt x="323323" y="165253"/>
                  <a:pt x="326003" y="169089"/>
                  <a:pt x="329277" y="172896"/>
                </a:cubicBezTo>
                <a:cubicBezTo>
                  <a:pt x="336682" y="181505"/>
                  <a:pt x="335803" y="195314"/>
                  <a:pt x="327346" y="203260"/>
                </a:cubicBezTo>
                <a:lnTo>
                  <a:pt x="321564" y="208691"/>
                </a:lnTo>
                <a:lnTo>
                  <a:pt x="314839" y="201967"/>
                </a:lnTo>
                <a:cubicBezTo>
                  <a:pt x="308661" y="195789"/>
                  <a:pt x="307532" y="195522"/>
                  <a:pt x="300945" y="198679"/>
                </a:cubicBezTo>
                <a:cubicBezTo>
                  <a:pt x="295346" y="201363"/>
                  <a:pt x="293353" y="204582"/>
                  <a:pt x="291854" y="213362"/>
                </a:cubicBezTo>
                <a:cubicBezTo>
                  <a:pt x="289357" y="227993"/>
                  <a:pt x="286547" y="231025"/>
                  <a:pt x="273477" y="233193"/>
                </a:cubicBezTo>
                <a:cubicBezTo>
                  <a:pt x="260663" y="235319"/>
                  <a:pt x="248722" y="247333"/>
                  <a:pt x="248561" y="258261"/>
                </a:cubicBezTo>
                <a:cubicBezTo>
                  <a:pt x="248475" y="264096"/>
                  <a:pt x="249579" y="265360"/>
                  <a:pt x="254757" y="265360"/>
                </a:cubicBezTo>
                <a:cubicBezTo>
                  <a:pt x="258223" y="265360"/>
                  <a:pt x="261823" y="264123"/>
                  <a:pt x="262758" y="262611"/>
                </a:cubicBezTo>
                <a:cubicBezTo>
                  <a:pt x="263872" y="260808"/>
                  <a:pt x="266124" y="261370"/>
                  <a:pt x="269300" y="264243"/>
                </a:cubicBezTo>
                <a:cubicBezTo>
                  <a:pt x="279445" y="273424"/>
                  <a:pt x="270651" y="300210"/>
                  <a:pt x="257492" y="300210"/>
                </a:cubicBezTo>
                <a:cubicBezTo>
                  <a:pt x="250513" y="300210"/>
                  <a:pt x="220446" y="323770"/>
                  <a:pt x="220205" y="329428"/>
                </a:cubicBezTo>
                <a:cubicBezTo>
                  <a:pt x="220125" y="331300"/>
                  <a:pt x="225197" y="338118"/>
                  <a:pt x="231476" y="344578"/>
                </a:cubicBezTo>
                <a:cubicBezTo>
                  <a:pt x="241029" y="354406"/>
                  <a:pt x="243162" y="358486"/>
                  <a:pt x="244540" y="369570"/>
                </a:cubicBezTo>
                <a:cubicBezTo>
                  <a:pt x="246852" y="388171"/>
                  <a:pt x="250097" y="394944"/>
                  <a:pt x="259568" y="400936"/>
                </a:cubicBezTo>
                <a:cubicBezTo>
                  <a:pt x="264099" y="403804"/>
                  <a:pt x="267809" y="408320"/>
                  <a:pt x="267812" y="410972"/>
                </a:cubicBezTo>
                <a:cubicBezTo>
                  <a:pt x="267815" y="413625"/>
                  <a:pt x="270140" y="417087"/>
                  <a:pt x="272980" y="418667"/>
                </a:cubicBezTo>
                <a:cubicBezTo>
                  <a:pt x="275819" y="420246"/>
                  <a:pt x="278864" y="422525"/>
                  <a:pt x="279745" y="423732"/>
                </a:cubicBezTo>
                <a:cubicBezTo>
                  <a:pt x="280626" y="424939"/>
                  <a:pt x="285040" y="426681"/>
                  <a:pt x="289553" y="427604"/>
                </a:cubicBezTo>
                <a:cubicBezTo>
                  <a:pt x="294067" y="428527"/>
                  <a:pt x="297992" y="430444"/>
                  <a:pt x="298277" y="431864"/>
                </a:cubicBezTo>
                <a:cubicBezTo>
                  <a:pt x="299018" y="435562"/>
                  <a:pt x="277163" y="436626"/>
                  <a:pt x="272913" y="433099"/>
                </a:cubicBezTo>
                <a:cubicBezTo>
                  <a:pt x="268101" y="429105"/>
                  <a:pt x="260026" y="432049"/>
                  <a:pt x="253686" y="440109"/>
                </a:cubicBezTo>
                <a:cubicBezTo>
                  <a:pt x="247489" y="447987"/>
                  <a:pt x="246928" y="457069"/>
                  <a:pt x="252360" y="461577"/>
                </a:cubicBezTo>
                <a:cubicBezTo>
                  <a:pt x="255321" y="464035"/>
                  <a:pt x="255560" y="465666"/>
                  <a:pt x="253346" y="468333"/>
                </a:cubicBezTo>
                <a:cubicBezTo>
                  <a:pt x="251741" y="470267"/>
                  <a:pt x="250992" y="474004"/>
                  <a:pt x="251680" y="476637"/>
                </a:cubicBezTo>
                <a:cubicBezTo>
                  <a:pt x="252369" y="479271"/>
                  <a:pt x="252179" y="485956"/>
                  <a:pt x="251259" y="491494"/>
                </a:cubicBezTo>
                <a:cubicBezTo>
                  <a:pt x="249997" y="499087"/>
                  <a:pt x="249133" y="500409"/>
                  <a:pt x="247743" y="496867"/>
                </a:cubicBezTo>
                <a:close/>
              </a:path>
            </a:pathLst>
          </a:custGeom>
          <a:solidFill>
            <a:srgbClr val="B9B9B9"/>
          </a:solidFill>
          <a:ln w="5163" cap="flat">
            <a:noFill/>
            <a:prstDash val="solid"/>
            <a:miter/>
          </a:ln>
        </p:spPr>
        <p:txBody>
          <a:bodyPr/>
          <a:lstStyle/>
          <a:p>
            <a:endParaRPr lang="es-419" noProof="0" dirty="0"/>
          </a:p>
        </p:txBody>
      </p:sp>
      <p:grpSp>
        <p:nvGrpSpPr>
          <p:cNvPr id="57" name="Gráfico 39">
            <a:extLst>
              <a:ext uri="{FF2B5EF4-FFF2-40B4-BE49-F238E27FC236}">
                <a16:creationId xmlns:a16="http://schemas.microsoft.com/office/drawing/2014/main" id="{5A270D8B-19A3-C418-E291-835E58E8CD82}"/>
              </a:ext>
            </a:extLst>
          </p:cNvPr>
          <p:cNvGrpSpPr/>
          <p:nvPr/>
        </p:nvGrpSpPr>
        <p:grpSpPr>
          <a:xfrm>
            <a:off x="726816" y="1624037"/>
            <a:ext cx="321478" cy="429471"/>
            <a:chOff x="726816" y="1624037"/>
            <a:chExt cx="321478" cy="429471"/>
          </a:xfrm>
          <a:solidFill>
            <a:srgbClr val="B9B9B9"/>
          </a:solidFill>
        </p:grpSpPr>
        <p:sp>
          <p:nvSpPr>
            <p:cNvPr id="58" name="Forma libre: forma 57">
              <a:extLst>
                <a:ext uri="{FF2B5EF4-FFF2-40B4-BE49-F238E27FC236}">
                  <a16:creationId xmlns:a16="http://schemas.microsoft.com/office/drawing/2014/main" id="{E59F44FC-6BC6-CDC3-DAA2-3A99CE6355F5}"/>
                </a:ext>
              </a:extLst>
            </p:cNvPr>
            <p:cNvSpPr/>
            <p:nvPr/>
          </p:nvSpPr>
          <p:spPr>
            <a:xfrm>
              <a:off x="726816" y="1624037"/>
              <a:ext cx="321478" cy="429471"/>
            </a:xfrm>
            <a:custGeom>
              <a:avLst/>
              <a:gdLst>
                <a:gd name="csX0" fmla="*/ 298651 w 321478"/>
                <a:gd name="csY0" fmla="*/ 424657 h 429471"/>
                <a:gd name="csX1" fmla="*/ 285240 w 321478"/>
                <a:gd name="csY1" fmla="*/ 406239 h 429471"/>
                <a:gd name="csX2" fmla="*/ 285795 w 321478"/>
                <a:gd name="csY2" fmla="*/ 410173 h 429471"/>
                <a:gd name="csX3" fmla="*/ 287678 w 321478"/>
                <a:gd name="csY3" fmla="*/ 415491 h 429471"/>
                <a:gd name="csX4" fmla="*/ 268647 w 321478"/>
                <a:gd name="csY4" fmla="*/ 394065 h 429471"/>
                <a:gd name="csX5" fmla="*/ 249603 w 321478"/>
                <a:gd name="csY5" fmla="*/ 371546 h 429471"/>
                <a:gd name="csX6" fmla="*/ 255246 w 321478"/>
                <a:gd name="csY6" fmla="*/ 382701 h 429471"/>
                <a:gd name="csX7" fmla="*/ 260888 w 321478"/>
                <a:gd name="csY7" fmla="*/ 392041 h 429471"/>
                <a:gd name="csX8" fmla="*/ 254982 w 321478"/>
                <a:gd name="csY8" fmla="*/ 386884 h 429471"/>
                <a:gd name="csX9" fmla="*/ 245088 w 321478"/>
                <a:gd name="csY9" fmla="*/ 373977 h 429471"/>
                <a:gd name="csX10" fmla="*/ 227283 w 321478"/>
                <a:gd name="csY10" fmla="*/ 350451 h 429471"/>
                <a:gd name="csX11" fmla="*/ 213463 w 321478"/>
                <a:gd name="csY11" fmla="*/ 331266 h 429471"/>
                <a:gd name="csX12" fmla="*/ 191325 w 321478"/>
                <a:gd name="csY12" fmla="*/ 295282 h 429471"/>
                <a:gd name="csX13" fmla="*/ 182351 w 321478"/>
                <a:gd name="csY13" fmla="*/ 288640 h 429471"/>
                <a:gd name="csX14" fmla="*/ 181003 w 321478"/>
                <a:gd name="csY14" fmla="*/ 283904 h 429471"/>
                <a:gd name="csX15" fmla="*/ 179966 w 321478"/>
                <a:gd name="csY15" fmla="*/ 277802 h 429471"/>
                <a:gd name="csX16" fmla="*/ 170951 w 321478"/>
                <a:gd name="csY16" fmla="*/ 271038 h 429471"/>
                <a:gd name="csX17" fmla="*/ 164513 w 321478"/>
                <a:gd name="csY17" fmla="*/ 268249 h 429471"/>
                <a:gd name="csX18" fmla="*/ 156542 w 321478"/>
                <a:gd name="csY18" fmla="*/ 264259 h 429471"/>
                <a:gd name="csX19" fmla="*/ 146588 w 321478"/>
                <a:gd name="csY19" fmla="*/ 257160 h 429471"/>
                <a:gd name="csX20" fmla="*/ 135566 w 321478"/>
                <a:gd name="csY20" fmla="*/ 244331 h 429471"/>
                <a:gd name="csX21" fmla="*/ 140198 w 321478"/>
                <a:gd name="csY21" fmla="*/ 240806 h 429471"/>
                <a:gd name="csX22" fmla="*/ 149956 w 321478"/>
                <a:gd name="csY22" fmla="*/ 243611 h 429471"/>
                <a:gd name="csX23" fmla="*/ 139967 w 321478"/>
                <a:gd name="csY23" fmla="*/ 232769 h 429471"/>
                <a:gd name="csX24" fmla="*/ 129672 w 321478"/>
                <a:gd name="csY24" fmla="*/ 230788 h 429471"/>
                <a:gd name="csX25" fmla="*/ 122631 w 321478"/>
                <a:gd name="csY25" fmla="*/ 229456 h 429471"/>
                <a:gd name="csX26" fmla="*/ 114075 w 321478"/>
                <a:gd name="csY26" fmla="*/ 225535 h 429471"/>
                <a:gd name="csX27" fmla="*/ 112561 w 321478"/>
                <a:gd name="csY27" fmla="*/ 210989 h 429471"/>
                <a:gd name="csX28" fmla="*/ 113046 w 321478"/>
                <a:gd name="csY28" fmla="*/ 198950 h 429471"/>
                <a:gd name="csX29" fmla="*/ 110205 w 321478"/>
                <a:gd name="csY29" fmla="*/ 203079 h 429471"/>
                <a:gd name="csX30" fmla="*/ 107624 w 321478"/>
                <a:gd name="csY30" fmla="*/ 210049 h 429471"/>
                <a:gd name="csX31" fmla="*/ 105042 w 321478"/>
                <a:gd name="csY31" fmla="*/ 205992 h 429471"/>
                <a:gd name="csX32" fmla="*/ 101146 w 321478"/>
                <a:gd name="csY32" fmla="*/ 198040 h 429471"/>
                <a:gd name="csX33" fmla="*/ 106495 w 321478"/>
                <a:gd name="csY33" fmla="*/ 192040 h 429471"/>
                <a:gd name="csX34" fmla="*/ 110185 w 321478"/>
                <a:gd name="csY34" fmla="*/ 189360 h 429471"/>
                <a:gd name="csX35" fmla="*/ 105416 w 321478"/>
                <a:gd name="csY35" fmla="*/ 184234 h 429471"/>
                <a:gd name="csX36" fmla="*/ 94806 w 321478"/>
                <a:gd name="csY36" fmla="*/ 176570 h 429471"/>
                <a:gd name="csX37" fmla="*/ 84222 w 321478"/>
                <a:gd name="csY37" fmla="*/ 170141 h 429471"/>
                <a:gd name="csX38" fmla="*/ 77400 w 321478"/>
                <a:gd name="csY38" fmla="*/ 165246 h 429471"/>
                <a:gd name="csX39" fmla="*/ 66830 w 321478"/>
                <a:gd name="csY39" fmla="*/ 157291 h 429471"/>
                <a:gd name="csX40" fmla="*/ 62321 w 321478"/>
                <a:gd name="csY40" fmla="*/ 153462 h 429471"/>
                <a:gd name="csX41" fmla="*/ 58487 w 321478"/>
                <a:gd name="csY41" fmla="*/ 146011 h 429471"/>
                <a:gd name="csX42" fmla="*/ 53413 w 321478"/>
                <a:gd name="csY42" fmla="*/ 136585 h 429471"/>
                <a:gd name="csX43" fmla="*/ 46519 w 321478"/>
                <a:gd name="csY43" fmla="*/ 136694 h 429471"/>
                <a:gd name="csX44" fmla="*/ 42767 w 321478"/>
                <a:gd name="csY44" fmla="*/ 137339 h 429471"/>
                <a:gd name="csX45" fmla="*/ 40545 w 321478"/>
                <a:gd name="csY45" fmla="*/ 138358 h 429471"/>
                <a:gd name="csX46" fmla="*/ 34194 w 321478"/>
                <a:gd name="csY46" fmla="*/ 139945 h 429471"/>
                <a:gd name="csX47" fmla="*/ 30312 w 321478"/>
                <a:gd name="csY47" fmla="*/ 128691 h 429471"/>
                <a:gd name="csX48" fmla="*/ 32982 w 321478"/>
                <a:gd name="csY48" fmla="*/ 121125 h 429471"/>
                <a:gd name="csX49" fmla="*/ 29550 w 321478"/>
                <a:gd name="csY49" fmla="*/ 122878 h 429471"/>
                <a:gd name="csX50" fmla="*/ 21151 w 321478"/>
                <a:gd name="csY50" fmla="*/ 122752 h 429471"/>
                <a:gd name="csX51" fmla="*/ 17154 w 321478"/>
                <a:gd name="csY51" fmla="*/ 123427 h 429471"/>
                <a:gd name="csX52" fmla="*/ 6342 w 321478"/>
                <a:gd name="csY52" fmla="*/ 119543 h 429471"/>
                <a:gd name="csX53" fmla="*/ 4365 w 321478"/>
                <a:gd name="csY53" fmla="*/ 113226 h 429471"/>
                <a:gd name="csX54" fmla="*/ 10819 w 321478"/>
                <a:gd name="csY54" fmla="*/ 114808 h 429471"/>
                <a:gd name="csX55" fmla="*/ 4707 w 321478"/>
                <a:gd name="csY55" fmla="*/ 109494 h 429471"/>
                <a:gd name="csX56" fmla="*/ 1796 w 321478"/>
                <a:gd name="csY56" fmla="*/ 100322 h 429471"/>
                <a:gd name="csX57" fmla="*/ 1838 w 321478"/>
                <a:gd name="csY57" fmla="*/ 92658 h 429471"/>
                <a:gd name="csX58" fmla="*/ 4233 w 321478"/>
                <a:gd name="csY58" fmla="*/ 77378 h 429471"/>
                <a:gd name="csX59" fmla="*/ 13902 w 321478"/>
                <a:gd name="csY59" fmla="*/ 62490 h 429471"/>
                <a:gd name="csX60" fmla="*/ 16192 w 321478"/>
                <a:gd name="csY60" fmla="*/ 65508 h 429471"/>
                <a:gd name="csX61" fmla="*/ 14368 w 321478"/>
                <a:gd name="csY61" fmla="*/ 71941 h 429471"/>
                <a:gd name="csX62" fmla="*/ 19324 w 321478"/>
                <a:gd name="csY62" fmla="*/ 65780 h 429471"/>
                <a:gd name="csX63" fmla="*/ 24280 w 321478"/>
                <a:gd name="csY63" fmla="*/ 59619 h 429471"/>
                <a:gd name="csX64" fmla="*/ 25989 w 321478"/>
                <a:gd name="csY64" fmla="*/ 66426 h 429471"/>
                <a:gd name="csX65" fmla="*/ 30049 w 321478"/>
                <a:gd name="csY65" fmla="*/ 73232 h 429471"/>
                <a:gd name="csX66" fmla="*/ 30241 w 321478"/>
                <a:gd name="csY66" fmla="*/ 65700 h 429471"/>
                <a:gd name="csX67" fmla="*/ 47033 w 321478"/>
                <a:gd name="csY67" fmla="*/ 46164 h 429471"/>
                <a:gd name="csX68" fmla="*/ 89508 w 321478"/>
                <a:gd name="csY68" fmla="*/ 4943 h 429471"/>
                <a:gd name="csX69" fmla="*/ 99998 w 321478"/>
                <a:gd name="csY69" fmla="*/ 2688 h 429471"/>
                <a:gd name="csX70" fmla="*/ 114706 w 321478"/>
                <a:gd name="csY70" fmla="*/ 3716 h 429471"/>
                <a:gd name="csX71" fmla="*/ 123108 w 321478"/>
                <a:gd name="csY71" fmla="*/ 2764 h 429471"/>
                <a:gd name="csX72" fmla="*/ 137332 w 321478"/>
                <a:gd name="csY72" fmla="*/ 60759 h 429471"/>
                <a:gd name="csX73" fmla="*/ 159468 w 321478"/>
                <a:gd name="csY73" fmla="*/ 80313 h 429471"/>
                <a:gd name="csX74" fmla="*/ 174324 w 321478"/>
                <a:gd name="csY74" fmla="*/ 89973 h 429471"/>
                <a:gd name="csX75" fmla="*/ 184004 w 321478"/>
                <a:gd name="csY75" fmla="*/ 107383 h 429471"/>
                <a:gd name="csX76" fmla="*/ 190190 w 321478"/>
                <a:gd name="csY76" fmla="*/ 148735 h 429471"/>
                <a:gd name="csX77" fmla="*/ 191494 w 321478"/>
                <a:gd name="csY77" fmla="*/ 177131 h 429471"/>
                <a:gd name="csX78" fmla="*/ 195355 w 321478"/>
                <a:gd name="csY78" fmla="*/ 191824 h 429471"/>
                <a:gd name="csX79" fmla="*/ 205385 w 321478"/>
                <a:gd name="csY79" fmla="*/ 204731 h 429471"/>
                <a:gd name="csX80" fmla="*/ 224780 w 321478"/>
                <a:gd name="csY80" fmla="*/ 233927 h 429471"/>
                <a:gd name="csX81" fmla="*/ 251313 w 321478"/>
                <a:gd name="csY81" fmla="*/ 251602 h 429471"/>
                <a:gd name="csX82" fmla="*/ 265826 w 321478"/>
                <a:gd name="csY82" fmla="*/ 256119 h 429471"/>
                <a:gd name="csX83" fmla="*/ 280190 w 321478"/>
                <a:gd name="csY83" fmla="*/ 283901 h 429471"/>
                <a:gd name="csX84" fmla="*/ 287275 w 321478"/>
                <a:gd name="csY84" fmla="*/ 317016 h 429471"/>
                <a:gd name="csX85" fmla="*/ 290907 w 321478"/>
                <a:gd name="csY85" fmla="*/ 329217 h 429471"/>
                <a:gd name="csX86" fmla="*/ 293537 w 321478"/>
                <a:gd name="csY86" fmla="*/ 337861 h 429471"/>
                <a:gd name="csX87" fmla="*/ 302616 w 321478"/>
                <a:gd name="csY87" fmla="*/ 352211 h 429471"/>
                <a:gd name="csX88" fmla="*/ 314264 w 321478"/>
                <a:gd name="csY88" fmla="*/ 364936 h 429471"/>
                <a:gd name="csX89" fmla="*/ 319645 w 321478"/>
                <a:gd name="csY89" fmla="*/ 375951 h 429471"/>
                <a:gd name="csX90" fmla="*/ 316721 w 321478"/>
                <a:gd name="csY90" fmla="*/ 384238 h 429471"/>
                <a:gd name="csX91" fmla="*/ 312540 w 321478"/>
                <a:gd name="csY91" fmla="*/ 395571 h 429471"/>
                <a:gd name="csX92" fmla="*/ 312871 w 321478"/>
                <a:gd name="csY92" fmla="*/ 424954 h 429471"/>
                <a:gd name="csX93" fmla="*/ 306671 w 321478"/>
                <a:gd name="csY93" fmla="*/ 429472 h 429471"/>
                <a:gd name="csX94" fmla="*/ 298651 w 321478"/>
                <a:gd name="csY94" fmla="*/ 424657 h 4294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321478" h="429471">
                  <a:moveTo>
                    <a:pt x="298651" y="424657"/>
                  </a:moveTo>
                  <a:cubicBezTo>
                    <a:pt x="298651" y="419121"/>
                    <a:pt x="289271" y="406239"/>
                    <a:pt x="285240" y="406239"/>
                  </a:cubicBezTo>
                  <a:cubicBezTo>
                    <a:pt x="283590" y="406239"/>
                    <a:pt x="283808" y="407778"/>
                    <a:pt x="285795" y="410173"/>
                  </a:cubicBezTo>
                  <a:cubicBezTo>
                    <a:pt x="287591" y="412337"/>
                    <a:pt x="288438" y="414730"/>
                    <a:pt x="287678" y="415491"/>
                  </a:cubicBezTo>
                  <a:cubicBezTo>
                    <a:pt x="285539" y="417629"/>
                    <a:pt x="270321" y="400495"/>
                    <a:pt x="268647" y="394065"/>
                  </a:cubicBezTo>
                  <a:cubicBezTo>
                    <a:pt x="267226" y="388605"/>
                    <a:pt x="249603" y="367767"/>
                    <a:pt x="249603" y="371546"/>
                  </a:cubicBezTo>
                  <a:cubicBezTo>
                    <a:pt x="249603" y="372545"/>
                    <a:pt x="252142" y="377564"/>
                    <a:pt x="255246" y="382701"/>
                  </a:cubicBezTo>
                  <a:lnTo>
                    <a:pt x="260888" y="392041"/>
                  </a:lnTo>
                  <a:lnTo>
                    <a:pt x="254982" y="386884"/>
                  </a:lnTo>
                  <a:cubicBezTo>
                    <a:pt x="251733" y="384048"/>
                    <a:pt x="247281" y="378240"/>
                    <a:pt x="245088" y="373977"/>
                  </a:cubicBezTo>
                  <a:cubicBezTo>
                    <a:pt x="242896" y="369714"/>
                    <a:pt x="234883" y="359128"/>
                    <a:pt x="227283" y="350451"/>
                  </a:cubicBezTo>
                  <a:cubicBezTo>
                    <a:pt x="219682" y="341775"/>
                    <a:pt x="213463" y="333142"/>
                    <a:pt x="213463" y="331266"/>
                  </a:cubicBezTo>
                  <a:cubicBezTo>
                    <a:pt x="213463" y="326133"/>
                    <a:pt x="194515" y="295333"/>
                    <a:pt x="191325" y="295282"/>
                  </a:cubicBezTo>
                  <a:cubicBezTo>
                    <a:pt x="189798" y="295257"/>
                    <a:pt x="185760" y="292268"/>
                    <a:pt x="182351" y="288640"/>
                  </a:cubicBezTo>
                  <a:cubicBezTo>
                    <a:pt x="177259" y="283219"/>
                    <a:pt x="177019" y="282375"/>
                    <a:pt x="181003" y="283904"/>
                  </a:cubicBezTo>
                  <a:cubicBezTo>
                    <a:pt x="185315" y="285558"/>
                    <a:pt x="185200" y="284882"/>
                    <a:pt x="179966" y="277802"/>
                  </a:cubicBezTo>
                  <a:cubicBezTo>
                    <a:pt x="176728" y="273422"/>
                    <a:pt x="172671" y="270378"/>
                    <a:pt x="170951" y="271038"/>
                  </a:cubicBezTo>
                  <a:cubicBezTo>
                    <a:pt x="169231" y="271698"/>
                    <a:pt x="166334" y="270443"/>
                    <a:pt x="164513" y="268249"/>
                  </a:cubicBezTo>
                  <a:cubicBezTo>
                    <a:pt x="162692" y="266054"/>
                    <a:pt x="159105" y="264259"/>
                    <a:pt x="156542" y="264259"/>
                  </a:cubicBezTo>
                  <a:cubicBezTo>
                    <a:pt x="153980" y="264259"/>
                    <a:pt x="149500" y="261065"/>
                    <a:pt x="146588" y="257160"/>
                  </a:cubicBezTo>
                  <a:cubicBezTo>
                    <a:pt x="143676" y="253256"/>
                    <a:pt x="138716" y="247482"/>
                    <a:pt x="135566" y="244331"/>
                  </a:cubicBezTo>
                  <a:cubicBezTo>
                    <a:pt x="127839" y="236597"/>
                    <a:pt x="131401" y="233886"/>
                    <a:pt x="140198" y="240806"/>
                  </a:cubicBezTo>
                  <a:cubicBezTo>
                    <a:pt x="145135" y="244689"/>
                    <a:pt x="148042" y="245525"/>
                    <a:pt x="149956" y="243611"/>
                  </a:cubicBezTo>
                  <a:cubicBezTo>
                    <a:pt x="154558" y="239009"/>
                    <a:pt x="147985" y="231874"/>
                    <a:pt x="139967" y="232769"/>
                  </a:cubicBezTo>
                  <a:cubicBezTo>
                    <a:pt x="136133" y="233196"/>
                    <a:pt x="131500" y="232305"/>
                    <a:pt x="129672" y="230788"/>
                  </a:cubicBezTo>
                  <a:cubicBezTo>
                    <a:pt x="127844" y="229271"/>
                    <a:pt x="124675" y="228672"/>
                    <a:pt x="122631" y="229456"/>
                  </a:cubicBezTo>
                  <a:cubicBezTo>
                    <a:pt x="120587" y="230241"/>
                    <a:pt x="116736" y="228476"/>
                    <a:pt x="114075" y="225535"/>
                  </a:cubicBezTo>
                  <a:cubicBezTo>
                    <a:pt x="109769" y="220777"/>
                    <a:pt x="109602" y="219173"/>
                    <a:pt x="112561" y="210989"/>
                  </a:cubicBezTo>
                  <a:cubicBezTo>
                    <a:pt x="114982" y="204297"/>
                    <a:pt x="115114" y="201018"/>
                    <a:pt x="113046" y="198950"/>
                  </a:cubicBezTo>
                  <a:cubicBezTo>
                    <a:pt x="110979" y="196883"/>
                    <a:pt x="110205" y="198007"/>
                    <a:pt x="110205" y="203079"/>
                  </a:cubicBezTo>
                  <a:cubicBezTo>
                    <a:pt x="110205" y="206912"/>
                    <a:pt x="109043" y="210049"/>
                    <a:pt x="107624" y="210049"/>
                  </a:cubicBezTo>
                  <a:cubicBezTo>
                    <a:pt x="106204" y="210049"/>
                    <a:pt x="105042" y="208223"/>
                    <a:pt x="105042" y="205992"/>
                  </a:cubicBezTo>
                  <a:cubicBezTo>
                    <a:pt x="105042" y="203761"/>
                    <a:pt x="103289" y="200182"/>
                    <a:pt x="101146" y="198040"/>
                  </a:cubicBezTo>
                  <a:cubicBezTo>
                    <a:pt x="95668" y="192562"/>
                    <a:pt x="98756" y="189098"/>
                    <a:pt x="106495" y="192040"/>
                  </a:cubicBezTo>
                  <a:cubicBezTo>
                    <a:pt x="112388" y="194281"/>
                    <a:pt x="112698" y="194056"/>
                    <a:pt x="110185" y="189360"/>
                  </a:cubicBezTo>
                  <a:cubicBezTo>
                    <a:pt x="108676" y="186541"/>
                    <a:pt x="106530" y="184234"/>
                    <a:pt x="105416" y="184234"/>
                  </a:cubicBezTo>
                  <a:cubicBezTo>
                    <a:pt x="104302" y="184234"/>
                    <a:pt x="99527" y="180785"/>
                    <a:pt x="94806" y="176570"/>
                  </a:cubicBezTo>
                  <a:cubicBezTo>
                    <a:pt x="90084" y="172354"/>
                    <a:pt x="85321" y="169461"/>
                    <a:pt x="84222" y="170141"/>
                  </a:cubicBezTo>
                  <a:cubicBezTo>
                    <a:pt x="83122" y="170820"/>
                    <a:pt x="80052" y="168617"/>
                    <a:pt x="77400" y="165246"/>
                  </a:cubicBezTo>
                  <a:cubicBezTo>
                    <a:pt x="74748" y="161874"/>
                    <a:pt x="69991" y="158294"/>
                    <a:pt x="66830" y="157291"/>
                  </a:cubicBezTo>
                  <a:cubicBezTo>
                    <a:pt x="63669" y="156287"/>
                    <a:pt x="61640" y="154564"/>
                    <a:pt x="62321" y="153462"/>
                  </a:cubicBezTo>
                  <a:cubicBezTo>
                    <a:pt x="63003" y="152359"/>
                    <a:pt x="61277" y="149007"/>
                    <a:pt x="58487" y="146011"/>
                  </a:cubicBezTo>
                  <a:cubicBezTo>
                    <a:pt x="55696" y="143016"/>
                    <a:pt x="53413" y="138774"/>
                    <a:pt x="53413" y="136585"/>
                  </a:cubicBezTo>
                  <a:cubicBezTo>
                    <a:pt x="53413" y="131375"/>
                    <a:pt x="48531" y="131452"/>
                    <a:pt x="46519" y="136694"/>
                  </a:cubicBezTo>
                  <a:cubicBezTo>
                    <a:pt x="45256" y="139986"/>
                    <a:pt x="44525" y="140111"/>
                    <a:pt x="42767" y="137339"/>
                  </a:cubicBezTo>
                  <a:cubicBezTo>
                    <a:pt x="41090" y="134693"/>
                    <a:pt x="40576" y="134929"/>
                    <a:pt x="40545" y="138358"/>
                  </a:cubicBezTo>
                  <a:cubicBezTo>
                    <a:pt x="40512" y="142152"/>
                    <a:pt x="39561" y="142390"/>
                    <a:pt x="34194" y="139945"/>
                  </a:cubicBezTo>
                  <a:cubicBezTo>
                    <a:pt x="25899" y="136165"/>
                    <a:pt x="24011" y="130691"/>
                    <a:pt x="30312" y="128691"/>
                  </a:cubicBezTo>
                  <a:cubicBezTo>
                    <a:pt x="35660" y="126994"/>
                    <a:pt x="36881" y="123535"/>
                    <a:pt x="32982" y="121125"/>
                  </a:cubicBezTo>
                  <a:cubicBezTo>
                    <a:pt x="31683" y="120322"/>
                    <a:pt x="30139" y="121111"/>
                    <a:pt x="29550" y="122878"/>
                  </a:cubicBezTo>
                  <a:cubicBezTo>
                    <a:pt x="28702" y="125423"/>
                    <a:pt x="26957" y="125397"/>
                    <a:pt x="21151" y="122752"/>
                  </a:cubicBezTo>
                  <a:cubicBezTo>
                    <a:pt x="14600" y="119767"/>
                    <a:pt x="14176" y="119839"/>
                    <a:pt x="17154" y="123427"/>
                  </a:cubicBezTo>
                  <a:cubicBezTo>
                    <a:pt x="23195" y="130706"/>
                    <a:pt x="15185" y="127829"/>
                    <a:pt x="6342" y="119543"/>
                  </a:cubicBezTo>
                  <a:cubicBezTo>
                    <a:pt x="-1702" y="112007"/>
                    <a:pt x="-1792" y="111717"/>
                    <a:pt x="4365" y="113226"/>
                  </a:cubicBezTo>
                  <a:lnTo>
                    <a:pt x="10819" y="114808"/>
                  </a:lnTo>
                  <a:lnTo>
                    <a:pt x="4707" y="109494"/>
                  </a:lnTo>
                  <a:cubicBezTo>
                    <a:pt x="-312" y="105131"/>
                    <a:pt x="-833" y="103490"/>
                    <a:pt x="1796" y="100322"/>
                  </a:cubicBezTo>
                  <a:cubicBezTo>
                    <a:pt x="4323" y="97278"/>
                    <a:pt x="4332" y="95662"/>
                    <a:pt x="1838" y="92658"/>
                  </a:cubicBezTo>
                  <a:cubicBezTo>
                    <a:pt x="-700" y="89600"/>
                    <a:pt x="-229" y="86595"/>
                    <a:pt x="4233" y="77378"/>
                  </a:cubicBezTo>
                  <a:cubicBezTo>
                    <a:pt x="7287" y="71068"/>
                    <a:pt x="11639" y="64368"/>
                    <a:pt x="13902" y="62490"/>
                  </a:cubicBezTo>
                  <a:cubicBezTo>
                    <a:pt x="17532" y="59477"/>
                    <a:pt x="17802" y="59833"/>
                    <a:pt x="16192" y="65508"/>
                  </a:cubicBezTo>
                  <a:lnTo>
                    <a:pt x="14368" y="71941"/>
                  </a:lnTo>
                  <a:lnTo>
                    <a:pt x="19324" y="65780"/>
                  </a:lnTo>
                  <a:lnTo>
                    <a:pt x="24280" y="59619"/>
                  </a:lnTo>
                  <a:lnTo>
                    <a:pt x="25989" y="66426"/>
                  </a:lnTo>
                  <a:cubicBezTo>
                    <a:pt x="26928" y="70169"/>
                    <a:pt x="28755" y="73232"/>
                    <a:pt x="30049" y="73232"/>
                  </a:cubicBezTo>
                  <a:cubicBezTo>
                    <a:pt x="31420" y="73232"/>
                    <a:pt x="31500" y="70091"/>
                    <a:pt x="30241" y="65700"/>
                  </a:cubicBezTo>
                  <a:cubicBezTo>
                    <a:pt x="28162" y="58450"/>
                    <a:pt x="28788" y="57720"/>
                    <a:pt x="47033" y="46164"/>
                  </a:cubicBezTo>
                  <a:cubicBezTo>
                    <a:pt x="66934" y="33559"/>
                    <a:pt x="85466" y="15573"/>
                    <a:pt x="89508" y="4943"/>
                  </a:cubicBezTo>
                  <a:cubicBezTo>
                    <a:pt x="91833" y="-1172"/>
                    <a:pt x="92131" y="-1236"/>
                    <a:pt x="99998" y="2688"/>
                  </a:cubicBezTo>
                  <a:cubicBezTo>
                    <a:pt x="106503" y="5933"/>
                    <a:pt x="109396" y="6135"/>
                    <a:pt x="114706" y="3716"/>
                  </a:cubicBezTo>
                  <a:cubicBezTo>
                    <a:pt x="118341" y="2059"/>
                    <a:pt x="122122" y="1631"/>
                    <a:pt x="123108" y="2764"/>
                  </a:cubicBezTo>
                  <a:cubicBezTo>
                    <a:pt x="125561" y="5583"/>
                    <a:pt x="135461" y="45948"/>
                    <a:pt x="137332" y="60759"/>
                  </a:cubicBezTo>
                  <a:cubicBezTo>
                    <a:pt x="139199" y="75538"/>
                    <a:pt x="141734" y="77777"/>
                    <a:pt x="159468" y="80313"/>
                  </a:cubicBezTo>
                  <a:cubicBezTo>
                    <a:pt x="172513" y="82178"/>
                    <a:pt x="173509" y="82826"/>
                    <a:pt x="174324" y="89973"/>
                  </a:cubicBezTo>
                  <a:cubicBezTo>
                    <a:pt x="174804" y="94187"/>
                    <a:pt x="179160" y="102021"/>
                    <a:pt x="184004" y="107383"/>
                  </a:cubicBezTo>
                  <a:cubicBezTo>
                    <a:pt x="193664" y="118075"/>
                    <a:pt x="194152" y="121338"/>
                    <a:pt x="190190" y="148735"/>
                  </a:cubicBezTo>
                  <a:cubicBezTo>
                    <a:pt x="188197" y="162515"/>
                    <a:pt x="188470" y="168448"/>
                    <a:pt x="191494" y="177131"/>
                  </a:cubicBezTo>
                  <a:cubicBezTo>
                    <a:pt x="193597" y="183167"/>
                    <a:pt x="195335" y="189779"/>
                    <a:pt x="195355" y="191824"/>
                  </a:cubicBezTo>
                  <a:cubicBezTo>
                    <a:pt x="195376" y="193868"/>
                    <a:pt x="199889" y="199676"/>
                    <a:pt x="205385" y="204731"/>
                  </a:cubicBezTo>
                  <a:cubicBezTo>
                    <a:pt x="211344" y="210212"/>
                    <a:pt x="219172" y="221995"/>
                    <a:pt x="224780" y="233927"/>
                  </a:cubicBezTo>
                  <a:cubicBezTo>
                    <a:pt x="234706" y="255043"/>
                    <a:pt x="236093" y="255967"/>
                    <a:pt x="251313" y="251602"/>
                  </a:cubicBezTo>
                  <a:cubicBezTo>
                    <a:pt x="258379" y="249575"/>
                    <a:pt x="260277" y="250166"/>
                    <a:pt x="265826" y="256119"/>
                  </a:cubicBezTo>
                  <a:cubicBezTo>
                    <a:pt x="272628" y="263417"/>
                    <a:pt x="281243" y="280080"/>
                    <a:pt x="280190" y="283901"/>
                  </a:cubicBezTo>
                  <a:cubicBezTo>
                    <a:pt x="278841" y="288796"/>
                    <a:pt x="283826" y="312090"/>
                    <a:pt x="287275" y="317016"/>
                  </a:cubicBezTo>
                  <a:cubicBezTo>
                    <a:pt x="289273" y="319867"/>
                    <a:pt x="290907" y="325358"/>
                    <a:pt x="290907" y="329217"/>
                  </a:cubicBezTo>
                  <a:cubicBezTo>
                    <a:pt x="290907" y="333077"/>
                    <a:pt x="292090" y="336967"/>
                    <a:pt x="293537" y="337861"/>
                  </a:cubicBezTo>
                  <a:cubicBezTo>
                    <a:pt x="294984" y="338755"/>
                    <a:pt x="299069" y="345213"/>
                    <a:pt x="302616" y="352211"/>
                  </a:cubicBezTo>
                  <a:cubicBezTo>
                    <a:pt x="307126" y="361111"/>
                    <a:pt x="310627" y="364936"/>
                    <a:pt x="314264" y="364936"/>
                  </a:cubicBezTo>
                  <a:cubicBezTo>
                    <a:pt x="320436" y="364936"/>
                    <a:pt x="323792" y="371805"/>
                    <a:pt x="319645" y="375951"/>
                  </a:cubicBezTo>
                  <a:cubicBezTo>
                    <a:pt x="318037" y="377560"/>
                    <a:pt x="316721" y="381289"/>
                    <a:pt x="316721" y="384238"/>
                  </a:cubicBezTo>
                  <a:cubicBezTo>
                    <a:pt x="316721" y="387188"/>
                    <a:pt x="314840" y="392287"/>
                    <a:pt x="312540" y="395571"/>
                  </a:cubicBezTo>
                  <a:cubicBezTo>
                    <a:pt x="308425" y="401445"/>
                    <a:pt x="308570" y="414286"/>
                    <a:pt x="312871" y="424954"/>
                  </a:cubicBezTo>
                  <a:cubicBezTo>
                    <a:pt x="314372" y="428678"/>
                    <a:pt x="313283" y="429472"/>
                    <a:pt x="306671" y="429472"/>
                  </a:cubicBezTo>
                  <a:cubicBezTo>
                    <a:pt x="300565" y="429472"/>
                    <a:pt x="298651" y="428323"/>
                    <a:pt x="298651" y="424657"/>
                  </a:cubicBezTo>
                  <a:close/>
                </a:path>
              </a:pathLst>
            </a:custGeom>
            <a:solidFill>
              <a:srgbClr val="B9B9B9"/>
            </a:solidFill>
            <a:ln w="5163" cap="flat">
              <a:noFill/>
              <a:prstDash val="solid"/>
              <a:miter/>
            </a:ln>
          </p:spPr>
          <p:txBody>
            <a:bodyPr/>
            <a:lstStyle/>
            <a:p>
              <a:endParaRPr lang="es-419" noProof="0" dirty="0"/>
            </a:p>
          </p:txBody>
        </p:sp>
        <p:sp>
          <p:nvSpPr>
            <p:cNvPr id="59" name="Forma libre: forma 58">
              <a:extLst>
                <a:ext uri="{FF2B5EF4-FFF2-40B4-BE49-F238E27FC236}">
                  <a16:creationId xmlns:a16="http://schemas.microsoft.com/office/drawing/2014/main" id="{4CE94B75-C47F-7C2C-1884-4B7995568B86}"/>
                </a:ext>
              </a:extLst>
            </p:cNvPr>
            <p:cNvSpPr/>
            <p:nvPr/>
          </p:nvSpPr>
          <p:spPr>
            <a:xfrm>
              <a:off x="812163" y="1806340"/>
              <a:ext cx="15955" cy="30179"/>
            </a:xfrm>
            <a:custGeom>
              <a:avLst/>
              <a:gdLst>
                <a:gd name="csX0" fmla="*/ 12859 w 15955"/>
                <a:gd name="csY0" fmla="*/ 27128 h 30179"/>
                <a:gd name="csX1" fmla="*/ 45 w 15955"/>
                <a:gd name="csY1" fmla="*/ 70 h 30179"/>
                <a:gd name="csX2" fmla="*/ 15145 w 15955"/>
                <a:gd name="csY2" fmla="*/ 24519 h 30179"/>
                <a:gd name="csX3" fmla="*/ 12859 w 15955"/>
                <a:gd name="csY3" fmla="*/ 27128 h 30179"/>
              </a:gdLst>
              <a:ahLst/>
              <a:cxnLst>
                <a:cxn ang="0">
                  <a:pos x="csX0" y="csY0"/>
                </a:cxn>
                <a:cxn ang="0">
                  <a:pos x="csX1" y="csY1"/>
                </a:cxn>
                <a:cxn ang="0">
                  <a:pos x="csX2" y="csY2"/>
                </a:cxn>
                <a:cxn ang="0">
                  <a:pos x="csX3" y="csY3"/>
                </a:cxn>
              </a:cxnLst>
              <a:rect l="l" t="t" r="r" b="b"/>
              <a:pathLst>
                <a:path w="15955" h="30179">
                  <a:moveTo>
                    <a:pt x="12859" y="27128"/>
                  </a:moveTo>
                  <a:cubicBezTo>
                    <a:pt x="8119" y="19457"/>
                    <a:pt x="-707" y="822"/>
                    <a:pt x="45" y="70"/>
                  </a:cubicBezTo>
                  <a:cubicBezTo>
                    <a:pt x="1430" y="-1315"/>
                    <a:pt x="13563" y="18330"/>
                    <a:pt x="15145" y="24519"/>
                  </a:cubicBezTo>
                  <a:cubicBezTo>
                    <a:pt x="16793" y="30962"/>
                    <a:pt x="15876" y="32008"/>
                    <a:pt x="12859" y="27128"/>
                  </a:cubicBezTo>
                  <a:close/>
                </a:path>
              </a:pathLst>
            </a:custGeom>
            <a:solidFill>
              <a:srgbClr val="B9B9B9"/>
            </a:solidFill>
            <a:ln w="5163" cap="flat">
              <a:noFill/>
              <a:prstDash val="solid"/>
              <a:miter/>
            </a:ln>
          </p:spPr>
          <p:txBody>
            <a:bodyPr/>
            <a:lstStyle/>
            <a:p>
              <a:endParaRPr lang="es-419" noProof="0" dirty="0"/>
            </a:p>
          </p:txBody>
        </p:sp>
      </p:grpSp>
      <p:sp>
        <p:nvSpPr>
          <p:cNvPr id="60" name="Forma libre: forma 59">
            <a:extLst>
              <a:ext uri="{FF2B5EF4-FFF2-40B4-BE49-F238E27FC236}">
                <a16:creationId xmlns:a16="http://schemas.microsoft.com/office/drawing/2014/main" id="{88040B93-998C-A19C-66E6-1167926BEDEA}"/>
              </a:ext>
            </a:extLst>
          </p:cNvPr>
          <p:cNvSpPr/>
          <p:nvPr/>
        </p:nvSpPr>
        <p:spPr>
          <a:xfrm>
            <a:off x="781520" y="1178397"/>
            <a:ext cx="460893" cy="570101"/>
          </a:xfrm>
          <a:custGeom>
            <a:avLst/>
            <a:gdLst>
              <a:gd name="csX0" fmla="*/ 151660 w 460893"/>
              <a:gd name="csY0" fmla="*/ 568610 h 570101"/>
              <a:gd name="csX1" fmla="*/ 140689 w 460893"/>
              <a:gd name="csY1" fmla="*/ 563178 h 570101"/>
              <a:gd name="csX2" fmla="*/ 131877 w 460893"/>
              <a:gd name="csY2" fmla="*/ 549661 h 570101"/>
              <a:gd name="csX3" fmla="*/ 122196 w 460893"/>
              <a:gd name="csY3" fmla="*/ 532968 h 570101"/>
              <a:gd name="csX4" fmla="*/ 107130 w 460893"/>
              <a:gd name="csY4" fmla="*/ 523131 h 570101"/>
              <a:gd name="csX5" fmla="*/ 89869 w 460893"/>
              <a:gd name="csY5" fmla="*/ 518421 h 570101"/>
              <a:gd name="csX6" fmla="*/ 85076 w 460893"/>
              <a:gd name="csY6" fmla="*/ 501266 h 570101"/>
              <a:gd name="csX7" fmla="*/ 77677 w 460893"/>
              <a:gd name="csY7" fmla="*/ 465952 h 570101"/>
              <a:gd name="csX8" fmla="*/ 72006 w 460893"/>
              <a:gd name="csY8" fmla="*/ 445300 h 570101"/>
              <a:gd name="csX9" fmla="*/ 58957 w 460893"/>
              <a:gd name="csY9" fmla="*/ 446095 h 570101"/>
              <a:gd name="csX10" fmla="*/ 35144 w 460893"/>
              <a:gd name="csY10" fmla="*/ 436548 h 570101"/>
              <a:gd name="csX11" fmla="*/ 24381 w 460893"/>
              <a:gd name="csY11" fmla="*/ 426207 h 570101"/>
              <a:gd name="csX12" fmla="*/ 26114 w 460893"/>
              <a:gd name="csY12" fmla="*/ 405421 h 570101"/>
              <a:gd name="csX13" fmla="*/ 25165 w 460893"/>
              <a:gd name="csY13" fmla="*/ 384636 h 570101"/>
              <a:gd name="csX14" fmla="*/ 17520 w 460893"/>
              <a:gd name="csY14" fmla="*/ 374956 h 570101"/>
              <a:gd name="csX15" fmla="*/ 6475 w 460893"/>
              <a:gd name="csY15" fmla="*/ 353942 h 570101"/>
              <a:gd name="csX16" fmla="*/ 196 w 460893"/>
              <a:gd name="csY16" fmla="*/ 332000 h 570101"/>
              <a:gd name="csX17" fmla="*/ 0 w 460893"/>
              <a:gd name="csY17" fmla="*/ 321391 h 570101"/>
              <a:gd name="csX18" fmla="*/ 20006 w 460893"/>
              <a:gd name="csY18" fmla="*/ 322209 h 570101"/>
              <a:gd name="csX19" fmla="*/ 37306 w 460893"/>
              <a:gd name="csY19" fmla="*/ 304003 h 570101"/>
              <a:gd name="csX20" fmla="*/ 36933 w 460893"/>
              <a:gd name="csY20" fmla="*/ 289805 h 570101"/>
              <a:gd name="csX21" fmla="*/ 37690 w 460893"/>
              <a:gd name="csY21" fmla="*/ 253719 h 570101"/>
              <a:gd name="csX22" fmla="*/ 41303 w 460893"/>
              <a:gd name="csY22" fmla="*/ 221451 h 570101"/>
              <a:gd name="csX23" fmla="*/ 48412 w 460893"/>
              <a:gd name="csY23" fmla="*/ 202644 h 570101"/>
              <a:gd name="csX24" fmla="*/ 48257 w 460893"/>
              <a:gd name="csY24" fmla="*/ 124622 h 570101"/>
              <a:gd name="csX25" fmla="*/ 40464 w 460893"/>
              <a:gd name="csY25" fmla="*/ 83859 h 570101"/>
              <a:gd name="csX26" fmla="*/ 52830 w 460893"/>
              <a:gd name="csY26" fmla="*/ 45160 h 570101"/>
              <a:gd name="csX27" fmla="*/ 63246 w 460893"/>
              <a:gd name="csY27" fmla="*/ 46920 h 570101"/>
              <a:gd name="csX28" fmla="*/ 63246 w 460893"/>
              <a:gd name="csY28" fmla="*/ 23460 h 570101"/>
              <a:gd name="csX29" fmla="*/ 66672 w 460893"/>
              <a:gd name="csY29" fmla="*/ 0 h 570101"/>
              <a:gd name="csX30" fmla="*/ 126691 w 460893"/>
              <a:gd name="csY30" fmla="*/ 3798 h 570101"/>
              <a:gd name="csX31" fmla="*/ 203405 w 460893"/>
              <a:gd name="csY31" fmla="*/ 8311 h 570101"/>
              <a:gd name="csX32" fmla="*/ 223527 w 460893"/>
              <a:gd name="csY32" fmla="*/ 9026 h 570101"/>
              <a:gd name="csX33" fmla="*/ 229665 w 460893"/>
              <a:gd name="csY33" fmla="*/ 21938 h 570101"/>
              <a:gd name="csX34" fmla="*/ 254984 w 460893"/>
              <a:gd name="csY34" fmla="*/ 54210 h 570101"/>
              <a:gd name="csX35" fmla="*/ 267180 w 460893"/>
              <a:gd name="csY35" fmla="*/ 65624 h 570101"/>
              <a:gd name="csX36" fmla="*/ 283960 w 460893"/>
              <a:gd name="csY36" fmla="*/ 83994 h 570101"/>
              <a:gd name="csX37" fmla="*/ 300739 w 460893"/>
              <a:gd name="csY37" fmla="*/ 103278 h 570101"/>
              <a:gd name="csX38" fmla="*/ 307688 w 460893"/>
              <a:gd name="csY38" fmla="*/ 107024 h 570101"/>
              <a:gd name="csX39" fmla="*/ 338320 w 460893"/>
              <a:gd name="csY39" fmla="*/ 140082 h 570101"/>
              <a:gd name="csX40" fmla="*/ 345307 w 460893"/>
              <a:gd name="csY40" fmla="*/ 156757 h 570101"/>
              <a:gd name="csX41" fmla="*/ 350264 w 460893"/>
              <a:gd name="csY41" fmla="*/ 174757 h 570101"/>
              <a:gd name="csX42" fmla="*/ 353728 w 460893"/>
              <a:gd name="csY42" fmla="*/ 192882 h 570101"/>
              <a:gd name="csX43" fmla="*/ 357557 w 460893"/>
              <a:gd name="csY43" fmla="*/ 206186 h 570101"/>
              <a:gd name="csX44" fmla="*/ 373046 w 460893"/>
              <a:gd name="csY44" fmla="*/ 221653 h 570101"/>
              <a:gd name="csX45" fmla="*/ 388508 w 460893"/>
              <a:gd name="csY45" fmla="*/ 235073 h 570101"/>
              <a:gd name="csX46" fmla="*/ 408536 w 460893"/>
              <a:gd name="csY46" fmla="*/ 251563 h 570101"/>
              <a:gd name="csX47" fmla="*/ 419486 w 460893"/>
              <a:gd name="csY47" fmla="*/ 258145 h 570101"/>
              <a:gd name="csX48" fmla="*/ 429612 w 460893"/>
              <a:gd name="csY48" fmla="*/ 264555 h 570101"/>
              <a:gd name="csX49" fmla="*/ 440498 w 460893"/>
              <a:gd name="csY49" fmla="*/ 270196 h 570101"/>
              <a:gd name="csX50" fmla="*/ 458638 w 460893"/>
              <a:gd name="csY50" fmla="*/ 279871 h 570101"/>
              <a:gd name="csX51" fmla="*/ 433706 w 460893"/>
              <a:gd name="csY51" fmla="*/ 328123 h 570101"/>
              <a:gd name="csX52" fmla="*/ 401785 w 460893"/>
              <a:gd name="csY52" fmla="*/ 376892 h 570101"/>
              <a:gd name="csX53" fmla="*/ 408173 w 460893"/>
              <a:gd name="csY53" fmla="*/ 427230 h 570101"/>
              <a:gd name="csX54" fmla="*/ 407224 w 460893"/>
              <a:gd name="csY54" fmla="*/ 481463 h 570101"/>
              <a:gd name="csX55" fmla="*/ 357001 w 460893"/>
              <a:gd name="csY55" fmla="*/ 500599 h 570101"/>
              <a:gd name="csX56" fmla="*/ 339993 w 460893"/>
              <a:gd name="csY56" fmla="*/ 507393 h 570101"/>
              <a:gd name="csX57" fmla="*/ 315871 w 460893"/>
              <a:gd name="csY57" fmla="*/ 500146 h 570101"/>
              <a:gd name="csX58" fmla="*/ 305685 w 460893"/>
              <a:gd name="csY58" fmla="*/ 499249 h 570101"/>
              <a:gd name="csX59" fmla="*/ 291896 w 460893"/>
              <a:gd name="csY59" fmla="*/ 499687 h 570101"/>
              <a:gd name="csX60" fmla="*/ 270870 w 460893"/>
              <a:gd name="csY60" fmla="*/ 491757 h 570101"/>
              <a:gd name="csX61" fmla="*/ 256706 w 460893"/>
              <a:gd name="csY61" fmla="*/ 481408 h 570101"/>
              <a:gd name="csX62" fmla="*/ 242051 w 460893"/>
              <a:gd name="csY62" fmla="*/ 472207 h 570101"/>
              <a:gd name="csX63" fmla="*/ 227525 w 460893"/>
              <a:gd name="csY63" fmla="*/ 468533 h 570101"/>
              <a:gd name="csX64" fmla="*/ 222731 w 460893"/>
              <a:gd name="csY64" fmla="*/ 472486 h 570101"/>
              <a:gd name="csX65" fmla="*/ 210984 w 460893"/>
              <a:gd name="csY65" fmla="*/ 493362 h 570101"/>
              <a:gd name="csX66" fmla="*/ 200162 w 460893"/>
              <a:gd name="csY66" fmla="*/ 504374 h 570101"/>
              <a:gd name="csX67" fmla="*/ 192160 w 460893"/>
              <a:gd name="csY67" fmla="*/ 516880 h 570101"/>
              <a:gd name="csX68" fmla="*/ 189436 w 460893"/>
              <a:gd name="csY68" fmla="*/ 530760 h 570101"/>
              <a:gd name="csX69" fmla="*/ 184534 w 460893"/>
              <a:gd name="csY69" fmla="*/ 547022 h 570101"/>
              <a:gd name="csX70" fmla="*/ 182598 w 460893"/>
              <a:gd name="csY70" fmla="*/ 561518 h 570101"/>
              <a:gd name="csX71" fmla="*/ 164446 w 460893"/>
              <a:gd name="csY71" fmla="*/ 570049 h 570101"/>
              <a:gd name="csX72" fmla="*/ 151660 w 460893"/>
              <a:gd name="csY72" fmla="*/ 568610 h 5701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Lst>
            <a:rect l="l" t="t" r="r" b="b"/>
            <a:pathLst>
              <a:path w="460893" h="570101">
                <a:moveTo>
                  <a:pt x="151660" y="568610"/>
                </a:moveTo>
                <a:cubicBezTo>
                  <a:pt x="143384" y="567865"/>
                  <a:pt x="140689" y="566530"/>
                  <a:pt x="140689" y="563178"/>
                </a:cubicBezTo>
                <a:cubicBezTo>
                  <a:pt x="140689" y="560733"/>
                  <a:pt x="136724" y="554651"/>
                  <a:pt x="131877" y="549661"/>
                </a:cubicBezTo>
                <a:cubicBezTo>
                  <a:pt x="126875" y="544511"/>
                  <a:pt x="122689" y="537293"/>
                  <a:pt x="122196" y="532968"/>
                </a:cubicBezTo>
                <a:cubicBezTo>
                  <a:pt x="121389" y="525881"/>
                  <a:pt x="120335" y="525192"/>
                  <a:pt x="107130" y="523131"/>
                </a:cubicBezTo>
                <a:cubicBezTo>
                  <a:pt x="99321" y="521912"/>
                  <a:pt x="91554" y="519792"/>
                  <a:pt x="89869" y="518421"/>
                </a:cubicBezTo>
                <a:cubicBezTo>
                  <a:pt x="88184" y="517050"/>
                  <a:pt x="86027" y="509330"/>
                  <a:pt x="85076" y="501266"/>
                </a:cubicBezTo>
                <a:cubicBezTo>
                  <a:pt x="84126" y="493202"/>
                  <a:pt x="80796" y="477310"/>
                  <a:pt x="77677" y="465952"/>
                </a:cubicBezTo>
                <a:lnTo>
                  <a:pt x="72006" y="445300"/>
                </a:lnTo>
                <a:lnTo>
                  <a:pt x="58957" y="446095"/>
                </a:lnTo>
                <a:cubicBezTo>
                  <a:pt x="46778" y="446836"/>
                  <a:pt x="45189" y="446199"/>
                  <a:pt x="35144" y="436548"/>
                </a:cubicBezTo>
                <a:lnTo>
                  <a:pt x="24381" y="426207"/>
                </a:lnTo>
                <a:lnTo>
                  <a:pt x="26114" y="405421"/>
                </a:lnTo>
                <a:cubicBezTo>
                  <a:pt x="27263" y="391650"/>
                  <a:pt x="26942" y="384636"/>
                  <a:pt x="25165" y="384636"/>
                </a:cubicBezTo>
                <a:cubicBezTo>
                  <a:pt x="23689" y="384636"/>
                  <a:pt x="20249" y="380280"/>
                  <a:pt x="17520" y="374956"/>
                </a:cubicBezTo>
                <a:cubicBezTo>
                  <a:pt x="14791" y="369631"/>
                  <a:pt x="9821" y="360175"/>
                  <a:pt x="6475" y="353942"/>
                </a:cubicBezTo>
                <a:cubicBezTo>
                  <a:pt x="3106" y="347664"/>
                  <a:pt x="305" y="337877"/>
                  <a:pt x="196" y="332000"/>
                </a:cubicBezTo>
                <a:lnTo>
                  <a:pt x="0" y="321391"/>
                </a:lnTo>
                <a:lnTo>
                  <a:pt x="20006" y="322209"/>
                </a:lnTo>
                <a:cubicBezTo>
                  <a:pt x="42391" y="323125"/>
                  <a:pt x="42565" y="322942"/>
                  <a:pt x="37306" y="304003"/>
                </a:cubicBezTo>
                <a:cubicBezTo>
                  <a:pt x="35685" y="298169"/>
                  <a:pt x="35538" y="292562"/>
                  <a:pt x="36933" y="289805"/>
                </a:cubicBezTo>
                <a:cubicBezTo>
                  <a:pt x="38201" y="287300"/>
                  <a:pt x="38542" y="271061"/>
                  <a:pt x="37690" y="253719"/>
                </a:cubicBezTo>
                <a:cubicBezTo>
                  <a:pt x="36207" y="223555"/>
                  <a:pt x="36364" y="222156"/>
                  <a:pt x="41303" y="221451"/>
                </a:cubicBezTo>
                <a:cubicBezTo>
                  <a:pt x="45680" y="220826"/>
                  <a:pt x="46762" y="217964"/>
                  <a:pt x="48412" y="202644"/>
                </a:cubicBezTo>
                <a:cubicBezTo>
                  <a:pt x="51806" y="171127"/>
                  <a:pt x="51726" y="130863"/>
                  <a:pt x="48257" y="124622"/>
                </a:cubicBezTo>
                <a:cubicBezTo>
                  <a:pt x="46501" y="121464"/>
                  <a:pt x="42994" y="103121"/>
                  <a:pt x="40464" y="83859"/>
                </a:cubicBezTo>
                <a:cubicBezTo>
                  <a:pt x="35209" y="43860"/>
                  <a:pt x="35717" y="42269"/>
                  <a:pt x="52830" y="45160"/>
                </a:cubicBezTo>
                <a:lnTo>
                  <a:pt x="63246" y="46920"/>
                </a:lnTo>
                <a:lnTo>
                  <a:pt x="63246" y="23460"/>
                </a:lnTo>
                <a:cubicBezTo>
                  <a:pt x="63246" y="5683"/>
                  <a:pt x="64076" y="0"/>
                  <a:pt x="66672" y="0"/>
                </a:cubicBezTo>
                <a:cubicBezTo>
                  <a:pt x="68557" y="0"/>
                  <a:pt x="95565" y="1709"/>
                  <a:pt x="126691" y="3798"/>
                </a:cubicBezTo>
                <a:cubicBezTo>
                  <a:pt x="157817" y="5887"/>
                  <a:pt x="192338" y="7917"/>
                  <a:pt x="203405" y="8311"/>
                </a:cubicBezTo>
                <a:lnTo>
                  <a:pt x="223527" y="9026"/>
                </a:lnTo>
                <a:lnTo>
                  <a:pt x="229665" y="21938"/>
                </a:lnTo>
                <a:cubicBezTo>
                  <a:pt x="235583" y="34389"/>
                  <a:pt x="251134" y="54210"/>
                  <a:pt x="254984" y="54210"/>
                </a:cubicBezTo>
                <a:cubicBezTo>
                  <a:pt x="256963" y="54210"/>
                  <a:pt x="267180" y="63772"/>
                  <a:pt x="267180" y="65624"/>
                </a:cubicBezTo>
                <a:cubicBezTo>
                  <a:pt x="267180" y="66222"/>
                  <a:pt x="274731" y="74489"/>
                  <a:pt x="283960" y="83994"/>
                </a:cubicBezTo>
                <a:cubicBezTo>
                  <a:pt x="293188" y="93499"/>
                  <a:pt x="300739" y="102177"/>
                  <a:pt x="300739" y="103278"/>
                </a:cubicBezTo>
                <a:cubicBezTo>
                  <a:pt x="300739" y="104379"/>
                  <a:pt x="303866" y="106065"/>
                  <a:pt x="307688" y="107024"/>
                </a:cubicBezTo>
                <a:cubicBezTo>
                  <a:pt x="316754" y="109299"/>
                  <a:pt x="336159" y="130241"/>
                  <a:pt x="338320" y="140082"/>
                </a:cubicBezTo>
                <a:cubicBezTo>
                  <a:pt x="339250" y="144316"/>
                  <a:pt x="342394" y="151820"/>
                  <a:pt x="345307" y="156757"/>
                </a:cubicBezTo>
                <a:cubicBezTo>
                  <a:pt x="348253" y="161749"/>
                  <a:pt x="350453" y="169738"/>
                  <a:pt x="350264" y="174757"/>
                </a:cubicBezTo>
                <a:cubicBezTo>
                  <a:pt x="350078" y="179720"/>
                  <a:pt x="351636" y="187876"/>
                  <a:pt x="353728" y="192882"/>
                </a:cubicBezTo>
                <a:cubicBezTo>
                  <a:pt x="355820" y="197888"/>
                  <a:pt x="357543" y="203875"/>
                  <a:pt x="357557" y="206186"/>
                </a:cubicBezTo>
                <a:cubicBezTo>
                  <a:pt x="357572" y="208497"/>
                  <a:pt x="364542" y="215457"/>
                  <a:pt x="373046" y="221653"/>
                </a:cubicBezTo>
                <a:cubicBezTo>
                  <a:pt x="381550" y="227849"/>
                  <a:pt x="388508" y="233888"/>
                  <a:pt x="388508" y="235073"/>
                </a:cubicBezTo>
                <a:cubicBezTo>
                  <a:pt x="388508" y="239850"/>
                  <a:pt x="400638" y="249837"/>
                  <a:pt x="408536" y="251563"/>
                </a:cubicBezTo>
                <a:cubicBezTo>
                  <a:pt x="413162" y="252574"/>
                  <a:pt x="418090" y="255536"/>
                  <a:pt x="419486" y="258145"/>
                </a:cubicBezTo>
                <a:cubicBezTo>
                  <a:pt x="420882" y="260754"/>
                  <a:pt x="425439" y="263638"/>
                  <a:pt x="429612" y="264555"/>
                </a:cubicBezTo>
                <a:cubicBezTo>
                  <a:pt x="433785" y="265471"/>
                  <a:pt x="438684" y="268010"/>
                  <a:pt x="440498" y="270196"/>
                </a:cubicBezTo>
                <a:cubicBezTo>
                  <a:pt x="443409" y="273704"/>
                  <a:pt x="453843" y="279268"/>
                  <a:pt x="458638" y="279871"/>
                </a:cubicBezTo>
                <a:cubicBezTo>
                  <a:pt x="464237" y="280575"/>
                  <a:pt x="460647" y="287523"/>
                  <a:pt x="433706" y="328123"/>
                </a:cubicBezTo>
                <a:cubicBezTo>
                  <a:pt x="417320" y="352816"/>
                  <a:pt x="402956" y="374762"/>
                  <a:pt x="401785" y="376892"/>
                </a:cubicBezTo>
                <a:cubicBezTo>
                  <a:pt x="400523" y="379188"/>
                  <a:pt x="403122" y="399673"/>
                  <a:pt x="408173" y="427230"/>
                </a:cubicBezTo>
                <a:cubicBezTo>
                  <a:pt x="419157" y="487163"/>
                  <a:pt x="419215" y="483871"/>
                  <a:pt x="407224" y="481463"/>
                </a:cubicBezTo>
                <a:cubicBezTo>
                  <a:pt x="377101" y="475416"/>
                  <a:pt x="375238" y="476126"/>
                  <a:pt x="357001" y="500599"/>
                </a:cubicBezTo>
                <a:cubicBezTo>
                  <a:pt x="346599" y="514558"/>
                  <a:pt x="343773" y="515687"/>
                  <a:pt x="339993" y="507393"/>
                </a:cubicBezTo>
                <a:cubicBezTo>
                  <a:pt x="336462" y="499643"/>
                  <a:pt x="325739" y="496421"/>
                  <a:pt x="315871" y="500146"/>
                </a:cubicBezTo>
                <a:cubicBezTo>
                  <a:pt x="310307" y="502246"/>
                  <a:pt x="308004" y="502043"/>
                  <a:pt x="305685" y="499249"/>
                </a:cubicBezTo>
                <a:cubicBezTo>
                  <a:pt x="301762" y="494522"/>
                  <a:pt x="296907" y="494676"/>
                  <a:pt x="291896" y="499687"/>
                </a:cubicBezTo>
                <a:cubicBezTo>
                  <a:pt x="286395" y="505188"/>
                  <a:pt x="278982" y="502392"/>
                  <a:pt x="270870" y="491757"/>
                </a:cubicBezTo>
                <a:cubicBezTo>
                  <a:pt x="267159" y="486892"/>
                  <a:pt x="260921" y="482334"/>
                  <a:pt x="256706" y="481408"/>
                </a:cubicBezTo>
                <a:cubicBezTo>
                  <a:pt x="252563" y="480498"/>
                  <a:pt x="245969" y="476358"/>
                  <a:pt x="242051" y="472207"/>
                </a:cubicBezTo>
                <a:cubicBezTo>
                  <a:pt x="234140" y="463825"/>
                  <a:pt x="229757" y="462717"/>
                  <a:pt x="227525" y="468533"/>
                </a:cubicBezTo>
                <a:cubicBezTo>
                  <a:pt x="226708" y="470663"/>
                  <a:pt x="224550" y="472442"/>
                  <a:pt x="222731" y="472486"/>
                </a:cubicBezTo>
                <a:cubicBezTo>
                  <a:pt x="216831" y="472631"/>
                  <a:pt x="209780" y="485162"/>
                  <a:pt x="210984" y="493362"/>
                </a:cubicBezTo>
                <a:cubicBezTo>
                  <a:pt x="212266" y="502098"/>
                  <a:pt x="211304" y="503076"/>
                  <a:pt x="200162" y="504374"/>
                </a:cubicBezTo>
                <a:cubicBezTo>
                  <a:pt x="189734" y="505588"/>
                  <a:pt x="189645" y="505728"/>
                  <a:pt x="192160" y="516880"/>
                </a:cubicBezTo>
                <a:cubicBezTo>
                  <a:pt x="193910" y="524639"/>
                  <a:pt x="193416" y="527159"/>
                  <a:pt x="189436" y="530760"/>
                </a:cubicBezTo>
                <a:cubicBezTo>
                  <a:pt x="186033" y="533840"/>
                  <a:pt x="184562" y="538720"/>
                  <a:pt x="184534" y="547022"/>
                </a:cubicBezTo>
                <a:cubicBezTo>
                  <a:pt x="184512" y="553546"/>
                  <a:pt x="183641" y="560069"/>
                  <a:pt x="182598" y="561518"/>
                </a:cubicBezTo>
                <a:cubicBezTo>
                  <a:pt x="180445" y="564508"/>
                  <a:pt x="167199" y="570734"/>
                  <a:pt x="164446" y="570049"/>
                </a:cubicBezTo>
                <a:cubicBezTo>
                  <a:pt x="163448" y="569801"/>
                  <a:pt x="157694" y="569154"/>
                  <a:pt x="151660" y="568610"/>
                </a:cubicBezTo>
                <a:close/>
              </a:path>
            </a:pathLst>
          </a:custGeom>
          <a:solidFill>
            <a:srgbClr val="B9B9B9"/>
          </a:solidFill>
          <a:ln w="5163" cap="flat">
            <a:noFill/>
            <a:prstDash val="solid"/>
            <a:miter/>
          </a:ln>
        </p:spPr>
        <p:txBody>
          <a:bodyPr/>
          <a:lstStyle/>
          <a:p>
            <a:endParaRPr lang="es-419" noProof="0" dirty="0"/>
          </a:p>
        </p:txBody>
      </p:sp>
      <p:sp>
        <p:nvSpPr>
          <p:cNvPr id="61" name="Forma libre: forma 60">
            <a:extLst>
              <a:ext uri="{FF2B5EF4-FFF2-40B4-BE49-F238E27FC236}">
                <a16:creationId xmlns:a16="http://schemas.microsoft.com/office/drawing/2014/main" id="{7A1E9C7E-DCE1-F20D-EFC8-FBB6AA8168F2}"/>
              </a:ext>
            </a:extLst>
          </p:cNvPr>
          <p:cNvSpPr/>
          <p:nvPr/>
        </p:nvSpPr>
        <p:spPr>
          <a:xfrm>
            <a:off x="2038384" y="2469122"/>
            <a:ext cx="332998" cy="314936"/>
          </a:xfrm>
          <a:custGeom>
            <a:avLst/>
            <a:gdLst>
              <a:gd name="csX0" fmla="*/ 150508 w 332998"/>
              <a:gd name="csY0" fmla="*/ 295153 h 314936"/>
              <a:gd name="csX1" fmla="*/ 122921 w 332998"/>
              <a:gd name="csY1" fmla="*/ 269012 h 314936"/>
              <a:gd name="csX2" fmla="*/ 122279 w 332998"/>
              <a:gd name="csY2" fmla="*/ 264031 h 314936"/>
              <a:gd name="csX3" fmla="*/ 126546 w 332998"/>
              <a:gd name="csY3" fmla="*/ 262908 h 314936"/>
              <a:gd name="csX4" fmla="*/ 106954 w 332998"/>
              <a:gd name="csY4" fmla="*/ 254224 h 314936"/>
              <a:gd name="csX5" fmla="*/ 78561 w 332998"/>
              <a:gd name="csY5" fmla="*/ 232541 h 314936"/>
              <a:gd name="csX6" fmla="*/ 60903 w 332998"/>
              <a:gd name="csY6" fmla="*/ 216842 h 314936"/>
              <a:gd name="csX7" fmla="*/ 60455 w 332998"/>
              <a:gd name="csY7" fmla="*/ 213585 h 314936"/>
              <a:gd name="csX8" fmla="*/ 56711 w 332998"/>
              <a:gd name="csY8" fmla="*/ 207285 h 314936"/>
              <a:gd name="csX9" fmla="*/ 53349 w 332998"/>
              <a:gd name="csY9" fmla="*/ 207961 h 314936"/>
              <a:gd name="csX10" fmla="*/ 34703 w 332998"/>
              <a:gd name="csY10" fmla="*/ 200142 h 314936"/>
              <a:gd name="csX11" fmla="*/ 16028 w 332998"/>
              <a:gd name="csY11" fmla="*/ 187234 h 314936"/>
              <a:gd name="csX12" fmla="*/ 16436 w 332998"/>
              <a:gd name="csY12" fmla="*/ 184359 h 314936"/>
              <a:gd name="csX13" fmla="*/ 14549 w 332998"/>
              <a:gd name="csY13" fmla="*/ 178120 h 314936"/>
              <a:gd name="csX14" fmla="*/ 7908 w 332998"/>
              <a:gd name="csY14" fmla="*/ 171021 h 314936"/>
              <a:gd name="csX15" fmla="*/ 2407 w 332998"/>
              <a:gd name="csY15" fmla="*/ 154470 h 314936"/>
              <a:gd name="csX16" fmla="*/ 6812 w 332998"/>
              <a:gd name="csY16" fmla="*/ 119621 h 314936"/>
              <a:gd name="csX17" fmla="*/ 17071 w 332998"/>
              <a:gd name="csY17" fmla="*/ 91641 h 314936"/>
              <a:gd name="csX18" fmla="*/ 20635 w 332998"/>
              <a:gd name="csY18" fmla="*/ 82008 h 314936"/>
              <a:gd name="csX19" fmla="*/ 29523 w 332998"/>
              <a:gd name="csY19" fmla="*/ 71230 h 314936"/>
              <a:gd name="csX20" fmla="*/ 42896 w 332998"/>
              <a:gd name="csY20" fmla="*/ 48085 h 314936"/>
              <a:gd name="csX21" fmla="*/ 49532 w 332998"/>
              <a:gd name="csY21" fmla="*/ 35969 h 314936"/>
              <a:gd name="csX22" fmla="*/ 54906 w 332998"/>
              <a:gd name="csY22" fmla="*/ 23257 h 314936"/>
              <a:gd name="csX23" fmla="*/ 66531 w 332998"/>
              <a:gd name="csY23" fmla="*/ 0 h 314936"/>
              <a:gd name="csX24" fmla="*/ 82468 w 332998"/>
              <a:gd name="csY24" fmla="*/ 19425 h 314936"/>
              <a:gd name="csX25" fmla="*/ 95351 w 332998"/>
              <a:gd name="csY25" fmla="*/ 43885 h 314936"/>
              <a:gd name="csX26" fmla="*/ 106141 w 332998"/>
              <a:gd name="csY26" fmla="*/ 49048 h 314936"/>
              <a:gd name="csX27" fmla="*/ 113640 w 332998"/>
              <a:gd name="csY27" fmla="*/ 54166 h 314936"/>
              <a:gd name="csX28" fmla="*/ 132249 w 332998"/>
              <a:gd name="csY28" fmla="*/ 34653 h 314936"/>
              <a:gd name="csX29" fmla="*/ 156404 w 332998"/>
              <a:gd name="csY29" fmla="*/ 10326 h 314936"/>
              <a:gd name="csX30" fmla="*/ 168334 w 332998"/>
              <a:gd name="csY30" fmla="*/ 6060 h 314936"/>
              <a:gd name="csX31" fmla="*/ 186389 w 332998"/>
              <a:gd name="csY31" fmla="*/ 9933 h 314936"/>
              <a:gd name="csX32" fmla="*/ 200349 w 332998"/>
              <a:gd name="csY32" fmla="*/ 18070 h 314936"/>
              <a:gd name="csX33" fmla="*/ 204999 w 332998"/>
              <a:gd name="csY33" fmla="*/ 30473 h 314936"/>
              <a:gd name="csX34" fmla="*/ 218185 w 332998"/>
              <a:gd name="csY34" fmla="*/ 43802 h 314936"/>
              <a:gd name="csX35" fmla="*/ 227241 w 332998"/>
              <a:gd name="csY35" fmla="*/ 50036 h 314936"/>
              <a:gd name="csX36" fmla="*/ 238424 w 332998"/>
              <a:gd name="csY36" fmla="*/ 60571 h 314936"/>
              <a:gd name="csX37" fmla="*/ 261581 w 332998"/>
              <a:gd name="csY37" fmla="*/ 79599 h 314936"/>
              <a:gd name="csX38" fmla="*/ 276424 w 332998"/>
              <a:gd name="csY38" fmla="*/ 89453 h 314936"/>
              <a:gd name="csX39" fmla="*/ 280389 w 332998"/>
              <a:gd name="csY39" fmla="*/ 90232 h 314936"/>
              <a:gd name="csX40" fmla="*/ 288978 w 332998"/>
              <a:gd name="csY40" fmla="*/ 95366 h 314936"/>
              <a:gd name="csX41" fmla="*/ 309784 w 332998"/>
              <a:gd name="csY41" fmla="*/ 117828 h 314936"/>
              <a:gd name="csX42" fmla="*/ 323208 w 332998"/>
              <a:gd name="csY42" fmla="*/ 127731 h 314936"/>
              <a:gd name="csX43" fmla="*/ 330610 w 332998"/>
              <a:gd name="csY43" fmla="*/ 136947 h 314936"/>
              <a:gd name="csX44" fmla="*/ 327230 w 332998"/>
              <a:gd name="csY44" fmla="*/ 153094 h 314936"/>
              <a:gd name="csX45" fmla="*/ 328146 w 332998"/>
              <a:gd name="csY45" fmla="*/ 164492 h 314936"/>
              <a:gd name="csX46" fmla="*/ 285552 w 332998"/>
              <a:gd name="csY46" fmla="*/ 166189 h 314936"/>
              <a:gd name="csX47" fmla="*/ 228050 w 332998"/>
              <a:gd name="csY47" fmla="*/ 169472 h 314936"/>
              <a:gd name="csX48" fmla="*/ 213142 w 332998"/>
              <a:gd name="csY48" fmla="*/ 171057 h 314936"/>
              <a:gd name="csX49" fmla="*/ 197915 w 332998"/>
              <a:gd name="csY49" fmla="*/ 199758 h 314936"/>
              <a:gd name="csX50" fmla="*/ 180329 w 332998"/>
              <a:gd name="csY50" fmla="*/ 231127 h 314936"/>
              <a:gd name="csX51" fmla="*/ 181055 w 332998"/>
              <a:gd name="csY51" fmla="*/ 253031 h 314936"/>
              <a:gd name="csX52" fmla="*/ 185000 w 332998"/>
              <a:gd name="csY52" fmla="*/ 272477 h 314936"/>
              <a:gd name="csX53" fmla="*/ 182260 w 332998"/>
              <a:gd name="csY53" fmla="*/ 301769 h 314936"/>
              <a:gd name="csX54" fmla="*/ 174070 w 332998"/>
              <a:gd name="csY54" fmla="*/ 314937 h 314936"/>
              <a:gd name="csX55" fmla="*/ 150508 w 332998"/>
              <a:gd name="csY55" fmla="*/ 295153 h 3149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Lst>
            <a:rect l="l" t="t" r="r" b="b"/>
            <a:pathLst>
              <a:path w="332998" h="314936">
                <a:moveTo>
                  <a:pt x="150508" y="295153"/>
                </a:moveTo>
                <a:cubicBezTo>
                  <a:pt x="138884" y="284272"/>
                  <a:pt x="126470" y="272508"/>
                  <a:pt x="122921" y="269012"/>
                </a:cubicBezTo>
                <a:cubicBezTo>
                  <a:pt x="116541" y="262727"/>
                  <a:pt x="116534" y="262670"/>
                  <a:pt x="122279" y="264031"/>
                </a:cubicBezTo>
                <a:cubicBezTo>
                  <a:pt x="125681" y="264837"/>
                  <a:pt x="127450" y="264371"/>
                  <a:pt x="126546" y="262908"/>
                </a:cubicBezTo>
                <a:cubicBezTo>
                  <a:pt x="124960" y="260342"/>
                  <a:pt x="114693" y="255791"/>
                  <a:pt x="106954" y="254224"/>
                </a:cubicBezTo>
                <a:cubicBezTo>
                  <a:pt x="98738" y="252560"/>
                  <a:pt x="93040" y="248209"/>
                  <a:pt x="78561" y="232541"/>
                </a:cubicBezTo>
                <a:cubicBezTo>
                  <a:pt x="70581" y="223906"/>
                  <a:pt x="62635" y="216842"/>
                  <a:pt x="60903" y="216842"/>
                </a:cubicBezTo>
                <a:cubicBezTo>
                  <a:pt x="58660" y="216842"/>
                  <a:pt x="58531" y="215904"/>
                  <a:pt x="60455" y="213585"/>
                </a:cubicBezTo>
                <a:cubicBezTo>
                  <a:pt x="62461" y="211169"/>
                  <a:pt x="61494" y="209543"/>
                  <a:pt x="56711" y="207285"/>
                </a:cubicBezTo>
                <a:cubicBezTo>
                  <a:pt x="51186" y="204678"/>
                  <a:pt x="50705" y="204775"/>
                  <a:pt x="53349" y="207961"/>
                </a:cubicBezTo>
                <a:cubicBezTo>
                  <a:pt x="59572" y="215458"/>
                  <a:pt x="50558" y="211678"/>
                  <a:pt x="34703" y="200142"/>
                </a:cubicBezTo>
                <a:cubicBezTo>
                  <a:pt x="25983" y="193796"/>
                  <a:pt x="17579" y="187988"/>
                  <a:pt x="16028" y="187234"/>
                </a:cubicBezTo>
                <a:cubicBezTo>
                  <a:pt x="14108" y="186301"/>
                  <a:pt x="14238" y="185384"/>
                  <a:pt x="16436" y="184359"/>
                </a:cubicBezTo>
                <a:cubicBezTo>
                  <a:pt x="21429" y="182028"/>
                  <a:pt x="20247" y="178120"/>
                  <a:pt x="14549" y="178120"/>
                </a:cubicBezTo>
                <a:cubicBezTo>
                  <a:pt x="11062" y="178120"/>
                  <a:pt x="8950" y="175862"/>
                  <a:pt x="7908" y="171021"/>
                </a:cubicBezTo>
                <a:cubicBezTo>
                  <a:pt x="7068" y="167117"/>
                  <a:pt x="4593" y="159669"/>
                  <a:pt x="2407" y="154470"/>
                </a:cubicBezTo>
                <a:cubicBezTo>
                  <a:pt x="-1401" y="145413"/>
                  <a:pt x="-1217" y="143959"/>
                  <a:pt x="6812" y="119621"/>
                </a:cubicBezTo>
                <a:cubicBezTo>
                  <a:pt x="11420" y="105652"/>
                  <a:pt x="16036" y="93061"/>
                  <a:pt x="17071" y="91641"/>
                </a:cubicBezTo>
                <a:cubicBezTo>
                  <a:pt x="18105" y="90222"/>
                  <a:pt x="19709" y="85887"/>
                  <a:pt x="20635" y="82008"/>
                </a:cubicBezTo>
                <a:cubicBezTo>
                  <a:pt x="21600" y="77965"/>
                  <a:pt x="25393" y="73366"/>
                  <a:pt x="29523" y="71230"/>
                </a:cubicBezTo>
                <a:cubicBezTo>
                  <a:pt x="37293" y="67213"/>
                  <a:pt x="42896" y="57515"/>
                  <a:pt x="42896" y="48085"/>
                </a:cubicBezTo>
                <a:cubicBezTo>
                  <a:pt x="42896" y="44850"/>
                  <a:pt x="45882" y="39398"/>
                  <a:pt x="49532" y="35969"/>
                </a:cubicBezTo>
                <a:cubicBezTo>
                  <a:pt x="54317" y="31473"/>
                  <a:pt x="55816" y="27929"/>
                  <a:pt x="54906" y="23257"/>
                </a:cubicBezTo>
                <a:cubicBezTo>
                  <a:pt x="53161" y="14292"/>
                  <a:pt x="60305" y="0"/>
                  <a:pt x="66531" y="0"/>
                </a:cubicBezTo>
                <a:cubicBezTo>
                  <a:pt x="74307" y="0"/>
                  <a:pt x="80918" y="8058"/>
                  <a:pt x="82468" y="19425"/>
                </a:cubicBezTo>
                <a:cubicBezTo>
                  <a:pt x="84849" y="36891"/>
                  <a:pt x="88533" y="43885"/>
                  <a:pt x="95351" y="43885"/>
                </a:cubicBezTo>
                <a:cubicBezTo>
                  <a:pt x="98716" y="43885"/>
                  <a:pt x="103572" y="46208"/>
                  <a:pt x="106141" y="49048"/>
                </a:cubicBezTo>
                <a:cubicBezTo>
                  <a:pt x="108711" y="51887"/>
                  <a:pt x="112086" y="54190"/>
                  <a:pt x="113640" y="54166"/>
                </a:cubicBezTo>
                <a:cubicBezTo>
                  <a:pt x="117209" y="54110"/>
                  <a:pt x="125915" y="44980"/>
                  <a:pt x="132249" y="34653"/>
                </a:cubicBezTo>
                <a:cubicBezTo>
                  <a:pt x="141121" y="20185"/>
                  <a:pt x="150911" y="10326"/>
                  <a:pt x="156404" y="10326"/>
                </a:cubicBezTo>
                <a:cubicBezTo>
                  <a:pt x="159385" y="10326"/>
                  <a:pt x="164754" y="8406"/>
                  <a:pt x="168334" y="6060"/>
                </a:cubicBezTo>
                <a:cubicBezTo>
                  <a:pt x="174611" y="1948"/>
                  <a:pt x="175258" y="2087"/>
                  <a:pt x="186389" y="9933"/>
                </a:cubicBezTo>
                <a:cubicBezTo>
                  <a:pt x="192739" y="14408"/>
                  <a:pt x="199021" y="18070"/>
                  <a:pt x="200349" y="18070"/>
                </a:cubicBezTo>
                <a:cubicBezTo>
                  <a:pt x="204669" y="18070"/>
                  <a:pt x="208141" y="27331"/>
                  <a:pt x="204999" y="30473"/>
                </a:cubicBezTo>
                <a:cubicBezTo>
                  <a:pt x="200842" y="34630"/>
                  <a:pt x="205908" y="39750"/>
                  <a:pt x="218185" y="43802"/>
                </a:cubicBezTo>
                <a:cubicBezTo>
                  <a:pt x="223767" y="45645"/>
                  <a:pt x="227842" y="48450"/>
                  <a:pt x="227241" y="50036"/>
                </a:cubicBezTo>
                <a:cubicBezTo>
                  <a:pt x="226639" y="51622"/>
                  <a:pt x="231671" y="56363"/>
                  <a:pt x="238424" y="60571"/>
                </a:cubicBezTo>
                <a:cubicBezTo>
                  <a:pt x="245177" y="64780"/>
                  <a:pt x="255598" y="73342"/>
                  <a:pt x="261581" y="79599"/>
                </a:cubicBezTo>
                <a:cubicBezTo>
                  <a:pt x="268586" y="86925"/>
                  <a:pt x="273870" y="90433"/>
                  <a:pt x="276424" y="89453"/>
                </a:cubicBezTo>
                <a:cubicBezTo>
                  <a:pt x="278605" y="88616"/>
                  <a:pt x="280389" y="88966"/>
                  <a:pt x="280389" y="90232"/>
                </a:cubicBezTo>
                <a:cubicBezTo>
                  <a:pt x="280389" y="91497"/>
                  <a:pt x="284254" y="93807"/>
                  <a:pt x="288978" y="95366"/>
                </a:cubicBezTo>
                <a:cubicBezTo>
                  <a:pt x="297678" y="98238"/>
                  <a:pt x="306636" y="107909"/>
                  <a:pt x="309784" y="117828"/>
                </a:cubicBezTo>
                <a:cubicBezTo>
                  <a:pt x="310845" y="121169"/>
                  <a:pt x="316015" y="124983"/>
                  <a:pt x="323208" y="127731"/>
                </a:cubicBezTo>
                <a:cubicBezTo>
                  <a:pt x="334331" y="131978"/>
                  <a:pt x="334696" y="132432"/>
                  <a:pt x="330610" y="136947"/>
                </a:cubicBezTo>
                <a:cubicBezTo>
                  <a:pt x="327588" y="140286"/>
                  <a:pt x="326585" y="145078"/>
                  <a:pt x="327230" y="153094"/>
                </a:cubicBezTo>
                <a:lnTo>
                  <a:pt x="328146" y="164492"/>
                </a:lnTo>
                <a:lnTo>
                  <a:pt x="285552" y="166189"/>
                </a:lnTo>
                <a:cubicBezTo>
                  <a:pt x="262126" y="167123"/>
                  <a:pt x="236250" y="168600"/>
                  <a:pt x="228050" y="169472"/>
                </a:cubicBezTo>
                <a:lnTo>
                  <a:pt x="213142" y="171057"/>
                </a:lnTo>
                <a:lnTo>
                  <a:pt x="197915" y="199758"/>
                </a:lnTo>
                <a:cubicBezTo>
                  <a:pt x="189539" y="215543"/>
                  <a:pt x="181626" y="229659"/>
                  <a:pt x="180329" y="231127"/>
                </a:cubicBezTo>
                <a:cubicBezTo>
                  <a:pt x="174323" y="237923"/>
                  <a:pt x="174624" y="246989"/>
                  <a:pt x="181055" y="253031"/>
                </a:cubicBezTo>
                <a:cubicBezTo>
                  <a:pt x="187596" y="259176"/>
                  <a:pt x="189401" y="268075"/>
                  <a:pt x="185000" y="272477"/>
                </a:cubicBezTo>
                <a:cubicBezTo>
                  <a:pt x="182808" y="274669"/>
                  <a:pt x="182167" y="281522"/>
                  <a:pt x="182260" y="301769"/>
                </a:cubicBezTo>
                <a:cubicBezTo>
                  <a:pt x="182290" y="308297"/>
                  <a:pt x="178160" y="314937"/>
                  <a:pt x="174070" y="314937"/>
                </a:cubicBezTo>
                <a:cubicBezTo>
                  <a:pt x="172734" y="314937"/>
                  <a:pt x="162131" y="306034"/>
                  <a:pt x="150508" y="295153"/>
                </a:cubicBezTo>
                <a:close/>
              </a:path>
            </a:pathLst>
          </a:custGeom>
          <a:solidFill>
            <a:srgbClr val="B9B9B9"/>
          </a:solidFill>
          <a:ln w="5163" cap="flat">
            <a:noFill/>
            <a:prstDash val="solid"/>
            <a:miter/>
          </a:ln>
        </p:spPr>
        <p:txBody>
          <a:bodyPr/>
          <a:lstStyle/>
          <a:p>
            <a:endParaRPr lang="es-419" noProof="0" dirty="0"/>
          </a:p>
        </p:txBody>
      </p:sp>
      <p:sp>
        <p:nvSpPr>
          <p:cNvPr id="62" name="Forma libre: forma 61">
            <a:extLst>
              <a:ext uri="{FF2B5EF4-FFF2-40B4-BE49-F238E27FC236}">
                <a16:creationId xmlns:a16="http://schemas.microsoft.com/office/drawing/2014/main" id="{E566E389-BFF1-F167-74D1-241AD7335EBF}"/>
              </a:ext>
            </a:extLst>
          </p:cNvPr>
          <p:cNvSpPr/>
          <p:nvPr/>
        </p:nvSpPr>
        <p:spPr>
          <a:xfrm>
            <a:off x="1645015" y="2415517"/>
            <a:ext cx="409424" cy="276749"/>
          </a:xfrm>
          <a:custGeom>
            <a:avLst/>
            <a:gdLst>
              <a:gd name="csX0" fmla="*/ 169694 w 409424"/>
              <a:gd name="csY0" fmla="*/ 275279 h 276749"/>
              <a:gd name="csX1" fmla="*/ 152536 w 409424"/>
              <a:gd name="csY1" fmla="*/ 270490 h 276749"/>
              <a:gd name="csX2" fmla="*/ 128939 w 409424"/>
              <a:gd name="csY2" fmla="*/ 261017 h 276749"/>
              <a:gd name="csX3" fmla="*/ 97253 w 409424"/>
              <a:gd name="csY3" fmla="*/ 251980 h 276749"/>
              <a:gd name="csX4" fmla="*/ 66316 w 409424"/>
              <a:gd name="csY4" fmla="*/ 248914 h 276749"/>
              <a:gd name="csX5" fmla="*/ 49536 w 409424"/>
              <a:gd name="csY5" fmla="*/ 241356 h 276749"/>
              <a:gd name="csX6" fmla="*/ 12262 w 409424"/>
              <a:gd name="csY6" fmla="*/ 223990 h 276749"/>
              <a:gd name="csX7" fmla="*/ 0 w 409424"/>
              <a:gd name="csY7" fmla="*/ 222341 h 276749"/>
              <a:gd name="csX8" fmla="*/ 5808 w 409424"/>
              <a:gd name="csY8" fmla="*/ 214784 h 276749"/>
              <a:gd name="csX9" fmla="*/ 14198 w 409424"/>
              <a:gd name="csY9" fmla="*/ 206134 h 276749"/>
              <a:gd name="csX10" fmla="*/ 30441 w 409424"/>
              <a:gd name="csY10" fmla="*/ 191104 h 276749"/>
              <a:gd name="csX11" fmla="*/ 44102 w 409424"/>
              <a:gd name="csY11" fmla="*/ 178805 h 276749"/>
              <a:gd name="csX12" fmla="*/ 41686 w 409424"/>
              <a:gd name="csY12" fmla="*/ 166228 h 276749"/>
              <a:gd name="csX13" fmla="*/ 27640 w 409424"/>
              <a:gd name="csY13" fmla="*/ 142994 h 276749"/>
              <a:gd name="csX14" fmla="*/ 10050 w 409424"/>
              <a:gd name="csY14" fmla="*/ 94836 h 276749"/>
              <a:gd name="csX15" fmla="*/ 25607 w 409424"/>
              <a:gd name="csY15" fmla="*/ 63931 h 276749"/>
              <a:gd name="csX16" fmla="*/ 43054 w 409424"/>
              <a:gd name="csY16" fmla="*/ 67030 h 276749"/>
              <a:gd name="csX17" fmla="*/ 54130 w 409424"/>
              <a:gd name="csY17" fmla="*/ 57326 h 276749"/>
              <a:gd name="csX18" fmla="*/ 54400 w 409424"/>
              <a:gd name="csY18" fmla="*/ 43740 h 276749"/>
              <a:gd name="csX19" fmla="*/ 67118 w 409424"/>
              <a:gd name="csY19" fmla="*/ 40356 h 276749"/>
              <a:gd name="csX20" fmla="*/ 69858 w 409424"/>
              <a:gd name="csY20" fmla="*/ 47250 h 276749"/>
              <a:gd name="csX21" fmla="*/ 74957 w 409424"/>
              <a:gd name="csY21" fmla="*/ 55146 h 276749"/>
              <a:gd name="csX22" fmla="*/ 85078 w 409424"/>
              <a:gd name="csY22" fmla="*/ 56392 h 276749"/>
              <a:gd name="csX23" fmla="*/ 108275 w 409424"/>
              <a:gd name="csY23" fmla="*/ 51828 h 276749"/>
              <a:gd name="csX24" fmla="*/ 135859 w 409424"/>
              <a:gd name="csY24" fmla="*/ 46965 h 276749"/>
              <a:gd name="csX25" fmla="*/ 159928 w 409424"/>
              <a:gd name="csY25" fmla="*/ 4926 h 276749"/>
              <a:gd name="csX26" fmla="*/ 164133 w 409424"/>
              <a:gd name="csY26" fmla="*/ 409 h 276749"/>
              <a:gd name="csX27" fmla="*/ 170486 w 409424"/>
              <a:gd name="csY27" fmla="*/ 1976 h 276749"/>
              <a:gd name="csX28" fmla="*/ 183283 w 409424"/>
              <a:gd name="csY28" fmla="*/ 17951 h 276749"/>
              <a:gd name="csX29" fmla="*/ 185999 w 409424"/>
              <a:gd name="csY29" fmla="*/ 22627 h 276749"/>
              <a:gd name="csX30" fmla="*/ 191478 w 409424"/>
              <a:gd name="csY30" fmla="*/ 30556 h 276749"/>
              <a:gd name="csX31" fmla="*/ 217371 w 409424"/>
              <a:gd name="csY31" fmla="*/ 43279 h 276749"/>
              <a:gd name="csX32" fmla="*/ 231319 w 409424"/>
              <a:gd name="csY32" fmla="*/ 47797 h 276749"/>
              <a:gd name="csX33" fmla="*/ 231065 w 409424"/>
              <a:gd name="csY33" fmla="*/ 71654 h 276749"/>
              <a:gd name="csX34" fmla="*/ 232914 w 409424"/>
              <a:gd name="csY34" fmla="*/ 94162 h 276749"/>
              <a:gd name="csX35" fmla="*/ 264097 w 409424"/>
              <a:gd name="csY35" fmla="*/ 98422 h 276749"/>
              <a:gd name="csX36" fmla="*/ 290859 w 409424"/>
              <a:gd name="csY36" fmla="*/ 85458 h 276749"/>
              <a:gd name="csX37" fmla="*/ 289553 w 409424"/>
              <a:gd name="csY37" fmla="*/ 87164 h 276749"/>
              <a:gd name="csX38" fmla="*/ 313001 w 409424"/>
              <a:gd name="csY38" fmla="*/ 117924 h 276749"/>
              <a:gd name="csX39" fmla="*/ 320100 w 409424"/>
              <a:gd name="csY39" fmla="*/ 125822 h 276749"/>
              <a:gd name="csX40" fmla="*/ 323327 w 409424"/>
              <a:gd name="csY40" fmla="*/ 131062 h 276749"/>
              <a:gd name="csX41" fmla="*/ 409403 w 409424"/>
              <a:gd name="csY41" fmla="*/ 134303 h 276749"/>
              <a:gd name="csX42" fmla="*/ 398626 w 409424"/>
              <a:gd name="csY42" fmla="*/ 166622 h 276749"/>
              <a:gd name="csX43" fmla="*/ 387152 w 409424"/>
              <a:gd name="csY43" fmla="*/ 198243 h 276749"/>
              <a:gd name="csX44" fmla="*/ 392348 w 409424"/>
              <a:gd name="csY44" fmla="*/ 208428 h 276749"/>
              <a:gd name="csX45" fmla="*/ 395238 w 409424"/>
              <a:gd name="csY45" fmla="*/ 226562 h 276749"/>
              <a:gd name="csX46" fmla="*/ 391384 w 409424"/>
              <a:gd name="csY46" fmla="*/ 222526 h 276749"/>
              <a:gd name="csX47" fmla="*/ 386991 w 409424"/>
              <a:gd name="csY47" fmla="*/ 220249 h 276749"/>
              <a:gd name="csX48" fmla="*/ 376751 w 409424"/>
              <a:gd name="csY48" fmla="*/ 216540 h 276749"/>
              <a:gd name="csX49" fmla="*/ 366566 w 409424"/>
              <a:gd name="csY49" fmla="*/ 215027 h 276749"/>
              <a:gd name="csX50" fmla="*/ 371084 w 409424"/>
              <a:gd name="csY50" fmla="*/ 220497 h 276749"/>
              <a:gd name="csX51" fmla="*/ 400125 w 409424"/>
              <a:gd name="csY51" fmla="*/ 234526 h 276749"/>
              <a:gd name="csX52" fmla="*/ 382700 w 409424"/>
              <a:gd name="csY52" fmla="*/ 228973 h 276749"/>
              <a:gd name="csX53" fmla="*/ 356240 w 409424"/>
              <a:gd name="csY53" fmla="*/ 221430 h 276749"/>
              <a:gd name="csX54" fmla="*/ 344640 w 409424"/>
              <a:gd name="csY54" fmla="*/ 215296 h 276749"/>
              <a:gd name="csX55" fmla="*/ 351310 w 409424"/>
              <a:gd name="csY55" fmla="*/ 215089 h 276749"/>
              <a:gd name="csX56" fmla="*/ 353659 w 409424"/>
              <a:gd name="csY56" fmla="*/ 213898 h 276749"/>
              <a:gd name="csX57" fmla="*/ 348281 w 409424"/>
              <a:gd name="csY57" fmla="*/ 208377 h 276749"/>
              <a:gd name="csX58" fmla="*/ 338397 w 409424"/>
              <a:gd name="csY58" fmla="*/ 209577 h 276749"/>
              <a:gd name="csX59" fmla="*/ 330426 w 409424"/>
              <a:gd name="csY59" fmla="*/ 208411 h 276749"/>
              <a:gd name="csX60" fmla="*/ 317751 w 409424"/>
              <a:gd name="csY60" fmla="*/ 206264 h 276749"/>
              <a:gd name="csX61" fmla="*/ 320963 w 409424"/>
              <a:gd name="csY61" fmla="*/ 214760 h 276749"/>
              <a:gd name="csX62" fmla="*/ 323972 w 409424"/>
              <a:gd name="csY62" fmla="*/ 215747 h 276749"/>
              <a:gd name="csX63" fmla="*/ 314937 w 409424"/>
              <a:gd name="csY63" fmla="*/ 219599 h 276749"/>
              <a:gd name="csX64" fmla="*/ 321391 w 409424"/>
              <a:gd name="csY64" fmla="*/ 219864 h 276749"/>
              <a:gd name="csX65" fmla="*/ 330426 w 409424"/>
              <a:gd name="csY65" fmla="*/ 221426 h 276749"/>
              <a:gd name="csX66" fmla="*/ 310754 w 409424"/>
              <a:gd name="csY66" fmla="*/ 223941 h 276749"/>
              <a:gd name="csX67" fmla="*/ 284939 w 409424"/>
              <a:gd name="csY67" fmla="*/ 234304 h 276749"/>
              <a:gd name="csX68" fmla="*/ 270316 w 409424"/>
              <a:gd name="csY68" fmla="*/ 244630 h 276749"/>
              <a:gd name="csX69" fmla="*/ 259397 w 409424"/>
              <a:gd name="csY69" fmla="*/ 248767 h 276749"/>
              <a:gd name="csX70" fmla="*/ 242736 w 409424"/>
              <a:gd name="csY70" fmla="*/ 255227 h 276749"/>
              <a:gd name="csX71" fmla="*/ 220097 w 409424"/>
              <a:gd name="csY71" fmla="*/ 265079 h 276749"/>
              <a:gd name="csX72" fmla="*/ 198772 w 409424"/>
              <a:gd name="csY72" fmla="*/ 274061 h 276749"/>
              <a:gd name="csX73" fmla="*/ 169694 w 409424"/>
              <a:gd name="csY73" fmla="*/ 275279 h 2767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Lst>
            <a:rect l="l" t="t" r="r" b="b"/>
            <a:pathLst>
              <a:path w="409424" h="276749">
                <a:moveTo>
                  <a:pt x="169694" y="275279"/>
                </a:moveTo>
                <a:cubicBezTo>
                  <a:pt x="167412" y="274002"/>
                  <a:pt x="159691" y="271847"/>
                  <a:pt x="152536" y="270490"/>
                </a:cubicBezTo>
                <a:cubicBezTo>
                  <a:pt x="145381" y="269133"/>
                  <a:pt x="134762" y="264870"/>
                  <a:pt x="128939" y="261017"/>
                </a:cubicBezTo>
                <a:cubicBezTo>
                  <a:pt x="120697" y="255563"/>
                  <a:pt x="113680" y="253561"/>
                  <a:pt x="97253" y="251980"/>
                </a:cubicBezTo>
                <a:cubicBezTo>
                  <a:pt x="85648" y="250863"/>
                  <a:pt x="71726" y="249483"/>
                  <a:pt x="66316" y="248914"/>
                </a:cubicBezTo>
                <a:cubicBezTo>
                  <a:pt x="60430" y="248295"/>
                  <a:pt x="53691" y="245260"/>
                  <a:pt x="49536" y="241356"/>
                </a:cubicBezTo>
                <a:cubicBezTo>
                  <a:pt x="36860" y="229445"/>
                  <a:pt x="25174" y="224000"/>
                  <a:pt x="12262" y="223990"/>
                </a:cubicBezTo>
                <a:cubicBezTo>
                  <a:pt x="5518" y="223985"/>
                  <a:pt x="0" y="223243"/>
                  <a:pt x="0" y="222341"/>
                </a:cubicBezTo>
                <a:cubicBezTo>
                  <a:pt x="0" y="221438"/>
                  <a:pt x="2614" y="218038"/>
                  <a:pt x="5808" y="214784"/>
                </a:cubicBezTo>
                <a:cubicBezTo>
                  <a:pt x="9003" y="211529"/>
                  <a:pt x="12778" y="207637"/>
                  <a:pt x="14198" y="206134"/>
                </a:cubicBezTo>
                <a:cubicBezTo>
                  <a:pt x="15618" y="204632"/>
                  <a:pt x="22927" y="197868"/>
                  <a:pt x="30441" y="191104"/>
                </a:cubicBezTo>
                <a:lnTo>
                  <a:pt x="44102" y="178805"/>
                </a:lnTo>
                <a:lnTo>
                  <a:pt x="41686" y="166228"/>
                </a:lnTo>
                <a:cubicBezTo>
                  <a:pt x="39751" y="156152"/>
                  <a:pt x="36957" y="151530"/>
                  <a:pt x="27640" y="142994"/>
                </a:cubicBezTo>
                <a:cubicBezTo>
                  <a:pt x="14024" y="130519"/>
                  <a:pt x="10714" y="121458"/>
                  <a:pt x="10050" y="94836"/>
                </a:cubicBezTo>
                <a:cubicBezTo>
                  <a:pt x="9450" y="70766"/>
                  <a:pt x="12891" y="63931"/>
                  <a:pt x="25607" y="63931"/>
                </a:cubicBezTo>
                <a:cubicBezTo>
                  <a:pt x="30489" y="63931"/>
                  <a:pt x="38340" y="65326"/>
                  <a:pt x="43054" y="67030"/>
                </a:cubicBezTo>
                <a:cubicBezTo>
                  <a:pt x="54638" y="71219"/>
                  <a:pt x="59354" y="67087"/>
                  <a:pt x="54130" y="57326"/>
                </a:cubicBezTo>
                <a:cubicBezTo>
                  <a:pt x="51035" y="51543"/>
                  <a:pt x="51072" y="49668"/>
                  <a:pt x="54400" y="43740"/>
                </a:cubicBezTo>
                <a:cubicBezTo>
                  <a:pt x="59239" y="35118"/>
                  <a:pt x="67118" y="33022"/>
                  <a:pt x="67118" y="40356"/>
                </a:cubicBezTo>
                <a:cubicBezTo>
                  <a:pt x="67118" y="43216"/>
                  <a:pt x="68351" y="46318"/>
                  <a:pt x="69858" y="47250"/>
                </a:cubicBezTo>
                <a:cubicBezTo>
                  <a:pt x="71366" y="48181"/>
                  <a:pt x="73660" y="51735"/>
                  <a:pt x="74957" y="55146"/>
                </a:cubicBezTo>
                <a:cubicBezTo>
                  <a:pt x="77803" y="62631"/>
                  <a:pt x="81496" y="63085"/>
                  <a:pt x="85078" y="56392"/>
                </a:cubicBezTo>
                <a:cubicBezTo>
                  <a:pt x="87383" y="52084"/>
                  <a:pt x="90423" y="51486"/>
                  <a:pt x="108275" y="51828"/>
                </a:cubicBezTo>
                <a:cubicBezTo>
                  <a:pt x="125309" y="52154"/>
                  <a:pt x="130021" y="51323"/>
                  <a:pt x="135859" y="46965"/>
                </a:cubicBezTo>
                <a:cubicBezTo>
                  <a:pt x="144210" y="40730"/>
                  <a:pt x="159754" y="13580"/>
                  <a:pt x="159928" y="4926"/>
                </a:cubicBezTo>
                <a:cubicBezTo>
                  <a:pt x="160018" y="462"/>
                  <a:pt x="161137" y="-741"/>
                  <a:pt x="164133" y="409"/>
                </a:cubicBezTo>
                <a:cubicBezTo>
                  <a:pt x="166379" y="1271"/>
                  <a:pt x="169238" y="1976"/>
                  <a:pt x="170486" y="1976"/>
                </a:cubicBezTo>
                <a:cubicBezTo>
                  <a:pt x="174404" y="1976"/>
                  <a:pt x="183283" y="13060"/>
                  <a:pt x="183283" y="17951"/>
                </a:cubicBezTo>
                <a:cubicBezTo>
                  <a:pt x="183283" y="20523"/>
                  <a:pt x="184505" y="22627"/>
                  <a:pt x="185999" y="22627"/>
                </a:cubicBezTo>
                <a:cubicBezTo>
                  <a:pt x="187493" y="22627"/>
                  <a:pt x="189958" y="26195"/>
                  <a:pt x="191478" y="30556"/>
                </a:cubicBezTo>
                <a:cubicBezTo>
                  <a:pt x="194632" y="39603"/>
                  <a:pt x="202114" y="43279"/>
                  <a:pt x="217371" y="43279"/>
                </a:cubicBezTo>
                <a:cubicBezTo>
                  <a:pt x="224361" y="43279"/>
                  <a:pt x="229040" y="44794"/>
                  <a:pt x="231319" y="47797"/>
                </a:cubicBezTo>
                <a:cubicBezTo>
                  <a:pt x="235951" y="53900"/>
                  <a:pt x="235804" y="67721"/>
                  <a:pt x="231065" y="71654"/>
                </a:cubicBezTo>
                <a:cubicBezTo>
                  <a:pt x="227042" y="74993"/>
                  <a:pt x="227738" y="83470"/>
                  <a:pt x="232914" y="94162"/>
                </a:cubicBezTo>
                <a:cubicBezTo>
                  <a:pt x="236944" y="102487"/>
                  <a:pt x="256280" y="105129"/>
                  <a:pt x="264097" y="98422"/>
                </a:cubicBezTo>
                <a:cubicBezTo>
                  <a:pt x="272137" y="91525"/>
                  <a:pt x="288836" y="83435"/>
                  <a:pt x="290859" y="85458"/>
                </a:cubicBezTo>
                <a:cubicBezTo>
                  <a:pt x="291797" y="86396"/>
                  <a:pt x="291209" y="87164"/>
                  <a:pt x="289553" y="87164"/>
                </a:cubicBezTo>
                <a:cubicBezTo>
                  <a:pt x="278849" y="87164"/>
                  <a:pt x="297992" y="112276"/>
                  <a:pt x="313001" y="117924"/>
                </a:cubicBezTo>
                <a:cubicBezTo>
                  <a:pt x="317528" y="119627"/>
                  <a:pt x="320100" y="122488"/>
                  <a:pt x="320100" y="125822"/>
                </a:cubicBezTo>
                <a:cubicBezTo>
                  <a:pt x="320100" y="128696"/>
                  <a:pt x="321552" y="131055"/>
                  <a:pt x="323327" y="131062"/>
                </a:cubicBezTo>
                <a:cubicBezTo>
                  <a:pt x="338940" y="131129"/>
                  <a:pt x="408862" y="133762"/>
                  <a:pt x="409403" y="134303"/>
                </a:cubicBezTo>
                <a:cubicBezTo>
                  <a:pt x="409786" y="134687"/>
                  <a:pt x="404937" y="149230"/>
                  <a:pt x="398626" y="166622"/>
                </a:cubicBezTo>
                <a:lnTo>
                  <a:pt x="387152" y="198243"/>
                </a:lnTo>
                <a:lnTo>
                  <a:pt x="392348" y="208428"/>
                </a:lnTo>
                <a:cubicBezTo>
                  <a:pt x="397867" y="219247"/>
                  <a:pt x="399033" y="226562"/>
                  <a:pt x="395238" y="226562"/>
                </a:cubicBezTo>
                <a:cubicBezTo>
                  <a:pt x="393970" y="226562"/>
                  <a:pt x="392236" y="224746"/>
                  <a:pt x="391384" y="222526"/>
                </a:cubicBezTo>
                <a:cubicBezTo>
                  <a:pt x="390533" y="220307"/>
                  <a:pt x="388555" y="219282"/>
                  <a:pt x="386991" y="220249"/>
                </a:cubicBezTo>
                <a:cubicBezTo>
                  <a:pt x="385426" y="221216"/>
                  <a:pt x="380818" y="219547"/>
                  <a:pt x="376751" y="216540"/>
                </a:cubicBezTo>
                <a:cubicBezTo>
                  <a:pt x="367939" y="210026"/>
                  <a:pt x="366566" y="209821"/>
                  <a:pt x="366566" y="215027"/>
                </a:cubicBezTo>
                <a:cubicBezTo>
                  <a:pt x="366566" y="217201"/>
                  <a:pt x="368599" y="219663"/>
                  <a:pt x="371084" y="220497"/>
                </a:cubicBezTo>
                <a:cubicBezTo>
                  <a:pt x="382593" y="224364"/>
                  <a:pt x="400125" y="232833"/>
                  <a:pt x="400125" y="234526"/>
                </a:cubicBezTo>
                <a:cubicBezTo>
                  <a:pt x="400125" y="235560"/>
                  <a:pt x="392284" y="233061"/>
                  <a:pt x="382700" y="228973"/>
                </a:cubicBezTo>
                <a:cubicBezTo>
                  <a:pt x="373117" y="224884"/>
                  <a:pt x="361210" y="221490"/>
                  <a:pt x="356240" y="221430"/>
                </a:cubicBezTo>
                <a:cubicBezTo>
                  <a:pt x="344962" y="221293"/>
                  <a:pt x="338255" y="217747"/>
                  <a:pt x="344640" y="215296"/>
                </a:cubicBezTo>
                <a:cubicBezTo>
                  <a:pt x="347017" y="214384"/>
                  <a:pt x="350019" y="214291"/>
                  <a:pt x="351310" y="215089"/>
                </a:cubicBezTo>
                <a:cubicBezTo>
                  <a:pt x="352602" y="215888"/>
                  <a:pt x="353659" y="215352"/>
                  <a:pt x="353659" y="213898"/>
                </a:cubicBezTo>
                <a:cubicBezTo>
                  <a:pt x="353659" y="212444"/>
                  <a:pt x="351239" y="209960"/>
                  <a:pt x="348281" y="208377"/>
                </a:cubicBezTo>
                <a:cubicBezTo>
                  <a:pt x="344050" y="206113"/>
                  <a:pt x="341943" y="206369"/>
                  <a:pt x="338397" y="209577"/>
                </a:cubicBezTo>
                <a:cubicBezTo>
                  <a:pt x="332399" y="215006"/>
                  <a:pt x="330426" y="214717"/>
                  <a:pt x="330426" y="208411"/>
                </a:cubicBezTo>
                <a:cubicBezTo>
                  <a:pt x="330426" y="200483"/>
                  <a:pt x="323396" y="199293"/>
                  <a:pt x="317751" y="206264"/>
                </a:cubicBezTo>
                <a:cubicBezTo>
                  <a:pt x="311888" y="213504"/>
                  <a:pt x="313243" y="217088"/>
                  <a:pt x="320963" y="214760"/>
                </a:cubicBezTo>
                <a:cubicBezTo>
                  <a:pt x="324787" y="213607"/>
                  <a:pt x="325738" y="213919"/>
                  <a:pt x="323972" y="215747"/>
                </a:cubicBezTo>
                <a:cubicBezTo>
                  <a:pt x="322552" y="217218"/>
                  <a:pt x="318487" y="218951"/>
                  <a:pt x="314937" y="219599"/>
                </a:cubicBezTo>
                <a:cubicBezTo>
                  <a:pt x="311388" y="220248"/>
                  <a:pt x="314292" y="220366"/>
                  <a:pt x="321391" y="219864"/>
                </a:cubicBezTo>
                <a:cubicBezTo>
                  <a:pt x="330318" y="219231"/>
                  <a:pt x="333104" y="219713"/>
                  <a:pt x="330426" y="221426"/>
                </a:cubicBezTo>
                <a:cubicBezTo>
                  <a:pt x="328296" y="222787"/>
                  <a:pt x="319444" y="223919"/>
                  <a:pt x="310754" y="223941"/>
                </a:cubicBezTo>
                <a:cubicBezTo>
                  <a:pt x="295733" y="223979"/>
                  <a:pt x="294460" y="224490"/>
                  <a:pt x="284939" y="234304"/>
                </a:cubicBezTo>
                <a:cubicBezTo>
                  <a:pt x="279431" y="239982"/>
                  <a:pt x="272851" y="244629"/>
                  <a:pt x="270316" y="244630"/>
                </a:cubicBezTo>
                <a:cubicBezTo>
                  <a:pt x="267782" y="244631"/>
                  <a:pt x="262868" y="246493"/>
                  <a:pt x="259397" y="248767"/>
                </a:cubicBezTo>
                <a:cubicBezTo>
                  <a:pt x="255927" y="251041"/>
                  <a:pt x="248429" y="253948"/>
                  <a:pt x="242736" y="255227"/>
                </a:cubicBezTo>
                <a:cubicBezTo>
                  <a:pt x="237044" y="256506"/>
                  <a:pt x="226856" y="260940"/>
                  <a:pt x="220097" y="265079"/>
                </a:cubicBezTo>
                <a:cubicBezTo>
                  <a:pt x="213337" y="269219"/>
                  <a:pt x="203741" y="273261"/>
                  <a:pt x="198772" y="274061"/>
                </a:cubicBezTo>
                <a:cubicBezTo>
                  <a:pt x="178742" y="277289"/>
                  <a:pt x="173664" y="277501"/>
                  <a:pt x="169694" y="275279"/>
                </a:cubicBezTo>
                <a:close/>
              </a:path>
            </a:pathLst>
          </a:custGeom>
          <a:solidFill>
            <a:srgbClr val="B9B9B9"/>
          </a:solidFill>
          <a:ln w="5163" cap="flat">
            <a:noFill/>
            <a:prstDash val="solid"/>
            <a:miter/>
          </a:ln>
        </p:spPr>
        <p:txBody>
          <a:bodyPr/>
          <a:lstStyle/>
          <a:p>
            <a:endParaRPr lang="es-419" noProof="0" dirty="0"/>
          </a:p>
        </p:txBody>
      </p:sp>
      <p:sp>
        <p:nvSpPr>
          <p:cNvPr id="63" name="Forma libre: forma 62">
            <a:extLst>
              <a:ext uri="{FF2B5EF4-FFF2-40B4-BE49-F238E27FC236}">
                <a16:creationId xmlns:a16="http://schemas.microsoft.com/office/drawing/2014/main" id="{7471E7FF-B2F5-1E44-7023-A4F279E4D992}"/>
              </a:ext>
            </a:extLst>
          </p:cNvPr>
          <p:cNvSpPr/>
          <p:nvPr/>
        </p:nvSpPr>
        <p:spPr>
          <a:xfrm>
            <a:off x="1324915" y="2412330"/>
            <a:ext cx="357764" cy="223095"/>
          </a:xfrm>
          <a:custGeom>
            <a:avLst/>
            <a:gdLst>
              <a:gd name="csX0" fmla="*/ 310749 w 357764"/>
              <a:gd name="csY0" fmla="*/ 220821 h 223095"/>
              <a:gd name="csX1" fmla="*/ 306750 w 357764"/>
              <a:gd name="csY1" fmla="*/ 216842 h 223095"/>
              <a:gd name="csX2" fmla="*/ 298107 w 357764"/>
              <a:gd name="csY2" fmla="*/ 209508 h 223095"/>
              <a:gd name="csX3" fmla="*/ 280348 w 357764"/>
              <a:gd name="csY3" fmla="*/ 201999 h 223095"/>
              <a:gd name="csX4" fmla="*/ 262845 w 357764"/>
              <a:gd name="csY4" fmla="*/ 196313 h 223095"/>
              <a:gd name="csX5" fmla="*/ 256032 w 357764"/>
              <a:gd name="csY5" fmla="*/ 193496 h 223095"/>
              <a:gd name="csX6" fmla="*/ 242886 w 357764"/>
              <a:gd name="csY6" fmla="*/ 190679 h 223095"/>
              <a:gd name="csX7" fmla="*/ 229978 w 357764"/>
              <a:gd name="csY7" fmla="*/ 186722 h 223095"/>
              <a:gd name="csX8" fmla="*/ 220854 w 357764"/>
              <a:gd name="csY8" fmla="*/ 186091 h 223095"/>
              <a:gd name="csX9" fmla="*/ 209097 w 357764"/>
              <a:gd name="csY9" fmla="*/ 183130 h 223095"/>
              <a:gd name="csX10" fmla="*/ 214906 w 357764"/>
              <a:gd name="csY10" fmla="*/ 187877 h 223095"/>
              <a:gd name="csX11" fmla="*/ 215222 w 357764"/>
              <a:gd name="csY11" fmla="*/ 190853 h 223095"/>
              <a:gd name="csX12" fmla="*/ 206349 w 357764"/>
              <a:gd name="csY12" fmla="*/ 186954 h 223095"/>
              <a:gd name="csX13" fmla="*/ 189899 w 357764"/>
              <a:gd name="csY13" fmla="*/ 176334 h 223095"/>
              <a:gd name="csX14" fmla="*/ 172154 w 357764"/>
              <a:gd name="csY14" fmla="*/ 165667 h 223095"/>
              <a:gd name="csX15" fmla="*/ 165494 w 357764"/>
              <a:gd name="csY15" fmla="*/ 164758 h 223095"/>
              <a:gd name="csX16" fmla="*/ 154887 w 357764"/>
              <a:gd name="csY16" fmla="*/ 162867 h 223095"/>
              <a:gd name="csX17" fmla="*/ 146116 w 357764"/>
              <a:gd name="csY17" fmla="*/ 160825 h 223095"/>
              <a:gd name="csX18" fmla="*/ 117490 w 357764"/>
              <a:gd name="csY18" fmla="*/ 151278 h 223095"/>
              <a:gd name="csX19" fmla="*/ 95284 w 357764"/>
              <a:gd name="csY19" fmla="*/ 141980 h 223095"/>
              <a:gd name="csX20" fmla="*/ 92932 w 357764"/>
              <a:gd name="csY20" fmla="*/ 138216 h 223095"/>
              <a:gd name="csX21" fmla="*/ 81316 w 357764"/>
              <a:gd name="csY21" fmla="*/ 127645 h 223095"/>
              <a:gd name="csX22" fmla="*/ 69699 w 357764"/>
              <a:gd name="csY22" fmla="*/ 117508 h 223095"/>
              <a:gd name="csX23" fmla="*/ 49682 w 357764"/>
              <a:gd name="csY23" fmla="*/ 104238 h 223095"/>
              <a:gd name="csX24" fmla="*/ 33940 w 357764"/>
              <a:gd name="csY24" fmla="*/ 91155 h 223095"/>
              <a:gd name="csX25" fmla="*/ 3571 w 357764"/>
              <a:gd name="csY25" fmla="*/ 73330 h 223095"/>
              <a:gd name="csX26" fmla="*/ 0 w 357764"/>
              <a:gd name="csY26" fmla="*/ 65812 h 223095"/>
              <a:gd name="csX27" fmla="*/ 7287 w 357764"/>
              <a:gd name="csY27" fmla="*/ 53156 h 223095"/>
              <a:gd name="csX28" fmla="*/ 18044 w 357764"/>
              <a:gd name="csY28" fmla="*/ 33495 h 223095"/>
              <a:gd name="csX29" fmla="*/ 19421 w 357764"/>
              <a:gd name="csY29" fmla="*/ 20586 h 223095"/>
              <a:gd name="csX30" fmla="*/ 43911 w 357764"/>
              <a:gd name="csY30" fmla="*/ 20678 h 223095"/>
              <a:gd name="csX31" fmla="*/ 60045 w 357764"/>
              <a:gd name="csY31" fmla="*/ 24079 h 223095"/>
              <a:gd name="csX32" fmla="*/ 132045 w 357764"/>
              <a:gd name="csY32" fmla="*/ 29780 h 223095"/>
              <a:gd name="csX33" fmla="*/ 140624 w 357764"/>
              <a:gd name="csY33" fmla="*/ 26018 h 223095"/>
              <a:gd name="csX34" fmla="*/ 141619 w 357764"/>
              <a:gd name="csY34" fmla="*/ 13502 h 223095"/>
              <a:gd name="csX35" fmla="*/ 147260 w 357764"/>
              <a:gd name="csY35" fmla="*/ 0 h 223095"/>
              <a:gd name="csX36" fmla="*/ 157468 w 357764"/>
              <a:gd name="csY36" fmla="*/ 24790 h 223095"/>
              <a:gd name="csX37" fmla="*/ 164323 w 357764"/>
              <a:gd name="csY37" fmla="*/ 32600 h 223095"/>
              <a:gd name="csX38" fmla="*/ 177876 w 357764"/>
              <a:gd name="csY38" fmla="*/ 26172 h 223095"/>
              <a:gd name="csX39" fmla="*/ 195232 w 357764"/>
              <a:gd name="csY39" fmla="*/ 18047 h 223095"/>
              <a:gd name="csX40" fmla="*/ 208905 w 357764"/>
              <a:gd name="csY40" fmla="*/ 10791 h 223095"/>
              <a:gd name="csX41" fmla="*/ 219887 w 357764"/>
              <a:gd name="csY41" fmla="*/ 4680 h 223095"/>
              <a:gd name="csX42" fmla="*/ 238661 w 357764"/>
              <a:gd name="csY42" fmla="*/ 20265 h 223095"/>
              <a:gd name="csX43" fmla="*/ 254397 w 357764"/>
              <a:gd name="csY43" fmla="*/ 25712 h 223095"/>
              <a:gd name="csX44" fmla="*/ 258145 w 357764"/>
              <a:gd name="csY44" fmla="*/ 24934 h 223095"/>
              <a:gd name="csX45" fmla="*/ 286337 w 357764"/>
              <a:gd name="csY45" fmla="*/ 54210 h 223095"/>
              <a:gd name="csX46" fmla="*/ 292234 w 357764"/>
              <a:gd name="csY46" fmla="*/ 58728 h 223095"/>
              <a:gd name="csX47" fmla="*/ 311147 w 357764"/>
              <a:gd name="csY47" fmla="*/ 69699 h 223095"/>
              <a:gd name="csX48" fmla="*/ 321808 w 357764"/>
              <a:gd name="csY48" fmla="*/ 76335 h 223095"/>
              <a:gd name="csX49" fmla="*/ 326980 w 357764"/>
              <a:gd name="csY49" fmla="*/ 102795 h 223095"/>
              <a:gd name="csX50" fmla="*/ 329261 w 357764"/>
              <a:gd name="csY50" fmla="*/ 127630 h 223095"/>
              <a:gd name="csX51" fmla="*/ 333007 w 357764"/>
              <a:gd name="csY51" fmla="*/ 137310 h 223095"/>
              <a:gd name="csX52" fmla="*/ 335120 w 357764"/>
              <a:gd name="csY52" fmla="*/ 141980 h 223095"/>
              <a:gd name="csX53" fmla="*/ 346410 w 357764"/>
              <a:gd name="csY53" fmla="*/ 150369 h 223095"/>
              <a:gd name="csX54" fmla="*/ 357125 w 357764"/>
              <a:gd name="csY54" fmla="*/ 170794 h 223095"/>
              <a:gd name="csX55" fmla="*/ 348644 w 357764"/>
              <a:gd name="csY55" fmla="*/ 191877 h 223095"/>
              <a:gd name="csX56" fmla="*/ 333236 w 357764"/>
              <a:gd name="csY56" fmla="*/ 203812 h 223095"/>
              <a:gd name="csX57" fmla="*/ 327844 w 357764"/>
              <a:gd name="csY57" fmla="*/ 209994 h 223095"/>
              <a:gd name="csX58" fmla="*/ 320060 w 357764"/>
              <a:gd name="csY58" fmla="*/ 219045 h 223095"/>
              <a:gd name="csX59" fmla="*/ 310749 w 357764"/>
              <a:gd name="csY59" fmla="*/ 220821 h 2230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Lst>
            <a:rect l="l" t="t" r="r" b="b"/>
            <a:pathLst>
              <a:path w="357764" h="223095">
                <a:moveTo>
                  <a:pt x="310749" y="220821"/>
                </a:moveTo>
                <a:cubicBezTo>
                  <a:pt x="309909" y="218632"/>
                  <a:pt x="308109" y="216842"/>
                  <a:pt x="306750" y="216842"/>
                </a:cubicBezTo>
                <a:cubicBezTo>
                  <a:pt x="305390" y="216842"/>
                  <a:pt x="301501" y="213542"/>
                  <a:pt x="298107" y="209508"/>
                </a:cubicBezTo>
                <a:cubicBezTo>
                  <a:pt x="293077" y="203531"/>
                  <a:pt x="289793" y="202142"/>
                  <a:pt x="280348" y="201999"/>
                </a:cubicBezTo>
                <a:cubicBezTo>
                  <a:pt x="272259" y="201877"/>
                  <a:pt x="266975" y="200160"/>
                  <a:pt x="262845" y="196313"/>
                </a:cubicBezTo>
                <a:cubicBezTo>
                  <a:pt x="259591" y="193282"/>
                  <a:pt x="256525" y="192014"/>
                  <a:pt x="256032" y="193496"/>
                </a:cubicBezTo>
                <a:cubicBezTo>
                  <a:pt x="254564" y="197900"/>
                  <a:pt x="248378" y="196574"/>
                  <a:pt x="242886" y="190679"/>
                </a:cubicBezTo>
                <a:cubicBezTo>
                  <a:pt x="238972" y="186478"/>
                  <a:pt x="235903" y="185537"/>
                  <a:pt x="229978" y="186722"/>
                </a:cubicBezTo>
                <a:cubicBezTo>
                  <a:pt x="225703" y="187577"/>
                  <a:pt x="221597" y="187293"/>
                  <a:pt x="220854" y="186091"/>
                </a:cubicBezTo>
                <a:cubicBezTo>
                  <a:pt x="219048" y="183170"/>
                  <a:pt x="209097" y="180663"/>
                  <a:pt x="209097" y="183130"/>
                </a:cubicBezTo>
                <a:cubicBezTo>
                  <a:pt x="209097" y="184200"/>
                  <a:pt x="211711" y="186336"/>
                  <a:pt x="214906" y="187877"/>
                </a:cubicBezTo>
                <a:cubicBezTo>
                  <a:pt x="220644" y="190644"/>
                  <a:pt x="220647" y="190680"/>
                  <a:pt x="215222" y="190853"/>
                </a:cubicBezTo>
                <a:cubicBezTo>
                  <a:pt x="212201" y="190949"/>
                  <a:pt x="208208" y="189194"/>
                  <a:pt x="206349" y="186954"/>
                </a:cubicBezTo>
                <a:cubicBezTo>
                  <a:pt x="204489" y="184713"/>
                  <a:pt x="197087" y="179934"/>
                  <a:pt x="189899" y="176334"/>
                </a:cubicBezTo>
                <a:cubicBezTo>
                  <a:pt x="182711" y="172733"/>
                  <a:pt x="174726" y="167933"/>
                  <a:pt x="172154" y="165667"/>
                </a:cubicBezTo>
                <a:cubicBezTo>
                  <a:pt x="168546" y="162487"/>
                  <a:pt x="167026" y="162279"/>
                  <a:pt x="165494" y="164758"/>
                </a:cubicBezTo>
                <a:cubicBezTo>
                  <a:pt x="163542" y="167916"/>
                  <a:pt x="154887" y="166373"/>
                  <a:pt x="154887" y="162867"/>
                </a:cubicBezTo>
                <a:cubicBezTo>
                  <a:pt x="154887" y="161880"/>
                  <a:pt x="150940" y="160961"/>
                  <a:pt x="146116" y="160825"/>
                </a:cubicBezTo>
                <a:cubicBezTo>
                  <a:pt x="141292" y="160688"/>
                  <a:pt x="128410" y="156392"/>
                  <a:pt x="117490" y="151278"/>
                </a:cubicBezTo>
                <a:cubicBezTo>
                  <a:pt x="106570" y="146164"/>
                  <a:pt x="96577" y="141980"/>
                  <a:pt x="95284" y="141980"/>
                </a:cubicBezTo>
                <a:cubicBezTo>
                  <a:pt x="93990" y="141980"/>
                  <a:pt x="92932" y="140286"/>
                  <a:pt x="92932" y="138216"/>
                </a:cubicBezTo>
                <a:cubicBezTo>
                  <a:pt x="92932" y="136147"/>
                  <a:pt x="87705" y="131390"/>
                  <a:pt x="81316" y="127645"/>
                </a:cubicBezTo>
                <a:cubicBezTo>
                  <a:pt x="74927" y="123901"/>
                  <a:pt x="69699" y="119339"/>
                  <a:pt x="69699" y="117508"/>
                </a:cubicBezTo>
                <a:cubicBezTo>
                  <a:pt x="69699" y="113290"/>
                  <a:pt x="58936" y="106155"/>
                  <a:pt x="49682" y="104238"/>
                </a:cubicBezTo>
                <a:cubicBezTo>
                  <a:pt x="45282" y="103326"/>
                  <a:pt x="39312" y="98365"/>
                  <a:pt x="33940" y="91155"/>
                </a:cubicBezTo>
                <a:cubicBezTo>
                  <a:pt x="25287" y="79543"/>
                  <a:pt x="10302" y="70747"/>
                  <a:pt x="3571" y="73330"/>
                </a:cubicBezTo>
                <a:cubicBezTo>
                  <a:pt x="957" y="74333"/>
                  <a:pt x="0" y="72319"/>
                  <a:pt x="0" y="65812"/>
                </a:cubicBezTo>
                <a:cubicBezTo>
                  <a:pt x="0" y="58672"/>
                  <a:pt x="1433" y="56184"/>
                  <a:pt x="7287" y="53156"/>
                </a:cubicBezTo>
                <a:cubicBezTo>
                  <a:pt x="19411" y="46887"/>
                  <a:pt x="21790" y="42538"/>
                  <a:pt x="18044" y="33495"/>
                </a:cubicBezTo>
                <a:cubicBezTo>
                  <a:pt x="15244" y="26735"/>
                  <a:pt x="15429" y="24996"/>
                  <a:pt x="19421" y="20586"/>
                </a:cubicBezTo>
                <a:cubicBezTo>
                  <a:pt x="25368" y="14014"/>
                  <a:pt x="37292" y="14059"/>
                  <a:pt x="43911" y="20678"/>
                </a:cubicBezTo>
                <a:cubicBezTo>
                  <a:pt x="48190" y="24957"/>
                  <a:pt x="51021" y="25553"/>
                  <a:pt x="60045" y="24079"/>
                </a:cubicBezTo>
                <a:cubicBezTo>
                  <a:pt x="79921" y="20832"/>
                  <a:pt x="103607" y="22707"/>
                  <a:pt x="132045" y="29780"/>
                </a:cubicBezTo>
                <a:cubicBezTo>
                  <a:pt x="137569" y="31154"/>
                  <a:pt x="139225" y="30428"/>
                  <a:pt x="140624" y="26018"/>
                </a:cubicBezTo>
                <a:cubicBezTo>
                  <a:pt x="141578" y="23013"/>
                  <a:pt x="142026" y="17381"/>
                  <a:pt x="141619" y="13502"/>
                </a:cubicBezTo>
                <a:cubicBezTo>
                  <a:pt x="140830" y="5985"/>
                  <a:pt x="143331" y="0"/>
                  <a:pt x="147260" y="0"/>
                </a:cubicBezTo>
                <a:cubicBezTo>
                  <a:pt x="150433" y="0"/>
                  <a:pt x="157468" y="17085"/>
                  <a:pt x="157468" y="24790"/>
                </a:cubicBezTo>
                <a:cubicBezTo>
                  <a:pt x="157468" y="29227"/>
                  <a:pt x="159328" y="31346"/>
                  <a:pt x="164323" y="32600"/>
                </a:cubicBezTo>
                <a:cubicBezTo>
                  <a:pt x="169965" y="34015"/>
                  <a:pt x="172364" y="32878"/>
                  <a:pt x="177876" y="26172"/>
                </a:cubicBezTo>
                <a:cubicBezTo>
                  <a:pt x="183430" y="19415"/>
                  <a:pt x="186393" y="18028"/>
                  <a:pt x="195232" y="18047"/>
                </a:cubicBezTo>
                <a:cubicBezTo>
                  <a:pt x="204499" y="18067"/>
                  <a:pt x="206283" y="17120"/>
                  <a:pt x="208905" y="10791"/>
                </a:cubicBezTo>
                <a:cubicBezTo>
                  <a:pt x="211484" y="4565"/>
                  <a:pt x="213074" y="3680"/>
                  <a:pt x="219887" y="4680"/>
                </a:cubicBezTo>
                <a:cubicBezTo>
                  <a:pt x="228665" y="5969"/>
                  <a:pt x="236077" y="12121"/>
                  <a:pt x="238661" y="20265"/>
                </a:cubicBezTo>
                <a:cubicBezTo>
                  <a:pt x="240752" y="26852"/>
                  <a:pt x="249411" y="29849"/>
                  <a:pt x="254397" y="25712"/>
                </a:cubicBezTo>
                <a:cubicBezTo>
                  <a:pt x="256458" y="24001"/>
                  <a:pt x="258145" y="23651"/>
                  <a:pt x="258145" y="24934"/>
                </a:cubicBezTo>
                <a:cubicBezTo>
                  <a:pt x="258145" y="28142"/>
                  <a:pt x="283247" y="54210"/>
                  <a:pt x="286337" y="54210"/>
                </a:cubicBezTo>
                <a:cubicBezTo>
                  <a:pt x="287708" y="54210"/>
                  <a:pt x="290362" y="56243"/>
                  <a:pt x="292234" y="58728"/>
                </a:cubicBezTo>
                <a:cubicBezTo>
                  <a:pt x="296425" y="64288"/>
                  <a:pt x="305753" y="69699"/>
                  <a:pt x="311147" y="69699"/>
                </a:cubicBezTo>
                <a:cubicBezTo>
                  <a:pt x="313361" y="69699"/>
                  <a:pt x="318158" y="72685"/>
                  <a:pt x="321808" y="76335"/>
                </a:cubicBezTo>
                <a:cubicBezTo>
                  <a:pt x="328098" y="82626"/>
                  <a:pt x="328367" y="84002"/>
                  <a:pt x="326980" y="102795"/>
                </a:cubicBezTo>
                <a:cubicBezTo>
                  <a:pt x="325865" y="117888"/>
                  <a:pt x="326410" y="123815"/>
                  <a:pt x="329261" y="127630"/>
                </a:cubicBezTo>
                <a:cubicBezTo>
                  <a:pt x="331322" y="130386"/>
                  <a:pt x="333007" y="134742"/>
                  <a:pt x="333007" y="137310"/>
                </a:cubicBezTo>
                <a:cubicBezTo>
                  <a:pt x="333007" y="139879"/>
                  <a:pt x="333958" y="141980"/>
                  <a:pt x="335120" y="141980"/>
                </a:cubicBezTo>
                <a:cubicBezTo>
                  <a:pt x="336282" y="141980"/>
                  <a:pt x="341362" y="145755"/>
                  <a:pt x="346410" y="150369"/>
                </a:cubicBezTo>
                <a:cubicBezTo>
                  <a:pt x="353607" y="156948"/>
                  <a:pt x="355920" y="161358"/>
                  <a:pt x="357125" y="170794"/>
                </a:cubicBezTo>
                <a:cubicBezTo>
                  <a:pt x="358591" y="182285"/>
                  <a:pt x="358209" y="183236"/>
                  <a:pt x="348644" y="191877"/>
                </a:cubicBezTo>
                <a:cubicBezTo>
                  <a:pt x="343134" y="196855"/>
                  <a:pt x="336201" y="202226"/>
                  <a:pt x="333236" y="203812"/>
                </a:cubicBezTo>
                <a:cubicBezTo>
                  <a:pt x="330270" y="205399"/>
                  <a:pt x="327844" y="208181"/>
                  <a:pt x="327844" y="209994"/>
                </a:cubicBezTo>
                <a:cubicBezTo>
                  <a:pt x="327844" y="211806"/>
                  <a:pt x="324341" y="215879"/>
                  <a:pt x="320060" y="219045"/>
                </a:cubicBezTo>
                <a:cubicBezTo>
                  <a:pt x="313416" y="223957"/>
                  <a:pt x="312052" y="224217"/>
                  <a:pt x="310749" y="220821"/>
                </a:cubicBezTo>
                <a:close/>
              </a:path>
            </a:pathLst>
          </a:custGeom>
          <a:solidFill>
            <a:srgbClr val="B9B9B9"/>
          </a:solidFill>
          <a:ln w="5163" cap="flat">
            <a:noFill/>
            <a:prstDash val="solid"/>
            <a:miter/>
          </a:ln>
        </p:spPr>
        <p:txBody>
          <a:bodyPr/>
          <a:lstStyle/>
          <a:p>
            <a:endParaRPr lang="es-419" noProof="0" dirty="0"/>
          </a:p>
        </p:txBody>
      </p:sp>
      <p:sp>
        <p:nvSpPr>
          <p:cNvPr id="64" name="Forma libre: forma 63">
            <a:extLst>
              <a:ext uri="{FF2B5EF4-FFF2-40B4-BE49-F238E27FC236}">
                <a16:creationId xmlns:a16="http://schemas.microsoft.com/office/drawing/2014/main" id="{4261E880-7FE0-11B5-2411-C21CAD1EB625}"/>
              </a:ext>
            </a:extLst>
          </p:cNvPr>
          <p:cNvSpPr/>
          <p:nvPr/>
        </p:nvSpPr>
        <p:spPr>
          <a:xfrm>
            <a:off x="2030531" y="2394260"/>
            <a:ext cx="276109" cy="131653"/>
          </a:xfrm>
          <a:custGeom>
            <a:avLst/>
            <a:gdLst>
              <a:gd name="csX0" fmla="*/ 240916 w 276109"/>
              <a:gd name="csY0" fmla="*/ 129933 h 131653"/>
              <a:gd name="csX1" fmla="*/ 239195 w 276109"/>
              <a:gd name="csY1" fmla="*/ 124013 h 131653"/>
              <a:gd name="csX2" fmla="*/ 228223 w 276109"/>
              <a:gd name="csY2" fmla="*/ 115744 h 131653"/>
              <a:gd name="csX3" fmla="*/ 217897 w 276109"/>
              <a:gd name="csY3" fmla="*/ 106005 h 131653"/>
              <a:gd name="csX4" fmla="*/ 210063 w 276109"/>
              <a:gd name="csY4" fmla="*/ 90246 h 131653"/>
              <a:gd name="csX5" fmla="*/ 197989 w 276109"/>
              <a:gd name="csY5" fmla="*/ 82502 h 131653"/>
              <a:gd name="csX6" fmla="*/ 171181 w 276109"/>
              <a:gd name="csY6" fmla="*/ 78639 h 131653"/>
              <a:gd name="csX7" fmla="*/ 162540 w 276109"/>
              <a:gd name="csY7" fmla="*/ 80766 h 131653"/>
              <a:gd name="csX8" fmla="*/ 140024 w 276109"/>
              <a:gd name="csY8" fmla="*/ 103258 h 131653"/>
              <a:gd name="csX9" fmla="*/ 121107 w 276109"/>
              <a:gd name="csY9" fmla="*/ 123910 h 131653"/>
              <a:gd name="csX10" fmla="*/ 115285 w 276109"/>
              <a:gd name="csY10" fmla="*/ 120037 h 131653"/>
              <a:gd name="csX11" fmla="*/ 106086 w 276109"/>
              <a:gd name="csY11" fmla="*/ 116165 h 131653"/>
              <a:gd name="csX12" fmla="*/ 95488 w 276109"/>
              <a:gd name="csY12" fmla="*/ 97511 h 131653"/>
              <a:gd name="csX13" fmla="*/ 74161 w 276109"/>
              <a:gd name="csY13" fmla="*/ 72281 h 131653"/>
              <a:gd name="csX14" fmla="*/ 62180 w 276109"/>
              <a:gd name="csY14" fmla="*/ 80383 h 131653"/>
              <a:gd name="csX15" fmla="*/ 59403 w 276109"/>
              <a:gd name="csY15" fmla="*/ 95543 h 131653"/>
              <a:gd name="csX16" fmla="*/ 54777 w 276109"/>
              <a:gd name="csY16" fmla="*/ 108274 h 131653"/>
              <a:gd name="csX17" fmla="*/ 46950 w 276109"/>
              <a:gd name="csY17" fmla="*/ 122154 h 131653"/>
              <a:gd name="csX18" fmla="*/ 45160 w 276109"/>
              <a:gd name="csY18" fmla="*/ 130363 h 131653"/>
              <a:gd name="csX19" fmla="*/ 42524 w 276109"/>
              <a:gd name="csY19" fmla="*/ 123910 h 131653"/>
              <a:gd name="csX20" fmla="*/ 27585 w 276109"/>
              <a:gd name="csY20" fmla="*/ 101648 h 131653"/>
              <a:gd name="csX21" fmla="*/ 3541 w 276109"/>
              <a:gd name="csY21" fmla="*/ 71617 h 131653"/>
              <a:gd name="csX22" fmla="*/ 489 w 276109"/>
              <a:gd name="csY22" fmla="*/ 57859 h 131653"/>
              <a:gd name="csX23" fmla="*/ 5896 w 276109"/>
              <a:gd name="csY23" fmla="*/ 47783 h 131653"/>
              <a:gd name="csX24" fmla="*/ 14046 w 276109"/>
              <a:gd name="csY24" fmla="*/ 46070 h 131653"/>
              <a:gd name="csX25" fmla="*/ 24934 w 276109"/>
              <a:gd name="csY25" fmla="*/ 43885 h 131653"/>
              <a:gd name="csX26" fmla="*/ 35503 w 276109"/>
              <a:gd name="csY26" fmla="*/ 38722 h 131653"/>
              <a:gd name="csX27" fmla="*/ 41946 w 276109"/>
              <a:gd name="csY27" fmla="*/ 35764 h 131653"/>
              <a:gd name="csX28" fmla="*/ 25819 w 276109"/>
              <a:gd name="csY28" fmla="*/ 37615 h 131653"/>
              <a:gd name="csX29" fmla="*/ 26045 w 276109"/>
              <a:gd name="csY29" fmla="*/ 35947 h 131653"/>
              <a:gd name="csX30" fmla="*/ 73982 w 276109"/>
              <a:gd name="csY30" fmla="*/ 25857 h 131653"/>
              <a:gd name="csX31" fmla="*/ 76916 w 276109"/>
              <a:gd name="csY31" fmla="*/ 28123 h 131653"/>
              <a:gd name="csX32" fmla="*/ 76893 w 276109"/>
              <a:gd name="csY32" fmla="*/ 31518 h 131653"/>
              <a:gd name="csX33" fmla="*/ 83755 w 276109"/>
              <a:gd name="csY33" fmla="*/ 29317 h 131653"/>
              <a:gd name="csX34" fmla="*/ 96686 w 276109"/>
              <a:gd name="csY34" fmla="*/ 23336 h 131653"/>
              <a:gd name="csX35" fmla="*/ 114106 w 276109"/>
              <a:gd name="csY35" fmla="*/ 13587 h 131653"/>
              <a:gd name="csX36" fmla="*/ 134447 w 276109"/>
              <a:gd name="csY36" fmla="*/ 0 h 131653"/>
              <a:gd name="csX37" fmla="*/ 136418 w 276109"/>
              <a:gd name="csY37" fmla="*/ 8390 h 131653"/>
              <a:gd name="csX38" fmla="*/ 147553 w 276109"/>
              <a:gd name="csY38" fmla="*/ 17557 h 131653"/>
              <a:gd name="csX39" fmla="*/ 164372 w 276109"/>
              <a:gd name="csY39" fmla="*/ 37279 h 131653"/>
              <a:gd name="csX40" fmla="*/ 179001 w 276109"/>
              <a:gd name="csY40" fmla="*/ 58990 h 131653"/>
              <a:gd name="csX41" fmla="*/ 191415 w 276109"/>
              <a:gd name="csY41" fmla="*/ 67081 h 131653"/>
              <a:gd name="csX42" fmla="*/ 215539 w 276109"/>
              <a:gd name="csY42" fmla="*/ 67434 h 131653"/>
              <a:gd name="csX43" fmla="*/ 218120 w 276109"/>
              <a:gd name="csY43" fmla="*/ 59084 h 131653"/>
              <a:gd name="csX44" fmla="*/ 224155 w 276109"/>
              <a:gd name="csY44" fmla="*/ 52122 h 131653"/>
              <a:gd name="csX45" fmla="*/ 241477 w 276109"/>
              <a:gd name="csY45" fmla="*/ 56639 h 131653"/>
              <a:gd name="csX46" fmla="*/ 260758 w 276109"/>
              <a:gd name="csY46" fmla="*/ 61955 h 131653"/>
              <a:gd name="csX47" fmla="*/ 271115 w 276109"/>
              <a:gd name="csY47" fmla="*/ 65853 h 131653"/>
              <a:gd name="csX48" fmla="*/ 274360 w 276109"/>
              <a:gd name="csY48" fmla="*/ 100702 h 131653"/>
              <a:gd name="csX49" fmla="*/ 276110 w 276109"/>
              <a:gd name="csY49" fmla="*/ 131654 h 131653"/>
              <a:gd name="csX50" fmla="*/ 259373 w 276109"/>
              <a:gd name="csY50" fmla="*/ 131654 h 131653"/>
              <a:gd name="csX51" fmla="*/ 240916 w 276109"/>
              <a:gd name="csY51" fmla="*/ 129933 h 1316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Lst>
            <a:rect l="l" t="t" r="r" b="b"/>
            <a:pathLst>
              <a:path w="276109" h="131653">
                <a:moveTo>
                  <a:pt x="240916" y="129933"/>
                </a:moveTo>
                <a:cubicBezTo>
                  <a:pt x="239969" y="128986"/>
                  <a:pt x="239195" y="126322"/>
                  <a:pt x="239195" y="124013"/>
                </a:cubicBezTo>
                <a:cubicBezTo>
                  <a:pt x="239195" y="121432"/>
                  <a:pt x="234966" y="118245"/>
                  <a:pt x="228223" y="115744"/>
                </a:cubicBezTo>
                <a:cubicBezTo>
                  <a:pt x="219440" y="112485"/>
                  <a:pt x="217381" y="110543"/>
                  <a:pt x="217897" y="106005"/>
                </a:cubicBezTo>
                <a:cubicBezTo>
                  <a:pt x="218682" y="99107"/>
                  <a:pt x="214348" y="90389"/>
                  <a:pt x="210063" y="90246"/>
                </a:cubicBezTo>
                <a:cubicBezTo>
                  <a:pt x="208338" y="90188"/>
                  <a:pt x="202905" y="86703"/>
                  <a:pt x="197989" y="82502"/>
                </a:cubicBezTo>
                <a:cubicBezTo>
                  <a:pt x="188345" y="74258"/>
                  <a:pt x="178782" y="72880"/>
                  <a:pt x="171181" y="78639"/>
                </a:cubicBezTo>
                <a:cubicBezTo>
                  <a:pt x="168558" y="80626"/>
                  <a:pt x="164670" y="81583"/>
                  <a:pt x="162540" y="80766"/>
                </a:cubicBezTo>
                <a:cubicBezTo>
                  <a:pt x="158541" y="79232"/>
                  <a:pt x="151258" y="86508"/>
                  <a:pt x="140024" y="103258"/>
                </a:cubicBezTo>
                <a:cubicBezTo>
                  <a:pt x="131601" y="115819"/>
                  <a:pt x="124189" y="123910"/>
                  <a:pt x="121107" y="123910"/>
                </a:cubicBezTo>
                <a:cubicBezTo>
                  <a:pt x="119672" y="123910"/>
                  <a:pt x="117052" y="122167"/>
                  <a:pt x="115285" y="120037"/>
                </a:cubicBezTo>
                <a:cubicBezTo>
                  <a:pt x="113517" y="117908"/>
                  <a:pt x="109378" y="116165"/>
                  <a:pt x="106086" y="116165"/>
                </a:cubicBezTo>
                <a:cubicBezTo>
                  <a:pt x="98470" y="116165"/>
                  <a:pt x="97317" y="114137"/>
                  <a:pt x="95488" y="97511"/>
                </a:cubicBezTo>
                <a:cubicBezTo>
                  <a:pt x="93708" y="81325"/>
                  <a:pt x="86063" y="72281"/>
                  <a:pt x="74161" y="72281"/>
                </a:cubicBezTo>
                <a:cubicBezTo>
                  <a:pt x="68039" y="72281"/>
                  <a:pt x="65473" y="74016"/>
                  <a:pt x="62180" y="80383"/>
                </a:cubicBezTo>
                <a:cubicBezTo>
                  <a:pt x="59748" y="85087"/>
                  <a:pt x="58583" y="91445"/>
                  <a:pt x="59403" y="95543"/>
                </a:cubicBezTo>
                <a:cubicBezTo>
                  <a:pt x="60452" y="100790"/>
                  <a:pt x="59265" y="104058"/>
                  <a:pt x="54777" y="108274"/>
                </a:cubicBezTo>
                <a:cubicBezTo>
                  <a:pt x="51457" y="111393"/>
                  <a:pt x="47935" y="117640"/>
                  <a:pt x="46950" y="122154"/>
                </a:cubicBezTo>
                <a:lnTo>
                  <a:pt x="45160" y="130363"/>
                </a:lnTo>
                <a:lnTo>
                  <a:pt x="42524" y="123910"/>
                </a:lnTo>
                <a:cubicBezTo>
                  <a:pt x="37073" y="110563"/>
                  <a:pt x="32979" y="104462"/>
                  <a:pt x="27585" y="101648"/>
                </a:cubicBezTo>
                <a:cubicBezTo>
                  <a:pt x="17943" y="96616"/>
                  <a:pt x="4895" y="80319"/>
                  <a:pt x="3541" y="71617"/>
                </a:cubicBezTo>
                <a:cubicBezTo>
                  <a:pt x="2825" y="67013"/>
                  <a:pt x="1452" y="60822"/>
                  <a:pt x="489" y="57859"/>
                </a:cubicBezTo>
                <a:cubicBezTo>
                  <a:pt x="-848" y="53746"/>
                  <a:pt x="431" y="51364"/>
                  <a:pt x="5896" y="47783"/>
                </a:cubicBezTo>
                <a:cubicBezTo>
                  <a:pt x="10761" y="44595"/>
                  <a:pt x="13372" y="44047"/>
                  <a:pt x="14046" y="46070"/>
                </a:cubicBezTo>
                <a:cubicBezTo>
                  <a:pt x="15462" y="50316"/>
                  <a:pt x="18138" y="49779"/>
                  <a:pt x="24934" y="43885"/>
                </a:cubicBezTo>
                <a:cubicBezTo>
                  <a:pt x="28208" y="41045"/>
                  <a:pt x="32964" y="38722"/>
                  <a:pt x="35503" y="38722"/>
                </a:cubicBezTo>
                <a:cubicBezTo>
                  <a:pt x="38041" y="38722"/>
                  <a:pt x="40941" y="37391"/>
                  <a:pt x="41946" y="35764"/>
                </a:cubicBezTo>
                <a:cubicBezTo>
                  <a:pt x="43722" y="32890"/>
                  <a:pt x="39180" y="33412"/>
                  <a:pt x="25819" y="37615"/>
                </a:cubicBezTo>
                <a:cubicBezTo>
                  <a:pt x="21516" y="38969"/>
                  <a:pt x="21538" y="38810"/>
                  <a:pt x="26045" y="35947"/>
                </a:cubicBezTo>
                <a:cubicBezTo>
                  <a:pt x="31416" y="32535"/>
                  <a:pt x="63427" y="25797"/>
                  <a:pt x="73982" y="25857"/>
                </a:cubicBezTo>
                <a:cubicBezTo>
                  <a:pt x="78607" y="25883"/>
                  <a:pt x="79439" y="26525"/>
                  <a:pt x="76916" y="28123"/>
                </a:cubicBezTo>
                <a:cubicBezTo>
                  <a:pt x="73965" y="29993"/>
                  <a:pt x="73961" y="30540"/>
                  <a:pt x="76893" y="31518"/>
                </a:cubicBezTo>
                <a:cubicBezTo>
                  <a:pt x="78816" y="32159"/>
                  <a:pt x="81904" y="31168"/>
                  <a:pt x="83755" y="29317"/>
                </a:cubicBezTo>
                <a:cubicBezTo>
                  <a:pt x="85607" y="27466"/>
                  <a:pt x="91425" y="24774"/>
                  <a:pt x="96686" y="23336"/>
                </a:cubicBezTo>
                <a:cubicBezTo>
                  <a:pt x="101946" y="21898"/>
                  <a:pt x="109785" y="17511"/>
                  <a:pt x="114106" y="13587"/>
                </a:cubicBezTo>
                <a:cubicBezTo>
                  <a:pt x="121455" y="6915"/>
                  <a:pt x="131807" y="0"/>
                  <a:pt x="134447" y="0"/>
                </a:cubicBezTo>
                <a:cubicBezTo>
                  <a:pt x="135087" y="0"/>
                  <a:pt x="135973" y="3775"/>
                  <a:pt x="136418" y="8390"/>
                </a:cubicBezTo>
                <a:cubicBezTo>
                  <a:pt x="137168" y="16168"/>
                  <a:pt x="137980" y="16836"/>
                  <a:pt x="147553" y="17557"/>
                </a:cubicBezTo>
                <a:cubicBezTo>
                  <a:pt x="160105" y="18501"/>
                  <a:pt x="164320" y="23444"/>
                  <a:pt x="164372" y="37279"/>
                </a:cubicBezTo>
                <a:cubicBezTo>
                  <a:pt x="164422" y="50382"/>
                  <a:pt x="165667" y="52231"/>
                  <a:pt x="179001" y="58990"/>
                </a:cubicBezTo>
                <a:cubicBezTo>
                  <a:pt x="184939" y="62000"/>
                  <a:pt x="190525" y="65641"/>
                  <a:pt x="191415" y="67081"/>
                </a:cubicBezTo>
                <a:cubicBezTo>
                  <a:pt x="193368" y="70242"/>
                  <a:pt x="210709" y="70495"/>
                  <a:pt x="215539" y="67434"/>
                </a:cubicBezTo>
                <a:cubicBezTo>
                  <a:pt x="217436" y="66231"/>
                  <a:pt x="218597" y="62474"/>
                  <a:pt x="218120" y="59084"/>
                </a:cubicBezTo>
                <a:cubicBezTo>
                  <a:pt x="217412" y="54054"/>
                  <a:pt x="218522" y="52773"/>
                  <a:pt x="224155" y="52122"/>
                </a:cubicBezTo>
                <a:cubicBezTo>
                  <a:pt x="227952" y="51683"/>
                  <a:pt x="235747" y="53716"/>
                  <a:pt x="241477" y="56639"/>
                </a:cubicBezTo>
                <a:cubicBezTo>
                  <a:pt x="247208" y="59563"/>
                  <a:pt x="255884" y="61955"/>
                  <a:pt x="260758" y="61955"/>
                </a:cubicBezTo>
                <a:cubicBezTo>
                  <a:pt x="266280" y="61955"/>
                  <a:pt x="270184" y="63424"/>
                  <a:pt x="271115" y="65853"/>
                </a:cubicBezTo>
                <a:cubicBezTo>
                  <a:pt x="271938" y="67996"/>
                  <a:pt x="273398" y="83679"/>
                  <a:pt x="274360" y="100702"/>
                </a:cubicBezTo>
                <a:lnTo>
                  <a:pt x="276110" y="131654"/>
                </a:lnTo>
                <a:lnTo>
                  <a:pt x="259373" y="131654"/>
                </a:lnTo>
                <a:cubicBezTo>
                  <a:pt x="250168" y="131654"/>
                  <a:pt x="241862" y="130880"/>
                  <a:pt x="240916" y="129933"/>
                </a:cubicBezTo>
                <a:close/>
              </a:path>
            </a:pathLst>
          </a:custGeom>
          <a:solidFill>
            <a:srgbClr val="B9B9B9"/>
          </a:solidFill>
          <a:ln w="5163" cap="flat">
            <a:noFill/>
            <a:prstDash val="solid"/>
            <a:miter/>
          </a:ln>
        </p:spPr>
        <p:txBody>
          <a:bodyPr/>
          <a:lstStyle/>
          <a:p>
            <a:endParaRPr lang="es-419" noProof="0" dirty="0"/>
          </a:p>
        </p:txBody>
      </p:sp>
      <p:sp>
        <p:nvSpPr>
          <p:cNvPr id="65" name="Forma libre: forma 64">
            <a:extLst>
              <a:ext uri="{FF2B5EF4-FFF2-40B4-BE49-F238E27FC236}">
                <a16:creationId xmlns:a16="http://schemas.microsoft.com/office/drawing/2014/main" id="{F6037845-B65F-36CD-A727-1B67C6D039BA}"/>
              </a:ext>
            </a:extLst>
          </p:cNvPr>
          <p:cNvSpPr/>
          <p:nvPr/>
        </p:nvSpPr>
        <p:spPr>
          <a:xfrm>
            <a:off x="1184484" y="2261861"/>
            <a:ext cx="318490" cy="227740"/>
          </a:xfrm>
          <a:custGeom>
            <a:avLst/>
            <a:gdLst>
              <a:gd name="csX0" fmla="*/ 114616 w 318490"/>
              <a:gd name="csY0" fmla="*/ 224041 h 227740"/>
              <a:gd name="csX1" fmla="*/ 98063 w 318490"/>
              <a:gd name="csY1" fmla="*/ 220365 h 227740"/>
              <a:gd name="csX2" fmla="*/ 78702 w 318490"/>
              <a:gd name="csY2" fmla="*/ 212689 h 227740"/>
              <a:gd name="csX3" fmla="*/ 52720 w 318490"/>
              <a:gd name="csY3" fmla="*/ 202264 h 227740"/>
              <a:gd name="csX4" fmla="*/ 16521 w 318490"/>
              <a:gd name="csY4" fmla="*/ 184010 h 227740"/>
              <a:gd name="csX5" fmla="*/ 9212 w 318490"/>
              <a:gd name="csY5" fmla="*/ 173147 h 227740"/>
              <a:gd name="csX6" fmla="*/ 4642 w 318490"/>
              <a:gd name="csY6" fmla="*/ 147730 h 227740"/>
              <a:gd name="csX7" fmla="*/ 11809 w 318490"/>
              <a:gd name="csY7" fmla="*/ 137502 h 227740"/>
              <a:gd name="csX8" fmla="*/ 21183 w 318490"/>
              <a:gd name="csY8" fmla="*/ 134430 h 227740"/>
              <a:gd name="csX9" fmla="*/ 31013 w 318490"/>
              <a:gd name="csY9" fmla="*/ 131925 h 227740"/>
              <a:gd name="csX10" fmla="*/ 40878 w 318490"/>
              <a:gd name="csY10" fmla="*/ 131248 h 227740"/>
              <a:gd name="csX11" fmla="*/ 63873 w 318490"/>
              <a:gd name="csY11" fmla="*/ 121001 h 227740"/>
              <a:gd name="csX12" fmla="*/ 83748 w 318490"/>
              <a:gd name="csY12" fmla="*/ 109166 h 227740"/>
              <a:gd name="csX13" fmla="*/ 103738 w 318490"/>
              <a:gd name="csY13" fmla="*/ 85934 h 227740"/>
              <a:gd name="csX14" fmla="*/ 95901 w 318490"/>
              <a:gd name="csY14" fmla="*/ 79966 h 227740"/>
              <a:gd name="csX15" fmla="*/ 88802 w 318490"/>
              <a:gd name="csY15" fmla="*/ 74674 h 227740"/>
              <a:gd name="csX16" fmla="*/ 86125 w 318490"/>
              <a:gd name="csY16" fmla="*/ 66219 h 227740"/>
              <a:gd name="csX17" fmla="*/ 86125 w 318490"/>
              <a:gd name="csY17" fmla="*/ 56499 h 227740"/>
              <a:gd name="csX18" fmla="*/ 88802 w 318490"/>
              <a:gd name="csY18" fmla="*/ 47540 h 227740"/>
              <a:gd name="csX19" fmla="*/ 60913 w 318490"/>
              <a:gd name="csY19" fmla="*/ 35309 h 227740"/>
              <a:gd name="csX20" fmla="*/ 56419 w 318490"/>
              <a:gd name="csY20" fmla="*/ 24926 h 227740"/>
              <a:gd name="csX21" fmla="*/ 74769 w 318490"/>
              <a:gd name="csY21" fmla="*/ 18056 h 227740"/>
              <a:gd name="csX22" fmla="*/ 99155 w 318490"/>
              <a:gd name="csY22" fmla="*/ 10069 h 227740"/>
              <a:gd name="csX23" fmla="*/ 128747 w 318490"/>
              <a:gd name="csY23" fmla="*/ 1794 h 227740"/>
              <a:gd name="csX24" fmla="*/ 148545 w 318490"/>
              <a:gd name="csY24" fmla="*/ 0 h 227740"/>
              <a:gd name="csX25" fmla="*/ 155959 w 318490"/>
              <a:gd name="csY25" fmla="*/ 8117 h 227740"/>
              <a:gd name="csX26" fmla="*/ 176571 w 318490"/>
              <a:gd name="csY26" fmla="*/ 11071 h 227740"/>
              <a:gd name="csX27" fmla="*/ 199804 w 318490"/>
              <a:gd name="csY27" fmla="*/ 21145 h 227740"/>
              <a:gd name="csX28" fmla="*/ 218086 w 318490"/>
              <a:gd name="csY28" fmla="*/ 31610 h 227740"/>
              <a:gd name="csX29" fmla="*/ 246412 w 318490"/>
              <a:gd name="csY29" fmla="*/ 32163 h 227740"/>
              <a:gd name="csX30" fmla="*/ 266539 w 318490"/>
              <a:gd name="csY30" fmla="*/ 37891 h 227740"/>
              <a:gd name="csX31" fmla="*/ 290777 w 318490"/>
              <a:gd name="csY31" fmla="*/ 32555 h 227740"/>
              <a:gd name="csX32" fmla="*/ 315453 w 318490"/>
              <a:gd name="csY32" fmla="*/ 29658 h 227740"/>
              <a:gd name="csX33" fmla="*/ 315970 w 318490"/>
              <a:gd name="csY33" fmla="*/ 49793 h 227740"/>
              <a:gd name="csX34" fmla="*/ 313388 w 318490"/>
              <a:gd name="csY34" fmla="*/ 54741 h 227740"/>
              <a:gd name="csX35" fmla="*/ 311088 w 318490"/>
              <a:gd name="csY35" fmla="*/ 60549 h 227740"/>
              <a:gd name="csX36" fmla="*/ 306292 w 318490"/>
              <a:gd name="csY36" fmla="*/ 87865 h 227740"/>
              <a:gd name="csX37" fmla="*/ 284623 w 318490"/>
              <a:gd name="csY37" fmla="*/ 147819 h 227740"/>
              <a:gd name="csX38" fmla="*/ 277248 w 318490"/>
              <a:gd name="csY38" fmla="*/ 167736 h 227740"/>
              <a:gd name="csX39" fmla="*/ 272730 w 318490"/>
              <a:gd name="csY39" fmla="*/ 177484 h 227740"/>
              <a:gd name="csX40" fmla="*/ 214235 w 318490"/>
              <a:gd name="csY40" fmla="*/ 170076 h 227740"/>
              <a:gd name="csX41" fmla="*/ 184978 w 318490"/>
              <a:gd name="csY41" fmla="*/ 166604 h 227740"/>
              <a:gd name="csX42" fmla="*/ 157292 w 318490"/>
              <a:gd name="csY42" fmla="*/ 168449 h 227740"/>
              <a:gd name="csX43" fmla="*/ 156212 w 318490"/>
              <a:gd name="csY43" fmla="*/ 189010 h 227740"/>
              <a:gd name="csX44" fmla="*/ 147530 w 318490"/>
              <a:gd name="csY44" fmla="*/ 199123 h 227740"/>
              <a:gd name="csX45" fmla="*/ 137850 w 318490"/>
              <a:gd name="csY45" fmla="*/ 216729 h 227740"/>
              <a:gd name="csX46" fmla="*/ 130751 w 318490"/>
              <a:gd name="csY46" fmla="*/ 227717 h 227740"/>
              <a:gd name="csX47" fmla="*/ 114616 w 318490"/>
              <a:gd name="csY47" fmla="*/ 224041 h 2277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Lst>
            <a:rect l="l" t="t" r="r" b="b"/>
            <a:pathLst>
              <a:path w="318490" h="227740">
                <a:moveTo>
                  <a:pt x="114616" y="224041"/>
                </a:moveTo>
                <a:cubicBezTo>
                  <a:pt x="109647" y="222127"/>
                  <a:pt x="102198" y="220473"/>
                  <a:pt x="98063" y="220365"/>
                </a:cubicBezTo>
                <a:cubicBezTo>
                  <a:pt x="93928" y="220257"/>
                  <a:pt x="85216" y="216803"/>
                  <a:pt x="78702" y="212689"/>
                </a:cubicBezTo>
                <a:cubicBezTo>
                  <a:pt x="72189" y="208575"/>
                  <a:pt x="60497" y="203884"/>
                  <a:pt x="52720" y="202264"/>
                </a:cubicBezTo>
                <a:cubicBezTo>
                  <a:pt x="38260" y="199253"/>
                  <a:pt x="16521" y="188291"/>
                  <a:pt x="16521" y="184010"/>
                </a:cubicBezTo>
                <a:cubicBezTo>
                  <a:pt x="16521" y="182699"/>
                  <a:pt x="13232" y="177811"/>
                  <a:pt x="9212" y="173147"/>
                </a:cubicBezTo>
                <a:cubicBezTo>
                  <a:pt x="-1729" y="160453"/>
                  <a:pt x="-2493" y="156209"/>
                  <a:pt x="4642" y="147730"/>
                </a:cubicBezTo>
                <a:cubicBezTo>
                  <a:pt x="8064" y="143663"/>
                  <a:pt x="11290" y="139060"/>
                  <a:pt x="11809" y="137502"/>
                </a:cubicBezTo>
                <a:cubicBezTo>
                  <a:pt x="12328" y="135944"/>
                  <a:pt x="16546" y="134562"/>
                  <a:pt x="21183" y="134430"/>
                </a:cubicBezTo>
                <a:cubicBezTo>
                  <a:pt x="25819" y="134298"/>
                  <a:pt x="30243" y="133171"/>
                  <a:pt x="31013" y="131925"/>
                </a:cubicBezTo>
                <a:cubicBezTo>
                  <a:pt x="31783" y="130679"/>
                  <a:pt x="36222" y="130374"/>
                  <a:pt x="40878" y="131248"/>
                </a:cubicBezTo>
                <a:cubicBezTo>
                  <a:pt x="48236" y="132628"/>
                  <a:pt x="51244" y="131288"/>
                  <a:pt x="63873" y="121001"/>
                </a:cubicBezTo>
                <a:cubicBezTo>
                  <a:pt x="71865" y="114492"/>
                  <a:pt x="80808" y="109166"/>
                  <a:pt x="83748" y="109166"/>
                </a:cubicBezTo>
                <a:cubicBezTo>
                  <a:pt x="91503" y="109166"/>
                  <a:pt x="104649" y="93888"/>
                  <a:pt x="103738" y="85934"/>
                </a:cubicBezTo>
                <a:cubicBezTo>
                  <a:pt x="103134" y="80649"/>
                  <a:pt x="101713" y="79568"/>
                  <a:pt x="95901" y="79966"/>
                </a:cubicBezTo>
                <a:cubicBezTo>
                  <a:pt x="90126" y="80361"/>
                  <a:pt x="88802" y="79374"/>
                  <a:pt x="88802" y="74674"/>
                </a:cubicBezTo>
                <a:cubicBezTo>
                  <a:pt x="88802" y="71496"/>
                  <a:pt x="87597" y="67691"/>
                  <a:pt x="86125" y="66219"/>
                </a:cubicBezTo>
                <a:cubicBezTo>
                  <a:pt x="84276" y="64370"/>
                  <a:pt x="84276" y="61362"/>
                  <a:pt x="86125" y="56499"/>
                </a:cubicBezTo>
                <a:cubicBezTo>
                  <a:pt x="87597" y="52626"/>
                  <a:pt x="88802" y="48595"/>
                  <a:pt x="88802" y="47540"/>
                </a:cubicBezTo>
                <a:cubicBezTo>
                  <a:pt x="88802" y="45033"/>
                  <a:pt x="71424" y="37411"/>
                  <a:pt x="60913" y="35309"/>
                </a:cubicBezTo>
                <a:cubicBezTo>
                  <a:pt x="51581" y="33443"/>
                  <a:pt x="51150" y="32448"/>
                  <a:pt x="56419" y="24926"/>
                </a:cubicBezTo>
                <a:cubicBezTo>
                  <a:pt x="59183" y="20980"/>
                  <a:pt x="64034" y="19164"/>
                  <a:pt x="74769" y="18056"/>
                </a:cubicBezTo>
                <a:cubicBezTo>
                  <a:pt x="84042" y="17099"/>
                  <a:pt x="92933" y="14187"/>
                  <a:pt x="99155" y="10069"/>
                </a:cubicBezTo>
                <a:cubicBezTo>
                  <a:pt x="106450" y="5242"/>
                  <a:pt x="114000" y="3130"/>
                  <a:pt x="128747" y="1794"/>
                </a:cubicBezTo>
                <a:lnTo>
                  <a:pt x="148545" y="0"/>
                </a:lnTo>
                <a:lnTo>
                  <a:pt x="155959" y="8117"/>
                </a:lnTo>
                <a:cubicBezTo>
                  <a:pt x="164608" y="17586"/>
                  <a:pt x="168428" y="18134"/>
                  <a:pt x="176571" y="11071"/>
                </a:cubicBezTo>
                <a:cubicBezTo>
                  <a:pt x="187391" y="1687"/>
                  <a:pt x="199804" y="7069"/>
                  <a:pt x="199804" y="21145"/>
                </a:cubicBezTo>
                <a:cubicBezTo>
                  <a:pt x="199804" y="30772"/>
                  <a:pt x="209395" y="36261"/>
                  <a:pt x="218086" y="31610"/>
                </a:cubicBezTo>
                <a:cubicBezTo>
                  <a:pt x="228270" y="26160"/>
                  <a:pt x="241869" y="26426"/>
                  <a:pt x="246412" y="32163"/>
                </a:cubicBezTo>
                <a:cubicBezTo>
                  <a:pt x="249505" y="36068"/>
                  <a:pt x="254126" y="37384"/>
                  <a:pt x="266539" y="37891"/>
                </a:cubicBezTo>
                <a:cubicBezTo>
                  <a:pt x="279978" y="38440"/>
                  <a:pt x="284000" y="37555"/>
                  <a:pt x="290777" y="32555"/>
                </a:cubicBezTo>
                <a:cubicBezTo>
                  <a:pt x="299613" y="26036"/>
                  <a:pt x="310548" y="24752"/>
                  <a:pt x="315453" y="29658"/>
                </a:cubicBezTo>
                <a:cubicBezTo>
                  <a:pt x="319191" y="33396"/>
                  <a:pt x="319612" y="49793"/>
                  <a:pt x="315970" y="49793"/>
                </a:cubicBezTo>
                <a:cubicBezTo>
                  <a:pt x="314550" y="49793"/>
                  <a:pt x="313388" y="52020"/>
                  <a:pt x="313388" y="54741"/>
                </a:cubicBezTo>
                <a:cubicBezTo>
                  <a:pt x="313388" y="57462"/>
                  <a:pt x="312353" y="60076"/>
                  <a:pt x="311088" y="60549"/>
                </a:cubicBezTo>
                <a:cubicBezTo>
                  <a:pt x="309822" y="61023"/>
                  <a:pt x="307664" y="73315"/>
                  <a:pt x="306292" y="87865"/>
                </a:cubicBezTo>
                <a:cubicBezTo>
                  <a:pt x="303509" y="117372"/>
                  <a:pt x="292552" y="147689"/>
                  <a:pt x="284623" y="147819"/>
                </a:cubicBezTo>
                <a:cubicBezTo>
                  <a:pt x="279191" y="147908"/>
                  <a:pt x="277248" y="153157"/>
                  <a:pt x="277248" y="167736"/>
                </a:cubicBezTo>
                <a:cubicBezTo>
                  <a:pt x="277248" y="177878"/>
                  <a:pt x="276652" y="179163"/>
                  <a:pt x="272730" y="177484"/>
                </a:cubicBezTo>
                <a:cubicBezTo>
                  <a:pt x="262382" y="173052"/>
                  <a:pt x="240695" y="170306"/>
                  <a:pt x="214235" y="170076"/>
                </a:cubicBezTo>
                <a:cubicBezTo>
                  <a:pt x="194190" y="169901"/>
                  <a:pt x="185756" y="168900"/>
                  <a:pt x="184978" y="166604"/>
                </a:cubicBezTo>
                <a:cubicBezTo>
                  <a:pt x="183149" y="161204"/>
                  <a:pt x="162610" y="162574"/>
                  <a:pt x="157292" y="168449"/>
                </a:cubicBezTo>
                <a:cubicBezTo>
                  <a:pt x="153074" y="173111"/>
                  <a:pt x="152885" y="176707"/>
                  <a:pt x="156212" y="189010"/>
                </a:cubicBezTo>
                <a:cubicBezTo>
                  <a:pt x="156777" y="191099"/>
                  <a:pt x="153007" y="195490"/>
                  <a:pt x="147530" y="199123"/>
                </a:cubicBezTo>
                <a:cubicBezTo>
                  <a:pt x="138821" y="204900"/>
                  <a:pt x="137850" y="206668"/>
                  <a:pt x="137850" y="216729"/>
                </a:cubicBezTo>
                <a:cubicBezTo>
                  <a:pt x="137850" y="227257"/>
                  <a:pt x="137433" y="227902"/>
                  <a:pt x="130751" y="227717"/>
                </a:cubicBezTo>
                <a:cubicBezTo>
                  <a:pt x="126846" y="227609"/>
                  <a:pt x="119586" y="225955"/>
                  <a:pt x="114616" y="224041"/>
                </a:cubicBezTo>
                <a:close/>
              </a:path>
            </a:pathLst>
          </a:custGeom>
          <a:solidFill>
            <a:srgbClr val="B9B9B9"/>
          </a:solidFill>
          <a:ln w="5163" cap="flat">
            <a:noFill/>
            <a:prstDash val="solid"/>
            <a:miter/>
          </a:ln>
        </p:spPr>
        <p:txBody>
          <a:bodyPr/>
          <a:lstStyle/>
          <a:p>
            <a:endParaRPr lang="es-419" noProof="0" dirty="0"/>
          </a:p>
        </p:txBody>
      </p:sp>
      <p:sp>
        <p:nvSpPr>
          <p:cNvPr id="66" name="Forma libre: forma 65">
            <a:extLst>
              <a:ext uri="{FF2B5EF4-FFF2-40B4-BE49-F238E27FC236}">
                <a16:creationId xmlns:a16="http://schemas.microsoft.com/office/drawing/2014/main" id="{A0D3C23C-CEE6-539F-0DC9-335FA1B7D51B}"/>
              </a:ext>
            </a:extLst>
          </p:cNvPr>
          <p:cNvSpPr/>
          <p:nvPr/>
        </p:nvSpPr>
        <p:spPr>
          <a:xfrm>
            <a:off x="1557246" y="2384328"/>
            <a:ext cx="70794" cy="61560"/>
          </a:xfrm>
          <a:custGeom>
            <a:avLst/>
            <a:gdLst>
              <a:gd name="csX0" fmla="*/ 30977 w 70794"/>
              <a:gd name="csY0" fmla="*/ 53817 h 61560"/>
              <a:gd name="csX1" fmla="*/ 18070 w 70794"/>
              <a:gd name="csY1" fmla="*/ 49863 h 61560"/>
              <a:gd name="csX2" fmla="*/ 14198 w 70794"/>
              <a:gd name="csY2" fmla="*/ 52169 h 61560"/>
              <a:gd name="csX3" fmla="*/ 10326 w 70794"/>
              <a:gd name="csY3" fmla="*/ 47062 h 61560"/>
              <a:gd name="csX4" fmla="*/ 5163 w 70794"/>
              <a:gd name="csY4" fmla="*/ 39020 h 61560"/>
              <a:gd name="csX5" fmla="*/ 0 w 70794"/>
              <a:gd name="csY5" fmla="*/ 32748 h 61560"/>
              <a:gd name="csX6" fmla="*/ 10326 w 70794"/>
              <a:gd name="csY6" fmla="*/ 18967 h 61560"/>
              <a:gd name="csX7" fmla="*/ 20652 w 70794"/>
              <a:gd name="csY7" fmla="*/ 3034 h 61560"/>
              <a:gd name="csX8" fmla="*/ 30332 w 70794"/>
              <a:gd name="csY8" fmla="*/ 698 h 61560"/>
              <a:gd name="csX9" fmla="*/ 54210 w 70794"/>
              <a:gd name="csY9" fmla="*/ 10137 h 61560"/>
              <a:gd name="csX10" fmla="*/ 63267 w 70794"/>
              <a:gd name="csY10" fmla="*/ 15095 h 61560"/>
              <a:gd name="csX11" fmla="*/ 69100 w 70794"/>
              <a:gd name="csY11" fmla="*/ 20258 h 61560"/>
              <a:gd name="csX12" fmla="*/ 69100 w 70794"/>
              <a:gd name="csY12" fmla="*/ 30584 h 61560"/>
              <a:gd name="csX13" fmla="*/ 69721 w 70794"/>
              <a:gd name="csY13" fmla="*/ 35746 h 61560"/>
              <a:gd name="csX14" fmla="*/ 67118 w 70794"/>
              <a:gd name="csY14" fmla="*/ 44803 h 61560"/>
              <a:gd name="csX15" fmla="*/ 61618 w 70794"/>
              <a:gd name="csY15" fmla="*/ 50612 h 61560"/>
              <a:gd name="csX16" fmla="*/ 54931 w 70794"/>
              <a:gd name="csY16" fmla="*/ 50644 h 61560"/>
              <a:gd name="csX17" fmla="*/ 37735 w 70794"/>
              <a:gd name="csY17" fmla="*/ 61561 h 61560"/>
              <a:gd name="csX18" fmla="*/ 30977 w 70794"/>
              <a:gd name="csY18" fmla="*/ 53817 h 615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70794" h="61560">
                <a:moveTo>
                  <a:pt x="30977" y="53817"/>
                </a:moveTo>
                <a:cubicBezTo>
                  <a:pt x="25158" y="45644"/>
                  <a:pt x="18070" y="43473"/>
                  <a:pt x="18070" y="49863"/>
                </a:cubicBezTo>
                <a:cubicBezTo>
                  <a:pt x="18070" y="52173"/>
                  <a:pt x="16557" y="53074"/>
                  <a:pt x="14198" y="52169"/>
                </a:cubicBezTo>
                <a:cubicBezTo>
                  <a:pt x="12068" y="51351"/>
                  <a:pt x="10326" y="49053"/>
                  <a:pt x="10326" y="47062"/>
                </a:cubicBezTo>
                <a:cubicBezTo>
                  <a:pt x="10326" y="45070"/>
                  <a:pt x="8003" y="41451"/>
                  <a:pt x="5163" y="39020"/>
                </a:cubicBezTo>
                <a:cubicBezTo>
                  <a:pt x="2323" y="36588"/>
                  <a:pt x="0" y="33766"/>
                  <a:pt x="0" y="32748"/>
                </a:cubicBezTo>
                <a:cubicBezTo>
                  <a:pt x="0" y="31730"/>
                  <a:pt x="4647" y="25529"/>
                  <a:pt x="10326" y="18967"/>
                </a:cubicBezTo>
                <a:cubicBezTo>
                  <a:pt x="16005" y="12405"/>
                  <a:pt x="20652" y="5235"/>
                  <a:pt x="20652" y="3034"/>
                </a:cubicBezTo>
                <a:cubicBezTo>
                  <a:pt x="20652" y="-166"/>
                  <a:pt x="22592" y="-634"/>
                  <a:pt x="30332" y="698"/>
                </a:cubicBezTo>
                <a:cubicBezTo>
                  <a:pt x="52748" y="4557"/>
                  <a:pt x="54210" y="5134"/>
                  <a:pt x="54210" y="10137"/>
                </a:cubicBezTo>
                <a:cubicBezTo>
                  <a:pt x="54210" y="14084"/>
                  <a:pt x="56056" y="15095"/>
                  <a:pt x="63267" y="15095"/>
                </a:cubicBezTo>
                <a:cubicBezTo>
                  <a:pt x="71678" y="15095"/>
                  <a:pt x="72094" y="15463"/>
                  <a:pt x="69100" y="20258"/>
                </a:cubicBezTo>
                <a:cubicBezTo>
                  <a:pt x="66522" y="24386"/>
                  <a:pt x="66522" y="26456"/>
                  <a:pt x="69100" y="30584"/>
                </a:cubicBezTo>
                <a:cubicBezTo>
                  <a:pt x="71011" y="33644"/>
                  <a:pt x="71264" y="35746"/>
                  <a:pt x="69721" y="35746"/>
                </a:cubicBezTo>
                <a:cubicBezTo>
                  <a:pt x="68289" y="35746"/>
                  <a:pt x="67118" y="39822"/>
                  <a:pt x="67118" y="44803"/>
                </a:cubicBezTo>
                <a:cubicBezTo>
                  <a:pt x="67118" y="53341"/>
                  <a:pt x="66802" y="53674"/>
                  <a:pt x="61618" y="50612"/>
                </a:cubicBezTo>
                <a:cubicBezTo>
                  <a:pt x="57188" y="47995"/>
                  <a:pt x="55886" y="48002"/>
                  <a:pt x="54931" y="50644"/>
                </a:cubicBezTo>
                <a:cubicBezTo>
                  <a:pt x="53898" y="53500"/>
                  <a:pt x="41201" y="61561"/>
                  <a:pt x="37735" y="61561"/>
                </a:cubicBezTo>
                <a:cubicBezTo>
                  <a:pt x="37051" y="61561"/>
                  <a:pt x="34010" y="58076"/>
                  <a:pt x="30977" y="53817"/>
                </a:cubicBezTo>
                <a:close/>
              </a:path>
            </a:pathLst>
          </a:custGeom>
          <a:solidFill>
            <a:srgbClr val="B9B9B9"/>
          </a:solidFill>
          <a:ln w="5163" cap="flat">
            <a:noFill/>
            <a:prstDash val="solid"/>
            <a:miter/>
          </a:ln>
        </p:spPr>
        <p:txBody>
          <a:bodyPr/>
          <a:lstStyle/>
          <a:p>
            <a:endParaRPr lang="es-419" noProof="0" dirty="0"/>
          </a:p>
        </p:txBody>
      </p:sp>
      <p:sp>
        <p:nvSpPr>
          <p:cNvPr id="67" name="Forma libre: forma 66">
            <a:extLst>
              <a:ext uri="{FF2B5EF4-FFF2-40B4-BE49-F238E27FC236}">
                <a16:creationId xmlns:a16="http://schemas.microsoft.com/office/drawing/2014/main" id="{3ECEA87D-76E2-F9B8-F2D2-548540244B32}"/>
              </a:ext>
            </a:extLst>
          </p:cNvPr>
          <p:cNvSpPr/>
          <p:nvPr/>
        </p:nvSpPr>
        <p:spPr>
          <a:xfrm>
            <a:off x="1478193" y="2273156"/>
            <a:ext cx="153622" cy="170128"/>
          </a:xfrm>
          <a:custGeom>
            <a:avLst/>
            <a:gdLst>
              <a:gd name="csX0" fmla="*/ 8493 w 153622"/>
              <a:gd name="csY0" fmla="*/ 168431 h 170128"/>
              <a:gd name="csX1" fmla="*/ 6772 w 153622"/>
              <a:gd name="csY1" fmla="*/ 161418 h 170128"/>
              <a:gd name="csX2" fmla="*/ 2681 w 153622"/>
              <a:gd name="csY2" fmla="*/ 145415 h 170128"/>
              <a:gd name="csX3" fmla="*/ 5459 w 153622"/>
              <a:gd name="csY3" fmla="*/ 121148 h 170128"/>
              <a:gd name="csX4" fmla="*/ 14777 w 153622"/>
              <a:gd name="csY4" fmla="*/ 82726 h 170128"/>
              <a:gd name="csX5" fmla="*/ 25155 w 153622"/>
              <a:gd name="csY5" fmla="*/ 43661 h 170128"/>
              <a:gd name="csX6" fmla="*/ 27423 w 153622"/>
              <a:gd name="csY6" fmla="*/ 32229 h 170128"/>
              <a:gd name="csX7" fmla="*/ 31172 w 153622"/>
              <a:gd name="csY7" fmla="*/ 17047 h 170128"/>
              <a:gd name="csX8" fmla="*/ 33221 w 153622"/>
              <a:gd name="csY8" fmla="*/ 11598 h 170128"/>
              <a:gd name="csX9" fmla="*/ 37362 w 153622"/>
              <a:gd name="csY9" fmla="*/ 8370 h 170128"/>
              <a:gd name="csX10" fmla="*/ 41848 w 153622"/>
              <a:gd name="csY10" fmla="*/ 3309 h 170128"/>
              <a:gd name="csX11" fmla="*/ 51947 w 153622"/>
              <a:gd name="csY11" fmla="*/ 4939 h 170128"/>
              <a:gd name="csX12" fmla="*/ 67990 w 153622"/>
              <a:gd name="csY12" fmla="*/ 10085 h 170128"/>
              <a:gd name="csX13" fmla="*/ 82983 w 153622"/>
              <a:gd name="csY13" fmla="*/ 28865 h 170128"/>
              <a:gd name="csX14" fmla="*/ 93236 w 153622"/>
              <a:gd name="csY14" fmla="*/ 38498 h 170128"/>
              <a:gd name="csX15" fmla="*/ 103025 w 153622"/>
              <a:gd name="csY15" fmla="*/ 33366 h 170128"/>
              <a:gd name="csX16" fmla="*/ 120832 w 153622"/>
              <a:gd name="csY16" fmla="*/ 24595 h 170128"/>
              <a:gd name="csX17" fmla="*/ 122064 w 153622"/>
              <a:gd name="csY17" fmla="*/ 33182 h 170128"/>
              <a:gd name="csX18" fmla="*/ 135261 w 153622"/>
              <a:gd name="csY18" fmla="*/ 39968 h 170128"/>
              <a:gd name="csX19" fmla="*/ 152396 w 153622"/>
              <a:gd name="csY19" fmla="*/ 46930 h 170128"/>
              <a:gd name="csX20" fmla="*/ 149002 w 153622"/>
              <a:gd name="csY20" fmla="*/ 58232 h 170128"/>
              <a:gd name="csX21" fmla="*/ 146552 w 153622"/>
              <a:gd name="csY21" fmla="*/ 64545 h 170128"/>
              <a:gd name="csX22" fmla="*/ 148358 w 153622"/>
              <a:gd name="csY22" fmla="*/ 121402 h 170128"/>
              <a:gd name="csX23" fmla="*/ 135844 w 153622"/>
              <a:gd name="csY23" fmla="*/ 118523 h 170128"/>
              <a:gd name="csX24" fmla="*/ 131972 w 153622"/>
              <a:gd name="csY24" fmla="*/ 113360 h 170128"/>
              <a:gd name="csX25" fmla="*/ 128062 w 153622"/>
              <a:gd name="csY25" fmla="*/ 103679 h 170128"/>
              <a:gd name="csX26" fmla="*/ 124378 w 153622"/>
              <a:gd name="csY26" fmla="*/ 87545 h 170128"/>
              <a:gd name="csX27" fmla="*/ 116378 w 153622"/>
              <a:gd name="csY27" fmla="*/ 72702 h 170128"/>
              <a:gd name="csX28" fmla="*/ 107448 w 153622"/>
              <a:gd name="csY28" fmla="*/ 67912 h 170128"/>
              <a:gd name="csX29" fmla="*/ 99376 w 153622"/>
              <a:gd name="csY29" fmla="*/ 80152 h 170128"/>
              <a:gd name="csX30" fmla="*/ 94468 w 153622"/>
              <a:gd name="csY30" fmla="*/ 101141 h 170128"/>
              <a:gd name="csX31" fmla="*/ 81766 w 153622"/>
              <a:gd name="csY31" fmla="*/ 133635 h 170128"/>
              <a:gd name="csX32" fmla="*/ 65090 w 153622"/>
              <a:gd name="csY32" fmla="*/ 140680 h 170128"/>
              <a:gd name="csX33" fmla="*/ 53260 w 153622"/>
              <a:gd name="csY33" fmla="*/ 146865 h 170128"/>
              <a:gd name="csX34" fmla="*/ 38902 w 153622"/>
              <a:gd name="csY34" fmla="*/ 154663 h 170128"/>
              <a:gd name="csX35" fmla="*/ 22260 w 153622"/>
              <a:gd name="csY35" fmla="*/ 162407 h 170128"/>
              <a:gd name="csX36" fmla="*/ 8493 w 153622"/>
              <a:gd name="csY36" fmla="*/ 168431 h 17012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Lst>
            <a:rect l="l" t="t" r="r" b="b"/>
            <a:pathLst>
              <a:path w="153622" h="170128">
                <a:moveTo>
                  <a:pt x="8493" y="168431"/>
                </a:moveTo>
                <a:cubicBezTo>
                  <a:pt x="7546" y="167484"/>
                  <a:pt x="6772" y="164329"/>
                  <a:pt x="6772" y="161418"/>
                </a:cubicBezTo>
                <a:cubicBezTo>
                  <a:pt x="6772" y="158508"/>
                  <a:pt x="4931" y="151306"/>
                  <a:pt x="2681" y="145415"/>
                </a:cubicBezTo>
                <a:cubicBezTo>
                  <a:pt x="-1298" y="134996"/>
                  <a:pt x="-1222" y="134332"/>
                  <a:pt x="5459" y="121148"/>
                </a:cubicBezTo>
                <a:cubicBezTo>
                  <a:pt x="10516" y="111168"/>
                  <a:pt x="12973" y="101035"/>
                  <a:pt x="14777" y="82726"/>
                </a:cubicBezTo>
                <a:cubicBezTo>
                  <a:pt x="17244" y="57676"/>
                  <a:pt x="20967" y="43661"/>
                  <a:pt x="25155" y="43661"/>
                </a:cubicBezTo>
                <a:cubicBezTo>
                  <a:pt x="26403" y="43661"/>
                  <a:pt x="27423" y="38516"/>
                  <a:pt x="27423" y="32229"/>
                </a:cubicBezTo>
                <a:cubicBezTo>
                  <a:pt x="27423" y="25675"/>
                  <a:pt x="29023" y="19196"/>
                  <a:pt x="31172" y="17047"/>
                </a:cubicBezTo>
                <a:cubicBezTo>
                  <a:pt x="33235" y="14985"/>
                  <a:pt x="34156" y="12533"/>
                  <a:pt x="33221" y="11598"/>
                </a:cubicBezTo>
                <a:cubicBezTo>
                  <a:pt x="32286" y="10662"/>
                  <a:pt x="34150" y="9210"/>
                  <a:pt x="37362" y="8370"/>
                </a:cubicBezTo>
                <a:cubicBezTo>
                  <a:pt x="40925" y="7438"/>
                  <a:pt x="42675" y="5464"/>
                  <a:pt x="41848" y="3309"/>
                </a:cubicBezTo>
                <a:cubicBezTo>
                  <a:pt x="39982" y="-1555"/>
                  <a:pt x="42837" y="-1094"/>
                  <a:pt x="51947" y="4939"/>
                </a:cubicBezTo>
                <a:cubicBezTo>
                  <a:pt x="56206" y="7760"/>
                  <a:pt x="63426" y="10076"/>
                  <a:pt x="67990" y="10085"/>
                </a:cubicBezTo>
                <a:cubicBezTo>
                  <a:pt x="77231" y="10104"/>
                  <a:pt x="80149" y="13759"/>
                  <a:pt x="82983" y="28865"/>
                </a:cubicBezTo>
                <a:cubicBezTo>
                  <a:pt x="84632" y="37657"/>
                  <a:pt x="85527" y="38498"/>
                  <a:pt x="93236" y="38498"/>
                </a:cubicBezTo>
                <a:cubicBezTo>
                  <a:pt x="99495" y="38498"/>
                  <a:pt x="102031" y="37168"/>
                  <a:pt x="103025" y="33366"/>
                </a:cubicBezTo>
                <a:cubicBezTo>
                  <a:pt x="104466" y="27855"/>
                  <a:pt x="116509" y="21923"/>
                  <a:pt x="120832" y="24595"/>
                </a:cubicBezTo>
                <a:cubicBezTo>
                  <a:pt x="122276" y="25487"/>
                  <a:pt x="122830" y="29351"/>
                  <a:pt x="122064" y="33182"/>
                </a:cubicBezTo>
                <a:cubicBezTo>
                  <a:pt x="120679" y="40107"/>
                  <a:pt x="120757" y="40147"/>
                  <a:pt x="135261" y="39968"/>
                </a:cubicBezTo>
                <a:cubicBezTo>
                  <a:pt x="148934" y="39800"/>
                  <a:pt x="150012" y="40238"/>
                  <a:pt x="152396" y="46930"/>
                </a:cubicBezTo>
                <a:cubicBezTo>
                  <a:pt x="154575" y="53045"/>
                  <a:pt x="154087" y="54670"/>
                  <a:pt x="149002" y="58232"/>
                </a:cubicBezTo>
                <a:cubicBezTo>
                  <a:pt x="144363" y="61481"/>
                  <a:pt x="143827" y="62863"/>
                  <a:pt x="146552" y="64545"/>
                </a:cubicBezTo>
                <a:cubicBezTo>
                  <a:pt x="151618" y="67671"/>
                  <a:pt x="153227" y="118317"/>
                  <a:pt x="148358" y="121402"/>
                </a:cubicBezTo>
                <a:cubicBezTo>
                  <a:pt x="142062" y="125392"/>
                  <a:pt x="135844" y="123962"/>
                  <a:pt x="135844" y="118523"/>
                </a:cubicBezTo>
                <a:cubicBezTo>
                  <a:pt x="135844" y="115655"/>
                  <a:pt x="134123" y="113360"/>
                  <a:pt x="131972" y="113360"/>
                </a:cubicBezTo>
                <a:cubicBezTo>
                  <a:pt x="129225" y="113360"/>
                  <a:pt x="128089" y="110546"/>
                  <a:pt x="128062" y="103679"/>
                </a:cubicBezTo>
                <a:cubicBezTo>
                  <a:pt x="128041" y="98355"/>
                  <a:pt x="126383" y="91095"/>
                  <a:pt x="124378" y="87545"/>
                </a:cubicBezTo>
                <a:cubicBezTo>
                  <a:pt x="122373" y="83996"/>
                  <a:pt x="118773" y="77316"/>
                  <a:pt x="116378" y="72702"/>
                </a:cubicBezTo>
                <a:cubicBezTo>
                  <a:pt x="111867" y="64011"/>
                  <a:pt x="107448" y="61641"/>
                  <a:pt x="107448" y="67912"/>
                </a:cubicBezTo>
                <a:cubicBezTo>
                  <a:pt x="107448" y="69891"/>
                  <a:pt x="103816" y="75399"/>
                  <a:pt x="99376" y="80152"/>
                </a:cubicBezTo>
                <a:cubicBezTo>
                  <a:pt x="91445" y="88642"/>
                  <a:pt x="91359" y="89010"/>
                  <a:pt x="94468" y="101141"/>
                </a:cubicBezTo>
                <a:cubicBezTo>
                  <a:pt x="97988" y="114877"/>
                  <a:pt x="97068" y="117230"/>
                  <a:pt x="81766" y="133635"/>
                </a:cubicBezTo>
                <a:cubicBezTo>
                  <a:pt x="74766" y="141139"/>
                  <a:pt x="72544" y="142078"/>
                  <a:pt x="65090" y="140680"/>
                </a:cubicBezTo>
                <a:cubicBezTo>
                  <a:pt x="57313" y="139221"/>
                  <a:pt x="56181" y="139812"/>
                  <a:pt x="53260" y="146865"/>
                </a:cubicBezTo>
                <a:cubicBezTo>
                  <a:pt x="50372" y="153836"/>
                  <a:pt x="48850" y="154663"/>
                  <a:pt x="38902" y="154663"/>
                </a:cubicBezTo>
                <a:cubicBezTo>
                  <a:pt x="29485" y="154663"/>
                  <a:pt x="26927" y="155853"/>
                  <a:pt x="22260" y="162407"/>
                </a:cubicBezTo>
                <a:cubicBezTo>
                  <a:pt x="16933" y="169889"/>
                  <a:pt x="12076" y="172014"/>
                  <a:pt x="8493" y="168431"/>
                </a:cubicBezTo>
                <a:close/>
              </a:path>
            </a:pathLst>
          </a:custGeom>
          <a:solidFill>
            <a:srgbClr val="B9B9B9"/>
          </a:solidFill>
          <a:ln w="5163" cap="flat">
            <a:noFill/>
            <a:prstDash val="solid"/>
            <a:miter/>
          </a:ln>
        </p:spPr>
        <p:txBody>
          <a:bodyPr/>
          <a:lstStyle/>
          <a:p>
            <a:endParaRPr lang="es-419" noProof="0" dirty="0"/>
          </a:p>
        </p:txBody>
      </p:sp>
      <p:grpSp>
        <p:nvGrpSpPr>
          <p:cNvPr id="68" name="Gráfico 39">
            <a:extLst>
              <a:ext uri="{FF2B5EF4-FFF2-40B4-BE49-F238E27FC236}">
                <a16:creationId xmlns:a16="http://schemas.microsoft.com/office/drawing/2014/main" id="{0E335468-BF30-C361-4064-7F313DADB70A}"/>
              </a:ext>
            </a:extLst>
          </p:cNvPr>
          <p:cNvGrpSpPr/>
          <p:nvPr/>
        </p:nvGrpSpPr>
        <p:grpSpPr>
          <a:xfrm>
            <a:off x="2169009" y="2212045"/>
            <a:ext cx="273705" cy="260208"/>
            <a:chOff x="2169009" y="2212045"/>
            <a:chExt cx="273705" cy="260208"/>
          </a:xfrm>
          <a:solidFill>
            <a:srgbClr val="B9B9B9"/>
          </a:solidFill>
        </p:grpSpPr>
        <p:sp>
          <p:nvSpPr>
            <p:cNvPr id="69" name="Forma libre: forma 68">
              <a:extLst>
                <a:ext uri="{FF2B5EF4-FFF2-40B4-BE49-F238E27FC236}">
                  <a16:creationId xmlns:a16="http://schemas.microsoft.com/office/drawing/2014/main" id="{5F7B8737-7D43-35F6-1AC2-862D7C523763}"/>
                </a:ext>
              </a:extLst>
            </p:cNvPr>
            <p:cNvSpPr/>
            <p:nvPr/>
          </p:nvSpPr>
          <p:spPr>
            <a:xfrm>
              <a:off x="2169009" y="2212045"/>
              <a:ext cx="273705" cy="260208"/>
            </a:xfrm>
            <a:custGeom>
              <a:avLst/>
              <a:gdLst>
                <a:gd name="csX0" fmla="*/ 136396 w 273705"/>
                <a:gd name="csY0" fmla="*/ 251544 h 260208"/>
                <a:gd name="csX1" fmla="*/ 123951 w 273705"/>
                <a:gd name="csY1" fmla="*/ 241399 h 260208"/>
                <a:gd name="csX2" fmla="*/ 100178 w 273705"/>
                <a:gd name="csY2" fmla="*/ 233837 h 260208"/>
                <a:gd name="csX3" fmla="*/ 81199 w 273705"/>
                <a:gd name="csY3" fmla="*/ 230865 h 260208"/>
                <a:gd name="csX4" fmla="*/ 75979 w 273705"/>
                <a:gd name="csY4" fmla="*/ 240363 h 260208"/>
                <a:gd name="csX5" fmla="*/ 67894 w 273705"/>
                <a:gd name="csY5" fmla="*/ 246752 h 260208"/>
                <a:gd name="csX6" fmla="*/ 29911 w 273705"/>
                <a:gd name="csY6" fmla="*/ 227450 h 260208"/>
                <a:gd name="csX7" fmla="*/ 28472 w 273705"/>
                <a:gd name="csY7" fmla="*/ 213064 h 260208"/>
                <a:gd name="csX8" fmla="*/ 12481 w 273705"/>
                <a:gd name="csY8" fmla="*/ 197704 h 260208"/>
                <a:gd name="csX9" fmla="*/ 1103 w 273705"/>
                <a:gd name="csY9" fmla="*/ 191257 h 260208"/>
                <a:gd name="csX10" fmla="*/ 24560 w 273705"/>
                <a:gd name="csY10" fmla="*/ 177413 h 260208"/>
                <a:gd name="csX11" fmla="*/ 49357 w 273705"/>
                <a:gd name="csY11" fmla="*/ 181249 h 260208"/>
                <a:gd name="csX12" fmla="*/ 33383 w 273705"/>
                <a:gd name="csY12" fmla="*/ 188440 h 260208"/>
                <a:gd name="csX13" fmla="*/ 18111 w 273705"/>
                <a:gd name="csY13" fmla="*/ 189801 h 260208"/>
                <a:gd name="csX14" fmla="*/ 23379 w 273705"/>
                <a:gd name="csY14" fmla="*/ 191217 h 260208"/>
                <a:gd name="csX15" fmla="*/ 42338 w 273705"/>
                <a:gd name="csY15" fmla="*/ 193852 h 260208"/>
                <a:gd name="csX16" fmla="*/ 54801 w 273705"/>
                <a:gd name="csY16" fmla="*/ 205031 h 260208"/>
                <a:gd name="csX17" fmla="*/ 53572 w 273705"/>
                <a:gd name="csY17" fmla="*/ 211902 h 260208"/>
                <a:gd name="csX18" fmla="*/ 58745 w 273705"/>
                <a:gd name="csY18" fmla="*/ 206739 h 260208"/>
                <a:gd name="csX19" fmla="*/ 62804 w 273705"/>
                <a:gd name="csY19" fmla="*/ 199640 h 260208"/>
                <a:gd name="csX20" fmla="*/ 78923 w 273705"/>
                <a:gd name="csY20" fmla="*/ 200342 h 260208"/>
                <a:gd name="csX21" fmla="*/ 84524 w 273705"/>
                <a:gd name="csY21" fmla="*/ 197871 h 260208"/>
                <a:gd name="csX22" fmla="*/ 91725 w 273705"/>
                <a:gd name="csY22" fmla="*/ 189946 h 260208"/>
                <a:gd name="csX23" fmla="*/ 100403 w 273705"/>
                <a:gd name="csY23" fmla="*/ 165765 h 260208"/>
                <a:gd name="csX24" fmla="*/ 96700 w 273705"/>
                <a:gd name="csY24" fmla="*/ 159218 h 260208"/>
                <a:gd name="csX25" fmla="*/ 94398 w 273705"/>
                <a:gd name="csY25" fmla="*/ 157998 h 260208"/>
                <a:gd name="csX26" fmla="*/ 90392 w 273705"/>
                <a:gd name="csY26" fmla="*/ 161840 h 260208"/>
                <a:gd name="csX27" fmla="*/ 87810 w 273705"/>
                <a:gd name="csY27" fmla="*/ 164145 h 260208"/>
                <a:gd name="csX28" fmla="*/ 100799 w 273705"/>
                <a:gd name="csY28" fmla="*/ 149016 h 260208"/>
                <a:gd name="csX29" fmla="*/ 118746 w 273705"/>
                <a:gd name="csY29" fmla="*/ 138331 h 260208"/>
                <a:gd name="csX30" fmla="*/ 133646 w 273705"/>
                <a:gd name="csY30" fmla="*/ 125809 h 260208"/>
                <a:gd name="csX31" fmla="*/ 149004 w 273705"/>
                <a:gd name="csY31" fmla="*/ 91807 h 260208"/>
                <a:gd name="csX32" fmla="*/ 157715 w 273705"/>
                <a:gd name="csY32" fmla="*/ 65895 h 260208"/>
                <a:gd name="csX33" fmla="*/ 163243 w 273705"/>
                <a:gd name="csY33" fmla="*/ 33397 h 260208"/>
                <a:gd name="csX34" fmla="*/ 165326 w 273705"/>
                <a:gd name="csY34" fmla="*/ 1486 h 260208"/>
                <a:gd name="csX35" fmla="*/ 167796 w 273705"/>
                <a:gd name="csY35" fmla="*/ 6032 h 260208"/>
                <a:gd name="csX36" fmla="*/ 180226 w 273705"/>
                <a:gd name="csY36" fmla="*/ 14421 h 260208"/>
                <a:gd name="csX37" fmla="*/ 195070 w 273705"/>
                <a:gd name="csY37" fmla="*/ 12027 h 260208"/>
                <a:gd name="csX38" fmla="*/ 227557 w 273705"/>
                <a:gd name="csY38" fmla="*/ 43889 h 260208"/>
                <a:gd name="csX39" fmla="*/ 257592 w 273705"/>
                <a:gd name="csY39" fmla="*/ 78146 h 260208"/>
                <a:gd name="csX40" fmla="*/ 261681 w 273705"/>
                <a:gd name="csY40" fmla="*/ 107593 h 260208"/>
                <a:gd name="csX41" fmla="*/ 273489 w 273705"/>
                <a:gd name="csY41" fmla="*/ 250266 h 260208"/>
                <a:gd name="csX42" fmla="*/ 218174 w 273705"/>
                <a:gd name="csY42" fmla="*/ 254247 h 260208"/>
                <a:gd name="csX43" fmla="*/ 150594 w 273705"/>
                <a:gd name="csY43" fmla="*/ 258722 h 260208"/>
                <a:gd name="csX44" fmla="*/ 137226 w 273705"/>
                <a:gd name="csY44" fmla="*/ 260208 h 260208"/>
                <a:gd name="csX45" fmla="*/ 136396 w 273705"/>
                <a:gd name="csY45" fmla="*/ 251544 h 2602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Lst>
              <a:rect l="l" t="t" r="r" b="b"/>
              <a:pathLst>
                <a:path w="273705" h="260208">
                  <a:moveTo>
                    <a:pt x="136396" y="251544"/>
                  </a:moveTo>
                  <a:cubicBezTo>
                    <a:pt x="135615" y="243380"/>
                    <a:pt x="134897" y="242794"/>
                    <a:pt x="123951" y="241399"/>
                  </a:cubicBezTo>
                  <a:cubicBezTo>
                    <a:pt x="117562" y="240584"/>
                    <a:pt x="106864" y="237181"/>
                    <a:pt x="100178" y="233837"/>
                  </a:cubicBezTo>
                  <a:cubicBezTo>
                    <a:pt x="89763" y="228627"/>
                    <a:pt x="87046" y="228201"/>
                    <a:pt x="81199" y="230865"/>
                  </a:cubicBezTo>
                  <a:cubicBezTo>
                    <a:pt x="75659" y="233390"/>
                    <a:pt x="74677" y="235176"/>
                    <a:pt x="75979" y="240363"/>
                  </a:cubicBezTo>
                  <a:cubicBezTo>
                    <a:pt x="77472" y="246311"/>
                    <a:pt x="76914" y="246752"/>
                    <a:pt x="67894" y="246752"/>
                  </a:cubicBezTo>
                  <a:cubicBezTo>
                    <a:pt x="55809" y="246752"/>
                    <a:pt x="31822" y="234563"/>
                    <a:pt x="29911" y="227450"/>
                  </a:cubicBezTo>
                  <a:cubicBezTo>
                    <a:pt x="29139" y="224578"/>
                    <a:pt x="28492" y="218104"/>
                    <a:pt x="28472" y="213064"/>
                  </a:cubicBezTo>
                  <a:cubicBezTo>
                    <a:pt x="28427" y="201349"/>
                    <a:pt x="24633" y="197704"/>
                    <a:pt x="12481" y="197704"/>
                  </a:cubicBezTo>
                  <a:cubicBezTo>
                    <a:pt x="4225" y="197704"/>
                    <a:pt x="2471" y="196710"/>
                    <a:pt x="1103" y="191257"/>
                  </a:cubicBezTo>
                  <a:cubicBezTo>
                    <a:pt x="-2114" y="178441"/>
                    <a:pt x="578" y="176853"/>
                    <a:pt x="24560" y="177413"/>
                  </a:cubicBezTo>
                  <a:cubicBezTo>
                    <a:pt x="38820" y="177746"/>
                    <a:pt x="47574" y="179100"/>
                    <a:pt x="49357" y="181249"/>
                  </a:cubicBezTo>
                  <a:cubicBezTo>
                    <a:pt x="54736" y="187730"/>
                    <a:pt x="49187" y="190228"/>
                    <a:pt x="33383" y="188440"/>
                  </a:cubicBezTo>
                  <a:cubicBezTo>
                    <a:pt x="22288" y="187184"/>
                    <a:pt x="18111" y="187556"/>
                    <a:pt x="18111" y="189801"/>
                  </a:cubicBezTo>
                  <a:cubicBezTo>
                    <a:pt x="18111" y="191735"/>
                    <a:pt x="20080" y="192265"/>
                    <a:pt x="23379" y="191217"/>
                  </a:cubicBezTo>
                  <a:cubicBezTo>
                    <a:pt x="26276" y="190298"/>
                    <a:pt x="34808" y="191483"/>
                    <a:pt x="42338" y="193852"/>
                  </a:cubicBezTo>
                  <a:cubicBezTo>
                    <a:pt x="54989" y="197831"/>
                    <a:pt x="55937" y="198681"/>
                    <a:pt x="54801" y="205031"/>
                  </a:cubicBezTo>
                  <a:lnTo>
                    <a:pt x="53572" y="211902"/>
                  </a:lnTo>
                  <a:lnTo>
                    <a:pt x="58745" y="206739"/>
                  </a:lnTo>
                  <a:cubicBezTo>
                    <a:pt x="61590" y="203900"/>
                    <a:pt x="63416" y="200705"/>
                    <a:pt x="62804" y="199640"/>
                  </a:cubicBezTo>
                  <a:cubicBezTo>
                    <a:pt x="61196" y="196843"/>
                    <a:pt x="70823" y="197262"/>
                    <a:pt x="78923" y="200342"/>
                  </a:cubicBezTo>
                  <a:cubicBezTo>
                    <a:pt x="85153" y="202711"/>
                    <a:pt x="85724" y="202459"/>
                    <a:pt x="84524" y="197871"/>
                  </a:cubicBezTo>
                  <a:cubicBezTo>
                    <a:pt x="83478" y="193868"/>
                    <a:pt x="85034" y="192154"/>
                    <a:pt x="91725" y="189946"/>
                  </a:cubicBezTo>
                  <a:cubicBezTo>
                    <a:pt x="104380" y="185769"/>
                    <a:pt x="109318" y="172009"/>
                    <a:pt x="100403" y="165765"/>
                  </a:cubicBezTo>
                  <a:cubicBezTo>
                    <a:pt x="97428" y="163681"/>
                    <a:pt x="95762" y="160736"/>
                    <a:pt x="96700" y="159218"/>
                  </a:cubicBezTo>
                  <a:cubicBezTo>
                    <a:pt x="97747" y="157525"/>
                    <a:pt x="96859" y="157053"/>
                    <a:pt x="94398" y="157998"/>
                  </a:cubicBezTo>
                  <a:cubicBezTo>
                    <a:pt x="92194" y="158843"/>
                    <a:pt x="90392" y="160572"/>
                    <a:pt x="90392" y="161840"/>
                  </a:cubicBezTo>
                  <a:cubicBezTo>
                    <a:pt x="90392" y="163108"/>
                    <a:pt x="89230" y="164145"/>
                    <a:pt x="87810" y="164145"/>
                  </a:cubicBezTo>
                  <a:cubicBezTo>
                    <a:pt x="81811" y="164145"/>
                    <a:pt x="86198" y="159036"/>
                    <a:pt x="100799" y="149016"/>
                  </a:cubicBezTo>
                  <a:cubicBezTo>
                    <a:pt x="109362" y="143139"/>
                    <a:pt x="117438" y="138331"/>
                    <a:pt x="118746" y="138331"/>
                  </a:cubicBezTo>
                  <a:cubicBezTo>
                    <a:pt x="120053" y="138331"/>
                    <a:pt x="126758" y="132696"/>
                    <a:pt x="133646" y="125809"/>
                  </a:cubicBezTo>
                  <a:cubicBezTo>
                    <a:pt x="145786" y="113669"/>
                    <a:pt x="146254" y="112631"/>
                    <a:pt x="149004" y="91807"/>
                  </a:cubicBezTo>
                  <a:cubicBezTo>
                    <a:pt x="151298" y="74430"/>
                    <a:pt x="152962" y="69481"/>
                    <a:pt x="157715" y="65895"/>
                  </a:cubicBezTo>
                  <a:cubicBezTo>
                    <a:pt x="163239" y="61729"/>
                    <a:pt x="163570" y="59784"/>
                    <a:pt x="163243" y="33397"/>
                  </a:cubicBezTo>
                  <a:cubicBezTo>
                    <a:pt x="163052" y="17960"/>
                    <a:pt x="163989" y="3600"/>
                    <a:pt x="165326" y="1486"/>
                  </a:cubicBezTo>
                  <a:cubicBezTo>
                    <a:pt x="167138" y="-1380"/>
                    <a:pt x="167766" y="-224"/>
                    <a:pt x="167796" y="6032"/>
                  </a:cubicBezTo>
                  <a:cubicBezTo>
                    <a:pt x="167835" y="14326"/>
                    <a:pt x="167976" y="14421"/>
                    <a:pt x="180226" y="14421"/>
                  </a:cubicBezTo>
                  <a:cubicBezTo>
                    <a:pt x="187041" y="14421"/>
                    <a:pt x="193721" y="13344"/>
                    <a:pt x="195070" y="12027"/>
                  </a:cubicBezTo>
                  <a:cubicBezTo>
                    <a:pt x="196598" y="10534"/>
                    <a:pt x="208840" y="22541"/>
                    <a:pt x="227557" y="43889"/>
                  </a:cubicBezTo>
                  <a:lnTo>
                    <a:pt x="257592" y="78146"/>
                  </a:lnTo>
                  <a:lnTo>
                    <a:pt x="261681" y="107593"/>
                  </a:lnTo>
                  <a:cubicBezTo>
                    <a:pt x="266251" y="140497"/>
                    <a:pt x="275208" y="248724"/>
                    <a:pt x="273489" y="250266"/>
                  </a:cubicBezTo>
                  <a:cubicBezTo>
                    <a:pt x="272881" y="250811"/>
                    <a:pt x="247989" y="252602"/>
                    <a:pt x="218174" y="254247"/>
                  </a:cubicBezTo>
                  <a:cubicBezTo>
                    <a:pt x="188358" y="255891"/>
                    <a:pt x="157947" y="257905"/>
                    <a:pt x="150594" y="258722"/>
                  </a:cubicBezTo>
                  <a:lnTo>
                    <a:pt x="137226" y="260208"/>
                  </a:lnTo>
                  <a:lnTo>
                    <a:pt x="136396" y="251544"/>
                  </a:lnTo>
                  <a:close/>
                </a:path>
              </a:pathLst>
            </a:custGeom>
            <a:solidFill>
              <a:srgbClr val="B9B9B9"/>
            </a:solidFill>
            <a:ln w="5163" cap="flat">
              <a:noFill/>
              <a:prstDash val="solid"/>
              <a:miter/>
            </a:ln>
          </p:spPr>
          <p:txBody>
            <a:bodyPr/>
            <a:lstStyle/>
            <a:p>
              <a:endParaRPr lang="es-419" noProof="0" dirty="0"/>
            </a:p>
          </p:txBody>
        </p:sp>
        <p:sp>
          <p:nvSpPr>
            <p:cNvPr id="70" name="Forma libre: forma 69">
              <a:extLst>
                <a:ext uri="{FF2B5EF4-FFF2-40B4-BE49-F238E27FC236}">
                  <a16:creationId xmlns:a16="http://schemas.microsoft.com/office/drawing/2014/main" id="{22C7FAAD-9861-45B3-3834-DA690763AFE9}"/>
                </a:ext>
              </a:extLst>
            </p:cNvPr>
            <p:cNvSpPr/>
            <p:nvPr/>
          </p:nvSpPr>
          <p:spPr>
            <a:xfrm>
              <a:off x="2221969" y="2379232"/>
              <a:ext cx="29491" cy="17638"/>
            </a:xfrm>
            <a:custGeom>
              <a:avLst/>
              <a:gdLst>
                <a:gd name="csX0" fmla="*/ 10326 w 29491"/>
                <a:gd name="csY0" fmla="*/ 11251 h 17638"/>
                <a:gd name="csX1" fmla="*/ 23663 w 29491"/>
                <a:gd name="csY1" fmla="*/ 4783 h 17638"/>
                <a:gd name="csX2" fmla="*/ 27977 w 29491"/>
                <a:gd name="csY2" fmla="*/ 1475 h 17638"/>
                <a:gd name="csX3" fmla="*/ 29483 w 29491"/>
                <a:gd name="csY3" fmla="*/ 1025 h 17638"/>
                <a:gd name="csX4" fmla="*/ 8425 w 29491"/>
                <a:gd name="csY4" fmla="*/ 16751 h 17638"/>
                <a:gd name="csX5" fmla="*/ 0 w 29491"/>
                <a:gd name="csY5" fmla="*/ 17639 h 17638"/>
                <a:gd name="csX6" fmla="*/ 10326 w 29491"/>
                <a:gd name="csY6" fmla="*/ 11251 h 17638"/>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9491" h="17638">
                  <a:moveTo>
                    <a:pt x="10326" y="11251"/>
                  </a:moveTo>
                  <a:cubicBezTo>
                    <a:pt x="16005" y="7738"/>
                    <a:pt x="22007" y="4827"/>
                    <a:pt x="23663" y="4783"/>
                  </a:cubicBezTo>
                  <a:cubicBezTo>
                    <a:pt x="25320" y="4738"/>
                    <a:pt x="27261" y="3250"/>
                    <a:pt x="27977" y="1475"/>
                  </a:cubicBezTo>
                  <a:cubicBezTo>
                    <a:pt x="28693" y="-299"/>
                    <a:pt x="29371" y="-502"/>
                    <a:pt x="29483" y="1025"/>
                  </a:cubicBezTo>
                  <a:cubicBezTo>
                    <a:pt x="29861" y="6183"/>
                    <a:pt x="16907" y="15857"/>
                    <a:pt x="8425" y="16751"/>
                  </a:cubicBezTo>
                  <a:lnTo>
                    <a:pt x="0" y="17639"/>
                  </a:lnTo>
                  <a:lnTo>
                    <a:pt x="10326" y="11251"/>
                  </a:lnTo>
                  <a:close/>
                </a:path>
              </a:pathLst>
            </a:custGeom>
            <a:solidFill>
              <a:srgbClr val="B9B9B9"/>
            </a:solidFill>
            <a:ln w="5163" cap="flat">
              <a:noFill/>
              <a:prstDash val="solid"/>
              <a:miter/>
            </a:ln>
          </p:spPr>
          <p:txBody>
            <a:bodyPr/>
            <a:lstStyle/>
            <a:p>
              <a:endParaRPr lang="es-419" noProof="0" dirty="0"/>
            </a:p>
          </p:txBody>
        </p:sp>
      </p:grpSp>
      <p:sp>
        <p:nvSpPr>
          <p:cNvPr id="71" name="Forma libre: forma 70">
            <a:extLst>
              <a:ext uri="{FF2B5EF4-FFF2-40B4-BE49-F238E27FC236}">
                <a16:creationId xmlns:a16="http://schemas.microsoft.com/office/drawing/2014/main" id="{F908F077-CA24-873F-7423-8288D11705AC}"/>
              </a:ext>
            </a:extLst>
          </p:cNvPr>
          <p:cNvSpPr/>
          <p:nvPr/>
        </p:nvSpPr>
        <p:spPr>
          <a:xfrm>
            <a:off x="1574029" y="2346575"/>
            <a:ext cx="28491" cy="35790"/>
          </a:xfrm>
          <a:custGeom>
            <a:avLst/>
            <a:gdLst>
              <a:gd name="csX0" fmla="*/ 11768 w 28491"/>
              <a:gd name="csY0" fmla="*/ 34872 h 35790"/>
              <a:gd name="csX1" fmla="*/ 805 w 28491"/>
              <a:gd name="csY1" fmla="*/ 25413 h 35790"/>
              <a:gd name="csX2" fmla="*/ 7669 w 28491"/>
              <a:gd name="csY2" fmla="*/ 7571 h 35790"/>
              <a:gd name="csX3" fmla="*/ 18379 w 28491"/>
              <a:gd name="csY3" fmla="*/ 2738 h 35790"/>
              <a:gd name="csX4" fmla="*/ 23574 w 28491"/>
              <a:gd name="csY4" fmla="*/ 11696 h 35790"/>
              <a:gd name="csX5" fmla="*/ 28193 w 28491"/>
              <a:gd name="csY5" fmla="*/ 24987 h 35790"/>
              <a:gd name="csX6" fmla="*/ 11768 w 28491"/>
              <a:gd name="csY6" fmla="*/ 34872 h 35790"/>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8491" h="35790">
                <a:moveTo>
                  <a:pt x="11768" y="34872"/>
                </a:moveTo>
                <a:cubicBezTo>
                  <a:pt x="4464" y="33733"/>
                  <a:pt x="2519" y="32055"/>
                  <a:pt x="805" y="25413"/>
                </a:cubicBezTo>
                <a:cubicBezTo>
                  <a:pt x="-1017" y="18356"/>
                  <a:pt x="-153" y="16110"/>
                  <a:pt x="7669" y="7571"/>
                </a:cubicBezTo>
                <a:cubicBezTo>
                  <a:pt x="15700" y="-1197"/>
                  <a:pt x="16797" y="-1692"/>
                  <a:pt x="18379" y="2738"/>
                </a:cubicBezTo>
                <a:cubicBezTo>
                  <a:pt x="19348" y="5452"/>
                  <a:pt x="21686" y="9483"/>
                  <a:pt x="23574" y="11696"/>
                </a:cubicBezTo>
                <a:cubicBezTo>
                  <a:pt x="25461" y="13908"/>
                  <a:pt x="27540" y="19890"/>
                  <a:pt x="28193" y="24987"/>
                </a:cubicBezTo>
                <a:cubicBezTo>
                  <a:pt x="29539" y="35505"/>
                  <a:pt x="26717" y="37203"/>
                  <a:pt x="11768" y="34872"/>
                </a:cubicBezTo>
                <a:close/>
              </a:path>
            </a:pathLst>
          </a:custGeom>
          <a:solidFill>
            <a:srgbClr val="CCCCCC"/>
          </a:solidFill>
          <a:ln w="5163" cap="flat">
            <a:noFill/>
            <a:prstDash val="solid"/>
            <a:miter/>
          </a:ln>
        </p:spPr>
        <p:txBody>
          <a:bodyPr/>
          <a:lstStyle/>
          <a:p>
            <a:endParaRPr lang="es-419" noProof="0" dirty="0"/>
          </a:p>
        </p:txBody>
      </p:sp>
      <p:sp>
        <p:nvSpPr>
          <p:cNvPr id="72" name="Forma libre: forma 71">
            <a:extLst>
              <a:ext uri="{FF2B5EF4-FFF2-40B4-BE49-F238E27FC236}">
                <a16:creationId xmlns:a16="http://schemas.microsoft.com/office/drawing/2014/main" id="{274B077A-9702-F1DE-5CF2-00BF4F00101B}"/>
              </a:ext>
            </a:extLst>
          </p:cNvPr>
          <p:cNvSpPr/>
          <p:nvPr/>
        </p:nvSpPr>
        <p:spPr>
          <a:xfrm>
            <a:off x="1629800" y="2326596"/>
            <a:ext cx="82332" cy="45198"/>
          </a:xfrm>
          <a:custGeom>
            <a:avLst/>
            <a:gdLst>
              <a:gd name="csX0" fmla="*/ 35828 w 82332"/>
              <a:gd name="csY0" fmla="*/ 43172 h 45198"/>
              <a:gd name="csX1" fmla="*/ 20861 w 82332"/>
              <a:gd name="csY1" fmla="*/ 27939 h 45198"/>
              <a:gd name="csX2" fmla="*/ 6710 w 82332"/>
              <a:gd name="csY2" fmla="*/ 16733 h 45198"/>
              <a:gd name="csX3" fmla="*/ 200 w 82332"/>
              <a:gd name="csY3" fmla="*/ 11518 h 45198"/>
              <a:gd name="csX4" fmla="*/ 11960 w 82332"/>
              <a:gd name="csY4" fmla="*/ 5709 h 45198"/>
              <a:gd name="csX5" fmla="*/ 29437 w 82332"/>
              <a:gd name="csY5" fmla="*/ 2139 h 45198"/>
              <a:gd name="csX6" fmla="*/ 38320 w 82332"/>
              <a:gd name="csY6" fmla="*/ 692 h 45198"/>
              <a:gd name="csX7" fmla="*/ 49592 w 82332"/>
              <a:gd name="csY7" fmla="*/ 4355 h 45198"/>
              <a:gd name="csX8" fmla="*/ 61209 w 82332"/>
              <a:gd name="csY8" fmla="*/ 13550 h 45198"/>
              <a:gd name="csX9" fmla="*/ 68838 w 82332"/>
              <a:gd name="csY9" fmla="*/ 19970 h 45198"/>
              <a:gd name="csX10" fmla="*/ 82332 w 82332"/>
              <a:gd name="csY10" fmla="*/ 30233 h 45198"/>
              <a:gd name="csX11" fmla="*/ 75901 w 82332"/>
              <a:gd name="csY11" fmla="*/ 31524 h 45198"/>
              <a:gd name="csX12" fmla="*/ 66358 w 82332"/>
              <a:gd name="csY12" fmla="*/ 36506 h 45198"/>
              <a:gd name="csX13" fmla="*/ 58348 w 82332"/>
              <a:gd name="csY13" fmla="*/ 38866 h 45198"/>
              <a:gd name="csX14" fmla="*/ 47885 w 82332"/>
              <a:gd name="csY14" fmla="*/ 41425 h 45198"/>
              <a:gd name="csX15" fmla="*/ 35828 w 82332"/>
              <a:gd name="csY15" fmla="*/ 43172 h 4519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82332" h="45198">
                <a:moveTo>
                  <a:pt x="35828" y="43172"/>
                </a:moveTo>
                <a:cubicBezTo>
                  <a:pt x="32257" y="41284"/>
                  <a:pt x="25522" y="34429"/>
                  <a:pt x="20861" y="27939"/>
                </a:cubicBezTo>
                <a:cubicBezTo>
                  <a:pt x="14698" y="19357"/>
                  <a:pt x="10840" y="16301"/>
                  <a:pt x="6710" y="16733"/>
                </a:cubicBezTo>
                <a:cubicBezTo>
                  <a:pt x="2564" y="17166"/>
                  <a:pt x="809" y="15760"/>
                  <a:pt x="200" y="11518"/>
                </a:cubicBezTo>
                <a:cubicBezTo>
                  <a:pt x="-566" y="6174"/>
                  <a:pt x="375" y="5709"/>
                  <a:pt x="11960" y="5709"/>
                </a:cubicBezTo>
                <a:cubicBezTo>
                  <a:pt x="18887" y="5709"/>
                  <a:pt x="26751" y="4102"/>
                  <a:pt x="29437" y="2139"/>
                </a:cubicBezTo>
                <a:cubicBezTo>
                  <a:pt x="32427" y="-48"/>
                  <a:pt x="35871" y="-609"/>
                  <a:pt x="38320" y="692"/>
                </a:cubicBezTo>
                <a:cubicBezTo>
                  <a:pt x="40520" y="1860"/>
                  <a:pt x="45592" y="3509"/>
                  <a:pt x="49592" y="4355"/>
                </a:cubicBezTo>
                <a:cubicBezTo>
                  <a:pt x="53972" y="5282"/>
                  <a:pt x="58593" y="8940"/>
                  <a:pt x="61209" y="13550"/>
                </a:cubicBezTo>
                <a:cubicBezTo>
                  <a:pt x="63598" y="17761"/>
                  <a:pt x="67032" y="20650"/>
                  <a:pt x="68838" y="19970"/>
                </a:cubicBezTo>
                <a:cubicBezTo>
                  <a:pt x="71755" y="18872"/>
                  <a:pt x="82332" y="26917"/>
                  <a:pt x="82332" y="30233"/>
                </a:cubicBezTo>
                <a:cubicBezTo>
                  <a:pt x="82332" y="30943"/>
                  <a:pt x="79438" y="31524"/>
                  <a:pt x="75901" y="31524"/>
                </a:cubicBezTo>
                <a:cubicBezTo>
                  <a:pt x="72343" y="31524"/>
                  <a:pt x="68079" y="33750"/>
                  <a:pt x="66358" y="36506"/>
                </a:cubicBezTo>
                <a:cubicBezTo>
                  <a:pt x="63915" y="40418"/>
                  <a:pt x="62194" y="40925"/>
                  <a:pt x="58348" y="38866"/>
                </a:cubicBezTo>
                <a:cubicBezTo>
                  <a:pt x="54563" y="36841"/>
                  <a:pt x="52184" y="37422"/>
                  <a:pt x="47885" y="41425"/>
                </a:cubicBezTo>
                <a:cubicBezTo>
                  <a:pt x="42972" y="45999"/>
                  <a:pt x="41560" y="46204"/>
                  <a:pt x="35828" y="43172"/>
                </a:cubicBezTo>
                <a:close/>
              </a:path>
            </a:pathLst>
          </a:custGeom>
          <a:solidFill>
            <a:srgbClr val="B9B9B9"/>
          </a:solidFill>
          <a:ln w="5163" cap="flat">
            <a:noFill/>
            <a:prstDash val="solid"/>
            <a:miter/>
          </a:ln>
        </p:spPr>
        <p:txBody>
          <a:bodyPr/>
          <a:lstStyle/>
          <a:p>
            <a:endParaRPr lang="es-419" noProof="0" dirty="0"/>
          </a:p>
        </p:txBody>
      </p:sp>
      <p:sp>
        <p:nvSpPr>
          <p:cNvPr id="73" name="Forma libre: forma 72">
            <a:extLst>
              <a:ext uri="{FF2B5EF4-FFF2-40B4-BE49-F238E27FC236}">
                <a16:creationId xmlns:a16="http://schemas.microsoft.com/office/drawing/2014/main" id="{B9198FEB-D0B8-F955-0BE8-BBBBA903DCB8}"/>
              </a:ext>
            </a:extLst>
          </p:cNvPr>
          <p:cNvSpPr/>
          <p:nvPr/>
        </p:nvSpPr>
        <p:spPr>
          <a:xfrm>
            <a:off x="1522864" y="2163021"/>
            <a:ext cx="166771" cy="166600"/>
          </a:xfrm>
          <a:custGeom>
            <a:avLst/>
            <a:gdLst>
              <a:gd name="csX0" fmla="*/ 112825 w 166771"/>
              <a:gd name="csY0" fmla="*/ 162186 h 166600"/>
              <a:gd name="csX1" fmla="*/ 93810 w 166771"/>
              <a:gd name="csY1" fmla="*/ 146052 h 166600"/>
              <a:gd name="csX2" fmla="*/ 80847 w 166771"/>
              <a:gd name="csY2" fmla="*/ 139517 h 166600"/>
              <a:gd name="csX3" fmla="*/ 77061 w 166771"/>
              <a:gd name="csY3" fmla="*/ 131529 h 166600"/>
              <a:gd name="csX4" fmla="*/ 56324 w 166771"/>
              <a:gd name="csY4" fmla="*/ 140503 h 166600"/>
              <a:gd name="csX5" fmla="*/ 40835 w 166771"/>
              <a:gd name="csY5" fmla="*/ 134435 h 166600"/>
              <a:gd name="csX6" fmla="*/ 25839 w 166771"/>
              <a:gd name="csY6" fmla="*/ 117575 h 166600"/>
              <a:gd name="csX7" fmla="*/ 603 w 166771"/>
              <a:gd name="csY7" fmla="*/ 103594 h 166600"/>
              <a:gd name="csX8" fmla="*/ 3427 w 166771"/>
              <a:gd name="csY8" fmla="*/ 92334 h 166600"/>
              <a:gd name="csX9" fmla="*/ 16980 w 166771"/>
              <a:gd name="csY9" fmla="*/ 76064 h 166600"/>
              <a:gd name="csX10" fmla="*/ 29744 w 166771"/>
              <a:gd name="csY10" fmla="*/ 65065 h 166600"/>
              <a:gd name="csX11" fmla="*/ 36843 w 166771"/>
              <a:gd name="csY11" fmla="*/ 46479 h 166600"/>
              <a:gd name="csX12" fmla="*/ 44707 w 166771"/>
              <a:gd name="csY12" fmla="*/ 28415 h 166600"/>
              <a:gd name="csX13" fmla="*/ 49507 w 166771"/>
              <a:gd name="csY13" fmla="*/ 27678 h 166600"/>
              <a:gd name="csX14" fmla="*/ 60947 w 166771"/>
              <a:gd name="csY14" fmla="*/ 25763 h 166600"/>
              <a:gd name="csX15" fmla="*/ 70323 w 166771"/>
              <a:gd name="csY15" fmla="*/ 14969 h 166600"/>
              <a:gd name="csX16" fmla="*/ 78890 w 166771"/>
              <a:gd name="csY16" fmla="*/ 12726 h 166600"/>
              <a:gd name="csX17" fmla="*/ 98544 w 166771"/>
              <a:gd name="csY17" fmla="*/ 17873 h 166600"/>
              <a:gd name="csX18" fmla="*/ 112369 w 166771"/>
              <a:gd name="csY18" fmla="*/ 19382 h 166600"/>
              <a:gd name="csX19" fmla="*/ 111333 w 166771"/>
              <a:gd name="csY19" fmla="*/ 10510 h 166600"/>
              <a:gd name="csX20" fmla="*/ 113560 w 166771"/>
              <a:gd name="csY20" fmla="*/ 387 h 166600"/>
              <a:gd name="csX21" fmla="*/ 117960 w 166771"/>
              <a:gd name="csY21" fmla="*/ 7843 h 166600"/>
              <a:gd name="csX22" fmla="*/ 132949 w 166771"/>
              <a:gd name="csY22" fmla="*/ 23283 h 166600"/>
              <a:gd name="csX23" fmla="*/ 137639 w 166771"/>
              <a:gd name="csY23" fmla="*/ 24249 h 166600"/>
              <a:gd name="csX24" fmla="*/ 142971 w 166771"/>
              <a:gd name="csY24" fmla="*/ 28097 h 166600"/>
              <a:gd name="csX25" fmla="*/ 144280 w 166771"/>
              <a:gd name="csY25" fmla="*/ 37270 h 166600"/>
              <a:gd name="csX26" fmla="*/ 141806 w 166771"/>
              <a:gd name="csY26" fmla="*/ 49084 h 166600"/>
              <a:gd name="csX27" fmla="*/ 134976 w 166771"/>
              <a:gd name="csY27" fmla="*/ 50495 h 166600"/>
              <a:gd name="csX28" fmla="*/ 125814 w 166771"/>
              <a:gd name="csY28" fmla="*/ 54367 h 166600"/>
              <a:gd name="csX29" fmla="*/ 117982 w 166771"/>
              <a:gd name="csY29" fmla="*/ 60864 h 166600"/>
              <a:gd name="csX30" fmla="*/ 114406 w 166771"/>
              <a:gd name="csY30" fmla="*/ 64736 h 166600"/>
              <a:gd name="csX31" fmla="*/ 118081 w 166771"/>
              <a:gd name="csY31" fmla="*/ 68608 h 166600"/>
              <a:gd name="csX32" fmla="*/ 117880 w 166771"/>
              <a:gd name="csY32" fmla="*/ 76375 h 166600"/>
              <a:gd name="csX33" fmla="*/ 120902 w 166771"/>
              <a:gd name="csY33" fmla="*/ 101250 h 166600"/>
              <a:gd name="csX34" fmla="*/ 146578 w 166771"/>
              <a:gd name="csY34" fmla="*/ 85070 h 166600"/>
              <a:gd name="csX35" fmla="*/ 165866 w 166771"/>
              <a:gd name="csY35" fmla="*/ 78619 h 166600"/>
              <a:gd name="csX36" fmla="*/ 158858 w 166771"/>
              <a:gd name="csY36" fmla="*/ 93393 h 166600"/>
              <a:gd name="csX37" fmla="*/ 145606 w 166771"/>
              <a:gd name="csY37" fmla="*/ 103389 h 166600"/>
              <a:gd name="csX38" fmla="*/ 146405 w 166771"/>
              <a:gd name="csY38" fmla="*/ 113844 h 166600"/>
              <a:gd name="csX39" fmla="*/ 151373 w 166771"/>
              <a:gd name="csY39" fmla="*/ 126271 h 166600"/>
              <a:gd name="csX40" fmla="*/ 146320 w 166771"/>
              <a:gd name="csY40" fmla="*/ 138511 h 166600"/>
              <a:gd name="csX41" fmla="*/ 142802 w 166771"/>
              <a:gd name="csY41" fmla="*/ 150216 h 166600"/>
              <a:gd name="csX42" fmla="*/ 135305 w 166771"/>
              <a:gd name="csY42" fmla="*/ 162275 h 166600"/>
              <a:gd name="csX43" fmla="*/ 112825 w 166771"/>
              <a:gd name="csY43" fmla="*/ 162186 h 1666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66771" h="166600">
                <a:moveTo>
                  <a:pt x="112825" y="162186"/>
                </a:moveTo>
                <a:cubicBezTo>
                  <a:pt x="107924" y="146593"/>
                  <a:pt x="107287" y="146052"/>
                  <a:pt x="93810" y="146052"/>
                </a:cubicBezTo>
                <a:cubicBezTo>
                  <a:pt x="81661" y="146052"/>
                  <a:pt x="80847" y="145641"/>
                  <a:pt x="80847" y="139517"/>
                </a:cubicBezTo>
                <a:cubicBezTo>
                  <a:pt x="80847" y="135923"/>
                  <a:pt x="79143" y="132329"/>
                  <a:pt x="77061" y="131529"/>
                </a:cubicBezTo>
                <a:cubicBezTo>
                  <a:pt x="70944" y="129182"/>
                  <a:pt x="59116" y="134300"/>
                  <a:pt x="56324" y="140503"/>
                </a:cubicBezTo>
                <a:cubicBezTo>
                  <a:pt x="52116" y="149848"/>
                  <a:pt x="43882" y="146622"/>
                  <a:pt x="40835" y="134435"/>
                </a:cubicBezTo>
                <a:cubicBezTo>
                  <a:pt x="37208" y="119926"/>
                  <a:pt x="35198" y="117667"/>
                  <a:pt x="25839" y="117575"/>
                </a:cubicBezTo>
                <a:cubicBezTo>
                  <a:pt x="16487" y="117484"/>
                  <a:pt x="-3740" y="106278"/>
                  <a:pt x="603" y="103594"/>
                </a:cubicBezTo>
                <a:cubicBezTo>
                  <a:pt x="2143" y="102641"/>
                  <a:pt x="3414" y="97575"/>
                  <a:pt x="3427" y="92334"/>
                </a:cubicBezTo>
                <a:cubicBezTo>
                  <a:pt x="3448" y="83428"/>
                  <a:pt x="4333" y="82366"/>
                  <a:pt x="16980" y="76064"/>
                </a:cubicBezTo>
                <a:cubicBezTo>
                  <a:pt x="26201" y="71468"/>
                  <a:pt x="30266" y="67966"/>
                  <a:pt x="29744" y="65065"/>
                </a:cubicBezTo>
                <a:cubicBezTo>
                  <a:pt x="29324" y="62724"/>
                  <a:pt x="32518" y="54360"/>
                  <a:pt x="36843" y="46479"/>
                </a:cubicBezTo>
                <a:cubicBezTo>
                  <a:pt x="41168" y="38598"/>
                  <a:pt x="44707" y="30469"/>
                  <a:pt x="44707" y="28415"/>
                </a:cubicBezTo>
                <a:cubicBezTo>
                  <a:pt x="44707" y="25420"/>
                  <a:pt x="45659" y="25274"/>
                  <a:pt x="49507" y="27678"/>
                </a:cubicBezTo>
                <a:cubicBezTo>
                  <a:pt x="53370" y="30090"/>
                  <a:pt x="55603" y="29716"/>
                  <a:pt x="60947" y="25763"/>
                </a:cubicBezTo>
                <a:cubicBezTo>
                  <a:pt x="64599" y="23062"/>
                  <a:pt x="68819" y="18205"/>
                  <a:pt x="70323" y="14969"/>
                </a:cubicBezTo>
                <a:cubicBezTo>
                  <a:pt x="72821" y="9600"/>
                  <a:pt x="73567" y="9404"/>
                  <a:pt x="78890" y="12726"/>
                </a:cubicBezTo>
                <a:cubicBezTo>
                  <a:pt x="82096" y="14727"/>
                  <a:pt x="90941" y="17044"/>
                  <a:pt x="98544" y="17873"/>
                </a:cubicBezTo>
                <a:lnTo>
                  <a:pt x="112369" y="19382"/>
                </a:lnTo>
                <a:lnTo>
                  <a:pt x="111333" y="10510"/>
                </a:lnTo>
                <a:cubicBezTo>
                  <a:pt x="110680" y="4917"/>
                  <a:pt x="111503" y="1176"/>
                  <a:pt x="113560" y="387"/>
                </a:cubicBezTo>
                <a:cubicBezTo>
                  <a:pt x="117812" y="-1245"/>
                  <a:pt x="120015" y="2488"/>
                  <a:pt x="117960" y="7843"/>
                </a:cubicBezTo>
                <a:cubicBezTo>
                  <a:pt x="115692" y="13753"/>
                  <a:pt x="126829" y="25225"/>
                  <a:pt x="132949" y="23283"/>
                </a:cubicBezTo>
                <a:cubicBezTo>
                  <a:pt x="135529" y="22464"/>
                  <a:pt x="137639" y="22899"/>
                  <a:pt x="137639" y="24249"/>
                </a:cubicBezTo>
                <a:cubicBezTo>
                  <a:pt x="137639" y="25599"/>
                  <a:pt x="140039" y="27330"/>
                  <a:pt x="142971" y="28097"/>
                </a:cubicBezTo>
                <a:cubicBezTo>
                  <a:pt x="148037" y="29422"/>
                  <a:pt x="148102" y="29879"/>
                  <a:pt x="144280" y="37270"/>
                </a:cubicBezTo>
                <a:cubicBezTo>
                  <a:pt x="142067" y="41548"/>
                  <a:pt x="140954" y="46864"/>
                  <a:pt x="141806" y="49084"/>
                </a:cubicBezTo>
                <a:cubicBezTo>
                  <a:pt x="143608" y="53779"/>
                  <a:pt x="141808" y="54151"/>
                  <a:pt x="134976" y="50495"/>
                </a:cubicBezTo>
                <a:cubicBezTo>
                  <a:pt x="130992" y="48362"/>
                  <a:pt x="129272" y="49089"/>
                  <a:pt x="125814" y="54367"/>
                </a:cubicBezTo>
                <a:cubicBezTo>
                  <a:pt x="123473" y="57940"/>
                  <a:pt x="119948" y="60864"/>
                  <a:pt x="117982" y="60864"/>
                </a:cubicBezTo>
                <a:cubicBezTo>
                  <a:pt x="116015" y="60864"/>
                  <a:pt x="114406" y="62606"/>
                  <a:pt x="114406" y="64736"/>
                </a:cubicBezTo>
                <a:cubicBezTo>
                  <a:pt x="114406" y="66866"/>
                  <a:pt x="116060" y="68608"/>
                  <a:pt x="118081" y="68608"/>
                </a:cubicBezTo>
                <a:cubicBezTo>
                  <a:pt x="121214" y="68608"/>
                  <a:pt x="121185" y="69751"/>
                  <a:pt x="117880" y="76375"/>
                </a:cubicBezTo>
                <a:cubicBezTo>
                  <a:pt x="113557" y="85043"/>
                  <a:pt x="115262" y="99086"/>
                  <a:pt x="120902" y="101250"/>
                </a:cubicBezTo>
                <a:cubicBezTo>
                  <a:pt x="125974" y="103196"/>
                  <a:pt x="134577" y="97775"/>
                  <a:pt x="146578" y="85070"/>
                </a:cubicBezTo>
                <a:cubicBezTo>
                  <a:pt x="158352" y="72606"/>
                  <a:pt x="161996" y="71387"/>
                  <a:pt x="165866" y="78619"/>
                </a:cubicBezTo>
                <a:cubicBezTo>
                  <a:pt x="167980" y="82568"/>
                  <a:pt x="166683" y="85304"/>
                  <a:pt x="158858" y="93393"/>
                </a:cubicBezTo>
                <a:cubicBezTo>
                  <a:pt x="153577" y="98853"/>
                  <a:pt x="147613" y="103351"/>
                  <a:pt x="145606" y="103389"/>
                </a:cubicBezTo>
                <a:cubicBezTo>
                  <a:pt x="139218" y="103509"/>
                  <a:pt x="139670" y="109432"/>
                  <a:pt x="146405" y="113844"/>
                </a:cubicBezTo>
                <a:cubicBezTo>
                  <a:pt x="151813" y="117388"/>
                  <a:pt x="152650" y="119482"/>
                  <a:pt x="151373" y="126271"/>
                </a:cubicBezTo>
                <a:cubicBezTo>
                  <a:pt x="150529" y="130761"/>
                  <a:pt x="148255" y="136269"/>
                  <a:pt x="146320" y="138511"/>
                </a:cubicBezTo>
                <a:cubicBezTo>
                  <a:pt x="144385" y="140752"/>
                  <a:pt x="142802" y="146020"/>
                  <a:pt x="142802" y="150216"/>
                </a:cubicBezTo>
                <a:cubicBezTo>
                  <a:pt x="142802" y="155900"/>
                  <a:pt x="140890" y="158975"/>
                  <a:pt x="135305" y="162275"/>
                </a:cubicBezTo>
                <a:cubicBezTo>
                  <a:pt x="125481" y="168078"/>
                  <a:pt x="114663" y="168035"/>
                  <a:pt x="112825" y="162186"/>
                </a:cubicBezTo>
                <a:close/>
              </a:path>
            </a:pathLst>
          </a:custGeom>
          <a:solidFill>
            <a:srgbClr val="B9B9B9"/>
          </a:solidFill>
          <a:ln w="5163" cap="flat">
            <a:noFill/>
            <a:prstDash val="solid"/>
            <a:miter/>
          </a:ln>
        </p:spPr>
        <p:txBody>
          <a:bodyPr/>
          <a:lstStyle/>
          <a:p>
            <a:endParaRPr lang="es-419" noProof="0" dirty="0"/>
          </a:p>
        </p:txBody>
      </p:sp>
      <p:sp>
        <p:nvSpPr>
          <p:cNvPr id="74" name="Forma libre: forma 73">
            <a:extLst>
              <a:ext uri="{FF2B5EF4-FFF2-40B4-BE49-F238E27FC236}">
                <a16:creationId xmlns:a16="http://schemas.microsoft.com/office/drawing/2014/main" id="{154EB921-1D8C-43B0-85CD-87B18FD47A38}"/>
              </a:ext>
            </a:extLst>
          </p:cNvPr>
          <p:cNvSpPr/>
          <p:nvPr/>
        </p:nvSpPr>
        <p:spPr>
          <a:xfrm>
            <a:off x="1152549" y="1816032"/>
            <a:ext cx="278306" cy="369963"/>
          </a:xfrm>
          <a:custGeom>
            <a:avLst/>
            <a:gdLst>
              <a:gd name="csX0" fmla="*/ 34904 w 278306"/>
              <a:gd name="csY0" fmla="*/ 369743 h 369963"/>
              <a:gd name="csX1" fmla="*/ 30386 w 278306"/>
              <a:gd name="csY1" fmla="*/ 366534 h 369963"/>
              <a:gd name="csX2" fmla="*/ 24882 w 278306"/>
              <a:gd name="csY2" fmla="*/ 362569 h 369963"/>
              <a:gd name="csX3" fmla="*/ 21927 w 278306"/>
              <a:gd name="csY3" fmla="*/ 359169 h 369963"/>
              <a:gd name="csX4" fmla="*/ 27578 w 278306"/>
              <a:gd name="csY4" fmla="*/ 347996 h 369963"/>
              <a:gd name="csX5" fmla="*/ 35410 w 278306"/>
              <a:gd name="csY5" fmla="*/ 332463 h 369963"/>
              <a:gd name="csX6" fmla="*/ 46301 w 278306"/>
              <a:gd name="csY6" fmla="*/ 305733 h 369963"/>
              <a:gd name="csX7" fmla="*/ 51274 w 278306"/>
              <a:gd name="csY7" fmla="*/ 305469 h 369963"/>
              <a:gd name="csX8" fmla="*/ 85602 w 278306"/>
              <a:gd name="csY8" fmla="*/ 259605 h 369963"/>
              <a:gd name="csX9" fmla="*/ 77041 w 278306"/>
              <a:gd name="csY9" fmla="*/ 247151 h 369963"/>
              <a:gd name="csX10" fmla="*/ 56201 w 278306"/>
              <a:gd name="csY10" fmla="*/ 259540 h 369963"/>
              <a:gd name="csX11" fmla="*/ 43804 w 278306"/>
              <a:gd name="csY11" fmla="*/ 271918 h 369963"/>
              <a:gd name="csX12" fmla="*/ 42369 w 278306"/>
              <a:gd name="csY12" fmla="*/ 249815 h 369963"/>
              <a:gd name="csX13" fmla="*/ 41724 w 278306"/>
              <a:gd name="csY13" fmla="*/ 231013 h 369963"/>
              <a:gd name="csX14" fmla="*/ 29106 w 278306"/>
              <a:gd name="csY14" fmla="*/ 240028 h 369963"/>
              <a:gd name="csX15" fmla="*/ 22444 w 278306"/>
              <a:gd name="csY15" fmla="*/ 254379 h 369963"/>
              <a:gd name="csX16" fmla="*/ 24802 w 278306"/>
              <a:gd name="csY16" fmla="*/ 241025 h 369963"/>
              <a:gd name="csX17" fmla="*/ 33753 w 278306"/>
              <a:gd name="csY17" fmla="*/ 223416 h 369963"/>
              <a:gd name="csX18" fmla="*/ 20060 w 278306"/>
              <a:gd name="csY18" fmla="*/ 211002 h 369963"/>
              <a:gd name="csX19" fmla="*/ 12798 w 278306"/>
              <a:gd name="csY19" fmla="*/ 218762 h 369963"/>
              <a:gd name="csX20" fmla="*/ 14913 w 278306"/>
              <a:gd name="csY20" fmla="*/ 227151 h 369963"/>
              <a:gd name="csX21" fmla="*/ 17013 w 278306"/>
              <a:gd name="csY21" fmla="*/ 232960 h 369963"/>
              <a:gd name="csX22" fmla="*/ 9735 w 278306"/>
              <a:gd name="csY22" fmla="*/ 237857 h 369963"/>
              <a:gd name="csX23" fmla="*/ 1293 w 278306"/>
              <a:gd name="csY23" fmla="*/ 233984 h 369963"/>
              <a:gd name="csX24" fmla="*/ 5050 w 278306"/>
              <a:gd name="csY24" fmla="*/ 166825 h 369963"/>
              <a:gd name="csX25" fmla="*/ 13098 w 278306"/>
              <a:gd name="csY25" fmla="*/ 148470 h 369963"/>
              <a:gd name="csX26" fmla="*/ 17479 w 278306"/>
              <a:gd name="csY26" fmla="*/ 142324 h 369963"/>
              <a:gd name="csX27" fmla="*/ 23957 w 278306"/>
              <a:gd name="csY27" fmla="*/ 139382 h 369963"/>
              <a:gd name="csX28" fmla="*/ 29365 w 278306"/>
              <a:gd name="csY28" fmla="*/ 127120 h 369963"/>
              <a:gd name="csX29" fmla="*/ 37749 w 278306"/>
              <a:gd name="csY29" fmla="*/ 97729 h 369963"/>
              <a:gd name="csX30" fmla="*/ 49507 w 278306"/>
              <a:gd name="csY30" fmla="*/ 88122 h 369963"/>
              <a:gd name="csX31" fmla="*/ 58774 w 278306"/>
              <a:gd name="csY31" fmla="*/ 77796 h 369963"/>
              <a:gd name="csX32" fmla="*/ 64863 w 278306"/>
              <a:gd name="csY32" fmla="*/ 68721 h 369963"/>
              <a:gd name="csX33" fmla="*/ 80119 w 278306"/>
              <a:gd name="csY33" fmla="*/ 65404 h 369963"/>
              <a:gd name="csX34" fmla="*/ 105248 w 278306"/>
              <a:gd name="csY34" fmla="*/ 69057 h 369963"/>
              <a:gd name="csX35" fmla="*/ 132354 w 278306"/>
              <a:gd name="csY35" fmla="*/ 69793 h 369963"/>
              <a:gd name="csX36" fmla="*/ 147842 w 278306"/>
              <a:gd name="csY36" fmla="*/ 68392 h 369963"/>
              <a:gd name="csX37" fmla="*/ 148600 w 278306"/>
              <a:gd name="csY37" fmla="*/ 51194 h 369963"/>
              <a:gd name="csX38" fmla="*/ 143045 w 278306"/>
              <a:gd name="csY38" fmla="*/ 18458 h 369963"/>
              <a:gd name="csX39" fmla="*/ 138200 w 278306"/>
              <a:gd name="csY39" fmla="*/ 1452 h 369963"/>
              <a:gd name="csX40" fmla="*/ 176238 w 278306"/>
              <a:gd name="csY40" fmla="*/ 4099 h 369963"/>
              <a:gd name="csX41" fmla="*/ 200117 w 278306"/>
              <a:gd name="csY41" fmla="*/ 11594 h 369963"/>
              <a:gd name="csX42" fmla="*/ 208506 w 278306"/>
              <a:gd name="csY42" fmla="*/ 17328 h 369963"/>
              <a:gd name="csX43" fmla="*/ 213126 w 278306"/>
              <a:gd name="csY43" fmla="*/ 22327 h 369963"/>
              <a:gd name="csX44" fmla="*/ 220224 w 278306"/>
              <a:gd name="csY44" fmla="*/ 29184 h 369963"/>
              <a:gd name="csX45" fmla="*/ 234966 w 278306"/>
              <a:gd name="csY45" fmla="*/ 33975 h 369963"/>
              <a:gd name="csX46" fmla="*/ 247228 w 278306"/>
              <a:gd name="csY46" fmla="*/ 35904 h 369963"/>
              <a:gd name="csX47" fmla="*/ 256714 w 278306"/>
              <a:gd name="csY47" fmla="*/ 49191 h 369963"/>
              <a:gd name="csX48" fmla="*/ 272203 w 278306"/>
              <a:gd name="csY48" fmla="*/ 58184 h 369963"/>
              <a:gd name="csX49" fmla="*/ 271714 w 278306"/>
              <a:gd name="csY49" fmla="*/ 67589 h 369963"/>
              <a:gd name="csX50" fmla="*/ 263105 w 278306"/>
              <a:gd name="csY50" fmla="*/ 78504 h 369963"/>
              <a:gd name="csX51" fmla="*/ 254303 w 278306"/>
              <a:gd name="csY51" fmla="*/ 85750 h 369963"/>
              <a:gd name="csX52" fmla="*/ 246105 w 278306"/>
              <a:gd name="csY52" fmla="*/ 101699 h 369963"/>
              <a:gd name="csX53" fmla="*/ 227494 w 278306"/>
              <a:gd name="csY53" fmla="*/ 130702 h 369963"/>
              <a:gd name="csX54" fmla="*/ 183924 w 278306"/>
              <a:gd name="csY54" fmla="*/ 160034 h 369963"/>
              <a:gd name="csX55" fmla="*/ 153537 w 278306"/>
              <a:gd name="csY55" fmla="*/ 173778 h 369963"/>
              <a:gd name="csX56" fmla="*/ 157053 w 278306"/>
              <a:gd name="csY56" fmla="*/ 181528 h 369963"/>
              <a:gd name="csX57" fmla="*/ 160436 w 278306"/>
              <a:gd name="csY57" fmla="*/ 193225 h 369963"/>
              <a:gd name="csX58" fmla="*/ 180263 w 278306"/>
              <a:gd name="csY58" fmla="*/ 225950 h 369963"/>
              <a:gd name="csX59" fmla="*/ 194663 w 278306"/>
              <a:gd name="csY59" fmla="*/ 239264 h 369963"/>
              <a:gd name="csX60" fmla="*/ 204770 w 278306"/>
              <a:gd name="csY60" fmla="*/ 247088 h 369963"/>
              <a:gd name="csX61" fmla="*/ 210897 w 278306"/>
              <a:gd name="csY61" fmla="*/ 244424 h 369963"/>
              <a:gd name="csX62" fmla="*/ 229158 w 278306"/>
              <a:gd name="csY62" fmla="*/ 228391 h 369963"/>
              <a:gd name="csX63" fmla="*/ 234321 w 278306"/>
              <a:gd name="csY63" fmla="*/ 228442 h 369963"/>
              <a:gd name="csX64" fmla="*/ 234966 w 278306"/>
              <a:gd name="csY64" fmla="*/ 250091 h 369963"/>
              <a:gd name="csX65" fmla="*/ 235014 w 278306"/>
              <a:gd name="csY65" fmla="*/ 261191 h 369963"/>
              <a:gd name="csX66" fmla="*/ 230353 w 278306"/>
              <a:gd name="csY66" fmla="*/ 300578 h 369963"/>
              <a:gd name="csX67" fmla="*/ 224337 w 278306"/>
              <a:gd name="csY67" fmla="*/ 308123 h 369963"/>
              <a:gd name="csX68" fmla="*/ 215823 w 278306"/>
              <a:gd name="csY68" fmla="*/ 299799 h 369963"/>
              <a:gd name="csX69" fmla="*/ 202099 w 278306"/>
              <a:gd name="csY69" fmla="*/ 292094 h 369963"/>
              <a:gd name="csX70" fmla="*/ 185246 w 278306"/>
              <a:gd name="csY70" fmla="*/ 278805 h 369963"/>
              <a:gd name="csX71" fmla="*/ 173928 w 278306"/>
              <a:gd name="csY71" fmla="*/ 260086 h 369963"/>
              <a:gd name="csX72" fmla="*/ 159486 w 278306"/>
              <a:gd name="csY72" fmla="*/ 251642 h 369963"/>
              <a:gd name="csX73" fmla="*/ 135920 w 278306"/>
              <a:gd name="csY73" fmla="*/ 263292 h 369963"/>
              <a:gd name="csX74" fmla="*/ 128496 w 278306"/>
              <a:gd name="csY74" fmla="*/ 268428 h 369963"/>
              <a:gd name="csX75" fmla="*/ 118324 w 278306"/>
              <a:gd name="csY75" fmla="*/ 277403 h 369963"/>
              <a:gd name="csX76" fmla="*/ 102749 w 278306"/>
              <a:gd name="csY76" fmla="*/ 302843 h 369963"/>
              <a:gd name="csX77" fmla="*/ 111986 w 278306"/>
              <a:gd name="csY77" fmla="*/ 325389 h 369963"/>
              <a:gd name="csX78" fmla="*/ 124791 w 278306"/>
              <a:gd name="csY78" fmla="*/ 345325 h 369963"/>
              <a:gd name="csX79" fmla="*/ 112525 w 278306"/>
              <a:gd name="csY79" fmla="*/ 358252 h 369963"/>
              <a:gd name="csX80" fmla="*/ 61364 w 278306"/>
              <a:gd name="csY80" fmla="*/ 367059 h 369963"/>
              <a:gd name="csX81" fmla="*/ 45875 w 278306"/>
              <a:gd name="csY81" fmla="*/ 368630 h 369963"/>
              <a:gd name="csX82" fmla="*/ 34904 w 278306"/>
              <a:gd name="csY82" fmla="*/ 369743 h 3699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Lst>
            <a:rect l="l" t="t" r="r" b="b"/>
            <a:pathLst>
              <a:path w="278306" h="369963">
                <a:moveTo>
                  <a:pt x="34904" y="369743"/>
                </a:moveTo>
                <a:cubicBezTo>
                  <a:pt x="32419" y="369198"/>
                  <a:pt x="30386" y="367754"/>
                  <a:pt x="30386" y="366534"/>
                </a:cubicBezTo>
                <a:cubicBezTo>
                  <a:pt x="30386" y="365314"/>
                  <a:pt x="27909" y="363530"/>
                  <a:pt x="24882" y="362569"/>
                </a:cubicBezTo>
                <a:cubicBezTo>
                  <a:pt x="21855" y="361609"/>
                  <a:pt x="20525" y="360078"/>
                  <a:pt x="21927" y="359169"/>
                </a:cubicBezTo>
                <a:cubicBezTo>
                  <a:pt x="23328" y="358259"/>
                  <a:pt x="25871" y="353231"/>
                  <a:pt x="27578" y="347996"/>
                </a:cubicBezTo>
                <a:cubicBezTo>
                  <a:pt x="29284" y="342760"/>
                  <a:pt x="32809" y="335771"/>
                  <a:pt x="35410" y="332463"/>
                </a:cubicBezTo>
                <a:cubicBezTo>
                  <a:pt x="41776" y="324371"/>
                  <a:pt x="48428" y="308044"/>
                  <a:pt x="46301" y="305733"/>
                </a:cubicBezTo>
                <a:cubicBezTo>
                  <a:pt x="45357" y="304708"/>
                  <a:pt x="47595" y="304589"/>
                  <a:pt x="51274" y="305469"/>
                </a:cubicBezTo>
                <a:cubicBezTo>
                  <a:pt x="65489" y="308870"/>
                  <a:pt x="84946" y="282874"/>
                  <a:pt x="85602" y="259605"/>
                </a:cubicBezTo>
                <a:cubicBezTo>
                  <a:pt x="85868" y="250143"/>
                  <a:pt x="85296" y="249310"/>
                  <a:pt x="77041" y="247151"/>
                </a:cubicBezTo>
                <a:cubicBezTo>
                  <a:pt x="64390" y="243842"/>
                  <a:pt x="56201" y="248710"/>
                  <a:pt x="56201" y="259540"/>
                </a:cubicBezTo>
                <a:cubicBezTo>
                  <a:pt x="56201" y="269382"/>
                  <a:pt x="51616" y="273960"/>
                  <a:pt x="43804" y="271918"/>
                </a:cubicBezTo>
                <a:cubicBezTo>
                  <a:pt x="37009" y="270141"/>
                  <a:pt x="36944" y="269149"/>
                  <a:pt x="42369" y="249815"/>
                </a:cubicBezTo>
                <a:cubicBezTo>
                  <a:pt x="46434" y="235327"/>
                  <a:pt x="46408" y="234559"/>
                  <a:pt x="41724" y="231013"/>
                </a:cubicBezTo>
                <a:cubicBezTo>
                  <a:pt x="34464" y="225517"/>
                  <a:pt x="33758" y="226021"/>
                  <a:pt x="29106" y="240028"/>
                </a:cubicBezTo>
                <a:cubicBezTo>
                  <a:pt x="26753" y="247111"/>
                  <a:pt x="23756" y="253568"/>
                  <a:pt x="22444" y="254379"/>
                </a:cubicBezTo>
                <a:cubicBezTo>
                  <a:pt x="19454" y="256227"/>
                  <a:pt x="19357" y="256781"/>
                  <a:pt x="24802" y="241025"/>
                </a:cubicBezTo>
                <a:cubicBezTo>
                  <a:pt x="27318" y="233748"/>
                  <a:pt x="31345" y="225823"/>
                  <a:pt x="33753" y="223416"/>
                </a:cubicBezTo>
                <a:cubicBezTo>
                  <a:pt x="41536" y="215633"/>
                  <a:pt x="38403" y="212792"/>
                  <a:pt x="20060" y="211002"/>
                </a:cubicBezTo>
                <a:cubicBezTo>
                  <a:pt x="14508" y="210460"/>
                  <a:pt x="13494" y="211544"/>
                  <a:pt x="12798" y="218762"/>
                </a:cubicBezTo>
                <a:cubicBezTo>
                  <a:pt x="12315" y="223766"/>
                  <a:pt x="13169" y="227151"/>
                  <a:pt x="14913" y="227151"/>
                </a:cubicBezTo>
                <a:cubicBezTo>
                  <a:pt x="16522" y="227151"/>
                  <a:pt x="17467" y="229765"/>
                  <a:pt x="17013" y="232960"/>
                </a:cubicBezTo>
                <a:cubicBezTo>
                  <a:pt x="16365" y="237521"/>
                  <a:pt x="14803" y="238572"/>
                  <a:pt x="9735" y="237857"/>
                </a:cubicBezTo>
                <a:cubicBezTo>
                  <a:pt x="6185" y="237355"/>
                  <a:pt x="2386" y="235613"/>
                  <a:pt x="1293" y="233984"/>
                </a:cubicBezTo>
                <a:cubicBezTo>
                  <a:pt x="-1682" y="229553"/>
                  <a:pt x="858" y="184145"/>
                  <a:pt x="5050" y="166825"/>
                </a:cubicBezTo>
                <a:cubicBezTo>
                  <a:pt x="7067" y="158491"/>
                  <a:pt x="10689" y="150232"/>
                  <a:pt x="13098" y="148470"/>
                </a:cubicBezTo>
                <a:cubicBezTo>
                  <a:pt x="15508" y="146708"/>
                  <a:pt x="17479" y="143943"/>
                  <a:pt x="17479" y="142324"/>
                </a:cubicBezTo>
                <a:cubicBezTo>
                  <a:pt x="17479" y="140706"/>
                  <a:pt x="20394" y="139382"/>
                  <a:pt x="23957" y="139382"/>
                </a:cubicBezTo>
                <a:cubicBezTo>
                  <a:pt x="30115" y="139382"/>
                  <a:pt x="30383" y="138776"/>
                  <a:pt x="29365" y="127120"/>
                </a:cubicBezTo>
                <a:cubicBezTo>
                  <a:pt x="27807" y="109281"/>
                  <a:pt x="29957" y="101744"/>
                  <a:pt x="37749" y="97729"/>
                </a:cubicBezTo>
                <a:cubicBezTo>
                  <a:pt x="41508" y="95792"/>
                  <a:pt x="46799" y="91468"/>
                  <a:pt x="49507" y="88122"/>
                </a:cubicBezTo>
                <a:cubicBezTo>
                  <a:pt x="52214" y="84775"/>
                  <a:pt x="56385" y="80128"/>
                  <a:pt x="58774" y="77796"/>
                </a:cubicBezTo>
                <a:cubicBezTo>
                  <a:pt x="61163" y="75463"/>
                  <a:pt x="63903" y="71380"/>
                  <a:pt x="64863" y="68721"/>
                </a:cubicBezTo>
                <a:cubicBezTo>
                  <a:pt x="66368" y="64550"/>
                  <a:pt x="68459" y="64095"/>
                  <a:pt x="80119" y="65404"/>
                </a:cubicBezTo>
                <a:cubicBezTo>
                  <a:pt x="87551" y="66238"/>
                  <a:pt x="98859" y="67882"/>
                  <a:pt x="105248" y="69057"/>
                </a:cubicBezTo>
                <a:cubicBezTo>
                  <a:pt x="111637" y="70233"/>
                  <a:pt x="123835" y="70564"/>
                  <a:pt x="132354" y="69793"/>
                </a:cubicBezTo>
                <a:lnTo>
                  <a:pt x="147842" y="68392"/>
                </a:lnTo>
                <a:lnTo>
                  <a:pt x="148600" y="51194"/>
                </a:lnTo>
                <a:cubicBezTo>
                  <a:pt x="149196" y="37679"/>
                  <a:pt x="148006" y="30668"/>
                  <a:pt x="143045" y="18458"/>
                </a:cubicBezTo>
                <a:cubicBezTo>
                  <a:pt x="139573" y="9912"/>
                  <a:pt x="137392" y="2259"/>
                  <a:pt x="138200" y="1452"/>
                </a:cubicBezTo>
                <a:cubicBezTo>
                  <a:pt x="141102" y="-1451"/>
                  <a:pt x="166125" y="290"/>
                  <a:pt x="176238" y="4099"/>
                </a:cubicBezTo>
                <a:cubicBezTo>
                  <a:pt x="189419" y="9062"/>
                  <a:pt x="190086" y="9272"/>
                  <a:pt x="200117" y="11594"/>
                </a:cubicBezTo>
                <a:cubicBezTo>
                  <a:pt x="204892" y="12700"/>
                  <a:pt x="208506" y="15170"/>
                  <a:pt x="208506" y="17328"/>
                </a:cubicBezTo>
                <a:cubicBezTo>
                  <a:pt x="208506" y="19413"/>
                  <a:pt x="210585" y="21662"/>
                  <a:pt x="213126" y="22327"/>
                </a:cubicBezTo>
                <a:cubicBezTo>
                  <a:pt x="215666" y="22991"/>
                  <a:pt x="218861" y="26077"/>
                  <a:pt x="220224" y="29184"/>
                </a:cubicBezTo>
                <a:cubicBezTo>
                  <a:pt x="222363" y="34057"/>
                  <a:pt x="224390" y="34715"/>
                  <a:pt x="234966" y="33975"/>
                </a:cubicBezTo>
                <a:cubicBezTo>
                  <a:pt x="242553" y="33444"/>
                  <a:pt x="247228" y="34179"/>
                  <a:pt x="247228" y="35904"/>
                </a:cubicBezTo>
                <a:cubicBezTo>
                  <a:pt x="247228" y="37437"/>
                  <a:pt x="251497" y="43416"/>
                  <a:pt x="256714" y="49191"/>
                </a:cubicBezTo>
                <a:cubicBezTo>
                  <a:pt x="264193" y="57469"/>
                  <a:pt x="267470" y="59372"/>
                  <a:pt x="272203" y="58184"/>
                </a:cubicBezTo>
                <a:cubicBezTo>
                  <a:pt x="280616" y="56072"/>
                  <a:pt x="280219" y="63714"/>
                  <a:pt x="271714" y="67589"/>
                </a:cubicBezTo>
                <a:cubicBezTo>
                  <a:pt x="267863" y="69343"/>
                  <a:pt x="264361" y="73784"/>
                  <a:pt x="263105" y="78504"/>
                </a:cubicBezTo>
                <a:cubicBezTo>
                  <a:pt x="261351" y="85098"/>
                  <a:pt x="259842" y="86340"/>
                  <a:pt x="254303" y="85750"/>
                </a:cubicBezTo>
                <a:cubicBezTo>
                  <a:pt x="246592" y="84928"/>
                  <a:pt x="243436" y="91067"/>
                  <a:pt x="246105" y="101699"/>
                </a:cubicBezTo>
                <a:cubicBezTo>
                  <a:pt x="247533" y="107389"/>
                  <a:pt x="244867" y="111544"/>
                  <a:pt x="227494" y="130702"/>
                </a:cubicBezTo>
                <a:cubicBezTo>
                  <a:pt x="207371" y="152893"/>
                  <a:pt x="196764" y="160034"/>
                  <a:pt x="183924" y="160034"/>
                </a:cubicBezTo>
                <a:cubicBezTo>
                  <a:pt x="175394" y="160034"/>
                  <a:pt x="155328" y="169109"/>
                  <a:pt x="153537" y="173778"/>
                </a:cubicBezTo>
                <a:cubicBezTo>
                  <a:pt x="152784" y="175740"/>
                  <a:pt x="154366" y="179227"/>
                  <a:pt x="157053" y="181528"/>
                </a:cubicBezTo>
                <a:cubicBezTo>
                  <a:pt x="160618" y="184580"/>
                  <a:pt x="161532" y="187741"/>
                  <a:pt x="160436" y="193225"/>
                </a:cubicBezTo>
                <a:cubicBezTo>
                  <a:pt x="158065" y="205081"/>
                  <a:pt x="165477" y="217314"/>
                  <a:pt x="180263" y="225950"/>
                </a:cubicBezTo>
                <a:cubicBezTo>
                  <a:pt x="187814" y="230360"/>
                  <a:pt x="193823" y="235916"/>
                  <a:pt x="194663" y="239264"/>
                </a:cubicBezTo>
                <a:cubicBezTo>
                  <a:pt x="196711" y="247420"/>
                  <a:pt x="202826" y="252154"/>
                  <a:pt x="204770" y="247088"/>
                </a:cubicBezTo>
                <a:cubicBezTo>
                  <a:pt x="205617" y="244882"/>
                  <a:pt x="208258" y="243734"/>
                  <a:pt x="210897" y="244424"/>
                </a:cubicBezTo>
                <a:cubicBezTo>
                  <a:pt x="216566" y="245906"/>
                  <a:pt x="229158" y="234851"/>
                  <a:pt x="229158" y="228391"/>
                </a:cubicBezTo>
                <a:cubicBezTo>
                  <a:pt x="229158" y="223967"/>
                  <a:pt x="229378" y="223969"/>
                  <a:pt x="234321" y="228442"/>
                </a:cubicBezTo>
                <a:cubicBezTo>
                  <a:pt x="240730" y="234242"/>
                  <a:pt x="241099" y="246636"/>
                  <a:pt x="234966" y="250091"/>
                </a:cubicBezTo>
                <a:cubicBezTo>
                  <a:pt x="230667" y="252513"/>
                  <a:pt x="230669" y="253050"/>
                  <a:pt x="235014" y="261191"/>
                </a:cubicBezTo>
                <a:cubicBezTo>
                  <a:pt x="240871" y="272165"/>
                  <a:pt x="238755" y="290041"/>
                  <a:pt x="230353" y="300578"/>
                </a:cubicBezTo>
                <a:lnTo>
                  <a:pt x="224337" y="308123"/>
                </a:lnTo>
                <a:lnTo>
                  <a:pt x="215823" y="299799"/>
                </a:lnTo>
                <a:cubicBezTo>
                  <a:pt x="210927" y="295013"/>
                  <a:pt x="205095" y="291738"/>
                  <a:pt x="202099" y="292094"/>
                </a:cubicBezTo>
                <a:cubicBezTo>
                  <a:pt x="194035" y="293052"/>
                  <a:pt x="185277" y="286146"/>
                  <a:pt x="185246" y="278805"/>
                </a:cubicBezTo>
                <a:cubicBezTo>
                  <a:pt x="185229" y="274767"/>
                  <a:pt x="180965" y="267715"/>
                  <a:pt x="173928" y="260086"/>
                </a:cubicBezTo>
                <a:cubicBezTo>
                  <a:pt x="164333" y="249682"/>
                  <a:pt x="162165" y="248415"/>
                  <a:pt x="159486" y="251642"/>
                </a:cubicBezTo>
                <a:cubicBezTo>
                  <a:pt x="155362" y="256612"/>
                  <a:pt x="141849" y="263292"/>
                  <a:pt x="135920" y="263292"/>
                </a:cubicBezTo>
                <a:cubicBezTo>
                  <a:pt x="133348" y="263292"/>
                  <a:pt x="130007" y="265603"/>
                  <a:pt x="128496" y="268428"/>
                </a:cubicBezTo>
                <a:cubicBezTo>
                  <a:pt x="126984" y="271253"/>
                  <a:pt x="122406" y="275292"/>
                  <a:pt x="118324" y="277403"/>
                </a:cubicBezTo>
                <a:cubicBezTo>
                  <a:pt x="105333" y="284120"/>
                  <a:pt x="102661" y="288486"/>
                  <a:pt x="102749" y="302843"/>
                </a:cubicBezTo>
                <a:cubicBezTo>
                  <a:pt x="102826" y="315405"/>
                  <a:pt x="106784" y="325066"/>
                  <a:pt x="111986" y="325389"/>
                </a:cubicBezTo>
                <a:cubicBezTo>
                  <a:pt x="116589" y="325676"/>
                  <a:pt x="126252" y="340721"/>
                  <a:pt x="124791" y="345325"/>
                </a:cubicBezTo>
                <a:cubicBezTo>
                  <a:pt x="123983" y="347870"/>
                  <a:pt x="118463" y="353688"/>
                  <a:pt x="112525" y="358252"/>
                </a:cubicBezTo>
                <a:cubicBezTo>
                  <a:pt x="101535" y="366699"/>
                  <a:pt x="89725" y="368732"/>
                  <a:pt x="61364" y="367059"/>
                </a:cubicBezTo>
                <a:cubicBezTo>
                  <a:pt x="56394" y="366766"/>
                  <a:pt x="49424" y="367473"/>
                  <a:pt x="45875" y="368630"/>
                </a:cubicBezTo>
                <a:cubicBezTo>
                  <a:pt x="42325" y="369787"/>
                  <a:pt x="37388" y="370288"/>
                  <a:pt x="34904" y="369743"/>
                </a:cubicBezTo>
                <a:close/>
              </a:path>
            </a:pathLst>
          </a:custGeom>
          <a:solidFill>
            <a:srgbClr val="B9B9B9"/>
          </a:solidFill>
          <a:ln w="5163" cap="flat">
            <a:noFill/>
            <a:prstDash val="solid"/>
            <a:miter/>
          </a:ln>
        </p:spPr>
        <p:txBody>
          <a:bodyPr/>
          <a:lstStyle/>
          <a:p>
            <a:endParaRPr lang="es-419" noProof="0" dirty="0"/>
          </a:p>
        </p:txBody>
      </p:sp>
      <p:grpSp>
        <p:nvGrpSpPr>
          <p:cNvPr id="75" name="Gráfico 39">
            <a:extLst>
              <a:ext uri="{FF2B5EF4-FFF2-40B4-BE49-F238E27FC236}">
                <a16:creationId xmlns:a16="http://schemas.microsoft.com/office/drawing/2014/main" id="{C3F91B00-95C9-D4B6-0516-0FB48F157255}"/>
              </a:ext>
            </a:extLst>
          </p:cNvPr>
          <p:cNvGrpSpPr/>
          <p:nvPr/>
        </p:nvGrpSpPr>
        <p:grpSpPr>
          <a:xfrm>
            <a:off x="1634957" y="2069316"/>
            <a:ext cx="438046" cy="474569"/>
            <a:chOff x="1634957" y="2069316"/>
            <a:chExt cx="438046" cy="474569"/>
          </a:xfrm>
        </p:grpSpPr>
        <p:sp>
          <p:nvSpPr>
            <p:cNvPr id="76" name="Forma libre: forma 75">
              <a:extLst>
                <a:ext uri="{FF2B5EF4-FFF2-40B4-BE49-F238E27FC236}">
                  <a16:creationId xmlns:a16="http://schemas.microsoft.com/office/drawing/2014/main" id="{799B3129-1B69-30BD-F567-5558A3E713CB}"/>
                </a:ext>
              </a:extLst>
            </p:cNvPr>
            <p:cNvSpPr/>
            <p:nvPr/>
          </p:nvSpPr>
          <p:spPr>
            <a:xfrm>
              <a:off x="1634957" y="2069316"/>
              <a:ext cx="438046" cy="474569"/>
            </a:xfrm>
            <a:custGeom>
              <a:avLst/>
              <a:gdLst>
                <a:gd name="csX0" fmla="*/ 332739 w 438046"/>
                <a:gd name="csY0" fmla="*/ 469202 h 474569"/>
                <a:gd name="csX1" fmla="*/ 324349 w 438046"/>
                <a:gd name="csY1" fmla="*/ 460541 h 474569"/>
                <a:gd name="csX2" fmla="*/ 306954 w 438046"/>
                <a:gd name="csY2" fmla="*/ 447652 h 474569"/>
                <a:gd name="csX3" fmla="*/ 301522 w 438046"/>
                <a:gd name="csY3" fmla="*/ 436095 h 474569"/>
                <a:gd name="csX4" fmla="*/ 298287 w 438046"/>
                <a:gd name="csY4" fmla="*/ 425621 h 474569"/>
                <a:gd name="csX5" fmla="*/ 291436 w 438046"/>
                <a:gd name="csY5" fmla="*/ 429493 h 474569"/>
                <a:gd name="csX6" fmla="*/ 284162 w 438046"/>
                <a:gd name="csY6" fmla="*/ 433365 h 474569"/>
                <a:gd name="csX7" fmla="*/ 273181 w 438046"/>
                <a:gd name="csY7" fmla="*/ 439996 h 474569"/>
                <a:gd name="csX8" fmla="*/ 246542 w 438046"/>
                <a:gd name="csY8" fmla="*/ 415677 h 474569"/>
                <a:gd name="csX9" fmla="*/ 247543 w 438046"/>
                <a:gd name="csY9" fmla="*/ 398488 h 474569"/>
                <a:gd name="csX10" fmla="*/ 227242 w 438046"/>
                <a:gd name="csY10" fmla="*/ 385770 h 474569"/>
                <a:gd name="csX11" fmla="*/ 216574 w 438046"/>
                <a:gd name="csY11" fmla="*/ 384267 h 474569"/>
                <a:gd name="csX12" fmla="*/ 211411 w 438046"/>
                <a:gd name="csY12" fmla="*/ 381736 h 474569"/>
                <a:gd name="csX13" fmla="*/ 206248 w 438046"/>
                <a:gd name="csY13" fmla="*/ 377864 h 474569"/>
                <a:gd name="csX14" fmla="*/ 201085 w 438046"/>
                <a:gd name="csY14" fmla="*/ 368829 h 474569"/>
                <a:gd name="csX15" fmla="*/ 195840 w 438046"/>
                <a:gd name="csY15" fmla="*/ 360439 h 474569"/>
                <a:gd name="csX16" fmla="*/ 179383 w 438046"/>
                <a:gd name="csY16" fmla="*/ 344572 h 474569"/>
                <a:gd name="csX17" fmla="*/ 166056 w 438046"/>
                <a:gd name="csY17" fmla="*/ 347532 h 474569"/>
                <a:gd name="csX18" fmla="*/ 162127 w 438046"/>
                <a:gd name="csY18" fmla="*/ 363514 h 474569"/>
                <a:gd name="csX19" fmla="*/ 156676 w 438046"/>
                <a:gd name="csY19" fmla="*/ 372397 h 474569"/>
                <a:gd name="csX20" fmla="*/ 152333 w 438046"/>
                <a:gd name="csY20" fmla="*/ 366640 h 474569"/>
                <a:gd name="csX21" fmla="*/ 138487 w 438046"/>
                <a:gd name="csY21" fmla="*/ 364853 h 474569"/>
                <a:gd name="csX22" fmla="*/ 126312 w 438046"/>
                <a:gd name="csY22" fmla="*/ 363833 h 474569"/>
                <a:gd name="csX23" fmla="*/ 123641 w 438046"/>
                <a:gd name="csY23" fmla="*/ 355006 h 474569"/>
                <a:gd name="csX24" fmla="*/ 115723 w 438046"/>
                <a:gd name="csY24" fmla="*/ 349430 h 474569"/>
                <a:gd name="csX25" fmla="*/ 110493 w 438046"/>
                <a:gd name="csY25" fmla="*/ 333027 h 474569"/>
                <a:gd name="csX26" fmla="*/ 115897 w 438046"/>
                <a:gd name="csY26" fmla="*/ 317692 h 474569"/>
                <a:gd name="csX27" fmla="*/ 126868 w 438046"/>
                <a:gd name="csY27" fmla="*/ 306474 h 474569"/>
                <a:gd name="csX28" fmla="*/ 128005 w 438046"/>
                <a:gd name="csY28" fmla="*/ 290864 h 474569"/>
                <a:gd name="csX29" fmla="*/ 107467 w 438046"/>
                <a:gd name="csY29" fmla="*/ 276906 h 474569"/>
                <a:gd name="csX30" fmla="*/ 125531 w 438046"/>
                <a:gd name="csY30" fmla="*/ 228226 h 474569"/>
                <a:gd name="csX31" fmla="*/ 128516 w 438046"/>
                <a:gd name="csY31" fmla="*/ 218872 h 474569"/>
                <a:gd name="csX32" fmla="*/ 122054 w 438046"/>
                <a:gd name="csY32" fmla="*/ 216563 h 474569"/>
                <a:gd name="csX33" fmla="*/ 112602 w 438046"/>
                <a:gd name="csY33" fmla="*/ 211354 h 474569"/>
                <a:gd name="csX34" fmla="*/ 97827 w 438046"/>
                <a:gd name="csY34" fmla="*/ 212411 h 474569"/>
                <a:gd name="csX35" fmla="*/ 87566 w 438046"/>
                <a:gd name="csY35" fmla="*/ 216588 h 474569"/>
                <a:gd name="csX36" fmla="*/ 80430 w 438046"/>
                <a:gd name="csY36" fmla="*/ 211038 h 474569"/>
                <a:gd name="csX37" fmla="*/ 79784 w 438046"/>
                <a:gd name="csY37" fmla="*/ 198453 h 474569"/>
                <a:gd name="csX38" fmla="*/ 82015 w 438046"/>
                <a:gd name="csY38" fmla="*/ 188949 h 474569"/>
                <a:gd name="csX39" fmla="*/ 89966 w 438046"/>
                <a:gd name="csY39" fmla="*/ 185629 h 474569"/>
                <a:gd name="csX40" fmla="*/ 87641 w 438046"/>
                <a:gd name="csY40" fmla="*/ 169636 h 474569"/>
                <a:gd name="csX41" fmla="*/ 79292 w 438046"/>
                <a:gd name="csY41" fmla="*/ 156728 h 474569"/>
                <a:gd name="csX42" fmla="*/ 72462 w 438046"/>
                <a:gd name="csY42" fmla="*/ 148956 h 474569"/>
                <a:gd name="csX43" fmla="*/ 56524 w 438046"/>
                <a:gd name="csY43" fmla="*/ 163920 h 474569"/>
                <a:gd name="csX44" fmla="*/ 52658 w 438046"/>
                <a:gd name="csY44" fmla="*/ 164900 h 474569"/>
                <a:gd name="csX45" fmla="*/ 39697 w 438046"/>
                <a:gd name="csY45" fmla="*/ 168628 h 474569"/>
                <a:gd name="csX46" fmla="*/ 26748 w 438046"/>
                <a:gd name="csY46" fmla="*/ 181448 h 474569"/>
                <a:gd name="csX47" fmla="*/ 16403 w 438046"/>
                <a:gd name="csY47" fmla="*/ 190289 h 474569"/>
                <a:gd name="csX48" fmla="*/ 7343 w 438046"/>
                <a:gd name="csY48" fmla="*/ 186486 h 474569"/>
                <a:gd name="csX49" fmla="*/ 9965 w 438046"/>
                <a:gd name="csY49" fmla="*/ 170925 h 474569"/>
                <a:gd name="csX50" fmla="*/ 15158 w 438046"/>
                <a:gd name="csY50" fmla="*/ 162124 h 474569"/>
                <a:gd name="csX51" fmla="*/ 9381 w 438046"/>
                <a:gd name="csY51" fmla="*/ 159801 h 474569"/>
                <a:gd name="csX52" fmla="*/ 7807 w 438046"/>
                <a:gd name="csY52" fmla="*/ 157314 h 474569"/>
                <a:gd name="csX53" fmla="*/ 15681 w 438046"/>
                <a:gd name="csY53" fmla="*/ 151621 h 474569"/>
                <a:gd name="csX54" fmla="*/ 24691 w 438046"/>
                <a:gd name="csY54" fmla="*/ 148948 h 474569"/>
                <a:gd name="csX55" fmla="*/ 33291 w 438046"/>
                <a:gd name="csY55" fmla="*/ 142643 h 474569"/>
                <a:gd name="csX56" fmla="*/ 36252 w 438046"/>
                <a:gd name="csY56" fmla="*/ 130243 h 474569"/>
                <a:gd name="csX57" fmla="*/ 35959 w 438046"/>
                <a:gd name="csY57" fmla="*/ 119824 h 474569"/>
                <a:gd name="csX58" fmla="*/ 30417 w 438046"/>
                <a:gd name="csY58" fmla="*/ 117319 h 474569"/>
                <a:gd name="csX59" fmla="*/ 28128 w 438046"/>
                <a:gd name="csY59" fmla="*/ 114535 h 474569"/>
                <a:gd name="csX60" fmla="*/ 22780 w 438046"/>
                <a:gd name="csY60" fmla="*/ 112034 h 474569"/>
                <a:gd name="csX61" fmla="*/ 9335 w 438046"/>
                <a:gd name="csY61" fmla="*/ 100263 h 474569"/>
                <a:gd name="csX62" fmla="*/ 5316 w 438046"/>
                <a:gd name="csY62" fmla="*/ 85099 h 474569"/>
                <a:gd name="csX63" fmla="*/ 0 w 438046"/>
                <a:gd name="csY63" fmla="*/ 74899 h 474569"/>
                <a:gd name="csX64" fmla="*/ 5230 w 438046"/>
                <a:gd name="csY64" fmla="*/ 68250 h 474569"/>
                <a:gd name="csX65" fmla="*/ 8777 w 438046"/>
                <a:gd name="csY65" fmla="*/ 53938 h 474569"/>
                <a:gd name="csX66" fmla="*/ 11157 w 438046"/>
                <a:gd name="csY66" fmla="*/ 40474 h 474569"/>
                <a:gd name="csX67" fmla="*/ 15221 w 438046"/>
                <a:gd name="csY67" fmla="*/ 30361 h 474569"/>
                <a:gd name="csX68" fmla="*/ 19093 w 438046"/>
                <a:gd name="csY68" fmla="*/ 24563 h 474569"/>
                <a:gd name="csX69" fmla="*/ 13331 w 438046"/>
                <a:gd name="csY69" fmla="*/ 11391 h 474569"/>
                <a:gd name="csX70" fmla="*/ 15610 w 438046"/>
                <a:gd name="csY70" fmla="*/ 4739 h 474569"/>
                <a:gd name="csX71" fmla="*/ 24152 w 438046"/>
                <a:gd name="csY71" fmla="*/ 2431 h 474569"/>
                <a:gd name="csX72" fmla="*/ 42643 w 438046"/>
                <a:gd name="csY72" fmla="*/ 10008 h 474569"/>
                <a:gd name="csX73" fmla="*/ 58021 w 438046"/>
                <a:gd name="csY73" fmla="*/ 20333 h 474569"/>
                <a:gd name="csX74" fmla="*/ 76259 w 438046"/>
                <a:gd name="csY74" fmla="*/ 58909 h 474569"/>
                <a:gd name="csX75" fmla="*/ 87417 w 438046"/>
                <a:gd name="csY75" fmla="*/ 80908 h 474569"/>
                <a:gd name="csX76" fmla="*/ 99122 w 438046"/>
                <a:gd name="csY76" fmla="*/ 102996 h 474569"/>
                <a:gd name="csX77" fmla="*/ 103913 w 438046"/>
                <a:gd name="csY77" fmla="*/ 110684 h 474569"/>
                <a:gd name="csX78" fmla="*/ 102362 w 438046"/>
                <a:gd name="csY78" fmla="*/ 90033 h 474569"/>
                <a:gd name="csX79" fmla="*/ 92203 w 438046"/>
                <a:gd name="csY79" fmla="*/ 66799 h 474569"/>
                <a:gd name="csX80" fmla="*/ 83568 w 438046"/>
                <a:gd name="csY80" fmla="*/ 60346 h 474569"/>
                <a:gd name="csX81" fmla="*/ 86838 w 438046"/>
                <a:gd name="csY81" fmla="*/ 69381 h 474569"/>
                <a:gd name="csX82" fmla="*/ 85111 w 438046"/>
                <a:gd name="csY82" fmla="*/ 70354 h 474569"/>
                <a:gd name="csX83" fmla="*/ 81250 w 438046"/>
                <a:gd name="csY83" fmla="*/ 58738 h 474569"/>
                <a:gd name="csX84" fmla="*/ 73693 w 438046"/>
                <a:gd name="csY84" fmla="*/ 39979 h 474569"/>
                <a:gd name="csX85" fmla="*/ 66850 w 438046"/>
                <a:gd name="csY85" fmla="*/ 27201 h 474569"/>
                <a:gd name="csX86" fmla="*/ 80920 w 438046"/>
                <a:gd name="csY86" fmla="*/ 44489 h 474569"/>
                <a:gd name="csX87" fmla="*/ 99162 w 438046"/>
                <a:gd name="csY87" fmla="*/ 64586 h 474569"/>
                <a:gd name="csX88" fmla="*/ 107565 w 438046"/>
                <a:gd name="csY88" fmla="*/ 86419 h 474569"/>
                <a:gd name="csX89" fmla="*/ 116108 w 438046"/>
                <a:gd name="csY89" fmla="*/ 138203 h 474569"/>
                <a:gd name="csX90" fmla="*/ 121060 w 438046"/>
                <a:gd name="csY90" fmla="*/ 151411 h 474569"/>
                <a:gd name="csX91" fmla="*/ 135828 w 438046"/>
                <a:gd name="csY91" fmla="*/ 169580 h 474569"/>
                <a:gd name="csX92" fmla="*/ 173747 w 438046"/>
                <a:gd name="csY92" fmla="*/ 217637 h 474569"/>
                <a:gd name="csX93" fmla="*/ 186052 w 438046"/>
                <a:gd name="csY93" fmla="*/ 237240 h 474569"/>
                <a:gd name="csX94" fmla="*/ 192809 w 438046"/>
                <a:gd name="csY94" fmla="*/ 259193 h 474569"/>
                <a:gd name="csX95" fmla="*/ 202887 w 438046"/>
                <a:gd name="csY95" fmla="*/ 280570 h 474569"/>
                <a:gd name="csX96" fmla="*/ 215434 w 438046"/>
                <a:gd name="csY96" fmla="*/ 294429 h 474569"/>
                <a:gd name="csX97" fmla="*/ 223898 w 438046"/>
                <a:gd name="csY97" fmla="*/ 302869 h 474569"/>
                <a:gd name="csX98" fmla="*/ 231639 w 438046"/>
                <a:gd name="csY98" fmla="*/ 310848 h 474569"/>
                <a:gd name="csX99" fmla="*/ 241066 w 438046"/>
                <a:gd name="csY99" fmla="*/ 319770 h 474569"/>
                <a:gd name="csX100" fmla="*/ 242388 w 438046"/>
                <a:gd name="csY100" fmla="*/ 323654 h 474569"/>
                <a:gd name="csX101" fmla="*/ 237225 w 438046"/>
                <a:gd name="csY101" fmla="*/ 324770 h 474569"/>
                <a:gd name="csX102" fmla="*/ 239807 w 438046"/>
                <a:gd name="csY102" fmla="*/ 327526 h 474569"/>
                <a:gd name="csX103" fmla="*/ 241743 w 438046"/>
                <a:gd name="csY103" fmla="*/ 330724 h 474569"/>
                <a:gd name="csX104" fmla="*/ 248333 w 438046"/>
                <a:gd name="csY104" fmla="*/ 333103 h 474569"/>
                <a:gd name="csX105" fmla="*/ 259724 w 438046"/>
                <a:gd name="csY105" fmla="*/ 335713 h 474569"/>
                <a:gd name="csX106" fmla="*/ 262612 w 438046"/>
                <a:gd name="csY106" fmla="*/ 335270 h 474569"/>
                <a:gd name="csX107" fmla="*/ 255739 w 438046"/>
                <a:gd name="csY107" fmla="*/ 330573 h 474569"/>
                <a:gd name="csX108" fmla="*/ 250133 w 438046"/>
                <a:gd name="csY108" fmla="*/ 327461 h 474569"/>
                <a:gd name="csX109" fmla="*/ 260301 w 438046"/>
                <a:gd name="csY109" fmla="*/ 328761 h 474569"/>
                <a:gd name="csX110" fmla="*/ 284960 w 438046"/>
                <a:gd name="csY110" fmla="*/ 330853 h 474569"/>
                <a:gd name="csX111" fmla="*/ 308115 w 438046"/>
                <a:gd name="csY111" fmla="*/ 337754 h 474569"/>
                <a:gd name="csX112" fmla="*/ 325378 w 438046"/>
                <a:gd name="csY112" fmla="*/ 347910 h 474569"/>
                <a:gd name="csX113" fmla="*/ 336932 w 438046"/>
                <a:gd name="csY113" fmla="*/ 355594 h 474569"/>
                <a:gd name="csX114" fmla="*/ 342564 w 438046"/>
                <a:gd name="csY114" fmla="*/ 364198 h 474569"/>
                <a:gd name="csX115" fmla="*/ 343743 w 438046"/>
                <a:gd name="csY115" fmla="*/ 371080 h 474569"/>
                <a:gd name="csX116" fmla="*/ 344358 w 438046"/>
                <a:gd name="csY116" fmla="*/ 373363 h 474569"/>
                <a:gd name="csX117" fmla="*/ 350269 w 438046"/>
                <a:gd name="csY117" fmla="*/ 376862 h 474569"/>
                <a:gd name="csX118" fmla="*/ 372627 w 438046"/>
                <a:gd name="csY118" fmla="*/ 380540 h 474569"/>
                <a:gd name="csX119" fmla="*/ 391189 w 438046"/>
                <a:gd name="csY119" fmla="*/ 378801 h 474569"/>
                <a:gd name="csX120" fmla="*/ 394232 w 438046"/>
                <a:gd name="csY120" fmla="*/ 388958 h 474569"/>
                <a:gd name="csX121" fmla="*/ 397318 w 438046"/>
                <a:gd name="csY121" fmla="*/ 403978 h 474569"/>
                <a:gd name="csX122" fmla="*/ 409224 w 438046"/>
                <a:gd name="csY122" fmla="*/ 419167 h 474569"/>
                <a:gd name="csX123" fmla="*/ 434929 w 438046"/>
                <a:gd name="csY123" fmla="*/ 450207 h 474569"/>
                <a:gd name="csX124" fmla="*/ 429332 w 438046"/>
                <a:gd name="csY124" fmla="*/ 469288 h 474569"/>
                <a:gd name="csX125" fmla="*/ 376412 w 438046"/>
                <a:gd name="csY125" fmla="*/ 474534 h 474569"/>
                <a:gd name="csX126" fmla="*/ 332739 w 438046"/>
                <a:gd name="csY126" fmla="*/ 469202 h 47456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438046" h="474569">
                  <a:moveTo>
                    <a:pt x="332739" y="469202"/>
                  </a:moveTo>
                  <a:cubicBezTo>
                    <a:pt x="332739" y="465869"/>
                    <a:pt x="329807" y="462843"/>
                    <a:pt x="324349" y="460541"/>
                  </a:cubicBezTo>
                  <a:cubicBezTo>
                    <a:pt x="319735" y="458594"/>
                    <a:pt x="311907" y="452795"/>
                    <a:pt x="306954" y="447652"/>
                  </a:cubicBezTo>
                  <a:cubicBezTo>
                    <a:pt x="299888" y="440316"/>
                    <a:pt x="298719" y="437828"/>
                    <a:pt x="301522" y="436095"/>
                  </a:cubicBezTo>
                  <a:cubicBezTo>
                    <a:pt x="305823" y="433437"/>
                    <a:pt x="303408" y="425621"/>
                    <a:pt x="298287" y="425621"/>
                  </a:cubicBezTo>
                  <a:cubicBezTo>
                    <a:pt x="296286" y="425621"/>
                    <a:pt x="293203" y="427364"/>
                    <a:pt x="291436" y="429493"/>
                  </a:cubicBezTo>
                  <a:cubicBezTo>
                    <a:pt x="289668" y="431623"/>
                    <a:pt x="286395" y="433365"/>
                    <a:pt x="284162" y="433365"/>
                  </a:cubicBezTo>
                  <a:cubicBezTo>
                    <a:pt x="281929" y="433365"/>
                    <a:pt x="276987" y="436349"/>
                    <a:pt x="273181" y="439996"/>
                  </a:cubicBezTo>
                  <a:cubicBezTo>
                    <a:pt x="256469" y="456007"/>
                    <a:pt x="233183" y="434749"/>
                    <a:pt x="246542" y="415677"/>
                  </a:cubicBezTo>
                  <a:cubicBezTo>
                    <a:pt x="250094" y="410606"/>
                    <a:pt x="250239" y="408115"/>
                    <a:pt x="247543" y="398488"/>
                  </a:cubicBezTo>
                  <a:cubicBezTo>
                    <a:pt x="243936" y="385603"/>
                    <a:pt x="241942" y="384354"/>
                    <a:pt x="227242" y="385770"/>
                  </a:cubicBezTo>
                  <a:cubicBezTo>
                    <a:pt x="221295" y="386343"/>
                    <a:pt x="216574" y="385678"/>
                    <a:pt x="216574" y="384267"/>
                  </a:cubicBezTo>
                  <a:cubicBezTo>
                    <a:pt x="216574" y="382875"/>
                    <a:pt x="214251" y="381736"/>
                    <a:pt x="211411" y="381736"/>
                  </a:cubicBezTo>
                  <a:cubicBezTo>
                    <a:pt x="208543" y="381736"/>
                    <a:pt x="206248" y="380015"/>
                    <a:pt x="206248" y="377864"/>
                  </a:cubicBezTo>
                  <a:cubicBezTo>
                    <a:pt x="206248" y="375735"/>
                    <a:pt x="203925" y="371669"/>
                    <a:pt x="201085" y="368829"/>
                  </a:cubicBezTo>
                  <a:cubicBezTo>
                    <a:pt x="198245" y="365990"/>
                    <a:pt x="195885" y="362214"/>
                    <a:pt x="195840" y="360439"/>
                  </a:cubicBezTo>
                  <a:cubicBezTo>
                    <a:pt x="195695" y="354744"/>
                    <a:pt x="189552" y="348821"/>
                    <a:pt x="179383" y="344572"/>
                  </a:cubicBezTo>
                  <a:cubicBezTo>
                    <a:pt x="165908" y="338942"/>
                    <a:pt x="164292" y="339301"/>
                    <a:pt x="166056" y="347532"/>
                  </a:cubicBezTo>
                  <a:cubicBezTo>
                    <a:pt x="167087" y="352339"/>
                    <a:pt x="165818" y="357500"/>
                    <a:pt x="162127" y="363514"/>
                  </a:cubicBezTo>
                  <a:lnTo>
                    <a:pt x="156676" y="372397"/>
                  </a:lnTo>
                  <a:lnTo>
                    <a:pt x="152333" y="366640"/>
                  </a:lnTo>
                  <a:cubicBezTo>
                    <a:pt x="148166" y="361115"/>
                    <a:pt x="147605" y="361043"/>
                    <a:pt x="138487" y="364853"/>
                  </a:cubicBezTo>
                  <a:cubicBezTo>
                    <a:pt x="129534" y="368594"/>
                    <a:pt x="128828" y="368535"/>
                    <a:pt x="126312" y="363833"/>
                  </a:cubicBezTo>
                  <a:cubicBezTo>
                    <a:pt x="124843" y="361088"/>
                    <a:pt x="123641" y="357116"/>
                    <a:pt x="123641" y="355006"/>
                  </a:cubicBezTo>
                  <a:cubicBezTo>
                    <a:pt x="123641" y="352823"/>
                    <a:pt x="120228" y="350420"/>
                    <a:pt x="115723" y="349430"/>
                  </a:cubicBezTo>
                  <a:cubicBezTo>
                    <a:pt x="105375" y="347157"/>
                    <a:pt x="103846" y="342362"/>
                    <a:pt x="110493" y="333027"/>
                  </a:cubicBezTo>
                  <a:cubicBezTo>
                    <a:pt x="113465" y="328853"/>
                    <a:pt x="115897" y="321952"/>
                    <a:pt x="115897" y="317692"/>
                  </a:cubicBezTo>
                  <a:cubicBezTo>
                    <a:pt x="115897" y="310844"/>
                    <a:pt x="117170" y="309543"/>
                    <a:pt x="126868" y="306474"/>
                  </a:cubicBezTo>
                  <a:cubicBezTo>
                    <a:pt x="141640" y="301799"/>
                    <a:pt x="142221" y="293818"/>
                    <a:pt x="128005" y="290864"/>
                  </a:cubicBezTo>
                  <a:cubicBezTo>
                    <a:pt x="113703" y="287893"/>
                    <a:pt x="108950" y="284662"/>
                    <a:pt x="107467" y="276906"/>
                  </a:cubicBezTo>
                  <a:cubicBezTo>
                    <a:pt x="105739" y="267867"/>
                    <a:pt x="117059" y="237363"/>
                    <a:pt x="125531" y="228226"/>
                  </a:cubicBezTo>
                  <a:cubicBezTo>
                    <a:pt x="130828" y="222513"/>
                    <a:pt x="131406" y="220702"/>
                    <a:pt x="128516" y="218872"/>
                  </a:cubicBezTo>
                  <a:cubicBezTo>
                    <a:pt x="126545" y="217624"/>
                    <a:pt x="123637" y="216585"/>
                    <a:pt x="122054" y="216563"/>
                  </a:cubicBezTo>
                  <a:cubicBezTo>
                    <a:pt x="120470" y="216541"/>
                    <a:pt x="116217" y="214197"/>
                    <a:pt x="112602" y="211354"/>
                  </a:cubicBezTo>
                  <a:cubicBezTo>
                    <a:pt x="105961" y="206129"/>
                    <a:pt x="97827" y="206711"/>
                    <a:pt x="97827" y="212411"/>
                  </a:cubicBezTo>
                  <a:cubicBezTo>
                    <a:pt x="97827" y="219059"/>
                    <a:pt x="92291" y="221313"/>
                    <a:pt x="87566" y="216588"/>
                  </a:cubicBezTo>
                  <a:cubicBezTo>
                    <a:pt x="85046" y="214068"/>
                    <a:pt x="81835" y="211570"/>
                    <a:pt x="80430" y="211038"/>
                  </a:cubicBezTo>
                  <a:cubicBezTo>
                    <a:pt x="78870" y="210447"/>
                    <a:pt x="78619" y="205549"/>
                    <a:pt x="79784" y="198453"/>
                  </a:cubicBezTo>
                  <a:cubicBezTo>
                    <a:pt x="80834" y="192064"/>
                    <a:pt x="81838" y="187787"/>
                    <a:pt x="82015" y="188949"/>
                  </a:cubicBezTo>
                  <a:cubicBezTo>
                    <a:pt x="82193" y="190110"/>
                    <a:pt x="85771" y="188616"/>
                    <a:pt x="89966" y="185629"/>
                  </a:cubicBezTo>
                  <a:cubicBezTo>
                    <a:pt x="98750" y="179374"/>
                    <a:pt x="98211" y="175668"/>
                    <a:pt x="87641" y="169636"/>
                  </a:cubicBezTo>
                  <a:cubicBezTo>
                    <a:pt x="82102" y="166474"/>
                    <a:pt x="79900" y="163069"/>
                    <a:pt x="79292" y="156728"/>
                  </a:cubicBezTo>
                  <a:cubicBezTo>
                    <a:pt x="78587" y="149374"/>
                    <a:pt x="77588" y="148238"/>
                    <a:pt x="72462" y="148956"/>
                  </a:cubicBezTo>
                  <a:cubicBezTo>
                    <a:pt x="65224" y="149970"/>
                    <a:pt x="56524" y="158137"/>
                    <a:pt x="56524" y="163920"/>
                  </a:cubicBezTo>
                  <a:cubicBezTo>
                    <a:pt x="56524" y="167347"/>
                    <a:pt x="55821" y="167525"/>
                    <a:pt x="52658" y="164900"/>
                  </a:cubicBezTo>
                  <a:cubicBezTo>
                    <a:pt x="49486" y="162267"/>
                    <a:pt x="47159" y="162936"/>
                    <a:pt x="39697" y="168628"/>
                  </a:cubicBezTo>
                  <a:cubicBezTo>
                    <a:pt x="34695" y="172443"/>
                    <a:pt x="28868" y="178212"/>
                    <a:pt x="26748" y="181448"/>
                  </a:cubicBezTo>
                  <a:cubicBezTo>
                    <a:pt x="24627" y="184684"/>
                    <a:pt x="19972" y="188663"/>
                    <a:pt x="16403" y="190289"/>
                  </a:cubicBezTo>
                  <a:cubicBezTo>
                    <a:pt x="10541" y="192960"/>
                    <a:pt x="9664" y="192592"/>
                    <a:pt x="7343" y="186486"/>
                  </a:cubicBezTo>
                  <a:cubicBezTo>
                    <a:pt x="5309" y="181137"/>
                    <a:pt x="5857" y="177888"/>
                    <a:pt x="9965" y="170925"/>
                  </a:cubicBezTo>
                  <a:lnTo>
                    <a:pt x="15158" y="162124"/>
                  </a:lnTo>
                  <a:lnTo>
                    <a:pt x="9381" y="159801"/>
                  </a:lnTo>
                  <a:cubicBezTo>
                    <a:pt x="5449" y="158219"/>
                    <a:pt x="4946" y="157425"/>
                    <a:pt x="7807" y="157314"/>
                  </a:cubicBezTo>
                  <a:cubicBezTo>
                    <a:pt x="10118" y="157224"/>
                    <a:pt x="13662" y="154662"/>
                    <a:pt x="15681" y="151621"/>
                  </a:cubicBezTo>
                  <a:cubicBezTo>
                    <a:pt x="18731" y="147026"/>
                    <a:pt x="20256" y="146574"/>
                    <a:pt x="24691" y="148948"/>
                  </a:cubicBezTo>
                  <a:cubicBezTo>
                    <a:pt x="31018" y="152334"/>
                    <a:pt x="33291" y="150668"/>
                    <a:pt x="33291" y="142643"/>
                  </a:cubicBezTo>
                  <a:cubicBezTo>
                    <a:pt x="33291" y="139397"/>
                    <a:pt x="34623" y="133817"/>
                    <a:pt x="36252" y="130243"/>
                  </a:cubicBezTo>
                  <a:cubicBezTo>
                    <a:pt x="38533" y="125236"/>
                    <a:pt x="38466" y="122844"/>
                    <a:pt x="35959" y="119824"/>
                  </a:cubicBezTo>
                  <a:cubicBezTo>
                    <a:pt x="34170" y="117668"/>
                    <a:pt x="31676" y="116540"/>
                    <a:pt x="30417" y="117319"/>
                  </a:cubicBezTo>
                  <a:cubicBezTo>
                    <a:pt x="29158" y="118097"/>
                    <a:pt x="28128" y="116844"/>
                    <a:pt x="28128" y="114535"/>
                  </a:cubicBezTo>
                  <a:cubicBezTo>
                    <a:pt x="28128" y="111463"/>
                    <a:pt x="26693" y="110792"/>
                    <a:pt x="22780" y="112034"/>
                  </a:cubicBezTo>
                  <a:cubicBezTo>
                    <a:pt x="15848" y="114234"/>
                    <a:pt x="7575" y="106991"/>
                    <a:pt x="9335" y="100263"/>
                  </a:cubicBezTo>
                  <a:cubicBezTo>
                    <a:pt x="10049" y="97533"/>
                    <a:pt x="8241" y="90709"/>
                    <a:pt x="5316" y="85099"/>
                  </a:cubicBezTo>
                  <a:lnTo>
                    <a:pt x="0" y="74899"/>
                  </a:lnTo>
                  <a:lnTo>
                    <a:pt x="5230" y="68250"/>
                  </a:lnTo>
                  <a:cubicBezTo>
                    <a:pt x="9068" y="63371"/>
                    <a:pt x="10012" y="59562"/>
                    <a:pt x="8777" y="53938"/>
                  </a:cubicBezTo>
                  <a:cubicBezTo>
                    <a:pt x="7655" y="48830"/>
                    <a:pt x="8449" y="44342"/>
                    <a:pt x="11157" y="40474"/>
                  </a:cubicBezTo>
                  <a:cubicBezTo>
                    <a:pt x="13392" y="37284"/>
                    <a:pt x="15221" y="32733"/>
                    <a:pt x="15221" y="30361"/>
                  </a:cubicBezTo>
                  <a:cubicBezTo>
                    <a:pt x="15221" y="27989"/>
                    <a:pt x="16963" y="25380"/>
                    <a:pt x="19093" y="24563"/>
                  </a:cubicBezTo>
                  <a:cubicBezTo>
                    <a:pt x="25297" y="22182"/>
                    <a:pt x="23642" y="18398"/>
                    <a:pt x="13331" y="11391"/>
                  </a:cubicBezTo>
                  <a:cubicBezTo>
                    <a:pt x="3467" y="4689"/>
                    <a:pt x="3713" y="3972"/>
                    <a:pt x="15610" y="4739"/>
                  </a:cubicBezTo>
                  <a:cubicBezTo>
                    <a:pt x="19374" y="4981"/>
                    <a:pt x="23217" y="3943"/>
                    <a:pt x="24152" y="2431"/>
                  </a:cubicBezTo>
                  <a:cubicBezTo>
                    <a:pt x="26872" y="-1970"/>
                    <a:pt x="29405" y="-932"/>
                    <a:pt x="42643" y="10008"/>
                  </a:cubicBezTo>
                  <a:cubicBezTo>
                    <a:pt x="49515" y="15687"/>
                    <a:pt x="56436" y="20333"/>
                    <a:pt x="58021" y="20333"/>
                  </a:cubicBezTo>
                  <a:cubicBezTo>
                    <a:pt x="61009" y="20333"/>
                    <a:pt x="65792" y="30450"/>
                    <a:pt x="76259" y="58909"/>
                  </a:cubicBezTo>
                  <a:cubicBezTo>
                    <a:pt x="79624" y="68058"/>
                    <a:pt x="84645" y="77957"/>
                    <a:pt x="87417" y="80908"/>
                  </a:cubicBezTo>
                  <a:cubicBezTo>
                    <a:pt x="90189" y="83859"/>
                    <a:pt x="95457" y="93799"/>
                    <a:pt x="99122" y="102996"/>
                  </a:cubicBezTo>
                  <a:cubicBezTo>
                    <a:pt x="103054" y="112863"/>
                    <a:pt x="105019" y="116015"/>
                    <a:pt x="103913" y="110684"/>
                  </a:cubicBezTo>
                  <a:cubicBezTo>
                    <a:pt x="102883" y="105715"/>
                    <a:pt x="102185" y="96422"/>
                    <a:pt x="102362" y="90033"/>
                  </a:cubicBezTo>
                  <a:cubicBezTo>
                    <a:pt x="102644" y="79863"/>
                    <a:pt x="101378" y="76968"/>
                    <a:pt x="92203" y="66799"/>
                  </a:cubicBezTo>
                  <a:cubicBezTo>
                    <a:pt x="86438" y="60410"/>
                    <a:pt x="82553" y="57506"/>
                    <a:pt x="83568" y="60346"/>
                  </a:cubicBezTo>
                  <a:cubicBezTo>
                    <a:pt x="84584" y="63185"/>
                    <a:pt x="86055" y="67251"/>
                    <a:pt x="86838" y="69381"/>
                  </a:cubicBezTo>
                  <a:cubicBezTo>
                    <a:pt x="87916" y="72315"/>
                    <a:pt x="87498" y="72550"/>
                    <a:pt x="85111" y="70354"/>
                  </a:cubicBezTo>
                  <a:cubicBezTo>
                    <a:pt x="83379" y="68760"/>
                    <a:pt x="81641" y="63533"/>
                    <a:pt x="81250" y="58738"/>
                  </a:cubicBezTo>
                  <a:cubicBezTo>
                    <a:pt x="80858" y="53943"/>
                    <a:pt x="77457" y="45502"/>
                    <a:pt x="73693" y="39979"/>
                  </a:cubicBezTo>
                  <a:cubicBezTo>
                    <a:pt x="69929" y="34457"/>
                    <a:pt x="66850" y="28707"/>
                    <a:pt x="66850" y="27201"/>
                  </a:cubicBezTo>
                  <a:cubicBezTo>
                    <a:pt x="66850" y="23517"/>
                    <a:pt x="69162" y="26358"/>
                    <a:pt x="80920" y="44489"/>
                  </a:cubicBezTo>
                  <a:cubicBezTo>
                    <a:pt x="86314" y="52805"/>
                    <a:pt x="94522" y="61849"/>
                    <a:pt x="99162" y="64586"/>
                  </a:cubicBezTo>
                  <a:cubicBezTo>
                    <a:pt x="108835" y="70294"/>
                    <a:pt x="111618" y="77524"/>
                    <a:pt x="107565" y="86419"/>
                  </a:cubicBezTo>
                  <a:cubicBezTo>
                    <a:pt x="104001" y="94242"/>
                    <a:pt x="108931" y="124125"/>
                    <a:pt x="116108" y="138203"/>
                  </a:cubicBezTo>
                  <a:cubicBezTo>
                    <a:pt x="118832" y="143545"/>
                    <a:pt x="121060" y="149489"/>
                    <a:pt x="121060" y="151411"/>
                  </a:cubicBezTo>
                  <a:cubicBezTo>
                    <a:pt x="121060" y="153333"/>
                    <a:pt x="127706" y="161509"/>
                    <a:pt x="135828" y="169580"/>
                  </a:cubicBezTo>
                  <a:cubicBezTo>
                    <a:pt x="153391" y="187033"/>
                    <a:pt x="164572" y="201203"/>
                    <a:pt x="173747" y="217637"/>
                  </a:cubicBezTo>
                  <a:cubicBezTo>
                    <a:pt x="177457" y="224283"/>
                    <a:pt x="182994" y="233104"/>
                    <a:pt x="186052" y="237240"/>
                  </a:cubicBezTo>
                  <a:cubicBezTo>
                    <a:pt x="189610" y="242051"/>
                    <a:pt x="192043" y="249958"/>
                    <a:pt x="192809" y="259193"/>
                  </a:cubicBezTo>
                  <a:cubicBezTo>
                    <a:pt x="193864" y="271919"/>
                    <a:pt x="195056" y="274447"/>
                    <a:pt x="202887" y="280570"/>
                  </a:cubicBezTo>
                  <a:cubicBezTo>
                    <a:pt x="207772" y="284389"/>
                    <a:pt x="213418" y="290626"/>
                    <a:pt x="215434" y="294429"/>
                  </a:cubicBezTo>
                  <a:cubicBezTo>
                    <a:pt x="217449" y="298233"/>
                    <a:pt x="221258" y="302031"/>
                    <a:pt x="223898" y="302869"/>
                  </a:cubicBezTo>
                  <a:cubicBezTo>
                    <a:pt x="226538" y="303707"/>
                    <a:pt x="230021" y="307297"/>
                    <a:pt x="231639" y="310848"/>
                  </a:cubicBezTo>
                  <a:cubicBezTo>
                    <a:pt x="233257" y="314399"/>
                    <a:pt x="237499" y="318413"/>
                    <a:pt x="241066" y="319770"/>
                  </a:cubicBezTo>
                  <a:cubicBezTo>
                    <a:pt x="248737" y="322686"/>
                    <a:pt x="249875" y="326030"/>
                    <a:pt x="242388" y="323654"/>
                  </a:cubicBezTo>
                  <a:cubicBezTo>
                    <a:pt x="239427" y="322714"/>
                    <a:pt x="237225" y="323190"/>
                    <a:pt x="237225" y="324770"/>
                  </a:cubicBezTo>
                  <a:cubicBezTo>
                    <a:pt x="237225" y="326286"/>
                    <a:pt x="238387" y="327526"/>
                    <a:pt x="239807" y="327526"/>
                  </a:cubicBezTo>
                  <a:cubicBezTo>
                    <a:pt x="241227" y="327526"/>
                    <a:pt x="242098" y="328965"/>
                    <a:pt x="241743" y="330724"/>
                  </a:cubicBezTo>
                  <a:cubicBezTo>
                    <a:pt x="241323" y="332806"/>
                    <a:pt x="243624" y="333637"/>
                    <a:pt x="248333" y="333103"/>
                  </a:cubicBezTo>
                  <a:cubicBezTo>
                    <a:pt x="252313" y="332652"/>
                    <a:pt x="257439" y="333827"/>
                    <a:pt x="259724" y="335713"/>
                  </a:cubicBezTo>
                  <a:cubicBezTo>
                    <a:pt x="263236" y="338612"/>
                    <a:pt x="263683" y="338543"/>
                    <a:pt x="262612" y="335270"/>
                  </a:cubicBezTo>
                  <a:cubicBezTo>
                    <a:pt x="261915" y="333141"/>
                    <a:pt x="258822" y="331027"/>
                    <a:pt x="255739" y="330573"/>
                  </a:cubicBezTo>
                  <a:cubicBezTo>
                    <a:pt x="252655" y="330119"/>
                    <a:pt x="250133" y="328719"/>
                    <a:pt x="250133" y="327461"/>
                  </a:cubicBezTo>
                  <a:cubicBezTo>
                    <a:pt x="250133" y="326203"/>
                    <a:pt x="254708" y="326788"/>
                    <a:pt x="260301" y="328761"/>
                  </a:cubicBezTo>
                  <a:cubicBezTo>
                    <a:pt x="266891" y="331086"/>
                    <a:pt x="275567" y="331822"/>
                    <a:pt x="284960" y="330853"/>
                  </a:cubicBezTo>
                  <a:cubicBezTo>
                    <a:pt x="298714" y="329433"/>
                    <a:pt x="299892" y="329784"/>
                    <a:pt x="308115" y="337754"/>
                  </a:cubicBezTo>
                  <a:cubicBezTo>
                    <a:pt x="312880" y="342373"/>
                    <a:pt x="320648" y="346943"/>
                    <a:pt x="325378" y="347910"/>
                  </a:cubicBezTo>
                  <a:cubicBezTo>
                    <a:pt x="330622" y="348983"/>
                    <a:pt x="335130" y="351981"/>
                    <a:pt x="336932" y="355594"/>
                  </a:cubicBezTo>
                  <a:cubicBezTo>
                    <a:pt x="338556" y="358853"/>
                    <a:pt x="341091" y="362725"/>
                    <a:pt x="342564" y="364198"/>
                  </a:cubicBezTo>
                  <a:cubicBezTo>
                    <a:pt x="344037" y="365671"/>
                    <a:pt x="344568" y="368768"/>
                    <a:pt x="343743" y="371080"/>
                  </a:cubicBezTo>
                  <a:cubicBezTo>
                    <a:pt x="342917" y="373391"/>
                    <a:pt x="343194" y="374419"/>
                    <a:pt x="344358" y="373363"/>
                  </a:cubicBezTo>
                  <a:cubicBezTo>
                    <a:pt x="345522" y="372307"/>
                    <a:pt x="348182" y="373882"/>
                    <a:pt x="350269" y="376862"/>
                  </a:cubicBezTo>
                  <a:cubicBezTo>
                    <a:pt x="353742" y="381821"/>
                    <a:pt x="355637" y="382132"/>
                    <a:pt x="372627" y="380540"/>
                  </a:cubicBezTo>
                  <a:lnTo>
                    <a:pt x="391189" y="378801"/>
                  </a:lnTo>
                  <a:lnTo>
                    <a:pt x="394232" y="388958"/>
                  </a:lnTo>
                  <a:cubicBezTo>
                    <a:pt x="395906" y="394544"/>
                    <a:pt x="397295" y="401303"/>
                    <a:pt x="397318" y="403978"/>
                  </a:cubicBezTo>
                  <a:cubicBezTo>
                    <a:pt x="397342" y="406653"/>
                    <a:pt x="402699" y="413488"/>
                    <a:pt x="409224" y="419167"/>
                  </a:cubicBezTo>
                  <a:cubicBezTo>
                    <a:pt x="427997" y="435508"/>
                    <a:pt x="431130" y="439291"/>
                    <a:pt x="434929" y="450207"/>
                  </a:cubicBezTo>
                  <a:cubicBezTo>
                    <a:pt x="439665" y="463816"/>
                    <a:pt x="439887" y="463061"/>
                    <a:pt x="429332" y="469288"/>
                  </a:cubicBezTo>
                  <a:cubicBezTo>
                    <a:pt x="420856" y="474289"/>
                    <a:pt x="416443" y="474727"/>
                    <a:pt x="376412" y="474534"/>
                  </a:cubicBezTo>
                  <a:cubicBezTo>
                    <a:pt x="334645" y="474334"/>
                    <a:pt x="332739" y="474101"/>
                    <a:pt x="332739" y="469202"/>
                  </a:cubicBezTo>
                  <a:close/>
                </a:path>
              </a:pathLst>
            </a:custGeom>
            <a:solidFill>
              <a:srgbClr val="B9B9B9"/>
            </a:solidFill>
            <a:ln w="5163" cap="flat">
              <a:noFill/>
              <a:prstDash val="solid"/>
              <a:miter/>
            </a:ln>
          </p:spPr>
          <p:txBody>
            <a:bodyPr/>
            <a:lstStyle/>
            <a:p>
              <a:endParaRPr lang="es-419" noProof="0" dirty="0"/>
            </a:p>
          </p:txBody>
        </p:sp>
        <p:sp>
          <p:nvSpPr>
            <p:cNvPr id="77" name="Forma libre: forma 76">
              <a:extLst>
                <a:ext uri="{FF2B5EF4-FFF2-40B4-BE49-F238E27FC236}">
                  <a16:creationId xmlns:a16="http://schemas.microsoft.com/office/drawing/2014/main" id="{E43BCFC4-0CCF-43BC-3528-B83DB6DE1925}"/>
                </a:ext>
              </a:extLst>
            </p:cNvPr>
            <p:cNvSpPr/>
            <p:nvPr/>
          </p:nvSpPr>
          <p:spPr>
            <a:xfrm>
              <a:off x="1730874" y="2149721"/>
              <a:ext cx="4491" cy="9472"/>
            </a:xfrm>
            <a:custGeom>
              <a:avLst/>
              <a:gdLst>
                <a:gd name="csX0" fmla="*/ 480 w 4491"/>
                <a:gd name="csY0" fmla="*/ 6821 h 9472"/>
                <a:gd name="csX1" fmla="*/ 1619 w 4491"/>
                <a:gd name="csY1" fmla="*/ 1142 h 9472"/>
                <a:gd name="csX2" fmla="*/ 4491 w 4491"/>
                <a:gd name="csY2" fmla="*/ 3948 h 9472"/>
                <a:gd name="csX3" fmla="*/ 480 w 4491"/>
                <a:gd name="csY3" fmla="*/ 6821 h 9472"/>
              </a:gdLst>
              <a:ahLst/>
              <a:cxnLst>
                <a:cxn ang="0">
                  <a:pos x="csX0" y="csY0"/>
                </a:cxn>
                <a:cxn ang="0">
                  <a:pos x="csX1" y="csY1"/>
                </a:cxn>
                <a:cxn ang="0">
                  <a:pos x="csX2" y="csY2"/>
                </a:cxn>
                <a:cxn ang="0">
                  <a:pos x="csX3" y="csY3"/>
                </a:cxn>
              </a:cxnLst>
              <a:rect l="l" t="t" r="r" b="b"/>
              <a:pathLst>
                <a:path w="4491" h="9472">
                  <a:moveTo>
                    <a:pt x="480" y="6821"/>
                  </a:moveTo>
                  <a:cubicBezTo>
                    <a:pt x="-474" y="5277"/>
                    <a:pt x="39" y="2722"/>
                    <a:pt x="1619" y="1142"/>
                  </a:cubicBezTo>
                  <a:cubicBezTo>
                    <a:pt x="3728" y="-968"/>
                    <a:pt x="4491" y="-222"/>
                    <a:pt x="4491" y="3948"/>
                  </a:cubicBezTo>
                  <a:cubicBezTo>
                    <a:pt x="4491" y="10181"/>
                    <a:pt x="3150" y="11141"/>
                    <a:pt x="480" y="6821"/>
                  </a:cubicBezTo>
                  <a:close/>
                </a:path>
              </a:pathLst>
            </a:custGeom>
            <a:solidFill>
              <a:srgbClr val="00C100"/>
            </a:solidFill>
            <a:ln w="5163" cap="flat">
              <a:noFill/>
              <a:prstDash val="solid"/>
              <a:miter/>
            </a:ln>
          </p:spPr>
          <p:txBody>
            <a:bodyPr/>
            <a:lstStyle/>
            <a:p>
              <a:endParaRPr lang="es-419" noProof="0" dirty="0"/>
            </a:p>
          </p:txBody>
        </p:sp>
      </p:grpSp>
      <p:grpSp>
        <p:nvGrpSpPr>
          <p:cNvPr id="78" name="Gráfico 39">
            <a:extLst>
              <a:ext uri="{FF2B5EF4-FFF2-40B4-BE49-F238E27FC236}">
                <a16:creationId xmlns:a16="http://schemas.microsoft.com/office/drawing/2014/main" id="{4448B5CB-D9C5-621D-400B-4CE2B25FBC26}"/>
              </a:ext>
            </a:extLst>
          </p:cNvPr>
          <p:cNvGrpSpPr/>
          <p:nvPr/>
        </p:nvGrpSpPr>
        <p:grpSpPr>
          <a:xfrm>
            <a:off x="2429776" y="2092540"/>
            <a:ext cx="224135" cy="371419"/>
            <a:chOff x="2429776" y="2092540"/>
            <a:chExt cx="224135" cy="371419"/>
          </a:xfrm>
          <a:solidFill>
            <a:srgbClr val="B9B9B9"/>
          </a:solidFill>
        </p:grpSpPr>
        <p:sp>
          <p:nvSpPr>
            <p:cNvPr id="79" name="Forma libre: forma 78">
              <a:extLst>
                <a:ext uri="{FF2B5EF4-FFF2-40B4-BE49-F238E27FC236}">
                  <a16:creationId xmlns:a16="http://schemas.microsoft.com/office/drawing/2014/main" id="{AF2374CC-6B73-1B6C-4A14-45939866C026}"/>
                </a:ext>
              </a:extLst>
            </p:cNvPr>
            <p:cNvSpPr/>
            <p:nvPr/>
          </p:nvSpPr>
          <p:spPr>
            <a:xfrm>
              <a:off x="2429776" y="2092540"/>
              <a:ext cx="213820" cy="371419"/>
            </a:xfrm>
            <a:custGeom>
              <a:avLst/>
              <a:gdLst>
                <a:gd name="csX0" fmla="*/ 16950 w 213820"/>
                <a:gd name="csY0" fmla="*/ 360449 h 371419"/>
                <a:gd name="csX1" fmla="*/ 11453 w 213820"/>
                <a:gd name="csY1" fmla="*/ 297848 h 371419"/>
                <a:gd name="csX2" fmla="*/ 3696 w 213820"/>
                <a:gd name="csY2" fmla="*/ 222369 h 371419"/>
                <a:gd name="csX3" fmla="*/ 0 w 213820"/>
                <a:gd name="csY3" fmla="*/ 197274 h 371419"/>
                <a:gd name="csX4" fmla="*/ 19120 w 213820"/>
                <a:gd name="csY4" fmla="*/ 182403 h 371419"/>
                <a:gd name="csX5" fmla="*/ 138310 w 213820"/>
                <a:gd name="csY5" fmla="*/ 92657 h 371419"/>
                <a:gd name="csX6" fmla="*/ 152643 w 213820"/>
                <a:gd name="csY6" fmla="*/ 35441 h 371419"/>
                <a:gd name="csX7" fmla="*/ 150658 w 213820"/>
                <a:gd name="csY7" fmla="*/ 20853 h 371419"/>
                <a:gd name="csX8" fmla="*/ 160369 w 213820"/>
                <a:gd name="csY8" fmla="*/ 19300 h 371419"/>
                <a:gd name="csX9" fmla="*/ 171671 w 213820"/>
                <a:gd name="csY9" fmla="*/ 15173 h 371419"/>
                <a:gd name="csX10" fmla="*/ 158173 w 213820"/>
                <a:gd name="csY10" fmla="*/ 10308 h 371419"/>
                <a:gd name="csX11" fmla="*/ 132945 w 213820"/>
                <a:gd name="csY11" fmla="*/ 8975 h 371419"/>
                <a:gd name="csX12" fmla="*/ 120037 w 213820"/>
                <a:gd name="csY12" fmla="*/ 5453 h 371419"/>
                <a:gd name="csX13" fmla="*/ 136817 w 213820"/>
                <a:gd name="csY13" fmla="*/ 5689 h 371419"/>
                <a:gd name="csX14" fmla="*/ 168222 w 213820"/>
                <a:gd name="csY14" fmla="*/ 2321 h 371419"/>
                <a:gd name="csX15" fmla="*/ 193336 w 213820"/>
                <a:gd name="csY15" fmla="*/ 5657 h 371419"/>
                <a:gd name="csX16" fmla="*/ 207546 w 213820"/>
                <a:gd name="csY16" fmla="*/ 12598 h 371419"/>
                <a:gd name="csX17" fmla="*/ 213132 w 213820"/>
                <a:gd name="csY17" fmla="*/ 30004 h 371419"/>
                <a:gd name="csX18" fmla="*/ 187630 w 213820"/>
                <a:gd name="csY18" fmla="*/ 96831 h 371419"/>
                <a:gd name="csX19" fmla="*/ 176562 w 213820"/>
                <a:gd name="csY19" fmla="*/ 115211 h 371419"/>
                <a:gd name="csX20" fmla="*/ 172870 w 213820"/>
                <a:gd name="csY20" fmla="*/ 123601 h 371419"/>
                <a:gd name="csX21" fmla="*/ 166261 w 213820"/>
                <a:gd name="csY21" fmla="*/ 157642 h 371419"/>
                <a:gd name="csX22" fmla="*/ 166219 w 213820"/>
                <a:gd name="csY22" fmla="*/ 169421 h 371419"/>
                <a:gd name="csX23" fmla="*/ 156436 w 213820"/>
                <a:gd name="csY23" fmla="*/ 177166 h 371419"/>
                <a:gd name="csX24" fmla="*/ 152486 w 213820"/>
                <a:gd name="csY24" fmla="*/ 184910 h 371419"/>
                <a:gd name="csX25" fmla="*/ 149724 w 213820"/>
                <a:gd name="csY25" fmla="*/ 180392 h 371419"/>
                <a:gd name="csX26" fmla="*/ 150673 w 213820"/>
                <a:gd name="csY26" fmla="*/ 190434 h 371419"/>
                <a:gd name="csX27" fmla="*/ 157540 w 213820"/>
                <a:gd name="csY27" fmla="*/ 189342 h 371419"/>
                <a:gd name="csX28" fmla="*/ 164336 w 213820"/>
                <a:gd name="csY28" fmla="*/ 186648 h 371419"/>
                <a:gd name="csX29" fmla="*/ 167794 w 213820"/>
                <a:gd name="csY29" fmla="*/ 183969 h 371419"/>
                <a:gd name="csX30" fmla="*/ 171021 w 213820"/>
                <a:gd name="csY30" fmla="*/ 181048 h 371419"/>
                <a:gd name="csX31" fmla="*/ 159467 w 213820"/>
                <a:gd name="csY31" fmla="*/ 208029 h 371419"/>
                <a:gd name="csX32" fmla="*/ 153370 w 213820"/>
                <a:gd name="csY32" fmla="*/ 220699 h 371419"/>
                <a:gd name="csX33" fmla="*/ 158583 w 213820"/>
                <a:gd name="csY33" fmla="*/ 221050 h 371419"/>
                <a:gd name="csX34" fmla="*/ 167434 w 213820"/>
                <a:gd name="csY34" fmla="*/ 216533 h 371419"/>
                <a:gd name="csX35" fmla="*/ 167794 w 213820"/>
                <a:gd name="csY35" fmla="*/ 224277 h 371419"/>
                <a:gd name="csX36" fmla="*/ 162477 w 213820"/>
                <a:gd name="csY36" fmla="*/ 240411 h 371419"/>
                <a:gd name="csX37" fmla="*/ 159980 w 213820"/>
                <a:gd name="csY37" fmla="*/ 264290 h 371419"/>
                <a:gd name="csX38" fmla="*/ 154702 w 213820"/>
                <a:gd name="csY38" fmla="*/ 297848 h 371419"/>
                <a:gd name="csX39" fmla="*/ 147143 w 213820"/>
                <a:gd name="csY39" fmla="*/ 319016 h 371419"/>
                <a:gd name="csX40" fmla="*/ 144561 w 213820"/>
                <a:gd name="csY40" fmla="*/ 314628 h 371419"/>
                <a:gd name="csX41" fmla="*/ 142397 w 213820"/>
                <a:gd name="csY41" fmla="*/ 312692 h 371419"/>
                <a:gd name="csX42" fmla="*/ 133654 w 213820"/>
                <a:gd name="csY42" fmla="*/ 296518 h 371419"/>
                <a:gd name="csX43" fmla="*/ 127870 w 213820"/>
                <a:gd name="csY43" fmla="*/ 279915 h 371419"/>
                <a:gd name="csX44" fmla="*/ 129246 w 213820"/>
                <a:gd name="csY44" fmla="*/ 255255 h 371419"/>
                <a:gd name="csX45" fmla="*/ 125242 w 213820"/>
                <a:gd name="csY45" fmla="*/ 260285 h 371419"/>
                <a:gd name="csX46" fmla="*/ 118479 w 213820"/>
                <a:gd name="csY46" fmla="*/ 266956 h 371419"/>
                <a:gd name="csX47" fmla="*/ 115990 w 213820"/>
                <a:gd name="csY47" fmla="*/ 271823 h 371419"/>
                <a:gd name="csX48" fmla="*/ 103625 w 213820"/>
                <a:gd name="csY48" fmla="*/ 299151 h 371419"/>
                <a:gd name="csX49" fmla="*/ 93086 w 213820"/>
                <a:gd name="csY49" fmla="*/ 304140 h 371419"/>
                <a:gd name="csX50" fmla="*/ 86910 w 213820"/>
                <a:gd name="csY50" fmla="*/ 313522 h 371419"/>
                <a:gd name="csX51" fmla="*/ 79326 w 213820"/>
                <a:gd name="csY51" fmla="*/ 328399 h 371419"/>
                <a:gd name="csX52" fmla="*/ 69895 w 213820"/>
                <a:gd name="csY52" fmla="*/ 347747 h 371419"/>
                <a:gd name="csX53" fmla="*/ 51629 w 213820"/>
                <a:gd name="csY53" fmla="*/ 357222 h 371419"/>
                <a:gd name="csX54" fmla="*/ 36622 w 213820"/>
                <a:gd name="csY54" fmla="*/ 363051 h 371419"/>
                <a:gd name="csX55" fmla="*/ 27100 w 213820"/>
                <a:gd name="csY55" fmla="*/ 371420 h 371419"/>
                <a:gd name="csX56" fmla="*/ 16950 w 213820"/>
                <a:gd name="csY56" fmla="*/ 360449 h 3714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Lst>
              <a:rect l="l" t="t" r="r" b="b"/>
              <a:pathLst>
                <a:path w="213820" h="371419">
                  <a:moveTo>
                    <a:pt x="16950" y="360449"/>
                  </a:moveTo>
                  <a:cubicBezTo>
                    <a:pt x="16160" y="354414"/>
                    <a:pt x="13687" y="326244"/>
                    <a:pt x="11453" y="297848"/>
                  </a:cubicBezTo>
                  <a:cubicBezTo>
                    <a:pt x="9219" y="269452"/>
                    <a:pt x="5728" y="235487"/>
                    <a:pt x="3696" y="222369"/>
                  </a:cubicBezTo>
                  <a:cubicBezTo>
                    <a:pt x="1663" y="209251"/>
                    <a:pt x="0" y="197958"/>
                    <a:pt x="0" y="197274"/>
                  </a:cubicBezTo>
                  <a:cubicBezTo>
                    <a:pt x="0" y="196590"/>
                    <a:pt x="8604" y="189898"/>
                    <a:pt x="19120" y="182403"/>
                  </a:cubicBezTo>
                  <a:cubicBezTo>
                    <a:pt x="45138" y="163860"/>
                    <a:pt x="131668" y="98706"/>
                    <a:pt x="138310" y="92657"/>
                  </a:cubicBezTo>
                  <a:cubicBezTo>
                    <a:pt x="147047" y="84700"/>
                    <a:pt x="155017" y="52884"/>
                    <a:pt x="152643" y="35441"/>
                  </a:cubicBezTo>
                  <a:lnTo>
                    <a:pt x="150658" y="20853"/>
                  </a:lnTo>
                  <a:lnTo>
                    <a:pt x="160369" y="19300"/>
                  </a:lnTo>
                  <a:cubicBezTo>
                    <a:pt x="165710" y="18446"/>
                    <a:pt x="170796" y="16589"/>
                    <a:pt x="171671" y="15173"/>
                  </a:cubicBezTo>
                  <a:cubicBezTo>
                    <a:pt x="174939" y="9885"/>
                    <a:pt x="170188" y="8173"/>
                    <a:pt x="158173" y="10308"/>
                  </a:cubicBezTo>
                  <a:cubicBezTo>
                    <a:pt x="149606" y="11830"/>
                    <a:pt x="141919" y="11424"/>
                    <a:pt x="132945" y="8975"/>
                  </a:cubicBezTo>
                  <a:lnTo>
                    <a:pt x="120037" y="5453"/>
                  </a:lnTo>
                  <a:lnTo>
                    <a:pt x="136817" y="5689"/>
                  </a:lnTo>
                  <a:cubicBezTo>
                    <a:pt x="146045" y="5819"/>
                    <a:pt x="160178" y="4304"/>
                    <a:pt x="168222" y="2321"/>
                  </a:cubicBezTo>
                  <a:cubicBezTo>
                    <a:pt x="182583" y="-1218"/>
                    <a:pt x="183037" y="-1158"/>
                    <a:pt x="193336" y="5657"/>
                  </a:cubicBezTo>
                  <a:cubicBezTo>
                    <a:pt x="199104" y="9475"/>
                    <a:pt x="205499" y="12598"/>
                    <a:pt x="207546" y="12598"/>
                  </a:cubicBezTo>
                  <a:cubicBezTo>
                    <a:pt x="210236" y="12598"/>
                    <a:pt x="211785" y="17427"/>
                    <a:pt x="213132" y="30004"/>
                  </a:cubicBezTo>
                  <a:cubicBezTo>
                    <a:pt x="216062" y="57367"/>
                    <a:pt x="210014" y="73217"/>
                    <a:pt x="187630" y="96831"/>
                  </a:cubicBezTo>
                  <a:cubicBezTo>
                    <a:pt x="182422" y="102326"/>
                    <a:pt x="177441" y="110596"/>
                    <a:pt x="176562" y="115211"/>
                  </a:cubicBezTo>
                  <a:cubicBezTo>
                    <a:pt x="175683" y="119825"/>
                    <a:pt x="174022" y="123601"/>
                    <a:pt x="172870" y="123601"/>
                  </a:cubicBezTo>
                  <a:cubicBezTo>
                    <a:pt x="168512" y="123601"/>
                    <a:pt x="164964" y="141879"/>
                    <a:pt x="166261" y="157642"/>
                  </a:cubicBezTo>
                  <a:cubicBezTo>
                    <a:pt x="166999" y="166605"/>
                    <a:pt x="166980" y="171906"/>
                    <a:pt x="166219" y="169421"/>
                  </a:cubicBezTo>
                  <a:cubicBezTo>
                    <a:pt x="163842" y="161666"/>
                    <a:pt x="160352" y="164428"/>
                    <a:pt x="156436" y="177166"/>
                  </a:cubicBezTo>
                  <a:cubicBezTo>
                    <a:pt x="154362" y="183910"/>
                    <a:pt x="152584" y="187395"/>
                    <a:pt x="152486" y="184910"/>
                  </a:cubicBezTo>
                  <a:cubicBezTo>
                    <a:pt x="152387" y="182425"/>
                    <a:pt x="151144" y="180392"/>
                    <a:pt x="149724" y="180392"/>
                  </a:cubicBezTo>
                  <a:cubicBezTo>
                    <a:pt x="145947" y="180392"/>
                    <a:pt x="146574" y="187032"/>
                    <a:pt x="150673" y="190434"/>
                  </a:cubicBezTo>
                  <a:cubicBezTo>
                    <a:pt x="153362" y="192666"/>
                    <a:pt x="154997" y="192406"/>
                    <a:pt x="157540" y="189342"/>
                  </a:cubicBezTo>
                  <a:cubicBezTo>
                    <a:pt x="159375" y="187130"/>
                    <a:pt x="162434" y="185918"/>
                    <a:pt x="164336" y="186648"/>
                  </a:cubicBezTo>
                  <a:cubicBezTo>
                    <a:pt x="166311" y="187405"/>
                    <a:pt x="167794" y="186256"/>
                    <a:pt x="167794" y="183969"/>
                  </a:cubicBezTo>
                  <a:cubicBezTo>
                    <a:pt x="167794" y="181765"/>
                    <a:pt x="169246" y="180451"/>
                    <a:pt x="171021" y="181048"/>
                  </a:cubicBezTo>
                  <a:cubicBezTo>
                    <a:pt x="178588" y="183594"/>
                    <a:pt x="167396" y="209728"/>
                    <a:pt x="159467" y="208029"/>
                  </a:cubicBezTo>
                  <a:cubicBezTo>
                    <a:pt x="155365" y="207150"/>
                    <a:pt x="151352" y="215489"/>
                    <a:pt x="153370" y="220699"/>
                  </a:cubicBezTo>
                  <a:cubicBezTo>
                    <a:pt x="155154" y="225305"/>
                    <a:pt x="155436" y="225324"/>
                    <a:pt x="158583" y="221050"/>
                  </a:cubicBezTo>
                  <a:cubicBezTo>
                    <a:pt x="160413" y="218566"/>
                    <a:pt x="164395" y="216533"/>
                    <a:pt x="167434" y="216533"/>
                  </a:cubicBezTo>
                  <a:cubicBezTo>
                    <a:pt x="174275" y="216533"/>
                    <a:pt x="174331" y="217740"/>
                    <a:pt x="167794" y="224277"/>
                  </a:cubicBezTo>
                  <a:cubicBezTo>
                    <a:pt x="164323" y="227748"/>
                    <a:pt x="162581" y="233035"/>
                    <a:pt x="162477" y="240411"/>
                  </a:cubicBezTo>
                  <a:cubicBezTo>
                    <a:pt x="162393" y="246445"/>
                    <a:pt x="161269" y="257191"/>
                    <a:pt x="159980" y="264290"/>
                  </a:cubicBezTo>
                  <a:cubicBezTo>
                    <a:pt x="158691" y="271389"/>
                    <a:pt x="156316" y="286490"/>
                    <a:pt x="154702" y="297848"/>
                  </a:cubicBezTo>
                  <a:cubicBezTo>
                    <a:pt x="152051" y="316511"/>
                    <a:pt x="147143" y="330254"/>
                    <a:pt x="147143" y="319016"/>
                  </a:cubicBezTo>
                  <a:cubicBezTo>
                    <a:pt x="147143" y="316603"/>
                    <a:pt x="145981" y="314628"/>
                    <a:pt x="144561" y="314628"/>
                  </a:cubicBezTo>
                  <a:cubicBezTo>
                    <a:pt x="143141" y="314628"/>
                    <a:pt x="142167" y="313757"/>
                    <a:pt x="142397" y="312692"/>
                  </a:cubicBezTo>
                  <a:cubicBezTo>
                    <a:pt x="143282" y="308582"/>
                    <a:pt x="136781" y="296556"/>
                    <a:pt x="133654" y="296518"/>
                  </a:cubicBezTo>
                  <a:cubicBezTo>
                    <a:pt x="125264" y="296417"/>
                    <a:pt x="123998" y="292782"/>
                    <a:pt x="127870" y="279915"/>
                  </a:cubicBezTo>
                  <a:cubicBezTo>
                    <a:pt x="132191" y="265558"/>
                    <a:pt x="132766" y="255255"/>
                    <a:pt x="129246" y="255255"/>
                  </a:cubicBezTo>
                  <a:cubicBezTo>
                    <a:pt x="127923" y="255255"/>
                    <a:pt x="126121" y="257518"/>
                    <a:pt x="125242" y="260285"/>
                  </a:cubicBezTo>
                  <a:cubicBezTo>
                    <a:pt x="124364" y="263052"/>
                    <a:pt x="121321" y="266054"/>
                    <a:pt x="118479" y="266956"/>
                  </a:cubicBezTo>
                  <a:cubicBezTo>
                    <a:pt x="114695" y="268157"/>
                    <a:pt x="114029" y="269460"/>
                    <a:pt x="115990" y="271823"/>
                  </a:cubicBezTo>
                  <a:cubicBezTo>
                    <a:pt x="120178" y="276868"/>
                    <a:pt x="111817" y="295346"/>
                    <a:pt x="103625" y="299151"/>
                  </a:cubicBezTo>
                  <a:cubicBezTo>
                    <a:pt x="99874" y="300894"/>
                    <a:pt x="95131" y="303139"/>
                    <a:pt x="93086" y="304140"/>
                  </a:cubicBezTo>
                  <a:cubicBezTo>
                    <a:pt x="91041" y="305142"/>
                    <a:pt x="88261" y="309364"/>
                    <a:pt x="86910" y="313522"/>
                  </a:cubicBezTo>
                  <a:cubicBezTo>
                    <a:pt x="85558" y="317680"/>
                    <a:pt x="82145" y="324374"/>
                    <a:pt x="79326" y="328399"/>
                  </a:cubicBezTo>
                  <a:cubicBezTo>
                    <a:pt x="76507" y="332423"/>
                    <a:pt x="72263" y="341130"/>
                    <a:pt x="69895" y="347747"/>
                  </a:cubicBezTo>
                  <a:cubicBezTo>
                    <a:pt x="65145" y="361024"/>
                    <a:pt x="59224" y="364095"/>
                    <a:pt x="51629" y="357222"/>
                  </a:cubicBezTo>
                  <a:cubicBezTo>
                    <a:pt x="44314" y="350602"/>
                    <a:pt x="37572" y="353221"/>
                    <a:pt x="36622" y="363051"/>
                  </a:cubicBezTo>
                  <a:cubicBezTo>
                    <a:pt x="35885" y="370676"/>
                    <a:pt x="35039" y="371420"/>
                    <a:pt x="27100" y="371420"/>
                  </a:cubicBezTo>
                  <a:cubicBezTo>
                    <a:pt x="18795" y="371420"/>
                    <a:pt x="18319" y="370905"/>
                    <a:pt x="16950" y="360449"/>
                  </a:cubicBezTo>
                  <a:close/>
                </a:path>
              </a:pathLst>
            </a:custGeom>
            <a:solidFill>
              <a:srgbClr val="B9B9B9"/>
            </a:solidFill>
            <a:ln w="5163" cap="flat">
              <a:noFill/>
              <a:prstDash val="solid"/>
              <a:miter/>
            </a:ln>
          </p:spPr>
          <p:txBody>
            <a:bodyPr/>
            <a:lstStyle/>
            <a:p>
              <a:endParaRPr lang="es-419" noProof="0" dirty="0"/>
            </a:p>
          </p:txBody>
        </p:sp>
        <p:sp>
          <p:nvSpPr>
            <p:cNvPr id="80" name="Forma libre: forma 79">
              <a:extLst>
                <a:ext uri="{FF2B5EF4-FFF2-40B4-BE49-F238E27FC236}">
                  <a16:creationId xmlns:a16="http://schemas.microsoft.com/office/drawing/2014/main" id="{668E5471-AFDE-90C6-F380-74B8D2C2FB5B}"/>
                </a:ext>
              </a:extLst>
            </p:cNvPr>
            <p:cNvSpPr/>
            <p:nvPr/>
          </p:nvSpPr>
          <p:spPr>
            <a:xfrm>
              <a:off x="2598432" y="2301328"/>
              <a:ext cx="4301" cy="5162"/>
            </a:xfrm>
            <a:custGeom>
              <a:avLst/>
              <a:gdLst>
                <a:gd name="csX0" fmla="*/ 429 w 4301"/>
                <a:gd name="csY0" fmla="*/ 2581 h 5162"/>
                <a:gd name="csX1" fmla="*/ 1567 w 4301"/>
                <a:gd name="csY1" fmla="*/ 0 h 5162"/>
                <a:gd name="csX2" fmla="*/ 4301 w 4301"/>
                <a:gd name="csY2" fmla="*/ 2581 h 5162"/>
                <a:gd name="csX3" fmla="*/ 3163 w 4301"/>
                <a:gd name="csY3" fmla="*/ 5163 h 5162"/>
                <a:gd name="csX4" fmla="*/ 429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429" y="2581"/>
                  </a:moveTo>
                  <a:cubicBezTo>
                    <a:pt x="-448" y="1162"/>
                    <a:pt x="64" y="0"/>
                    <a:pt x="1567" y="0"/>
                  </a:cubicBezTo>
                  <a:cubicBezTo>
                    <a:pt x="3071" y="0"/>
                    <a:pt x="4301" y="1162"/>
                    <a:pt x="4301" y="2581"/>
                  </a:cubicBezTo>
                  <a:cubicBezTo>
                    <a:pt x="4301" y="4001"/>
                    <a:pt x="3789" y="5163"/>
                    <a:pt x="3163" y="5163"/>
                  </a:cubicBezTo>
                  <a:cubicBezTo>
                    <a:pt x="2537" y="5163"/>
                    <a:pt x="1307" y="4001"/>
                    <a:pt x="429" y="2581"/>
                  </a:cubicBezTo>
                  <a:close/>
                </a:path>
              </a:pathLst>
            </a:custGeom>
            <a:solidFill>
              <a:srgbClr val="B9B9B9"/>
            </a:solidFill>
            <a:ln w="5163" cap="flat">
              <a:noFill/>
              <a:prstDash val="solid"/>
              <a:miter/>
            </a:ln>
          </p:spPr>
          <p:txBody>
            <a:bodyPr/>
            <a:lstStyle/>
            <a:p>
              <a:endParaRPr lang="es-419" noProof="0" dirty="0"/>
            </a:p>
          </p:txBody>
        </p:sp>
        <p:sp>
          <p:nvSpPr>
            <p:cNvPr id="81" name="Forma libre: forma 80">
              <a:extLst>
                <a:ext uri="{FF2B5EF4-FFF2-40B4-BE49-F238E27FC236}">
                  <a16:creationId xmlns:a16="http://schemas.microsoft.com/office/drawing/2014/main" id="{90E8F522-5C73-5DD8-A1D4-E96AFE2B038C}"/>
                </a:ext>
              </a:extLst>
            </p:cNvPr>
            <p:cNvSpPr/>
            <p:nvPr/>
          </p:nvSpPr>
          <p:spPr>
            <a:xfrm>
              <a:off x="2631714" y="2178527"/>
              <a:ext cx="22197" cy="31992"/>
            </a:xfrm>
            <a:custGeom>
              <a:avLst/>
              <a:gdLst>
                <a:gd name="csX0" fmla="*/ 471 w 22197"/>
                <a:gd name="csY0" fmla="*/ 28899 h 31992"/>
                <a:gd name="csX1" fmla="*/ 9355 w 22197"/>
                <a:gd name="csY1" fmla="*/ 4976 h 31992"/>
                <a:gd name="csX2" fmla="*/ 18130 w 22197"/>
                <a:gd name="csY2" fmla="*/ 1262 h 31992"/>
                <a:gd name="csX3" fmla="*/ 15361 w 22197"/>
                <a:gd name="csY3" fmla="*/ 16772 h 31992"/>
                <a:gd name="csX4" fmla="*/ 471 w 22197"/>
                <a:gd name="csY4" fmla="*/ 28899 h 31992"/>
              </a:gdLst>
              <a:ahLst/>
              <a:cxnLst>
                <a:cxn ang="0">
                  <a:pos x="csX0" y="csY0"/>
                </a:cxn>
                <a:cxn ang="0">
                  <a:pos x="csX1" y="csY1"/>
                </a:cxn>
                <a:cxn ang="0">
                  <a:pos x="csX2" y="csY2"/>
                </a:cxn>
                <a:cxn ang="0">
                  <a:pos x="csX3" y="csY3"/>
                </a:cxn>
                <a:cxn ang="0">
                  <a:pos x="csX4" y="csY4"/>
                </a:cxn>
              </a:cxnLst>
              <a:rect l="l" t="t" r="r" b="b"/>
              <a:pathLst>
                <a:path w="22197" h="31992">
                  <a:moveTo>
                    <a:pt x="471" y="28899"/>
                  </a:moveTo>
                  <a:cubicBezTo>
                    <a:pt x="-1762" y="23078"/>
                    <a:pt x="4399" y="6487"/>
                    <a:pt x="9355" y="4976"/>
                  </a:cubicBezTo>
                  <a:cubicBezTo>
                    <a:pt x="11697" y="4262"/>
                    <a:pt x="15646" y="2591"/>
                    <a:pt x="18130" y="1262"/>
                  </a:cubicBezTo>
                  <a:cubicBezTo>
                    <a:pt x="24115" y="-1937"/>
                    <a:pt x="23741" y="160"/>
                    <a:pt x="15361" y="16772"/>
                  </a:cubicBezTo>
                  <a:cubicBezTo>
                    <a:pt x="7920" y="31524"/>
                    <a:pt x="3013" y="35521"/>
                    <a:pt x="471" y="28899"/>
                  </a:cubicBezTo>
                  <a:close/>
                </a:path>
              </a:pathLst>
            </a:custGeom>
            <a:solidFill>
              <a:srgbClr val="B9B9B9"/>
            </a:solidFill>
            <a:ln w="5163" cap="flat">
              <a:noFill/>
              <a:prstDash val="solid"/>
              <a:miter/>
            </a:ln>
          </p:spPr>
          <p:txBody>
            <a:bodyPr/>
            <a:lstStyle/>
            <a:p>
              <a:endParaRPr lang="es-419" noProof="0" dirty="0"/>
            </a:p>
          </p:txBody>
        </p:sp>
        <p:sp>
          <p:nvSpPr>
            <p:cNvPr id="82" name="Forma libre: forma 81">
              <a:extLst>
                <a:ext uri="{FF2B5EF4-FFF2-40B4-BE49-F238E27FC236}">
                  <a16:creationId xmlns:a16="http://schemas.microsoft.com/office/drawing/2014/main" id="{7E93797A-E488-A85B-1064-2D094099567F}"/>
                </a:ext>
              </a:extLst>
            </p:cNvPr>
            <p:cNvSpPr/>
            <p:nvPr/>
          </p:nvSpPr>
          <p:spPr>
            <a:xfrm>
              <a:off x="2646618" y="2128371"/>
              <a:ext cx="5162" cy="6756"/>
            </a:xfrm>
            <a:custGeom>
              <a:avLst/>
              <a:gdLst>
                <a:gd name="csX0" fmla="*/ 0 w 5162"/>
                <a:gd name="csY0" fmla="*/ 4025 h 6756"/>
                <a:gd name="csX1" fmla="*/ 2581 w 5162"/>
                <a:gd name="csY1" fmla="*/ 0 h 6756"/>
                <a:gd name="csX2" fmla="*/ 5163 w 5162"/>
                <a:gd name="csY2" fmla="*/ 2429 h 6756"/>
                <a:gd name="csX3" fmla="*/ 2581 w 5162"/>
                <a:gd name="csY3" fmla="*/ 6454 h 6756"/>
                <a:gd name="csX4" fmla="*/ 0 w 5162"/>
                <a:gd name="csY4" fmla="*/ 4025 h 6756"/>
              </a:gdLst>
              <a:ahLst/>
              <a:cxnLst>
                <a:cxn ang="0">
                  <a:pos x="csX0" y="csY0"/>
                </a:cxn>
                <a:cxn ang="0">
                  <a:pos x="csX1" y="csY1"/>
                </a:cxn>
                <a:cxn ang="0">
                  <a:pos x="csX2" y="csY2"/>
                </a:cxn>
                <a:cxn ang="0">
                  <a:pos x="csX3" y="csY3"/>
                </a:cxn>
                <a:cxn ang="0">
                  <a:pos x="csX4" y="csY4"/>
                </a:cxn>
              </a:cxnLst>
              <a:rect l="l" t="t" r="r" b="b"/>
              <a:pathLst>
                <a:path w="5162" h="6756">
                  <a:moveTo>
                    <a:pt x="0" y="4025"/>
                  </a:moveTo>
                  <a:cubicBezTo>
                    <a:pt x="0" y="1811"/>
                    <a:pt x="1162" y="0"/>
                    <a:pt x="2581" y="0"/>
                  </a:cubicBezTo>
                  <a:cubicBezTo>
                    <a:pt x="4001" y="0"/>
                    <a:pt x="5163" y="1093"/>
                    <a:pt x="5163" y="2429"/>
                  </a:cubicBezTo>
                  <a:cubicBezTo>
                    <a:pt x="5163" y="3765"/>
                    <a:pt x="4001" y="5576"/>
                    <a:pt x="2581" y="6454"/>
                  </a:cubicBezTo>
                  <a:cubicBezTo>
                    <a:pt x="1162" y="7331"/>
                    <a:pt x="0" y="6238"/>
                    <a:pt x="0" y="4025"/>
                  </a:cubicBezTo>
                  <a:close/>
                </a:path>
              </a:pathLst>
            </a:custGeom>
            <a:solidFill>
              <a:srgbClr val="B9B9B9"/>
            </a:solidFill>
            <a:ln w="5163" cap="flat">
              <a:noFill/>
              <a:prstDash val="solid"/>
              <a:miter/>
            </a:ln>
          </p:spPr>
          <p:txBody>
            <a:bodyPr/>
            <a:lstStyle/>
            <a:p>
              <a:endParaRPr lang="es-419" noProof="0" dirty="0"/>
            </a:p>
          </p:txBody>
        </p:sp>
        <p:sp>
          <p:nvSpPr>
            <p:cNvPr id="83" name="Forma libre: forma 82">
              <a:extLst>
                <a:ext uri="{FF2B5EF4-FFF2-40B4-BE49-F238E27FC236}">
                  <a16:creationId xmlns:a16="http://schemas.microsoft.com/office/drawing/2014/main" id="{6A8294A9-99F3-6489-DEBA-4B2B6D71B481}"/>
                </a:ext>
              </a:extLst>
            </p:cNvPr>
            <p:cNvSpPr/>
            <p:nvPr/>
          </p:nvSpPr>
          <p:spPr>
            <a:xfrm>
              <a:off x="2646618" y="2110301"/>
              <a:ext cx="4301" cy="5162"/>
            </a:xfrm>
            <a:custGeom>
              <a:avLst/>
              <a:gdLst>
                <a:gd name="csX0" fmla="*/ 0 w 4301"/>
                <a:gd name="csY0" fmla="*/ 2581 h 5162"/>
                <a:gd name="csX1" fmla="*/ 1138 w 4301"/>
                <a:gd name="csY1" fmla="*/ 0 h 5162"/>
                <a:gd name="csX2" fmla="*/ 3872 w 4301"/>
                <a:gd name="csY2" fmla="*/ 2581 h 5162"/>
                <a:gd name="csX3" fmla="*/ 2734 w 4301"/>
                <a:gd name="csY3" fmla="*/ 5163 h 5162"/>
                <a:gd name="csX4" fmla="*/ 0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0" y="2581"/>
                  </a:moveTo>
                  <a:cubicBezTo>
                    <a:pt x="0" y="1162"/>
                    <a:pt x="512" y="0"/>
                    <a:pt x="1138" y="0"/>
                  </a:cubicBezTo>
                  <a:cubicBezTo>
                    <a:pt x="1765" y="0"/>
                    <a:pt x="2995" y="1162"/>
                    <a:pt x="3872" y="2581"/>
                  </a:cubicBezTo>
                  <a:cubicBezTo>
                    <a:pt x="4750" y="4001"/>
                    <a:pt x="4237" y="5163"/>
                    <a:pt x="2734" y="5163"/>
                  </a:cubicBezTo>
                  <a:cubicBezTo>
                    <a:pt x="1230" y="5163"/>
                    <a:pt x="0" y="4001"/>
                    <a:pt x="0" y="2581"/>
                  </a:cubicBezTo>
                  <a:close/>
                </a:path>
              </a:pathLst>
            </a:custGeom>
            <a:solidFill>
              <a:srgbClr val="B9B9B9"/>
            </a:solidFill>
            <a:ln w="5163" cap="flat">
              <a:noFill/>
              <a:prstDash val="solid"/>
              <a:miter/>
            </a:ln>
          </p:spPr>
          <p:txBody>
            <a:bodyPr/>
            <a:lstStyle/>
            <a:p>
              <a:endParaRPr lang="es-419" noProof="0" dirty="0"/>
            </a:p>
          </p:txBody>
        </p:sp>
      </p:grpSp>
      <p:grpSp>
        <p:nvGrpSpPr>
          <p:cNvPr id="84" name="Gráfico 39">
            <a:extLst>
              <a:ext uri="{FF2B5EF4-FFF2-40B4-BE49-F238E27FC236}">
                <a16:creationId xmlns:a16="http://schemas.microsoft.com/office/drawing/2014/main" id="{992A0559-E972-4861-DA64-FA1187AFA3E6}"/>
              </a:ext>
            </a:extLst>
          </p:cNvPr>
          <p:cNvGrpSpPr/>
          <p:nvPr/>
        </p:nvGrpSpPr>
        <p:grpSpPr>
          <a:xfrm>
            <a:off x="924790" y="1999612"/>
            <a:ext cx="235561" cy="223008"/>
            <a:chOff x="924790" y="1999612"/>
            <a:chExt cx="235561" cy="223008"/>
          </a:xfrm>
          <a:solidFill>
            <a:srgbClr val="B9B9B9"/>
          </a:solidFill>
        </p:grpSpPr>
        <p:sp>
          <p:nvSpPr>
            <p:cNvPr id="85" name="Forma libre: forma 84">
              <a:extLst>
                <a:ext uri="{FF2B5EF4-FFF2-40B4-BE49-F238E27FC236}">
                  <a16:creationId xmlns:a16="http://schemas.microsoft.com/office/drawing/2014/main" id="{CBEFFC9B-F0F9-128E-0625-56CA6837010F}"/>
                </a:ext>
              </a:extLst>
            </p:cNvPr>
            <p:cNvSpPr/>
            <p:nvPr/>
          </p:nvSpPr>
          <p:spPr>
            <a:xfrm>
              <a:off x="1018216" y="1999612"/>
              <a:ext cx="142135" cy="223008"/>
            </a:xfrm>
            <a:custGeom>
              <a:avLst/>
              <a:gdLst>
                <a:gd name="csX0" fmla="*/ 33142 w 142135"/>
                <a:gd name="csY0" fmla="*/ 222624 h 223008"/>
                <a:gd name="csX1" fmla="*/ 24030 w 142135"/>
                <a:gd name="csY1" fmla="*/ 217989 h 223008"/>
                <a:gd name="csX2" fmla="*/ 15077 w 142135"/>
                <a:gd name="csY2" fmla="*/ 214475 h 223008"/>
                <a:gd name="csX3" fmla="*/ 28065 w 142135"/>
                <a:gd name="csY3" fmla="*/ 199749 h 223008"/>
                <a:gd name="csX4" fmla="*/ 39623 w 142135"/>
                <a:gd name="csY4" fmla="*/ 181324 h 223008"/>
                <a:gd name="csX5" fmla="*/ 40552 w 142135"/>
                <a:gd name="csY5" fmla="*/ 163618 h 223008"/>
                <a:gd name="csX6" fmla="*/ 38270 w 142135"/>
                <a:gd name="csY6" fmla="*/ 146871 h 223008"/>
                <a:gd name="csX7" fmla="*/ 31342 w 142135"/>
                <a:gd name="csY7" fmla="*/ 141344 h 223008"/>
                <a:gd name="csX8" fmla="*/ 23064 w 142135"/>
                <a:gd name="csY8" fmla="*/ 130695 h 223008"/>
                <a:gd name="csX9" fmla="*/ 21238 w 142135"/>
                <a:gd name="csY9" fmla="*/ 121015 h 223008"/>
                <a:gd name="csX10" fmla="*/ 21448 w 142135"/>
                <a:gd name="csY10" fmla="*/ 110689 h 223008"/>
                <a:gd name="csX11" fmla="*/ 17417 w 142135"/>
                <a:gd name="csY11" fmla="*/ 113600 h 223008"/>
                <a:gd name="csX12" fmla="*/ 6090 w 142135"/>
                <a:gd name="csY12" fmla="*/ 75839 h 223008"/>
                <a:gd name="csX13" fmla="*/ 446 w 142135"/>
                <a:gd name="csY13" fmla="*/ 49379 h 223008"/>
                <a:gd name="csX14" fmla="*/ 1787 w 142135"/>
                <a:gd name="csY14" fmla="*/ 43571 h 223008"/>
                <a:gd name="csX15" fmla="*/ 4669 w 142135"/>
                <a:gd name="csY15" fmla="*/ 50173 h 223008"/>
                <a:gd name="csX16" fmla="*/ 15640 w 142135"/>
                <a:gd name="csY16" fmla="*/ 55981 h 223008"/>
                <a:gd name="csX17" fmla="*/ 25590 w 142135"/>
                <a:gd name="csY17" fmla="*/ 51315 h 223008"/>
                <a:gd name="csX18" fmla="*/ 21927 w 142135"/>
                <a:gd name="csY18" fmla="*/ 38128 h 223008"/>
                <a:gd name="csX19" fmla="*/ 25126 w 142135"/>
                <a:gd name="csY19" fmla="*/ 20612 h 223008"/>
                <a:gd name="csX20" fmla="*/ 29635 w 142135"/>
                <a:gd name="csY20" fmla="*/ 8944 h 223008"/>
                <a:gd name="csX21" fmla="*/ 56601 w 142135"/>
                <a:gd name="csY21" fmla="*/ 2664 h 223008"/>
                <a:gd name="csX22" fmla="*/ 68014 w 142135"/>
                <a:gd name="csY22" fmla="*/ 14926 h 223008"/>
                <a:gd name="csX23" fmla="*/ 70397 w 142135"/>
                <a:gd name="csY23" fmla="*/ 28730 h 223008"/>
                <a:gd name="csX24" fmla="*/ 64799 w 142135"/>
                <a:gd name="csY24" fmla="*/ 38367 h 223008"/>
                <a:gd name="csX25" fmla="*/ 76515 w 142135"/>
                <a:gd name="csY25" fmla="*/ 47199 h 223008"/>
                <a:gd name="csX26" fmla="*/ 95020 w 142135"/>
                <a:gd name="csY26" fmla="*/ 52596 h 223008"/>
                <a:gd name="csX27" fmla="*/ 116723 w 142135"/>
                <a:gd name="csY27" fmla="*/ 66052 h 223008"/>
                <a:gd name="csX28" fmla="*/ 125419 w 142135"/>
                <a:gd name="csY28" fmla="*/ 64641 h 223008"/>
                <a:gd name="csX29" fmla="*/ 121867 w 142135"/>
                <a:gd name="csY29" fmla="*/ 77984 h 223008"/>
                <a:gd name="csX30" fmla="*/ 126198 w 142135"/>
                <a:gd name="csY30" fmla="*/ 109560 h 223008"/>
                <a:gd name="csX31" fmla="*/ 132452 w 142135"/>
                <a:gd name="csY31" fmla="*/ 130811 h 223008"/>
                <a:gd name="csX32" fmla="*/ 137172 w 142135"/>
                <a:gd name="csY32" fmla="*/ 149525 h 223008"/>
                <a:gd name="csX33" fmla="*/ 126264 w 142135"/>
                <a:gd name="csY33" fmla="*/ 165042 h 223008"/>
                <a:gd name="csX34" fmla="*/ 119713 w 142135"/>
                <a:gd name="csY34" fmla="*/ 162318 h 223008"/>
                <a:gd name="csX35" fmla="*/ 122125 w 142135"/>
                <a:gd name="csY35" fmla="*/ 181310 h 223008"/>
                <a:gd name="csX36" fmla="*/ 122395 w 142135"/>
                <a:gd name="csY36" fmla="*/ 193071 h 223008"/>
                <a:gd name="csX37" fmla="*/ 117050 w 142135"/>
                <a:gd name="csY37" fmla="*/ 205350 h 223008"/>
                <a:gd name="csX38" fmla="*/ 115307 w 142135"/>
                <a:gd name="csY38" fmla="*/ 214639 h 223008"/>
                <a:gd name="csX39" fmla="*/ 105608 w 142135"/>
                <a:gd name="csY39" fmla="*/ 205168 h 223008"/>
                <a:gd name="csX40" fmla="*/ 70306 w 142135"/>
                <a:gd name="csY40" fmla="*/ 198146 h 223008"/>
                <a:gd name="csX41" fmla="*/ 57886 w 142135"/>
                <a:gd name="csY41" fmla="*/ 203581 h 223008"/>
                <a:gd name="csX42" fmla="*/ 42822 w 142135"/>
                <a:gd name="csY42" fmla="*/ 214552 h 223008"/>
                <a:gd name="csX43" fmla="*/ 33142 w 142135"/>
                <a:gd name="csY43" fmla="*/ 222624 h 2230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42135" h="223008">
                  <a:moveTo>
                    <a:pt x="33142" y="222624"/>
                  </a:moveTo>
                  <a:cubicBezTo>
                    <a:pt x="33100" y="221007"/>
                    <a:pt x="28999" y="218922"/>
                    <a:pt x="24030" y="217989"/>
                  </a:cubicBezTo>
                  <a:cubicBezTo>
                    <a:pt x="19061" y="217057"/>
                    <a:pt x="15032" y="215476"/>
                    <a:pt x="15077" y="214475"/>
                  </a:cubicBezTo>
                  <a:cubicBezTo>
                    <a:pt x="15123" y="213475"/>
                    <a:pt x="20967" y="206848"/>
                    <a:pt x="28065" y="199749"/>
                  </a:cubicBezTo>
                  <a:cubicBezTo>
                    <a:pt x="37756" y="190056"/>
                    <a:pt x="40635" y="185467"/>
                    <a:pt x="39623" y="181324"/>
                  </a:cubicBezTo>
                  <a:cubicBezTo>
                    <a:pt x="38882" y="178289"/>
                    <a:pt x="39300" y="170321"/>
                    <a:pt x="40552" y="163618"/>
                  </a:cubicBezTo>
                  <a:cubicBezTo>
                    <a:pt x="42457" y="153420"/>
                    <a:pt x="42085" y="150686"/>
                    <a:pt x="38270" y="146871"/>
                  </a:cubicBezTo>
                  <a:cubicBezTo>
                    <a:pt x="35762" y="144363"/>
                    <a:pt x="32644" y="141876"/>
                    <a:pt x="31342" y="141344"/>
                  </a:cubicBezTo>
                  <a:cubicBezTo>
                    <a:pt x="30039" y="140811"/>
                    <a:pt x="26314" y="136019"/>
                    <a:pt x="23064" y="130695"/>
                  </a:cubicBezTo>
                  <a:cubicBezTo>
                    <a:pt x="18146" y="122638"/>
                    <a:pt x="17840" y="121015"/>
                    <a:pt x="21238" y="121015"/>
                  </a:cubicBezTo>
                  <a:cubicBezTo>
                    <a:pt x="26407" y="121015"/>
                    <a:pt x="26532" y="114908"/>
                    <a:pt x="21448" y="110689"/>
                  </a:cubicBezTo>
                  <a:cubicBezTo>
                    <a:pt x="18195" y="107989"/>
                    <a:pt x="17551" y="108454"/>
                    <a:pt x="17417" y="113600"/>
                  </a:cubicBezTo>
                  <a:cubicBezTo>
                    <a:pt x="17202" y="121855"/>
                    <a:pt x="11362" y="102386"/>
                    <a:pt x="6090" y="75839"/>
                  </a:cubicBezTo>
                  <a:cubicBezTo>
                    <a:pt x="3834" y="64481"/>
                    <a:pt x="1295" y="52574"/>
                    <a:pt x="446" y="49379"/>
                  </a:cubicBezTo>
                  <a:cubicBezTo>
                    <a:pt x="-477" y="45903"/>
                    <a:pt x="61" y="43571"/>
                    <a:pt x="1787" y="43571"/>
                  </a:cubicBezTo>
                  <a:cubicBezTo>
                    <a:pt x="3372" y="43571"/>
                    <a:pt x="4669" y="46542"/>
                    <a:pt x="4669" y="50173"/>
                  </a:cubicBezTo>
                  <a:cubicBezTo>
                    <a:pt x="4669" y="56344"/>
                    <a:pt x="5386" y="56723"/>
                    <a:pt x="15640" y="55981"/>
                  </a:cubicBezTo>
                  <a:cubicBezTo>
                    <a:pt x="23894" y="55384"/>
                    <a:pt x="26358" y="54229"/>
                    <a:pt x="25590" y="51315"/>
                  </a:cubicBezTo>
                  <a:cubicBezTo>
                    <a:pt x="25028" y="49186"/>
                    <a:pt x="23380" y="43251"/>
                    <a:pt x="21927" y="38128"/>
                  </a:cubicBezTo>
                  <a:cubicBezTo>
                    <a:pt x="19644" y="30074"/>
                    <a:pt x="20076" y="27703"/>
                    <a:pt x="25126" y="20612"/>
                  </a:cubicBezTo>
                  <a:cubicBezTo>
                    <a:pt x="28338" y="16101"/>
                    <a:pt x="30367" y="10851"/>
                    <a:pt x="29635" y="8944"/>
                  </a:cubicBezTo>
                  <a:cubicBezTo>
                    <a:pt x="26306" y="269"/>
                    <a:pt x="38854" y="-2653"/>
                    <a:pt x="56601" y="2664"/>
                  </a:cubicBezTo>
                  <a:cubicBezTo>
                    <a:pt x="65243" y="5253"/>
                    <a:pt x="66731" y="6851"/>
                    <a:pt x="68014" y="14926"/>
                  </a:cubicBezTo>
                  <a:cubicBezTo>
                    <a:pt x="68826" y="20032"/>
                    <a:pt x="69898" y="26244"/>
                    <a:pt x="70397" y="28730"/>
                  </a:cubicBezTo>
                  <a:cubicBezTo>
                    <a:pt x="70908" y="31276"/>
                    <a:pt x="68463" y="35485"/>
                    <a:pt x="64799" y="38367"/>
                  </a:cubicBezTo>
                  <a:cubicBezTo>
                    <a:pt x="52677" y="47902"/>
                    <a:pt x="63675" y="56192"/>
                    <a:pt x="76515" y="47199"/>
                  </a:cubicBezTo>
                  <a:cubicBezTo>
                    <a:pt x="84862" y="41352"/>
                    <a:pt x="95020" y="44315"/>
                    <a:pt x="95020" y="52596"/>
                  </a:cubicBezTo>
                  <a:cubicBezTo>
                    <a:pt x="95020" y="61383"/>
                    <a:pt x="105491" y="67875"/>
                    <a:pt x="116723" y="66052"/>
                  </a:cubicBezTo>
                  <a:lnTo>
                    <a:pt x="125419" y="64641"/>
                  </a:lnTo>
                  <a:lnTo>
                    <a:pt x="121867" y="77984"/>
                  </a:lnTo>
                  <a:cubicBezTo>
                    <a:pt x="116766" y="97143"/>
                    <a:pt x="117305" y="101074"/>
                    <a:pt x="126198" y="109560"/>
                  </a:cubicBezTo>
                  <a:cubicBezTo>
                    <a:pt x="133696" y="116715"/>
                    <a:pt x="134049" y="117914"/>
                    <a:pt x="132452" y="130811"/>
                  </a:cubicBezTo>
                  <a:cubicBezTo>
                    <a:pt x="130905" y="143306"/>
                    <a:pt x="131310" y="144914"/>
                    <a:pt x="137172" y="149525"/>
                  </a:cubicBezTo>
                  <a:cubicBezTo>
                    <a:pt x="148350" y="158317"/>
                    <a:pt x="138877" y="171792"/>
                    <a:pt x="126264" y="165042"/>
                  </a:cubicBezTo>
                  <a:cubicBezTo>
                    <a:pt x="123464" y="163544"/>
                    <a:pt x="120516" y="162318"/>
                    <a:pt x="119713" y="162318"/>
                  </a:cubicBezTo>
                  <a:cubicBezTo>
                    <a:pt x="116537" y="162318"/>
                    <a:pt x="118487" y="177672"/>
                    <a:pt x="122125" y="181310"/>
                  </a:cubicBezTo>
                  <a:cubicBezTo>
                    <a:pt x="126947" y="186132"/>
                    <a:pt x="127019" y="189234"/>
                    <a:pt x="122395" y="193071"/>
                  </a:cubicBezTo>
                  <a:cubicBezTo>
                    <a:pt x="120414" y="194715"/>
                    <a:pt x="118009" y="200241"/>
                    <a:pt x="117050" y="205350"/>
                  </a:cubicBezTo>
                  <a:lnTo>
                    <a:pt x="115307" y="214639"/>
                  </a:lnTo>
                  <a:lnTo>
                    <a:pt x="105608" y="205168"/>
                  </a:lnTo>
                  <a:cubicBezTo>
                    <a:pt x="93087" y="192941"/>
                    <a:pt x="80185" y="190375"/>
                    <a:pt x="70306" y="198146"/>
                  </a:cubicBezTo>
                  <a:cubicBezTo>
                    <a:pt x="66478" y="201157"/>
                    <a:pt x="60889" y="203603"/>
                    <a:pt x="57886" y="203581"/>
                  </a:cubicBezTo>
                  <a:cubicBezTo>
                    <a:pt x="54649" y="203557"/>
                    <a:pt x="48516" y="208024"/>
                    <a:pt x="42822" y="214552"/>
                  </a:cubicBezTo>
                  <a:cubicBezTo>
                    <a:pt x="37540" y="220608"/>
                    <a:pt x="33184" y="224241"/>
                    <a:pt x="33142" y="222624"/>
                  </a:cubicBezTo>
                  <a:close/>
                </a:path>
              </a:pathLst>
            </a:custGeom>
            <a:solidFill>
              <a:srgbClr val="B9B9B9"/>
            </a:solidFill>
            <a:ln w="5163" cap="flat">
              <a:noFill/>
              <a:prstDash val="solid"/>
              <a:miter/>
            </a:ln>
          </p:spPr>
          <p:txBody>
            <a:bodyPr/>
            <a:lstStyle/>
            <a:p>
              <a:endParaRPr lang="es-419" noProof="0" dirty="0"/>
            </a:p>
          </p:txBody>
        </p:sp>
        <p:sp>
          <p:nvSpPr>
            <p:cNvPr id="86" name="Forma libre: forma 85">
              <a:extLst>
                <a:ext uri="{FF2B5EF4-FFF2-40B4-BE49-F238E27FC236}">
                  <a16:creationId xmlns:a16="http://schemas.microsoft.com/office/drawing/2014/main" id="{B4E62FC1-9762-3A34-15C7-7888D495D033}"/>
                </a:ext>
              </a:extLst>
            </p:cNvPr>
            <p:cNvSpPr/>
            <p:nvPr/>
          </p:nvSpPr>
          <p:spPr>
            <a:xfrm>
              <a:off x="976738" y="2149266"/>
              <a:ext cx="9026" cy="7395"/>
            </a:xfrm>
            <a:custGeom>
              <a:avLst/>
              <a:gdLst>
                <a:gd name="csX0" fmla="*/ 866 w 9026"/>
                <a:gd name="csY0" fmla="*/ 4748 h 7395"/>
                <a:gd name="csX1" fmla="*/ 6187 w 9026"/>
                <a:gd name="csY1" fmla="*/ 710 h 7395"/>
                <a:gd name="csX2" fmla="*/ 8728 w 9026"/>
                <a:gd name="csY2" fmla="*/ 4901 h 7395"/>
                <a:gd name="csX3" fmla="*/ 866 w 9026"/>
                <a:gd name="csY3" fmla="*/ 4748 h 7395"/>
              </a:gdLst>
              <a:ahLst/>
              <a:cxnLst>
                <a:cxn ang="0">
                  <a:pos x="csX0" y="csY0"/>
                </a:cxn>
                <a:cxn ang="0">
                  <a:pos x="csX1" y="csY1"/>
                </a:cxn>
                <a:cxn ang="0">
                  <a:pos x="csX2" y="csY2"/>
                </a:cxn>
                <a:cxn ang="0">
                  <a:pos x="csX3" y="csY3"/>
                </a:cxn>
              </a:cxnLst>
              <a:rect l="l" t="t" r="r" b="b"/>
              <a:pathLst>
                <a:path w="9026" h="7395">
                  <a:moveTo>
                    <a:pt x="866" y="4748"/>
                  </a:moveTo>
                  <a:cubicBezTo>
                    <a:pt x="-1510" y="904"/>
                    <a:pt x="1245" y="-1186"/>
                    <a:pt x="6187" y="710"/>
                  </a:cubicBezTo>
                  <a:cubicBezTo>
                    <a:pt x="8468" y="1586"/>
                    <a:pt x="9611" y="3472"/>
                    <a:pt x="8728" y="4901"/>
                  </a:cubicBezTo>
                  <a:cubicBezTo>
                    <a:pt x="6635" y="8287"/>
                    <a:pt x="3009" y="8216"/>
                    <a:pt x="866" y="4748"/>
                  </a:cubicBezTo>
                  <a:close/>
                </a:path>
              </a:pathLst>
            </a:custGeom>
            <a:solidFill>
              <a:srgbClr val="B9B9B9"/>
            </a:solidFill>
            <a:ln w="5163" cap="flat">
              <a:noFill/>
              <a:prstDash val="solid"/>
              <a:miter/>
            </a:ln>
          </p:spPr>
          <p:txBody>
            <a:bodyPr/>
            <a:lstStyle/>
            <a:p>
              <a:endParaRPr lang="es-419" noProof="0" dirty="0"/>
            </a:p>
          </p:txBody>
        </p:sp>
        <p:sp>
          <p:nvSpPr>
            <p:cNvPr id="87" name="Forma libre: forma 86">
              <a:extLst>
                <a:ext uri="{FF2B5EF4-FFF2-40B4-BE49-F238E27FC236}">
                  <a16:creationId xmlns:a16="http://schemas.microsoft.com/office/drawing/2014/main" id="{472D0D1D-F769-5CAE-F4D0-74F2AAC26EE9}"/>
                </a:ext>
              </a:extLst>
            </p:cNvPr>
            <p:cNvSpPr/>
            <p:nvPr/>
          </p:nvSpPr>
          <p:spPr>
            <a:xfrm>
              <a:off x="958388" y="2135665"/>
              <a:ext cx="19364" cy="11047"/>
            </a:xfrm>
            <a:custGeom>
              <a:avLst/>
              <a:gdLst>
                <a:gd name="csX0" fmla="*/ 0 w 19364"/>
                <a:gd name="csY0" fmla="*/ 8841 h 11047"/>
                <a:gd name="csX1" fmla="*/ 17408 w 19364"/>
                <a:gd name="csY1" fmla="*/ 154 h 11047"/>
                <a:gd name="csX2" fmla="*/ 17432 w 19364"/>
                <a:gd name="csY2" fmla="*/ 5614 h 11047"/>
                <a:gd name="csX3" fmla="*/ 0 w 19364"/>
                <a:gd name="csY3" fmla="*/ 8841 h 11047"/>
              </a:gdLst>
              <a:ahLst/>
              <a:cxnLst>
                <a:cxn ang="0">
                  <a:pos x="csX0" y="csY0"/>
                </a:cxn>
                <a:cxn ang="0">
                  <a:pos x="csX1" y="csY1"/>
                </a:cxn>
                <a:cxn ang="0">
                  <a:pos x="csX2" y="csY2"/>
                </a:cxn>
                <a:cxn ang="0">
                  <a:pos x="csX3" y="csY3"/>
                </a:cxn>
              </a:cxnLst>
              <a:rect l="l" t="t" r="r" b="b"/>
              <a:pathLst>
                <a:path w="19364" h="11047">
                  <a:moveTo>
                    <a:pt x="0" y="8841"/>
                  </a:moveTo>
                  <a:cubicBezTo>
                    <a:pt x="126" y="2682"/>
                    <a:pt x="7086" y="-791"/>
                    <a:pt x="17408" y="154"/>
                  </a:cubicBezTo>
                  <a:cubicBezTo>
                    <a:pt x="20010" y="392"/>
                    <a:pt x="20015" y="1478"/>
                    <a:pt x="17432" y="5614"/>
                  </a:cubicBezTo>
                  <a:cubicBezTo>
                    <a:pt x="14357" y="10538"/>
                    <a:pt x="-89" y="13212"/>
                    <a:pt x="0" y="8841"/>
                  </a:cubicBezTo>
                  <a:close/>
                </a:path>
              </a:pathLst>
            </a:custGeom>
            <a:solidFill>
              <a:srgbClr val="B9B9B9"/>
            </a:solidFill>
            <a:ln w="5163" cap="flat">
              <a:noFill/>
              <a:prstDash val="solid"/>
              <a:miter/>
            </a:ln>
          </p:spPr>
          <p:txBody>
            <a:bodyPr/>
            <a:lstStyle/>
            <a:p>
              <a:endParaRPr lang="es-419" noProof="0" dirty="0"/>
            </a:p>
          </p:txBody>
        </p:sp>
        <p:sp>
          <p:nvSpPr>
            <p:cNvPr id="88" name="Forma libre: forma 87">
              <a:extLst>
                <a:ext uri="{FF2B5EF4-FFF2-40B4-BE49-F238E27FC236}">
                  <a16:creationId xmlns:a16="http://schemas.microsoft.com/office/drawing/2014/main" id="{82DEF133-EEF0-F96D-9BDA-F87EA26B1DB3}"/>
                </a:ext>
              </a:extLst>
            </p:cNvPr>
            <p:cNvSpPr/>
            <p:nvPr/>
          </p:nvSpPr>
          <p:spPr>
            <a:xfrm>
              <a:off x="938010" y="2110987"/>
              <a:ext cx="18997" cy="19965"/>
            </a:xfrm>
            <a:custGeom>
              <a:avLst/>
              <a:gdLst>
                <a:gd name="csX0" fmla="*/ 2787 w 18997"/>
                <a:gd name="csY0" fmla="*/ 11392 h 19965"/>
                <a:gd name="csX1" fmla="*/ 4678 w 18997"/>
                <a:gd name="csY1" fmla="*/ 36 h 19965"/>
                <a:gd name="csX2" fmla="*/ 17544 w 18997"/>
                <a:gd name="csY2" fmla="*/ 12951 h 19965"/>
                <a:gd name="csX3" fmla="*/ 13049 w 18997"/>
                <a:gd name="csY3" fmla="*/ 19965 h 19965"/>
                <a:gd name="csX4" fmla="*/ 2787 w 18997"/>
                <a:gd name="csY4" fmla="*/ 11392 h 19965"/>
              </a:gdLst>
              <a:ahLst/>
              <a:cxnLst>
                <a:cxn ang="0">
                  <a:pos x="csX0" y="csY0"/>
                </a:cxn>
                <a:cxn ang="0">
                  <a:pos x="csX1" y="csY1"/>
                </a:cxn>
                <a:cxn ang="0">
                  <a:pos x="csX2" y="csY2"/>
                </a:cxn>
                <a:cxn ang="0">
                  <a:pos x="csX3" y="csY3"/>
                </a:cxn>
                <a:cxn ang="0">
                  <a:pos x="csX4" y="csY4"/>
                </a:cxn>
              </a:cxnLst>
              <a:rect l="l" t="t" r="r" b="b"/>
              <a:pathLst>
                <a:path w="18997" h="19965">
                  <a:moveTo>
                    <a:pt x="2787" y="11392"/>
                  </a:moveTo>
                  <a:cubicBezTo>
                    <a:pt x="-1192" y="389"/>
                    <a:pt x="-1207" y="479"/>
                    <a:pt x="4678" y="36"/>
                  </a:cubicBezTo>
                  <a:cubicBezTo>
                    <a:pt x="10396" y="-395"/>
                    <a:pt x="13750" y="2973"/>
                    <a:pt x="17544" y="12951"/>
                  </a:cubicBezTo>
                  <a:cubicBezTo>
                    <a:pt x="20048" y="19537"/>
                    <a:pt x="19774" y="19965"/>
                    <a:pt x="13049" y="19965"/>
                  </a:cubicBezTo>
                  <a:cubicBezTo>
                    <a:pt x="7281" y="19965"/>
                    <a:pt x="5284" y="18297"/>
                    <a:pt x="2787" y="11392"/>
                  </a:cubicBezTo>
                  <a:close/>
                </a:path>
              </a:pathLst>
            </a:custGeom>
            <a:solidFill>
              <a:srgbClr val="B9B9B9"/>
            </a:solidFill>
            <a:ln w="5163" cap="flat">
              <a:noFill/>
              <a:prstDash val="solid"/>
              <a:miter/>
            </a:ln>
          </p:spPr>
          <p:txBody>
            <a:bodyPr/>
            <a:lstStyle/>
            <a:p>
              <a:endParaRPr lang="es-419" noProof="0" dirty="0"/>
            </a:p>
          </p:txBody>
        </p:sp>
        <p:sp>
          <p:nvSpPr>
            <p:cNvPr id="89" name="Forma libre: forma 88">
              <a:extLst>
                <a:ext uri="{FF2B5EF4-FFF2-40B4-BE49-F238E27FC236}">
                  <a16:creationId xmlns:a16="http://schemas.microsoft.com/office/drawing/2014/main" id="{5A2EC411-A312-A0A0-4DB2-04B6E3505B06}"/>
                </a:ext>
              </a:extLst>
            </p:cNvPr>
            <p:cNvSpPr/>
            <p:nvPr/>
          </p:nvSpPr>
          <p:spPr>
            <a:xfrm>
              <a:off x="924790" y="2098451"/>
              <a:ext cx="5162" cy="9268"/>
            </a:xfrm>
            <a:custGeom>
              <a:avLst/>
              <a:gdLst>
                <a:gd name="csX0" fmla="*/ 0 w 5162"/>
                <a:gd name="csY0" fmla="*/ 3953 h 9268"/>
                <a:gd name="csX1" fmla="*/ 2581 w 5162"/>
                <a:gd name="csY1" fmla="*/ 233 h 9268"/>
                <a:gd name="csX2" fmla="*/ 5163 w 5162"/>
                <a:gd name="csY2" fmla="*/ 5549 h 9268"/>
                <a:gd name="csX3" fmla="*/ 2581 w 5162"/>
                <a:gd name="csY3" fmla="*/ 9269 h 9268"/>
                <a:gd name="csX4" fmla="*/ 0 w 5162"/>
                <a:gd name="csY4" fmla="*/ 3953 h 9268"/>
              </a:gdLst>
              <a:ahLst/>
              <a:cxnLst>
                <a:cxn ang="0">
                  <a:pos x="csX0" y="csY0"/>
                </a:cxn>
                <a:cxn ang="0">
                  <a:pos x="csX1" y="csY1"/>
                </a:cxn>
                <a:cxn ang="0">
                  <a:pos x="csX2" y="csY2"/>
                </a:cxn>
                <a:cxn ang="0">
                  <a:pos x="csX3" y="csY3"/>
                </a:cxn>
                <a:cxn ang="0">
                  <a:pos x="csX4" y="csY4"/>
                </a:cxn>
              </a:cxnLst>
              <a:rect l="l" t="t" r="r" b="b"/>
              <a:pathLst>
                <a:path w="5162" h="9268">
                  <a:moveTo>
                    <a:pt x="0" y="3953"/>
                  </a:moveTo>
                  <a:cubicBezTo>
                    <a:pt x="0" y="1030"/>
                    <a:pt x="1162" y="-644"/>
                    <a:pt x="2581" y="233"/>
                  </a:cubicBezTo>
                  <a:cubicBezTo>
                    <a:pt x="4001" y="1111"/>
                    <a:pt x="5163" y="3503"/>
                    <a:pt x="5163" y="5549"/>
                  </a:cubicBezTo>
                  <a:cubicBezTo>
                    <a:pt x="5163" y="7595"/>
                    <a:pt x="4001" y="9269"/>
                    <a:pt x="2581" y="9269"/>
                  </a:cubicBezTo>
                  <a:cubicBezTo>
                    <a:pt x="1162" y="9269"/>
                    <a:pt x="0" y="6877"/>
                    <a:pt x="0" y="3953"/>
                  </a:cubicBezTo>
                  <a:close/>
                </a:path>
              </a:pathLst>
            </a:custGeom>
            <a:solidFill>
              <a:srgbClr val="B9B9B9"/>
            </a:solidFill>
            <a:ln w="5163" cap="flat">
              <a:noFill/>
              <a:prstDash val="solid"/>
              <a:miter/>
            </a:ln>
          </p:spPr>
          <p:txBody>
            <a:bodyPr/>
            <a:lstStyle/>
            <a:p>
              <a:endParaRPr lang="es-419" noProof="0" dirty="0"/>
            </a:p>
          </p:txBody>
        </p:sp>
      </p:grpSp>
      <p:grpSp>
        <p:nvGrpSpPr>
          <p:cNvPr id="90" name="Gráfico 39">
            <a:extLst>
              <a:ext uri="{FF2B5EF4-FFF2-40B4-BE49-F238E27FC236}">
                <a16:creationId xmlns:a16="http://schemas.microsoft.com/office/drawing/2014/main" id="{FFCA1B44-1B24-7193-D243-B8EB98869B04}"/>
              </a:ext>
            </a:extLst>
          </p:cNvPr>
          <p:cNvGrpSpPr/>
          <p:nvPr/>
        </p:nvGrpSpPr>
        <p:grpSpPr>
          <a:xfrm>
            <a:off x="281340" y="1474182"/>
            <a:ext cx="428841" cy="522535"/>
            <a:chOff x="281340" y="1474182"/>
            <a:chExt cx="428841" cy="522535"/>
          </a:xfrm>
          <a:solidFill>
            <a:srgbClr val="B9B9B9"/>
          </a:solidFill>
        </p:grpSpPr>
        <p:grpSp>
          <p:nvGrpSpPr>
            <p:cNvPr id="91" name="Gráfico 39">
              <a:extLst>
                <a:ext uri="{FF2B5EF4-FFF2-40B4-BE49-F238E27FC236}">
                  <a16:creationId xmlns:a16="http://schemas.microsoft.com/office/drawing/2014/main" id="{E8466859-3EDF-DFB1-570B-D9CD0FCFF1E1}"/>
                </a:ext>
              </a:extLst>
            </p:cNvPr>
            <p:cNvGrpSpPr/>
            <p:nvPr/>
          </p:nvGrpSpPr>
          <p:grpSpPr>
            <a:xfrm>
              <a:off x="281340" y="1474182"/>
              <a:ext cx="428841" cy="522535"/>
              <a:chOff x="281340" y="1474182"/>
              <a:chExt cx="428841" cy="522535"/>
            </a:xfrm>
            <a:solidFill>
              <a:srgbClr val="B9B9B9"/>
            </a:solidFill>
          </p:grpSpPr>
          <p:sp>
            <p:nvSpPr>
              <p:cNvPr id="92" name="Forma libre: forma 91">
                <a:extLst>
                  <a:ext uri="{FF2B5EF4-FFF2-40B4-BE49-F238E27FC236}">
                    <a16:creationId xmlns:a16="http://schemas.microsoft.com/office/drawing/2014/main" id="{2DFBEA2B-E457-0047-00B9-0DF19A5D1ADC}"/>
                  </a:ext>
                </a:extLst>
              </p:cNvPr>
              <p:cNvSpPr/>
              <p:nvPr/>
            </p:nvSpPr>
            <p:spPr>
              <a:xfrm>
                <a:off x="281340" y="1474182"/>
                <a:ext cx="428841" cy="522535"/>
              </a:xfrm>
              <a:custGeom>
                <a:avLst/>
                <a:gdLst>
                  <a:gd name="csX0" fmla="*/ 375000 w 428841"/>
                  <a:gd name="csY0" fmla="*/ 516104 h 522535"/>
                  <a:gd name="csX1" fmla="*/ 367101 w 428841"/>
                  <a:gd name="csY1" fmla="*/ 496098 h 522535"/>
                  <a:gd name="csX2" fmla="*/ 357849 w 428841"/>
                  <a:gd name="csY2" fmla="*/ 467300 h 522535"/>
                  <a:gd name="csX3" fmla="*/ 337807 w 428841"/>
                  <a:gd name="csY3" fmla="*/ 445109 h 522535"/>
                  <a:gd name="csX4" fmla="*/ 320489 w 428841"/>
                  <a:gd name="csY4" fmla="*/ 429036 h 522535"/>
                  <a:gd name="csX5" fmla="*/ 269809 w 428841"/>
                  <a:gd name="csY5" fmla="*/ 379110 h 522535"/>
                  <a:gd name="csX6" fmla="*/ 248488 w 428841"/>
                  <a:gd name="csY6" fmla="*/ 370097 h 522535"/>
                  <a:gd name="csX7" fmla="*/ 256878 w 428841"/>
                  <a:gd name="csY7" fmla="*/ 370327 h 522535"/>
                  <a:gd name="csX8" fmla="*/ 265267 w 428841"/>
                  <a:gd name="csY8" fmla="*/ 372646 h 522535"/>
                  <a:gd name="csX9" fmla="*/ 258168 w 428841"/>
                  <a:gd name="csY9" fmla="*/ 366399 h 522535"/>
                  <a:gd name="csX10" fmla="*/ 251069 w 428841"/>
                  <a:gd name="csY10" fmla="*/ 355305 h 522535"/>
                  <a:gd name="csX11" fmla="*/ 237556 w 428841"/>
                  <a:gd name="csY11" fmla="*/ 353450 h 522535"/>
                  <a:gd name="csX12" fmla="*/ 235538 w 428841"/>
                  <a:gd name="csY12" fmla="*/ 349578 h 522535"/>
                  <a:gd name="csX13" fmla="*/ 231626 w 428841"/>
                  <a:gd name="csY13" fmla="*/ 338114 h 522535"/>
                  <a:gd name="csX14" fmla="*/ 227531 w 428841"/>
                  <a:gd name="csY14" fmla="*/ 327788 h 522535"/>
                  <a:gd name="csX15" fmla="*/ 225255 w 428841"/>
                  <a:gd name="csY15" fmla="*/ 330217 h 522535"/>
                  <a:gd name="csX16" fmla="*/ 222797 w 428841"/>
                  <a:gd name="csY16" fmla="*/ 331508 h 522535"/>
                  <a:gd name="csX17" fmla="*/ 220276 w 428841"/>
                  <a:gd name="csY17" fmla="*/ 330217 h 522535"/>
                  <a:gd name="csX18" fmla="*/ 216375 w 428841"/>
                  <a:gd name="csY18" fmla="*/ 326968 h 522535"/>
                  <a:gd name="csX19" fmla="*/ 212138 w 428841"/>
                  <a:gd name="csY19" fmla="*/ 320021 h 522535"/>
                  <a:gd name="csX20" fmla="*/ 209766 w 428841"/>
                  <a:gd name="csY20" fmla="*/ 317462 h 522535"/>
                  <a:gd name="csX21" fmla="*/ 212670 w 428841"/>
                  <a:gd name="csY21" fmla="*/ 314083 h 522535"/>
                  <a:gd name="csX22" fmla="*/ 216877 w 428841"/>
                  <a:gd name="csY22" fmla="*/ 311142 h 522535"/>
                  <a:gd name="csX23" fmla="*/ 215264 w 428841"/>
                  <a:gd name="csY23" fmla="*/ 309359 h 522535"/>
                  <a:gd name="csX24" fmla="*/ 217511 w 428841"/>
                  <a:gd name="csY24" fmla="*/ 291496 h 522535"/>
                  <a:gd name="csX25" fmla="*/ 222673 w 428841"/>
                  <a:gd name="csY25" fmla="*/ 271731 h 522535"/>
                  <a:gd name="csX26" fmla="*/ 225571 w 428841"/>
                  <a:gd name="csY26" fmla="*/ 266972 h 522535"/>
                  <a:gd name="csX27" fmla="*/ 225255 w 428841"/>
                  <a:gd name="csY27" fmla="*/ 263100 h 522535"/>
                  <a:gd name="csX28" fmla="*/ 224939 w 428841"/>
                  <a:gd name="csY28" fmla="*/ 259227 h 522535"/>
                  <a:gd name="csX29" fmla="*/ 227470 w 428841"/>
                  <a:gd name="csY29" fmla="*/ 246966 h 522535"/>
                  <a:gd name="csX30" fmla="*/ 227104 w 428841"/>
                  <a:gd name="csY30" fmla="*/ 234704 h 522535"/>
                  <a:gd name="csX31" fmla="*/ 225255 w 428841"/>
                  <a:gd name="csY31" fmla="*/ 245029 h 522535"/>
                  <a:gd name="csX32" fmla="*/ 222926 w 428841"/>
                  <a:gd name="csY32" fmla="*/ 241157 h 522535"/>
                  <a:gd name="csX33" fmla="*/ 213514 w 428841"/>
                  <a:gd name="csY33" fmla="*/ 204198 h 522535"/>
                  <a:gd name="csX34" fmla="*/ 207511 w 428841"/>
                  <a:gd name="csY34" fmla="*/ 195911 h 522535"/>
                  <a:gd name="csX35" fmla="*/ 199366 w 428841"/>
                  <a:gd name="csY35" fmla="*/ 188261 h 522535"/>
                  <a:gd name="csX36" fmla="*/ 189814 w 428841"/>
                  <a:gd name="csY36" fmla="*/ 185143 h 522535"/>
                  <a:gd name="csX37" fmla="*/ 177824 w 428841"/>
                  <a:gd name="csY37" fmla="*/ 176701 h 522535"/>
                  <a:gd name="csX38" fmla="*/ 173385 w 428841"/>
                  <a:gd name="csY38" fmla="*/ 171969 h 522535"/>
                  <a:gd name="csX39" fmla="*/ 172244 w 428841"/>
                  <a:gd name="csY39" fmla="*/ 166295 h 522535"/>
                  <a:gd name="csX40" fmla="*/ 157189 w 428841"/>
                  <a:gd name="csY40" fmla="*/ 154717 h 522535"/>
                  <a:gd name="csX41" fmla="*/ 154290 w 428841"/>
                  <a:gd name="csY41" fmla="*/ 143110 h 522535"/>
                  <a:gd name="csX42" fmla="*/ 153437 w 428841"/>
                  <a:gd name="csY42" fmla="*/ 130888 h 522535"/>
                  <a:gd name="csX43" fmla="*/ 150373 w 428841"/>
                  <a:gd name="csY43" fmla="*/ 128835 h 522535"/>
                  <a:gd name="csX44" fmla="*/ 148457 w 428841"/>
                  <a:gd name="csY44" fmla="*/ 125777 h 522535"/>
                  <a:gd name="csX45" fmla="*/ 150890 w 428841"/>
                  <a:gd name="csY45" fmla="*/ 109503 h 522535"/>
                  <a:gd name="csX46" fmla="*/ 144325 w 428841"/>
                  <a:gd name="csY46" fmla="*/ 119656 h 522535"/>
                  <a:gd name="csX47" fmla="*/ 132054 w 428841"/>
                  <a:gd name="csY47" fmla="*/ 127093 h 522535"/>
                  <a:gd name="csX48" fmla="*/ 125630 w 428841"/>
                  <a:gd name="csY48" fmla="*/ 120812 h 522535"/>
                  <a:gd name="csX49" fmla="*/ 123207 w 428841"/>
                  <a:gd name="csY49" fmla="*/ 117248 h 522535"/>
                  <a:gd name="csX50" fmla="*/ 119415 w 428841"/>
                  <a:gd name="csY50" fmla="*/ 121894 h 522535"/>
                  <a:gd name="csX51" fmla="*/ 116519 w 428841"/>
                  <a:gd name="csY51" fmla="*/ 129437 h 522535"/>
                  <a:gd name="csX52" fmla="*/ 107977 w 428841"/>
                  <a:gd name="csY52" fmla="*/ 127285 h 522535"/>
                  <a:gd name="csX53" fmla="*/ 105433 w 428841"/>
                  <a:gd name="csY53" fmla="*/ 123427 h 522535"/>
                  <a:gd name="csX54" fmla="*/ 96024 w 428841"/>
                  <a:gd name="csY54" fmla="*/ 113119 h 522535"/>
                  <a:gd name="csX55" fmla="*/ 84566 w 428841"/>
                  <a:gd name="csY55" fmla="*/ 104340 h 522535"/>
                  <a:gd name="csX56" fmla="*/ 73108 w 428841"/>
                  <a:gd name="csY56" fmla="*/ 95562 h 522535"/>
                  <a:gd name="csX57" fmla="*/ 56725 w 428841"/>
                  <a:gd name="csY57" fmla="*/ 85124 h 522535"/>
                  <a:gd name="csX58" fmla="*/ 41890 w 428841"/>
                  <a:gd name="csY58" fmla="*/ 66163 h 522535"/>
                  <a:gd name="csX59" fmla="*/ 28677 w 428841"/>
                  <a:gd name="csY59" fmla="*/ 46701 h 522535"/>
                  <a:gd name="csX60" fmla="*/ 19131 w 428841"/>
                  <a:gd name="csY60" fmla="*/ 37238 h 522535"/>
                  <a:gd name="csX61" fmla="*/ 12905 w 428841"/>
                  <a:gd name="csY61" fmla="*/ 29478 h 522535"/>
                  <a:gd name="csX62" fmla="*/ 565 w 428841"/>
                  <a:gd name="csY62" fmla="*/ 12763 h 522535"/>
                  <a:gd name="csX63" fmla="*/ 24931 w 428841"/>
                  <a:gd name="csY63" fmla="*/ 17586 h 522535"/>
                  <a:gd name="csX64" fmla="*/ 53740 w 428841"/>
                  <a:gd name="csY64" fmla="*/ 17944 h 522535"/>
                  <a:gd name="csX65" fmla="*/ 62623 w 428841"/>
                  <a:gd name="csY65" fmla="*/ 19236 h 522535"/>
                  <a:gd name="csX66" fmla="*/ 68432 w 428841"/>
                  <a:gd name="csY66" fmla="*/ 26677 h 522535"/>
                  <a:gd name="csX67" fmla="*/ 76711 w 428841"/>
                  <a:gd name="csY67" fmla="*/ 24137 h 522535"/>
                  <a:gd name="csX68" fmla="*/ 79251 w 428841"/>
                  <a:gd name="csY68" fmla="*/ 21734 h 522535"/>
                  <a:gd name="csX69" fmla="*/ 83275 w 428841"/>
                  <a:gd name="csY69" fmla="*/ 19103 h 522535"/>
                  <a:gd name="csX70" fmla="*/ 76792 w 428841"/>
                  <a:gd name="csY70" fmla="*/ 18100 h 522535"/>
                  <a:gd name="csX71" fmla="*/ 72078 w 428841"/>
                  <a:gd name="csY71" fmla="*/ 15119 h 522535"/>
                  <a:gd name="csX72" fmla="*/ 69501 w 428841"/>
                  <a:gd name="csY72" fmla="*/ 12179 h 522535"/>
                  <a:gd name="csX73" fmla="*/ 70989 w 428841"/>
                  <a:gd name="csY73" fmla="*/ 5916 h 522535"/>
                  <a:gd name="csX74" fmla="*/ 77646 w 428841"/>
                  <a:gd name="csY74" fmla="*/ 3402 h 522535"/>
                  <a:gd name="csX75" fmla="*/ 139275 w 428841"/>
                  <a:gd name="csY75" fmla="*/ 15638 h 522535"/>
                  <a:gd name="csX76" fmla="*/ 187630 w 428841"/>
                  <a:gd name="csY76" fmla="*/ 22047 h 522535"/>
                  <a:gd name="csX77" fmla="*/ 207209 w 428841"/>
                  <a:gd name="csY77" fmla="*/ 56596 h 522535"/>
                  <a:gd name="csX78" fmla="*/ 227114 w 428841"/>
                  <a:gd name="csY78" fmla="*/ 93147 h 522535"/>
                  <a:gd name="csX79" fmla="*/ 237157 w 428841"/>
                  <a:gd name="csY79" fmla="*/ 106748 h 522535"/>
                  <a:gd name="csX80" fmla="*/ 244314 w 428841"/>
                  <a:gd name="csY80" fmla="*/ 119404 h 522535"/>
                  <a:gd name="csX81" fmla="*/ 245646 w 428841"/>
                  <a:gd name="csY81" fmla="*/ 128703 h 522535"/>
                  <a:gd name="csX82" fmla="*/ 248545 w 428841"/>
                  <a:gd name="csY82" fmla="*/ 142569 h 522535"/>
                  <a:gd name="csX83" fmla="*/ 261330 w 428841"/>
                  <a:gd name="csY83" fmla="*/ 164801 h 522535"/>
                  <a:gd name="csX84" fmla="*/ 258888 w 428841"/>
                  <a:gd name="csY84" fmla="*/ 155359 h 522535"/>
                  <a:gd name="csX85" fmla="*/ 255800 w 428841"/>
                  <a:gd name="csY85" fmla="*/ 130155 h 522535"/>
                  <a:gd name="csX86" fmla="*/ 275961 w 428841"/>
                  <a:gd name="csY86" fmla="*/ 158456 h 522535"/>
                  <a:gd name="csX87" fmla="*/ 281077 w 428841"/>
                  <a:gd name="csY87" fmla="*/ 166295 h 522535"/>
                  <a:gd name="csX88" fmla="*/ 284516 w 428841"/>
                  <a:gd name="csY88" fmla="*/ 174685 h 522535"/>
                  <a:gd name="csX89" fmla="*/ 290330 w 428841"/>
                  <a:gd name="csY89" fmla="*/ 206853 h 522535"/>
                  <a:gd name="csX90" fmla="*/ 289732 w 428841"/>
                  <a:gd name="csY90" fmla="*/ 219395 h 522535"/>
                  <a:gd name="csX91" fmla="*/ 295284 w 428841"/>
                  <a:gd name="csY91" fmla="*/ 246624 h 522535"/>
                  <a:gd name="csX92" fmla="*/ 307839 w 428841"/>
                  <a:gd name="csY92" fmla="*/ 265674 h 522535"/>
                  <a:gd name="csX93" fmla="*/ 311998 w 428841"/>
                  <a:gd name="csY93" fmla="*/ 272749 h 522535"/>
                  <a:gd name="csX94" fmla="*/ 323310 w 428841"/>
                  <a:gd name="csY94" fmla="*/ 313772 h 522535"/>
                  <a:gd name="csX95" fmla="*/ 331080 w 428841"/>
                  <a:gd name="csY95" fmla="*/ 343142 h 522535"/>
                  <a:gd name="csX96" fmla="*/ 329774 w 428841"/>
                  <a:gd name="csY96" fmla="*/ 364390 h 522535"/>
                  <a:gd name="csX97" fmla="*/ 349986 w 428841"/>
                  <a:gd name="csY97" fmla="*/ 396248 h 522535"/>
                  <a:gd name="csX98" fmla="*/ 354973 w 428841"/>
                  <a:gd name="csY98" fmla="*/ 397754 h 522535"/>
                  <a:gd name="csX99" fmla="*/ 357026 w 428841"/>
                  <a:gd name="csY99" fmla="*/ 403789 h 522535"/>
                  <a:gd name="csX100" fmla="*/ 360843 w 428841"/>
                  <a:gd name="csY100" fmla="*/ 395399 h 522535"/>
                  <a:gd name="csX101" fmla="*/ 361835 w 428841"/>
                  <a:gd name="csY101" fmla="*/ 383279 h 522535"/>
                  <a:gd name="csX102" fmla="*/ 377379 w 428841"/>
                  <a:gd name="csY102" fmla="*/ 393272 h 522535"/>
                  <a:gd name="csX103" fmla="*/ 390468 w 428841"/>
                  <a:gd name="csY103" fmla="*/ 410555 h 522535"/>
                  <a:gd name="csX104" fmla="*/ 396921 w 428841"/>
                  <a:gd name="csY104" fmla="*/ 414114 h 522535"/>
                  <a:gd name="csX105" fmla="*/ 403375 w 428841"/>
                  <a:gd name="csY105" fmla="*/ 419847 h 522535"/>
                  <a:gd name="csX106" fmla="*/ 406602 w 428841"/>
                  <a:gd name="csY106" fmla="*/ 439662 h 522535"/>
                  <a:gd name="csX107" fmla="*/ 418087 w 428841"/>
                  <a:gd name="csY107" fmla="*/ 458630 h 522535"/>
                  <a:gd name="csX108" fmla="*/ 419011 w 428841"/>
                  <a:gd name="csY108" fmla="*/ 503820 h 522535"/>
                  <a:gd name="csX109" fmla="*/ 409820 w 428841"/>
                  <a:gd name="csY109" fmla="*/ 509628 h 522535"/>
                  <a:gd name="csX110" fmla="*/ 394580 w 428841"/>
                  <a:gd name="csY110" fmla="*/ 516082 h 522535"/>
                  <a:gd name="csX111" fmla="*/ 382031 w 428841"/>
                  <a:gd name="csY111" fmla="*/ 522535 h 522535"/>
                  <a:gd name="csX112" fmla="*/ 375000 w 428841"/>
                  <a:gd name="csY112" fmla="*/ 516104 h 5225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Lst>
                <a:rect l="l" t="t" r="r" b="b"/>
                <a:pathLst>
                  <a:path w="428841" h="522535">
                    <a:moveTo>
                      <a:pt x="375000" y="516104"/>
                    </a:moveTo>
                    <a:cubicBezTo>
                      <a:pt x="371085" y="511937"/>
                      <a:pt x="368304" y="504894"/>
                      <a:pt x="367101" y="496098"/>
                    </a:cubicBezTo>
                    <a:cubicBezTo>
                      <a:pt x="366079" y="488632"/>
                      <a:pt x="361916" y="475673"/>
                      <a:pt x="357849" y="467300"/>
                    </a:cubicBezTo>
                    <a:cubicBezTo>
                      <a:pt x="351802" y="454850"/>
                      <a:pt x="348152" y="450809"/>
                      <a:pt x="337807" y="445109"/>
                    </a:cubicBezTo>
                    <a:cubicBezTo>
                      <a:pt x="329743" y="440665"/>
                      <a:pt x="323467" y="434840"/>
                      <a:pt x="320489" y="429036"/>
                    </a:cubicBezTo>
                    <a:cubicBezTo>
                      <a:pt x="313727" y="415856"/>
                      <a:pt x="278311" y="380967"/>
                      <a:pt x="269809" y="379110"/>
                    </a:cubicBezTo>
                    <a:cubicBezTo>
                      <a:pt x="258622" y="376667"/>
                      <a:pt x="248488" y="372383"/>
                      <a:pt x="248488" y="370097"/>
                    </a:cubicBezTo>
                    <a:cubicBezTo>
                      <a:pt x="248488" y="368948"/>
                      <a:pt x="252263" y="369052"/>
                      <a:pt x="256878" y="370327"/>
                    </a:cubicBezTo>
                    <a:lnTo>
                      <a:pt x="265267" y="372646"/>
                    </a:lnTo>
                    <a:lnTo>
                      <a:pt x="258168" y="366399"/>
                    </a:lnTo>
                    <a:cubicBezTo>
                      <a:pt x="254264" y="362963"/>
                      <a:pt x="251069" y="357971"/>
                      <a:pt x="251069" y="355305"/>
                    </a:cubicBezTo>
                    <a:cubicBezTo>
                      <a:pt x="251069" y="350053"/>
                      <a:pt x="241061" y="348679"/>
                      <a:pt x="237556" y="353450"/>
                    </a:cubicBezTo>
                    <a:cubicBezTo>
                      <a:pt x="236513" y="354870"/>
                      <a:pt x="235605" y="353128"/>
                      <a:pt x="235538" y="349578"/>
                    </a:cubicBezTo>
                    <a:cubicBezTo>
                      <a:pt x="235471" y="346029"/>
                      <a:pt x="233711" y="340870"/>
                      <a:pt x="231626" y="338114"/>
                    </a:cubicBezTo>
                    <a:cubicBezTo>
                      <a:pt x="229542" y="335358"/>
                      <a:pt x="227699" y="330711"/>
                      <a:pt x="227531" y="327788"/>
                    </a:cubicBezTo>
                    <a:cubicBezTo>
                      <a:pt x="227316" y="324054"/>
                      <a:pt x="226639" y="324776"/>
                      <a:pt x="225255" y="330217"/>
                    </a:cubicBezTo>
                    <a:cubicBezTo>
                      <a:pt x="223398" y="337513"/>
                      <a:pt x="223256" y="337588"/>
                      <a:pt x="222797" y="331508"/>
                    </a:cubicBezTo>
                    <a:cubicBezTo>
                      <a:pt x="222352" y="325610"/>
                      <a:pt x="222136" y="325499"/>
                      <a:pt x="220276" y="330217"/>
                    </a:cubicBezTo>
                    <a:cubicBezTo>
                      <a:pt x="218499" y="334726"/>
                      <a:pt x="218005" y="334315"/>
                      <a:pt x="216375" y="326968"/>
                    </a:cubicBezTo>
                    <a:cubicBezTo>
                      <a:pt x="215349" y="322341"/>
                      <a:pt x="213442" y="319215"/>
                      <a:pt x="212138" y="320021"/>
                    </a:cubicBezTo>
                    <a:cubicBezTo>
                      <a:pt x="210833" y="320827"/>
                      <a:pt x="209766" y="319676"/>
                      <a:pt x="209766" y="317462"/>
                    </a:cubicBezTo>
                    <a:cubicBezTo>
                      <a:pt x="209766" y="315249"/>
                      <a:pt x="211073" y="313728"/>
                      <a:pt x="212670" y="314083"/>
                    </a:cubicBezTo>
                    <a:cubicBezTo>
                      <a:pt x="214268" y="314438"/>
                      <a:pt x="216161" y="313115"/>
                      <a:pt x="216877" y="311142"/>
                    </a:cubicBezTo>
                    <a:cubicBezTo>
                      <a:pt x="217675" y="308946"/>
                      <a:pt x="217050" y="308255"/>
                      <a:pt x="215264" y="309359"/>
                    </a:cubicBezTo>
                    <a:cubicBezTo>
                      <a:pt x="211189" y="311878"/>
                      <a:pt x="211586" y="308715"/>
                      <a:pt x="217511" y="291496"/>
                    </a:cubicBezTo>
                    <a:cubicBezTo>
                      <a:pt x="220350" y="283242"/>
                      <a:pt x="222673" y="274348"/>
                      <a:pt x="222673" y="271731"/>
                    </a:cubicBezTo>
                    <a:cubicBezTo>
                      <a:pt x="222673" y="269113"/>
                      <a:pt x="223977" y="266972"/>
                      <a:pt x="225571" y="266972"/>
                    </a:cubicBezTo>
                    <a:cubicBezTo>
                      <a:pt x="227573" y="266972"/>
                      <a:pt x="227475" y="265775"/>
                      <a:pt x="225255" y="263100"/>
                    </a:cubicBezTo>
                    <a:cubicBezTo>
                      <a:pt x="223035" y="260424"/>
                      <a:pt x="222937" y="259227"/>
                      <a:pt x="224939" y="259227"/>
                    </a:cubicBezTo>
                    <a:cubicBezTo>
                      <a:pt x="226726" y="259227"/>
                      <a:pt x="227696" y="254529"/>
                      <a:pt x="227470" y="246966"/>
                    </a:cubicBezTo>
                    <a:lnTo>
                      <a:pt x="227104" y="234704"/>
                    </a:lnTo>
                    <a:lnTo>
                      <a:pt x="225255" y="245029"/>
                    </a:lnTo>
                    <a:cubicBezTo>
                      <a:pt x="223422" y="255266"/>
                      <a:pt x="223402" y="255233"/>
                      <a:pt x="222926" y="241157"/>
                    </a:cubicBezTo>
                    <a:cubicBezTo>
                      <a:pt x="222330" y="223537"/>
                      <a:pt x="217100" y="203003"/>
                      <a:pt x="213514" y="204198"/>
                    </a:cubicBezTo>
                    <a:cubicBezTo>
                      <a:pt x="212038" y="204690"/>
                      <a:pt x="209337" y="200961"/>
                      <a:pt x="207511" y="195911"/>
                    </a:cubicBezTo>
                    <a:cubicBezTo>
                      <a:pt x="204912" y="188724"/>
                      <a:pt x="203143" y="187062"/>
                      <a:pt x="199366" y="188261"/>
                    </a:cubicBezTo>
                    <a:cubicBezTo>
                      <a:pt x="196479" y="189177"/>
                      <a:pt x="192643" y="187925"/>
                      <a:pt x="189814" y="185143"/>
                    </a:cubicBezTo>
                    <a:cubicBezTo>
                      <a:pt x="187213" y="182586"/>
                      <a:pt x="181818" y="178787"/>
                      <a:pt x="177824" y="176701"/>
                    </a:cubicBezTo>
                    <a:cubicBezTo>
                      <a:pt x="173830" y="174616"/>
                      <a:pt x="171833" y="172486"/>
                      <a:pt x="173385" y="171969"/>
                    </a:cubicBezTo>
                    <a:cubicBezTo>
                      <a:pt x="177632" y="170553"/>
                      <a:pt x="176775" y="166295"/>
                      <a:pt x="172244" y="166295"/>
                    </a:cubicBezTo>
                    <a:cubicBezTo>
                      <a:pt x="165904" y="166295"/>
                      <a:pt x="155744" y="158482"/>
                      <a:pt x="157189" y="154717"/>
                    </a:cubicBezTo>
                    <a:cubicBezTo>
                      <a:pt x="157916" y="152822"/>
                      <a:pt x="156611" y="147599"/>
                      <a:pt x="154290" y="143110"/>
                    </a:cubicBezTo>
                    <a:cubicBezTo>
                      <a:pt x="150789" y="136341"/>
                      <a:pt x="150644" y="134254"/>
                      <a:pt x="153437" y="130888"/>
                    </a:cubicBezTo>
                    <a:cubicBezTo>
                      <a:pt x="156396" y="127323"/>
                      <a:pt x="156023" y="127073"/>
                      <a:pt x="150373" y="128835"/>
                    </a:cubicBezTo>
                    <a:cubicBezTo>
                      <a:pt x="144136" y="130780"/>
                      <a:pt x="144078" y="130686"/>
                      <a:pt x="148457" y="125777"/>
                    </a:cubicBezTo>
                    <a:cubicBezTo>
                      <a:pt x="153040" y="120640"/>
                      <a:pt x="154705" y="109503"/>
                      <a:pt x="150890" y="109503"/>
                    </a:cubicBezTo>
                    <a:cubicBezTo>
                      <a:pt x="149743" y="109503"/>
                      <a:pt x="146789" y="114072"/>
                      <a:pt x="144325" y="119656"/>
                    </a:cubicBezTo>
                    <a:cubicBezTo>
                      <a:pt x="140017" y="129421"/>
                      <a:pt x="139548" y="129705"/>
                      <a:pt x="132054" y="127093"/>
                    </a:cubicBezTo>
                    <a:cubicBezTo>
                      <a:pt x="127075" y="125357"/>
                      <a:pt x="124756" y="123090"/>
                      <a:pt x="125630" y="120812"/>
                    </a:cubicBezTo>
                    <a:cubicBezTo>
                      <a:pt x="126411" y="118778"/>
                      <a:pt x="125370" y="117248"/>
                      <a:pt x="123207" y="117248"/>
                    </a:cubicBezTo>
                    <a:cubicBezTo>
                      <a:pt x="121121" y="117248"/>
                      <a:pt x="119415" y="119339"/>
                      <a:pt x="119415" y="121894"/>
                    </a:cubicBezTo>
                    <a:cubicBezTo>
                      <a:pt x="119415" y="124450"/>
                      <a:pt x="118112" y="127844"/>
                      <a:pt x="116519" y="129437"/>
                    </a:cubicBezTo>
                    <a:cubicBezTo>
                      <a:pt x="113230" y="132727"/>
                      <a:pt x="105775" y="130849"/>
                      <a:pt x="107977" y="127285"/>
                    </a:cubicBezTo>
                    <a:cubicBezTo>
                      <a:pt x="108769" y="126004"/>
                      <a:pt x="107624" y="124268"/>
                      <a:pt x="105433" y="123427"/>
                    </a:cubicBezTo>
                    <a:cubicBezTo>
                      <a:pt x="103242" y="122586"/>
                      <a:pt x="99008" y="117948"/>
                      <a:pt x="96024" y="113119"/>
                    </a:cubicBezTo>
                    <a:cubicBezTo>
                      <a:pt x="92358" y="107187"/>
                      <a:pt x="88642" y="104340"/>
                      <a:pt x="84566" y="104340"/>
                    </a:cubicBezTo>
                    <a:cubicBezTo>
                      <a:pt x="80490" y="104340"/>
                      <a:pt x="76774" y="101493"/>
                      <a:pt x="73108" y="95562"/>
                    </a:cubicBezTo>
                    <a:cubicBezTo>
                      <a:pt x="67387" y="86305"/>
                      <a:pt x="62222" y="83015"/>
                      <a:pt x="56725" y="85124"/>
                    </a:cubicBezTo>
                    <a:cubicBezTo>
                      <a:pt x="50606" y="87472"/>
                      <a:pt x="41978" y="76444"/>
                      <a:pt x="41890" y="66163"/>
                    </a:cubicBezTo>
                    <a:cubicBezTo>
                      <a:pt x="41792" y="54708"/>
                      <a:pt x="37917" y="49001"/>
                      <a:pt x="28677" y="46701"/>
                    </a:cubicBezTo>
                    <a:cubicBezTo>
                      <a:pt x="24172" y="45580"/>
                      <a:pt x="20912" y="42349"/>
                      <a:pt x="19131" y="37238"/>
                    </a:cubicBezTo>
                    <a:cubicBezTo>
                      <a:pt x="17643" y="32970"/>
                      <a:pt x="14841" y="29478"/>
                      <a:pt x="12905" y="29478"/>
                    </a:cubicBezTo>
                    <a:cubicBezTo>
                      <a:pt x="8305" y="29478"/>
                      <a:pt x="-2593" y="14715"/>
                      <a:pt x="565" y="12763"/>
                    </a:cubicBezTo>
                    <a:cubicBezTo>
                      <a:pt x="3818" y="10752"/>
                      <a:pt x="12858" y="12542"/>
                      <a:pt x="24931" y="17586"/>
                    </a:cubicBezTo>
                    <a:cubicBezTo>
                      <a:pt x="37286" y="22748"/>
                      <a:pt x="47225" y="22872"/>
                      <a:pt x="53740" y="17944"/>
                    </a:cubicBezTo>
                    <a:cubicBezTo>
                      <a:pt x="60581" y="12770"/>
                      <a:pt x="62623" y="13067"/>
                      <a:pt x="62623" y="19236"/>
                    </a:cubicBezTo>
                    <a:cubicBezTo>
                      <a:pt x="62623" y="22305"/>
                      <a:pt x="65034" y="25393"/>
                      <a:pt x="68432" y="26677"/>
                    </a:cubicBezTo>
                    <a:cubicBezTo>
                      <a:pt x="74871" y="29111"/>
                      <a:pt x="79002" y="27843"/>
                      <a:pt x="76711" y="24137"/>
                    </a:cubicBezTo>
                    <a:cubicBezTo>
                      <a:pt x="75894" y="22815"/>
                      <a:pt x="77037" y="21734"/>
                      <a:pt x="79251" y="21734"/>
                    </a:cubicBezTo>
                    <a:cubicBezTo>
                      <a:pt x="81464" y="21734"/>
                      <a:pt x="83275" y="20550"/>
                      <a:pt x="83275" y="19103"/>
                    </a:cubicBezTo>
                    <a:cubicBezTo>
                      <a:pt x="83275" y="17583"/>
                      <a:pt x="80538" y="17160"/>
                      <a:pt x="76792" y="18100"/>
                    </a:cubicBezTo>
                    <a:cubicBezTo>
                      <a:pt x="71329" y="19471"/>
                      <a:pt x="70588" y="19002"/>
                      <a:pt x="72078" y="15119"/>
                    </a:cubicBezTo>
                    <a:cubicBezTo>
                      <a:pt x="73452" y="11539"/>
                      <a:pt x="72877" y="10883"/>
                      <a:pt x="69501" y="12179"/>
                    </a:cubicBezTo>
                    <a:cubicBezTo>
                      <a:pt x="66052" y="13503"/>
                      <a:pt x="66358" y="12212"/>
                      <a:pt x="70989" y="5916"/>
                    </a:cubicBezTo>
                    <a:cubicBezTo>
                      <a:pt x="76351" y="-1376"/>
                      <a:pt x="76888" y="-1579"/>
                      <a:pt x="77646" y="3402"/>
                    </a:cubicBezTo>
                    <a:cubicBezTo>
                      <a:pt x="78672" y="10145"/>
                      <a:pt x="78784" y="10167"/>
                      <a:pt x="139275" y="15638"/>
                    </a:cubicBezTo>
                    <a:cubicBezTo>
                      <a:pt x="166526" y="18103"/>
                      <a:pt x="188286" y="20987"/>
                      <a:pt x="187630" y="22047"/>
                    </a:cubicBezTo>
                    <a:cubicBezTo>
                      <a:pt x="185081" y="26172"/>
                      <a:pt x="200296" y="53021"/>
                      <a:pt x="207209" y="56596"/>
                    </a:cubicBezTo>
                    <a:cubicBezTo>
                      <a:pt x="214767" y="60504"/>
                      <a:pt x="224810" y="78946"/>
                      <a:pt x="227114" y="93147"/>
                    </a:cubicBezTo>
                    <a:cubicBezTo>
                      <a:pt x="228108" y="99272"/>
                      <a:pt x="230904" y="103059"/>
                      <a:pt x="237157" y="106748"/>
                    </a:cubicBezTo>
                    <a:cubicBezTo>
                      <a:pt x="244668" y="111180"/>
                      <a:pt x="245621" y="112866"/>
                      <a:pt x="244314" y="119404"/>
                    </a:cubicBezTo>
                    <a:cubicBezTo>
                      <a:pt x="243448" y="123731"/>
                      <a:pt x="244017" y="127696"/>
                      <a:pt x="245646" y="128703"/>
                    </a:cubicBezTo>
                    <a:cubicBezTo>
                      <a:pt x="247209" y="129669"/>
                      <a:pt x="248514" y="135909"/>
                      <a:pt x="248545" y="142569"/>
                    </a:cubicBezTo>
                    <a:cubicBezTo>
                      <a:pt x="248610" y="156222"/>
                      <a:pt x="256380" y="169733"/>
                      <a:pt x="261330" y="164801"/>
                    </a:cubicBezTo>
                    <a:cubicBezTo>
                      <a:pt x="263334" y="162805"/>
                      <a:pt x="262643" y="160133"/>
                      <a:pt x="258888" y="155359"/>
                    </a:cubicBezTo>
                    <a:cubicBezTo>
                      <a:pt x="253728" y="148800"/>
                      <a:pt x="251444" y="130155"/>
                      <a:pt x="255800" y="130155"/>
                    </a:cubicBezTo>
                    <a:cubicBezTo>
                      <a:pt x="259829" y="130155"/>
                      <a:pt x="274389" y="150593"/>
                      <a:pt x="275961" y="158456"/>
                    </a:cubicBezTo>
                    <a:cubicBezTo>
                      <a:pt x="276824" y="162768"/>
                      <a:pt x="279126" y="166295"/>
                      <a:pt x="281077" y="166295"/>
                    </a:cubicBezTo>
                    <a:cubicBezTo>
                      <a:pt x="283382" y="166295"/>
                      <a:pt x="284587" y="169236"/>
                      <a:pt x="284516" y="174685"/>
                    </a:cubicBezTo>
                    <a:cubicBezTo>
                      <a:pt x="284361" y="186530"/>
                      <a:pt x="287367" y="203159"/>
                      <a:pt x="290330" y="206853"/>
                    </a:cubicBezTo>
                    <a:cubicBezTo>
                      <a:pt x="291973" y="208901"/>
                      <a:pt x="291767" y="213229"/>
                      <a:pt x="289732" y="219395"/>
                    </a:cubicBezTo>
                    <a:cubicBezTo>
                      <a:pt x="286869" y="228068"/>
                      <a:pt x="287307" y="230214"/>
                      <a:pt x="295284" y="246624"/>
                    </a:cubicBezTo>
                    <a:cubicBezTo>
                      <a:pt x="300047" y="256421"/>
                      <a:pt x="305697" y="264994"/>
                      <a:pt x="307839" y="265674"/>
                    </a:cubicBezTo>
                    <a:cubicBezTo>
                      <a:pt x="309981" y="266354"/>
                      <a:pt x="311853" y="269538"/>
                      <a:pt x="311998" y="272749"/>
                    </a:cubicBezTo>
                    <a:cubicBezTo>
                      <a:pt x="312747" y="289262"/>
                      <a:pt x="316417" y="302569"/>
                      <a:pt x="323310" y="313772"/>
                    </a:cubicBezTo>
                    <a:cubicBezTo>
                      <a:pt x="332864" y="329298"/>
                      <a:pt x="335210" y="338166"/>
                      <a:pt x="331080" y="343142"/>
                    </a:cubicBezTo>
                    <a:cubicBezTo>
                      <a:pt x="328823" y="345861"/>
                      <a:pt x="328447" y="351993"/>
                      <a:pt x="329774" y="364390"/>
                    </a:cubicBezTo>
                    <a:cubicBezTo>
                      <a:pt x="332100" y="386110"/>
                      <a:pt x="338349" y="395959"/>
                      <a:pt x="349986" y="396248"/>
                    </a:cubicBezTo>
                    <a:cubicBezTo>
                      <a:pt x="354503" y="396360"/>
                      <a:pt x="356748" y="397038"/>
                      <a:pt x="354973" y="397754"/>
                    </a:cubicBezTo>
                    <a:cubicBezTo>
                      <a:pt x="349867" y="399814"/>
                      <a:pt x="351219" y="403789"/>
                      <a:pt x="357026" y="403789"/>
                    </a:cubicBezTo>
                    <a:cubicBezTo>
                      <a:pt x="361562" y="403789"/>
                      <a:pt x="362100" y="402606"/>
                      <a:pt x="360843" y="395399"/>
                    </a:cubicBezTo>
                    <a:cubicBezTo>
                      <a:pt x="360039" y="390785"/>
                      <a:pt x="360485" y="385331"/>
                      <a:pt x="361835" y="383279"/>
                    </a:cubicBezTo>
                    <a:cubicBezTo>
                      <a:pt x="363800" y="380292"/>
                      <a:pt x="366898" y="382284"/>
                      <a:pt x="377379" y="393272"/>
                    </a:cubicBezTo>
                    <a:cubicBezTo>
                      <a:pt x="384578" y="400820"/>
                      <a:pt x="390468" y="408598"/>
                      <a:pt x="390468" y="410555"/>
                    </a:cubicBezTo>
                    <a:cubicBezTo>
                      <a:pt x="390468" y="412631"/>
                      <a:pt x="393158" y="414114"/>
                      <a:pt x="396921" y="414114"/>
                    </a:cubicBezTo>
                    <a:cubicBezTo>
                      <a:pt x="401868" y="414114"/>
                      <a:pt x="403375" y="415453"/>
                      <a:pt x="403375" y="419847"/>
                    </a:cubicBezTo>
                    <a:cubicBezTo>
                      <a:pt x="403375" y="423000"/>
                      <a:pt x="404827" y="431917"/>
                      <a:pt x="406602" y="439662"/>
                    </a:cubicBezTo>
                    <a:cubicBezTo>
                      <a:pt x="409222" y="451096"/>
                      <a:pt x="411381" y="454663"/>
                      <a:pt x="418087" y="458630"/>
                    </a:cubicBezTo>
                    <a:cubicBezTo>
                      <a:pt x="432031" y="466881"/>
                      <a:pt x="432496" y="489608"/>
                      <a:pt x="419011" y="503820"/>
                    </a:cubicBezTo>
                    <a:cubicBezTo>
                      <a:pt x="415980" y="507014"/>
                      <a:pt x="411844" y="509628"/>
                      <a:pt x="409820" y="509628"/>
                    </a:cubicBezTo>
                    <a:cubicBezTo>
                      <a:pt x="407796" y="509628"/>
                      <a:pt x="400938" y="512532"/>
                      <a:pt x="394580" y="516082"/>
                    </a:cubicBezTo>
                    <a:cubicBezTo>
                      <a:pt x="388222" y="519631"/>
                      <a:pt x="382575" y="522535"/>
                      <a:pt x="382031" y="522535"/>
                    </a:cubicBezTo>
                    <a:cubicBezTo>
                      <a:pt x="381487" y="522535"/>
                      <a:pt x="378323" y="519641"/>
                      <a:pt x="375000" y="516104"/>
                    </a:cubicBezTo>
                    <a:close/>
                  </a:path>
                </a:pathLst>
              </a:custGeom>
              <a:solidFill>
                <a:srgbClr val="B9B9B9"/>
              </a:solidFill>
              <a:ln w="5163" cap="flat">
                <a:noFill/>
                <a:prstDash val="solid"/>
                <a:miter/>
              </a:ln>
            </p:spPr>
            <p:txBody>
              <a:bodyPr/>
              <a:lstStyle/>
              <a:p>
                <a:endParaRPr lang="es-419" noProof="0" dirty="0"/>
              </a:p>
            </p:txBody>
          </p:sp>
          <p:sp>
            <p:nvSpPr>
              <p:cNvPr id="93" name="Forma libre: forma 92">
                <a:extLst>
                  <a:ext uri="{FF2B5EF4-FFF2-40B4-BE49-F238E27FC236}">
                    <a16:creationId xmlns:a16="http://schemas.microsoft.com/office/drawing/2014/main" id="{01EC2381-2510-BAD3-425D-5C607FDE94A4}"/>
                  </a:ext>
                </a:extLst>
              </p:cNvPr>
              <p:cNvSpPr/>
              <p:nvPr/>
            </p:nvSpPr>
            <p:spPr>
              <a:xfrm>
                <a:off x="675648" y="1860606"/>
                <a:ext cx="11408" cy="19945"/>
              </a:xfrm>
              <a:custGeom>
                <a:avLst/>
                <a:gdLst>
                  <a:gd name="csX0" fmla="*/ 2146 w 11408"/>
                  <a:gd name="csY0" fmla="*/ 10289 h 19945"/>
                  <a:gd name="csX1" fmla="*/ 6337 w 11408"/>
                  <a:gd name="csY1" fmla="*/ 7392 h 19945"/>
                  <a:gd name="csX2" fmla="*/ 8408 w 11408"/>
                  <a:gd name="csY2" fmla="*/ 19945 h 19945"/>
                  <a:gd name="csX3" fmla="*/ 2146 w 11408"/>
                  <a:gd name="csY3" fmla="*/ 10289 h 19945"/>
                </a:gdLst>
                <a:ahLst/>
                <a:cxnLst>
                  <a:cxn ang="0">
                    <a:pos x="csX0" y="csY0"/>
                  </a:cxn>
                  <a:cxn ang="0">
                    <a:pos x="csX1" y="csY1"/>
                  </a:cxn>
                  <a:cxn ang="0">
                    <a:pos x="csX2" y="csY2"/>
                  </a:cxn>
                  <a:cxn ang="0">
                    <a:pos x="csX3" y="csY3"/>
                  </a:cxn>
                </a:cxnLst>
                <a:rect l="l" t="t" r="r" b="b"/>
                <a:pathLst>
                  <a:path w="11408" h="19945">
                    <a:moveTo>
                      <a:pt x="2146" y="10289"/>
                    </a:moveTo>
                    <a:cubicBezTo>
                      <a:pt x="-1802" y="-2324"/>
                      <a:pt x="-243" y="-3401"/>
                      <a:pt x="6337" y="7392"/>
                    </a:cubicBezTo>
                    <a:cubicBezTo>
                      <a:pt x="12476" y="17462"/>
                      <a:pt x="12886" y="19945"/>
                      <a:pt x="8408" y="19945"/>
                    </a:cubicBezTo>
                    <a:cubicBezTo>
                      <a:pt x="6626" y="19945"/>
                      <a:pt x="3808" y="15600"/>
                      <a:pt x="2146" y="10289"/>
                    </a:cubicBezTo>
                    <a:close/>
                  </a:path>
                </a:pathLst>
              </a:custGeom>
              <a:solidFill>
                <a:srgbClr val="B9B9B9"/>
              </a:solidFill>
              <a:ln w="5163" cap="flat">
                <a:noFill/>
                <a:prstDash val="solid"/>
                <a:miter/>
              </a:ln>
            </p:spPr>
            <p:txBody>
              <a:bodyPr/>
              <a:lstStyle/>
              <a:p>
                <a:endParaRPr lang="es-419" noProof="0" dirty="0"/>
              </a:p>
            </p:txBody>
          </p:sp>
          <p:sp>
            <p:nvSpPr>
              <p:cNvPr id="94" name="Forma libre: forma 93">
                <a:extLst>
                  <a:ext uri="{FF2B5EF4-FFF2-40B4-BE49-F238E27FC236}">
                    <a16:creationId xmlns:a16="http://schemas.microsoft.com/office/drawing/2014/main" id="{3B01FB6B-F565-9676-3595-30444DF8E33C}"/>
                  </a:ext>
                </a:extLst>
              </p:cNvPr>
              <p:cNvSpPr/>
              <p:nvPr/>
            </p:nvSpPr>
            <p:spPr>
              <a:xfrm>
                <a:off x="517039" y="1839249"/>
                <a:ext cx="11082" cy="12784"/>
              </a:xfrm>
              <a:custGeom>
                <a:avLst/>
                <a:gdLst>
                  <a:gd name="csX0" fmla="*/ 4154 w 11082"/>
                  <a:gd name="csY0" fmla="*/ 8186 h 12784"/>
                  <a:gd name="csX1" fmla="*/ 2167 w 11082"/>
                  <a:gd name="csY1" fmla="*/ 0 h 12784"/>
                  <a:gd name="csX2" fmla="*/ 8680 w 11082"/>
                  <a:gd name="csY2" fmla="*/ 6454 h 12784"/>
                  <a:gd name="csX3" fmla="*/ 4154 w 11082"/>
                  <a:gd name="csY3" fmla="*/ 8186 h 12784"/>
                </a:gdLst>
                <a:ahLst/>
                <a:cxnLst>
                  <a:cxn ang="0">
                    <a:pos x="csX0" y="csY0"/>
                  </a:cxn>
                  <a:cxn ang="0">
                    <a:pos x="csX1" y="csY1"/>
                  </a:cxn>
                  <a:cxn ang="0">
                    <a:pos x="csX2" y="csY2"/>
                  </a:cxn>
                  <a:cxn ang="0">
                    <a:pos x="csX3" y="csY3"/>
                  </a:cxn>
                </a:cxnLst>
                <a:rect l="l" t="t" r="r" b="b"/>
                <a:pathLst>
                  <a:path w="11082" h="12784">
                    <a:moveTo>
                      <a:pt x="4154" y="8186"/>
                    </a:moveTo>
                    <a:cubicBezTo>
                      <a:pt x="-584" y="2950"/>
                      <a:pt x="-1300" y="0"/>
                      <a:pt x="2167" y="0"/>
                    </a:cubicBezTo>
                    <a:cubicBezTo>
                      <a:pt x="3423" y="0"/>
                      <a:pt x="6354" y="2904"/>
                      <a:pt x="8680" y="6454"/>
                    </a:cubicBezTo>
                    <a:cubicBezTo>
                      <a:pt x="13580" y="13931"/>
                      <a:pt x="10441" y="15133"/>
                      <a:pt x="4154" y="8186"/>
                    </a:cubicBezTo>
                    <a:close/>
                  </a:path>
                </a:pathLst>
              </a:custGeom>
              <a:solidFill>
                <a:srgbClr val="B9B9B9"/>
              </a:solidFill>
              <a:ln w="5163" cap="flat">
                <a:noFill/>
                <a:prstDash val="solid"/>
                <a:miter/>
              </a:ln>
            </p:spPr>
            <p:txBody>
              <a:bodyPr/>
              <a:lstStyle/>
              <a:p>
                <a:endParaRPr lang="es-419" noProof="0" dirty="0"/>
              </a:p>
            </p:txBody>
          </p:sp>
          <p:sp>
            <p:nvSpPr>
              <p:cNvPr id="95" name="Forma libre: forma 94">
                <a:extLst>
                  <a:ext uri="{FF2B5EF4-FFF2-40B4-BE49-F238E27FC236}">
                    <a16:creationId xmlns:a16="http://schemas.microsoft.com/office/drawing/2014/main" id="{3F171FB7-B6F9-77D9-648E-D5541C7D03C3}"/>
                  </a:ext>
                </a:extLst>
              </p:cNvPr>
              <p:cNvSpPr/>
              <p:nvPr/>
            </p:nvSpPr>
            <p:spPr>
              <a:xfrm>
                <a:off x="633440" y="1833111"/>
                <a:ext cx="12552" cy="18971"/>
              </a:xfrm>
              <a:custGeom>
                <a:avLst/>
                <a:gdLst>
                  <a:gd name="csX0" fmla="*/ 3996 w 12552"/>
                  <a:gd name="csY0" fmla="*/ 9922 h 18971"/>
                  <a:gd name="csX1" fmla="*/ 6099 w 12552"/>
                  <a:gd name="csY1" fmla="*/ 5082 h 18971"/>
                  <a:gd name="csX2" fmla="*/ 12553 w 12552"/>
                  <a:gd name="csY2" fmla="*/ 15290 h 18971"/>
                  <a:gd name="csX3" fmla="*/ 3996 w 12552"/>
                  <a:gd name="csY3" fmla="*/ 9922 h 18971"/>
                </a:gdLst>
                <a:ahLst/>
                <a:cxnLst>
                  <a:cxn ang="0">
                    <a:pos x="csX0" y="csY0"/>
                  </a:cxn>
                  <a:cxn ang="0">
                    <a:pos x="csX1" y="csY1"/>
                  </a:cxn>
                  <a:cxn ang="0">
                    <a:pos x="csX2" y="csY2"/>
                  </a:cxn>
                  <a:cxn ang="0">
                    <a:pos x="csX3" y="csY3"/>
                  </a:cxn>
                </a:cxnLst>
                <a:rect l="l" t="t" r="r" b="b"/>
                <a:pathLst>
                  <a:path w="12552" h="18971">
                    <a:moveTo>
                      <a:pt x="3996" y="9922"/>
                    </a:moveTo>
                    <a:cubicBezTo>
                      <a:pt x="-1733" y="-2091"/>
                      <a:pt x="-1533" y="-2550"/>
                      <a:pt x="6099" y="5082"/>
                    </a:cubicBezTo>
                    <a:cubicBezTo>
                      <a:pt x="9649" y="8631"/>
                      <a:pt x="12553" y="13225"/>
                      <a:pt x="12553" y="15290"/>
                    </a:cubicBezTo>
                    <a:cubicBezTo>
                      <a:pt x="12553" y="21885"/>
                      <a:pt x="8483" y="19332"/>
                      <a:pt x="3996" y="9922"/>
                    </a:cubicBezTo>
                    <a:close/>
                  </a:path>
                </a:pathLst>
              </a:custGeom>
              <a:solidFill>
                <a:srgbClr val="B9B9B9"/>
              </a:solidFill>
              <a:ln w="5163" cap="flat">
                <a:noFill/>
                <a:prstDash val="solid"/>
                <a:miter/>
              </a:ln>
            </p:spPr>
            <p:txBody>
              <a:bodyPr/>
              <a:lstStyle/>
              <a:p>
                <a:endParaRPr lang="es-419" noProof="0" dirty="0"/>
              </a:p>
            </p:txBody>
          </p:sp>
          <p:sp>
            <p:nvSpPr>
              <p:cNvPr id="96" name="Forma libre: forma 95">
                <a:extLst>
                  <a:ext uri="{FF2B5EF4-FFF2-40B4-BE49-F238E27FC236}">
                    <a16:creationId xmlns:a16="http://schemas.microsoft.com/office/drawing/2014/main" id="{575149CE-F4BD-BAA4-9AB8-E91B11C5ABF6}"/>
                  </a:ext>
                </a:extLst>
              </p:cNvPr>
              <p:cNvSpPr/>
              <p:nvPr/>
            </p:nvSpPr>
            <p:spPr>
              <a:xfrm>
                <a:off x="499513" y="1824179"/>
                <a:ext cx="16487" cy="10786"/>
              </a:xfrm>
              <a:custGeom>
                <a:avLst/>
                <a:gdLst>
                  <a:gd name="csX0" fmla="*/ 5790 w 16487"/>
                  <a:gd name="csY0" fmla="*/ 5576 h 10786"/>
                  <a:gd name="csX1" fmla="*/ 4501 w 16487"/>
                  <a:gd name="csY1" fmla="*/ 936 h 10786"/>
                  <a:gd name="csX2" fmla="*/ 15719 w 16487"/>
                  <a:gd name="csY2" fmla="*/ 10646 h 10786"/>
                  <a:gd name="csX3" fmla="*/ 5790 w 16487"/>
                  <a:gd name="csY3" fmla="*/ 5576 h 10786"/>
                </a:gdLst>
                <a:ahLst/>
                <a:cxnLst>
                  <a:cxn ang="0">
                    <a:pos x="csX0" y="csY0"/>
                  </a:cxn>
                  <a:cxn ang="0">
                    <a:pos x="csX1" y="csY1"/>
                  </a:cxn>
                  <a:cxn ang="0">
                    <a:pos x="csX2" y="csY2"/>
                  </a:cxn>
                  <a:cxn ang="0">
                    <a:pos x="csX3" y="csY3"/>
                  </a:cxn>
                </a:cxnLst>
                <a:rect l="l" t="t" r="r" b="b"/>
                <a:pathLst>
                  <a:path w="16487" h="10786">
                    <a:moveTo>
                      <a:pt x="5790" y="5576"/>
                    </a:moveTo>
                    <a:cubicBezTo>
                      <a:pt x="-1676" y="-615"/>
                      <a:pt x="-1722" y="-781"/>
                      <a:pt x="4501" y="936"/>
                    </a:cubicBezTo>
                    <a:cubicBezTo>
                      <a:pt x="12209" y="3063"/>
                      <a:pt x="18782" y="8753"/>
                      <a:pt x="15719" y="10646"/>
                    </a:cubicBezTo>
                    <a:cubicBezTo>
                      <a:pt x="14517" y="11389"/>
                      <a:pt x="10049" y="9107"/>
                      <a:pt x="5790" y="5576"/>
                    </a:cubicBezTo>
                    <a:close/>
                  </a:path>
                </a:pathLst>
              </a:custGeom>
              <a:solidFill>
                <a:srgbClr val="B9B9B9"/>
              </a:solidFill>
              <a:ln w="5163" cap="flat">
                <a:noFill/>
                <a:prstDash val="solid"/>
                <a:miter/>
              </a:ln>
            </p:spPr>
            <p:txBody>
              <a:bodyPr/>
              <a:lstStyle/>
              <a:p>
                <a:endParaRPr lang="es-419" noProof="0" dirty="0"/>
              </a:p>
            </p:txBody>
          </p:sp>
          <p:sp>
            <p:nvSpPr>
              <p:cNvPr id="97" name="Forma libre: forma 96">
                <a:extLst>
                  <a:ext uri="{FF2B5EF4-FFF2-40B4-BE49-F238E27FC236}">
                    <a16:creationId xmlns:a16="http://schemas.microsoft.com/office/drawing/2014/main" id="{AA8F93B2-61ED-4C44-B8FE-B279CA8D2226}"/>
                  </a:ext>
                </a:extLst>
              </p:cNvPr>
              <p:cNvSpPr/>
              <p:nvPr/>
            </p:nvSpPr>
            <p:spPr>
              <a:xfrm>
                <a:off x="478303" y="1760241"/>
                <a:ext cx="17819" cy="62484"/>
              </a:xfrm>
              <a:custGeom>
                <a:avLst/>
                <a:gdLst>
                  <a:gd name="csX0" fmla="*/ 12817 w 17819"/>
                  <a:gd name="csY0" fmla="*/ 59663 h 62484"/>
                  <a:gd name="csX1" fmla="*/ 8906 w 17819"/>
                  <a:gd name="csY1" fmla="*/ 49920 h 62484"/>
                  <a:gd name="csX2" fmla="*/ 3768 w 17819"/>
                  <a:gd name="csY2" fmla="*/ 41934 h 62484"/>
                  <a:gd name="csX3" fmla="*/ 2261 w 17819"/>
                  <a:gd name="csY3" fmla="*/ 33152 h 62484"/>
                  <a:gd name="csX4" fmla="*/ 8278 w 17819"/>
                  <a:gd name="csY4" fmla="*/ 19635 h 62484"/>
                  <a:gd name="csX5" fmla="*/ 14954 w 17819"/>
                  <a:gd name="csY5" fmla="*/ 4146 h 62484"/>
                  <a:gd name="csX6" fmla="*/ 16371 w 17819"/>
                  <a:gd name="csY6" fmla="*/ 6727 h 62484"/>
                  <a:gd name="csX7" fmla="*/ 10951 w 17819"/>
                  <a:gd name="csY7" fmla="*/ 23219 h 62484"/>
                  <a:gd name="csX8" fmla="*/ 9971 w 17819"/>
                  <a:gd name="csY8" fmla="*/ 36893 h 62484"/>
                  <a:gd name="csX9" fmla="*/ 12803 w 17819"/>
                  <a:gd name="csY9" fmla="*/ 48926 h 62484"/>
                  <a:gd name="csX10" fmla="*/ 15858 w 17819"/>
                  <a:gd name="csY10" fmla="*/ 57797 h 62484"/>
                  <a:gd name="csX11" fmla="*/ 17517 w 17819"/>
                  <a:gd name="csY11" fmla="*/ 62248 h 62484"/>
                  <a:gd name="csX12" fmla="*/ 12817 w 17819"/>
                  <a:gd name="csY12" fmla="*/ 59663 h 624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7819" h="62484">
                    <a:moveTo>
                      <a:pt x="12817" y="59663"/>
                    </a:moveTo>
                    <a:cubicBezTo>
                      <a:pt x="10999" y="57473"/>
                      <a:pt x="9240" y="53089"/>
                      <a:pt x="8906" y="49920"/>
                    </a:cubicBezTo>
                    <a:cubicBezTo>
                      <a:pt x="7921" y="40559"/>
                      <a:pt x="7808" y="40384"/>
                      <a:pt x="3768" y="41934"/>
                    </a:cubicBezTo>
                    <a:cubicBezTo>
                      <a:pt x="-606" y="43612"/>
                      <a:pt x="-1257" y="39820"/>
                      <a:pt x="2261" y="33152"/>
                    </a:cubicBezTo>
                    <a:cubicBezTo>
                      <a:pt x="3561" y="30687"/>
                      <a:pt x="6269" y="24604"/>
                      <a:pt x="8278" y="19635"/>
                    </a:cubicBezTo>
                    <a:cubicBezTo>
                      <a:pt x="10287" y="14665"/>
                      <a:pt x="13291" y="7695"/>
                      <a:pt x="14954" y="4146"/>
                    </a:cubicBezTo>
                    <a:cubicBezTo>
                      <a:pt x="17758" y="-1839"/>
                      <a:pt x="17861" y="-1651"/>
                      <a:pt x="16371" y="6727"/>
                    </a:cubicBezTo>
                    <a:cubicBezTo>
                      <a:pt x="15486" y="11697"/>
                      <a:pt x="13047" y="19118"/>
                      <a:pt x="10951" y="23219"/>
                    </a:cubicBezTo>
                    <a:cubicBezTo>
                      <a:pt x="8012" y="28966"/>
                      <a:pt x="7787" y="32101"/>
                      <a:pt x="9971" y="36893"/>
                    </a:cubicBezTo>
                    <a:cubicBezTo>
                      <a:pt x="11529" y="40313"/>
                      <a:pt x="12803" y="45728"/>
                      <a:pt x="12803" y="48926"/>
                    </a:cubicBezTo>
                    <a:cubicBezTo>
                      <a:pt x="12803" y="52125"/>
                      <a:pt x="14178" y="56117"/>
                      <a:pt x="15858" y="57797"/>
                    </a:cubicBezTo>
                    <a:cubicBezTo>
                      <a:pt x="17538" y="59477"/>
                      <a:pt x="18285" y="61480"/>
                      <a:pt x="17517" y="62248"/>
                    </a:cubicBezTo>
                    <a:cubicBezTo>
                      <a:pt x="16749" y="63016"/>
                      <a:pt x="14634" y="61852"/>
                      <a:pt x="12817" y="59663"/>
                    </a:cubicBezTo>
                    <a:close/>
                  </a:path>
                </a:pathLst>
              </a:custGeom>
              <a:solidFill>
                <a:srgbClr val="B9B9B9"/>
              </a:solidFill>
              <a:ln w="5163" cap="flat">
                <a:noFill/>
                <a:prstDash val="solid"/>
                <a:miter/>
              </a:ln>
            </p:spPr>
            <p:txBody>
              <a:bodyPr/>
              <a:lstStyle/>
              <a:p>
                <a:endParaRPr lang="es-419" noProof="0" dirty="0"/>
              </a:p>
            </p:txBody>
          </p:sp>
          <p:sp>
            <p:nvSpPr>
              <p:cNvPr id="98" name="Forma libre: forma 97">
                <a:extLst>
                  <a:ext uri="{FF2B5EF4-FFF2-40B4-BE49-F238E27FC236}">
                    <a16:creationId xmlns:a16="http://schemas.microsoft.com/office/drawing/2014/main" id="{2DDBA85A-8734-894F-DFFE-DE7C9726C88B}"/>
                  </a:ext>
                </a:extLst>
              </p:cNvPr>
              <p:cNvSpPr/>
              <p:nvPr/>
            </p:nvSpPr>
            <p:spPr>
              <a:xfrm>
                <a:off x="610272" y="1785879"/>
                <a:ext cx="19431" cy="24201"/>
              </a:xfrm>
              <a:custGeom>
                <a:avLst/>
                <a:gdLst>
                  <a:gd name="csX0" fmla="*/ 12977 w 19431"/>
                  <a:gd name="csY0" fmla="*/ 20895 h 24201"/>
                  <a:gd name="csX1" fmla="*/ 7325 w 19431"/>
                  <a:gd name="csY1" fmla="*/ 14059 h 24201"/>
                  <a:gd name="csX2" fmla="*/ 3038 w 19431"/>
                  <a:gd name="csY2" fmla="*/ 6445 h 24201"/>
                  <a:gd name="csX3" fmla="*/ 7745 w 19431"/>
                  <a:gd name="csY3" fmla="*/ 1409 h 24201"/>
                  <a:gd name="csX4" fmla="*/ 17054 w 19431"/>
                  <a:gd name="csY4" fmla="*/ 13612 h 24201"/>
                  <a:gd name="csX5" fmla="*/ 19347 w 19431"/>
                  <a:gd name="csY5" fmla="*/ 24137 h 24201"/>
                  <a:gd name="csX6" fmla="*/ 12977 w 19431"/>
                  <a:gd name="csY6" fmla="*/ 20895 h 24201"/>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9431" h="24201">
                    <a:moveTo>
                      <a:pt x="12977" y="20895"/>
                    </a:moveTo>
                    <a:cubicBezTo>
                      <a:pt x="9869" y="18718"/>
                      <a:pt x="7325" y="15642"/>
                      <a:pt x="7325" y="14059"/>
                    </a:cubicBezTo>
                    <a:cubicBezTo>
                      <a:pt x="7325" y="12477"/>
                      <a:pt x="5396" y="9050"/>
                      <a:pt x="3038" y="6445"/>
                    </a:cubicBezTo>
                    <a:cubicBezTo>
                      <a:pt x="-2384" y="453"/>
                      <a:pt x="-388" y="-1683"/>
                      <a:pt x="7745" y="1409"/>
                    </a:cubicBezTo>
                    <a:cubicBezTo>
                      <a:pt x="11871" y="2978"/>
                      <a:pt x="15083" y="7189"/>
                      <a:pt x="17054" y="13612"/>
                    </a:cubicBezTo>
                    <a:cubicBezTo>
                      <a:pt x="18710" y="19007"/>
                      <a:pt x="19742" y="23743"/>
                      <a:pt x="19347" y="24137"/>
                    </a:cubicBezTo>
                    <a:cubicBezTo>
                      <a:pt x="18953" y="24532"/>
                      <a:pt x="16086" y="23073"/>
                      <a:pt x="12977" y="20895"/>
                    </a:cubicBezTo>
                    <a:close/>
                  </a:path>
                </a:pathLst>
              </a:custGeom>
              <a:solidFill>
                <a:srgbClr val="B9B9B9"/>
              </a:solidFill>
              <a:ln w="5163" cap="flat">
                <a:noFill/>
                <a:prstDash val="solid"/>
                <a:miter/>
              </a:ln>
            </p:spPr>
            <p:txBody>
              <a:bodyPr/>
              <a:lstStyle/>
              <a:p>
                <a:endParaRPr lang="es-419" noProof="0" dirty="0"/>
              </a:p>
            </p:txBody>
          </p:sp>
          <p:sp>
            <p:nvSpPr>
              <p:cNvPr id="99" name="Forma libre: forma 98">
                <a:extLst>
                  <a:ext uri="{FF2B5EF4-FFF2-40B4-BE49-F238E27FC236}">
                    <a16:creationId xmlns:a16="http://schemas.microsoft.com/office/drawing/2014/main" id="{53A78AB6-9A89-CAB3-08BB-591F8E4846D0}"/>
                  </a:ext>
                </a:extLst>
              </p:cNvPr>
              <p:cNvSpPr/>
              <p:nvPr/>
            </p:nvSpPr>
            <p:spPr>
              <a:xfrm>
                <a:off x="615016" y="1765374"/>
                <a:ext cx="5162" cy="6756"/>
              </a:xfrm>
              <a:custGeom>
                <a:avLst/>
                <a:gdLst>
                  <a:gd name="csX0" fmla="*/ 0 w 5162"/>
                  <a:gd name="csY0" fmla="*/ 4328 h 6756"/>
                  <a:gd name="csX1" fmla="*/ 2581 w 5162"/>
                  <a:gd name="csY1" fmla="*/ 303 h 6756"/>
                  <a:gd name="csX2" fmla="*/ 5163 w 5162"/>
                  <a:gd name="csY2" fmla="*/ 2732 h 6756"/>
                  <a:gd name="csX3" fmla="*/ 2581 w 5162"/>
                  <a:gd name="csY3" fmla="*/ 6757 h 6756"/>
                  <a:gd name="csX4" fmla="*/ 0 w 5162"/>
                  <a:gd name="csY4" fmla="*/ 4328 h 6756"/>
                </a:gdLst>
                <a:ahLst/>
                <a:cxnLst>
                  <a:cxn ang="0">
                    <a:pos x="csX0" y="csY0"/>
                  </a:cxn>
                  <a:cxn ang="0">
                    <a:pos x="csX1" y="csY1"/>
                  </a:cxn>
                  <a:cxn ang="0">
                    <a:pos x="csX2" y="csY2"/>
                  </a:cxn>
                  <a:cxn ang="0">
                    <a:pos x="csX3" y="csY3"/>
                  </a:cxn>
                  <a:cxn ang="0">
                    <a:pos x="csX4" y="csY4"/>
                  </a:cxn>
                </a:cxnLst>
                <a:rect l="l" t="t" r="r" b="b"/>
                <a:pathLst>
                  <a:path w="5162" h="6756">
                    <a:moveTo>
                      <a:pt x="0" y="4328"/>
                    </a:moveTo>
                    <a:cubicBezTo>
                      <a:pt x="0" y="2992"/>
                      <a:pt x="1162" y="1181"/>
                      <a:pt x="2581" y="303"/>
                    </a:cubicBezTo>
                    <a:cubicBezTo>
                      <a:pt x="4001" y="-574"/>
                      <a:pt x="5163" y="519"/>
                      <a:pt x="5163" y="2732"/>
                    </a:cubicBezTo>
                    <a:cubicBezTo>
                      <a:pt x="5163" y="4946"/>
                      <a:pt x="4001" y="6757"/>
                      <a:pt x="2581" y="6757"/>
                    </a:cubicBezTo>
                    <a:cubicBezTo>
                      <a:pt x="1162" y="6757"/>
                      <a:pt x="0" y="5664"/>
                      <a:pt x="0" y="4328"/>
                    </a:cubicBezTo>
                    <a:close/>
                  </a:path>
                </a:pathLst>
              </a:custGeom>
              <a:solidFill>
                <a:srgbClr val="B9B9B9"/>
              </a:solidFill>
              <a:ln w="5163" cap="flat">
                <a:noFill/>
                <a:prstDash val="solid"/>
                <a:miter/>
              </a:ln>
            </p:spPr>
            <p:txBody>
              <a:bodyPr/>
              <a:lstStyle/>
              <a:p>
                <a:endParaRPr lang="es-419" noProof="0" dirty="0"/>
              </a:p>
            </p:txBody>
          </p:sp>
          <p:sp>
            <p:nvSpPr>
              <p:cNvPr id="100" name="Forma libre: forma 99">
                <a:extLst>
                  <a:ext uri="{FF2B5EF4-FFF2-40B4-BE49-F238E27FC236}">
                    <a16:creationId xmlns:a16="http://schemas.microsoft.com/office/drawing/2014/main" id="{3F64869B-C7E6-5A38-9386-99D5896EB78C}"/>
                  </a:ext>
                </a:extLst>
              </p:cNvPr>
              <p:cNvSpPr/>
              <p:nvPr/>
            </p:nvSpPr>
            <p:spPr>
              <a:xfrm>
                <a:off x="496444" y="1737058"/>
                <a:ext cx="4812" cy="15975"/>
              </a:xfrm>
              <a:custGeom>
                <a:avLst/>
                <a:gdLst>
                  <a:gd name="csX0" fmla="*/ 6 w 4812"/>
                  <a:gd name="csY0" fmla="*/ 12637 h 15975"/>
                  <a:gd name="csX1" fmla="*/ 2406 w 4812"/>
                  <a:gd name="csY1" fmla="*/ 2804 h 15975"/>
                  <a:gd name="csX2" fmla="*/ 4806 w 4812"/>
                  <a:gd name="csY2" fmla="*/ 5879 h 15975"/>
                  <a:gd name="csX3" fmla="*/ 2406 w 4812"/>
                  <a:gd name="csY3" fmla="*/ 15712 h 15975"/>
                  <a:gd name="csX4" fmla="*/ 6 w 4812"/>
                  <a:gd name="csY4" fmla="*/ 12637 h 15975"/>
                </a:gdLst>
                <a:ahLst/>
                <a:cxnLst>
                  <a:cxn ang="0">
                    <a:pos x="csX0" y="csY0"/>
                  </a:cxn>
                  <a:cxn ang="0">
                    <a:pos x="csX1" y="csY1"/>
                  </a:cxn>
                  <a:cxn ang="0">
                    <a:pos x="csX2" y="csY2"/>
                  </a:cxn>
                  <a:cxn ang="0">
                    <a:pos x="csX3" y="csY3"/>
                  </a:cxn>
                  <a:cxn ang="0">
                    <a:pos x="csX4" y="csY4"/>
                  </a:cxn>
                </a:cxnLst>
                <a:rect l="l" t="t" r="r" b="b"/>
                <a:pathLst>
                  <a:path w="4812" h="15975">
                    <a:moveTo>
                      <a:pt x="6" y="12637"/>
                    </a:moveTo>
                    <a:cubicBezTo>
                      <a:pt x="106" y="10069"/>
                      <a:pt x="1186" y="5644"/>
                      <a:pt x="2406" y="2804"/>
                    </a:cubicBezTo>
                    <a:cubicBezTo>
                      <a:pt x="4277" y="-1548"/>
                      <a:pt x="4653" y="-1065"/>
                      <a:pt x="4806" y="5879"/>
                    </a:cubicBezTo>
                    <a:cubicBezTo>
                      <a:pt x="4906" y="10409"/>
                      <a:pt x="3826" y="14834"/>
                      <a:pt x="2406" y="15712"/>
                    </a:cubicBezTo>
                    <a:cubicBezTo>
                      <a:pt x="987" y="16589"/>
                      <a:pt x="-93" y="15206"/>
                      <a:pt x="6" y="12637"/>
                    </a:cubicBezTo>
                    <a:close/>
                  </a:path>
                </a:pathLst>
              </a:custGeom>
              <a:solidFill>
                <a:srgbClr val="B9B9B9"/>
              </a:solidFill>
              <a:ln w="5163" cap="flat">
                <a:noFill/>
                <a:prstDash val="solid"/>
                <a:miter/>
              </a:ln>
            </p:spPr>
            <p:txBody>
              <a:bodyPr/>
              <a:lstStyle/>
              <a:p>
                <a:endParaRPr lang="es-419" noProof="0" dirty="0"/>
              </a:p>
            </p:txBody>
          </p:sp>
          <p:sp>
            <p:nvSpPr>
              <p:cNvPr id="101" name="Forma libre: forma 100">
                <a:extLst>
                  <a:ext uri="{FF2B5EF4-FFF2-40B4-BE49-F238E27FC236}">
                    <a16:creationId xmlns:a16="http://schemas.microsoft.com/office/drawing/2014/main" id="{C329528E-0DD0-EAFD-5EBD-AED169B3490C}"/>
                  </a:ext>
                </a:extLst>
              </p:cNvPr>
              <p:cNvSpPr/>
              <p:nvPr/>
            </p:nvSpPr>
            <p:spPr>
              <a:xfrm>
                <a:off x="610293" y="1727161"/>
                <a:ext cx="5615" cy="11379"/>
              </a:xfrm>
              <a:custGeom>
                <a:avLst/>
                <a:gdLst>
                  <a:gd name="csX0" fmla="*/ 427 w 5615"/>
                  <a:gd name="csY0" fmla="*/ 7365 h 11379"/>
                  <a:gd name="csX1" fmla="*/ 1464 w 5615"/>
                  <a:gd name="csY1" fmla="*/ 731 h 11379"/>
                  <a:gd name="csX2" fmla="*/ 5321 w 5615"/>
                  <a:gd name="csY2" fmla="*/ 4777 h 11379"/>
                  <a:gd name="csX3" fmla="*/ 427 w 5615"/>
                  <a:gd name="csY3" fmla="*/ 7365 h 11379"/>
                </a:gdLst>
                <a:ahLst/>
                <a:cxnLst>
                  <a:cxn ang="0">
                    <a:pos x="csX0" y="csY0"/>
                  </a:cxn>
                  <a:cxn ang="0">
                    <a:pos x="csX1" y="csY1"/>
                  </a:cxn>
                  <a:cxn ang="0">
                    <a:pos x="csX2" y="csY2"/>
                  </a:cxn>
                  <a:cxn ang="0">
                    <a:pos x="csX3" y="csY3"/>
                  </a:cxn>
                </a:cxnLst>
                <a:rect l="l" t="t" r="r" b="b"/>
                <a:pathLst>
                  <a:path w="5615" h="11379">
                    <a:moveTo>
                      <a:pt x="427" y="7365"/>
                    </a:moveTo>
                    <a:cubicBezTo>
                      <a:pt x="-426" y="5140"/>
                      <a:pt x="40" y="2155"/>
                      <a:pt x="1464" y="731"/>
                    </a:cubicBezTo>
                    <a:cubicBezTo>
                      <a:pt x="3194" y="-1000"/>
                      <a:pt x="4473" y="341"/>
                      <a:pt x="5321" y="4777"/>
                    </a:cubicBezTo>
                    <a:cubicBezTo>
                      <a:pt x="6696" y="11973"/>
                      <a:pt x="2955" y="13952"/>
                      <a:pt x="427" y="7365"/>
                    </a:cubicBezTo>
                    <a:close/>
                  </a:path>
                </a:pathLst>
              </a:custGeom>
              <a:solidFill>
                <a:srgbClr val="B9B9B9"/>
              </a:solidFill>
              <a:ln w="5163" cap="flat">
                <a:noFill/>
                <a:prstDash val="solid"/>
                <a:miter/>
              </a:ln>
            </p:spPr>
            <p:txBody>
              <a:bodyPr/>
              <a:lstStyle/>
              <a:p>
                <a:endParaRPr lang="es-419" noProof="0" dirty="0"/>
              </a:p>
            </p:txBody>
          </p:sp>
          <p:sp>
            <p:nvSpPr>
              <p:cNvPr id="102" name="Forma libre: forma 101">
                <a:extLst>
                  <a:ext uri="{FF2B5EF4-FFF2-40B4-BE49-F238E27FC236}">
                    <a16:creationId xmlns:a16="http://schemas.microsoft.com/office/drawing/2014/main" id="{68BE79DF-2E8D-0A90-FB0D-F921C33FFAAE}"/>
                  </a:ext>
                </a:extLst>
              </p:cNvPr>
              <p:cNvSpPr/>
              <p:nvPr/>
            </p:nvSpPr>
            <p:spPr>
              <a:xfrm>
                <a:off x="589201" y="1723083"/>
                <a:ext cx="5162" cy="7744"/>
              </a:xfrm>
              <a:custGeom>
                <a:avLst/>
                <a:gdLst>
                  <a:gd name="csX0" fmla="*/ 0 w 5162"/>
                  <a:gd name="csY0" fmla="*/ 3872 h 7744"/>
                  <a:gd name="csX1" fmla="*/ 2581 w 5162"/>
                  <a:gd name="csY1" fmla="*/ 0 h 7744"/>
                  <a:gd name="csX2" fmla="*/ 5163 w 5162"/>
                  <a:gd name="csY2" fmla="*/ 3872 h 7744"/>
                  <a:gd name="csX3" fmla="*/ 2581 w 5162"/>
                  <a:gd name="csY3" fmla="*/ 7744 h 7744"/>
                  <a:gd name="csX4" fmla="*/ 0 w 5162"/>
                  <a:gd name="csY4" fmla="*/ 3872 h 7744"/>
                </a:gdLst>
                <a:ahLst/>
                <a:cxnLst>
                  <a:cxn ang="0">
                    <a:pos x="csX0" y="csY0"/>
                  </a:cxn>
                  <a:cxn ang="0">
                    <a:pos x="csX1" y="csY1"/>
                  </a:cxn>
                  <a:cxn ang="0">
                    <a:pos x="csX2" y="csY2"/>
                  </a:cxn>
                  <a:cxn ang="0">
                    <a:pos x="csX3" y="csY3"/>
                  </a:cxn>
                  <a:cxn ang="0">
                    <a:pos x="csX4" y="csY4"/>
                  </a:cxn>
                </a:cxnLst>
                <a:rect l="l" t="t" r="r" b="b"/>
                <a:pathLst>
                  <a:path w="5162" h="7744">
                    <a:moveTo>
                      <a:pt x="0" y="3872"/>
                    </a:moveTo>
                    <a:cubicBezTo>
                      <a:pt x="0" y="1742"/>
                      <a:pt x="1162" y="0"/>
                      <a:pt x="2581" y="0"/>
                    </a:cubicBezTo>
                    <a:cubicBezTo>
                      <a:pt x="4001" y="0"/>
                      <a:pt x="5163" y="1742"/>
                      <a:pt x="5163" y="3872"/>
                    </a:cubicBezTo>
                    <a:cubicBezTo>
                      <a:pt x="5163" y="6002"/>
                      <a:pt x="4001" y="7744"/>
                      <a:pt x="2581" y="7744"/>
                    </a:cubicBezTo>
                    <a:cubicBezTo>
                      <a:pt x="1162" y="7744"/>
                      <a:pt x="0" y="6002"/>
                      <a:pt x="0" y="3872"/>
                    </a:cubicBezTo>
                    <a:close/>
                  </a:path>
                </a:pathLst>
              </a:custGeom>
              <a:solidFill>
                <a:srgbClr val="B9B9B9"/>
              </a:solidFill>
              <a:ln w="5163" cap="flat">
                <a:noFill/>
                <a:prstDash val="solid"/>
                <a:miter/>
              </a:ln>
            </p:spPr>
            <p:txBody>
              <a:bodyPr/>
              <a:lstStyle/>
              <a:p>
                <a:endParaRPr lang="es-419" noProof="0" dirty="0"/>
              </a:p>
            </p:txBody>
          </p:sp>
          <p:sp>
            <p:nvSpPr>
              <p:cNvPr id="103" name="Forma libre: forma 102">
                <a:extLst>
                  <a:ext uri="{FF2B5EF4-FFF2-40B4-BE49-F238E27FC236}">
                    <a16:creationId xmlns:a16="http://schemas.microsoft.com/office/drawing/2014/main" id="{21F9694B-B5A7-EC3E-9B22-ACA35B2DCC60}"/>
                  </a:ext>
                </a:extLst>
              </p:cNvPr>
              <p:cNvSpPr/>
              <p:nvPr/>
            </p:nvSpPr>
            <p:spPr>
              <a:xfrm>
                <a:off x="576294" y="1689525"/>
                <a:ext cx="15348" cy="20423"/>
              </a:xfrm>
              <a:custGeom>
                <a:avLst/>
                <a:gdLst>
                  <a:gd name="csX0" fmla="*/ 0 w 15348"/>
                  <a:gd name="csY0" fmla="*/ 17942 h 20423"/>
                  <a:gd name="csX1" fmla="*/ 11683 w 15348"/>
                  <a:gd name="csY1" fmla="*/ 0 h 20423"/>
                  <a:gd name="csX2" fmla="*/ 8918 w 15348"/>
                  <a:gd name="csY2" fmla="*/ 14081 h 20423"/>
                  <a:gd name="csX3" fmla="*/ 0 w 15348"/>
                  <a:gd name="csY3" fmla="*/ 17942 h 20423"/>
                </a:gdLst>
                <a:ahLst/>
                <a:cxnLst>
                  <a:cxn ang="0">
                    <a:pos x="csX0" y="csY0"/>
                  </a:cxn>
                  <a:cxn ang="0">
                    <a:pos x="csX1" y="csY1"/>
                  </a:cxn>
                  <a:cxn ang="0">
                    <a:pos x="csX2" y="csY2"/>
                  </a:cxn>
                  <a:cxn ang="0">
                    <a:pos x="csX3" y="csY3"/>
                  </a:cxn>
                </a:cxnLst>
                <a:rect l="l" t="t" r="r" b="b"/>
                <a:pathLst>
                  <a:path w="15348" h="20423">
                    <a:moveTo>
                      <a:pt x="0" y="17942"/>
                    </a:moveTo>
                    <a:cubicBezTo>
                      <a:pt x="0" y="12328"/>
                      <a:pt x="8027" y="0"/>
                      <a:pt x="11683" y="0"/>
                    </a:cubicBezTo>
                    <a:cubicBezTo>
                      <a:pt x="17539" y="0"/>
                      <a:pt x="16205" y="6793"/>
                      <a:pt x="8918" y="14081"/>
                    </a:cubicBezTo>
                    <a:cubicBezTo>
                      <a:pt x="1711" y="21287"/>
                      <a:pt x="0" y="22028"/>
                      <a:pt x="0" y="17942"/>
                    </a:cubicBezTo>
                    <a:close/>
                  </a:path>
                </a:pathLst>
              </a:custGeom>
              <a:solidFill>
                <a:srgbClr val="B9B9B9"/>
              </a:solidFill>
              <a:ln w="5163" cap="flat">
                <a:noFill/>
                <a:prstDash val="solid"/>
                <a:miter/>
              </a:ln>
            </p:spPr>
            <p:txBody>
              <a:bodyPr/>
              <a:lstStyle/>
              <a:p>
                <a:endParaRPr lang="es-419" noProof="0" dirty="0"/>
              </a:p>
            </p:txBody>
          </p:sp>
        </p:grpSp>
        <p:sp>
          <p:nvSpPr>
            <p:cNvPr id="104" name="Forma libre: forma 103">
              <a:extLst>
                <a:ext uri="{FF2B5EF4-FFF2-40B4-BE49-F238E27FC236}">
                  <a16:creationId xmlns:a16="http://schemas.microsoft.com/office/drawing/2014/main" id="{1B57510C-4557-40D8-C428-2C62EE867F0F}"/>
                </a:ext>
              </a:extLst>
            </p:cNvPr>
            <p:cNvSpPr/>
            <p:nvPr/>
          </p:nvSpPr>
          <p:spPr>
            <a:xfrm>
              <a:off x="516921" y="1569184"/>
              <a:ext cx="5162" cy="6756"/>
            </a:xfrm>
            <a:custGeom>
              <a:avLst/>
              <a:gdLst>
                <a:gd name="csX0" fmla="*/ 0 w 5162"/>
                <a:gd name="csY0" fmla="*/ 2732 h 6756"/>
                <a:gd name="csX1" fmla="*/ 2581 w 5162"/>
                <a:gd name="csY1" fmla="*/ 303 h 6756"/>
                <a:gd name="csX2" fmla="*/ 5163 w 5162"/>
                <a:gd name="csY2" fmla="*/ 4328 h 6756"/>
                <a:gd name="csX3" fmla="*/ 2581 w 5162"/>
                <a:gd name="csY3" fmla="*/ 6757 h 6756"/>
                <a:gd name="csX4" fmla="*/ 0 w 5162"/>
                <a:gd name="csY4" fmla="*/ 2732 h 6756"/>
              </a:gdLst>
              <a:ahLst/>
              <a:cxnLst>
                <a:cxn ang="0">
                  <a:pos x="csX0" y="csY0"/>
                </a:cxn>
                <a:cxn ang="0">
                  <a:pos x="csX1" y="csY1"/>
                </a:cxn>
                <a:cxn ang="0">
                  <a:pos x="csX2" y="csY2"/>
                </a:cxn>
                <a:cxn ang="0">
                  <a:pos x="csX3" y="csY3"/>
                </a:cxn>
                <a:cxn ang="0">
                  <a:pos x="csX4" y="csY4"/>
                </a:cxn>
              </a:cxnLst>
              <a:rect l="l" t="t" r="r" b="b"/>
              <a:pathLst>
                <a:path w="5162" h="6756">
                  <a:moveTo>
                    <a:pt x="0" y="2732"/>
                  </a:moveTo>
                  <a:cubicBezTo>
                    <a:pt x="0" y="519"/>
                    <a:pt x="1162" y="-574"/>
                    <a:pt x="2581" y="303"/>
                  </a:cubicBezTo>
                  <a:cubicBezTo>
                    <a:pt x="4001" y="1181"/>
                    <a:pt x="5163" y="2992"/>
                    <a:pt x="5163" y="4328"/>
                  </a:cubicBezTo>
                  <a:cubicBezTo>
                    <a:pt x="5163" y="5664"/>
                    <a:pt x="4001" y="6757"/>
                    <a:pt x="2581" y="6757"/>
                  </a:cubicBezTo>
                  <a:cubicBezTo>
                    <a:pt x="1162" y="6757"/>
                    <a:pt x="0" y="4946"/>
                    <a:pt x="0" y="2732"/>
                  </a:cubicBezTo>
                  <a:close/>
                </a:path>
              </a:pathLst>
            </a:custGeom>
            <a:solidFill>
              <a:srgbClr val="B9B9B9"/>
            </a:solidFill>
            <a:ln w="5163" cap="flat">
              <a:noFill/>
              <a:prstDash val="solid"/>
              <a:miter/>
            </a:ln>
          </p:spPr>
          <p:txBody>
            <a:bodyPr/>
            <a:lstStyle/>
            <a:p>
              <a:endParaRPr lang="es-419" noProof="0" dirty="0"/>
            </a:p>
          </p:txBody>
        </p:sp>
      </p:grpSp>
      <p:sp>
        <p:nvSpPr>
          <p:cNvPr id="105" name="Forma libre: forma 104">
            <a:extLst>
              <a:ext uri="{FF2B5EF4-FFF2-40B4-BE49-F238E27FC236}">
                <a16:creationId xmlns:a16="http://schemas.microsoft.com/office/drawing/2014/main" id="{0FCCD4C0-17F5-C172-5369-D01A6F1806AE}"/>
              </a:ext>
            </a:extLst>
          </p:cNvPr>
          <p:cNvSpPr/>
          <p:nvPr/>
        </p:nvSpPr>
        <p:spPr>
          <a:xfrm>
            <a:off x="466238" y="1431499"/>
            <a:ext cx="11558" cy="7543"/>
          </a:xfrm>
          <a:custGeom>
            <a:avLst/>
            <a:gdLst>
              <a:gd name="csX0" fmla="*/ 1635 w 11558"/>
              <a:gd name="csY0" fmla="*/ 3752 h 7543"/>
              <a:gd name="csX1" fmla="*/ 8241 w 11558"/>
              <a:gd name="csY1" fmla="*/ 3670 h 7543"/>
              <a:gd name="csX2" fmla="*/ 9050 w 11558"/>
              <a:gd name="csY2" fmla="*/ 7542 h 7543"/>
              <a:gd name="csX3" fmla="*/ 1635 w 11558"/>
              <a:gd name="csY3" fmla="*/ 3752 h 7543"/>
            </a:gdLst>
            <a:ahLst/>
            <a:cxnLst>
              <a:cxn ang="0">
                <a:pos x="csX0" y="csY0"/>
              </a:cxn>
              <a:cxn ang="0">
                <a:pos x="csX1" y="csY1"/>
              </a:cxn>
              <a:cxn ang="0">
                <a:pos x="csX2" y="csY2"/>
              </a:cxn>
              <a:cxn ang="0">
                <a:pos x="csX3" y="csY3"/>
              </a:cxn>
            </a:cxnLst>
            <a:rect l="l" t="t" r="r" b="b"/>
            <a:pathLst>
              <a:path w="11558" h="7543">
                <a:moveTo>
                  <a:pt x="1635" y="3752"/>
                </a:moveTo>
                <a:cubicBezTo>
                  <a:pt x="-2484" y="-1211"/>
                  <a:pt x="1718" y="-1263"/>
                  <a:pt x="8241" y="3670"/>
                </a:cubicBezTo>
                <a:cubicBezTo>
                  <a:pt x="12450" y="6854"/>
                  <a:pt x="12580" y="7473"/>
                  <a:pt x="9050" y="7542"/>
                </a:cubicBezTo>
                <a:cubicBezTo>
                  <a:pt x="6739" y="7587"/>
                  <a:pt x="3403" y="5882"/>
                  <a:pt x="1635" y="3752"/>
                </a:cubicBezTo>
                <a:close/>
              </a:path>
            </a:pathLst>
          </a:custGeom>
          <a:solidFill>
            <a:srgbClr val="B9B9B9"/>
          </a:solidFill>
          <a:ln w="5163" cap="flat">
            <a:noFill/>
            <a:prstDash val="solid"/>
            <a:miter/>
          </a:ln>
        </p:spPr>
        <p:txBody>
          <a:bodyPr/>
          <a:lstStyle/>
          <a:p>
            <a:endParaRPr lang="es-419" noProof="0" dirty="0"/>
          </a:p>
        </p:txBody>
      </p:sp>
      <p:grpSp>
        <p:nvGrpSpPr>
          <p:cNvPr id="106" name="Gráfico 39">
            <a:extLst>
              <a:ext uri="{FF2B5EF4-FFF2-40B4-BE49-F238E27FC236}">
                <a16:creationId xmlns:a16="http://schemas.microsoft.com/office/drawing/2014/main" id="{BDF1D7EC-B2CF-35D0-B07F-A3AB183D18E7}"/>
              </a:ext>
            </a:extLst>
          </p:cNvPr>
          <p:cNvGrpSpPr/>
          <p:nvPr/>
        </p:nvGrpSpPr>
        <p:grpSpPr>
          <a:xfrm>
            <a:off x="73152" y="1028824"/>
            <a:ext cx="399884" cy="461679"/>
            <a:chOff x="73152" y="1028824"/>
            <a:chExt cx="399884" cy="461679"/>
          </a:xfrm>
          <a:solidFill>
            <a:srgbClr val="B9B9B9"/>
          </a:solidFill>
        </p:grpSpPr>
        <p:sp>
          <p:nvSpPr>
            <p:cNvPr id="107" name="Forma libre: forma 106">
              <a:extLst>
                <a:ext uri="{FF2B5EF4-FFF2-40B4-BE49-F238E27FC236}">
                  <a16:creationId xmlns:a16="http://schemas.microsoft.com/office/drawing/2014/main" id="{A84098A3-E33B-2752-8E1E-69B643923F73}"/>
                </a:ext>
              </a:extLst>
            </p:cNvPr>
            <p:cNvSpPr/>
            <p:nvPr/>
          </p:nvSpPr>
          <p:spPr>
            <a:xfrm>
              <a:off x="176169" y="1028824"/>
              <a:ext cx="296866" cy="461679"/>
            </a:xfrm>
            <a:custGeom>
              <a:avLst/>
              <a:gdLst>
                <a:gd name="csX0" fmla="*/ 234204 w 296866"/>
                <a:gd name="csY0" fmla="*/ 456793 h 461679"/>
                <a:gd name="csX1" fmla="*/ 189641 w 296866"/>
                <a:gd name="csY1" fmla="*/ 451076 h 461679"/>
                <a:gd name="csX2" fmla="*/ 192285 w 296866"/>
                <a:gd name="csY2" fmla="*/ 440463 h 461679"/>
                <a:gd name="csX3" fmla="*/ 192319 w 296866"/>
                <a:gd name="csY3" fmla="*/ 432599 h 461679"/>
                <a:gd name="csX4" fmla="*/ 190826 w 296866"/>
                <a:gd name="csY4" fmla="*/ 424368 h 461679"/>
                <a:gd name="csX5" fmla="*/ 194908 w 296866"/>
                <a:gd name="csY5" fmla="*/ 412652 h 461679"/>
                <a:gd name="csX6" fmla="*/ 188729 w 296866"/>
                <a:gd name="csY6" fmla="*/ 395950 h 461679"/>
                <a:gd name="csX7" fmla="*/ 175616 w 296866"/>
                <a:gd name="csY7" fmla="*/ 376348 h 461679"/>
                <a:gd name="csX8" fmla="*/ 165432 w 296866"/>
                <a:gd name="csY8" fmla="*/ 362612 h 461679"/>
                <a:gd name="csX9" fmla="*/ 157619 w 296866"/>
                <a:gd name="csY9" fmla="*/ 354047 h 461679"/>
                <a:gd name="csX10" fmla="*/ 123850 w 296866"/>
                <a:gd name="csY10" fmla="*/ 312204 h 461679"/>
                <a:gd name="csX11" fmla="*/ 110408 w 296866"/>
                <a:gd name="csY11" fmla="*/ 302524 h 461679"/>
                <a:gd name="csX12" fmla="*/ 90624 w 296866"/>
                <a:gd name="csY12" fmla="*/ 283830 h 461679"/>
                <a:gd name="csX13" fmla="*/ 80025 w 296866"/>
                <a:gd name="csY13" fmla="*/ 265391 h 461679"/>
                <a:gd name="csX14" fmla="*/ 76089 w 296866"/>
                <a:gd name="csY14" fmla="*/ 254455 h 461679"/>
                <a:gd name="csX15" fmla="*/ 73345 w 296866"/>
                <a:gd name="csY15" fmla="*/ 247079 h 461679"/>
                <a:gd name="csX16" fmla="*/ 72109 w 296866"/>
                <a:gd name="csY16" fmla="*/ 214519 h 461679"/>
                <a:gd name="csX17" fmla="*/ 68319 w 296866"/>
                <a:gd name="csY17" fmla="*/ 206510 h 461679"/>
                <a:gd name="csX18" fmla="*/ 67160 w 296866"/>
                <a:gd name="csY18" fmla="*/ 202519 h 461679"/>
                <a:gd name="csX19" fmla="*/ 64536 w 296866"/>
                <a:gd name="csY19" fmla="*/ 206365 h 461679"/>
                <a:gd name="csX20" fmla="*/ 61955 w 296866"/>
                <a:gd name="csY20" fmla="*/ 210237 h 461679"/>
                <a:gd name="csX21" fmla="*/ 59373 w 296866"/>
                <a:gd name="csY21" fmla="*/ 190811 h 461679"/>
                <a:gd name="csX22" fmla="*/ 48569 w 296866"/>
                <a:gd name="csY22" fmla="*/ 154736 h 461679"/>
                <a:gd name="csX23" fmla="*/ 46466 w 296866"/>
                <a:gd name="csY23" fmla="*/ 141789 h 461679"/>
                <a:gd name="csX24" fmla="*/ 38475 w 296866"/>
                <a:gd name="csY24" fmla="*/ 114684 h 461679"/>
                <a:gd name="csX25" fmla="*/ 28150 w 296866"/>
                <a:gd name="csY25" fmla="*/ 99082 h 461679"/>
                <a:gd name="csX26" fmla="*/ 25815 w 296866"/>
                <a:gd name="csY26" fmla="*/ 89273 h 461679"/>
                <a:gd name="csX27" fmla="*/ 22760 w 296866"/>
                <a:gd name="csY27" fmla="*/ 77852 h 461679"/>
                <a:gd name="csX28" fmla="*/ 21512 w 296866"/>
                <a:gd name="csY28" fmla="*/ 72990 h 461679"/>
                <a:gd name="csX29" fmla="*/ 26374 w 296866"/>
                <a:gd name="csY29" fmla="*/ 74238 h 461679"/>
                <a:gd name="csX30" fmla="*/ 33559 w 296866"/>
                <a:gd name="csY30" fmla="*/ 72129 h 461679"/>
                <a:gd name="csX31" fmla="*/ 29687 w 296866"/>
                <a:gd name="csY31" fmla="*/ 66967 h 461679"/>
                <a:gd name="csX32" fmla="*/ 25815 w 296866"/>
                <a:gd name="csY32" fmla="*/ 64277 h 461679"/>
                <a:gd name="csX33" fmla="*/ 20828 w 296866"/>
                <a:gd name="csY33" fmla="*/ 56236 h 461679"/>
                <a:gd name="csX34" fmla="*/ 14159 w 296866"/>
                <a:gd name="csY34" fmla="*/ 40210 h 461679"/>
                <a:gd name="csX35" fmla="*/ 6238 w 296866"/>
                <a:gd name="csY35" fmla="*/ 17321 h 461679"/>
                <a:gd name="csX36" fmla="*/ 0 w 296866"/>
                <a:gd name="csY36" fmla="*/ 2478 h 461679"/>
                <a:gd name="csX37" fmla="*/ 99386 w 296866"/>
                <a:gd name="csY37" fmla="*/ 3758 h 461679"/>
                <a:gd name="csX38" fmla="*/ 191027 w 296866"/>
                <a:gd name="csY38" fmla="*/ 12449 h 461679"/>
                <a:gd name="csX39" fmla="*/ 178059 w 296866"/>
                <a:gd name="csY39" fmla="*/ 27807 h 461679"/>
                <a:gd name="csX40" fmla="*/ 167369 w 296866"/>
                <a:gd name="csY40" fmla="*/ 45725 h 461679"/>
                <a:gd name="csX41" fmla="*/ 163079 w 296866"/>
                <a:gd name="csY41" fmla="*/ 80524 h 461679"/>
                <a:gd name="csX42" fmla="*/ 162631 w 296866"/>
                <a:gd name="csY42" fmla="*/ 83796 h 461679"/>
                <a:gd name="csX43" fmla="*/ 171021 w 296866"/>
                <a:gd name="csY43" fmla="*/ 93315 h 461679"/>
                <a:gd name="csX44" fmla="*/ 173406 w 296866"/>
                <a:gd name="csY44" fmla="*/ 109690 h 461679"/>
                <a:gd name="csX45" fmla="*/ 164850 w 296866"/>
                <a:gd name="csY45" fmla="*/ 145701 h 461679"/>
                <a:gd name="csX46" fmla="*/ 169084 w 296866"/>
                <a:gd name="csY46" fmla="*/ 169291 h 461679"/>
                <a:gd name="csX47" fmla="*/ 171477 w 296866"/>
                <a:gd name="csY47" fmla="*/ 213103 h 461679"/>
                <a:gd name="csX48" fmla="*/ 174210 w 296866"/>
                <a:gd name="csY48" fmla="*/ 257046 h 461679"/>
                <a:gd name="csX49" fmla="*/ 178120 w 296866"/>
                <a:gd name="csY49" fmla="*/ 261958 h 461679"/>
                <a:gd name="csX50" fmla="*/ 182243 w 296866"/>
                <a:gd name="csY50" fmla="*/ 269492 h 461679"/>
                <a:gd name="csX51" fmla="*/ 184937 w 296866"/>
                <a:gd name="csY51" fmla="*/ 277338 h 461679"/>
                <a:gd name="csX52" fmla="*/ 193415 w 296866"/>
                <a:gd name="csY52" fmla="*/ 285510 h 461679"/>
                <a:gd name="csX53" fmla="*/ 199664 w 296866"/>
                <a:gd name="csY53" fmla="*/ 290658 h 461679"/>
                <a:gd name="csX54" fmla="*/ 207927 w 296866"/>
                <a:gd name="csY54" fmla="*/ 300943 h 461679"/>
                <a:gd name="csX55" fmla="*/ 219722 w 296866"/>
                <a:gd name="csY55" fmla="*/ 315205 h 461679"/>
                <a:gd name="csX56" fmla="*/ 234342 w 296866"/>
                <a:gd name="csY56" fmla="*/ 331253 h 461679"/>
                <a:gd name="csX57" fmla="*/ 242348 w 296866"/>
                <a:gd name="csY57" fmla="*/ 342893 h 461679"/>
                <a:gd name="csX58" fmla="*/ 243886 w 296866"/>
                <a:gd name="csY58" fmla="*/ 354430 h 461679"/>
                <a:gd name="csX59" fmla="*/ 242906 w 296866"/>
                <a:gd name="csY59" fmla="*/ 363679 h 461679"/>
                <a:gd name="csX60" fmla="*/ 242638 w 296866"/>
                <a:gd name="csY60" fmla="*/ 372819 h 461679"/>
                <a:gd name="csX61" fmla="*/ 248980 w 296866"/>
                <a:gd name="csY61" fmla="*/ 375191 h 461679"/>
                <a:gd name="csX62" fmla="*/ 256854 w 296866"/>
                <a:gd name="csY62" fmla="*/ 380201 h 461679"/>
                <a:gd name="csX63" fmla="*/ 262017 w 296866"/>
                <a:gd name="csY63" fmla="*/ 385776 h 461679"/>
                <a:gd name="csX64" fmla="*/ 267554 w 296866"/>
                <a:gd name="csY64" fmla="*/ 396801 h 461679"/>
                <a:gd name="csX65" fmla="*/ 281559 w 296866"/>
                <a:gd name="csY65" fmla="*/ 416793 h 461679"/>
                <a:gd name="csX66" fmla="*/ 290755 w 296866"/>
                <a:gd name="csY66" fmla="*/ 428632 h 461679"/>
                <a:gd name="csX67" fmla="*/ 294624 w 296866"/>
                <a:gd name="csY67" fmla="*/ 440196 h 461679"/>
                <a:gd name="csX68" fmla="*/ 296867 w 296866"/>
                <a:gd name="csY68" fmla="*/ 451755 h 461679"/>
                <a:gd name="csX69" fmla="*/ 287186 w 296866"/>
                <a:gd name="csY69" fmla="*/ 461588 h 461679"/>
                <a:gd name="csX70" fmla="*/ 234204 w 296866"/>
                <a:gd name="csY70" fmla="*/ 456793 h 4616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Lst>
              <a:rect l="l" t="t" r="r" b="b"/>
              <a:pathLst>
                <a:path w="296866" h="461679">
                  <a:moveTo>
                    <a:pt x="234204" y="456793"/>
                  </a:moveTo>
                  <a:cubicBezTo>
                    <a:pt x="210389" y="454343"/>
                    <a:pt x="190335" y="451771"/>
                    <a:pt x="189641" y="451076"/>
                  </a:cubicBezTo>
                  <a:cubicBezTo>
                    <a:pt x="188946" y="450382"/>
                    <a:pt x="190136" y="445606"/>
                    <a:pt x="192285" y="440463"/>
                  </a:cubicBezTo>
                  <a:cubicBezTo>
                    <a:pt x="195748" y="432175"/>
                    <a:pt x="195752" y="431281"/>
                    <a:pt x="192319" y="432599"/>
                  </a:cubicBezTo>
                  <a:cubicBezTo>
                    <a:pt x="188021" y="434248"/>
                    <a:pt x="186953" y="428358"/>
                    <a:pt x="190826" y="424368"/>
                  </a:cubicBezTo>
                  <a:cubicBezTo>
                    <a:pt x="192136" y="423019"/>
                    <a:pt x="193972" y="417747"/>
                    <a:pt x="194908" y="412652"/>
                  </a:cubicBezTo>
                  <a:cubicBezTo>
                    <a:pt x="196394" y="404559"/>
                    <a:pt x="195613" y="402447"/>
                    <a:pt x="188729" y="395950"/>
                  </a:cubicBezTo>
                  <a:cubicBezTo>
                    <a:pt x="184395" y="391860"/>
                    <a:pt x="178494" y="383039"/>
                    <a:pt x="175616" y="376348"/>
                  </a:cubicBezTo>
                  <a:cubicBezTo>
                    <a:pt x="172738" y="369658"/>
                    <a:pt x="168155" y="363476"/>
                    <a:pt x="165432" y="362612"/>
                  </a:cubicBezTo>
                  <a:cubicBezTo>
                    <a:pt x="162709" y="361748"/>
                    <a:pt x="159193" y="357894"/>
                    <a:pt x="157619" y="354047"/>
                  </a:cubicBezTo>
                  <a:cubicBezTo>
                    <a:pt x="149821" y="334997"/>
                    <a:pt x="131426" y="312204"/>
                    <a:pt x="123850" y="312204"/>
                  </a:cubicBezTo>
                  <a:cubicBezTo>
                    <a:pt x="121509" y="312204"/>
                    <a:pt x="115460" y="307848"/>
                    <a:pt x="110408" y="302524"/>
                  </a:cubicBezTo>
                  <a:cubicBezTo>
                    <a:pt x="105356" y="297200"/>
                    <a:pt x="96453" y="288788"/>
                    <a:pt x="90624" y="283830"/>
                  </a:cubicBezTo>
                  <a:cubicBezTo>
                    <a:pt x="81794" y="276321"/>
                    <a:pt x="80025" y="273244"/>
                    <a:pt x="80025" y="265391"/>
                  </a:cubicBezTo>
                  <a:cubicBezTo>
                    <a:pt x="80025" y="259326"/>
                    <a:pt x="78622" y="255426"/>
                    <a:pt x="76089" y="254455"/>
                  </a:cubicBezTo>
                  <a:cubicBezTo>
                    <a:pt x="73596" y="253498"/>
                    <a:pt x="72591" y="250794"/>
                    <a:pt x="73345" y="247079"/>
                  </a:cubicBezTo>
                  <a:cubicBezTo>
                    <a:pt x="77548" y="226392"/>
                    <a:pt x="77309" y="220102"/>
                    <a:pt x="72109" y="214519"/>
                  </a:cubicBezTo>
                  <a:cubicBezTo>
                    <a:pt x="69219" y="211417"/>
                    <a:pt x="67513" y="207813"/>
                    <a:pt x="68319" y="206510"/>
                  </a:cubicBezTo>
                  <a:cubicBezTo>
                    <a:pt x="69124" y="205206"/>
                    <a:pt x="68603" y="203410"/>
                    <a:pt x="67160" y="202519"/>
                  </a:cubicBezTo>
                  <a:cubicBezTo>
                    <a:pt x="65698" y="201615"/>
                    <a:pt x="64536" y="203319"/>
                    <a:pt x="64536" y="206365"/>
                  </a:cubicBezTo>
                  <a:cubicBezTo>
                    <a:pt x="64536" y="209372"/>
                    <a:pt x="63375" y="211114"/>
                    <a:pt x="61955" y="210237"/>
                  </a:cubicBezTo>
                  <a:cubicBezTo>
                    <a:pt x="60535" y="209360"/>
                    <a:pt x="59373" y="200618"/>
                    <a:pt x="59373" y="190811"/>
                  </a:cubicBezTo>
                  <a:cubicBezTo>
                    <a:pt x="59373" y="173740"/>
                    <a:pt x="53682" y="154736"/>
                    <a:pt x="48569" y="154736"/>
                  </a:cubicBezTo>
                  <a:cubicBezTo>
                    <a:pt x="47413" y="154736"/>
                    <a:pt x="46466" y="148910"/>
                    <a:pt x="46466" y="141789"/>
                  </a:cubicBezTo>
                  <a:cubicBezTo>
                    <a:pt x="46466" y="132086"/>
                    <a:pt x="44464" y="125296"/>
                    <a:pt x="38475" y="114684"/>
                  </a:cubicBezTo>
                  <a:cubicBezTo>
                    <a:pt x="34080" y="106897"/>
                    <a:pt x="29434" y="99876"/>
                    <a:pt x="28150" y="99082"/>
                  </a:cubicBezTo>
                  <a:cubicBezTo>
                    <a:pt x="26865" y="98289"/>
                    <a:pt x="25815" y="93874"/>
                    <a:pt x="25815" y="89273"/>
                  </a:cubicBezTo>
                  <a:cubicBezTo>
                    <a:pt x="25815" y="84671"/>
                    <a:pt x="24440" y="79532"/>
                    <a:pt x="22760" y="77852"/>
                  </a:cubicBezTo>
                  <a:cubicBezTo>
                    <a:pt x="21080" y="76172"/>
                    <a:pt x="20518" y="73984"/>
                    <a:pt x="21512" y="72990"/>
                  </a:cubicBezTo>
                  <a:cubicBezTo>
                    <a:pt x="22506" y="71996"/>
                    <a:pt x="24694" y="72558"/>
                    <a:pt x="26374" y="74238"/>
                  </a:cubicBezTo>
                  <a:cubicBezTo>
                    <a:pt x="30884" y="78748"/>
                    <a:pt x="33559" y="77963"/>
                    <a:pt x="33559" y="72129"/>
                  </a:cubicBezTo>
                  <a:cubicBezTo>
                    <a:pt x="33559" y="69261"/>
                    <a:pt x="31838" y="66967"/>
                    <a:pt x="29687" y="66967"/>
                  </a:cubicBezTo>
                  <a:cubicBezTo>
                    <a:pt x="27557" y="66967"/>
                    <a:pt x="25815" y="65756"/>
                    <a:pt x="25815" y="64277"/>
                  </a:cubicBezTo>
                  <a:cubicBezTo>
                    <a:pt x="25815" y="62798"/>
                    <a:pt x="23571" y="59179"/>
                    <a:pt x="20828" y="56236"/>
                  </a:cubicBezTo>
                  <a:cubicBezTo>
                    <a:pt x="18086" y="53292"/>
                    <a:pt x="15085" y="46080"/>
                    <a:pt x="14159" y="40210"/>
                  </a:cubicBezTo>
                  <a:cubicBezTo>
                    <a:pt x="13233" y="34339"/>
                    <a:pt x="9669" y="24039"/>
                    <a:pt x="6238" y="17321"/>
                  </a:cubicBezTo>
                  <a:cubicBezTo>
                    <a:pt x="2807" y="10603"/>
                    <a:pt x="0" y="3924"/>
                    <a:pt x="0" y="2478"/>
                  </a:cubicBezTo>
                  <a:cubicBezTo>
                    <a:pt x="0" y="-1152"/>
                    <a:pt x="23478" y="-850"/>
                    <a:pt x="99386" y="3758"/>
                  </a:cubicBezTo>
                  <a:cubicBezTo>
                    <a:pt x="175010" y="8348"/>
                    <a:pt x="191027" y="9867"/>
                    <a:pt x="191027" y="12449"/>
                  </a:cubicBezTo>
                  <a:cubicBezTo>
                    <a:pt x="191027" y="13496"/>
                    <a:pt x="185192" y="20407"/>
                    <a:pt x="178059" y="27807"/>
                  </a:cubicBezTo>
                  <a:cubicBezTo>
                    <a:pt x="167978" y="38266"/>
                    <a:pt x="165598" y="42256"/>
                    <a:pt x="167369" y="45725"/>
                  </a:cubicBezTo>
                  <a:cubicBezTo>
                    <a:pt x="174634" y="59948"/>
                    <a:pt x="171699" y="83751"/>
                    <a:pt x="163079" y="80524"/>
                  </a:cubicBezTo>
                  <a:cubicBezTo>
                    <a:pt x="159180" y="79065"/>
                    <a:pt x="159137" y="79384"/>
                    <a:pt x="162631" y="83796"/>
                  </a:cubicBezTo>
                  <a:cubicBezTo>
                    <a:pt x="164761" y="86485"/>
                    <a:pt x="168536" y="90769"/>
                    <a:pt x="171021" y="93315"/>
                  </a:cubicBezTo>
                  <a:cubicBezTo>
                    <a:pt x="175834" y="98246"/>
                    <a:pt x="176913" y="105657"/>
                    <a:pt x="173406" y="109690"/>
                  </a:cubicBezTo>
                  <a:cubicBezTo>
                    <a:pt x="169336" y="114370"/>
                    <a:pt x="164942" y="132862"/>
                    <a:pt x="164850" y="145701"/>
                  </a:cubicBezTo>
                  <a:cubicBezTo>
                    <a:pt x="164711" y="165107"/>
                    <a:pt x="165194" y="167798"/>
                    <a:pt x="169084" y="169291"/>
                  </a:cubicBezTo>
                  <a:cubicBezTo>
                    <a:pt x="171992" y="170406"/>
                    <a:pt x="172437" y="178546"/>
                    <a:pt x="171477" y="213103"/>
                  </a:cubicBezTo>
                  <a:cubicBezTo>
                    <a:pt x="170471" y="249367"/>
                    <a:pt x="170869" y="255764"/>
                    <a:pt x="174210" y="257046"/>
                  </a:cubicBezTo>
                  <a:cubicBezTo>
                    <a:pt x="176360" y="257871"/>
                    <a:pt x="178120" y="260081"/>
                    <a:pt x="178120" y="261958"/>
                  </a:cubicBezTo>
                  <a:cubicBezTo>
                    <a:pt x="178120" y="263834"/>
                    <a:pt x="179975" y="267225"/>
                    <a:pt x="182243" y="269492"/>
                  </a:cubicBezTo>
                  <a:cubicBezTo>
                    <a:pt x="184511" y="271760"/>
                    <a:pt x="185723" y="275291"/>
                    <a:pt x="184937" y="277338"/>
                  </a:cubicBezTo>
                  <a:cubicBezTo>
                    <a:pt x="183466" y="281172"/>
                    <a:pt x="186953" y="284533"/>
                    <a:pt x="193415" y="285510"/>
                  </a:cubicBezTo>
                  <a:cubicBezTo>
                    <a:pt x="195439" y="285815"/>
                    <a:pt x="198251" y="288132"/>
                    <a:pt x="199664" y="290658"/>
                  </a:cubicBezTo>
                  <a:cubicBezTo>
                    <a:pt x="201078" y="293183"/>
                    <a:pt x="204796" y="297811"/>
                    <a:pt x="207927" y="300943"/>
                  </a:cubicBezTo>
                  <a:cubicBezTo>
                    <a:pt x="211058" y="304074"/>
                    <a:pt x="216366" y="310492"/>
                    <a:pt x="219722" y="315205"/>
                  </a:cubicBezTo>
                  <a:cubicBezTo>
                    <a:pt x="223078" y="319918"/>
                    <a:pt x="229657" y="327140"/>
                    <a:pt x="234342" y="331253"/>
                  </a:cubicBezTo>
                  <a:cubicBezTo>
                    <a:pt x="239027" y="335367"/>
                    <a:pt x="242630" y="340605"/>
                    <a:pt x="242348" y="342893"/>
                  </a:cubicBezTo>
                  <a:cubicBezTo>
                    <a:pt x="242066" y="345182"/>
                    <a:pt x="242758" y="350373"/>
                    <a:pt x="243886" y="354430"/>
                  </a:cubicBezTo>
                  <a:cubicBezTo>
                    <a:pt x="245242" y="359308"/>
                    <a:pt x="244910" y="362440"/>
                    <a:pt x="242906" y="363679"/>
                  </a:cubicBezTo>
                  <a:cubicBezTo>
                    <a:pt x="240669" y="365062"/>
                    <a:pt x="240599" y="367456"/>
                    <a:pt x="242638" y="372819"/>
                  </a:cubicBezTo>
                  <a:cubicBezTo>
                    <a:pt x="245274" y="379752"/>
                    <a:pt x="245565" y="379861"/>
                    <a:pt x="248980" y="375191"/>
                  </a:cubicBezTo>
                  <a:cubicBezTo>
                    <a:pt x="253071" y="369596"/>
                    <a:pt x="256854" y="372003"/>
                    <a:pt x="256854" y="380201"/>
                  </a:cubicBezTo>
                  <a:cubicBezTo>
                    <a:pt x="256854" y="384054"/>
                    <a:pt x="258448" y="385776"/>
                    <a:pt x="262017" y="385776"/>
                  </a:cubicBezTo>
                  <a:cubicBezTo>
                    <a:pt x="266316" y="385777"/>
                    <a:pt x="267243" y="387623"/>
                    <a:pt x="267554" y="396801"/>
                  </a:cubicBezTo>
                  <a:cubicBezTo>
                    <a:pt x="267995" y="409833"/>
                    <a:pt x="271290" y="414537"/>
                    <a:pt x="281559" y="416793"/>
                  </a:cubicBezTo>
                  <a:cubicBezTo>
                    <a:pt x="287964" y="418199"/>
                    <a:pt x="289378" y="420020"/>
                    <a:pt x="290755" y="428632"/>
                  </a:cubicBezTo>
                  <a:cubicBezTo>
                    <a:pt x="291650" y="434230"/>
                    <a:pt x="293391" y="439433"/>
                    <a:pt x="294624" y="440196"/>
                  </a:cubicBezTo>
                  <a:cubicBezTo>
                    <a:pt x="295858" y="440958"/>
                    <a:pt x="296867" y="446160"/>
                    <a:pt x="296867" y="451755"/>
                  </a:cubicBezTo>
                  <a:cubicBezTo>
                    <a:pt x="296867" y="461851"/>
                    <a:pt x="296793" y="461926"/>
                    <a:pt x="287186" y="461588"/>
                  </a:cubicBezTo>
                  <a:cubicBezTo>
                    <a:pt x="281862" y="461400"/>
                    <a:pt x="258020" y="459243"/>
                    <a:pt x="234204" y="456793"/>
                  </a:cubicBezTo>
                  <a:close/>
                </a:path>
              </a:pathLst>
            </a:custGeom>
            <a:solidFill>
              <a:srgbClr val="B9B9B9"/>
            </a:solidFill>
            <a:ln w="5163" cap="flat">
              <a:noFill/>
              <a:prstDash val="solid"/>
              <a:miter/>
            </a:ln>
          </p:spPr>
          <p:txBody>
            <a:bodyPr/>
            <a:lstStyle/>
            <a:p>
              <a:endParaRPr lang="es-419" noProof="0" dirty="0"/>
            </a:p>
          </p:txBody>
        </p:sp>
        <p:sp>
          <p:nvSpPr>
            <p:cNvPr id="108" name="Forma libre: forma 107">
              <a:extLst>
                <a:ext uri="{FF2B5EF4-FFF2-40B4-BE49-F238E27FC236}">
                  <a16:creationId xmlns:a16="http://schemas.microsoft.com/office/drawing/2014/main" id="{F27B2399-C84B-39CA-AAC3-F40DE92FB5F4}"/>
                </a:ext>
              </a:extLst>
            </p:cNvPr>
            <p:cNvSpPr/>
            <p:nvPr/>
          </p:nvSpPr>
          <p:spPr>
            <a:xfrm>
              <a:off x="259777" y="1434618"/>
              <a:ext cx="20905" cy="34765"/>
            </a:xfrm>
            <a:custGeom>
              <a:avLst/>
              <a:gdLst>
                <a:gd name="csX0" fmla="*/ 7343 w 20905"/>
                <a:gd name="csY0" fmla="*/ 31742 h 34765"/>
                <a:gd name="csX1" fmla="*/ 5095 w 20905"/>
                <a:gd name="csY1" fmla="*/ 22712 h 34765"/>
                <a:gd name="csX2" fmla="*/ 11946 w 20905"/>
                <a:gd name="csY2" fmla="*/ 12959 h 34765"/>
                <a:gd name="csX3" fmla="*/ 17992 w 20905"/>
                <a:gd name="csY3" fmla="*/ 1997 h 34765"/>
                <a:gd name="csX4" fmla="*/ 19063 w 20905"/>
                <a:gd name="csY4" fmla="*/ 27093 h 34765"/>
                <a:gd name="csX5" fmla="*/ 7343 w 20905"/>
                <a:gd name="csY5" fmla="*/ 31742 h 34765"/>
              </a:gdLst>
              <a:ahLst/>
              <a:cxnLst>
                <a:cxn ang="0">
                  <a:pos x="csX0" y="csY0"/>
                </a:cxn>
                <a:cxn ang="0">
                  <a:pos x="csX1" y="csY1"/>
                </a:cxn>
                <a:cxn ang="0">
                  <a:pos x="csX2" y="csY2"/>
                </a:cxn>
                <a:cxn ang="0">
                  <a:pos x="csX3" y="csY3"/>
                </a:cxn>
                <a:cxn ang="0">
                  <a:pos x="csX4" y="csY4"/>
                </a:cxn>
                <a:cxn ang="0">
                  <a:pos x="csX5" y="csY5"/>
                </a:cxn>
              </a:cxnLst>
              <a:rect l="l" t="t" r="r" b="b"/>
              <a:pathLst>
                <a:path w="20905" h="34765">
                  <a:moveTo>
                    <a:pt x="7343" y="31742"/>
                  </a:moveTo>
                  <a:cubicBezTo>
                    <a:pt x="-1878" y="26647"/>
                    <a:pt x="-2170" y="25474"/>
                    <a:pt x="5095" y="22712"/>
                  </a:cubicBezTo>
                  <a:cubicBezTo>
                    <a:pt x="10179" y="20779"/>
                    <a:pt x="11916" y="18306"/>
                    <a:pt x="11946" y="12959"/>
                  </a:cubicBezTo>
                  <a:cubicBezTo>
                    <a:pt x="11996" y="3833"/>
                    <a:pt x="16177" y="-3749"/>
                    <a:pt x="17992" y="1997"/>
                  </a:cubicBezTo>
                  <a:cubicBezTo>
                    <a:pt x="21527" y="13191"/>
                    <a:pt x="21797" y="19522"/>
                    <a:pt x="19063" y="27093"/>
                  </a:cubicBezTo>
                  <a:cubicBezTo>
                    <a:pt x="15722" y="36343"/>
                    <a:pt x="15691" y="36355"/>
                    <a:pt x="7343" y="31742"/>
                  </a:cubicBezTo>
                  <a:close/>
                </a:path>
              </a:pathLst>
            </a:custGeom>
            <a:solidFill>
              <a:srgbClr val="B9B9B9"/>
            </a:solidFill>
            <a:ln w="5163" cap="flat">
              <a:noFill/>
              <a:prstDash val="solid"/>
              <a:miter/>
            </a:ln>
          </p:spPr>
          <p:txBody>
            <a:bodyPr/>
            <a:lstStyle/>
            <a:p>
              <a:endParaRPr lang="es-419" noProof="0" dirty="0"/>
            </a:p>
          </p:txBody>
        </p:sp>
        <p:sp>
          <p:nvSpPr>
            <p:cNvPr id="109" name="Forma libre: forma 108">
              <a:extLst>
                <a:ext uri="{FF2B5EF4-FFF2-40B4-BE49-F238E27FC236}">
                  <a16:creationId xmlns:a16="http://schemas.microsoft.com/office/drawing/2014/main" id="{C00505B8-1504-C5B2-9240-438643492B09}"/>
                </a:ext>
              </a:extLst>
            </p:cNvPr>
            <p:cNvSpPr/>
            <p:nvPr/>
          </p:nvSpPr>
          <p:spPr>
            <a:xfrm>
              <a:off x="73152" y="1375664"/>
              <a:ext cx="14357" cy="42577"/>
            </a:xfrm>
            <a:custGeom>
              <a:avLst/>
              <a:gdLst>
                <a:gd name="csX0" fmla="*/ 7495 w 14357"/>
                <a:gd name="csY0" fmla="*/ 37645 h 42577"/>
                <a:gd name="csX1" fmla="*/ 3632 w 14357"/>
                <a:gd name="csY1" fmla="*/ 24738 h 42577"/>
                <a:gd name="csX2" fmla="*/ 3632 w 14357"/>
                <a:gd name="csY2" fmla="*/ 1505 h 42577"/>
                <a:gd name="csX3" fmla="*/ 7504 w 14357"/>
                <a:gd name="csY3" fmla="*/ 6137 h 42577"/>
                <a:gd name="csX4" fmla="*/ 10146 w 14357"/>
                <a:gd name="csY4" fmla="*/ 14863 h 42577"/>
                <a:gd name="csX5" fmla="*/ 11643 w 14357"/>
                <a:gd name="csY5" fmla="*/ 38936 h 42577"/>
                <a:gd name="csX6" fmla="*/ 7495 w 14357"/>
                <a:gd name="csY6" fmla="*/ 37645 h 42577"/>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4357" h="42577">
                  <a:moveTo>
                    <a:pt x="7495" y="37645"/>
                  </a:moveTo>
                  <a:cubicBezTo>
                    <a:pt x="7399" y="34096"/>
                    <a:pt x="5661" y="28288"/>
                    <a:pt x="3632" y="24738"/>
                  </a:cubicBezTo>
                  <a:cubicBezTo>
                    <a:pt x="-1211" y="16267"/>
                    <a:pt x="-1211" y="5524"/>
                    <a:pt x="3632" y="1505"/>
                  </a:cubicBezTo>
                  <a:cubicBezTo>
                    <a:pt x="6929" y="-1232"/>
                    <a:pt x="7504" y="-544"/>
                    <a:pt x="7504" y="6137"/>
                  </a:cubicBezTo>
                  <a:cubicBezTo>
                    <a:pt x="7504" y="10452"/>
                    <a:pt x="8693" y="14378"/>
                    <a:pt x="10146" y="14863"/>
                  </a:cubicBezTo>
                  <a:cubicBezTo>
                    <a:pt x="14898" y="16447"/>
                    <a:pt x="15948" y="33343"/>
                    <a:pt x="11643" y="38936"/>
                  </a:cubicBezTo>
                  <a:cubicBezTo>
                    <a:pt x="7745" y="44000"/>
                    <a:pt x="7665" y="43975"/>
                    <a:pt x="7495" y="37645"/>
                  </a:cubicBezTo>
                  <a:close/>
                </a:path>
              </a:pathLst>
            </a:custGeom>
            <a:solidFill>
              <a:srgbClr val="B9B9B9"/>
            </a:solidFill>
            <a:ln w="5163" cap="flat">
              <a:noFill/>
              <a:prstDash val="solid"/>
              <a:miter/>
            </a:ln>
          </p:spPr>
          <p:txBody>
            <a:bodyPr/>
            <a:lstStyle/>
            <a:p>
              <a:endParaRPr lang="es-419" noProof="0" dirty="0"/>
            </a:p>
          </p:txBody>
        </p:sp>
        <p:sp>
          <p:nvSpPr>
            <p:cNvPr id="110" name="Forma libre: forma 109">
              <a:extLst>
                <a:ext uri="{FF2B5EF4-FFF2-40B4-BE49-F238E27FC236}">
                  <a16:creationId xmlns:a16="http://schemas.microsoft.com/office/drawing/2014/main" id="{DD1AA358-B87E-282B-4EBE-8F1F823BAC8B}"/>
                </a:ext>
              </a:extLst>
            </p:cNvPr>
            <p:cNvSpPr/>
            <p:nvPr/>
          </p:nvSpPr>
          <p:spPr>
            <a:xfrm>
              <a:off x="420547" y="1341567"/>
              <a:ext cx="36589" cy="57857"/>
            </a:xfrm>
            <a:custGeom>
              <a:avLst/>
              <a:gdLst>
                <a:gd name="csX0" fmla="*/ 24033 w 36589"/>
                <a:gd name="csY0" fmla="*/ 48231 h 57857"/>
                <a:gd name="csX1" fmla="*/ 8875 w 36589"/>
                <a:gd name="csY1" fmla="*/ 31730 h 57857"/>
                <a:gd name="csX2" fmla="*/ 2815 w 36589"/>
                <a:gd name="csY2" fmla="*/ 140 h 57857"/>
                <a:gd name="csX3" fmla="*/ 18571 w 36589"/>
                <a:gd name="csY3" fmla="*/ 17532 h 57857"/>
                <a:gd name="csX4" fmla="*/ 26156 w 36589"/>
                <a:gd name="csY4" fmla="*/ 27858 h 57857"/>
                <a:gd name="csX5" fmla="*/ 32361 w 36589"/>
                <a:gd name="csY5" fmla="*/ 36599 h 57857"/>
                <a:gd name="csX6" fmla="*/ 34380 w 36589"/>
                <a:gd name="csY6" fmla="*/ 51018 h 57857"/>
                <a:gd name="csX7" fmla="*/ 24033 w 36589"/>
                <a:gd name="csY7" fmla="*/ 48231 h 578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6589" h="57857">
                  <a:moveTo>
                    <a:pt x="24033" y="48231"/>
                  </a:moveTo>
                  <a:cubicBezTo>
                    <a:pt x="18251" y="41995"/>
                    <a:pt x="11430" y="34569"/>
                    <a:pt x="8875" y="31730"/>
                  </a:cubicBezTo>
                  <a:cubicBezTo>
                    <a:pt x="870" y="22831"/>
                    <a:pt x="-3051" y="2391"/>
                    <a:pt x="2815" y="140"/>
                  </a:cubicBezTo>
                  <a:cubicBezTo>
                    <a:pt x="7073" y="-1494"/>
                    <a:pt x="18931" y="11596"/>
                    <a:pt x="18571" y="17532"/>
                  </a:cubicBezTo>
                  <a:cubicBezTo>
                    <a:pt x="18043" y="26212"/>
                    <a:pt x="19252" y="27858"/>
                    <a:pt x="26156" y="27858"/>
                  </a:cubicBezTo>
                  <a:cubicBezTo>
                    <a:pt x="32848" y="27858"/>
                    <a:pt x="33306" y="28504"/>
                    <a:pt x="32361" y="36599"/>
                  </a:cubicBezTo>
                  <a:cubicBezTo>
                    <a:pt x="31800" y="41406"/>
                    <a:pt x="32708" y="47895"/>
                    <a:pt x="34380" y="51018"/>
                  </a:cubicBezTo>
                  <a:cubicBezTo>
                    <a:pt x="39819" y="61181"/>
                    <a:pt x="34782" y="59825"/>
                    <a:pt x="24033" y="48231"/>
                  </a:cubicBezTo>
                  <a:close/>
                </a:path>
              </a:pathLst>
            </a:custGeom>
            <a:solidFill>
              <a:srgbClr val="B9B9B9"/>
            </a:solidFill>
            <a:ln w="5163" cap="flat">
              <a:noFill/>
              <a:prstDash val="solid"/>
              <a:miter/>
            </a:ln>
          </p:spPr>
          <p:txBody>
            <a:bodyPr/>
            <a:lstStyle/>
            <a:p>
              <a:endParaRPr lang="es-419" noProof="0" dirty="0"/>
            </a:p>
          </p:txBody>
        </p:sp>
      </p:grpSp>
      <p:grpSp>
        <p:nvGrpSpPr>
          <p:cNvPr id="111" name="Gráfico 39">
            <a:extLst>
              <a:ext uri="{FF2B5EF4-FFF2-40B4-BE49-F238E27FC236}">
                <a16:creationId xmlns:a16="http://schemas.microsoft.com/office/drawing/2014/main" id="{058EDB9F-AC60-FA41-A890-427AB639C822}"/>
              </a:ext>
            </a:extLst>
          </p:cNvPr>
          <p:cNvGrpSpPr/>
          <p:nvPr/>
        </p:nvGrpSpPr>
        <p:grpSpPr>
          <a:xfrm>
            <a:off x="347681" y="1057339"/>
            <a:ext cx="481325" cy="621418"/>
            <a:chOff x="347681" y="1057339"/>
            <a:chExt cx="481325" cy="621418"/>
          </a:xfrm>
          <a:solidFill>
            <a:srgbClr val="B9B9B9"/>
          </a:solidFill>
        </p:grpSpPr>
        <p:grpSp>
          <p:nvGrpSpPr>
            <p:cNvPr id="112" name="Gráfico 39">
              <a:extLst>
                <a:ext uri="{FF2B5EF4-FFF2-40B4-BE49-F238E27FC236}">
                  <a16:creationId xmlns:a16="http://schemas.microsoft.com/office/drawing/2014/main" id="{AB3BB549-61C0-A20C-994B-353A298D69F7}"/>
                </a:ext>
              </a:extLst>
            </p:cNvPr>
            <p:cNvGrpSpPr/>
            <p:nvPr/>
          </p:nvGrpSpPr>
          <p:grpSpPr>
            <a:xfrm>
              <a:off x="492211" y="1384222"/>
              <a:ext cx="33498" cy="51895"/>
              <a:chOff x="492211" y="1384222"/>
              <a:chExt cx="33498" cy="51895"/>
            </a:xfrm>
            <a:solidFill>
              <a:srgbClr val="B9B9B9"/>
            </a:solidFill>
          </p:grpSpPr>
          <p:sp>
            <p:nvSpPr>
              <p:cNvPr id="113" name="Forma libre: forma 112">
                <a:extLst>
                  <a:ext uri="{FF2B5EF4-FFF2-40B4-BE49-F238E27FC236}">
                    <a16:creationId xmlns:a16="http://schemas.microsoft.com/office/drawing/2014/main" id="{A9D8A8D7-003A-2649-194E-322FC468C36D}"/>
                  </a:ext>
                </a:extLst>
              </p:cNvPr>
              <p:cNvSpPr/>
              <p:nvPr/>
            </p:nvSpPr>
            <p:spPr>
              <a:xfrm>
                <a:off x="492211" y="1428798"/>
                <a:ext cx="6246" cy="7319"/>
              </a:xfrm>
              <a:custGeom>
                <a:avLst/>
                <a:gdLst>
                  <a:gd name="csX0" fmla="*/ 460 w 6246"/>
                  <a:gd name="csY0" fmla="*/ 4088 h 7319"/>
                  <a:gd name="csX1" fmla="*/ 4549 w 6246"/>
                  <a:gd name="csY1" fmla="*/ 0 h 7319"/>
                  <a:gd name="csX2" fmla="*/ 1959 w 6246"/>
                  <a:gd name="csY2" fmla="*/ 7153 h 7319"/>
                  <a:gd name="csX3" fmla="*/ 460 w 6246"/>
                  <a:gd name="csY3" fmla="*/ 4088 h 7319"/>
                </a:gdLst>
                <a:ahLst/>
                <a:cxnLst>
                  <a:cxn ang="0">
                    <a:pos x="csX0" y="csY0"/>
                  </a:cxn>
                  <a:cxn ang="0">
                    <a:pos x="csX1" y="csY1"/>
                  </a:cxn>
                  <a:cxn ang="0">
                    <a:pos x="csX2" y="csY2"/>
                  </a:cxn>
                  <a:cxn ang="0">
                    <a:pos x="csX3" y="csY3"/>
                  </a:cxn>
                </a:cxnLst>
                <a:rect l="l" t="t" r="r" b="b"/>
                <a:pathLst>
                  <a:path w="6246" h="7319">
                    <a:moveTo>
                      <a:pt x="460" y="4088"/>
                    </a:moveTo>
                    <a:cubicBezTo>
                      <a:pt x="1323" y="1840"/>
                      <a:pt x="3163" y="0"/>
                      <a:pt x="4549" y="0"/>
                    </a:cubicBezTo>
                    <a:cubicBezTo>
                      <a:pt x="7942" y="0"/>
                      <a:pt x="5818" y="5867"/>
                      <a:pt x="1959" y="7153"/>
                    </a:cubicBezTo>
                    <a:cubicBezTo>
                      <a:pt x="72" y="7782"/>
                      <a:pt x="-505" y="6602"/>
                      <a:pt x="460" y="4088"/>
                    </a:cubicBezTo>
                    <a:close/>
                  </a:path>
                </a:pathLst>
              </a:custGeom>
              <a:solidFill>
                <a:srgbClr val="B9B9B9"/>
              </a:solidFill>
              <a:ln w="5163" cap="flat">
                <a:noFill/>
                <a:prstDash val="solid"/>
                <a:miter/>
              </a:ln>
            </p:spPr>
            <p:txBody>
              <a:bodyPr/>
              <a:lstStyle/>
              <a:p>
                <a:endParaRPr lang="es-419" noProof="0" dirty="0"/>
              </a:p>
            </p:txBody>
          </p:sp>
          <p:sp>
            <p:nvSpPr>
              <p:cNvPr id="114" name="Forma libre: forma 113">
                <a:extLst>
                  <a:ext uri="{FF2B5EF4-FFF2-40B4-BE49-F238E27FC236}">
                    <a16:creationId xmlns:a16="http://schemas.microsoft.com/office/drawing/2014/main" id="{B98F8732-7C4D-22B6-8F4B-063BB7C35EC1}"/>
                  </a:ext>
                </a:extLst>
              </p:cNvPr>
              <p:cNvSpPr/>
              <p:nvPr/>
            </p:nvSpPr>
            <p:spPr>
              <a:xfrm>
                <a:off x="495379" y="1384222"/>
                <a:ext cx="30331" cy="44105"/>
              </a:xfrm>
              <a:custGeom>
                <a:avLst/>
                <a:gdLst>
                  <a:gd name="csX0" fmla="*/ 10578 w 30331"/>
                  <a:gd name="csY0" fmla="*/ 40845 h 44105"/>
                  <a:gd name="csX1" fmla="*/ 3426 w 30331"/>
                  <a:gd name="csY1" fmla="*/ 27268 h 44105"/>
                  <a:gd name="csX2" fmla="*/ 8634 w 30331"/>
                  <a:gd name="csY2" fmla="*/ 13316 h 44105"/>
                  <a:gd name="csX3" fmla="*/ 25629 w 30331"/>
                  <a:gd name="csY3" fmla="*/ 1695 h 44105"/>
                  <a:gd name="csX4" fmla="*/ 27283 w 30331"/>
                  <a:gd name="csY4" fmla="*/ 34769 h 44105"/>
                  <a:gd name="csX5" fmla="*/ 10578 w 30331"/>
                  <a:gd name="csY5" fmla="*/ 40845 h 44105"/>
                </a:gdLst>
                <a:ahLst/>
                <a:cxnLst>
                  <a:cxn ang="0">
                    <a:pos x="csX0" y="csY0"/>
                  </a:cxn>
                  <a:cxn ang="0">
                    <a:pos x="csX1" y="csY1"/>
                  </a:cxn>
                  <a:cxn ang="0">
                    <a:pos x="csX2" y="csY2"/>
                  </a:cxn>
                  <a:cxn ang="0">
                    <a:pos x="csX3" y="csY3"/>
                  </a:cxn>
                  <a:cxn ang="0">
                    <a:pos x="csX4" y="csY4"/>
                  </a:cxn>
                  <a:cxn ang="0">
                    <a:pos x="csX5" y="csY5"/>
                  </a:cxn>
                </a:cxnLst>
                <a:rect l="l" t="t" r="r" b="b"/>
                <a:pathLst>
                  <a:path w="30331" h="44105">
                    <a:moveTo>
                      <a:pt x="10578" y="40845"/>
                    </a:moveTo>
                    <a:cubicBezTo>
                      <a:pt x="-1917" y="34327"/>
                      <a:pt x="-2001" y="34167"/>
                      <a:pt x="3426" y="27268"/>
                    </a:cubicBezTo>
                    <a:cubicBezTo>
                      <a:pt x="6291" y="23626"/>
                      <a:pt x="8634" y="17348"/>
                      <a:pt x="8634" y="13316"/>
                    </a:cubicBezTo>
                    <a:cubicBezTo>
                      <a:pt x="8634" y="4586"/>
                      <a:pt x="20679" y="-3650"/>
                      <a:pt x="25629" y="1695"/>
                    </a:cubicBezTo>
                    <a:cubicBezTo>
                      <a:pt x="31123" y="7627"/>
                      <a:pt x="31970" y="24580"/>
                      <a:pt x="27283" y="34769"/>
                    </a:cubicBezTo>
                    <a:cubicBezTo>
                      <a:pt x="22315" y="45567"/>
                      <a:pt x="20734" y="46142"/>
                      <a:pt x="10578" y="40845"/>
                    </a:cubicBezTo>
                    <a:close/>
                  </a:path>
                </a:pathLst>
              </a:custGeom>
              <a:solidFill>
                <a:srgbClr val="B9B9B9"/>
              </a:solidFill>
              <a:ln w="5163" cap="flat">
                <a:noFill/>
                <a:prstDash val="solid"/>
                <a:miter/>
              </a:ln>
            </p:spPr>
            <p:txBody>
              <a:bodyPr/>
              <a:lstStyle/>
              <a:p>
                <a:endParaRPr lang="es-419" noProof="0" dirty="0"/>
              </a:p>
            </p:txBody>
          </p:sp>
        </p:grpSp>
        <p:grpSp>
          <p:nvGrpSpPr>
            <p:cNvPr id="115" name="Gráfico 39">
              <a:extLst>
                <a:ext uri="{FF2B5EF4-FFF2-40B4-BE49-F238E27FC236}">
                  <a16:creationId xmlns:a16="http://schemas.microsoft.com/office/drawing/2014/main" id="{0F216685-E8DB-52B9-575C-BD3B8546172C}"/>
                </a:ext>
              </a:extLst>
            </p:cNvPr>
            <p:cNvGrpSpPr/>
            <p:nvPr/>
          </p:nvGrpSpPr>
          <p:grpSpPr>
            <a:xfrm>
              <a:off x="347681" y="1057339"/>
              <a:ext cx="481325" cy="621418"/>
              <a:chOff x="347681" y="1057339"/>
              <a:chExt cx="481325" cy="621418"/>
            </a:xfrm>
            <a:solidFill>
              <a:srgbClr val="B9B9B9"/>
            </a:solidFill>
          </p:grpSpPr>
          <p:sp>
            <p:nvSpPr>
              <p:cNvPr id="116" name="Forma libre: forma 115">
                <a:extLst>
                  <a:ext uri="{FF2B5EF4-FFF2-40B4-BE49-F238E27FC236}">
                    <a16:creationId xmlns:a16="http://schemas.microsoft.com/office/drawing/2014/main" id="{70ACF600-9FAD-750C-1B9D-DDC35DB8C380}"/>
                  </a:ext>
                </a:extLst>
              </p:cNvPr>
              <p:cNvSpPr/>
              <p:nvPr/>
            </p:nvSpPr>
            <p:spPr>
              <a:xfrm>
                <a:off x="347681" y="1057339"/>
                <a:ext cx="481325" cy="621418"/>
              </a:xfrm>
              <a:custGeom>
                <a:avLst/>
                <a:gdLst>
                  <a:gd name="csX0" fmla="*/ 392709 w 481325"/>
                  <a:gd name="csY0" fmla="*/ 609477 h 621418"/>
                  <a:gd name="csX1" fmla="*/ 388957 w 481325"/>
                  <a:gd name="csY1" fmla="*/ 594848 h 621418"/>
                  <a:gd name="csX2" fmla="*/ 382520 w 481325"/>
                  <a:gd name="csY2" fmla="*/ 582680 h 621418"/>
                  <a:gd name="csX3" fmla="*/ 381003 w 481325"/>
                  <a:gd name="csY3" fmla="*/ 575394 h 621418"/>
                  <a:gd name="csX4" fmla="*/ 376772 w 481325"/>
                  <a:gd name="csY4" fmla="*/ 573517 h 621418"/>
                  <a:gd name="csX5" fmla="*/ 372471 w 481325"/>
                  <a:gd name="csY5" fmla="*/ 575078 h 621418"/>
                  <a:gd name="csX6" fmla="*/ 371638 w 481325"/>
                  <a:gd name="csY6" fmla="*/ 577600 h 621418"/>
                  <a:gd name="csX7" fmla="*/ 373727 w 481325"/>
                  <a:gd name="csY7" fmla="*/ 583138 h 621418"/>
                  <a:gd name="csX8" fmla="*/ 369193 w 481325"/>
                  <a:gd name="csY8" fmla="*/ 580381 h 621418"/>
                  <a:gd name="csX9" fmla="*/ 364289 w 481325"/>
                  <a:gd name="csY9" fmla="*/ 578851 h 621418"/>
                  <a:gd name="csX10" fmla="*/ 358202 w 481325"/>
                  <a:gd name="csY10" fmla="*/ 578294 h 621418"/>
                  <a:gd name="csX11" fmla="*/ 344811 w 481325"/>
                  <a:gd name="csY11" fmla="*/ 546998 h 621418"/>
                  <a:gd name="csX12" fmla="*/ 347360 w 481325"/>
                  <a:gd name="csY12" fmla="*/ 544424 h 621418"/>
                  <a:gd name="csX13" fmla="*/ 329284 w 481325"/>
                  <a:gd name="csY13" fmla="*/ 536840 h 621418"/>
                  <a:gd name="csX14" fmla="*/ 312504 w 481325"/>
                  <a:gd name="csY14" fmla="*/ 531378 h 621418"/>
                  <a:gd name="csX15" fmla="*/ 299274 w 481325"/>
                  <a:gd name="csY15" fmla="*/ 523870 h 621418"/>
                  <a:gd name="csX16" fmla="*/ 298267 w 481325"/>
                  <a:gd name="csY16" fmla="*/ 519838 h 621418"/>
                  <a:gd name="csX17" fmla="*/ 294146 w 481325"/>
                  <a:gd name="csY17" fmla="*/ 506308 h 621418"/>
                  <a:gd name="csX18" fmla="*/ 290635 w 481325"/>
                  <a:gd name="csY18" fmla="*/ 495822 h 621418"/>
                  <a:gd name="csX19" fmla="*/ 290295 w 481325"/>
                  <a:gd name="csY19" fmla="*/ 485043 h 621418"/>
                  <a:gd name="csX20" fmla="*/ 292460 w 481325"/>
                  <a:gd name="csY20" fmla="*/ 479235 h 621418"/>
                  <a:gd name="csX21" fmla="*/ 293954 w 481325"/>
                  <a:gd name="csY21" fmla="*/ 469554 h 621418"/>
                  <a:gd name="csX22" fmla="*/ 288754 w 481325"/>
                  <a:gd name="csY22" fmla="*/ 460702 h 621418"/>
                  <a:gd name="csX23" fmla="*/ 283583 w 481325"/>
                  <a:gd name="csY23" fmla="*/ 460065 h 621418"/>
                  <a:gd name="csX24" fmla="*/ 278874 w 481325"/>
                  <a:gd name="csY24" fmla="*/ 460231 h 621418"/>
                  <a:gd name="csX25" fmla="*/ 272498 w 481325"/>
                  <a:gd name="csY25" fmla="*/ 449744 h 621418"/>
                  <a:gd name="csX26" fmla="*/ 269740 w 481325"/>
                  <a:gd name="csY26" fmla="*/ 445139 h 621418"/>
                  <a:gd name="csX27" fmla="*/ 268211 w 481325"/>
                  <a:gd name="csY27" fmla="*/ 450043 h 621418"/>
                  <a:gd name="csX28" fmla="*/ 267044 w 481325"/>
                  <a:gd name="csY28" fmla="*/ 456881 h 621418"/>
                  <a:gd name="csX29" fmla="*/ 259538 w 481325"/>
                  <a:gd name="csY29" fmla="*/ 454425 h 621418"/>
                  <a:gd name="csX30" fmla="*/ 254428 w 481325"/>
                  <a:gd name="csY30" fmla="*/ 444654 h 621418"/>
                  <a:gd name="csX31" fmla="*/ 249421 w 481325"/>
                  <a:gd name="csY31" fmla="*/ 443656 h 621418"/>
                  <a:gd name="csX32" fmla="*/ 238700 w 481325"/>
                  <a:gd name="csY32" fmla="*/ 428558 h 621418"/>
                  <a:gd name="csX33" fmla="*/ 224166 w 481325"/>
                  <a:gd name="csY33" fmla="*/ 409935 h 621418"/>
                  <a:gd name="csX34" fmla="*/ 213124 w 481325"/>
                  <a:gd name="csY34" fmla="*/ 401065 h 621418"/>
                  <a:gd name="csX35" fmla="*/ 206671 w 481325"/>
                  <a:gd name="csY35" fmla="*/ 388468 h 621418"/>
                  <a:gd name="csX36" fmla="*/ 204242 w 481325"/>
                  <a:gd name="csY36" fmla="*/ 374041 h 621418"/>
                  <a:gd name="csX37" fmla="*/ 206562 w 481325"/>
                  <a:gd name="csY37" fmla="*/ 371283 h 621418"/>
                  <a:gd name="csX38" fmla="*/ 201394 w 481325"/>
                  <a:gd name="csY38" fmla="*/ 369855 h 621418"/>
                  <a:gd name="csX39" fmla="*/ 181743 w 481325"/>
                  <a:gd name="csY39" fmla="*/ 350072 h 621418"/>
                  <a:gd name="csX40" fmla="*/ 180840 w 481325"/>
                  <a:gd name="csY40" fmla="*/ 340015 h 621418"/>
                  <a:gd name="csX41" fmla="*/ 168342 w 481325"/>
                  <a:gd name="csY41" fmla="*/ 316750 h 621418"/>
                  <a:gd name="csX42" fmla="*/ 162786 w 481325"/>
                  <a:gd name="csY42" fmla="*/ 304341 h 621418"/>
                  <a:gd name="csX43" fmla="*/ 153959 w 481325"/>
                  <a:gd name="csY43" fmla="*/ 280463 h 621418"/>
                  <a:gd name="csX44" fmla="*/ 143231 w 481325"/>
                  <a:gd name="csY44" fmla="*/ 268201 h 621418"/>
                  <a:gd name="csX45" fmla="*/ 141096 w 481325"/>
                  <a:gd name="csY45" fmla="*/ 246493 h 621418"/>
                  <a:gd name="csX46" fmla="*/ 133510 w 481325"/>
                  <a:gd name="csY46" fmla="*/ 215932 h 621418"/>
                  <a:gd name="csX47" fmla="*/ 125786 w 481325"/>
                  <a:gd name="csY47" fmla="*/ 201792 h 621418"/>
                  <a:gd name="csX48" fmla="*/ 113580 w 481325"/>
                  <a:gd name="csY48" fmla="*/ 175023 h 621418"/>
                  <a:gd name="csX49" fmla="*/ 104703 w 481325"/>
                  <a:gd name="csY49" fmla="*/ 151035 h 621418"/>
                  <a:gd name="csX50" fmla="*/ 100240 w 481325"/>
                  <a:gd name="csY50" fmla="*/ 135893 h 621418"/>
                  <a:gd name="csX51" fmla="*/ 100240 w 481325"/>
                  <a:gd name="csY51" fmla="*/ 128463 h 621418"/>
                  <a:gd name="csX52" fmla="*/ 99247 w 481325"/>
                  <a:gd name="csY52" fmla="*/ 115142 h 621418"/>
                  <a:gd name="csX53" fmla="*/ 93791 w 481325"/>
                  <a:gd name="csY53" fmla="*/ 109442 h 621418"/>
                  <a:gd name="csX54" fmla="*/ 95549 w 481325"/>
                  <a:gd name="csY54" fmla="*/ 115250 h 621418"/>
                  <a:gd name="csX55" fmla="*/ 90800 w 481325"/>
                  <a:gd name="csY55" fmla="*/ 117023 h 621418"/>
                  <a:gd name="csX56" fmla="*/ 87172 w 481325"/>
                  <a:gd name="csY56" fmla="*/ 114272 h 621418"/>
                  <a:gd name="csX57" fmla="*/ 67148 w 481325"/>
                  <a:gd name="csY57" fmla="*/ 111209 h 621418"/>
                  <a:gd name="csX58" fmla="*/ 49971 w 481325"/>
                  <a:gd name="csY58" fmla="*/ 100232 h 621418"/>
                  <a:gd name="csX59" fmla="*/ 44090 w 481325"/>
                  <a:gd name="csY59" fmla="*/ 90574 h 621418"/>
                  <a:gd name="csX60" fmla="*/ 35863 w 481325"/>
                  <a:gd name="csY60" fmla="*/ 83433 h 621418"/>
                  <a:gd name="csX61" fmla="*/ 32588 w 481325"/>
                  <a:gd name="csY61" fmla="*/ 82069 h 621418"/>
                  <a:gd name="csX62" fmla="*/ 11771 w 481325"/>
                  <a:gd name="csY62" fmla="*/ 68233 h 621418"/>
                  <a:gd name="csX63" fmla="*/ 5348 w 481325"/>
                  <a:gd name="csY63" fmla="*/ 59589 h 621418"/>
                  <a:gd name="csX64" fmla="*/ 1583 w 481325"/>
                  <a:gd name="csY64" fmla="*/ 46912 h 621418"/>
                  <a:gd name="csX65" fmla="*/ 325 w 481325"/>
                  <a:gd name="csY65" fmla="*/ 17525 h 621418"/>
                  <a:gd name="csX66" fmla="*/ 4538 w 481325"/>
                  <a:gd name="csY66" fmla="*/ 6689 h 621418"/>
                  <a:gd name="csX67" fmla="*/ 10480 w 481325"/>
                  <a:gd name="csY67" fmla="*/ 0 h 621418"/>
                  <a:gd name="csX68" fmla="*/ 53074 w 481325"/>
                  <a:gd name="csY68" fmla="*/ 22147 h 621418"/>
                  <a:gd name="csX69" fmla="*/ 133099 w 481325"/>
                  <a:gd name="csY69" fmla="*/ 64285 h 621418"/>
                  <a:gd name="csX70" fmla="*/ 308638 w 481325"/>
                  <a:gd name="csY70" fmla="*/ 150152 h 621418"/>
                  <a:gd name="csX71" fmla="*/ 460324 w 481325"/>
                  <a:gd name="csY71" fmla="*/ 163865 h 621418"/>
                  <a:gd name="csX72" fmla="*/ 466125 w 481325"/>
                  <a:gd name="csY72" fmla="*/ 170071 h 621418"/>
                  <a:gd name="csX73" fmla="*/ 465714 w 481325"/>
                  <a:gd name="csY73" fmla="*/ 176317 h 621418"/>
                  <a:gd name="csX74" fmla="*/ 471176 w 481325"/>
                  <a:gd name="csY74" fmla="*/ 205515 h 621418"/>
                  <a:gd name="csX75" fmla="*/ 478356 w 481325"/>
                  <a:gd name="csY75" fmla="*/ 244968 h 621418"/>
                  <a:gd name="csX76" fmla="*/ 480666 w 481325"/>
                  <a:gd name="csY76" fmla="*/ 291434 h 621418"/>
                  <a:gd name="csX77" fmla="*/ 471606 w 481325"/>
                  <a:gd name="csY77" fmla="*/ 339879 h 621418"/>
                  <a:gd name="csX78" fmla="*/ 467718 w 481325"/>
                  <a:gd name="csY78" fmla="*/ 346935 h 621418"/>
                  <a:gd name="csX79" fmla="*/ 468256 w 481325"/>
                  <a:gd name="csY79" fmla="*/ 419216 h 621418"/>
                  <a:gd name="csX80" fmla="*/ 469120 w 481325"/>
                  <a:gd name="csY80" fmla="*/ 434705 h 621418"/>
                  <a:gd name="csX81" fmla="*/ 451760 w 481325"/>
                  <a:gd name="csY81" fmla="*/ 439004 h 621418"/>
                  <a:gd name="csX82" fmla="*/ 430017 w 481325"/>
                  <a:gd name="csY82" fmla="*/ 458164 h 621418"/>
                  <a:gd name="csX83" fmla="*/ 441207 w 481325"/>
                  <a:gd name="csY83" fmla="*/ 484914 h 621418"/>
                  <a:gd name="csX84" fmla="*/ 455538 w 481325"/>
                  <a:gd name="csY84" fmla="*/ 533438 h 621418"/>
                  <a:gd name="csX85" fmla="*/ 463393 w 481325"/>
                  <a:gd name="csY85" fmla="*/ 557324 h 621418"/>
                  <a:gd name="csX86" fmla="*/ 466107 w 481325"/>
                  <a:gd name="csY86" fmla="*/ 564704 h 621418"/>
                  <a:gd name="csX87" fmla="*/ 427332 w 481325"/>
                  <a:gd name="csY87" fmla="*/ 607875 h 621418"/>
                  <a:gd name="csX88" fmla="*/ 408378 w 481325"/>
                  <a:gd name="csY88" fmla="*/ 619278 h 621418"/>
                  <a:gd name="csX89" fmla="*/ 406733 w 481325"/>
                  <a:gd name="csY89" fmla="*/ 612610 h 621418"/>
                  <a:gd name="csX90" fmla="*/ 398989 w 481325"/>
                  <a:gd name="csY90" fmla="*/ 614115 h 621418"/>
                  <a:gd name="csX91" fmla="*/ 394277 w 481325"/>
                  <a:gd name="csY91" fmla="*/ 621279 h 621418"/>
                  <a:gd name="csX92" fmla="*/ 392709 w 481325"/>
                  <a:gd name="csY92" fmla="*/ 609477 h 62141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Lst>
                <a:rect l="l" t="t" r="r" b="b"/>
                <a:pathLst>
                  <a:path w="481325" h="621418">
                    <a:moveTo>
                      <a:pt x="392709" y="609477"/>
                    </a:moveTo>
                    <a:cubicBezTo>
                      <a:pt x="394253" y="597840"/>
                      <a:pt x="393887" y="596413"/>
                      <a:pt x="388957" y="594848"/>
                    </a:cubicBezTo>
                    <a:cubicBezTo>
                      <a:pt x="381454" y="592467"/>
                      <a:pt x="376874" y="583809"/>
                      <a:pt x="382520" y="582680"/>
                    </a:cubicBezTo>
                    <a:cubicBezTo>
                      <a:pt x="386074" y="581969"/>
                      <a:pt x="385853" y="580904"/>
                      <a:pt x="381003" y="575394"/>
                    </a:cubicBezTo>
                    <a:cubicBezTo>
                      <a:pt x="377016" y="570863"/>
                      <a:pt x="375755" y="570304"/>
                      <a:pt x="376772" y="573517"/>
                    </a:cubicBezTo>
                    <a:cubicBezTo>
                      <a:pt x="378038" y="577517"/>
                      <a:pt x="377495" y="577714"/>
                      <a:pt x="372471" y="575078"/>
                    </a:cubicBezTo>
                    <a:cubicBezTo>
                      <a:pt x="366755" y="572079"/>
                      <a:pt x="366750" y="572094"/>
                      <a:pt x="371638" y="577600"/>
                    </a:cubicBezTo>
                    <a:cubicBezTo>
                      <a:pt x="374343" y="580646"/>
                      <a:pt x="375283" y="583138"/>
                      <a:pt x="373727" y="583138"/>
                    </a:cubicBezTo>
                    <a:cubicBezTo>
                      <a:pt x="372171" y="583138"/>
                      <a:pt x="370131" y="581897"/>
                      <a:pt x="369193" y="580381"/>
                    </a:cubicBezTo>
                    <a:cubicBezTo>
                      <a:pt x="368256" y="578864"/>
                      <a:pt x="366049" y="578176"/>
                      <a:pt x="364289" y="578851"/>
                    </a:cubicBezTo>
                    <a:cubicBezTo>
                      <a:pt x="362530" y="579526"/>
                      <a:pt x="359790" y="579276"/>
                      <a:pt x="358202" y="578294"/>
                    </a:cubicBezTo>
                    <a:cubicBezTo>
                      <a:pt x="354056" y="575732"/>
                      <a:pt x="341762" y="546998"/>
                      <a:pt x="344811" y="546998"/>
                    </a:cubicBezTo>
                    <a:cubicBezTo>
                      <a:pt x="346213" y="546998"/>
                      <a:pt x="347360" y="545839"/>
                      <a:pt x="347360" y="544424"/>
                    </a:cubicBezTo>
                    <a:cubicBezTo>
                      <a:pt x="347360" y="541126"/>
                      <a:pt x="331006" y="534265"/>
                      <a:pt x="329284" y="536840"/>
                    </a:cubicBezTo>
                    <a:cubicBezTo>
                      <a:pt x="328570" y="537907"/>
                      <a:pt x="321020" y="535449"/>
                      <a:pt x="312504" y="531378"/>
                    </a:cubicBezTo>
                    <a:cubicBezTo>
                      <a:pt x="303989" y="527306"/>
                      <a:pt x="298035" y="523928"/>
                      <a:pt x="299274" y="523870"/>
                    </a:cubicBezTo>
                    <a:cubicBezTo>
                      <a:pt x="300512" y="523812"/>
                      <a:pt x="300059" y="521998"/>
                      <a:pt x="298267" y="519838"/>
                    </a:cubicBezTo>
                    <a:cubicBezTo>
                      <a:pt x="296474" y="517678"/>
                      <a:pt x="294620" y="511589"/>
                      <a:pt x="294146" y="506308"/>
                    </a:cubicBezTo>
                    <a:cubicBezTo>
                      <a:pt x="293672" y="501026"/>
                      <a:pt x="292092" y="496307"/>
                      <a:pt x="290635" y="495822"/>
                    </a:cubicBezTo>
                    <a:cubicBezTo>
                      <a:pt x="287387" y="494739"/>
                      <a:pt x="287081" y="485043"/>
                      <a:pt x="290295" y="485043"/>
                    </a:cubicBezTo>
                    <a:cubicBezTo>
                      <a:pt x="291564" y="485043"/>
                      <a:pt x="292539" y="482429"/>
                      <a:pt x="292460" y="479235"/>
                    </a:cubicBezTo>
                    <a:cubicBezTo>
                      <a:pt x="292381" y="476040"/>
                      <a:pt x="293054" y="471684"/>
                      <a:pt x="293954" y="469554"/>
                    </a:cubicBezTo>
                    <a:cubicBezTo>
                      <a:pt x="294994" y="467095"/>
                      <a:pt x="293096" y="463864"/>
                      <a:pt x="288754" y="460702"/>
                    </a:cubicBezTo>
                    <a:cubicBezTo>
                      <a:pt x="282831" y="456387"/>
                      <a:pt x="282139" y="456302"/>
                      <a:pt x="283583" y="460065"/>
                    </a:cubicBezTo>
                    <a:cubicBezTo>
                      <a:pt x="285131" y="464099"/>
                      <a:pt x="284795" y="464110"/>
                      <a:pt x="278874" y="460231"/>
                    </a:cubicBezTo>
                    <a:cubicBezTo>
                      <a:pt x="274972" y="457675"/>
                      <a:pt x="272498" y="453605"/>
                      <a:pt x="272498" y="449744"/>
                    </a:cubicBezTo>
                    <a:cubicBezTo>
                      <a:pt x="272498" y="445927"/>
                      <a:pt x="271409" y="444108"/>
                      <a:pt x="269740" y="445139"/>
                    </a:cubicBezTo>
                    <a:cubicBezTo>
                      <a:pt x="268224" y="446077"/>
                      <a:pt x="267535" y="448283"/>
                      <a:pt x="268211" y="450043"/>
                    </a:cubicBezTo>
                    <a:cubicBezTo>
                      <a:pt x="268886" y="451803"/>
                      <a:pt x="268361" y="454880"/>
                      <a:pt x="267044" y="456881"/>
                    </a:cubicBezTo>
                    <a:cubicBezTo>
                      <a:pt x="265087" y="459853"/>
                      <a:pt x="263712" y="459403"/>
                      <a:pt x="259538" y="454425"/>
                    </a:cubicBezTo>
                    <a:cubicBezTo>
                      <a:pt x="256727" y="451073"/>
                      <a:pt x="254428" y="446676"/>
                      <a:pt x="254428" y="444654"/>
                    </a:cubicBezTo>
                    <a:cubicBezTo>
                      <a:pt x="254428" y="441815"/>
                      <a:pt x="253286" y="441587"/>
                      <a:pt x="249421" y="443656"/>
                    </a:cubicBezTo>
                    <a:cubicBezTo>
                      <a:pt x="243479" y="446836"/>
                      <a:pt x="243193" y="446433"/>
                      <a:pt x="238700" y="428558"/>
                    </a:cubicBezTo>
                    <a:cubicBezTo>
                      <a:pt x="235500" y="415829"/>
                      <a:pt x="234285" y="414272"/>
                      <a:pt x="224166" y="409935"/>
                    </a:cubicBezTo>
                    <a:cubicBezTo>
                      <a:pt x="217728" y="407175"/>
                      <a:pt x="213124" y="403477"/>
                      <a:pt x="213124" y="401065"/>
                    </a:cubicBezTo>
                    <a:cubicBezTo>
                      <a:pt x="213124" y="398790"/>
                      <a:pt x="210220" y="393122"/>
                      <a:pt x="206671" y="388468"/>
                    </a:cubicBezTo>
                    <a:cubicBezTo>
                      <a:pt x="199265" y="378758"/>
                      <a:pt x="198471" y="374041"/>
                      <a:pt x="204242" y="374041"/>
                    </a:cubicBezTo>
                    <a:cubicBezTo>
                      <a:pt x="206455" y="374041"/>
                      <a:pt x="207499" y="372800"/>
                      <a:pt x="206562" y="371283"/>
                    </a:cubicBezTo>
                    <a:cubicBezTo>
                      <a:pt x="205625" y="369767"/>
                      <a:pt x="203299" y="369124"/>
                      <a:pt x="201394" y="369855"/>
                    </a:cubicBezTo>
                    <a:cubicBezTo>
                      <a:pt x="197850" y="371215"/>
                      <a:pt x="182472" y="355734"/>
                      <a:pt x="181743" y="350072"/>
                    </a:cubicBezTo>
                    <a:cubicBezTo>
                      <a:pt x="181521" y="348347"/>
                      <a:pt x="181114" y="343821"/>
                      <a:pt x="180840" y="340015"/>
                    </a:cubicBezTo>
                    <a:cubicBezTo>
                      <a:pt x="179988" y="328208"/>
                      <a:pt x="174287" y="317597"/>
                      <a:pt x="168342" y="316750"/>
                    </a:cubicBezTo>
                    <a:cubicBezTo>
                      <a:pt x="163596" y="316073"/>
                      <a:pt x="162786" y="314266"/>
                      <a:pt x="162786" y="304341"/>
                    </a:cubicBezTo>
                    <a:cubicBezTo>
                      <a:pt x="162786" y="295229"/>
                      <a:pt x="160883" y="290082"/>
                      <a:pt x="153959" y="280463"/>
                    </a:cubicBezTo>
                    <a:cubicBezTo>
                      <a:pt x="149104" y="273719"/>
                      <a:pt x="144276" y="268201"/>
                      <a:pt x="143231" y="268201"/>
                    </a:cubicBezTo>
                    <a:cubicBezTo>
                      <a:pt x="142186" y="268201"/>
                      <a:pt x="141225" y="258432"/>
                      <a:pt x="141096" y="246493"/>
                    </a:cubicBezTo>
                    <a:cubicBezTo>
                      <a:pt x="140831" y="221943"/>
                      <a:pt x="139743" y="217562"/>
                      <a:pt x="133510" y="215932"/>
                    </a:cubicBezTo>
                    <a:cubicBezTo>
                      <a:pt x="130755" y="215211"/>
                      <a:pt x="127873" y="209936"/>
                      <a:pt x="125786" y="201792"/>
                    </a:cubicBezTo>
                    <a:cubicBezTo>
                      <a:pt x="123955" y="194647"/>
                      <a:pt x="118462" y="182601"/>
                      <a:pt x="113580" y="175023"/>
                    </a:cubicBezTo>
                    <a:cubicBezTo>
                      <a:pt x="107284" y="165251"/>
                      <a:pt x="104703" y="158277"/>
                      <a:pt x="104703" y="151035"/>
                    </a:cubicBezTo>
                    <a:cubicBezTo>
                      <a:pt x="104703" y="144982"/>
                      <a:pt x="102887" y="138818"/>
                      <a:pt x="100240" y="135893"/>
                    </a:cubicBezTo>
                    <a:cubicBezTo>
                      <a:pt x="96009" y="131218"/>
                      <a:pt x="96009" y="130831"/>
                      <a:pt x="100240" y="128463"/>
                    </a:cubicBezTo>
                    <a:cubicBezTo>
                      <a:pt x="106103" y="125181"/>
                      <a:pt x="105871" y="122062"/>
                      <a:pt x="99247" y="115142"/>
                    </a:cubicBezTo>
                    <a:lnTo>
                      <a:pt x="93791" y="109442"/>
                    </a:lnTo>
                    <a:lnTo>
                      <a:pt x="95549" y="115250"/>
                    </a:lnTo>
                    <a:cubicBezTo>
                      <a:pt x="97517" y="121752"/>
                      <a:pt x="93229" y="123352"/>
                      <a:pt x="90800" y="117023"/>
                    </a:cubicBezTo>
                    <a:cubicBezTo>
                      <a:pt x="89948" y="114803"/>
                      <a:pt x="88316" y="113565"/>
                      <a:pt x="87172" y="114272"/>
                    </a:cubicBezTo>
                    <a:cubicBezTo>
                      <a:pt x="86029" y="114978"/>
                      <a:pt x="77018" y="113600"/>
                      <a:pt x="67148" y="111209"/>
                    </a:cubicBezTo>
                    <a:cubicBezTo>
                      <a:pt x="50330" y="107134"/>
                      <a:pt x="49251" y="106444"/>
                      <a:pt x="49971" y="100232"/>
                    </a:cubicBezTo>
                    <a:cubicBezTo>
                      <a:pt x="50552" y="95214"/>
                      <a:pt x="49124" y="92867"/>
                      <a:pt x="44090" y="90574"/>
                    </a:cubicBezTo>
                    <a:cubicBezTo>
                      <a:pt x="40433" y="88908"/>
                      <a:pt x="36731" y="85694"/>
                      <a:pt x="35863" y="83433"/>
                    </a:cubicBezTo>
                    <a:cubicBezTo>
                      <a:pt x="34873" y="80853"/>
                      <a:pt x="33654" y="80345"/>
                      <a:pt x="32588" y="82069"/>
                    </a:cubicBezTo>
                    <a:cubicBezTo>
                      <a:pt x="30403" y="85606"/>
                      <a:pt x="11771" y="73222"/>
                      <a:pt x="11771" y="68233"/>
                    </a:cubicBezTo>
                    <a:cubicBezTo>
                      <a:pt x="11771" y="66258"/>
                      <a:pt x="8881" y="62368"/>
                      <a:pt x="5348" y="59589"/>
                    </a:cubicBezTo>
                    <a:cubicBezTo>
                      <a:pt x="-304" y="55143"/>
                      <a:pt x="-756" y="53621"/>
                      <a:pt x="1583" y="46912"/>
                    </a:cubicBezTo>
                    <a:cubicBezTo>
                      <a:pt x="4225" y="39332"/>
                      <a:pt x="3631" y="25451"/>
                      <a:pt x="325" y="17525"/>
                    </a:cubicBezTo>
                    <a:cubicBezTo>
                      <a:pt x="-744" y="14961"/>
                      <a:pt x="864" y="10824"/>
                      <a:pt x="4538" y="6689"/>
                    </a:cubicBezTo>
                    <a:lnTo>
                      <a:pt x="10480" y="0"/>
                    </a:lnTo>
                    <a:lnTo>
                      <a:pt x="53074" y="22147"/>
                    </a:lnTo>
                    <a:cubicBezTo>
                      <a:pt x="76501" y="34328"/>
                      <a:pt x="112512" y="53290"/>
                      <a:pt x="133099" y="64285"/>
                    </a:cubicBezTo>
                    <a:cubicBezTo>
                      <a:pt x="293633" y="150024"/>
                      <a:pt x="290844" y="148660"/>
                      <a:pt x="308638" y="150152"/>
                    </a:cubicBezTo>
                    <a:cubicBezTo>
                      <a:pt x="379829" y="156121"/>
                      <a:pt x="453326" y="162765"/>
                      <a:pt x="460324" y="163865"/>
                    </a:cubicBezTo>
                    <a:cubicBezTo>
                      <a:pt x="467642" y="165014"/>
                      <a:pt x="468398" y="165824"/>
                      <a:pt x="466125" y="170071"/>
                    </a:cubicBezTo>
                    <a:cubicBezTo>
                      <a:pt x="464688" y="172758"/>
                      <a:pt x="464502" y="175568"/>
                      <a:pt x="465714" y="176317"/>
                    </a:cubicBezTo>
                    <a:cubicBezTo>
                      <a:pt x="466925" y="177066"/>
                      <a:pt x="469383" y="190205"/>
                      <a:pt x="471176" y="205515"/>
                    </a:cubicBezTo>
                    <a:cubicBezTo>
                      <a:pt x="472969" y="220825"/>
                      <a:pt x="476200" y="238579"/>
                      <a:pt x="478356" y="244968"/>
                    </a:cubicBezTo>
                    <a:cubicBezTo>
                      <a:pt x="481464" y="254178"/>
                      <a:pt x="481943" y="263804"/>
                      <a:pt x="480666" y="291434"/>
                    </a:cubicBezTo>
                    <a:cubicBezTo>
                      <a:pt x="478736" y="333232"/>
                      <a:pt x="477318" y="340812"/>
                      <a:pt x="471606" y="339879"/>
                    </a:cubicBezTo>
                    <a:cubicBezTo>
                      <a:pt x="468443" y="339362"/>
                      <a:pt x="467477" y="341115"/>
                      <a:pt x="467718" y="346935"/>
                    </a:cubicBezTo>
                    <a:cubicBezTo>
                      <a:pt x="467998" y="353675"/>
                      <a:pt x="468241" y="386395"/>
                      <a:pt x="468256" y="419216"/>
                    </a:cubicBezTo>
                    <a:cubicBezTo>
                      <a:pt x="468259" y="424895"/>
                      <a:pt x="468647" y="431865"/>
                      <a:pt x="469120" y="434705"/>
                    </a:cubicBezTo>
                    <a:cubicBezTo>
                      <a:pt x="469922" y="439526"/>
                      <a:pt x="468775" y="439811"/>
                      <a:pt x="451760" y="439004"/>
                    </a:cubicBezTo>
                    <a:cubicBezTo>
                      <a:pt x="428789" y="437915"/>
                      <a:pt x="426025" y="440351"/>
                      <a:pt x="430017" y="458164"/>
                    </a:cubicBezTo>
                    <a:cubicBezTo>
                      <a:pt x="431548" y="464996"/>
                      <a:pt x="436584" y="477034"/>
                      <a:pt x="441207" y="484914"/>
                    </a:cubicBezTo>
                    <a:cubicBezTo>
                      <a:pt x="456169" y="510414"/>
                      <a:pt x="459720" y="522439"/>
                      <a:pt x="455538" y="533438"/>
                    </a:cubicBezTo>
                    <a:cubicBezTo>
                      <a:pt x="452990" y="540141"/>
                      <a:pt x="458641" y="557324"/>
                      <a:pt x="463393" y="557324"/>
                    </a:cubicBezTo>
                    <a:cubicBezTo>
                      <a:pt x="464886" y="557324"/>
                      <a:pt x="466107" y="560645"/>
                      <a:pt x="466107" y="564704"/>
                    </a:cubicBezTo>
                    <a:cubicBezTo>
                      <a:pt x="466107" y="574709"/>
                      <a:pt x="449340" y="593376"/>
                      <a:pt x="427332" y="607875"/>
                    </a:cubicBezTo>
                    <a:cubicBezTo>
                      <a:pt x="417812" y="614147"/>
                      <a:pt x="409283" y="619278"/>
                      <a:pt x="408378" y="619278"/>
                    </a:cubicBezTo>
                    <a:cubicBezTo>
                      <a:pt x="407473" y="619278"/>
                      <a:pt x="406733" y="616277"/>
                      <a:pt x="406733" y="612610"/>
                    </a:cubicBezTo>
                    <a:cubicBezTo>
                      <a:pt x="406733" y="604379"/>
                      <a:pt x="401025" y="605489"/>
                      <a:pt x="398989" y="614115"/>
                    </a:cubicBezTo>
                    <a:cubicBezTo>
                      <a:pt x="398201" y="617454"/>
                      <a:pt x="396080" y="620678"/>
                      <a:pt x="394277" y="621279"/>
                    </a:cubicBezTo>
                    <a:cubicBezTo>
                      <a:pt x="391773" y="622114"/>
                      <a:pt x="391403" y="619327"/>
                      <a:pt x="392709" y="609477"/>
                    </a:cubicBezTo>
                    <a:close/>
                  </a:path>
                </a:pathLst>
              </a:custGeom>
              <a:solidFill>
                <a:srgbClr val="B9B9B9"/>
              </a:solidFill>
              <a:ln w="5163" cap="flat">
                <a:noFill/>
                <a:prstDash val="solid"/>
                <a:miter/>
              </a:ln>
            </p:spPr>
            <p:txBody>
              <a:bodyPr/>
              <a:lstStyle/>
              <a:p>
                <a:endParaRPr lang="es-419" noProof="0" dirty="0"/>
              </a:p>
            </p:txBody>
          </p:sp>
          <p:sp>
            <p:nvSpPr>
              <p:cNvPr id="117" name="Forma libre: forma 116">
                <a:extLst>
                  <a:ext uri="{FF2B5EF4-FFF2-40B4-BE49-F238E27FC236}">
                    <a16:creationId xmlns:a16="http://schemas.microsoft.com/office/drawing/2014/main" id="{4B6D25F6-0E06-44F5-F999-B50BDB6EE61C}"/>
                  </a:ext>
                </a:extLst>
              </p:cNvPr>
              <p:cNvSpPr/>
              <p:nvPr/>
            </p:nvSpPr>
            <p:spPr>
              <a:xfrm>
                <a:off x="356836" y="1137381"/>
                <a:ext cx="20516" cy="20135"/>
              </a:xfrm>
              <a:custGeom>
                <a:avLst/>
                <a:gdLst>
                  <a:gd name="csX0" fmla="*/ 3031 w 20516"/>
                  <a:gd name="csY0" fmla="*/ 13790 h 20135"/>
                  <a:gd name="csX1" fmla="*/ 11787 w 20516"/>
                  <a:gd name="csY1" fmla="*/ 6812 h 20135"/>
                  <a:gd name="csX2" fmla="*/ 16388 w 20516"/>
                  <a:gd name="csY2" fmla="*/ 8970 h 20135"/>
                  <a:gd name="csX3" fmla="*/ 17667 w 20516"/>
                  <a:gd name="csY3" fmla="*/ 5896 h 20135"/>
                  <a:gd name="csX4" fmla="*/ 16630 w 20516"/>
                  <a:gd name="csY4" fmla="*/ 16309 h 20135"/>
                  <a:gd name="csX5" fmla="*/ 3031 w 20516"/>
                  <a:gd name="csY5" fmla="*/ 13790 h 20135"/>
                </a:gdLst>
                <a:ahLst/>
                <a:cxnLst>
                  <a:cxn ang="0">
                    <a:pos x="csX0" y="csY0"/>
                  </a:cxn>
                  <a:cxn ang="0">
                    <a:pos x="csX1" y="csY1"/>
                  </a:cxn>
                  <a:cxn ang="0">
                    <a:pos x="csX2" y="csY2"/>
                  </a:cxn>
                  <a:cxn ang="0">
                    <a:pos x="csX3" y="csY3"/>
                  </a:cxn>
                  <a:cxn ang="0">
                    <a:pos x="csX4" y="csY4"/>
                  </a:cxn>
                  <a:cxn ang="0">
                    <a:pos x="csX5" y="csY5"/>
                  </a:cxn>
                </a:cxnLst>
                <a:rect l="l" t="t" r="r" b="b"/>
                <a:pathLst>
                  <a:path w="20516" h="20135">
                    <a:moveTo>
                      <a:pt x="3031" y="13790"/>
                    </a:moveTo>
                    <a:cubicBezTo>
                      <a:pt x="-3651" y="-875"/>
                      <a:pt x="1356" y="-4865"/>
                      <a:pt x="11787" y="6812"/>
                    </a:cubicBezTo>
                    <a:cubicBezTo>
                      <a:pt x="16355" y="11926"/>
                      <a:pt x="17642" y="12530"/>
                      <a:pt x="16388" y="8970"/>
                    </a:cubicBezTo>
                    <a:cubicBezTo>
                      <a:pt x="15184" y="5554"/>
                      <a:pt x="15578" y="4605"/>
                      <a:pt x="17667" y="5896"/>
                    </a:cubicBezTo>
                    <a:cubicBezTo>
                      <a:pt x="21766" y="8429"/>
                      <a:pt x="21462" y="11477"/>
                      <a:pt x="16630" y="16309"/>
                    </a:cubicBezTo>
                    <a:cubicBezTo>
                      <a:pt x="10809" y="22130"/>
                      <a:pt x="6464" y="21325"/>
                      <a:pt x="3031" y="13790"/>
                    </a:cubicBezTo>
                    <a:close/>
                  </a:path>
                </a:pathLst>
              </a:custGeom>
              <a:solidFill>
                <a:srgbClr val="B9B9B9"/>
              </a:solidFill>
              <a:ln w="5163" cap="flat">
                <a:noFill/>
                <a:prstDash val="solid"/>
                <a:miter/>
              </a:ln>
            </p:spPr>
            <p:txBody>
              <a:bodyPr/>
              <a:lstStyle/>
              <a:p>
                <a:endParaRPr lang="es-419" noProof="0" dirty="0"/>
              </a:p>
            </p:txBody>
          </p:sp>
        </p:grpSp>
      </p:grpSp>
      <p:grpSp>
        <p:nvGrpSpPr>
          <p:cNvPr id="36" name="Group 45">
            <a:extLst>
              <a:ext uri="{FF2B5EF4-FFF2-40B4-BE49-F238E27FC236}">
                <a16:creationId xmlns:a16="http://schemas.microsoft.com/office/drawing/2014/main" id="{258F4703-C712-A719-49CD-7B70773A181A}"/>
              </a:ext>
            </a:extLst>
          </p:cNvPr>
          <p:cNvGrpSpPr>
            <a:grpSpLocks noChangeAspect="1"/>
          </p:cNvGrpSpPr>
          <p:nvPr/>
        </p:nvGrpSpPr>
        <p:grpSpPr>
          <a:xfrm>
            <a:off x="1429303" y="2011575"/>
            <a:ext cx="213038" cy="337620"/>
            <a:chOff x="0" y="26670"/>
            <a:chExt cx="3924300" cy="6219190"/>
          </a:xfrm>
        </p:grpSpPr>
        <p:sp>
          <p:nvSpPr>
            <p:cNvPr id="37" name="Freeform 46">
              <a:extLst>
                <a:ext uri="{FF2B5EF4-FFF2-40B4-BE49-F238E27FC236}">
                  <a16:creationId xmlns:a16="http://schemas.microsoft.com/office/drawing/2014/main" id="{7971F2EF-C3A9-687D-D353-1FA9B23BE62E}"/>
                </a:ext>
              </a:extLst>
            </p:cNvPr>
            <p:cNvSpPr/>
            <p:nvPr/>
          </p:nvSpPr>
          <p:spPr>
            <a:xfrm>
              <a:off x="0" y="26670"/>
              <a:ext cx="3924300" cy="6219190"/>
            </a:xfrm>
            <a:custGeom>
              <a:avLst/>
              <a:gdLst/>
              <a:ahLst/>
              <a:cxnLst/>
              <a:rect l="l" t="t" r="r" b="b"/>
              <a:pathLst>
                <a:path w="3924300" h="6219190">
                  <a:moveTo>
                    <a:pt x="3924300" y="1962150"/>
                  </a:moveTo>
                  <a:cubicBezTo>
                    <a:pt x="3924300" y="878840"/>
                    <a:pt x="3045460" y="0"/>
                    <a:pt x="1962150" y="0"/>
                  </a:cubicBezTo>
                  <a:cubicBezTo>
                    <a:pt x="878840" y="0"/>
                    <a:pt x="0" y="878840"/>
                    <a:pt x="0" y="1962150"/>
                  </a:cubicBezTo>
                  <a:cubicBezTo>
                    <a:pt x="0" y="2974340"/>
                    <a:pt x="765810" y="3807460"/>
                    <a:pt x="1750060" y="3912870"/>
                  </a:cubicBezTo>
                  <a:lnTo>
                    <a:pt x="1962150" y="6219190"/>
                  </a:lnTo>
                  <a:lnTo>
                    <a:pt x="2174240" y="3912870"/>
                  </a:lnTo>
                  <a:cubicBezTo>
                    <a:pt x="3158490" y="3807460"/>
                    <a:pt x="3924300" y="2974340"/>
                    <a:pt x="3924300" y="1962150"/>
                  </a:cubicBezTo>
                  <a:close/>
                </a:path>
              </a:pathLst>
            </a:custGeom>
            <a:solidFill>
              <a:srgbClr val="EB6C01"/>
            </a:solidFill>
          </p:spPr>
          <p:txBody>
            <a:bodyPr/>
            <a:lstStyle/>
            <a:p>
              <a:endParaRPr lang="es-419" noProof="0" dirty="0"/>
            </a:p>
          </p:txBody>
        </p:sp>
        <p:sp>
          <p:nvSpPr>
            <p:cNvPr id="38" name="Freeform 47">
              <a:extLst>
                <a:ext uri="{FF2B5EF4-FFF2-40B4-BE49-F238E27FC236}">
                  <a16:creationId xmlns:a16="http://schemas.microsoft.com/office/drawing/2014/main" id="{0EDA05E1-EE5D-4259-1A26-DD11FBB475A7}"/>
                </a:ext>
              </a:extLst>
            </p:cNvPr>
            <p:cNvSpPr/>
            <p:nvPr/>
          </p:nvSpPr>
          <p:spPr>
            <a:xfrm>
              <a:off x="340744" y="374636"/>
              <a:ext cx="3242813" cy="3228370"/>
            </a:xfrm>
            <a:custGeom>
              <a:avLst/>
              <a:gdLst/>
              <a:ahLst/>
              <a:cxnLst/>
              <a:rect l="l" t="t" r="r" b="b"/>
              <a:pathLst>
                <a:path w="3242810" h="3228373">
                  <a:moveTo>
                    <a:pt x="1621405" y="16"/>
                  </a:moveTo>
                  <a:cubicBezTo>
                    <a:pt x="1042998" y="-2571"/>
                    <a:pt x="507417" y="304521"/>
                    <a:pt x="217465" y="805010"/>
                  </a:cubicBezTo>
                  <a:cubicBezTo>
                    <a:pt x="-72488" y="1305499"/>
                    <a:pt x="-72488" y="1922874"/>
                    <a:pt x="217465" y="2423362"/>
                  </a:cubicBezTo>
                  <a:cubicBezTo>
                    <a:pt x="507417" y="2923851"/>
                    <a:pt x="1042998" y="3230943"/>
                    <a:pt x="1621405" y="3228356"/>
                  </a:cubicBezTo>
                  <a:cubicBezTo>
                    <a:pt x="2199812" y="3230943"/>
                    <a:pt x="2735392" y="2923851"/>
                    <a:pt x="3025345" y="2423362"/>
                  </a:cubicBezTo>
                  <a:cubicBezTo>
                    <a:pt x="3315298" y="1922874"/>
                    <a:pt x="3315298" y="1305499"/>
                    <a:pt x="3025345" y="805010"/>
                  </a:cubicBezTo>
                  <a:cubicBezTo>
                    <a:pt x="2735392" y="304522"/>
                    <a:pt x="2199812" y="-2571"/>
                    <a:pt x="1621405" y="16"/>
                  </a:cubicBezTo>
                  <a:close/>
                </a:path>
              </a:pathLst>
            </a:custGeom>
            <a:blipFill>
              <a:blip r:embed="rId5"/>
              <a:stretch>
                <a:fillRect l="-28801" r="-28801" b="-58308"/>
              </a:stretch>
            </a:blipFill>
          </p:spPr>
          <p:txBody>
            <a:bodyPr/>
            <a:lstStyle/>
            <a:p>
              <a:endParaRPr lang="es-419" noProof="0" dirty="0"/>
            </a:p>
          </p:txBody>
        </p:sp>
      </p:grpSp>
    </p:spTree>
    <p:extLst>
      <p:ext uri="{BB962C8B-B14F-4D97-AF65-F5344CB8AC3E}">
        <p14:creationId xmlns:p14="http://schemas.microsoft.com/office/powerpoint/2010/main" val="7447970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nodeType="with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wipe(down)">
                                      <p:cBhvr>
                                        <p:cTn id="7" dur="580">
                                          <p:stCondLst>
                                            <p:cond delay="0"/>
                                          </p:stCondLst>
                                        </p:cTn>
                                        <p:tgtEl>
                                          <p:spTgt spid="36"/>
                                        </p:tgtEl>
                                      </p:cBhvr>
                                    </p:animEffect>
                                    <p:anim calcmode="lin" valueType="num">
                                      <p:cBhvr>
                                        <p:cTn id="8" dur="1822" tmFilter="0,0; 0.14,0.36; 0.43,0.73; 0.71,0.91; 1.0,1.0">
                                          <p:stCondLst>
                                            <p:cond delay="0"/>
                                          </p:stCondLst>
                                        </p:cTn>
                                        <p:tgtEl>
                                          <p:spTgt spid="36"/>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36"/>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36"/>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36"/>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36"/>
                                        </p:tgtEl>
                                        <p:attrNameLst>
                                          <p:attrName>ppt_y</p:attrName>
                                        </p:attrNameLst>
                                      </p:cBhvr>
                                      <p:tavLst>
                                        <p:tav tm="0" fmla="#ppt_y-sin(pi*$)/81">
                                          <p:val>
                                            <p:fltVal val="0"/>
                                          </p:val>
                                        </p:tav>
                                        <p:tav tm="100000">
                                          <p:val>
                                            <p:fltVal val="1"/>
                                          </p:val>
                                        </p:tav>
                                      </p:tavLst>
                                    </p:anim>
                                    <p:animScale>
                                      <p:cBhvr>
                                        <p:cTn id="13" dur="26">
                                          <p:stCondLst>
                                            <p:cond delay="650"/>
                                          </p:stCondLst>
                                        </p:cTn>
                                        <p:tgtEl>
                                          <p:spTgt spid="36"/>
                                        </p:tgtEl>
                                      </p:cBhvr>
                                      <p:to x="100000" y="60000"/>
                                    </p:animScale>
                                    <p:animScale>
                                      <p:cBhvr>
                                        <p:cTn id="14" dur="166" decel="50000">
                                          <p:stCondLst>
                                            <p:cond delay="676"/>
                                          </p:stCondLst>
                                        </p:cTn>
                                        <p:tgtEl>
                                          <p:spTgt spid="36"/>
                                        </p:tgtEl>
                                      </p:cBhvr>
                                      <p:to x="100000" y="100000"/>
                                    </p:animScale>
                                    <p:animScale>
                                      <p:cBhvr>
                                        <p:cTn id="15" dur="26">
                                          <p:stCondLst>
                                            <p:cond delay="1312"/>
                                          </p:stCondLst>
                                        </p:cTn>
                                        <p:tgtEl>
                                          <p:spTgt spid="36"/>
                                        </p:tgtEl>
                                      </p:cBhvr>
                                      <p:to x="100000" y="80000"/>
                                    </p:animScale>
                                    <p:animScale>
                                      <p:cBhvr>
                                        <p:cTn id="16" dur="166" decel="50000">
                                          <p:stCondLst>
                                            <p:cond delay="1338"/>
                                          </p:stCondLst>
                                        </p:cTn>
                                        <p:tgtEl>
                                          <p:spTgt spid="36"/>
                                        </p:tgtEl>
                                      </p:cBhvr>
                                      <p:to x="100000" y="100000"/>
                                    </p:animScale>
                                    <p:animScale>
                                      <p:cBhvr>
                                        <p:cTn id="17" dur="26">
                                          <p:stCondLst>
                                            <p:cond delay="1642"/>
                                          </p:stCondLst>
                                        </p:cTn>
                                        <p:tgtEl>
                                          <p:spTgt spid="36"/>
                                        </p:tgtEl>
                                      </p:cBhvr>
                                      <p:to x="100000" y="90000"/>
                                    </p:animScale>
                                    <p:animScale>
                                      <p:cBhvr>
                                        <p:cTn id="18" dur="166" decel="50000">
                                          <p:stCondLst>
                                            <p:cond delay="1668"/>
                                          </p:stCondLst>
                                        </p:cTn>
                                        <p:tgtEl>
                                          <p:spTgt spid="36"/>
                                        </p:tgtEl>
                                      </p:cBhvr>
                                      <p:to x="100000" y="100000"/>
                                    </p:animScale>
                                    <p:animScale>
                                      <p:cBhvr>
                                        <p:cTn id="19" dur="26">
                                          <p:stCondLst>
                                            <p:cond delay="1808"/>
                                          </p:stCondLst>
                                        </p:cTn>
                                        <p:tgtEl>
                                          <p:spTgt spid="36"/>
                                        </p:tgtEl>
                                      </p:cBhvr>
                                      <p:to x="100000" y="95000"/>
                                    </p:animScale>
                                    <p:animScale>
                                      <p:cBhvr>
                                        <p:cTn id="20" dur="166" decel="50000">
                                          <p:stCondLst>
                                            <p:cond delay="1834"/>
                                          </p:stCondLst>
                                        </p:cTn>
                                        <p:tgtEl>
                                          <p:spTgt spid="36"/>
                                        </p:tgtEl>
                                      </p:cBhvr>
                                      <p:to x="100000" y="100000"/>
                                    </p:animScale>
                                  </p:childTnLst>
                                </p:cTn>
                              </p:par>
                            </p:childTnLst>
                          </p:cTn>
                        </p:par>
                        <p:par>
                          <p:cTn id="21" fill="hold">
                            <p:stCondLst>
                              <p:cond delay="2000"/>
                            </p:stCondLst>
                            <p:childTnLst>
                              <p:par>
                                <p:cTn id="22" presetID="35" presetClass="emph" presetSubtype="0" repeatCount="indefinite" fill="hold" nodeType="afterEffect">
                                  <p:stCondLst>
                                    <p:cond delay="0"/>
                                  </p:stCondLst>
                                  <p:childTnLst>
                                    <p:anim calcmode="discrete" valueType="str">
                                      <p:cBhvr>
                                        <p:cTn id="23" dur="1000" fill="hold"/>
                                        <p:tgtEl>
                                          <p:spTgt spid="6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bg>
      <p:bgPr>
        <a:solidFill>
          <a:srgbClr val="F0F6FC"/>
        </a:solidFill>
        <a:effectLst/>
      </p:bgPr>
    </p:bg>
    <p:spTree>
      <p:nvGrpSpPr>
        <p:cNvPr id="1" name="">
          <a:extLst>
            <a:ext uri="{FF2B5EF4-FFF2-40B4-BE49-F238E27FC236}">
              <a16:creationId xmlns:a16="http://schemas.microsoft.com/office/drawing/2014/main" id="{CF3E9C9A-0984-A02A-5A9A-8227AE3D3F05}"/>
            </a:ext>
          </a:extLst>
        </p:cNvPr>
        <p:cNvGrpSpPr/>
        <p:nvPr/>
      </p:nvGrpSpPr>
      <p:grpSpPr>
        <a:xfrm>
          <a:off x="0" y="0"/>
          <a:ext cx="0" cy="0"/>
          <a:chOff x="0" y="0"/>
          <a:chExt cx="0" cy="0"/>
        </a:xfrm>
      </p:grpSpPr>
      <p:sp>
        <p:nvSpPr>
          <p:cNvPr id="2" name="Shape 0">
            <a:extLst>
              <a:ext uri="{FF2B5EF4-FFF2-40B4-BE49-F238E27FC236}">
                <a16:creationId xmlns:a16="http://schemas.microsoft.com/office/drawing/2014/main" id="{03F30232-D5BA-971A-96BA-D6F21CB662B9}"/>
              </a:ext>
            </a:extLst>
          </p:cNvPr>
          <p:cNvSpPr/>
          <p:nvPr/>
        </p:nvSpPr>
        <p:spPr>
          <a:xfrm>
            <a:off x="0" y="0"/>
            <a:ext cx="9144000" cy="38405"/>
          </a:xfrm>
          <a:prstGeom prst="rect">
            <a:avLst/>
          </a:prstGeom>
          <a:solidFill>
            <a:srgbClr val="EB6C01"/>
          </a:solidFill>
          <a:ln w="12700">
            <a:solidFill>
              <a:srgbClr val="EB6C01"/>
            </a:solidFill>
            <a:prstDash val="solid"/>
          </a:ln>
        </p:spPr>
        <p:txBody>
          <a:bodyPr/>
          <a:lstStyle/>
          <a:p>
            <a:endParaRPr lang="es-419" noProof="0" dirty="0"/>
          </a:p>
        </p:txBody>
      </p:sp>
      <p:sp>
        <p:nvSpPr>
          <p:cNvPr id="3" name="Shape 1">
            <a:extLst>
              <a:ext uri="{FF2B5EF4-FFF2-40B4-BE49-F238E27FC236}">
                <a16:creationId xmlns:a16="http://schemas.microsoft.com/office/drawing/2014/main" id="{DEADA6DF-5A7A-42B7-5AFB-64C7D0CEDD36}"/>
              </a:ext>
            </a:extLst>
          </p:cNvPr>
          <p:cNvSpPr/>
          <p:nvPr/>
        </p:nvSpPr>
        <p:spPr>
          <a:xfrm>
            <a:off x="0" y="38405"/>
            <a:ext cx="9144000" cy="667512"/>
          </a:xfrm>
          <a:prstGeom prst="rect">
            <a:avLst/>
          </a:prstGeom>
          <a:solidFill>
            <a:srgbClr val="1A3464"/>
          </a:solidFill>
          <a:ln w="12700">
            <a:solidFill>
              <a:srgbClr val="1A3464"/>
            </a:solidFill>
            <a:prstDash val="solid"/>
          </a:ln>
        </p:spPr>
        <p:txBody>
          <a:bodyPr/>
          <a:lstStyle/>
          <a:p>
            <a:endParaRPr lang="es-419" noProof="0" dirty="0"/>
          </a:p>
        </p:txBody>
      </p:sp>
      <p:sp>
        <p:nvSpPr>
          <p:cNvPr id="4" name="Shape 2">
            <a:extLst>
              <a:ext uri="{FF2B5EF4-FFF2-40B4-BE49-F238E27FC236}">
                <a16:creationId xmlns:a16="http://schemas.microsoft.com/office/drawing/2014/main" id="{882BCF6B-53A6-DF7F-B78E-E5D697593C41}"/>
              </a:ext>
            </a:extLst>
          </p:cNvPr>
          <p:cNvSpPr/>
          <p:nvPr/>
        </p:nvSpPr>
        <p:spPr>
          <a:xfrm>
            <a:off x="384048" y="117043"/>
            <a:ext cx="685800" cy="237744"/>
          </a:xfrm>
          <a:prstGeom prst="rect">
            <a:avLst/>
          </a:prstGeom>
          <a:solidFill>
            <a:srgbClr val="EB6C01"/>
          </a:solidFill>
          <a:ln w="12700">
            <a:solidFill>
              <a:srgbClr val="EB6C01"/>
            </a:solidFill>
            <a:prstDash val="solid"/>
          </a:ln>
        </p:spPr>
        <p:txBody>
          <a:bodyPr/>
          <a:lstStyle/>
          <a:p>
            <a:endParaRPr lang="es-419" noProof="0" dirty="0"/>
          </a:p>
        </p:txBody>
      </p:sp>
      <p:sp>
        <p:nvSpPr>
          <p:cNvPr id="5" name="Text 3">
            <a:extLst>
              <a:ext uri="{FF2B5EF4-FFF2-40B4-BE49-F238E27FC236}">
                <a16:creationId xmlns:a16="http://schemas.microsoft.com/office/drawing/2014/main" id="{ECA1D078-842C-7229-A727-81892D473D66}"/>
              </a:ext>
            </a:extLst>
          </p:cNvPr>
          <p:cNvSpPr/>
          <p:nvPr/>
        </p:nvSpPr>
        <p:spPr>
          <a:xfrm>
            <a:off x="384048" y="117043"/>
            <a:ext cx="685800" cy="237744"/>
          </a:xfrm>
          <a:prstGeom prst="rect">
            <a:avLst/>
          </a:prstGeom>
          <a:noFill/>
          <a:ln/>
        </p:spPr>
        <p:txBody>
          <a:bodyPr wrap="square" lIns="0" tIns="0" rIns="0" bIns="0" rtlCol="0" anchor="ctr"/>
          <a:lstStyle/>
          <a:p>
            <a:pPr marL="0" indent="0" algn="ctr">
              <a:buNone/>
            </a:pPr>
            <a:r>
              <a:rPr lang="es-419" sz="650" b="1" kern="0" spc="150" noProof="0" dirty="0">
                <a:solidFill>
                  <a:srgbClr val="FFFFFF"/>
                </a:solidFill>
                <a:latin typeface="Montserrat" pitchFamily="34" charset="0"/>
                <a:ea typeface="Montserrat" pitchFamily="34" charset="-122"/>
                <a:cs typeface="Montserrat" pitchFamily="34" charset="-120"/>
              </a:rPr>
              <a:t>T. MÉXICO</a:t>
            </a:r>
            <a:endParaRPr lang="es-419" sz="650" noProof="0" dirty="0"/>
          </a:p>
        </p:txBody>
      </p:sp>
      <p:sp>
        <p:nvSpPr>
          <p:cNvPr id="6" name="Text 4">
            <a:extLst>
              <a:ext uri="{FF2B5EF4-FFF2-40B4-BE49-F238E27FC236}">
                <a16:creationId xmlns:a16="http://schemas.microsoft.com/office/drawing/2014/main" id="{9A7E9178-A1B8-561E-1159-44502FA8B87B}"/>
              </a:ext>
            </a:extLst>
          </p:cNvPr>
          <p:cNvSpPr/>
          <p:nvPr/>
        </p:nvSpPr>
        <p:spPr>
          <a:xfrm>
            <a:off x="1170432" y="91440"/>
            <a:ext cx="5029200" cy="402336"/>
          </a:xfrm>
          <a:prstGeom prst="rect">
            <a:avLst/>
          </a:prstGeom>
          <a:noFill/>
          <a:ln/>
        </p:spPr>
        <p:txBody>
          <a:bodyPr wrap="square" lIns="0" tIns="0" rIns="0" bIns="0" rtlCol="0" anchor="ctr"/>
          <a:lstStyle/>
          <a:p>
            <a:pPr marL="0" indent="0">
              <a:buNone/>
            </a:pPr>
            <a:r>
              <a:rPr lang="es-419" sz="2000" b="1" noProof="0" dirty="0">
                <a:solidFill>
                  <a:srgbClr val="FFFFFF"/>
                </a:solidFill>
                <a:latin typeface="Montserrat" pitchFamily="34" charset="0"/>
                <a:ea typeface="Montserrat" pitchFamily="34" charset="-122"/>
                <a:cs typeface="Montserrat" pitchFamily="34" charset="-120"/>
              </a:rPr>
              <a:t>MA CHALCO </a:t>
            </a:r>
            <a:endParaRPr lang="es-419" sz="2000" noProof="0" dirty="0"/>
          </a:p>
        </p:txBody>
      </p:sp>
      <p:sp>
        <p:nvSpPr>
          <p:cNvPr id="7" name="Text 5">
            <a:extLst>
              <a:ext uri="{FF2B5EF4-FFF2-40B4-BE49-F238E27FC236}">
                <a16:creationId xmlns:a16="http://schemas.microsoft.com/office/drawing/2014/main" id="{23E611FF-6D25-BF2B-F474-3C7B0CC80B2E}"/>
              </a:ext>
            </a:extLst>
          </p:cNvPr>
          <p:cNvSpPr/>
          <p:nvPr/>
        </p:nvSpPr>
        <p:spPr>
          <a:xfrm>
            <a:off x="1170432" y="475488"/>
            <a:ext cx="3200400" cy="182880"/>
          </a:xfrm>
          <a:prstGeom prst="rect">
            <a:avLst/>
          </a:prstGeom>
          <a:noFill/>
          <a:ln/>
        </p:spPr>
        <p:txBody>
          <a:bodyPr wrap="square" lIns="0" tIns="0" rIns="0" bIns="0" rtlCol="0" anchor="ctr"/>
          <a:lstStyle/>
          <a:p>
            <a:pPr marL="0" indent="0">
              <a:buNone/>
            </a:pPr>
            <a:r>
              <a:rPr lang="es-419" sz="950" noProof="0" dirty="0">
                <a:solidFill>
                  <a:srgbClr val="8FAECB"/>
                </a:solidFill>
                <a:latin typeface="Montserrat" pitchFamily="34" charset="0"/>
              </a:rPr>
              <a:t>Estado de Méx. </a:t>
            </a:r>
            <a:endParaRPr lang="es-419" sz="950" noProof="0" dirty="0"/>
          </a:p>
        </p:txBody>
      </p:sp>
      <p:sp>
        <p:nvSpPr>
          <p:cNvPr id="8" name="Text 6">
            <a:extLst>
              <a:ext uri="{FF2B5EF4-FFF2-40B4-BE49-F238E27FC236}">
                <a16:creationId xmlns:a16="http://schemas.microsoft.com/office/drawing/2014/main" id="{4485F5AD-440F-87E3-50A2-A30D807F1890}"/>
              </a:ext>
            </a:extLst>
          </p:cNvPr>
          <p:cNvSpPr/>
          <p:nvPr/>
        </p:nvSpPr>
        <p:spPr>
          <a:xfrm>
            <a:off x="7132320" y="246888"/>
            <a:ext cx="1828800" cy="182880"/>
          </a:xfrm>
          <a:prstGeom prst="rect">
            <a:avLst/>
          </a:prstGeom>
          <a:noFill/>
          <a:ln/>
        </p:spPr>
        <p:txBody>
          <a:bodyPr wrap="square" lIns="0" tIns="0" rIns="0" bIns="0" rtlCol="0" anchor="ctr"/>
          <a:lstStyle/>
          <a:p>
            <a:pPr marL="0" indent="0" algn="r">
              <a:buNone/>
            </a:pPr>
            <a:r>
              <a:rPr lang="es-419" sz="700" b="1" kern="0" spc="150" noProof="0" dirty="0">
                <a:solidFill>
                  <a:srgbClr val="EB6C01"/>
                </a:solidFill>
                <a:latin typeface="Montserrat" pitchFamily="34" charset="0"/>
                <a:ea typeface="Montserrat" pitchFamily="34" charset="-122"/>
                <a:cs typeface="Montserrat" pitchFamily="34" charset="-120"/>
              </a:rPr>
              <a:t>SEMANA 18  ·  2025</a:t>
            </a:r>
            <a:endParaRPr lang="es-419" sz="700" noProof="0" dirty="0"/>
          </a:p>
        </p:txBody>
      </p:sp>
      <p:sp>
        <p:nvSpPr>
          <p:cNvPr id="9" name="Shape 7">
            <a:extLst>
              <a:ext uri="{FF2B5EF4-FFF2-40B4-BE49-F238E27FC236}">
                <a16:creationId xmlns:a16="http://schemas.microsoft.com/office/drawing/2014/main" id="{0D41A8B9-F40D-8876-4BE6-73B1B1E26B20}"/>
              </a:ext>
            </a:extLst>
          </p:cNvPr>
          <p:cNvSpPr/>
          <p:nvPr/>
        </p:nvSpPr>
        <p:spPr>
          <a:xfrm>
            <a:off x="0" y="705917"/>
            <a:ext cx="2779776" cy="4163263"/>
          </a:xfrm>
          <a:prstGeom prst="rect">
            <a:avLst/>
          </a:prstGeom>
          <a:solidFill>
            <a:srgbClr val="FFFFFF"/>
          </a:solidFill>
          <a:ln w="12700">
            <a:solidFill>
              <a:srgbClr val="D4E4F2"/>
            </a:solidFill>
            <a:prstDash val="solid"/>
          </a:ln>
        </p:spPr>
        <p:txBody>
          <a:bodyPr/>
          <a:lstStyle/>
          <a:p>
            <a:endParaRPr lang="es-419" noProof="0" dirty="0"/>
          </a:p>
        </p:txBody>
      </p:sp>
      <p:sp>
        <p:nvSpPr>
          <p:cNvPr id="10" name="Text 8">
            <a:extLst>
              <a:ext uri="{FF2B5EF4-FFF2-40B4-BE49-F238E27FC236}">
                <a16:creationId xmlns:a16="http://schemas.microsoft.com/office/drawing/2014/main" id="{6A6905B4-52C1-2DFF-CF9F-28D3EB72ED4B}"/>
              </a:ext>
            </a:extLst>
          </p:cNvPr>
          <p:cNvSpPr/>
          <p:nvPr/>
        </p:nvSpPr>
        <p:spPr>
          <a:xfrm>
            <a:off x="118872" y="768096"/>
            <a:ext cx="2468880" cy="146304"/>
          </a:xfrm>
          <a:prstGeom prst="rect">
            <a:avLst/>
          </a:prstGeom>
          <a:noFill/>
          <a:ln/>
        </p:spPr>
        <p:txBody>
          <a:bodyPr wrap="square" lIns="0" tIns="0" rIns="0" bIns="0" rtlCol="0" anchor="ctr"/>
          <a:lstStyle/>
          <a:p>
            <a:pPr marL="0" indent="0">
              <a:buNone/>
            </a:pPr>
            <a:r>
              <a:rPr lang="es-419" sz="650" b="1" kern="0" spc="250" noProof="0" dirty="0">
                <a:solidFill>
                  <a:srgbClr val="8FAECB"/>
                </a:solidFill>
                <a:latin typeface="Montserrat" pitchFamily="34" charset="0"/>
                <a:ea typeface="Montserrat" pitchFamily="34" charset="-122"/>
                <a:cs typeface="Montserrat" pitchFamily="34" charset="-120"/>
              </a:rPr>
              <a:t>UBICACIÓN EN MÉXICO</a:t>
            </a:r>
            <a:endParaRPr lang="es-419" sz="650" noProof="0" dirty="0"/>
          </a:p>
        </p:txBody>
      </p:sp>
      <p:sp>
        <p:nvSpPr>
          <p:cNvPr id="12" name="Text 9">
            <a:extLst>
              <a:ext uri="{FF2B5EF4-FFF2-40B4-BE49-F238E27FC236}">
                <a16:creationId xmlns:a16="http://schemas.microsoft.com/office/drawing/2014/main" id="{3678E4BF-8750-E17B-70EC-5743197D7792}"/>
              </a:ext>
            </a:extLst>
          </p:cNvPr>
          <p:cNvSpPr/>
          <p:nvPr/>
        </p:nvSpPr>
        <p:spPr>
          <a:xfrm>
            <a:off x="73152" y="2944368"/>
            <a:ext cx="2633472" cy="182880"/>
          </a:xfrm>
          <a:prstGeom prst="rect">
            <a:avLst/>
          </a:prstGeom>
          <a:noFill/>
          <a:ln/>
        </p:spPr>
        <p:txBody>
          <a:bodyPr wrap="square" lIns="0" tIns="0" rIns="0" bIns="0" rtlCol="0" anchor="ctr"/>
          <a:lstStyle/>
          <a:p>
            <a:pPr marL="0" indent="0" algn="ctr">
              <a:buNone/>
            </a:pPr>
            <a:r>
              <a:rPr lang="es-419" sz="750" b="1" kern="0" spc="200" noProof="0" dirty="0">
                <a:solidFill>
                  <a:srgbClr val="EB6C01"/>
                </a:solidFill>
                <a:latin typeface="Montserrat" pitchFamily="34" charset="0"/>
              </a:rPr>
              <a:t>VALLE DE CHALCO </a:t>
            </a:r>
            <a:endParaRPr lang="es-419" sz="750" noProof="0" dirty="0"/>
          </a:p>
        </p:txBody>
      </p:sp>
      <p:sp>
        <p:nvSpPr>
          <p:cNvPr id="13" name="Text 10">
            <a:extLst>
              <a:ext uri="{FF2B5EF4-FFF2-40B4-BE49-F238E27FC236}">
                <a16:creationId xmlns:a16="http://schemas.microsoft.com/office/drawing/2014/main" id="{E58B0BA6-BDB6-4D99-2D0C-2F9C0F04E765}"/>
              </a:ext>
            </a:extLst>
          </p:cNvPr>
          <p:cNvSpPr/>
          <p:nvPr/>
        </p:nvSpPr>
        <p:spPr>
          <a:xfrm>
            <a:off x="2944368" y="859536"/>
            <a:ext cx="1353312" cy="164592"/>
          </a:xfrm>
          <a:prstGeom prst="rect">
            <a:avLst/>
          </a:prstGeom>
          <a:noFill/>
          <a:ln/>
        </p:spPr>
        <p:txBody>
          <a:bodyPr wrap="square" lIns="0" tIns="0" rIns="0" bIns="0" rtlCol="0" anchor="ctr"/>
          <a:lstStyle/>
          <a:p>
            <a:pPr marL="0" indent="0">
              <a:buNone/>
            </a:pPr>
            <a:r>
              <a:rPr lang="es-419" sz="650" b="1" kern="0" spc="250" noProof="0" dirty="0">
                <a:solidFill>
                  <a:srgbClr val="EB6C01"/>
                </a:solidFill>
                <a:latin typeface="Montserrat" pitchFamily="34" charset="0"/>
                <a:ea typeface="Montserrat" pitchFamily="34" charset="-122"/>
                <a:cs typeface="Montserrat" pitchFamily="34" charset="-120"/>
              </a:rPr>
              <a:t>PROYECTO ACTIVO</a:t>
            </a:r>
            <a:endParaRPr lang="es-419" sz="650" noProof="0" dirty="0"/>
          </a:p>
        </p:txBody>
      </p:sp>
      <p:sp>
        <p:nvSpPr>
          <p:cNvPr id="14" name="Shape 11">
            <a:extLst>
              <a:ext uri="{FF2B5EF4-FFF2-40B4-BE49-F238E27FC236}">
                <a16:creationId xmlns:a16="http://schemas.microsoft.com/office/drawing/2014/main" id="{13482A48-B798-5DC3-D709-12D05896002E}"/>
              </a:ext>
            </a:extLst>
          </p:cNvPr>
          <p:cNvSpPr/>
          <p:nvPr/>
        </p:nvSpPr>
        <p:spPr>
          <a:xfrm>
            <a:off x="2944368" y="1024128"/>
            <a:ext cx="987552" cy="16459"/>
          </a:xfrm>
          <a:prstGeom prst="rect">
            <a:avLst/>
          </a:prstGeom>
          <a:solidFill>
            <a:srgbClr val="EB6C01"/>
          </a:solidFill>
          <a:ln w="12700">
            <a:solidFill>
              <a:srgbClr val="EB6C01"/>
            </a:solidFill>
            <a:prstDash val="solid"/>
          </a:ln>
        </p:spPr>
        <p:txBody>
          <a:bodyPr/>
          <a:lstStyle/>
          <a:p>
            <a:endParaRPr lang="es-419" noProof="0" dirty="0"/>
          </a:p>
        </p:txBody>
      </p:sp>
      <p:sp>
        <p:nvSpPr>
          <p:cNvPr id="15" name="Shape 12">
            <a:extLst>
              <a:ext uri="{FF2B5EF4-FFF2-40B4-BE49-F238E27FC236}">
                <a16:creationId xmlns:a16="http://schemas.microsoft.com/office/drawing/2014/main" id="{AFA5C0DC-1534-F9C6-0BF5-835227FB0471}"/>
              </a:ext>
            </a:extLst>
          </p:cNvPr>
          <p:cNvSpPr/>
          <p:nvPr/>
        </p:nvSpPr>
        <p:spPr>
          <a:xfrm>
            <a:off x="2944368" y="1115568"/>
            <a:ext cx="6035040" cy="603504"/>
          </a:xfrm>
          <a:prstGeom prst="rect">
            <a:avLst/>
          </a:prstGeom>
          <a:solidFill>
            <a:srgbClr val="E5EFF8"/>
          </a:solidFill>
          <a:ln w="12700">
            <a:solidFill>
              <a:srgbClr val="A8C0D8"/>
            </a:solidFill>
            <a:prstDash val="solid"/>
          </a:ln>
        </p:spPr>
        <p:txBody>
          <a:bodyPr/>
          <a:lstStyle/>
          <a:p>
            <a:endParaRPr lang="es-419" noProof="0" dirty="0"/>
          </a:p>
        </p:txBody>
      </p:sp>
      <p:sp>
        <p:nvSpPr>
          <p:cNvPr id="16" name="Text 13">
            <a:extLst>
              <a:ext uri="{FF2B5EF4-FFF2-40B4-BE49-F238E27FC236}">
                <a16:creationId xmlns:a16="http://schemas.microsoft.com/office/drawing/2014/main" id="{E45C42FF-41F4-0EE9-6FFA-C3BBE299192D}"/>
              </a:ext>
            </a:extLst>
          </p:cNvPr>
          <p:cNvSpPr/>
          <p:nvPr/>
        </p:nvSpPr>
        <p:spPr>
          <a:xfrm>
            <a:off x="3054096" y="1170432"/>
            <a:ext cx="5815584" cy="493776"/>
          </a:xfrm>
          <a:prstGeom prst="rect">
            <a:avLst/>
          </a:prstGeom>
          <a:noFill/>
          <a:ln/>
        </p:spPr>
        <p:txBody>
          <a:bodyPr wrap="square" lIns="0" tIns="0" rIns="0" bIns="0" rtlCol="0" anchor="ctr"/>
          <a:lstStyle/>
          <a:p>
            <a:pPr marL="0" indent="0">
              <a:buNone/>
            </a:pPr>
            <a:r>
              <a:rPr lang="es-419" sz="1500" b="1" noProof="0" dirty="0">
                <a:solidFill>
                  <a:srgbClr val="9BB5CC"/>
                </a:solidFill>
                <a:latin typeface="Montserrat" pitchFamily="34" charset="0"/>
                <a:ea typeface="Montserrat" pitchFamily="34" charset="-122"/>
                <a:cs typeface="Montserrat" pitchFamily="34" charset="-120"/>
              </a:rPr>
              <a:t>[Nombre del Proyecto / Actividad]</a:t>
            </a:r>
            <a:endParaRPr lang="es-419" sz="1500" noProof="0" dirty="0"/>
          </a:p>
        </p:txBody>
      </p:sp>
      <p:sp>
        <p:nvSpPr>
          <p:cNvPr id="17" name="Shape 14">
            <a:extLst>
              <a:ext uri="{FF2B5EF4-FFF2-40B4-BE49-F238E27FC236}">
                <a16:creationId xmlns:a16="http://schemas.microsoft.com/office/drawing/2014/main" id="{F41C3859-C99D-3077-0E8F-51DFAA4D9D59}"/>
              </a:ext>
            </a:extLst>
          </p:cNvPr>
          <p:cNvSpPr/>
          <p:nvPr/>
        </p:nvSpPr>
        <p:spPr>
          <a:xfrm>
            <a:off x="2944368" y="1837944"/>
            <a:ext cx="91440" cy="91440"/>
          </a:xfrm>
          <a:prstGeom prst="ellipse">
            <a:avLst/>
          </a:prstGeom>
          <a:solidFill>
            <a:srgbClr val="A8C0D8"/>
          </a:solidFill>
          <a:ln w="12700">
            <a:solidFill>
              <a:srgbClr val="A8C0D8"/>
            </a:solidFill>
            <a:prstDash val="solid"/>
          </a:ln>
        </p:spPr>
        <p:txBody>
          <a:bodyPr/>
          <a:lstStyle/>
          <a:p>
            <a:endParaRPr lang="es-419" noProof="0" dirty="0"/>
          </a:p>
        </p:txBody>
      </p:sp>
      <p:sp>
        <p:nvSpPr>
          <p:cNvPr id="18" name="Text 15">
            <a:extLst>
              <a:ext uri="{FF2B5EF4-FFF2-40B4-BE49-F238E27FC236}">
                <a16:creationId xmlns:a16="http://schemas.microsoft.com/office/drawing/2014/main" id="{187941D2-90A6-31D9-2350-747421464358}"/>
              </a:ext>
            </a:extLst>
          </p:cNvPr>
          <p:cNvSpPr/>
          <p:nvPr/>
        </p:nvSpPr>
        <p:spPr>
          <a:xfrm>
            <a:off x="3099816" y="1819656"/>
            <a:ext cx="2743200" cy="137160"/>
          </a:xfrm>
          <a:prstGeom prst="rect">
            <a:avLst/>
          </a:prstGeom>
          <a:noFill/>
          <a:ln/>
        </p:spPr>
        <p:txBody>
          <a:bodyPr wrap="square" lIns="0" tIns="0" rIns="0" bIns="0" rtlCol="0" anchor="ctr"/>
          <a:lstStyle/>
          <a:p>
            <a:pPr marL="0" indent="0">
              <a:buNone/>
            </a:pPr>
            <a:r>
              <a:rPr lang="es-419" sz="850" b="1" kern="0" spc="100" noProof="0" dirty="0">
                <a:solidFill>
                  <a:srgbClr val="A8C0D8"/>
                </a:solidFill>
                <a:latin typeface="Montserrat" pitchFamily="34" charset="0"/>
                <a:ea typeface="Montserrat" pitchFamily="34" charset="-122"/>
                <a:cs typeface="Montserrat" pitchFamily="34" charset="-120"/>
              </a:rPr>
              <a:t>[ESTADO DEL PROYECTO]</a:t>
            </a:r>
            <a:endParaRPr lang="es-419" sz="850" noProof="0" dirty="0"/>
          </a:p>
        </p:txBody>
      </p:sp>
      <p:sp>
        <p:nvSpPr>
          <p:cNvPr id="19" name="Shape 16">
            <a:extLst>
              <a:ext uri="{FF2B5EF4-FFF2-40B4-BE49-F238E27FC236}">
                <a16:creationId xmlns:a16="http://schemas.microsoft.com/office/drawing/2014/main" id="{22A11456-5596-B0FF-7FB1-C78F926CA04A}"/>
              </a:ext>
            </a:extLst>
          </p:cNvPr>
          <p:cNvSpPr/>
          <p:nvPr/>
        </p:nvSpPr>
        <p:spPr>
          <a:xfrm>
            <a:off x="2944368" y="2057400"/>
            <a:ext cx="25603" cy="658368"/>
          </a:xfrm>
          <a:prstGeom prst="rect">
            <a:avLst/>
          </a:prstGeom>
          <a:solidFill>
            <a:srgbClr val="A8C0D8"/>
          </a:solidFill>
          <a:ln w="12700">
            <a:solidFill>
              <a:srgbClr val="A8C0D8"/>
            </a:solidFill>
            <a:prstDash val="solid"/>
          </a:ln>
        </p:spPr>
        <p:txBody>
          <a:bodyPr/>
          <a:lstStyle/>
          <a:p>
            <a:endParaRPr lang="es-419" noProof="0" dirty="0"/>
          </a:p>
        </p:txBody>
      </p:sp>
      <p:sp>
        <p:nvSpPr>
          <p:cNvPr id="20" name="Text 17">
            <a:extLst>
              <a:ext uri="{FF2B5EF4-FFF2-40B4-BE49-F238E27FC236}">
                <a16:creationId xmlns:a16="http://schemas.microsoft.com/office/drawing/2014/main" id="{4CBCFAF9-3985-748A-164F-697EDFF91801}"/>
              </a:ext>
            </a:extLst>
          </p:cNvPr>
          <p:cNvSpPr/>
          <p:nvPr/>
        </p:nvSpPr>
        <p:spPr>
          <a:xfrm>
            <a:off x="3035808" y="2057400"/>
            <a:ext cx="5925312" cy="658368"/>
          </a:xfrm>
          <a:prstGeom prst="rect">
            <a:avLst/>
          </a:prstGeom>
          <a:noFill/>
          <a:ln/>
        </p:spPr>
        <p:txBody>
          <a:bodyPr wrap="square" rtlCol="0" anchor="ctr"/>
          <a:lstStyle/>
          <a:p>
            <a:pPr marL="0" indent="0">
              <a:buNone/>
            </a:pPr>
            <a:r>
              <a:rPr lang="es-419" sz="950" i="1" noProof="0" dirty="0">
                <a:solidFill>
                  <a:srgbClr val="A8BDD0"/>
                </a:solidFill>
                <a:latin typeface="Montserrat" pitchFamily="34" charset="0"/>
                <a:ea typeface="Montserrat" pitchFamily="34" charset="-122"/>
                <a:cs typeface="Montserrat" pitchFamily="34" charset="-120"/>
              </a:rPr>
              <a:t>Describa aquí el avance semanal, actividades realizadas,</a:t>
            </a:r>
            <a:endParaRPr lang="es-419" sz="950" noProof="0" dirty="0"/>
          </a:p>
          <a:p>
            <a:pPr marL="0" indent="0">
              <a:buNone/>
            </a:pPr>
            <a:r>
              <a:rPr lang="es-419" sz="950" i="1" noProof="0" dirty="0">
                <a:solidFill>
                  <a:srgbClr val="A8BDD0"/>
                </a:solidFill>
                <a:latin typeface="Montserrat" pitchFamily="34" charset="0"/>
                <a:ea typeface="Montserrat" pitchFamily="34" charset="-122"/>
                <a:cs typeface="Montserrat" pitchFamily="34" charset="-120"/>
              </a:rPr>
              <a:t>pagos, documentación o incidencias del proyecto.</a:t>
            </a:r>
            <a:endParaRPr lang="es-419" sz="950" noProof="0" dirty="0"/>
          </a:p>
        </p:txBody>
      </p:sp>
      <p:sp>
        <p:nvSpPr>
          <p:cNvPr id="21" name="Text 18">
            <a:extLst>
              <a:ext uri="{FF2B5EF4-FFF2-40B4-BE49-F238E27FC236}">
                <a16:creationId xmlns:a16="http://schemas.microsoft.com/office/drawing/2014/main" id="{FCF7E17C-0418-D494-5FD3-4B85D6263539}"/>
              </a:ext>
            </a:extLst>
          </p:cNvPr>
          <p:cNvSpPr/>
          <p:nvPr/>
        </p:nvSpPr>
        <p:spPr>
          <a:xfrm>
            <a:off x="2944368" y="2834640"/>
            <a:ext cx="1828800" cy="164592"/>
          </a:xfrm>
          <a:prstGeom prst="rect">
            <a:avLst/>
          </a:prstGeom>
          <a:noFill/>
          <a:ln/>
        </p:spPr>
        <p:txBody>
          <a:bodyPr wrap="square" lIns="0" tIns="0" rIns="0" bIns="0" rtlCol="0" anchor="ctr"/>
          <a:lstStyle/>
          <a:p>
            <a:pPr marL="0" indent="0">
              <a:buNone/>
            </a:pPr>
            <a:r>
              <a:rPr lang="es-419" sz="650" b="1" kern="0" spc="250" noProof="0" dirty="0">
                <a:solidFill>
                  <a:srgbClr val="EB6C01"/>
                </a:solidFill>
                <a:latin typeface="Montserrat" pitchFamily="34" charset="0"/>
                <a:ea typeface="Montserrat" pitchFamily="34" charset="-122"/>
                <a:cs typeface="Montserrat" pitchFamily="34" charset="-120"/>
              </a:rPr>
              <a:t>FOTOGRAFÍAS DE AVANCE</a:t>
            </a:r>
            <a:endParaRPr lang="es-419" sz="650" noProof="0" dirty="0"/>
          </a:p>
        </p:txBody>
      </p:sp>
      <p:sp>
        <p:nvSpPr>
          <p:cNvPr id="22" name="Shape 19">
            <a:extLst>
              <a:ext uri="{FF2B5EF4-FFF2-40B4-BE49-F238E27FC236}">
                <a16:creationId xmlns:a16="http://schemas.microsoft.com/office/drawing/2014/main" id="{E1E93451-5178-D6AE-56A2-26931B82C767}"/>
              </a:ext>
            </a:extLst>
          </p:cNvPr>
          <p:cNvSpPr/>
          <p:nvPr/>
        </p:nvSpPr>
        <p:spPr>
          <a:xfrm>
            <a:off x="2944368" y="3008376"/>
            <a:ext cx="1481328" cy="16459"/>
          </a:xfrm>
          <a:prstGeom prst="rect">
            <a:avLst/>
          </a:prstGeom>
          <a:solidFill>
            <a:srgbClr val="EB6C01"/>
          </a:solidFill>
          <a:ln w="12700">
            <a:solidFill>
              <a:srgbClr val="EB6C01"/>
            </a:solidFill>
            <a:prstDash val="solid"/>
          </a:ln>
        </p:spPr>
        <p:txBody>
          <a:bodyPr/>
          <a:lstStyle/>
          <a:p>
            <a:endParaRPr lang="es-419" noProof="0" dirty="0"/>
          </a:p>
        </p:txBody>
      </p:sp>
      <p:sp>
        <p:nvSpPr>
          <p:cNvPr id="23" name="Shape 20">
            <a:extLst>
              <a:ext uri="{FF2B5EF4-FFF2-40B4-BE49-F238E27FC236}">
                <a16:creationId xmlns:a16="http://schemas.microsoft.com/office/drawing/2014/main" id="{4566E5B3-BC37-4739-05A5-61D9FA2DA6BB}"/>
              </a:ext>
            </a:extLst>
          </p:cNvPr>
          <p:cNvSpPr/>
          <p:nvPr/>
        </p:nvSpPr>
        <p:spPr>
          <a:xfrm>
            <a:off x="2944368"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24" name="Image 1" descr="preencoded.png">
            <a:extLst>
              <a:ext uri="{FF2B5EF4-FFF2-40B4-BE49-F238E27FC236}">
                <a16:creationId xmlns:a16="http://schemas.microsoft.com/office/drawing/2014/main" id="{3B89A7F3-3DF0-A19C-1427-BFDCFD31AE0F}"/>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797808" y="3593592"/>
            <a:ext cx="256032" cy="256032"/>
          </a:xfrm>
          <a:prstGeom prst="rect">
            <a:avLst/>
          </a:prstGeom>
        </p:spPr>
      </p:pic>
      <p:sp>
        <p:nvSpPr>
          <p:cNvPr id="25" name="Text 21">
            <a:extLst>
              <a:ext uri="{FF2B5EF4-FFF2-40B4-BE49-F238E27FC236}">
                <a16:creationId xmlns:a16="http://schemas.microsoft.com/office/drawing/2014/main" id="{84AD388C-9797-DE16-4227-F40C3D2B3B52}"/>
              </a:ext>
            </a:extLst>
          </p:cNvPr>
          <p:cNvSpPr/>
          <p:nvPr/>
        </p:nvSpPr>
        <p:spPr>
          <a:xfrm>
            <a:off x="2944368"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26" name="Shape 22">
            <a:extLst>
              <a:ext uri="{FF2B5EF4-FFF2-40B4-BE49-F238E27FC236}">
                <a16:creationId xmlns:a16="http://schemas.microsoft.com/office/drawing/2014/main" id="{1C4052DE-1B9B-9D4F-40CF-FDA653A3682D}"/>
              </a:ext>
            </a:extLst>
          </p:cNvPr>
          <p:cNvSpPr/>
          <p:nvPr/>
        </p:nvSpPr>
        <p:spPr>
          <a:xfrm>
            <a:off x="4980432"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27" name="Image 2" descr="preencoded.png">
            <a:extLst>
              <a:ext uri="{FF2B5EF4-FFF2-40B4-BE49-F238E27FC236}">
                <a16:creationId xmlns:a16="http://schemas.microsoft.com/office/drawing/2014/main" id="{D9224DDA-FB87-98E4-8435-F492F654CEAD}"/>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833872" y="3593592"/>
            <a:ext cx="256032" cy="256032"/>
          </a:xfrm>
          <a:prstGeom prst="rect">
            <a:avLst/>
          </a:prstGeom>
        </p:spPr>
      </p:pic>
      <p:sp>
        <p:nvSpPr>
          <p:cNvPr id="28" name="Text 23">
            <a:extLst>
              <a:ext uri="{FF2B5EF4-FFF2-40B4-BE49-F238E27FC236}">
                <a16:creationId xmlns:a16="http://schemas.microsoft.com/office/drawing/2014/main" id="{AD79C8E3-B1F9-7B51-0F04-8671133D4E47}"/>
              </a:ext>
            </a:extLst>
          </p:cNvPr>
          <p:cNvSpPr/>
          <p:nvPr/>
        </p:nvSpPr>
        <p:spPr>
          <a:xfrm>
            <a:off x="4980432"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29" name="Shape 24">
            <a:extLst>
              <a:ext uri="{FF2B5EF4-FFF2-40B4-BE49-F238E27FC236}">
                <a16:creationId xmlns:a16="http://schemas.microsoft.com/office/drawing/2014/main" id="{39266ADE-D77B-910B-C86F-B8C9BA77DAF6}"/>
              </a:ext>
            </a:extLst>
          </p:cNvPr>
          <p:cNvSpPr/>
          <p:nvPr/>
        </p:nvSpPr>
        <p:spPr>
          <a:xfrm>
            <a:off x="7016496"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30" name="Image 3" descr="preencoded.png">
            <a:extLst>
              <a:ext uri="{FF2B5EF4-FFF2-40B4-BE49-F238E27FC236}">
                <a16:creationId xmlns:a16="http://schemas.microsoft.com/office/drawing/2014/main" id="{AA393423-6055-2275-8D58-9D9F984B129C}"/>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7869936" y="3593592"/>
            <a:ext cx="256032" cy="256032"/>
          </a:xfrm>
          <a:prstGeom prst="rect">
            <a:avLst/>
          </a:prstGeom>
        </p:spPr>
      </p:pic>
      <p:sp>
        <p:nvSpPr>
          <p:cNvPr id="31" name="Text 25">
            <a:extLst>
              <a:ext uri="{FF2B5EF4-FFF2-40B4-BE49-F238E27FC236}">
                <a16:creationId xmlns:a16="http://schemas.microsoft.com/office/drawing/2014/main" id="{9F97CA19-2DB5-B4AE-8BC6-9FD8CF67B878}"/>
              </a:ext>
            </a:extLst>
          </p:cNvPr>
          <p:cNvSpPr/>
          <p:nvPr/>
        </p:nvSpPr>
        <p:spPr>
          <a:xfrm>
            <a:off x="7016496"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32" name="Shape 26">
            <a:extLst>
              <a:ext uri="{FF2B5EF4-FFF2-40B4-BE49-F238E27FC236}">
                <a16:creationId xmlns:a16="http://schemas.microsoft.com/office/drawing/2014/main" id="{23CEB2A1-7656-2717-26D9-971614CC2665}"/>
              </a:ext>
            </a:extLst>
          </p:cNvPr>
          <p:cNvSpPr/>
          <p:nvPr/>
        </p:nvSpPr>
        <p:spPr>
          <a:xfrm>
            <a:off x="0" y="4873752"/>
            <a:ext cx="9144000" cy="269748"/>
          </a:xfrm>
          <a:prstGeom prst="rect">
            <a:avLst/>
          </a:prstGeom>
          <a:solidFill>
            <a:srgbClr val="1A3464"/>
          </a:solidFill>
          <a:ln w="12700">
            <a:solidFill>
              <a:srgbClr val="1A3464"/>
            </a:solidFill>
            <a:prstDash val="solid"/>
          </a:ln>
        </p:spPr>
        <p:txBody>
          <a:bodyPr/>
          <a:lstStyle/>
          <a:p>
            <a:endParaRPr lang="es-419" noProof="0" dirty="0"/>
          </a:p>
        </p:txBody>
      </p:sp>
      <p:sp>
        <p:nvSpPr>
          <p:cNvPr id="33" name="Text 27">
            <a:extLst>
              <a:ext uri="{FF2B5EF4-FFF2-40B4-BE49-F238E27FC236}">
                <a16:creationId xmlns:a16="http://schemas.microsoft.com/office/drawing/2014/main" id="{5E030102-604B-7A51-DF3F-D529330C747E}"/>
              </a:ext>
            </a:extLst>
          </p:cNvPr>
          <p:cNvSpPr/>
          <p:nvPr/>
        </p:nvSpPr>
        <p:spPr>
          <a:xfrm>
            <a:off x="384048" y="4901184"/>
            <a:ext cx="5029200" cy="182880"/>
          </a:xfrm>
          <a:prstGeom prst="rect">
            <a:avLst/>
          </a:prstGeom>
          <a:noFill/>
          <a:ln/>
        </p:spPr>
        <p:txBody>
          <a:bodyPr wrap="square" lIns="0" tIns="0" rIns="0" bIns="0" rtlCol="0" anchor="ctr"/>
          <a:lstStyle/>
          <a:p>
            <a:pPr marL="0" indent="0">
              <a:buNone/>
            </a:pPr>
            <a:r>
              <a:rPr lang="es-419" sz="700" kern="0" spc="150" noProof="0" dirty="0">
                <a:solidFill>
                  <a:srgbClr val="8FAECB"/>
                </a:solidFill>
                <a:latin typeface="Montserrat" pitchFamily="34" charset="0"/>
                <a:ea typeface="Montserrat" pitchFamily="34" charset="-122"/>
                <a:cs typeface="Montserrat" pitchFamily="34" charset="-120"/>
              </a:rPr>
              <a:t>COORDINACIÓN DE OBRAS Y MANTENIMIENTO RCMA</a:t>
            </a:r>
            <a:endParaRPr lang="es-419" sz="700" noProof="0" dirty="0"/>
          </a:p>
        </p:txBody>
      </p:sp>
      <p:sp>
        <p:nvSpPr>
          <p:cNvPr id="34" name="Shape 28">
            <a:extLst>
              <a:ext uri="{FF2B5EF4-FFF2-40B4-BE49-F238E27FC236}">
                <a16:creationId xmlns:a16="http://schemas.microsoft.com/office/drawing/2014/main" id="{34BB0B2A-8415-4C12-A324-3843606C7419}"/>
              </a:ext>
            </a:extLst>
          </p:cNvPr>
          <p:cNvSpPr/>
          <p:nvPr/>
        </p:nvSpPr>
        <p:spPr>
          <a:xfrm>
            <a:off x="5559552" y="4974336"/>
            <a:ext cx="5486" cy="100584"/>
          </a:xfrm>
          <a:prstGeom prst="rect">
            <a:avLst/>
          </a:prstGeom>
          <a:solidFill>
            <a:srgbClr val="8FAECB"/>
          </a:solidFill>
          <a:ln w="12700">
            <a:solidFill>
              <a:srgbClr val="8FAECB"/>
            </a:solidFill>
            <a:prstDash val="solid"/>
          </a:ln>
        </p:spPr>
        <p:txBody>
          <a:bodyPr/>
          <a:lstStyle/>
          <a:p>
            <a:endParaRPr lang="es-419" noProof="0" dirty="0"/>
          </a:p>
        </p:txBody>
      </p:sp>
      <p:sp>
        <p:nvSpPr>
          <p:cNvPr id="35" name="Text 29">
            <a:extLst>
              <a:ext uri="{FF2B5EF4-FFF2-40B4-BE49-F238E27FC236}">
                <a16:creationId xmlns:a16="http://schemas.microsoft.com/office/drawing/2014/main" id="{A491DAC0-1D54-81EE-0F8D-E0A6AEFFA475}"/>
              </a:ext>
            </a:extLst>
          </p:cNvPr>
          <p:cNvSpPr/>
          <p:nvPr/>
        </p:nvSpPr>
        <p:spPr>
          <a:xfrm>
            <a:off x="5650992" y="4901184"/>
            <a:ext cx="2286000" cy="182880"/>
          </a:xfrm>
          <a:prstGeom prst="rect">
            <a:avLst/>
          </a:prstGeom>
          <a:noFill/>
          <a:ln/>
        </p:spPr>
        <p:txBody>
          <a:bodyPr wrap="square" lIns="0" tIns="0" rIns="0" bIns="0" rtlCol="0" anchor="ctr"/>
          <a:lstStyle/>
          <a:p>
            <a:pPr marL="0" indent="0">
              <a:buNone/>
            </a:pPr>
            <a:r>
              <a:rPr lang="es-419" sz="700" kern="0" spc="150" noProof="0" dirty="0">
                <a:solidFill>
                  <a:srgbClr val="8FAECB"/>
                </a:solidFill>
                <a:latin typeface="Montserrat" pitchFamily="34" charset="0"/>
                <a:ea typeface="Montserrat" pitchFamily="34" charset="-122"/>
                <a:cs typeface="Montserrat" pitchFamily="34" charset="-120"/>
              </a:rPr>
              <a:t>Mano Amiga</a:t>
            </a:r>
            <a:endParaRPr lang="es-419" sz="700" noProof="0" dirty="0"/>
          </a:p>
        </p:txBody>
      </p:sp>
      <p:sp>
        <p:nvSpPr>
          <p:cNvPr id="43" name="Forma libre: forma 42">
            <a:extLst>
              <a:ext uri="{FF2B5EF4-FFF2-40B4-BE49-F238E27FC236}">
                <a16:creationId xmlns:a16="http://schemas.microsoft.com/office/drawing/2014/main" id="{AC7587A5-7BDD-041B-6CAC-4B8F293F444F}"/>
              </a:ext>
            </a:extLst>
          </p:cNvPr>
          <p:cNvSpPr/>
          <p:nvPr/>
        </p:nvSpPr>
        <p:spPr>
          <a:xfrm>
            <a:off x="1596105" y="2222074"/>
            <a:ext cx="193086" cy="261624"/>
          </a:xfrm>
          <a:custGeom>
            <a:avLst/>
            <a:gdLst>
              <a:gd name="csX0" fmla="*/ 47363 w 193086"/>
              <a:gd name="csY0" fmla="*/ 258865 h 261624"/>
              <a:gd name="csX1" fmla="*/ 34066 w 193086"/>
              <a:gd name="csY1" fmla="*/ 253627 h 261624"/>
              <a:gd name="csX2" fmla="*/ 25677 w 193086"/>
              <a:gd name="csY2" fmla="*/ 249703 h 261624"/>
              <a:gd name="csX3" fmla="*/ 12838 w 193086"/>
              <a:gd name="csY3" fmla="*/ 237813 h 261624"/>
              <a:gd name="csX4" fmla="*/ 0 w 193086"/>
              <a:gd name="csY4" fmla="*/ 228023 h 261624"/>
              <a:gd name="csX5" fmla="*/ 10590 w 193086"/>
              <a:gd name="csY5" fmla="*/ 222007 h 261624"/>
              <a:gd name="csX6" fmla="*/ 24311 w 193086"/>
              <a:gd name="csY6" fmla="*/ 218591 h 261624"/>
              <a:gd name="csX7" fmla="*/ 30840 w 193086"/>
              <a:gd name="csY7" fmla="*/ 210994 h 261624"/>
              <a:gd name="csX8" fmla="*/ 34002 w 193086"/>
              <a:gd name="csY8" fmla="*/ 201034 h 261624"/>
              <a:gd name="csX9" fmla="*/ 34055 w 193086"/>
              <a:gd name="csY9" fmla="*/ 192894 h 261624"/>
              <a:gd name="csX10" fmla="*/ 33474 w 193086"/>
              <a:gd name="csY10" fmla="*/ 186352 h 261624"/>
              <a:gd name="csX11" fmla="*/ 36002 w 193086"/>
              <a:gd name="csY11" fmla="*/ 155255 h 261624"/>
              <a:gd name="csX12" fmla="*/ 40814 w 193086"/>
              <a:gd name="csY12" fmla="*/ 125721 h 261624"/>
              <a:gd name="csX13" fmla="*/ 52906 w 193086"/>
              <a:gd name="csY13" fmla="*/ 136226 h 261624"/>
              <a:gd name="csX14" fmla="*/ 67584 w 193086"/>
              <a:gd name="csY14" fmla="*/ 150557 h 261624"/>
              <a:gd name="csX15" fmla="*/ 85050 w 193086"/>
              <a:gd name="csY15" fmla="*/ 148575 h 261624"/>
              <a:gd name="csX16" fmla="*/ 92615 w 193086"/>
              <a:gd name="csY16" fmla="*/ 147623 h 261624"/>
              <a:gd name="csX17" fmla="*/ 103162 w 193086"/>
              <a:gd name="csY17" fmla="*/ 143713 h 261624"/>
              <a:gd name="csX18" fmla="*/ 110991 w 193086"/>
              <a:gd name="csY18" fmla="*/ 139409 h 261624"/>
              <a:gd name="csX19" fmla="*/ 118857 w 193086"/>
              <a:gd name="csY19" fmla="*/ 137039 h 261624"/>
              <a:gd name="csX20" fmla="*/ 114946 w 193086"/>
              <a:gd name="csY20" fmla="*/ 126979 h 261624"/>
              <a:gd name="csX21" fmla="*/ 104278 w 193086"/>
              <a:gd name="csY21" fmla="*/ 120558 h 261624"/>
              <a:gd name="csX22" fmla="*/ 100539 w 193086"/>
              <a:gd name="csY22" fmla="*/ 116814 h 261624"/>
              <a:gd name="csX23" fmla="*/ 87769 w 193086"/>
              <a:gd name="csY23" fmla="*/ 107211 h 261624"/>
              <a:gd name="csX24" fmla="*/ 75649 w 193086"/>
              <a:gd name="csY24" fmla="*/ 82459 h 261624"/>
              <a:gd name="csX25" fmla="*/ 81162 w 193086"/>
              <a:gd name="csY25" fmla="*/ 66581 h 261624"/>
              <a:gd name="csX26" fmla="*/ 76956 w 193086"/>
              <a:gd name="csY26" fmla="*/ 53086 h 261624"/>
              <a:gd name="csX27" fmla="*/ 74281 w 193086"/>
              <a:gd name="csY27" fmla="*/ 48335 h 261624"/>
              <a:gd name="csX28" fmla="*/ 98388 w 193086"/>
              <a:gd name="csY28" fmla="*/ 21931 h 261624"/>
              <a:gd name="csX29" fmla="*/ 99033 w 193086"/>
              <a:gd name="csY29" fmla="*/ 12782 h 261624"/>
              <a:gd name="csX30" fmla="*/ 112340 w 193086"/>
              <a:gd name="csY30" fmla="*/ 234 h 261624"/>
              <a:gd name="csX31" fmla="*/ 115367 w 193086"/>
              <a:gd name="csY31" fmla="*/ 7384 h 261624"/>
              <a:gd name="csX32" fmla="*/ 123019 w 193086"/>
              <a:gd name="csY32" fmla="*/ 18442 h 261624"/>
              <a:gd name="csX33" fmla="*/ 122268 w 193086"/>
              <a:gd name="csY33" fmla="*/ 30221 h 261624"/>
              <a:gd name="csX34" fmla="*/ 113949 w 193086"/>
              <a:gd name="csY34" fmla="*/ 45287 h 261624"/>
              <a:gd name="csX35" fmla="*/ 120402 w 193086"/>
              <a:gd name="csY35" fmla="*/ 65276 h 261624"/>
              <a:gd name="csX36" fmla="*/ 138506 w 193086"/>
              <a:gd name="csY36" fmla="*/ 64867 h 261624"/>
              <a:gd name="csX37" fmla="*/ 143345 w 193086"/>
              <a:gd name="csY37" fmla="*/ 58224 h 261624"/>
              <a:gd name="csX38" fmla="*/ 152274 w 193086"/>
              <a:gd name="csY38" fmla="*/ 62931 h 261624"/>
              <a:gd name="csX39" fmla="*/ 162130 w 193086"/>
              <a:gd name="csY39" fmla="*/ 68135 h 261624"/>
              <a:gd name="csX40" fmla="*/ 158059 w 193086"/>
              <a:gd name="csY40" fmla="*/ 75879 h 261624"/>
              <a:gd name="csX41" fmla="*/ 142387 w 193086"/>
              <a:gd name="csY41" fmla="*/ 123139 h 261624"/>
              <a:gd name="csX42" fmla="*/ 161574 w 193086"/>
              <a:gd name="csY42" fmla="*/ 140138 h 261624"/>
              <a:gd name="csX43" fmla="*/ 162505 w 193086"/>
              <a:gd name="csY43" fmla="*/ 150542 h 261624"/>
              <a:gd name="csX44" fmla="*/ 151065 w 193086"/>
              <a:gd name="csY44" fmla="*/ 162165 h 261624"/>
              <a:gd name="csX45" fmla="*/ 147000 w 193086"/>
              <a:gd name="csY45" fmla="*/ 176069 h 261624"/>
              <a:gd name="csX46" fmla="*/ 151074 w 193086"/>
              <a:gd name="csY46" fmla="*/ 198795 h 261624"/>
              <a:gd name="csX47" fmla="*/ 161382 w 193086"/>
              <a:gd name="csY47" fmla="*/ 209212 h 261624"/>
              <a:gd name="csX48" fmla="*/ 180801 w 193086"/>
              <a:gd name="csY48" fmla="*/ 215310 h 261624"/>
              <a:gd name="csX49" fmla="*/ 191062 w 193086"/>
              <a:gd name="csY49" fmla="*/ 220266 h 261624"/>
              <a:gd name="csX50" fmla="*/ 186266 w 193086"/>
              <a:gd name="csY50" fmla="*/ 234411 h 261624"/>
              <a:gd name="csX51" fmla="*/ 146648 w 193086"/>
              <a:gd name="csY51" fmla="*/ 241973 h 261624"/>
              <a:gd name="csX52" fmla="*/ 130308 w 193086"/>
              <a:gd name="csY52" fmla="*/ 244333 h 261624"/>
              <a:gd name="csX53" fmla="*/ 120069 w 193086"/>
              <a:gd name="csY53" fmla="*/ 230760 h 261624"/>
              <a:gd name="csX54" fmla="*/ 99204 w 193086"/>
              <a:gd name="csY54" fmla="*/ 236809 h 261624"/>
              <a:gd name="csX55" fmla="*/ 99051 w 193086"/>
              <a:gd name="csY55" fmla="*/ 250983 h 261624"/>
              <a:gd name="csX56" fmla="*/ 92202 w 193086"/>
              <a:gd name="csY56" fmla="*/ 257021 h 261624"/>
              <a:gd name="csX57" fmla="*/ 61602 w 193086"/>
              <a:gd name="csY57" fmla="*/ 257374 h 261624"/>
              <a:gd name="csX58" fmla="*/ 47363 w 193086"/>
              <a:gd name="csY58" fmla="*/ 258865 h 2616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Lst>
            <a:rect l="l" t="t" r="r" b="b"/>
            <a:pathLst>
              <a:path w="193086" h="261624">
                <a:moveTo>
                  <a:pt x="47363" y="258865"/>
                </a:moveTo>
                <a:cubicBezTo>
                  <a:pt x="44664" y="256988"/>
                  <a:pt x="38681" y="254631"/>
                  <a:pt x="34066" y="253627"/>
                </a:cubicBezTo>
                <a:cubicBezTo>
                  <a:pt x="29452" y="252623"/>
                  <a:pt x="25677" y="250857"/>
                  <a:pt x="25677" y="249703"/>
                </a:cubicBezTo>
                <a:cubicBezTo>
                  <a:pt x="25677" y="248548"/>
                  <a:pt x="19899" y="243198"/>
                  <a:pt x="12838" y="237813"/>
                </a:cubicBezTo>
                <a:lnTo>
                  <a:pt x="0" y="228023"/>
                </a:lnTo>
                <a:lnTo>
                  <a:pt x="10590" y="222007"/>
                </a:lnTo>
                <a:cubicBezTo>
                  <a:pt x="17972" y="217814"/>
                  <a:pt x="22129" y="216779"/>
                  <a:pt x="24311" y="218591"/>
                </a:cubicBezTo>
                <a:cubicBezTo>
                  <a:pt x="28477" y="222048"/>
                  <a:pt x="30840" y="219299"/>
                  <a:pt x="30840" y="210994"/>
                </a:cubicBezTo>
                <a:cubicBezTo>
                  <a:pt x="30840" y="207256"/>
                  <a:pt x="32263" y="202774"/>
                  <a:pt x="34002" y="201034"/>
                </a:cubicBezTo>
                <a:cubicBezTo>
                  <a:pt x="36474" y="198562"/>
                  <a:pt x="36486" y="196787"/>
                  <a:pt x="34055" y="192894"/>
                </a:cubicBezTo>
                <a:cubicBezTo>
                  <a:pt x="32093" y="189753"/>
                  <a:pt x="31879" y="187338"/>
                  <a:pt x="33474" y="186352"/>
                </a:cubicBezTo>
                <a:cubicBezTo>
                  <a:pt x="34886" y="185479"/>
                  <a:pt x="36002" y="171748"/>
                  <a:pt x="36002" y="155255"/>
                </a:cubicBezTo>
                <a:cubicBezTo>
                  <a:pt x="36002" y="128160"/>
                  <a:pt x="36400" y="125721"/>
                  <a:pt x="40814" y="125721"/>
                </a:cubicBezTo>
                <a:cubicBezTo>
                  <a:pt x="43528" y="125721"/>
                  <a:pt x="48800" y="130301"/>
                  <a:pt x="52906" y="136226"/>
                </a:cubicBezTo>
                <a:cubicBezTo>
                  <a:pt x="56911" y="142004"/>
                  <a:pt x="63516" y="148453"/>
                  <a:pt x="67584" y="150557"/>
                </a:cubicBezTo>
                <a:cubicBezTo>
                  <a:pt x="75108" y="154448"/>
                  <a:pt x="85050" y="153319"/>
                  <a:pt x="85050" y="148575"/>
                </a:cubicBezTo>
                <a:cubicBezTo>
                  <a:pt x="85050" y="147029"/>
                  <a:pt x="88138" y="146640"/>
                  <a:pt x="92615" y="147623"/>
                </a:cubicBezTo>
                <a:cubicBezTo>
                  <a:pt x="98706" y="148961"/>
                  <a:pt x="100761" y="148199"/>
                  <a:pt x="103162" y="143713"/>
                </a:cubicBezTo>
                <a:cubicBezTo>
                  <a:pt x="105115" y="140063"/>
                  <a:pt x="107816" y="138578"/>
                  <a:pt x="110991" y="139409"/>
                </a:cubicBezTo>
                <a:cubicBezTo>
                  <a:pt x="113656" y="140106"/>
                  <a:pt x="117196" y="139039"/>
                  <a:pt x="118857" y="137039"/>
                </a:cubicBezTo>
                <a:cubicBezTo>
                  <a:pt x="121254" y="134150"/>
                  <a:pt x="120449" y="132080"/>
                  <a:pt x="114946" y="126979"/>
                </a:cubicBezTo>
                <a:cubicBezTo>
                  <a:pt x="111135" y="123448"/>
                  <a:pt x="106335" y="120558"/>
                  <a:pt x="104278" y="120558"/>
                </a:cubicBezTo>
                <a:cubicBezTo>
                  <a:pt x="102221" y="120558"/>
                  <a:pt x="100539" y="118873"/>
                  <a:pt x="100539" y="116814"/>
                </a:cubicBezTo>
                <a:cubicBezTo>
                  <a:pt x="100539" y="114754"/>
                  <a:pt x="94792" y="110433"/>
                  <a:pt x="87769" y="107211"/>
                </a:cubicBezTo>
                <a:cubicBezTo>
                  <a:pt x="73337" y="100591"/>
                  <a:pt x="69935" y="93642"/>
                  <a:pt x="75649" y="82459"/>
                </a:cubicBezTo>
                <a:cubicBezTo>
                  <a:pt x="77638" y="78567"/>
                  <a:pt x="80119" y="71422"/>
                  <a:pt x="81162" y="66581"/>
                </a:cubicBezTo>
                <a:cubicBezTo>
                  <a:pt x="82769" y="59128"/>
                  <a:pt x="82125" y="57061"/>
                  <a:pt x="76956" y="53086"/>
                </a:cubicBezTo>
                <a:cubicBezTo>
                  <a:pt x="73561" y="50475"/>
                  <a:pt x="72374" y="48366"/>
                  <a:pt x="74281" y="48335"/>
                </a:cubicBezTo>
                <a:cubicBezTo>
                  <a:pt x="79014" y="48255"/>
                  <a:pt x="97860" y="27614"/>
                  <a:pt x="98388" y="21931"/>
                </a:cubicBezTo>
                <a:cubicBezTo>
                  <a:pt x="98624" y="19384"/>
                  <a:pt x="98915" y="15267"/>
                  <a:pt x="99033" y="12782"/>
                </a:cubicBezTo>
                <a:cubicBezTo>
                  <a:pt x="99328" y="6580"/>
                  <a:pt x="107875" y="-1480"/>
                  <a:pt x="112340" y="234"/>
                </a:cubicBezTo>
                <a:cubicBezTo>
                  <a:pt x="114351" y="1006"/>
                  <a:pt x="115714" y="4223"/>
                  <a:pt x="115367" y="7384"/>
                </a:cubicBezTo>
                <a:cubicBezTo>
                  <a:pt x="114925" y="11414"/>
                  <a:pt x="117211" y="14717"/>
                  <a:pt x="123019" y="18442"/>
                </a:cubicBezTo>
                <a:cubicBezTo>
                  <a:pt x="132830" y="24734"/>
                  <a:pt x="132594" y="28432"/>
                  <a:pt x="122268" y="30221"/>
                </a:cubicBezTo>
                <a:cubicBezTo>
                  <a:pt x="115180" y="31449"/>
                  <a:pt x="114690" y="32336"/>
                  <a:pt x="113949" y="45287"/>
                </a:cubicBezTo>
                <a:cubicBezTo>
                  <a:pt x="113241" y="57646"/>
                  <a:pt x="113899" y="59682"/>
                  <a:pt x="120402" y="65276"/>
                </a:cubicBezTo>
                <a:cubicBezTo>
                  <a:pt x="129577" y="73166"/>
                  <a:pt x="132509" y="73100"/>
                  <a:pt x="138506" y="64867"/>
                </a:cubicBezTo>
                <a:lnTo>
                  <a:pt x="143345" y="58224"/>
                </a:lnTo>
                <a:lnTo>
                  <a:pt x="152274" y="62931"/>
                </a:lnTo>
                <a:cubicBezTo>
                  <a:pt x="157185" y="65520"/>
                  <a:pt x="161620" y="67861"/>
                  <a:pt x="162130" y="68135"/>
                </a:cubicBezTo>
                <a:cubicBezTo>
                  <a:pt x="162640" y="68408"/>
                  <a:pt x="160808" y="71893"/>
                  <a:pt x="158059" y="75879"/>
                </a:cubicBezTo>
                <a:cubicBezTo>
                  <a:pt x="151713" y="85081"/>
                  <a:pt x="141902" y="114664"/>
                  <a:pt x="142387" y="123139"/>
                </a:cubicBezTo>
                <a:cubicBezTo>
                  <a:pt x="142935" y="132744"/>
                  <a:pt x="146254" y="135684"/>
                  <a:pt x="161574" y="140138"/>
                </a:cubicBezTo>
                <a:cubicBezTo>
                  <a:pt x="177125" y="144659"/>
                  <a:pt x="177438" y="148154"/>
                  <a:pt x="162505" y="150542"/>
                </a:cubicBezTo>
                <a:cubicBezTo>
                  <a:pt x="152866" y="152083"/>
                  <a:pt x="147932" y="157096"/>
                  <a:pt x="151065" y="162165"/>
                </a:cubicBezTo>
                <a:cubicBezTo>
                  <a:pt x="151887" y="163495"/>
                  <a:pt x="150058" y="169752"/>
                  <a:pt x="147000" y="176069"/>
                </a:cubicBezTo>
                <a:cubicBezTo>
                  <a:pt x="140040" y="190447"/>
                  <a:pt x="141019" y="195911"/>
                  <a:pt x="151074" y="198795"/>
                </a:cubicBezTo>
                <a:cubicBezTo>
                  <a:pt x="156834" y="200447"/>
                  <a:pt x="159631" y="203274"/>
                  <a:pt x="161382" y="209212"/>
                </a:cubicBezTo>
                <a:cubicBezTo>
                  <a:pt x="163891" y="217725"/>
                  <a:pt x="167253" y="218781"/>
                  <a:pt x="180801" y="215310"/>
                </a:cubicBezTo>
                <a:cubicBezTo>
                  <a:pt x="186270" y="213909"/>
                  <a:pt x="188145" y="214815"/>
                  <a:pt x="191062" y="220266"/>
                </a:cubicBezTo>
                <a:cubicBezTo>
                  <a:pt x="194411" y="226524"/>
                  <a:pt x="194115" y="227399"/>
                  <a:pt x="186266" y="234411"/>
                </a:cubicBezTo>
                <a:cubicBezTo>
                  <a:pt x="177581" y="242171"/>
                  <a:pt x="173505" y="242950"/>
                  <a:pt x="146648" y="241973"/>
                </a:cubicBezTo>
                <a:cubicBezTo>
                  <a:pt x="138138" y="241664"/>
                  <a:pt x="131353" y="242644"/>
                  <a:pt x="130308" y="244333"/>
                </a:cubicBezTo>
                <a:cubicBezTo>
                  <a:pt x="127797" y="248397"/>
                  <a:pt x="118188" y="235660"/>
                  <a:pt x="120069" y="230760"/>
                </a:cubicBezTo>
                <a:cubicBezTo>
                  <a:pt x="124398" y="219478"/>
                  <a:pt x="105303" y="225013"/>
                  <a:pt x="99204" y="236809"/>
                </a:cubicBezTo>
                <a:cubicBezTo>
                  <a:pt x="95428" y="244110"/>
                  <a:pt x="95414" y="245432"/>
                  <a:pt x="99051" y="250983"/>
                </a:cubicBezTo>
                <a:cubicBezTo>
                  <a:pt x="103916" y="258408"/>
                  <a:pt x="100434" y="261478"/>
                  <a:pt x="92202" y="257021"/>
                </a:cubicBezTo>
                <a:cubicBezTo>
                  <a:pt x="83927" y="252540"/>
                  <a:pt x="66492" y="252742"/>
                  <a:pt x="61602" y="257374"/>
                </a:cubicBezTo>
                <a:cubicBezTo>
                  <a:pt x="56090" y="262596"/>
                  <a:pt x="53167" y="262902"/>
                  <a:pt x="47363" y="258865"/>
                </a:cubicBezTo>
                <a:close/>
              </a:path>
            </a:pathLst>
          </a:custGeom>
          <a:solidFill>
            <a:srgbClr val="B9B9B9"/>
          </a:solidFill>
          <a:ln w="5163" cap="flat">
            <a:noFill/>
            <a:prstDash val="solid"/>
            <a:miter/>
          </a:ln>
        </p:spPr>
        <p:txBody>
          <a:bodyPr/>
          <a:lstStyle/>
          <a:p>
            <a:endParaRPr lang="es-419" noProof="0" dirty="0"/>
          </a:p>
        </p:txBody>
      </p:sp>
      <p:sp>
        <p:nvSpPr>
          <p:cNvPr id="44" name="Forma libre: forma 43">
            <a:extLst>
              <a:ext uri="{FF2B5EF4-FFF2-40B4-BE49-F238E27FC236}">
                <a16:creationId xmlns:a16="http://schemas.microsoft.com/office/drawing/2014/main" id="{A8E6C572-2A13-28D6-8DBB-32723289CD91}"/>
              </a:ext>
            </a:extLst>
          </p:cNvPr>
          <p:cNvSpPr/>
          <p:nvPr/>
        </p:nvSpPr>
        <p:spPr>
          <a:xfrm>
            <a:off x="1103504" y="2345749"/>
            <a:ext cx="95653" cy="64838"/>
          </a:xfrm>
          <a:custGeom>
            <a:avLst/>
            <a:gdLst>
              <a:gd name="csX0" fmla="*/ 71219 w 95653"/>
              <a:gd name="csY0" fmla="*/ 62506 h 64838"/>
              <a:gd name="csX1" fmla="*/ 62655 w 95653"/>
              <a:gd name="csY1" fmla="*/ 53685 h 64838"/>
              <a:gd name="csX2" fmla="*/ 57443 w 95653"/>
              <a:gd name="csY2" fmla="*/ 48511 h 64838"/>
              <a:gd name="csX3" fmla="*/ 51242 w 95653"/>
              <a:gd name="csY3" fmla="*/ 43994 h 64838"/>
              <a:gd name="csX4" fmla="*/ 48532 w 95653"/>
              <a:gd name="csY4" fmla="*/ 43994 h 64838"/>
              <a:gd name="csX5" fmla="*/ 36926 w 95653"/>
              <a:gd name="csY5" fmla="*/ 44510 h 64838"/>
              <a:gd name="csX6" fmla="*/ 28785 w 95653"/>
              <a:gd name="csY6" fmla="*/ 36765 h 64838"/>
              <a:gd name="csX7" fmla="*/ 27076 w 95653"/>
              <a:gd name="csY7" fmla="*/ 32629 h 64838"/>
              <a:gd name="csX8" fmla="*/ 11500 w 95653"/>
              <a:gd name="csY8" fmla="*/ 28262 h 64838"/>
              <a:gd name="csX9" fmla="*/ 1174 w 95653"/>
              <a:gd name="csY9" fmla="*/ 25068 h 64838"/>
              <a:gd name="csX10" fmla="*/ 31004 w 95653"/>
              <a:gd name="csY10" fmla="*/ 14820 h 64838"/>
              <a:gd name="csX11" fmla="*/ 49970 w 95653"/>
              <a:gd name="csY11" fmla="*/ 6499 h 64838"/>
              <a:gd name="csX12" fmla="*/ 60293 w 95653"/>
              <a:gd name="csY12" fmla="*/ 3207 h 64838"/>
              <a:gd name="csX13" fmla="*/ 79487 w 95653"/>
              <a:gd name="csY13" fmla="*/ 1724 h 64838"/>
              <a:gd name="csX14" fmla="*/ 95469 w 95653"/>
              <a:gd name="csY14" fmla="*/ 24677 h 64838"/>
              <a:gd name="csX15" fmla="*/ 92590 w 95653"/>
              <a:gd name="csY15" fmla="*/ 45837 h 64838"/>
              <a:gd name="csX16" fmla="*/ 88748 w 95653"/>
              <a:gd name="csY16" fmla="*/ 52688 h 64838"/>
              <a:gd name="csX17" fmla="*/ 82592 w 95653"/>
              <a:gd name="csY17" fmla="*/ 62155 h 64838"/>
              <a:gd name="csX18" fmla="*/ 71219 w 95653"/>
              <a:gd name="csY18" fmla="*/ 62506 h 648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95653" h="64838">
                <a:moveTo>
                  <a:pt x="71219" y="62506"/>
                </a:moveTo>
                <a:cubicBezTo>
                  <a:pt x="67412" y="60499"/>
                  <a:pt x="63558" y="56530"/>
                  <a:pt x="62655" y="53685"/>
                </a:cubicBezTo>
                <a:cubicBezTo>
                  <a:pt x="61752" y="50839"/>
                  <a:pt x="59407" y="48511"/>
                  <a:pt x="57443" y="48511"/>
                </a:cubicBezTo>
                <a:cubicBezTo>
                  <a:pt x="55480" y="48511"/>
                  <a:pt x="52689" y="46478"/>
                  <a:pt x="51242" y="43994"/>
                </a:cubicBezTo>
                <a:cubicBezTo>
                  <a:pt x="48736" y="39691"/>
                  <a:pt x="48607" y="39691"/>
                  <a:pt x="48532" y="43994"/>
                </a:cubicBezTo>
                <a:cubicBezTo>
                  <a:pt x="48437" y="49469"/>
                  <a:pt x="48761" y="49455"/>
                  <a:pt x="36926" y="44510"/>
                </a:cubicBezTo>
                <a:cubicBezTo>
                  <a:pt x="30451" y="41804"/>
                  <a:pt x="27814" y="39296"/>
                  <a:pt x="28785" y="36765"/>
                </a:cubicBezTo>
                <a:cubicBezTo>
                  <a:pt x="29575" y="34707"/>
                  <a:pt x="28806" y="32846"/>
                  <a:pt x="27076" y="32629"/>
                </a:cubicBezTo>
                <a:cubicBezTo>
                  <a:pt x="21029" y="31874"/>
                  <a:pt x="18714" y="31225"/>
                  <a:pt x="11500" y="28262"/>
                </a:cubicBezTo>
                <a:cubicBezTo>
                  <a:pt x="7503" y="26621"/>
                  <a:pt x="2857" y="25183"/>
                  <a:pt x="1174" y="25068"/>
                </a:cubicBezTo>
                <a:cubicBezTo>
                  <a:pt x="-4949" y="24646"/>
                  <a:pt x="14045" y="18121"/>
                  <a:pt x="31004" y="14820"/>
                </a:cubicBezTo>
                <a:cubicBezTo>
                  <a:pt x="44060" y="12279"/>
                  <a:pt x="48794" y="10202"/>
                  <a:pt x="49970" y="6499"/>
                </a:cubicBezTo>
                <a:cubicBezTo>
                  <a:pt x="51256" y="2445"/>
                  <a:pt x="53098" y="1858"/>
                  <a:pt x="60293" y="3207"/>
                </a:cubicBezTo>
                <a:cubicBezTo>
                  <a:pt x="65110" y="4111"/>
                  <a:pt x="73747" y="3443"/>
                  <a:pt x="79487" y="1724"/>
                </a:cubicBezTo>
                <a:cubicBezTo>
                  <a:pt x="94315" y="-2719"/>
                  <a:pt x="96385" y="255"/>
                  <a:pt x="95469" y="24677"/>
                </a:cubicBezTo>
                <a:cubicBezTo>
                  <a:pt x="95060" y="35554"/>
                  <a:pt x="93765" y="45076"/>
                  <a:pt x="92590" y="45837"/>
                </a:cubicBezTo>
                <a:cubicBezTo>
                  <a:pt x="91414" y="46598"/>
                  <a:pt x="89686" y="49681"/>
                  <a:pt x="88748" y="52688"/>
                </a:cubicBezTo>
                <a:cubicBezTo>
                  <a:pt x="87811" y="55696"/>
                  <a:pt x="85041" y="59955"/>
                  <a:pt x="82592" y="62155"/>
                </a:cubicBezTo>
                <a:cubicBezTo>
                  <a:pt x="78702" y="65649"/>
                  <a:pt x="77268" y="65693"/>
                  <a:pt x="71219" y="62506"/>
                </a:cubicBezTo>
                <a:close/>
              </a:path>
            </a:pathLst>
          </a:custGeom>
          <a:solidFill>
            <a:srgbClr val="B9B9B9"/>
          </a:solidFill>
          <a:ln w="5163" cap="flat">
            <a:noFill/>
            <a:prstDash val="solid"/>
            <a:miter/>
          </a:ln>
        </p:spPr>
        <p:txBody>
          <a:bodyPr/>
          <a:lstStyle/>
          <a:p>
            <a:endParaRPr lang="es-419" noProof="0" dirty="0"/>
          </a:p>
        </p:txBody>
      </p:sp>
      <p:sp>
        <p:nvSpPr>
          <p:cNvPr id="45" name="Forma libre: forma 44">
            <a:extLst>
              <a:ext uri="{FF2B5EF4-FFF2-40B4-BE49-F238E27FC236}">
                <a16:creationId xmlns:a16="http://schemas.microsoft.com/office/drawing/2014/main" id="{F91EF466-4B12-60F1-7130-F123F29537DF}"/>
              </a:ext>
            </a:extLst>
          </p:cNvPr>
          <p:cNvSpPr/>
          <p:nvPr/>
        </p:nvSpPr>
        <p:spPr>
          <a:xfrm>
            <a:off x="1015863" y="2030672"/>
            <a:ext cx="364335" cy="362024"/>
          </a:xfrm>
          <a:custGeom>
            <a:avLst/>
            <a:gdLst>
              <a:gd name="csX0" fmla="*/ 185142 w 364335"/>
              <a:gd name="csY0" fmla="*/ 358570 h 362024"/>
              <a:gd name="csX1" fmla="*/ 187621 w 364335"/>
              <a:gd name="csY1" fmla="*/ 340898 h 362024"/>
              <a:gd name="csX2" fmla="*/ 186283 w 364335"/>
              <a:gd name="csY2" fmla="*/ 320178 h 362024"/>
              <a:gd name="csX3" fmla="*/ 182466 w 364335"/>
              <a:gd name="csY3" fmla="*/ 312528 h 362024"/>
              <a:gd name="csX4" fmla="*/ 160064 w 364335"/>
              <a:gd name="csY4" fmla="*/ 313164 h 362024"/>
              <a:gd name="csX5" fmla="*/ 135394 w 364335"/>
              <a:gd name="csY5" fmla="*/ 318882 h 362024"/>
              <a:gd name="csX6" fmla="*/ 107653 w 364335"/>
              <a:gd name="csY6" fmla="*/ 328620 h 362024"/>
              <a:gd name="csX7" fmla="*/ 77975 w 364335"/>
              <a:gd name="csY7" fmla="*/ 329071 h 362024"/>
              <a:gd name="csX8" fmla="*/ 69734 w 364335"/>
              <a:gd name="csY8" fmla="*/ 324866 h 362024"/>
              <a:gd name="csX9" fmla="*/ 48325 w 364335"/>
              <a:gd name="csY9" fmla="*/ 303007 h 362024"/>
              <a:gd name="csX10" fmla="*/ 38186 w 364335"/>
              <a:gd name="csY10" fmla="*/ 292203 h 362024"/>
              <a:gd name="csX11" fmla="*/ 25184 w 364335"/>
              <a:gd name="csY11" fmla="*/ 273778 h 362024"/>
              <a:gd name="csX12" fmla="*/ 11540 w 364335"/>
              <a:gd name="csY12" fmla="*/ 253016 h 362024"/>
              <a:gd name="csX13" fmla="*/ 9603 w 364335"/>
              <a:gd name="csY13" fmla="*/ 246065 h 362024"/>
              <a:gd name="csX14" fmla="*/ 4075 w 364335"/>
              <a:gd name="csY14" fmla="*/ 230604 h 362024"/>
              <a:gd name="csX15" fmla="*/ 2870 w 364335"/>
              <a:gd name="csY15" fmla="*/ 216903 h 362024"/>
              <a:gd name="csX16" fmla="*/ 19099 w 364335"/>
              <a:gd name="csY16" fmla="*/ 209992 h 362024"/>
              <a:gd name="csX17" fmla="*/ 33857 w 364335"/>
              <a:gd name="csY17" fmla="*/ 202727 h 362024"/>
              <a:gd name="csX18" fmla="*/ 62323 w 364335"/>
              <a:gd name="csY18" fmla="*/ 175142 h 362024"/>
              <a:gd name="csX19" fmla="*/ 75732 w 364335"/>
              <a:gd name="csY19" fmla="*/ 169793 h 362024"/>
              <a:gd name="csX20" fmla="*/ 107485 w 364335"/>
              <a:gd name="csY20" fmla="*/ 178512 h 362024"/>
              <a:gd name="csX21" fmla="*/ 118888 w 364335"/>
              <a:gd name="csY21" fmla="*/ 188952 h 362024"/>
              <a:gd name="csX22" fmla="*/ 122369 w 364335"/>
              <a:gd name="csY22" fmla="*/ 177011 h 362024"/>
              <a:gd name="csX23" fmla="*/ 128391 w 364335"/>
              <a:gd name="csY23" fmla="*/ 163500 h 362024"/>
              <a:gd name="csX24" fmla="*/ 127169 w 364335"/>
              <a:gd name="csY24" fmla="*/ 147778 h 362024"/>
              <a:gd name="csX25" fmla="*/ 130389 w 364335"/>
              <a:gd name="csY25" fmla="*/ 138750 h 362024"/>
              <a:gd name="csX26" fmla="*/ 147714 w 364335"/>
              <a:gd name="csY26" fmla="*/ 129037 h 362024"/>
              <a:gd name="csX27" fmla="*/ 142395 w 364335"/>
              <a:gd name="csY27" fmla="*/ 116273 h 362024"/>
              <a:gd name="csX28" fmla="*/ 138322 w 364335"/>
              <a:gd name="csY28" fmla="*/ 100445 h 362024"/>
              <a:gd name="csX29" fmla="*/ 132219 w 364335"/>
              <a:gd name="csY29" fmla="*/ 77384 h 362024"/>
              <a:gd name="csX30" fmla="*/ 123182 w 364335"/>
              <a:gd name="csY30" fmla="*/ 67380 h 362024"/>
              <a:gd name="csX31" fmla="*/ 127316 w 364335"/>
              <a:gd name="csY31" fmla="*/ 49072 h 362024"/>
              <a:gd name="csX32" fmla="*/ 149002 w 364335"/>
              <a:gd name="csY32" fmla="*/ 26791 h 362024"/>
              <a:gd name="csX33" fmla="*/ 156308 w 364335"/>
              <a:gd name="csY33" fmla="*/ 19245 h 362024"/>
              <a:gd name="csX34" fmla="*/ 153995 w 364335"/>
              <a:gd name="csY34" fmla="*/ 9825 h 362024"/>
              <a:gd name="csX35" fmla="*/ 161050 w 364335"/>
              <a:gd name="csY35" fmla="*/ 76 h 362024"/>
              <a:gd name="csX36" fmla="*/ 166583 w 364335"/>
              <a:gd name="csY36" fmla="*/ 7348 h 362024"/>
              <a:gd name="csX37" fmla="*/ 154998 w 364335"/>
              <a:gd name="csY37" fmla="*/ 39300 h 362024"/>
              <a:gd name="csX38" fmla="*/ 157050 w 364335"/>
              <a:gd name="csY38" fmla="*/ 45546 h 362024"/>
              <a:gd name="csX39" fmla="*/ 169737 w 364335"/>
              <a:gd name="csY39" fmla="*/ 24492 h 362024"/>
              <a:gd name="csX40" fmla="*/ 176182 w 364335"/>
              <a:gd name="csY40" fmla="*/ 20317 h 362024"/>
              <a:gd name="csX41" fmla="*/ 177678 w 364335"/>
              <a:gd name="csY41" fmla="*/ 26406 h 362024"/>
              <a:gd name="csX42" fmla="*/ 173510 w 364335"/>
              <a:gd name="csY42" fmla="*/ 43871 h 362024"/>
              <a:gd name="csX43" fmla="*/ 171706 w 364335"/>
              <a:gd name="csY43" fmla="*/ 58451 h 362024"/>
              <a:gd name="csX44" fmla="*/ 179820 w 364335"/>
              <a:gd name="csY44" fmla="*/ 60233 h 362024"/>
              <a:gd name="csX45" fmla="*/ 195468 w 364335"/>
              <a:gd name="csY45" fmla="*/ 47665 h 362024"/>
              <a:gd name="csX46" fmla="*/ 212893 w 364335"/>
              <a:gd name="csY46" fmla="*/ 36256 h 362024"/>
              <a:gd name="csX47" fmla="*/ 215787 w 364335"/>
              <a:gd name="csY47" fmla="*/ 59322 h 362024"/>
              <a:gd name="csX48" fmla="*/ 202515 w 364335"/>
              <a:gd name="csY48" fmla="*/ 73785 h 362024"/>
              <a:gd name="csX49" fmla="*/ 193598 w 364335"/>
              <a:gd name="csY49" fmla="*/ 76402 h 362024"/>
              <a:gd name="csX50" fmla="*/ 196544 w 364335"/>
              <a:gd name="csY50" fmla="*/ 79629 h 362024"/>
              <a:gd name="csX51" fmla="*/ 200631 w 364335"/>
              <a:gd name="csY51" fmla="*/ 82161 h 362024"/>
              <a:gd name="csX52" fmla="*/ 183851 w 364335"/>
              <a:gd name="csY52" fmla="*/ 86694 h 362024"/>
              <a:gd name="csX53" fmla="*/ 179447 w 364335"/>
              <a:gd name="csY53" fmla="*/ 90600 h 362024"/>
              <a:gd name="csX54" fmla="*/ 177337 w 364335"/>
              <a:gd name="csY54" fmla="*/ 95117 h 362024"/>
              <a:gd name="csX55" fmla="*/ 175970 w 364335"/>
              <a:gd name="csY55" fmla="*/ 99847 h 362024"/>
              <a:gd name="csX56" fmla="*/ 172279 w 364335"/>
              <a:gd name="csY56" fmla="*/ 109275 h 362024"/>
              <a:gd name="csX57" fmla="*/ 162736 w 364335"/>
              <a:gd name="csY57" fmla="*/ 127778 h 362024"/>
              <a:gd name="csX58" fmla="*/ 154984 w 364335"/>
              <a:gd name="csY58" fmla="*/ 141584 h 362024"/>
              <a:gd name="csX59" fmla="*/ 157382 w 364335"/>
              <a:gd name="csY59" fmla="*/ 150820 h 362024"/>
              <a:gd name="csX60" fmla="*/ 166003 w 364335"/>
              <a:gd name="csY60" fmla="*/ 156522 h 362024"/>
              <a:gd name="csX61" fmla="*/ 178921 w 364335"/>
              <a:gd name="csY61" fmla="*/ 158229 h 362024"/>
              <a:gd name="csX62" fmla="*/ 200631 w 364335"/>
              <a:gd name="csY62" fmla="*/ 155851 h 362024"/>
              <a:gd name="csX63" fmla="*/ 253127 w 364335"/>
              <a:gd name="csY63" fmla="*/ 145110 h 362024"/>
              <a:gd name="csX64" fmla="*/ 260004 w 364335"/>
              <a:gd name="csY64" fmla="*/ 117060 h 362024"/>
              <a:gd name="csX65" fmla="*/ 261186 w 364335"/>
              <a:gd name="csY65" fmla="*/ 105023 h 362024"/>
              <a:gd name="csX66" fmla="*/ 280779 w 364335"/>
              <a:gd name="csY66" fmla="*/ 107831 h 362024"/>
              <a:gd name="csX67" fmla="*/ 316123 w 364335"/>
              <a:gd name="csY67" fmla="*/ 101238 h 362024"/>
              <a:gd name="csX68" fmla="*/ 332436 w 364335"/>
              <a:gd name="csY68" fmla="*/ 86525 h 362024"/>
              <a:gd name="csX69" fmla="*/ 340656 w 364335"/>
              <a:gd name="csY69" fmla="*/ 79224 h 362024"/>
              <a:gd name="csX70" fmla="*/ 348855 w 364335"/>
              <a:gd name="csY70" fmla="*/ 87171 h 362024"/>
              <a:gd name="csX71" fmla="*/ 361269 w 364335"/>
              <a:gd name="csY71" fmla="*/ 95117 h 362024"/>
              <a:gd name="csX72" fmla="*/ 363171 w 364335"/>
              <a:gd name="csY72" fmla="*/ 103178 h 362024"/>
              <a:gd name="csX73" fmla="*/ 356290 w 364335"/>
              <a:gd name="csY73" fmla="*/ 118022 h 362024"/>
              <a:gd name="csX74" fmla="*/ 352528 w 364335"/>
              <a:gd name="csY74" fmla="*/ 135380 h 362024"/>
              <a:gd name="csX75" fmla="*/ 345616 w 364335"/>
              <a:gd name="csY75" fmla="*/ 149152 h 362024"/>
              <a:gd name="csX76" fmla="*/ 336399 w 364335"/>
              <a:gd name="csY76" fmla="*/ 158318 h 362024"/>
              <a:gd name="csX77" fmla="*/ 325505 w 364335"/>
              <a:gd name="csY77" fmla="*/ 175523 h 362024"/>
              <a:gd name="csX78" fmla="*/ 315430 w 364335"/>
              <a:gd name="csY78" fmla="*/ 204352 h 362024"/>
              <a:gd name="csX79" fmla="*/ 313994 w 364335"/>
              <a:gd name="csY79" fmla="*/ 218773 h 362024"/>
              <a:gd name="csX80" fmla="*/ 296375 w 364335"/>
              <a:gd name="csY80" fmla="*/ 228175 h 362024"/>
              <a:gd name="csX81" fmla="*/ 265231 w 364335"/>
              <a:gd name="csY81" fmla="*/ 238311 h 362024"/>
              <a:gd name="csX82" fmla="*/ 244951 w 364335"/>
              <a:gd name="csY82" fmla="*/ 244768 h 362024"/>
              <a:gd name="csX83" fmla="*/ 219261 w 364335"/>
              <a:gd name="csY83" fmla="*/ 258588 h 362024"/>
              <a:gd name="csX84" fmla="*/ 224662 w 364335"/>
              <a:gd name="csY84" fmla="*/ 270643 h 362024"/>
              <a:gd name="csX85" fmla="*/ 242353 w 364335"/>
              <a:gd name="csY85" fmla="*/ 274944 h 362024"/>
              <a:gd name="csX86" fmla="*/ 251900 w 364335"/>
              <a:gd name="csY86" fmla="*/ 285801 h 362024"/>
              <a:gd name="csX87" fmla="*/ 252381 w 364335"/>
              <a:gd name="csY87" fmla="*/ 304719 h 362024"/>
              <a:gd name="csX88" fmla="*/ 261267 w 364335"/>
              <a:gd name="csY88" fmla="*/ 315608 h 362024"/>
              <a:gd name="csX89" fmla="*/ 268876 w 364335"/>
              <a:gd name="csY89" fmla="*/ 316858 h 362024"/>
              <a:gd name="csX90" fmla="*/ 252027 w 364335"/>
              <a:gd name="csY90" fmla="*/ 336142 h 362024"/>
              <a:gd name="csX91" fmla="*/ 230251 w 364335"/>
              <a:gd name="csY91" fmla="*/ 349333 h 362024"/>
              <a:gd name="csX92" fmla="*/ 209844 w 364335"/>
              <a:gd name="csY92" fmla="*/ 359530 h 362024"/>
              <a:gd name="csX93" fmla="*/ 194478 w 364335"/>
              <a:gd name="csY93" fmla="*/ 360594 h 362024"/>
              <a:gd name="csX94" fmla="*/ 185142 w 364335"/>
              <a:gd name="csY94" fmla="*/ 358570 h 362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364335" h="362024">
                <a:moveTo>
                  <a:pt x="185142" y="358570"/>
                </a:moveTo>
                <a:cubicBezTo>
                  <a:pt x="185142" y="356038"/>
                  <a:pt x="186257" y="348086"/>
                  <a:pt x="187621" y="340898"/>
                </a:cubicBezTo>
                <a:cubicBezTo>
                  <a:pt x="189559" y="330679"/>
                  <a:pt x="189267" y="326160"/>
                  <a:pt x="186283" y="320178"/>
                </a:cubicBezTo>
                <a:lnTo>
                  <a:pt x="182466" y="312528"/>
                </a:lnTo>
                <a:lnTo>
                  <a:pt x="160064" y="313164"/>
                </a:lnTo>
                <a:cubicBezTo>
                  <a:pt x="140617" y="313716"/>
                  <a:pt x="137363" y="314470"/>
                  <a:pt x="135394" y="318882"/>
                </a:cubicBezTo>
                <a:cubicBezTo>
                  <a:pt x="133601" y="322902"/>
                  <a:pt x="127800" y="324938"/>
                  <a:pt x="107653" y="328620"/>
                </a:cubicBezTo>
                <a:cubicBezTo>
                  <a:pt x="84116" y="332921"/>
                  <a:pt x="81860" y="332955"/>
                  <a:pt x="77975" y="329071"/>
                </a:cubicBezTo>
                <a:cubicBezTo>
                  <a:pt x="75663" y="326758"/>
                  <a:pt x="71954" y="324866"/>
                  <a:pt x="69734" y="324866"/>
                </a:cubicBezTo>
                <a:cubicBezTo>
                  <a:pt x="64790" y="324866"/>
                  <a:pt x="53564" y="313404"/>
                  <a:pt x="48325" y="303007"/>
                </a:cubicBezTo>
                <a:cubicBezTo>
                  <a:pt x="46195" y="298781"/>
                  <a:pt x="41633" y="293919"/>
                  <a:pt x="38186" y="292203"/>
                </a:cubicBezTo>
                <a:cubicBezTo>
                  <a:pt x="31831" y="289039"/>
                  <a:pt x="25350" y="279856"/>
                  <a:pt x="25184" y="273778"/>
                </a:cubicBezTo>
                <a:cubicBezTo>
                  <a:pt x="25085" y="270192"/>
                  <a:pt x="14730" y="254434"/>
                  <a:pt x="11540" y="253016"/>
                </a:cubicBezTo>
                <a:cubicBezTo>
                  <a:pt x="10475" y="252543"/>
                  <a:pt x="9603" y="249415"/>
                  <a:pt x="9603" y="246065"/>
                </a:cubicBezTo>
                <a:cubicBezTo>
                  <a:pt x="9603" y="242715"/>
                  <a:pt x="7116" y="235757"/>
                  <a:pt x="4075" y="230604"/>
                </a:cubicBezTo>
                <a:cubicBezTo>
                  <a:pt x="-1096" y="221839"/>
                  <a:pt x="-1174" y="220953"/>
                  <a:pt x="2870" y="216903"/>
                </a:cubicBezTo>
                <a:cubicBezTo>
                  <a:pt x="5247" y="214522"/>
                  <a:pt x="12551" y="211412"/>
                  <a:pt x="19099" y="209992"/>
                </a:cubicBezTo>
                <a:cubicBezTo>
                  <a:pt x="25650" y="208572"/>
                  <a:pt x="32288" y="205304"/>
                  <a:pt x="33857" y="202727"/>
                </a:cubicBezTo>
                <a:cubicBezTo>
                  <a:pt x="40254" y="192222"/>
                  <a:pt x="57879" y="175142"/>
                  <a:pt x="62323" y="175142"/>
                </a:cubicBezTo>
                <a:cubicBezTo>
                  <a:pt x="64938" y="175142"/>
                  <a:pt x="70972" y="172735"/>
                  <a:pt x="75732" y="169793"/>
                </a:cubicBezTo>
                <a:cubicBezTo>
                  <a:pt x="86563" y="163099"/>
                  <a:pt x="92402" y="164703"/>
                  <a:pt x="107485" y="178512"/>
                </a:cubicBezTo>
                <a:lnTo>
                  <a:pt x="118888" y="188952"/>
                </a:lnTo>
                <a:lnTo>
                  <a:pt x="122369" y="177011"/>
                </a:lnTo>
                <a:cubicBezTo>
                  <a:pt x="124284" y="170444"/>
                  <a:pt x="126994" y="164364"/>
                  <a:pt x="128391" y="163500"/>
                </a:cubicBezTo>
                <a:cubicBezTo>
                  <a:pt x="132170" y="161165"/>
                  <a:pt x="131464" y="152072"/>
                  <a:pt x="127169" y="147778"/>
                </a:cubicBezTo>
                <a:cubicBezTo>
                  <a:pt x="122214" y="142823"/>
                  <a:pt x="124785" y="135614"/>
                  <a:pt x="130389" y="138750"/>
                </a:cubicBezTo>
                <a:cubicBezTo>
                  <a:pt x="136409" y="142119"/>
                  <a:pt x="145744" y="136885"/>
                  <a:pt x="147714" y="129037"/>
                </a:cubicBezTo>
                <a:cubicBezTo>
                  <a:pt x="149051" y="123709"/>
                  <a:pt x="147940" y="121043"/>
                  <a:pt x="142395" y="116273"/>
                </a:cubicBezTo>
                <a:cubicBezTo>
                  <a:pt x="135828" y="110625"/>
                  <a:pt x="135571" y="109625"/>
                  <a:pt x="138322" y="100445"/>
                </a:cubicBezTo>
                <a:cubicBezTo>
                  <a:pt x="142194" y="87522"/>
                  <a:pt x="142531" y="88798"/>
                  <a:pt x="132219" y="77384"/>
                </a:cubicBezTo>
                <a:lnTo>
                  <a:pt x="123182" y="67380"/>
                </a:lnTo>
                <a:lnTo>
                  <a:pt x="127316" y="49072"/>
                </a:lnTo>
                <a:cubicBezTo>
                  <a:pt x="131667" y="29805"/>
                  <a:pt x="134422" y="26975"/>
                  <a:pt x="149002" y="26791"/>
                </a:cubicBezTo>
                <a:cubicBezTo>
                  <a:pt x="154177" y="26725"/>
                  <a:pt x="155624" y="25231"/>
                  <a:pt x="156308" y="19245"/>
                </a:cubicBezTo>
                <a:cubicBezTo>
                  <a:pt x="156776" y="15139"/>
                  <a:pt x="155736" y="10900"/>
                  <a:pt x="153995" y="9825"/>
                </a:cubicBezTo>
                <a:cubicBezTo>
                  <a:pt x="148346" y="6334"/>
                  <a:pt x="153520" y="-815"/>
                  <a:pt x="161050" y="76"/>
                </a:cubicBezTo>
                <a:cubicBezTo>
                  <a:pt x="168082" y="908"/>
                  <a:pt x="172982" y="7348"/>
                  <a:pt x="166583" y="7348"/>
                </a:cubicBezTo>
                <a:cubicBezTo>
                  <a:pt x="163388" y="7348"/>
                  <a:pt x="159114" y="19135"/>
                  <a:pt x="154998" y="39300"/>
                </a:cubicBezTo>
                <a:cubicBezTo>
                  <a:pt x="153853" y="44911"/>
                  <a:pt x="154355" y="46439"/>
                  <a:pt x="157050" y="45546"/>
                </a:cubicBezTo>
                <a:cubicBezTo>
                  <a:pt x="160851" y="44288"/>
                  <a:pt x="165520" y="36539"/>
                  <a:pt x="169737" y="24492"/>
                </a:cubicBezTo>
                <a:cubicBezTo>
                  <a:pt x="171898" y="18321"/>
                  <a:pt x="172952" y="17637"/>
                  <a:pt x="176182" y="20317"/>
                </a:cubicBezTo>
                <a:cubicBezTo>
                  <a:pt x="178636" y="22355"/>
                  <a:pt x="179182" y="24572"/>
                  <a:pt x="177678" y="26406"/>
                </a:cubicBezTo>
                <a:cubicBezTo>
                  <a:pt x="176378" y="27992"/>
                  <a:pt x="174502" y="35852"/>
                  <a:pt x="173510" y="43871"/>
                </a:cubicBezTo>
                <a:lnTo>
                  <a:pt x="171706" y="58451"/>
                </a:lnTo>
                <a:lnTo>
                  <a:pt x="179820" y="60233"/>
                </a:lnTo>
                <a:cubicBezTo>
                  <a:pt x="190172" y="62507"/>
                  <a:pt x="195468" y="58253"/>
                  <a:pt x="195468" y="47665"/>
                </a:cubicBezTo>
                <a:cubicBezTo>
                  <a:pt x="195468" y="37295"/>
                  <a:pt x="201609" y="33273"/>
                  <a:pt x="212893" y="36256"/>
                </a:cubicBezTo>
                <a:cubicBezTo>
                  <a:pt x="222809" y="38877"/>
                  <a:pt x="222920" y="39758"/>
                  <a:pt x="215787" y="59322"/>
                </a:cubicBezTo>
                <a:cubicBezTo>
                  <a:pt x="210635" y="73452"/>
                  <a:pt x="209804" y="74357"/>
                  <a:pt x="202515" y="73785"/>
                </a:cubicBezTo>
                <a:cubicBezTo>
                  <a:pt x="198132" y="73441"/>
                  <a:pt x="194241" y="74583"/>
                  <a:pt x="193598" y="76402"/>
                </a:cubicBezTo>
                <a:cubicBezTo>
                  <a:pt x="192970" y="78177"/>
                  <a:pt x="194295" y="79629"/>
                  <a:pt x="196544" y="79629"/>
                </a:cubicBezTo>
                <a:cubicBezTo>
                  <a:pt x="198791" y="79629"/>
                  <a:pt x="200631" y="80768"/>
                  <a:pt x="200631" y="82161"/>
                </a:cubicBezTo>
                <a:cubicBezTo>
                  <a:pt x="200631" y="85088"/>
                  <a:pt x="191380" y="87587"/>
                  <a:pt x="183851" y="86694"/>
                </a:cubicBezTo>
                <a:cubicBezTo>
                  <a:pt x="180197" y="86261"/>
                  <a:pt x="178910" y="87403"/>
                  <a:pt x="179447" y="90600"/>
                </a:cubicBezTo>
                <a:cubicBezTo>
                  <a:pt x="179864" y="93084"/>
                  <a:pt x="178915" y="95117"/>
                  <a:pt x="177337" y="95117"/>
                </a:cubicBezTo>
                <a:cubicBezTo>
                  <a:pt x="175731" y="95117"/>
                  <a:pt x="175129" y="97199"/>
                  <a:pt x="175970" y="99847"/>
                </a:cubicBezTo>
                <a:cubicBezTo>
                  <a:pt x="176899" y="102775"/>
                  <a:pt x="175493" y="106367"/>
                  <a:pt x="172279" y="109275"/>
                </a:cubicBezTo>
                <a:cubicBezTo>
                  <a:pt x="169424" y="111859"/>
                  <a:pt x="165130" y="120185"/>
                  <a:pt x="162736" y="127778"/>
                </a:cubicBezTo>
                <a:cubicBezTo>
                  <a:pt x="160343" y="135371"/>
                  <a:pt x="156854" y="141584"/>
                  <a:pt x="154984" y="141584"/>
                </a:cubicBezTo>
                <a:cubicBezTo>
                  <a:pt x="149300" y="141584"/>
                  <a:pt x="151188" y="148854"/>
                  <a:pt x="157382" y="150820"/>
                </a:cubicBezTo>
                <a:cubicBezTo>
                  <a:pt x="160571" y="151832"/>
                  <a:pt x="164451" y="154398"/>
                  <a:pt x="166003" y="156522"/>
                </a:cubicBezTo>
                <a:cubicBezTo>
                  <a:pt x="168191" y="159513"/>
                  <a:pt x="171101" y="159898"/>
                  <a:pt x="178921" y="158229"/>
                </a:cubicBezTo>
                <a:cubicBezTo>
                  <a:pt x="184472" y="157045"/>
                  <a:pt x="194242" y="155975"/>
                  <a:pt x="200631" y="155851"/>
                </a:cubicBezTo>
                <a:cubicBezTo>
                  <a:pt x="239506" y="155102"/>
                  <a:pt x="240586" y="154881"/>
                  <a:pt x="253127" y="145110"/>
                </a:cubicBezTo>
                <a:cubicBezTo>
                  <a:pt x="266671" y="134558"/>
                  <a:pt x="268972" y="125175"/>
                  <a:pt x="260004" y="117060"/>
                </a:cubicBezTo>
                <a:cubicBezTo>
                  <a:pt x="253254" y="110951"/>
                  <a:pt x="253492" y="108529"/>
                  <a:pt x="261186" y="105023"/>
                </a:cubicBezTo>
                <a:cubicBezTo>
                  <a:pt x="266361" y="102665"/>
                  <a:pt x="269974" y="103183"/>
                  <a:pt x="280779" y="107831"/>
                </a:cubicBezTo>
                <a:cubicBezTo>
                  <a:pt x="296129" y="114435"/>
                  <a:pt x="303140" y="113127"/>
                  <a:pt x="316123" y="101238"/>
                </a:cubicBezTo>
                <a:cubicBezTo>
                  <a:pt x="320574" y="97162"/>
                  <a:pt x="327915" y="90541"/>
                  <a:pt x="332436" y="86525"/>
                </a:cubicBezTo>
                <a:lnTo>
                  <a:pt x="340656" y="79224"/>
                </a:lnTo>
                <a:lnTo>
                  <a:pt x="348855" y="87171"/>
                </a:lnTo>
                <a:cubicBezTo>
                  <a:pt x="353365" y="91541"/>
                  <a:pt x="358951" y="95117"/>
                  <a:pt x="361269" y="95117"/>
                </a:cubicBezTo>
                <a:cubicBezTo>
                  <a:pt x="364761" y="95117"/>
                  <a:pt x="365087" y="96499"/>
                  <a:pt x="363171" y="103178"/>
                </a:cubicBezTo>
                <a:cubicBezTo>
                  <a:pt x="361900" y="107612"/>
                  <a:pt x="358803" y="114292"/>
                  <a:pt x="356290" y="118022"/>
                </a:cubicBezTo>
                <a:cubicBezTo>
                  <a:pt x="353286" y="122482"/>
                  <a:pt x="351997" y="128425"/>
                  <a:pt x="352528" y="135380"/>
                </a:cubicBezTo>
                <a:cubicBezTo>
                  <a:pt x="353262" y="145010"/>
                  <a:pt x="352644" y="146241"/>
                  <a:pt x="345616" y="149152"/>
                </a:cubicBezTo>
                <a:cubicBezTo>
                  <a:pt x="341239" y="150965"/>
                  <a:pt x="337248" y="154934"/>
                  <a:pt x="336399" y="158318"/>
                </a:cubicBezTo>
                <a:cubicBezTo>
                  <a:pt x="335575" y="161601"/>
                  <a:pt x="330673" y="169343"/>
                  <a:pt x="325505" y="175523"/>
                </a:cubicBezTo>
                <a:cubicBezTo>
                  <a:pt x="311850" y="191852"/>
                  <a:pt x="310247" y="196441"/>
                  <a:pt x="315430" y="204352"/>
                </a:cubicBezTo>
                <a:cubicBezTo>
                  <a:pt x="319567" y="210666"/>
                  <a:pt x="319502" y="211324"/>
                  <a:pt x="313994" y="218773"/>
                </a:cubicBezTo>
                <a:cubicBezTo>
                  <a:pt x="309522" y="224822"/>
                  <a:pt x="305556" y="226939"/>
                  <a:pt x="296375" y="228175"/>
                </a:cubicBezTo>
                <a:cubicBezTo>
                  <a:pt x="280209" y="230353"/>
                  <a:pt x="268738" y="234086"/>
                  <a:pt x="265231" y="238311"/>
                </a:cubicBezTo>
                <a:cubicBezTo>
                  <a:pt x="263619" y="240253"/>
                  <a:pt x="254493" y="243158"/>
                  <a:pt x="244951" y="244768"/>
                </a:cubicBezTo>
                <a:cubicBezTo>
                  <a:pt x="224827" y="248162"/>
                  <a:pt x="223542" y="248854"/>
                  <a:pt x="219261" y="258588"/>
                </a:cubicBezTo>
                <a:cubicBezTo>
                  <a:pt x="215450" y="267254"/>
                  <a:pt x="216976" y="270661"/>
                  <a:pt x="224662" y="270643"/>
                </a:cubicBezTo>
                <a:cubicBezTo>
                  <a:pt x="227772" y="270636"/>
                  <a:pt x="235733" y="272571"/>
                  <a:pt x="242353" y="274944"/>
                </a:cubicBezTo>
                <a:cubicBezTo>
                  <a:pt x="253677" y="279002"/>
                  <a:pt x="254241" y="279644"/>
                  <a:pt x="251900" y="285801"/>
                </a:cubicBezTo>
                <a:cubicBezTo>
                  <a:pt x="250237" y="290175"/>
                  <a:pt x="250396" y="296447"/>
                  <a:pt x="252381" y="304719"/>
                </a:cubicBezTo>
                <a:cubicBezTo>
                  <a:pt x="255038" y="315794"/>
                  <a:pt x="255971" y="316937"/>
                  <a:pt x="261267" y="315608"/>
                </a:cubicBezTo>
                <a:cubicBezTo>
                  <a:pt x="264522" y="314791"/>
                  <a:pt x="267946" y="315353"/>
                  <a:pt x="268876" y="316858"/>
                </a:cubicBezTo>
                <a:cubicBezTo>
                  <a:pt x="271618" y="321295"/>
                  <a:pt x="260047" y="334538"/>
                  <a:pt x="252027" y="336142"/>
                </a:cubicBezTo>
                <a:cubicBezTo>
                  <a:pt x="247958" y="336956"/>
                  <a:pt x="238159" y="342892"/>
                  <a:pt x="230251" y="349333"/>
                </a:cubicBezTo>
                <a:cubicBezTo>
                  <a:pt x="219279" y="358270"/>
                  <a:pt x="214445" y="360685"/>
                  <a:pt x="209844" y="359530"/>
                </a:cubicBezTo>
                <a:cubicBezTo>
                  <a:pt x="206527" y="358698"/>
                  <a:pt x="199613" y="359176"/>
                  <a:pt x="194478" y="360594"/>
                </a:cubicBezTo>
                <a:cubicBezTo>
                  <a:pt x="186278" y="362858"/>
                  <a:pt x="185142" y="362612"/>
                  <a:pt x="185142" y="358570"/>
                </a:cubicBezTo>
                <a:close/>
              </a:path>
            </a:pathLst>
          </a:custGeom>
          <a:solidFill>
            <a:srgbClr val="B9B9B9"/>
          </a:solidFill>
          <a:ln w="5163" cap="flat">
            <a:noFill/>
            <a:prstDash val="solid"/>
            <a:miter/>
          </a:ln>
        </p:spPr>
        <p:txBody>
          <a:bodyPr/>
          <a:lstStyle/>
          <a:p>
            <a:endParaRPr lang="es-419" noProof="0" dirty="0"/>
          </a:p>
        </p:txBody>
      </p:sp>
      <p:sp>
        <p:nvSpPr>
          <p:cNvPr id="46" name="Forma libre: forma 45">
            <a:extLst>
              <a:ext uri="{FF2B5EF4-FFF2-40B4-BE49-F238E27FC236}">
                <a16:creationId xmlns:a16="http://schemas.microsoft.com/office/drawing/2014/main" id="{06182D98-6B67-E92F-3741-CED7E0CBA201}"/>
              </a:ext>
            </a:extLst>
          </p:cNvPr>
          <p:cNvSpPr/>
          <p:nvPr/>
        </p:nvSpPr>
        <p:spPr>
          <a:xfrm>
            <a:off x="1331227" y="2128697"/>
            <a:ext cx="198884" cy="167193"/>
          </a:xfrm>
          <a:custGeom>
            <a:avLst/>
            <a:gdLst>
              <a:gd name="csX0" fmla="*/ 102761 w 198884"/>
              <a:gd name="csY0" fmla="*/ 161938 h 167193"/>
              <a:gd name="csX1" fmla="*/ 88269 w 198884"/>
              <a:gd name="csY1" fmla="*/ 157454 h 167193"/>
              <a:gd name="csX2" fmla="*/ 69481 w 198884"/>
              <a:gd name="csY2" fmla="*/ 161146 h 167193"/>
              <a:gd name="csX3" fmla="*/ 60039 w 198884"/>
              <a:gd name="csY3" fmla="*/ 160242 h 167193"/>
              <a:gd name="csX4" fmla="*/ 55236 w 198884"/>
              <a:gd name="csY4" fmla="*/ 148107 h 167193"/>
              <a:gd name="csX5" fmla="*/ 50480 w 198884"/>
              <a:gd name="csY5" fmla="*/ 138608 h 167193"/>
              <a:gd name="csX6" fmla="*/ 28907 w 198884"/>
              <a:gd name="csY6" fmla="*/ 140363 h 167193"/>
              <a:gd name="csX7" fmla="*/ 11289 w 198884"/>
              <a:gd name="csY7" fmla="*/ 137781 h 167193"/>
              <a:gd name="csX8" fmla="*/ 6827 w 198884"/>
              <a:gd name="csY8" fmla="*/ 131288 h 167193"/>
              <a:gd name="csX9" fmla="*/ 1775 w 198884"/>
              <a:gd name="csY9" fmla="*/ 129012 h 167193"/>
              <a:gd name="csX10" fmla="*/ 4158 w 198884"/>
              <a:gd name="csY10" fmla="*/ 118778 h 167193"/>
              <a:gd name="csX11" fmla="*/ 5752 w 198884"/>
              <a:gd name="csY11" fmla="*/ 106007 h 167193"/>
              <a:gd name="csX12" fmla="*/ 11789 w 198884"/>
              <a:gd name="csY12" fmla="*/ 81269 h 167193"/>
              <a:gd name="csX13" fmla="*/ 23630 w 198884"/>
              <a:gd name="csY13" fmla="*/ 62821 h 167193"/>
              <a:gd name="csX14" fmla="*/ 32410 w 198884"/>
              <a:gd name="csY14" fmla="*/ 53884 h 167193"/>
              <a:gd name="csX15" fmla="*/ 41084 w 198884"/>
              <a:gd name="csY15" fmla="*/ 33929 h 167193"/>
              <a:gd name="csX16" fmla="*/ 44790 w 198884"/>
              <a:gd name="csY16" fmla="*/ 21065 h 167193"/>
              <a:gd name="csX17" fmla="*/ 50866 w 198884"/>
              <a:gd name="csY17" fmla="*/ 7384 h 167193"/>
              <a:gd name="csX18" fmla="*/ 69085 w 198884"/>
              <a:gd name="csY18" fmla="*/ 3371 h 167193"/>
              <a:gd name="csX19" fmla="*/ 83968 w 198884"/>
              <a:gd name="csY19" fmla="*/ 7430 h 167193"/>
              <a:gd name="csX20" fmla="*/ 103250 w 198884"/>
              <a:gd name="csY20" fmla="*/ 16788 h 167193"/>
              <a:gd name="csX21" fmla="*/ 120904 w 198884"/>
              <a:gd name="csY21" fmla="*/ 28277 h 167193"/>
              <a:gd name="csX22" fmla="*/ 134887 w 198884"/>
              <a:gd name="csY22" fmla="*/ 23438 h 167193"/>
              <a:gd name="csX23" fmla="*/ 159058 w 198884"/>
              <a:gd name="csY23" fmla="*/ 20032 h 167193"/>
              <a:gd name="csX24" fmla="*/ 176483 w 198884"/>
              <a:gd name="csY24" fmla="*/ 28515 h 167193"/>
              <a:gd name="csX25" fmla="*/ 192460 w 198884"/>
              <a:gd name="csY25" fmla="*/ 37014 h 167193"/>
              <a:gd name="csX26" fmla="*/ 196332 w 198884"/>
              <a:gd name="csY26" fmla="*/ 44480 h 167193"/>
              <a:gd name="csX27" fmla="*/ 196153 w 198884"/>
              <a:gd name="csY27" fmla="*/ 52404 h 167193"/>
              <a:gd name="csX28" fmla="*/ 187288 w 198884"/>
              <a:gd name="csY28" fmla="*/ 53879 h 167193"/>
              <a:gd name="csX29" fmla="*/ 174390 w 198884"/>
              <a:gd name="csY29" fmla="*/ 56149 h 167193"/>
              <a:gd name="csX30" fmla="*/ 170518 w 198884"/>
              <a:gd name="csY30" fmla="*/ 64210 h 167193"/>
              <a:gd name="csX31" fmla="*/ 166645 w 198884"/>
              <a:gd name="csY31" fmla="*/ 72206 h 167193"/>
              <a:gd name="csX32" fmla="*/ 158901 w 198884"/>
              <a:gd name="csY32" fmla="*/ 75439 h 167193"/>
              <a:gd name="csX33" fmla="*/ 151157 w 198884"/>
              <a:gd name="csY33" fmla="*/ 76992 h 167193"/>
              <a:gd name="csX34" fmla="*/ 142182 w 198884"/>
              <a:gd name="csY34" fmla="*/ 79321 h 167193"/>
              <a:gd name="csX35" fmla="*/ 127056 w 198884"/>
              <a:gd name="csY35" fmla="*/ 97769 h 167193"/>
              <a:gd name="csX36" fmla="*/ 130544 w 198884"/>
              <a:gd name="csY36" fmla="*/ 109385 h 167193"/>
              <a:gd name="csX37" fmla="*/ 134269 w 198884"/>
              <a:gd name="csY37" fmla="*/ 120288 h 167193"/>
              <a:gd name="csX38" fmla="*/ 148765 w 198884"/>
              <a:gd name="csY38" fmla="*/ 140043 h 167193"/>
              <a:gd name="csX39" fmla="*/ 155377 w 198884"/>
              <a:gd name="csY39" fmla="*/ 157142 h 167193"/>
              <a:gd name="csX40" fmla="*/ 143045 w 198884"/>
              <a:gd name="csY40" fmla="*/ 162040 h 167193"/>
              <a:gd name="csX41" fmla="*/ 102761 w 198884"/>
              <a:gd name="csY41" fmla="*/ 161938 h 167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Lst>
            <a:rect l="l" t="t" r="r" b="b"/>
            <a:pathLst>
              <a:path w="198884" h="167193">
                <a:moveTo>
                  <a:pt x="102761" y="161938"/>
                </a:moveTo>
                <a:cubicBezTo>
                  <a:pt x="101767" y="158136"/>
                  <a:pt x="99022" y="157287"/>
                  <a:pt x="88269" y="157454"/>
                </a:cubicBezTo>
                <a:cubicBezTo>
                  <a:pt x="80973" y="157567"/>
                  <a:pt x="72518" y="159228"/>
                  <a:pt x="69481" y="161146"/>
                </a:cubicBezTo>
                <a:cubicBezTo>
                  <a:pt x="64710" y="164157"/>
                  <a:pt x="63423" y="164033"/>
                  <a:pt x="60039" y="160242"/>
                </a:cubicBezTo>
                <a:cubicBezTo>
                  <a:pt x="57884" y="157827"/>
                  <a:pt x="55723" y="152366"/>
                  <a:pt x="55236" y="148107"/>
                </a:cubicBezTo>
                <a:cubicBezTo>
                  <a:pt x="54750" y="143848"/>
                  <a:pt x="52610" y="139573"/>
                  <a:pt x="50480" y="138608"/>
                </a:cubicBezTo>
                <a:cubicBezTo>
                  <a:pt x="43634" y="135506"/>
                  <a:pt x="32890" y="136379"/>
                  <a:pt x="28907" y="140363"/>
                </a:cubicBezTo>
                <a:cubicBezTo>
                  <a:pt x="22942" y="146328"/>
                  <a:pt x="14628" y="145109"/>
                  <a:pt x="11289" y="137781"/>
                </a:cubicBezTo>
                <a:cubicBezTo>
                  <a:pt x="9671" y="134232"/>
                  <a:pt x="7664" y="131310"/>
                  <a:pt x="6827" y="131288"/>
                </a:cubicBezTo>
                <a:cubicBezTo>
                  <a:pt x="5990" y="131266"/>
                  <a:pt x="3716" y="130242"/>
                  <a:pt x="1775" y="129012"/>
                </a:cubicBezTo>
                <a:cubicBezTo>
                  <a:pt x="-1083" y="127202"/>
                  <a:pt x="-629" y="125253"/>
                  <a:pt x="4158" y="118778"/>
                </a:cubicBezTo>
                <a:cubicBezTo>
                  <a:pt x="9713" y="111264"/>
                  <a:pt x="9810" y="110491"/>
                  <a:pt x="5752" y="106007"/>
                </a:cubicBezTo>
                <a:cubicBezTo>
                  <a:pt x="-610" y="98977"/>
                  <a:pt x="325" y="95142"/>
                  <a:pt x="11789" y="81269"/>
                </a:cubicBezTo>
                <a:cubicBezTo>
                  <a:pt x="17485" y="74376"/>
                  <a:pt x="22814" y="66074"/>
                  <a:pt x="23630" y="62821"/>
                </a:cubicBezTo>
                <a:cubicBezTo>
                  <a:pt x="24447" y="59568"/>
                  <a:pt x="28398" y="55546"/>
                  <a:pt x="32410" y="53884"/>
                </a:cubicBezTo>
                <a:cubicBezTo>
                  <a:pt x="40181" y="50665"/>
                  <a:pt x="43478" y="43081"/>
                  <a:pt x="41084" y="33929"/>
                </a:cubicBezTo>
                <a:cubicBezTo>
                  <a:pt x="40186" y="30493"/>
                  <a:pt x="41619" y="25519"/>
                  <a:pt x="44790" y="21065"/>
                </a:cubicBezTo>
                <a:cubicBezTo>
                  <a:pt x="47634" y="17072"/>
                  <a:pt x="50368" y="10915"/>
                  <a:pt x="50866" y="7384"/>
                </a:cubicBezTo>
                <a:cubicBezTo>
                  <a:pt x="51978" y="-503"/>
                  <a:pt x="60785" y="-2442"/>
                  <a:pt x="69085" y="3371"/>
                </a:cubicBezTo>
                <a:cubicBezTo>
                  <a:pt x="72262" y="5597"/>
                  <a:pt x="78960" y="7424"/>
                  <a:pt x="83968" y="7430"/>
                </a:cubicBezTo>
                <a:cubicBezTo>
                  <a:pt x="90827" y="7440"/>
                  <a:pt x="95585" y="9748"/>
                  <a:pt x="103250" y="16788"/>
                </a:cubicBezTo>
                <a:cubicBezTo>
                  <a:pt x="108847" y="21927"/>
                  <a:pt x="116791" y="27098"/>
                  <a:pt x="120904" y="28277"/>
                </a:cubicBezTo>
                <a:cubicBezTo>
                  <a:pt x="127215" y="30087"/>
                  <a:pt x="129398" y="29332"/>
                  <a:pt x="134887" y="23438"/>
                </a:cubicBezTo>
                <a:cubicBezTo>
                  <a:pt x="142030" y="15767"/>
                  <a:pt x="156507" y="13727"/>
                  <a:pt x="159058" y="20032"/>
                </a:cubicBezTo>
                <a:cubicBezTo>
                  <a:pt x="159855" y="22000"/>
                  <a:pt x="167696" y="25818"/>
                  <a:pt x="176483" y="28515"/>
                </a:cubicBezTo>
                <a:cubicBezTo>
                  <a:pt x="186066" y="31457"/>
                  <a:pt x="192460" y="34858"/>
                  <a:pt x="192460" y="37014"/>
                </a:cubicBezTo>
                <a:cubicBezTo>
                  <a:pt x="192460" y="38991"/>
                  <a:pt x="194203" y="42351"/>
                  <a:pt x="196332" y="44480"/>
                </a:cubicBezTo>
                <a:cubicBezTo>
                  <a:pt x="199774" y="47922"/>
                  <a:pt x="199754" y="48803"/>
                  <a:pt x="196153" y="52404"/>
                </a:cubicBezTo>
                <a:cubicBezTo>
                  <a:pt x="193159" y="55398"/>
                  <a:pt x="190845" y="55783"/>
                  <a:pt x="187288" y="53879"/>
                </a:cubicBezTo>
                <a:cubicBezTo>
                  <a:pt x="179800" y="49872"/>
                  <a:pt x="174390" y="50824"/>
                  <a:pt x="174390" y="56149"/>
                </a:cubicBezTo>
                <a:cubicBezTo>
                  <a:pt x="174390" y="58815"/>
                  <a:pt x="172647" y="62442"/>
                  <a:pt x="170518" y="64210"/>
                </a:cubicBezTo>
                <a:cubicBezTo>
                  <a:pt x="168388" y="65977"/>
                  <a:pt x="166645" y="69575"/>
                  <a:pt x="166645" y="72206"/>
                </a:cubicBezTo>
                <a:cubicBezTo>
                  <a:pt x="166645" y="76143"/>
                  <a:pt x="165276" y="76714"/>
                  <a:pt x="158901" y="75439"/>
                </a:cubicBezTo>
                <a:cubicBezTo>
                  <a:pt x="153734" y="74406"/>
                  <a:pt x="151157" y="74922"/>
                  <a:pt x="151157" y="76992"/>
                </a:cubicBezTo>
                <a:cubicBezTo>
                  <a:pt x="151157" y="78961"/>
                  <a:pt x="147877" y="79812"/>
                  <a:pt x="142182" y="79321"/>
                </a:cubicBezTo>
                <a:cubicBezTo>
                  <a:pt x="130428" y="78308"/>
                  <a:pt x="124889" y="85064"/>
                  <a:pt x="127056" y="97769"/>
                </a:cubicBezTo>
                <a:cubicBezTo>
                  <a:pt x="127904" y="102738"/>
                  <a:pt x="129473" y="107965"/>
                  <a:pt x="130544" y="109385"/>
                </a:cubicBezTo>
                <a:cubicBezTo>
                  <a:pt x="131614" y="110805"/>
                  <a:pt x="133291" y="115711"/>
                  <a:pt x="134269" y="120288"/>
                </a:cubicBezTo>
                <a:cubicBezTo>
                  <a:pt x="135415" y="125645"/>
                  <a:pt x="140578" y="132682"/>
                  <a:pt x="148765" y="140043"/>
                </a:cubicBezTo>
                <a:cubicBezTo>
                  <a:pt x="162833" y="152691"/>
                  <a:pt x="164554" y="157142"/>
                  <a:pt x="155377" y="157142"/>
                </a:cubicBezTo>
                <a:cubicBezTo>
                  <a:pt x="152019" y="157142"/>
                  <a:pt x="146470" y="159346"/>
                  <a:pt x="143045" y="162040"/>
                </a:cubicBezTo>
                <a:cubicBezTo>
                  <a:pt x="134241" y="168966"/>
                  <a:pt x="104579" y="168891"/>
                  <a:pt x="102761" y="161938"/>
                </a:cubicBezTo>
                <a:close/>
              </a:path>
            </a:pathLst>
          </a:custGeom>
          <a:solidFill>
            <a:srgbClr val="B9B9B9"/>
          </a:solidFill>
          <a:ln w="5163" cap="flat">
            <a:noFill/>
            <a:prstDash val="solid"/>
            <a:miter/>
          </a:ln>
        </p:spPr>
        <p:txBody>
          <a:bodyPr/>
          <a:lstStyle/>
          <a:p>
            <a:endParaRPr lang="es-419" noProof="0" dirty="0"/>
          </a:p>
        </p:txBody>
      </p:sp>
      <p:sp>
        <p:nvSpPr>
          <p:cNvPr id="47" name="Forma libre: forma 46">
            <a:extLst>
              <a:ext uri="{FF2B5EF4-FFF2-40B4-BE49-F238E27FC236}">
                <a16:creationId xmlns:a16="http://schemas.microsoft.com/office/drawing/2014/main" id="{7F963978-AE1D-5C50-C3E3-C51B1119FA28}"/>
              </a:ext>
            </a:extLst>
          </p:cNvPr>
          <p:cNvSpPr/>
          <p:nvPr/>
        </p:nvSpPr>
        <p:spPr>
          <a:xfrm>
            <a:off x="1461542" y="2144566"/>
            <a:ext cx="129500" cy="144710"/>
          </a:xfrm>
          <a:custGeom>
            <a:avLst/>
            <a:gdLst>
              <a:gd name="csX0" fmla="*/ 39451 w 129500"/>
              <a:gd name="csY0" fmla="*/ 143362 h 144710"/>
              <a:gd name="csX1" fmla="*/ 36297 w 129500"/>
              <a:gd name="csY1" fmla="*/ 137530 h 144710"/>
              <a:gd name="csX2" fmla="*/ 22310 w 129500"/>
              <a:gd name="csY2" fmla="*/ 122582 h 144710"/>
              <a:gd name="csX3" fmla="*/ 6555 w 129500"/>
              <a:gd name="csY3" fmla="*/ 101930 h 144710"/>
              <a:gd name="csX4" fmla="*/ 2723 w 129500"/>
              <a:gd name="csY4" fmla="*/ 90935 h 144710"/>
              <a:gd name="csX5" fmla="*/ 1214 w 129500"/>
              <a:gd name="csY5" fmla="*/ 71343 h 144710"/>
              <a:gd name="csX6" fmla="*/ 12550 w 129500"/>
              <a:gd name="csY6" fmla="*/ 66880 h 144710"/>
              <a:gd name="csX7" fmla="*/ 22940 w 129500"/>
              <a:gd name="csY7" fmla="*/ 63986 h 144710"/>
              <a:gd name="csX8" fmla="*/ 31348 w 129500"/>
              <a:gd name="csY8" fmla="*/ 62963 h 144710"/>
              <a:gd name="csX9" fmla="*/ 38911 w 129500"/>
              <a:gd name="csY9" fmla="*/ 59306 h 144710"/>
              <a:gd name="csX10" fmla="*/ 42783 w 129500"/>
              <a:gd name="csY10" fmla="*/ 50923 h 144710"/>
              <a:gd name="csX11" fmla="*/ 46656 w 129500"/>
              <a:gd name="csY11" fmla="*/ 42586 h 144710"/>
              <a:gd name="csX12" fmla="*/ 51173 w 129500"/>
              <a:gd name="csY12" fmla="*/ 39323 h 144710"/>
              <a:gd name="csX13" fmla="*/ 69566 w 129500"/>
              <a:gd name="csY13" fmla="*/ 37767 h 144710"/>
              <a:gd name="csX14" fmla="*/ 69872 w 129500"/>
              <a:gd name="csY14" fmla="*/ 27120 h 144710"/>
              <a:gd name="csX15" fmla="*/ 67231 w 129500"/>
              <a:gd name="csY15" fmla="*/ 13692 h 144710"/>
              <a:gd name="csX16" fmla="*/ 69736 w 129500"/>
              <a:gd name="csY16" fmla="*/ 7102 h 144710"/>
              <a:gd name="csX17" fmla="*/ 81814 w 129500"/>
              <a:gd name="csY17" fmla="*/ 13524 h 144710"/>
              <a:gd name="csX18" fmla="*/ 100866 w 129500"/>
              <a:gd name="csY18" fmla="*/ 15068 h 144710"/>
              <a:gd name="csX19" fmla="*/ 113355 w 129500"/>
              <a:gd name="csY19" fmla="*/ 326 h 144710"/>
              <a:gd name="csX20" fmla="*/ 116355 w 129500"/>
              <a:gd name="csY20" fmla="*/ 6085 h 144710"/>
              <a:gd name="csX21" fmla="*/ 122928 w 129500"/>
              <a:gd name="csY21" fmla="*/ 21207 h 144710"/>
              <a:gd name="csX22" fmla="*/ 129501 w 129500"/>
              <a:gd name="csY22" fmla="*/ 32422 h 144710"/>
              <a:gd name="csX23" fmla="*/ 122289 w 129500"/>
              <a:gd name="csY23" fmla="*/ 39110 h 144710"/>
              <a:gd name="csX24" fmla="*/ 114210 w 129500"/>
              <a:gd name="csY24" fmla="*/ 43197 h 144710"/>
              <a:gd name="csX25" fmla="*/ 100996 w 129500"/>
              <a:gd name="csY25" fmla="*/ 50277 h 144710"/>
              <a:gd name="csX26" fmla="*/ 91480 w 129500"/>
              <a:gd name="csY26" fmla="*/ 69527 h 144710"/>
              <a:gd name="csX27" fmla="*/ 86825 w 129500"/>
              <a:gd name="csY27" fmla="*/ 82667 h 144710"/>
              <a:gd name="csX28" fmla="*/ 75170 w 129500"/>
              <a:gd name="csY28" fmla="*/ 92424 h 144710"/>
              <a:gd name="csX29" fmla="*/ 62144 w 129500"/>
              <a:gd name="csY29" fmla="*/ 108405 h 144710"/>
              <a:gd name="csX30" fmla="*/ 58272 w 129500"/>
              <a:gd name="csY30" fmla="*/ 119688 h 144710"/>
              <a:gd name="csX31" fmla="*/ 54400 w 129500"/>
              <a:gd name="csY31" fmla="*/ 127352 h 144710"/>
              <a:gd name="csX32" fmla="*/ 52416 w 129500"/>
              <a:gd name="csY32" fmla="*/ 133529 h 144710"/>
              <a:gd name="csX33" fmla="*/ 46503 w 129500"/>
              <a:gd name="csY33" fmla="*/ 140006 h 144710"/>
              <a:gd name="csX34" fmla="*/ 39451 w 129500"/>
              <a:gd name="csY34" fmla="*/ 143362 h 1447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129500" h="144710">
                <a:moveTo>
                  <a:pt x="39451" y="143362"/>
                </a:moveTo>
                <a:cubicBezTo>
                  <a:pt x="37734" y="141645"/>
                  <a:pt x="36315" y="139021"/>
                  <a:pt x="36297" y="137530"/>
                </a:cubicBezTo>
                <a:cubicBezTo>
                  <a:pt x="36279" y="136040"/>
                  <a:pt x="29985" y="129313"/>
                  <a:pt x="22310" y="122582"/>
                </a:cubicBezTo>
                <a:cubicBezTo>
                  <a:pt x="12868" y="114302"/>
                  <a:pt x="7773" y="107623"/>
                  <a:pt x="6555" y="101930"/>
                </a:cubicBezTo>
                <a:cubicBezTo>
                  <a:pt x="5566" y="97303"/>
                  <a:pt x="3842" y="92355"/>
                  <a:pt x="2723" y="90935"/>
                </a:cubicBezTo>
                <a:cubicBezTo>
                  <a:pt x="-91" y="87360"/>
                  <a:pt x="-945" y="76286"/>
                  <a:pt x="1214" y="71343"/>
                </a:cubicBezTo>
                <a:cubicBezTo>
                  <a:pt x="2338" y="68767"/>
                  <a:pt x="6560" y="67105"/>
                  <a:pt x="12550" y="66880"/>
                </a:cubicBezTo>
                <a:cubicBezTo>
                  <a:pt x="17800" y="66683"/>
                  <a:pt x="22476" y="65380"/>
                  <a:pt x="22940" y="63986"/>
                </a:cubicBezTo>
                <a:cubicBezTo>
                  <a:pt x="23405" y="62591"/>
                  <a:pt x="27189" y="62131"/>
                  <a:pt x="31348" y="62963"/>
                </a:cubicBezTo>
                <a:cubicBezTo>
                  <a:pt x="37697" y="64232"/>
                  <a:pt x="38911" y="63645"/>
                  <a:pt x="38911" y="59306"/>
                </a:cubicBezTo>
                <a:cubicBezTo>
                  <a:pt x="38911" y="56463"/>
                  <a:pt x="40654" y="52690"/>
                  <a:pt x="42783" y="50923"/>
                </a:cubicBezTo>
                <a:cubicBezTo>
                  <a:pt x="44913" y="49155"/>
                  <a:pt x="46656" y="45404"/>
                  <a:pt x="46656" y="42586"/>
                </a:cubicBezTo>
                <a:cubicBezTo>
                  <a:pt x="46656" y="38720"/>
                  <a:pt x="47764" y="37919"/>
                  <a:pt x="51173" y="39323"/>
                </a:cubicBezTo>
                <a:cubicBezTo>
                  <a:pt x="61512" y="43579"/>
                  <a:pt x="64377" y="43337"/>
                  <a:pt x="69566" y="37767"/>
                </a:cubicBezTo>
                <a:cubicBezTo>
                  <a:pt x="75009" y="31925"/>
                  <a:pt x="75010" y="31906"/>
                  <a:pt x="69872" y="27120"/>
                </a:cubicBezTo>
                <a:cubicBezTo>
                  <a:pt x="63882" y="21540"/>
                  <a:pt x="64007" y="22172"/>
                  <a:pt x="67231" y="13692"/>
                </a:cubicBezTo>
                <a:lnTo>
                  <a:pt x="69736" y="7102"/>
                </a:lnTo>
                <a:lnTo>
                  <a:pt x="81814" y="13524"/>
                </a:lnTo>
                <a:cubicBezTo>
                  <a:pt x="96277" y="21214"/>
                  <a:pt x="100866" y="21586"/>
                  <a:pt x="100866" y="15068"/>
                </a:cubicBezTo>
                <a:cubicBezTo>
                  <a:pt x="100866" y="8386"/>
                  <a:pt x="109640" y="-1970"/>
                  <a:pt x="113355" y="326"/>
                </a:cubicBezTo>
                <a:cubicBezTo>
                  <a:pt x="115005" y="1346"/>
                  <a:pt x="116355" y="3937"/>
                  <a:pt x="116355" y="6085"/>
                </a:cubicBezTo>
                <a:cubicBezTo>
                  <a:pt x="116355" y="8233"/>
                  <a:pt x="119313" y="15038"/>
                  <a:pt x="122928" y="21207"/>
                </a:cubicBezTo>
                <a:lnTo>
                  <a:pt x="129501" y="32422"/>
                </a:lnTo>
                <a:lnTo>
                  <a:pt x="122289" y="39110"/>
                </a:lnTo>
                <a:cubicBezTo>
                  <a:pt x="118322" y="42788"/>
                  <a:pt x="114687" y="44627"/>
                  <a:pt x="114210" y="43197"/>
                </a:cubicBezTo>
                <a:cubicBezTo>
                  <a:pt x="112111" y="36901"/>
                  <a:pt x="104310" y="41081"/>
                  <a:pt x="100996" y="50277"/>
                </a:cubicBezTo>
                <a:cubicBezTo>
                  <a:pt x="99077" y="55602"/>
                  <a:pt x="94795" y="64264"/>
                  <a:pt x="91480" y="69527"/>
                </a:cubicBezTo>
                <a:cubicBezTo>
                  <a:pt x="88166" y="74789"/>
                  <a:pt x="86071" y="80703"/>
                  <a:pt x="86825" y="82667"/>
                </a:cubicBezTo>
                <a:cubicBezTo>
                  <a:pt x="87734" y="85037"/>
                  <a:pt x="83812" y="88321"/>
                  <a:pt x="75170" y="92424"/>
                </a:cubicBezTo>
                <a:cubicBezTo>
                  <a:pt x="62898" y="98250"/>
                  <a:pt x="62144" y="99174"/>
                  <a:pt x="62144" y="108405"/>
                </a:cubicBezTo>
                <a:cubicBezTo>
                  <a:pt x="62144" y="114732"/>
                  <a:pt x="60773" y="118729"/>
                  <a:pt x="58272" y="119688"/>
                </a:cubicBezTo>
                <a:cubicBezTo>
                  <a:pt x="56143" y="120506"/>
                  <a:pt x="54400" y="123954"/>
                  <a:pt x="54400" y="127352"/>
                </a:cubicBezTo>
                <a:cubicBezTo>
                  <a:pt x="54400" y="130749"/>
                  <a:pt x="53507" y="133529"/>
                  <a:pt x="52416" y="133529"/>
                </a:cubicBezTo>
                <a:cubicBezTo>
                  <a:pt x="51325" y="133529"/>
                  <a:pt x="48664" y="136444"/>
                  <a:pt x="46503" y="140006"/>
                </a:cubicBezTo>
                <a:cubicBezTo>
                  <a:pt x="43429" y="145071"/>
                  <a:pt x="41892" y="145803"/>
                  <a:pt x="39451" y="143362"/>
                </a:cubicBezTo>
                <a:close/>
              </a:path>
            </a:pathLst>
          </a:custGeom>
          <a:solidFill>
            <a:srgbClr val="B9B9B9"/>
          </a:solidFill>
          <a:ln w="5163" cap="flat">
            <a:noFill/>
            <a:prstDash val="solid"/>
            <a:miter/>
          </a:ln>
        </p:spPr>
        <p:txBody>
          <a:bodyPr/>
          <a:lstStyle/>
          <a:p>
            <a:endParaRPr lang="es-419" noProof="0" dirty="0"/>
          </a:p>
        </p:txBody>
      </p:sp>
      <p:sp>
        <p:nvSpPr>
          <p:cNvPr id="48" name="Forma libre: forma 47">
            <a:extLst>
              <a:ext uri="{FF2B5EF4-FFF2-40B4-BE49-F238E27FC236}">
                <a16:creationId xmlns:a16="http://schemas.microsoft.com/office/drawing/2014/main" id="{5C939962-FC78-0D47-3627-61AC3AD70679}"/>
              </a:ext>
            </a:extLst>
          </p:cNvPr>
          <p:cNvSpPr/>
          <p:nvPr/>
        </p:nvSpPr>
        <p:spPr>
          <a:xfrm>
            <a:off x="2333829" y="2099494"/>
            <a:ext cx="245950" cy="186219"/>
          </a:xfrm>
          <a:custGeom>
            <a:avLst/>
            <a:gdLst>
              <a:gd name="csX0" fmla="*/ 63193 w 245950"/>
              <a:gd name="csY0" fmla="*/ 151536 h 186219"/>
              <a:gd name="csX1" fmla="*/ 28715 w 245950"/>
              <a:gd name="csY1" fmla="*/ 120621 h 186219"/>
              <a:gd name="csX2" fmla="*/ 15073 w 245950"/>
              <a:gd name="csY2" fmla="*/ 124390 h 186219"/>
              <a:gd name="csX3" fmla="*/ 5596 w 245950"/>
              <a:gd name="csY3" fmla="*/ 124390 h 186219"/>
              <a:gd name="csX4" fmla="*/ 5596 w 245950"/>
              <a:gd name="csY4" fmla="*/ 107763 h 186219"/>
              <a:gd name="csX5" fmla="*/ 3015 w 245950"/>
              <a:gd name="csY5" fmla="*/ 89541 h 186219"/>
              <a:gd name="csX6" fmla="*/ 11404 w 245950"/>
              <a:gd name="csY6" fmla="*/ 63244 h 186219"/>
              <a:gd name="csX7" fmla="*/ 106611 w 245950"/>
              <a:gd name="csY7" fmla="*/ 25070 h 186219"/>
              <a:gd name="csX8" fmla="*/ 133716 w 245950"/>
              <a:gd name="csY8" fmla="*/ 14252 h 186219"/>
              <a:gd name="csX9" fmla="*/ 160483 w 245950"/>
              <a:gd name="csY9" fmla="*/ 1908 h 186219"/>
              <a:gd name="csX10" fmla="*/ 238554 w 245950"/>
              <a:gd name="csY10" fmla="*/ 11931 h 186219"/>
              <a:gd name="csX11" fmla="*/ 245107 w 245950"/>
              <a:gd name="csY11" fmla="*/ 29136 h 186219"/>
              <a:gd name="csX12" fmla="*/ 240861 w 245950"/>
              <a:gd name="csY12" fmla="*/ 62435 h 186219"/>
              <a:gd name="csX13" fmla="*/ 234529 w 245950"/>
              <a:gd name="csY13" fmla="*/ 81796 h 186219"/>
              <a:gd name="csX14" fmla="*/ 183096 w 245950"/>
              <a:gd name="csY14" fmla="*/ 120518 h 186219"/>
              <a:gd name="csX15" fmla="*/ 112584 w 245950"/>
              <a:gd name="csY15" fmla="*/ 172730 h 186219"/>
              <a:gd name="csX16" fmla="*/ 93505 w 245950"/>
              <a:gd name="csY16" fmla="*/ 186220 h 186219"/>
              <a:gd name="csX17" fmla="*/ 63193 w 245950"/>
              <a:gd name="csY17" fmla="*/ 151536 h 1862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245950" h="186219">
                <a:moveTo>
                  <a:pt x="63193" y="151536"/>
                </a:moveTo>
                <a:cubicBezTo>
                  <a:pt x="35962" y="120379"/>
                  <a:pt x="32456" y="117236"/>
                  <a:pt x="28715" y="120621"/>
                </a:cubicBezTo>
                <a:cubicBezTo>
                  <a:pt x="26425" y="122694"/>
                  <a:pt x="20286" y="124390"/>
                  <a:pt x="15073" y="124390"/>
                </a:cubicBezTo>
                <a:lnTo>
                  <a:pt x="5596" y="124390"/>
                </a:lnTo>
                <a:lnTo>
                  <a:pt x="5596" y="107763"/>
                </a:lnTo>
                <a:cubicBezTo>
                  <a:pt x="5596" y="98618"/>
                  <a:pt x="4435" y="90418"/>
                  <a:pt x="3015" y="89541"/>
                </a:cubicBezTo>
                <a:cubicBezTo>
                  <a:pt x="-3245" y="85672"/>
                  <a:pt x="575" y="73700"/>
                  <a:pt x="11404" y="63244"/>
                </a:cubicBezTo>
                <a:cubicBezTo>
                  <a:pt x="30218" y="45081"/>
                  <a:pt x="67101" y="30293"/>
                  <a:pt x="106611" y="25070"/>
                </a:cubicBezTo>
                <a:cubicBezTo>
                  <a:pt x="113529" y="24155"/>
                  <a:pt x="124948" y="19598"/>
                  <a:pt x="133716" y="14252"/>
                </a:cubicBezTo>
                <a:cubicBezTo>
                  <a:pt x="142049" y="9172"/>
                  <a:pt x="154094" y="3617"/>
                  <a:pt x="160483" y="1908"/>
                </a:cubicBezTo>
                <a:cubicBezTo>
                  <a:pt x="179743" y="-3243"/>
                  <a:pt x="225908" y="2684"/>
                  <a:pt x="238554" y="11931"/>
                </a:cubicBezTo>
                <a:cubicBezTo>
                  <a:pt x="241216" y="13878"/>
                  <a:pt x="243864" y="20830"/>
                  <a:pt x="245107" y="29136"/>
                </a:cubicBezTo>
                <a:cubicBezTo>
                  <a:pt x="246841" y="40720"/>
                  <a:pt x="246124" y="46345"/>
                  <a:pt x="240861" y="62435"/>
                </a:cubicBezTo>
                <a:lnTo>
                  <a:pt x="234529" y="81796"/>
                </a:lnTo>
                <a:lnTo>
                  <a:pt x="183096" y="120518"/>
                </a:lnTo>
                <a:cubicBezTo>
                  <a:pt x="154808" y="141815"/>
                  <a:pt x="123078" y="165310"/>
                  <a:pt x="112584" y="172730"/>
                </a:cubicBezTo>
                <a:lnTo>
                  <a:pt x="93505" y="186220"/>
                </a:lnTo>
                <a:lnTo>
                  <a:pt x="63193" y="151536"/>
                </a:lnTo>
                <a:close/>
              </a:path>
            </a:pathLst>
          </a:custGeom>
          <a:solidFill>
            <a:srgbClr val="B9B9B9"/>
          </a:solidFill>
          <a:ln w="5163" cap="flat">
            <a:noFill/>
            <a:prstDash val="solid"/>
            <a:miter/>
          </a:ln>
        </p:spPr>
        <p:txBody>
          <a:bodyPr/>
          <a:lstStyle/>
          <a:p>
            <a:endParaRPr lang="es-419" noProof="0" dirty="0"/>
          </a:p>
        </p:txBody>
      </p:sp>
      <p:sp>
        <p:nvSpPr>
          <p:cNvPr id="49" name="Forma libre: forma 48">
            <a:extLst>
              <a:ext uri="{FF2B5EF4-FFF2-40B4-BE49-F238E27FC236}">
                <a16:creationId xmlns:a16="http://schemas.microsoft.com/office/drawing/2014/main" id="{9043EE8B-7608-271B-CA76-D35779D5C9BE}"/>
              </a:ext>
            </a:extLst>
          </p:cNvPr>
          <p:cNvSpPr/>
          <p:nvPr/>
        </p:nvSpPr>
        <p:spPr>
          <a:xfrm>
            <a:off x="2334670" y="2196667"/>
            <a:ext cx="1839" cy="7968"/>
          </a:xfrm>
          <a:custGeom>
            <a:avLst/>
            <a:gdLst>
              <a:gd name="csX0" fmla="*/ 0 w 1839"/>
              <a:gd name="csY0" fmla="*/ 3984 h 7968"/>
              <a:gd name="csX1" fmla="*/ 1302 w 1839"/>
              <a:gd name="csY1" fmla="*/ 757 h 7968"/>
              <a:gd name="csX2" fmla="*/ 1302 w 1839"/>
              <a:gd name="csY2" fmla="*/ 7211 h 7968"/>
              <a:gd name="csX3" fmla="*/ 0 w 1839"/>
              <a:gd name="csY3" fmla="*/ 3984 h 7968"/>
            </a:gdLst>
            <a:ahLst/>
            <a:cxnLst>
              <a:cxn ang="0">
                <a:pos x="csX0" y="csY0"/>
              </a:cxn>
              <a:cxn ang="0">
                <a:pos x="csX1" y="csY1"/>
              </a:cxn>
              <a:cxn ang="0">
                <a:pos x="csX2" y="csY2"/>
              </a:cxn>
              <a:cxn ang="0">
                <a:pos x="csX3" y="csY3"/>
              </a:cxn>
            </a:cxnLst>
            <a:rect l="l" t="t" r="r" b="b"/>
            <a:pathLst>
              <a:path w="1839" h="7968">
                <a:moveTo>
                  <a:pt x="0" y="3984"/>
                </a:moveTo>
                <a:cubicBezTo>
                  <a:pt x="0" y="435"/>
                  <a:pt x="586" y="-1017"/>
                  <a:pt x="1302" y="757"/>
                </a:cubicBezTo>
                <a:cubicBezTo>
                  <a:pt x="2018" y="2532"/>
                  <a:pt x="2018" y="5436"/>
                  <a:pt x="1302" y="7211"/>
                </a:cubicBezTo>
                <a:cubicBezTo>
                  <a:pt x="586" y="8986"/>
                  <a:pt x="0" y="7534"/>
                  <a:pt x="0" y="3984"/>
                </a:cubicBezTo>
                <a:close/>
              </a:path>
            </a:pathLst>
          </a:custGeom>
          <a:solidFill>
            <a:srgbClr val="B9B9B9"/>
          </a:solidFill>
          <a:ln w="5163" cap="flat">
            <a:noFill/>
            <a:prstDash val="solid"/>
            <a:miter/>
          </a:ln>
        </p:spPr>
        <p:txBody>
          <a:bodyPr/>
          <a:lstStyle/>
          <a:p>
            <a:endParaRPr lang="es-419" noProof="0" dirty="0"/>
          </a:p>
        </p:txBody>
      </p:sp>
      <p:sp>
        <p:nvSpPr>
          <p:cNvPr id="50" name="Forma libre: forma 49">
            <a:extLst>
              <a:ext uri="{FF2B5EF4-FFF2-40B4-BE49-F238E27FC236}">
                <a16:creationId xmlns:a16="http://schemas.microsoft.com/office/drawing/2014/main" id="{4D864885-35B6-7DBE-B500-5C7D2368849A}"/>
              </a:ext>
            </a:extLst>
          </p:cNvPr>
          <p:cNvSpPr/>
          <p:nvPr/>
        </p:nvSpPr>
        <p:spPr>
          <a:xfrm>
            <a:off x="1309468" y="1877186"/>
            <a:ext cx="342958" cy="300162"/>
          </a:xfrm>
          <a:custGeom>
            <a:avLst/>
            <a:gdLst>
              <a:gd name="csX0" fmla="*/ 295686 w 342958"/>
              <a:gd name="csY0" fmla="*/ 296278 h 300162"/>
              <a:gd name="csX1" fmla="*/ 285863 w 342958"/>
              <a:gd name="csY1" fmla="*/ 292488 h 300162"/>
              <a:gd name="csX2" fmla="*/ 274573 w 342958"/>
              <a:gd name="csY2" fmla="*/ 278339 h 300162"/>
              <a:gd name="csX3" fmla="*/ 265490 w 342958"/>
              <a:gd name="csY3" fmla="*/ 262580 h 300162"/>
              <a:gd name="csX4" fmla="*/ 250359 w 342958"/>
              <a:gd name="csY4" fmla="*/ 277449 h 300162"/>
              <a:gd name="csX5" fmla="*/ 232353 w 342958"/>
              <a:gd name="csY5" fmla="*/ 275755 h 300162"/>
              <a:gd name="csX6" fmla="*/ 216800 w 342958"/>
              <a:gd name="csY6" fmla="*/ 278780 h 300162"/>
              <a:gd name="csX7" fmla="*/ 197688 w 342958"/>
              <a:gd name="csY7" fmla="*/ 275445 h 300162"/>
              <a:gd name="csX8" fmla="*/ 186717 w 342958"/>
              <a:gd name="csY8" fmla="*/ 271836 h 300162"/>
              <a:gd name="csX9" fmla="*/ 183241 w 342958"/>
              <a:gd name="csY9" fmla="*/ 267964 h 300162"/>
              <a:gd name="csX10" fmla="*/ 171812 w 342958"/>
              <a:gd name="csY10" fmla="*/ 264092 h 300162"/>
              <a:gd name="csX11" fmla="*/ 155307 w 342958"/>
              <a:gd name="csY11" fmla="*/ 270545 h 300162"/>
              <a:gd name="csX12" fmla="*/ 128918 w 342958"/>
              <a:gd name="csY12" fmla="*/ 266264 h 300162"/>
              <a:gd name="csX13" fmla="*/ 106345 w 342958"/>
              <a:gd name="csY13" fmla="*/ 255141 h 300162"/>
              <a:gd name="csX14" fmla="*/ 91555 w 342958"/>
              <a:gd name="csY14" fmla="*/ 250269 h 300162"/>
              <a:gd name="csX15" fmla="*/ 81548 w 342958"/>
              <a:gd name="csY15" fmla="*/ 247474 h 300162"/>
              <a:gd name="csX16" fmla="*/ 78435 w 342958"/>
              <a:gd name="csY16" fmla="*/ 239429 h 300162"/>
              <a:gd name="csX17" fmla="*/ 82408 w 342958"/>
              <a:gd name="csY17" fmla="*/ 200657 h 300162"/>
              <a:gd name="csX18" fmla="*/ 83563 w 342958"/>
              <a:gd name="csY18" fmla="*/ 189030 h 300162"/>
              <a:gd name="csX19" fmla="*/ 79311 w 342958"/>
              <a:gd name="csY19" fmla="*/ 164140 h 300162"/>
              <a:gd name="csX20" fmla="*/ 69658 w 342958"/>
              <a:gd name="csY20" fmla="*/ 165664 h 300162"/>
              <a:gd name="csX21" fmla="*/ 52863 w 342958"/>
              <a:gd name="csY21" fmla="*/ 178880 h 300162"/>
              <a:gd name="csX22" fmla="*/ 46310 w 342958"/>
              <a:gd name="csY22" fmla="*/ 180840 h 300162"/>
              <a:gd name="csX23" fmla="*/ 41273 w 342958"/>
              <a:gd name="csY23" fmla="*/ 176042 h 300162"/>
              <a:gd name="csX24" fmla="*/ 28735 w 342958"/>
              <a:gd name="csY24" fmla="*/ 163573 h 300162"/>
              <a:gd name="csX25" fmla="*/ 8346 w 342958"/>
              <a:gd name="csY25" fmla="*/ 134458 h 300162"/>
              <a:gd name="csX26" fmla="*/ 3097 w 342958"/>
              <a:gd name="csY26" fmla="*/ 117621 h 300162"/>
              <a:gd name="csX27" fmla="*/ 147 w 342958"/>
              <a:gd name="csY27" fmla="*/ 113613 h 300162"/>
              <a:gd name="csX28" fmla="*/ 21165 w 342958"/>
              <a:gd name="csY28" fmla="*/ 104003 h 300162"/>
              <a:gd name="csX29" fmla="*/ 72335 w 342958"/>
              <a:gd name="csY29" fmla="*/ 73250 h 300162"/>
              <a:gd name="csX30" fmla="*/ 93508 w 342958"/>
              <a:gd name="csY30" fmla="*/ 38847 h 300162"/>
              <a:gd name="csX31" fmla="*/ 97565 w 342958"/>
              <a:gd name="csY31" fmla="*/ 29800 h 300162"/>
              <a:gd name="csX32" fmla="*/ 109742 w 342958"/>
              <a:gd name="csY32" fmla="*/ 18194 h 300162"/>
              <a:gd name="csX33" fmla="*/ 113822 w 342958"/>
              <a:gd name="csY33" fmla="*/ 11110 h 300162"/>
              <a:gd name="csX34" fmla="*/ 121678 w 342958"/>
              <a:gd name="csY34" fmla="*/ 5555 h 300162"/>
              <a:gd name="csX35" fmla="*/ 127233 w 342958"/>
              <a:gd name="csY35" fmla="*/ 0 h 300162"/>
              <a:gd name="csX36" fmla="*/ 134516 w 342958"/>
              <a:gd name="csY36" fmla="*/ 8782 h 300162"/>
              <a:gd name="csX37" fmla="*/ 141869 w 342958"/>
              <a:gd name="csY37" fmla="*/ 33944 h 300162"/>
              <a:gd name="csX38" fmla="*/ 147505 w 342958"/>
              <a:gd name="csY38" fmla="*/ 58144 h 300162"/>
              <a:gd name="csX39" fmla="*/ 152804 w 342958"/>
              <a:gd name="csY39" fmla="*/ 90810 h 300162"/>
              <a:gd name="csX40" fmla="*/ 162764 w 342958"/>
              <a:gd name="csY40" fmla="*/ 124694 h 300162"/>
              <a:gd name="csX41" fmla="*/ 170334 w 342958"/>
              <a:gd name="csY41" fmla="*/ 121832 h 300162"/>
              <a:gd name="csX42" fmla="*/ 185393 w 342958"/>
              <a:gd name="csY42" fmla="*/ 124884 h 300162"/>
              <a:gd name="csX43" fmla="*/ 190271 w 342958"/>
              <a:gd name="csY43" fmla="*/ 127275 h 300162"/>
              <a:gd name="csX44" fmla="*/ 201229 w 342958"/>
              <a:gd name="csY44" fmla="*/ 139721 h 300162"/>
              <a:gd name="csX45" fmla="*/ 197439 w 342958"/>
              <a:gd name="csY45" fmla="*/ 147005 h 300162"/>
              <a:gd name="csX46" fmla="*/ 196794 w 342958"/>
              <a:gd name="csY46" fmla="*/ 162615 h 300162"/>
              <a:gd name="csX47" fmla="*/ 220205 w 342958"/>
              <a:gd name="csY47" fmla="*/ 171185 h 300162"/>
              <a:gd name="csX48" fmla="*/ 242581 w 342958"/>
              <a:gd name="csY48" fmla="*/ 173796 h 300162"/>
              <a:gd name="csX49" fmla="*/ 259092 w 342958"/>
              <a:gd name="csY49" fmla="*/ 186698 h 300162"/>
              <a:gd name="csX50" fmla="*/ 273592 w 342958"/>
              <a:gd name="csY50" fmla="*/ 197707 h 300162"/>
              <a:gd name="csX51" fmla="*/ 304244 w 342958"/>
              <a:gd name="csY51" fmla="*/ 198591 h 300162"/>
              <a:gd name="csX52" fmla="*/ 333285 w 342958"/>
              <a:gd name="csY52" fmla="*/ 203946 h 300162"/>
              <a:gd name="csX53" fmla="*/ 339205 w 342958"/>
              <a:gd name="csY53" fmla="*/ 216060 h 300162"/>
              <a:gd name="csX54" fmla="*/ 336274 w 342958"/>
              <a:gd name="csY54" fmla="*/ 220854 h 300162"/>
              <a:gd name="csX55" fmla="*/ 328850 w 342958"/>
              <a:gd name="csY55" fmla="*/ 233114 h 300162"/>
              <a:gd name="csX56" fmla="*/ 326965 w 342958"/>
              <a:gd name="csY56" fmla="*/ 236341 h 300162"/>
              <a:gd name="csX57" fmla="*/ 329181 w 342958"/>
              <a:gd name="csY57" fmla="*/ 240859 h 300162"/>
              <a:gd name="csX58" fmla="*/ 331403 w 342958"/>
              <a:gd name="csY58" fmla="*/ 248187 h 300162"/>
              <a:gd name="csX59" fmla="*/ 328049 w 342958"/>
              <a:gd name="csY59" fmla="*/ 258014 h 300162"/>
              <a:gd name="csX60" fmla="*/ 326532 w 342958"/>
              <a:gd name="csY60" fmla="*/ 276244 h 300162"/>
              <a:gd name="csX61" fmla="*/ 325085 w 342958"/>
              <a:gd name="csY61" fmla="*/ 283496 h 300162"/>
              <a:gd name="csX62" fmla="*/ 321398 w 342958"/>
              <a:gd name="csY62" fmla="*/ 292711 h 300162"/>
              <a:gd name="csX63" fmla="*/ 311874 w 342958"/>
              <a:gd name="csY63" fmla="*/ 300150 h 300162"/>
              <a:gd name="csX64" fmla="*/ 295686 w 342958"/>
              <a:gd name="csY64" fmla="*/ 296278 h 3001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Lst>
            <a:rect l="l" t="t" r="r" b="b"/>
            <a:pathLst>
              <a:path w="342958" h="300162">
                <a:moveTo>
                  <a:pt x="295686" y="296278"/>
                </a:moveTo>
                <a:cubicBezTo>
                  <a:pt x="292930" y="294193"/>
                  <a:pt x="288510" y="292488"/>
                  <a:pt x="285863" y="292488"/>
                </a:cubicBezTo>
                <a:cubicBezTo>
                  <a:pt x="282541" y="292488"/>
                  <a:pt x="279045" y="288107"/>
                  <a:pt x="274573" y="278339"/>
                </a:cubicBezTo>
                <a:cubicBezTo>
                  <a:pt x="271011" y="270557"/>
                  <a:pt x="266923" y="263466"/>
                  <a:pt x="265490" y="262580"/>
                </a:cubicBezTo>
                <a:cubicBezTo>
                  <a:pt x="261887" y="260353"/>
                  <a:pt x="250359" y="271682"/>
                  <a:pt x="250359" y="277449"/>
                </a:cubicBezTo>
                <a:cubicBezTo>
                  <a:pt x="250359" y="284106"/>
                  <a:pt x="242694" y="283385"/>
                  <a:pt x="232353" y="275755"/>
                </a:cubicBezTo>
                <a:cubicBezTo>
                  <a:pt x="223375" y="269132"/>
                  <a:pt x="216800" y="270410"/>
                  <a:pt x="216800" y="278780"/>
                </a:cubicBezTo>
                <a:cubicBezTo>
                  <a:pt x="216800" y="282868"/>
                  <a:pt x="211006" y="281857"/>
                  <a:pt x="197688" y="275445"/>
                </a:cubicBezTo>
                <a:cubicBezTo>
                  <a:pt x="193566" y="273460"/>
                  <a:pt x="188628" y="271836"/>
                  <a:pt x="186717" y="271836"/>
                </a:cubicBezTo>
                <a:cubicBezTo>
                  <a:pt x="184805" y="271836"/>
                  <a:pt x="183241" y="270094"/>
                  <a:pt x="183241" y="267964"/>
                </a:cubicBezTo>
                <a:cubicBezTo>
                  <a:pt x="183241" y="265105"/>
                  <a:pt x="180251" y="264092"/>
                  <a:pt x="171812" y="264092"/>
                </a:cubicBezTo>
                <a:cubicBezTo>
                  <a:pt x="162696" y="264092"/>
                  <a:pt x="159356" y="265398"/>
                  <a:pt x="155307" y="270545"/>
                </a:cubicBezTo>
                <a:cubicBezTo>
                  <a:pt x="148138" y="279659"/>
                  <a:pt x="141633" y="278604"/>
                  <a:pt x="128918" y="266264"/>
                </a:cubicBezTo>
                <a:cubicBezTo>
                  <a:pt x="119547" y="257171"/>
                  <a:pt x="116097" y="255470"/>
                  <a:pt x="106345" y="255141"/>
                </a:cubicBezTo>
                <a:cubicBezTo>
                  <a:pt x="98734" y="254884"/>
                  <a:pt x="93722" y="253233"/>
                  <a:pt x="91555" y="250269"/>
                </a:cubicBezTo>
                <a:cubicBezTo>
                  <a:pt x="89207" y="247058"/>
                  <a:pt x="86367" y="246265"/>
                  <a:pt x="81548" y="247474"/>
                </a:cubicBezTo>
                <a:cubicBezTo>
                  <a:pt x="74001" y="249368"/>
                  <a:pt x="73102" y="247043"/>
                  <a:pt x="78435" y="239429"/>
                </a:cubicBezTo>
                <a:cubicBezTo>
                  <a:pt x="83856" y="231688"/>
                  <a:pt x="86528" y="205621"/>
                  <a:pt x="82408" y="200657"/>
                </a:cubicBezTo>
                <a:cubicBezTo>
                  <a:pt x="79647" y="197331"/>
                  <a:pt x="79847" y="195321"/>
                  <a:pt x="83563" y="189030"/>
                </a:cubicBezTo>
                <a:cubicBezTo>
                  <a:pt x="88650" y="180419"/>
                  <a:pt x="87374" y="172952"/>
                  <a:pt x="79311" y="164140"/>
                </a:cubicBezTo>
                <a:cubicBezTo>
                  <a:pt x="73608" y="157907"/>
                  <a:pt x="69658" y="158530"/>
                  <a:pt x="69658" y="165664"/>
                </a:cubicBezTo>
                <a:cubicBezTo>
                  <a:pt x="69658" y="171138"/>
                  <a:pt x="55140" y="182563"/>
                  <a:pt x="52863" y="178880"/>
                </a:cubicBezTo>
                <a:cubicBezTo>
                  <a:pt x="50323" y="174770"/>
                  <a:pt x="46434" y="175933"/>
                  <a:pt x="46310" y="180840"/>
                </a:cubicBezTo>
                <a:cubicBezTo>
                  <a:pt x="46241" y="183582"/>
                  <a:pt x="44262" y="181697"/>
                  <a:pt x="41273" y="176042"/>
                </a:cubicBezTo>
                <a:cubicBezTo>
                  <a:pt x="38533" y="170858"/>
                  <a:pt x="32973" y="165329"/>
                  <a:pt x="28735" y="163573"/>
                </a:cubicBezTo>
                <a:cubicBezTo>
                  <a:pt x="15748" y="158193"/>
                  <a:pt x="9667" y="149510"/>
                  <a:pt x="8346" y="134458"/>
                </a:cubicBezTo>
                <a:cubicBezTo>
                  <a:pt x="7635" y="126353"/>
                  <a:pt x="5506" y="119523"/>
                  <a:pt x="3097" y="117621"/>
                </a:cubicBezTo>
                <a:cubicBezTo>
                  <a:pt x="868" y="115861"/>
                  <a:pt x="-459" y="114058"/>
                  <a:pt x="147" y="113613"/>
                </a:cubicBezTo>
                <a:cubicBezTo>
                  <a:pt x="7952" y="107892"/>
                  <a:pt x="16388" y="104034"/>
                  <a:pt x="21165" y="104003"/>
                </a:cubicBezTo>
                <a:cubicBezTo>
                  <a:pt x="38718" y="103886"/>
                  <a:pt x="49596" y="97348"/>
                  <a:pt x="72335" y="73250"/>
                </a:cubicBezTo>
                <a:cubicBezTo>
                  <a:pt x="94445" y="49819"/>
                  <a:pt x="94883" y="49106"/>
                  <a:pt x="93508" y="38847"/>
                </a:cubicBezTo>
                <a:cubicBezTo>
                  <a:pt x="92208" y="29159"/>
                  <a:pt x="92513" y="28479"/>
                  <a:pt x="97565" y="29800"/>
                </a:cubicBezTo>
                <a:cubicBezTo>
                  <a:pt x="103852" y="31444"/>
                  <a:pt x="107223" y="28231"/>
                  <a:pt x="109742" y="18194"/>
                </a:cubicBezTo>
                <a:cubicBezTo>
                  <a:pt x="110720" y="14298"/>
                  <a:pt x="112556" y="11110"/>
                  <a:pt x="113822" y="11110"/>
                </a:cubicBezTo>
                <a:cubicBezTo>
                  <a:pt x="115088" y="11110"/>
                  <a:pt x="118623" y="8610"/>
                  <a:pt x="121678" y="5555"/>
                </a:cubicBezTo>
                <a:lnTo>
                  <a:pt x="127233" y="0"/>
                </a:lnTo>
                <a:lnTo>
                  <a:pt x="134516" y="8782"/>
                </a:lnTo>
                <a:cubicBezTo>
                  <a:pt x="140793" y="16350"/>
                  <a:pt x="141809" y="19826"/>
                  <a:pt x="141869" y="33944"/>
                </a:cubicBezTo>
                <a:cubicBezTo>
                  <a:pt x="141922" y="46507"/>
                  <a:pt x="143236" y="52147"/>
                  <a:pt x="147505" y="58144"/>
                </a:cubicBezTo>
                <a:cubicBezTo>
                  <a:pt x="152339" y="64931"/>
                  <a:pt x="153038" y="69240"/>
                  <a:pt x="152804" y="90810"/>
                </a:cubicBezTo>
                <a:cubicBezTo>
                  <a:pt x="152465" y="122159"/>
                  <a:pt x="153210" y="124694"/>
                  <a:pt x="162764" y="124694"/>
                </a:cubicBezTo>
                <a:cubicBezTo>
                  <a:pt x="166927" y="124694"/>
                  <a:pt x="170334" y="123406"/>
                  <a:pt x="170334" y="121832"/>
                </a:cubicBezTo>
                <a:cubicBezTo>
                  <a:pt x="170334" y="118431"/>
                  <a:pt x="184072" y="121216"/>
                  <a:pt x="185393" y="124884"/>
                </a:cubicBezTo>
                <a:cubicBezTo>
                  <a:pt x="185866" y="126199"/>
                  <a:pt x="188061" y="127275"/>
                  <a:pt x="190271" y="127275"/>
                </a:cubicBezTo>
                <a:cubicBezTo>
                  <a:pt x="194758" y="127275"/>
                  <a:pt x="201103" y="134482"/>
                  <a:pt x="201229" y="139721"/>
                </a:cubicBezTo>
                <a:cubicBezTo>
                  <a:pt x="201275" y="141597"/>
                  <a:pt x="199569" y="144875"/>
                  <a:pt x="197439" y="147005"/>
                </a:cubicBezTo>
                <a:cubicBezTo>
                  <a:pt x="192728" y="151716"/>
                  <a:pt x="192413" y="159339"/>
                  <a:pt x="196794" y="162615"/>
                </a:cubicBezTo>
                <a:cubicBezTo>
                  <a:pt x="198569" y="163942"/>
                  <a:pt x="209104" y="167799"/>
                  <a:pt x="220205" y="171185"/>
                </a:cubicBezTo>
                <a:cubicBezTo>
                  <a:pt x="236917" y="176284"/>
                  <a:pt x="240766" y="176733"/>
                  <a:pt x="242581" y="173796"/>
                </a:cubicBezTo>
                <a:cubicBezTo>
                  <a:pt x="245948" y="168348"/>
                  <a:pt x="255565" y="175863"/>
                  <a:pt x="259092" y="186698"/>
                </a:cubicBezTo>
                <a:cubicBezTo>
                  <a:pt x="261627" y="194485"/>
                  <a:pt x="263378" y="195815"/>
                  <a:pt x="273592" y="197707"/>
                </a:cubicBezTo>
                <a:cubicBezTo>
                  <a:pt x="279981" y="198890"/>
                  <a:pt x="293775" y="199289"/>
                  <a:pt x="304244" y="198591"/>
                </a:cubicBezTo>
                <a:cubicBezTo>
                  <a:pt x="321502" y="197442"/>
                  <a:pt x="324213" y="197942"/>
                  <a:pt x="333285" y="203946"/>
                </a:cubicBezTo>
                <a:cubicBezTo>
                  <a:pt x="344213" y="211177"/>
                  <a:pt x="345431" y="213671"/>
                  <a:pt x="339205" y="216060"/>
                </a:cubicBezTo>
                <a:cubicBezTo>
                  <a:pt x="336957" y="216923"/>
                  <a:pt x="335638" y="219080"/>
                  <a:pt x="336274" y="220854"/>
                </a:cubicBezTo>
                <a:cubicBezTo>
                  <a:pt x="337968" y="225576"/>
                  <a:pt x="333403" y="233114"/>
                  <a:pt x="328850" y="233114"/>
                </a:cubicBezTo>
                <a:cubicBezTo>
                  <a:pt x="326331" y="233114"/>
                  <a:pt x="325653" y="234275"/>
                  <a:pt x="326965" y="236341"/>
                </a:cubicBezTo>
                <a:cubicBezTo>
                  <a:pt x="328092" y="238116"/>
                  <a:pt x="329089" y="240149"/>
                  <a:pt x="329181" y="240859"/>
                </a:cubicBezTo>
                <a:cubicBezTo>
                  <a:pt x="329272" y="241569"/>
                  <a:pt x="330272" y="244866"/>
                  <a:pt x="331403" y="248187"/>
                </a:cubicBezTo>
                <a:cubicBezTo>
                  <a:pt x="332991" y="252852"/>
                  <a:pt x="332229" y="255087"/>
                  <a:pt x="328049" y="258014"/>
                </a:cubicBezTo>
                <a:cubicBezTo>
                  <a:pt x="321663" y="262487"/>
                  <a:pt x="321157" y="268570"/>
                  <a:pt x="326532" y="276244"/>
                </a:cubicBezTo>
                <a:cubicBezTo>
                  <a:pt x="330115" y="281360"/>
                  <a:pt x="330000" y="281936"/>
                  <a:pt x="325085" y="283496"/>
                </a:cubicBezTo>
                <a:cubicBezTo>
                  <a:pt x="320727" y="284879"/>
                  <a:pt x="320050" y="286571"/>
                  <a:pt x="321398" y="292711"/>
                </a:cubicBezTo>
                <a:cubicBezTo>
                  <a:pt x="323026" y="300123"/>
                  <a:pt x="322888" y="300231"/>
                  <a:pt x="311874" y="300150"/>
                </a:cubicBezTo>
                <a:cubicBezTo>
                  <a:pt x="305727" y="300105"/>
                  <a:pt x="298443" y="298362"/>
                  <a:pt x="295686" y="296278"/>
                </a:cubicBezTo>
                <a:close/>
              </a:path>
            </a:pathLst>
          </a:custGeom>
          <a:solidFill>
            <a:srgbClr val="B9B9B9"/>
          </a:solidFill>
          <a:ln w="5163" cap="flat">
            <a:noFill/>
            <a:prstDash val="solid"/>
            <a:miter/>
          </a:ln>
        </p:spPr>
        <p:txBody>
          <a:bodyPr/>
          <a:lstStyle/>
          <a:p>
            <a:endParaRPr lang="es-419" noProof="0" dirty="0"/>
          </a:p>
        </p:txBody>
      </p:sp>
      <p:sp>
        <p:nvSpPr>
          <p:cNvPr id="51" name="Forma libre: forma 50">
            <a:extLst>
              <a:ext uri="{FF2B5EF4-FFF2-40B4-BE49-F238E27FC236}">
                <a16:creationId xmlns:a16="http://schemas.microsoft.com/office/drawing/2014/main" id="{5DA2C6A2-0B4B-F314-FB18-8821EEA73D3A}"/>
              </a:ext>
            </a:extLst>
          </p:cNvPr>
          <p:cNvSpPr/>
          <p:nvPr/>
        </p:nvSpPr>
        <p:spPr>
          <a:xfrm>
            <a:off x="1257795" y="2071057"/>
            <a:ext cx="87522" cy="67430"/>
          </a:xfrm>
          <a:custGeom>
            <a:avLst/>
            <a:gdLst>
              <a:gd name="csX0" fmla="*/ 3976 w 87522"/>
              <a:gd name="csY0" fmla="*/ 62589 h 67430"/>
              <a:gd name="csX1" fmla="*/ 1611 w 87522"/>
              <a:gd name="csY1" fmla="*/ 35473 h 67430"/>
              <a:gd name="csX2" fmla="*/ 13354 w 87522"/>
              <a:gd name="csY2" fmla="*/ 26110 h 67430"/>
              <a:gd name="csX3" fmla="*/ 24928 w 87522"/>
              <a:gd name="csY3" fmla="*/ 17185 h 67430"/>
              <a:gd name="csX4" fmla="*/ 28816 w 87522"/>
              <a:gd name="csY4" fmla="*/ 13430 h 67430"/>
              <a:gd name="csX5" fmla="*/ 55396 w 87522"/>
              <a:gd name="csY5" fmla="*/ 696 h 67430"/>
              <a:gd name="csX6" fmla="*/ 76595 w 87522"/>
              <a:gd name="csY6" fmla="*/ 27413 h 67430"/>
              <a:gd name="csX7" fmla="*/ 81474 w 87522"/>
              <a:gd name="csY7" fmla="*/ 35237 h 67430"/>
              <a:gd name="csX8" fmla="*/ 81963 w 87522"/>
              <a:gd name="csY8" fmla="*/ 49346 h 67430"/>
              <a:gd name="csX9" fmla="*/ 69036 w 87522"/>
              <a:gd name="csY9" fmla="*/ 59608 h 67430"/>
              <a:gd name="csX10" fmla="*/ 36947 w 87522"/>
              <a:gd name="csY10" fmla="*/ 62618 h 67430"/>
              <a:gd name="csX11" fmla="*/ 17042 w 87522"/>
              <a:gd name="csY11" fmla="*/ 62345 h 67430"/>
              <a:gd name="csX12" fmla="*/ 3976 w 87522"/>
              <a:gd name="csY12" fmla="*/ 62589 h 67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7522" h="67430">
                <a:moveTo>
                  <a:pt x="3976" y="62589"/>
                </a:moveTo>
                <a:cubicBezTo>
                  <a:pt x="-42" y="58150"/>
                  <a:pt x="-1347" y="43182"/>
                  <a:pt x="1611" y="35473"/>
                </a:cubicBezTo>
                <a:cubicBezTo>
                  <a:pt x="2496" y="33167"/>
                  <a:pt x="7780" y="28954"/>
                  <a:pt x="13354" y="26110"/>
                </a:cubicBezTo>
                <a:cubicBezTo>
                  <a:pt x="18927" y="23267"/>
                  <a:pt x="24135" y="19251"/>
                  <a:pt x="24928" y="17185"/>
                </a:cubicBezTo>
                <a:cubicBezTo>
                  <a:pt x="25721" y="15120"/>
                  <a:pt x="27470" y="13430"/>
                  <a:pt x="28816" y="13430"/>
                </a:cubicBezTo>
                <a:cubicBezTo>
                  <a:pt x="32726" y="13430"/>
                  <a:pt x="53752" y="3357"/>
                  <a:pt x="55396" y="696"/>
                </a:cubicBezTo>
                <a:cubicBezTo>
                  <a:pt x="58624" y="-4526"/>
                  <a:pt x="78997" y="21152"/>
                  <a:pt x="76595" y="27413"/>
                </a:cubicBezTo>
                <a:cubicBezTo>
                  <a:pt x="75767" y="29569"/>
                  <a:pt x="77801" y="32831"/>
                  <a:pt x="81474" y="35237"/>
                </a:cubicBezTo>
                <a:cubicBezTo>
                  <a:pt x="89349" y="40396"/>
                  <a:pt x="89558" y="46431"/>
                  <a:pt x="81963" y="49346"/>
                </a:cubicBezTo>
                <a:cubicBezTo>
                  <a:pt x="78769" y="50572"/>
                  <a:pt x="72952" y="55190"/>
                  <a:pt x="69036" y="59608"/>
                </a:cubicBezTo>
                <a:cubicBezTo>
                  <a:pt x="60658" y="69060"/>
                  <a:pt x="52768" y="69801"/>
                  <a:pt x="36947" y="62618"/>
                </a:cubicBezTo>
                <a:cubicBezTo>
                  <a:pt x="26493" y="57872"/>
                  <a:pt x="25833" y="57863"/>
                  <a:pt x="17042" y="62345"/>
                </a:cubicBezTo>
                <a:cubicBezTo>
                  <a:pt x="8489" y="66705"/>
                  <a:pt x="7714" y="66720"/>
                  <a:pt x="3976" y="62589"/>
                </a:cubicBezTo>
                <a:close/>
              </a:path>
            </a:pathLst>
          </a:custGeom>
          <a:solidFill>
            <a:srgbClr val="B9B9B9"/>
          </a:solidFill>
          <a:ln w="5163" cap="flat">
            <a:noFill/>
            <a:prstDash val="solid"/>
            <a:miter/>
          </a:ln>
        </p:spPr>
        <p:txBody>
          <a:bodyPr/>
          <a:lstStyle/>
          <a:p>
            <a:endParaRPr lang="es-419" noProof="0" dirty="0"/>
          </a:p>
        </p:txBody>
      </p:sp>
      <p:sp>
        <p:nvSpPr>
          <p:cNvPr id="52" name="Forma libre: forma 51">
            <a:extLst>
              <a:ext uri="{FF2B5EF4-FFF2-40B4-BE49-F238E27FC236}">
                <a16:creationId xmlns:a16="http://schemas.microsoft.com/office/drawing/2014/main" id="{8B142127-B7C1-A810-A53C-5B838C26EA04}"/>
              </a:ext>
            </a:extLst>
          </p:cNvPr>
          <p:cNvSpPr/>
          <p:nvPr/>
        </p:nvSpPr>
        <p:spPr>
          <a:xfrm>
            <a:off x="1498388" y="1582666"/>
            <a:ext cx="245235" cy="503912"/>
          </a:xfrm>
          <a:custGeom>
            <a:avLst/>
            <a:gdLst>
              <a:gd name="csX0" fmla="*/ 181623 w 245235"/>
              <a:gd name="csY0" fmla="*/ 494203 h 503912"/>
              <a:gd name="csX1" fmla="*/ 158452 w 245235"/>
              <a:gd name="csY1" fmla="*/ 485687 h 503912"/>
              <a:gd name="csX2" fmla="*/ 148342 w 245235"/>
              <a:gd name="csY2" fmla="*/ 487770 h 503912"/>
              <a:gd name="csX3" fmla="*/ 119521 w 245235"/>
              <a:gd name="csY3" fmla="*/ 489801 h 503912"/>
              <a:gd name="csX4" fmla="*/ 87472 w 245235"/>
              <a:gd name="csY4" fmla="*/ 489620 h 503912"/>
              <a:gd name="csX5" fmla="*/ 73190 w 245235"/>
              <a:gd name="csY5" fmla="*/ 478988 h 503912"/>
              <a:gd name="csX6" fmla="*/ 52773 w 245235"/>
              <a:gd name="csY6" fmla="*/ 460575 h 503912"/>
              <a:gd name="csX7" fmla="*/ 49575 w 245235"/>
              <a:gd name="csY7" fmla="*/ 464677 h 503912"/>
              <a:gd name="csX8" fmla="*/ 47915 w 245235"/>
              <a:gd name="csY8" fmla="*/ 467591 h 503912"/>
              <a:gd name="csX9" fmla="*/ 13036 w 245235"/>
              <a:gd name="csY9" fmla="*/ 456319 h 503912"/>
              <a:gd name="csX10" fmla="*/ 12217 w 245235"/>
              <a:gd name="csY10" fmla="*/ 442447 h 503912"/>
              <a:gd name="csX11" fmla="*/ 16234 w 245235"/>
              <a:gd name="csY11" fmla="*/ 437376 h 503912"/>
              <a:gd name="csX12" fmla="*/ 3077 w 245235"/>
              <a:gd name="csY12" fmla="*/ 417673 h 503912"/>
              <a:gd name="csX13" fmla="*/ 0 w 245235"/>
              <a:gd name="csY13" fmla="*/ 409784 h 503912"/>
              <a:gd name="csX14" fmla="*/ 6196 w 245235"/>
              <a:gd name="csY14" fmla="*/ 402269 h 503912"/>
              <a:gd name="csX15" fmla="*/ 12532 w 245235"/>
              <a:gd name="csY15" fmla="*/ 401839 h 503912"/>
              <a:gd name="csX16" fmla="*/ 13332 w 245235"/>
              <a:gd name="csY16" fmla="*/ 389178 h 503912"/>
              <a:gd name="csX17" fmla="*/ 18583 w 245235"/>
              <a:gd name="csY17" fmla="*/ 371495 h 503912"/>
              <a:gd name="csX18" fmla="*/ 33934 w 245235"/>
              <a:gd name="csY18" fmla="*/ 366100 h 503912"/>
              <a:gd name="csX19" fmla="*/ 49768 w 245235"/>
              <a:gd name="csY19" fmla="*/ 361841 h 503912"/>
              <a:gd name="csX20" fmla="*/ 46692 w 245235"/>
              <a:gd name="csY20" fmla="*/ 337409 h 503912"/>
              <a:gd name="csX21" fmla="*/ 42031 w 245235"/>
              <a:gd name="csY21" fmla="*/ 321770 h 503912"/>
              <a:gd name="csX22" fmla="*/ 39524 w 245235"/>
              <a:gd name="csY22" fmla="*/ 295336 h 503912"/>
              <a:gd name="csX23" fmla="*/ 41858 w 245235"/>
              <a:gd name="csY23" fmla="*/ 287644 h 503912"/>
              <a:gd name="csX24" fmla="*/ 57042 w 245235"/>
              <a:gd name="csY24" fmla="*/ 277265 h 503912"/>
              <a:gd name="csX25" fmla="*/ 69737 w 245235"/>
              <a:gd name="csY25" fmla="*/ 269502 h 503912"/>
              <a:gd name="csX26" fmla="*/ 79509 w 245235"/>
              <a:gd name="csY26" fmla="*/ 253317 h 503912"/>
              <a:gd name="csX27" fmla="*/ 95370 w 245235"/>
              <a:gd name="csY27" fmla="*/ 241529 h 503912"/>
              <a:gd name="csX28" fmla="*/ 141543 w 245235"/>
              <a:gd name="csY28" fmla="*/ 207386 h 503912"/>
              <a:gd name="csX29" fmla="*/ 135987 w 245235"/>
              <a:gd name="csY29" fmla="*/ 199791 h 503912"/>
              <a:gd name="csX30" fmla="*/ 127900 w 245235"/>
              <a:gd name="csY30" fmla="*/ 166538 h 503912"/>
              <a:gd name="csX31" fmla="*/ 127266 w 245235"/>
              <a:gd name="csY31" fmla="*/ 150064 h 503912"/>
              <a:gd name="csX32" fmla="*/ 118230 w 245235"/>
              <a:gd name="csY32" fmla="*/ 149351 h 503912"/>
              <a:gd name="csX33" fmla="*/ 106311 w 245235"/>
              <a:gd name="csY33" fmla="*/ 151014 h 503912"/>
              <a:gd name="csX34" fmla="*/ 100187 w 245235"/>
              <a:gd name="csY34" fmla="*/ 149485 h 503912"/>
              <a:gd name="csX35" fmla="*/ 89795 w 245235"/>
              <a:gd name="csY35" fmla="*/ 145581 h 503912"/>
              <a:gd name="csX36" fmla="*/ 79509 w 245235"/>
              <a:gd name="csY36" fmla="*/ 132462 h 503912"/>
              <a:gd name="csX37" fmla="*/ 74746 w 245235"/>
              <a:gd name="csY37" fmla="*/ 127510 h 503912"/>
              <a:gd name="csX38" fmla="*/ 61439 w 245235"/>
              <a:gd name="csY38" fmla="*/ 106041 h 503912"/>
              <a:gd name="csX39" fmla="*/ 51376 w 245235"/>
              <a:gd name="csY39" fmla="*/ 92403 h 503912"/>
              <a:gd name="csX40" fmla="*/ 43631 w 245235"/>
              <a:gd name="csY40" fmla="*/ 82710 h 503912"/>
              <a:gd name="csX41" fmla="*/ 40756 w 245235"/>
              <a:gd name="csY41" fmla="*/ 70719 h 503912"/>
              <a:gd name="csX42" fmla="*/ 37174 w 245235"/>
              <a:gd name="csY42" fmla="*/ 60642 h 503912"/>
              <a:gd name="csX43" fmla="*/ 23391 w 245235"/>
              <a:gd name="csY43" fmla="*/ 17685 h 503912"/>
              <a:gd name="csX44" fmla="*/ 16983 w 245235"/>
              <a:gd name="csY44" fmla="*/ 12409 h 503912"/>
              <a:gd name="csX45" fmla="*/ 27512 w 245235"/>
              <a:gd name="csY45" fmla="*/ 5441 h 503912"/>
              <a:gd name="csX46" fmla="*/ 44577 w 245235"/>
              <a:gd name="csY46" fmla="*/ 1452 h 503912"/>
              <a:gd name="csX47" fmla="*/ 51418 w 245235"/>
              <a:gd name="csY47" fmla="*/ 21016 h 503912"/>
              <a:gd name="csX48" fmla="*/ 53995 w 245235"/>
              <a:gd name="csY48" fmla="*/ 32559 h 503912"/>
              <a:gd name="csX49" fmla="*/ 56749 w 245235"/>
              <a:gd name="csY49" fmla="*/ 46824 h 503912"/>
              <a:gd name="csX50" fmla="*/ 61515 w 245235"/>
              <a:gd name="csY50" fmla="*/ 64401 h 503912"/>
              <a:gd name="csX51" fmla="*/ 66783 w 245235"/>
              <a:gd name="csY51" fmla="*/ 80478 h 503912"/>
              <a:gd name="csX52" fmla="*/ 69183 w 245235"/>
              <a:gd name="csY52" fmla="*/ 82335 h 503912"/>
              <a:gd name="csX53" fmla="*/ 72797 w 245235"/>
              <a:gd name="csY53" fmla="*/ 89434 h 503912"/>
              <a:gd name="csX54" fmla="*/ 77368 w 245235"/>
              <a:gd name="csY54" fmla="*/ 95891 h 503912"/>
              <a:gd name="csX55" fmla="*/ 83382 w 245235"/>
              <a:gd name="csY55" fmla="*/ 106862 h 503912"/>
              <a:gd name="csX56" fmla="*/ 91209 w 245235"/>
              <a:gd name="csY56" fmla="*/ 114603 h 503912"/>
              <a:gd name="csX57" fmla="*/ 115649 w 245235"/>
              <a:gd name="csY57" fmla="*/ 125394 h 503912"/>
              <a:gd name="csX58" fmla="*/ 132428 w 245235"/>
              <a:gd name="csY58" fmla="*/ 131624 h 503912"/>
              <a:gd name="csX59" fmla="*/ 150553 w 245235"/>
              <a:gd name="csY59" fmla="*/ 139348 h 503912"/>
              <a:gd name="csX60" fmla="*/ 176368 w 245235"/>
              <a:gd name="csY60" fmla="*/ 146927 h 503912"/>
              <a:gd name="csX61" fmla="*/ 211382 w 245235"/>
              <a:gd name="csY61" fmla="*/ 156343 h 503912"/>
              <a:gd name="csX62" fmla="*/ 230401 w 245235"/>
              <a:gd name="csY62" fmla="*/ 161456 h 503912"/>
              <a:gd name="csX63" fmla="*/ 244475 w 245235"/>
              <a:gd name="csY63" fmla="*/ 154799 h 503912"/>
              <a:gd name="csX64" fmla="*/ 229656 w 245235"/>
              <a:gd name="csY64" fmla="*/ 212698 h 503912"/>
              <a:gd name="csX65" fmla="*/ 216833 w 245235"/>
              <a:gd name="csY65" fmla="*/ 242385 h 503912"/>
              <a:gd name="csX66" fmla="*/ 205960 w 245235"/>
              <a:gd name="csY66" fmla="*/ 288674 h 503912"/>
              <a:gd name="csX67" fmla="*/ 203418 w 245235"/>
              <a:gd name="csY67" fmla="*/ 300468 h 503912"/>
              <a:gd name="csX68" fmla="*/ 200956 w 245235"/>
              <a:gd name="csY68" fmla="*/ 300468 h 503912"/>
              <a:gd name="csX69" fmla="*/ 214917 w 245235"/>
              <a:gd name="csY69" fmla="*/ 237240 h 503912"/>
              <a:gd name="csX70" fmla="*/ 224070 w 245235"/>
              <a:gd name="csY70" fmla="*/ 211401 h 503912"/>
              <a:gd name="csX71" fmla="*/ 218637 w 245235"/>
              <a:gd name="csY71" fmla="*/ 205384 h 503912"/>
              <a:gd name="csX72" fmla="*/ 214956 w 245235"/>
              <a:gd name="csY72" fmla="*/ 204826 h 503912"/>
              <a:gd name="csX73" fmla="*/ 214905 w 245235"/>
              <a:gd name="csY73" fmla="*/ 215873 h 503912"/>
              <a:gd name="csX74" fmla="*/ 213101 w 245235"/>
              <a:gd name="csY74" fmla="*/ 224084 h 503912"/>
              <a:gd name="csX75" fmla="*/ 208491 w 245235"/>
              <a:gd name="csY75" fmla="*/ 218391 h 503912"/>
              <a:gd name="csX76" fmla="*/ 197466 w 245235"/>
              <a:gd name="csY76" fmla="*/ 218019 h 503912"/>
              <a:gd name="csX77" fmla="*/ 199747 w 245235"/>
              <a:gd name="csY77" fmla="*/ 224749 h 503912"/>
              <a:gd name="csX78" fmla="*/ 203418 w 245235"/>
              <a:gd name="csY78" fmla="*/ 228616 h 503912"/>
              <a:gd name="csX79" fmla="*/ 201015 w 245235"/>
              <a:gd name="csY79" fmla="*/ 229588 h 503912"/>
              <a:gd name="csX80" fmla="*/ 196991 w 245235"/>
              <a:gd name="csY80" fmla="*/ 230726 h 503912"/>
              <a:gd name="csX81" fmla="*/ 198308 w 245235"/>
              <a:gd name="csY81" fmla="*/ 233350 h 503912"/>
              <a:gd name="csX82" fmla="*/ 199523 w 245235"/>
              <a:gd name="csY82" fmla="*/ 241200 h 503912"/>
              <a:gd name="csX83" fmla="*/ 200899 w 245235"/>
              <a:gd name="csY83" fmla="*/ 252786 h 503912"/>
              <a:gd name="csX84" fmla="*/ 200228 w 245235"/>
              <a:gd name="csY84" fmla="*/ 257969 h 503912"/>
              <a:gd name="csX85" fmla="*/ 197509 w 245235"/>
              <a:gd name="csY85" fmla="*/ 272843 h 503912"/>
              <a:gd name="csX86" fmla="*/ 194340 w 245235"/>
              <a:gd name="csY86" fmla="*/ 281107 h 503912"/>
              <a:gd name="csX87" fmla="*/ 191370 w 245235"/>
              <a:gd name="csY87" fmla="*/ 292273 h 503912"/>
              <a:gd name="csX88" fmla="*/ 195674 w 245235"/>
              <a:gd name="csY88" fmla="*/ 307167 h 503912"/>
              <a:gd name="csX89" fmla="*/ 199681 w 245235"/>
              <a:gd name="csY89" fmla="*/ 306687 h 503912"/>
              <a:gd name="csX90" fmla="*/ 200986 w 245235"/>
              <a:gd name="csY90" fmla="*/ 320424 h 503912"/>
              <a:gd name="csX91" fmla="*/ 197882 w 245235"/>
              <a:gd name="csY91" fmla="*/ 340480 h 503912"/>
              <a:gd name="csX92" fmla="*/ 197480 w 245235"/>
              <a:gd name="csY92" fmla="*/ 350806 h 503912"/>
              <a:gd name="csX93" fmla="*/ 195674 w 245235"/>
              <a:gd name="csY93" fmla="*/ 339189 h 503912"/>
              <a:gd name="csX94" fmla="*/ 193480 w 245235"/>
              <a:gd name="csY94" fmla="*/ 360201 h 503912"/>
              <a:gd name="csX95" fmla="*/ 197184 w 245235"/>
              <a:gd name="csY95" fmla="*/ 414396 h 503912"/>
              <a:gd name="csX96" fmla="*/ 198086 w 245235"/>
              <a:gd name="csY96" fmla="*/ 450991 h 503912"/>
              <a:gd name="csX97" fmla="*/ 192986 w 245235"/>
              <a:gd name="csY97" fmla="*/ 462927 h 503912"/>
              <a:gd name="csX98" fmla="*/ 186260 w 245235"/>
              <a:gd name="csY98" fmla="*/ 476652 h 503912"/>
              <a:gd name="csX99" fmla="*/ 187756 w 245235"/>
              <a:gd name="csY99" fmla="*/ 481169 h 503912"/>
              <a:gd name="csX100" fmla="*/ 190891 w 245235"/>
              <a:gd name="csY100" fmla="*/ 476652 h 503912"/>
              <a:gd name="csX101" fmla="*/ 193026 w 245235"/>
              <a:gd name="csY101" fmla="*/ 487623 h 503912"/>
              <a:gd name="csX102" fmla="*/ 194241 w 245235"/>
              <a:gd name="csY102" fmla="*/ 503884 h 503912"/>
              <a:gd name="csX103" fmla="*/ 181623 w 245235"/>
              <a:gd name="csY103" fmla="*/ 494203 h 5039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Lst>
            <a:rect l="l" t="t" r="r" b="b"/>
            <a:pathLst>
              <a:path w="245235" h="503912">
                <a:moveTo>
                  <a:pt x="181623" y="494203"/>
                </a:moveTo>
                <a:cubicBezTo>
                  <a:pt x="170080" y="484213"/>
                  <a:pt x="162664" y="481487"/>
                  <a:pt x="158452" y="485687"/>
                </a:cubicBezTo>
                <a:cubicBezTo>
                  <a:pt x="157384" y="486752"/>
                  <a:pt x="152834" y="487689"/>
                  <a:pt x="148342" y="487770"/>
                </a:cubicBezTo>
                <a:cubicBezTo>
                  <a:pt x="143849" y="487851"/>
                  <a:pt x="130880" y="488765"/>
                  <a:pt x="119521" y="489801"/>
                </a:cubicBezTo>
                <a:cubicBezTo>
                  <a:pt x="108163" y="490837"/>
                  <a:pt x="93741" y="490755"/>
                  <a:pt x="87472" y="489620"/>
                </a:cubicBezTo>
                <a:cubicBezTo>
                  <a:pt x="77605" y="487832"/>
                  <a:pt x="75687" y="486404"/>
                  <a:pt x="73190" y="478988"/>
                </a:cubicBezTo>
                <a:cubicBezTo>
                  <a:pt x="70001" y="469517"/>
                  <a:pt x="60184" y="460664"/>
                  <a:pt x="52773" y="460575"/>
                </a:cubicBezTo>
                <a:cubicBezTo>
                  <a:pt x="49415" y="460535"/>
                  <a:pt x="48457" y="461764"/>
                  <a:pt x="49575" y="464677"/>
                </a:cubicBezTo>
                <a:cubicBezTo>
                  <a:pt x="50616" y="467390"/>
                  <a:pt x="50039" y="468403"/>
                  <a:pt x="47915" y="467591"/>
                </a:cubicBezTo>
                <a:cubicBezTo>
                  <a:pt x="43178" y="465778"/>
                  <a:pt x="16822" y="457260"/>
                  <a:pt x="13036" y="456319"/>
                </a:cubicBezTo>
                <a:cubicBezTo>
                  <a:pt x="9334" y="455399"/>
                  <a:pt x="8569" y="442447"/>
                  <a:pt x="12217" y="442447"/>
                </a:cubicBezTo>
                <a:cubicBezTo>
                  <a:pt x="13541" y="442447"/>
                  <a:pt x="15349" y="440165"/>
                  <a:pt x="16234" y="437376"/>
                </a:cubicBezTo>
                <a:cubicBezTo>
                  <a:pt x="18137" y="431382"/>
                  <a:pt x="7778" y="415870"/>
                  <a:pt x="3077" y="417673"/>
                </a:cubicBezTo>
                <a:cubicBezTo>
                  <a:pt x="1055" y="418449"/>
                  <a:pt x="0" y="415744"/>
                  <a:pt x="0" y="409784"/>
                </a:cubicBezTo>
                <a:cubicBezTo>
                  <a:pt x="0" y="401499"/>
                  <a:pt x="536" y="400849"/>
                  <a:pt x="6196" y="402269"/>
                </a:cubicBezTo>
                <a:cubicBezTo>
                  <a:pt x="9603" y="403124"/>
                  <a:pt x="12454" y="402931"/>
                  <a:pt x="12532" y="401839"/>
                </a:cubicBezTo>
                <a:cubicBezTo>
                  <a:pt x="12609" y="400747"/>
                  <a:pt x="12969" y="395050"/>
                  <a:pt x="13332" y="389178"/>
                </a:cubicBezTo>
                <a:cubicBezTo>
                  <a:pt x="13694" y="383307"/>
                  <a:pt x="16057" y="375349"/>
                  <a:pt x="18583" y="371495"/>
                </a:cubicBezTo>
                <a:cubicBezTo>
                  <a:pt x="22726" y="365172"/>
                  <a:pt x="24227" y="364644"/>
                  <a:pt x="33934" y="366100"/>
                </a:cubicBezTo>
                <a:cubicBezTo>
                  <a:pt x="43066" y="367469"/>
                  <a:pt x="45460" y="366825"/>
                  <a:pt x="49768" y="361841"/>
                </a:cubicBezTo>
                <a:cubicBezTo>
                  <a:pt x="55970" y="354665"/>
                  <a:pt x="55203" y="348567"/>
                  <a:pt x="46692" y="337409"/>
                </a:cubicBezTo>
                <a:cubicBezTo>
                  <a:pt x="41680" y="330837"/>
                  <a:pt x="40608" y="327241"/>
                  <a:pt x="42031" y="321770"/>
                </a:cubicBezTo>
                <a:cubicBezTo>
                  <a:pt x="45168" y="309711"/>
                  <a:pt x="44306" y="300620"/>
                  <a:pt x="39524" y="295336"/>
                </a:cubicBezTo>
                <a:cubicBezTo>
                  <a:pt x="35095" y="290442"/>
                  <a:pt x="35173" y="290185"/>
                  <a:pt x="41858" y="287644"/>
                </a:cubicBezTo>
                <a:cubicBezTo>
                  <a:pt x="45661" y="286198"/>
                  <a:pt x="52494" y="281527"/>
                  <a:pt x="57042" y="277265"/>
                </a:cubicBezTo>
                <a:cubicBezTo>
                  <a:pt x="61590" y="273002"/>
                  <a:pt x="67303" y="269509"/>
                  <a:pt x="69737" y="269502"/>
                </a:cubicBezTo>
                <a:cubicBezTo>
                  <a:pt x="74976" y="269488"/>
                  <a:pt x="79509" y="261980"/>
                  <a:pt x="79509" y="253317"/>
                </a:cubicBezTo>
                <a:cubicBezTo>
                  <a:pt x="79509" y="246749"/>
                  <a:pt x="88587" y="240002"/>
                  <a:pt x="95370" y="241529"/>
                </a:cubicBezTo>
                <a:cubicBezTo>
                  <a:pt x="99614" y="242485"/>
                  <a:pt x="137917" y="214161"/>
                  <a:pt x="141543" y="207386"/>
                </a:cubicBezTo>
                <a:cubicBezTo>
                  <a:pt x="144262" y="202307"/>
                  <a:pt x="142422" y="199791"/>
                  <a:pt x="135987" y="199791"/>
                </a:cubicBezTo>
                <a:cubicBezTo>
                  <a:pt x="130714" y="199791"/>
                  <a:pt x="128893" y="192306"/>
                  <a:pt x="127900" y="166538"/>
                </a:cubicBezTo>
                <a:lnTo>
                  <a:pt x="127266" y="150064"/>
                </a:lnTo>
                <a:lnTo>
                  <a:pt x="118230" y="149351"/>
                </a:lnTo>
                <a:cubicBezTo>
                  <a:pt x="113261" y="148959"/>
                  <a:pt x="107898" y="149707"/>
                  <a:pt x="106311" y="151014"/>
                </a:cubicBezTo>
                <a:cubicBezTo>
                  <a:pt x="104470" y="152530"/>
                  <a:pt x="102255" y="151977"/>
                  <a:pt x="100187" y="149485"/>
                </a:cubicBezTo>
                <a:cubicBezTo>
                  <a:pt x="98405" y="147337"/>
                  <a:pt x="93728" y="145581"/>
                  <a:pt x="89795" y="145581"/>
                </a:cubicBezTo>
                <a:cubicBezTo>
                  <a:pt x="82532" y="145581"/>
                  <a:pt x="79509" y="141725"/>
                  <a:pt x="79509" y="132462"/>
                </a:cubicBezTo>
                <a:cubicBezTo>
                  <a:pt x="79509" y="129370"/>
                  <a:pt x="77720" y="127510"/>
                  <a:pt x="74746" y="127510"/>
                </a:cubicBezTo>
                <a:cubicBezTo>
                  <a:pt x="66661" y="127510"/>
                  <a:pt x="61439" y="119085"/>
                  <a:pt x="61439" y="106041"/>
                </a:cubicBezTo>
                <a:cubicBezTo>
                  <a:pt x="61439" y="94056"/>
                  <a:pt x="61402" y="94007"/>
                  <a:pt x="51376" y="92403"/>
                </a:cubicBezTo>
                <a:cubicBezTo>
                  <a:pt x="41507" y="90825"/>
                  <a:pt x="41357" y="90638"/>
                  <a:pt x="43631" y="82710"/>
                </a:cubicBezTo>
                <a:cubicBezTo>
                  <a:pt x="46841" y="71517"/>
                  <a:pt x="46650" y="70719"/>
                  <a:pt x="40756" y="70719"/>
                </a:cubicBezTo>
                <a:cubicBezTo>
                  <a:pt x="36165" y="70719"/>
                  <a:pt x="35750" y="69551"/>
                  <a:pt x="37174" y="60642"/>
                </a:cubicBezTo>
                <a:cubicBezTo>
                  <a:pt x="39267" y="47555"/>
                  <a:pt x="31942" y="24727"/>
                  <a:pt x="23391" y="17685"/>
                </a:cubicBezTo>
                <a:lnTo>
                  <a:pt x="16983" y="12409"/>
                </a:lnTo>
                <a:lnTo>
                  <a:pt x="27512" y="5441"/>
                </a:lnTo>
                <a:cubicBezTo>
                  <a:pt x="36589" y="-566"/>
                  <a:pt x="38942" y="-1116"/>
                  <a:pt x="44577" y="1452"/>
                </a:cubicBezTo>
                <a:cubicBezTo>
                  <a:pt x="50920" y="4342"/>
                  <a:pt x="52469" y="8771"/>
                  <a:pt x="51418" y="21016"/>
                </a:cubicBezTo>
                <a:cubicBezTo>
                  <a:pt x="51144" y="24205"/>
                  <a:pt x="52304" y="29399"/>
                  <a:pt x="53995" y="32559"/>
                </a:cubicBezTo>
                <a:cubicBezTo>
                  <a:pt x="55686" y="35718"/>
                  <a:pt x="56925" y="42138"/>
                  <a:pt x="56749" y="46824"/>
                </a:cubicBezTo>
                <a:cubicBezTo>
                  <a:pt x="56573" y="51511"/>
                  <a:pt x="58717" y="59420"/>
                  <a:pt x="61515" y="64401"/>
                </a:cubicBezTo>
                <a:cubicBezTo>
                  <a:pt x="64313" y="69382"/>
                  <a:pt x="66683" y="76616"/>
                  <a:pt x="66783" y="80478"/>
                </a:cubicBezTo>
                <a:cubicBezTo>
                  <a:pt x="66944" y="86723"/>
                  <a:pt x="67209" y="86928"/>
                  <a:pt x="69183" y="82335"/>
                </a:cubicBezTo>
                <a:cubicBezTo>
                  <a:pt x="71476" y="76999"/>
                  <a:pt x="71863" y="77758"/>
                  <a:pt x="72797" y="89434"/>
                </a:cubicBezTo>
                <a:cubicBezTo>
                  <a:pt x="72939" y="91209"/>
                  <a:pt x="74996" y="94114"/>
                  <a:pt x="77368" y="95891"/>
                </a:cubicBezTo>
                <a:cubicBezTo>
                  <a:pt x="79740" y="97667"/>
                  <a:pt x="82447" y="102604"/>
                  <a:pt x="83382" y="106862"/>
                </a:cubicBezTo>
                <a:cubicBezTo>
                  <a:pt x="84688" y="112811"/>
                  <a:pt x="86501" y="114603"/>
                  <a:pt x="91209" y="114603"/>
                </a:cubicBezTo>
                <a:cubicBezTo>
                  <a:pt x="99379" y="114603"/>
                  <a:pt x="110872" y="119677"/>
                  <a:pt x="115649" y="125394"/>
                </a:cubicBezTo>
                <a:cubicBezTo>
                  <a:pt x="117952" y="128149"/>
                  <a:pt x="124752" y="130674"/>
                  <a:pt x="132428" y="131624"/>
                </a:cubicBezTo>
                <a:cubicBezTo>
                  <a:pt x="141521" y="132750"/>
                  <a:pt x="146878" y="135032"/>
                  <a:pt x="150553" y="139348"/>
                </a:cubicBezTo>
                <a:cubicBezTo>
                  <a:pt x="154982" y="144548"/>
                  <a:pt x="158885" y="145694"/>
                  <a:pt x="176368" y="146927"/>
                </a:cubicBezTo>
                <a:cubicBezTo>
                  <a:pt x="205380" y="148973"/>
                  <a:pt x="204499" y="148736"/>
                  <a:pt x="211382" y="156343"/>
                </a:cubicBezTo>
                <a:cubicBezTo>
                  <a:pt x="219859" y="165712"/>
                  <a:pt x="228327" y="167989"/>
                  <a:pt x="230401" y="161456"/>
                </a:cubicBezTo>
                <a:cubicBezTo>
                  <a:pt x="231901" y="156729"/>
                  <a:pt x="241748" y="152072"/>
                  <a:pt x="244475" y="154799"/>
                </a:cubicBezTo>
                <a:cubicBezTo>
                  <a:pt x="248005" y="158329"/>
                  <a:pt x="238595" y="195092"/>
                  <a:pt x="229656" y="212698"/>
                </a:cubicBezTo>
                <a:cubicBezTo>
                  <a:pt x="224250" y="223347"/>
                  <a:pt x="218479" y="236706"/>
                  <a:pt x="216833" y="242385"/>
                </a:cubicBezTo>
                <a:cubicBezTo>
                  <a:pt x="208092" y="272545"/>
                  <a:pt x="205996" y="281464"/>
                  <a:pt x="205960" y="288674"/>
                </a:cubicBezTo>
                <a:cubicBezTo>
                  <a:pt x="205939" y="293031"/>
                  <a:pt x="204795" y="298338"/>
                  <a:pt x="203418" y="300468"/>
                </a:cubicBezTo>
                <a:cubicBezTo>
                  <a:pt x="201194" y="303910"/>
                  <a:pt x="200920" y="303910"/>
                  <a:pt x="200956" y="300468"/>
                </a:cubicBezTo>
                <a:cubicBezTo>
                  <a:pt x="201123" y="284393"/>
                  <a:pt x="207229" y="256741"/>
                  <a:pt x="214917" y="237240"/>
                </a:cubicBezTo>
                <a:cubicBezTo>
                  <a:pt x="219951" y="224471"/>
                  <a:pt x="224070" y="212844"/>
                  <a:pt x="224070" y="211401"/>
                </a:cubicBezTo>
                <a:cubicBezTo>
                  <a:pt x="224070" y="209958"/>
                  <a:pt x="221625" y="207250"/>
                  <a:pt x="218637" y="205384"/>
                </a:cubicBezTo>
                <a:cubicBezTo>
                  <a:pt x="215583" y="203477"/>
                  <a:pt x="213971" y="203233"/>
                  <a:pt x="214956" y="204826"/>
                </a:cubicBezTo>
                <a:cubicBezTo>
                  <a:pt x="215920" y="206386"/>
                  <a:pt x="215897" y="211356"/>
                  <a:pt x="214905" y="215873"/>
                </a:cubicBezTo>
                <a:lnTo>
                  <a:pt x="213101" y="224084"/>
                </a:lnTo>
                <a:lnTo>
                  <a:pt x="208491" y="218391"/>
                </a:lnTo>
                <a:cubicBezTo>
                  <a:pt x="202731" y="211277"/>
                  <a:pt x="199260" y="211160"/>
                  <a:pt x="197466" y="218019"/>
                </a:cubicBezTo>
                <a:cubicBezTo>
                  <a:pt x="196615" y="221276"/>
                  <a:pt x="197499" y="223887"/>
                  <a:pt x="199747" y="224749"/>
                </a:cubicBezTo>
                <a:cubicBezTo>
                  <a:pt x="201766" y="225524"/>
                  <a:pt x="203418" y="227264"/>
                  <a:pt x="203418" y="228616"/>
                </a:cubicBezTo>
                <a:cubicBezTo>
                  <a:pt x="203418" y="229967"/>
                  <a:pt x="202337" y="230405"/>
                  <a:pt x="201015" y="229588"/>
                </a:cubicBezTo>
                <a:cubicBezTo>
                  <a:pt x="199694" y="228771"/>
                  <a:pt x="197882" y="229283"/>
                  <a:pt x="196991" y="230726"/>
                </a:cubicBezTo>
                <a:cubicBezTo>
                  <a:pt x="196099" y="232169"/>
                  <a:pt x="196692" y="233350"/>
                  <a:pt x="198308" y="233350"/>
                </a:cubicBezTo>
                <a:cubicBezTo>
                  <a:pt x="200240" y="233350"/>
                  <a:pt x="200656" y="236041"/>
                  <a:pt x="199523" y="241200"/>
                </a:cubicBezTo>
                <a:cubicBezTo>
                  <a:pt x="198474" y="245978"/>
                  <a:pt x="199012" y="250512"/>
                  <a:pt x="200899" y="252786"/>
                </a:cubicBezTo>
                <a:cubicBezTo>
                  <a:pt x="203352" y="255741"/>
                  <a:pt x="203212" y="256824"/>
                  <a:pt x="200228" y="257969"/>
                </a:cubicBezTo>
                <a:cubicBezTo>
                  <a:pt x="197388" y="259059"/>
                  <a:pt x="196716" y="262734"/>
                  <a:pt x="197509" y="272843"/>
                </a:cubicBezTo>
                <a:cubicBezTo>
                  <a:pt x="198508" y="285590"/>
                  <a:pt x="198348" y="286008"/>
                  <a:pt x="194340" y="281107"/>
                </a:cubicBezTo>
                <a:cubicBezTo>
                  <a:pt x="190355" y="276233"/>
                  <a:pt x="190188" y="276860"/>
                  <a:pt x="191370" y="292273"/>
                </a:cubicBezTo>
                <a:cubicBezTo>
                  <a:pt x="192505" y="307076"/>
                  <a:pt x="195674" y="318043"/>
                  <a:pt x="195674" y="307167"/>
                </a:cubicBezTo>
                <a:cubicBezTo>
                  <a:pt x="195674" y="303112"/>
                  <a:pt x="196059" y="303066"/>
                  <a:pt x="199681" y="306687"/>
                </a:cubicBezTo>
                <a:cubicBezTo>
                  <a:pt x="202942" y="309948"/>
                  <a:pt x="203185" y="312507"/>
                  <a:pt x="200986" y="320424"/>
                </a:cubicBezTo>
                <a:cubicBezTo>
                  <a:pt x="199500" y="325776"/>
                  <a:pt x="198103" y="334801"/>
                  <a:pt x="197882" y="340480"/>
                </a:cubicBezTo>
                <a:lnTo>
                  <a:pt x="197480" y="350806"/>
                </a:lnTo>
                <a:lnTo>
                  <a:pt x="195674" y="339189"/>
                </a:lnTo>
                <a:cubicBezTo>
                  <a:pt x="194403" y="331014"/>
                  <a:pt x="193753" y="337239"/>
                  <a:pt x="193480" y="360201"/>
                </a:cubicBezTo>
                <a:cubicBezTo>
                  <a:pt x="193236" y="380786"/>
                  <a:pt x="194603" y="400790"/>
                  <a:pt x="197184" y="414396"/>
                </a:cubicBezTo>
                <a:cubicBezTo>
                  <a:pt x="200612" y="432468"/>
                  <a:pt x="200758" y="438399"/>
                  <a:pt x="198086" y="450991"/>
                </a:cubicBezTo>
                <a:cubicBezTo>
                  <a:pt x="196258" y="459605"/>
                  <a:pt x="194082" y="464699"/>
                  <a:pt x="192986" y="462927"/>
                </a:cubicBezTo>
                <a:cubicBezTo>
                  <a:pt x="191158" y="459970"/>
                  <a:pt x="190587" y="461135"/>
                  <a:pt x="186260" y="476652"/>
                </a:cubicBezTo>
                <a:cubicBezTo>
                  <a:pt x="185567" y="479136"/>
                  <a:pt x="186240" y="481169"/>
                  <a:pt x="187756" y="481169"/>
                </a:cubicBezTo>
                <a:cubicBezTo>
                  <a:pt x="189271" y="481169"/>
                  <a:pt x="190682" y="479136"/>
                  <a:pt x="190891" y="476652"/>
                </a:cubicBezTo>
                <a:cubicBezTo>
                  <a:pt x="191099" y="474167"/>
                  <a:pt x="192060" y="479104"/>
                  <a:pt x="193026" y="487623"/>
                </a:cubicBezTo>
                <a:cubicBezTo>
                  <a:pt x="193992" y="496142"/>
                  <a:pt x="194538" y="503459"/>
                  <a:pt x="194241" y="503884"/>
                </a:cubicBezTo>
                <a:cubicBezTo>
                  <a:pt x="193943" y="504308"/>
                  <a:pt x="188265" y="499952"/>
                  <a:pt x="181623" y="494203"/>
                </a:cubicBezTo>
                <a:close/>
              </a:path>
            </a:pathLst>
          </a:custGeom>
          <a:solidFill>
            <a:srgbClr val="B9B9B9"/>
          </a:solidFill>
          <a:ln w="5163" cap="flat">
            <a:noFill/>
            <a:prstDash val="solid"/>
            <a:miter/>
          </a:ln>
        </p:spPr>
        <p:txBody>
          <a:bodyPr/>
          <a:lstStyle/>
          <a:p>
            <a:endParaRPr lang="es-419" noProof="0" dirty="0"/>
          </a:p>
        </p:txBody>
      </p:sp>
      <p:sp>
        <p:nvSpPr>
          <p:cNvPr id="53" name="Forma libre: forma 52">
            <a:extLst>
              <a:ext uri="{FF2B5EF4-FFF2-40B4-BE49-F238E27FC236}">
                <a16:creationId xmlns:a16="http://schemas.microsoft.com/office/drawing/2014/main" id="{19BDF965-BCFC-D1C4-CE49-CE808D2F6ECE}"/>
              </a:ext>
            </a:extLst>
          </p:cNvPr>
          <p:cNvSpPr/>
          <p:nvPr/>
        </p:nvSpPr>
        <p:spPr>
          <a:xfrm>
            <a:off x="920115" y="1646957"/>
            <a:ext cx="379561" cy="415583"/>
          </a:xfrm>
          <a:custGeom>
            <a:avLst/>
            <a:gdLst>
              <a:gd name="csX0" fmla="*/ 203090 w 379561"/>
              <a:gd name="csY0" fmla="*/ 414284 h 415583"/>
              <a:gd name="csX1" fmla="*/ 197077 w 379561"/>
              <a:gd name="csY1" fmla="*/ 404675 h 415583"/>
              <a:gd name="csX2" fmla="*/ 192271 w 379561"/>
              <a:gd name="csY2" fmla="*/ 395646 h 415583"/>
              <a:gd name="csX3" fmla="*/ 171007 w 379561"/>
              <a:gd name="csY3" fmla="*/ 397866 h 415583"/>
              <a:gd name="csX4" fmla="*/ 166946 w 379561"/>
              <a:gd name="csY4" fmla="*/ 392738 h 415583"/>
              <a:gd name="csX5" fmla="*/ 171214 w 379561"/>
              <a:gd name="csY5" fmla="*/ 375323 h 415583"/>
              <a:gd name="csX6" fmla="*/ 168526 w 379561"/>
              <a:gd name="csY6" fmla="*/ 359903 h 415583"/>
              <a:gd name="csX7" fmla="*/ 135682 w 379561"/>
              <a:gd name="csY7" fmla="*/ 348579 h 415583"/>
              <a:gd name="csX8" fmla="*/ 130456 w 379561"/>
              <a:gd name="csY8" fmla="*/ 344743 h 415583"/>
              <a:gd name="csX9" fmla="*/ 123707 w 379561"/>
              <a:gd name="csY9" fmla="*/ 339434 h 415583"/>
              <a:gd name="csX10" fmla="*/ 111898 w 379561"/>
              <a:gd name="csY10" fmla="*/ 326710 h 415583"/>
              <a:gd name="csX11" fmla="*/ 102819 w 379561"/>
              <a:gd name="csY11" fmla="*/ 312359 h 415583"/>
              <a:gd name="csX12" fmla="*/ 100189 w 379561"/>
              <a:gd name="csY12" fmla="*/ 303716 h 415583"/>
              <a:gd name="csX13" fmla="*/ 96495 w 379561"/>
              <a:gd name="csY13" fmla="*/ 291424 h 415583"/>
              <a:gd name="csX14" fmla="*/ 91114 w 379561"/>
              <a:gd name="csY14" fmla="*/ 269668 h 415583"/>
              <a:gd name="csX15" fmla="*/ 73368 w 379561"/>
              <a:gd name="csY15" fmla="*/ 228658 h 415583"/>
              <a:gd name="csX16" fmla="*/ 56149 w 379561"/>
              <a:gd name="csY16" fmla="*/ 225592 h 415583"/>
              <a:gd name="csX17" fmla="*/ 38234 w 379561"/>
              <a:gd name="csY17" fmla="*/ 218995 h 415583"/>
              <a:gd name="csX18" fmla="*/ 14702 w 379561"/>
              <a:gd name="csY18" fmla="*/ 179229 h 415583"/>
              <a:gd name="csX19" fmla="*/ 4675 w 379561"/>
              <a:gd name="csY19" fmla="*/ 165798 h 415583"/>
              <a:gd name="csX20" fmla="*/ 1771 w 379561"/>
              <a:gd name="csY20" fmla="*/ 155184 h 415583"/>
              <a:gd name="csX21" fmla="*/ 712 w 379561"/>
              <a:gd name="csY21" fmla="*/ 126667 h 415583"/>
              <a:gd name="csX22" fmla="*/ 2557 w 379561"/>
              <a:gd name="csY22" fmla="*/ 104522 h 415583"/>
              <a:gd name="csX23" fmla="*/ 16402 w 379561"/>
              <a:gd name="csY23" fmla="*/ 104522 h 415583"/>
              <a:gd name="csX24" fmla="*/ 46584 w 379561"/>
              <a:gd name="csY24" fmla="*/ 95540 h 415583"/>
              <a:gd name="csX25" fmla="*/ 48520 w 379561"/>
              <a:gd name="csY25" fmla="*/ 81044 h 415583"/>
              <a:gd name="csX26" fmla="*/ 53693 w 379561"/>
              <a:gd name="csY26" fmla="*/ 64536 h 415583"/>
              <a:gd name="csX27" fmla="*/ 57236 w 379561"/>
              <a:gd name="csY27" fmla="*/ 49938 h 415583"/>
              <a:gd name="csX28" fmla="*/ 61307 w 379561"/>
              <a:gd name="csY28" fmla="*/ 39986 h 415583"/>
              <a:gd name="csX29" fmla="*/ 72238 w 379561"/>
              <a:gd name="csY29" fmla="*/ 37166 h 415583"/>
              <a:gd name="csX30" fmla="*/ 75921 w 379561"/>
              <a:gd name="csY30" fmla="*/ 26420 h 415583"/>
              <a:gd name="csX31" fmla="*/ 86217 w 379561"/>
              <a:gd name="csY31" fmla="*/ 9008 h 415583"/>
              <a:gd name="csX32" fmla="*/ 91229 w 379561"/>
              <a:gd name="csY32" fmla="*/ 3610 h 415583"/>
              <a:gd name="csX33" fmla="*/ 100572 w 379561"/>
              <a:gd name="csY33" fmla="*/ 6016 h 415583"/>
              <a:gd name="csX34" fmla="*/ 115842 w 379561"/>
              <a:gd name="csY34" fmla="*/ 15498 h 415583"/>
              <a:gd name="csX35" fmla="*/ 130061 w 379561"/>
              <a:gd name="csY35" fmla="*/ 25801 h 415583"/>
              <a:gd name="csX36" fmla="*/ 153502 w 379561"/>
              <a:gd name="csY36" fmla="*/ 36020 h 415583"/>
              <a:gd name="csX37" fmla="*/ 166647 w 379561"/>
              <a:gd name="csY37" fmla="*/ 35196 h 415583"/>
              <a:gd name="csX38" fmla="*/ 177014 w 379561"/>
              <a:gd name="csY38" fmla="*/ 35079 h 415583"/>
              <a:gd name="csX39" fmla="*/ 199575 w 379561"/>
              <a:gd name="csY39" fmla="*/ 42570 h 415583"/>
              <a:gd name="csX40" fmla="*/ 223114 w 379561"/>
              <a:gd name="csY40" fmla="*/ 30983 h 415583"/>
              <a:gd name="csX41" fmla="*/ 243392 w 379561"/>
              <a:gd name="csY41" fmla="*/ 13562 h 415583"/>
              <a:gd name="csX42" fmla="*/ 257664 w 379561"/>
              <a:gd name="csY42" fmla="*/ 14175 h 415583"/>
              <a:gd name="csX43" fmla="*/ 270020 w 379561"/>
              <a:gd name="csY43" fmla="*/ 16753 h 415583"/>
              <a:gd name="csX44" fmla="*/ 290519 w 379561"/>
              <a:gd name="csY44" fmla="*/ 30455 h 415583"/>
              <a:gd name="csX45" fmla="*/ 307913 w 379561"/>
              <a:gd name="csY45" fmla="*/ 52734 h 415583"/>
              <a:gd name="csX46" fmla="*/ 307918 w 379561"/>
              <a:gd name="csY46" fmla="*/ 71135 h 415583"/>
              <a:gd name="csX47" fmla="*/ 305239 w 379561"/>
              <a:gd name="csY47" fmla="*/ 92635 h 415583"/>
              <a:gd name="csX48" fmla="*/ 300393 w 379561"/>
              <a:gd name="csY48" fmla="*/ 116124 h 415583"/>
              <a:gd name="csX49" fmla="*/ 296534 w 379561"/>
              <a:gd name="csY49" fmla="*/ 139467 h 415583"/>
              <a:gd name="csX50" fmla="*/ 294862 w 379561"/>
              <a:gd name="csY50" fmla="*/ 144381 h 415583"/>
              <a:gd name="csX51" fmla="*/ 302443 w 379561"/>
              <a:gd name="csY51" fmla="*/ 174221 h 415583"/>
              <a:gd name="csX52" fmla="*/ 331579 w 379561"/>
              <a:gd name="csY52" fmla="*/ 200036 h 415583"/>
              <a:gd name="csX53" fmla="*/ 345885 w 379561"/>
              <a:gd name="csY53" fmla="*/ 204322 h 415583"/>
              <a:gd name="csX54" fmla="*/ 358173 w 379561"/>
              <a:gd name="csY54" fmla="*/ 192088 h 415583"/>
              <a:gd name="csX55" fmla="*/ 365209 w 379561"/>
              <a:gd name="csY55" fmla="*/ 177533 h 415583"/>
              <a:gd name="csX56" fmla="*/ 378528 w 379561"/>
              <a:gd name="csY56" fmla="*/ 217259 h 415583"/>
              <a:gd name="csX57" fmla="*/ 379561 w 379561"/>
              <a:gd name="csY57" fmla="*/ 233192 h 415583"/>
              <a:gd name="csX58" fmla="*/ 368302 w 379561"/>
              <a:gd name="csY58" fmla="*/ 234810 h 415583"/>
              <a:gd name="csX59" fmla="*/ 342845 w 379561"/>
              <a:gd name="csY59" fmla="*/ 234877 h 415583"/>
              <a:gd name="csX60" fmla="*/ 294625 w 379561"/>
              <a:gd name="csY60" fmla="*/ 235311 h 415583"/>
              <a:gd name="csX61" fmla="*/ 265550 w 379561"/>
              <a:gd name="csY61" fmla="*/ 264572 h 415583"/>
              <a:gd name="csX62" fmla="*/ 257155 w 379561"/>
              <a:gd name="csY62" fmla="*/ 290178 h 415583"/>
              <a:gd name="csX63" fmla="*/ 253059 w 379561"/>
              <a:gd name="csY63" fmla="*/ 303293 h 415583"/>
              <a:gd name="csX64" fmla="*/ 248021 w 379561"/>
              <a:gd name="csY64" fmla="*/ 307811 h 415583"/>
              <a:gd name="csX65" fmla="*/ 241573 w 379561"/>
              <a:gd name="csY65" fmla="*/ 316201 h 415583"/>
              <a:gd name="csX66" fmla="*/ 230054 w 379561"/>
              <a:gd name="csY66" fmla="*/ 378609 h 415583"/>
              <a:gd name="csX67" fmla="*/ 225886 w 379561"/>
              <a:gd name="csY67" fmla="*/ 411224 h 415583"/>
              <a:gd name="csX68" fmla="*/ 203090 w 379561"/>
              <a:gd name="csY68" fmla="*/ 414284 h 4155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Lst>
            <a:rect l="l" t="t" r="r" b="b"/>
            <a:pathLst>
              <a:path w="379561" h="415583">
                <a:moveTo>
                  <a:pt x="203090" y="414284"/>
                </a:moveTo>
                <a:cubicBezTo>
                  <a:pt x="200763" y="412907"/>
                  <a:pt x="198058" y="408583"/>
                  <a:pt x="197077" y="404675"/>
                </a:cubicBezTo>
                <a:cubicBezTo>
                  <a:pt x="196096" y="400766"/>
                  <a:pt x="193933" y="396703"/>
                  <a:pt x="192271" y="395646"/>
                </a:cubicBezTo>
                <a:cubicBezTo>
                  <a:pt x="187214" y="392429"/>
                  <a:pt x="177806" y="393412"/>
                  <a:pt x="171007" y="397866"/>
                </a:cubicBezTo>
                <a:cubicBezTo>
                  <a:pt x="162395" y="403509"/>
                  <a:pt x="159848" y="400293"/>
                  <a:pt x="166946" y="392738"/>
                </a:cubicBezTo>
                <a:cubicBezTo>
                  <a:pt x="171625" y="387757"/>
                  <a:pt x="172379" y="384679"/>
                  <a:pt x="171214" y="375323"/>
                </a:cubicBezTo>
                <a:cubicBezTo>
                  <a:pt x="170436" y="369072"/>
                  <a:pt x="169226" y="362133"/>
                  <a:pt x="168526" y="359903"/>
                </a:cubicBezTo>
                <a:cubicBezTo>
                  <a:pt x="167058" y="355229"/>
                  <a:pt x="141404" y="346384"/>
                  <a:pt x="135682" y="348579"/>
                </a:cubicBezTo>
                <a:cubicBezTo>
                  <a:pt x="133235" y="349518"/>
                  <a:pt x="131342" y="348128"/>
                  <a:pt x="130456" y="344743"/>
                </a:cubicBezTo>
                <a:cubicBezTo>
                  <a:pt x="129618" y="341535"/>
                  <a:pt x="126946" y="339434"/>
                  <a:pt x="123707" y="339434"/>
                </a:cubicBezTo>
                <a:cubicBezTo>
                  <a:pt x="119877" y="339434"/>
                  <a:pt x="116504" y="335800"/>
                  <a:pt x="111898" y="326710"/>
                </a:cubicBezTo>
                <a:cubicBezTo>
                  <a:pt x="108351" y="319711"/>
                  <a:pt x="104266" y="313253"/>
                  <a:pt x="102819" y="312359"/>
                </a:cubicBezTo>
                <a:cubicBezTo>
                  <a:pt x="101373" y="311465"/>
                  <a:pt x="100189" y="307575"/>
                  <a:pt x="100189" y="303716"/>
                </a:cubicBezTo>
                <a:cubicBezTo>
                  <a:pt x="100189" y="299856"/>
                  <a:pt x="98526" y="294325"/>
                  <a:pt x="96495" y="291424"/>
                </a:cubicBezTo>
                <a:cubicBezTo>
                  <a:pt x="94463" y="288523"/>
                  <a:pt x="92041" y="278733"/>
                  <a:pt x="91114" y="269668"/>
                </a:cubicBezTo>
                <a:cubicBezTo>
                  <a:pt x="89247" y="251425"/>
                  <a:pt x="83480" y="238096"/>
                  <a:pt x="73368" y="228658"/>
                </a:cubicBezTo>
                <a:cubicBezTo>
                  <a:pt x="67157" y="222862"/>
                  <a:pt x="65968" y="222650"/>
                  <a:pt x="56149" y="225592"/>
                </a:cubicBezTo>
                <a:cubicBezTo>
                  <a:pt x="44901" y="228962"/>
                  <a:pt x="38234" y="226507"/>
                  <a:pt x="38234" y="218995"/>
                </a:cubicBezTo>
                <a:cubicBezTo>
                  <a:pt x="38234" y="211509"/>
                  <a:pt x="24381" y="188100"/>
                  <a:pt x="14702" y="179229"/>
                </a:cubicBezTo>
                <a:cubicBezTo>
                  <a:pt x="9187" y="174175"/>
                  <a:pt x="4675" y="168131"/>
                  <a:pt x="4675" y="165798"/>
                </a:cubicBezTo>
                <a:cubicBezTo>
                  <a:pt x="4675" y="163466"/>
                  <a:pt x="3368" y="158689"/>
                  <a:pt x="1771" y="155184"/>
                </a:cubicBezTo>
                <a:cubicBezTo>
                  <a:pt x="-157" y="150952"/>
                  <a:pt x="-513" y="141373"/>
                  <a:pt x="712" y="126667"/>
                </a:cubicBezTo>
                <a:lnTo>
                  <a:pt x="2557" y="104522"/>
                </a:lnTo>
                <a:lnTo>
                  <a:pt x="16402" y="104522"/>
                </a:lnTo>
                <a:cubicBezTo>
                  <a:pt x="30035" y="104522"/>
                  <a:pt x="42866" y="100703"/>
                  <a:pt x="46584" y="95540"/>
                </a:cubicBezTo>
                <a:cubicBezTo>
                  <a:pt x="47627" y="94091"/>
                  <a:pt x="48499" y="87568"/>
                  <a:pt x="48520" y="81044"/>
                </a:cubicBezTo>
                <a:cubicBezTo>
                  <a:pt x="48549" y="72518"/>
                  <a:pt x="50004" y="67875"/>
                  <a:pt x="53693" y="64536"/>
                </a:cubicBezTo>
                <a:cubicBezTo>
                  <a:pt x="57798" y="60822"/>
                  <a:pt x="58508" y="57895"/>
                  <a:pt x="57236" y="49938"/>
                </a:cubicBezTo>
                <a:cubicBezTo>
                  <a:pt x="55795" y="40930"/>
                  <a:pt x="56182" y="39986"/>
                  <a:pt x="61307" y="39986"/>
                </a:cubicBezTo>
                <a:cubicBezTo>
                  <a:pt x="64421" y="39986"/>
                  <a:pt x="69340" y="38717"/>
                  <a:pt x="72238" y="37166"/>
                </a:cubicBezTo>
                <a:cubicBezTo>
                  <a:pt x="76432" y="34922"/>
                  <a:pt x="77183" y="32731"/>
                  <a:pt x="75921" y="26420"/>
                </a:cubicBezTo>
                <a:cubicBezTo>
                  <a:pt x="74260" y="18119"/>
                  <a:pt x="79648" y="9008"/>
                  <a:pt x="86217" y="9008"/>
                </a:cubicBezTo>
                <a:cubicBezTo>
                  <a:pt x="88031" y="9008"/>
                  <a:pt x="90286" y="6579"/>
                  <a:pt x="91229" y="3610"/>
                </a:cubicBezTo>
                <a:cubicBezTo>
                  <a:pt x="92878" y="-1587"/>
                  <a:pt x="93226" y="-1498"/>
                  <a:pt x="100572" y="6016"/>
                </a:cubicBezTo>
                <a:cubicBezTo>
                  <a:pt x="104769" y="10308"/>
                  <a:pt x="111640" y="14575"/>
                  <a:pt x="115842" y="15498"/>
                </a:cubicBezTo>
                <a:cubicBezTo>
                  <a:pt x="120151" y="16445"/>
                  <a:pt x="126350" y="20937"/>
                  <a:pt x="130061" y="25801"/>
                </a:cubicBezTo>
                <a:cubicBezTo>
                  <a:pt x="137904" y="36084"/>
                  <a:pt x="151245" y="41900"/>
                  <a:pt x="153502" y="36020"/>
                </a:cubicBezTo>
                <a:cubicBezTo>
                  <a:pt x="155231" y="31515"/>
                  <a:pt x="162509" y="31058"/>
                  <a:pt x="166647" y="35196"/>
                </a:cubicBezTo>
                <a:cubicBezTo>
                  <a:pt x="168865" y="37413"/>
                  <a:pt x="171448" y="37384"/>
                  <a:pt x="177014" y="35079"/>
                </a:cubicBezTo>
                <a:cubicBezTo>
                  <a:pt x="186293" y="31236"/>
                  <a:pt x="197119" y="34830"/>
                  <a:pt x="199575" y="42570"/>
                </a:cubicBezTo>
                <a:cubicBezTo>
                  <a:pt x="202586" y="52057"/>
                  <a:pt x="211392" y="47722"/>
                  <a:pt x="223114" y="30983"/>
                </a:cubicBezTo>
                <a:cubicBezTo>
                  <a:pt x="231922" y="18404"/>
                  <a:pt x="235698" y="15160"/>
                  <a:pt x="243392" y="13562"/>
                </a:cubicBezTo>
                <a:cubicBezTo>
                  <a:pt x="248841" y="12430"/>
                  <a:pt x="254889" y="12690"/>
                  <a:pt x="257664" y="14175"/>
                </a:cubicBezTo>
                <a:cubicBezTo>
                  <a:pt x="260313" y="15593"/>
                  <a:pt x="265874" y="16753"/>
                  <a:pt x="270020" y="16753"/>
                </a:cubicBezTo>
                <a:cubicBezTo>
                  <a:pt x="275778" y="16753"/>
                  <a:pt x="280624" y="19992"/>
                  <a:pt x="290519" y="30455"/>
                </a:cubicBezTo>
                <a:cubicBezTo>
                  <a:pt x="297647" y="37991"/>
                  <a:pt x="305474" y="48017"/>
                  <a:pt x="307913" y="52734"/>
                </a:cubicBezTo>
                <a:cubicBezTo>
                  <a:pt x="312104" y="60839"/>
                  <a:pt x="312105" y="61851"/>
                  <a:pt x="307918" y="71135"/>
                </a:cubicBezTo>
                <a:cubicBezTo>
                  <a:pt x="304686" y="78303"/>
                  <a:pt x="303961" y="84117"/>
                  <a:pt x="305239" y="92635"/>
                </a:cubicBezTo>
                <a:cubicBezTo>
                  <a:pt x="306699" y="102374"/>
                  <a:pt x="305896" y="106269"/>
                  <a:pt x="300393" y="116124"/>
                </a:cubicBezTo>
                <a:cubicBezTo>
                  <a:pt x="293385" y="128678"/>
                  <a:pt x="292058" y="136701"/>
                  <a:pt x="296534" y="139467"/>
                </a:cubicBezTo>
                <a:cubicBezTo>
                  <a:pt x="298276" y="140544"/>
                  <a:pt x="297669" y="142329"/>
                  <a:pt x="294862" y="144381"/>
                </a:cubicBezTo>
                <a:cubicBezTo>
                  <a:pt x="289162" y="148549"/>
                  <a:pt x="291010" y="155821"/>
                  <a:pt x="302443" y="174221"/>
                </a:cubicBezTo>
                <a:cubicBezTo>
                  <a:pt x="315893" y="195868"/>
                  <a:pt x="320598" y="200036"/>
                  <a:pt x="331579" y="200036"/>
                </a:cubicBezTo>
                <a:cubicBezTo>
                  <a:pt x="336873" y="200036"/>
                  <a:pt x="343264" y="201951"/>
                  <a:pt x="345885" y="204322"/>
                </a:cubicBezTo>
                <a:cubicBezTo>
                  <a:pt x="351730" y="209612"/>
                  <a:pt x="352148" y="209195"/>
                  <a:pt x="358173" y="192088"/>
                </a:cubicBezTo>
                <a:cubicBezTo>
                  <a:pt x="360854" y="184473"/>
                  <a:pt x="364021" y="177924"/>
                  <a:pt x="365209" y="177533"/>
                </a:cubicBezTo>
                <a:cubicBezTo>
                  <a:pt x="369150" y="176239"/>
                  <a:pt x="377478" y="201079"/>
                  <a:pt x="378528" y="217259"/>
                </a:cubicBezTo>
                <a:lnTo>
                  <a:pt x="379561" y="233192"/>
                </a:lnTo>
                <a:lnTo>
                  <a:pt x="368302" y="234810"/>
                </a:lnTo>
                <a:cubicBezTo>
                  <a:pt x="362110" y="235699"/>
                  <a:pt x="350654" y="235730"/>
                  <a:pt x="342845" y="234877"/>
                </a:cubicBezTo>
                <a:cubicBezTo>
                  <a:pt x="300900" y="230295"/>
                  <a:pt x="296475" y="230334"/>
                  <a:pt x="294625" y="235311"/>
                </a:cubicBezTo>
                <a:cubicBezTo>
                  <a:pt x="292370" y="241375"/>
                  <a:pt x="269321" y="264572"/>
                  <a:pt x="265550" y="264572"/>
                </a:cubicBezTo>
                <a:cubicBezTo>
                  <a:pt x="261474" y="264572"/>
                  <a:pt x="258070" y="274955"/>
                  <a:pt x="257155" y="290178"/>
                </a:cubicBezTo>
                <a:cubicBezTo>
                  <a:pt x="256642" y="298710"/>
                  <a:pt x="255211" y="303293"/>
                  <a:pt x="253059" y="303293"/>
                </a:cubicBezTo>
                <a:cubicBezTo>
                  <a:pt x="251239" y="303294"/>
                  <a:pt x="248973" y="305327"/>
                  <a:pt x="248021" y="307811"/>
                </a:cubicBezTo>
                <a:cubicBezTo>
                  <a:pt x="247070" y="310296"/>
                  <a:pt x="244168" y="314071"/>
                  <a:pt x="241573" y="316201"/>
                </a:cubicBezTo>
                <a:cubicBezTo>
                  <a:pt x="235220" y="321415"/>
                  <a:pt x="231367" y="342287"/>
                  <a:pt x="230054" y="378609"/>
                </a:cubicBezTo>
                <a:cubicBezTo>
                  <a:pt x="229366" y="397612"/>
                  <a:pt x="227827" y="409663"/>
                  <a:pt x="225886" y="411224"/>
                </a:cubicBezTo>
                <a:cubicBezTo>
                  <a:pt x="220922" y="415217"/>
                  <a:pt x="207671" y="416995"/>
                  <a:pt x="203090" y="414284"/>
                </a:cubicBezTo>
                <a:close/>
              </a:path>
            </a:pathLst>
          </a:custGeom>
          <a:solidFill>
            <a:srgbClr val="B9B9B9"/>
          </a:solidFill>
          <a:ln w="5163" cap="flat">
            <a:noFill/>
            <a:prstDash val="solid"/>
            <a:miter/>
          </a:ln>
        </p:spPr>
        <p:txBody>
          <a:bodyPr/>
          <a:lstStyle/>
          <a:p>
            <a:endParaRPr lang="es-419" noProof="0" dirty="0"/>
          </a:p>
        </p:txBody>
      </p:sp>
      <p:sp>
        <p:nvSpPr>
          <p:cNvPr id="54" name="Forma libre: forma 53">
            <a:extLst>
              <a:ext uri="{FF2B5EF4-FFF2-40B4-BE49-F238E27FC236}">
                <a16:creationId xmlns:a16="http://schemas.microsoft.com/office/drawing/2014/main" id="{7179F444-79A7-692A-CCED-7CB480520866}"/>
              </a:ext>
            </a:extLst>
          </p:cNvPr>
          <p:cNvSpPr/>
          <p:nvPr/>
        </p:nvSpPr>
        <p:spPr>
          <a:xfrm>
            <a:off x="845627" y="1846993"/>
            <a:ext cx="4301" cy="5162"/>
          </a:xfrm>
          <a:custGeom>
            <a:avLst/>
            <a:gdLst>
              <a:gd name="csX0" fmla="*/ 4301 w 4301"/>
              <a:gd name="csY0" fmla="*/ 2581 h 5162"/>
              <a:gd name="csX1" fmla="*/ 1567 w 4301"/>
              <a:gd name="csY1" fmla="*/ 0 h 5162"/>
              <a:gd name="csX2" fmla="*/ 429 w 4301"/>
              <a:gd name="csY2" fmla="*/ 2581 h 5162"/>
              <a:gd name="csX3" fmla="*/ 3163 w 4301"/>
              <a:gd name="csY3" fmla="*/ 5163 h 5162"/>
              <a:gd name="csX4" fmla="*/ 4301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4301" y="2581"/>
                </a:moveTo>
                <a:cubicBezTo>
                  <a:pt x="4301" y="1162"/>
                  <a:pt x="3071" y="0"/>
                  <a:pt x="1567" y="0"/>
                </a:cubicBezTo>
                <a:cubicBezTo>
                  <a:pt x="64" y="0"/>
                  <a:pt x="-449" y="1162"/>
                  <a:pt x="429" y="2581"/>
                </a:cubicBezTo>
                <a:cubicBezTo>
                  <a:pt x="1306" y="4001"/>
                  <a:pt x="2537" y="5163"/>
                  <a:pt x="3163" y="5163"/>
                </a:cubicBezTo>
                <a:cubicBezTo>
                  <a:pt x="3789" y="5163"/>
                  <a:pt x="4301" y="4001"/>
                  <a:pt x="4301" y="2581"/>
                </a:cubicBezTo>
                <a:close/>
              </a:path>
            </a:pathLst>
          </a:custGeom>
          <a:solidFill>
            <a:srgbClr val="00C100"/>
          </a:solidFill>
          <a:ln w="5163" cap="flat">
            <a:noFill/>
            <a:prstDash val="solid"/>
            <a:miter/>
          </a:ln>
        </p:spPr>
        <p:txBody>
          <a:bodyPr/>
          <a:lstStyle/>
          <a:p>
            <a:endParaRPr lang="es-419" noProof="0" dirty="0"/>
          </a:p>
        </p:txBody>
      </p:sp>
      <p:sp>
        <p:nvSpPr>
          <p:cNvPr id="55" name="Forma libre: forma 54">
            <a:extLst>
              <a:ext uri="{FF2B5EF4-FFF2-40B4-BE49-F238E27FC236}">
                <a16:creationId xmlns:a16="http://schemas.microsoft.com/office/drawing/2014/main" id="{A1D707F5-3937-C31B-2817-BFAEAEB662FE}"/>
              </a:ext>
            </a:extLst>
          </p:cNvPr>
          <p:cNvSpPr/>
          <p:nvPr/>
        </p:nvSpPr>
        <p:spPr>
          <a:xfrm>
            <a:off x="1407174" y="1572075"/>
            <a:ext cx="229470" cy="427142"/>
          </a:xfrm>
          <a:custGeom>
            <a:avLst/>
            <a:gdLst>
              <a:gd name="csX0" fmla="*/ 59479 w 229470"/>
              <a:gd name="csY0" fmla="*/ 423996 h 427142"/>
              <a:gd name="csX1" fmla="*/ 59694 w 229470"/>
              <a:gd name="csY1" fmla="*/ 396698 h 427142"/>
              <a:gd name="csX2" fmla="*/ 53195 w 229470"/>
              <a:gd name="csY2" fmla="*/ 362114 h 427142"/>
              <a:gd name="csX3" fmla="*/ 47446 w 229470"/>
              <a:gd name="csY3" fmla="*/ 337138 h 427142"/>
              <a:gd name="csX4" fmla="*/ 40306 w 229470"/>
              <a:gd name="csY4" fmla="*/ 312349 h 427142"/>
              <a:gd name="csX5" fmla="*/ 32609 w 229470"/>
              <a:gd name="csY5" fmla="*/ 289116 h 427142"/>
              <a:gd name="csX6" fmla="*/ 35070 w 229470"/>
              <a:gd name="csY6" fmla="*/ 271899 h 427142"/>
              <a:gd name="csX7" fmla="*/ 32418 w 229470"/>
              <a:gd name="csY7" fmla="*/ 260780 h 427142"/>
              <a:gd name="csX8" fmla="*/ 33172 w 229470"/>
              <a:gd name="csY8" fmla="*/ 247019 h 427142"/>
              <a:gd name="csX9" fmla="*/ 57856 w 229470"/>
              <a:gd name="csY9" fmla="*/ 240981 h 427142"/>
              <a:gd name="csX10" fmla="*/ 80243 w 229470"/>
              <a:gd name="csY10" fmla="*/ 236439 h 427142"/>
              <a:gd name="csX11" fmla="*/ 76436 w 229470"/>
              <a:gd name="csY11" fmla="*/ 228427 h 427142"/>
              <a:gd name="csX12" fmla="*/ 66283 w 229470"/>
              <a:gd name="csY12" fmla="*/ 225870 h 427142"/>
              <a:gd name="csX13" fmla="*/ 61369 w 229470"/>
              <a:gd name="csY13" fmla="*/ 221998 h 427142"/>
              <a:gd name="csX14" fmla="*/ 54487 w 229470"/>
              <a:gd name="csY14" fmla="*/ 218126 h 427142"/>
              <a:gd name="csX15" fmla="*/ 50882 w 229470"/>
              <a:gd name="csY15" fmla="*/ 215226 h 427142"/>
              <a:gd name="csX16" fmla="*/ 39078 w 229470"/>
              <a:gd name="csY16" fmla="*/ 199827 h 427142"/>
              <a:gd name="csX17" fmla="*/ 27028 w 229470"/>
              <a:gd name="csY17" fmla="*/ 179593 h 427142"/>
              <a:gd name="csX18" fmla="*/ 26078 w 229470"/>
              <a:gd name="csY18" fmla="*/ 170317 h 427142"/>
              <a:gd name="csX19" fmla="*/ 23581 w 229470"/>
              <a:gd name="csY19" fmla="*/ 162984 h 427142"/>
              <a:gd name="csX20" fmla="*/ 11790 w 229470"/>
              <a:gd name="csY20" fmla="*/ 145065 h 427142"/>
              <a:gd name="csX21" fmla="*/ 0 w 229470"/>
              <a:gd name="csY21" fmla="*/ 132934 h 427142"/>
              <a:gd name="csX22" fmla="*/ 16266 w 229470"/>
              <a:gd name="csY22" fmla="*/ 118970 h 427142"/>
              <a:gd name="csX23" fmla="*/ 37313 w 229470"/>
              <a:gd name="csY23" fmla="*/ 107565 h 427142"/>
              <a:gd name="csX24" fmla="*/ 42526 w 229470"/>
              <a:gd name="csY24" fmla="*/ 109268 h 427142"/>
              <a:gd name="csX25" fmla="*/ 48759 w 229470"/>
              <a:gd name="csY25" fmla="*/ 100129 h 427142"/>
              <a:gd name="csX26" fmla="*/ 49251 w 229470"/>
              <a:gd name="csY26" fmla="*/ 64399 h 427142"/>
              <a:gd name="csX27" fmla="*/ 38960 w 229470"/>
              <a:gd name="csY27" fmla="*/ 62708 h 427142"/>
              <a:gd name="csX28" fmla="*/ 28744 w 229470"/>
              <a:gd name="csY28" fmla="*/ 61040 h 427142"/>
              <a:gd name="csX29" fmla="*/ 53379 w 229470"/>
              <a:gd name="csY29" fmla="*/ 39197 h 427142"/>
              <a:gd name="csX30" fmla="*/ 71905 w 229470"/>
              <a:gd name="csY30" fmla="*/ 19485 h 427142"/>
              <a:gd name="csX31" fmla="*/ 90959 w 229470"/>
              <a:gd name="csY31" fmla="*/ 8717 h 427142"/>
              <a:gd name="csX32" fmla="*/ 109824 w 229470"/>
              <a:gd name="csY32" fmla="*/ 6256 h 427142"/>
              <a:gd name="csX33" fmla="*/ 121001 w 229470"/>
              <a:gd name="csY33" fmla="*/ 2822 h 427142"/>
              <a:gd name="csX34" fmla="*/ 122428 w 229470"/>
              <a:gd name="csY34" fmla="*/ 8347 h 427142"/>
              <a:gd name="csX35" fmla="*/ 111269 w 229470"/>
              <a:gd name="csY35" fmla="*/ 31492 h 427142"/>
              <a:gd name="csX36" fmla="*/ 125654 w 229470"/>
              <a:gd name="csY36" fmla="*/ 68353 h 427142"/>
              <a:gd name="csX37" fmla="*/ 129394 w 229470"/>
              <a:gd name="csY37" fmla="*/ 83822 h 427142"/>
              <a:gd name="csX38" fmla="*/ 132621 w 229470"/>
              <a:gd name="csY38" fmla="*/ 87380 h 427142"/>
              <a:gd name="csX39" fmla="*/ 129420 w 229470"/>
              <a:gd name="csY39" fmla="*/ 96950 h 427142"/>
              <a:gd name="csX40" fmla="*/ 135228 w 229470"/>
              <a:gd name="csY40" fmla="*/ 104581 h 427142"/>
              <a:gd name="csX41" fmla="*/ 149666 w 229470"/>
              <a:gd name="csY41" fmla="*/ 122913 h 427142"/>
              <a:gd name="csX42" fmla="*/ 159752 w 229470"/>
              <a:gd name="csY42" fmla="*/ 139280 h 427142"/>
              <a:gd name="csX43" fmla="*/ 168181 w 229470"/>
              <a:gd name="csY43" fmla="*/ 148315 h 427142"/>
              <a:gd name="csX44" fmla="*/ 179067 w 229470"/>
              <a:gd name="csY44" fmla="*/ 159986 h 427142"/>
              <a:gd name="csX45" fmla="*/ 189769 w 229470"/>
              <a:gd name="csY45" fmla="*/ 164249 h 427142"/>
              <a:gd name="csX46" fmla="*/ 197030 w 229470"/>
              <a:gd name="csY46" fmla="*/ 167037 h 427142"/>
              <a:gd name="csX47" fmla="*/ 208574 w 229470"/>
              <a:gd name="csY47" fmla="*/ 163915 h 427142"/>
              <a:gd name="csX48" fmla="*/ 216996 w 229470"/>
              <a:gd name="csY48" fmla="*/ 163915 h 427142"/>
              <a:gd name="csX49" fmla="*/ 217738 w 229470"/>
              <a:gd name="csY49" fmla="*/ 187794 h 427142"/>
              <a:gd name="csX50" fmla="*/ 224437 w 229470"/>
              <a:gd name="csY50" fmla="*/ 212516 h 427142"/>
              <a:gd name="csX51" fmla="*/ 229386 w 229470"/>
              <a:gd name="csY51" fmla="*/ 216389 h 427142"/>
              <a:gd name="csX52" fmla="*/ 185958 w 229470"/>
              <a:gd name="csY52" fmla="*/ 248433 h 427142"/>
              <a:gd name="csX53" fmla="*/ 168142 w 229470"/>
              <a:gd name="csY53" fmla="*/ 261325 h 427142"/>
              <a:gd name="csX54" fmla="*/ 158371 w 229470"/>
              <a:gd name="csY54" fmla="*/ 277501 h 427142"/>
              <a:gd name="csX55" fmla="*/ 143795 w 229470"/>
              <a:gd name="csY55" fmla="*/ 286536 h 427142"/>
              <a:gd name="csX56" fmla="*/ 128870 w 229470"/>
              <a:gd name="csY56" fmla="*/ 295569 h 427142"/>
              <a:gd name="csX57" fmla="*/ 127129 w 229470"/>
              <a:gd name="csY57" fmla="*/ 308193 h 427142"/>
              <a:gd name="csX58" fmla="*/ 130400 w 229470"/>
              <a:gd name="csY58" fmla="*/ 326436 h 427142"/>
              <a:gd name="csX59" fmla="*/ 134994 w 229470"/>
              <a:gd name="csY59" fmla="*/ 349937 h 427142"/>
              <a:gd name="csX60" fmla="*/ 142327 w 229470"/>
              <a:gd name="csY60" fmla="*/ 362849 h 427142"/>
              <a:gd name="csX61" fmla="*/ 123210 w 229470"/>
              <a:gd name="csY61" fmla="*/ 373013 h 427142"/>
              <a:gd name="csX62" fmla="*/ 101651 w 229470"/>
              <a:gd name="csY62" fmla="*/ 397639 h 427142"/>
              <a:gd name="csX63" fmla="*/ 95883 w 229470"/>
              <a:gd name="csY63" fmla="*/ 407869 h 427142"/>
              <a:gd name="csX64" fmla="*/ 86571 w 229470"/>
              <a:gd name="csY64" fmla="*/ 418453 h 427142"/>
              <a:gd name="csX65" fmla="*/ 80167 w 229470"/>
              <a:gd name="csY65" fmla="*/ 421479 h 427142"/>
              <a:gd name="csX66" fmla="*/ 70822 w 229470"/>
              <a:gd name="csY66" fmla="*/ 423763 h 427142"/>
              <a:gd name="csX67" fmla="*/ 59479 w 229470"/>
              <a:gd name="csY67" fmla="*/ 423996 h 42714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Lst>
            <a:rect l="l" t="t" r="r" b="b"/>
            <a:pathLst>
              <a:path w="229470" h="427142">
                <a:moveTo>
                  <a:pt x="59479" y="423996"/>
                </a:moveTo>
                <a:cubicBezTo>
                  <a:pt x="59345" y="422222"/>
                  <a:pt x="59442" y="409937"/>
                  <a:pt x="59694" y="396698"/>
                </a:cubicBezTo>
                <a:cubicBezTo>
                  <a:pt x="60117" y="374482"/>
                  <a:pt x="59616" y="371817"/>
                  <a:pt x="53195" y="362114"/>
                </a:cubicBezTo>
                <a:cubicBezTo>
                  <a:pt x="47165" y="353002"/>
                  <a:pt x="46399" y="349674"/>
                  <a:pt x="47446" y="337138"/>
                </a:cubicBezTo>
                <a:cubicBezTo>
                  <a:pt x="48558" y="323819"/>
                  <a:pt x="47993" y="321857"/>
                  <a:pt x="40306" y="312349"/>
                </a:cubicBezTo>
                <a:cubicBezTo>
                  <a:pt x="33058" y="303383"/>
                  <a:pt x="32044" y="300323"/>
                  <a:pt x="32609" y="289116"/>
                </a:cubicBezTo>
                <a:cubicBezTo>
                  <a:pt x="32967" y="282017"/>
                  <a:pt x="34074" y="274269"/>
                  <a:pt x="35070" y="271899"/>
                </a:cubicBezTo>
                <a:cubicBezTo>
                  <a:pt x="36124" y="269390"/>
                  <a:pt x="35017" y="264746"/>
                  <a:pt x="32418" y="260780"/>
                </a:cubicBezTo>
                <a:cubicBezTo>
                  <a:pt x="28144" y="254257"/>
                  <a:pt x="28176" y="253678"/>
                  <a:pt x="33172" y="247019"/>
                </a:cubicBezTo>
                <a:cubicBezTo>
                  <a:pt x="38159" y="240374"/>
                  <a:pt x="39247" y="240108"/>
                  <a:pt x="57856" y="240981"/>
                </a:cubicBezTo>
                <a:cubicBezTo>
                  <a:pt x="75524" y="241809"/>
                  <a:pt x="77593" y="241390"/>
                  <a:pt x="80243" y="236439"/>
                </a:cubicBezTo>
                <a:cubicBezTo>
                  <a:pt x="82790" y="231679"/>
                  <a:pt x="82305" y="230659"/>
                  <a:pt x="76436" y="228427"/>
                </a:cubicBezTo>
                <a:cubicBezTo>
                  <a:pt x="72737" y="227021"/>
                  <a:pt x="68168" y="225870"/>
                  <a:pt x="66283" y="225870"/>
                </a:cubicBezTo>
                <a:cubicBezTo>
                  <a:pt x="64397" y="225870"/>
                  <a:pt x="62186" y="224127"/>
                  <a:pt x="61369" y="221998"/>
                </a:cubicBezTo>
                <a:cubicBezTo>
                  <a:pt x="60552" y="219868"/>
                  <a:pt x="57455" y="218126"/>
                  <a:pt x="54487" y="218126"/>
                </a:cubicBezTo>
                <a:cubicBezTo>
                  <a:pt x="51152" y="218126"/>
                  <a:pt x="49775" y="217018"/>
                  <a:pt x="50882" y="215226"/>
                </a:cubicBezTo>
                <a:cubicBezTo>
                  <a:pt x="51914" y="213556"/>
                  <a:pt x="46909" y="207027"/>
                  <a:pt x="39078" y="199827"/>
                </a:cubicBezTo>
                <a:cubicBezTo>
                  <a:pt x="27017" y="188739"/>
                  <a:pt x="25656" y="186453"/>
                  <a:pt x="27028" y="179593"/>
                </a:cubicBezTo>
                <a:cubicBezTo>
                  <a:pt x="27878" y="175340"/>
                  <a:pt x="27451" y="171165"/>
                  <a:pt x="26078" y="170317"/>
                </a:cubicBezTo>
                <a:cubicBezTo>
                  <a:pt x="24704" y="169468"/>
                  <a:pt x="23581" y="166168"/>
                  <a:pt x="23581" y="162984"/>
                </a:cubicBezTo>
                <a:cubicBezTo>
                  <a:pt x="23581" y="159602"/>
                  <a:pt x="18679" y="152152"/>
                  <a:pt x="11790" y="145065"/>
                </a:cubicBezTo>
                <a:lnTo>
                  <a:pt x="0" y="132934"/>
                </a:lnTo>
                <a:lnTo>
                  <a:pt x="16266" y="118970"/>
                </a:lnTo>
                <a:cubicBezTo>
                  <a:pt x="29571" y="107549"/>
                  <a:pt x="33403" y="105472"/>
                  <a:pt x="37313" y="107565"/>
                </a:cubicBezTo>
                <a:cubicBezTo>
                  <a:pt x="39942" y="108972"/>
                  <a:pt x="42288" y="109738"/>
                  <a:pt x="42526" y="109268"/>
                </a:cubicBezTo>
                <a:cubicBezTo>
                  <a:pt x="42764" y="108799"/>
                  <a:pt x="45569" y="104686"/>
                  <a:pt x="48759" y="100129"/>
                </a:cubicBezTo>
                <a:cubicBezTo>
                  <a:pt x="56473" y="89108"/>
                  <a:pt x="56720" y="71159"/>
                  <a:pt x="49251" y="64399"/>
                </a:cubicBezTo>
                <a:cubicBezTo>
                  <a:pt x="44880" y="60443"/>
                  <a:pt x="43064" y="60145"/>
                  <a:pt x="38960" y="62708"/>
                </a:cubicBezTo>
                <a:cubicBezTo>
                  <a:pt x="31928" y="67099"/>
                  <a:pt x="28744" y="66579"/>
                  <a:pt x="28744" y="61040"/>
                </a:cubicBezTo>
                <a:cubicBezTo>
                  <a:pt x="28744" y="53145"/>
                  <a:pt x="42480" y="40966"/>
                  <a:pt x="53379" y="39197"/>
                </a:cubicBezTo>
                <a:cubicBezTo>
                  <a:pt x="66115" y="37130"/>
                  <a:pt x="70109" y="32880"/>
                  <a:pt x="71905" y="19485"/>
                </a:cubicBezTo>
                <a:cubicBezTo>
                  <a:pt x="73827" y="5162"/>
                  <a:pt x="82115" y="478"/>
                  <a:pt x="90959" y="8717"/>
                </a:cubicBezTo>
                <a:cubicBezTo>
                  <a:pt x="98823" y="16043"/>
                  <a:pt x="101930" y="15638"/>
                  <a:pt x="109824" y="6256"/>
                </a:cubicBezTo>
                <a:cubicBezTo>
                  <a:pt x="116173" y="-1290"/>
                  <a:pt x="116721" y="-1458"/>
                  <a:pt x="121001" y="2822"/>
                </a:cubicBezTo>
                <a:cubicBezTo>
                  <a:pt x="124083" y="5904"/>
                  <a:pt x="124533" y="7646"/>
                  <a:pt x="122428" y="8347"/>
                </a:cubicBezTo>
                <a:cubicBezTo>
                  <a:pt x="108913" y="12852"/>
                  <a:pt x="101196" y="28858"/>
                  <a:pt x="111269" y="31492"/>
                </a:cubicBezTo>
                <a:cubicBezTo>
                  <a:pt x="117751" y="33187"/>
                  <a:pt x="127868" y="59114"/>
                  <a:pt x="125654" y="68353"/>
                </a:cubicBezTo>
                <a:cubicBezTo>
                  <a:pt x="122658" y="80848"/>
                  <a:pt x="122997" y="82249"/>
                  <a:pt x="129394" y="83822"/>
                </a:cubicBezTo>
                <a:cubicBezTo>
                  <a:pt x="133741" y="84890"/>
                  <a:pt x="134786" y="86042"/>
                  <a:pt x="132621" y="87380"/>
                </a:cubicBezTo>
                <a:cubicBezTo>
                  <a:pt x="130861" y="88468"/>
                  <a:pt x="129420" y="92774"/>
                  <a:pt x="129420" y="96950"/>
                </a:cubicBezTo>
                <a:cubicBezTo>
                  <a:pt x="129420" y="103090"/>
                  <a:pt x="130531" y="104549"/>
                  <a:pt x="135228" y="104581"/>
                </a:cubicBezTo>
                <a:cubicBezTo>
                  <a:pt x="144939" y="104647"/>
                  <a:pt x="147895" y="108401"/>
                  <a:pt x="149666" y="122913"/>
                </a:cubicBezTo>
                <a:cubicBezTo>
                  <a:pt x="151241" y="135814"/>
                  <a:pt x="151964" y="136987"/>
                  <a:pt x="159752" y="139280"/>
                </a:cubicBezTo>
                <a:cubicBezTo>
                  <a:pt x="166352" y="141223"/>
                  <a:pt x="168150" y="143150"/>
                  <a:pt x="168181" y="148315"/>
                </a:cubicBezTo>
                <a:cubicBezTo>
                  <a:pt x="168242" y="158306"/>
                  <a:pt x="171565" y="161869"/>
                  <a:pt x="179067" y="159986"/>
                </a:cubicBezTo>
                <a:cubicBezTo>
                  <a:pt x="184111" y="158720"/>
                  <a:pt x="186588" y="159706"/>
                  <a:pt x="189769" y="164249"/>
                </a:cubicBezTo>
                <a:cubicBezTo>
                  <a:pt x="193006" y="168870"/>
                  <a:pt x="194589" y="169478"/>
                  <a:pt x="197030" y="167037"/>
                </a:cubicBezTo>
                <a:cubicBezTo>
                  <a:pt x="198747" y="165320"/>
                  <a:pt x="203942" y="163915"/>
                  <a:pt x="208574" y="163915"/>
                </a:cubicBezTo>
                <a:lnTo>
                  <a:pt x="216996" y="163915"/>
                </a:lnTo>
                <a:lnTo>
                  <a:pt x="217738" y="187794"/>
                </a:lnTo>
                <a:cubicBezTo>
                  <a:pt x="218444" y="210514"/>
                  <a:pt x="218769" y="211713"/>
                  <a:pt x="224437" y="212516"/>
                </a:cubicBezTo>
                <a:cubicBezTo>
                  <a:pt x="227714" y="212981"/>
                  <a:pt x="229940" y="214723"/>
                  <a:pt x="229386" y="216389"/>
                </a:cubicBezTo>
                <a:cubicBezTo>
                  <a:pt x="227670" y="221537"/>
                  <a:pt x="190328" y="249091"/>
                  <a:pt x="185958" y="248433"/>
                </a:cubicBezTo>
                <a:cubicBezTo>
                  <a:pt x="178411" y="247297"/>
                  <a:pt x="168142" y="254728"/>
                  <a:pt x="168142" y="261325"/>
                </a:cubicBezTo>
                <a:cubicBezTo>
                  <a:pt x="168142" y="269993"/>
                  <a:pt x="163608" y="277499"/>
                  <a:pt x="158371" y="277501"/>
                </a:cubicBezTo>
                <a:cubicBezTo>
                  <a:pt x="155936" y="277502"/>
                  <a:pt x="149377" y="281568"/>
                  <a:pt x="143795" y="286536"/>
                </a:cubicBezTo>
                <a:cubicBezTo>
                  <a:pt x="138212" y="291504"/>
                  <a:pt x="131496" y="295569"/>
                  <a:pt x="128870" y="295569"/>
                </a:cubicBezTo>
                <a:cubicBezTo>
                  <a:pt x="121381" y="295569"/>
                  <a:pt x="120392" y="302737"/>
                  <a:pt x="127129" y="308193"/>
                </a:cubicBezTo>
                <a:cubicBezTo>
                  <a:pt x="132769" y="312760"/>
                  <a:pt x="132971" y="313884"/>
                  <a:pt x="130400" y="326436"/>
                </a:cubicBezTo>
                <a:cubicBezTo>
                  <a:pt x="127799" y="339132"/>
                  <a:pt x="128033" y="340327"/>
                  <a:pt x="134994" y="349937"/>
                </a:cubicBezTo>
                <a:cubicBezTo>
                  <a:pt x="139027" y="355505"/>
                  <a:pt x="142327" y="361315"/>
                  <a:pt x="142327" y="362849"/>
                </a:cubicBezTo>
                <a:cubicBezTo>
                  <a:pt x="142327" y="368872"/>
                  <a:pt x="134539" y="373013"/>
                  <a:pt x="123210" y="373013"/>
                </a:cubicBezTo>
                <a:cubicBezTo>
                  <a:pt x="109180" y="373013"/>
                  <a:pt x="103724" y="379244"/>
                  <a:pt x="101651" y="397639"/>
                </a:cubicBezTo>
                <a:cubicBezTo>
                  <a:pt x="100573" y="407198"/>
                  <a:pt x="99540" y="409030"/>
                  <a:pt x="95883" y="407869"/>
                </a:cubicBezTo>
                <a:cubicBezTo>
                  <a:pt x="90324" y="406105"/>
                  <a:pt x="84411" y="412825"/>
                  <a:pt x="86571" y="418453"/>
                </a:cubicBezTo>
                <a:cubicBezTo>
                  <a:pt x="87898" y="421912"/>
                  <a:pt x="86764" y="422448"/>
                  <a:pt x="80167" y="421479"/>
                </a:cubicBezTo>
                <a:cubicBezTo>
                  <a:pt x="74953" y="420714"/>
                  <a:pt x="71686" y="421512"/>
                  <a:pt x="70822" y="423763"/>
                </a:cubicBezTo>
                <a:cubicBezTo>
                  <a:pt x="69146" y="428132"/>
                  <a:pt x="59804" y="428324"/>
                  <a:pt x="59479" y="423996"/>
                </a:cubicBezTo>
                <a:close/>
              </a:path>
            </a:pathLst>
          </a:custGeom>
          <a:solidFill>
            <a:srgbClr val="B9B9B9"/>
          </a:solidFill>
          <a:ln w="5163" cap="flat">
            <a:noFill/>
            <a:prstDash val="solid"/>
            <a:miter/>
          </a:ln>
        </p:spPr>
        <p:txBody>
          <a:bodyPr/>
          <a:lstStyle/>
          <a:p>
            <a:endParaRPr lang="es-419" noProof="0" dirty="0"/>
          </a:p>
        </p:txBody>
      </p:sp>
      <p:sp>
        <p:nvSpPr>
          <p:cNvPr id="56" name="Forma libre: forma 55">
            <a:extLst>
              <a:ext uri="{FF2B5EF4-FFF2-40B4-BE49-F238E27FC236}">
                <a16:creationId xmlns:a16="http://schemas.microsoft.com/office/drawing/2014/main" id="{54AF8146-3B36-0DDA-F4DD-D4C08013F495}"/>
              </a:ext>
            </a:extLst>
          </p:cNvPr>
          <p:cNvSpPr/>
          <p:nvPr/>
        </p:nvSpPr>
        <p:spPr>
          <a:xfrm>
            <a:off x="1184880" y="1375117"/>
            <a:ext cx="334306" cy="498738"/>
          </a:xfrm>
          <a:custGeom>
            <a:avLst/>
            <a:gdLst>
              <a:gd name="csX0" fmla="*/ 247743 w 334306"/>
              <a:gd name="csY0" fmla="*/ 496867 h 498738"/>
              <a:gd name="csX1" fmla="*/ 240505 w 334306"/>
              <a:gd name="csY1" fmla="*/ 493884 h 498738"/>
              <a:gd name="csX2" fmla="*/ 219827 w 334306"/>
              <a:gd name="csY2" fmla="*/ 476477 h 498738"/>
              <a:gd name="csX3" fmla="*/ 204292 w 334306"/>
              <a:gd name="csY3" fmla="*/ 470138 h 498738"/>
              <a:gd name="csX4" fmla="*/ 191180 w 334306"/>
              <a:gd name="csY4" fmla="*/ 465927 h 498738"/>
              <a:gd name="csX5" fmla="*/ 185245 w 334306"/>
              <a:gd name="csY5" fmla="*/ 460255 h 498738"/>
              <a:gd name="csX6" fmla="*/ 179372 w 334306"/>
              <a:gd name="csY6" fmla="*/ 456383 h 498738"/>
              <a:gd name="csX7" fmla="*/ 119384 w 334306"/>
              <a:gd name="csY7" fmla="*/ 437991 h 498738"/>
              <a:gd name="csX8" fmla="*/ 89617 w 334306"/>
              <a:gd name="csY8" fmla="*/ 463480 h 498738"/>
              <a:gd name="csX9" fmla="*/ 81270 w 334306"/>
              <a:gd name="csY9" fmla="*/ 471310 h 498738"/>
              <a:gd name="csX10" fmla="*/ 65769 w 334306"/>
              <a:gd name="csY10" fmla="*/ 466800 h 498738"/>
              <a:gd name="csX11" fmla="*/ 41569 w 334306"/>
              <a:gd name="csY11" fmla="*/ 444771 h 498738"/>
              <a:gd name="csX12" fmla="*/ 29063 w 334306"/>
              <a:gd name="csY12" fmla="*/ 422183 h 498738"/>
              <a:gd name="csX13" fmla="*/ 35486 w 334306"/>
              <a:gd name="csY13" fmla="*/ 420247 h 498738"/>
              <a:gd name="csX14" fmla="*/ 36311 w 334306"/>
              <a:gd name="csY14" fmla="*/ 410716 h 498738"/>
              <a:gd name="csX15" fmla="*/ 30682 w 334306"/>
              <a:gd name="csY15" fmla="*/ 404725 h 498738"/>
              <a:gd name="csX16" fmla="*/ 36945 w 334306"/>
              <a:gd name="csY16" fmla="*/ 393771 h 498738"/>
              <a:gd name="csX17" fmla="*/ 44969 w 334306"/>
              <a:gd name="csY17" fmla="*/ 363455 h 498738"/>
              <a:gd name="csX18" fmla="*/ 48481 w 334306"/>
              <a:gd name="csY18" fmla="*/ 335841 h 498738"/>
              <a:gd name="csX19" fmla="*/ 28755 w 334306"/>
              <a:gd name="csY19" fmla="*/ 300210 h 498738"/>
              <a:gd name="csX20" fmla="*/ 9477 w 334306"/>
              <a:gd name="csY20" fmla="*/ 236920 h 498738"/>
              <a:gd name="csX21" fmla="*/ 0 w 334306"/>
              <a:gd name="csY21" fmla="*/ 183956 h 498738"/>
              <a:gd name="csX22" fmla="*/ 8603 w 334306"/>
              <a:gd name="csY22" fmla="*/ 171093 h 498738"/>
              <a:gd name="csX23" fmla="*/ 19247 w 334306"/>
              <a:gd name="csY23" fmla="*/ 157370 h 498738"/>
              <a:gd name="csX24" fmla="*/ 21288 w 334306"/>
              <a:gd name="csY24" fmla="*/ 154226 h 498738"/>
              <a:gd name="csX25" fmla="*/ 42935 w 334306"/>
              <a:gd name="csY25" fmla="*/ 118946 h 498738"/>
              <a:gd name="csX26" fmla="*/ 66467 w 334306"/>
              <a:gd name="csY26" fmla="*/ 79496 h 498738"/>
              <a:gd name="csX27" fmla="*/ 76541 w 334306"/>
              <a:gd name="csY27" fmla="*/ 65175 h 498738"/>
              <a:gd name="csX28" fmla="*/ 97572 w 334306"/>
              <a:gd name="csY28" fmla="*/ 34163 h 498738"/>
              <a:gd name="csX29" fmla="*/ 112627 w 334306"/>
              <a:gd name="csY29" fmla="*/ 9814 h 498738"/>
              <a:gd name="csX30" fmla="*/ 119648 w 334306"/>
              <a:gd name="csY30" fmla="*/ 4329 h 498738"/>
              <a:gd name="csX31" fmla="*/ 132858 w 334306"/>
              <a:gd name="csY31" fmla="*/ 713 h 498738"/>
              <a:gd name="csX32" fmla="*/ 193546 w 334306"/>
              <a:gd name="csY32" fmla="*/ 5578 h 498738"/>
              <a:gd name="csX33" fmla="*/ 220060 w 334306"/>
              <a:gd name="csY33" fmla="*/ 20523 h 498738"/>
              <a:gd name="csX34" fmla="*/ 224578 w 334306"/>
              <a:gd name="csY34" fmla="*/ 25298 h 498738"/>
              <a:gd name="csX35" fmla="*/ 221567 w 334306"/>
              <a:gd name="csY35" fmla="*/ 31335 h 498738"/>
              <a:gd name="csX36" fmla="*/ 217338 w 334306"/>
              <a:gd name="csY36" fmla="*/ 39397 h 498738"/>
              <a:gd name="csX37" fmla="*/ 222891 w 334306"/>
              <a:gd name="csY37" fmla="*/ 37878 h 498738"/>
              <a:gd name="csX38" fmla="*/ 225189 w 334306"/>
              <a:gd name="csY38" fmla="*/ 36902 h 498738"/>
              <a:gd name="csX39" fmla="*/ 234581 w 334306"/>
              <a:gd name="csY39" fmla="*/ 40152 h 498738"/>
              <a:gd name="csX40" fmla="*/ 261177 w 334306"/>
              <a:gd name="csY40" fmla="*/ 57181 h 498738"/>
              <a:gd name="csX41" fmla="*/ 267817 w 334306"/>
              <a:gd name="csY41" fmla="*/ 67059 h 498738"/>
              <a:gd name="csX42" fmla="*/ 274280 w 334306"/>
              <a:gd name="csY42" fmla="*/ 79049 h 498738"/>
              <a:gd name="csX43" fmla="*/ 279443 w 334306"/>
              <a:gd name="csY43" fmla="*/ 91820 h 498738"/>
              <a:gd name="csX44" fmla="*/ 284596 w 334306"/>
              <a:gd name="csY44" fmla="*/ 105775 h 498738"/>
              <a:gd name="csX45" fmla="*/ 291417 w 334306"/>
              <a:gd name="csY45" fmla="*/ 120219 h 498738"/>
              <a:gd name="csX46" fmla="*/ 298659 w 334306"/>
              <a:gd name="csY46" fmla="*/ 133370 h 498738"/>
              <a:gd name="csX47" fmla="*/ 314425 w 334306"/>
              <a:gd name="csY47" fmla="*/ 156674 h 498738"/>
              <a:gd name="csX48" fmla="*/ 323321 w 334306"/>
              <a:gd name="csY48" fmla="*/ 164371 h 498738"/>
              <a:gd name="csX49" fmla="*/ 329277 w 334306"/>
              <a:gd name="csY49" fmla="*/ 172896 h 498738"/>
              <a:gd name="csX50" fmla="*/ 327346 w 334306"/>
              <a:gd name="csY50" fmla="*/ 203260 h 498738"/>
              <a:gd name="csX51" fmla="*/ 321564 w 334306"/>
              <a:gd name="csY51" fmla="*/ 208691 h 498738"/>
              <a:gd name="csX52" fmla="*/ 314839 w 334306"/>
              <a:gd name="csY52" fmla="*/ 201967 h 498738"/>
              <a:gd name="csX53" fmla="*/ 300945 w 334306"/>
              <a:gd name="csY53" fmla="*/ 198679 h 498738"/>
              <a:gd name="csX54" fmla="*/ 291854 w 334306"/>
              <a:gd name="csY54" fmla="*/ 213362 h 498738"/>
              <a:gd name="csX55" fmla="*/ 273477 w 334306"/>
              <a:gd name="csY55" fmla="*/ 233193 h 498738"/>
              <a:gd name="csX56" fmla="*/ 248561 w 334306"/>
              <a:gd name="csY56" fmla="*/ 258261 h 498738"/>
              <a:gd name="csX57" fmla="*/ 254757 w 334306"/>
              <a:gd name="csY57" fmla="*/ 265360 h 498738"/>
              <a:gd name="csX58" fmla="*/ 262758 w 334306"/>
              <a:gd name="csY58" fmla="*/ 262611 h 498738"/>
              <a:gd name="csX59" fmla="*/ 269300 w 334306"/>
              <a:gd name="csY59" fmla="*/ 264243 h 498738"/>
              <a:gd name="csX60" fmla="*/ 257492 w 334306"/>
              <a:gd name="csY60" fmla="*/ 300210 h 498738"/>
              <a:gd name="csX61" fmla="*/ 220205 w 334306"/>
              <a:gd name="csY61" fmla="*/ 329428 h 498738"/>
              <a:gd name="csX62" fmla="*/ 231476 w 334306"/>
              <a:gd name="csY62" fmla="*/ 344578 h 498738"/>
              <a:gd name="csX63" fmla="*/ 244540 w 334306"/>
              <a:gd name="csY63" fmla="*/ 369570 h 498738"/>
              <a:gd name="csX64" fmla="*/ 259568 w 334306"/>
              <a:gd name="csY64" fmla="*/ 400936 h 498738"/>
              <a:gd name="csX65" fmla="*/ 267812 w 334306"/>
              <a:gd name="csY65" fmla="*/ 410972 h 498738"/>
              <a:gd name="csX66" fmla="*/ 272980 w 334306"/>
              <a:gd name="csY66" fmla="*/ 418667 h 498738"/>
              <a:gd name="csX67" fmla="*/ 279745 w 334306"/>
              <a:gd name="csY67" fmla="*/ 423732 h 498738"/>
              <a:gd name="csX68" fmla="*/ 289553 w 334306"/>
              <a:gd name="csY68" fmla="*/ 427604 h 498738"/>
              <a:gd name="csX69" fmla="*/ 298277 w 334306"/>
              <a:gd name="csY69" fmla="*/ 431864 h 498738"/>
              <a:gd name="csX70" fmla="*/ 272913 w 334306"/>
              <a:gd name="csY70" fmla="*/ 433099 h 498738"/>
              <a:gd name="csX71" fmla="*/ 253686 w 334306"/>
              <a:gd name="csY71" fmla="*/ 440109 h 498738"/>
              <a:gd name="csX72" fmla="*/ 252360 w 334306"/>
              <a:gd name="csY72" fmla="*/ 461577 h 498738"/>
              <a:gd name="csX73" fmla="*/ 253346 w 334306"/>
              <a:gd name="csY73" fmla="*/ 468333 h 498738"/>
              <a:gd name="csX74" fmla="*/ 251680 w 334306"/>
              <a:gd name="csY74" fmla="*/ 476637 h 498738"/>
              <a:gd name="csX75" fmla="*/ 251259 w 334306"/>
              <a:gd name="csY75" fmla="*/ 491494 h 498738"/>
              <a:gd name="csX76" fmla="*/ 247743 w 334306"/>
              <a:gd name="csY76" fmla="*/ 496867 h 4987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Lst>
            <a:rect l="l" t="t" r="r" b="b"/>
            <a:pathLst>
              <a:path w="334306" h="498738">
                <a:moveTo>
                  <a:pt x="247743" y="496867"/>
                </a:moveTo>
                <a:cubicBezTo>
                  <a:pt x="246424" y="493506"/>
                  <a:pt x="244367" y="492659"/>
                  <a:pt x="240505" y="493884"/>
                </a:cubicBezTo>
                <a:cubicBezTo>
                  <a:pt x="234008" y="495946"/>
                  <a:pt x="224617" y="488040"/>
                  <a:pt x="219827" y="476477"/>
                </a:cubicBezTo>
                <a:cubicBezTo>
                  <a:pt x="216729" y="468997"/>
                  <a:pt x="216097" y="468739"/>
                  <a:pt x="204292" y="470138"/>
                </a:cubicBezTo>
                <a:cubicBezTo>
                  <a:pt x="193057" y="471468"/>
                  <a:pt x="191916" y="471102"/>
                  <a:pt x="191180" y="465927"/>
                </a:cubicBezTo>
                <a:cubicBezTo>
                  <a:pt x="190659" y="462266"/>
                  <a:pt x="188558" y="460258"/>
                  <a:pt x="185245" y="460255"/>
                </a:cubicBezTo>
                <a:cubicBezTo>
                  <a:pt x="182424" y="460253"/>
                  <a:pt x="179781" y="458510"/>
                  <a:pt x="179372" y="456383"/>
                </a:cubicBezTo>
                <a:cubicBezTo>
                  <a:pt x="178300" y="450818"/>
                  <a:pt x="133997" y="437235"/>
                  <a:pt x="119384" y="437991"/>
                </a:cubicBezTo>
                <a:cubicBezTo>
                  <a:pt x="99217" y="439035"/>
                  <a:pt x="100133" y="438251"/>
                  <a:pt x="89617" y="463480"/>
                </a:cubicBezTo>
                <a:cubicBezTo>
                  <a:pt x="85806" y="472621"/>
                  <a:pt x="84419" y="473923"/>
                  <a:pt x="81270" y="471310"/>
                </a:cubicBezTo>
                <a:cubicBezTo>
                  <a:pt x="79194" y="469587"/>
                  <a:pt x="72218" y="467557"/>
                  <a:pt x="65769" y="466800"/>
                </a:cubicBezTo>
                <a:cubicBezTo>
                  <a:pt x="54283" y="465451"/>
                  <a:pt x="53791" y="465003"/>
                  <a:pt x="41569" y="444771"/>
                </a:cubicBezTo>
                <a:cubicBezTo>
                  <a:pt x="34707" y="433413"/>
                  <a:pt x="29080" y="423248"/>
                  <a:pt x="29063" y="422183"/>
                </a:cubicBezTo>
                <a:cubicBezTo>
                  <a:pt x="29046" y="421119"/>
                  <a:pt x="31937" y="420247"/>
                  <a:pt x="35486" y="420247"/>
                </a:cubicBezTo>
                <a:cubicBezTo>
                  <a:pt x="43403" y="420247"/>
                  <a:pt x="43560" y="418433"/>
                  <a:pt x="36311" y="410716"/>
                </a:cubicBezTo>
                <a:lnTo>
                  <a:pt x="30682" y="404725"/>
                </a:lnTo>
                <a:lnTo>
                  <a:pt x="36945" y="393771"/>
                </a:lnTo>
                <a:cubicBezTo>
                  <a:pt x="41241" y="386255"/>
                  <a:pt x="43760" y="376739"/>
                  <a:pt x="44969" y="363455"/>
                </a:cubicBezTo>
                <a:cubicBezTo>
                  <a:pt x="45939" y="352807"/>
                  <a:pt x="47519" y="340381"/>
                  <a:pt x="48481" y="335841"/>
                </a:cubicBezTo>
                <a:cubicBezTo>
                  <a:pt x="50445" y="326577"/>
                  <a:pt x="45773" y="318139"/>
                  <a:pt x="28755" y="300210"/>
                </a:cubicBezTo>
                <a:cubicBezTo>
                  <a:pt x="18993" y="289925"/>
                  <a:pt x="18916" y="289673"/>
                  <a:pt x="9477" y="236920"/>
                </a:cubicBezTo>
                <a:lnTo>
                  <a:pt x="0" y="183956"/>
                </a:lnTo>
                <a:lnTo>
                  <a:pt x="8603" y="171093"/>
                </a:lnTo>
                <a:cubicBezTo>
                  <a:pt x="13334" y="164019"/>
                  <a:pt x="18124" y="157843"/>
                  <a:pt x="19247" y="157370"/>
                </a:cubicBezTo>
                <a:cubicBezTo>
                  <a:pt x="20370" y="156896"/>
                  <a:pt x="21288" y="155482"/>
                  <a:pt x="21288" y="154226"/>
                </a:cubicBezTo>
                <a:cubicBezTo>
                  <a:pt x="21288" y="152970"/>
                  <a:pt x="31029" y="137094"/>
                  <a:pt x="42935" y="118946"/>
                </a:cubicBezTo>
                <a:cubicBezTo>
                  <a:pt x="54840" y="100798"/>
                  <a:pt x="65430" y="83045"/>
                  <a:pt x="66467" y="79496"/>
                </a:cubicBezTo>
                <a:cubicBezTo>
                  <a:pt x="67505" y="75946"/>
                  <a:pt x="72038" y="69502"/>
                  <a:pt x="76541" y="65175"/>
                </a:cubicBezTo>
                <a:cubicBezTo>
                  <a:pt x="87950" y="54213"/>
                  <a:pt x="95497" y="43084"/>
                  <a:pt x="97572" y="34163"/>
                </a:cubicBezTo>
                <a:cubicBezTo>
                  <a:pt x="99599" y="25448"/>
                  <a:pt x="109249" y="9841"/>
                  <a:pt x="112627" y="9814"/>
                </a:cubicBezTo>
                <a:cubicBezTo>
                  <a:pt x="113880" y="9805"/>
                  <a:pt x="117040" y="7336"/>
                  <a:pt x="119648" y="4329"/>
                </a:cubicBezTo>
                <a:cubicBezTo>
                  <a:pt x="123477" y="-86"/>
                  <a:pt x="126019" y="-782"/>
                  <a:pt x="132858" y="713"/>
                </a:cubicBezTo>
                <a:cubicBezTo>
                  <a:pt x="141063" y="2507"/>
                  <a:pt x="160286" y="4048"/>
                  <a:pt x="193546" y="5578"/>
                </a:cubicBezTo>
                <a:cubicBezTo>
                  <a:pt x="210737" y="6368"/>
                  <a:pt x="220060" y="11623"/>
                  <a:pt x="220060" y="20523"/>
                </a:cubicBezTo>
                <a:cubicBezTo>
                  <a:pt x="220060" y="23333"/>
                  <a:pt x="221912" y="25291"/>
                  <a:pt x="224578" y="25298"/>
                </a:cubicBezTo>
                <a:cubicBezTo>
                  <a:pt x="228025" y="25308"/>
                  <a:pt x="227313" y="26737"/>
                  <a:pt x="221567" y="31335"/>
                </a:cubicBezTo>
                <a:cubicBezTo>
                  <a:pt x="216052" y="35748"/>
                  <a:pt x="214921" y="37903"/>
                  <a:pt x="217338" y="39397"/>
                </a:cubicBezTo>
                <a:cubicBezTo>
                  <a:pt x="219279" y="40596"/>
                  <a:pt x="221565" y="39971"/>
                  <a:pt x="222891" y="37878"/>
                </a:cubicBezTo>
                <a:cubicBezTo>
                  <a:pt x="224130" y="35921"/>
                  <a:pt x="225164" y="35482"/>
                  <a:pt x="225189" y="36902"/>
                </a:cubicBezTo>
                <a:cubicBezTo>
                  <a:pt x="225213" y="38322"/>
                  <a:pt x="229440" y="39784"/>
                  <a:pt x="234581" y="40152"/>
                </a:cubicBezTo>
                <a:cubicBezTo>
                  <a:pt x="243367" y="40781"/>
                  <a:pt x="260731" y="51899"/>
                  <a:pt x="261177" y="57181"/>
                </a:cubicBezTo>
                <a:cubicBezTo>
                  <a:pt x="261279" y="58396"/>
                  <a:pt x="264267" y="62841"/>
                  <a:pt x="267817" y="67059"/>
                </a:cubicBezTo>
                <a:cubicBezTo>
                  <a:pt x="271366" y="71278"/>
                  <a:pt x="274275" y="76673"/>
                  <a:pt x="274280" y="79049"/>
                </a:cubicBezTo>
                <a:cubicBezTo>
                  <a:pt x="274285" y="81424"/>
                  <a:pt x="276609" y="87172"/>
                  <a:pt x="279443" y="91820"/>
                </a:cubicBezTo>
                <a:cubicBezTo>
                  <a:pt x="282277" y="96469"/>
                  <a:pt x="284596" y="102748"/>
                  <a:pt x="284596" y="105775"/>
                </a:cubicBezTo>
                <a:cubicBezTo>
                  <a:pt x="284596" y="108801"/>
                  <a:pt x="287666" y="115301"/>
                  <a:pt x="291417" y="120219"/>
                </a:cubicBezTo>
                <a:cubicBezTo>
                  <a:pt x="295169" y="125138"/>
                  <a:pt x="298428" y="131056"/>
                  <a:pt x="298659" y="133370"/>
                </a:cubicBezTo>
                <a:cubicBezTo>
                  <a:pt x="299477" y="141547"/>
                  <a:pt x="305637" y="150653"/>
                  <a:pt x="314425" y="156674"/>
                </a:cubicBezTo>
                <a:cubicBezTo>
                  <a:pt x="319316" y="160026"/>
                  <a:pt x="323320" y="163489"/>
                  <a:pt x="323321" y="164371"/>
                </a:cubicBezTo>
                <a:cubicBezTo>
                  <a:pt x="323323" y="165253"/>
                  <a:pt x="326003" y="169089"/>
                  <a:pt x="329277" y="172896"/>
                </a:cubicBezTo>
                <a:cubicBezTo>
                  <a:pt x="336682" y="181505"/>
                  <a:pt x="335803" y="195314"/>
                  <a:pt x="327346" y="203260"/>
                </a:cubicBezTo>
                <a:lnTo>
                  <a:pt x="321564" y="208691"/>
                </a:lnTo>
                <a:lnTo>
                  <a:pt x="314839" y="201967"/>
                </a:lnTo>
                <a:cubicBezTo>
                  <a:pt x="308661" y="195789"/>
                  <a:pt x="307532" y="195522"/>
                  <a:pt x="300945" y="198679"/>
                </a:cubicBezTo>
                <a:cubicBezTo>
                  <a:pt x="295346" y="201363"/>
                  <a:pt x="293353" y="204582"/>
                  <a:pt x="291854" y="213362"/>
                </a:cubicBezTo>
                <a:cubicBezTo>
                  <a:pt x="289357" y="227993"/>
                  <a:pt x="286547" y="231025"/>
                  <a:pt x="273477" y="233193"/>
                </a:cubicBezTo>
                <a:cubicBezTo>
                  <a:pt x="260663" y="235319"/>
                  <a:pt x="248722" y="247333"/>
                  <a:pt x="248561" y="258261"/>
                </a:cubicBezTo>
                <a:cubicBezTo>
                  <a:pt x="248475" y="264096"/>
                  <a:pt x="249579" y="265360"/>
                  <a:pt x="254757" y="265360"/>
                </a:cubicBezTo>
                <a:cubicBezTo>
                  <a:pt x="258223" y="265360"/>
                  <a:pt x="261823" y="264123"/>
                  <a:pt x="262758" y="262611"/>
                </a:cubicBezTo>
                <a:cubicBezTo>
                  <a:pt x="263872" y="260808"/>
                  <a:pt x="266124" y="261370"/>
                  <a:pt x="269300" y="264243"/>
                </a:cubicBezTo>
                <a:cubicBezTo>
                  <a:pt x="279445" y="273424"/>
                  <a:pt x="270651" y="300210"/>
                  <a:pt x="257492" y="300210"/>
                </a:cubicBezTo>
                <a:cubicBezTo>
                  <a:pt x="250513" y="300210"/>
                  <a:pt x="220446" y="323770"/>
                  <a:pt x="220205" y="329428"/>
                </a:cubicBezTo>
                <a:cubicBezTo>
                  <a:pt x="220125" y="331300"/>
                  <a:pt x="225197" y="338118"/>
                  <a:pt x="231476" y="344578"/>
                </a:cubicBezTo>
                <a:cubicBezTo>
                  <a:pt x="241029" y="354406"/>
                  <a:pt x="243162" y="358486"/>
                  <a:pt x="244540" y="369570"/>
                </a:cubicBezTo>
                <a:cubicBezTo>
                  <a:pt x="246852" y="388171"/>
                  <a:pt x="250097" y="394944"/>
                  <a:pt x="259568" y="400936"/>
                </a:cubicBezTo>
                <a:cubicBezTo>
                  <a:pt x="264099" y="403804"/>
                  <a:pt x="267809" y="408320"/>
                  <a:pt x="267812" y="410972"/>
                </a:cubicBezTo>
                <a:cubicBezTo>
                  <a:pt x="267815" y="413625"/>
                  <a:pt x="270140" y="417087"/>
                  <a:pt x="272980" y="418667"/>
                </a:cubicBezTo>
                <a:cubicBezTo>
                  <a:pt x="275819" y="420246"/>
                  <a:pt x="278864" y="422525"/>
                  <a:pt x="279745" y="423732"/>
                </a:cubicBezTo>
                <a:cubicBezTo>
                  <a:pt x="280626" y="424939"/>
                  <a:pt x="285040" y="426681"/>
                  <a:pt x="289553" y="427604"/>
                </a:cubicBezTo>
                <a:cubicBezTo>
                  <a:pt x="294067" y="428527"/>
                  <a:pt x="297992" y="430444"/>
                  <a:pt x="298277" y="431864"/>
                </a:cubicBezTo>
                <a:cubicBezTo>
                  <a:pt x="299018" y="435562"/>
                  <a:pt x="277163" y="436626"/>
                  <a:pt x="272913" y="433099"/>
                </a:cubicBezTo>
                <a:cubicBezTo>
                  <a:pt x="268101" y="429105"/>
                  <a:pt x="260026" y="432049"/>
                  <a:pt x="253686" y="440109"/>
                </a:cubicBezTo>
                <a:cubicBezTo>
                  <a:pt x="247489" y="447987"/>
                  <a:pt x="246928" y="457069"/>
                  <a:pt x="252360" y="461577"/>
                </a:cubicBezTo>
                <a:cubicBezTo>
                  <a:pt x="255321" y="464035"/>
                  <a:pt x="255560" y="465666"/>
                  <a:pt x="253346" y="468333"/>
                </a:cubicBezTo>
                <a:cubicBezTo>
                  <a:pt x="251741" y="470267"/>
                  <a:pt x="250992" y="474004"/>
                  <a:pt x="251680" y="476637"/>
                </a:cubicBezTo>
                <a:cubicBezTo>
                  <a:pt x="252369" y="479271"/>
                  <a:pt x="252179" y="485956"/>
                  <a:pt x="251259" y="491494"/>
                </a:cubicBezTo>
                <a:cubicBezTo>
                  <a:pt x="249997" y="499087"/>
                  <a:pt x="249133" y="500409"/>
                  <a:pt x="247743" y="496867"/>
                </a:cubicBezTo>
                <a:close/>
              </a:path>
            </a:pathLst>
          </a:custGeom>
          <a:solidFill>
            <a:srgbClr val="B9B9B9"/>
          </a:solidFill>
          <a:ln w="5163" cap="flat">
            <a:noFill/>
            <a:prstDash val="solid"/>
            <a:miter/>
          </a:ln>
        </p:spPr>
        <p:txBody>
          <a:bodyPr/>
          <a:lstStyle/>
          <a:p>
            <a:endParaRPr lang="es-419" noProof="0" dirty="0"/>
          </a:p>
        </p:txBody>
      </p:sp>
      <p:grpSp>
        <p:nvGrpSpPr>
          <p:cNvPr id="57" name="Gráfico 39">
            <a:extLst>
              <a:ext uri="{FF2B5EF4-FFF2-40B4-BE49-F238E27FC236}">
                <a16:creationId xmlns:a16="http://schemas.microsoft.com/office/drawing/2014/main" id="{CEF44925-C0CB-D311-B858-6E7ECCFAE9C6}"/>
              </a:ext>
            </a:extLst>
          </p:cNvPr>
          <p:cNvGrpSpPr/>
          <p:nvPr/>
        </p:nvGrpSpPr>
        <p:grpSpPr>
          <a:xfrm>
            <a:off x="726816" y="1624037"/>
            <a:ext cx="321478" cy="429471"/>
            <a:chOff x="726816" y="1624037"/>
            <a:chExt cx="321478" cy="429471"/>
          </a:xfrm>
          <a:solidFill>
            <a:srgbClr val="B9B9B9"/>
          </a:solidFill>
        </p:grpSpPr>
        <p:sp>
          <p:nvSpPr>
            <p:cNvPr id="58" name="Forma libre: forma 57">
              <a:extLst>
                <a:ext uri="{FF2B5EF4-FFF2-40B4-BE49-F238E27FC236}">
                  <a16:creationId xmlns:a16="http://schemas.microsoft.com/office/drawing/2014/main" id="{80745246-6068-8AF0-BB49-902B15543DEC}"/>
                </a:ext>
              </a:extLst>
            </p:cNvPr>
            <p:cNvSpPr/>
            <p:nvPr/>
          </p:nvSpPr>
          <p:spPr>
            <a:xfrm>
              <a:off x="726816" y="1624037"/>
              <a:ext cx="321478" cy="429471"/>
            </a:xfrm>
            <a:custGeom>
              <a:avLst/>
              <a:gdLst>
                <a:gd name="csX0" fmla="*/ 298651 w 321478"/>
                <a:gd name="csY0" fmla="*/ 424657 h 429471"/>
                <a:gd name="csX1" fmla="*/ 285240 w 321478"/>
                <a:gd name="csY1" fmla="*/ 406239 h 429471"/>
                <a:gd name="csX2" fmla="*/ 285795 w 321478"/>
                <a:gd name="csY2" fmla="*/ 410173 h 429471"/>
                <a:gd name="csX3" fmla="*/ 287678 w 321478"/>
                <a:gd name="csY3" fmla="*/ 415491 h 429471"/>
                <a:gd name="csX4" fmla="*/ 268647 w 321478"/>
                <a:gd name="csY4" fmla="*/ 394065 h 429471"/>
                <a:gd name="csX5" fmla="*/ 249603 w 321478"/>
                <a:gd name="csY5" fmla="*/ 371546 h 429471"/>
                <a:gd name="csX6" fmla="*/ 255246 w 321478"/>
                <a:gd name="csY6" fmla="*/ 382701 h 429471"/>
                <a:gd name="csX7" fmla="*/ 260888 w 321478"/>
                <a:gd name="csY7" fmla="*/ 392041 h 429471"/>
                <a:gd name="csX8" fmla="*/ 254982 w 321478"/>
                <a:gd name="csY8" fmla="*/ 386884 h 429471"/>
                <a:gd name="csX9" fmla="*/ 245088 w 321478"/>
                <a:gd name="csY9" fmla="*/ 373977 h 429471"/>
                <a:gd name="csX10" fmla="*/ 227283 w 321478"/>
                <a:gd name="csY10" fmla="*/ 350451 h 429471"/>
                <a:gd name="csX11" fmla="*/ 213463 w 321478"/>
                <a:gd name="csY11" fmla="*/ 331266 h 429471"/>
                <a:gd name="csX12" fmla="*/ 191325 w 321478"/>
                <a:gd name="csY12" fmla="*/ 295282 h 429471"/>
                <a:gd name="csX13" fmla="*/ 182351 w 321478"/>
                <a:gd name="csY13" fmla="*/ 288640 h 429471"/>
                <a:gd name="csX14" fmla="*/ 181003 w 321478"/>
                <a:gd name="csY14" fmla="*/ 283904 h 429471"/>
                <a:gd name="csX15" fmla="*/ 179966 w 321478"/>
                <a:gd name="csY15" fmla="*/ 277802 h 429471"/>
                <a:gd name="csX16" fmla="*/ 170951 w 321478"/>
                <a:gd name="csY16" fmla="*/ 271038 h 429471"/>
                <a:gd name="csX17" fmla="*/ 164513 w 321478"/>
                <a:gd name="csY17" fmla="*/ 268249 h 429471"/>
                <a:gd name="csX18" fmla="*/ 156542 w 321478"/>
                <a:gd name="csY18" fmla="*/ 264259 h 429471"/>
                <a:gd name="csX19" fmla="*/ 146588 w 321478"/>
                <a:gd name="csY19" fmla="*/ 257160 h 429471"/>
                <a:gd name="csX20" fmla="*/ 135566 w 321478"/>
                <a:gd name="csY20" fmla="*/ 244331 h 429471"/>
                <a:gd name="csX21" fmla="*/ 140198 w 321478"/>
                <a:gd name="csY21" fmla="*/ 240806 h 429471"/>
                <a:gd name="csX22" fmla="*/ 149956 w 321478"/>
                <a:gd name="csY22" fmla="*/ 243611 h 429471"/>
                <a:gd name="csX23" fmla="*/ 139967 w 321478"/>
                <a:gd name="csY23" fmla="*/ 232769 h 429471"/>
                <a:gd name="csX24" fmla="*/ 129672 w 321478"/>
                <a:gd name="csY24" fmla="*/ 230788 h 429471"/>
                <a:gd name="csX25" fmla="*/ 122631 w 321478"/>
                <a:gd name="csY25" fmla="*/ 229456 h 429471"/>
                <a:gd name="csX26" fmla="*/ 114075 w 321478"/>
                <a:gd name="csY26" fmla="*/ 225535 h 429471"/>
                <a:gd name="csX27" fmla="*/ 112561 w 321478"/>
                <a:gd name="csY27" fmla="*/ 210989 h 429471"/>
                <a:gd name="csX28" fmla="*/ 113046 w 321478"/>
                <a:gd name="csY28" fmla="*/ 198950 h 429471"/>
                <a:gd name="csX29" fmla="*/ 110205 w 321478"/>
                <a:gd name="csY29" fmla="*/ 203079 h 429471"/>
                <a:gd name="csX30" fmla="*/ 107624 w 321478"/>
                <a:gd name="csY30" fmla="*/ 210049 h 429471"/>
                <a:gd name="csX31" fmla="*/ 105042 w 321478"/>
                <a:gd name="csY31" fmla="*/ 205992 h 429471"/>
                <a:gd name="csX32" fmla="*/ 101146 w 321478"/>
                <a:gd name="csY32" fmla="*/ 198040 h 429471"/>
                <a:gd name="csX33" fmla="*/ 106495 w 321478"/>
                <a:gd name="csY33" fmla="*/ 192040 h 429471"/>
                <a:gd name="csX34" fmla="*/ 110185 w 321478"/>
                <a:gd name="csY34" fmla="*/ 189360 h 429471"/>
                <a:gd name="csX35" fmla="*/ 105416 w 321478"/>
                <a:gd name="csY35" fmla="*/ 184234 h 429471"/>
                <a:gd name="csX36" fmla="*/ 94806 w 321478"/>
                <a:gd name="csY36" fmla="*/ 176570 h 429471"/>
                <a:gd name="csX37" fmla="*/ 84222 w 321478"/>
                <a:gd name="csY37" fmla="*/ 170141 h 429471"/>
                <a:gd name="csX38" fmla="*/ 77400 w 321478"/>
                <a:gd name="csY38" fmla="*/ 165246 h 429471"/>
                <a:gd name="csX39" fmla="*/ 66830 w 321478"/>
                <a:gd name="csY39" fmla="*/ 157291 h 429471"/>
                <a:gd name="csX40" fmla="*/ 62321 w 321478"/>
                <a:gd name="csY40" fmla="*/ 153462 h 429471"/>
                <a:gd name="csX41" fmla="*/ 58487 w 321478"/>
                <a:gd name="csY41" fmla="*/ 146011 h 429471"/>
                <a:gd name="csX42" fmla="*/ 53413 w 321478"/>
                <a:gd name="csY42" fmla="*/ 136585 h 429471"/>
                <a:gd name="csX43" fmla="*/ 46519 w 321478"/>
                <a:gd name="csY43" fmla="*/ 136694 h 429471"/>
                <a:gd name="csX44" fmla="*/ 42767 w 321478"/>
                <a:gd name="csY44" fmla="*/ 137339 h 429471"/>
                <a:gd name="csX45" fmla="*/ 40545 w 321478"/>
                <a:gd name="csY45" fmla="*/ 138358 h 429471"/>
                <a:gd name="csX46" fmla="*/ 34194 w 321478"/>
                <a:gd name="csY46" fmla="*/ 139945 h 429471"/>
                <a:gd name="csX47" fmla="*/ 30312 w 321478"/>
                <a:gd name="csY47" fmla="*/ 128691 h 429471"/>
                <a:gd name="csX48" fmla="*/ 32982 w 321478"/>
                <a:gd name="csY48" fmla="*/ 121125 h 429471"/>
                <a:gd name="csX49" fmla="*/ 29550 w 321478"/>
                <a:gd name="csY49" fmla="*/ 122878 h 429471"/>
                <a:gd name="csX50" fmla="*/ 21151 w 321478"/>
                <a:gd name="csY50" fmla="*/ 122752 h 429471"/>
                <a:gd name="csX51" fmla="*/ 17154 w 321478"/>
                <a:gd name="csY51" fmla="*/ 123427 h 429471"/>
                <a:gd name="csX52" fmla="*/ 6342 w 321478"/>
                <a:gd name="csY52" fmla="*/ 119543 h 429471"/>
                <a:gd name="csX53" fmla="*/ 4365 w 321478"/>
                <a:gd name="csY53" fmla="*/ 113226 h 429471"/>
                <a:gd name="csX54" fmla="*/ 10819 w 321478"/>
                <a:gd name="csY54" fmla="*/ 114808 h 429471"/>
                <a:gd name="csX55" fmla="*/ 4707 w 321478"/>
                <a:gd name="csY55" fmla="*/ 109494 h 429471"/>
                <a:gd name="csX56" fmla="*/ 1796 w 321478"/>
                <a:gd name="csY56" fmla="*/ 100322 h 429471"/>
                <a:gd name="csX57" fmla="*/ 1838 w 321478"/>
                <a:gd name="csY57" fmla="*/ 92658 h 429471"/>
                <a:gd name="csX58" fmla="*/ 4233 w 321478"/>
                <a:gd name="csY58" fmla="*/ 77378 h 429471"/>
                <a:gd name="csX59" fmla="*/ 13902 w 321478"/>
                <a:gd name="csY59" fmla="*/ 62490 h 429471"/>
                <a:gd name="csX60" fmla="*/ 16192 w 321478"/>
                <a:gd name="csY60" fmla="*/ 65508 h 429471"/>
                <a:gd name="csX61" fmla="*/ 14368 w 321478"/>
                <a:gd name="csY61" fmla="*/ 71941 h 429471"/>
                <a:gd name="csX62" fmla="*/ 19324 w 321478"/>
                <a:gd name="csY62" fmla="*/ 65780 h 429471"/>
                <a:gd name="csX63" fmla="*/ 24280 w 321478"/>
                <a:gd name="csY63" fmla="*/ 59619 h 429471"/>
                <a:gd name="csX64" fmla="*/ 25989 w 321478"/>
                <a:gd name="csY64" fmla="*/ 66426 h 429471"/>
                <a:gd name="csX65" fmla="*/ 30049 w 321478"/>
                <a:gd name="csY65" fmla="*/ 73232 h 429471"/>
                <a:gd name="csX66" fmla="*/ 30241 w 321478"/>
                <a:gd name="csY66" fmla="*/ 65700 h 429471"/>
                <a:gd name="csX67" fmla="*/ 47033 w 321478"/>
                <a:gd name="csY67" fmla="*/ 46164 h 429471"/>
                <a:gd name="csX68" fmla="*/ 89508 w 321478"/>
                <a:gd name="csY68" fmla="*/ 4943 h 429471"/>
                <a:gd name="csX69" fmla="*/ 99998 w 321478"/>
                <a:gd name="csY69" fmla="*/ 2688 h 429471"/>
                <a:gd name="csX70" fmla="*/ 114706 w 321478"/>
                <a:gd name="csY70" fmla="*/ 3716 h 429471"/>
                <a:gd name="csX71" fmla="*/ 123108 w 321478"/>
                <a:gd name="csY71" fmla="*/ 2764 h 429471"/>
                <a:gd name="csX72" fmla="*/ 137332 w 321478"/>
                <a:gd name="csY72" fmla="*/ 60759 h 429471"/>
                <a:gd name="csX73" fmla="*/ 159468 w 321478"/>
                <a:gd name="csY73" fmla="*/ 80313 h 429471"/>
                <a:gd name="csX74" fmla="*/ 174324 w 321478"/>
                <a:gd name="csY74" fmla="*/ 89973 h 429471"/>
                <a:gd name="csX75" fmla="*/ 184004 w 321478"/>
                <a:gd name="csY75" fmla="*/ 107383 h 429471"/>
                <a:gd name="csX76" fmla="*/ 190190 w 321478"/>
                <a:gd name="csY76" fmla="*/ 148735 h 429471"/>
                <a:gd name="csX77" fmla="*/ 191494 w 321478"/>
                <a:gd name="csY77" fmla="*/ 177131 h 429471"/>
                <a:gd name="csX78" fmla="*/ 195355 w 321478"/>
                <a:gd name="csY78" fmla="*/ 191824 h 429471"/>
                <a:gd name="csX79" fmla="*/ 205385 w 321478"/>
                <a:gd name="csY79" fmla="*/ 204731 h 429471"/>
                <a:gd name="csX80" fmla="*/ 224780 w 321478"/>
                <a:gd name="csY80" fmla="*/ 233927 h 429471"/>
                <a:gd name="csX81" fmla="*/ 251313 w 321478"/>
                <a:gd name="csY81" fmla="*/ 251602 h 429471"/>
                <a:gd name="csX82" fmla="*/ 265826 w 321478"/>
                <a:gd name="csY82" fmla="*/ 256119 h 429471"/>
                <a:gd name="csX83" fmla="*/ 280190 w 321478"/>
                <a:gd name="csY83" fmla="*/ 283901 h 429471"/>
                <a:gd name="csX84" fmla="*/ 287275 w 321478"/>
                <a:gd name="csY84" fmla="*/ 317016 h 429471"/>
                <a:gd name="csX85" fmla="*/ 290907 w 321478"/>
                <a:gd name="csY85" fmla="*/ 329217 h 429471"/>
                <a:gd name="csX86" fmla="*/ 293537 w 321478"/>
                <a:gd name="csY86" fmla="*/ 337861 h 429471"/>
                <a:gd name="csX87" fmla="*/ 302616 w 321478"/>
                <a:gd name="csY87" fmla="*/ 352211 h 429471"/>
                <a:gd name="csX88" fmla="*/ 314264 w 321478"/>
                <a:gd name="csY88" fmla="*/ 364936 h 429471"/>
                <a:gd name="csX89" fmla="*/ 319645 w 321478"/>
                <a:gd name="csY89" fmla="*/ 375951 h 429471"/>
                <a:gd name="csX90" fmla="*/ 316721 w 321478"/>
                <a:gd name="csY90" fmla="*/ 384238 h 429471"/>
                <a:gd name="csX91" fmla="*/ 312540 w 321478"/>
                <a:gd name="csY91" fmla="*/ 395571 h 429471"/>
                <a:gd name="csX92" fmla="*/ 312871 w 321478"/>
                <a:gd name="csY92" fmla="*/ 424954 h 429471"/>
                <a:gd name="csX93" fmla="*/ 306671 w 321478"/>
                <a:gd name="csY93" fmla="*/ 429472 h 429471"/>
                <a:gd name="csX94" fmla="*/ 298651 w 321478"/>
                <a:gd name="csY94" fmla="*/ 424657 h 4294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321478" h="429471">
                  <a:moveTo>
                    <a:pt x="298651" y="424657"/>
                  </a:moveTo>
                  <a:cubicBezTo>
                    <a:pt x="298651" y="419121"/>
                    <a:pt x="289271" y="406239"/>
                    <a:pt x="285240" y="406239"/>
                  </a:cubicBezTo>
                  <a:cubicBezTo>
                    <a:pt x="283590" y="406239"/>
                    <a:pt x="283808" y="407778"/>
                    <a:pt x="285795" y="410173"/>
                  </a:cubicBezTo>
                  <a:cubicBezTo>
                    <a:pt x="287591" y="412337"/>
                    <a:pt x="288438" y="414730"/>
                    <a:pt x="287678" y="415491"/>
                  </a:cubicBezTo>
                  <a:cubicBezTo>
                    <a:pt x="285539" y="417629"/>
                    <a:pt x="270321" y="400495"/>
                    <a:pt x="268647" y="394065"/>
                  </a:cubicBezTo>
                  <a:cubicBezTo>
                    <a:pt x="267226" y="388605"/>
                    <a:pt x="249603" y="367767"/>
                    <a:pt x="249603" y="371546"/>
                  </a:cubicBezTo>
                  <a:cubicBezTo>
                    <a:pt x="249603" y="372545"/>
                    <a:pt x="252142" y="377564"/>
                    <a:pt x="255246" y="382701"/>
                  </a:cubicBezTo>
                  <a:lnTo>
                    <a:pt x="260888" y="392041"/>
                  </a:lnTo>
                  <a:lnTo>
                    <a:pt x="254982" y="386884"/>
                  </a:lnTo>
                  <a:cubicBezTo>
                    <a:pt x="251733" y="384048"/>
                    <a:pt x="247281" y="378240"/>
                    <a:pt x="245088" y="373977"/>
                  </a:cubicBezTo>
                  <a:cubicBezTo>
                    <a:pt x="242896" y="369714"/>
                    <a:pt x="234883" y="359128"/>
                    <a:pt x="227283" y="350451"/>
                  </a:cubicBezTo>
                  <a:cubicBezTo>
                    <a:pt x="219682" y="341775"/>
                    <a:pt x="213463" y="333142"/>
                    <a:pt x="213463" y="331266"/>
                  </a:cubicBezTo>
                  <a:cubicBezTo>
                    <a:pt x="213463" y="326133"/>
                    <a:pt x="194515" y="295333"/>
                    <a:pt x="191325" y="295282"/>
                  </a:cubicBezTo>
                  <a:cubicBezTo>
                    <a:pt x="189798" y="295257"/>
                    <a:pt x="185760" y="292268"/>
                    <a:pt x="182351" y="288640"/>
                  </a:cubicBezTo>
                  <a:cubicBezTo>
                    <a:pt x="177259" y="283219"/>
                    <a:pt x="177019" y="282375"/>
                    <a:pt x="181003" y="283904"/>
                  </a:cubicBezTo>
                  <a:cubicBezTo>
                    <a:pt x="185315" y="285558"/>
                    <a:pt x="185200" y="284882"/>
                    <a:pt x="179966" y="277802"/>
                  </a:cubicBezTo>
                  <a:cubicBezTo>
                    <a:pt x="176728" y="273422"/>
                    <a:pt x="172671" y="270378"/>
                    <a:pt x="170951" y="271038"/>
                  </a:cubicBezTo>
                  <a:cubicBezTo>
                    <a:pt x="169231" y="271698"/>
                    <a:pt x="166334" y="270443"/>
                    <a:pt x="164513" y="268249"/>
                  </a:cubicBezTo>
                  <a:cubicBezTo>
                    <a:pt x="162692" y="266054"/>
                    <a:pt x="159105" y="264259"/>
                    <a:pt x="156542" y="264259"/>
                  </a:cubicBezTo>
                  <a:cubicBezTo>
                    <a:pt x="153980" y="264259"/>
                    <a:pt x="149500" y="261065"/>
                    <a:pt x="146588" y="257160"/>
                  </a:cubicBezTo>
                  <a:cubicBezTo>
                    <a:pt x="143676" y="253256"/>
                    <a:pt x="138716" y="247482"/>
                    <a:pt x="135566" y="244331"/>
                  </a:cubicBezTo>
                  <a:cubicBezTo>
                    <a:pt x="127839" y="236597"/>
                    <a:pt x="131401" y="233886"/>
                    <a:pt x="140198" y="240806"/>
                  </a:cubicBezTo>
                  <a:cubicBezTo>
                    <a:pt x="145135" y="244689"/>
                    <a:pt x="148042" y="245525"/>
                    <a:pt x="149956" y="243611"/>
                  </a:cubicBezTo>
                  <a:cubicBezTo>
                    <a:pt x="154558" y="239009"/>
                    <a:pt x="147985" y="231874"/>
                    <a:pt x="139967" y="232769"/>
                  </a:cubicBezTo>
                  <a:cubicBezTo>
                    <a:pt x="136133" y="233196"/>
                    <a:pt x="131500" y="232305"/>
                    <a:pt x="129672" y="230788"/>
                  </a:cubicBezTo>
                  <a:cubicBezTo>
                    <a:pt x="127844" y="229271"/>
                    <a:pt x="124675" y="228672"/>
                    <a:pt x="122631" y="229456"/>
                  </a:cubicBezTo>
                  <a:cubicBezTo>
                    <a:pt x="120587" y="230241"/>
                    <a:pt x="116736" y="228476"/>
                    <a:pt x="114075" y="225535"/>
                  </a:cubicBezTo>
                  <a:cubicBezTo>
                    <a:pt x="109769" y="220777"/>
                    <a:pt x="109602" y="219173"/>
                    <a:pt x="112561" y="210989"/>
                  </a:cubicBezTo>
                  <a:cubicBezTo>
                    <a:pt x="114982" y="204297"/>
                    <a:pt x="115114" y="201018"/>
                    <a:pt x="113046" y="198950"/>
                  </a:cubicBezTo>
                  <a:cubicBezTo>
                    <a:pt x="110979" y="196883"/>
                    <a:pt x="110205" y="198007"/>
                    <a:pt x="110205" y="203079"/>
                  </a:cubicBezTo>
                  <a:cubicBezTo>
                    <a:pt x="110205" y="206912"/>
                    <a:pt x="109043" y="210049"/>
                    <a:pt x="107624" y="210049"/>
                  </a:cubicBezTo>
                  <a:cubicBezTo>
                    <a:pt x="106204" y="210049"/>
                    <a:pt x="105042" y="208223"/>
                    <a:pt x="105042" y="205992"/>
                  </a:cubicBezTo>
                  <a:cubicBezTo>
                    <a:pt x="105042" y="203761"/>
                    <a:pt x="103289" y="200182"/>
                    <a:pt x="101146" y="198040"/>
                  </a:cubicBezTo>
                  <a:cubicBezTo>
                    <a:pt x="95668" y="192562"/>
                    <a:pt x="98756" y="189098"/>
                    <a:pt x="106495" y="192040"/>
                  </a:cubicBezTo>
                  <a:cubicBezTo>
                    <a:pt x="112388" y="194281"/>
                    <a:pt x="112698" y="194056"/>
                    <a:pt x="110185" y="189360"/>
                  </a:cubicBezTo>
                  <a:cubicBezTo>
                    <a:pt x="108676" y="186541"/>
                    <a:pt x="106530" y="184234"/>
                    <a:pt x="105416" y="184234"/>
                  </a:cubicBezTo>
                  <a:cubicBezTo>
                    <a:pt x="104302" y="184234"/>
                    <a:pt x="99527" y="180785"/>
                    <a:pt x="94806" y="176570"/>
                  </a:cubicBezTo>
                  <a:cubicBezTo>
                    <a:pt x="90084" y="172354"/>
                    <a:pt x="85321" y="169461"/>
                    <a:pt x="84222" y="170141"/>
                  </a:cubicBezTo>
                  <a:cubicBezTo>
                    <a:pt x="83122" y="170820"/>
                    <a:pt x="80052" y="168617"/>
                    <a:pt x="77400" y="165246"/>
                  </a:cubicBezTo>
                  <a:cubicBezTo>
                    <a:pt x="74748" y="161874"/>
                    <a:pt x="69991" y="158294"/>
                    <a:pt x="66830" y="157291"/>
                  </a:cubicBezTo>
                  <a:cubicBezTo>
                    <a:pt x="63669" y="156287"/>
                    <a:pt x="61640" y="154564"/>
                    <a:pt x="62321" y="153462"/>
                  </a:cubicBezTo>
                  <a:cubicBezTo>
                    <a:pt x="63003" y="152359"/>
                    <a:pt x="61277" y="149007"/>
                    <a:pt x="58487" y="146011"/>
                  </a:cubicBezTo>
                  <a:cubicBezTo>
                    <a:pt x="55696" y="143016"/>
                    <a:pt x="53413" y="138774"/>
                    <a:pt x="53413" y="136585"/>
                  </a:cubicBezTo>
                  <a:cubicBezTo>
                    <a:pt x="53413" y="131375"/>
                    <a:pt x="48531" y="131452"/>
                    <a:pt x="46519" y="136694"/>
                  </a:cubicBezTo>
                  <a:cubicBezTo>
                    <a:pt x="45256" y="139986"/>
                    <a:pt x="44525" y="140111"/>
                    <a:pt x="42767" y="137339"/>
                  </a:cubicBezTo>
                  <a:cubicBezTo>
                    <a:pt x="41090" y="134693"/>
                    <a:pt x="40576" y="134929"/>
                    <a:pt x="40545" y="138358"/>
                  </a:cubicBezTo>
                  <a:cubicBezTo>
                    <a:pt x="40512" y="142152"/>
                    <a:pt x="39561" y="142390"/>
                    <a:pt x="34194" y="139945"/>
                  </a:cubicBezTo>
                  <a:cubicBezTo>
                    <a:pt x="25899" y="136165"/>
                    <a:pt x="24011" y="130691"/>
                    <a:pt x="30312" y="128691"/>
                  </a:cubicBezTo>
                  <a:cubicBezTo>
                    <a:pt x="35660" y="126994"/>
                    <a:pt x="36881" y="123535"/>
                    <a:pt x="32982" y="121125"/>
                  </a:cubicBezTo>
                  <a:cubicBezTo>
                    <a:pt x="31683" y="120322"/>
                    <a:pt x="30139" y="121111"/>
                    <a:pt x="29550" y="122878"/>
                  </a:cubicBezTo>
                  <a:cubicBezTo>
                    <a:pt x="28702" y="125423"/>
                    <a:pt x="26957" y="125397"/>
                    <a:pt x="21151" y="122752"/>
                  </a:cubicBezTo>
                  <a:cubicBezTo>
                    <a:pt x="14600" y="119767"/>
                    <a:pt x="14176" y="119839"/>
                    <a:pt x="17154" y="123427"/>
                  </a:cubicBezTo>
                  <a:cubicBezTo>
                    <a:pt x="23195" y="130706"/>
                    <a:pt x="15185" y="127829"/>
                    <a:pt x="6342" y="119543"/>
                  </a:cubicBezTo>
                  <a:cubicBezTo>
                    <a:pt x="-1702" y="112007"/>
                    <a:pt x="-1792" y="111717"/>
                    <a:pt x="4365" y="113226"/>
                  </a:cubicBezTo>
                  <a:lnTo>
                    <a:pt x="10819" y="114808"/>
                  </a:lnTo>
                  <a:lnTo>
                    <a:pt x="4707" y="109494"/>
                  </a:lnTo>
                  <a:cubicBezTo>
                    <a:pt x="-312" y="105131"/>
                    <a:pt x="-833" y="103490"/>
                    <a:pt x="1796" y="100322"/>
                  </a:cubicBezTo>
                  <a:cubicBezTo>
                    <a:pt x="4323" y="97278"/>
                    <a:pt x="4332" y="95662"/>
                    <a:pt x="1838" y="92658"/>
                  </a:cubicBezTo>
                  <a:cubicBezTo>
                    <a:pt x="-700" y="89600"/>
                    <a:pt x="-229" y="86595"/>
                    <a:pt x="4233" y="77378"/>
                  </a:cubicBezTo>
                  <a:cubicBezTo>
                    <a:pt x="7287" y="71068"/>
                    <a:pt x="11639" y="64368"/>
                    <a:pt x="13902" y="62490"/>
                  </a:cubicBezTo>
                  <a:cubicBezTo>
                    <a:pt x="17532" y="59477"/>
                    <a:pt x="17802" y="59833"/>
                    <a:pt x="16192" y="65508"/>
                  </a:cubicBezTo>
                  <a:lnTo>
                    <a:pt x="14368" y="71941"/>
                  </a:lnTo>
                  <a:lnTo>
                    <a:pt x="19324" y="65780"/>
                  </a:lnTo>
                  <a:lnTo>
                    <a:pt x="24280" y="59619"/>
                  </a:lnTo>
                  <a:lnTo>
                    <a:pt x="25989" y="66426"/>
                  </a:lnTo>
                  <a:cubicBezTo>
                    <a:pt x="26928" y="70169"/>
                    <a:pt x="28755" y="73232"/>
                    <a:pt x="30049" y="73232"/>
                  </a:cubicBezTo>
                  <a:cubicBezTo>
                    <a:pt x="31420" y="73232"/>
                    <a:pt x="31500" y="70091"/>
                    <a:pt x="30241" y="65700"/>
                  </a:cubicBezTo>
                  <a:cubicBezTo>
                    <a:pt x="28162" y="58450"/>
                    <a:pt x="28788" y="57720"/>
                    <a:pt x="47033" y="46164"/>
                  </a:cubicBezTo>
                  <a:cubicBezTo>
                    <a:pt x="66934" y="33559"/>
                    <a:pt x="85466" y="15573"/>
                    <a:pt x="89508" y="4943"/>
                  </a:cubicBezTo>
                  <a:cubicBezTo>
                    <a:pt x="91833" y="-1172"/>
                    <a:pt x="92131" y="-1236"/>
                    <a:pt x="99998" y="2688"/>
                  </a:cubicBezTo>
                  <a:cubicBezTo>
                    <a:pt x="106503" y="5933"/>
                    <a:pt x="109396" y="6135"/>
                    <a:pt x="114706" y="3716"/>
                  </a:cubicBezTo>
                  <a:cubicBezTo>
                    <a:pt x="118341" y="2059"/>
                    <a:pt x="122122" y="1631"/>
                    <a:pt x="123108" y="2764"/>
                  </a:cubicBezTo>
                  <a:cubicBezTo>
                    <a:pt x="125561" y="5583"/>
                    <a:pt x="135461" y="45948"/>
                    <a:pt x="137332" y="60759"/>
                  </a:cubicBezTo>
                  <a:cubicBezTo>
                    <a:pt x="139199" y="75538"/>
                    <a:pt x="141734" y="77777"/>
                    <a:pt x="159468" y="80313"/>
                  </a:cubicBezTo>
                  <a:cubicBezTo>
                    <a:pt x="172513" y="82178"/>
                    <a:pt x="173509" y="82826"/>
                    <a:pt x="174324" y="89973"/>
                  </a:cubicBezTo>
                  <a:cubicBezTo>
                    <a:pt x="174804" y="94187"/>
                    <a:pt x="179160" y="102021"/>
                    <a:pt x="184004" y="107383"/>
                  </a:cubicBezTo>
                  <a:cubicBezTo>
                    <a:pt x="193664" y="118075"/>
                    <a:pt x="194152" y="121338"/>
                    <a:pt x="190190" y="148735"/>
                  </a:cubicBezTo>
                  <a:cubicBezTo>
                    <a:pt x="188197" y="162515"/>
                    <a:pt x="188470" y="168448"/>
                    <a:pt x="191494" y="177131"/>
                  </a:cubicBezTo>
                  <a:cubicBezTo>
                    <a:pt x="193597" y="183167"/>
                    <a:pt x="195335" y="189779"/>
                    <a:pt x="195355" y="191824"/>
                  </a:cubicBezTo>
                  <a:cubicBezTo>
                    <a:pt x="195376" y="193868"/>
                    <a:pt x="199889" y="199676"/>
                    <a:pt x="205385" y="204731"/>
                  </a:cubicBezTo>
                  <a:cubicBezTo>
                    <a:pt x="211344" y="210212"/>
                    <a:pt x="219172" y="221995"/>
                    <a:pt x="224780" y="233927"/>
                  </a:cubicBezTo>
                  <a:cubicBezTo>
                    <a:pt x="234706" y="255043"/>
                    <a:pt x="236093" y="255967"/>
                    <a:pt x="251313" y="251602"/>
                  </a:cubicBezTo>
                  <a:cubicBezTo>
                    <a:pt x="258379" y="249575"/>
                    <a:pt x="260277" y="250166"/>
                    <a:pt x="265826" y="256119"/>
                  </a:cubicBezTo>
                  <a:cubicBezTo>
                    <a:pt x="272628" y="263417"/>
                    <a:pt x="281243" y="280080"/>
                    <a:pt x="280190" y="283901"/>
                  </a:cubicBezTo>
                  <a:cubicBezTo>
                    <a:pt x="278841" y="288796"/>
                    <a:pt x="283826" y="312090"/>
                    <a:pt x="287275" y="317016"/>
                  </a:cubicBezTo>
                  <a:cubicBezTo>
                    <a:pt x="289273" y="319867"/>
                    <a:pt x="290907" y="325358"/>
                    <a:pt x="290907" y="329217"/>
                  </a:cubicBezTo>
                  <a:cubicBezTo>
                    <a:pt x="290907" y="333077"/>
                    <a:pt x="292090" y="336967"/>
                    <a:pt x="293537" y="337861"/>
                  </a:cubicBezTo>
                  <a:cubicBezTo>
                    <a:pt x="294984" y="338755"/>
                    <a:pt x="299069" y="345213"/>
                    <a:pt x="302616" y="352211"/>
                  </a:cubicBezTo>
                  <a:cubicBezTo>
                    <a:pt x="307126" y="361111"/>
                    <a:pt x="310627" y="364936"/>
                    <a:pt x="314264" y="364936"/>
                  </a:cubicBezTo>
                  <a:cubicBezTo>
                    <a:pt x="320436" y="364936"/>
                    <a:pt x="323792" y="371805"/>
                    <a:pt x="319645" y="375951"/>
                  </a:cubicBezTo>
                  <a:cubicBezTo>
                    <a:pt x="318037" y="377560"/>
                    <a:pt x="316721" y="381289"/>
                    <a:pt x="316721" y="384238"/>
                  </a:cubicBezTo>
                  <a:cubicBezTo>
                    <a:pt x="316721" y="387188"/>
                    <a:pt x="314840" y="392287"/>
                    <a:pt x="312540" y="395571"/>
                  </a:cubicBezTo>
                  <a:cubicBezTo>
                    <a:pt x="308425" y="401445"/>
                    <a:pt x="308570" y="414286"/>
                    <a:pt x="312871" y="424954"/>
                  </a:cubicBezTo>
                  <a:cubicBezTo>
                    <a:pt x="314372" y="428678"/>
                    <a:pt x="313283" y="429472"/>
                    <a:pt x="306671" y="429472"/>
                  </a:cubicBezTo>
                  <a:cubicBezTo>
                    <a:pt x="300565" y="429472"/>
                    <a:pt x="298651" y="428323"/>
                    <a:pt x="298651" y="424657"/>
                  </a:cubicBezTo>
                  <a:close/>
                </a:path>
              </a:pathLst>
            </a:custGeom>
            <a:solidFill>
              <a:srgbClr val="B9B9B9"/>
            </a:solidFill>
            <a:ln w="5163" cap="flat">
              <a:noFill/>
              <a:prstDash val="solid"/>
              <a:miter/>
            </a:ln>
          </p:spPr>
          <p:txBody>
            <a:bodyPr/>
            <a:lstStyle/>
            <a:p>
              <a:endParaRPr lang="es-419" noProof="0" dirty="0"/>
            </a:p>
          </p:txBody>
        </p:sp>
        <p:sp>
          <p:nvSpPr>
            <p:cNvPr id="59" name="Forma libre: forma 58">
              <a:extLst>
                <a:ext uri="{FF2B5EF4-FFF2-40B4-BE49-F238E27FC236}">
                  <a16:creationId xmlns:a16="http://schemas.microsoft.com/office/drawing/2014/main" id="{ACE836C5-65CC-FEFF-C61B-6C36C40E241B}"/>
                </a:ext>
              </a:extLst>
            </p:cNvPr>
            <p:cNvSpPr/>
            <p:nvPr/>
          </p:nvSpPr>
          <p:spPr>
            <a:xfrm>
              <a:off x="812163" y="1806340"/>
              <a:ext cx="15955" cy="30179"/>
            </a:xfrm>
            <a:custGeom>
              <a:avLst/>
              <a:gdLst>
                <a:gd name="csX0" fmla="*/ 12859 w 15955"/>
                <a:gd name="csY0" fmla="*/ 27128 h 30179"/>
                <a:gd name="csX1" fmla="*/ 45 w 15955"/>
                <a:gd name="csY1" fmla="*/ 70 h 30179"/>
                <a:gd name="csX2" fmla="*/ 15145 w 15955"/>
                <a:gd name="csY2" fmla="*/ 24519 h 30179"/>
                <a:gd name="csX3" fmla="*/ 12859 w 15955"/>
                <a:gd name="csY3" fmla="*/ 27128 h 30179"/>
              </a:gdLst>
              <a:ahLst/>
              <a:cxnLst>
                <a:cxn ang="0">
                  <a:pos x="csX0" y="csY0"/>
                </a:cxn>
                <a:cxn ang="0">
                  <a:pos x="csX1" y="csY1"/>
                </a:cxn>
                <a:cxn ang="0">
                  <a:pos x="csX2" y="csY2"/>
                </a:cxn>
                <a:cxn ang="0">
                  <a:pos x="csX3" y="csY3"/>
                </a:cxn>
              </a:cxnLst>
              <a:rect l="l" t="t" r="r" b="b"/>
              <a:pathLst>
                <a:path w="15955" h="30179">
                  <a:moveTo>
                    <a:pt x="12859" y="27128"/>
                  </a:moveTo>
                  <a:cubicBezTo>
                    <a:pt x="8119" y="19457"/>
                    <a:pt x="-707" y="822"/>
                    <a:pt x="45" y="70"/>
                  </a:cubicBezTo>
                  <a:cubicBezTo>
                    <a:pt x="1430" y="-1315"/>
                    <a:pt x="13563" y="18330"/>
                    <a:pt x="15145" y="24519"/>
                  </a:cubicBezTo>
                  <a:cubicBezTo>
                    <a:pt x="16793" y="30962"/>
                    <a:pt x="15876" y="32008"/>
                    <a:pt x="12859" y="27128"/>
                  </a:cubicBezTo>
                  <a:close/>
                </a:path>
              </a:pathLst>
            </a:custGeom>
            <a:solidFill>
              <a:srgbClr val="B9B9B9"/>
            </a:solidFill>
            <a:ln w="5163" cap="flat">
              <a:noFill/>
              <a:prstDash val="solid"/>
              <a:miter/>
            </a:ln>
          </p:spPr>
          <p:txBody>
            <a:bodyPr/>
            <a:lstStyle/>
            <a:p>
              <a:endParaRPr lang="es-419" noProof="0" dirty="0"/>
            </a:p>
          </p:txBody>
        </p:sp>
      </p:grpSp>
      <p:sp>
        <p:nvSpPr>
          <p:cNvPr id="60" name="Forma libre: forma 59">
            <a:extLst>
              <a:ext uri="{FF2B5EF4-FFF2-40B4-BE49-F238E27FC236}">
                <a16:creationId xmlns:a16="http://schemas.microsoft.com/office/drawing/2014/main" id="{FCDE65B8-254D-FC09-6D32-CAEF208B5DCF}"/>
              </a:ext>
            </a:extLst>
          </p:cNvPr>
          <p:cNvSpPr/>
          <p:nvPr/>
        </p:nvSpPr>
        <p:spPr>
          <a:xfrm>
            <a:off x="781520" y="1178397"/>
            <a:ext cx="460893" cy="570101"/>
          </a:xfrm>
          <a:custGeom>
            <a:avLst/>
            <a:gdLst>
              <a:gd name="csX0" fmla="*/ 151660 w 460893"/>
              <a:gd name="csY0" fmla="*/ 568610 h 570101"/>
              <a:gd name="csX1" fmla="*/ 140689 w 460893"/>
              <a:gd name="csY1" fmla="*/ 563178 h 570101"/>
              <a:gd name="csX2" fmla="*/ 131877 w 460893"/>
              <a:gd name="csY2" fmla="*/ 549661 h 570101"/>
              <a:gd name="csX3" fmla="*/ 122196 w 460893"/>
              <a:gd name="csY3" fmla="*/ 532968 h 570101"/>
              <a:gd name="csX4" fmla="*/ 107130 w 460893"/>
              <a:gd name="csY4" fmla="*/ 523131 h 570101"/>
              <a:gd name="csX5" fmla="*/ 89869 w 460893"/>
              <a:gd name="csY5" fmla="*/ 518421 h 570101"/>
              <a:gd name="csX6" fmla="*/ 85076 w 460893"/>
              <a:gd name="csY6" fmla="*/ 501266 h 570101"/>
              <a:gd name="csX7" fmla="*/ 77677 w 460893"/>
              <a:gd name="csY7" fmla="*/ 465952 h 570101"/>
              <a:gd name="csX8" fmla="*/ 72006 w 460893"/>
              <a:gd name="csY8" fmla="*/ 445300 h 570101"/>
              <a:gd name="csX9" fmla="*/ 58957 w 460893"/>
              <a:gd name="csY9" fmla="*/ 446095 h 570101"/>
              <a:gd name="csX10" fmla="*/ 35144 w 460893"/>
              <a:gd name="csY10" fmla="*/ 436548 h 570101"/>
              <a:gd name="csX11" fmla="*/ 24381 w 460893"/>
              <a:gd name="csY11" fmla="*/ 426207 h 570101"/>
              <a:gd name="csX12" fmla="*/ 26114 w 460893"/>
              <a:gd name="csY12" fmla="*/ 405421 h 570101"/>
              <a:gd name="csX13" fmla="*/ 25165 w 460893"/>
              <a:gd name="csY13" fmla="*/ 384636 h 570101"/>
              <a:gd name="csX14" fmla="*/ 17520 w 460893"/>
              <a:gd name="csY14" fmla="*/ 374956 h 570101"/>
              <a:gd name="csX15" fmla="*/ 6475 w 460893"/>
              <a:gd name="csY15" fmla="*/ 353942 h 570101"/>
              <a:gd name="csX16" fmla="*/ 196 w 460893"/>
              <a:gd name="csY16" fmla="*/ 332000 h 570101"/>
              <a:gd name="csX17" fmla="*/ 0 w 460893"/>
              <a:gd name="csY17" fmla="*/ 321391 h 570101"/>
              <a:gd name="csX18" fmla="*/ 20006 w 460893"/>
              <a:gd name="csY18" fmla="*/ 322209 h 570101"/>
              <a:gd name="csX19" fmla="*/ 37306 w 460893"/>
              <a:gd name="csY19" fmla="*/ 304003 h 570101"/>
              <a:gd name="csX20" fmla="*/ 36933 w 460893"/>
              <a:gd name="csY20" fmla="*/ 289805 h 570101"/>
              <a:gd name="csX21" fmla="*/ 37690 w 460893"/>
              <a:gd name="csY21" fmla="*/ 253719 h 570101"/>
              <a:gd name="csX22" fmla="*/ 41303 w 460893"/>
              <a:gd name="csY22" fmla="*/ 221451 h 570101"/>
              <a:gd name="csX23" fmla="*/ 48412 w 460893"/>
              <a:gd name="csY23" fmla="*/ 202644 h 570101"/>
              <a:gd name="csX24" fmla="*/ 48257 w 460893"/>
              <a:gd name="csY24" fmla="*/ 124622 h 570101"/>
              <a:gd name="csX25" fmla="*/ 40464 w 460893"/>
              <a:gd name="csY25" fmla="*/ 83859 h 570101"/>
              <a:gd name="csX26" fmla="*/ 52830 w 460893"/>
              <a:gd name="csY26" fmla="*/ 45160 h 570101"/>
              <a:gd name="csX27" fmla="*/ 63246 w 460893"/>
              <a:gd name="csY27" fmla="*/ 46920 h 570101"/>
              <a:gd name="csX28" fmla="*/ 63246 w 460893"/>
              <a:gd name="csY28" fmla="*/ 23460 h 570101"/>
              <a:gd name="csX29" fmla="*/ 66672 w 460893"/>
              <a:gd name="csY29" fmla="*/ 0 h 570101"/>
              <a:gd name="csX30" fmla="*/ 126691 w 460893"/>
              <a:gd name="csY30" fmla="*/ 3798 h 570101"/>
              <a:gd name="csX31" fmla="*/ 203405 w 460893"/>
              <a:gd name="csY31" fmla="*/ 8311 h 570101"/>
              <a:gd name="csX32" fmla="*/ 223527 w 460893"/>
              <a:gd name="csY32" fmla="*/ 9026 h 570101"/>
              <a:gd name="csX33" fmla="*/ 229665 w 460893"/>
              <a:gd name="csY33" fmla="*/ 21938 h 570101"/>
              <a:gd name="csX34" fmla="*/ 254984 w 460893"/>
              <a:gd name="csY34" fmla="*/ 54210 h 570101"/>
              <a:gd name="csX35" fmla="*/ 267180 w 460893"/>
              <a:gd name="csY35" fmla="*/ 65624 h 570101"/>
              <a:gd name="csX36" fmla="*/ 283960 w 460893"/>
              <a:gd name="csY36" fmla="*/ 83994 h 570101"/>
              <a:gd name="csX37" fmla="*/ 300739 w 460893"/>
              <a:gd name="csY37" fmla="*/ 103278 h 570101"/>
              <a:gd name="csX38" fmla="*/ 307688 w 460893"/>
              <a:gd name="csY38" fmla="*/ 107024 h 570101"/>
              <a:gd name="csX39" fmla="*/ 338320 w 460893"/>
              <a:gd name="csY39" fmla="*/ 140082 h 570101"/>
              <a:gd name="csX40" fmla="*/ 345307 w 460893"/>
              <a:gd name="csY40" fmla="*/ 156757 h 570101"/>
              <a:gd name="csX41" fmla="*/ 350264 w 460893"/>
              <a:gd name="csY41" fmla="*/ 174757 h 570101"/>
              <a:gd name="csX42" fmla="*/ 353728 w 460893"/>
              <a:gd name="csY42" fmla="*/ 192882 h 570101"/>
              <a:gd name="csX43" fmla="*/ 357557 w 460893"/>
              <a:gd name="csY43" fmla="*/ 206186 h 570101"/>
              <a:gd name="csX44" fmla="*/ 373046 w 460893"/>
              <a:gd name="csY44" fmla="*/ 221653 h 570101"/>
              <a:gd name="csX45" fmla="*/ 388508 w 460893"/>
              <a:gd name="csY45" fmla="*/ 235073 h 570101"/>
              <a:gd name="csX46" fmla="*/ 408536 w 460893"/>
              <a:gd name="csY46" fmla="*/ 251563 h 570101"/>
              <a:gd name="csX47" fmla="*/ 419486 w 460893"/>
              <a:gd name="csY47" fmla="*/ 258145 h 570101"/>
              <a:gd name="csX48" fmla="*/ 429612 w 460893"/>
              <a:gd name="csY48" fmla="*/ 264555 h 570101"/>
              <a:gd name="csX49" fmla="*/ 440498 w 460893"/>
              <a:gd name="csY49" fmla="*/ 270196 h 570101"/>
              <a:gd name="csX50" fmla="*/ 458638 w 460893"/>
              <a:gd name="csY50" fmla="*/ 279871 h 570101"/>
              <a:gd name="csX51" fmla="*/ 433706 w 460893"/>
              <a:gd name="csY51" fmla="*/ 328123 h 570101"/>
              <a:gd name="csX52" fmla="*/ 401785 w 460893"/>
              <a:gd name="csY52" fmla="*/ 376892 h 570101"/>
              <a:gd name="csX53" fmla="*/ 408173 w 460893"/>
              <a:gd name="csY53" fmla="*/ 427230 h 570101"/>
              <a:gd name="csX54" fmla="*/ 407224 w 460893"/>
              <a:gd name="csY54" fmla="*/ 481463 h 570101"/>
              <a:gd name="csX55" fmla="*/ 357001 w 460893"/>
              <a:gd name="csY55" fmla="*/ 500599 h 570101"/>
              <a:gd name="csX56" fmla="*/ 339993 w 460893"/>
              <a:gd name="csY56" fmla="*/ 507393 h 570101"/>
              <a:gd name="csX57" fmla="*/ 315871 w 460893"/>
              <a:gd name="csY57" fmla="*/ 500146 h 570101"/>
              <a:gd name="csX58" fmla="*/ 305685 w 460893"/>
              <a:gd name="csY58" fmla="*/ 499249 h 570101"/>
              <a:gd name="csX59" fmla="*/ 291896 w 460893"/>
              <a:gd name="csY59" fmla="*/ 499687 h 570101"/>
              <a:gd name="csX60" fmla="*/ 270870 w 460893"/>
              <a:gd name="csY60" fmla="*/ 491757 h 570101"/>
              <a:gd name="csX61" fmla="*/ 256706 w 460893"/>
              <a:gd name="csY61" fmla="*/ 481408 h 570101"/>
              <a:gd name="csX62" fmla="*/ 242051 w 460893"/>
              <a:gd name="csY62" fmla="*/ 472207 h 570101"/>
              <a:gd name="csX63" fmla="*/ 227525 w 460893"/>
              <a:gd name="csY63" fmla="*/ 468533 h 570101"/>
              <a:gd name="csX64" fmla="*/ 222731 w 460893"/>
              <a:gd name="csY64" fmla="*/ 472486 h 570101"/>
              <a:gd name="csX65" fmla="*/ 210984 w 460893"/>
              <a:gd name="csY65" fmla="*/ 493362 h 570101"/>
              <a:gd name="csX66" fmla="*/ 200162 w 460893"/>
              <a:gd name="csY66" fmla="*/ 504374 h 570101"/>
              <a:gd name="csX67" fmla="*/ 192160 w 460893"/>
              <a:gd name="csY67" fmla="*/ 516880 h 570101"/>
              <a:gd name="csX68" fmla="*/ 189436 w 460893"/>
              <a:gd name="csY68" fmla="*/ 530760 h 570101"/>
              <a:gd name="csX69" fmla="*/ 184534 w 460893"/>
              <a:gd name="csY69" fmla="*/ 547022 h 570101"/>
              <a:gd name="csX70" fmla="*/ 182598 w 460893"/>
              <a:gd name="csY70" fmla="*/ 561518 h 570101"/>
              <a:gd name="csX71" fmla="*/ 164446 w 460893"/>
              <a:gd name="csY71" fmla="*/ 570049 h 570101"/>
              <a:gd name="csX72" fmla="*/ 151660 w 460893"/>
              <a:gd name="csY72" fmla="*/ 568610 h 5701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Lst>
            <a:rect l="l" t="t" r="r" b="b"/>
            <a:pathLst>
              <a:path w="460893" h="570101">
                <a:moveTo>
                  <a:pt x="151660" y="568610"/>
                </a:moveTo>
                <a:cubicBezTo>
                  <a:pt x="143384" y="567865"/>
                  <a:pt x="140689" y="566530"/>
                  <a:pt x="140689" y="563178"/>
                </a:cubicBezTo>
                <a:cubicBezTo>
                  <a:pt x="140689" y="560733"/>
                  <a:pt x="136724" y="554651"/>
                  <a:pt x="131877" y="549661"/>
                </a:cubicBezTo>
                <a:cubicBezTo>
                  <a:pt x="126875" y="544511"/>
                  <a:pt x="122689" y="537293"/>
                  <a:pt x="122196" y="532968"/>
                </a:cubicBezTo>
                <a:cubicBezTo>
                  <a:pt x="121389" y="525881"/>
                  <a:pt x="120335" y="525192"/>
                  <a:pt x="107130" y="523131"/>
                </a:cubicBezTo>
                <a:cubicBezTo>
                  <a:pt x="99321" y="521912"/>
                  <a:pt x="91554" y="519792"/>
                  <a:pt x="89869" y="518421"/>
                </a:cubicBezTo>
                <a:cubicBezTo>
                  <a:pt x="88184" y="517050"/>
                  <a:pt x="86027" y="509330"/>
                  <a:pt x="85076" y="501266"/>
                </a:cubicBezTo>
                <a:cubicBezTo>
                  <a:pt x="84126" y="493202"/>
                  <a:pt x="80796" y="477310"/>
                  <a:pt x="77677" y="465952"/>
                </a:cubicBezTo>
                <a:lnTo>
                  <a:pt x="72006" y="445300"/>
                </a:lnTo>
                <a:lnTo>
                  <a:pt x="58957" y="446095"/>
                </a:lnTo>
                <a:cubicBezTo>
                  <a:pt x="46778" y="446836"/>
                  <a:pt x="45189" y="446199"/>
                  <a:pt x="35144" y="436548"/>
                </a:cubicBezTo>
                <a:lnTo>
                  <a:pt x="24381" y="426207"/>
                </a:lnTo>
                <a:lnTo>
                  <a:pt x="26114" y="405421"/>
                </a:lnTo>
                <a:cubicBezTo>
                  <a:pt x="27263" y="391650"/>
                  <a:pt x="26942" y="384636"/>
                  <a:pt x="25165" y="384636"/>
                </a:cubicBezTo>
                <a:cubicBezTo>
                  <a:pt x="23689" y="384636"/>
                  <a:pt x="20249" y="380280"/>
                  <a:pt x="17520" y="374956"/>
                </a:cubicBezTo>
                <a:cubicBezTo>
                  <a:pt x="14791" y="369631"/>
                  <a:pt x="9821" y="360175"/>
                  <a:pt x="6475" y="353942"/>
                </a:cubicBezTo>
                <a:cubicBezTo>
                  <a:pt x="3106" y="347664"/>
                  <a:pt x="305" y="337877"/>
                  <a:pt x="196" y="332000"/>
                </a:cubicBezTo>
                <a:lnTo>
                  <a:pt x="0" y="321391"/>
                </a:lnTo>
                <a:lnTo>
                  <a:pt x="20006" y="322209"/>
                </a:lnTo>
                <a:cubicBezTo>
                  <a:pt x="42391" y="323125"/>
                  <a:pt x="42565" y="322942"/>
                  <a:pt x="37306" y="304003"/>
                </a:cubicBezTo>
                <a:cubicBezTo>
                  <a:pt x="35685" y="298169"/>
                  <a:pt x="35538" y="292562"/>
                  <a:pt x="36933" y="289805"/>
                </a:cubicBezTo>
                <a:cubicBezTo>
                  <a:pt x="38201" y="287300"/>
                  <a:pt x="38542" y="271061"/>
                  <a:pt x="37690" y="253719"/>
                </a:cubicBezTo>
                <a:cubicBezTo>
                  <a:pt x="36207" y="223555"/>
                  <a:pt x="36364" y="222156"/>
                  <a:pt x="41303" y="221451"/>
                </a:cubicBezTo>
                <a:cubicBezTo>
                  <a:pt x="45680" y="220826"/>
                  <a:pt x="46762" y="217964"/>
                  <a:pt x="48412" y="202644"/>
                </a:cubicBezTo>
                <a:cubicBezTo>
                  <a:pt x="51806" y="171127"/>
                  <a:pt x="51726" y="130863"/>
                  <a:pt x="48257" y="124622"/>
                </a:cubicBezTo>
                <a:cubicBezTo>
                  <a:pt x="46501" y="121464"/>
                  <a:pt x="42994" y="103121"/>
                  <a:pt x="40464" y="83859"/>
                </a:cubicBezTo>
                <a:cubicBezTo>
                  <a:pt x="35209" y="43860"/>
                  <a:pt x="35717" y="42269"/>
                  <a:pt x="52830" y="45160"/>
                </a:cubicBezTo>
                <a:lnTo>
                  <a:pt x="63246" y="46920"/>
                </a:lnTo>
                <a:lnTo>
                  <a:pt x="63246" y="23460"/>
                </a:lnTo>
                <a:cubicBezTo>
                  <a:pt x="63246" y="5683"/>
                  <a:pt x="64076" y="0"/>
                  <a:pt x="66672" y="0"/>
                </a:cubicBezTo>
                <a:cubicBezTo>
                  <a:pt x="68557" y="0"/>
                  <a:pt x="95565" y="1709"/>
                  <a:pt x="126691" y="3798"/>
                </a:cubicBezTo>
                <a:cubicBezTo>
                  <a:pt x="157817" y="5887"/>
                  <a:pt x="192338" y="7917"/>
                  <a:pt x="203405" y="8311"/>
                </a:cubicBezTo>
                <a:lnTo>
                  <a:pt x="223527" y="9026"/>
                </a:lnTo>
                <a:lnTo>
                  <a:pt x="229665" y="21938"/>
                </a:lnTo>
                <a:cubicBezTo>
                  <a:pt x="235583" y="34389"/>
                  <a:pt x="251134" y="54210"/>
                  <a:pt x="254984" y="54210"/>
                </a:cubicBezTo>
                <a:cubicBezTo>
                  <a:pt x="256963" y="54210"/>
                  <a:pt x="267180" y="63772"/>
                  <a:pt x="267180" y="65624"/>
                </a:cubicBezTo>
                <a:cubicBezTo>
                  <a:pt x="267180" y="66222"/>
                  <a:pt x="274731" y="74489"/>
                  <a:pt x="283960" y="83994"/>
                </a:cubicBezTo>
                <a:cubicBezTo>
                  <a:pt x="293188" y="93499"/>
                  <a:pt x="300739" y="102177"/>
                  <a:pt x="300739" y="103278"/>
                </a:cubicBezTo>
                <a:cubicBezTo>
                  <a:pt x="300739" y="104379"/>
                  <a:pt x="303866" y="106065"/>
                  <a:pt x="307688" y="107024"/>
                </a:cubicBezTo>
                <a:cubicBezTo>
                  <a:pt x="316754" y="109299"/>
                  <a:pt x="336159" y="130241"/>
                  <a:pt x="338320" y="140082"/>
                </a:cubicBezTo>
                <a:cubicBezTo>
                  <a:pt x="339250" y="144316"/>
                  <a:pt x="342394" y="151820"/>
                  <a:pt x="345307" y="156757"/>
                </a:cubicBezTo>
                <a:cubicBezTo>
                  <a:pt x="348253" y="161749"/>
                  <a:pt x="350453" y="169738"/>
                  <a:pt x="350264" y="174757"/>
                </a:cubicBezTo>
                <a:cubicBezTo>
                  <a:pt x="350078" y="179720"/>
                  <a:pt x="351636" y="187876"/>
                  <a:pt x="353728" y="192882"/>
                </a:cubicBezTo>
                <a:cubicBezTo>
                  <a:pt x="355820" y="197888"/>
                  <a:pt x="357543" y="203875"/>
                  <a:pt x="357557" y="206186"/>
                </a:cubicBezTo>
                <a:cubicBezTo>
                  <a:pt x="357572" y="208497"/>
                  <a:pt x="364542" y="215457"/>
                  <a:pt x="373046" y="221653"/>
                </a:cubicBezTo>
                <a:cubicBezTo>
                  <a:pt x="381550" y="227849"/>
                  <a:pt x="388508" y="233888"/>
                  <a:pt x="388508" y="235073"/>
                </a:cubicBezTo>
                <a:cubicBezTo>
                  <a:pt x="388508" y="239850"/>
                  <a:pt x="400638" y="249837"/>
                  <a:pt x="408536" y="251563"/>
                </a:cubicBezTo>
                <a:cubicBezTo>
                  <a:pt x="413162" y="252574"/>
                  <a:pt x="418090" y="255536"/>
                  <a:pt x="419486" y="258145"/>
                </a:cubicBezTo>
                <a:cubicBezTo>
                  <a:pt x="420882" y="260754"/>
                  <a:pt x="425439" y="263638"/>
                  <a:pt x="429612" y="264555"/>
                </a:cubicBezTo>
                <a:cubicBezTo>
                  <a:pt x="433785" y="265471"/>
                  <a:pt x="438684" y="268010"/>
                  <a:pt x="440498" y="270196"/>
                </a:cubicBezTo>
                <a:cubicBezTo>
                  <a:pt x="443409" y="273704"/>
                  <a:pt x="453843" y="279268"/>
                  <a:pt x="458638" y="279871"/>
                </a:cubicBezTo>
                <a:cubicBezTo>
                  <a:pt x="464237" y="280575"/>
                  <a:pt x="460647" y="287523"/>
                  <a:pt x="433706" y="328123"/>
                </a:cubicBezTo>
                <a:cubicBezTo>
                  <a:pt x="417320" y="352816"/>
                  <a:pt x="402956" y="374762"/>
                  <a:pt x="401785" y="376892"/>
                </a:cubicBezTo>
                <a:cubicBezTo>
                  <a:pt x="400523" y="379188"/>
                  <a:pt x="403122" y="399673"/>
                  <a:pt x="408173" y="427230"/>
                </a:cubicBezTo>
                <a:cubicBezTo>
                  <a:pt x="419157" y="487163"/>
                  <a:pt x="419215" y="483871"/>
                  <a:pt x="407224" y="481463"/>
                </a:cubicBezTo>
                <a:cubicBezTo>
                  <a:pt x="377101" y="475416"/>
                  <a:pt x="375238" y="476126"/>
                  <a:pt x="357001" y="500599"/>
                </a:cubicBezTo>
                <a:cubicBezTo>
                  <a:pt x="346599" y="514558"/>
                  <a:pt x="343773" y="515687"/>
                  <a:pt x="339993" y="507393"/>
                </a:cubicBezTo>
                <a:cubicBezTo>
                  <a:pt x="336462" y="499643"/>
                  <a:pt x="325739" y="496421"/>
                  <a:pt x="315871" y="500146"/>
                </a:cubicBezTo>
                <a:cubicBezTo>
                  <a:pt x="310307" y="502246"/>
                  <a:pt x="308004" y="502043"/>
                  <a:pt x="305685" y="499249"/>
                </a:cubicBezTo>
                <a:cubicBezTo>
                  <a:pt x="301762" y="494522"/>
                  <a:pt x="296907" y="494676"/>
                  <a:pt x="291896" y="499687"/>
                </a:cubicBezTo>
                <a:cubicBezTo>
                  <a:pt x="286395" y="505188"/>
                  <a:pt x="278982" y="502392"/>
                  <a:pt x="270870" y="491757"/>
                </a:cubicBezTo>
                <a:cubicBezTo>
                  <a:pt x="267159" y="486892"/>
                  <a:pt x="260921" y="482334"/>
                  <a:pt x="256706" y="481408"/>
                </a:cubicBezTo>
                <a:cubicBezTo>
                  <a:pt x="252563" y="480498"/>
                  <a:pt x="245969" y="476358"/>
                  <a:pt x="242051" y="472207"/>
                </a:cubicBezTo>
                <a:cubicBezTo>
                  <a:pt x="234140" y="463825"/>
                  <a:pt x="229757" y="462717"/>
                  <a:pt x="227525" y="468533"/>
                </a:cubicBezTo>
                <a:cubicBezTo>
                  <a:pt x="226708" y="470663"/>
                  <a:pt x="224550" y="472442"/>
                  <a:pt x="222731" y="472486"/>
                </a:cubicBezTo>
                <a:cubicBezTo>
                  <a:pt x="216831" y="472631"/>
                  <a:pt x="209780" y="485162"/>
                  <a:pt x="210984" y="493362"/>
                </a:cubicBezTo>
                <a:cubicBezTo>
                  <a:pt x="212266" y="502098"/>
                  <a:pt x="211304" y="503076"/>
                  <a:pt x="200162" y="504374"/>
                </a:cubicBezTo>
                <a:cubicBezTo>
                  <a:pt x="189734" y="505588"/>
                  <a:pt x="189645" y="505728"/>
                  <a:pt x="192160" y="516880"/>
                </a:cubicBezTo>
                <a:cubicBezTo>
                  <a:pt x="193910" y="524639"/>
                  <a:pt x="193416" y="527159"/>
                  <a:pt x="189436" y="530760"/>
                </a:cubicBezTo>
                <a:cubicBezTo>
                  <a:pt x="186033" y="533840"/>
                  <a:pt x="184562" y="538720"/>
                  <a:pt x="184534" y="547022"/>
                </a:cubicBezTo>
                <a:cubicBezTo>
                  <a:pt x="184512" y="553546"/>
                  <a:pt x="183641" y="560069"/>
                  <a:pt x="182598" y="561518"/>
                </a:cubicBezTo>
                <a:cubicBezTo>
                  <a:pt x="180445" y="564508"/>
                  <a:pt x="167199" y="570734"/>
                  <a:pt x="164446" y="570049"/>
                </a:cubicBezTo>
                <a:cubicBezTo>
                  <a:pt x="163448" y="569801"/>
                  <a:pt x="157694" y="569154"/>
                  <a:pt x="151660" y="568610"/>
                </a:cubicBezTo>
                <a:close/>
              </a:path>
            </a:pathLst>
          </a:custGeom>
          <a:solidFill>
            <a:srgbClr val="B9B9B9"/>
          </a:solidFill>
          <a:ln w="5163" cap="flat">
            <a:noFill/>
            <a:prstDash val="solid"/>
            <a:miter/>
          </a:ln>
        </p:spPr>
        <p:txBody>
          <a:bodyPr/>
          <a:lstStyle/>
          <a:p>
            <a:endParaRPr lang="es-419" noProof="0" dirty="0"/>
          </a:p>
        </p:txBody>
      </p:sp>
      <p:sp>
        <p:nvSpPr>
          <p:cNvPr id="61" name="Forma libre: forma 60">
            <a:extLst>
              <a:ext uri="{FF2B5EF4-FFF2-40B4-BE49-F238E27FC236}">
                <a16:creationId xmlns:a16="http://schemas.microsoft.com/office/drawing/2014/main" id="{C3F3FEE7-DEA0-5522-4378-73F64FD9D533}"/>
              </a:ext>
            </a:extLst>
          </p:cNvPr>
          <p:cNvSpPr/>
          <p:nvPr/>
        </p:nvSpPr>
        <p:spPr>
          <a:xfrm>
            <a:off x="2038384" y="2469122"/>
            <a:ext cx="332998" cy="314936"/>
          </a:xfrm>
          <a:custGeom>
            <a:avLst/>
            <a:gdLst>
              <a:gd name="csX0" fmla="*/ 150508 w 332998"/>
              <a:gd name="csY0" fmla="*/ 295153 h 314936"/>
              <a:gd name="csX1" fmla="*/ 122921 w 332998"/>
              <a:gd name="csY1" fmla="*/ 269012 h 314936"/>
              <a:gd name="csX2" fmla="*/ 122279 w 332998"/>
              <a:gd name="csY2" fmla="*/ 264031 h 314936"/>
              <a:gd name="csX3" fmla="*/ 126546 w 332998"/>
              <a:gd name="csY3" fmla="*/ 262908 h 314936"/>
              <a:gd name="csX4" fmla="*/ 106954 w 332998"/>
              <a:gd name="csY4" fmla="*/ 254224 h 314936"/>
              <a:gd name="csX5" fmla="*/ 78561 w 332998"/>
              <a:gd name="csY5" fmla="*/ 232541 h 314936"/>
              <a:gd name="csX6" fmla="*/ 60903 w 332998"/>
              <a:gd name="csY6" fmla="*/ 216842 h 314936"/>
              <a:gd name="csX7" fmla="*/ 60455 w 332998"/>
              <a:gd name="csY7" fmla="*/ 213585 h 314936"/>
              <a:gd name="csX8" fmla="*/ 56711 w 332998"/>
              <a:gd name="csY8" fmla="*/ 207285 h 314936"/>
              <a:gd name="csX9" fmla="*/ 53349 w 332998"/>
              <a:gd name="csY9" fmla="*/ 207961 h 314936"/>
              <a:gd name="csX10" fmla="*/ 34703 w 332998"/>
              <a:gd name="csY10" fmla="*/ 200142 h 314936"/>
              <a:gd name="csX11" fmla="*/ 16028 w 332998"/>
              <a:gd name="csY11" fmla="*/ 187234 h 314936"/>
              <a:gd name="csX12" fmla="*/ 16436 w 332998"/>
              <a:gd name="csY12" fmla="*/ 184359 h 314936"/>
              <a:gd name="csX13" fmla="*/ 14549 w 332998"/>
              <a:gd name="csY13" fmla="*/ 178120 h 314936"/>
              <a:gd name="csX14" fmla="*/ 7908 w 332998"/>
              <a:gd name="csY14" fmla="*/ 171021 h 314936"/>
              <a:gd name="csX15" fmla="*/ 2407 w 332998"/>
              <a:gd name="csY15" fmla="*/ 154470 h 314936"/>
              <a:gd name="csX16" fmla="*/ 6812 w 332998"/>
              <a:gd name="csY16" fmla="*/ 119621 h 314936"/>
              <a:gd name="csX17" fmla="*/ 17071 w 332998"/>
              <a:gd name="csY17" fmla="*/ 91641 h 314936"/>
              <a:gd name="csX18" fmla="*/ 20635 w 332998"/>
              <a:gd name="csY18" fmla="*/ 82008 h 314936"/>
              <a:gd name="csX19" fmla="*/ 29523 w 332998"/>
              <a:gd name="csY19" fmla="*/ 71230 h 314936"/>
              <a:gd name="csX20" fmla="*/ 42896 w 332998"/>
              <a:gd name="csY20" fmla="*/ 48085 h 314936"/>
              <a:gd name="csX21" fmla="*/ 49532 w 332998"/>
              <a:gd name="csY21" fmla="*/ 35969 h 314936"/>
              <a:gd name="csX22" fmla="*/ 54906 w 332998"/>
              <a:gd name="csY22" fmla="*/ 23257 h 314936"/>
              <a:gd name="csX23" fmla="*/ 66531 w 332998"/>
              <a:gd name="csY23" fmla="*/ 0 h 314936"/>
              <a:gd name="csX24" fmla="*/ 82468 w 332998"/>
              <a:gd name="csY24" fmla="*/ 19425 h 314936"/>
              <a:gd name="csX25" fmla="*/ 95351 w 332998"/>
              <a:gd name="csY25" fmla="*/ 43885 h 314936"/>
              <a:gd name="csX26" fmla="*/ 106141 w 332998"/>
              <a:gd name="csY26" fmla="*/ 49048 h 314936"/>
              <a:gd name="csX27" fmla="*/ 113640 w 332998"/>
              <a:gd name="csY27" fmla="*/ 54166 h 314936"/>
              <a:gd name="csX28" fmla="*/ 132249 w 332998"/>
              <a:gd name="csY28" fmla="*/ 34653 h 314936"/>
              <a:gd name="csX29" fmla="*/ 156404 w 332998"/>
              <a:gd name="csY29" fmla="*/ 10326 h 314936"/>
              <a:gd name="csX30" fmla="*/ 168334 w 332998"/>
              <a:gd name="csY30" fmla="*/ 6060 h 314936"/>
              <a:gd name="csX31" fmla="*/ 186389 w 332998"/>
              <a:gd name="csY31" fmla="*/ 9933 h 314936"/>
              <a:gd name="csX32" fmla="*/ 200349 w 332998"/>
              <a:gd name="csY32" fmla="*/ 18070 h 314936"/>
              <a:gd name="csX33" fmla="*/ 204999 w 332998"/>
              <a:gd name="csY33" fmla="*/ 30473 h 314936"/>
              <a:gd name="csX34" fmla="*/ 218185 w 332998"/>
              <a:gd name="csY34" fmla="*/ 43802 h 314936"/>
              <a:gd name="csX35" fmla="*/ 227241 w 332998"/>
              <a:gd name="csY35" fmla="*/ 50036 h 314936"/>
              <a:gd name="csX36" fmla="*/ 238424 w 332998"/>
              <a:gd name="csY36" fmla="*/ 60571 h 314936"/>
              <a:gd name="csX37" fmla="*/ 261581 w 332998"/>
              <a:gd name="csY37" fmla="*/ 79599 h 314936"/>
              <a:gd name="csX38" fmla="*/ 276424 w 332998"/>
              <a:gd name="csY38" fmla="*/ 89453 h 314936"/>
              <a:gd name="csX39" fmla="*/ 280389 w 332998"/>
              <a:gd name="csY39" fmla="*/ 90232 h 314936"/>
              <a:gd name="csX40" fmla="*/ 288978 w 332998"/>
              <a:gd name="csY40" fmla="*/ 95366 h 314936"/>
              <a:gd name="csX41" fmla="*/ 309784 w 332998"/>
              <a:gd name="csY41" fmla="*/ 117828 h 314936"/>
              <a:gd name="csX42" fmla="*/ 323208 w 332998"/>
              <a:gd name="csY42" fmla="*/ 127731 h 314936"/>
              <a:gd name="csX43" fmla="*/ 330610 w 332998"/>
              <a:gd name="csY43" fmla="*/ 136947 h 314936"/>
              <a:gd name="csX44" fmla="*/ 327230 w 332998"/>
              <a:gd name="csY44" fmla="*/ 153094 h 314936"/>
              <a:gd name="csX45" fmla="*/ 328146 w 332998"/>
              <a:gd name="csY45" fmla="*/ 164492 h 314936"/>
              <a:gd name="csX46" fmla="*/ 285552 w 332998"/>
              <a:gd name="csY46" fmla="*/ 166189 h 314936"/>
              <a:gd name="csX47" fmla="*/ 228050 w 332998"/>
              <a:gd name="csY47" fmla="*/ 169472 h 314936"/>
              <a:gd name="csX48" fmla="*/ 213142 w 332998"/>
              <a:gd name="csY48" fmla="*/ 171057 h 314936"/>
              <a:gd name="csX49" fmla="*/ 197915 w 332998"/>
              <a:gd name="csY49" fmla="*/ 199758 h 314936"/>
              <a:gd name="csX50" fmla="*/ 180329 w 332998"/>
              <a:gd name="csY50" fmla="*/ 231127 h 314936"/>
              <a:gd name="csX51" fmla="*/ 181055 w 332998"/>
              <a:gd name="csY51" fmla="*/ 253031 h 314936"/>
              <a:gd name="csX52" fmla="*/ 185000 w 332998"/>
              <a:gd name="csY52" fmla="*/ 272477 h 314936"/>
              <a:gd name="csX53" fmla="*/ 182260 w 332998"/>
              <a:gd name="csY53" fmla="*/ 301769 h 314936"/>
              <a:gd name="csX54" fmla="*/ 174070 w 332998"/>
              <a:gd name="csY54" fmla="*/ 314937 h 314936"/>
              <a:gd name="csX55" fmla="*/ 150508 w 332998"/>
              <a:gd name="csY55" fmla="*/ 295153 h 3149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Lst>
            <a:rect l="l" t="t" r="r" b="b"/>
            <a:pathLst>
              <a:path w="332998" h="314936">
                <a:moveTo>
                  <a:pt x="150508" y="295153"/>
                </a:moveTo>
                <a:cubicBezTo>
                  <a:pt x="138884" y="284272"/>
                  <a:pt x="126470" y="272508"/>
                  <a:pt x="122921" y="269012"/>
                </a:cubicBezTo>
                <a:cubicBezTo>
                  <a:pt x="116541" y="262727"/>
                  <a:pt x="116534" y="262670"/>
                  <a:pt x="122279" y="264031"/>
                </a:cubicBezTo>
                <a:cubicBezTo>
                  <a:pt x="125681" y="264837"/>
                  <a:pt x="127450" y="264371"/>
                  <a:pt x="126546" y="262908"/>
                </a:cubicBezTo>
                <a:cubicBezTo>
                  <a:pt x="124960" y="260342"/>
                  <a:pt x="114693" y="255791"/>
                  <a:pt x="106954" y="254224"/>
                </a:cubicBezTo>
                <a:cubicBezTo>
                  <a:pt x="98738" y="252560"/>
                  <a:pt x="93040" y="248209"/>
                  <a:pt x="78561" y="232541"/>
                </a:cubicBezTo>
                <a:cubicBezTo>
                  <a:pt x="70581" y="223906"/>
                  <a:pt x="62635" y="216842"/>
                  <a:pt x="60903" y="216842"/>
                </a:cubicBezTo>
                <a:cubicBezTo>
                  <a:pt x="58660" y="216842"/>
                  <a:pt x="58531" y="215904"/>
                  <a:pt x="60455" y="213585"/>
                </a:cubicBezTo>
                <a:cubicBezTo>
                  <a:pt x="62461" y="211169"/>
                  <a:pt x="61494" y="209543"/>
                  <a:pt x="56711" y="207285"/>
                </a:cubicBezTo>
                <a:cubicBezTo>
                  <a:pt x="51186" y="204678"/>
                  <a:pt x="50705" y="204775"/>
                  <a:pt x="53349" y="207961"/>
                </a:cubicBezTo>
                <a:cubicBezTo>
                  <a:pt x="59572" y="215458"/>
                  <a:pt x="50558" y="211678"/>
                  <a:pt x="34703" y="200142"/>
                </a:cubicBezTo>
                <a:cubicBezTo>
                  <a:pt x="25983" y="193796"/>
                  <a:pt x="17579" y="187988"/>
                  <a:pt x="16028" y="187234"/>
                </a:cubicBezTo>
                <a:cubicBezTo>
                  <a:pt x="14108" y="186301"/>
                  <a:pt x="14238" y="185384"/>
                  <a:pt x="16436" y="184359"/>
                </a:cubicBezTo>
                <a:cubicBezTo>
                  <a:pt x="21429" y="182028"/>
                  <a:pt x="20247" y="178120"/>
                  <a:pt x="14549" y="178120"/>
                </a:cubicBezTo>
                <a:cubicBezTo>
                  <a:pt x="11062" y="178120"/>
                  <a:pt x="8950" y="175862"/>
                  <a:pt x="7908" y="171021"/>
                </a:cubicBezTo>
                <a:cubicBezTo>
                  <a:pt x="7068" y="167117"/>
                  <a:pt x="4593" y="159669"/>
                  <a:pt x="2407" y="154470"/>
                </a:cubicBezTo>
                <a:cubicBezTo>
                  <a:pt x="-1401" y="145413"/>
                  <a:pt x="-1217" y="143959"/>
                  <a:pt x="6812" y="119621"/>
                </a:cubicBezTo>
                <a:cubicBezTo>
                  <a:pt x="11420" y="105652"/>
                  <a:pt x="16036" y="93061"/>
                  <a:pt x="17071" y="91641"/>
                </a:cubicBezTo>
                <a:cubicBezTo>
                  <a:pt x="18105" y="90222"/>
                  <a:pt x="19709" y="85887"/>
                  <a:pt x="20635" y="82008"/>
                </a:cubicBezTo>
                <a:cubicBezTo>
                  <a:pt x="21600" y="77965"/>
                  <a:pt x="25393" y="73366"/>
                  <a:pt x="29523" y="71230"/>
                </a:cubicBezTo>
                <a:cubicBezTo>
                  <a:pt x="37293" y="67213"/>
                  <a:pt x="42896" y="57515"/>
                  <a:pt x="42896" y="48085"/>
                </a:cubicBezTo>
                <a:cubicBezTo>
                  <a:pt x="42896" y="44850"/>
                  <a:pt x="45882" y="39398"/>
                  <a:pt x="49532" y="35969"/>
                </a:cubicBezTo>
                <a:cubicBezTo>
                  <a:pt x="54317" y="31473"/>
                  <a:pt x="55816" y="27929"/>
                  <a:pt x="54906" y="23257"/>
                </a:cubicBezTo>
                <a:cubicBezTo>
                  <a:pt x="53161" y="14292"/>
                  <a:pt x="60305" y="0"/>
                  <a:pt x="66531" y="0"/>
                </a:cubicBezTo>
                <a:cubicBezTo>
                  <a:pt x="74307" y="0"/>
                  <a:pt x="80918" y="8058"/>
                  <a:pt x="82468" y="19425"/>
                </a:cubicBezTo>
                <a:cubicBezTo>
                  <a:pt x="84849" y="36891"/>
                  <a:pt x="88533" y="43885"/>
                  <a:pt x="95351" y="43885"/>
                </a:cubicBezTo>
                <a:cubicBezTo>
                  <a:pt x="98716" y="43885"/>
                  <a:pt x="103572" y="46208"/>
                  <a:pt x="106141" y="49048"/>
                </a:cubicBezTo>
                <a:cubicBezTo>
                  <a:pt x="108711" y="51887"/>
                  <a:pt x="112086" y="54190"/>
                  <a:pt x="113640" y="54166"/>
                </a:cubicBezTo>
                <a:cubicBezTo>
                  <a:pt x="117209" y="54110"/>
                  <a:pt x="125915" y="44980"/>
                  <a:pt x="132249" y="34653"/>
                </a:cubicBezTo>
                <a:cubicBezTo>
                  <a:pt x="141121" y="20185"/>
                  <a:pt x="150911" y="10326"/>
                  <a:pt x="156404" y="10326"/>
                </a:cubicBezTo>
                <a:cubicBezTo>
                  <a:pt x="159385" y="10326"/>
                  <a:pt x="164754" y="8406"/>
                  <a:pt x="168334" y="6060"/>
                </a:cubicBezTo>
                <a:cubicBezTo>
                  <a:pt x="174611" y="1948"/>
                  <a:pt x="175258" y="2087"/>
                  <a:pt x="186389" y="9933"/>
                </a:cubicBezTo>
                <a:cubicBezTo>
                  <a:pt x="192739" y="14408"/>
                  <a:pt x="199021" y="18070"/>
                  <a:pt x="200349" y="18070"/>
                </a:cubicBezTo>
                <a:cubicBezTo>
                  <a:pt x="204669" y="18070"/>
                  <a:pt x="208141" y="27331"/>
                  <a:pt x="204999" y="30473"/>
                </a:cubicBezTo>
                <a:cubicBezTo>
                  <a:pt x="200842" y="34630"/>
                  <a:pt x="205908" y="39750"/>
                  <a:pt x="218185" y="43802"/>
                </a:cubicBezTo>
                <a:cubicBezTo>
                  <a:pt x="223767" y="45645"/>
                  <a:pt x="227842" y="48450"/>
                  <a:pt x="227241" y="50036"/>
                </a:cubicBezTo>
                <a:cubicBezTo>
                  <a:pt x="226639" y="51622"/>
                  <a:pt x="231671" y="56363"/>
                  <a:pt x="238424" y="60571"/>
                </a:cubicBezTo>
                <a:cubicBezTo>
                  <a:pt x="245177" y="64780"/>
                  <a:pt x="255598" y="73342"/>
                  <a:pt x="261581" y="79599"/>
                </a:cubicBezTo>
                <a:cubicBezTo>
                  <a:pt x="268586" y="86925"/>
                  <a:pt x="273870" y="90433"/>
                  <a:pt x="276424" y="89453"/>
                </a:cubicBezTo>
                <a:cubicBezTo>
                  <a:pt x="278605" y="88616"/>
                  <a:pt x="280389" y="88966"/>
                  <a:pt x="280389" y="90232"/>
                </a:cubicBezTo>
                <a:cubicBezTo>
                  <a:pt x="280389" y="91497"/>
                  <a:pt x="284254" y="93807"/>
                  <a:pt x="288978" y="95366"/>
                </a:cubicBezTo>
                <a:cubicBezTo>
                  <a:pt x="297678" y="98238"/>
                  <a:pt x="306636" y="107909"/>
                  <a:pt x="309784" y="117828"/>
                </a:cubicBezTo>
                <a:cubicBezTo>
                  <a:pt x="310845" y="121169"/>
                  <a:pt x="316015" y="124983"/>
                  <a:pt x="323208" y="127731"/>
                </a:cubicBezTo>
                <a:cubicBezTo>
                  <a:pt x="334331" y="131978"/>
                  <a:pt x="334696" y="132432"/>
                  <a:pt x="330610" y="136947"/>
                </a:cubicBezTo>
                <a:cubicBezTo>
                  <a:pt x="327588" y="140286"/>
                  <a:pt x="326585" y="145078"/>
                  <a:pt x="327230" y="153094"/>
                </a:cubicBezTo>
                <a:lnTo>
                  <a:pt x="328146" y="164492"/>
                </a:lnTo>
                <a:lnTo>
                  <a:pt x="285552" y="166189"/>
                </a:lnTo>
                <a:cubicBezTo>
                  <a:pt x="262126" y="167123"/>
                  <a:pt x="236250" y="168600"/>
                  <a:pt x="228050" y="169472"/>
                </a:cubicBezTo>
                <a:lnTo>
                  <a:pt x="213142" y="171057"/>
                </a:lnTo>
                <a:lnTo>
                  <a:pt x="197915" y="199758"/>
                </a:lnTo>
                <a:cubicBezTo>
                  <a:pt x="189539" y="215543"/>
                  <a:pt x="181626" y="229659"/>
                  <a:pt x="180329" y="231127"/>
                </a:cubicBezTo>
                <a:cubicBezTo>
                  <a:pt x="174323" y="237923"/>
                  <a:pt x="174624" y="246989"/>
                  <a:pt x="181055" y="253031"/>
                </a:cubicBezTo>
                <a:cubicBezTo>
                  <a:pt x="187596" y="259176"/>
                  <a:pt x="189401" y="268075"/>
                  <a:pt x="185000" y="272477"/>
                </a:cubicBezTo>
                <a:cubicBezTo>
                  <a:pt x="182808" y="274669"/>
                  <a:pt x="182167" y="281522"/>
                  <a:pt x="182260" y="301769"/>
                </a:cubicBezTo>
                <a:cubicBezTo>
                  <a:pt x="182290" y="308297"/>
                  <a:pt x="178160" y="314937"/>
                  <a:pt x="174070" y="314937"/>
                </a:cubicBezTo>
                <a:cubicBezTo>
                  <a:pt x="172734" y="314937"/>
                  <a:pt x="162131" y="306034"/>
                  <a:pt x="150508" y="295153"/>
                </a:cubicBezTo>
                <a:close/>
              </a:path>
            </a:pathLst>
          </a:custGeom>
          <a:solidFill>
            <a:srgbClr val="B9B9B9"/>
          </a:solidFill>
          <a:ln w="5163" cap="flat">
            <a:noFill/>
            <a:prstDash val="solid"/>
            <a:miter/>
          </a:ln>
        </p:spPr>
        <p:txBody>
          <a:bodyPr/>
          <a:lstStyle/>
          <a:p>
            <a:endParaRPr lang="es-419" noProof="0" dirty="0"/>
          </a:p>
        </p:txBody>
      </p:sp>
      <p:sp>
        <p:nvSpPr>
          <p:cNvPr id="62" name="Forma libre: forma 61">
            <a:extLst>
              <a:ext uri="{FF2B5EF4-FFF2-40B4-BE49-F238E27FC236}">
                <a16:creationId xmlns:a16="http://schemas.microsoft.com/office/drawing/2014/main" id="{FF633A8E-B1C8-D077-8200-80302A329E5A}"/>
              </a:ext>
            </a:extLst>
          </p:cNvPr>
          <p:cNvSpPr/>
          <p:nvPr/>
        </p:nvSpPr>
        <p:spPr>
          <a:xfrm>
            <a:off x="1645015" y="2415517"/>
            <a:ext cx="409424" cy="276749"/>
          </a:xfrm>
          <a:custGeom>
            <a:avLst/>
            <a:gdLst>
              <a:gd name="csX0" fmla="*/ 169694 w 409424"/>
              <a:gd name="csY0" fmla="*/ 275279 h 276749"/>
              <a:gd name="csX1" fmla="*/ 152536 w 409424"/>
              <a:gd name="csY1" fmla="*/ 270490 h 276749"/>
              <a:gd name="csX2" fmla="*/ 128939 w 409424"/>
              <a:gd name="csY2" fmla="*/ 261017 h 276749"/>
              <a:gd name="csX3" fmla="*/ 97253 w 409424"/>
              <a:gd name="csY3" fmla="*/ 251980 h 276749"/>
              <a:gd name="csX4" fmla="*/ 66316 w 409424"/>
              <a:gd name="csY4" fmla="*/ 248914 h 276749"/>
              <a:gd name="csX5" fmla="*/ 49536 w 409424"/>
              <a:gd name="csY5" fmla="*/ 241356 h 276749"/>
              <a:gd name="csX6" fmla="*/ 12262 w 409424"/>
              <a:gd name="csY6" fmla="*/ 223990 h 276749"/>
              <a:gd name="csX7" fmla="*/ 0 w 409424"/>
              <a:gd name="csY7" fmla="*/ 222341 h 276749"/>
              <a:gd name="csX8" fmla="*/ 5808 w 409424"/>
              <a:gd name="csY8" fmla="*/ 214784 h 276749"/>
              <a:gd name="csX9" fmla="*/ 14198 w 409424"/>
              <a:gd name="csY9" fmla="*/ 206134 h 276749"/>
              <a:gd name="csX10" fmla="*/ 30441 w 409424"/>
              <a:gd name="csY10" fmla="*/ 191104 h 276749"/>
              <a:gd name="csX11" fmla="*/ 44102 w 409424"/>
              <a:gd name="csY11" fmla="*/ 178805 h 276749"/>
              <a:gd name="csX12" fmla="*/ 41686 w 409424"/>
              <a:gd name="csY12" fmla="*/ 166228 h 276749"/>
              <a:gd name="csX13" fmla="*/ 27640 w 409424"/>
              <a:gd name="csY13" fmla="*/ 142994 h 276749"/>
              <a:gd name="csX14" fmla="*/ 10050 w 409424"/>
              <a:gd name="csY14" fmla="*/ 94836 h 276749"/>
              <a:gd name="csX15" fmla="*/ 25607 w 409424"/>
              <a:gd name="csY15" fmla="*/ 63931 h 276749"/>
              <a:gd name="csX16" fmla="*/ 43054 w 409424"/>
              <a:gd name="csY16" fmla="*/ 67030 h 276749"/>
              <a:gd name="csX17" fmla="*/ 54130 w 409424"/>
              <a:gd name="csY17" fmla="*/ 57326 h 276749"/>
              <a:gd name="csX18" fmla="*/ 54400 w 409424"/>
              <a:gd name="csY18" fmla="*/ 43740 h 276749"/>
              <a:gd name="csX19" fmla="*/ 67118 w 409424"/>
              <a:gd name="csY19" fmla="*/ 40356 h 276749"/>
              <a:gd name="csX20" fmla="*/ 69858 w 409424"/>
              <a:gd name="csY20" fmla="*/ 47250 h 276749"/>
              <a:gd name="csX21" fmla="*/ 74957 w 409424"/>
              <a:gd name="csY21" fmla="*/ 55146 h 276749"/>
              <a:gd name="csX22" fmla="*/ 85078 w 409424"/>
              <a:gd name="csY22" fmla="*/ 56392 h 276749"/>
              <a:gd name="csX23" fmla="*/ 108275 w 409424"/>
              <a:gd name="csY23" fmla="*/ 51828 h 276749"/>
              <a:gd name="csX24" fmla="*/ 135859 w 409424"/>
              <a:gd name="csY24" fmla="*/ 46965 h 276749"/>
              <a:gd name="csX25" fmla="*/ 159928 w 409424"/>
              <a:gd name="csY25" fmla="*/ 4926 h 276749"/>
              <a:gd name="csX26" fmla="*/ 164133 w 409424"/>
              <a:gd name="csY26" fmla="*/ 409 h 276749"/>
              <a:gd name="csX27" fmla="*/ 170486 w 409424"/>
              <a:gd name="csY27" fmla="*/ 1976 h 276749"/>
              <a:gd name="csX28" fmla="*/ 183283 w 409424"/>
              <a:gd name="csY28" fmla="*/ 17951 h 276749"/>
              <a:gd name="csX29" fmla="*/ 185999 w 409424"/>
              <a:gd name="csY29" fmla="*/ 22627 h 276749"/>
              <a:gd name="csX30" fmla="*/ 191478 w 409424"/>
              <a:gd name="csY30" fmla="*/ 30556 h 276749"/>
              <a:gd name="csX31" fmla="*/ 217371 w 409424"/>
              <a:gd name="csY31" fmla="*/ 43279 h 276749"/>
              <a:gd name="csX32" fmla="*/ 231319 w 409424"/>
              <a:gd name="csY32" fmla="*/ 47797 h 276749"/>
              <a:gd name="csX33" fmla="*/ 231065 w 409424"/>
              <a:gd name="csY33" fmla="*/ 71654 h 276749"/>
              <a:gd name="csX34" fmla="*/ 232914 w 409424"/>
              <a:gd name="csY34" fmla="*/ 94162 h 276749"/>
              <a:gd name="csX35" fmla="*/ 264097 w 409424"/>
              <a:gd name="csY35" fmla="*/ 98422 h 276749"/>
              <a:gd name="csX36" fmla="*/ 290859 w 409424"/>
              <a:gd name="csY36" fmla="*/ 85458 h 276749"/>
              <a:gd name="csX37" fmla="*/ 289553 w 409424"/>
              <a:gd name="csY37" fmla="*/ 87164 h 276749"/>
              <a:gd name="csX38" fmla="*/ 313001 w 409424"/>
              <a:gd name="csY38" fmla="*/ 117924 h 276749"/>
              <a:gd name="csX39" fmla="*/ 320100 w 409424"/>
              <a:gd name="csY39" fmla="*/ 125822 h 276749"/>
              <a:gd name="csX40" fmla="*/ 323327 w 409424"/>
              <a:gd name="csY40" fmla="*/ 131062 h 276749"/>
              <a:gd name="csX41" fmla="*/ 409403 w 409424"/>
              <a:gd name="csY41" fmla="*/ 134303 h 276749"/>
              <a:gd name="csX42" fmla="*/ 398626 w 409424"/>
              <a:gd name="csY42" fmla="*/ 166622 h 276749"/>
              <a:gd name="csX43" fmla="*/ 387152 w 409424"/>
              <a:gd name="csY43" fmla="*/ 198243 h 276749"/>
              <a:gd name="csX44" fmla="*/ 392348 w 409424"/>
              <a:gd name="csY44" fmla="*/ 208428 h 276749"/>
              <a:gd name="csX45" fmla="*/ 395238 w 409424"/>
              <a:gd name="csY45" fmla="*/ 226562 h 276749"/>
              <a:gd name="csX46" fmla="*/ 391384 w 409424"/>
              <a:gd name="csY46" fmla="*/ 222526 h 276749"/>
              <a:gd name="csX47" fmla="*/ 386991 w 409424"/>
              <a:gd name="csY47" fmla="*/ 220249 h 276749"/>
              <a:gd name="csX48" fmla="*/ 376751 w 409424"/>
              <a:gd name="csY48" fmla="*/ 216540 h 276749"/>
              <a:gd name="csX49" fmla="*/ 366566 w 409424"/>
              <a:gd name="csY49" fmla="*/ 215027 h 276749"/>
              <a:gd name="csX50" fmla="*/ 371084 w 409424"/>
              <a:gd name="csY50" fmla="*/ 220497 h 276749"/>
              <a:gd name="csX51" fmla="*/ 400125 w 409424"/>
              <a:gd name="csY51" fmla="*/ 234526 h 276749"/>
              <a:gd name="csX52" fmla="*/ 382700 w 409424"/>
              <a:gd name="csY52" fmla="*/ 228973 h 276749"/>
              <a:gd name="csX53" fmla="*/ 356240 w 409424"/>
              <a:gd name="csY53" fmla="*/ 221430 h 276749"/>
              <a:gd name="csX54" fmla="*/ 344640 w 409424"/>
              <a:gd name="csY54" fmla="*/ 215296 h 276749"/>
              <a:gd name="csX55" fmla="*/ 351310 w 409424"/>
              <a:gd name="csY55" fmla="*/ 215089 h 276749"/>
              <a:gd name="csX56" fmla="*/ 353659 w 409424"/>
              <a:gd name="csY56" fmla="*/ 213898 h 276749"/>
              <a:gd name="csX57" fmla="*/ 348281 w 409424"/>
              <a:gd name="csY57" fmla="*/ 208377 h 276749"/>
              <a:gd name="csX58" fmla="*/ 338397 w 409424"/>
              <a:gd name="csY58" fmla="*/ 209577 h 276749"/>
              <a:gd name="csX59" fmla="*/ 330426 w 409424"/>
              <a:gd name="csY59" fmla="*/ 208411 h 276749"/>
              <a:gd name="csX60" fmla="*/ 317751 w 409424"/>
              <a:gd name="csY60" fmla="*/ 206264 h 276749"/>
              <a:gd name="csX61" fmla="*/ 320963 w 409424"/>
              <a:gd name="csY61" fmla="*/ 214760 h 276749"/>
              <a:gd name="csX62" fmla="*/ 323972 w 409424"/>
              <a:gd name="csY62" fmla="*/ 215747 h 276749"/>
              <a:gd name="csX63" fmla="*/ 314937 w 409424"/>
              <a:gd name="csY63" fmla="*/ 219599 h 276749"/>
              <a:gd name="csX64" fmla="*/ 321391 w 409424"/>
              <a:gd name="csY64" fmla="*/ 219864 h 276749"/>
              <a:gd name="csX65" fmla="*/ 330426 w 409424"/>
              <a:gd name="csY65" fmla="*/ 221426 h 276749"/>
              <a:gd name="csX66" fmla="*/ 310754 w 409424"/>
              <a:gd name="csY66" fmla="*/ 223941 h 276749"/>
              <a:gd name="csX67" fmla="*/ 284939 w 409424"/>
              <a:gd name="csY67" fmla="*/ 234304 h 276749"/>
              <a:gd name="csX68" fmla="*/ 270316 w 409424"/>
              <a:gd name="csY68" fmla="*/ 244630 h 276749"/>
              <a:gd name="csX69" fmla="*/ 259397 w 409424"/>
              <a:gd name="csY69" fmla="*/ 248767 h 276749"/>
              <a:gd name="csX70" fmla="*/ 242736 w 409424"/>
              <a:gd name="csY70" fmla="*/ 255227 h 276749"/>
              <a:gd name="csX71" fmla="*/ 220097 w 409424"/>
              <a:gd name="csY71" fmla="*/ 265079 h 276749"/>
              <a:gd name="csX72" fmla="*/ 198772 w 409424"/>
              <a:gd name="csY72" fmla="*/ 274061 h 276749"/>
              <a:gd name="csX73" fmla="*/ 169694 w 409424"/>
              <a:gd name="csY73" fmla="*/ 275279 h 2767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Lst>
            <a:rect l="l" t="t" r="r" b="b"/>
            <a:pathLst>
              <a:path w="409424" h="276749">
                <a:moveTo>
                  <a:pt x="169694" y="275279"/>
                </a:moveTo>
                <a:cubicBezTo>
                  <a:pt x="167412" y="274002"/>
                  <a:pt x="159691" y="271847"/>
                  <a:pt x="152536" y="270490"/>
                </a:cubicBezTo>
                <a:cubicBezTo>
                  <a:pt x="145381" y="269133"/>
                  <a:pt x="134762" y="264870"/>
                  <a:pt x="128939" y="261017"/>
                </a:cubicBezTo>
                <a:cubicBezTo>
                  <a:pt x="120697" y="255563"/>
                  <a:pt x="113680" y="253561"/>
                  <a:pt x="97253" y="251980"/>
                </a:cubicBezTo>
                <a:cubicBezTo>
                  <a:pt x="85648" y="250863"/>
                  <a:pt x="71726" y="249483"/>
                  <a:pt x="66316" y="248914"/>
                </a:cubicBezTo>
                <a:cubicBezTo>
                  <a:pt x="60430" y="248295"/>
                  <a:pt x="53691" y="245260"/>
                  <a:pt x="49536" y="241356"/>
                </a:cubicBezTo>
                <a:cubicBezTo>
                  <a:pt x="36860" y="229445"/>
                  <a:pt x="25174" y="224000"/>
                  <a:pt x="12262" y="223990"/>
                </a:cubicBezTo>
                <a:cubicBezTo>
                  <a:pt x="5518" y="223985"/>
                  <a:pt x="0" y="223243"/>
                  <a:pt x="0" y="222341"/>
                </a:cubicBezTo>
                <a:cubicBezTo>
                  <a:pt x="0" y="221438"/>
                  <a:pt x="2614" y="218038"/>
                  <a:pt x="5808" y="214784"/>
                </a:cubicBezTo>
                <a:cubicBezTo>
                  <a:pt x="9003" y="211529"/>
                  <a:pt x="12778" y="207637"/>
                  <a:pt x="14198" y="206134"/>
                </a:cubicBezTo>
                <a:cubicBezTo>
                  <a:pt x="15618" y="204632"/>
                  <a:pt x="22927" y="197868"/>
                  <a:pt x="30441" y="191104"/>
                </a:cubicBezTo>
                <a:lnTo>
                  <a:pt x="44102" y="178805"/>
                </a:lnTo>
                <a:lnTo>
                  <a:pt x="41686" y="166228"/>
                </a:lnTo>
                <a:cubicBezTo>
                  <a:pt x="39751" y="156152"/>
                  <a:pt x="36957" y="151530"/>
                  <a:pt x="27640" y="142994"/>
                </a:cubicBezTo>
                <a:cubicBezTo>
                  <a:pt x="14024" y="130519"/>
                  <a:pt x="10714" y="121458"/>
                  <a:pt x="10050" y="94836"/>
                </a:cubicBezTo>
                <a:cubicBezTo>
                  <a:pt x="9450" y="70766"/>
                  <a:pt x="12891" y="63931"/>
                  <a:pt x="25607" y="63931"/>
                </a:cubicBezTo>
                <a:cubicBezTo>
                  <a:pt x="30489" y="63931"/>
                  <a:pt x="38340" y="65326"/>
                  <a:pt x="43054" y="67030"/>
                </a:cubicBezTo>
                <a:cubicBezTo>
                  <a:pt x="54638" y="71219"/>
                  <a:pt x="59354" y="67087"/>
                  <a:pt x="54130" y="57326"/>
                </a:cubicBezTo>
                <a:cubicBezTo>
                  <a:pt x="51035" y="51543"/>
                  <a:pt x="51072" y="49668"/>
                  <a:pt x="54400" y="43740"/>
                </a:cubicBezTo>
                <a:cubicBezTo>
                  <a:pt x="59239" y="35118"/>
                  <a:pt x="67118" y="33022"/>
                  <a:pt x="67118" y="40356"/>
                </a:cubicBezTo>
                <a:cubicBezTo>
                  <a:pt x="67118" y="43216"/>
                  <a:pt x="68351" y="46318"/>
                  <a:pt x="69858" y="47250"/>
                </a:cubicBezTo>
                <a:cubicBezTo>
                  <a:pt x="71366" y="48181"/>
                  <a:pt x="73660" y="51735"/>
                  <a:pt x="74957" y="55146"/>
                </a:cubicBezTo>
                <a:cubicBezTo>
                  <a:pt x="77803" y="62631"/>
                  <a:pt x="81496" y="63085"/>
                  <a:pt x="85078" y="56392"/>
                </a:cubicBezTo>
                <a:cubicBezTo>
                  <a:pt x="87383" y="52084"/>
                  <a:pt x="90423" y="51486"/>
                  <a:pt x="108275" y="51828"/>
                </a:cubicBezTo>
                <a:cubicBezTo>
                  <a:pt x="125309" y="52154"/>
                  <a:pt x="130021" y="51323"/>
                  <a:pt x="135859" y="46965"/>
                </a:cubicBezTo>
                <a:cubicBezTo>
                  <a:pt x="144210" y="40730"/>
                  <a:pt x="159754" y="13580"/>
                  <a:pt x="159928" y="4926"/>
                </a:cubicBezTo>
                <a:cubicBezTo>
                  <a:pt x="160018" y="462"/>
                  <a:pt x="161137" y="-741"/>
                  <a:pt x="164133" y="409"/>
                </a:cubicBezTo>
                <a:cubicBezTo>
                  <a:pt x="166379" y="1271"/>
                  <a:pt x="169238" y="1976"/>
                  <a:pt x="170486" y="1976"/>
                </a:cubicBezTo>
                <a:cubicBezTo>
                  <a:pt x="174404" y="1976"/>
                  <a:pt x="183283" y="13060"/>
                  <a:pt x="183283" y="17951"/>
                </a:cubicBezTo>
                <a:cubicBezTo>
                  <a:pt x="183283" y="20523"/>
                  <a:pt x="184505" y="22627"/>
                  <a:pt x="185999" y="22627"/>
                </a:cubicBezTo>
                <a:cubicBezTo>
                  <a:pt x="187493" y="22627"/>
                  <a:pt x="189958" y="26195"/>
                  <a:pt x="191478" y="30556"/>
                </a:cubicBezTo>
                <a:cubicBezTo>
                  <a:pt x="194632" y="39603"/>
                  <a:pt x="202114" y="43279"/>
                  <a:pt x="217371" y="43279"/>
                </a:cubicBezTo>
                <a:cubicBezTo>
                  <a:pt x="224361" y="43279"/>
                  <a:pt x="229040" y="44794"/>
                  <a:pt x="231319" y="47797"/>
                </a:cubicBezTo>
                <a:cubicBezTo>
                  <a:pt x="235951" y="53900"/>
                  <a:pt x="235804" y="67721"/>
                  <a:pt x="231065" y="71654"/>
                </a:cubicBezTo>
                <a:cubicBezTo>
                  <a:pt x="227042" y="74993"/>
                  <a:pt x="227738" y="83470"/>
                  <a:pt x="232914" y="94162"/>
                </a:cubicBezTo>
                <a:cubicBezTo>
                  <a:pt x="236944" y="102487"/>
                  <a:pt x="256280" y="105129"/>
                  <a:pt x="264097" y="98422"/>
                </a:cubicBezTo>
                <a:cubicBezTo>
                  <a:pt x="272137" y="91525"/>
                  <a:pt x="288836" y="83435"/>
                  <a:pt x="290859" y="85458"/>
                </a:cubicBezTo>
                <a:cubicBezTo>
                  <a:pt x="291797" y="86396"/>
                  <a:pt x="291209" y="87164"/>
                  <a:pt x="289553" y="87164"/>
                </a:cubicBezTo>
                <a:cubicBezTo>
                  <a:pt x="278849" y="87164"/>
                  <a:pt x="297992" y="112276"/>
                  <a:pt x="313001" y="117924"/>
                </a:cubicBezTo>
                <a:cubicBezTo>
                  <a:pt x="317528" y="119627"/>
                  <a:pt x="320100" y="122488"/>
                  <a:pt x="320100" y="125822"/>
                </a:cubicBezTo>
                <a:cubicBezTo>
                  <a:pt x="320100" y="128696"/>
                  <a:pt x="321552" y="131055"/>
                  <a:pt x="323327" y="131062"/>
                </a:cubicBezTo>
                <a:cubicBezTo>
                  <a:pt x="338940" y="131129"/>
                  <a:pt x="408862" y="133762"/>
                  <a:pt x="409403" y="134303"/>
                </a:cubicBezTo>
                <a:cubicBezTo>
                  <a:pt x="409786" y="134687"/>
                  <a:pt x="404937" y="149230"/>
                  <a:pt x="398626" y="166622"/>
                </a:cubicBezTo>
                <a:lnTo>
                  <a:pt x="387152" y="198243"/>
                </a:lnTo>
                <a:lnTo>
                  <a:pt x="392348" y="208428"/>
                </a:lnTo>
                <a:cubicBezTo>
                  <a:pt x="397867" y="219247"/>
                  <a:pt x="399033" y="226562"/>
                  <a:pt x="395238" y="226562"/>
                </a:cubicBezTo>
                <a:cubicBezTo>
                  <a:pt x="393970" y="226562"/>
                  <a:pt x="392236" y="224746"/>
                  <a:pt x="391384" y="222526"/>
                </a:cubicBezTo>
                <a:cubicBezTo>
                  <a:pt x="390533" y="220307"/>
                  <a:pt x="388555" y="219282"/>
                  <a:pt x="386991" y="220249"/>
                </a:cubicBezTo>
                <a:cubicBezTo>
                  <a:pt x="385426" y="221216"/>
                  <a:pt x="380818" y="219547"/>
                  <a:pt x="376751" y="216540"/>
                </a:cubicBezTo>
                <a:cubicBezTo>
                  <a:pt x="367939" y="210026"/>
                  <a:pt x="366566" y="209821"/>
                  <a:pt x="366566" y="215027"/>
                </a:cubicBezTo>
                <a:cubicBezTo>
                  <a:pt x="366566" y="217201"/>
                  <a:pt x="368599" y="219663"/>
                  <a:pt x="371084" y="220497"/>
                </a:cubicBezTo>
                <a:cubicBezTo>
                  <a:pt x="382593" y="224364"/>
                  <a:pt x="400125" y="232833"/>
                  <a:pt x="400125" y="234526"/>
                </a:cubicBezTo>
                <a:cubicBezTo>
                  <a:pt x="400125" y="235560"/>
                  <a:pt x="392284" y="233061"/>
                  <a:pt x="382700" y="228973"/>
                </a:cubicBezTo>
                <a:cubicBezTo>
                  <a:pt x="373117" y="224884"/>
                  <a:pt x="361210" y="221490"/>
                  <a:pt x="356240" y="221430"/>
                </a:cubicBezTo>
                <a:cubicBezTo>
                  <a:pt x="344962" y="221293"/>
                  <a:pt x="338255" y="217747"/>
                  <a:pt x="344640" y="215296"/>
                </a:cubicBezTo>
                <a:cubicBezTo>
                  <a:pt x="347017" y="214384"/>
                  <a:pt x="350019" y="214291"/>
                  <a:pt x="351310" y="215089"/>
                </a:cubicBezTo>
                <a:cubicBezTo>
                  <a:pt x="352602" y="215888"/>
                  <a:pt x="353659" y="215352"/>
                  <a:pt x="353659" y="213898"/>
                </a:cubicBezTo>
                <a:cubicBezTo>
                  <a:pt x="353659" y="212444"/>
                  <a:pt x="351239" y="209960"/>
                  <a:pt x="348281" y="208377"/>
                </a:cubicBezTo>
                <a:cubicBezTo>
                  <a:pt x="344050" y="206113"/>
                  <a:pt x="341943" y="206369"/>
                  <a:pt x="338397" y="209577"/>
                </a:cubicBezTo>
                <a:cubicBezTo>
                  <a:pt x="332399" y="215006"/>
                  <a:pt x="330426" y="214717"/>
                  <a:pt x="330426" y="208411"/>
                </a:cubicBezTo>
                <a:cubicBezTo>
                  <a:pt x="330426" y="200483"/>
                  <a:pt x="323396" y="199293"/>
                  <a:pt x="317751" y="206264"/>
                </a:cubicBezTo>
                <a:cubicBezTo>
                  <a:pt x="311888" y="213504"/>
                  <a:pt x="313243" y="217088"/>
                  <a:pt x="320963" y="214760"/>
                </a:cubicBezTo>
                <a:cubicBezTo>
                  <a:pt x="324787" y="213607"/>
                  <a:pt x="325738" y="213919"/>
                  <a:pt x="323972" y="215747"/>
                </a:cubicBezTo>
                <a:cubicBezTo>
                  <a:pt x="322552" y="217218"/>
                  <a:pt x="318487" y="218951"/>
                  <a:pt x="314937" y="219599"/>
                </a:cubicBezTo>
                <a:cubicBezTo>
                  <a:pt x="311388" y="220248"/>
                  <a:pt x="314292" y="220366"/>
                  <a:pt x="321391" y="219864"/>
                </a:cubicBezTo>
                <a:cubicBezTo>
                  <a:pt x="330318" y="219231"/>
                  <a:pt x="333104" y="219713"/>
                  <a:pt x="330426" y="221426"/>
                </a:cubicBezTo>
                <a:cubicBezTo>
                  <a:pt x="328296" y="222787"/>
                  <a:pt x="319444" y="223919"/>
                  <a:pt x="310754" y="223941"/>
                </a:cubicBezTo>
                <a:cubicBezTo>
                  <a:pt x="295733" y="223979"/>
                  <a:pt x="294460" y="224490"/>
                  <a:pt x="284939" y="234304"/>
                </a:cubicBezTo>
                <a:cubicBezTo>
                  <a:pt x="279431" y="239982"/>
                  <a:pt x="272851" y="244629"/>
                  <a:pt x="270316" y="244630"/>
                </a:cubicBezTo>
                <a:cubicBezTo>
                  <a:pt x="267782" y="244631"/>
                  <a:pt x="262868" y="246493"/>
                  <a:pt x="259397" y="248767"/>
                </a:cubicBezTo>
                <a:cubicBezTo>
                  <a:pt x="255927" y="251041"/>
                  <a:pt x="248429" y="253948"/>
                  <a:pt x="242736" y="255227"/>
                </a:cubicBezTo>
                <a:cubicBezTo>
                  <a:pt x="237044" y="256506"/>
                  <a:pt x="226856" y="260940"/>
                  <a:pt x="220097" y="265079"/>
                </a:cubicBezTo>
                <a:cubicBezTo>
                  <a:pt x="213337" y="269219"/>
                  <a:pt x="203741" y="273261"/>
                  <a:pt x="198772" y="274061"/>
                </a:cubicBezTo>
                <a:cubicBezTo>
                  <a:pt x="178742" y="277289"/>
                  <a:pt x="173664" y="277501"/>
                  <a:pt x="169694" y="275279"/>
                </a:cubicBezTo>
                <a:close/>
              </a:path>
            </a:pathLst>
          </a:custGeom>
          <a:solidFill>
            <a:srgbClr val="B9B9B9"/>
          </a:solidFill>
          <a:ln w="5163" cap="flat">
            <a:noFill/>
            <a:prstDash val="solid"/>
            <a:miter/>
          </a:ln>
        </p:spPr>
        <p:txBody>
          <a:bodyPr/>
          <a:lstStyle/>
          <a:p>
            <a:endParaRPr lang="es-419" noProof="0" dirty="0"/>
          </a:p>
        </p:txBody>
      </p:sp>
      <p:sp>
        <p:nvSpPr>
          <p:cNvPr id="63" name="Forma libre: forma 62">
            <a:extLst>
              <a:ext uri="{FF2B5EF4-FFF2-40B4-BE49-F238E27FC236}">
                <a16:creationId xmlns:a16="http://schemas.microsoft.com/office/drawing/2014/main" id="{9F1CBD16-4ECB-FFCC-BF80-E2FA3A470E35}"/>
              </a:ext>
            </a:extLst>
          </p:cNvPr>
          <p:cNvSpPr/>
          <p:nvPr/>
        </p:nvSpPr>
        <p:spPr>
          <a:xfrm>
            <a:off x="1324915" y="2412330"/>
            <a:ext cx="357764" cy="223095"/>
          </a:xfrm>
          <a:custGeom>
            <a:avLst/>
            <a:gdLst>
              <a:gd name="csX0" fmla="*/ 310749 w 357764"/>
              <a:gd name="csY0" fmla="*/ 220821 h 223095"/>
              <a:gd name="csX1" fmla="*/ 306750 w 357764"/>
              <a:gd name="csY1" fmla="*/ 216842 h 223095"/>
              <a:gd name="csX2" fmla="*/ 298107 w 357764"/>
              <a:gd name="csY2" fmla="*/ 209508 h 223095"/>
              <a:gd name="csX3" fmla="*/ 280348 w 357764"/>
              <a:gd name="csY3" fmla="*/ 201999 h 223095"/>
              <a:gd name="csX4" fmla="*/ 262845 w 357764"/>
              <a:gd name="csY4" fmla="*/ 196313 h 223095"/>
              <a:gd name="csX5" fmla="*/ 256032 w 357764"/>
              <a:gd name="csY5" fmla="*/ 193496 h 223095"/>
              <a:gd name="csX6" fmla="*/ 242886 w 357764"/>
              <a:gd name="csY6" fmla="*/ 190679 h 223095"/>
              <a:gd name="csX7" fmla="*/ 229978 w 357764"/>
              <a:gd name="csY7" fmla="*/ 186722 h 223095"/>
              <a:gd name="csX8" fmla="*/ 220854 w 357764"/>
              <a:gd name="csY8" fmla="*/ 186091 h 223095"/>
              <a:gd name="csX9" fmla="*/ 209097 w 357764"/>
              <a:gd name="csY9" fmla="*/ 183130 h 223095"/>
              <a:gd name="csX10" fmla="*/ 214906 w 357764"/>
              <a:gd name="csY10" fmla="*/ 187877 h 223095"/>
              <a:gd name="csX11" fmla="*/ 215222 w 357764"/>
              <a:gd name="csY11" fmla="*/ 190853 h 223095"/>
              <a:gd name="csX12" fmla="*/ 206349 w 357764"/>
              <a:gd name="csY12" fmla="*/ 186954 h 223095"/>
              <a:gd name="csX13" fmla="*/ 189899 w 357764"/>
              <a:gd name="csY13" fmla="*/ 176334 h 223095"/>
              <a:gd name="csX14" fmla="*/ 172154 w 357764"/>
              <a:gd name="csY14" fmla="*/ 165667 h 223095"/>
              <a:gd name="csX15" fmla="*/ 165494 w 357764"/>
              <a:gd name="csY15" fmla="*/ 164758 h 223095"/>
              <a:gd name="csX16" fmla="*/ 154887 w 357764"/>
              <a:gd name="csY16" fmla="*/ 162867 h 223095"/>
              <a:gd name="csX17" fmla="*/ 146116 w 357764"/>
              <a:gd name="csY17" fmla="*/ 160825 h 223095"/>
              <a:gd name="csX18" fmla="*/ 117490 w 357764"/>
              <a:gd name="csY18" fmla="*/ 151278 h 223095"/>
              <a:gd name="csX19" fmla="*/ 95284 w 357764"/>
              <a:gd name="csY19" fmla="*/ 141980 h 223095"/>
              <a:gd name="csX20" fmla="*/ 92932 w 357764"/>
              <a:gd name="csY20" fmla="*/ 138216 h 223095"/>
              <a:gd name="csX21" fmla="*/ 81316 w 357764"/>
              <a:gd name="csY21" fmla="*/ 127645 h 223095"/>
              <a:gd name="csX22" fmla="*/ 69699 w 357764"/>
              <a:gd name="csY22" fmla="*/ 117508 h 223095"/>
              <a:gd name="csX23" fmla="*/ 49682 w 357764"/>
              <a:gd name="csY23" fmla="*/ 104238 h 223095"/>
              <a:gd name="csX24" fmla="*/ 33940 w 357764"/>
              <a:gd name="csY24" fmla="*/ 91155 h 223095"/>
              <a:gd name="csX25" fmla="*/ 3571 w 357764"/>
              <a:gd name="csY25" fmla="*/ 73330 h 223095"/>
              <a:gd name="csX26" fmla="*/ 0 w 357764"/>
              <a:gd name="csY26" fmla="*/ 65812 h 223095"/>
              <a:gd name="csX27" fmla="*/ 7287 w 357764"/>
              <a:gd name="csY27" fmla="*/ 53156 h 223095"/>
              <a:gd name="csX28" fmla="*/ 18044 w 357764"/>
              <a:gd name="csY28" fmla="*/ 33495 h 223095"/>
              <a:gd name="csX29" fmla="*/ 19421 w 357764"/>
              <a:gd name="csY29" fmla="*/ 20586 h 223095"/>
              <a:gd name="csX30" fmla="*/ 43911 w 357764"/>
              <a:gd name="csY30" fmla="*/ 20678 h 223095"/>
              <a:gd name="csX31" fmla="*/ 60045 w 357764"/>
              <a:gd name="csY31" fmla="*/ 24079 h 223095"/>
              <a:gd name="csX32" fmla="*/ 132045 w 357764"/>
              <a:gd name="csY32" fmla="*/ 29780 h 223095"/>
              <a:gd name="csX33" fmla="*/ 140624 w 357764"/>
              <a:gd name="csY33" fmla="*/ 26018 h 223095"/>
              <a:gd name="csX34" fmla="*/ 141619 w 357764"/>
              <a:gd name="csY34" fmla="*/ 13502 h 223095"/>
              <a:gd name="csX35" fmla="*/ 147260 w 357764"/>
              <a:gd name="csY35" fmla="*/ 0 h 223095"/>
              <a:gd name="csX36" fmla="*/ 157468 w 357764"/>
              <a:gd name="csY36" fmla="*/ 24790 h 223095"/>
              <a:gd name="csX37" fmla="*/ 164323 w 357764"/>
              <a:gd name="csY37" fmla="*/ 32600 h 223095"/>
              <a:gd name="csX38" fmla="*/ 177876 w 357764"/>
              <a:gd name="csY38" fmla="*/ 26172 h 223095"/>
              <a:gd name="csX39" fmla="*/ 195232 w 357764"/>
              <a:gd name="csY39" fmla="*/ 18047 h 223095"/>
              <a:gd name="csX40" fmla="*/ 208905 w 357764"/>
              <a:gd name="csY40" fmla="*/ 10791 h 223095"/>
              <a:gd name="csX41" fmla="*/ 219887 w 357764"/>
              <a:gd name="csY41" fmla="*/ 4680 h 223095"/>
              <a:gd name="csX42" fmla="*/ 238661 w 357764"/>
              <a:gd name="csY42" fmla="*/ 20265 h 223095"/>
              <a:gd name="csX43" fmla="*/ 254397 w 357764"/>
              <a:gd name="csY43" fmla="*/ 25712 h 223095"/>
              <a:gd name="csX44" fmla="*/ 258145 w 357764"/>
              <a:gd name="csY44" fmla="*/ 24934 h 223095"/>
              <a:gd name="csX45" fmla="*/ 286337 w 357764"/>
              <a:gd name="csY45" fmla="*/ 54210 h 223095"/>
              <a:gd name="csX46" fmla="*/ 292234 w 357764"/>
              <a:gd name="csY46" fmla="*/ 58728 h 223095"/>
              <a:gd name="csX47" fmla="*/ 311147 w 357764"/>
              <a:gd name="csY47" fmla="*/ 69699 h 223095"/>
              <a:gd name="csX48" fmla="*/ 321808 w 357764"/>
              <a:gd name="csY48" fmla="*/ 76335 h 223095"/>
              <a:gd name="csX49" fmla="*/ 326980 w 357764"/>
              <a:gd name="csY49" fmla="*/ 102795 h 223095"/>
              <a:gd name="csX50" fmla="*/ 329261 w 357764"/>
              <a:gd name="csY50" fmla="*/ 127630 h 223095"/>
              <a:gd name="csX51" fmla="*/ 333007 w 357764"/>
              <a:gd name="csY51" fmla="*/ 137310 h 223095"/>
              <a:gd name="csX52" fmla="*/ 335120 w 357764"/>
              <a:gd name="csY52" fmla="*/ 141980 h 223095"/>
              <a:gd name="csX53" fmla="*/ 346410 w 357764"/>
              <a:gd name="csY53" fmla="*/ 150369 h 223095"/>
              <a:gd name="csX54" fmla="*/ 357125 w 357764"/>
              <a:gd name="csY54" fmla="*/ 170794 h 223095"/>
              <a:gd name="csX55" fmla="*/ 348644 w 357764"/>
              <a:gd name="csY55" fmla="*/ 191877 h 223095"/>
              <a:gd name="csX56" fmla="*/ 333236 w 357764"/>
              <a:gd name="csY56" fmla="*/ 203812 h 223095"/>
              <a:gd name="csX57" fmla="*/ 327844 w 357764"/>
              <a:gd name="csY57" fmla="*/ 209994 h 223095"/>
              <a:gd name="csX58" fmla="*/ 320060 w 357764"/>
              <a:gd name="csY58" fmla="*/ 219045 h 223095"/>
              <a:gd name="csX59" fmla="*/ 310749 w 357764"/>
              <a:gd name="csY59" fmla="*/ 220821 h 2230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Lst>
            <a:rect l="l" t="t" r="r" b="b"/>
            <a:pathLst>
              <a:path w="357764" h="223095">
                <a:moveTo>
                  <a:pt x="310749" y="220821"/>
                </a:moveTo>
                <a:cubicBezTo>
                  <a:pt x="309909" y="218632"/>
                  <a:pt x="308109" y="216842"/>
                  <a:pt x="306750" y="216842"/>
                </a:cubicBezTo>
                <a:cubicBezTo>
                  <a:pt x="305390" y="216842"/>
                  <a:pt x="301501" y="213542"/>
                  <a:pt x="298107" y="209508"/>
                </a:cubicBezTo>
                <a:cubicBezTo>
                  <a:pt x="293077" y="203531"/>
                  <a:pt x="289793" y="202142"/>
                  <a:pt x="280348" y="201999"/>
                </a:cubicBezTo>
                <a:cubicBezTo>
                  <a:pt x="272259" y="201877"/>
                  <a:pt x="266975" y="200160"/>
                  <a:pt x="262845" y="196313"/>
                </a:cubicBezTo>
                <a:cubicBezTo>
                  <a:pt x="259591" y="193282"/>
                  <a:pt x="256525" y="192014"/>
                  <a:pt x="256032" y="193496"/>
                </a:cubicBezTo>
                <a:cubicBezTo>
                  <a:pt x="254564" y="197900"/>
                  <a:pt x="248378" y="196574"/>
                  <a:pt x="242886" y="190679"/>
                </a:cubicBezTo>
                <a:cubicBezTo>
                  <a:pt x="238972" y="186478"/>
                  <a:pt x="235903" y="185537"/>
                  <a:pt x="229978" y="186722"/>
                </a:cubicBezTo>
                <a:cubicBezTo>
                  <a:pt x="225703" y="187577"/>
                  <a:pt x="221597" y="187293"/>
                  <a:pt x="220854" y="186091"/>
                </a:cubicBezTo>
                <a:cubicBezTo>
                  <a:pt x="219048" y="183170"/>
                  <a:pt x="209097" y="180663"/>
                  <a:pt x="209097" y="183130"/>
                </a:cubicBezTo>
                <a:cubicBezTo>
                  <a:pt x="209097" y="184200"/>
                  <a:pt x="211711" y="186336"/>
                  <a:pt x="214906" y="187877"/>
                </a:cubicBezTo>
                <a:cubicBezTo>
                  <a:pt x="220644" y="190644"/>
                  <a:pt x="220647" y="190680"/>
                  <a:pt x="215222" y="190853"/>
                </a:cubicBezTo>
                <a:cubicBezTo>
                  <a:pt x="212201" y="190949"/>
                  <a:pt x="208208" y="189194"/>
                  <a:pt x="206349" y="186954"/>
                </a:cubicBezTo>
                <a:cubicBezTo>
                  <a:pt x="204489" y="184713"/>
                  <a:pt x="197087" y="179934"/>
                  <a:pt x="189899" y="176334"/>
                </a:cubicBezTo>
                <a:cubicBezTo>
                  <a:pt x="182711" y="172733"/>
                  <a:pt x="174726" y="167933"/>
                  <a:pt x="172154" y="165667"/>
                </a:cubicBezTo>
                <a:cubicBezTo>
                  <a:pt x="168546" y="162487"/>
                  <a:pt x="167026" y="162279"/>
                  <a:pt x="165494" y="164758"/>
                </a:cubicBezTo>
                <a:cubicBezTo>
                  <a:pt x="163542" y="167916"/>
                  <a:pt x="154887" y="166373"/>
                  <a:pt x="154887" y="162867"/>
                </a:cubicBezTo>
                <a:cubicBezTo>
                  <a:pt x="154887" y="161880"/>
                  <a:pt x="150940" y="160961"/>
                  <a:pt x="146116" y="160825"/>
                </a:cubicBezTo>
                <a:cubicBezTo>
                  <a:pt x="141292" y="160688"/>
                  <a:pt x="128410" y="156392"/>
                  <a:pt x="117490" y="151278"/>
                </a:cubicBezTo>
                <a:cubicBezTo>
                  <a:pt x="106570" y="146164"/>
                  <a:pt x="96577" y="141980"/>
                  <a:pt x="95284" y="141980"/>
                </a:cubicBezTo>
                <a:cubicBezTo>
                  <a:pt x="93990" y="141980"/>
                  <a:pt x="92932" y="140286"/>
                  <a:pt x="92932" y="138216"/>
                </a:cubicBezTo>
                <a:cubicBezTo>
                  <a:pt x="92932" y="136147"/>
                  <a:pt x="87705" y="131390"/>
                  <a:pt x="81316" y="127645"/>
                </a:cubicBezTo>
                <a:cubicBezTo>
                  <a:pt x="74927" y="123901"/>
                  <a:pt x="69699" y="119339"/>
                  <a:pt x="69699" y="117508"/>
                </a:cubicBezTo>
                <a:cubicBezTo>
                  <a:pt x="69699" y="113290"/>
                  <a:pt x="58936" y="106155"/>
                  <a:pt x="49682" y="104238"/>
                </a:cubicBezTo>
                <a:cubicBezTo>
                  <a:pt x="45282" y="103326"/>
                  <a:pt x="39312" y="98365"/>
                  <a:pt x="33940" y="91155"/>
                </a:cubicBezTo>
                <a:cubicBezTo>
                  <a:pt x="25287" y="79543"/>
                  <a:pt x="10302" y="70747"/>
                  <a:pt x="3571" y="73330"/>
                </a:cubicBezTo>
                <a:cubicBezTo>
                  <a:pt x="957" y="74333"/>
                  <a:pt x="0" y="72319"/>
                  <a:pt x="0" y="65812"/>
                </a:cubicBezTo>
                <a:cubicBezTo>
                  <a:pt x="0" y="58672"/>
                  <a:pt x="1433" y="56184"/>
                  <a:pt x="7287" y="53156"/>
                </a:cubicBezTo>
                <a:cubicBezTo>
                  <a:pt x="19411" y="46887"/>
                  <a:pt x="21790" y="42538"/>
                  <a:pt x="18044" y="33495"/>
                </a:cubicBezTo>
                <a:cubicBezTo>
                  <a:pt x="15244" y="26735"/>
                  <a:pt x="15429" y="24996"/>
                  <a:pt x="19421" y="20586"/>
                </a:cubicBezTo>
                <a:cubicBezTo>
                  <a:pt x="25368" y="14014"/>
                  <a:pt x="37292" y="14059"/>
                  <a:pt x="43911" y="20678"/>
                </a:cubicBezTo>
                <a:cubicBezTo>
                  <a:pt x="48190" y="24957"/>
                  <a:pt x="51021" y="25553"/>
                  <a:pt x="60045" y="24079"/>
                </a:cubicBezTo>
                <a:cubicBezTo>
                  <a:pt x="79921" y="20832"/>
                  <a:pt x="103607" y="22707"/>
                  <a:pt x="132045" y="29780"/>
                </a:cubicBezTo>
                <a:cubicBezTo>
                  <a:pt x="137569" y="31154"/>
                  <a:pt x="139225" y="30428"/>
                  <a:pt x="140624" y="26018"/>
                </a:cubicBezTo>
                <a:cubicBezTo>
                  <a:pt x="141578" y="23013"/>
                  <a:pt x="142026" y="17381"/>
                  <a:pt x="141619" y="13502"/>
                </a:cubicBezTo>
                <a:cubicBezTo>
                  <a:pt x="140830" y="5985"/>
                  <a:pt x="143331" y="0"/>
                  <a:pt x="147260" y="0"/>
                </a:cubicBezTo>
                <a:cubicBezTo>
                  <a:pt x="150433" y="0"/>
                  <a:pt x="157468" y="17085"/>
                  <a:pt x="157468" y="24790"/>
                </a:cubicBezTo>
                <a:cubicBezTo>
                  <a:pt x="157468" y="29227"/>
                  <a:pt x="159328" y="31346"/>
                  <a:pt x="164323" y="32600"/>
                </a:cubicBezTo>
                <a:cubicBezTo>
                  <a:pt x="169965" y="34015"/>
                  <a:pt x="172364" y="32878"/>
                  <a:pt x="177876" y="26172"/>
                </a:cubicBezTo>
                <a:cubicBezTo>
                  <a:pt x="183430" y="19415"/>
                  <a:pt x="186393" y="18028"/>
                  <a:pt x="195232" y="18047"/>
                </a:cubicBezTo>
                <a:cubicBezTo>
                  <a:pt x="204499" y="18067"/>
                  <a:pt x="206283" y="17120"/>
                  <a:pt x="208905" y="10791"/>
                </a:cubicBezTo>
                <a:cubicBezTo>
                  <a:pt x="211484" y="4565"/>
                  <a:pt x="213074" y="3680"/>
                  <a:pt x="219887" y="4680"/>
                </a:cubicBezTo>
                <a:cubicBezTo>
                  <a:pt x="228665" y="5969"/>
                  <a:pt x="236077" y="12121"/>
                  <a:pt x="238661" y="20265"/>
                </a:cubicBezTo>
                <a:cubicBezTo>
                  <a:pt x="240752" y="26852"/>
                  <a:pt x="249411" y="29849"/>
                  <a:pt x="254397" y="25712"/>
                </a:cubicBezTo>
                <a:cubicBezTo>
                  <a:pt x="256458" y="24001"/>
                  <a:pt x="258145" y="23651"/>
                  <a:pt x="258145" y="24934"/>
                </a:cubicBezTo>
                <a:cubicBezTo>
                  <a:pt x="258145" y="28142"/>
                  <a:pt x="283247" y="54210"/>
                  <a:pt x="286337" y="54210"/>
                </a:cubicBezTo>
                <a:cubicBezTo>
                  <a:pt x="287708" y="54210"/>
                  <a:pt x="290362" y="56243"/>
                  <a:pt x="292234" y="58728"/>
                </a:cubicBezTo>
                <a:cubicBezTo>
                  <a:pt x="296425" y="64288"/>
                  <a:pt x="305753" y="69699"/>
                  <a:pt x="311147" y="69699"/>
                </a:cubicBezTo>
                <a:cubicBezTo>
                  <a:pt x="313361" y="69699"/>
                  <a:pt x="318158" y="72685"/>
                  <a:pt x="321808" y="76335"/>
                </a:cubicBezTo>
                <a:cubicBezTo>
                  <a:pt x="328098" y="82626"/>
                  <a:pt x="328367" y="84002"/>
                  <a:pt x="326980" y="102795"/>
                </a:cubicBezTo>
                <a:cubicBezTo>
                  <a:pt x="325865" y="117888"/>
                  <a:pt x="326410" y="123815"/>
                  <a:pt x="329261" y="127630"/>
                </a:cubicBezTo>
                <a:cubicBezTo>
                  <a:pt x="331322" y="130386"/>
                  <a:pt x="333007" y="134742"/>
                  <a:pt x="333007" y="137310"/>
                </a:cubicBezTo>
                <a:cubicBezTo>
                  <a:pt x="333007" y="139879"/>
                  <a:pt x="333958" y="141980"/>
                  <a:pt x="335120" y="141980"/>
                </a:cubicBezTo>
                <a:cubicBezTo>
                  <a:pt x="336282" y="141980"/>
                  <a:pt x="341362" y="145755"/>
                  <a:pt x="346410" y="150369"/>
                </a:cubicBezTo>
                <a:cubicBezTo>
                  <a:pt x="353607" y="156948"/>
                  <a:pt x="355920" y="161358"/>
                  <a:pt x="357125" y="170794"/>
                </a:cubicBezTo>
                <a:cubicBezTo>
                  <a:pt x="358591" y="182285"/>
                  <a:pt x="358209" y="183236"/>
                  <a:pt x="348644" y="191877"/>
                </a:cubicBezTo>
                <a:cubicBezTo>
                  <a:pt x="343134" y="196855"/>
                  <a:pt x="336201" y="202226"/>
                  <a:pt x="333236" y="203812"/>
                </a:cubicBezTo>
                <a:cubicBezTo>
                  <a:pt x="330270" y="205399"/>
                  <a:pt x="327844" y="208181"/>
                  <a:pt x="327844" y="209994"/>
                </a:cubicBezTo>
                <a:cubicBezTo>
                  <a:pt x="327844" y="211806"/>
                  <a:pt x="324341" y="215879"/>
                  <a:pt x="320060" y="219045"/>
                </a:cubicBezTo>
                <a:cubicBezTo>
                  <a:pt x="313416" y="223957"/>
                  <a:pt x="312052" y="224217"/>
                  <a:pt x="310749" y="220821"/>
                </a:cubicBezTo>
                <a:close/>
              </a:path>
            </a:pathLst>
          </a:custGeom>
          <a:solidFill>
            <a:srgbClr val="B9B9B9"/>
          </a:solidFill>
          <a:ln w="5163" cap="flat">
            <a:noFill/>
            <a:prstDash val="solid"/>
            <a:miter/>
          </a:ln>
        </p:spPr>
        <p:txBody>
          <a:bodyPr/>
          <a:lstStyle/>
          <a:p>
            <a:endParaRPr lang="es-419" noProof="0" dirty="0"/>
          </a:p>
        </p:txBody>
      </p:sp>
      <p:sp>
        <p:nvSpPr>
          <p:cNvPr id="64" name="Forma libre: forma 63">
            <a:extLst>
              <a:ext uri="{FF2B5EF4-FFF2-40B4-BE49-F238E27FC236}">
                <a16:creationId xmlns:a16="http://schemas.microsoft.com/office/drawing/2014/main" id="{6C4D7669-0E00-6A44-8C12-D7713A424D2E}"/>
              </a:ext>
            </a:extLst>
          </p:cNvPr>
          <p:cNvSpPr/>
          <p:nvPr/>
        </p:nvSpPr>
        <p:spPr>
          <a:xfrm>
            <a:off x="2030531" y="2394260"/>
            <a:ext cx="276109" cy="131653"/>
          </a:xfrm>
          <a:custGeom>
            <a:avLst/>
            <a:gdLst>
              <a:gd name="csX0" fmla="*/ 240916 w 276109"/>
              <a:gd name="csY0" fmla="*/ 129933 h 131653"/>
              <a:gd name="csX1" fmla="*/ 239195 w 276109"/>
              <a:gd name="csY1" fmla="*/ 124013 h 131653"/>
              <a:gd name="csX2" fmla="*/ 228223 w 276109"/>
              <a:gd name="csY2" fmla="*/ 115744 h 131653"/>
              <a:gd name="csX3" fmla="*/ 217897 w 276109"/>
              <a:gd name="csY3" fmla="*/ 106005 h 131653"/>
              <a:gd name="csX4" fmla="*/ 210063 w 276109"/>
              <a:gd name="csY4" fmla="*/ 90246 h 131653"/>
              <a:gd name="csX5" fmla="*/ 197989 w 276109"/>
              <a:gd name="csY5" fmla="*/ 82502 h 131653"/>
              <a:gd name="csX6" fmla="*/ 171181 w 276109"/>
              <a:gd name="csY6" fmla="*/ 78639 h 131653"/>
              <a:gd name="csX7" fmla="*/ 162540 w 276109"/>
              <a:gd name="csY7" fmla="*/ 80766 h 131653"/>
              <a:gd name="csX8" fmla="*/ 140024 w 276109"/>
              <a:gd name="csY8" fmla="*/ 103258 h 131653"/>
              <a:gd name="csX9" fmla="*/ 121107 w 276109"/>
              <a:gd name="csY9" fmla="*/ 123910 h 131653"/>
              <a:gd name="csX10" fmla="*/ 115285 w 276109"/>
              <a:gd name="csY10" fmla="*/ 120037 h 131653"/>
              <a:gd name="csX11" fmla="*/ 106086 w 276109"/>
              <a:gd name="csY11" fmla="*/ 116165 h 131653"/>
              <a:gd name="csX12" fmla="*/ 95488 w 276109"/>
              <a:gd name="csY12" fmla="*/ 97511 h 131653"/>
              <a:gd name="csX13" fmla="*/ 74161 w 276109"/>
              <a:gd name="csY13" fmla="*/ 72281 h 131653"/>
              <a:gd name="csX14" fmla="*/ 62180 w 276109"/>
              <a:gd name="csY14" fmla="*/ 80383 h 131653"/>
              <a:gd name="csX15" fmla="*/ 59403 w 276109"/>
              <a:gd name="csY15" fmla="*/ 95543 h 131653"/>
              <a:gd name="csX16" fmla="*/ 54777 w 276109"/>
              <a:gd name="csY16" fmla="*/ 108274 h 131653"/>
              <a:gd name="csX17" fmla="*/ 46950 w 276109"/>
              <a:gd name="csY17" fmla="*/ 122154 h 131653"/>
              <a:gd name="csX18" fmla="*/ 45160 w 276109"/>
              <a:gd name="csY18" fmla="*/ 130363 h 131653"/>
              <a:gd name="csX19" fmla="*/ 42524 w 276109"/>
              <a:gd name="csY19" fmla="*/ 123910 h 131653"/>
              <a:gd name="csX20" fmla="*/ 27585 w 276109"/>
              <a:gd name="csY20" fmla="*/ 101648 h 131653"/>
              <a:gd name="csX21" fmla="*/ 3541 w 276109"/>
              <a:gd name="csY21" fmla="*/ 71617 h 131653"/>
              <a:gd name="csX22" fmla="*/ 489 w 276109"/>
              <a:gd name="csY22" fmla="*/ 57859 h 131653"/>
              <a:gd name="csX23" fmla="*/ 5896 w 276109"/>
              <a:gd name="csY23" fmla="*/ 47783 h 131653"/>
              <a:gd name="csX24" fmla="*/ 14046 w 276109"/>
              <a:gd name="csY24" fmla="*/ 46070 h 131653"/>
              <a:gd name="csX25" fmla="*/ 24934 w 276109"/>
              <a:gd name="csY25" fmla="*/ 43885 h 131653"/>
              <a:gd name="csX26" fmla="*/ 35503 w 276109"/>
              <a:gd name="csY26" fmla="*/ 38722 h 131653"/>
              <a:gd name="csX27" fmla="*/ 41946 w 276109"/>
              <a:gd name="csY27" fmla="*/ 35764 h 131653"/>
              <a:gd name="csX28" fmla="*/ 25819 w 276109"/>
              <a:gd name="csY28" fmla="*/ 37615 h 131653"/>
              <a:gd name="csX29" fmla="*/ 26045 w 276109"/>
              <a:gd name="csY29" fmla="*/ 35947 h 131653"/>
              <a:gd name="csX30" fmla="*/ 73982 w 276109"/>
              <a:gd name="csY30" fmla="*/ 25857 h 131653"/>
              <a:gd name="csX31" fmla="*/ 76916 w 276109"/>
              <a:gd name="csY31" fmla="*/ 28123 h 131653"/>
              <a:gd name="csX32" fmla="*/ 76893 w 276109"/>
              <a:gd name="csY32" fmla="*/ 31518 h 131653"/>
              <a:gd name="csX33" fmla="*/ 83755 w 276109"/>
              <a:gd name="csY33" fmla="*/ 29317 h 131653"/>
              <a:gd name="csX34" fmla="*/ 96686 w 276109"/>
              <a:gd name="csY34" fmla="*/ 23336 h 131653"/>
              <a:gd name="csX35" fmla="*/ 114106 w 276109"/>
              <a:gd name="csY35" fmla="*/ 13587 h 131653"/>
              <a:gd name="csX36" fmla="*/ 134447 w 276109"/>
              <a:gd name="csY36" fmla="*/ 0 h 131653"/>
              <a:gd name="csX37" fmla="*/ 136418 w 276109"/>
              <a:gd name="csY37" fmla="*/ 8390 h 131653"/>
              <a:gd name="csX38" fmla="*/ 147553 w 276109"/>
              <a:gd name="csY38" fmla="*/ 17557 h 131653"/>
              <a:gd name="csX39" fmla="*/ 164372 w 276109"/>
              <a:gd name="csY39" fmla="*/ 37279 h 131653"/>
              <a:gd name="csX40" fmla="*/ 179001 w 276109"/>
              <a:gd name="csY40" fmla="*/ 58990 h 131653"/>
              <a:gd name="csX41" fmla="*/ 191415 w 276109"/>
              <a:gd name="csY41" fmla="*/ 67081 h 131653"/>
              <a:gd name="csX42" fmla="*/ 215539 w 276109"/>
              <a:gd name="csY42" fmla="*/ 67434 h 131653"/>
              <a:gd name="csX43" fmla="*/ 218120 w 276109"/>
              <a:gd name="csY43" fmla="*/ 59084 h 131653"/>
              <a:gd name="csX44" fmla="*/ 224155 w 276109"/>
              <a:gd name="csY44" fmla="*/ 52122 h 131653"/>
              <a:gd name="csX45" fmla="*/ 241477 w 276109"/>
              <a:gd name="csY45" fmla="*/ 56639 h 131653"/>
              <a:gd name="csX46" fmla="*/ 260758 w 276109"/>
              <a:gd name="csY46" fmla="*/ 61955 h 131653"/>
              <a:gd name="csX47" fmla="*/ 271115 w 276109"/>
              <a:gd name="csY47" fmla="*/ 65853 h 131653"/>
              <a:gd name="csX48" fmla="*/ 274360 w 276109"/>
              <a:gd name="csY48" fmla="*/ 100702 h 131653"/>
              <a:gd name="csX49" fmla="*/ 276110 w 276109"/>
              <a:gd name="csY49" fmla="*/ 131654 h 131653"/>
              <a:gd name="csX50" fmla="*/ 259373 w 276109"/>
              <a:gd name="csY50" fmla="*/ 131654 h 131653"/>
              <a:gd name="csX51" fmla="*/ 240916 w 276109"/>
              <a:gd name="csY51" fmla="*/ 129933 h 1316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Lst>
            <a:rect l="l" t="t" r="r" b="b"/>
            <a:pathLst>
              <a:path w="276109" h="131653">
                <a:moveTo>
                  <a:pt x="240916" y="129933"/>
                </a:moveTo>
                <a:cubicBezTo>
                  <a:pt x="239969" y="128986"/>
                  <a:pt x="239195" y="126322"/>
                  <a:pt x="239195" y="124013"/>
                </a:cubicBezTo>
                <a:cubicBezTo>
                  <a:pt x="239195" y="121432"/>
                  <a:pt x="234966" y="118245"/>
                  <a:pt x="228223" y="115744"/>
                </a:cubicBezTo>
                <a:cubicBezTo>
                  <a:pt x="219440" y="112485"/>
                  <a:pt x="217381" y="110543"/>
                  <a:pt x="217897" y="106005"/>
                </a:cubicBezTo>
                <a:cubicBezTo>
                  <a:pt x="218682" y="99107"/>
                  <a:pt x="214348" y="90389"/>
                  <a:pt x="210063" y="90246"/>
                </a:cubicBezTo>
                <a:cubicBezTo>
                  <a:pt x="208338" y="90188"/>
                  <a:pt x="202905" y="86703"/>
                  <a:pt x="197989" y="82502"/>
                </a:cubicBezTo>
                <a:cubicBezTo>
                  <a:pt x="188345" y="74258"/>
                  <a:pt x="178782" y="72880"/>
                  <a:pt x="171181" y="78639"/>
                </a:cubicBezTo>
                <a:cubicBezTo>
                  <a:pt x="168558" y="80626"/>
                  <a:pt x="164670" y="81583"/>
                  <a:pt x="162540" y="80766"/>
                </a:cubicBezTo>
                <a:cubicBezTo>
                  <a:pt x="158541" y="79232"/>
                  <a:pt x="151258" y="86508"/>
                  <a:pt x="140024" y="103258"/>
                </a:cubicBezTo>
                <a:cubicBezTo>
                  <a:pt x="131601" y="115819"/>
                  <a:pt x="124189" y="123910"/>
                  <a:pt x="121107" y="123910"/>
                </a:cubicBezTo>
                <a:cubicBezTo>
                  <a:pt x="119672" y="123910"/>
                  <a:pt x="117052" y="122167"/>
                  <a:pt x="115285" y="120037"/>
                </a:cubicBezTo>
                <a:cubicBezTo>
                  <a:pt x="113517" y="117908"/>
                  <a:pt x="109378" y="116165"/>
                  <a:pt x="106086" y="116165"/>
                </a:cubicBezTo>
                <a:cubicBezTo>
                  <a:pt x="98470" y="116165"/>
                  <a:pt x="97317" y="114137"/>
                  <a:pt x="95488" y="97511"/>
                </a:cubicBezTo>
                <a:cubicBezTo>
                  <a:pt x="93708" y="81325"/>
                  <a:pt x="86063" y="72281"/>
                  <a:pt x="74161" y="72281"/>
                </a:cubicBezTo>
                <a:cubicBezTo>
                  <a:pt x="68039" y="72281"/>
                  <a:pt x="65473" y="74016"/>
                  <a:pt x="62180" y="80383"/>
                </a:cubicBezTo>
                <a:cubicBezTo>
                  <a:pt x="59748" y="85087"/>
                  <a:pt x="58583" y="91445"/>
                  <a:pt x="59403" y="95543"/>
                </a:cubicBezTo>
                <a:cubicBezTo>
                  <a:pt x="60452" y="100790"/>
                  <a:pt x="59265" y="104058"/>
                  <a:pt x="54777" y="108274"/>
                </a:cubicBezTo>
                <a:cubicBezTo>
                  <a:pt x="51457" y="111393"/>
                  <a:pt x="47935" y="117640"/>
                  <a:pt x="46950" y="122154"/>
                </a:cubicBezTo>
                <a:lnTo>
                  <a:pt x="45160" y="130363"/>
                </a:lnTo>
                <a:lnTo>
                  <a:pt x="42524" y="123910"/>
                </a:lnTo>
                <a:cubicBezTo>
                  <a:pt x="37073" y="110563"/>
                  <a:pt x="32979" y="104462"/>
                  <a:pt x="27585" y="101648"/>
                </a:cubicBezTo>
                <a:cubicBezTo>
                  <a:pt x="17943" y="96616"/>
                  <a:pt x="4895" y="80319"/>
                  <a:pt x="3541" y="71617"/>
                </a:cubicBezTo>
                <a:cubicBezTo>
                  <a:pt x="2825" y="67013"/>
                  <a:pt x="1452" y="60822"/>
                  <a:pt x="489" y="57859"/>
                </a:cubicBezTo>
                <a:cubicBezTo>
                  <a:pt x="-848" y="53746"/>
                  <a:pt x="431" y="51364"/>
                  <a:pt x="5896" y="47783"/>
                </a:cubicBezTo>
                <a:cubicBezTo>
                  <a:pt x="10761" y="44595"/>
                  <a:pt x="13372" y="44047"/>
                  <a:pt x="14046" y="46070"/>
                </a:cubicBezTo>
                <a:cubicBezTo>
                  <a:pt x="15462" y="50316"/>
                  <a:pt x="18138" y="49779"/>
                  <a:pt x="24934" y="43885"/>
                </a:cubicBezTo>
                <a:cubicBezTo>
                  <a:pt x="28208" y="41045"/>
                  <a:pt x="32964" y="38722"/>
                  <a:pt x="35503" y="38722"/>
                </a:cubicBezTo>
                <a:cubicBezTo>
                  <a:pt x="38041" y="38722"/>
                  <a:pt x="40941" y="37391"/>
                  <a:pt x="41946" y="35764"/>
                </a:cubicBezTo>
                <a:cubicBezTo>
                  <a:pt x="43722" y="32890"/>
                  <a:pt x="39180" y="33412"/>
                  <a:pt x="25819" y="37615"/>
                </a:cubicBezTo>
                <a:cubicBezTo>
                  <a:pt x="21516" y="38969"/>
                  <a:pt x="21538" y="38810"/>
                  <a:pt x="26045" y="35947"/>
                </a:cubicBezTo>
                <a:cubicBezTo>
                  <a:pt x="31416" y="32535"/>
                  <a:pt x="63427" y="25797"/>
                  <a:pt x="73982" y="25857"/>
                </a:cubicBezTo>
                <a:cubicBezTo>
                  <a:pt x="78607" y="25883"/>
                  <a:pt x="79439" y="26525"/>
                  <a:pt x="76916" y="28123"/>
                </a:cubicBezTo>
                <a:cubicBezTo>
                  <a:pt x="73965" y="29993"/>
                  <a:pt x="73961" y="30540"/>
                  <a:pt x="76893" y="31518"/>
                </a:cubicBezTo>
                <a:cubicBezTo>
                  <a:pt x="78816" y="32159"/>
                  <a:pt x="81904" y="31168"/>
                  <a:pt x="83755" y="29317"/>
                </a:cubicBezTo>
                <a:cubicBezTo>
                  <a:pt x="85607" y="27466"/>
                  <a:pt x="91425" y="24774"/>
                  <a:pt x="96686" y="23336"/>
                </a:cubicBezTo>
                <a:cubicBezTo>
                  <a:pt x="101946" y="21898"/>
                  <a:pt x="109785" y="17511"/>
                  <a:pt x="114106" y="13587"/>
                </a:cubicBezTo>
                <a:cubicBezTo>
                  <a:pt x="121455" y="6915"/>
                  <a:pt x="131807" y="0"/>
                  <a:pt x="134447" y="0"/>
                </a:cubicBezTo>
                <a:cubicBezTo>
                  <a:pt x="135087" y="0"/>
                  <a:pt x="135973" y="3775"/>
                  <a:pt x="136418" y="8390"/>
                </a:cubicBezTo>
                <a:cubicBezTo>
                  <a:pt x="137168" y="16168"/>
                  <a:pt x="137980" y="16836"/>
                  <a:pt x="147553" y="17557"/>
                </a:cubicBezTo>
                <a:cubicBezTo>
                  <a:pt x="160105" y="18501"/>
                  <a:pt x="164320" y="23444"/>
                  <a:pt x="164372" y="37279"/>
                </a:cubicBezTo>
                <a:cubicBezTo>
                  <a:pt x="164422" y="50382"/>
                  <a:pt x="165667" y="52231"/>
                  <a:pt x="179001" y="58990"/>
                </a:cubicBezTo>
                <a:cubicBezTo>
                  <a:pt x="184939" y="62000"/>
                  <a:pt x="190525" y="65641"/>
                  <a:pt x="191415" y="67081"/>
                </a:cubicBezTo>
                <a:cubicBezTo>
                  <a:pt x="193368" y="70242"/>
                  <a:pt x="210709" y="70495"/>
                  <a:pt x="215539" y="67434"/>
                </a:cubicBezTo>
                <a:cubicBezTo>
                  <a:pt x="217436" y="66231"/>
                  <a:pt x="218597" y="62474"/>
                  <a:pt x="218120" y="59084"/>
                </a:cubicBezTo>
                <a:cubicBezTo>
                  <a:pt x="217412" y="54054"/>
                  <a:pt x="218522" y="52773"/>
                  <a:pt x="224155" y="52122"/>
                </a:cubicBezTo>
                <a:cubicBezTo>
                  <a:pt x="227952" y="51683"/>
                  <a:pt x="235747" y="53716"/>
                  <a:pt x="241477" y="56639"/>
                </a:cubicBezTo>
                <a:cubicBezTo>
                  <a:pt x="247208" y="59563"/>
                  <a:pt x="255884" y="61955"/>
                  <a:pt x="260758" y="61955"/>
                </a:cubicBezTo>
                <a:cubicBezTo>
                  <a:pt x="266280" y="61955"/>
                  <a:pt x="270184" y="63424"/>
                  <a:pt x="271115" y="65853"/>
                </a:cubicBezTo>
                <a:cubicBezTo>
                  <a:pt x="271938" y="67996"/>
                  <a:pt x="273398" y="83679"/>
                  <a:pt x="274360" y="100702"/>
                </a:cubicBezTo>
                <a:lnTo>
                  <a:pt x="276110" y="131654"/>
                </a:lnTo>
                <a:lnTo>
                  <a:pt x="259373" y="131654"/>
                </a:lnTo>
                <a:cubicBezTo>
                  <a:pt x="250168" y="131654"/>
                  <a:pt x="241862" y="130880"/>
                  <a:pt x="240916" y="129933"/>
                </a:cubicBezTo>
                <a:close/>
              </a:path>
            </a:pathLst>
          </a:custGeom>
          <a:solidFill>
            <a:srgbClr val="B9B9B9"/>
          </a:solidFill>
          <a:ln w="5163" cap="flat">
            <a:noFill/>
            <a:prstDash val="solid"/>
            <a:miter/>
          </a:ln>
        </p:spPr>
        <p:txBody>
          <a:bodyPr/>
          <a:lstStyle/>
          <a:p>
            <a:endParaRPr lang="es-419" noProof="0" dirty="0"/>
          </a:p>
        </p:txBody>
      </p:sp>
      <p:sp>
        <p:nvSpPr>
          <p:cNvPr id="65" name="Forma libre: forma 64">
            <a:extLst>
              <a:ext uri="{FF2B5EF4-FFF2-40B4-BE49-F238E27FC236}">
                <a16:creationId xmlns:a16="http://schemas.microsoft.com/office/drawing/2014/main" id="{FFE719CF-D85F-CAAC-C3D1-7DB56B2CCCF6}"/>
              </a:ext>
            </a:extLst>
          </p:cNvPr>
          <p:cNvSpPr/>
          <p:nvPr/>
        </p:nvSpPr>
        <p:spPr>
          <a:xfrm>
            <a:off x="1184484" y="2261861"/>
            <a:ext cx="318490" cy="227740"/>
          </a:xfrm>
          <a:custGeom>
            <a:avLst/>
            <a:gdLst>
              <a:gd name="csX0" fmla="*/ 114616 w 318490"/>
              <a:gd name="csY0" fmla="*/ 224041 h 227740"/>
              <a:gd name="csX1" fmla="*/ 98063 w 318490"/>
              <a:gd name="csY1" fmla="*/ 220365 h 227740"/>
              <a:gd name="csX2" fmla="*/ 78702 w 318490"/>
              <a:gd name="csY2" fmla="*/ 212689 h 227740"/>
              <a:gd name="csX3" fmla="*/ 52720 w 318490"/>
              <a:gd name="csY3" fmla="*/ 202264 h 227740"/>
              <a:gd name="csX4" fmla="*/ 16521 w 318490"/>
              <a:gd name="csY4" fmla="*/ 184010 h 227740"/>
              <a:gd name="csX5" fmla="*/ 9212 w 318490"/>
              <a:gd name="csY5" fmla="*/ 173147 h 227740"/>
              <a:gd name="csX6" fmla="*/ 4642 w 318490"/>
              <a:gd name="csY6" fmla="*/ 147730 h 227740"/>
              <a:gd name="csX7" fmla="*/ 11809 w 318490"/>
              <a:gd name="csY7" fmla="*/ 137502 h 227740"/>
              <a:gd name="csX8" fmla="*/ 21183 w 318490"/>
              <a:gd name="csY8" fmla="*/ 134430 h 227740"/>
              <a:gd name="csX9" fmla="*/ 31013 w 318490"/>
              <a:gd name="csY9" fmla="*/ 131925 h 227740"/>
              <a:gd name="csX10" fmla="*/ 40878 w 318490"/>
              <a:gd name="csY10" fmla="*/ 131248 h 227740"/>
              <a:gd name="csX11" fmla="*/ 63873 w 318490"/>
              <a:gd name="csY11" fmla="*/ 121001 h 227740"/>
              <a:gd name="csX12" fmla="*/ 83748 w 318490"/>
              <a:gd name="csY12" fmla="*/ 109166 h 227740"/>
              <a:gd name="csX13" fmla="*/ 103738 w 318490"/>
              <a:gd name="csY13" fmla="*/ 85934 h 227740"/>
              <a:gd name="csX14" fmla="*/ 95901 w 318490"/>
              <a:gd name="csY14" fmla="*/ 79966 h 227740"/>
              <a:gd name="csX15" fmla="*/ 88802 w 318490"/>
              <a:gd name="csY15" fmla="*/ 74674 h 227740"/>
              <a:gd name="csX16" fmla="*/ 86125 w 318490"/>
              <a:gd name="csY16" fmla="*/ 66219 h 227740"/>
              <a:gd name="csX17" fmla="*/ 86125 w 318490"/>
              <a:gd name="csY17" fmla="*/ 56499 h 227740"/>
              <a:gd name="csX18" fmla="*/ 88802 w 318490"/>
              <a:gd name="csY18" fmla="*/ 47540 h 227740"/>
              <a:gd name="csX19" fmla="*/ 60913 w 318490"/>
              <a:gd name="csY19" fmla="*/ 35309 h 227740"/>
              <a:gd name="csX20" fmla="*/ 56419 w 318490"/>
              <a:gd name="csY20" fmla="*/ 24926 h 227740"/>
              <a:gd name="csX21" fmla="*/ 74769 w 318490"/>
              <a:gd name="csY21" fmla="*/ 18056 h 227740"/>
              <a:gd name="csX22" fmla="*/ 99155 w 318490"/>
              <a:gd name="csY22" fmla="*/ 10069 h 227740"/>
              <a:gd name="csX23" fmla="*/ 128747 w 318490"/>
              <a:gd name="csY23" fmla="*/ 1794 h 227740"/>
              <a:gd name="csX24" fmla="*/ 148545 w 318490"/>
              <a:gd name="csY24" fmla="*/ 0 h 227740"/>
              <a:gd name="csX25" fmla="*/ 155959 w 318490"/>
              <a:gd name="csY25" fmla="*/ 8117 h 227740"/>
              <a:gd name="csX26" fmla="*/ 176571 w 318490"/>
              <a:gd name="csY26" fmla="*/ 11071 h 227740"/>
              <a:gd name="csX27" fmla="*/ 199804 w 318490"/>
              <a:gd name="csY27" fmla="*/ 21145 h 227740"/>
              <a:gd name="csX28" fmla="*/ 218086 w 318490"/>
              <a:gd name="csY28" fmla="*/ 31610 h 227740"/>
              <a:gd name="csX29" fmla="*/ 246412 w 318490"/>
              <a:gd name="csY29" fmla="*/ 32163 h 227740"/>
              <a:gd name="csX30" fmla="*/ 266539 w 318490"/>
              <a:gd name="csY30" fmla="*/ 37891 h 227740"/>
              <a:gd name="csX31" fmla="*/ 290777 w 318490"/>
              <a:gd name="csY31" fmla="*/ 32555 h 227740"/>
              <a:gd name="csX32" fmla="*/ 315453 w 318490"/>
              <a:gd name="csY32" fmla="*/ 29658 h 227740"/>
              <a:gd name="csX33" fmla="*/ 315970 w 318490"/>
              <a:gd name="csY33" fmla="*/ 49793 h 227740"/>
              <a:gd name="csX34" fmla="*/ 313388 w 318490"/>
              <a:gd name="csY34" fmla="*/ 54741 h 227740"/>
              <a:gd name="csX35" fmla="*/ 311088 w 318490"/>
              <a:gd name="csY35" fmla="*/ 60549 h 227740"/>
              <a:gd name="csX36" fmla="*/ 306292 w 318490"/>
              <a:gd name="csY36" fmla="*/ 87865 h 227740"/>
              <a:gd name="csX37" fmla="*/ 284623 w 318490"/>
              <a:gd name="csY37" fmla="*/ 147819 h 227740"/>
              <a:gd name="csX38" fmla="*/ 277248 w 318490"/>
              <a:gd name="csY38" fmla="*/ 167736 h 227740"/>
              <a:gd name="csX39" fmla="*/ 272730 w 318490"/>
              <a:gd name="csY39" fmla="*/ 177484 h 227740"/>
              <a:gd name="csX40" fmla="*/ 214235 w 318490"/>
              <a:gd name="csY40" fmla="*/ 170076 h 227740"/>
              <a:gd name="csX41" fmla="*/ 184978 w 318490"/>
              <a:gd name="csY41" fmla="*/ 166604 h 227740"/>
              <a:gd name="csX42" fmla="*/ 157292 w 318490"/>
              <a:gd name="csY42" fmla="*/ 168449 h 227740"/>
              <a:gd name="csX43" fmla="*/ 156212 w 318490"/>
              <a:gd name="csY43" fmla="*/ 189010 h 227740"/>
              <a:gd name="csX44" fmla="*/ 147530 w 318490"/>
              <a:gd name="csY44" fmla="*/ 199123 h 227740"/>
              <a:gd name="csX45" fmla="*/ 137850 w 318490"/>
              <a:gd name="csY45" fmla="*/ 216729 h 227740"/>
              <a:gd name="csX46" fmla="*/ 130751 w 318490"/>
              <a:gd name="csY46" fmla="*/ 227717 h 227740"/>
              <a:gd name="csX47" fmla="*/ 114616 w 318490"/>
              <a:gd name="csY47" fmla="*/ 224041 h 2277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Lst>
            <a:rect l="l" t="t" r="r" b="b"/>
            <a:pathLst>
              <a:path w="318490" h="227740">
                <a:moveTo>
                  <a:pt x="114616" y="224041"/>
                </a:moveTo>
                <a:cubicBezTo>
                  <a:pt x="109647" y="222127"/>
                  <a:pt x="102198" y="220473"/>
                  <a:pt x="98063" y="220365"/>
                </a:cubicBezTo>
                <a:cubicBezTo>
                  <a:pt x="93928" y="220257"/>
                  <a:pt x="85216" y="216803"/>
                  <a:pt x="78702" y="212689"/>
                </a:cubicBezTo>
                <a:cubicBezTo>
                  <a:pt x="72189" y="208575"/>
                  <a:pt x="60497" y="203884"/>
                  <a:pt x="52720" y="202264"/>
                </a:cubicBezTo>
                <a:cubicBezTo>
                  <a:pt x="38260" y="199253"/>
                  <a:pt x="16521" y="188291"/>
                  <a:pt x="16521" y="184010"/>
                </a:cubicBezTo>
                <a:cubicBezTo>
                  <a:pt x="16521" y="182699"/>
                  <a:pt x="13232" y="177811"/>
                  <a:pt x="9212" y="173147"/>
                </a:cubicBezTo>
                <a:cubicBezTo>
                  <a:pt x="-1729" y="160453"/>
                  <a:pt x="-2493" y="156209"/>
                  <a:pt x="4642" y="147730"/>
                </a:cubicBezTo>
                <a:cubicBezTo>
                  <a:pt x="8064" y="143663"/>
                  <a:pt x="11290" y="139060"/>
                  <a:pt x="11809" y="137502"/>
                </a:cubicBezTo>
                <a:cubicBezTo>
                  <a:pt x="12328" y="135944"/>
                  <a:pt x="16546" y="134562"/>
                  <a:pt x="21183" y="134430"/>
                </a:cubicBezTo>
                <a:cubicBezTo>
                  <a:pt x="25819" y="134298"/>
                  <a:pt x="30243" y="133171"/>
                  <a:pt x="31013" y="131925"/>
                </a:cubicBezTo>
                <a:cubicBezTo>
                  <a:pt x="31783" y="130679"/>
                  <a:pt x="36222" y="130374"/>
                  <a:pt x="40878" y="131248"/>
                </a:cubicBezTo>
                <a:cubicBezTo>
                  <a:pt x="48236" y="132628"/>
                  <a:pt x="51244" y="131288"/>
                  <a:pt x="63873" y="121001"/>
                </a:cubicBezTo>
                <a:cubicBezTo>
                  <a:pt x="71865" y="114492"/>
                  <a:pt x="80808" y="109166"/>
                  <a:pt x="83748" y="109166"/>
                </a:cubicBezTo>
                <a:cubicBezTo>
                  <a:pt x="91503" y="109166"/>
                  <a:pt x="104649" y="93888"/>
                  <a:pt x="103738" y="85934"/>
                </a:cubicBezTo>
                <a:cubicBezTo>
                  <a:pt x="103134" y="80649"/>
                  <a:pt x="101713" y="79568"/>
                  <a:pt x="95901" y="79966"/>
                </a:cubicBezTo>
                <a:cubicBezTo>
                  <a:pt x="90126" y="80361"/>
                  <a:pt x="88802" y="79374"/>
                  <a:pt x="88802" y="74674"/>
                </a:cubicBezTo>
                <a:cubicBezTo>
                  <a:pt x="88802" y="71496"/>
                  <a:pt x="87597" y="67691"/>
                  <a:pt x="86125" y="66219"/>
                </a:cubicBezTo>
                <a:cubicBezTo>
                  <a:pt x="84276" y="64370"/>
                  <a:pt x="84276" y="61362"/>
                  <a:pt x="86125" y="56499"/>
                </a:cubicBezTo>
                <a:cubicBezTo>
                  <a:pt x="87597" y="52626"/>
                  <a:pt x="88802" y="48595"/>
                  <a:pt x="88802" y="47540"/>
                </a:cubicBezTo>
                <a:cubicBezTo>
                  <a:pt x="88802" y="45033"/>
                  <a:pt x="71424" y="37411"/>
                  <a:pt x="60913" y="35309"/>
                </a:cubicBezTo>
                <a:cubicBezTo>
                  <a:pt x="51581" y="33443"/>
                  <a:pt x="51150" y="32448"/>
                  <a:pt x="56419" y="24926"/>
                </a:cubicBezTo>
                <a:cubicBezTo>
                  <a:pt x="59183" y="20980"/>
                  <a:pt x="64034" y="19164"/>
                  <a:pt x="74769" y="18056"/>
                </a:cubicBezTo>
                <a:cubicBezTo>
                  <a:pt x="84042" y="17099"/>
                  <a:pt x="92933" y="14187"/>
                  <a:pt x="99155" y="10069"/>
                </a:cubicBezTo>
                <a:cubicBezTo>
                  <a:pt x="106450" y="5242"/>
                  <a:pt x="114000" y="3130"/>
                  <a:pt x="128747" y="1794"/>
                </a:cubicBezTo>
                <a:lnTo>
                  <a:pt x="148545" y="0"/>
                </a:lnTo>
                <a:lnTo>
                  <a:pt x="155959" y="8117"/>
                </a:lnTo>
                <a:cubicBezTo>
                  <a:pt x="164608" y="17586"/>
                  <a:pt x="168428" y="18134"/>
                  <a:pt x="176571" y="11071"/>
                </a:cubicBezTo>
                <a:cubicBezTo>
                  <a:pt x="187391" y="1687"/>
                  <a:pt x="199804" y="7069"/>
                  <a:pt x="199804" y="21145"/>
                </a:cubicBezTo>
                <a:cubicBezTo>
                  <a:pt x="199804" y="30772"/>
                  <a:pt x="209395" y="36261"/>
                  <a:pt x="218086" y="31610"/>
                </a:cubicBezTo>
                <a:cubicBezTo>
                  <a:pt x="228270" y="26160"/>
                  <a:pt x="241869" y="26426"/>
                  <a:pt x="246412" y="32163"/>
                </a:cubicBezTo>
                <a:cubicBezTo>
                  <a:pt x="249505" y="36068"/>
                  <a:pt x="254126" y="37384"/>
                  <a:pt x="266539" y="37891"/>
                </a:cubicBezTo>
                <a:cubicBezTo>
                  <a:pt x="279978" y="38440"/>
                  <a:pt x="284000" y="37555"/>
                  <a:pt x="290777" y="32555"/>
                </a:cubicBezTo>
                <a:cubicBezTo>
                  <a:pt x="299613" y="26036"/>
                  <a:pt x="310548" y="24752"/>
                  <a:pt x="315453" y="29658"/>
                </a:cubicBezTo>
                <a:cubicBezTo>
                  <a:pt x="319191" y="33396"/>
                  <a:pt x="319612" y="49793"/>
                  <a:pt x="315970" y="49793"/>
                </a:cubicBezTo>
                <a:cubicBezTo>
                  <a:pt x="314550" y="49793"/>
                  <a:pt x="313388" y="52020"/>
                  <a:pt x="313388" y="54741"/>
                </a:cubicBezTo>
                <a:cubicBezTo>
                  <a:pt x="313388" y="57462"/>
                  <a:pt x="312353" y="60076"/>
                  <a:pt x="311088" y="60549"/>
                </a:cubicBezTo>
                <a:cubicBezTo>
                  <a:pt x="309822" y="61023"/>
                  <a:pt x="307664" y="73315"/>
                  <a:pt x="306292" y="87865"/>
                </a:cubicBezTo>
                <a:cubicBezTo>
                  <a:pt x="303509" y="117372"/>
                  <a:pt x="292552" y="147689"/>
                  <a:pt x="284623" y="147819"/>
                </a:cubicBezTo>
                <a:cubicBezTo>
                  <a:pt x="279191" y="147908"/>
                  <a:pt x="277248" y="153157"/>
                  <a:pt x="277248" y="167736"/>
                </a:cubicBezTo>
                <a:cubicBezTo>
                  <a:pt x="277248" y="177878"/>
                  <a:pt x="276652" y="179163"/>
                  <a:pt x="272730" y="177484"/>
                </a:cubicBezTo>
                <a:cubicBezTo>
                  <a:pt x="262382" y="173052"/>
                  <a:pt x="240695" y="170306"/>
                  <a:pt x="214235" y="170076"/>
                </a:cubicBezTo>
                <a:cubicBezTo>
                  <a:pt x="194190" y="169901"/>
                  <a:pt x="185756" y="168900"/>
                  <a:pt x="184978" y="166604"/>
                </a:cubicBezTo>
                <a:cubicBezTo>
                  <a:pt x="183149" y="161204"/>
                  <a:pt x="162610" y="162574"/>
                  <a:pt x="157292" y="168449"/>
                </a:cubicBezTo>
                <a:cubicBezTo>
                  <a:pt x="153074" y="173111"/>
                  <a:pt x="152885" y="176707"/>
                  <a:pt x="156212" y="189010"/>
                </a:cubicBezTo>
                <a:cubicBezTo>
                  <a:pt x="156777" y="191099"/>
                  <a:pt x="153007" y="195490"/>
                  <a:pt x="147530" y="199123"/>
                </a:cubicBezTo>
                <a:cubicBezTo>
                  <a:pt x="138821" y="204900"/>
                  <a:pt x="137850" y="206668"/>
                  <a:pt x="137850" y="216729"/>
                </a:cubicBezTo>
                <a:cubicBezTo>
                  <a:pt x="137850" y="227257"/>
                  <a:pt x="137433" y="227902"/>
                  <a:pt x="130751" y="227717"/>
                </a:cubicBezTo>
                <a:cubicBezTo>
                  <a:pt x="126846" y="227609"/>
                  <a:pt x="119586" y="225955"/>
                  <a:pt x="114616" y="224041"/>
                </a:cubicBezTo>
                <a:close/>
              </a:path>
            </a:pathLst>
          </a:custGeom>
          <a:solidFill>
            <a:srgbClr val="B9B9B9"/>
          </a:solidFill>
          <a:ln w="5163" cap="flat">
            <a:noFill/>
            <a:prstDash val="solid"/>
            <a:miter/>
          </a:ln>
        </p:spPr>
        <p:txBody>
          <a:bodyPr/>
          <a:lstStyle/>
          <a:p>
            <a:endParaRPr lang="es-419" noProof="0" dirty="0"/>
          </a:p>
        </p:txBody>
      </p:sp>
      <p:sp>
        <p:nvSpPr>
          <p:cNvPr id="66" name="Forma libre: forma 65">
            <a:extLst>
              <a:ext uri="{FF2B5EF4-FFF2-40B4-BE49-F238E27FC236}">
                <a16:creationId xmlns:a16="http://schemas.microsoft.com/office/drawing/2014/main" id="{DFED9F3B-BC6C-5B6E-CAAC-F252A7937DF2}"/>
              </a:ext>
            </a:extLst>
          </p:cNvPr>
          <p:cNvSpPr/>
          <p:nvPr/>
        </p:nvSpPr>
        <p:spPr>
          <a:xfrm>
            <a:off x="1557246" y="2384328"/>
            <a:ext cx="70794" cy="61560"/>
          </a:xfrm>
          <a:custGeom>
            <a:avLst/>
            <a:gdLst>
              <a:gd name="csX0" fmla="*/ 30977 w 70794"/>
              <a:gd name="csY0" fmla="*/ 53817 h 61560"/>
              <a:gd name="csX1" fmla="*/ 18070 w 70794"/>
              <a:gd name="csY1" fmla="*/ 49863 h 61560"/>
              <a:gd name="csX2" fmla="*/ 14198 w 70794"/>
              <a:gd name="csY2" fmla="*/ 52169 h 61560"/>
              <a:gd name="csX3" fmla="*/ 10326 w 70794"/>
              <a:gd name="csY3" fmla="*/ 47062 h 61560"/>
              <a:gd name="csX4" fmla="*/ 5163 w 70794"/>
              <a:gd name="csY4" fmla="*/ 39020 h 61560"/>
              <a:gd name="csX5" fmla="*/ 0 w 70794"/>
              <a:gd name="csY5" fmla="*/ 32748 h 61560"/>
              <a:gd name="csX6" fmla="*/ 10326 w 70794"/>
              <a:gd name="csY6" fmla="*/ 18967 h 61560"/>
              <a:gd name="csX7" fmla="*/ 20652 w 70794"/>
              <a:gd name="csY7" fmla="*/ 3034 h 61560"/>
              <a:gd name="csX8" fmla="*/ 30332 w 70794"/>
              <a:gd name="csY8" fmla="*/ 698 h 61560"/>
              <a:gd name="csX9" fmla="*/ 54210 w 70794"/>
              <a:gd name="csY9" fmla="*/ 10137 h 61560"/>
              <a:gd name="csX10" fmla="*/ 63267 w 70794"/>
              <a:gd name="csY10" fmla="*/ 15095 h 61560"/>
              <a:gd name="csX11" fmla="*/ 69100 w 70794"/>
              <a:gd name="csY11" fmla="*/ 20258 h 61560"/>
              <a:gd name="csX12" fmla="*/ 69100 w 70794"/>
              <a:gd name="csY12" fmla="*/ 30584 h 61560"/>
              <a:gd name="csX13" fmla="*/ 69721 w 70794"/>
              <a:gd name="csY13" fmla="*/ 35746 h 61560"/>
              <a:gd name="csX14" fmla="*/ 67118 w 70794"/>
              <a:gd name="csY14" fmla="*/ 44803 h 61560"/>
              <a:gd name="csX15" fmla="*/ 61618 w 70794"/>
              <a:gd name="csY15" fmla="*/ 50612 h 61560"/>
              <a:gd name="csX16" fmla="*/ 54931 w 70794"/>
              <a:gd name="csY16" fmla="*/ 50644 h 61560"/>
              <a:gd name="csX17" fmla="*/ 37735 w 70794"/>
              <a:gd name="csY17" fmla="*/ 61561 h 61560"/>
              <a:gd name="csX18" fmla="*/ 30977 w 70794"/>
              <a:gd name="csY18" fmla="*/ 53817 h 615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70794" h="61560">
                <a:moveTo>
                  <a:pt x="30977" y="53817"/>
                </a:moveTo>
                <a:cubicBezTo>
                  <a:pt x="25158" y="45644"/>
                  <a:pt x="18070" y="43473"/>
                  <a:pt x="18070" y="49863"/>
                </a:cubicBezTo>
                <a:cubicBezTo>
                  <a:pt x="18070" y="52173"/>
                  <a:pt x="16557" y="53074"/>
                  <a:pt x="14198" y="52169"/>
                </a:cubicBezTo>
                <a:cubicBezTo>
                  <a:pt x="12068" y="51351"/>
                  <a:pt x="10326" y="49053"/>
                  <a:pt x="10326" y="47062"/>
                </a:cubicBezTo>
                <a:cubicBezTo>
                  <a:pt x="10326" y="45070"/>
                  <a:pt x="8003" y="41451"/>
                  <a:pt x="5163" y="39020"/>
                </a:cubicBezTo>
                <a:cubicBezTo>
                  <a:pt x="2323" y="36588"/>
                  <a:pt x="0" y="33766"/>
                  <a:pt x="0" y="32748"/>
                </a:cubicBezTo>
                <a:cubicBezTo>
                  <a:pt x="0" y="31730"/>
                  <a:pt x="4647" y="25529"/>
                  <a:pt x="10326" y="18967"/>
                </a:cubicBezTo>
                <a:cubicBezTo>
                  <a:pt x="16005" y="12405"/>
                  <a:pt x="20652" y="5235"/>
                  <a:pt x="20652" y="3034"/>
                </a:cubicBezTo>
                <a:cubicBezTo>
                  <a:pt x="20652" y="-166"/>
                  <a:pt x="22592" y="-634"/>
                  <a:pt x="30332" y="698"/>
                </a:cubicBezTo>
                <a:cubicBezTo>
                  <a:pt x="52748" y="4557"/>
                  <a:pt x="54210" y="5134"/>
                  <a:pt x="54210" y="10137"/>
                </a:cubicBezTo>
                <a:cubicBezTo>
                  <a:pt x="54210" y="14084"/>
                  <a:pt x="56056" y="15095"/>
                  <a:pt x="63267" y="15095"/>
                </a:cubicBezTo>
                <a:cubicBezTo>
                  <a:pt x="71678" y="15095"/>
                  <a:pt x="72094" y="15463"/>
                  <a:pt x="69100" y="20258"/>
                </a:cubicBezTo>
                <a:cubicBezTo>
                  <a:pt x="66522" y="24386"/>
                  <a:pt x="66522" y="26456"/>
                  <a:pt x="69100" y="30584"/>
                </a:cubicBezTo>
                <a:cubicBezTo>
                  <a:pt x="71011" y="33644"/>
                  <a:pt x="71264" y="35746"/>
                  <a:pt x="69721" y="35746"/>
                </a:cubicBezTo>
                <a:cubicBezTo>
                  <a:pt x="68289" y="35746"/>
                  <a:pt x="67118" y="39822"/>
                  <a:pt x="67118" y="44803"/>
                </a:cubicBezTo>
                <a:cubicBezTo>
                  <a:pt x="67118" y="53341"/>
                  <a:pt x="66802" y="53674"/>
                  <a:pt x="61618" y="50612"/>
                </a:cubicBezTo>
                <a:cubicBezTo>
                  <a:pt x="57188" y="47995"/>
                  <a:pt x="55886" y="48002"/>
                  <a:pt x="54931" y="50644"/>
                </a:cubicBezTo>
                <a:cubicBezTo>
                  <a:pt x="53898" y="53500"/>
                  <a:pt x="41201" y="61561"/>
                  <a:pt x="37735" y="61561"/>
                </a:cubicBezTo>
                <a:cubicBezTo>
                  <a:pt x="37051" y="61561"/>
                  <a:pt x="34010" y="58076"/>
                  <a:pt x="30977" y="53817"/>
                </a:cubicBezTo>
                <a:close/>
              </a:path>
            </a:pathLst>
          </a:custGeom>
          <a:solidFill>
            <a:srgbClr val="B9B9B9"/>
          </a:solidFill>
          <a:ln w="5163" cap="flat">
            <a:noFill/>
            <a:prstDash val="solid"/>
            <a:miter/>
          </a:ln>
        </p:spPr>
        <p:txBody>
          <a:bodyPr/>
          <a:lstStyle/>
          <a:p>
            <a:endParaRPr lang="es-419" noProof="0" dirty="0"/>
          </a:p>
        </p:txBody>
      </p:sp>
      <p:sp>
        <p:nvSpPr>
          <p:cNvPr id="67" name="Forma libre: forma 66">
            <a:extLst>
              <a:ext uri="{FF2B5EF4-FFF2-40B4-BE49-F238E27FC236}">
                <a16:creationId xmlns:a16="http://schemas.microsoft.com/office/drawing/2014/main" id="{4ED5AF82-2042-FD4C-6927-118FB3C9CB22}"/>
              </a:ext>
            </a:extLst>
          </p:cNvPr>
          <p:cNvSpPr/>
          <p:nvPr/>
        </p:nvSpPr>
        <p:spPr>
          <a:xfrm>
            <a:off x="1478193" y="2273156"/>
            <a:ext cx="153622" cy="170128"/>
          </a:xfrm>
          <a:custGeom>
            <a:avLst/>
            <a:gdLst>
              <a:gd name="csX0" fmla="*/ 8493 w 153622"/>
              <a:gd name="csY0" fmla="*/ 168431 h 170128"/>
              <a:gd name="csX1" fmla="*/ 6772 w 153622"/>
              <a:gd name="csY1" fmla="*/ 161418 h 170128"/>
              <a:gd name="csX2" fmla="*/ 2681 w 153622"/>
              <a:gd name="csY2" fmla="*/ 145415 h 170128"/>
              <a:gd name="csX3" fmla="*/ 5459 w 153622"/>
              <a:gd name="csY3" fmla="*/ 121148 h 170128"/>
              <a:gd name="csX4" fmla="*/ 14777 w 153622"/>
              <a:gd name="csY4" fmla="*/ 82726 h 170128"/>
              <a:gd name="csX5" fmla="*/ 25155 w 153622"/>
              <a:gd name="csY5" fmla="*/ 43661 h 170128"/>
              <a:gd name="csX6" fmla="*/ 27423 w 153622"/>
              <a:gd name="csY6" fmla="*/ 32229 h 170128"/>
              <a:gd name="csX7" fmla="*/ 31172 w 153622"/>
              <a:gd name="csY7" fmla="*/ 17047 h 170128"/>
              <a:gd name="csX8" fmla="*/ 33221 w 153622"/>
              <a:gd name="csY8" fmla="*/ 11598 h 170128"/>
              <a:gd name="csX9" fmla="*/ 37362 w 153622"/>
              <a:gd name="csY9" fmla="*/ 8370 h 170128"/>
              <a:gd name="csX10" fmla="*/ 41848 w 153622"/>
              <a:gd name="csY10" fmla="*/ 3309 h 170128"/>
              <a:gd name="csX11" fmla="*/ 51947 w 153622"/>
              <a:gd name="csY11" fmla="*/ 4939 h 170128"/>
              <a:gd name="csX12" fmla="*/ 67990 w 153622"/>
              <a:gd name="csY12" fmla="*/ 10085 h 170128"/>
              <a:gd name="csX13" fmla="*/ 82983 w 153622"/>
              <a:gd name="csY13" fmla="*/ 28865 h 170128"/>
              <a:gd name="csX14" fmla="*/ 93236 w 153622"/>
              <a:gd name="csY14" fmla="*/ 38498 h 170128"/>
              <a:gd name="csX15" fmla="*/ 103025 w 153622"/>
              <a:gd name="csY15" fmla="*/ 33366 h 170128"/>
              <a:gd name="csX16" fmla="*/ 120832 w 153622"/>
              <a:gd name="csY16" fmla="*/ 24595 h 170128"/>
              <a:gd name="csX17" fmla="*/ 122064 w 153622"/>
              <a:gd name="csY17" fmla="*/ 33182 h 170128"/>
              <a:gd name="csX18" fmla="*/ 135261 w 153622"/>
              <a:gd name="csY18" fmla="*/ 39968 h 170128"/>
              <a:gd name="csX19" fmla="*/ 152396 w 153622"/>
              <a:gd name="csY19" fmla="*/ 46930 h 170128"/>
              <a:gd name="csX20" fmla="*/ 149002 w 153622"/>
              <a:gd name="csY20" fmla="*/ 58232 h 170128"/>
              <a:gd name="csX21" fmla="*/ 146552 w 153622"/>
              <a:gd name="csY21" fmla="*/ 64545 h 170128"/>
              <a:gd name="csX22" fmla="*/ 148358 w 153622"/>
              <a:gd name="csY22" fmla="*/ 121402 h 170128"/>
              <a:gd name="csX23" fmla="*/ 135844 w 153622"/>
              <a:gd name="csY23" fmla="*/ 118523 h 170128"/>
              <a:gd name="csX24" fmla="*/ 131972 w 153622"/>
              <a:gd name="csY24" fmla="*/ 113360 h 170128"/>
              <a:gd name="csX25" fmla="*/ 128062 w 153622"/>
              <a:gd name="csY25" fmla="*/ 103679 h 170128"/>
              <a:gd name="csX26" fmla="*/ 124378 w 153622"/>
              <a:gd name="csY26" fmla="*/ 87545 h 170128"/>
              <a:gd name="csX27" fmla="*/ 116378 w 153622"/>
              <a:gd name="csY27" fmla="*/ 72702 h 170128"/>
              <a:gd name="csX28" fmla="*/ 107448 w 153622"/>
              <a:gd name="csY28" fmla="*/ 67912 h 170128"/>
              <a:gd name="csX29" fmla="*/ 99376 w 153622"/>
              <a:gd name="csY29" fmla="*/ 80152 h 170128"/>
              <a:gd name="csX30" fmla="*/ 94468 w 153622"/>
              <a:gd name="csY30" fmla="*/ 101141 h 170128"/>
              <a:gd name="csX31" fmla="*/ 81766 w 153622"/>
              <a:gd name="csY31" fmla="*/ 133635 h 170128"/>
              <a:gd name="csX32" fmla="*/ 65090 w 153622"/>
              <a:gd name="csY32" fmla="*/ 140680 h 170128"/>
              <a:gd name="csX33" fmla="*/ 53260 w 153622"/>
              <a:gd name="csY33" fmla="*/ 146865 h 170128"/>
              <a:gd name="csX34" fmla="*/ 38902 w 153622"/>
              <a:gd name="csY34" fmla="*/ 154663 h 170128"/>
              <a:gd name="csX35" fmla="*/ 22260 w 153622"/>
              <a:gd name="csY35" fmla="*/ 162407 h 170128"/>
              <a:gd name="csX36" fmla="*/ 8493 w 153622"/>
              <a:gd name="csY36" fmla="*/ 168431 h 17012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Lst>
            <a:rect l="l" t="t" r="r" b="b"/>
            <a:pathLst>
              <a:path w="153622" h="170128">
                <a:moveTo>
                  <a:pt x="8493" y="168431"/>
                </a:moveTo>
                <a:cubicBezTo>
                  <a:pt x="7546" y="167484"/>
                  <a:pt x="6772" y="164329"/>
                  <a:pt x="6772" y="161418"/>
                </a:cubicBezTo>
                <a:cubicBezTo>
                  <a:pt x="6772" y="158508"/>
                  <a:pt x="4931" y="151306"/>
                  <a:pt x="2681" y="145415"/>
                </a:cubicBezTo>
                <a:cubicBezTo>
                  <a:pt x="-1298" y="134996"/>
                  <a:pt x="-1222" y="134332"/>
                  <a:pt x="5459" y="121148"/>
                </a:cubicBezTo>
                <a:cubicBezTo>
                  <a:pt x="10516" y="111168"/>
                  <a:pt x="12973" y="101035"/>
                  <a:pt x="14777" y="82726"/>
                </a:cubicBezTo>
                <a:cubicBezTo>
                  <a:pt x="17244" y="57676"/>
                  <a:pt x="20967" y="43661"/>
                  <a:pt x="25155" y="43661"/>
                </a:cubicBezTo>
                <a:cubicBezTo>
                  <a:pt x="26403" y="43661"/>
                  <a:pt x="27423" y="38516"/>
                  <a:pt x="27423" y="32229"/>
                </a:cubicBezTo>
                <a:cubicBezTo>
                  <a:pt x="27423" y="25675"/>
                  <a:pt x="29023" y="19196"/>
                  <a:pt x="31172" y="17047"/>
                </a:cubicBezTo>
                <a:cubicBezTo>
                  <a:pt x="33235" y="14985"/>
                  <a:pt x="34156" y="12533"/>
                  <a:pt x="33221" y="11598"/>
                </a:cubicBezTo>
                <a:cubicBezTo>
                  <a:pt x="32286" y="10662"/>
                  <a:pt x="34150" y="9210"/>
                  <a:pt x="37362" y="8370"/>
                </a:cubicBezTo>
                <a:cubicBezTo>
                  <a:pt x="40925" y="7438"/>
                  <a:pt x="42675" y="5464"/>
                  <a:pt x="41848" y="3309"/>
                </a:cubicBezTo>
                <a:cubicBezTo>
                  <a:pt x="39982" y="-1555"/>
                  <a:pt x="42837" y="-1094"/>
                  <a:pt x="51947" y="4939"/>
                </a:cubicBezTo>
                <a:cubicBezTo>
                  <a:pt x="56206" y="7760"/>
                  <a:pt x="63426" y="10076"/>
                  <a:pt x="67990" y="10085"/>
                </a:cubicBezTo>
                <a:cubicBezTo>
                  <a:pt x="77231" y="10104"/>
                  <a:pt x="80149" y="13759"/>
                  <a:pt x="82983" y="28865"/>
                </a:cubicBezTo>
                <a:cubicBezTo>
                  <a:pt x="84632" y="37657"/>
                  <a:pt x="85527" y="38498"/>
                  <a:pt x="93236" y="38498"/>
                </a:cubicBezTo>
                <a:cubicBezTo>
                  <a:pt x="99495" y="38498"/>
                  <a:pt x="102031" y="37168"/>
                  <a:pt x="103025" y="33366"/>
                </a:cubicBezTo>
                <a:cubicBezTo>
                  <a:pt x="104466" y="27855"/>
                  <a:pt x="116509" y="21923"/>
                  <a:pt x="120832" y="24595"/>
                </a:cubicBezTo>
                <a:cubicBezTo>
                  <a:pt x="122276" y="25487"/>
                  <a:pt x="122830" y="29351"/>
                  <a:pt x="122064" y="33182"/>
                </a:cubicBezTo>
                <a:cubicBezTo>
                  <a:pt x="120679" y="40107"/>
                  <a:pt x="120757" y="40147"/>
                  <a:pt x="135261" y="39968"/>
                </a:cubicBezTo>
                <a:cubicBezTo>
                  <a:pt x="148934" y="39800"/>
                  <a:pt x="150012" y="40238"/>
                  <a:pt x="152396" y="46930"/>
                </a:cubicBezTo>
                <a:cubicBezTo>
                  <a:pt x="154575" y="53045"/>
                  <a:pt x="154087" y="54670"/>
                  <a:pt x="149002" y="58232"/>
                </a:cubicBezTo>
                <a:cubicBezTo>
                  <a:pt x="144363" y="61481"/>
                  <a:pt x="143827" y="62863"/>
                  <a:pt x="146552" y="64545"/>
                </a:cubicBezTo>
                <a:cubicBezTo>
                  <a:pt x="151618" y="67671"/>
                  <a:pt x="153227" y="118317"/>
                  <a:pt x="148358" y="121402"/>
                </a:cubicBezTo>
                <a:cubicBezTo>
                  <a:pt x="142062" y="125392"/>
                  <a:pt x="135844" y="123962"/>
                  <a:pt x="135844" y="118523"/>
                </a:cubicBezTo>
                <a:cubicBezTo>
                  <a:pt x="135844" y="115655"/>
                  <a:pt x="134123" y="113360"/>
                  <a:pt x="131972" y="113360"/>
                </a:cubicBezTo>
                <a:cubicBezTo>
                  <a:pt x="129225" y="113360"/>
                  <a:pt x="128089" y="110546"/>
                  <a:pt x="128062" y="103679"/>
                </a:cubicBezTo>
                <a:cubicBezTo>
                  <a:pt x="128041" y="98355"/>
                  <a:pt x="126383" y="91095"/>
                  <a:pt x="124378" y="87545"/>
                </a:cubicBezTo>
                <a:cubicBezTo>
                  <a:pt x="122373" y="83996"/>
                  <a:pt x="118773" y="77316"/>
                  <a:pt x="116378" y="72702"/>
                </a:cubicBezTo>
                <a:cubicBezTo>
                  <a:pt x="111867" y="64011"/>
                  <a:pt x="107448" y="61641"/>
                  <a:pt x="107448" y="67912"/>
                </a:cubicBezTo>
                <a:cubicBezTo>
                  <a:pt x="107448" y="69891"/>
                  <a:pt x="103816" y="75399"/>
                  <a:pt x="99376" y="80152"/>
                </a:cubicBezTo>
                <a:cubicBezTo>
                  <a:pt x="91445" y="88642"/>
                  <a:pt x="91359" y="89010"/>
                  <a:pt x="94468" y="101141"/>
                </a:cubicBezTo>
                <a:cubicBezTo>
                  <a:pt x="97988" y="114877"/>
                  <a:pt x="97068" y="117230"/>
                  <a:pt x="81766" y="133635"/>
                </a:cubicBezTo>
                <a:cubicBezTo>
                  <a:pt x="74766" y="141139"/>
                  <a:pt x="72544" y="142078"/>
                  <a:pt x="65090" y="140680"/>
                </a:cubicBezTo>
                <a:cubicBezTo>
                  <a:pt x="57313" y="139221"/>
                  <a:pt x="56181" y="139812"/>
                  <a:pt x="53260" y="146865"/>
                </a:cubicBezTo>
                <a:cubicBezTo>
                  <a:pt x="50372" y="153836"/>
                  <a:pt x="48850" y="154663"/>
                  <a:pt x="38902" y="154663"/>
                </a:cubicBezTo>
                <a:cubicBezTo>
                  <a:pt x="29485" y="154663"/>
                  <a:pt x="26927" y="155853"/>
                  <a:pt x="22260" y="162407"/>
                </a:cubicBezTo>
                <a:cubicBezTo>
                  <a:pt x="16933" y="169889"/>
                  <a:pt x="12076" y="172014"/>
                  <a:pt x="8493" y="168431"/>
                </a:cubicBezTo>
                <a:close/>
              </a:path>
            </a:pathLst>
          </a:custGeom>
          <a:solidFill>
            <a:srgbClr val="B9B9B9"/>
          </a:solidFill>
          <a:ln w="5163" cap="flat">
            <a:noFill/>
            <a:prstDash val="solid"/>
            <a:miter/>
          </a:ln>
        </p:spPr>
        <p:txBody>
          <a:bodyPr/>
          <a:lstStyle/>
          <a:p>
            <a:endParaRPr lang="es-419" noProof="0" dirty="0"/>
          </a:p>
        </p:txBody>
      </p:sp>
      <p:grpSp>
        <p:nvGrpSpPr>
          <p:cNvPr id="68" name="Gráfico 39">
            <a:extLst>
              <a:ext uri="{FF2B5EF4-FFF2-40B4-BE49-F238E27FC236}">
                <a16:creationId xmlns:a16="http://schemas.microsoft.com/office/drawing/2014/main" id="{29D18166-6B34-6926-1A70-7FDA9805DE63}"/>
              </a:ext>
            </a:extLst>
          </p:cNvPr>
          <p:cNvGrpSpPr/>
          <p:nvPr/>
        </p:nvGrpSpPr>
        <p:grpSpPr>
          <a:xfrm>
            <a:off x="2169009" y="2212045"/>
            <a:ext cx="273705" cy="260208"/>
            <a:chOff x="2169009" y="2212045"/>
            <a:chExt cx="273705" cy="260208"/>
          </a:xfrm>
          <a:solidFill>
            <a:srgbClr val="B9B9B9"/>
          </a:solidFill>
        </p:grpSpPr>
        <p:sp>
          <p:nvSpPr>
            <p:cNvPr id="69" name="Forma libre: forma 68">
              <a:extLst>
                <a:ext uri="{FF2B5EF4-FFF2-40B4-BE49-F238E27FC236}">
                  <a16:creationId xmlns:a16="http://schemas.microsoft.com/office/drawing/2014/main" id="{D45E50F9-1140-8ECA-4288-C5CFCDE72E91}"/>
                </a:ext>
              </a:extLst>
            </p:cNvPr>
            <p:cNvSpPr/>
            <p:nvPr/>
          </p:nvSpPr>
          <p:spPr>
            <a:xfrm>
              <a:off x="2169009" y="2212045"/>
              <a:ext cx="273705" cy="260208"/>
            </a:xfrm>
            <a:custGeom>
              <a:avLst/>
              <a:gdLst>
                <a:gd name="csX0" fmla="*/ 136396 w 273705"/>
                <a:gd name="csY0" fmla="*/ 251544 h 260208"/>
                <a:gd name="csX1" fmla="*/ 123951 w 273705"/>
                <a:gd name="csY1" fmla="*/ 241399 h 260208"/>
                <a:gd name="csX2" fmla="*/ 100178 w 273705"/>
                <a:gd name="csY2" fmla="*/ 233837 h 260208"/>
                <a:gd name="csX3" fmla="*/ 81199 w 273705"/>
                <a:gd name="csY3" fmla="*/ 230865 h 260208"/>
                <a:gd name="csX4" fmla="*/ 75979 w 273705"/>
                <a:gd name="csY4" fmla="*/ 240363 h 260208"/>
                <a:gd name="csX5" fmla="*/ 67894 w 273705"/>
                <a:gd name="csY5" fmla="*/ 246752 h 260208"/>
                <a:gd name="csX6" fmla="*/ 29911 w 273705"/>
                <a:gd name="csY6" fmla="*/ 227450 h 260208"/>
                <a:gd name="csX7" fmla="*/ 28472 w 273705"/>
                <a:gd name="csY7" fmla="*/ 213064 h 260208"/>
                <a:gd name="csX8" fmla="*/ 12481 w 273705"/>
                <a:gd name="csY8" fmla="*/ 197704 h 260208"/>
                <a:gd name="csX9" fmla="*/ 1103 w 273705"/>
                <a:gd name="csY9" fmla="*/ 191257 h 260208"/>
                <a:gd name="csX10" fmla="*/ 24560 w 273705"/>
                <a:gd name="csY10" fmla="*/ 177413 h 260208"/>
                <a:gd name="csX11" fmla="*/ 49357 w 273705"/>
                <a:gd name="csY11" fmla="*/ 181249 h 260208"/>
                <a:gd name="csX12" fmla="*/ 33383 w 273705"/>
                <a:gd name="csY12" fmla="*/ 188440 h 260208"/>
                <a:gd name="csX13" fmla="*/ 18111 w 273705"/>
                <a:gd name="csY13" fmla="*/ 189801 h 260208"/>
                <a:gd name="csX14" fmla="*/ 23379 w 273705"/>
                <a:gd name="csY14" fmla="*/ 191217 h 260208"/>
                <a:gd name="csX15" fmla="*/ 42338 w 273705"/>
                <a:gd name="csY15" fmla="*/ 193852 h 260208"/>
                <a:gd name="csX16" fmla="*/ 54801 w 273705"/>
                <a:gd name="csY16" fmla="*/ 205031 h 260208"/>
                <a:gd name="csX17" fmla="*/ 53572 w 273705"/>
                <a:gd name="csY17" fmla="*/ 211902 h 260208"/>
                <a:gd name="csX18" fmla="*/ 58745 w 273705"/>
                <a:gd name="csY18" fmla="*/ 206739 h 260208"/>
                <a:gd name="csX19" fmla="*/ 62804 w 273705"/>
                <a:gd name="csY19" fmla="*/ 199640 h 260208"/>
                <a:gd name="csX20" fmla="*/ 78923 w 273705"/>
                <a:gd name="csY20" fmla="*/ 200342 h 260208"/>
                <a:gd name="csX21" fmla="*/ 84524 w 273705"/>
                <a:gd name="csY21" fmla="*/ 197871 h 260208"/>
                <a:gd name="csX22" fmla="*/ 91725 w 273705"/>
                <a:gd name="csY22" fmla="*/ 189946 h 260208"/>
                <a:gd name="csX23" fmla="*/ 100403 w 273705"/>
                <a:gd name="csY23" fmla="*/ 165765 h 260208"/>
                <a:gd name="csX24" fmla="*/ 96700 w 273705"/>
                <a:gd name="csY24" fmla="*/ 159218 h 260208"/>
                <a:gd name="csX25" fmla="*/ 94398 w 273705"/>
                <a:gd name="csY25" fmla="*/ 157998 h 260208"/>
                <a:gd name="csX26" fmla="*/ 90392 w 273705"/>
                <a:gd name="csY26" fmla="*/ 161840 h 260208"/>
                <a:gd name="csX27" fmla="*/ 87810 w 273705"/>
                <a:gd name="csY27" fmla="*/ 164145 h 260208"/>
                <a:gd name="csX28" fmla="*/ 100799 w 273705"/>
                <a:gd name="csY28" fmla="*/ 149016 h 260208"/>
                <a:gd name="csX29" fmla="*/ 118746 w 273705"/>
                <a:gd name="csY29" fmla="*/ 138331 h 260208"/>
                <a:gd name="csX30" fmla="*/ 133646 w 273705"/>
                <a:gd name="csY30" fmla="*/ 125809 h 260208"/>
                <a:gd name="csX31" fmla="*/ 149004 w 273705"/>
                <a:gd name="csY31" fmla="*/ 91807 h 260208"/>
                <a:gd name="csX32" fmla="*/ 157715 w 273705"/>
                <a:gd name="csY32" fmla="*/ 65895 h 260208"/>
                <a:gd name="csX33" fmla="*/ 163243 w 273705"/>
                <a:gd name="csY33" fmla="*/ 33397 h 260208"/>
                <a:gd name="csX34" fmla="*/ 165326 w 273705"/>
                <a:gd name="csY34" fmla="*/ 1486 h 260208"/>
                <a:gd name="csX35" fmla="*/ 167796 w 273705"/>
                <a:gd name="csY35" fmla="*/ 6032 h 260208"/>
                <a:gd name="csX36" fmla="*/ 180226 w 273705"/>
                <a:gd name="csY36" fmla="*/ 14421 h 260208"/>
                <a:gd name="csX37" fmla="*/ 195070 w 273705"/>
                <a:gd name="csY37" fmla="*/ 12027 h 260208"/>
                <a:gd name="csX38" fmla="*/ 227557 w 273705"/>
                <a:gd name="csY38" fmla="*/ 43889 h 260208"/>
                <a:gd name="csX39" fmla="*/ 257592 w 273705"/>
                <a:gd name="csY39" fmla="*/ 78146 h 260208"/>
                <a:gd name="csX40" fmla="*/ 261681 w 273705"/>
                <a:gd name="csY40" fmla="*/ 107593 h 260208"/>
                <a:gd name="csX41" fmla="*/ 273489 w 273705"/>
                <a:gd name="csY41" fmla="*/ 250266 h 260208"/>
                <a:gd name="csX42" fmla="*/ 218174 w 273705"/>
                <a:gd name="csY42" fmla="*/ 254247 h 260208"/>
                <a:gd name="csX43" fmla="*/ 150594 w 273705"/>
                <a:gd name="csY43" fmla="*/ 258722 h 260208"/>
                <a:gd name="csX44" fmla="*/ 137226 w 273705"/>
                <a:gd name="csY44" fmla="*/ 260208 h 260208"/>
                <a:gd name="csX45" fmla="*/ 136396 w 273705"/>
                <a:gd name="csY45" fmla="*/ 251544 h 2602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Lst>
              <a:rect l="l" t="t" r="r" b="b"/>
              <a:pathLst>
                <a:path w="273705" h="260208">
                  <a:moveTo>
                    <a:pt x="136396" y="251544"/>
                  </a:moveTo>
                  <a:cubicBezTo>
                    <a:pt x="135615" y="243380"/>
                    <a:pt x="134897" y="242794"/>
                    <a:pt x="123951" y="241399"/>
                  </a:cubicBezTo>
                  <a:cubicBezTo>
                    <a:pt x="117562" y="240584"/>
                    <a:pt x="106864" y="237181"/>
                    <a:pt x="100178" y="233837"/>
                  </a:cubicBezTo>
                  <a:cubicBezTo>
                    <a:pt x="89763" y="228627"/>
                    <a:pt x="87046" y="228201"/>
                    <a:pt x="81199" y="230865"/>
                  </a:cubicBezTo>
                  <a:cubicBezTo>
                    <a:pt x="75659" y="233390"/>
                    <a:pt x="74677" y="235176"/>
                    <a:pt x="75979" y="240363"/>
                  </a:cubicBezTo>
                  <a:cubicBezTo>
                    <a:pt x="77472" y="246311"/>
                    <a:pt x="76914" y="246752"/>
                    <a:pt x="67894" y="246752"/>
                  </a:cubicBezTo>
                  <a:cubicBezTo>
                    <a:pt x="55809" y="246752"/>
                    <a:pt x="31822" y="234563"/>
                    <a:pt x="29911" y="227450"/>
                  </a:cubicBezTo>
                  <a:cubicBezTo>
                    <a:pt x="29139" y="224578"/>
                    <a:pt x="28492" y="218104"/>
                    <a:pt x="28472" y="213064"/>
                  </a:cubicBezTo>
                  <a:cubicBezTo>
                    <a:pt x="28427" y="201349"/>
                    <a:pt x="24633" y="197704"/>
                    <a:pt x="12481" y="197704"/>
                  </a:cubicBezTo>
                  <a:cubicBezTo>
                    <a:pt x="4225" y="197704"/>
                    <a:pt x="2471" y="196710"/>
                    <a:pt x="1103" y="191257"/>
                  </a:cubicBezTo>
                  <a:cubicBezTo>
                    <a:pt x="-2114" y="178441"/>
                    <a:pt x="578" y="176853"/>
                    <a:pt x="24560" y="177413"/>
                  </a:cubicBezTo>
                  <a:cubicBezTo>
                    <a:pt x="38820" y="177746"/>
                    <a:pt x="47574" y="179100"/>
                    <a:pt x="49357" y="181249"/>
                  </a:cubicBezTo>
                  <a:cubicBezTo>
                    <a:pt x="54736" y="187730"/>
                    <a:pt x="49187" y="190228"/>
                    <a:pt x="33383" y="188440"/>
                  </a:cubicBezTo>
                  <a:cubicBezTo>
                    <a:pt x="22288" y="187184"/>
                    <a:pt x="18111" y="187556"/>
                    <a:pt x="18111" y="189801"/>
                  </a:cubicBezTo>
                  <a:cubicBezTo>
                    <a:pt x="18111" y="191735"/>
                    <a:pt x="20080" y="192265"/>
                    <a:pt x="23379" y="191217"/>
                  </a:cubicBezTo>
                  <a:cubicBezTo>
                    <a:pt x="26276" y="190298"/>
                    <a:pt x="34808" y="191483"/>
                    <a:pt x="42338" y="193852"/>
                  </a:cubicBezTo>
                  <a:cubicBezTo>
                    <a:pt x="54989" y="197831"/>
                    <a:pt x="55937" y="198681"/>
                    <a:pt x="54801" y="205031"/>
                  </a:cubicBezTo>
                  <a:lnTo>
                    <a:pt x="53572" y="211902"/>
                  </a:lnTo>
                  <a:lnTo>
                    <a:pt x="58745" y="206739"/>
                  </a:lnTo>
                  <a:cubicBezTo>
                    <a:pt x="61590" y="203900"/>
                    <a:pt x="63416" y="200705"/>
                    <a:pt x="62804" y="199640"/>
                  </a:cubicBezTo>
                  <a:cubicBezTo>
                    <a:pt x="61196" y="196843"/>
                    <a:pt x="70823" y="197262"/>
                    <a:pt x="78923" y="200342"/>
                  </a:cubicBezTo>
                  <a:cubicBezTo>
                    <a:pt x="85153" y="202711"/>
                    <a:pt x="85724" y="202459"/>
                    <a:pt x="84524" y="197871"/>
                  </a:cubicBezTo>
                  <a:cubicBezTo>
                    <a:pt x="83478" y="193868"/>
                    <a:pt x="85034" y="192154"/>
                    <a:pt x="91725" y="189946"/>
                  </a:cubicBezTo>
                  <a:cubicBezTo>
                    <a:pt x="104380" y="185769"/>
                    <a:pt x="109318" y="172009"/>
                    <a:pt x="100403" y="165765"/>
                  </a:cubicBezTo>
                  <a:cubicBezTo>
                    <a:pt x="97428" y="163681"/>
                    <a:pt x="95762" y="160736"/>
                    <a:pt x="96700" y="159218"/>
                  </a:cubicBezTo>
                  <a:cubicBezTo>
                    <a:pt x="97747" y="157525"/>
                    <a:pt x="96859" y="157053"/>
                    <a:pt x="94398" y="157998"/>
                  </a:cubicBezTo>
                  <a:cubicBezTo>
                    <a:pt x="92194" y="158843"/>
                    <a:pt x="90392" y="160572"/>
                    <a:pt x="90392" y="161840"/>
                  </a:cubicBezTo>
                  <a:cubicBezTo>
                    <a:pt x="90392" y="163108"/>
                    <a:pt x="89230" y="164145"/>
                    <a:pt x="87810" y="164145"/>
                  </a:cubicBezTo>
                  <a:cubicBezTo>
                    <a:pt x="81811" y="164145"/>
                    <a:pt x="86198" y="159036"/>
                    <a:pt x="100799" y="149016"/>
                  </a:cubicBezTo>
                  <a:cubicBezTo>
                    <a:pt x="109362" y="143139"/>
                    <a:pt x="117438" y="138331"/>
                    <a:pt x="118746" y="138331"/>
                  </a:cubicBezTo>
                  <a:cubicBezTo>
                    <a:pt x="120053" y="138331"/>
                    <a:pt x="126758" y="132696"/>
                    <a:pt x="133646" y="125809"/>
                  </a:cubicBezTo>
                  <a:cubicBezTo>
                    <a:pt x="145786" y="113669"/>
                    <a:pt x="146254" y="112631"/>
                    <a:pt x="149004" y="91807"/>
                  </a:cubicBezTo>
                  <a:cubicBezTo>
                    <a:pt x="151298" y="74430"/>
                    <a:pt x="152962" y="69481"/>
                    <a:pt x="157715" y="65895"/>
                  </a:cubicBezTo>
                  <a:cubicBezTo>
                    <a:pt x="163239" y="61729"/>
                    <a:pt x="163570" y="59784"/>
                    <a:pt x="163243" y="33397"/>
                  </a:cubicBezTo>
                  <a:cubicBezTo>
                    <a:pt x="163052" y="17960"/>
                    <a:pt x="163989" y="3600"/>
                    <a:pt x="165326" y="1486"/>
                  </a:cubicBezTo>
                  <a:cubicBezTo>
                    <a:pt x="167138" y="-1380"/>
                    <a:pt x="167766" y="-224"/>
                    <a:pt x="167796" y="6032"/>
                  </a:cubicBezTo>
                  <a:cubicBezTo>
                    <a:pt x="167835" y="14326"/>
                    <a:pt x="167976" y="14421"/>
                    <a:pt x="180226" y="14421"/>
                  </a:cubicBezTo>
                  <a:cubicBezTo>
                    <a:pt x="187041" y="14421"/>
                    <a:pt x="193721" y="13344"/>
                    <a:pt x="195070" y="12027"/>
                  </a:cubicBezTo>
                  <a:cubicBezTo>
                    <a:pt x="196598" y="10534"/>
                    <a:pt x="208840" y="22541"/>
                    <a:pt x="227557" y="43889"/>
                  </a:cubicBezTo>
                  <a:lnTo>
                    <a:pt x="257592" y="78146"/>
                  </a:lnTo>
                  <a:lnTo>
                    <a:pt x="261681" y="107593"/>
                  </a:lnTo>
                  <a:cubicBezTo>
                    <a:pt x="266251" y="140497"/>
                    <a:pt x="275208" y="248724"/>
                    <a:pt x="273489" y="250266"/>
                  </a:cubicBezTo>
                  <a:cubicBezTo>
                    <a:pt x="272881" y="250811"/>
                    <a:pt x="247989" y="252602"/>
                    <a:pt x="218174" y="254247"/>
                  </a:cubicBezTo>
                  <a:cubicBezTo>
                    <a:pt x="188358" y="255891"/>
                    <a:pt x="157947" y="257905"/>
                    <a:pt x="150594" y="258722"/>
                  </a:cubicBezTo>
                  <a:lnTo>
                    <a:pt x="137226" y="260208"/>
                  </a:lnTo>
                  <a:lnTo>
                    <a:pt x="136396" y="251544"/>
                  </a:lnTo>
                  <a:close/>
                </a:path>
              </a:pathLst>
            </a:custGeom>
            <a:solidFill>
              <a:srgbClr val="B9B9B9"/>
            </a:solidFill>
            <a:ln w="5163" cap="flat">
              <a:noFill/>
              <a:prstDash val="solid"/>
              <a:miter/>
            </a:ln>
          </p:spPr>
          <p:txBody>
            <a:bodyPr/>
            <a:lstStyle/>
            <a:p>
              <a:endParaRPr lang="es-419" noProof="0" dirty="0"/>
            </a:p>
          </p:txBody>
        </p:sp>
        <p:sp>
          <p:nvSpPr>
            <p:cNvPr id="70" name="Forma libre: forma 69">
              <a:extLst>
                <a:ext uri="{FF2B5EF4-FFF2-40B4-BE49-F238E27FC236}">
                  <a16:creationId xmlns:a16="http://schemas.microsoft.com/office/drawing/2014/main" id="{88563243-2673-89BD-E701-FA29233A0EAE}"/>
                </a:ext>
              </a:extLst>
            </p:cNvPr>
            <p:cNvSpPr/>
            <p:nvPr/>
          </p:nvSpPr>
          <p:spPr>
            <a:xfrm>
              <a:off x="2221969" y="2379232"/>
              <a:ext cx="29491" cy="17638"/>
            </a:xfrm>
            <a:custGeom>
              <a:avLst/>
              <a:gdLst>
                <a:gd name="csX0" fmla="*/ 10326 w 29491"/>
                <a:gd name="csY0" fmla="*/ 11251 h 17638"/>
                <a:gd name="csX1" fmla="*/ 23663 w 29491"/>
                <a:gd name="csY1" fmla="*/ 4783 h 17638"/>
                <a:gd name="csX2" fmla="*/ 27977 w 29491"/>
                <a:gd name="csY2" fmla="*/ 1475 h 17638"/>
                <a:gd name="csX3" fmla="*/ 29483 w 29491"/>
                <a:gd name="csY3" fmla="*/ 1025 h 17638"/>
                <a:gd name="csX4" fmla="*/ 8425 w 29491"/>
                <a:gd name="csY4" fmla="*/ 16751 h 17638"/>
                <a:gd name="csX5" fmla="*/ 0 w 29491"/>
                <a:gd name="csY5" fmla="*/ 17639 h 17638"/>
                <a:gd name="csX6" fmla="*/ 10326 w 29491"/>
                <a:gd name="csY6" fmla="*/ 11251 h 17638"/>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9491" h="17638">
                  <a:moveTo>
                    <a:pt x="10326" y="11251"/>
                  </a:moveTo>
                  <a:cubicBezTo>
                    <a:pt x="16005" y="7738"/>
                    <a:pt x="22007" y="4827"/>
                    <a:pt x="23663" y="4783"/>
                  </a:cubicBezTo>
                  <a:cubicBezTo>
                    <a:pt x="25320" y="4738"/>
                    <a:pt x="27261" y="3250"/>
                    <a:pt x="27977" y="1475"/>
                  </a:cubicBezTo>
                  <a:cubicBezTo>
                    <a:pt x="28693" y="-299"/>
                    <a:pt x="29371" y="-502"/>
                    <a:pt x="29483" y="1025"/>
                  </a:cubicBezTo>
                  <a:cubicBezTo>
                    <a:pt x="29861" y="6183"/>
                    <a:pt x="16907" y="15857"/>
                    <a:pt x="8425" y="16751"/>
                  </a:cubicBezTo>
                  <a:lnTo>
                    <a:pt x="0" y="17639"/>
                  </a:lnTo>
                  <a:lnTo>
                    <a:pt x="10326" y="11251"/>
                  </a:lnTo>
                  <a:close/>
                </a:path>
              </a:pathLst>
            </a:custGeom>
            <a:solidFill>
              <a:srgbClr val="B9B9B9"/>
            </a:solidFill>
            <a:ln w="5163" cap="flat">
              <a:noFill/>
              <a:prstDash val="solid"/>
              <a:miter/>
            </a:ln>
          </p:spPr>
          <p:txBody>
            <a:bodyPr/>
            <a:lstStyle/>
            <a:p>
              <a:endParaRPr lang="es-419" noProof="0" dirty="0"/>
            </a:p>
          </p:txBody>
        </p:sp>
      </p:grpSp>
      <p:sp>
        <p:nvSpPr>
          <p:cNvPr id="71" name="Forma libre: forma 70">
            <a:extLst>
              <a:ext uri="{FF2B5EF4-FFF2-40B4-BE49-F238E27FC236}">
                <a16:creationId xmlns:a16="http://schemas.microsoft.com/office/drawing/2014/main" id="{4B0FC562-3BF2-628E-1A09-0E4851AB84A8}"/>
              </a:ext>
            </a:extLst>
          </p:cNvPr>
          <p:cNvSpPr/>
          <p:nvPr/>
        </p:nvSpPr>
        <p:spPr>
          <a:xfrm>
            <a:off x="1574029" y="2346575"/>
            <a:ext cx="28491" cy="35790"/>
          </a:xfrm>
          <a:custGeom>
            <a:avLst/>
            <a:gdLst>
              <a:gd name="csX0" fmla="*/ 11768 w 28491"/>
              <a:gd name="csY0" fmla="*/ 34872 h 35790"/>
              <a:gd name="csX1" fmla="*/ 805 w 28491"/>
              <a:gd name="csY1" fmla="*/ 25413 h 35790"/>
              <a:gd name="csX2" fmla="*/ 7669 w 28491"/>
              <a:gd name="csY2" fmla="*/ 7571 h 35790"/>
              <a:gd name="csX3" fmla="*/ 18379 w 28491"/>
              <a:gd name="csY3" fmla="*/ 2738 h 35790"/>
              <a:gd name="csX4" fmla="*/ 23574 w 28491"/>
              <a:gd name="csY4" fmla="*/ 11696 h 35790"/>
              <a:gd name="csX5" fmla="*/ 28193 w 28491"/>
              <a:gd name="csY5" fmla="*/ 24987 h 35790"/>
              <a:gd name="csX6" fmla="*/ 11768 w 28491"/>
              <a:gd name="csY6" fmla="*/ 34872 h 35790"/>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8491" h="35790">
                <a:moveTo>
                  <a:pt x="11768" y="34872"/>
                </a:moveTo>
                <a:cubicBezTo>
                  <a:pt x="4464" y="33733"/>
                  <a:pt x="2519" y="32055"/>
                  <a:pt x="805" y="25413"/>
                </a:cubicBezTo>
                <a:cubicBezTo>
                  <a:pt x="-1017" y="18356"/>
                  <a:pt x="-153" y="16110"/>
                  <a:pt x="7669" y="7571"/>
                </a:cubicBezTo>
                <a:cubicBezTo>
                  <a:pt x="15700" y="-1197"/>
                  <a:pt x="16797" y="-1692"/>
                  <a:pt x="18379" y="2738"/>
                </a:cubicBezTo>
                <a:cubicBezTo>
                  <a:pt x="19348" y="5452"/>
                  <a:pt x="21686" y="9483"/>
                  <a:pt x="23574" y="11696"/>
                </a:cubicBezTo>
                <a:cubicBezTo>
                  <a:pt x="25461" y="13908"/>
                  <a:pt x="27540" y="19890"/>
                  <a:pt x="28193" y="24987"/>
                </a:cubicBezTo>
                <a:cubicBezTo>
                  <a:pt x="29539" y="35505"/>
                  <a:pt x="26717" y="37203"/>
                  <a:pt x="11768" y="34872"/>
                </a:cubicBezTo>
                <a:close/>
              </a:path>
            </a:pathLst>
          </a:custGeom>
          <a:solidFill>
            <a:srgbClr val="CCCCCC"/>
          </a:solidFill>
          <a:ln w="5163" cap="flat">
            <a:noFill/>
            <a:prstDash val="solid"/>
            <a:miter/>
          </a:ln>
        </p:spPr>
        <p:txBody>
          <a:bodyPr/>
          <a:lstStyle/>
          <a:p>
            <a:endParaRPr lang="es-419" noProof="0" dirty="0"/>
          </a:p>
        </p:txBody>
      </p:sp>
      <p:sp>
        <p:nvSpPr>
          <p:cNvPr id="72" name="Forma libre: forma 71">
            <a:extLst>
              <a:ext uri="{FF2B5EF4-FFF2-40B4-BE49-F238E27FC236}">
                <a16:creationId xmlns:a16="http://schemas.microsoft.com/office/drawing/2014/main" id="{0730FC95-8682-700A-2348-69A34AD6BD89}"/>
              </a:ext>
            </a:extLst>
          </p:cNvPr>
          <p:cNvSpPr/>
          <p:nvPr/>
        </p:nvSpPr>
        <p:spPr>
          <a:xfrm>
            <a:off x="1629800" y="2326596"/>
            <a:ext cx="82332" cy="45198"/>
          </a:xfrm>
          <a:custGeom>
            <a:avLst/>
            <a:gdLst>
              <a:gd name="csX0" fmla="*/ 35828 w 82332"/>
              <a:gd name="csY0" fmla="*/ 43172 h 45198"/>
              <a:gd name="csX1" fmla="*/ 20861 w 82332"/>
              <a:gd name="csY1" fmla="*/ 27939 h 45198"/>
              <a:gd name="csX2" fmla="*/ 6710 w 82332"/>
              <a:gd name="csY2" fmla="*/ 16733 h 45198"/>
              <a:gd name="csX3" fmla="*/ 200 w 82332"/>
              <a:gd name="csY3" fmla="*/ 11518 h 45198"/>
              <a:gd name="csX4" fmla="*/ 11960 w 82332"/>
              <a:gd name="csY4" fmla="*/ 5709 h 45198"/>
              <a:gd name="csX5" fmla="*/ 29437 w 82332"/>
              <a:gd name="csY5" fmla="*/ 2139 h 45198"/>
              <a:gd name="csX6" fmla="*/ 38320 w 82332"/>
              <a:gd name="csY6" fmla="*/ 692 h 45198"/>
              <a:gd name="csX7" fmla="*/ 49592 w 82332"/>
              <a:gd name="csY7" fmla="*/ 4355 h 45198"/>
              <a:gd name="csX8" fmla="*/ 61209 w 82332"/>
              <a:gd name="csY8" fmla="*/ 13550 h 45198"/>
              <a:gd name="csX9" fmla="*/ 68838 w 82332"/>
              <a:gd name="csY9" fmla="*/ 19970 h 45198"/>
              <a:gd name="csX10" fmla="*/ 82332 w 82332"/>
              <a:gd name="csY10" fmla="*/ 30233 h 45198"/>
              <a:gd name="csX11" fmla="*/ 75901 w 82332"/>
              <a:gd name="csY11" fmla="*/ 31524 h 45198"/>
              <a:gd name="csX12" fmla="*/ 66358 w 82332"/>
              <a:gd name="csY12" fmla="*/ 36506 h 45198"/>
              <a:gd name="csX13" fmla="*/ 58348 w 82332"/>
              <a:gd name="csY13" fmla="*/ 38866 h 45198"/>
              <a:gd name="csX14" fmla="*/ 47885 w 82332"/>
              <a:gd name="csY14" fmla="*/ 41425 h 45198"/>
              <a:gd name="csX15" fmla="*/ 35828 w 82332"/>
              <a:gd name="csY15" fmla="*/ 43172 h 4519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82332" h="45198">
                <a:moveTo>
                  <a:pt x="35828" y="43172"/>
                </a:moveTo>
                <a:cubicBezTo>
                  <a:pt x="32257" y="41284"/>
                  <a:pt x="25522" y="34429"/>
                  <a:pt x="20861" y="27939"/>
                </a:cubicBezTo>
                <a:cubicBezTo>
                  <a:pt x="14698" y="19357"/>
                  <a:pt x="10840" y="16301"/>
                  <a:pt x="6710" y="16733"/>
                </a:cubicBezTo>
                <a:cubicBezTo>
                  <a:pt x="2564" y="17166"/>
                  <a:pt x="809" y="15760"/>
                  <a:pt x="200" y="11518"/>
                </a:cubicBezTo>
                <a:cubicBezTo>
                  <a:pt x="-566" y="6174"/>
                  <a:pt x="375" y="5709"/>
                  <a:pt x="11960" y="5709"/>
                </a:cubicBezTo>
                <a:cubicBezTo>
                  <a:pt x="18887" y="5709"/>
                  <a:pt x="26751" y="4102"/>
                  <a:pt x="29437" y="2139"/>
                </a:cubicBezTo>
                <a:cubicBezTo>
                  <a:pt x="32427" y="-48"/>
                  <a:pt x="35871" y="-609"/>
                  <a:pt x="38320" y="692"/>
                </a:cubicBezTo>
                <a:cubicBezTo>
                  <a:pt x="40520" y="1860"/>
                  <a:pt x="45592" y="3509"/>
                  <a:pt x="49592" y="4355"/>
                </a:cubicBezTo>
                <a:cubicBezTo>
                  <a:pt x="53972" y="5282"/>
                  <a:pt x="58593" y="8940"/>
                  <a:pt x="61209" y="13550"/>
                </a:cubicBezTo>
                <a:cubicBezTo>
                  <a:pt x="63598" y="17761"/>
                  <a:pt x="67032" y="20650"/>
                  <a:pt x="68838" y="19970"/>
                </a:cubicBezTo>
                <a:cubicBezTo>
                  <a:pt x="71755" y="18872"/>
                  <a:pt x="82332" y="26917"/>
                  <a:pt x="82332" y="30233"/>
                </a:cubicBezTo>
                <a:cubicBezTo>
                  <a:pt x="82332" y="30943"/>
                  <a:pt x="79438" y="31524"/>
                  <a:pt x="75901" y="31524"/>
                </a:cubicBezTo>
                <a:cubicBezTo>
                  <a:pt x="72343" y="31524"/>
                  <a:pt x="68079" y="33750"/>
                  <a:pt x="66358" y="36506"/>
                </a:cubicBezTo>
                <a:cubicBezTo>
                  <a:pt x="63915" y="40418"/>
                  <a:pt x="62194" y="40925"/>
                  <a:pt x="58348" y="38866"/>
                </a:cubicBezTo>
                <a:cubicBezTo>
                  <a:pt x="54563" y="36841"/>
                  <a:pt x="52184" y="37422"/>
                  <a:pt x="47885" y="41425"/>
                </a:cubicBezTo>
                <a:cubicBezTo>
                  <a:pt x="42972" y="45999"/>
                  <a:pt x="41560" y="46204"/>
                  <a:pt x="35828" y="43172"/>
                </a:cubicBezTo>
                <a:close/>
              </a:path>
            </a:pathLst>
          </a:custGeom>
          <a:solidFill>
            <a:srgbClr val="B9B9B9"/>
          </a:solidFill>
          <a:ln w="5163" cap="flat">
            <a:noFill/>
            <a:prstDash val="solid"/>
            <a:miter/>
          </a:ln>
        </p:spPr>
        <p:txBody>
          <a:bodyPr/>
          <a:lstStyle/>
          <a:p>
            <a:endParaRPr lang="es-419" noProof="0" dirty="0"/>
          </a:p>
        </p:txBody>
      </p:sp>
      <p:sp>
        <p:nvSpPr>
          <p:cNvPr id="73" name="Forma libre: forma 72">
            <a:extLst>
              <a:ext uri="{FF2B5EF4-FFF2-40B4-BE49-F238E27FC236}">
                <a16:creationId xmlns:a16="http://schemas.microsoft.com/office/drawing/2014/main" id="{0B2494B8-EC6A-D9E4-17A3-4D720F66FCD0}"/>
              </a:ext>
            </a:extLst>
          </p:cNvPr>
          <p:cNvSpPr/>
          <p:nvPr/>
        </p:nvSpPr>
        <p:spPr>
          <a:xfrm>
            <a:off x="1522864" y="2163021"/>
            <a:ext cx="166771" cy="166600"/>
          </a:xfrm>
          <a:custGeom>
            <a:avLst/>
            <a:gdLst>
              <a:gd name="csX0" fmla="*/ 112825 w 166771"/>
              <a:gd name="csY0" fmla="*/ 162186 h 166600"/>
              <a:gd name="csX1" fmla="*/ 93810 w 166771"/>
              <a:gd name="csY1" fmla="*/ 146052 h 166600"/>
              <a:gd name="csX2" fmla="*/ 80847 w 166771"/>
              <a:gd name="csY2" fmla="*/ 139517 h 166600"/>
              <a:gd name="csX3" fmla="*/ 77061 w 166771"/>
              <a:gd name="csY3" fmla="*/ 131529 h 166600"/>
              <a:gd name="csX4" fmla="*/ 56324 w 166771"/>
              <a:gd name="csY4" fmla="*/ 140503 h 166600"/>
              <a:gd name="csX5" fmla="*/ 40835 w 166771"/>
              <a:gd name="csY5" fmla="*/ 134435 h 166600"/>
              <a:gd name="csX6" fmla="*/ 25839 w 166771"/>
              <a:gd name="csY6" fmla="*/ 117575 h 166600"/>
              <a:gd name="csX7" fmla="*/ 603 w 166771"/>
              <a:gd name="csY7" fmla="*/ 103594 h 166600"/>
              <a:gd name="csX8" fmla="*/ 3427 w 166771"/>
              <a:gd name="csY8" fmla="*/ 92334 h 166600"/>
              <a:gd name="csX9" fmla="*/ 16980 w 166771"/>
              <a:gd name="csY9" fmla="*/ 76064 h 166600"/>
              <a:gd name="csX10" fmla="*/ 29744 w 166771"/>
              <a:gd name="csY10" fmla="*/ 65065 h 166600"/>
              <a:gd name="csX11" fmla="*/ 36843 w 166771"/>
              <a:gd name="csY11" fmla="*/ 46479 h 166600"/>
              <a:gd name="csX12" fmla="*/ 44707 w 166771"/>
              <a:gd name="csY12" fmla="*/ 28415 h 166600"/>
              <a:gd name="csX13" fmla="*/ 49507 w 166771"/>
              <a:gd name="csY13" fmla="*/ 27678 h 166600"/>
              <a:gd name="csX14" fmla="*/ 60947 w 166771"/>
              <a:gd name="csY14" fmla="*/ 25763 h 166600"/>
              <a:gd name="csX15" fmla="*/ 70323 w 166771"/>
              <a:gd name="csY15" fmla="*/ 14969 h 166600"/>
              <a:gd name="csX16" fmla="*/ 78890 w 166771"/>
              <a:gd name="csY16" fmla="*/ 12726 h 166600"/>
              <a:gd name="csX17" fmla="*/ 98544 w 166771"/>
              <a:gd name="csY17" fmla="*/ 17873 h 166600"/>
              <a:gd name="csX18" fmla="*/ 112369 w 166771"/>
              <a:gd name="csY18" fmla="*/ 19382 h 166600"/>
              <a:gd name="csX19" fmla="*/ 111333 w 166771"/>
              <a:gd name="csY19" fmla="*/ 10510 h 166600"/>
              <a:gd name="csX20" fmla="*/ 113560 w 166771"/>
              <a:gd name="csY20" fmla="*/ 387 h 166600"/>
              <a:gd name="csX21" fmla="*/ 117960 w 166771"/>
              <a:gd name="csY21" fmla="*/ 7843 h 166600"/>
              <a:gd name="csX22" fmla="*/ 132949 w 166771"/>
              <a:gd name="csY22" fmla="*/ 23283 h 166600"/>
              <a:gd name="csX23" fmla="*/ 137639 w 166771"/>
              <a:gd name="csY23" fmla="*/ 24249 h 166600"/>
              <a:gd name="csX24" fmla="*/ 142971 w 166771"/>
              <a:gd name="csY24" fmla="*/ 28097 h 166600"/>
              <a:gd name="csX25" fmla="*/ 144280 w 166771"/>
              <a:gd name="csY25" fmla="*/ 37270 h 166600"/>
              <a:gd name="csX26" fmla="*/ 141806 w 166771"/>
              <a:gd name="csY26" fmla="*/ 49084 h 166600"/>
              <a:gd name="csX27" fmla="*/ 134976 w 166771"/>
              <a:gd name="csY27" fmla="*/ 50495 h 166600"/>
              <a:gd name="csX28" fmla="*/ 125814 w 166771"/>
              <a:gd name="csY28" fmla="*/ 54367 h 166600"/>
              <a:gd name="csX29" fmla="*/ 117982 w 166771"/>
              <a:gd name="csY29" fmla="*/ 60864 h 166600"/>
              <a:gd name="csX30" fmla="*/ 114406 w 166771"/>
              <a:gd name="csY30" fmla="*/ 64736 h 166600"/>
              <a:gd name="csX31" fmla="*/ 118081 w 166771"/>
              <a:gd name="csY31" fmla="*/ 68608 h 166600"/>
              <a:gd name="csX32" fmla="*/ 117880 w 166771"/>
              <a:gd name="csY32" fmla="*/ 76375 h 166600"/>
              <a:gd name="csX33" fmla="*/ 120902 w 166771"/>
              <a:gd name="csY33" fmla="*/ 101250 h 166600"/>
              <a:gd name="csX34" fmla="*/ 146578 w 166771"/>
              <a:gd name="csY34" fmla="*/ 85070 h 166600"/>
              <a:gd name="csX35" fmla="*/ 165866 w 166771"/>
              <a:gd name="csY35" fmla="*/ 78619 h 166600"/>
              <a:gd name="csX36" fmla="*/ 158858 w 166771"/>
              <a:gd name="csY36" fmla="*/ 93393 h 166600"/>
              <a:gd name="csX37" fmla="*/ 145606 w 166771"/>
              <a:gd name="csY37" fmla="*/ 103389 h 166600"/>
              <a:gd name="csX38" fmla="*/ 146405 w 166771"/>
              <a:gd name="csY38" fmla="*/ 113844 h 166600"/>
              <a:gd name="csX39" fmla="*/ 151373 w 166771"/>
              <a:gd name="csY39" fmla="*/ 126271 h 166600"/>
              <a:gd name="csX40" fmla="*/ 146320 w 166771"/>
              <a:gd name="csY40" fmla="*/ 138511 h 166600"/>
              <a:gd name="csX41" fmla="*/ 142802 w 166771"/>
              <a:gd name="csY41" fmla="*/ 150216 h 166600"/>
              <a:gd name="csX42" fmla="*/ 135305 w 166771"/>
              <a:gd name="csY42" fmla="*/ 162275 h 166600"/>
              <a:gd name="csX43" fmla="*/ 112825 w 166771"/>
              <a:gd name="csY43" fmla="*/ 162186 h 1666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66771" h="166600">
                <a:moveTo>
                  <a:pt x="112825" y="162186"/>
                </a:moveTo>
                <a:cubicBezTo>
                  <a:pt x="107924" y="146593"/>
                  <a:pt x="107287" y="146052"/>
                  <a:pt x="93810" y="146052"/>
                </a:cubicBezTo>
                <a:cubicBezTo>
                  <a:pt x="81661" y="146052"/>
                  <a:pt x="80847" y="145641"/>
                  <a:pt x="80847" y="139517"/>
                </a:cubicBezTo>
                <a:cubicBezTo>
                  <a:pt x="80847" y="135923"/>
                  <a:pt x="79143" y="132329"/>
                  <a:pt x="77061" y="131529"/>
                </a:cubicBezTo>
                <a:cubicBezTo>
                  <a:pt x="70944" y="129182"/>
                  <a:pt x="59116" y="134300"/>
                  <a:pt x="56324" y="140503"/>
                </a:cubicBezTo>
                <a:cubicBezTo>
                  <a:pt x="52116" y="149848"/>
                  <a:pt x="43882" y="146622"/>
                  <a:pt x="40835" y="134435"/>
                </a:cubicBezTo>
                <a:cubicBezTo>
                  <a:pt x="37208" y="119926"/>
                  <a:pt x="35198" y="117667"/>
                  <a:pt x="25839" y="117575"/>
                </a:cubicBezTo>
                <a:cubicBezTo>
                  <a:pt x="16487" y="117484"/>
                  <a:pt x="-3740" y="106278"/>
                  <a:pt x="603" y="103594"/>
                </a:cubicBezTo>
                <a:cubicBezTo>
                  <a:pt x="2143" y="102641"/>
                  <a:pt x="3414" y="97575"/>
                  <a:pt x="3427" y="92334"/>
                </a:cubicBezTo>
                <a:cubicBezTo>
                  <a:pt x="3448" y="83428"/>
                  <a:pt x="4333" y="82366"/>
                  <a:pt x="16980" y="76064"/>
                </a:cubicBezTo>
                <a:cubicBezTo>
                  <a:pt x="26201" y="71468"/>
                  <a:pt x="30266" y="67966"/>
                  <a:pt x="29744" y="65065"/>
                </a:cubicBezTo>
                <a:cubicBezTo>
                  <a:pt x="29324" y="62724"/>
                  <a:pt x="32518" y="54360"/>
                  <a:pt x="36843" y="46479"/>
                </a:cubicBezTo>
                <a:cubicBezTo>
                  <a:pt x="41168" y="38598"/>
                  <a:pt x="44707" y="30469"/>
                  <a:pt x="44707" y="28415"/>
                </a:cubicBezTo>
                <a:cubicBezTo>
                  <a:pt x="44707" y="25420"/>
                  <a:pt x="45659" y="25274"/>
                  <a:pt x="49507" y="27678"/>
                </a:cubicBezTo>
                <a:cubicBezTo>
                  <a:pt x="53370" y="30090"/>
                  <a:pt x="55603" y="29716"/>
                  <a:pt x="60947" y="25763"/>
                </a:cubicBezTo>
                <a:cubicBezTo>
                  <a:pt x="64599" y="23062"/>
                  <a:pt x="68819" y="18205"/>
                  <a:pt x="70323" y="14969"/>
                </a:cubicBezTo>
                <a:cubicBezTo>
                  <a:pt x="72821" y="9600"/>
                  <a:pt x="73567" y="9404"/>
                  <a:pt x="78890" y="12726"/>
                </a:cubicBezTo>
                <a:cubicBezTo>
                  <a:pt x="82096" y="14727"/>
                  <a:pt x="90941" y="17044"/>
                  <a:pt x="98544" y="17873"/>
                </a:cubicBezTo>
                <a:lnTo>
                  <a:pt x="112369" y="19382"/>
                </a:lnTo>
                <a:lnTo>
                  <a:pt x="111333" y="10510"/>
                </a:lnTo>
                <a:cubicBezTo>
                  <a:pt x="110680" y="4917"/>
                  <a:pt x="111503" y="1176"/>
                  <a:pt x="113560" y="387"/>
                </a:cubicBezTo>
                <a:cubicBezTo>
                  <a:pt x="117812" y="-1245"/>
                  <a:pt x="120015" y="2488"/>
                  <a:pt x="117960" y="7843"/>
                </a:cubicBezTo>
                <a:cubicBezTo>
                  <a:pt x="115692" y="13753"/>
                  <a:pt x="126829" y="25225"/>
                  <a:pt x="132949" y="23283"/>
                </a:cubicBezTo>
                <a:cubicBezTo>
                  <a:pt x="135529" y="22464"/>
                  <a:pt x="137639" y="22899"/>
                  <a:pt x="137639" y="24249"/>
                </a:cubicBezTo>
                <a:cubicBezTo>
                  <a:pt x="137639" y="25599"/>
                  <a:pt x="140039" y="27330"/>
                  <a:pt x="142971" y="28097"/>
                </a:cubicBezTo>
                <a:cubicBezTo>
                  <a:pt x="148037" y="29422"/>
                  <a:pt x="148102" y="29879"/>
                  <a:pt x="144280" y="37270"/>
                </a:cubicBezTo>
                <a:cubicBezTo>
                  <a:pt x="142067" y="41548"/>
                  <a:pt x="140954" y="46864"/>
                  <a:pt x="141806" y="49084"/>
                </a:cubicBezTo>
                <a:cubicBezTo>
                  <a:pt x="143608" y="53779"/>
                  <a:pt x="141808" y="54151"/>
                  <a:pt x="134976" y="50495"/>
                </a:cubicBezTo>
                <a:cubicBezTo>
                  <a:pt x="130992" y="48362"/>
                  <a:pt x="129272" y="49089"/>
                  <a:pt x="125814" y="54367"/>
                </a:cubicBezTo>
                <a:cubicBezTo>
                  <a:pt x="123473" y="57940"/>
                  <a:pt x="119948" y="60864"/>
                  <a:pt x="117982" y="60864"/>
                </a:cubicBezTo>
                <a:cubicBezTo>
                  <a:pt x="116015" y="60864"/>
                  <a:pt x="114406" y="62606"/>
                  <a:pt x="114406" y="64736"/>
                </a:cubicBezTo>
                <a:cubicBezTo>
                  <a:pt x="114406" y="66866"/>
                  <a:pt x="116060" y="68608"/>
                  <a:pt x="118081" y="68608"/>
                </a:cubicBezTo>
                <a:cubicBezTo>
                  <a:pt x="121214" y="68608"/>
                  <a:pt x="121185" y="69751"/>
                  <a:pt x="117880" y="76375"/>
                </a:cubicBezTo>
                <a:cubicBezTo>
                  <a:pt x="113557" y="85043"/>
                  <a:pt x="115262" y="99086"/>
                  <a:pt x="120902" y="101250"/>
                </a:cubicBezTo>
                <a:cubicBezTo>
                  <a:pt x="125974" y="103196"/>
                  <a:pt x="134577" y="97775"/>
                  <a:pt x="146578" y="85070"/>
                </a:cubicBezTo>
                <a:cubicBezTo>
                  <a:pt x="158352" y="72606"/>
                  <a:pt x="161996" y="71387"/>
                  <a:pt x="165866" y="78619"/>
                </a:cubicBezTo>
                <a:cubicBezTo>
                  <a:pt x="167980" y="82568"/>
                  <a:pt x="166683" y="85304"/>
                  <a:pt x="158858" y="93393"/>
                </a:cubicBezTo>
                <a:cubicBezTo>
                  <a:pt x="153577" y="98853"/>
                  <a:pt x="147613" y="103351"/>
                  <a:pt x="145606" y="103389"/>
                </a:cubicBezTo>
                <a:cubicBezTo>
                  <a:pt x="139218" y="103509"/>
                  <a:pt x="139670" y="109432"/>
                  <a:pt x="146405" y="113844"/>
                </a:cubicBezTo>
                <a:cubicBezTo>
                  <a:pt x="151813" y="117388"/>
                  <a:pt x="152650" y="119482"/>
                  <a:pt x="151373" y="126271"/>
                </a:cubicBezTo>
                <a:cubicBezTo>
                  <a:pt x="150529" y="130761"/>
                  <a:pt x="148255" y="136269"/>
                  <a:pt x="146320" y="138511"/>
                </a:cubicBezTo>
                <a:cubicBezTo>
                  <a:pt x="144385" y="140752"/>
                  <a:pt x="142802" y="146020"/>
                  <a:pt x="142802" y="150216"/>
                </a:cubicBezTo>
                <a:cubicBezTo>
                  <a:pt x="142802" y="155900"/>
                  <a:pt x="140890" y="158975"/>
                  <a:pt x="135305" y="162275"/>
                </a:cubicBezTo>
                <a:cubicBezTo>
                  <a:pt x="125481" y="168078"/>
                  <a:pt x="114663" y="168035"/>
                  <a:pt x="112825" y="162186"/>
                </a:cubicBezTo>
                <a:close/>
              </a:path>
            </a:pathLst>
          </a:custGeom>
          <a:solidFill>
            <a:srgbClr val="B9B9B9"/>
          </a:solidFill>
          <a:ln w="5163" cap="flat">
            <a:noFill/>
            <a:prstDash val="solid"/>
            <a:miter/>
          </a:ln>
        </p:spPr>
        <p:txBody>
          <a:bodyPr/>
          <a:lstStyle/>
          <a:p>
            <a:endParaRPr lang="es-419" noProof="0" dirty="0"/>
          </a:p>
        </p:txBody>
      </p:sp>
      <p:sp>
        <p:nvSpPr>
          <p:cNvPr id="74" name="Forma libre: forma 73">
            <a:extLst>
              <a:ext uri="{FF2B5EF4-FFF2-40B4-BE49-F238E27FC236}">
                <a16:creationId xmlns:a16="http://schemas.microsoft.com/office/drawing/2014/main" id="{1C68ABE8-0433-A36C-68EC-BFBC2989A2D0}"/>
              </a:ext>
            </a:extLst>
          </p:cNvPr>
          <p:cNvSpPr/>
          <p:nvPr/>
        </p:nvSpPr>
        <p:spPr>
          <a:xfrm>
            <a:off x="1152549" y="1816032"/>
            <a:ext cx="278306" cy="369963"/>
          </a:xfrm>
          <a:custGeom>
            <a:avLst/>
            <a:gdLst>
              <a:gd name="csX0" fmla="*/ 34904 w 278306"/>
              <a:gd name="csY0" fmla="*/ 369743 h 369963"/>
              <a:gd name="csX1" fmla="*/ 30386 w 278306"/>
              <a:gd name="csY1" fmla="*/ 366534 h 369963"/>
              <a:gd name="csX2" fmla="*/ 24882 w 278306"/>
              <a:gd name="csY2" fmla="*/ 362569 h 369963"/>
              <a:gd name="csX3" fmla="*/ 21927 w 278306"/>
              <a:gd name="csY3" fmla="*/ 359169 h 369963"/>
              <a:gd name="csX4" fmla="*/ 27578 w 278306"/>
              <a:gd name="csY4" fmla="*/ 347996 h 369963"/>
              <a:gd name="csX5" fmla="*/ 35410 w 278306"/>
              <a:gd name="csY5" fmla="*/ 332463 h 369963"/>
              <a:gd name="csX6" fmla="*/ 46301 w 278306"/>
              <a:gd name="csY6" fmla="*/ 305733 h 369963"/>
              <a:gd name="csX7" fmla="*/ 51274 w 278306"/>
              <a:gd name="csY7" fmla="*/ 305469 h 369963"/>
              <a:gd name="csX8" fmla="*/ 85602 w 278306"/>
              <a:gd name="csY8" fmla="*/ 259605 h 369963"/>
              <a:gd name="csX9" fmla="*/ 77041 w 278306"/>
              <a:gd name="csY9" fmla="*/ 247151 h 369963"/>
              <a:gd name="csX10" fmla="*/ 56201 w 278306"/>
              <a:gd name="csY10" fmla="*/ 259540 h 369963"/>
              <a:gd name="csX11" fmla="*/ 43804 w 278306"/>
              <a:gd name="csY11" fmla="*/ 271918 h 369963"/>
              <a:gd name="csX12" fmla="*/ 42369 w 278306"/>
              <a:gd name="csY12" fmla="*/ 249815 h 369963"/>
              <a:gd name="csX13" fmla="*/ 41724 w 278306"/>
              <a:gd name="csY13" fmla="*/ 231013 h 369963"/>
              <a:gd name="csX14" fmla="*/ 29106 w 278306"/>
              <a:gd name="csY14" fmla="*/ 240028 h 369963"/>
              <a:gd name="csX15" fmla="*/ 22444 w 278306"/>
              <a:gd name="csY15" fmla="*/ 254379 h 369963"/>
              <a:gd name="csX16" fmla="*/ 24802 w 278306"/>
              <a:gd name="csY16" fmla="*/ 241025 h 369963"/>
              <a:gd name="csX17" fmla="*/ 33753 w 278306"/>
              <a:gd name="csY17" fmla="*/ 223416 h 369963"/>
              <a:gd name="csX18" fmla="*/ 20060 w 278306"/>
              <a:gd name="csY18" fmla="*/ 211002 h 369963"/>
              <a:gd name="csX19" fmla="*/ 12798 w 278306"/>
              <a:gd name="csY19" fmla="*/ 218762 h 369963"/>
              <a:gd name="csX20" fmla="*/ 14913 w 278306"/>
              <a:gd name="csY20" fmla="*/ 227151 h 369963"/>
              <a:gd name="csX21" fmla="*/ 17013 w 278306"/>
              <a:gd name="csY21" fmla="*/ 232960 h 369963"/>
              <a:gd name="csX22" fmla="*/ 9735 w 278306"/>
              <a:gd name="csY22" fmla="*/ 237857 h 369963"/>
              <a:gd name="csX23" fmla="*/ 1293 w 278306"/>
              <a:gd name="csY23" fmla="*/ 233984 h 369963"/>
              <a:gd name="csX24" fmla="*/ 5050 w 278306"/>
              <a:gd name="csY24" fmla="*/ 166825 h 369963"/>
              <a:gd name="csX25" fmla="*/ 13098 w 278306"/>
              <a:gd name="csY25" fmla="*/ 148470 h 369963"/>
              <a:gd name="csX26" fmla="*/ 17479 w 278306"/>
              <a:gd name="csY26" fmla="*/ 142324 h 369963"/>
              <a:gd name="csX27" fmla="*/ 23957 w 278306"/>
              <a:gd name="csY27" fmla="*/ 139382 h 369963"/>
              <a:gd name="csX28" fmla="*/ 29365 w 278306"/>
              <a:gd name="csY28" fmla="*/ 127120 h 369963"/>
              <a:gd name="csX29" fmla="*/ 37749 w 278306"/>
              <a:gd name="csY29" fmla="*/ 97729 h 369963"/>
              <a:gd name="csX30" fmla="*/ 49507 w 278306"/>
              <a:gd name="csY30" fmla="*/ 88122 h 369963"/>
              <a:gd name="csX31" fmla="*/ 58774 w 278306"/>
              <a:gd name="csY31" fmla="*/ 77796 h 369963"/>
              <a:gd name="csX32" fmla="*/ 64863 w 278306"/>
              <a:gd name="csY32" fmla="*/ 68721 h 369963"/>
              <a:gd name="csX33" fmla="*/ 80119 w 278306"/>
              <a:gd name="csY33" fmla="*/ 65404 h 369963"/>
              <a:gd name="csX34" fmla="*/ 105248 w 278306"/>
              <a:gd name="csY34" fmla="*/ 69057 h 369963"/>
              <a:gd name="csX35" fmla="*/ 132354 w 278306"/>
              <a:gd name="csY35" fmla="*/ 69793 h 369963"/>
              <a:gd name="csX36" fmla="*/ 147842 w 278306"/>
              <a:gd name="csY36" fmla="*/ 68392 h 369963"/>
              <a:gd name="csX37" fmla="*/ 148600 w 278306"/>
              <a:gd name="csY37" fmla="*/ 51194 h 369963"/>
              <a:gd name="csX38" fmla="*/ 143045 w 278306"/>
              <a:gd name="csY38" fmla="*/ 18458 h 369963"/>
              <a:gd name="csX39" fmla="*/ 138200 w 278306"/>
              <a:gd name="csY39" fmla="*/ 1452 h 369963"/>
              <a:gd name="csX40" fmla="*/ 176238 w 278306"/>
              <a:gd name="csY40" fmla="*/ 4099 h 369963"/>
              <a:gd name="csX41" fmla="*/ 200117 w 278306"/>
              <a:gd name="csY41" fmla="*/ 11594 h 369963"/>
              <a:gd name="csX42" fmla="*/ 208506 w 278306"/>
              <a:gd name="csY42" fmla="*/ 17328 h 369963"/>
              <a:gd name="csX43" fmla="*/ 213126 w 278306"/>
              <a:gd name="csY43" fmla="*/ 22327 h 369963"/>
              <a:gd name="csX44" fmla="*/ 220224 w 278306"/>
              <a:gd name="csY44" fmla="*/ 29184 h 369963"/>
              <a:gd name="csX45" fmla="*/ 234966 w 278306"/>
              <a:gd name="csY45" fmla="*/ 33975 h 369963"/>
              <a:gd name="csX46" fmla="*/ 247228 w 278306"/>
              <a:gd name="csY46" fmla="*/ 35904 h 369963"/>
              <a:gd name="csX47" fmla="*/ 256714 w 278306"/>
              <a:gd name="csY47" fmla="*/ 49191 h 369963"/>
              <a:gd name="csX48" fmla="*/ 272203 w 278306"/>
              <a:gd name="csY48" fmla="*/ 58184 h 369963"/>
              <a:gd name="csX49" fmla="*/ 271714 w 278306"/>
              <a:gd name="csY49" fmla="*/ 67589 h 369963"/>
              <a:gd name="csX50" fmla="*/ 263105 w 278306"/>
              <a:gd name="csY50" fmla="*/ 78504 h 369963"/>
              <a:gd name="csX51" fmla="*/ 254303 w 278306"/>
              <a:gd name="csY51" fmla="*/ 85750 h 369963"/>
              <a:gd name="csX52" fmla="*/ 246105 w 278306"/>
              <a:gd name="csY52" fmla="*/ 101699 h 369963"/>
              <a:gd name="csX53" fmla="*/ 227494 w 278306"/>
              <a:gd name="csY53" fmla="*/ 130702 h 369963"/>
              <a:gd name="csX54" fmla="*/ 183924 w 278306"/>
              <a:gd name="csY54" fmla="*/ 160034 h 369963"/>
              <a:gd name="csX55" fmla="*/ 153537 w 278306"/>
              <a:gd name="csY55" fmla="*/ 173778 h 369963"/>
              <a:gd name="csX56" fmla="*/ 157053 w 278306"/>
              <a:gd name="csY56" fmla="*/ 181528 h 369963"/>
              <a:gd name="csX57" fmla="*/ 160436 w 278306"/>
              <a:gd name="csY57" fmla="*/ 193225 h 369963"/>
              <a:gd name="csX58" fmla="*/ 180263 w 278306"/>
              <a:gd name="csY58" fmla="*/ 225950 h 369963"/>
              <a:gd name="csX59" fmla="*/ 194663 w 278306"/>
              <a:gd name="csY59" fmla="*/ 239264 h 369963"/>
              <a:gd name="csX60" fmla="*/ 204770 w 278306"/>
              <a:gd name="csY60" fmla="*/ 247088 h 369963"/>
              <a:gd name="csX61" fmla="*/ 210897 w 278306"/>
              <a:gd name="csY61" fmla="*/ 244424 h 369963"/>
              <a:gd name="csX62" fmla="*/ 229158 w 278306"/>
              <a:gd name="csY62" fmla="*/ 228391 h 369963"/>
              <a:gd name="csX63" fmla="*/ 234321 w 278306"/>
              <a:gd name="csY63" fmla="*/ 228442 h 369963"/>
              <a:gd name="csX64" fmla="*/ 234966 w 278306"/>
              <a:gd name="csY64" fmla="*/ 250091 h 369963"/>
              <a:gd name="csX65" fmla="*/ 235014 w 278306"/>
              <a:gd name="csY65" fmla="*/ 261191 h 369963"/>
              <a:gd name="csX66" fmla="*/ 230353 w 278306"/>
              <a:gd name="csY66" fmla="*/ 300578 h 369963"/>
              <a:gd name="csX67" fmla="*/ 224337 w 278306"/>
              <a:gd name="csY67" fmla="*/ 308123 h 369963"/>
              <a:gd name="csX68" fmla="*/ 215823 w 278306"/>
              <a:gd name="csY68" fmla="*/ 299799 h 369963"/>
              <a:gd name="csX69" fmla="*/ 202099 w 278306"/>
              <a:gd name="csY69" fmla="*/ 292094 h 369963"/>
              <a:gd name="csX70" fmla="*/ 185246 w 278306"/>
              <a:gd name="csY70" fmla="*/ 278805 h 369963"/>
              <a:gd name="csX71" fmla="*/ 173928 w 278306"/>
              <a:gd name="csY71" fmla="*/ 260086 h 369963"/>
              <a:gd name="csX72" fmla="*/ 159486 w 278306"/>
              <a:gd name="csY72" fmla="*/ 251642 h 369963"/>
              <a:gd name="csX73" fmla="*/ 135920 w 278306"/>
              <a:gd name="csY73" fmla="*/ 263292 h 369963"/>
              <a:gd name="csX74" fmla="*/ 128496 w 278306"/>
              <a:gd name="csY74" fmla="*/ 268428 h 369963"/>
              <a:gd name="csX75" fmla="*/ 118324 w 278306"/>
              <a:gd name="csY75" fmla="*/ 277403 h 369963"/>
              <a:gd name="csX76" fmla="*/ 102749 w 278306"/>
              <a:gd name="csY76" fmla="*/ 302843 h 369963"/>
              <a:gd name="csX77" fmla="*/ 111986 w 278306"/>
              <a:gd name="csY77" fmla="*/ 325389 h 369963"/>
              <a:gd name="csX78" fmla="*/ 124791 w 278306"/>
              <a:gd name="csY78" fmla="*/ 345325 h 369963"/>
              <a:gd name="csX79" fmla="*/ 112525 w 278306"/>
              <a:gd name="csY79" fmla="*/ 358252 h 369963"/>
              <a:gd name="csX80" fmla="*/ 61364 w 278306"/>
              <a:gd name="csY80" fmla="*/ 367059 h 369963"/>
              <a:gd name="csX81" fmla="*/ 45875 w 278306"/>
              <a:gd name="csY81" fmla="*/ 368630 h 369963"/>
              <a:gd name="csX82" fmla="*/ 34904 w 278306"/>
              <a:gd name="csY82" fmla="*/ 369743 h 3699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Lst>
            <a:rect l="l" t="t" r="r" b="b"/>
            <a:pathLst>
              <a:path w="278306" h="369963">
                <a:moveTo>
                  <a:pt x="34904" y="369743"/>
                </a:moveTo>
                <a:cubicBezTo>
                  <a:pt x="32419" y="369198"/>
                  <a:pt x="30386" y="367754"/>
                  <a:pt x="30386" y="366534"/>
                </a:cubicBezTo>
                <a:cubicBezTo>
                  <a:pt x="30386" y="365314"/>
                  <a:pt x="27909" y="363530"/>
                  <a:pt x="24882" y="362569"/>
                </a:cubicBezTo>
                <a:cubicBezTo>
                  <a:pt x="21855" y="361609"/>
                  <a:pt x="20525" y="360078"/>
                  <a:pt x="21927" y="359169"/>
                </a:cubicBezTo>
                <a:cubicBezTo>
                  <a:pt x="23328" y="358259"/>
                  <a:pt x="25871" y="353231"/>
                  <a:pt x="27578" y="347996"/>
                </a:cubicBezTo>
                <a:cubicBezTo>
                  <a:pt x="29284" y="342760"/>
                  <a:pt x="32809" y="335771"/>
                  <a:pt x="35410" y="332463"/>
                </a:cubicBezTo>
                <a:cubicBezTo>
                  <a:pt x="41776" y="324371"/>
                  <a:pt x="48428" y="308044"/>
                  <a:pt x="46301" y="305733"/>
                </a:cubicBezTo>
                <a:cubicBezTo>
                  <a:pt x="45357" y="304708"/>
                  <a:pt x="47595" y="304589"/>
                  <a:pt x="51274" y="305469"/>
                </a:cubicBezTo>
                <a:cubicBezTo>
                  <a:pt x="65489" y="308870"/>
                  <a:pt x="84946" y="282874"/>
                  <a:pt x="85602" y="259605"/>
                </a:cubicBezTo>
                <a:cubicBezTo>
                  <a:pt x="85868" y="250143"/>
                  <a:pt x="85296" y="249310"/>
                  <a:pt x="77041" y="247151"/>
                </a:cubicBezTo>
                <a:cubicBezTo>
                  <a:pt x="64390" y="243842"/>
                  <a:pt x="56201" y="248710"/>
                  <a:pt x="56201" y="259540"/>
                </a:cubicBezTo>
                <a:cubicBezTo>
                  <a:pt x="56201" y="269382"/>
                  <a:pt x="51616" y="273960"/>
                  <a:pt x="43804" y="271918"/>
                </a:cubicBezTo>
                <a:cubicBezTo>
                  <a:pt x="37009" y="270141"/>
                  <a:pt x="36944" y="269149"/>
                  <a:pt x="42369" y="249815"/>
                </a:cubicBezTo>
                <a:cubicBezTo>
                  <a:pt x="46434" y="235327"/>
                  <a:pt x="46408" y="234559"/>
                  <a:pt x="41724" y="231013"/>
                </a:cubicBezTo>
                <a:cubicBezTo>
                  <a:pt x="34464" y="225517"/>
                  <a:pt x="33758" y="226021"/>
                  <a:pt x="29106" y="240028"/>
                </a:cubicBezTo>
                <a:cubicBezTo>
                  <a:pt x="26753" y="247111"/>
                  <a:pt x="23756" y="253568"/>
                  <a:pt x="22444" y="254379"/>
                </a:cubicBezTo>
                <a:cubicBezTo>
                  <a:pt x="19454" y="256227"/>
                  <a:pt x="19357" y="256781"/>
                  <a:pt x="24802" y="241025"/>
                </a:cubicBezTo>
                <a:cubicBezTo>
                  <a:pt x="27318" y="233748"/>
                  <a:pt x="31345" y="225823"/>
                  <a:pt x="33753" y="223416"/>
                </a:cubicBezTo>
                <a:cubicBezTo>
                  <a:pt x="41536" y="215633"/>
                  <a:pt x="38403" y="212792"/>
                  <a:pt x="20060" y="211002"/>
                </a:cubicBezTo>
                <a:cubicBezTo>
                  <a:pt x="14508" y="210460"/>
                  <a:pt x="13494" y="211544"/>
                  <a:pt x="12798" y="218762"/>
                </a:cubicBezTo>
                <a:cubicBezTo>
                  <a:pt x="12315" y="223766"/>
                  <a:pt x="13169" y="227151"/>
                  <a:pt x="14913" y="227151"/>
                </a:cubicBezTo>
                <a:cubicBezTo>
                  <a:pt x="16522" y="227151"/>
                  <a:pt x="17467" y="229765"/>
                  <a:pt x="17013" y="232960"/>
                </a:cubicBezTo>
                <a:cubicBezTo>
                  <a:pt x="16365" y="237521"/>
                  <a:pt x="14803" y="238572"/>
                  <a:pt x="9735" y="237857"/>
                </a:cubicBezTo>
                <a:cubicBezTo>
                  <a:pt x="6185" y="237355"/>
                  <a:pt x="2386" y="235613"/>
                  <a:pt x="1293" y="233984"/>
                </a:cubicBezTo>
                <a:cubicBezTo>
                  <a:pt x="-1682" y="229553"/>
                  <a:pt x="858" y="184145"/>
                  <a:pt x="5050" y="166825"/>
                </a:cubicBezTo>
                <a:cubicBezTo>
                  <a:pt x="7067" y="158491"/>
                  <a:pt x="10689" y="150232"/>
                  <a:pt x="13098" y="148470"/>
                </a:cubicBezTo>
                <a:cubicBezTo>
                  <a:pt x="15508" y="146708"/>
                  <a:pt x="17479" y="143943"/>
                  <a:pt x="17479" y="142324"/>
                </a:cubicBezTo>
                <a:cubicBezTo>
                  <a:pt x="17479" y="140706"/>
                  <a:pt x="20394" y="139382"/>
                  <a:pt x="23957" y="139382"/>
                </a:cubicBezTo>
                <a:cubicBezTo>
                  <a:pt x="30115" y="139382"/>
                  <a:pt x="30383" y="138776"/>
                  <a:pt x="29365" y="127120"/>
                </a:cubicBezTo>
                <a:cubicBezTo>
                  <a:pt x="27807" y="109281"/>
                  <a:pt x="29957" y="101744"/>
                  <a:pt x="37749" y="97729"/>
                </a:cubicBezTo>
                <a:cubicBezTo>
                  <a:pt x="41508" y="95792"/>
                  <a:pt x="46799" y="91468"/>
                  <a:pt x="49507" y="88122"/>
                </a:cubicBezTo>
                <a:cubicBezTo>
                  <a:pt x="52214" y="84775"/>
                  <a:pt x="56385" y="80128"/>
                  <a:pt x="58774" y="77796"/>
                </a:cubicBezTo>
                <a:cubicBezTo>
                  <a:pt x="61163" y="75463"/>
                  <a:pt x="63903" y="71380"/>
                  <a:pt x="64863" y="68721"/>
                </a:cubicBezTo>
                <a:cubicBezTo>
                  <a:pt x="66368" y="64550"/>
                  <a:pt x="68459" y="64095"/>
                  <a:pt x="80119" y="65404"/>
                </a:cubicBezTo>
                <a:cubicBezTo>
                  <a:pt x="87551" y="66238"/>
                  <a:pt x="98859" y="67882"/>
                  <a:pt x="105248" y="69057"/>
                </a:cubicBezTo>
                <a:cubicBezTo>
                  <a:pt x="111637" y="70233"/>
                  <a:pt x="123835" y="70564"/>
                  <a:pt x="132354" y="69793"/>
                </a:cubicBezTo>
                <a:lnTo>
                  <a:pt x="147842" y="68392"/>
                </a:lnTo>
                <a:lnTo>
                  <a:pt x="148600" y="51194"/>
                </a:lnTo>
                <a:cubicBezTo>
                  <a:pt x="149196" y="37679"/>
                  <a:pt x="148006" y="30668"/>
                  <a:pt x="143045" y="18458"/>
                </a:cubicBezTo>
                <a:cubicBezTo>
                  <a:pt x="139573" y="9912"/>
                  <a:pt x="137392" y="2259"/>
                  <a:pt x="138200" y="1452"/>
                </a:cubicBezTo>
                <a:cubicBezTo>
                  <a:pt x="141102" y="-1451"/>
                  <a:pt x="166125" y="290"/>
                  <a:pt x="176238" y="4099"/>
                </a:cubicBezTo>
                <a:cubicBezTo>
                  <a:pt x="189419" y="9062"/>
                  <a:pt x="190086" y="9272"/>
                  <a:pt x="200117" y="11594"/>
                </a:cubicBezTo>
                <a:cubicBezTo>
                  <a:pt x="204892" y="12700"/>
                  <a:pt x="208506" y="15170"/>
                  <a:pt x="208506" y="17328"/>
                </a:cubicBezTo>
                <a:cubicBezTo>
                  <a:pt x="208506" y="19413"/>
                  <a:pt x="210585" y="21662"/>
                  <a:pt x="213126" y="22327"/>
                </a:cubicBezTo>
                <a:cubicBezTo>
                  <a:pt x="215666" y="22991"/>
                  <a:pt x="218861" y="26077"/>
                  <a:pt x="220224" y="29184"/>
                </a:cubicBezTo>
                <a:cubicBezTo>
                  <a:pt x="222363" y="34057"/>
                  <a:pt x="224390" y="34715"/>
                  <a:pt x="234966" y="33975"/>
                </a:cubicBezTo>
                <a:cubicBezTo>
                  <a:pt x="242553" y="33444"/>
                  <a:pt x="247228" y="34179"/>
                  <a:pt x="247228" y="35904"/>
                </a:cubicBezTo>
                <a:cubicBezTo>
                  <a:pt x="247228" y="37437"/>
                  <a:pt x="251497" y="43416"/>
                  <a:pt x="256714" y="49191"/>
                </a:cubicBezTo>
                <a:cubicBezTo>
                  <a:pt x="264193" y="57469"/>
                  <a:pt x="267470" y="59372"/>
                  <a:pt x="272203" y="58184"/>
                </a:cubicBezTo>
                <a:cubicBezTo>
                  <a:pt x="280616" y="56072"/>
                  <a:pt x="280219" y="63714"/>
                  <a:pt x="271714" y="67589"/>
                </a:cubicBezTo>
                <a:cubicBezTo>
                  <a:pt x="267863" y="69343"/>
                  <a:pt x="264361" y="73784"/>
                  <a:pt x="263105" y="78504"/>
                </a:cubicBezTo>
                <a:cubicBezTo>
                  <a:pt x="261351" y="85098"/>
                  <a:pt x="259842" y="86340"/>
                  <a:pt x="254303" y="85750"/>
                </a:cubicBezTo>
                <a:cubicBezTo>
                  <a:pt x="246592" y="84928"/>
                  <a:pt x="243436" y="91067"/>
                  <a:pt x="246105" y="101699"/>
                </a:cubicBezTo>
                <a:cubicBezTo>
                  <a:pt x="247533" y="107389"/>
                  <a:pt x="244867" y="111544"/>
                  <a:pt x="227494" y="130702"/>
                </a:cubicBezTo>
                <a:cubicBezTo>
                  <a:pt x="207371" y="152893"/>
                  <a:pt x="196764" y="160034"/>
                  <a:pt x="183924" y="160034"/>
                </a:cubicBezTo>
                <a:cubicBezTo>
                  <a:pt x="175394" y="160034"/>
                  <a:pt x="155328" y="169109"/>
                  <a:pt x="153537" y="173778"/>
                </a:cubicBezTo>
                <a:cubicBezTo>
                  <a:pt x="152784" y="175740"/>
                  <a:pt x="154366" y="179227"/>
                  <a:pt x="157053" y="181528"/>
                </a:cubicBezTo>
                <a:cubicBezTo>
                  <a:pt x="160618" y="184580"/>
                  <a:pt x="161532" y="187741"/>
                  <a:pt x="160436" y="193225"/>
                </a:cubicBezTo>
                <a:cubicBezTo>
                  <a:pt x="158065" y="205081"/>
                  <a:pt x="165477" y="217314"/>
                  <a:pt x="180263" y="225950"/>
                </a:cubicBezTo>
                <a:cubicBezTo>
                  <a:pt x="187814" y="230360"/>
                  <a:pt x="193823" y="235916"/>
                  <a:pt x="194663" y="239264"/>
                </a:cubicBezTo>
                <a:cubicBezTo>
                  <a:pt x="196711" y="247420"/>
                  <a:pt x="202826" y="252154"/>
                  <a:pt x="204770" y="247088"/>
                </a:cubicBezTo>
                <a:cubicBezTo>
                  <a:pt x="205617" y="244882"/>
                  <a:pt x="208258" y="243734"/>
                  <a:pt x="210897" y="244424"/>
                </a:cubicBezTo>
                <a:cubicBezTo>
                  <a:pt x="216566" y="245906"/>
                  <a:pt x="229158" y="234851"/>
                  <a:pt x="229158" y="228391"/>
                </a:cubicBezTo>
                <a:cubicBezTo>
                  <a:pt x="229158" y="223967"/>
                  <a:pt x="229378" y="223969"/>
                  <a:pt x="234321" y="228442"/>
                </a:cubicBezTo>
                <a:cubicBezTo>
                  <a:pt x="240730" y="234242"/>
                  <a:pt x="241099" y="246636"/>
                  <a:pt x="234966" y="250091"/>
                </a:cubicBezTo>
                <a:cubicBezTo>
                  <a:pt x="230667" y="252513"/>
                  <a:pt x="230669" y="253050"/>
                  <a:pt x="235014" y="261191"/>
                </a:cubicBezTo>
                <a:cubicBezTo>
                  <a:pt x="240871" y="272165"/>
                  <a:pt x="238755" y="290041"/>
                  <a:pt x="230353" y="300578"/>
                </a:cubicBezTo>
                <a:lnTo>
                  <a:pt x="224337" y="308123"/>
                </a:lnTo>
                <a:lnTo>
                  <a:pt x="215823" y="299799"/>
                </a:lnTo>
                <a:cubicBezTo>
                  <a:pt x="210927" y="295013"/>
                  <a:pt x="205095" y="291738"/>
                  <a:pt x="202099" y="292094"/>
                </a:cubicBezTo>
                <a:cubicBezTo>
                  <a:pt x="194035" y="293052"/>
                  <a:pt x="185277" y="286146"/>
                  <a:pt x="185246" y="278805"/>
                </a:cubicBezTo>
                <a:cubicBezTo>
                  <a:pt x="185229" y="274767"/>
                  <a:pt x="180965" y="267715"/>
                  <a:pt x="173928" y="260086"/>
                </a:cubicBezTo>
                <a:cubicBezTo>
                  <a:pt x="164333" y="249682"/>
                  <a:pt x="162165" y="248415"/>
                  <a:pt x="159486" y="251642"/>
                </a:cubicBezTo>
                <a:cubicBezTo>
                  <a:pt x="155362" y="256612"/>
                  <a:pt x="141849" y="263292"/>
                  <a:pt x="135920" y="263292"/>
                </a:cubicBezTo>
                <a:cubicBezTo>
                  <a:pt x="133348" y="263292"/>
                  <a:pt x="130007" y="265603"/>
                  <a:pt x="128496" y="268428"/>
                </a:cubicBezTo>
                <a:cubicBezTo>
                  <a:pt x="126984" y="271253"/>
                  <a:pt x="122406" y="275292"/>
                  <a:pt x="118324" y="277403"/>
                </a:cubicBezTo>
                <a:cubicBezTo>
                  <a:pt x="105333" y="284120"/>
                  <a:pt x="102661" y="288486"/>
                  <a:pt x="102749" y="302843"/>
                </a:cubicBezTo>
                <a:cubicBezTo>
                  <a:pt x="102826" y="315405"/>
                  <a:pt x="106784" y="325066"/>
                  <a:pt x="111986" y="325389"/>
                </a:cubicBezTo>
                <a:cubicBezTo>
                  <a:pt x="116589" y="325676"/>
                  <a:pt x="126252" y="340721"/>
                  <a:pt x="124791" y="345325"/>
                </a:cubicBezTo>
                <a:cubicBezTo>
                  <a:pt x="123983" y="347870"/>
                  <a:pt x="118463" y="353688"/>
                  <a:pt x="112525" y="358252"/>
                </a:cubicBezTo>
                <a:cubicBezTo>
                  <a:pt x="101535" y="366699"/>
                  <a:pt x="89725" y="368732"/>
                  <a:pt x="61364" y="367059"/>
                </a:cubicBezTo>
                <a:cubicBezTo>
                  <a:pt x="56394" y="366766"/>
                  <a:pt x="49424" y="367473"/>
                  <a:pt x="45875" y="368630"/>
                </a:cubicBezTo>
                <a:cubicBezTo>
                  <a:pt x="42325" y="369787"/>
                  <a:pt x="37388" y="370288"/>
                  <a:pt x="34904" y="369743"/>
                </a:cubicBezTo>
                <a:close/>
              </a:path>
            </a:pathLst>
          </a:custGeom>
          <a:solidFill>
            <a:srgbClr val="B9B9B9"/>
          </a:solidFill>
          <a:ln w="5163" cap="flat">
            <a:noFill/>
            <a:prstDash val="solid"/>
            <a:miter/>
          </a:ln>
        </p:spPr>
        <p:txBody>
          <a:bodyPr/>
          <a:lstStyle/>
          <a:p>
            <a:endParaRPr lang="es-419" noProof="0" dirty="0"/>
          </a:p>
        </p:txBody>
      </p:sp>
      <p:grpSp>
        <p:nvGrpSpPr>
          <p:cNvPr id="75" name="Gráfico 39">
            <a:extLst>
              <a:ext uri="{FF2B5EF4-FFF2-40B4-BE49-F238E27FC236}">
                <a16:creationId xmlns:a16="http://schemas.microsoft.com/office/drawing/2014/main" id="{7A4A82FE-EC9A-04F1-4024-02C3C56CDF85}"/>
              </a:ext>
            </a:extLst>
          </p:cNvPr>
          <p:cNvGrpSpPr/>
          <p:nvPr/>
        </p:nvGrpSpPr>
        <p:grpSpPr>
          <a:xfrm>
            <a:off x="1634957" y="2069316"/>
            <a:ext cx="438046" cy="474569"/>
            <a:chOff x="1634957" y="2069316"/>
            <a:chExt cx="438046" cy="474569"/>
          </a:xfrm>
        </p:grpSpPr>
        <p:sp>
          <p:nvSpPr>
            <p:cNvPr id="76" name="Forma libre: forma 75">
              <a:extLst>
                <a:ext uri="{FF2B5EF4-FFF2-40B4-BE49-F238E27FC236}">
                  <a16:creationId xmlns:a16="http://schemas.microsoft.com/office/drawing/2014/main" id="{CC3F7706-51F2-9D23-627F-75BC9DC3B610}"/>
                </a:ext>
              </a:extLst>
            </p:cNvPr>
            <p:cNvSpPr/>
            <p:nvPr/>
          </p:nvSpPr>
          <p:spPr>
            <a:xfrm>
              <a:off x="1634957" y="2069316"/>
              <a:ext cx="438046" cy="474569"/>
            </a:xfrm>
            <a:custGeom>
              <a:avLst/>
              <a:gdLst>
                <a:gd name="csX0" fmla="*/ 332739 w 438046"/>
                <a:gd name="csY0" fmla="*/ 469202 h 474569"/>
                <a:gd name="csX1" fmla="*/ 324349 w 438046"/>
                <a:gd name="csY1" fmla="*/ 460541 h 474569"/>
                <a:gd name="csX2" fmla="*/ 306954 w 438046"/>
                <a:gd name="csY2" fmla="*/ 447652 h 474569"/>
                <a:gd name="csX3" fmla="*/ 301522 w 438046"/>
                <a:gd name="csY3" fmla="*/ 436095 h 474569"/>
                <a:gd name="csX4" fmla="*/ 298287 w 438046"/>
                <a:gd name="csY4" fmla="*/ 425621 h 474569"/>
                <a:gd name="csX5" fmla="*/ 291436 w 438046"/>
                <a:gd name="csY5" fmla="*/ 429493 h 474569"/>
                <a:gd name="csX6" fmla="*/ 284162 w 438046"/>
                <a:gd name="csY6" fmla="*/ 433365 h 474569"/>
                <a:gd name="csX7" fmla="*/ 273181 w 438046"/>
                <a:gd name="csY7" fmla="*/ 439996 h 474569"/>
                <a:gd name="csX8" fmla="*/ 246542 w 438046"/>
                <a:gd name="csY8" fmla="*/ 415677 h 474569"/>
                <a:gd name="csX9" fmla="*/ 247543 w 438046"/>
                <a:gd name="csY9" fmla="*/ 398488 h 474569"/>
                <a:gd name="csX10" fmla="*/ 227242 w 438046"/>
                <a:gd name="csY10" fmla="*/ 385770 h 474569"/>
                <a:gd name="csX11" fmla="*/ 216574 w 438046"/>
                <a:gd name="csY11" fmla="*/ 384267 h 474569"/>
                <a:gd name="csX12" fmla="*/ 211411 w 438046"/>
                <a:gd name="csY12" fmla="*/ 381736 h 474569"/>
                <a:gd name="csX13" fmla="*/ 206248 w 438046"/>
                <a:gd name="csY13" fmla="*/ 377864 h 474569"/>
                <a:gd name="csX14" fmla="*/ 201085 w 438046"/>
                <a:gd name="csY14" fmla="*/ 368829 h 474569"/>
                <a:gd name="csX15" fmla="*/ 195840 w 438046"/>
                <a:gd name="csY15" fmla="*/ 360439 h 474569"/>
                <a:gd name="csX16" fmla="*/ 179383 w 438046"/>
                <a:gd name="csY16" fmla="*/ 344572 h 474569"/>
                <a:gd name="csX17" fmla="*/ 166056 w 438046"/>
                <a:gd name="csY17" fmla="*/ 347532 h 474569"/>
                <a:gd name="csX18" fmla="*/ 162127 w 438046"/>
                <a:gd name="csY18" fmla="*/ 363514 h 474569"/>
                <a:gd name="csX19" fmla="*/ 156676 w 438046"/>
                <a:gd name="csY19" fmla="*/ 372397 h 474569"/>
                <a:gd name="csX20" fmla="*/ 152333 w 438046"/>
                <a:gd name="csY20" fmla="*/ 366640 h 474569"/>
                <a:gd name="csX21" fmla="*/ 138487 w 438046"/>
                <a:gd name="csY21" fmla="*/ 364853 h 474569"/>
                <a:gd name="csX22" fmla="*/ 126312 w 438046"/>
                <a:gd name="csY22" fmla="*/ 363833 h 474569"/>
                <a:gd name="csX23" fmla="*/ 123641 w 438046"/>
                <a:gd name="csY23" fmla="*/ 355006 h 474569"/>
                <a:gd name="csX24" fmla="*/ 115723 w 438046"/>
                <a:gd name="csY24" fmla="*/ 349430 h 474569"/>
                <a:gd name="csX25" fmla="*/ 110493 w 438046"/>
                <a:gd name="csY25" fmla="*/ 333027 h 474569"/>
                <a:gd name="csX26" fmla="*/ 115897 w 438046"/>
                <a:gd name="csY26" fmla="*/ 317692 h 474569"/>
                <a:gd name="csX27" fmla="*/ 126868 w 438046"/>
                <a:gd name="csY27" fmla="*/ 306474 h 474569"/>
                <a:gd name="csX28" fmla="*/ 128005 w 438046"/>
                <a:gd name="csY28" fmla="*/ 290864 h 474569"/>
                <a:gd name="csX29" fmla="*/ 107467 w 438046"/>
                <a:gd name="csY29" fmla="*/ 276906 h 474569"/>
                <a:gd name="csX30" fmla="*/ 125531 w 438046"/>
                <a:gd name="csY30" fmla="*/ 228226 h 474569"/>
                <a:gd name="csX31" fmla="*/ 128516 w 438046"/>
                <a:gd name="csY31" fmla="*/ 218872 h 474569"/>
                <a:gd name="csX32" fmla="*/ 122054 w 438046"/>
                <a:gd name="csY32" fmla="*/ 216563 h 474569"/>
                <a:gd name="csX33" fmla="*/ 112602 w 438046"/>
                <a:gd name="csY33" fmla="*/ 211354 h 474569"/>
                <a:gd name="csX34" fmla="*/ 97827 w 438046"/>
                <a:gd name="csY34" fmla="*/ 212411 h 474569"/>
                <a:gd name="csX35" fmla="*/ 87566 w 438046"/>
                <a:gd name="csY35" fmla="*/ 216588 h 474569"/>
                <a:gd name="csX36" fmla="*/ 80430 w 438046"/>
                <a:gd name="csY36" fmla="*/ 211038 h 474569"/>
                <a:gd name="csX37" fmla="*/ 79784 w 438046"/>
                <a:gd name="csY37" fmla="*/ 198453 h 474569"/>
                <a:gd name="csX38" fmla="*/ 82015 w 438046"/>
                <a:gd name="csY38" fmla="*/ 188949 h 474569"/>
                <a:gd name="csX39" fmla="*/ 89966 w 438046"/>
                <a:gd name="csY39" fmla="*/ 185629 h 474569"/>
                <a:gd name="csX40" fmla="*/ 87641 w 438046"/>
                <a:gd name="csY40" fmla="*/ 169636 h 474569"/>
                <a:gd name="csX41" fmla="*/ 79292 w 438046"/>
                <a:gd name="csY41" fmla="*/ 156728 h 474569"/>
                <a:gd name="csX42" fmla="*/ 72462 w 438046"/>
                <a:gd name="csY42" fmla="*/ 148956 h 474569"/>
                <a:gd name="csX43" fmla="*/ 56524 w 438046"/>
                <a:gd name="csY43" fmla="*/ 163920 h 474569"/>
                <a:gd name="csX44" fmla="*/ 52658 w 438046"/>
                <a:gd name="csY44" fmla="*/ 164900 h 474569"/>
                <a:gd name="csX45" fmla="*/ 39697 w 438046"/>
                <a:gd name="csY45" fmla="*/ 168628 h 474569"/>
                <a:gd name="csX46" fmla="*/ 26748 w 438046"/>
                <a:gd name="csY46" fmla="*/ 181448 h 474569"/>
                <a:gd name="csX47" fmla="*/ 16403 w 438046"/>
                <a:gd name="csY47" fmla="*/ 190289 h 474569"/>
                <a:gd name="csX48" fmla="*/ 7343 w 438046"/>
                <a:gd name="csY48" fmla="*/ 186486 h 474569"/>
                <a:gd name="csX49" fmla="*/ 9965 w 438046"/>
                <a:gd name="csY49" fmla="*/ 170925 h 474569"/>
                <a:gd name="csX50" fmla="*/ 15158 w 438046"/>
                <a:gd name="csY50" fmla="*/ 162124 h 474569"/>
                <a:gd name="csX51" fmla="*/ 9381 w 438046"/>
                <a:gd name="csY51" fmla="*/ 159801 h 474569"/>
                <a:gd name="csX52" fmla="*/ 7807 w 438046"/>
                <a:gd name="csY52" fmla="*/ 157314 h 474569"/>
                <a:gd name="csX53" fmla="*/ 15681 w 438046"/>
                <a:gd name="csY53" fmla="*/ 151621 h 474569"/>
                <a:gd name="csX54" fmla="*/ 24691 w 438046"/>
                <a:gd name="csY54" fmla="*/ 148948 h 474569"/>
                <a:gd name="csX55" fmla="*/ 33291 w 438046"/>
                <a:gd name="csY55" fmla="*/ 142643 h 474569"/>
                <a:gd name="csX56" fmla="*/ 36252 w 438046"/>
                <a:gd name="csY56" fmla="*/ 130243 h 474569"/>
                <a:gd name="csX57" fmla="*/ 35959 w 438046"/>
                <a:gd name="csY57" fmla="*/ 119824 h 474569"/>
                <a:gd name="csX58" fmla="*/ 30417 w 438046"/>
                <a:gd name="csY58" fmla="*/ 117319 h 474569"/>
                <a:gd name="csX59" fmla="*/ 28128 w 438046"/>
                <a:gd name="csY59" fmla="*/ 114535 h 474569"/>
                <a:gd name="csX60" fmla="*/ 22780 w 438046"/>
                <a:gd name="csY60" fmla="*/ 112034 h 474569"/>
                <a:gd name="csX61" fmla="*/ 9335 w 438046"/>
                <a:gd name="csY61" fmla="*/ 100263 h 474569"/>
                <a:gd name="csX62" fmla="*/ 5316 w 438046"/>
                <a:gd name="csY62" fmla="*/ 85099 h 474569"/>
                <a:gd name="csX63" fmla="*/ 0 w 438046"/>
                <a:gd name="csY63" fmla="*/ 74899 h 474569"/>
                <a:gd name="csX64" fmla="*/ 5230 w 438046"/>
                <a:gd name="csY64" fmla="*/ 68250 h 474569"/>
                <a:gd name="csX65" fmla="*/ 8777 w 438046"/>
                <a:gd name="csY65" fmla="*/ 53938 h 474569"/>
                <a:gd name="csX66" fmla="*/ 11157 w 438046"/>
                <a:gd name="csY66" fmla="*/ 40474 h 474569"/>
                <a:gd name="csX67" fmla="*/ 15221 w 438046"/>
                <a:gd name="csY67" fmla="*/ 30361 h 474569"/>
                <a:gd name="csX68" fmla="*/ 19093 w 438046"/>
                <a:gd name="csY68" fmla="*/ 24563 h 474569"/>
                <a:gd name="csX69" fmla="*/ 13331 w 438046"/>
                <a:gd name="csY69" fmla="*/ 11391 h 474569"/>
                <a:gd name="csX70" fmla="*/ 15610 w 438046"/>
                <a:gd name="csY70" fmla="*/ 4739 h 474569"/>
                <a:gd name="csX71" fmla="*/ 24152 w 438046"/>
                <a:gd name="csY71" fmla="*/ 2431 h 474569"/>
                <a:gd name="csX72" fmla="*/ 42643 w 438046"/>
                <a:gd name="csY72" fmla="*/ 10008 h 474569"/>
                <a:gd name="csX73" fmla="*/ 58021 w 438046"/>
                <a:gd name="csY73" fmla="*/ 20333 h 474569"/>
                <a:gd name="csX74" fmla="*/ 76259 w 438046"/>
                <a:gd name="csY74" fmla="*/ 58909 h 474569"/>
                <a:gd name="csX75" fmla="*/ 87417 w 438046"/>
                <a:gd name="csY75" fmla="*/ 80908 h 474569"/>
                <a:gd name="csX76" fmla="*/ 99122 w 438046"/>
                <a:gd name="csY76" fmla="*/ 102996 h 474569"/>
                <a:gd name="csX77" fmla="*/ 103913 w 438046"/>
                <a:gd name="csY77" fmla="*/ 110684 h 474569"/>
                <a:gd name="csX78" fmla="*/ 102362 w 438046"/>
                <a:gd name="csY78" fmla="*/ 90033 h 474569"/>
                <a:gd name="csX79" fmla="*/ 92203 w 438046"/>
                <a:gd name="csY79" fmla="*/ 66799 h 474569"/>
                <a:gd name="csX80" fmla="*/ 83568 w 438046"/>
                <a:gd name="csY80" fmla="*/ 60346 h 474569"/>
                <a:gd name="csX81" fmla="*/ 86838 w 438046"/>
                <a:gd name="csY81" fmla="*/ 69381 h 474569"/>
                <a:gd name="csX82" fmla="*/ 85111 w 438046"/>
                <a:gd name="csY82" fmla="*/ 70354 h 474569"/>
                <a:gd name="csX83" fmla="*/ 81250 w 438046"/>
                <a:gd name="csY83" fmla="*/ 58738 h 474569"/>
                <a:gd name="csX84" fmla="*/ 73693 w 438046"/>
                <a:gd name="csY84" fmla="*/ 39979 h 474569"/>
                <a:gd name="csX85" fmla="*/ 66850 w 438046"/>
                <a:gd name="csY85" fmla="*/ 27201 h 474569"/>
                <a:gd name="csX86" fmla="*/ 80920 w 438046"/>
                <a:gd name="csY86" fmla="*/ 44489 h 474569"/>
                <a:gd name="csX87" fmla="*/ 99162 w 438046"/>
                <a:gd name="csY87" fmla="*/ 64586 h 474569"/>
                <a:gd name="csX88" fmla="*/ 107565 w 438046"/>
                <a:gd name="csY88" fmla="*/ 86419 h 474569"/>
                <a:gd name="csX89" fmla="*/ 116108 w 438046"/>
                <a:gd name="csY89" fmla="*/ 138203 h 474569"/>
                <a:gd name="csX90" fmla="*/ 121060 w 438046"/>
                <a:gd name="csY90" fmla="*/ 151411 h 474569"/>
                <a:gd name="csX91" fmla="*/ 135828 w 438046"/>
                <a:gd name="csY91" fmla="*/ 169580 h 474569"/>
                <a:gd name="csX92" fmla="*/ 173747 w 438046"/>
                <a:gd name="csY92" fmla="*/ 217637 h 474569"/>
                <a:gd name="csX93" fmla="*/ 186052 w 438046"/>
                <a:gd name="csY93" fmla="*/ 237240 h 474569"/>
                <a:gd name="csX94" fmla="*/ 192809 w 438046"/>
                <a:gd name="csY94" fmla="*/ 259193 h 474569"/>
                <a:gd name="csX95" fmla="*/ 202887 w 438046"/>
                <a:gd name="csY95" fmla="*/ 280570 h 474569"/>
                <a:gd name="csX96" fmla="*/ 215434 w 438046"/>
                <a:gd name="csY96" fmla="*/ 294429 h 474569"/>
                <a:gd name="csX97" fmla="*/ 223898 w 438046"/>
                <a:gd name="csY97" fmla="*/ 302869 h 474569"/>
                <a:gd name="csX98" fmla="*/ 231639 w 438046"/>
                <a:gd name="csY98" fmla="*/ 310848 h 474569"/>
                <a:gd name="csX99" fmla="*/ 241066 w 438046"/>
                <a:gd name="csY99" fmla="*/ 319770 h 474569"/>
                <a:gd name="csX100" fmla="*/ 242388 w 438046"/>
                <a:gd name="csY100" fmla="*/ 323654 h 474569"/>
                <a:gd name="csX101" fmla="*/ 237225 w 438046"/>
                <a:gd name="csY101" fmla="*/ 324770 h 474569"/>
                <a:gd name="csX102" fmla="*/ 239807 w 438046"/>
                <a:gd name="csY102" fmla="*/ 327526 h 474569"/>
                <a:gd name="csX103" fmla="*/ 241743 w 438046"/>
                <a:gd name="csY103" fmla="*/ 330724 h 474569"/>
                <a:gd name="csX104" fmla="*/ 248333 w 438046"/>
                <a:gd name="csY104" fmla="*/ 333103 h 474569"/>
                <a:gd name="csX105" fmla="*/ 259724 w 438046"/>
                <a:gd name="csY105" fmla="*/ 335713 h 474569"/>
                <a:gd name="csX106" fmla="*/ 262612 w 438046"/>
                <a:gd name="csY106" fmla="*/ 335270 h 474569"/>
                <a:gd name="csX107" fmla="*/ 255739 w 438046"/>
                <a:gd name="csY107" fmla="*/ 330573 h 474569"/>
                <a:gd name="csX108" fmla="*/ 250133 w 438046"/>
                <a:gd name="csY108" fmla="*/ 327461 h 474569"/>
                <a:gd name="csX109" fmla="*/ 260301 w 438046"/>
                <a:gd name="csY109" fmla="*/ 328761 h 474569"/>
                <a:gd name="csX110" fmla="*/ 284960 w 438046"/>
                <a:gd name="csY110" fmla="*/ 330853 h 474569"/>
                <a:gd name="csX111" fmla="*/ 308115 w 438046"/>
                <a:gd name="csY111" fmla="*/ 337754 h 474569"/>
                <a:gd name="csX112" fmla="*/ 325378 w 438046"/>
                <a:gd name="csY112" fmla="*/ 347910 h 474569"/>
                <a:gd name="csX113" fmla="*/ 336932 w 438046"/>
                <a:gd name="csY113" fmla="*/ 355594 h 474569"/>
                <a:gd name="csX114" fmla="*/ 342564 w 438046"/>
                <a:gd name="csY114" fmla="*/ 364198 h 474569"/>
                <a:gd name="csX115" fmla="*/ 343743 w 438046"/>
                <a:gd name="csY115" fmla="*/ 371080 h 474569"/>
                <a:gd name="csX116" fmla="*/ 344358 w 438046"/>
                <a:gd name="csY116" fmla="*/ 373363 h 474569"/>
                <a:gd name="csX117" fmla="*/ 350269 w 438046"/>
                <a:gd name="csY117" fmla="*/ 376862 h 474569"/>
                <a:gd name="csX118" fmla="*/ 372627 w 438046"/>
                <a:gd name="csY118" fmla="*/ 380540 h 474569"/>
                <a:gd name="csX119" fmla="*/ 391189 w 438046"/>
                <a:gd name="csY119" fmla="*/ 378801 h 474569"/>
                <a:gd name="csX120" fmla="*/ 394232 w 438046"/>
                <a:gd name="csY120" fmla="*/ 388958 h 474569"/>
                <a:gd name="csX121" fmla="*/ 397318 w 438046"/>
                <a:gd name="csY121" fmla="*/ 403978 h 474569"/>
                <a:gd name="csX122" fmla="*/ 409224 w 438046"/>
                <a:gd name="csY122" fmla="*/ 419167 h 474569"/>
                <a:gd name="csX123" fmla="*/ 434929 w 438046"/>
                <a:gd name="csY123" fmla="*/ 450207 h 474569"/>
                <a:gd name="csX124" fmla="*/ 429332 w 438046"/>
                <a:gd name="csY124" fmla="*/ 469288 h 474569"/>
                <a:gd name="csX125" fmla="*/ 376412 w 438046"/>
                <a:gd name="csY125" fmla="*/ 474534 h 474569"/>
                <a:gd name="csX126" fmla="*/ 332739 w 438046"/>
                <a:gd name="csY126" fmla="*/ 469202 h 47456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438046" h="474569">
                  <a:moveTo>
                    <a:pt x="332739" y="469202"/>
                  </a:moveTo>
                  <a:cubicBezTo>
                    <a:pt x="332739" y="465869"/>
                    <a:pt x="329807" y="462843"/>
                    <a:pt x="324349" y="460541"/>
                  </a:cubicBezTo>
                  <a:cubicBezTo>
                    <a:pt x="319735" y="458594"/>
                    <a:pt x="311907" y="452795"/>
                    <a:pt x="306954" y="447652"/>
                  </a:cubicBezTo>
                  <a:cubicBezTo>
                    <a:pt x="299888" y="440316"/>
                    <a:pt x="298719" y="437828"/>
                    <a:pt x="301522" y="436095"/>
                  </a:cubicBezTo>
                  <a:cubicBezTo>
                    <a:pt x="305823" y="433437"/>
                    <a:pt x="303408" y="425621"/>
                    <a:pt x="298287" y="425621"/>
                  </a:cubicBezTo>
                  <a:cubicBezTo>
                    <a:pt x="296286" y="425621"/>
                    <a:pt x="293203" y="427364"/>
                    <a:pt x="291436" y="429493"/>
                  </a:cubicBezTo>
                  <a:cubicBezTo>
                    <a:pt x="289668" y="431623"/>
                    <a:pt x="286395" y="433365"/>
                    <a:pt x="284162" y="433365"/>
                  </a:cubicBezTo>
                  <a:cubicBezTo>
                    <a:pt x="281929" y="433365"/>
                    <a:pt x="276987" y="436349"/>
                    <a:pt x="273181" y="439996"/>
                  </a:cubicBezTo>
                  <a:cubicBezTo>
                    <a:pt x="256469" y="456007"/>
                    <a:pt x="233183" y="434749"/>
                    <a:pt x="246542" y="415677"/>
                  </a:cubicBezTo>
                  <a:cubicBezTo>
                    <a:pt x="250094" y="410606"/>
                    <a:pt x="250239" y="408115"/>
                    <a:pt x="247543" y="398488"/>
                  </a:cubicBezTo>
                  <a:cubicBezTo>
                    <a:pt x="243936" y="385603"/>
                    <a:pt x="241942" y="384354"/>
                    <a:pt x="227242" y="385770"/>
                  </a:cubicBezTo>
                  <a:cubicBezTo>
                    <a:pt x="221295" y="386343"/>
                    <a:pt x="216574" y="385678"/>
                    <a:pt x="216574" y="384267"/>
                  </a:cubicBezTo>
                  <a:cubicBezTo>
                    <a:pt x="216574" y="382875"/>
                    <a:pt x="214251" y="381736"/>
                    <a:pt x="211411" y="381736"/>
                  </a:cubicBezTo>
                  <a:cubicBezTo>
                    <a:pt x="208543" y="381736"/>
                    <a:pt x="206248" y="380015"/>
                    <a:pt x="206248" y="377864"/>
                  </a:cubicBezTo>
                  <a:cubicBezTo>
                    <a:pt x="206248" y="375735"/>
                    <a:pt x="203925" y="371669"/>
                    <a:pt x="201085" y="368829"/>
                  </a:cubicBezTo>
                  <a:cubicBezTo>
                    <a:pt x="198245" y="365990"/>
                    <a:pt x="195885" y="362214"/>
                    <a:pt x="195840" y="360439"/>
                  </a:cubicBezTo>
                  <a:cubicBezTo>
                    <a:pt x="195695" y="354744"/>
                    <a:pt x="189552" y="348821"/>
                    <a:pt x="179383" y="344572"/>
                  </a:cubicBezTo>
                  <a:cubicBezTo>
                    <a:pt x="165908" y="338942"/>
                    <a:pt x="164292" y="339301"/>
                    <a:pt x="166056" y="347532"/>
                  </a:cubicBezTo>
                  <a:cubicBezTo>
                    <a:pt x="167087" y="352339"/>
                    <a:pt x="165818" y="357500"/>
                    <a:pt x="162127" y="363514"/>
                  </a:cubicBezTo>
                  <a:lnTo>
                    <a:pt x="156676" y="372397"/>
                  </a:lnTo>
                  <a:lnTo>
                    <a:pt x="152333" y="366640"/>
                  </a:lnTo>
                  <a:cubicBezTo>
                    <a:pt x="148166" y="361115"/>
                    <a:pt x="147605" y="361043"/>
                    <a:pt x="138487" y="364853"/>
                  </a:cubicBezTo>
                  <a:cubicBezTo>
                    <a:pt x="129534" y="368594"/>
                    <a:pt x="128828" y="368535"/>
                    <a:pt x="126312" y="363833"/>
                  </a:cubicBezTo>
                  <a:cubicBezTo>
                    <a:pt x="124843" y="361088"/>
                    <a:pt x="123641" y="357116"/>
                    <a:pt x="123641" y="355006"/>
                  </a:cubicBezTo>
                  <a:cubicBezTo>
                    <a:pt x="123641" y="352823"/>
                    <a:pt x="120228" y="350420"/>
                    <a:pt x="115723" y="349430"/>
                  </a:cubicBezTo>
                  <a:cubicBezTo>
                    <a:pt x="105375" y="347157"/>
                    <a:pt x="103846" y="342362"/>
                    <a:pt x="110493" y="333027"/>
                  </a:cubicBezTo>
                  <a:cubicBezTo>
                    <a:pt x="113465" y="328853"/>
                    <a:pt x="115897" y="321952"/>
                    <a:pt x="115897" y="317692"/>
                  </a:cubicBezTo>
                  <a:cubicBezTo>
                    <a:pt x="115897" y="310844"/>
                    <a:pt x="117170" y="309543"/>
                    <a:pt x="126868" y="306474"/>
                  </a:cubicBezTo>
                  <a:cubicBezTo>
                    <a:pt x="141640" y="301799"/>
                    <a:pt x="142221" y="293818"/>
                    <a:pt x="128005" y="290864"/>
                  </a:cubicBezTo>
                  <a:cubicBezTo>
                    <a:pt x="113703" y="287893"/>
                    <a:pt x="108950" y="284662"/>
                    <a:pt x="107467" y="276906"/>
                  </a:cubicBezTo>
                  <a:cubicBezTo>
                    <a:pt x="105739" y="267867"/>
                    <a:pt x="117059" y="237363"/>
                    <a:pt x="125531" y="228226"/>
                  </a:cubicBezTo>
                  <a:cubicBezTo>
                    <a:pt x="130828" y="222513"/>
                    <a:pt x="131406" y="220702"/>
                    <a:pt x="128516" y="218872"/>
                  </a:cubicBezTo>
                  <a:cubicBezTo>
                    <a:pt x="126545" y="217624"/>
                    <a:pt x="123637" y="216585"/>
                    <a:pt x="122054" y="216563"/>
                  </a:cubicBezTo>
                  <a:cubicBezTo>
                    <a:pt x="120470" y="216541"/>
                    <a:pt x="116217" y="214197"/>
                    <a:pt x="112602" y="211354"/>
                  </a:cubicBezTo>
                  <a:cubicBezTo>
                    <a:pt x="105961" y="206129"/>
                    <a:pt x="97827" y="206711"/>
                    <a:pt x="97827" y="212411"/>
                  </a:cubicBezTo>
                  <a:cubicBezTo>
                    <a:pt x="97827" y="219059"/>
                    <a:pt x="92291" y="221313"/>
                    <a:pt x="87566" y="216588"/>
                  </a:cubicBezTo>
                  <a:cubicBezTo>
                    <a:pt x="85046" y="214068"/>
                    <a:pt x="81835" y="211570"/>
                    <a:pt x="80430" y="211038"/>
                  </a:cubicBezTo>
                  <a:cubicBezTo>
                    <a:pt x="78870" y="210447"/>
                    <a:pt x="78619" y="205549"/>
                    <a:pt x="79784" y="198453"/>
                  </a:cubicBezTo>
                  <a:cubicBezTo>
                    <a:pt x="80834" y="192064"/>
                    <a:pt x="81838" y="187787"/>
                    <a:pt x="82015" y="188949"/>
                  </a:cubicBezTo>
                  <a:cubicBezTo>
                    <a:pt x="82193" y="190110"/>
                    <a:pt x="85771" y="188616"/>
                    <a:pt x="89966" y="185629"/>
                  </a:cubicBezTo>
                  <a:cubicBezTo>
                    <a:pt x="98750" y="179374"/>
                    <a:pt x="98211" y="175668"/>
                    <a:pt x="87641" y="169636"/>
                  </a:cubicBezTo>
                  <a:cubicBezTo>
                    <a:pt x="82102" y="166474"/>
                    <a:pt x="79900" y="163069"/>
                    <a:pt x="79292" y="156728"/>
                  </a:cubicBezTo>
                  <a:cubicBezTo>
                    <a:pt x="78587" y="149374"/>
                    <a:pt x="77588" y="148238"/>
                    <a:pt x="72462" y="148956"/>
                  </a:cubicBezTo>
                  <a:cubicBezTo>
                    <a:pt x="65224" y="149970"/>
                    <a:pt x="56524" y="158137"/>
                    <a:pt x="56524" y="163920"/>
                  </a:cubicBezTo>
                  <a:cubicBezTo>
                    <a:pt x="56524" y="167347"/>
                    <a:pt x="55821" y="167525"/>
                    <a:pt x="52658" y="164900"/>
                  </a:cubicBezTo>
                  <a:cubicBezTo>
                    <a:pt x="49486" y="162267"/>
                    <a:pt x="47159" y="162936"/>
                    <a:pt x="39697" y="168628"/>
                  </a:cubicBezTo>
                  <a:cubicBezTo>
                    <a:pt x="34695" y="172443"/>
                    <a:pt x="28868" y="178212"/>
                    <a:pt x="26748" y="181448"/>
                  </a:cubicBezTo>
                  <a:cubicBezTo>
                    <a:pt x="24627" y="184684"/>
                    <a:pt x="19972" y="188663"/>
                    <a:pt x="16403" y="190289"/>
                  </a:cubicBezTo>
                  <a:cubicBezTo>
                    <a:pt x="10541" y="192960"/>
                    <a:pt x="9664" y="192592"/>
                    <a:pt x="7343" y="186486"/>
                  </a:cubicBezTo>
                  <a:cubicBezTo>
                    <a:pt x="5309" y="181137"/>
                    <a:pt x="5857" y="177888"/>
                    <a:pt x="9965" y="170925"/>
                  </a:cubicBezTo>
                  <a:lnTo>
                    <a:pt x="15158" y="162124"/>
                  </a:lnTo>
                  <a:lnTo>
                    <a:pt x="9381" y="159801"/>
                  </a:lnTo>
                  <a:cubicBezTo>
                    <a:pt x="5449" y="158219"/>
                    <a:pt x="4946" y="157425"/>
                    <a:pt x="7807" y="157314"/>
                  </a:cubicBezTo>
                  <a:cubicBezTo>
                    <a:pt x="10118" y="157224"/>
                    <a:pt x="13662" y="154662"/>
                    <a:pt x="15681" y="151621"/>
                  </a:cubicBezTo>
                  <a:cubicBezTo>
                    <a:pt x="18731" y="147026"/>
                    <a:pt x="20256" y="146574"/>
                    <a:pt x="24691" y="148948"/>
                  </a:cubicBezTo>
                  <a:cubicBezTo>
                    <a:pt x="31018" y="152334"/>
                    <a:pt x="33291" y="150668"/>
                    <a:pt x="33291" y="142643"/>
                  </a:cubicBezTo>
                  <a:cubicBezTo>
                    <a:pt x="33291" y="139397"/>
                    <a:pt x="34623" y="133817"/>
                    <a:pt x="36252" y="130243"/>
                  </a:cubicBezTo>
                  <a:cubicBezTo>
                    <a:pt x="38533" y="125236"/>
                    <a:pt x="38466" y="122844"/>
                    <a:pt x="35959" y="119824"/>
                  </a:cubicBezTo>
                  <a:cubicBezTo>
                    <a:pt x="34170" y="117668"/>
                    <a:pt x="31676" y="116540"/>
                    <a:pt x="30417" y="117319"/>
                  </a:cubicBezTo>
                  <a:cubicBezTo>
                    <a:pt x="29158" y="118097"/>
                    <a:pt x="28128" y="116844"/>
                    <a:pt x="28128" y="114535"/>
                  </a:cubicBezTo>
                  <a:cubicBezTo>
                    <a:pt x="28128" y="111463"/>
                    <a:pt x="26693" y="110792"/>
                    <a:pt x="22780" y="112034"/>
                  </a:cubicBezTo>
                  <a:cubicBezTo>
                    <a:pt x="15848" y="114234"/>
                    <a:pt x="7575" y="106991"/>
                    <a:pt x="9335" y="100263"/>
                  </a:cubicBezTo>
                  <a:cubicBezTo>
                    <a:pt x="10049" y="97533"/>
                    <a:pt x="8241" y="90709"/>
                    <a:pt x="5316" y="85099"/>
                  </a:cubicBezTo>
                  <a:lnTo>
                    <a:pt x="0" y="74899"/>
                  </a:lnTo>
                  <a:lnTo>
                    <a:pt x="5230" y="68250"/>
                  </a:lnTo>
                  <a:cubicBezTo>
                    <a:pt x="9068" y="63371"/>
                    <a:pt x="10012" y="59562"/>
                    <a:pt x="8777" y="53938"/>
                  </a:cubicBezTo>
                  <a:cubicBezTo>
                    <a:pt x="7655" y="48830"/>
                    <a:pt x="8449" y="44342"/>
                    <a:pt x="11157" y="40474"/>
                  </a:cubicBezTo>
                  <a:cubicBezTo>
                    <a:pt x="13392" y="37284"/>
                    <a:pt x="15221" y="32733"/>
                    <a:pt x="15221" y="30361"/>
                  </a:cubicBezTo>
                  <a:cubicBezTo>
                    <a:pt x="15221" y="27989"/>
                    <a:pt x="16963" y="25380"/>
                    <a:pt x="19093" y="24563"/>
                  </a:cubicBezTo>
                  <a:cubicBezTo>
                    <a:pt x="25297" y="22182"/>
                    <a:pt x="23642" y="18398"/>
                    <a:pt x="13331" y="11391"/>
                  </a:cubicBezTo>
                  <a:cubicBezTo>
                    <a:pt x="3467" y="4689"/>
                    <a:pt x="3713" y="3972"/>
                    <a:pt x="15610" y="4739"/>
                  </a:cubicBezTo>
                  <a:cubicBezTo>
                    <a:pt x="19374" y="4981"/>
                    <a:pt x="23217" y="3943"/>
                    <a:pt x="24152" y="2431"/>
                  </a:cubicBezTo>
                  <a:cubicBezTo>
                    <a:pt x="26872" y="-1970"/>
                    <a:pt x="29405" y="-932"/>
                    <a:pt x="42643" y="10008"/>
                  </a:cubicBezTo>
                  <a:cubicBezTo>
                    <a:pt x="49515" y="15687"/>
                    <a:pt x="56436" y="20333"/>
                    <a:pt x="58021" y="20333"/>
                  </a:cubicBezTo>
                  <a:cubicBezTo>
                    <a:pt x="61009" y="20333"/>
                    <a:pt x="65792" y="30450"/>
                    <a:pt x="76259" y="58909"/>
                  </a:cubicBezTo>
                  <a:cubicBezTo>
                    <a:pt x="79624" y="68058"/>
                    <a:pt x="84645" y="77957"/>
                    <a:pt x="87417" y="80908"/>
                  </a:cubicBezTo>
                  <a:cubicBezTo>
                    <a:pt x="90189" y="83859"/>
                    <a:pt x="95457" y="93799"/>
                    <a:pt x="99122" y="102996"/>
                  </a:cubicBezTo>
                  <a:cubicBezTo>
                    <a:pt x="103054" y="112863"/>
                    <a:pt x="105019" y="116015"/>
                    <a:pt x="103913" y="110684"/>
                  </a:cubicBezTo>
                  <a:cubicBezTo>
                    <a:pt x="102883" y="105715"/>
                    <a:pt x="102185" y="96422"/>
                    <a:pt x="102362" y="90033"/>
                  </a:cubicBezTo>
                  <a:cubicBezTo>
                    <a:pt x="102644" y="79863"/>
                    <a:pt x="101378" y="76968"/>
                    <a:pt x="92203" y="66799"/>
                  </a:cubicBezTo>
                  <a:cubicBezTo>
                    <a:pt x="86438" y="60410"/>
                    <a:pt x="82553" y="57506"/>
                    <a:pt x="83568" y="60346"/>
                  </a:cubicBezTo>
                  <a:cubicBezTo>
                    <a:pt x="84584" y="63185"/>
                    <a:pt x="86055" y="67251"/>
                    <a:pt x="86838" y="69381"/>
                  </a:cubicBezTo>
                  <a:cubicBezTo>
                    <a:pt x="87916" y="72315"/>
                    <a:pt x="87498" y="72550"/>
                    <a:pt x="85111" y="70354"/>
                  </a:cubicBezTo>
                  <a:cubicBezTo>
                    <a:pt x="83379" y="68760"/>
                    <a:pt x="81641" y="63533"/>
                    <a:pt x="81250" y="58738"/>
                  </a:cubicBezTo>
                  <a:cubicBezTo>
                    <a:pt x="80858" y="53943"/>
                    <a:pt x="77457" y="45502"/>
                    <a:pt x="73693" y="39979"/>
                  </a:cubicBezTo>
                  <a:cubicBezTo>
                    <a:pt x="69929" y="34457"/>
                    <a:pt x="66850" y="28707"/>
                    <a:pt x="66850" y="27201"/>
                  </a:cubicBezTo>
                  <a:cubicBezTo>
                    <a:pt x="66850" y="23517"/>
                    <a:pt x="69162" y="26358"/>
                    <a:pt x="80920" y="44489"/>
                  </a:cubicBezTo>
                  <a:cubicBezTo>
                    <a:pt x="86314" y="52805"/>
                    <a:pt x="94522" y="61849"/>
                    <a:pt x="99162" y="64586"/>
                  </a:cubicBezTo>
                  <a:cubicBezTo>
                    <a:pt x="108835" y="70294"/>
                    <a:pt x="111618" y="77524"/>
                    <a:pt x="107565" y="86419"/>
                  </a:cubicBezTo>
                  <a:cubicBezTo>
                    <a:pt x="104001" y="94242"/>
                    <a:pt x="108931" y="124125"/>
                    <a:pt x="116108" y="138203"/>
                  </a:cubicBezTo>
                  <a:cubicBezTo>
                    <a:pt x="118832" y="143545"/>
                    <a:pt x="121060" y="149489"/>
                    <a:pt x="121060" y="151411"/>
                  </a:cubicBezTo>
                  <a:cubicBezTo>
                    <a:pt x="121060" y="153333"/>
                    <a:pt x="127706" y="161509"/>
                    <a:pt x="135828" y="169580"/>
                  </a:cubicBezTo>
                  <a:cubicBezTo>
                    <a:pt x="153391" y="187033"/>
                    <a:pt x="164572" y="201203"/>
                    <a:pt x="173747" y="217637"/>
                  </a:cubicBezTo>
                  <a:cubicBezTo>
                    <a:pt x="177457" y="224283"/>
                    <a:pt x="182994" y="233104"/>
                    <a:pt x="186052" y="237240"/>
                  </a:cubicBezTo>
                  <a:cubicBezTo>
                    <a:pt x="189610" y="242051"/>
                    <a:pt x="192043" y="249958"/>
                    <a:pt x="192809" y="259193"/>
                  </a:cubicBezTo>
                  <a:cubicBezTo>
                    <a:pt x="193864" y="271919"/>
                    <a:pt x="195056" y="274447"/>
                    <a:pt x="202887" y="280570"/>
                  </a:cubicBezTo>
                  <a:cubicBezTo>
                    <a:pt x="207772" y="284389"/>
                    <a:pt x="213418" y="290626"/>
                    <a:pt x="215434" y="294429"/>
                  </a:cubicBezTo>
                  <a:cubicBezTo>
                    <a:pt x="217449" y="298233"/>
                    <a:pt x="221258" y="302031"/>
                    <a:pt x="223898" y="302869"/>
                  </a:cubicBezTo>
                  <a:cubicBezTo>
                    <a:pt x="226538" y="303707"/>
                    <a:pt x="230021" y="307297"/>
                    <a:pt x="231639" y="310848"/>
                  </a:cubicBezTo>
                  <a:cubicBezTo>
                    <a:pt x="233257" y="314399"/>
                    <a:pt x="237499" y="318413"/>
                    <a:pt x="241066" y="319770"/>
                  </a:cubicBezTo>
                  <a:cubicBezTo>
                    <a:pt x="248737" y="322686"/>
                    <a:pt x="249875" y="326030"/>
                    <a:pt x="242388" y="323654"/>
                  </a:cubicBezTo>
                  <a:cubicBezTo>
                    <a:pt x="239427" y="322714"/>
                    <a:pt x="237225" y="323190"/>
                    <a:pt x="237225" y="324770"/>
                  </a:cubicBezTo>
                  <a:cubicBezTo>
                    <a:pt x="237225" y="326286"/>
                    <a:pt x="238387" y="327526"/>
                    <a:pt x="239807" y="327526"/>
                  </a:cubicBezTo>
                  <a:cubicBezTo>
                    <a:pt x="241227" y="327526"/>
                    <a:pt x="242098" y="328965"/>
                    <a:pt x="241743" y="330724"/>
                  </a:cubicBezTo>
                  <a:cubicBezTo>
                    <a:pt x="241323" y="332806"/>
                    <a:pt x="243624" y="333637"/>
                    <a:pt x="248333" y="333103"/>
                  </a:cubicBezTo>
                  <a:cubicBezTo>
                    <a:pt x="252313" y="332652"/>
                    <a:pt x="257439" y="333827"/>
                    <a:pt x="259724" y="335713"/>
                  </a:cubicBezTo>
                  <a:cubicBezTo>
                    <a:pt x="263236" y="338612"/>
                    <a:pt x="263683" y="338543"/>
                    <a:pt x="262612" y="335270"/>
                  </a:cubicBezTo>
                  <a:cubicBezTo>
                    <a:pt x="261915" y="333141"/>
                    <a:pt x="258822" y="331027"/>
                    <a:pt x="255739" y="330573"/>
                  </a:cubicBezTo>
                  <a:cubicBezTo>
                    <a:pt x="252655" y="330119"/>
                    <a:pt x="250133" y="328719"/>
                    <a:pt x="250133" y="327461"/>
                  </a:cubicBezTo>
                  <a:cubicBezTo>
                    <a:pt x="250133" y="326203"/>
                    <a:pt x="254708" y="326788"/>
                    <a:pt x="260301" y="328761"/>
                  </a:cubicBezTo>
                  <a:cubicBezTo>
                    <a:pt x="266891" y="331086"/>
                    <a:pt x="275567" y="331822"/>
                    <a:pt x="284960" y="330853"/>
                  </a:cubicBezTo>
                  <a:cubicBezTo>
                    <a:pt x="298714" y="329433"/>
                    <a:pt x="299892" y="329784"/>
                    <a:pt x="308115" y="337754"/>
                  </a:cubicBezTo>
                  <a:cubicBezTo>
                    <a:pt x="312880" y="342373"/>
                    <a:pt x="320648" y="346943"/>
                    <a:pt x="325378" y="347910"/>
                  </a:cubicBezTo>
                  <a:cubicBezTo>
                    <a:pt x="330622" y="348983"/>
                    <a:pt x="335130" y="351981"/>
                    <a:pt x="336932" y="355594"/>
                  </a:cubicBezTo>
                  <a:cubicBezTo>
                    <a:pt x="338556" y="358853"/>
                    <a:pt x="341091" y="362725"/>
                    <a:pt x="342564" y="364198"/>
                  </a:cubicBezTo>
                  <a:cubicBezTo>
                    <a:pt x="344037" y="365671"/>
                    <a:pt x="344568" y="368768"/>
                    <a:pt x="343743" y="371080"/>
                  </a:cubicBezTo>
                  <a:cubicBezTo>
                    <a:pt x="342917" y="373391"/>
                    <a:pt x="343194" y="374419"/>
                    <a:pt x="344358" y="373363"/>
                  </a:cubicBezTo>
                  <a:cubicBezTo>
                    <a:pt x="345522" y="372307"/>
                    <a:pt x="348182" y="373882"/>
                    <a:pt x="350269" y="376862"/>
                  </a:cubicBezTo>
                  <a:cubicBezTo>
                    <a:pt x="353742" y="381821"/>
                    <a:pt x="355637" y="382132"/>
                    <a:pt x="372627" y="380540"/>
                  </a:cubicBezTo>
                  <a:lnTo>
                    <a:pt x="391189" y="378801"/>
                  </a:lnTo>
                  <a:lnTo>
                    <a:pt x="394232" y="388958"/>
                  </a:lnTo>
                  <a:cubicBezTo>
                    <a:pt x="395906" y="394544"/>
                    <a:pt x="397295" y="401303"/>
                    <a:pt x="397318" y="403978"/>
                  </a:cubicBezTo>
                  <a:cubicBezTo>
                    <a:pt x="397342" y="406653"/>
                    <a:pt x="402699" y="413488"/>
                    <a:pt x="409224" y="419167"/>
                  </a:cubicBezTo>
                  <a:cubicBezTo>
                    <a:pt x="427997" y="435508"/>
                    <a:pt x="431130" y="439291"/>
                    <a:pt x="434929" y="450207"/>
                  </a:cubicBezTo>
                  <a:cubicBezTo>
                    <a:pt x="439665" y="463816"/>
                    <a:pt x="439887" y="463061"/>
                    <a:pt x="429332" y="469288"/>
                  </a:cubicBezTo>
                  <a:cubicBezTo>
                    <a:pt x="420856" y="474289"/>
                    <a:pt x="416443" y="474727"/>
                    <a:pt x="376412" y="474534"/>
                  </a:cubicBezTo>
                  <a:cubicBezTo>
                    <a:pt x="334645" y="474334"/>
                    <a:pt x="332739" y="474101"/>
                    <a:pt x="332739" y="469202"/>
                  </a:cubicBezTo>
                  <a:close/>
                </a:path>
              </a:pathLst>
            </a:custGeom>
            <a:solidFill>
              <a:srgbClr val="B9B9B9"/>
            </a:solidFill>
            <a:ln w="5163" cap="flat">
              <a:noFill/>
              <a:prstDash val="solid"/>
              <a:miter/>
            </a:ln>
          </p:spPr>
          <p:txBody>
            <a:bodyPr/>
            <a:lstStyle/>
            <a:p>
              <a:endParaRPr lang="es-419" noProof="0" dirty="0"/>
            </a:p>
          </p:txBody>
        </p:sp>
        <p:sp>
          <p:nvSpPr>
            <p:cNvPr id="77" name="Forma libre: forma 76">
              <a:extLst>
                <a:ext uri="{FF2B5EF4-FFF2-40B4-BE49-F238E27FC236}">
                  <a16:creationId xmlns:a16="http://schemas.microsoft.com/office/drawing/2014/main" id="{2ED8A5C0-F3DA-F7B6-CA7D-6DA80AFBBB29}"/>
                </a:ext>
              </a:extLst>
            </p:cNvPr>
            <p:cNvSpPr/>
            <p:nvPr/>
          </p:nvSpPr>
          <p:spPr>
            <a:xfrm>
              <a:off x="1730874" y="2149721"/>
              <a:ext cx="4491" cy="9472"/>
            </a:xfrm>
            <a:custGeom>
              <a:avLst/>
              <a:gdLst>
                <a:gd name="csX0" fmla="*/ 480 w 4491"/>
                <a:gd name="csY0" fmla="*/ 6821 h 9472"/>
                <a:gd name="csX1" fmla="*/ 1619 w 4491"/>
                <a:gd name="csY1" fmla="*/ 1142 h 9472"/>
                <a:gd name="csX2" fmla="*/ 4491 w 4491"/>
                <a:gd name="csY2" fmla="*/ 3948 h 9472"/>
                <a:gd name="csX3" fmla="*/ 480 w 4491"/>
                <a:gd name="csY3" fmla="*/ 6821 h 9472"/>
              </a:gdLst>
              <a:ahLst/>
              <a:cxnLst>
                <a:cxn ang="0">
                  <a:pos x="csX0" y="csY0"/>
                </a:cxn>
                <a:cxn ang="0">
                  <a:pos x="csX1" y="csY1"/>
                </a:cxn>
                <a:cxn ang="0">
                  <a:pos x="csX2" y="csY2"/>
                </a:cxn>
                <a:cxn ang="0">
                  <a:pos x="csX3" y="csY3"/>
                </a:cxn>
              </a:cxnLst>
              <a:rect l="l" t="t" r="r" b="b"/>
              <a:pathLst>
                <a:path w="4491" h="9472">
                  <a:moveTo>
                    <a:pt x="480" y="6821"/>
                  </a:moveTo>
                  <a:cubicBezTo>
                    <a:pt x="-474" y="5277"/>
                    <a:pt x="39" y="2722"/>
                    <a:pt x="1619" y="1142"/>
                  </a:cubicBezTo>
                  <a:cubicBezTo>
                    <a:pt x="3728" y="-968"/>
                    <a:pt x="4491" y="-222"/>
                    <a:pt x="4491" y="3948"/>
                  </a:cubicBezTo>
                  <a:cubicBezTo>
                    <a:pt x="4491" y="10181"/>
                    <a:pt x="3150" y="11141"/>
                    <a:pt x="480" y="6821"/>
                  </a:cubicBezTo>
                  <a:close/>
                </a:path>
              </a:pathLst>
            </a:custGeom>
            <a:solidFill>
              <a:srgbClr val="00C100"/>
            </a:solidFill>
            <a:ln w="5163" cap="flat">
              <a:noFill/>
              <a:prstDash val="solid"/>
              <a:miter/>
            </a:ln>
          </p:spPr>
          <p:txBody>
            <a:bodyPr/>
            <a:lstStyle/>
            <a:p>
              <a:endParaRPr lang="es-419" noProof="0" dirty="0"/>
            </a:p>
          </p:txBody>
        </p:sp>
      </p:grpSp>
      <p:grpSp>
        <p:nvGrpSpPr>
          <p:cNvPr id="78" name="Gráfico 39">
            <a:extLst>
              <a:ext uri="{FF2B5EF4-FFF2-40B4-BE49-F238E27FC236}">
                <a16:creationId xmlns:a16="http://schemas.microsoft.com/office/drawing/2014/main" id="{6AFB1F09-8A53-C6AA-52C8-6F165449A4EE}"/>
              </a:ext>
            </a:extLst>
          </p:cNvPr>
          <p:cNvGrpSpPr/>
          <p:nvPr/>
        </p:nvGrpSpPr>
        <p:grpSpPr>
          <a:xfrm>
            <a:off x="2429776" y="2092540"/>
            <a:ext cx="224135" cy="371419"/>
            <a:chOff x="2429776" y="2092540"/>
            <a:chExt cx="224135" cy="371419"/>
          </a:xfrm>
          <a:solidFill>
            <a:srgbClr val="B9B9B9"/>
          </a:solidFill>
        </p:grpSpPr>
        <p:sp>
          <p:nvSpPr>
            <p:cNvPr id="79" name="Forma libre: forma 78">
              <a:extLst>
                <a:ext uri="{FF2B5EF4-FFF2-40B4-BE49-F238E27FC236}">
                  <a16:creationId xmlns:a16="http://schemas.microsoft.com/office/drawing/2014/main" id="{FB69C968-E027-E0E6-1190-DA5E58357332}"/>
                </a:ext>
              </a:extLst>
            </p:cNvPr>
            <p:cNvSpPr/>
            <p:nvPr/>
          </p:nvSpPr>
          <p:spPr>
            <a:xfrm>
              <a:off x="2429776" y="2092540"/>
              <a:ext cx="213820" cy="371419"/>
            </a:xfrm>
            <a:custGeom>
              <a:avLst/>
              <a:gdLst>
                <a:gd name="csX0" fmla="*/ 16950 w 213820"/>
                <a:gd name="csY0" fmla="*/ 360449 h 371419"/>
                <a:gd name="csX1" fmla="*/ 11453 w 213820"/>
                <a:gd name="csY1" fmla="*/ 297848 h 371419"/>
                <a:gd name="csX2" fmla="*/ 3696 w 213820"/>
                <a:gd name="csY2" fmla="*/ 222369 h 371419"/>
                <a:gd name="csX3" fmla="*/ 0 w 213820"/>
                <a:gd name="csY3" fmla="*/ 197274 h 371419"/>
                <a:gd name="csX4" fmla="*/ 19120 w 213820"/>
                <a:gd name="csY4" fmla="*/ 182403 h 371419"/>
                <a:gd name="csX5" fmla="*/ 138310 w 213820"/>
                <a:gd name="csY5" fmla="*/ 92657 h 371419"/>
                <a:gd name="csX6" fmla="*/ 152643 w 213820"/>
                <a:gd name="csY6" fmla="*/ 35441 h 371419"/>
                <a:gd name="csX7" fmla="*/ 150658 w 213820"/>
                <a:gd name="csY7" fmla="*/ 20853 h 371419"/>
                <a:gd name="csX8" fmla="*/ 160369 w 213820"/>
                <a:gd name="csY8" fmla="*/ 19300 h 371419"/>
                <a:gd name="csX9" fmla="*/ 171671 w 213820"/>
                <a:gd name="csY9" fmla="*/ 15173 h 371419"/>
                <a:gd name="csX10" fmla="*/ 158173 w 213820"/>
                <a:gd name="csY10" fmla="*/ 10308 h 371419"/>
                <a:gd name="csX11" fmla="*/ 132945 w 213820"/>
                <a:gd name="csY11" fmla="*/ 8975 h 371419"/>
                <a:gd name="csX12" fmla="*/ 120037 w 213820"/>
                <a:gd name="csY12" fmla="*/ 5453 h 371419"/>
                <a:gd name="csX13" fmla="*/ 136817 w 213820"/>
                <a:gd name="csY13" fmla="*/ 5689 h 371419"/>
                <a:gd name="csX14" fmla="*/ 168222 w 213820"/>
                <a:gd name="csY14" fmla="*/ 2321 h 371419"/>
                <a:gd name="csX15" fmla="*/ 193336 w 213820"/>
                <a:gd name="csY15" fmla="*/ 5657 h 371419"/>
                <a:gd name="csX16" fmla="*/ 207546 w 213820"/>
                <a:gd name="csY16" fmla="*/ 12598 h 371419"/>
                <a:gd name="csX17" fmla="*/ 213132 w 213820"/>
                <a:gd name="csY17" fmla="*/ 30004 h 371419"/>
                <a:gd name="csX18" fmla="*/ 187630 w 213820"/>
                <a:gd name="csY18" fmla="*/ 96831 h 371419"/>
                <a:gd name="csX19" fmla="*/ 176562 w 213820"/>
                <a:gd name="csY19" fmla="*/ 115211 h 371419"/>
                <a:gd name="csX20" fmla="*/ 172870 w 213820"/>
                <a:gd name="csY20" fmla="*/ 123601 h 371419"/>
                <a:gd name="csX21" fmla="*/ 166261 w 213820"/>
                <a:gd name="csY21" fmla="*/ 157642 h 371419"/>
                <a:gd name="csX22" fmla="*/ 166219 w 213820"/>
                <a:gd name="csY22" fmla="*/ 169421 h 371419"/>
                <a:gd name="csX23" fmla="*/ 156436 w 213820"/>
                <a:gd name="csY23" fmla="*/ 177166 h 371419"/>
                <a:gd name="csX24" fmla="*/ 152486 w 213820"/>
                <a:gd name="csY24" fmla="*/ 184910 h 371419"/>
                <a:gd name="csX25" fmla="*/ 149724 w 213820"/>
                <a:gd name="csY25" fmla="*/ 180392 h 371419"/>
                <a:gd name="csX26" fmla="*/ 150673 w 213820"/>
                <a:gd name="csY26" fmla="*/ 190434 h 371419"/>
                <a:gd name="csX27" fmla="*/ 157540 w 213820"/>
                <a:gd name="csY27" fmla="*/ 189342 h 371419"/>
                <a:gd name="csX28" fmla="*/ 164336 w 213820"/>
                <a:gd name="csY28" fmla="*/ 186648 h 371419"/>
                <a:gd name="csX29" fmla="*/ 167794 w 213820"/>
                <a:gd name="csY29" fmla="*/ 183969 h 371419"/>
                <a:gd name="csX30" fmla="*/ 171021 w 213820"/>
                <a:gd name="csY30" fmla="*/ 181048 h 371419"/>
                <a:gd name="csX31" fmla="*/ 159467 w 213820"/>
                <a:gd name="csY31" fmla="*/ 208029 h 371419"/>
                <a:gd name="csX32" fmla="*/ 153370 w 213820"/>
                <a:gd name="csY32" fmla="*/ 220699 h 371419"/>
                <a:gd name="csX33" fmla="*/ 158583 w 213820"/>
                <a:gd name="csY33" fmla="*/ 221050 h 371419"/>
                <a:gd name="csX34" fmla="*/ 167434 w 213820"/>
                <a:gd name="csY34" fmla="*/ 216533 h 371419"/>
                <a:gd name="csX35" fmla="*/ 167794 w 213820"/>
                <a:gd name="csY35" fmla="*/ 224277 h 371419"/>
                <a:gd name="csX36" fmla="*/ 162477 w 213820"/>
                <a:gd name="csY36" fmla="*/ 240411 h 371419"/>
                <a:gd name="csX37" fmla="*/ 159980 w 213820"/>
                <a:gd name="csY37" fmla="*/ 264290 h 371419"/>
                <a:gd name="csX38" fmla="*/ 154702 w 213820"/>
                <a:gd name="csY38" fmla="*/ 297848 h 371419"/>
                <a:gd name="csX39" fmla="*/ 147143 w 213820"/>
                <a:gd name="csY39" fmla="*/ 319016 h 371419"/>
                <a:gd name="csX40" fmla="*/ 144561 w 213820"/>
                <a:gd name="csY40" fmla="*/ 314628 h 371419"/>
                <a:gd name="csX41" fmla="*/ 142397 w 213820"/>
                <a:gd name="csY41" fmla="*/ 312692 h 371419"/>
                <a:gd name="csX42" fmla="*/ 133654 w 213820"/>
                <a:gd name="csY42" fmla="*/ 296518 h 371419"/>
                <a:gd name="csX43" fmla="*/ 127870 w 213820"/>
                <a:gd name="csY43" fmla="*/ 279915 h 371419"/>
                <a:gd name="csX44" fmla="*/ 129246 w 213820"/>
                <a:gd name="csY44" fmla="*/ 255255 h 371419"/>
                <a:gd name="csX45" fmla="*/ 125242 w 213820"/>
                <a:gd name="csY45" fmla="*/ 260285 h 371419"/>
                <a:gd name="csX46" fmla="*/ 118479 w 213820"/>
                <a:gd name="csY46" fmla="*/ 266956 h 371419"/>
                <a:gd name="csX47" fmla="*/ 115990 w 213820"/>
                <a:gd name="csY47" fmla="*/ 271823 h 371419"/>
                <a:gd name="csX48" fmla="*/ 103625 w 213820"/>
                <a:gd name="csY48" fmla="*/ 299151 h 371419"/>
                <a:gd name="csX49" fmla="*/ 93086 w 213820"/>
                <a:gd name="csY49" fmla="*/ 304140 h 371419"/>
                <a:gd name="csX50" fmla="*/ 86910 w 213820"/>
                <a:gd name="csY50" fmla="*/ 313522 h 371419"/>
                <a:gd name="csX51" fmla="*/ 79326 w 213820"/>
                <a:gd name="csY51" fmla="*/ 328399 h 371419"/>
                <a:gd name="csX52" fmla="*/ 69895 w 213820"/>
                <a:gd name="csY52" fmla="*/ 347747 h 371419"/>
                <a:gd name="csX53" fmla="*/ 51629 w 213820"/>
                <a:gd name="csY53" fmla="*/ 357222 h 371419"/>
                <a:gd name="csX54" fmla="*/ 36622 w 213820"/>
                <a:gd name="csY54" fmla="*/ 363051 h 371419"/>
                <a:gd name="csX55" fmla="*/ 27100 w 213820"/>
                <a:gd name="csY55" fmla="*/ 371420 h 371419"/>
                <a:gd name="csX56" fmla="*/ 16950 w 213820"/>
                <a:gd name="csY56" fmla="*/ 360449 h 3714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Lst>
              <a:rect l="l" t="t" r="r" b="b"/>
              <a:pathLst>
                <a:path w="213820" h="371419">
                  <a:moveTo>
                    <a:pt x="16950" y="360449"/>
                  </a:moveTo>
                  <a:cubicBezTo>
                    <a:pt x="16160" y="354414"/>
                    <a:pt x="13687" y="326244"/>
                    <a:pt x="11453" y="297848"/>
                  </a:cubicBezTo>
                  <a:cubicBezTo>
                    <a:pt x="9219" y="269452"/>
                    <a:pt x="5728" y="235487"/>
                    <a:pt x="3696" y="222369"/>
                  </a:cubicBezTo>
                  <a:cubicBezTo>
                    <a:pt x="1663" y="209251"/>
                    <a:pt x="0" y="197958"/>
                    <a:pt x="0" y="197274"/>
                  </a:cubicBezTo>
                  <a:cubicBezTo>
                    <a:pt x="0" y="196590"/>
                    <a:pt x="8604" y="189898"/>
                    <a:pt x="19120" y="182403"/>
                  </a:cubicBezTo>
                  <a:cubicBezTo>
                    <a:pt x="45138" y="163860"/>
                    <a:pt x="131668" y="98706"/>
                    <a:pt x="138310" y="92657"/>
                  </a:cubicBezTo>
                  <a:cubicBezTo>
                    <a:pt x="147047" y="84700"/>
                    <a:pt x="155017" y="52884"/>
                    <a:pt x="152643" y="35441"/>
                  </a:cubicBezTo>
                  <a:lnTo>
                    <a:pt x="150658" y="20853"/>
                  </a:lnTo>
                  <a:lnTo>
                    <a:pt x="160369" y="19300"/>
                  </a:lnTo>
                  <a:cubicBezTo>
                    <a:pt x="165710" y="18446"/>
                    <a:pt x="170796" y="16589"/>
                    <a:pt x="171671" y="15173"/>
                  </a:cubicBezTo>
                  <a:cubicBezTo>
                    <a:pt x="174939" y="9885"/>
                    <a:pt x="170188" y="8173"/>
                    <a:pt x="158173" y="10308"/>
                  </a:cubicBezTo>
                  <a:cubicBezTo>
                    <a:pt x="149606" y="11830"/>
                    <a:pt x="141919" y="11424"/>
                    <a:pt x="132945" y="8975"/>
                  </a:cubicBezTo>
                  <a:lnTo>
                    <a:pt x="120037" y="5453"/>
                  </a:lnTo>
                  <a:lnTo>
                    <a:pt x="136817" y="5689"/>
                  </a:lnTo>
                  <a:cubicBezTo>
                    <a:pt x="146045" y="5819"/>
                    <a:pt x="160178" y="4304"/>
                    <a:pt x="168222" y="2321"/>
                  </a:cubicBezTo>
                  <a:cubicBezTo>
                    <a:pt x="182583" y="-1218"/>
                    <a:pt x="183037" y="-1158"/>
                    <a:pt x="193336" y="5657"/>
                  </a:cubicBezTo>
                  <a:cubicBezTo>
                    <a:pt x="199104" y="9475"/>
                    <a:pt x="205499" y="12598"/>
                    <a:pt x="207546" y="12598"/>
                  </a:cubicBezTo>
                  <a:cubicBezTo>
                    <a:pt x="210236" y="12598"/>
                    <a:pt x="211785" y="17427"/>
                    <a:pt x="213132" y="30004"/>
                  </a:cubicBezTo>
                  <a:cubicBezTo>
                    <a:pt x="216062" y="57367"/>
                    <a:pt x="210014" y="73217"/>
                    <a:pt x="187630" y="96831"/>
                  </a:cubicBezTo>
                  <a:cubicBezTo>
                    <a:pt x="182422" y="102326"/>
                    <a:pt x="177441" y="110596"/>
                    <a:pt x="176562" y="115211"/>
                  </a:cubicBezTo>
                  <a:cubicBezTo>
                    <a:pt x="175683" y="119825"/>
                    <a:pt x="174022" y="123601"/>
                    <a:pt x="172870" y="123601"/>
                  </a:cubicBezTo>
                  <a:cubicBezTo>
                    <a:pt x="168512" y="123601"/>
                    <a:pt x="164964" y="141879"/>
                    <a:pt x="166261" y="157642"/>
                  </a:cubicBezTo>
                  <a:cubicBezTo>
                    <a:pt x="166999" y="166605"/>
                    <a:pt x="166980" y="171906"/>
                    <a:pt x="166219" y="169421"/>
                  </a:cubicBezTo>
                  <a:cubicBezTo>
                    <a:pt x="163842" y="161666"/>
                    <a:pt x="160352" y="164428"/>
                    <a:pt x="156436" y="177166"/>
                  </a:cubicBezTo>
                  <a:cubicBezTo>
                    <a:pt x="154362" y="183910"/>
                    <a:pt x="152584" y="187395"/>
                    <a:pt x="152486" y="184910"/>
                  </a:cubicBezTo>
                  <a:cubicBezTo>
                    <a:pt x="152387" y="182425"/>
                    <a:pt x="151144" y="180392"/>
                    <a:pt x="149724" y="180392"/>
                  </a:cubicBezTo>
                  <a:cubicBezTo>
                    <a:pt x="145947" y="180392"/>
                    <a:pt x="146574" y="187032"/>
                    <a:pt x="150673" y="190434"/>
                  </a:cubicBezTo>
                  <a:cubicBezTo>
                    <a:pt x="153362" y="192666"/>
                    <a:pt x="154997" y="192406"/>
                    <a:pt x="157540" y="189342"/>
                  </a:cubicBezTo>
                  <a:cubicBezTo>
                    <a:pt x="159375" y="187130"/>
                    <a:pt x="162434" y="185918"/>
                    <a:pt x="164336" y="186648"/>
                  </a:cubicBezTo>
                  <a:cubicBezTo>
                    <a:pt x="166311" y="187405"/>
                    <a:pt x="167794" y="186256"/>
                    <a:pt x="167794" y="183969"/>
                  </a:cubicBezTo>
                  <a:cubicBezTo>
                    <a:pt x="167794" y="181765"/>
                    <a:pt x="169246" y="180451"/>
                    <a:pt x="171021" y="181048"/>
                  </a:cubicBezTo>
                  <a:cubicBezTo>
                    <a:pt x="178588" y="183594"/>
                    <a:pt x="167396" y="209728"/>
                    <a:pt x="159467" y="208029"/>
                  </a:cubicBezTo>
                  <a:cubicBezTo>
                    <a:pt x="155365" y="207150"/>
                    <a:pt x="151352" y="215489"/>
                    <a:pt x="153370" y="220699"/>
                  </a:cubicBezTo>
                  <a:cubicBezTo>
                    <a:pt x="155154" y="225305"/>
                    <a:pt x="155436" y="225324"/>
                    <a:pt x="158583" y="221050"/>
                  </a:cubicBezTo>
                  <a:cubicBezTo>
                    <a:pt x="160413" y="218566"/>
                    <a:pt x="164395" y="216533"/>
                    <a:pt x="167434" y="216533"/>
                  </a:cubicBezTo>
                  <a:cubicBezTo>
                    <a:pt x="174275" y="216533"/>
                    <a:pt x="174331" y="217740"/>
                    <a:pt x="167794" y="224277"/>
                  </a:cubicBezTo>
                  <a:cubicBezTo>
                    <a:pt x="164323" y="227748"/>
                    <a:pt x="162581" y="233035"/>
                    <a:pt x="162477" y="240411"/>
                  </a:cubicBezTo>
                  <a:cubicBezTo>
                    <a:pt x="162393" y="246445"/>
                    <a:pt x="161269" y="257191"/>
                    <a:pt x="159980" y="264290"/>
                  </a:cubicBezTo>
                  <a:cubicBezTo>
                    <a:pt x="158691" y="271389"/>
                    <a:pt x="156316" y="286490"/>
                    <a:pt x="154702" y="297848"/>
                  </a:cubicBezTo>
                  <a:cubicBezTo>
                    <a:pt x="152051" y="316511"/>
                    <a:pt x="147143" y="330254"/>
                    <a:pt x="147143" y="319016"/>
                  </a:cubicBezTo>
                  <a:cubicBezTo>
                    <a:pt x="147143" y="316603"/>
                    <a:pt x="145981" y="314628"/>
                    <a:pt x="144561" y="314628"/>
                  </a:cubicBezTo>
                  <a:cubicBezTo>
                    <a:pt x="143141" y="314628"/>
                    <a:pt x="142167" y="313757"/>
                    <a:pt x="142397" y="312692"/>
                  </a:cubicBezTo>
                  <a:cubicBezTo>
                    <a:pt x="143282" y="308582"/>
                    <a:pt x="136781" y="296556"/>
                    <a:pt x="133654" y="296518"/>
                  </a:cubicBezTo>
                  <a:cubicBezTo>
                    <a:pt x="125264" y="296417"/>
                    <a:pt x="123998" y="292782"/>
                    <a:pt x="127870" y="279915"/>
                  </a:cubicBezTo>
                  <a:cubicBezTo>
                    <a:pt x="132191" y="265558"/>
                    <a:pt x="132766" y="255255"/>
                    <a:pt x="129246" y="255255"/>
                  </a:cubicBezTo>
                  <a:cubicBezTo>
                    <a:pt x="127923" y="255255"/>
                    <a:pt x="126121" y="257518"/>
                    <a:pt x="125242" y="260285"/>
                  </a:cubicBezTo>
                  <a:cubicBezTo>
                    <a:pt x="124364" y="263052"/>
                    <a:pt x="121321" y="266054"/>
                    <a:pt x="118479" y="266956"/>
                  </a:cubicBezTo>
                  <a:cubicBezTo>
                    <a:pt x="114695" y="268157"/>
                    <a:pt x="114029" y="269460"/>
                    <a:pt x="115990" y="271823"/>
                  </a:cubicBezTo>
                  <a:cubicBezTo>
                    <a:pt x="120178" y="276868"/>
                    <a:pt x="111817" y="295346"/>
                    <a:pt x="103625" y="299151"/>
                  </a:cubicBezTo>
                  <a:cubicBezTo>
                    <a:pt x="99874" y="300894"/>
                    <a:pt x="95131" y="303139"/>
                    <a:pt x="93086" y="304140"/>
                  </a:cubicBezTo>
                  <a:cubicBezTo>
                    <a:pt x="91041" y="305142"/>
                    <a:pt x="88261" y="309364"/>
                    <a:pt x="86910" y="313522"/>
                  </a:cubicBezTo>
                  <a:cubicBezTo>
                    <a:pt x="85558" y="317680"/>
                    <a:pt x="82145" y="324374"/>
                    <a:pt x="79326" y="328399"/>
                  </a:cubicBezTo>
                  <a:cubicBezTo>
                    <a:pt x="76507" y="332423"/>
                    <a:pt x="72263" y="341130"/>
                    <a:pt x="69895" y="347747"/>
                  </a:cubicBezTo>
                  <a:cubicBezTo>
                    <a:pt x="65145" y="361024"/>
                    <a:pt x="59224" y="364095"/>
                    <a:pt x="51629" y="357222"/>
                  </a:cubicBezTo>
                  <a:cubicBezTo>
                    <a:pt x="44314" y="350602"/>
                    <a:pt x="37572" y="353221"/>
                    <a:pt x="36622" y="363051"/>
                  </a:cubicBezTo>
                  <a:cubicBezTo>
                    <a:pt x="35885" y="370676"/>
                    <a:pt x="35039" y="371420"/>
                    <a:pt x="27100" y="371420"/>
                  </a:cubicBezTo>
                  <a:cubicBezTo>
                    <a:pt x="18795" y="371420"/>
                    <a:pt x="18319" y="370905"/>
                    <a:pt x="16950" y="360449"/>
                  </a:cubicBezTo>
                  <a:close/>
                </a:path>
              </a:pathLst>
            </a:custGeom>
            <a:solidFill>
              <a:srgbClr val="B9B9B9"/>
            </a:solidFill>
            <a:ln w="5163" cap="flat">
              <a:noFill/>
              <a:prstDash val="solid"/>
              <a:miter/>
            </a:ln>
          </p:spPr>
          <p:txBody>
            <a:bodyPr/>
            <a:lstStyle/>
            <a:p>
              <a:endParaRPr lang="es-419" noProof="0" dirty="0"/>
            </a:p>
          </p:txBody>
        </p:sp>
        <p:sp>
          <p:nvSpPr>
            <p:cNvPr id="80" name="Forma libre: forma 79">
              <a:extLst>
                <a:ext uri="{FF2B5EF4-FFF2-40B4-BE49-F238E27FC236}">
                  <a16:creationId xmlns:a16="http://schemas.microsoft.com/office/drawing/2014/main" id="{69CB0C13-2856-9E51-EC0D-4DA5A04AAA90}"/>
                </a:ext>
              </a:extLst>
            </p:cNvPr>
            <p:cNvSpPr/>
            <p:nvPr/>
          </p:nvSpPr>
          <p:spPr>
            <a:xfrm>
              <a:off x="2598432" y="2301328"/>
              <a:ext cx="4301" cy="5162"/>
            </a:xfrm>
            <a:custGeom>
              <a:avLst/>
              <a:gdLst>
                <a:gd name="csX0" fmla="*/ 429 w 4301"/>
                <a:gd name="csY0" fmla="*/ 2581 h 5162"/>
                <a:gd name="csX1" fmla="*/ 1567 w 4301"/>
                <a:gd name="csY1" fmla="*/ 0 h 5162"/>
                <a:gd name="csX2" fmla="*/ 4301 w 4301"/>
                <a:gd name="csY2" fmla="*/ 2581 h 5162"/>
                <a:gd name="csX3" fmla="*/ 3163 w 4301"/>
                <a:gd name="csY3" fmla="*/ 5163 h 5162"/>
                <a:gd name="csX4" fmla="*/ 429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429" y="2581"/>
                  </a:moveTo>
                  <a:cubicBezTo>
                    <a:pt x="-448" y="1162"/>
                    <a:pt x="64" y="0"/>
                    <a:pt x="1567" y="0"/>
                  </a:cubicBezTo>
                  <a:cubicBezTo>
                    <a:pt x="3071" y="0"/>
                    <a:pt x="4301" y="1162"/>
                    <a:pt x="4301" y="2581"/>
                  </a:cubicBezTo>
                  <a:cubicBezTo>
                    <a:pt x="4301" y="4001"/>
                    <a:pt x="3789" y="5163"/>
                    <a:pt x="3163" y="5163"/>
                  </a:cubicBezTo>
                  <a:cubicBezTo>
                    <a:pt x="2537" y="5163"/>
                    <a:pt x="1307" y="4001"/>
                    <a:pt x="429" y="2581"/>
                  </a:cubicBezTo>
                  <a:close/>
                </a:path>
              </a:pathLst>
            </a:custGeom>
            <a:solidFill>
              <a:srgbClr val="B9B9B9"/>
            </a:solidFill>
            <a:ln w="5163" cap="flat">
              <a:noFill/>
              <a:prstDash val="solid"/>
              <a:miter/>
            </a:ln>
          </p:spPr>
          <p:txBody>
            <a:bodyPr/>
            <a:lstStyle/>
            <a:p>
              <a:endParaRPr lang="es-419" noProof="0" dirty="0"/>
            </a:p>
          </p:txBody>
        </p:sp>
        <p:sp>
          <p:nvSpPr>
            <p:cNvPr id="81" name="Forma libre: forma 80">
              <a:extLst>
                <a:ext uri="{FF2B5EF4-FFF2-40B4-BE49-F238E27FC236}">
                  <a16:creationId xmlns:a16="http://schemas.microsoft.com/office/drawing/2014/main" id="{17D5E56B-1D6B-469C-B414-AEA49E4166B1}"/>
                </a:ext>
              </a:extLst>
            </p:cNvPr>
            <p:cNvSpPr/>
            <p:nvPr/>
          </p:nvSpPr>
          <p:spPr>
            <a:xfrm>
              <a:off x="2631714" y="2178527"/>
              <a:ext cx="22197" cy="31992"/>
            </a:xfrm>
            <a:custGeom>
              <a:avLst/>
              <a:gdLst>
                <a:gd name="csX0" fmla="*/ 471 w 22197"/>
                <a:gd name="csY0" fmla="*/ 28899 h 31992"/>
                <a:gd name="csX1" fmla="*/ 9355 w 22197"/>
                <a:gd name="csY1" fmla="*/ 4976 h 31992"/>
                <a:gd name="csX2" fmla="*/ 18130 w 22197"/>
                <a:gd name="csY2" fmla="*/ 1262 h 31992"/>
                <a:gd name="csX3" fmla="*/ 15361 w 22197"/>
                <a:gd name="csY3" fmla="*/ 16772 h 31992"/>
                <a:gd name="csX4" fmla="*/ 471 w 22197"/>
                <a:gd name="csY4" fmla="*/ 28899 h 31992"/>
              </a:gdLst>
              <a:ahLst/>
              <a:cxnLst>
                <a:cxn ang="0">
                  <a:pos x="csX0" y="csY0"/>
                </a:cxn>
                <a:cxn ang="0">
                  <a:pos x="csX1" y="csY1"/>
                </a:cxn>
                <a:cxn ang="0">
                  <a:pos x="csX2" y="csY2"/>
                </a:cxn>
                <a:cxn ang="0">
                  <a:pos x="csX3" y="csY3"/>
                </a:cxn>
                <a:cxn ang="0">
                  <a:pos x="csX4" y="csY4"/>
                </a:cxn>
              </a:cxnLst>
              <a:rect l="l" t="t" r="r" b="b"/>
              <a:pathLst>
                <a:path w="22197" h="31992">
                  <a:moveTo>
                    <a:pt x="471" y="28899"/>
                  </a:moveTo>
                  <a:cubicBezTo>
                    <a:pt x="-1762" y="23078"/>
                    <a:pt x="4399" y="6487"/>
                    <a:pt x="9355" y="4976"/>
                  </a:cubicBezTo>
                  <a:cubicBezTo>
                    <a:pt x="11697" y="4262"/>
                    <a:pt x="15646" y="2591"/>
                    <a:pt x="18130" y="1262"/>
                  </a:cubicBezTo>
                  <a:cubicBezTo>
                    <a:pt x="24115" y="-1937"/>
                    <a:pt x="23741" y="160"/>
                    <a:pt x="15361" y="16772"/>
                  </a:cubicBezTo>
                  <a:cubicBezTo>
                    <a:pt x="7920" y="31524"/>
                    <a:pt x="3013" y="35521"/>
                    <a:pt x="471" y="28899"/>
                  </a:cubicBezTo>
                  <a:close/>
                </a:path>
              </a:pathLst>
            </a:custGeom>
            <a:solidFill>
              <a:srgbClr val="B9B9B9"/>
            </a:solidFill>
            <a:ln w="5163" cap="flat">
              <a:noFill/>
              <a:prstDash val="solid"/>
              <a:miter/>
            </a:ln>
          </p:spPr>
          <p:txBody>
            <a:bodyPr/>
            <a:lstStyle/>
            <a:p>
              <a:endParaRPr lang="es-419" noProof="0" dirty="0"/>
            </a:p>
          </p:txBody>
        </p:sp>
        <p:sp>
          <p:nvSpPr>
            <p:cNvPr id="82" name="Forma libre: forma 81">
              <a:extLst>
                <a:ext uri="{FF2B5EF4-FFF2-40B4-BE49-F238E27FC236}">
                  <a16:creationId xmlns:a16="http://schemas.microsoft.com/office/drawing/2014/main" id="{F64E5C05-38EB-39B8-C735-7DC132DDA5CA}"/>
                </a:ext>
              </a:extLst>
            </p:cNvPr>
            <p:cNvSpPr/>
            <p:nvPr/>
          </p:nvSpPr>
          <p:spPr>
            <a:xfrm>
              <a:off x="2646618" y="2128371"/>
              <a:ext cx="5162" cy="6756"/>
            </a:xfrm>
            <a:custGeom>
              <a:avLst/>
              <a:gdLst>
                <a:gd name="csX0" fmla="*/ 0 w 5162"/>
                <a:gd name="csY0" fmla="*/ 4025 h 6756"/>
                <a:gd name="csX1" fmla="*/ 2581 w 5162"/>
                <a:gd name="csY1" fmla="*/ 0 h 6756"/>
                <a:gd name="csX2" fmla="*/ 5163 w 5162"/>
                <a:gd name="csY2" fmla="*/ 2429 h 6756"/>
                <a:gd name="csX3" fmla="*/ 2581 w 5162"/>
                <a:gd name="csY3" fmla="*/ 6454 h 6756"/>
                <a:gd name="csX4" fmla="*/ 0 w 5162"/>
                <a:gd name="csY4" fmla="*/ 4025 h 6756"/>
              </a:gdLst>
              <a:ahLst/>
              <a:cxnLst>
                <a:cxn ang="0">
                  <a:pos x="csX0" y="csY0"/>
                </a:cxn>
                <a:cxn ang="0">
                  <a:pos x="csX1" y="csY1"/>
                </a:cxn>
                <a:cxn ang="0">
                  <a:pos x="csX2" y="csY2"/>
                </a:cxn>
                <a:cxn ang="0">
                  <a:pos x="csX3" y="csY3"/>
                </a:cxn>
                <a:cxn ang="0">
                  <a:pos x="csX4" y="csY4"/>
                </a:cxn>
              </a:cxnLst>
              <a:rect l="l" t="t" r="r" b="b"/>
              <a:pathLst>
                <a:path w="5162" h="6756">
                  <a:moveTo>
                    <a:pt x="0" y="4025"/>
                  </a:moveTo>
                  <a:cubicBezTo>
                    <a:pt x="0" y="1811"/>
                    <a:pt x="1162" y="0"/>
                    <a:pt x="2581" y="0"/>
                  </a:cubicBezTo>
                  <a:cubicBezTo>
                    <a:pt x="4001" y="0"/>
                    <a:pt x="5163" y="1093"/>
                    <a:pt x="5163" y="2429"/>
                  </a:cubicBezTo>
                  <a:cubicBezTo>
                    <a:pt x="5163" y="3765"/>
                    <a:pt x="4001" y="5576"/>
                    <a:pt x="2581" y="6454"/>
                  </a:cubicBezTo>
                  <a:cubicBezTo>
                    <a:pt x="1162" y="7331"/>
                    <a:pt x="0" y="6238"/>
                    <a:pt x="0" y="4025"/>
                  </a:cubicBezTo>
                  <a:close/>
                </a:path>
              </a:pathLst>
            </a:custGeom>
            <a:solidFill>
              <a:srgbClr val="B9B9B9"/>
            </a:solidFill>
            <a:ln w="5163" cap="flat">
              <a:noFill/>
              <a:prstDash val="solid"/>
              <a:miter/>
            </a:ln>
          </p:spPr>
          <p:txBody>
            <a:bodyPr/>
            <a:lstStyle/>
            <a:p>
              <a:endParaRPr lang="es-419" noProof="0" dirty="0"/>
            </a:p>
          </p:txBody>
        </p:sp>
        <p:sp>
          <p:nvSpPr>
            <p:cNvPr id="83" name="Forma libre: forma 82">
              <a:extLst>
                <a:ext uri="{FF2B5EF4-FFF2-40B4-BE49-F238E27FC236}">
                  <a16:creationId xmlns:a16="http://schemas.microsoft.com/office/drawing/2014/main" id="{CB6C9480-9A94-4735-896E-2624C52E8CB3}"/>
                </a:ext>
              </a:extLst>
            </p:cNvPr>
            <p:cNvSpPr/>
            <p:nvPr/>
          </p:nvSpPr>
          <p:spPr>
            <a:xfrm>
              <a:off x="2646618" y="2110301"/>
              <a:ext cx="4301" cy="5162"/>
            </a:xfrm>
            <a:custGeom>
              <a:avLst/>
              <a:gdLst>
                <a:gd name="csX0" fmla="*/ 0 w 4301"/>
                <a:gd name="csY0" fmla="*/ 2581 h 5162"/>
                <a:gd name="csX1" fmla="*/ 1138 w 4301"/>
                <a:gd name="csY1" fmla="*/ 0 h 5162"/>
                <a:gd name="csX2" fmla="*/ 3872 w 4301"/>
                <a:gd name="csY2" fmla="*/ 2581 h 5162"/>
                <a:gd name="csX3" fmla="*/ 2734 w 4301"/>
                <a:gd name="csY3" fmla="*/ 5163 h 5162"/>
                <a:gd name="csX4" fmla="*/ 0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0" y="2581"/>
                  </a:moveTo>
                  <a:cubicBezTo>
                    <a:pt x="0" y="1162"/>
                    <a:pt x="512" y="0"/>
                    <a:pt x="1138" y="0"/>
                  </a:cubicBezTo>
                  <a:cubicBezTo>
                    <a:pt x="1765" y="0"/>
                    <a:pt x="2995" y="1162"/>
                    <a:pt x="3872" y="2581"/>
                  </a:cubicBezTo>
                  <a:cubicBezTo>
                    <a:pt x="4750" y="4001"/>
                    <a:pt x="4237" y="5163"/>
                    <a:pt x="2734" y="5163"/>
                  </a:cubicBezTo>
                  <a:cubicBezTo>
                    <a:pt x="1230" y="5163"/>
                    <a:pt x="0" y="4001"/>
                    <a:pt x="0" y="2581"/>
                  </a:cubicBezTo>
                  <a:close/>
                </a:path>
              </a:pathLst>
            </a:custGeom>
            <a:solidFill>
              <a:srgbClr val="B9B9B9"/>
            </a:solidFill>
            <a:ln w="5163" cap="flat">
              <a:noFill/>
              <a:prstDash val="solid"/>
              <a:miter/>
            </a:ln>
          </p:spPr>
          <p:txBody>
            <a:bodyPr/>
            <a:lstStyle/>
            <a:p>
              <a:endParaRPr lang="es-419" noProof="0" dirty="0"/>
            </a:p>
          </p:txBody>
        </p:sp>
      </p:grpSp>
      <p:grpSp>
        <p:nvGrpSpPr>
          <p:cNvPr id="84" name="Gráfico 39">
            <a:extLst>
              <a:ext uri="{FF2B5EF4-FFF2-40B4-BE49-F238E27FC236}">
                <a16:creationId xmlns:a16="http://schemas.microsoft.com/office/drawing/2014/main" id="{889A3324-780C-ADAF-16CC-287809C4A3F9}"/>
              </a:ext>
            </a:extLst>
          </p:cNvPr>
          <p:cNvGrpSpPr/>
          <p:nvPr/>
        </p:nvGrpSpPr>
        <p:grpSpPr>
          <a:xfrm>
            <a:off x="924790" y="1999612"/>
            <a:ext cx="235561" cy="223008"/>
            <a:chOff x="924790" y="1999612"/>
            <a:chExt cx="235561" cy="223008"/>
          </a:xfrm>
          <a:solidFill>
            <a:srgbClr val="B9B9B9"/>
          </a:solidFill>
        </p:grpSpPr>
        <p:sp>
          <p:nvSpPr>
            <p:cNvPr id="85" name="Forma libre: forma 84">
              <a:extLst>
                <a:ext uri="{FF2B5EF4-FFF2-40B4-BE49-F238E27FC236}">
                  <a16:creationId xmlns:a16="http://schemas.microsoft.com/office/drawing/2014/main" id="{948A5792-8AC2-219A-ADC4-8DFB23D6F13E}"/>
                </a:ext>
              </a:extLst>
            </p:cNvPr>
            <p:cNvSpPr/>
            <p:nvPr/>
          </p:nvSpPr>
          <p:spPr>
            <a:xfrm>
              <a:off x="1018216" y="1999612"/>
              <a:ext cx="142135" cy="223008"/>
            </a:xfrm>
            <a:custGeom>
              <a:avLst/>
              <a:gdLst>
                <a:gd name="csX0" fmla="*/ 33142 w 142135"/>
                <a:gd name="csY0" fmla="*/ 222624 h 223008"/>
                <a:gd name="csX1" fmla="*/ 24030 w 142135"/>
                <a:gd name="csY1" fmla="*/ 217989 h 223008"/>
                <a:gd name="csX2" fmla="*/ 15077 w 142135"/>
                <a:gd name="csY2" fmla="*/ 214475 h 223008"/>
                <a:gd name="csX3" fmla="*/ 28065 w 142135"/>
                <a:gd name="csY3" fmla="*/ 199749 h 223008"/>
                <a:gd name="csX4" fmla="*/ 39623 w 142135"/>
                <a:gd name="csY4" fmla="*/ 181324 h 223008"/>
                <a:gd name="csX5" fmla="*/ 40552 w 142135"/>
                <a:gd name="csY5" fmla="*/ 163618 h 223008"/>
                <a:gd name="csX6" fmla="*/ 38270 w 142135"/>
                <a:gd name="csY6" fmla="*/ 146871 h 223008"/>
                <a:gd name="csX7" fmla="*/ 31342 w 142135"/>
                <a:gd name="csY7" fmla="*/ 141344 h 223008"/>
                <a:gd name="csX8" fmla="*/ 23064 w 142135"/>
                <a:gd name="csY8" fmla="*/ 130695 h 223008"/>
                <a:gd name="csX9" fmla="*/ 21238 w 142135"/>
                <a:gd name="csY9" fmla="*/ 121015 h 223008"/>
                <a:gd name="csX10" fmla="*/ 21448 w 142135"/>
                <a:gd name="csY10" fmla="*/ 110689 h 223008"/>
                <a:gd name="csX11" fmla="*/ 17417 w 142135"/>
                <a:gd name="csY11" fmla="*/ 113600 h 223008"/>
                <a:gd name="csX12" fmla="*/ 6090 w 142135"/>
                <a:gd name="csY12" fmla="*/ 75839 h 223008"/>
                <a:gd name="csX13" fmla="*/ 446 w 142135"/>
                <a:gd name="csY13" fmla="*/ 49379 h 223008"/>
                <a:gd name="csX14" fmla="*/ 1787 w 142135"/>
                <a:gd name="csY14" fmla="*/ 43571 h 223008"/>
                <a:gd name="csX15" fmla="*/ 4669 w 142135"/>
                <a:gd name="csY15" fmla="*/ 50173 h 223008"/>
                <a:gd name="csX16" fmla="*/ 15640 w 142135"/>
                <a:gd name="csY16" fmla="*/ 55981 h 223008"/>
                <a:gd name="csX17" fmla="*/ 25590 w 142135"/>
                <a:gd name="csY17" fmla="*/ 51315 h 223008"/>
                <a:gd name="csX18" fmla="*/ 21927 w 142135"/>
                <a:gd name="csY18" fmla="*/ 38128 h 223008"/>
                <a:gd name="csX19" fmla="*/ 25126 w 142135"/>
                <a:gd name="csY19" fmla="*/ 20612 h 223008"/>
                <a:gd name="csX20" fmla="*/ 29635 w 142135"/>
                <a:gd name="csY20" fmla="*/ 8944 h 223008"/>
                <a:gd name="csX21" fmla="*/ 56601 w 142135"/>
                <a:gd name="csY21" fmla="*/ 2664 h 223008"/>
                <a:gd name="csX22" fmla="*/ 68014 w 142135"/>
                <a:gd name="csY22" fmla="*/ 14926 h 223008"/>
                <a:gd name="csX23" fmla="*/ 70397 w 142135"/>
                <a:gd name="csY23" fmla="*/ 28730 h 223008"/>
                <a:gd name="csX24" fmla="*/ 64799 w 142135"/>
                <a:gd name="csY24" fmla="*/ 38367 h 223008"/>
                <a:gd name="csX25" fmla="*/ 76515 w 142135"/>
                <a:gd name="csY25" fmla="*/ 47199 h 223008"/>
                <a:gd name="csX26" fmla="*/ 95020 w 142135"/>
                <a:gd name="csY26" fmla="*/ 52596 h 223008"/>
                <a:gd name="csX27" fmla="*/ 116723 w 142135"/>
                <a:gd name="csY27" fmla="*/ 66052 h 223008"/>
                <a:gd name="csX28" fmla="*/ 125419 w 142135"/>
                <a:gd name="csY28" fmla="*/ 64641 h 223008"/>
                <a:gd name="csX29" fmla="*/ 121867 w 142135"/>
                <a:gd name="csY29" fmla="*/ 77984 h 223008"/>
                <a:gd name="csX30" fmla="*/ 126198 w 142135"/>
                <a:gd name="csY30" fmla="*/ 109560 h 223008"/>
                <a:gd name="csX31" fmla="*/ 132452 w 142135"/>
                <a:gd name="csY31" fmla="*/ 130811 h 223008"/>
                <a:gd name="csX32" fmla="*/ 137172 w 142135"/>
                <a:gd name="csY32" fmla="*/ 149525 h 223008"/>
                <a:gd name="csX33" fmla="*/ 126264 w 142135"/>
                <a:gd name="csY33" fmla="*/ 165042 h 223008"/>
                <a:gd name="csX34" fmla="*/ 119713 w 142135"/>
                <a:gd name="csY34" fmla="*/ 162318 h 223008"/>
                <a:gd name="csX35" fmla="*/ 122125 w 142135"/>
                <a:gd name="csY35" fmla="*/ 181310 h 223008"/>
                <a:gd name="csX36" fmla="*/ 122395 w 142135"/>
                <a:gd name="csY36" fmla="*/ 193071 h 223008"/>
                <a:gd name="csX37" fmla="*/ 117050 w 142135"/>
                <a:gd name="csY37" fmla="*/ 205350 h 223008"/>
                <a:gd name="csX38" fmla="*/ 115307 w 142135"/>
                <a:gd name="csY38" fmla="*/ 214639 h 223008"/>
                <a:gd name="csX39" fmla="*/ 105608 w 142135"/>
                <a:gd name="csY39" fmla="*/ 205168 h 223008"/>
                <a:gd name="csX40" fmla="*/ 70306 w 142135"/>
                <a:gd name="csY40" fmla="*/ 198146 h 223008"/>
                <a:gd name="csX41" fmla="*/ 57886 w 142135"/>
                <a:gd name="csY41" fmla="*/ 203581 h 223008"/>
                <a:gd name="csX42" fmla="*/ 42822 w 142135"/>
                <a:gd name="csY42" fmla="*/ 214552 h 223008"/>
                <a:gd name="csX43" fmla="*/ 33142 w 142135"/>
                <a:gd name="csY43" fmla="*/ 222624 h 2230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42135" h="223008">
                  <a:moveTo>
                    <a:pt x="33142" y="222624"/>
                  </a:moveTo>
                  <a:cubicBezTo>
                    <a:pt x="33100" y="221007"/>
                    <a:pt x="28999" y="218922"/>
                    <a:pt x="24030" y="217989"/>
                  </a:cubicBezTo>
                  <a:cubicBezTo>
                    <a:pt x="19061" y="217057"/>
                    <a:pt x="15032" y="215476"/>
                    <a:pt x="15077" y="214475"/>
                  </a:cubicBezTo>
                  <a:cubicBezTo>
                    <a:pt x="15123" y="213475"/>
                    <a:pt x="20967" y="206848"/>
                    <a:pt x="28065" y="199749"/>
                  </a:cubicBezTo>
                  <a:cubicBezTo>
                    <a:pt x="37756" y="190056"/>
                    <a:pt x="40635" y="185467"/>
                    <a:pt x="39623" y="181324"/>
                  </a:cubicBezTo>
                  <a:cubicBezTo>
                    <a:pt x="38882" y="178289"/>
                    <a:pt x="39300" y="170321"/>
                    <a:pt x="40552" y="163618"/>
                  </a:cubicBezTo>
                  <a:cubicBezTo>
                    <a:pt x="42457" y="153420"/>
                    <a:pt x="42085" y="150686"/>
                    <a:pt x="38270" y="146871"/>
                  </a:cubicBezTo>
                  <a:cubicBezTo>
                    <a:pt x="35762" y="144363"/>
                    <a:pt x="32644" y="141876"/>
                    <a:pt x="31342" y="141344"/>
                  </a:cubicBezTo>
                  <a:cubicBezTo>
                    <a:pt x="30039" y="140811"/>
                    <a:pt x="26314" y="136019"/>
                    <a:pt x="23064" y="130695"/>
                  </a:cubicBezTo>
                  <a:cubicBezTo>
                    <a:pt x="18146" y="122638"/>
                    <a:pt x="17840" y="121015"/>
                    <a:pt x="21238" y="121015"/>
                  </a:cubicBezTo>
                  <a:cubicBezTo>
                    <a:pt x="26407" y="121015"/>
                    <a:pt x="26532" y="114908"/>
                    <a:pt x="21448" y="110689"/>
                  </a:cubicBezTo>
                  <a:cubicBezTo>
                    <a:pt x="18195" y="107989"/>
                    <a:pt x="17551" y="108454"/>
                    <a:pt x="17417" y="113600"/>
                  </a:cubicBezTo>
                  <a:cubicBezTo>
                    <a:pt x="17202" y="121855"/>
                    <a:pt x="11362" y="102386"/>
                    <a:pt x="6090" y="75839"/>
                  </a:cubicBezTo>
                  <a:cubicBezTo>
                    <a:pt x="3834" y="64481"/>
                    <a:pt x="1295" y="52574"/>
                    <a:pt x="446" y="49379"/>
                  </a:cubicBezTo>
                  <a:cubicBezTo>
                    <a:pt x="-477" y="45903"/>
                    <a:pt x="61" y="43571"/>
                    <a:pt x="1787" y="43571"/>
                  </a:cubicBezTo>
                  <a:cubicBezTo>
                    <a:pt x="3372" y="43571"/>
                    <a:pt x="4669" y="46542"/>
                    <a:pt x="4669" y="50173"/>
                  </a:cubicBezTo>
                  <a:cubicBezTo>
                    <a:pt x="4669" y="56344"/>
                    <a:pt x="5386" y="56723"/>
                    <a:pt x="15640" y="55981"/>
                  </a:cubicBezTo>
                  <a:cubicBezTo>
                    <a:pt x="23894" y="55384"/>
                    <a:pt x="26358" y="54229"/>
                    <a:pt x="25590" y="51315"/>
                  </a:cubicBezTo>
                  <a:cubicBezTo>
                    <a:pt x="25028" y="49186"/>
                    <a:pt x="23380" y="43251"/>
                    <a:pt x="21927" y="38128"/>
                  </a:cubicBezTo>
                  <a:cubicBezTo>
                    <a:pt x="19644" y="30074"/>
                    <a:pt x="20076" y="27703"/>
                    <a:pt x="25126" y="20612"/>
                  </a:cubicBezTo>
                  <a:cubicBezTo>
                    <a:pt x="28338" y="16101"/>
                    <a:pt x="30367" y="10851"/>
                    <a:pt x="29635" y="8944"/>
                  </a:cubicBezTo>
                  <a:cubicBezTo>
                    <a:pt x="26306" y="269"/>
                    <a:pt x="38854" y="-2653"/>
                    <a:pt x="56601" y="2664"/>
                  </a:cubicBezTo>
                  <a:cubicBezTo>
                    <a:pt x="65243" y="5253"/>
                    <a:pt x="66731" y="6851"/>
                    <a:pt x="68014" y="14926"/>
                  </a:cubicBezTo>
                  <a:cubicBezTo>
                    <a:pt x="68826" y="20032"/>
                    <a:pt x="69898" y="26244"/>
                    <a:pt x="70397" y="28730"/>
                  </a:cubicBezTo>
                  <a:cubicBezTo>
                    <a:pt x="70908" y="31276"/>
                    <a:pt x="68463" y="35485"/>
                    <a:pt x="64799" y="38367"/>
                  </a:cubicBezTo>
                  <a:cubicBezTo>
                    <a:pt x="52677" y="47902"/>
                    <a:pt x="63675" y="56192"/>
                    <a:pt x="76515" y="47199"/>
                  </a:cubicBezTo>
                  <a:cubicBezTo>
                    <a:pt x="84862" y="41352"/>
                    <a:pt x="95020" y="44315"/>
                    <a:pt x="95020" y="52596"/>
                  </a:cubicBezTo>
                  <a:cubicBezTo>
                    <a:pt x="95020" y="61383"/>
                    <a:pt x="105491" y="67875"/>
                    <a:pt x="116723" y="66052"/>
                  </a:cubicBezTo>
                  <a:lnTo>
                    <a:pt x="125419" y="64641"/>
                  </a:lnTo>
                  <a:lnTo>
                    <a:pt x="121867" y="77984"/>
                  </a:lnTo>
                  <a:cubicBezTo>
                    <a:pt x="116766" y="97143"/>
                    <a:pt x="117305" y="101074"/>
                    <a:pt x="126198" y="109560"/>
                  </a:cubicBezTo>
                  <a:cubicBezTo>
                    <a:pt x="133696" y="116715"/>
                    <a:pt x="134049" y="117914"/>
                    <a:pt x="132452" y="130811"/>
                  </a:cubicBezTo>
                  <a:cubicBezTo>
                    <a:pt x="130905" y="143306"/>
                    <a:pt x="131310" y="144914"/>
                    <a:pt x="137172" y="149525"/>
                  </a:cubicBezTo>
                  <a:cubicBezTo>
                    <a:pt x="148350" y="158317"/>
                    <a:pt x="138877" y="171792"/>
                    <a:pt x="126264" y="165042"/>
                  </a:cubicBezTo>
                  <a:cubicBezTo>
                    <a:pt x="123464" y="163544"/>
                    <a:pt x="120516" y="162318"/>
                    <a:pt x="119713" y="162318"/>
                  </a:cubicBezTo>
                  <a:cubicBezTo>
                    <a:pt x="116537" y="162318"/>
                    <a:pt x="118487" y="177672"/>
                    <a:pt x="122125" y="181310"/>
                  </a:cubicBezTo>
                  <a:cubicBezTo>
                    <a:pt x="126947" y="186132"/>
                    <a:pt x="127019" y="189234"/>
                    <a:pt x="122395" y="193071"/>
                  </a:cubicBezTo>
                  <a:cubicBezTo>
                    <a:pt x="120414" y="194715"/>
                    <a:pt x="118009" y="200241"/>
                    <a:pt x="117050" y="205350"/>
                  </a:cubicBezTo>
                  <a:lnTo>
                    <a:pt x="115307" y="214639"/>
                  </a:lnTo>
                  <a:lnTo>
                    <a:pt x="105608" y="205168"/>
                  </a:lnTo>
                  <a:cubicBezTo>
                    <a:pt x="93087" y="192941"/>
                    <a:pt x="80185" y="190375"/>
                    <a:pt x="70306" y="198146"/>
                  </a:cubicBezTo>
                  <a:cubicBezTo>
                    <a:pt x="66478" y="201157"/>
                    <a:pt x="60889" y="203603"/>
                    <a:pt x="57886" y="203581"/>
                  </a:cubicBezTo>
                  <a:cubicBezTo>
                    <a:pt x="54649" y="203557"/>
                    <a:pt x="48516" y="208024"/>
                    <a:pt x="42822" y="214552"/>
                  </a:cubicBezTo>
                  <a:cubicBezTo>
                    <a:pt x="37540" y="220608"/>
                    <a:pt x="33184" y="224241"/>
                    <a:pt x="33142" y="222624"/>
                  </a:cubicBezTo>
                  <a:close/>
                </a:path>
              </a:pathLst>
            </a:custGeom>
            <a:solidFill>
              <a:srgbClr val="B9B9B9"/>
            </a:solidFill>
            <a:ln w="5163" cap="flat">
              <a:noFill/>
              <a:prstDash val="solid"/>
              <a:miter/>
            </a:ln>
          </p:spPr>
          <p:txBody>
            <a:bodyPr/>
            <a:lstStyle/>
            <a:p>
              <a:endParaRPr lang="es-419" noProof="0" dirty="0"/>
            </a:p>
          </p:txBody>
        </p:sp>
        <p:sp>
          <p:nvSpPr>
            <p:cNvPr id="86" name="Forma libre: forma 85">
              <a:extLst>
                <a:ext uri="{FF2B5EF4-FFF2-40B4-BE49-F238E27FC236}">
                  <a16:creationId xmlns:a16="http://schemas.microsoft.com/office/drawing/2014/main" id="{00F42698-9559-9B6E-ED6F-D2D310D6F72B}"/>
                </a:ext>
              </a:extLst>
            </p:cNvPr>
            <p:cNvSpPr/>
            <p:nvPr/>
          </p:nvSpPr>
          <p:spPr>
            <a:xfrm>
              <a:off x="976738" y="2149266"/>
              <a:ext cx="9026" cy="7395"/>
            </a:xfrm>
            <a:custGeom>
              <a:avLst/>
              <a:gdLst>
                <a:gd name="csX0" fmla="*/ 866 w 9026"/>
                <a:gd name="csY0" fmla="*/ 4748 h 7395"/>
                <a:gd name="csX1" fmla="*/ 6187 w 9026"/>
                <a:gd name="csY1" fmla="*/ 710 h 7395"/>
                <a:gd name="csX2" fmla="*/ 8728 w 9026"/>
                <a:gd name="csY2" fmla="*/ 4901 h 7395"/>
                <a:gd name="csX3" fmla="*/ 866 w 9026"/>
                <a:gd name="csY3" fmla="*/ 4748 h 7395"/>
              </a:gdLst>
              <a:ahLst/>
              <a:cxnLst>
                <a:cxn ang="0">
                  <a:pos x="csX0" y="csY0"/>
                </a:cxn>
                <a:cxn ang="0">
                  <a:pos x="csX1" y="csY1"/>
                </a:cxn>
                <a:cxn ang="0">
                  <a:pos x="csX2" y="csY2"/>
                </a:cxn>
                <a:cxn ang="0">
                  <a:pos x="csX3" y="csY3"/>
                </a:cxn>
              </a:cxnLst>
              <a:rect l="l" t="t" r="r" b="b"/>
              <a:pathLst>
                <a:path w="9026" h="7395">
                  <a:moveTo>
                    <a:pt x="866" y="4748"/>
                  </a:moveTo>
                  <a:cubicBezTo>
                    <a:pt x="-1510" y="904"/>
                    <a:pt x="1245" y="-1186"/>
                    <a:pt x="6187" y="710"/>
                  </a:cubicBezTo>
                  <a:cubicBezTo>
                    <a:pt x="8468" y="1586"/>
                    <a:pt x="9611" y="3472"/>
                    <a:pt x="8728" y="4901"/>
                  </a:cubicBezTo>
                  <a:cubicBezTo>
                    <a:pt x="6635" y="8287"/>
                    <a:pt x="3009" y="8216"/>
                    <a:pt x="866" y="4748"/>
                  </a:cubicBezTo>
                  <a:close/>
                </a:path>
              </a:pathLst>
            </a:custGeom>
            <a:solidFill>
              <a:srgbClr val="B9B9B9"/>
            </a:solidFill>
            <a:ln w="5163" cap="flat">
              <a:noFill/>
              <a:prstDash val="solid"/>
              <a:miter/>
            </a:ln>
          </p:spPr>
          <p:txBody>
            <a:bodyPr/>
            <a:lstStyle/>
            <a:p>
              <a:endParaRPr lang="es-419" noProof="0" dirty="0"/>
            </a:p>
          </p:txBody>
        </p:sp>
        <p:sp>
          <p:nvSpPr>
            <p:cNvPr id="87" name="Forma libre: forma 86">
              <a:extLst>
                <a:ext uri="{FF2B5EF4-FFF2-40B4-BE49-F238E27FC236}">
                  <a16:creationId xmlns:a16="http://schemas.microsoft.com/office/drawing/2014/main" id="{25408056-31D8-7C9F-DDA6-DE9507A8688C}"/>
                </a:ext>
              </a:extLst>
            </p:cNvPr>
            <p:cNvSpPr/>
            <p:nvPr/>
          </p:nvSpPr>
          <p:spPr>
            <a:xfrm>
              <a:off x="958388" y="2135665"/>
              <a:ext cx="19364" cy="11047"/>
            </a:xfrm>
            <a:custGeom>
              <a:avLst/>
              <a:gdLst>
                <a:gd name="csX0" fmla="*/ 0 w 19364"/>
                <a:gd name="csY0" fmla="*/ 8841 h 11047"/>
                <a:gd name="csX1" fmla="*/ 17408 w 19364"/>
                <a:gd name="csY1" fmla="*/ 154 h 11047"/>
                <a:gd name="csX2" fmla="*/ 17432 w 19364"/>
                <a:gd name="csY2" fmla="*/ 5614 h 11047"/>
                <a:gd name="csX3" fmla="*/ 0 w 19364"/>
                <a:gd name="csY3" fmla="*/ 8841 h 11047"/>
              </a:gdLst>
              <a:ahLst/>
              <a:cxnLst>
                <a:cxn ang="0">
                  <a:pos x="csX0" y="csY0"/>
                </a:cxn>
                <a:cxn ang="0">
                  <a:pos x="csX1" y="csY1"/>
                </a:cxn>
                <a:cxn ang="0">
                  <a:pos x="csX2" y="csY2"/>
                </a:cxn>
                <a:cxn ang="0">
                  <a:pos x="csX3" y="csY3"/>
                </a:cxn>
              </a:cxnLst>
              <a:rect l="l" t="t" r="r" b="b"/>
              <a:pathLst>
                <a:path w="19364" h="11047">
                  <a:moveTo>
                    <a:pt x="0" y="8841"/>
                  </a:moveTo>
                  <a:cubicBezTo>
                    <a:pt x="126" y="2682"/>
                    <a:pt x="7086" y="-791"/>
                    <a:pt x="17408" y="154"/>
                  </a:cubicBezTo>
                  <a:cubicBezTo>
                    <a:pt x="20010" y="392"/>
                    <a:pt x="20015" y="1478"/>
                    <a:pt x="17432" y="5614"/>
                  </a:cubicBezTo>
                  <a:cubicBezTo>
                    <a:pt x="14357" y="10538"/>
                    <a:pt x="-89" y="13212"/>
                    <a:pt x="0" y="8841"/>
                  </a:cubicBezTo>
                  <a:close/>
                </a:path>
              </a:pathLst>
            </a:custGeom>
            <a:solidFill>
              <a:srgbClr val="B9B9B9"/>
            </a:solidFill>
            <a:ln w="5163" cap="flat">
              <a:noFill/>
              <a:prstDash val="solid"/>
              <a:miter/>
            </a:ln>
          </p:spPr>
          <p:txBody>
            <a:bodyPr/>
            <a:lstStyle/>
            <a:p>
              <a:endParaRPr lang="es-419" noProof="0" dirty="0"/>
            </a:p>
          </p:txBody>
        </p:sp>
        <p:sp>
          <p:nvSpPr>
            <p:cNvPr id="88" name="Forma libre: forma 87">
              <a:extLst>
                <a:ext uri="{FF2B5EF4-FFF2-40B4-BE49-F238E27FC236}">
                  <a16:creationId xmlns:a16="http://schemas.microsoft.com/office/drawing/2014/main" id="{45B2AA85-C7EA-1F0C-DC35-AA1161233353}"/>
                </a:ext>
              </a:extLst>
            </p:cNvPr>
            <p:cNvSpPr/>
            <p:nvPr/>
          </p:nvSpPr>
          <p:spPr>
            <a:xfrm>
              <a:off x="938010" y="2110987"/>
              <a:ext cx="18997" cy="19965"/>
            </a:xfrm>
            <a:custGeom>
              <a:avLst/>
              <a:gdLst>
                <a:gd name="csX0" fmla="*/ 2787 w 18997"/>
                <a:gd name="csY0" fmla="*/ 11392 h 19965"/>
                <a:gd name="csX1" fmla="*/ 4678 w 18997"/>
                <a:gd name="csY1" fmla="*/ 36 h 19965"/>
                <a:gd name="csX2" fmla="*/ 17544 w 18997"/>
                <a:gd name="csY2" fmla="*/ 12951 h 19965"/>
                <a:gd name="csX3" fmla="*/ 13049 w 18997"/>
                <a:gd name="csY3" fmla="*/ 19965 h 19965"/>
                <a:gd name="csX4" fmla="*/ 2787 w 18997"/>
                <a:gd name="csY4" fmla="*/ 11392 h 19965"/>
              </a:gdLst>
              <a:ahLst/>
              <a:cxnLst>
                <a:cxn ang="0">
                  <a:pos x="csX0" y="csY0"/>
                </a:cxn>
                <a:cxn ang="0">
                  <a:pos x="csX1" y="csY1"/>
                </a:cxn>
                <a:cxn ang="0">
                  <a:pos x="csX2" y="csY2"/>
                </a:cxn>
                <a:cxn ang="0">
                  <a:pos x="csX3" y="csY3"/>
                </a:cxn>
                <a:cxn ang="0">
                  <a:pos x="csX4" y="csY4"/>
                </a:cxn>
              </a:cxnLst>
              <a:rect l="l" t="t" r="r" b="b"/>
              <a:pathLst>
                <a:path w="18997" h="19965">
                  <a:moveTo>
                    <a:pt x="2787" y="11392"/>
                  </a:moveTo>
                  <a:cubicBezTo>
                    <a:pt x="-1192" y="389"/>
                    <a:pt x="-1207" y="479"/>
                    <a:pt x="4678" y="36"/>
                  </a:cubicBezTo>
                  <a:cubicBezTo>
                    <a:pt x="10396" y="-395"/>
                    <a:pt x="13750" y="2973"/>
                    <a:pt x="17544" y="12951"/>
                  </a:cubicBezTo>
                  <a:cubicBezTo>
                    <a:pt x="20048" y="19537"/>
                    <a:pt x="19774" y="19965"/>
                    <a:pt x="13049" y="19965"/>
                  </a:cubicBezTo>
                  <a:cubicBezTo>
                    <a:pt x="7281" y="19965"/>
                    <a:pt x="5284" y="18297"/>
                    <a:pt x="2787" y="11392"/>
                  </a:cubicBezTo>
                  <a:close/>
                </a:path>
              </a:pathLst>
            </a:custGeom>
            <a:solidFill>
              <a:srgbClr val="B9B9B9"/>
            </a:solidFill>
            <a:ln w="5163" cap="flat">
              <a:noFill/>
              <a:prstDash val="solid"/>
              <a:miter/>
            </a:ln>
          </p:spPr>
          <p:txBody>
            <a:bodyPr/>
            <a:lstStyle/>
            <a:p>
              <a:endParaRPr lang="es-419" noProof="0" dirty="0"/>
            </a:p>
          </p:txBody>
        </p:sp>
        <p:sp>
          <p:nvSpPr>
            <p:cNvPr id="89" name="Forma libre: forma 88">
              <a:extLst>
                <a:ext uri="{FF2B5EF4-FFF2-40B4-BE49-F238E27FC236}">
                  <a16:creationId xmlns:a16="http://schemas.microsoft.com/office/drawing/2014/main" id="{14AA562B-22D8-79C3-5C99-4C151724BFB6}"/>
                </a:ext>
              </a:extLst>
            </p:cNvPr>
            <p:cNvSpPr/>
            <p:nvPr/>
          </p:nvSpPr>
          <p:spPr>
            <a:xfrm>
              <a:off x="924790" y="2098451"/>
              <a:ext cx="5162" cy="9268"/>
            </a:xfrm>
            <a:custGeom>
              <a:avLst/>
              <a:gdLst>
                <a:gd name="csX0" fmla="*/ 0 w 5162"/>
                <a:gd name="csY0" fmla="*/ 3953 h 9268"/>
                <a:gd name="csX1" fmla="*/ 2581 w 5162"/>
                <a:gd name="csY1" fmla="*/ 233 h 9268"/>
                <a:gd name="csX2" fmla="*/ 5163 w 5162"/>
                <a:gd name="csY2" fmla="*/ 5549 h 9268"/>
                <a:gd name="csX3" fmla="*/ 2581 w 5162"/>
                <a:gd name="csY3" fmla="*/ 9269 h 9268"/>
                <a:gd name="csX4" fmla="*/ 0 w 5162"/>
                <a:gd name="csY4" fmla="*/ 3953 h 9268"/>
              </a:gdLst>
              <a:ahLst/>
              <a:cxnLst>
                <a:cxn ang="0">
                  <a:pos x="csX0" y="csY0"/>
                </a:cxn>
                <a:cxn ang="0">
                  <a:pos x="csX1" y="csY1"/>
                </a:cxn>
                <a:cxn ang="0">
                  <a:pos x="csX2" y="csY2"/>
                </a:cxn>
                <a:cxn ang="0">
                  <a:pos x="csX3" y="csY3"/>
                </a:cxn>
                <a:cxn ang="0">
                  <a:pos x="csX4" y="csY4"/>
                </a:cxn>
              </a:cxnLst>
              <a:rect l="l" t="t" r="r" b="b"/>
              <a:pathLst>
                <a:path w="5162" h="9268">
                  <a:moveTo>
                    <a:pt x="0" y="3953"/>
                  </a:moveTo>
                  <a:cubicBezTo>
                    <a:pt x="0" y="1030"/>
                    <a:pt x="1162" y="-644"/>
                    <a:pt x="2581" y="233"/>
                  </a:cubicBezTo>
                  <a:cubicBezTo>
                    <a:pt x="4001" y="1111"/>
                    <a:pt x="5163" y="3503"/>
                    <a:pt x="5163" y="5549"/>
                  </a:cubicBezTo>
                  <a:cubicBezTo>
                    <a:pt x="5163" y="7595"/>
                    <a:pt x="4001" y="9269"/>
                    <a:pt x="2581" y="9269"/>
                  </a:cubicBezTo>
                  <a:cubicBezTo>
                    <a:pt x="1162" y="9269"/>
                    <a:pt x="0" y="6877"/>
                    <a:pt x="0" y="3953"/>
                  </a:cubicBezTo>
                  <a:close/>
                </a:path>
              </a:pathLst>
            </a:custGeom>
            <a:solidFill>
              <a:srgbClr val="B9B9B9"/>
            </a:solidFill>
            <a:ln w="5163" cap="flat">
              <a:noFill/>
              <a:prstDash val="solid"/>
              <a:miter/>
            </a:ln>
          </p:spPr>
          <p:txBody>
            <a:bodyPr/>
            <a:lstStyle/>
            <a:p>
              <a:endParaRPr lang="es-419" noProof="0" dirty="0"/>
            </a:p>
          </p:txBody>
        </p:sp>
      </p:grpSp>
      <p:grpSp>
        <p:nvGrpSpPr>
          <p:cNvPr id="90" name="Gráfico 39">
            <a:extLst>
              <a:ext uri="{FF2B5EF4-FFF2-40B4-BE49-F238E27FC236}">
                <a16:creationId xmlns:a16="http://schemas.microsoft.com/office/drawing/2014/main" id="{BC6F613C-3AC1-183E-9DD5-715BC48A4D47}"/>
              </a:ext>
            </a:extLst>
          </p:cNvPr>
          <p:cNvGrpSpPr/>
          <p:nvPr/>
        </p:nvGrpSpPr>
        <p:grpSpPr>
          <a:xfrm>
            <a:off x="281340" y="1474182"/>
            <a:ext cx="428841" cy="522535"/>
            <a:chOff x="281340" y="1474182"/>
            <a:chExt cx="428841" cy="522535"/>
          </a:xfrm>
          <a:solidFill>
            <a:srgbClr val="B9B9B9"/>
          </a:solidFill>
        </p:grpSpPr>
        <p:grpSp>
          <p:nvGrpSpPr>
            <p:cNvPr id="91" name="Gráfico 39">
              <a:extLst>
                <a:ext uri="{FF2B5EF4-FFF2-40B4-BE49-F238E27FC236}">
                  <a16:creationId xmlns:a16="http://schemas.microsoft.com/office/drawing/2014/main" id="{F9974952-86A0-9DF1-AD8B-E289F1C9CBD7}"/>
                </a:ext>
              </a:extLst>
            </p:cNvPr>
            <p:cNvGrpSpPr/>
            <p:nvPr/>
          </p:nvGrpSpPr>
          <p:grpSpPr>
            <a:xfrm>
              <a:off x="281340" y="1474182"/>
              <a:ext cx="428841" cy="522535"/>
              <a:chOff x="281340" y="1474182"/>
              <a:chExt cx="428841" cy="522535"/>
            </a:xfrm>
            <a:solidFill>
              <a:srgbClr val="B9B9B9"/>
            </a:solidFill>
          </p:grpSpPr>
          <p:sp>
            <p:nvSpPr>
              <p:cNvPr id="92" name="Forma libre: forma 91">
                <a:extLst>
                  <a:ext uri="{FF2B5EF4-FFF2-40B4-BE49-F238E27FC236}">
                    <a16:creationId xmlns:a16="http://schemas.microsoft.com/office/drawing/2014/main" id="{08B60DCC-6F2F-EE1C-BB4D-821AA10F25C9}"/>
                  </a:ext>
                </a:extLst>
              </p:cNvPr>
              <p:cNvSpPr/>
              <p:nvPr/>
            </p:nvSpPr>
            <p:spPr>
              <a:xfrm>
                <a:off x="281340" y="1474182"/>
                <a:ext cx="428841" cy="522535"/>
              </a:xfrm>
              <a:custGeom>
                <a:avLst/>
                <a:gdLst>
                  <a:gd name="csX0" fmla="*/ 375000 w 428841"/>
                  <a:gd name="csY0" fmla="*/ 516104 h 522535"/>
                  <a:gd name="csX1" fmla="*/ 367101 w 428841"/>
                  <a:gd name="csY1" fmla="*/ 496098 h 522535"/>
                  <a:gd name="csX2" fmla="*/ 357849 w 428841"/>
                  <a:gd name="csY2" fmla="*/ 467300 h 522535"/>
                  <a:gd name="csX3" fmla="*/ 337807 w 428841"/>
                  <a:gd name="csY3" fmla="*/ 445109 h 522535"/>
                  <a:gd name="csX4" fmla="*/ 320489 w 428841"/>
                  <a:gd name="csY4" fmla="*/ 429036 h 522535"/>
                  <a:gd name="csX5" fmla="*/ 269809 w 428841"/>
                  <a:gd name="csY5" fmla="*/ 379110 h 522535"/>
                  <a:gd name="csX6" fmla="*/ 248488 w 428841"/>
                  <a:gd name="csY6" fmla="*/ 370097 h 522535"/>
                  <a:gd name="csX7" fmla="*/ 256878 w 428841"/>
                  <a:gd name="csY7" fmla="*/ 370327 h 522535"/>
                  <a:gd name="csX8" fmla="*/ 265267 w 428841"/>
                  <a:gd name="csY8" fmla="*/ 372646 h 522535"/>
                  <a:gd name="csX9" fmla="*/ 258168 w 428841"/>
                  <a:gd name="csY9" fmla="*/ 366399 h 522535"/>
                  <a:gd name="csX10" fmla="*/ 251069 w 428841"/>
                  <a:gd name="csY10" fmla="*/ 355305 h 522535"/>
                  <a:gd name="csX11" fmla="*/ 237556 w 428841"/>
                  <a:gd name="csY11" fmla="*/ 353450 h 522535"/>
                  <a:gd name="csX12" fmla="*/ 235538 w 428841"/>
                  <a:gd name="csY12" fmla="*/ 349578 h 522535"/>
                  <a:gd name="csX13" fmla="*/ 231626 w 428841"/>
                  <a:gd name="csY13" fmla="*/ 338114 h 522535"/>
                  <a:gd name="csX14" fmla="*/ 227531 w 428841"/>
                  <a:gd name="csY14" fmla="*/ 327788 h 522535"/>
                  <a:gd name="csX15" fmla="*/ 225255 w 428841"/>
                  <a:gd name="csY15" fmla="*/ 330217 h 522535"/>
                  <a:gd name="csX16" fmla="*/ 222797 w 428841"/>
                  <a:gd name="csY16" fmla="*/ 331508 h 522535"/>
                  <a:gd name="csX17" fmla="*/ 220276 w 428841"/>
                  <a:gd name="csY17" fmla="*/ 330217 h 522535"/>
                  <a:gd name="csX18" fmla="*/ 216375 w 428841"/>
                  <a:gd name="csY18" fmla="*/ 326968 h 522535"/>
                  <a:gd name="csX19" fmla="*/ 212138 w 428841"/>
                  <a:gd name="csY19" fmla="*/ 320021 h 522535"/>
                  <a:gd name="csX20" fmla="*/ 209766 w 428841"/>
                  <a:gd name="csY20" fmla="*/ 317462 h 522535"/>
                  <a:gd name="csX21" fmla="*/ 212670 w 428841"/>
                  <a:gd name="csY21" fmla="*/ 314083 h 522535"/>
                  <a:gd name="csX22" fmla="*/ 216877 w 428841"/>
                  <a:gd name="csY22" fmla="*/ 311142 h 522535"/>
                  <a:gd name="csX23" fmla="*/ 215264 w 428841"/>
                  <a:gd name="csY23" fmla="*/ 309359 h 522535"/>
                  <a:gd name="csX24" fmla="*/ 217511 w 428841"/>
                  <a:gd name="csY24" fmla="*/ 291496 h 522535"/>
                  <a:gd name="csX25" fmla="*/ 222673 w 428841"/>
                  <a:gd name="csY25" fmla="*/ 271731 h 522535"/>
                  <a:gd name="csX26" fmla="*/ 225571 w 428841"/>
                  <a:gd name="csY26" fmla="*/ 266972 h 522535"/>
                  <a:gd name="csX27" fmla="*/ 225255 w 428841"/>
                  <a:gd name="csY27" fmla="*/ 263100 h 522535"/>
                  <a:gd name="csX28" fmla="*/ 224939 w 428841"/>
                  <a:gd name="csY28" fmla="*/ 259227 h 522535"/>
                  <a:gd name="csX29" fmla="*/ 227470 w 428841"/>
                  <a:gd name="csY29" fmla="*/ 246966 h 522535"/>
                  <a:gd name="csX30" fmla="*/ 227104 w 428841"/>
                  <a:gd name="csY30" fmla="*/ 234704 h 522535"/>
                  <a:gd name="csX31" fmla="*/ 225255 w 428841"/>
                  <a:gd name="csY31" fmla="*/ 245029 h 522535"/>
                  <a:gd name="csX32" fmla="*/ 222926 w 428841"/>
                  <a:gd name="csY32" fmla="*/ 241157 h 522535"/>
                  <a:gd name="csX33" fmla="*/ 213514 w 428841"/>
                  <a:gd name="csY33" fmla="*/ 204198 h 522535"/>
                  <a:gd name="csX34" fmla="*/ 207511 w 428841"/>
                  <a:gd name="csY34" fmla="*/ 195911 h 522535"/>
                  <a:gd name="csX35" fmla="*/ 199366 w 428841"/>
                  <a:gd name="csY35" fmla="*/ 188261 h 522535"/>
                  <a:gd name="csX36" fmla="*/ 189814 w 428841"/>
                  <a:gd name="csY36" fmla="*/ 185143 h 522535"/>
                  <a:gd name="csX37" fmla="*/ 177824 w 428841"/>
                  <a:gd name="csY37" fmla="*/ 176701 h 522535"/>
                  <a:gd name="csX38" fmla="*/ 173385 w 428841"/>
                  <a:gd name="csY38" fmla="*/ 171969 h 522535"/>
                  <a:gd name="csX39" fmla="*/ 172244 w 428841"/>
                  <a:gd name="csY39" fmla="*/ 166295 h 522535"/>
                  <a:gd name="csX40" fmla="*/ 157189 w 428841"/>
                  <a:gd name="csY40" fmla="*/ 154717 h 522535"/>
                  <a:gd name="csX41" fmla="*/ 154290 w 428841"/>
                  <a:gd name="csY41" fmla="*/ 143110 h 522535"/>
                  <a:gd name="csX42" fmla="*/ 153437 w 428841"/>
                  <a:gd name="csY42" fmla="*/ 130888 h 522535"/>
                  <a:gd name="csX43" fmla="*/ 150373 w 428841"/>
                  <a:gd name="csY43" fmla="*/ 128835 h 522535"/>
                  <a:gd name="csX44" fmla="*/ 148457 w 428841"/>
                  <a:gd name="csY44" fmla="*/ 125777 h 522535"/>
                  <a:gd name="csX45" fmla="*/ 150890 w 428841"/>
                  <a:gd name="csY45" fmla="*/ 109503 h 522535"/>
                  <a:gd name="csX46" fmla="*/ 144325 w 428841"/>
                  <a:gd name="csY46" fmla="*/ 119656 h 522535"/>
                  <a:gd name="csX47" fmla="*/ 132054 w 428841"/>
                  <a:gd name="csY47" fmla="*/ 127093 h 522535"/>
                  <a:gd name="csX48" fmla="*/ 125630 w 428841"/>
                  <a:gd name="csY48" fmla="*/ 120812 h 522535"/>
                  <a:gd name="csX49" fmla="*/ 123207 w 428841"/>
                  <a:gd name="csY49" fmla="*/ 117248 h 522535"/>
                  <a:gd name="csX50" fmla="*/ 119415 w 428841"/>
                  <a:gd name="csY50" fmla="*/ 121894 h 522535"/>
                  <a:gd name="csX51" fmla="*/ 116519 w 428841"/>
                  <a:gd name="csY51" fmla="*/ 129437 h 522535"/>
                  <a:gd name="csX52" fmla="*/ 107977 w 428841"/>
                  <a:gd name="csY52" fmla="*/ 127285 h 522535"/>
                  <a:gd name="csX53" fmla="*/ 105433 w 428841"/>
                  <a:gd name="csY53" fmla="*/ 123427 h 522535"/>
                  <a:gd name="csX54" fmla="*/ 96024 w 428841"/>
                  <a:gd name="csY54" fmla="*/ 113119 h 522535"/>
                  <a:gd name="csX55" fmla="*/ 84566 w 428841"/>
                  <a:gd name="csY55" fmla="*/ 104340 h 522535"/>
                  <a:gd name="csX56" fmla="*/ 73108 w 428841"/>
                  <a:gd name="csY56" fmla="*/ 95562 h 522535"/>
                  <a:gd name="csX57" fmla="*/ 56725 w 428841"/>
                  <a:gd name="csY57" fmla="*/ 85124 h 522535"/>
                  <a:gd name="csX58" fmla="*/ 41890 w 428841"/>
                  <a:gd name="csY58" fmla="*/ 66163 h 522535"/>
                  <a:gd name="csX59" fmla="*/ 28677 w 428841"/>
                  <a:gd name="csY59" fmla="*/ 46701 h 522535"/>
                  <a:gd name="csX60" fmla="*/ 19131 w 428841"/>
                  <a:gd name="csY60" fmla="*/ 37238 h 522535"/>
                  <a:gd name="csX61" fmla="*/ 12905 w 428841"/>
                  <a:gd name="csY61" fmla="*/ 29478 h 522535"/>
                  <a:gd name="csX62" fmla="*/ 565 w 428841"/>
                  <a:gd name="csY62" fmla="*/ 12763 h 522535"/>
                  <a:gd name="csX63" fmla="*/ 24931 w 428841"/>
                  <a:gd name="csY63" fmla="*/ 17586 h 522535"/>
                  <a:gd name="csX64" fmla="*/ 53740 w 428841"/>
                  <a:gd name="csY64" fmla="*/ 17944 h 522535"/>
                  <a:gd name="csX65" fmla="*/ 62623 w 428841"/>
                  <a:gd name="csY65" fmla="*/ 19236 h 522535"/>
                  <a:gd name="csX66" fmla="*/ 68432 w 428841"/>
                  <a:gd name="csY66" fmla="*/ 26677 h 522535"/>
                  <a:gd name="csX67" fmla="*/ 76711 w 428841"/>
                  <a:gd name="csY67" fmla="*/ 24137 h 522535"/>
                  <a:gd name="csX68" fmla="*/ 79251 w 428841"/>
                  <a:gd name="csY68" fmla="*/ 21734 h 522535"/>
                  <a:gd name="csX69" fmla="*/ 83275 w 428841"/>
                  <a:gd name="csY69" fmla="*/ 19103 h 522535"/>
                  <a:gd name="csX70" fmla="*/ 76792 w 428841"/>
                  <a:gd name="csY70" fmla="*/ 18100 h 522535"/>
                  <a:gd name="csX71" fmla="*/ 72078 w 428841"/>
                  <a:gd name="csY71" fmla="*/ 15119 h 522535"/>
                  <a:gd name="csX72" fmla="*/ 69501 w 428841"/>
                  <a:gd name="csY72" fmla="*/ 12179 h 522535"/>
                  <a:gd name="csX73" fmla="*/ 70989 w 428841"/>
                  <a:gd name="csY73" fmla="*/ 5916 h 522535"/>
                  <a:gd name="csX74" fmla="*/ 77646 w 428841"/>
                  <a:gd name="csY74" fmla="*/ 3402 h 522535"/>
                  <a:gd name="csX75" fmla="*/ 139275 w 428841"/>
                  <a:gd name="csY75" fmla="*/ 15638 h 522535"/>
                  <a:gd name="csX76" fmla="*/ 187630 w 428841"/>
                  <a:gd name="csY76" fmla="*/ 22047 h 522535"/>
                  <a:gd name="csX77" fmla="*/ 207209 w 428841"/>
                  <a:gd name="csY77" fmla="*/ 56596 h 522535"/>
                  <a:gd name="csX78" fmla="*/ 227114 w 428841"/>
                  <a:gd name="csY78" fmla="*/ 93147 h 522535"/>
                  <a:gd name="csX79" fmla="*/ 237157 w 428841"/>
                  <a:gd name="csY79" fmla="*/ 106748 h 522535"/>
                  <a:gd name="csX80" fmla="*/ 244314 w 428841"/>
                  <a:gd name="csY80" fmla="*/ 119404 h 522535"/>
                  <a:gd name="csX81" fmla="*/ 245646 w 428841"/>
                  <a:gd name="csY81" fmla="*/ 128703 h 522535"/>
                  <a:gd name="csX82" fmla="*/ 248545 w 428841"/>
                  <a:gd name="csY82" fmla="*/ 142569 h 522535"/>
                  <a:gd name="csX83" fmla="*/ 261330 w 428841"/>
                  <a:gd name="csY83" fmla="*/ 164801 h 522535"/>
                  <a:gd name="csX84" fmla="*/ 258888 w 428841"/>
                  <a:gd name="csY84" fmla="*/ 155359 h 522535"/>
                  <a:gd name="csX85" fmla="*/ 255800 w 428841"/>
                  <a:gd name="csY85" fmla="*/ 130155 h 522535"/>
                  <a:gd name="csX86" fmla="*/ 275961 w 428841"/>
                  <a:gd name="csY86" fmla="*/ 158456 h 522535"/>
                  <a:gd name="csX87" fmla="*/ 281077 w 428841"/>
                  <a:gd name="csY87" fmla="*/ 166295 h 522535"/>
                  <a:gd name="csX88" fmla="*/ 284516 w 428841"/>
                  <a:gd name="csY88" fmla="*/ 174685 h 522535"/>
                  <a:gd name="csX89" fmla="*/ 290330 w 428841"/>
                  <a:gd name="csY89" fmla="*/ 206853 h 522535"/>
                  <a:gd name="csX90" fmla="*/ 289732 w 428841"/>
                  <a:gd name="csY90" fmla="*/ 219395 h 522535"/>
                  <a:gd name="csX91" fmla="*/ 295284 w 428841"/>
                  <a:gd name="csY91" fmla="*/ 246624 h 522535"/>
                  <a:gd name="csX92" fmla="*/ 307839 w 428841"/>
                  <a:gd name="csY92" fmla="*/ 265674 h 522535"/>
                  <a:gd name="csX93" fmla="*/ 311998 w 428841"/>
                  <a:gd name="csY93" fmla="*/ 272749 h 522535"/>
                  <a:gd name="csX94" fmla="*/ 323310 w 428841"/>
                  <a:gd name="csY94" fmla="*/ 313772 h 522535"/>
                  <a:gd name="csX95" fmla="*/ 331080 w 428841"/>
                  <a:gd name="csY95" fmla="*/ 343142 h 522535"/>
                  <a:gd name="csX96" fmla="*/ 329774 w 428841"/>
                  <a:gd name="csY96" fmla="*/ 364390 h 522535"/>
                  <a:gd name="csX97" fmla="*/ 349986 w 428841"/>
                  <a:gd name="csY97" fmla="*/ 396248 h 522535"/>
                  <a:gd name="csX98" fmla="*/ 354973 w 428841"/>
                  <a:gd name="csY98" fmla="*/ 397754 h 522535"/>
                  <a:gd name="csX99" fmla="*/ 357026 w 428841"/>
                  <a:gd name="csY99" fmla="*/ 403789 h 522535"/>
                  <a:gd name="csX100" fmla="*/ 360843 w 428841"/>
                  <a:gd name="csY100" fmla="*/ 395399 h 522535"/>
                  <a:gd name="csX101" fmla="*/ 361835 w 428841"/>
                  <a:gd name="csY101" fmla="*/ 383279 h 522535"/>
                  <a:gd name="csX102" fmla="*/ 377379 w 428841"/>
                  <a:gd name="csY102" fmla="*/ 393272 h 522535"/>
                  <a:gd name="csX103" fmla="*/ 390468 w 428841"/>
                  <a:gd name="csY103" fmla="*/ 410555 h 522535"/>
                  <a:gd name="csX104" fmla="*/ 396921 w 428841"/>
                  <a:gd name="csY104" fmla="*/ 414114 h 522535"/>
                  <a:gd name="csX105" fmla="*/ 403375 w 428841"/>
                  <a:gd name="csY105" fmla="*/ 419847 h 522535"/>
                  <a:gd name="csX106" fmla="*/ 406602 w 428841"/>
                  <a:gd name="csY106" fmla="*/ 439662 h 522535"/>
                  <a:gd name="csX107" fmla="*/ 418087 w 428841"/>
                  <a:gd name="csY107" fmla="*/ 458630 h 522535"/>
                  <a:gd name="csX108" fmla="*/ 419011 w 428841"/>
                  <a:gd name="csY108" fmla="*/ 503820 h 522535"/>
                  <a:gd name="csX109" fmla="*/ 409820 w 428841"/>
                  <a:gd name="csY109" fmla="*/ 509628 h 522535"/>
                  <a:gd name="csX110" fmla="*/ 394580 w 428841"/>
                  <a:gd name="csY110" fmla="*/ 516082 h 522535"/>
                  <a:gd name="csX111" fmla="*/ 382031 w 428841"/>
                  <a:gd name="csY111" fmla="*/ 522535 h 522535"/>
                  <a:gd name="csX112" fmla="*/ 375000 w 428841"/>
                  <a:gd name="csY112" fmla="*/ 516104 h 5225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Lst>
                <a:rect l="l" t="t" r="r" b="b"/>
                <a:pathLst>
                  <a:path w="428841" h="522535">
                    <a:moveTo>
                      <a:pt x="375000" y="516104"/>
                    </a:moveTo>
                    <a:cubicBezTo>
                      <a:pt x="371085" y="511937"/>
                      <a:pt x="368304" y="504894"/>
                      <a:pt x="367101" y="496098"/>
                    </a:cubicBezTo>
                    <a:cubicBezTo>
                      <a:pt x="366079" y="488632"/>
                      <a:pt x="361916" y="475673"/>
                      <a:pt x="357849" y="467300"/>
                    </a:cubicBezTo>
                    <a:cubicBezTo>
                      <a:pt x="351802" y="454850"/>
                      <a:pt x="348152" y="450809"/>
                      <a:pt x="337807" y="445109"/>
                    </a:cubicBezTo>
                    <a:cubicBezTo>
                      <a:pt x="329743" y="440665"/>
                      <a:pt x="323467" y="434840"/>
                      <a:pt x="320489" y="429036"/>
                    </a:cubicBezTo>
                    <a:cubicBezTo>
                      <a:pt x="313727" y="415856"/>
                      <a:pt x="278311" y="380967"/>
                      <a:pt x="269809" y="379110"/>
                    </a:cubicBezTo>
                    <a:cubicBezTo>
                      <a:pt x="258622" y="376667"/>
                      <a:pt x="248488" y="372383"/>
                      <a:pt x="248488" y="370097"/>
                    </a:cubicBezTo>
                    <a:cubicBezTo>
                      <a:pt x="248488" y="368948"/>
                      <a:pt x="252263" y="369052"/>
                      <a:pt x="256878" y="370327"/>
                    </a:cubicBezTo>
                    <a:lnTo>
                      <a:pt x="265267" y="372646"/>
                    </a:lnTo>
                    <a:lnTo>
                      <a:pt x="258168" y="366399"/>
                    </a:lnTo>
                    <a:cubicBezTo>
                      <a:pt x="254264" y="362963"/>
                      <a:pt x="251069" y="357971"/>
                      <a:pt x="251069" y="355305"/>
                    </a:cubicBezTo>
                    <a:cubicBezTo>
                      <a:pt x="251069" y="350053"/>
                      <a:pt x="241061" y="348679"/>
                      <a:pt x="237556" y="353450"/>
                    </a:cubicBezTo>
                    <a:cubicBezTo>
                      <a:pt x="236513" y="354870"/>
                      <a:pt x="235605" y="353128"/>
                      <a:pt x="235538" y="349578"/>
                    </a:cubicBezTo>
                    <a:cubicBezTo>
                      <a:pt x="235471" y="346029"/>
                      <a:pt x="233711" y="340870"/>
                      <a:pt x="231626" y="338114"/>
                    </a:cubicBezTo>
                    <a:cubicBezTo>
                      <a:pt x="229542" y="335358"/>
                      <a:pt x="227699" y="330711"/>
                      <a:pt x="227531" y="327788"/>
                    </a:cubicBezTo>
                    <a:cubicBezTo>
                      <a:pt x="227316" y="324054"/>
                      <a:pt x="226639" y="324776"/>
                      <a:pt x="225255" y="330217"/>
                    </a:cubicBezTo>
                    <a:cubicBezTo>
                      <a:pt x="223398" y="337513"/>
                      <a:pt x="223256" y="337588"/>
                      <a:pt x="222797" y="331508"/>
                    </a:cubicBezTo>
                    <a:cubicBezTo>
                      <a:pt x="222352" y="325610"/>
                      <a:pt x="222136" y="325499"/>
                      <a:pt x="220276" y="330217"/>
                    </a:cubicBezTo>
                    <a:cubicBezTo>
                      <a:pt x="218499" y="334726"/>
                      <a:pt x="218005" y="334315"/>
                      <a:pt x="216375" y="326968"/>
                    </a:cubicBezTo>
                    <a:cubicBezTo>
                      <a:pt x="215349" y="322341"/>
                      <a:pt x="213442" y="319215"/>
                      <a:pt x="212138" y="320021"/>
                    </a:cubicBezTo>
                    <a:cubicBezTo>
                      <a:pt x="210833" y="320827"/>
                      <a:pt x="209766" y="319676"/>
                      <a:pt x="209766" y="317462"/>
                    </a:cubicBezTo>
                    <a:cubicBezTo>
                      <a:pt x="209766" y="315249"/>
                      <a:pt x="211073" y="313728"/>
                      <a:pt x="212670" y="314083"/>
                    </a:cubicBezTo>
                    <a:cubicBezTo>
                      <a:pt x="214268" y="314438"/>
                      <a:pt x="216161" y="313115"/>
                      <a:pt x="216877" y="311142"/>
                    </a:cubicBezTo>
                    <a:cubicBezTo>
                      <a:pt x="217675" y="308946"/>
                      <a:pt x="217050" y="308255"/>
                      <a:pt x="215264" y="309359"/>
                    </a:cubicBezTo>
                    <a:cubicBezTo>
                      <a:pt x="211189" y="311878"/>
                      <a:pt x="211586" y="308715"/>
                      <a:pt x="217511" y="291496"/>
                    </a:cubicBezTo>
                    <a:cubicBezTo>
                      <a:pt x="220350" y="283242"/>
                      <a:pt x="222673" y="274348"/>
                      <a:pt x="222673" y="271731"/>
                    </a:cubicBezTo>
                    <a:cubicBezTo>
                      <a:pt x="222673" y="269113"/>
                      <a:pt x="223977" y="266972"/>
                      <a:pt x="225571" y="266972"/>
                    </a:cubicBezTo>
                    <a:cubicBezTo>
                      <a:pt x="227573" y="266972"/>
                      <a:pt x="227475" y="265775"/>
                      <a:pt x="225255" y="263100"/>
                    </a:cubicBezTo>
                    <a:cubicBezTo>
                      <a:pt x="223035" y="260424"/>
                      <a:pt x="222937" y="259227"/>
                      <a:pt x="224939" y="259227"/>
                    </a:cubicBezTo>
                    <a:cubicBezTo>
                      <a:pt x="226726" y="259227"/>
                      <a:pt x="227696" y="254529"/>
                      <a:pt x="227470" y="246966"/>
                    </a:cubicBezTo>
                    <a:lnTo>
                      <a:pt x="227104" y="234704"/>
                    </a:lnTo>
                    <a:lnTo>
                      <a:pt x="225255" y="245029"/>
                    </a:lnTo>
                    <a:cubicBezTo>
                      <a:pt x="223422" y="255266"/>
                      <a:pt x="223402" y="255233"/>
                      <a:pt x="222926" y="241157"/>
                    </a:cubicBezTo>
                    <a:cubicBezTo>
                      <a:pt x="222330" y="223537"/>
                      <a:pt x="217100" y="203003"/>
                      <a:pt x="213514" y="204198"/>
                    </a:cubicBezTo>
                    <a:cubicBezTo>
                      <a:pt x="212038" y="204690"/>
                      <a:pt x="209337" y="200961"/>
                      <a:pt x="207511" y="195911"/>
                    </a:cubicBezTo>
                    <a:cubicBezTo>
                      <a:pt x="204912" y="188724"/>
                      <a:pt x="203143" y="187062"/>
                      <a:pt x="199366" y="188261"/>
                    </a:cubicBezTo>
                    <a:cubicBezTo>
                      <a:pt x="196479" y="189177"/>
                      <a:pt x="192643" y="187925"/>
                      <a:pt x="189814" y="185143"/>
                    </a:cubicBezTo>
                    <a:cubicBezTo>
                      <a:pt x="187213" y="182586"/>
                      <a:pt x="181818" y="178787"/>
                      <a:pt x="177824" y="176701"/>
                    </a:cubicBezTo>
                    <a:cubicBezTo>
                      <a:pt x="173830" y="174616"/>
                      <a:pt x="171833" y="172486"/>
                      <a:pt x="173385" y="171969"/>
                    </a:cubicBezTo>
                    <a:cubicBezTo>
                      <a:pt x="177632" y="170553"/>
                      <a:pt x="176775" y="166295"/>
                      <a:pt x="172244" y="166295"/>
                    </a:cubicBezTo>
                    <a:cubicBezTo>
                      <a:pt x="165904" y="166295"/>
                      <a:pt x="155744" y="158482"/>
                      <a:pt x="157189" y="154717"/>
                    </a:cubicBezTo>
                    <a:cubicBezTo>
                      <a:pt x="157916" y="152822"/>
                      <a:pt x="156611" y="147599"/>
                      <a:pt x="154290" y="143110"/>
                    </a:cubicBezTo>
                    <a:cubicBezTo>
                      <a:pt x="150789" y="136341"/>
                      <a:pt x="150644" y="134254"/>
                      <a:pt x="153437" y="130888"/>
                    </a:cubicBezTo>
                    <a:cubicBezTo>
                      <a:pt x="156396" y="127323"/>
                      <a:pt x="156023" y="127073"/>
                      <a:pt x="150373" y="128835"/>
                    </a:cubicBezTo>
                    <a:cubicBezTo>
                      <a:pt x="144136" y="130780"/>
                      <a:pt x="144078" y="130686"/>
                      <a:pt x="148457" y="125777"/>
                    </a:cubicBezTo>
                    <a:cubicBezTo>
                      <a:pt x="153040" y="120640"/>
                      <a:pt x="154705" y="109503"/>
                      <a:pt x="150890" y="109503"/>
                    </a:cubicBezTo>
                    <a:cubicBezTo>
                      <a:pt x="149743" y="109503"/>
                      <a:pt x="146789" y="114072"/>
                      <a:pt x="144325" y="119656"/>
                    </a:cubicBezTo>
                    <a:cubicBezTo>
                      <a:pt x="140017" y="129421"/>
                      <a:pt x="139548" y="129705"/>
                      <a:pt x="132054" y="127093"/>
                    </a:cubicBezTo>
                    <a:cubicBezTo>
                      <a:pt x="127075" y="125357"/>
                      <a:pt x="124756" y="123090"/>
                      <a:pt x="125630" y="120812"/>
                    </a:cubicBezTo>
                    <a:cubicBezTo>
                      <a:pt x="126411" y="118778"/>
                      <a:pt x="125370" y="117248"/>
                      <a:pt x="123207" y="117248"/>
                    </a:cubicBezTo>
                    <a:cubicBezTo>
                      <a:pt x="121121" y="117248"/>
                      <a:pt x="119415" y="119339"/>
                      <a:pt x="119415" y="121894"/>
                    </a:cubicBezTo>
                    <a:cubicBezTo>
                      <a:pt x="119415" y="124450"/>
                      <a:pt x="118112" y="127844"/>
                      <a:pt x="116519" y="129437"/>
                    </a:cubicBezTo>
                    <a:cubicBezTo>
                      <a:pt x="113230" y="132727"/>
                      <a:pt x="105775" y="130849"/>
                      <a:pt x="107977" y="127285"/>
                    </a:cubicBezTo>
                    <a:cubicBezTo>
                      <a:pt x="108769" y="126004"/>
                      <a:pt x="107624" y="124268"/>
                      <a:pt x="105433" y="123427"/>
                    </a:cubicBezTo>
                    <a:cubicBezTo>
                      <a:pt x="103242" y="122586"/>
                      <a:pt x="99008" y="117948"/>
                      <a:pt x="96024" y="113119"/>
                    </a:cubicBezTo>
                    <a:cubicBezTo>
                      <a:pt x="92358" y="107187"/>
                      <a:pt x="88642" y="104340"/>
                      <a:pt x="84566" y="104340"/>
                    </a:cubicBezTo>
                    <a:cubicBezTo>
                      <a:pt x="80490" y="104340"/>
                      <a:pt x="76774" y="101493"/>
                      <a:pt x="73108" y="95562"/>
                    </a:cubicBezTo>
                    <a:cubicBezTo>
                      <a:pt x="67387" y="86305"/>
                      <a:pt x="62222" y="83015"/>
                      <a:pt x="56725" y="85124"/>
                    </a:cubicBezTo>
                    <a:cubicBezTo>
                      <a:pt x="50606" y="87472"/>
                      <a:pt x="41978" y="76444"/>
                      <a:pt x="41890" y="66163"/>
                    </a:cubicBezTo>
                    <a:cubicBezTo>
                      <a:pt x="41792" y="54708"/>
                      <a:pt x="37917" y="49001"/>
                      <a:pt x="28677" y="46701"/>
                    </a:cubicBezTo>
                    <a:cubicBezTo>
                      <a:pt x="24172" y="45580"/>
                      <a:pt x="20912" y="42349"/>
                      <a:pt x="19131" y="37238"/>
                    </a:cubicBezTo>
                    <a:cubicBezTo>
                      <a:pt x="17643" y="32970"/>
                      <a:pt x="14841" y="29478"/>
                      <a:pt x="12905" y="29478"/>
                    </a:cubicBezTo>
                    <a:cubicBezTo>
                      <a:pt x="8305" y="29478"/>
                      <a:pt x="-2593" y="14715"/>
                      <a:pt x="565" y="12763"/>
                    </a:cubicBezTo>
                    <a:cubicBezTo>
                      <a:pt x="3818" y="10752"/>
                      <a:pt x="12858" y="12542"/>
                      <a:pt x="24931" y="17586"/>
                    </a:cubicBezTo>
                    <a:cubicBezTo>
                      <a:pt x="37286" y="22748"/>
                      <a:pt x="47225" y="22872"/>
                      <a:pt x="53740" y="17944"/>
                    </a:cubicBezTo>
                    <a:cubicBezTo>
                      <a:pt x="60581" y="12770"/>
                      <a:pt x="62623" y="13067"/>
                      <a:pt x="62623" y="19236"/>
                    </a:cubicBezTo>
                    <a:cubicBezTo>
                      <a:pt x="62623" y="22305"/>
                      <a:pt x="65034" y="25393"/>
                      <a:pt x="68432" y="26677"/>
                    </a:cubicBezTo>
                    <a:cubicBezTo>
                      <a:pt x="74871" y="29111"/>
                      <a:pt x="79002" y="27843"/>
                      <a:pt x="76711" y="24137"/>
                    </a:cubicBezTo>
                    <a:cubicBezTo>
                      <a:pt x="75894" y="22815"/>
                      <a:pt x="77037" y="21734"/>
                      <a:pt x="79251" y="21734"/>
                    </a:cubicBezTo>
                    <a:cubicBezTo>
                      <a:pt x="81464" y="21734"/>
                      <a:pt x="83275" y="20550"/>
                      <a:pt x="83275" y="19103"/>
                    </a:cubicBezTo>
                    <a:cubicBezTo>
                      <a:pt x="83275" y="17583"/>
                      <a:pt x="80538" y="17160"/>
                      <a:pt x="76792" y="18100"/>
                    </a:cubicBezTo>
                    <a:cubicBezTo>
                      <a:pt x="71329" y="19471"/>
                      <a:pt x="70588" y="19002"/>
                      <a:pt x="72078" y="15119"/>
                    </a:cubicBezTo>
                    <a:cubicBezTo>
                      <a:pt x="73452" y="11539"/>
                      <a:pt x="72877" y="10883"/>
                      <a:pt x="69501" y="12179"/>
                    </a:cubicBezTo>
                    <a:cubicBezTo>
                      <a:pt x="66052" y="13503"/>
                      <a:pt x="66358" y="12212"/>
                      <a:pt x="70989" y="5916"/>
                    </a:cubicBezTo>
                    <a:cubicBezTo>
                      <a:pt x="76351" y="-1376"/>
                      <a:pt x="76888" y="-1579"/>
                      <a:pt x="77646" y="3402"/>
                    </a:cubicBezTo>
                    <a:cubicBezTo>
                      <a:pt x="78672" y="10145"/>
                      <a:pt x="78784" y="10167"/>
                      <a:pt x="139275" y="15638"/>
                    </a:cubicBezTo>
                    <a:cubicBezTo>
                      <a:pt x="166526" y="18103"/>
                      <a:pt x="188286" y="20987"/>
                      <a:pt x="187630" y="22047"/>
                    </a:cubicBezTo>
                    <a:cubicBezTo>
                      <a:pt x="185081" y="26172"/>
                      <a:pt x="200296" y="53021"/>
                      <a:pt x="207209" y="56596"/>
                    </a:cubicBezTo>
                    <a:cubicBezTo>
                      <a:pt x="214767" y="60504"/>
                      <a:pt x="224810" y="78946"/>
                      <a:pt x="227114" y="93147"/>
                    </a:cubicBezTo>
                    <a:cubicBezTo>
                      <a:pt x="228108" y="99272"/>
                      <a:pt x="230904" y="103059"/>
                      <a:pt x="237157" y="106748"/>
                    </a:cubicBezTo>
                    <a:cubicBezTo>
                      <a:pt x="244668" y="111180"/>
                      <a:pt x="245621" y="112866"/>
                      <a:pt x="244314" y="119404"/>
                    </a:cubicBezTo>
                    <a:cubicBezTo>
                      <a:pt x="243448" y="123731"/>
                      <a:pt x="244017" y="127696"/>
                      <a:pt x="245646" y="128703"/>
                    </a:cubicBezTo>
                    <a:cubicBezTo>
                      <a:pt x="247209" y="129669"/>
                      <a:pt x="248514" y="135909"/>
                      <a:pt x="248545" y="142569"/>
                    </a:cubicBezTo>
                    <a:cubicBezTo>
                      <a:pt x="248610" y="156222"/>
                      <a:pt x="256380" y="169733"/>
                      <a:pt x="261330" y="164801"/>
                    </a:cubicBezTo>
                    <a:cubicBezTo>
                      <a:pt x="263334" y="162805"/>
                      <a:pt x="262643" y="160133"/>
                      <a:pt x="258888" y="155359"/>
                    </a:cubicBezTo>
                    <a:cubicBezTo>
                      <a:pt x="253728" y="148800"/>
                      <a:pt x="251444" y="130155"/>
                      <a:pt x="255800" y="130155"/>
                    </a:cubicBezTo>
                    <a:cubicBezTo>
                      <a:pt x="259829" y="130155"/>
                      <a:pt x="274389" y="150593"/>
                      <a:pt x="275961" y="158456"/>
                    </a:cubicBezTo>
                    <a:cubicBezTo>
                      <a:pt x="276824" y="162768"/>
                      <a:pt x="279126" y="166295"/>
                      <a:pt x="281077" y="166295"/>
                    </a:cubicBezTo>
                    <a:cubicBezTo>
                      <a:pt x="283382" y="166295"/>
                      <a:pt x="284587" y="169236"/>
                      <a:pt x="284516" y="174685"/>
                    </a:cubicBezTo>
                    <a:cubicBezTo>
                      <a:pt x="284361" y="186530"/>
                      <a:pt x="287367" y="203159"/>
                      <a:pt x="290330" y="206853"/>
                    </a:cubicBezTo>
                    <a:cubicBezTo>
                      <a:pt x="291973" y="208901"/>
                      <a:pt x="291767" y="213229"/>
                      <a:pt x="289732" y="219395"/>
                    </a:cubicBezTo>
                    <a:cubicBezTo>
                      <a:pt x="286869" y="228068"/>
                      <a:pt x="287307" y="230214"/>
                      <a:pt x="295284" y="246624"/>
                    </a:cubicBezTo>
                    <a:cubicBezTo>
                      <a:pt x="300047" y="256421"/>
                      <a:pt x="305697" y="264994"/>
                      <a:pt x="307839" y="265674"/>
                    </a:cubicBezTo>
                    <a:cubicBezTo>
                      <a:pt x="309981" y="266354"/>
                      <a:pt x="311853" y="269538"/>
                      <a:pt x="311998" y="272749"/>
                    </a:cubicBezTo>
                    <a:cubicBezTo>
                      <a:pt x="312747" y="289262"/>
                      <a:pt x="316417" y="302569"/>
                      <a:pt x="323310" y="313772"/>
                    </a:cubicBezTo>
                    <a:cubicBezTo>
                      <a:pt x="332864" y="329298"/>
                      <a:pt x="335210" y="338166"/>
                      <a:pt x="331080" y="343142"/>
                    </a:cubicBezTo>
                    <a:cubicBezTo>
                      <a:pt x="328823" y="345861"/>
                      <a:pt x="328447" y="351993"/>
                      <a:pt x="329774" y="364390"/>
                    </a:cubicBezTo>
                    <a:cubicBezTo>
                      <a:pt x="332100" y="386110"/>
                      <a:pt x="338349" y="395959"/>
                      <a:pt x="349986" y="396248"/>
                    </a:cubicBezTo>
                    <a:cubicBezTo>
                      <a:pt x="354503" y="396360"/>
                      <a:pt x="356748" y="397038"/>
                      <a:pt x="354973" y="397754"/>
                    </a:cubicBezTo>
                    <a:cubicBezTo>
                      <a:pt x="349867" y="399814"/>
                      <a:pt x="351219" y="403789"/>
                      <a:pt x="357026" y="403789"/>
                    </a:cubicBezTo>
                    <a:cubicBezTo>
                      <a:pt x="361562" y="403789"/>
                      <a:pt x="362100" y="402606"/>
                      <a:pt x="360843" y="395399"/>
                    </a:cubicBezTo>
                    <a:cubicBezTo>
                      <a:pt x="360039" y="390785"/>
                      <a:pt x="360485" y="385331"/>
                      <a:pt x="361835" y="383279"/>
                    </a:cubicBezTo>
                    <a:cubicBezTo>
                      <a:pt x="363800" y="380292"/>
                      <a:pt x="366898" y="382284"/>
                      <a:pt x="377379" y="393272"/>
                    </a:cubicBezTo>
                    <a:cubicBezTo>
                      <a:pt x="384578" y="400820"/>
                      <a:pt x="390468" y="408598"/>
                      <a:pt x="390468" y="410555"/>
                    </a:cubicBezTo>
                    <a:cubicBezTo>
                      <a:pt x="390468" y="412631"/>
                      <a:pt x="393158" y="414114"/>
                      <a:pt x="396921" y="414114"/>
                    </a:cubicBezTo>
                    <a:cubicBezTo>
                      <a:pt x="401868" y="414114"/>
                      <a:pt x="403375" y="415453"/>
                      <a:pt x="403375" y="419847"/>
                    </a:cubicBezTo>
                    <a:cubicBezTo>
                      <a:pt x="403375" y="423000"/>
                      <a:pt x="404827" y="431917"/>
                      <a:pt x="406602" y="439662"/>
                    </a:cubicBezTo>
                    <a:cubicBezTo>
                      <a:pt x="409222" y="451096"/>
                      <a:pt x="411381" y="454663"/>
                      <a:pt x="418087" y="458630"/>
                    </a:cubicBezTo>
                    <a:cubicBezTo>
                      <a:pt x="432031" y="466881"/>
                      <a:pt x="432496" y="489608"/>
                      <a:pt x="419011" y="503820"/>
                    </a:cubicBezTo>
                    <a:cubicBezTo>
                      <a:pt x="415980" y="507014"/>
                      <a:pt x="411844" y="509628"/>
                      <a:pt x="409820" y="509628"/>
                    </a:cubicBezTo>
                    <a:cubicBezTo>
                      <a:pt x="407796" y="509628"/>
                      <a:pt x="400938" y="512532"/>
                      <a:pt x="394580" y="516082"/>
                    </a:cubicBezTo>
                    <a:cubicBezTo>
                      <a:pt x="388222" y="519631"/>
                      <a:pt x="382575" y="522535"/>
                      <a:pt x="382031" y="522535"/>
                    </a:cubicBezTo>
                    <a:cubicBezTo>
                      <a:pt x="381487" y="522535"/>
                      <a:pt x="378323" y="519641"/>
                      <a:pt x="375000" y="516104"/>
                    </a:cubicBezTo>
                    <a:close/>
                  </a:path>
                </a:pathLst>
              </a:custGeom>
              <a:solidFill>
                <a:srgbClr val="B9B9B9"/>
              </a:solidFill>
              <a:ln w="5163" cap="flat">
                <a:noFill/>
                <a:prstDash val="solid"/>
                <a:miter/>
              </a:ln>
            </p:spPr>
            <p:txBody>
              <a:bodyPr/>
              <a:lstStyle/>
              <a:p>
                <a:endParaRPr lang="es-419" noProof="0" dirty="0"/>
              </a:p>
            </p:txBody>
          </p:sp>
          <p:sp>
            <p:nvSpPr>
              <p:cNvPr id="93" name="Forma libre: forma 92">
                <a:extLst>
                  <a:ext uri="{FF2B5EF4-FFF2-40B4-BE49-F238E27FC236}">
                    <a16:creationId xmlns:a16="http://schemas.microsoft.com/office/drawing/2014/main" id="{02889869-5827-1B78-1620-279A61AFA447}"/>
                  </a:ext>
                </a:extLst>
              </p:cNvPr>
              <p:cNvSpPr/>
              <p:nvPr/>
            </p:nvSpPr>
            <p:spPr>
              <a:xfrm>
                <a:off x="675648" y="1860606"/>
                <a:ext cx="11408" cy="19945"/>
              </a:xfrm>
              <a:custGeom>
                <a:avLst/>
                <a:gdLst>
                  <a:gd name="csX0" fmla="*/ 2146 w 11408"/>
                  <a:gd name="csY0" fmla="*/ 10289 h 19945"/>
                  <a:gd name="csX1" fmla="*/ 6337 w 11408"/>
                  <a:gd name="csY1" fmla="*/ 7392 h 19945"/>
                  <a:gd name="csX2" fmla="*/ 8408 w 11408"/>
                  <a:gd name="csY2" fmla="*/ 19945 h 19945"/>
                  <a:gd name="csX3" fmla="*/ 2146 w 11408"/>
                  <a:gd name="csY3" fmla="*/ 10289 h 19945"/>
                </a:gdLst>
                <a:ahLst/>
                <a:cxnLst>
                  <a:cxn ang="0">
                    <a:pos x="csX0" y="csY0"/>
                  </a:cxn>
                  <a:cxn ang="0">
                    <a:pos x="csX1" y="csY1"/>
                  </a:cxn>
                  <a:cxn ang="0">
                    <a:pos x="csX2" y="csY2"/>
                  </a:cxn>
                  <a:cxn ang="0">
                    <a:pos x="csX3" y="csY3"/>
                  </a:cxn>
                </a:cxnLst>
                <a:rect l="l" t="t" r="r" b="b"/>
                <a:pathLst>
                  <a:path w="11408" h="19945">
                    <a:moveTo>
                      <a:pt x="2146" y="10289"/>
                    </a:moveTo>
                    <a:cubicBezTo>
                      <a:pt x="-1802" y="-2324"/>
                      <a:pt x="-243" y="-3401"/>
                      <a:pt x="6337" y="7392"/>
                    </a:cubicBezTo>
                    <a:cubicBezTo>
                      <a:pt x="12476" y="17462"/>
                      <a:pt x="12886" y="19945"/>
                      <a:pt x="8408" y="19945"/>
                    </a:cubicBezTo>
                    <a:cubicBezTo>
                      <a:pt x="6626" y="19945"/>
                      <a:pt x="3808" y="15600"/>
                      <a:pt x="2146" y="10289"/>
                    </a:cubicBezTo>
                    <a:close/>
                  </a:path>
                </a:pathLst>
              </a:custGeom>
              <a:solidFill>
                <a:srgbClr val="B9B9B9"/>
              </a:solidFill>
              <a:ln w="5163" cap="flat">
                <a:noFill/>
                <a:prstDash val="solid"/>
                <a:miter/>
              </a:ln>
            </p:spPr>
            <p:txBody>
              <a:bodyPr/>
              <a:lstStyle/>
              <a:p>
                <a:endParaRPr lang="es-419" noProof="0" dirty="0"/>
              </a:p>
            </p:txBody>
          </p:sp>
          <p:sp>
            <p:nvSpPr>
              <p:cNvPr id="94" name="Forma libre: forma 93">
                <a:extLst>
                  <a:ext uri="{FF2B5EF4-FFF2-40B4-BE49-F238E27FC236}">
                    <a16:creationId xmlns:a16="http://schemas.microsoft.com/office/drawing/2014/main" id="{8620F075-CE53-68BD-5538-182013F7DE9D}"/>
                  </a:ext>
                </a:extLst>
              </p:cNvPr>
              <p:cNvSpPr/>
              <p:nvPr/>
            </p:nvSpPr>
            <p:spPr>
              <a:xfrm>
                <a:off x="517039" y="1839249"/>
                <a:ext cx="11082" cy="12784"/>
              </a:xfrm>
              <a:custGeom>
                <a:avLst/>
                <a:gdLst>
                  <a:gd name="csX0" fmla="*/ 4154 w 11082"/>
                  <a:gd name="csY0" fmla="*/ 8186 h 12784"/>
                  <a:gd name="csX1" fmla="*/ 2167 w 11082"/>
                  <a:gd name="csY1" fmla="*/ 0 h 12784"/>
                  <a:gd name="csX2" fmla="*/ 8680 w 11082"/>
                  <a:gd name="csY2" fmla="*/ 6454 h 12784"/>
                  <a:gd name="csX3" fmla="*/ 4154 w 11082"/>
                  <a:gd name="csY3" fmla="*/ 8186 h 12784"/>
                </a:gdLst>
                <a:ahLst/>
                <a:cxnLst>
                  <a:cxn ang="0">
                    <a:pos x="csX0" y="csY0"/>
                  </a:cxn>
                  <a:cxn ang="0">
                    <a:pos x="csX1" y="csY1"/>
                  </a:cxn>
                  <a:cxn ang="0">
                    <a:pos x="csX2" y="csY2"/>
                  </a:cxn>
                  <a:cxn ang="0">
                    <a:pos x="csX3" y="csY3"/>
                  </a:cxn>
                </a:cxnLst>
                <a:rect l="l" t="t" r="r" b="b"/>
                <a:pathLst>
                  <a:path w="11082" h="12784">
                    <a:moveTo>
                      <a:pt x="4154" y="8186"/>
                    </a:moveTo>
                    <a:cubicBezTo>
                      <a:pt x="-584" y="2950"/>
                      <a:pt x="-1300" y="0"/>
                      <a:pt x="2167" y="0"/>
                    </a:cubicBezTo>
                    <a:cubicBezTo>
                      <a:pt x="3423" y="0"/>
                      <a:pt x="6354" y="2904"/>
                      <a:pt x="8680" y="6454"/>
                    </a:cubicBezTo>
                    <a:cubicBezTo>
                      <a:pt x="13580" y="13931"/>
                      <a:pt x="10441" y="15133"/>
                      <a:pt x="4154" y="8186"/>
                    </a:cubicBezTo>
                    <a:close/>
                  </a:path>
                </a:pathLst>
              </a:custGeom>
              <a:solidFill>
                <a:srgbClr val="B9B9B9"/>
              </a:solidFill>
              <a:ln w="5163" cap="flat">
                <a:noFill/>
                <a:prstDash val="solid"/>
                <a:miter/>
              </a:ln>
            </p:spPr>
            <p:txBody>
              <a:bodyPr/>
              <a:lstStyle/>
              <a:p>
                <a:endParaRPr lang="es-419" noProof="0" dirty="0"/>
              </a:p>
            </p:txBody>
          </p:sp>
          <p:sp>
            <p:nvSpPr>
              <p:cNvPr id="95" name="Forma libre: forma 94">
                <a:extLst>
                  <a:ext uri="{FF2B5EF4-FFF2-40B4-BE49-F238E27FC236}">
                    <a16:creationId xmlns:a16="http://schemas.microsoft.com/office/drawing/2014/main" id="{9E421656-ED73-2529-8949-3847747AF595}"/>
                  </a:ext>
                </a:extLst>
              </p:cNvPr>
              <p:cNvSpPr/>
              <p:nvPr/>
            </p:nvSpPr>
            <p:spPr>
              <a:xfrm>
                <a:off x="633440" y="1833111"/>
                <a:ext cx="12552" cy="18971"/>
              </a:xfrm>
              <a:custGeom>
                <a:avLst/>
                <a:gdLst>
                  <a:gd name="csX0" fmla="*/ 3996 w 12552"/>
                  <a:gd name="csY0" fmla="*/ 9922 h 18971"/>
                  <a:gd name="csX1" fmla="*/ 6099 w 12552"/>
                  <a:gd name="csY1" fmla="*/ 5082 h 18971"/>
                  <a:gd name="csX2" fmla="*/ 12553 w 12552"/>
                  <a:gd name="csY2" fmla="*/ 15290 h 18971"/>
                  <a:gd name="csX3" fmla="*/ 3996 w 12552"/>
                  <a:gd name="csY3" fmla="*/ 9922 h 18971"/>
                </a:gdLst>
                <a:ahLst/>
                <a:cxnLst>
                  <a:cxn ang="0">
                    <a:pos x="csX0" y="csY0"/>
                  </a:cxn>
                  <a:cxn ang="0">
                    <a:pos x="csX1" y="csY1"/>
                  </a:cxn>
                  <a:cxn ang="0">
                    <a:pos x="csX2" y="csY2"/>
                  </a:cxn>
                  <a:cxn ang="0">
                    <a:pos x="csX3" y="csY3"/>
                  </a:cxn>
                </a:cxnLst>
                <a:rect l="l" t="t" r="r" b="b"/>
                <a:pathLst>
                  <a:path w="12552" h="18971">
                    <a:moveTo>
                      <a:pt x="3996" y="9922"/>
                    </a:moveTo>
                    <a:cubicBezTo>
                      <a:pt x="-1733" y="-2091"/>
                      <a:pt x="-1533" y="-2550"/>
                      <a:pt x="6099" y="5082"/>
                    </a:cubicBezTo>
                    <a:cubicBezTo>
                      <a:pt x="9649" y="8631"/>
                      <a:pt x="12553" y="13225"/>
                      <a:pt x="12553" y="15290"/>
                    </a:cubicBezTo>
                    <a:cubicBezTo>
                      <a:pt x="12553" y="21885"/>
                      <a:pt x="8483" y="19332"/>
                      <a:pt x="3996" y="9922"/>
                    </a:cubicBezTo>
                    <a:close/>
                  </a:path>
                </a:pathLst>
              </a:custGeom>
              <a:solidFill>
                <a:srgbClr val="B9B9B9"/>
              </a:solidFill>
              <a:ln w="5163" cap="flat">
                <a:noFill/>
                <a:prstDash val="solid"/>
                <a:miter/>
              </a:ln>
            </p:spPr>
            <p:txBody>
              <a:bodyPr/>
              <a:lstStyle/>
              <a:p>
                <a:endParaRPr lang="es-419" noProof="0" dirty="0"/>
              </a:p>
            </p:txBody>
          </p:sp>
          <p:sp>
            <p:nvSpPr>
              <p:cNvPr id="96" name="Forma libre: forma 95">
                <a:extLst>
                  <a:ext uri="{FF2B5EF4-FFF2-40B4-BE49-F238E27FC236}">
                    <a16:creationId xmlns:a16="http://schemas.microsoft.com/office/drawing/2014/main" id="{A2E20130-5325-722A-1934-3C0574555204}"/>
                  </a:ext>
                </a:extLst>
              </p:cNvPr>
              <p:cNvSpPr/>
              <p:nvPr/>
            </p:nvSpPr>
            <p:spPr>
              <a:xfrm>
                <a:off x="499513" y="1824179"/>
                <a:ext cx="16487" cy="10786"/>
              </a:xfrm>
              <a:custGeom>
                <a:avLst/>
                <a:gdLst>
                  <a:gd name="csX0" fmla="*/ 5790 w 16487"/>
                  <a:gd name="csY0" fmla="*/ 5576 h 10786"/>
                  <a:gd name="csX1" fmla="*/ 4501 w 16487"/>
                  <a:gd name="csY1" fmla="*/ 936 h 10786"/>
                  <a:gd name="csX2" fmla="*/ 15719 w 16487"/>
                  <a:gd name="csY2" fmla="*/ 10646 h 10786"/>
                  <a:gd name="csX3" fmla="*/ 5790 w 16487"/>
                  <a:gd name="csY3" fmla="*/ 5576 h 10786"/>
                </a:gdLst>
                <a:ahLst/>
                <a:cxnLst>
                  <a:cxn ang="0">
                    <a:pos x="csX0" y="csY0"/>
                  </a:cxn>
                  <a:cxn ang="0">
                    <a:pos x="csX1" y="csY1"/>
                  </a:cxn>
                  <a:cxn ang="0">
                    <a:pos x="csX2" y="csY2"/>
                  </a:cxn>
                  <a:cxn ang="0">
                    <a:pos x="csX3" y="csY3"/>
                  </a:cxn>
                </a:cxnLst>
                <a:rect l="l" t="t" r="r" b="b"/>
                <a:pathLst>
                  <a:path w="16487" h="10786">
                    <a:moveTo>
                      <a:pt x="5790" y="5576"/>
                    </a:moveTo>
                    <a:cubicBezTo>
                      <a:pt x="-1676" y="-615"/>
                      <a:pt x="-1722" y="-781"/>
                      <a:pt x="4501" y="936"/>
                    </a:cubicBezTo>
                    <a:cubicBezTo>
                      <a:pt x="12209" y="3063"/>
                      <a:pt x="18782" y="8753"/>
                      <a:pt x="15719" y="10646"/>
                    </a:cubicBezTo>
                    <a:cubicBezTo>
                      <a:pt x="14517" y="11389"/>
                      <a:pt x="10049" y="9107"/>
                      <a:pt x="5790" y="5576"/>
                    </a:cubicBezTo>
                    <a:close/>
                  </a:path>
                </a:pathLst>
              </a:custGeom>
              <a:solidFill>
                <a:srgbClr val="B9B9B9"/>
              </a:solidFill>
              <a:ln w="5163" cap="flat">
                <a:noFill/>
                <a:prstDash val="solid"/>
                <a:miter/>
              </a:ln>
            </p:spPr>
            <p:txBody>
              <a:bodyPr/>
              <a:lstStyle/>
              <a:p>
                <a:endParaRPr lang="es-419" noProof="0" dirty="0"/>
              </a:p>
            </p:txBody>
          </p:sp>
          <p:sp>
            <p:nvSpPr>
              <p:cNvPr id="97" name="Forma libre: forma 96">
                <a:extLst>
                  <a:ext uri="{FF2B5EF4-FFF2-40B4-BE49-F238E27FC236}">
                    <a16:creationId xmlns:a16="http://schemas.microsoft.com/office/drawing/2014/main" id="{641E516E-84C1-9D8F-9955-6DD4F28D5017}"/>
                  </a:ext>
                </a:extLst>
              </p:cNvPr>
              <p:cNvSpPr/>
              <p:nvPr/>
            </p:nvSpPr>
            <p:spPr>
              <a:xfrm>
                <a:off x="478303" y="1760241"/>
                <a:ext cx="17819" cy="62484"/>
              </a:xfrm>
              <a:custGeom>
                <a:avLst/>
                <a:gdLst>
                  <a:gd name="csX0" fmla="*/ 12817 w 17819"/>
                  <a:gd name="csY0" fmla="*/ 59663 h 62484"/>
                  <a:gd name="csX1" fmla="*/ 8906 w 17819"/>
                  <a:gd name="csY1" fmla="*/ 49920 h 62484"/>
                  <a:gd name="csX2" fmla="*/ 3768 w 17819"/>
                  <a:gd name="csY2" fmla="*/ 41934 h 62484"/>
                  <a:gd name="csX3" fmla="*/ 2261 w 17819"/>
                  <a:gd name="csY3" fmla="*/ 33152 h 62484"/>
                  <a:gd name="csX4" fmla="*/ 8278 w 17819"/>
                  <a:gd name="csY4" fmla="*/ 19635 h 62484"/>
                  <a:gd name="csX5" fmla="*/ 14954 w 17819"/>
                  <a:gd name="csY5" fmla="*/ 4146 h 62484"/>
                  <a:gd name="csX6" fmla="*/ 16371 w 17819"/>
                  <a:gd name="csY6" fmla="*/ 6727 h 62484"/>
                  <a:gd name="csX7" fmla="*/ 10951 w 17819"/>
                  <a:gd name="csY7" fmla="*/ 23219 h 62484"/>
                  <a:gd name="csX8" fmla="*/ 9971 w 17819"/>
                  <a:gd name="csY8" fmla="*/ 36893 h 62484"/>
                  <a:gd name="csX9" fmla="*/ 12803 w 17819"/>
                  <a:gd name="csY9" fmla="*/ 48926 h 62484"/>
                  <a:gd name="csX10" fmla="*/ 15858 w 17819"/>
                  <a:gd name="csY10" fmla="*/ 57797 h 62484"/>
                  <a:gd name="csX11" fmla="*/ 17517 w 17819"/>
                  <a:gd name="csY11" fmla="*/ 62248 h 62484"/>
                  <a:gd name="csX12" fmla="*/ 12817 w 17819"/>
                  <a:gd name="csY12" fmla="*/ 59663 h 624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7819" h="62484">
                    <a:moveTo>
                      <a:pt x="12817" y="59663"/>
                    </a:moveTo>
                    <a:cubicBezTo>
                      <a:pt x="10999" y="57473"/>
                      <a:pt x="9240" y="53089"/>
                      <a:pt x="8906" y="49920"/>
                    </a:cubicBezTo>
                    <a:cubicBezTo>
                      <a:pt x="7921" y="40559"/>
                      <a:pt x="7808" y="40384"/>
                      <a:pt x="3768" y="41934"/>
                    </a:cubicBezTo>
                    <a:cubicBezTo>
                      <a:pt x="-606" y="43612"/>
                      <a:pt x="-1257" y="39820"/>
                      <a:pt x="2261" y="33152"/>
                    </a:cubicBezTo>
                    <a:cubicBezTo>
                      <a:pt x="3561" y="30687"/>
                      <a:pt x="6269" y="24604"/>
                      <a:pt x="8278" y="19635"/>
                    </a:cubicBezTo>
                    <a:cubicBezTo>
                      <a:pt x="10287" y="14665"/>
                      <a:pt x="13291" y="7695"/>
                      <a:pt x="14954" y="4146"/>
                    </a:cubicBezTo>
                    <a:cubicBezTo>
                      <a:pt x="17758" y="-1839"/>
                      <a:pt x="17861" y="-1651"/>
                      <a:pt x="16371" y="6727"/>
                    </a:cubicBezTo>
                    <a:cubicBezTo>
                      <a:pt x="15486" y="11697"/>
                      <a:pt x="13047" y="19118"/>
                      <a:pt x="10951" y="23219"/>
                    </a:cubicBezTo>
                    <a:cubicBezTo>
                      <a:pt x="8012" y="28966"/>
                      <a:pt x="7787" y="32101"/>
                      <a:pt x="9971" y="36893"/>
                    </a:cubicBezTo>
                    <a:cubicBezTo>
                      <a:pt x="11529" y="40313"/>
                      <a:pt x="12803" y="45728"/>
                      <a:pt x="12803" y="48926"/>
                    </a:cubicBezTo>
                    <a:cubicBezTo>
                      <a:pt x="12803" y="52125"/>
                      <a:pt x="14178" y="56117"/>
                      <a:pt x="15858" y="57797"/>
                    </a:cubicBezTo>
                    <a:cubicBezTo>
                      <a:pt x="17538" y="59477"/>
                      <a:pt x="18285" y="61480"/>
                      <a:pt x="17517" y="62248"/>
                    </a:cubicBezTo>
                    <a:cubicBezTo>
                      <a:pt x="16749" y="63016"/>
                      <a:pt x="14634" y="61852"/>
                      <a:pt x="12817" y="59663"/>
                    </a:cubicBezTo>
                    <a:close/>
                  </a:path>
                </a:pathLst>
              </a:custGeom>
              <a:solidFill>
                <a:srgbClr val="B9B9B9"/>
              </a:solidFill>
              <a:ln w="5163" cap="flat">
                <a:noFill/>
                <a:prstDash val="solid"/>
                <a:miter/>
              </a:ln>
            </p:spPr>
            <p:txBody>
              <a:bodyPr/>
              <a:lstStyle/>
              <a:p>
                <a:endParaRPr lang="es-419" noProof="0" dirty="0"/>
              </a:p>
            </p:txBody>
          </p:sp>
          <p:sp>
            <p:nvSpPr>
              <p:cNvPr id="98" name="Forma libre: forma 97">
                <a:extLst>
                  <a:ext uri="{FF2B5EF4-FFF2-40B4-BE49-F238E27FC236}">
                    <a16:creationId xmlns:a16="http://schemas.microsoft.com/office/drawing/2014/main" id="{1A4710E7-9DED-9D7A-D7B6-C9035FEE608C}"/>
                  </a:ext>
                </a:extLst>
              </p:cNvPr>
              <p:cNvSpPr/>
              <p:nvPr/>
            </p:nvSpPr>
            <p:spPr>
              <a:xfrm>
                <a:off x="610272" y="1785879"/>
                <a:ext cx="19431" cy="24201"/>
              </a:xfrm>
              <a:custGeom>
                <a:avLst/>
                <a:gdLst>
                  <a:gd name="csX0" fmla="*/ 12977 w 19431"/>
                  <a:gd name="csY0" fmla="*/ 20895 h 24201"/>
                  <a:gd name="csX1" fmla="*/ 7325 w 19431"/>
                  <a:gd name="csY1" fmla="*/ 14059 h 24201"/>
                  <a:gd name="csX2" fmla="*/ 3038 w 19431"/>
                  <a:gd name="csY2" fmla="*/ 6445 h 24201"/>
                  <a:gd name="csX3" fmla="*/ 7745 w 19431"/>
                  <a:gd name="csY3" fmla="*/ 1409 h 24201"/>
                  <a:gd name="csX4" fmla="*/ 17054 w 19431"/>
                  <a:gd name="csY4" fmla="*/ 13612 h 24201"/>
                  <a:gd name="csX5" fmla="*/ 19347 w 19431"/>
                  <a:gd name="csY5" fmla="*/ 24137 h 24201"/>
                  <a:gd name="csX6" fmla="*/ 12977 w 19431"/>
                  <a:gd name="csY6" fmla="*/ 20895 h 24201"/>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9431" h="24201">
                    <a:moveTo>
                      <a:pt x="12977" y="20895"/>
                    </a:moveTo>
                    <a:cubicBezTo>
                      <a:pt x="9869" y="18718"/>
                      <a:pt x="7325" y="15642"/>
                      <a:pt x="7325" y="14059"/>
                    </a:cubicBezTo>
                    <a:cubicBezTo>
                      <a:pt x="7325" y="12477"/>
                      <a:pt x="5396" y="9050"/>
                      <a:pt x="3038" y="6445"/>
                    </a:cubicBezTo>
                    <a:cubicBezTo>
                      <a:pt x="-2384" y="453"/>
                      <a:pt x="-388" y="-1683"/>
                      <a:pt x="7745" y="1409"/>
                    </a:cubicBezTo>
                    <a:cubicBezTo>
                      <a:pt x="11871" y="2978"/>
                      <a:pt x="15083" y="7189"/>
                      <a:pt x="17054" y="13612"/>
                    </a:cubicBezTo>
                    <a:cubicBezTo>
                      <a:pt x="18710" y="19007"/>
                      <a:pt x="19742" y="23743"/>
                      <a:pt x="19347" y="24137"/>
                    </a:cubicBezTo>
                    <a:cubicBezTo>
                      <a:pt x="18953" y="24532"/>
                      <a:pt x="16086" y="23073"/>
                      <a:pt x="12977" y="20895"/>
                    </a:cubicBezTo>
                    <a:close/>
                  </a:path>
                </a:pathLst>
              </a:custGeom>
              <a:solidFill>
                <a:srgbClr val="B9B9B9"/>
              </a:solidFill>
              <a:ln w="5163" cap="flat">
                <a:noFill/>
                <a:prstDash val="solid"/>
                <a:miter/>
              </a:ln>
            </p:spPr>
            <p:txBody>
              <a:bodyPr/>
              <a:lstStyle/>
              <a:p>
                <a:endParaRPr lang="es-419" noProof="0" dirty="0"/>
              </a:p>
            </p:txBody>
          </p:sp>
          <p:sp>
            <p:nvSpPr>
              <p:cNvPr id="99" name="Forma libre: forma 98">
                <a:extLst>
                  <a:ext uri="{FF2B5EF4-FFF2-40B4-BE49-F238E27FC236}">
                    <a16:creationId xmlns:a16="http://schemas.microsoft.com/office/drawing/2014/main" id="{4251418B-3C08-CC3B-3091-294BE82548B5}"/>
                  </a:ext>
                </a:extLst>
              </p:cNvPr>
              <p:cNvSpPr/>
              <p:nvPr/>
            </p:nvSpPr>
            <p:spPr>
              <a:xfrm>
                <a:off x="615016" y="1765374"/>
                <a:ext cx="5162" cy="6756"/>
              </a:xfrm>
              <a:custGeom>
                <a:avLst/>
                <a:gdLst>
                  <a:gd name="csX0" fmla="*/ 0 w 5162"/>
                  <a:gd name="csY0" fmla="*/ 4328 h 6756"/>
                  <a:gd name="csX1" fmla="*/ 2581 w 5162"/>
                  <a:gd name="csY1" fmla="*/ 303 h 6756"/>
                  <a:gd name="csX2" fmla="*/ 5163 w 5162"/>
                  <a:gd name="csY2" fmla="*/ 2732 h 6756"/>
                  <a:gd name="csX3" fmla="*/ 2581 w 5162"/>
                  <a:gd name="csY3" fmla="*/ 6757 h 6756"/>
                  <a:gd name="csX4" fmla="*/ 0 w 5162"/>
                  <a:gd name="csY4" fmla="*/ 4328 h 6756"/>
                </a:gdLst>
                <a:ahLst/>
                <a:cxnLst>
                  <a:cxn ang="0">
                    <a:pos x="csX0" y="csY0"/>
                  </a:cxn>
                  <a:cxn ang="0">
                    <a:pos x="csX1" y="csY1"/>
                  </a:cxn>
                  <a:cxn ang="0">
                    <a:pos x="csX2" y="csY2"/>
                  </a:cxn>
                  <a:cxn ang="0">
                    <a:pos x="csX3" y="csY3"/>
                  </a:cxn>
                  <a:cxn ang="0">
                    <a:pos x="csX4" y="csY4"/>
                  </a:cxn>
                </a:cxnLst>
                <a:rect l="l" t="t" r="r" b="b"/>
                <a:pathLst>
                  <a:path w="5162" h="6756">
                    <a:moveTo>
                      <a:pt x="0" y="4328"/>
                    </a:moveTo>
                    <a:cubicBezTo>
                      <a:pt x="0" y="2992"/>
                      <a:pt x="1162" y="1181"/>
                      <a:pt x="2581" y="303"/>
                    </a:cubicBezTo>
                    <a:cubicBezTo>
                      <a:pt x="4001" y="-574"/>
                      <a:pt x="5163" y="519"/>
                      <a:pt x="5163" y="2732"/>
                    </a:cubicBezTo>
                    <a:cubicBezTo>
                      <a:pt x="5163" y="4946"/>
                      <a:pt x="4001" y="6757"/>
                      <a:pt x="2581" y="6757"/>
                    </a:cubicBezTo>
                    <a:cubicBezTo>
                      <a:pt x="1162" y="6757"/>
                      <a:pt x="0" y="5664"/>
                      <a:pt x="0" y="4328"/>
                    </a:cubicBezTo>
                    <a:close/>
                  </a:path>
                </a:pathLst>
              </a:custGeom>
              <a:solidFill>
                <a:srgbClr val="B9B9B9"/>
              </a:solidFill>
              <a:ln w="5163" cap="flat">
                <a:noFill/>
                <a:prstDash val="solid"/>
                <a:miter/>
              </a:ln>
            </p:spPr>
            <p:txBody>
              <a:bodyPr/>
              <a:lstStyle/>
              <a:p>
                <a:endParaRPr lang="es-419" noProof="0" dirty="0"/>
              </a:p>
            </p:txBody>
          </p:sp>
          <p:sp>
            <p:nvSpPr>
              <p:cNvPr id="100" name="Forma libre: forma 99">
                <a:extLst>
                  <a:ext uri="{FF2B5EF4-FFF2-40B4-BE49-F238E27FC236}">
                    <a16:creationId xmlns:a16="http://schemas.microsoft.com/office/drawing/2014/main" id="{26CDBDF8-540A-BD86-DF1C-C3B764B37F7B}"/>
                  </a:ext>
                </a:extLst>
              </p:cNvPr>
              <p:cNvSpPr/>
              <p:nvPr/>
            </p:nvSpPr>
            <p:spPr>
              <a:xfrm>
                <a:off x="496444" y="1737058"/>
                <a:ext cx="4812" cy="15975"/>
              </a:xfrm>
              <a:custGeom>
                <a:avLst/>
                <a:gdLst>
                  <a:gd name="csX0" fmla="*/ 6 w 4812"/>
                  <a:gd name="csY0" fmla="*/ 12637 h 15975"/>
                  <a:gd name="csX1" fmla="*/ 2406 w 4812"/>
                  <a:gd name="csY1" fmla="*/ 2804 h 15975"/>
                  <a:gd name="csX2" fmla="*/ 4806 w 4812"/>
                  <a:gd name="csY2" fmla="*/ 5879 h 15975"/>
                  <a:gd name="csX3" fmla="*/ 2406 w 4812"/>
                  <a:gd name="csY3" fmla="*/ 15712 h 15975"/>
                  <a:gd name="csX4" fmla="*/ 6 w 4812"/>
                  <a:gd name="csY4" fmla="*/ 12637 h 15975"/>
                </a:gdLst>
                <a:ahLst/>
                <a:cxnLst>
                  <a:cxn ang="0">
                    <a:pos x="csX0" y="csY0"/>
                  </a:cxn>
                  <a:cxn ang="0">
                    <a:pos x="csX1" y="csY1"/>
                  </a:cxn>
                  <a:cxn ang="0">
                    <a:pos x="csX2" y="csY2"/>
                  </a:cxn>
                  <a:cxn ang="0">
                    <a:pos x="csX3" y="csY3"/>
                  </a:cxn>
                  <a:cxn ang="0">
                    <a:pos x="csX4" y="csY4"/>
                  </a:cxn>
                </a:cxnLst>
                <a:rect l="l" t="t" r="r" b="b"/>
                <a:pathLst>
                  <a:path w="4812" h="15975">
                    <a:moveTo>
                      <a:pt x="6" y="12637"/>
                    </a:moveTo>
                    <a:cubicBezTo>
                      <a:pt x="106" y="10069"/>
                      <a:pt x="1186" y="5644"/>
                      <a:pt x="2406" y="2804"/>
                    </a:cubicBezTo>
                    <a:cubicBezTo>
                      <a:pt x="4277" y="-1548"/>
                      <a:pt x="4653" y="-1065"/>
                      <a:pt x="4806" y="5879"/>
                    </a:cubicBezTo>
                    <a:cubicBezTo>
                      <a:pt x="4906" y="10409"/>
                      <a:pt x="3826" y="14834"/>
                      <a:pt x="2406" y="15712"/>
                    </a:cubicBezTo>
                    <a:cubicBezTo>
                      <a:pt x="987" y="16589"/>
                      <a:pt x="-93" y="15206"/>
                      <a:pt x="6" y="12637"/>
                    </a:cubicBezTo>
                    <a:close/>
                  </a:path>
                </a:pathLst>
              </a:custGeom>
              <a:solidFill>
                <a:srgbClr val="B9B9B9"/>
              </a:solidFill>
              <a:ln w="5163" cap="flat">
                <a:noFill/>
                <a:prstDash val="solid"/>
                <a:miter/>
              </a:ln>
            </p:spPr>
            <p:txBody>
              <a:bodyPr/>
              <a:lstStyle/>
              <a:p>
                <a:endParaRPr lang="es-419" noProof="0" dirty="0"/>
              </a:p>
            </p:txBody>
          </p:sp>
          <p:sp>
            <p:nvSpPr>
              <p:cNvPr id="101" name="Forma libre: forma 100">
                <a:extLst>
                  <a:ext uri="{FF2B5EF4-FFF2-40B4-BE49-F238E27FC236}">
                    <a16:creationId xmlns:a16="http://schemas.microsoft.com/office/drawing/2014/main" id="{1469F321-6731-FE24-87D4-211A98812ADB}"/>
                  </a:ext>
                </a:extLst>
              </p:cNvPr>
              <p:cNvSpPr/>
              <p:nvPr/>
            </p:nvSpPr>
            <p:spPr>
              <a:xfrm>
                <a:off x="610293" y="1727161"/>
                <a:ext cx="5615" cy="11379"/>
              </a:xfrm>
              <a:custGeom>
                <a:avLst/>
                <a:gdLst>
                  <a:gd name="csX0" fmla="*/ 427 w 5615"/>
                  <a:gd name="csY0" fmla="*/ 7365 h 11379"/>
                  <a:gd name="csX1" fmla="*/ 1464 w 5615"/>
                  <a:gd name="csY1" fmla="*/ 731 h 11379"/>
                  <a:gd name="csX2" fmla="*/ 5321 w 5615"/>
                  <a:gd name="csY2" fmla="*/ 4777 h 11379"/>
                  <a:gd name="csX3" fmla="*/ 427 w 5615"/>
                  <a:gd name="csY3" fmla="*/ 7365 h 11379"/>
                </a:gdLst>
                <a:ahLst/>
                <a:cxnLst>
                  <a:cxn ang="0">
                    <a:pos x="csX0" y="csY0"/>
                  </a:cxn>
                  <a:cxn ang="0">
                    <a:pos x="csX1" y="csY1"/>
                  </a:cxn>
                  <a:cxn ang="0">
                    <a:pos x="csX2" y="csY2"/>
                  </a:cxn>
                  <a:cxn ang="0">
                    <a:pos x="csX3" y="csY3"/>
                  </a:cxn>
                </a:cxnLst>
                <a:rect l="l" t="t" r="r" b="b"/>
                <a:pathLst>
                  <a:path w="5615" h="11379">
                    <a:moveTo>
                      <a:pt x="427" y="7365"/>
                    </a:moveTo>
                    <a:cubicBezTo>
                      <a:pt x="-426" y="5140"/>
                      <a:pt x="40" y="2155"/>
                      <a:pt x="1464" y="731"/>
                    </a:cubicBezTo>
                    <a:cubicBezTo>
                      <a:pt x="3194" y="-1000"/>
                      <a:pt x="4473" y="341"/>
                      <a:pt x="5321" y="4777"/>
                    </a:cubicBezTo>
                    <a:cubicBezTo>
                      <a:pt x="6696" y="11973"/>
                      <a:pt x="2955" y="13952"/>
                      <a:pt x="427" y="7365"/>
                    </a:cubicBezTo>
                    <a:close/>
                  </a:path>
                </a:pathLst>
              </a:custGeom>
              <a:solidFill>
                <a:srgbClr val="B9B9B9"/>
              </a:solidFill>
              <a:ln w="5163" cap="flat">
                <a:noFill/>
                <a:prstDash val="solid"/>
                <a:miter/>
              </a:ln>
            </p:spPr>
            <p:txBody>
              <a:bodyPr/>
              <a:lstStyle/>
              <a:p>
                <a:endParaRPr lang="es-419" noProof="0" dirty="0"/>
              </a:p>
            </p:txBody>
          </p:sp>
          <p:sp>
            <p:nvSpPr>
              <p:cNvPr id="102" name="Forma libre: forma 101">
                <a:extLst>
                  <a:ext uri="{FF2B5EF4-FFF2-40B4-BE49-F238E27FC236}">
                    <a16:creationId xmlns:a16="http://schemas.microsoft.com/office/drawing/2014/main" id="{342D182B-CE85-BDDB-9809-820851EF22A8}"/>
                  </a:ext>
                </a:extLst>
              </p:cNvPr>
              <p:cNvSpPr/>
              <p:nvPr/>
            </p:nvSpPr>
            <p:spPr>
              <a:xfrm>
                <a:off x="589201" y="1723083"/>
                <a:ext cx="5162" cy="7744"/>
              </a:xfrm>
              <a:custGeom>
                <a:avLst/>
                <a:gdLst>
                  <a:gd name="csX0" fmla="*/ 0 w 5162"/>
                  <a:gd name="csY0" fmla="*/ 3872 h 7744"/>
                  <a:gd name="csX1" fmla="*/ 2581 w 5162"/>
                  <a:gd name="csY1" fmla="*/ 0 h 7744"/>
                  <a:gd name="csX2" fmla="*/ 5163 w 5162"/>
                  <a:gd name="csY2" fmla="*/ 3872 h 7744"/>
                  <a:gd name="csX3" fmla="*/ 2581 w 5162"/>
                  <a:gd name="csY3" fmla="*/ 7744 h 7744"/>
                  <a:gd name="csX4" fmla="*/ 0 w 5162"/>
                  <a:gd name="csY4" fmla="*/ 3872 h 7744"/>
                </a:gdLst>
                <a:ahLst/>
                <a:cxnLst>
                  <a:cxn ang="0">
                    <a:pos x="csX0" y="csY0"/>
                  </a:cxn>
                  <a:cxn ang="0">
                    <a:pos x="csX1" y="csY1"/>
                  </a:cxn>
                  <a:cxn ang="0">
                    <a:pos x="csX2" y="csY2"/>
                  </a:cxn>
                  <a:cxn ang="0">
                    <a:pos x="csX3" y="csY3"/>
                  </a:cxn>
                  <a:cxn ang="0">
                    <a:pos x="csX4" y="csY4"/>
                  </a:cxn>
                </a:cxnLst>
                <a:rect l="l" t="t" r="r" b="b"/>
                <a:pathLst>
                  <a:path w="5162" h="7744">
                    <a:moveTo>
                      <a:pt x="0" y="3872"/>
                    </a:moveTo>
                    <a:cubicBezTo>
                      <a:pt x="0" y="1742"/>
                      <a:pt x="1162" y="0"/>
                      <a:pt x="2581" y="0"/>
                    </a:cubicBezTo>
                    <a:cubicBezTo>
                      <a:pt x="4001" y="0"/>
                      <a:pt x="5163" y="1742"/>
                      <a:pt x="5163" y="3872"/>
                    </a:cubicBezTo>
                    <a:cubicBezTo>
                      <a:pt x="5163" y="6002"/>
                      <a:pt x="4001" y="7744"/>
                      <a:pt x="2581" y="7744"/>
                    </a:cubicBezTo>
                    <a:cubicBezTo>
                      <a:pt x="1162" y="7744"/>
                      <a:pt x="0" y="6002"/>
                      <a:pt x="0" y="3872"/>
                    </a:cubicBezTo>
                    <a:close/>
                  </a:path>
                </a:pathLst>
              </a:custGeom>
              <a:solidFill>
                <a:srgbClr val="B9B9B9"/>
              </a:solidFill>
              <a:ln w="5163" cap="flat">
                <a:noFill/>
                <a:prstDash val="solid"/>
                <a:miter/>
              </a:ln>
            </p:spPr>
            <p:txBody>
              <a:bodyPr/>
              <a:lstStyle/>
              <a:p>
                <a:endParaRPr lang="es-419" noProof="0" dirty="0"/>
              </a:p>
            </p:txBody>
          </p:sp>
          <p:sp>
            <p:nvSpPr>
              <p:cNvPr id="103" name="Forma libre: forma 102">
                <a:extLst>
                  <a:ext uri="{FF2B5EF4-FFF2-40B4-BE49-F238E27FC236}">
                    <a16:creationId xmlns:a16="http://schemas.microsoft.com/office/drawing/2014/main" id="{CFBAF4F0-8FC5-1609-7BFD-915563DDE315}"/>
                  </a:ext>
                </a:extLst>
              </p:cNvPr>
              <p:cNvSpPr/>
              <p:nvPr/>
            </p:nvSpPr>
            <p:spPr>
              <a:xfrm>
                <a:off x="576294" y="1689525"/>
                <a:ext cx="15348" cy="20423"/>
              </a:xfrm>
              <a:custGeom>
                <a:avLst/>
                <a:gdLst>
                  <a:gd name="csX0" fmla="*/ 0 w 15348"/>
                  <a:gd name="csY0" fmla="*/ 17942 h 20423"/>
                  <a:gd name="csX1" fmla="*/ 11683 w 15348"/>
                  <a:gd name="csY1" fmla="*/ 0 h 20423"/>
                  <a:gd name="csX2" fmla="*/ 8918 w 15348"/>
                  <a:gd name="csY2" fmla="*/ 14081 h 20423"/>
                  <a:gd name="csX3" fmla="*/ 0 w 15348"/>
                  <a:gd name="csY3" fmla="*/ 17942 h 20423"/>
                </a:gdLst>
                <a:ahLst/>
                <a:cxnLst>
                  <a:cxn ang="0">
                    <a:pos x="csX0" y="csY0"/>
                  </a:cxn>
                  <a:cxn ang="0">
                    <a:pos x="csX1" y="csY1"/>
                  </a:cxn>
                  <a:cxn ang="0">
                    <a:pos x="csX2" y="csY2"/>
                  </a:cxn>
                  <a:cxn ang="0">
                    <a:pos x="csX3" y="csY3"/>
                  </a:cxn>
                </a:cxnLst>
                <a:rect l="l" t="t" r="r" b="b"/>
                <a:pathLst>
                  <a:path w="15348" h="20423">
                    <a:moveTo>
                      <a:pt x="0" y="17942"/>
                    </a:moveTo>
                    <a:cubicBezTo>
                      <a:pt x="0" y="12328"/>
                      <a:pt x="8027" y="0"/>
                      <a:pt x="11683" y="0"/>
                    </a:cubicBezTo>
                    <a:cubicBezTo>
                      <a:pt x="17539" y="0"/>
                      <a:pt x="16205" y="6793"/>
                      <a:pt x="8918" y="14081"/>
                    </a:cubicBezTo>
                    <a:cubicBezTo>
                      <a:pt x="1711" y="21287"/>
                      <a:pt x="0" y="22028"/>
                      <a:pt x="0" y="17942"/>
                    </a:cubicBezTo>
                    <a:close/>
                  </a:path>
                </a:pathLst>
              </a:custGeom>
              <a:solidFill>
                <a:srgbClr val="B9B9B9"/>
              </a:solidFill>
              <a:ln w="5163" cap="flat">
                <a:noFill/>
                <a:prstDash val="solid"/>
                <a:miter/>
              </a:ln>
            </p:spPr>
            <p:txBody>
              <a:bodyPr/>
              <a:lstStyle/>
              <a:p>
                <a:endParaRPr lang="es-419" noProof="0" dirty="0"/>
              </a:p>
            </p:txBody>
          </p:sp>
        </p:grpSp>
        <p:sp>
          <p:nvSpPr>
            <p:cNvPr id="104" name="Forma libre: forma 103">
              <a:extLst>
                <a:ext uri="{FF2B5EF4-FFF2-40B4-BE49-F238E27FC236}">
                  <a16:creationId xmlns:a16="http://schemas.microsoft.com/office/drawing/2014/main" id="{CCAFF62C-F601-6D7E-51FF-D88494F59AFF}"/>
                </a:ext>
              </a:extLst>
            </p:cNvPr>
            <p:cNvSpPr/>
            <p:nvPr/>
          </p:nvSpPr>
          <p:spPr>
            <a:xfrm>
              <a:off x="516921" y="1569184"/>
              <a:ext cx="5162" cy="6756"/>
            </a:xfrm>
            <a:custGeom>
              <a:avLst/>
              <a:gdLst>
                <a:gd name="csX0" fmla="*/ 0 w 5162"/>
                <a:gd name="csY0" fmla="*/ 2732 h 6756"/>
                <a:gd name="csX1" fmla="*/ 2581 w 5162"/>
                <a:gd name="csY1" fmla="*/ 303 h 6756"/>
                <a:gd name="csX2" fmla="*/ 5163 w 5162"/>
                <a:gd name="csY2" fmla="*/ 4328 h 6756"/>
                <a:gd name="csX3" fmla="*/ 2581 w 5162"/>
                <a:gd name="csY3" fmla="*/ 6757 h 6756"/>
                <a:gd name="csX4" fmla="*/ 0 w 5162"/>
                <a:gd name="csY4" fmla="*/ 2732 h 6756"/>
              </a:gdLst>
              <a:ahLst/>
              <a:cxnLst>
                <a:cxn ang="0">
                  <a:pos x="csX0" y="csY0"/>
                </a:cxn>
                <a:cxn ang="0">
                  <a:pos x="csX1" y="csY1"/>
                </a:cxn>
                <a:cxn ang="0">
                  <a:pos x="csX2" y="csY2"/>
                </a:cxn>
                <a:cxn ang="0">
                  <a:pos x="csX3" y="csY3"/>
                </a:cxn>
                <a:cxn ang="0">
                  <a:pos x="csX4" y="csY4"/>
                </a:cxn>
              </a:cxnLst>
              <a:rect l="l" t="t" r="r" b="b"/>
              <a:pathLst>
                <a:path w="5162" h="6756">
                  <a:moveTo>
                    <a:pt x="0" y="2732"/>
                  </a:moveTo>
                  <a:cubicBezTo>
                    <a:pt x="0" y="519"/>
                    <a:pt x="1162" y="-574"/>
                    <a:pt x="2581" y="303"/>
                  </a:cubicBezTo>
                  <a:cubicBezTo>
                    <a:pt x="4001" y="1181"/>
                    <a:pt x="5163" y="2992"/>
                    <a:pt x="5163" y="4328"/>
                  </a:cubicBezTo>
                  <a:cubicBezTo>
                    <a:pt x="5163" y="5664"/>
                    <a:pt x="4001" y="6757"/>
                    <a:pt x="2581" y="6757"/>
                  </a:cubicBezTo>
                  <a:cubicBezTo>
                    <a:pt x="1162" y="6757"/>
                    <a:pt x="0" y="4946"/>
                    <a:pt x="0" y="2732"/>
                  </a:cubicBezTo>
                  <a:close/>
                </a:path>
              </a:pathLst>
            </a:custGeom>
            <a:solidFill>
              <a:srgbClr val="B9B9B9"/>
            </a:solidFill>
            <a:ln w="5163" cap="flat">
              <a:noFill/>
              <a:prstDash val="solid"/>
              <a:miter/>
            </a:ln>
          </p:spPr>
          <p:txBody>
            <a:bodyPr/>
            <a:lstStyle/>
            <a:p>
              <a:endParaRPr lang="es-419" noProof="0" dirty="0"/>
            </a:p>
          </p:txBody>
        </p:sp>
      </p:grpSp>
      <p:sp>
        <p:nvSpPr>
          <p:cNvPr id="105" name="Forma libre: forma 104">
            <a:extLst>
              <a:ext uri="{FF2B5EF4-FFF2-40B4-BE49-F238E27FC236}">
                <a16:creationId xmlns:a16="http://schemas.microsoft.com/office/drawing/2014/main" id="{BB557FA2-5C8D-088D-FC01-925D558445B9}"/>
              </a:ext>
            </a:extLst>
          </p:cNvPr>
          <p:cNvSpPr/>
          <p:nvPr/>
        </p:nvSpPr>
        <p:spPr>
          <a:xfrm>
            <a:off x="466238" y="1431499"/>
            <a:ext cx="11558" cy="7543"/>
          </a:xfrm>
          <a:custGeom>
            <a:avLst/>
            <a:gdLst>
              <a:gd name="csX0" fmla="*/ 1635 w 11558"/>
              <a:gd name="csY0" fmla="*/ 3752 h 7543"/>
              <a:gd name="csX1" fmla="*/ 8241 w 11558"/>
              <a:gd name="csY1" fmla="*/ 3670 h 7543"/>
              <a:gd name="csX2" fmla="*/ 9050 w 11558"/>
              <a:gd name="csY2" fmla="*/ 7542 h 7543"/>
              <a:gd name="csX3" fmla="*/ 1635 w 11558"/>
              <a:gd name="csY3" fmla="*/ 3752 h 7543"/>
            </a:gdLst>
            <a:ahLst/>
            <a:cxnLst>
              <a:cxn ang="0">
                <a:pos x="csX0" y="csY0"/>
              </a:cxn>
              <a:cxn ang="0">
                <a:pos x="csX1" y="csY1"/>
              </a:cxn>
              <a:cxn ang="0">
                <a:pos x="csX2" y="csY2"/>
              </a:cxn>
              <a:cxn ang="0">
                <a:pos x="csX3" y="csY3"/>
              </a:cxn>
            </a:cxnLst>
            <a:rect l="l" t="t" r="r" b="b"/>
            <a:pathLst>
              <a:path w="11558" h="7543">
                <a:moveTo>
                  <a:pt x="1635" y="3752"/>
                </a:moveTo>
                <a:cubicBezTo>
                  <a:pt x="-2484" y="-1211"/>
                  <a:pt x="1718" y="-1263"/>
                  <a:pt x="8241" y="3670"/>
                </a:cubicBezTo>
                <a:cubicBezTo>
                  <a:pt x="12450" y="6854"/>
                  <a:pt x="12580" y="7473"/>
                  <a:pt x="9050" y="7542"/>
                </a:cubicBezTo>
                <a:cubicBezTo>
                  <a:pt x="6739" y="7587"/>
                  <a:pt x="3403" y="5882"/>
                  <a:pt x="1635" y="3752"/>
                </a:cubicBezTo>
                <a:close/>
              </a:path>
            </a:pathLst>
          </a:custGeom>
          <a:solidFill>
            <a:srgbClr val="B9B9B9"/>
          </a:solidFill>
          <a:ln w="5163" cap="flat">
            <a:noFill/>
            <a:prstDash val="solid"/>
            <a:miter/>
          </a:ln>
        </p:spPr>
        <p:txBody>
          <a:bodyPr/>
          <a:lstStyle/>
          <a:p>
            <a:endParaRPr lang="es-419" noProof="0" dirty="0"/>
          </a:p>
        </p:txBody>
      </p:sp>
      <p:grpSp>
        <p:nvGrpSpPr>
          <p:cNvPr id="106" name="Gráfico 39">
            <a:extLst>
              <a:ext uri="{FF2B5EF4-FFF2-40B4-BE49-F238E27FC236}">
                <a16:creationId xmlns:a16="http://schemas.microsoft.com/office/drawing/2014/main" id="{4D98FABB-BFB3-9AE8-E95A-5827776913CF}"/>
              </a:ext>
            </a:extLst>
          </p:cNvPr>
          <p:cNvGrpSpPr/>
          <p:nvPr/>
        </p:nvGrpSpPr>
        <p:grpSpPr>
          <a:xfrm>
            <a:off x="73152" y="1028824"/>
            <a:ext cx="399884" cy="461679"/>
            <a:chOff x="73152" y="1028824"/>
            <a:chExt cx="399884" cy="461679"/>
          </a:xfrm>
          <a:solidFill>
            <a:srgbClr val="B9B9B9"/>
          </a:solidFill>
        </p:grpSpPr>
        <p:sp>
          <p:nvSpPr>
            <p:cNvPr id="107" name="Forma libre: forma 106">
              <a:extLst>
                <a:ext uri="{FF2B5EF4-FFF2-40B4-BE49-F238E27FC236}">
                  <a16:creationId xmlns:a16="http://schemas.microsoft.com/office/drawing/2014/main" id="{3D6689B5-E00F-54DA-985B-9AC9C4A6F41E}"/>
                </a:ext>
              </a:extLst>
            </p:cNvPr>
            <p:cNvSpPr/>
            <p:nvPr/>
          </p:nvSpPr>
          <p:spPr>
            <a:xfrm>
              <a:off x="176169" y="1028824"/>
              <a:ext cx="296866" cy="461679"/>
            </a:xfrm>
            <a:custGeom>
              <a:avLst/>
              <a:gdLst>
                <a:gd name="csX0" fmla="*/ 234204 w 296866"/>
                <a:gd name="csY0" fmla="*/ 456793 h 461679"/>
                <a:gd name="csX1" fmla="*/ 189641 w 296866"/>
                <a:gd name="csY1" fmla="*/ 451076 h 461679"/>
                <a:gd name="csX2" fmla="*/ 192285 w 296866"/>
                <a:gd name="csY2" fmla="*/ 440463 h 461679"/>
                <a:gd name="csX3" fmla="*/ 192319 w 296866"/>
                <a:gd name="csY3" fmla="*/ 432599 h 461679"/>
                <a:gd name="csX4" fmla="*/ 190826 w 296866"/>
                <a:gd name="csY4" fmla="*/ 424368 h 461679"/>
                <a:gd name="csX5" fmla="*/ 194908 w 296866"/>
                <a:gd name="csY5" fmla="*/ 412652 h 461679"/>
                <a:gd name="csX6" fmla="*/ 188729 w 296866"/>
                <a:gd name="csY6" fmla="*/ 395950 h 461679"/>
                <a:gd name="csX7" fmla="*/ 175616 w 296866"/>
                <a:gd name="csY7" fmla="*/ 376348 h 461679"/>
                <a:gd name="csX8" fmla="*/ 165432 w 296866"/>
                <a:gd name="csY8" fmla="*/ 362612 h 461679"/>
                <a:gd name="csX9" fmla="*/ 157619 w 296866"/>
                <a:gd name="csY9" fmla="*/ 354047 h 461679"/>
                <a:gd name="csX10" fmla="*/ 123850 w 296866"/>
                <a:gd name="csY10" fmla="*/ 312204 h 461679"/>
                <a:gd name="csX11" fmla="*/ 110408 w 296866"/>
                <a:gd name="csY11" fmla="*/ 302524 h 461679"/>
                <a:gd name="csX12" fmla="*/ 90624 w 296866"/>
                <a:gd name="csY12" fmla="*/ 283830 h 461679"/>
                <a:gd name="csX13" fmla="*/ 80025 w 296866"/>
                <a:gd name="csY13" fmla="*/ 265391 h 461679"/>
                <a:gd name="csX14" fmla="*/ 76089 w 296866"/>
                <a:gd name="csY14" fmla="*/ 254455 h 461679"/>
                <a:gd name="csX15" fmla="*/ 73345 w 296866"/>
                <a:gd name="csY15" fmla="*/ 247079 h 461679"/>
                <a:gd name="csX16" fmla="*/ 72109 w 296866"/>
                <a:gd name="csY16" fmla="*/ 214519 h 461679"/>
                <a:gd name="csX17" fmla="*/ 68319 w 296866"/>
                <a:gd name="csY17" fmla="*/ 206510 h 461679"/>
                <a:gd name="csX18" fmla="*/ 67160 w 296866"/>
                <a:gd name="csY18" fmla="*/ 202519 h 461679"/>
                <a:gd name="csX19" fmla="*/ 64536 w 296866"/>
                <a:gd name="csY19" fmla="*/ 206365 h 461679"/>
                <a:gd name="csX20" fmla="*/ 61955 w 296866"/>
                <a:gd name="csY20" fmla="*/ 210237 h 461679"/>
                <a:gd name="csX21" fmla="*/ 59373 w 296866"/>
                <a:gd name="csY21" fmla="*/ 190811 h 461679"/>
                <a:gd name="csX22" fmla="*/ 48569 w 296866"/>
                <a:gd name="csY22" fmla="*/ 154736 h 461679"/>
                <a:gd name="csX23" fmla="*/ 46466 w 296866"/>
                <a:gd name="csY23" fmla="*/ 141789 h 461679"/>
                <a:gd name="csX24" fmla="*/ 38475 w 296866"/>
                <a:gd name="csY24" fmla="*/ 114684 h 461679"/>
                <a:gd name="csX25" fmla="*/ 28150 w 296866"/>
                <a:gd name="csY25" fmla="*/ 99082 h 461679"/>
                <a:gd name="csX26" fmla="*/ 25815 w 296866"/>
                <a:gd name="csY26" fmla="*/ 89273 h 461679"/>
                <a:gd name="csX27" fmla="*/ 22760 w 296866"/>
                <a:gd name="csY27" fmla="*/ 77852 h 461679"/>
                <a:gd name="csX28" fmla="*/ 21512 w 296866"/>
                <a:gd name="csY28" fmla="*/ 72990 h 461679"/>
                <a:gd name="csX29" fmla="*/ 26374 w 296866"/>
                <a:gd name="csY29" fmla="*/ 74238 h 461679"/>
                <a:gd name="csX30" fmla="*/ 33559 w 296866"/>
                <a:gd name="csY30" fmla="*/ 72129 h 461679"/>
                <a:gd name="csX31" fmla="*/ 29687 w 296866"/>
                <a:gd name="csY31" fmla="*/ 66967 h 461679"/>
                <a:gd name="csX32" fmla="*/ 25815 w 296866"/>
                <a:gd name="csY32" fmla="*/ 64277 h 461679"/>
                <a:gd name="csX33" fmla="*/ 20828 w 296866"/>
                <a:gd name="csY33" fmla="*/ 56236 h 461679"/>
                <a:gd name="csX34" fmla="*/ 14159 w 296866"/>
                <a:gd name="csY34" fmla="*/ 40210 h 461679"/>
                <a:gd name="csX35" fmla="*/ 6238 w 296866"/>
                <a:gd name="csY35" fmla="*/ 17321 h 461679"/>
                <a:gd name="csX36" fmla="*/ 0 w 296866"/>
                <a:gd name="csY36" fmla="*/ 2478 h 461679"/>
                <a:gd name="csX37" fmla="*/ 99386 w 296866"/>
                <a:gd name="csY37" fmla="*/ 3758 h 461679"/>
                <a:gd name="csX38" fmla="*/ 191027 w 296866"/>
                <a:gd name="csY38" fmla="*/ 12449 h 461679"/>
                <a:gd name="csX39" fmla="*/ 178059 w 296866"/>
                <a:gd name="csY39" fmla="*/ 27807 h 461679"/>
                <a:gd name="csX40" fmla="*/ 167369 w 296866"/>
                <a:gd name="csY40" fmla="*/ 45725 h 461679"/>
                <a:gd name="csX41" fmla="*/ 163079 w 296866"/>
                <a:gd name="csY41" fmla="*/ 80524 h 461679"/>
                <a:gd name="csX42" fmla="*/ 162631 w 296866"/>
                <a:gd name="csY42" fmla="*/ 83796 h 461679"/>
                <a:gd name="csX43" fmla="*/ 171021 w 296866"/>
                <a:gd name="csY43" fmla="*/ 93315 h 461679"/>
                <a:gd name="csX44" fmla="*/ 173406 w 296866"/>
                <a:gd name="csY44" fmla="*/ 109690 h 461679"/>
                <a:gd name="csX45" fmla="*/ 164850 w 296866"/>
                <a:gd name="csY45" fmla="*/ 145701 h 461679"/>
                <a:gd name="csX46" fmla="*/ 169084 w 296866"/>
                <a:gd name="csY46" fmla="*/ 169291 h 461679"/>
                <a:gd name="csX47" fmla="*/ 171477 w 296866"/>
                <a:gd name="csY47" fmla="*/ 213103 h 461679"/>
                <a:gd name="csX48" fmla="*/ 174210 w 296866"/>
                <a:gd name="csY48" fmla="*/ 257046 h 461679"/>
                <a:gd name="csX49" fmla="*/ 178120 w 296866"/>
                <a:gd name="csY49" fmla="*/ 261958 h 461679"/>
                <a:gd name="csX50" fmla="*/ 182243 w 296866"/>
                <a:gd name="csY50" fmla="*/ 269492 h 461679"/>
                <a:gd name="csX51" fmla="*/ 184937 w 296866"/>
                <a:gd name="csY51" fmla="*/ 277338 h 461679"/>
                <a:gd name="csX52" fmla="*/ 193415 w 296866"/>
                <a:gd name="csY52" fmla="*/ 285510 h 461679"/>
                <a:gd name="csX53" fmla="*/ 199664 w 296866"/>
                <a:gd name="csY53" fmla="*/ 290658 h 461679"/>
                <a:gd name="csX54" fmla="*/ 207927 w 296866"/>
                <a:gd name="csY54" fmla="*/ 300943 h 461679"/>
                <a:gd name="csX55" fmla="*/ 219722 w 296866"/>
                <a:gd name="csY55" fmla="*/ 315205 h 461679"/>
                <a:gd name="csX56" fmla="*/ 234342 w 296866"/>
                <a:gd name="csY56" fmla="*/ 331253 h 461679"/>
                <a:gd name="csX57" fmla="*/ 242348 w 296866"/>
                <a:gd name="csY57" fmla="*/ 342893 h 461679"/>
                <a:gd name="csX58" fmla="*/ 243886 w 296866"/>
                <a:gd name="csY58" fmla="*/ 354430 h 461679"/>
                <a:gd name="csX59" fmla="*/ 242906 w 296866"/>
                <a:gd name="csY59" fmla="*/ 363679 h 461679"/>
                <a:gd name="csX60" fmla="*/ 242638 w 296866"/>
                <a:gd name="csY60" fmla="*/ 372819 h 461679"/>
                <a:gd name="csX61" fmla="*/ 248980 w 296866"/>
                <a:gd name="csY61" fmla="*/ 375191 h 461679"/>
                <a:gd name="csX62" fmla="*/ 256854 w 296866"/>
                <a:gd name="csY62" fmla="*/ 380201 h 461679"/>
                <a:gd name="csX63" fmla="*/ 262017 w 296866"/>
                <a:gd name="csY63" fmla="*/ 385776 h 461679"/>
                <a:gd name="csX64" fmla="*/ 267554 w 296866"/>
                <a:gd name="csY64" fmla="*/ 396801 h 461679"/>
                <a:gd name="csX65" fmla="*/ 281559 w 296866"/>
                <a:gd name="csY65" fmla="*/ 416793 h 461679"/>
                <a:gd name="csX66" fmla="*/ 290755 w 296866"/>
                <a:gd name="csY66" fmla="*/ 428632 h 461679"/>
                <a:gd name="csX67" fmla="*/ 294624 w 296866"/>
                <a:gd name="csY67" fmla="*/ 440196 h 461679"/>
                <a:gd name="csX68" fmla="*/ 296867 w 296866"/>
                <a:gd name="csY68" fmla="*/ 451755 h 461679"/>
                <a:gd name="csX69" fmla="*/ 287186 w 296866"/>
                <a:gd name="csY69" fmla="*/ 461588 h 461679"/>
                <a:gd name="csX70" fmla="*/ 234204 w 296866"/>
                <a:gd name="csY70" fmla="*/ 456793 h 4616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Lst>
              <a:rect l="l" t="t" r="r" b="b"/>
              <a:pathLst>
                <a:path w="296866" h="461679">
                  <a:moveTo>
                    <a:pt x="234204" y="456793"/>
                  </a:moveTo>
                  <a:cubicBezTo>
                    <a:pt x="210389" y="454343"/>
                    <a:pt x="190335" y="451771"/>
                    <a:pt x="189641" y="451076"/>
                  </a:cubicBezTo>
                  <a:cubicBezTo>
                    <a:pt x="188946" y="450382"/>
                    <a:pt x="190136" y="445606"/>
                    <a:pt x="192285" y="440463"/>
                  </a:cubicBezTo>
                  <a:cubicBezTo>
                    <a:pt x="195748" y="432175"/>
                    <a:pt x="195752" y="431281"/>
                    <a:pt x="192319" y="432599"/>
                  </a:cubicBezTo>
                  <a:cubicBezTo>
                    <a:pt x="188021" y="434248"/>
                    <a:pt x="186953" y="428358"/>
                    <a:pt x="190826" y="424368"/>
                  </a:cubicBezTo>
                  <a:cubicBezTo>
                    <a:pt x="192136" y="423019"/>
                    <a:pt x="193972" y="417747"/>
                    <a:pt x="194908" y="412652"/>
                  </a:cubicBezTo>
                  <a:cubicBezTo>
                    <a:pt x="196394" y="404559"/>
                    <a:pt x="195613" y="402447"/>
                    <a:pt x="188729" y="395950"/>
                  </a:cubicBezTo>
                  <a:cubicBezTo>
                    <a:pt x="184395" y="391860"/>
                    <a:pt x="178494" y="383039"/>
                    <a:pt x="175616" y="376348"/>
                  </a:cubicBezTo>
                  <a:cubicBezTo>
                    <a:pt x="172738" y="369658"/>
                    <a:pt x="168155" y="363476"/>
                    <a:pt x="165432" y="362612"/>
                  </a:cubicBezTo>
                  <a:cubicBezTo>
                    <a:pt x="162709" y="361748"/>
                    <a:pt x="159193" y="357894"/>
                    <a:pt x="157619" y="354047"/>
                  </a:cubicBezTo>
                  <a:cubicBezTo>
                    <a:pt x="149821" y="334997"/>
                    <a:pt x="131426" y="312204"/>
                    <a:pt x="123850" y="312204"/>
                  </a:cubicBezTo>
                  <a:cubicBezTo>
                    <a:pt x="121509" y="312204"/>
                    <a:pt x="115460" y="307848"/>
                    <a:pt x="110408" y="302524"/>
                  </a:cubicBezTo>
                  <a:cubicBezTo>
                    <a:pt x="105356" y="297200"/>
                    <a:pt x="96453" y="288788"/>
                    <a:pt x="90624" y="283830"/>
                  </a:cubicBezTo>
                  <a:cubicBezTo>
                    <a:pt x="81794" y="276321"/>
                    <a:pt x="80025" y="273244"/>
                    <a:pt x="80025" y="265391"/>
                  </a:cubicBezTo>
                  <a:cubicBezTo>
                    <a:pt x="80025" y="259326"/>
                    <a:pt x="78622" y="255426"/>
                    <a:pt x="76089" y="254455"/>
                  </a:cubicBezTo>
                  <a:cubicBezTo>
                    <a:pt x="73596" y="253498"/>
                    <a:pt x="72591" y="250794"/>
                    <a:pt x="73345" y="247079"/>
                  </a:cubicBezTo>
                  <a:cubicBezTo>
                    <a:pt x="77548" y="226392"/>
                    <a:pt x="77309" y="220102"/>
                    <a:pt x="72109" y="214519"/>
                  </a:cubicBezTo>
                  <a:cubicBezTo>
                    <a:pt x="69219" y="211417"/>
                    <a:pt x="67513" y="207813"/>
                    <a:pt x="68319" y="206510"/>
                  </a:cubicBezTo>
                  <a:cubicBezTo>
                    <a:pt x="69124" y="205206"/>
                    <a:pt x="68603" y="203410"/>
                    <a:pt x="67160" y="202519"/>
                  </a:cubicBezTo>
                  <a:cubicBezTo>
                    <a:pt x="65698" y="201615"/>
                    <a:pt x="64536" y="203319"/>
                    <a:pt x="64536" y="206365"/>
                  </a:cubicBezTo>
                  <a:cubicBezTo>
                    <a:pt x="64536" y="209372"/>
                    <a:pt x="63375" y="211114"/>
                    <a:pt x="61955" y="210237"/>
                  </a:cubicBezTo>
                  <a:cubicBezTo>
                    <a:pt x="60535" y="209360"/>
                    <a:pt x="59373" y="200618"/>
                    <a:pt x="59373" y="190811"/>
                  </a:cubicBezTo>
                  <a:cubicBezTo>
                    <a:pt x="59373" y="173740"/>
                    <a:pt x="53682" y="154736"/>
                    <a:pt x="48569" y="154736"/>
                  </a:cubicBezTo>
                  <a:cubicBezTo>
                    <a:pt x="47413" y="154736"/>
                    <a:pt x="46466" y="148910"/>
                    <a:pt x="46466" y="141789"/>
                  </a:cubicBezTo>
                  <a:cubicBezTo>
                    <a:pt x="46466" y="132086"/>
                    <a:pt x="44464" y="125296"/>
                    <a:pt x="38475" y="114684"/>
                  </a:cubicBezTo>
                  <a:cubicBezTo>
                    <a:pt x="34080" y="106897"/>
                    <a:pt x="29434" y="99876"/>
                    <a:pt x="28150" y="99082"/>
                  </a:cubicBezTo>
                  <a:cubicBezTo>
                    <a:pt x="26865" y="98289"/>
                    <a:pt x="25815" y="93874"/>
                    <a:pt x="25815" y="89273"/>
                  </a:cubicBezTo>
                  <a:cubicBezTo>
                    <a:pt x="25815" y="84671"/>
                    <a:pt x="24440" y="79532"/>
                    <a:pt x="22760" y="77852"/>
                  </a:cubicBezTo>
                  <a:cubicBezTo>
                    <a:pt x="21080" y="76172"/>
                    <a:pt x="20518" y="73984"/>
                    <a:pt x="21512" y="72990"/>
                  </a:cubicBezTo>
                  <a:cubicBezTo>
                    <a:pt x="22506" y="71996"/>
                    <a:pt x="24694" y="72558"/>
                    <a:pt x="26374" y="74238"/>
                  </a:cubicBezTo>
                  <a:cubicBezTo>
                    <a:pt x="30884" y="78748"/>
                    <a:pt x="33559" y="77963"/>
                    <a:pt x="33559" y="72129"/>
                  </a:cubicBezTo>
                  <a:cubicBezTo>
                    <a:pt x="33559" y="69261"/>
                    <a:pt x="31838" y="66967"/>
                    <a:pt x="29687" y="66967"/>
                  </a:cubicBezTo>
                  <a:cubicBezTo>
                    <a:pt x="27557" y="66967"/>
                    <a:pt x="25815" y="65756"/>
                    <a:pt x="25815" y="64277"/>
                  </a:cubicBezTo>
                  <a:cubicBezTo>
                    <a:pt x="25815" y="62798"/>
                    <a:pt x="23571" y="59179"/>
                    <a:pt x="20828" y="56236"/>
                  </a:cubicBezTo>
                  <a:cubicBezTo>
                    <a:pt x="18086" y="53292"/>
                    <a:pt x="15085" y="46080"/>
                    <a:pt x="14159" y="40210"/>
                  </a:cubicBezTo>
                  <a:cubicBezTo>
                    <a:pt x="13233" y="34339"/>
                    <a:pt x="9669" y="24039"/>
                    <a:pt x="6238" y="17321"/>
                  </a:cubicBezTo>
                  <a:cubicBezTo>
                    <a:pt x="2807" y="10603"/>
                    <a:pt x="0" y="3924"/>
                    <a:pt x="0" y="2478"/>
                  </a:cubicBezTo>
                  <a:cubicBezTo>
                    <a:pt x="0" y="-1152"/>
                    <a:pt x="23478" y="-850"/>
                    <a:pt x="99386" y="3758"/>
                  </a:cubicBezTo>
                  <a:cubicBezTo>
                    <a:pt x="175010" y="8348"/>
                    <a:pt x="191027" y="9867"/>
                    <a:pt x="191027" y="12449"/>
                  </a:cubicBezTo>
                  <a:cubicBezTo>
                    <a:pt x="191027" y="13496"/>
                    <a:pt x="185192" y="20407"/>
                    <a:pt x="178059" y="27807"/>
                  </a:cubicBezTo>
                  <a:cubicBezTo>
                    <a:pt x="167978" y="38266"/>
                    <a:pt x="165598" y="42256"/>
                    <a:pt x="167369" y="45725"/>
                  </a:cubicBezTo>
                  <a:cubicBezTo>
                    <a:pt x="174634" y="59948"/>
                    <a:pt x="171699" y="83751"/>
                    <a:pt x="163079" y="80524"/>
                  </a:cubicBezTo>
                  <a:cubicBezTo>
                    <a:pt x="159180" y="79065"/>
                    <a:pt x="159137" y="79384"/>
                    <a:pt x="162631" y="83796"/>
                  </a:cubicBezTo>
                  <a:cubicBezTo>
                    <a:pt x="164761" y="86485"/>
                    <a:pt x="168536" y="90769"/>
                    <a:pt x="171021" y="93315"/>
                  </a:cubicBezTo>
                  <a:cubicBezTo>
                    <a:pt x="175834" y="98246"/>
                    <a:pt x="176913" y="105657"/>
                    <a:pt x="173406" y="109690"/>
                  </a:cubicBezTo>
                  <a:cubicBezTo>
                    <a:pt x="169336" y="114370"/>
                    <a:pt x="164942" y="132862"/>
                    <a:pt x="164850" y="145701"/>
                  </a:cubicBezTo>
                  <a:cubicBezTo>
                    <a:pt x="164711" y="165107"/>
                    <a:pt x="165194" y="167798"/>
                    <a:pt x="169084" y="169291"/>
                  </a:cubicBezTo>
                  <a:cubicBezTo>
                    <a:pt x="171992" y="170406"/>
                    <a:pt x="172437" y="178546"/>
                    <a:pt x="171477" y="213103"/>
                  </a:cubicBezTo>
                  <a:cubicBezTo>
                    <a:pt x="170471" y="249367"/>
                    <a:pt x="170869" y="255764"/>
                    <a:pt x="174210" y="257046"/>
                  </a:cubicBezTo>
                  <a:cubicBezTo>
                    <a:pt x="176360" y="257871"/>
                    <a:pt x="178120" y="260081"/>
                    <a:pt x="178120" y="261958"/>
                  </a:cubicBezTo>
                  <a:cubicBezTo>
                    <a:pt x="178120" y="263834"/>
                    <a:pt x="179975" y="267225"/>
                    <a:pt x="182243" y="269492"/>
                  </a:cubicBezTo>
                  <a:cubicBezTo>
                    <a:pt x="184511" y="271760"/>
                    <a:pt x="185723" y="275291"/>
                    <a:pt x="184937" y="277338"/>
                  </a:cubicBezTo>
                  <a:cubicBezTo>
                    <a:pt x="183466" y="281172"/>
                    <a:pt x="186953" y="284533"/>
                    <a:pt x="193415" y="285510"/>
                  </a:cubicBezTo>
                  <a:cubicBezTo>
                    <a:pt x="195439" y="285815"/>
                    <a:pt x="198251" y="288132"/>
                    <a:pt x="199664" y="290658"/>
                  </a:cubicBezTo>
                  <a:cubicBezTo>
                    <a:pt x="201078" y="293183"/>
                    <a:pt x="204796" y="297811"/>
                    <a:pt x="207927" y="300943"/>
                  </a:cubicBezTo>
                  <a:cubicBezTo>
                    <a:pt x="211058" y="304074"/>
                    <a:pt x="216366" y="310492"/>
                    <a:pt x="219722" y="315205"/>
                  </a:cubicBezTo>
                  <a:cubicBezTo>
                    <a:pt x="223078" y="319918"/>
                    <a:pt x="229657" y="327140"/>
                    <a:pt x="234342" y="331253"/>
                  </a:cubicBezTo>
                  <a:cubicBezTo>
                    <a:pt x="239027" y="335367"/>
                    <a:pt x="242630" y="340605"/>
                    <a:pt x="242348" y="342893"/>
                  </a:cubicBezTo>
                  <a:cubicBezTo>
                    <a:pt x="242066" y="345182"/>
                    <a:pt x="242758" y="350373"/>
                    <a:pt x="243886" y="354430"/>
                  </a:cubicBezTo>
                  <a:cubicBezTo>
                    <a:pt x="245242" y="359308"/>
                    <a:pt x="244910" y="362440"/>
                    <a:pt x="242906" y="363679"/>
                  </a:cubicBezTo>
                  <a:cubicBezTo>
                    <a:pt x="240669" y="365062"/>
                    <a:pt x="240599" y="367456"/>
                    <a:pt x="242638" y="372819"/>
                  </a:cubicBezTo>
                  <a:cubicBezTo>
                    <a:pt x="245274" y="379752"/>
                    <a:pt x="245565" y="379861"/>
                    <a:pt x="248980" y="375191"/>
                  </a:cubicBezTo>
                  <a:cubicBezTo>
                    <a:pt x="253071" y="369596"/>
                    <a:pt x="256854" y="372003"/>
                    <a:pt x="256854" y="380201"/>
                  </a:cubicBezTo>
                  <a:cubicBezTo>
                    <a:pt x="256854" y="384054"/>
                    <a:pt x="258448" y="385776"/>
                    <a:pt x="262017" y="385776"/>
                  </a:cubicBezTo>
                  <a:cubicBezTo>
                    <a:pt x="266316" y="385777"/>
                    <a:pt x="267243" y="387623"/>
                    <a:pt x="267554" y="396801"/>
                  </a:cubicBezTo>
                  <a:cubicBezTo>
                    <a:pt x="267995" y="409833"/>
                    <a:pt x="271290" y="414537"/>
                    <a:pt x="281559" y="416793"/>
                  </a:cubicBezTo>
                  <a:cubicBezTo>
                    <a:pt x="287964" y="418199"/>
                    <a:pt x="289378" y="420020"/>
                    <a:pt x="290755" y="428632"/>
                  </a:cubicBezTo>
                  <a:cubicBezTo>
                    <a:pt x="291650" y="434230"/>
                    <a:pt x="293391" y="439433"/>
                    <a:pt x="294624" y="440196"/>
                  </a:cubicBezTo>
                  <a:cubicBezTo>
                    <a:pt x="295858" y="440958"/>
                    <a:pt x="296867" y="446160"/>
                    <a:pt x="296867" y="451755"/>
                  </a:cubicBezTo>
                  <a:cubicBezTo>
                    <a:pt x="296867" y="461851"/>
                    <a:pt x="296793" y="461926"/>
                    <a:pt x="287186" y="461588"/>
                  </a:cubicBezTo>
                  <a:cubicBezTo>
                    <a:pt x="281862" y="461400"/>
                    <a:pt x="258020" y="459243"/>
                    <a:pt x="234204" y="456793"/>
                  </a:cubicBezTo>
                  <a:close/>
                </a:path>
              </a:pathLst>
            </a:custGeom>
            <a:solidFill>
              <a:srgbClr val="B9B9B9"/>
            </a:solidFill>
            <a:ln w="5163" cap="flat">
              <a:noFill/>
              <a:prstDash val="solid"/>
              <a:miter/>
            </a:ln>
          </p:spPr>
          <p:txBody>
            <a:bodyPr/>
            <a:lstStyle/>
            <a:p>
              <a:endParaRPr lang="es-419" noProof="0" dirty="0"/>
            </a:p>
          </p:txBody>
        </p:sp>
        <p:sp>
          <p:nvSpPr>
            <p:cNvPr id="108" name="Forma libre: forma 107">
              <a:extLst>
                <a:ext uri="{FF2B5EF4-FFF2-40B4-BE49-F238E27FC236}">
                  <a16:creationId xmlns:a16="http://schemas.microsoft.com/office/drawing/2014/main" id="{794FB3B8-90EF-3068-D20A-2C0C0BE2D841}"/>
                </a:ext>
              </a:extLst>
            </p:cNvPr>
            <p:cNvSpPr/>
            <p:nvPr/>
          </p:nvSpPr>
          <p:spPr>
            <a:xfrm>
              <a:off x="259777" y="1434618"/>
              <a:ext cx="20905" cy="34765"/>
            </a:xfrm>
            <a:custGeom>
              <a:avLst/>
              <a:gdLst>
                <a:gd name="csX0" fmla="*/ 7343 w 20905"/>
                <a:gd name="csY0" fmla="*/ 31742 h 34765"/>
                <a:gd name="csX1" fmla="*/ 5095 w 20905"/>
                <a:gd name="csY1" fmla="*/ 22712 h 34765"/>
                <a:gd name="csX2" fmla="*/ 11946 w 20905"/>
                <a:gd name="csY2" fmla="*/ 12959 h 34765"/>
                <a:gd name="csX3" fmla="*/ 17992 w 20905"/>
                <a:gd name="csY3" fmla="*/ 1997 h 34765"/>
                <a:gd name="csX4" fmla="*/ 19063 w 20905"/>
                <a:gd name="csY4" fmla="*/ 27093 h 34765"/>
                <a:gd name="csX5" fmla="*/ 7343 w 20905"/>
                <a:gd name="csY5" fmla="*/ 31742 h 34765"/>
              </a:gdLst>
              <a:ahLst/>
              <a:cxnLst>
                <a:cxn ang="0">
                  <a:pos x="csX0" y="csY0"/>
                </a:cxn>
                <a:cxn ang="0">
                  <a:pos x="csX1" y="csY1"/>
                </a:cxn>
                <a:cxn ang="0">
                  <a:pos x="csX2" y="csY2"/>
                </a:cxn>
                <a:cxn ang="0">
                  <a:pos x="csX3" y="csY3"/>
                </a:cxn>
                <a:cxn ang="0">
                  <a:pos x="csX4" y="csY4"/>
                </a:cxn>
                <a:cxn ang="0">
                  <a:pos x="csX5" y="csY5"/>
                </a:cxn>
              </a:cxnLst>
              <a:rect l="l" t="t" r="r" b="b"/>
              <a:pathLst>
                <a:path w="20905" h="34765">
                  <a:moveTo>
                    <a:pt x="7343" y="31742"/>
                  </a:moveTo>
                  <a:cubicBezTo>
                    <a:pt x="-1878" y="26647"/>
                    <a:pt x="-2170" y="25474"/>
                    <a:pt x="5095" y="22712"/>
                  </a:cubicBezTo>
                  <a:cubicBezTo>
                    <a:pt x="10179" y="20779"/>
                    <a:pt x="11916" y="18306"/>
                    <a:pt x="11946" y="12959"/>
                  </a:cubicBezTo>
                  <a:cubicBezTo>
                    <a:pt x="11996" y="3833"/>
                    <a:pt x="16177" y="-3749"/>
                    <a:pt x="17992" y="1997"/>
                  </a:cubicBezTo>
                  <a:cubicBezTo>
                    <a:pt x="21527" y="13191"/>
                    <a:pt x="21797" y="19522"/>
                    <a:pt x="19063" y="27093"/>
                  </a:cubicBezTo>
                  <a:cubicBezTo>
                    <a:pt x="15722" y="36343"/>
                    <a:pt x="15691" y="36355"/>
                    <a:pt x="7343" y="31742"/>
                  </a:cubicBezTo>
                  <a:close/>
                </a:path>
              </a:pathLst>
            </a:custGeom>
            <a:solidFill>
              <a:srgbClr val="B9B9B9"/>
            </a:solidFill>
            <a:ln w="5163" cap="flat">
              <a:noFill/>
              <a:prstDash val="solid"/>
              <a:miter/>
            </a:ln>
          </p:spPr>
          <p:txBody>
            <a:bodyPr/>
            <a:lstStyle/>
            <a:p>
              <a:endParaRPr lang="es-419" noProof="0" dirty="0"/>
            </a:p>
          </p:txBody>
        </p:sp>
        <p:sp>
          <p:nvSpPr>
            <p:cNvPr id="109" name="Forma libre: forma 108">
              <a:extLst>
                <a:ext uri="{FF2B5EF4-FFF2-40B4-BE49-F238E27FC236}">
                  <a16:creationId xmlns:a16="http://schemas.microsoft.com/office/drawing/2014/main" id="{AF7CEC30-4B60-8003-549A-C1D8D9D9C276}"/>
                </a:ext>
              </a:extLst>
            </p:cNvPr>
            <p:cNvSpPr/>
            <p:nvPr/>
          </p:nvSpPr>
          <p:spPr>
            <a:xfrm>
              <a:off x="73152" y="1375664"/>
              <a:ext cx="14357" cy="42577"/>
            </a:xfrm>
            <a:custGeom>
              <a:avLst/>
              <a:gdLst>
                <a:gd name="csX0" fmla="*/ 7495 w 14357"/>
                <a:gd name="csY0" fmla="*/ 37645 h 42577"/>
                <a:gd name="csX1" fmla="*/ 3632 w 14357"/>
                <a:gd name="csY1" fmla="*/ 24738 h 42577"/>
                <a:gd name="csX2" fmla="*/ 3632 w 14357"/>
                <a:gd name="csY2" fmla="*/ 1505 h 42577"/>
                <a:gd name="csX3" fmla="*/ 7504 w 14357"/>
                <a:gd name="csY3" fmla="*/ 6137 h 42577"/>
                <a:gd name="csX4" fmla="*/ 10146 w 14357"/>
                <a:gd name="csY4" fmla="*/ 14863 h 42577"/>
                <a:gd name="csX5" fmla="*/ 11643 w 14357"/>
                <a:gd name="csY5" fmla="*/ 38936 h 42577"/>
                <a:gd name="csX6" fmla="*/ 7495 w 14357"/>
                <a:gd name="csY6" fmla="*/ 37645 h 42577"/>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4357" h="42577">
                  <a:moveTo>
                    <a:pt x="7495" y="37645"/>
                  </a:moveTo>
                  <a:cubicBezTo>
                    <a:pt x="7399" y="34096"/>
                    <a:pt x="5661" y="28288"/>
                    <a:pt x="3632" y="24738"/>
                  </a:cubicBezTo>
                  <a:cubicBezTo>
                    <a:pt x="-1211" y="16267"/>
                    <a:pt x="-1211" y="5524"/>
                    <a:pt x="3632" y="1505"/>
                  </a:cubicBezTo>
                  <a:cubicBezTo>
                    <a:pt x="6929" y="-1232"/>
                    <a:pt x="7504" y="-544"/>
                    <a:pt x="7504" y="6137"/>
                  </a:cubicBezTo>
                  <a:cubicBezTo>
                    <a:pt x="7504" y="10452"/>
                    <a:pt x="8693" y="14378"/>
                    <a:pt x="10146" y="14863"/>
                  </a:cubicBezTo>
                  <a:cubicBezTo>
                    <a:pt x="14898" y="16447"/>
                    <a:pt x="15948" y="33343"/>
                    <a:pt x="11643" y="38936"/>
                  </a:cubicBezTo>
                  <a:cubicBezTo>
                    <a:pt x="7745" y="44000"/>
                    <a:pt x="7665" y="43975"/>
                    <a:pt x="7495" y="37645"/>
                  </a:cubicBezTo>
                  <a:close/>
                </a:path>
              </a:pathLst>
            </a:custGeom>
            <a:solidFill>
              <a:srgbClr val="B9B9B9"/>
            </a:solidFill>
            <a:ln w="5163" cap="flat">
              <a:noFill/>
              <a:prstDash val="solid"/>
              <a:miter/>
            </a:ln>
          </p:spPr>
          <p:txBody>
            <a:bodyPr/>
            <a:lstStyle/>
            <a:p>
              <a:endParaRPr lang="es-419" noProof="0" dirty="0"/>
            </a:p>
          </p:txBody>
        </p:sp>
        <p:sp>
          <p:nvSpPr>
            <p:cNvPr id="110" name="Forma libre: forma 109">
              <a:extLst>
                <a:ext uri="{FF2B5EF4-FFF2-40B4-BE49-F238E27FC236}">
                  <a16:creationId xmlns:a16="http://schemas.microsoft.com/office/drawing/2014/main" id="{F6468F10-2FE7-FA26-B0A8-7CF10DFFB8AA}"/>
                </a:ext>
              </a:extLst>
            </p:cNvPr>
            <p:cNvSpPr/>
            <p:nvPr/>
          </p:nvSpPr>
          <p:spPr>
            <a:xfrm>
              <a:off x="420547" y="1341567"/>
              <a:ext cx="36589" cy="57857"/>
            </a:xfrm>
            <a:custGeom>
              <a:avLst/>
              <a:gdLst>
                <a:gd name="csX0" fmla="*/ 24033 w 36589"/>
                <a:gd name="csY0" fmla="*/ 48231 h 57857"/>
                <a:gd name="csX1" fmla="*/ 8875 w 36589"/>
                <a:gd name="csY1" fmla="*/ 31730 h 57857"/>
                <a:gd name="csX2" fmla="*/ 2815 w 36589"/>
                <a:gd name="csY2" fmla="*/ 140 h 57857"/>
                <a:gd name="csX3" fmla="*/ 18571 w 36589"/>
                <a:gd name="csY3" fmla="*/ 17532 h 57857"/>
                <a:gd name="csX4" fmla="*/ 26156 w 36589"/>
                <a:gd name="csY4" fmla="*/ 27858 h 57857"/>
                <a:gd name="csX5" fmla="*/ 32361 w 36589"/>
                <a:gd name="csY5" fmla="*/ 36599 h 57857"/>
                <a:gd name="csX6" fmla="*/ 34380 w 36589"/>
                <a:gd name="csY6" fmla="*/ 51018 h 57857"/>
                <a:gd name="csX7" fmla="*/ 24033 w 36589"/>
                <a:gd name="csY7" fmla="*/ 48231 h 578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6589" h="57857">
                  <a:moveTo>
                    <a:pt x="24033" y="48231"/>
                  </a:moveTo>
                  <a:cubicBezTo>
                    <a:pt x="18251" y="41995"/>
                    <a:pt x="11430" y="34569"/>
                    <a:pt x="8875" y="31730"/>
                  </a:cubicBezTo>
                  <a:cubicBezTo>
                    <a:pt x="870" y="22831"/>
                    <a:pt x="-3051" y="2391"/>
                    <a:pt x="2815" y="140"/>
                  </a:cubicBezTo>
                  <a:cubicBezTo>
                    <a:pt x="7073" y="-1494"/>
                    <a:pt x="18931" y="11596"/>
                    <a:pt x="18571" y="17532"/>
                  </a:cubicBezTo>
                  <a:cubicBezTo>
                    <a:pt x="18043" y="26212"/>
                    <a:pt x="19252" y="27858"/>
                    <a:pt x="26156" y="27858"/>
                  </a:cubicBezTo>
                  <a:cubicBezTo>
                    <a:pt x="32848" y="27858"/>
                    <a:pt x="33306" y="28504"/>
                    <a:pt x="32361" y="36599"/>
                  </a:cubicBezTo>
                  <a:cubicBezTo>
                    <a:pt x="31800" y="41406"/>
                    <a:pt x="32708" y="47895"/>
                    <a:pt x="34380" y="51018"/>
                  </a:cubicBezTo>
                  <a:cubicBezTo>
                    <a:pt x="39819" y="61181"/>
                    <a:pt x="34782" y="59825"/>
                    <a:pt x="24033" y="48231"/>
                  </a:cubicBezTo>
                  <a:close/>
                </a:path>
              </a:pathLst>
            </a:custGeom>
            <a:solidFill>
              <a:srgbClr val="B9B9B9"/>
            </a:solidFill>
            <a:ln w="5163" cap="flat">
              <a:noFill/>
              <a:prstDash val="solid"/>
              <a:miter/>
            </a:ln>
          </p:spPr>
          <p:txBody>
            <a:bodyPr/>
            <a:lstStyle/>
            <a:p>
              <a:endParaRPr lang="es-419" noProof="0" dirty="0"/>
            </a:p>
          </p:txBody>
        </p:sp>
      </p:grpSp>
      <p:grpSp>
        <p:nvGrpSpPr>
          <p:cNvPr id="111" name="Gráfico 39">
            <a:extLst>
              <a:ext uri="{FF2B5EF4-FFF2-40B4-BE49-F238E27FC236}">
                <a16:creationId xmlns:a16="http://schemas.microsoft.com/office/drawing/2014/main" id="{ED0AE4A6-284C-940C-F456-719127763DF3}"/>
              </a:ext>
            </a:extLst>
          </p:cNvPr>
          <p:cNvGrpSpPr/>
          <p:nvPr/>
        </p:nvGrpSpPr>
        <p:grpSpPr>
          <a:xfrm>
            <a:off x="347681" y="1057339"/>
            <a:ext cx="481325" cy="621418"/>
            <a:chOff x="347681" y="1057339"/>
            <a:chExt cx="481325" cy="621418"/>
          </a:xfrm>
          <a:solidFill>
            <a:srgbClr val="B9B9B9"/>
          </a:solidFill>
        </p:grpSpPr>
        <p:grpSp>
          <p:nvGrpSpPr>
            <p:cNvPr id="112" name="Gráfico 39">
              <a:extLst>
                <a:ext uri="{FF2B5EF4-FFF2-40B4-BE49-F238E27FC236}">
                  <a16:creationId xmlns:a16="http://schemas.microsoft.com/office/drawing/2014/main" id="{DEBC2D96-14FA-CE19-860B-40B020851876}"/>
                </a:ext>
              </a:extLst>
            </p:cNvPr>
            <p:cNvGrpSpPr/>
            <p:nvPr/>
          </p:nvGrpSpPr>
          <p:grpSpPr>
            <a:xfrm>
              <a:off x="492211" y="1384222"/>
              <a:ext cx="33498" cy="51895"/>
              <a:chOff x="492211" y="1384222"/>
              <a:chExt cx="33498" cy="51895"/>
            </a:xfrm>
            <a:solidFill>
              <a:srgbClr val="B9B9B9"/>
            </a:solidFill>
          </p:grpSpPr>
          <p:sp>
            <p:nvSpPr>
              <p:cNvPr id="113" name="Forma libre: forma 112">
                <a:extLst>
                  <a:ext uri="{FF2B5EF4-FFF2-40B4-BE49-F238E27FC236}">
                    <a16:creationId xmlns:a16="http://schemas.microsoft.com/office/drawing/2014/main" id="{4F050E34-4DC9-8CA6-81AB-3354DAB61A90}"/>
                  </a:ext>
                </a:extLst>
              </p:cNvPr>
              <p:cNvSpPr/>
              <p:nvPr/>
            </p:nvSpPr>
            <p:spPr>
              <a:xfrm>
                <a:off x="492211" y="1428798"/>
                <a:ext cx="6246" cy="7319"/>
              </a:xfrm>
              <a:custGeom>
                <a:avLst/>
                <a:gdLst>
                  <a:gd name="csX0" fmla="*/ 460 w 6246"/>
                  <a:gd name="csY0" fmla="*/ 4088 h 7319"/>
                  <a:gd name="csX1" fmla="*/ 4549 w 6246"/>
                  <a:gd name="csY1" fmla="*/ 0 h 7319"/>
                  <a:gd name="csX2" fmla="*/ 1959 w 6246"/>
                  <a:gd name="csY2" fmla="*/ 7153 h 7319"/>
                  <a:gd name="csX3" fmla="*/ 460 w 6246"/>
                  <a:gd name="csY3" fmla="*/ 4088 h 7319"/>
                </a:gdLst>
                <a:ahLst/>
                <a:cxnLst>
                  <a:cxn ang="0">
                    <a:pos x="csX0" y="csY0"/>
                  </a:cxn>
                  <a:cxn ang="0">
                    <a:pos x="csX1" y="csY1"/>
                  </a:cxn>
                  <a:cxn ang="0">
                    <a:pos x="csX2" y="csY2"/>
                  </a:cxn>
                  <a:cxn ang="0">
                    <a:pos x="csX3" y="csY3"/>
                  </a:cxn>
                </a:cxnLst>
                <a:rect l="l" t="t" r="r" b="b"/>
                <a:pathLst>
                  <a:path w="6246" h="7319">
                    <a:moveTo>
                      <a:pt x="460" y="4088"/>
                    </a:moveTo>
                    <a:cubicBezTo>
                      <a:pt x="1323" y="1840"/>
                      <a:pt x="3163" y="0"/>
                      <a:pt x="4549" y="0"/>
                    </a:cubicBezTo>
                    <a:cubicBezTo>
                      <a:pt x="7942" y="0"/>
                      <a:pt x="5818" y="5867"/>
                      <a:pt x="1959" y="7153"/>
                    </a:cubicBezTo>
                    <a:cubicBezTo>
                      <a:pt x="72" y="7782"/>
                      <a:pt x="-505" y="6602"/>
                      <a:pt x="460" y="4088"/>
                    </a:cubicBezTo>
                    <a:close/>
                  </a:path>
                </a:pathLst>
              </a:custGeom>
              <a:solidFill>
                <a:srgbClr val="B9B9B9"/>
              </a:solidFill>
              <a:ln w="5163" cap="flat">
                <a:noFill/>
                <a:prstDash val="solid"/>
                <a:miter/>
              </a:ln>
            </p:spPr>
            <p:txBody>
              <a:bodyPr/>
              <a:lstStyle/>
              <a:p>
                <a:endParaRPr lang="es-419" noProof="0" dirty="0"/>
              </a:p>
            </p:txBody>
          </p:sp>
          <p:sp>
            <p:nvSpPr>
              <p:cNvPr id="114" name="Forma libre: forma 113">
                <a:extLst>
                  <a:ext uri="{FF2B5EF4-FFF2-40B4-BE49-F238E27FC236}">
                    <a16:creationId xmlns:a16="http://schemas.microsoft.com/office/drawing/2014/main" id="{AD5FCFA0-AE97-B48F-44CF-C8545A3FA0E8}"/>
                  </a:ext>
                </a:extLst>
              </p:cNvPr>
              <p:cNvSpPr/>
              <p:nvPr/>
            </p:nvSpPr>
            <p:spPr>
              <a:xfrm>
                <a:off x="495379" y="1384222"/>
                <a:ext cx="30331" cy="44105"/>
              </a:xfrm>
              <a:custGeom>
                <a:avLst/>
                <a:gdLst>
                  <a:gd name="csX0" fmla="*/ 10578 w 30331"/>
                  <a:gd name="csY0" fmla="*/ 40845 h 44105"/>
                  <a:gd name="csX1" fmla="*/ 3426 w 30331"/>
                  <a:gd name="csY1" fmla="*/ 27268 h 44105"/>
                  <a:gd name="csX2" fmla="*/ 8634 w 30331"/>
                  <a:gd name="csY2" fmla="*/ 13316 h 44105"/>
                  <a:gd name="csX3" fmla="*/ 25629 w 30331"/>
                  <a:gd name="csY3" fmla="*/ 1695 h 44105"/>
                  <a:gd name="csX4" fmla="*/ 27283 w 30331"/>
                  <a:gd name="csY4" fmla="*/ 34769 h 44105"/>
                  <a:gd name="csX5" fmla="*/ 10578 w 30331"/>
                  <a:gd name="csY5" fmla="*/ 40845 h 44105"/>
                </a:gdLst>
                <a:ahLst/>
                <a:cxnLst>
                  <a:cxn ang="0">
                    <a:pos x="csX0" y="csY0"/>
                  </a:cxn>
                  <a:cxn ang="0">
                    <a:pos x="csX1" y="csY1"/>
                  </a:cxn>
                  <a:cxn ang="0">
                    <a:pos x="csX2" y="csY2"/>
                  </a:cxn>
                  <a:cxn ang="0">
                    <a:pos x="csX3" y="csY3"/>
                  </a:cxn>
                  <a:cxn ang="0">
                    <a:pos x="csX4" y="csY4"/>
                  </a:cxn>
                  <a:cxn ang="0">
                    <a:pos x="csX5" y="csY5"/>
                  </a:cxn>
                </a:cxnLst>
                <a:rect l="l" t="t" r="r" b="b"/>
                <a:pathLst>
                  <a:path w="30331" h="44105">
                    <a:moveTo>
                      <a:pt x="10578" y="40845"/>
                    </a:moveTo>
                    <a:cubicBezTo>
                      <a:pt x="-1917" y="34327"/>
                      <a:pt x="-2001" y="34167"/>
                      <a:pt x="3426" y="27268"/>
                    </a:cubicBezTo>
                    <a:cubicBezTo>
                      <a:pt x="6291" y="23626"/>
                      <a:pt x="8634" y="17348"/>
                      <a:pt x="8634" y="13316"/>
                    </a:cubicBezTo>
                    <a:cubicBezTo>
                      <a:pt x="8634" y="4586"/>
                      <a:pt x="20679" y="-3650"/>
                      <a:pt x="25629" y="1695"/>
                    </a:cubicBezTo>
                    <a:cubicBezTo>
                      <a:pt x="31123" y="7627"/>
                      <a:pt x="31970" y="24580"/>
                      <a:pt x="27283" y="34769"/>
                    </a:cubicBezTo>
                    <a:cubicBezTo>
                      <a:pt x="22315" y="45567"/>
                      <a:pt x="20734" y="46142"/>
                      <a:pt x="10578" y="40845"/>
                    </a:cubicBezTo>
                    <a:close/>
                  </a:path>
                </a:pathLst>
              </a:custGeom>
              <a:solidFill>
                <a:srgbClr val="B9B9B9"/>
              </a:solidFill>
              <a:ln w="5163" cap="flat">
                <a:noFill/>
                <a:prstDash val="solid"/>
                <a:miter/>
              </a:ln>
            </p:spPr>
            <p:txBody>
              <a:bodyPr/>
              <a:lstStyle/>
              <a:p>
                <a:endParaRPr lang="es-419" noProof="0" dirty="0"/>
              </a:p>
            </p:txBody>
          </p:sp>
        </p:grpSp>
        <p:grpSp>
          <p:nvGrpSpPr>
            <p:cNvPr id="115" name="Gráfico 39">
              <a:extLst>
                <a:ext uri="{FF2B5EF4-FFF2-40B4-BE49-F238E27FC236}">
                  <a16:creationId xmlns:a16="http://schemas.microsoft.com/office/drawing/2014/main" id="{761ACE3B-5218-DBFC-5DB8-D73D9D923009}"/>
                </a:ext>
              </a:extLst>
            </p:cNvPr>
            <p:cNvGrpSpPr/>
            <p:nvPr/>
          </p:nvGrpSpPr>
          <p:grpSpPr>
            <a:xfrm>
              <a:off x="347681" y="1057339"/>
              <a:ext cx="481325" cy="621418"/>
              <a:chOff x="347681" y="1057339"/>
              <a:chExt cx="481325" cy="621418"/>
            </a:xfrm>
            <a:solidFill>
              <a:srgbClr val="B9B9B9"/>
            </a:solidFill>
          </p:grpSpPr>
          <p:sp>
            <p:nvSpPr>
              <p:cNvPr id="116" name="Forma libre: forma 115">
                <a:extLst>
                  <a:ext uri="{FF2B5EF4-FFF2-40B4-BE49-F238E27FC236}">
                    <a16:creationId xmlns:a16="http://schemas.microsoft.com/office/drawing/2014/main" id="{1124BB2F-52AF-5CA8-E656-8555F86874A7}"/>
                  </a:ext>
                </a:extLst>
              </p:cNvPr>
              <p:cNvSpPr/>
              <p:nvPr/>
            </p:nvSpPr>
            <p:spPr>
              <a:xfrm>
                <a:off x="347681" y="1057339"/>
                <a:ext cx="481325" cy="621418"/>
              </a:xfrm>
              <a:custGeom>
                <a:avLst/>
                <a:gdLst>
                  <a:gd name="csX0" fmla="*/ 392709 w 481325"/>
                  <a:gd name="csY0" fmla="*/ 609477 h 621418"/>
                  <a:gd name="csX1" fmla="*/ 388957 w 481325"/>
                  <a:gd name="csY1" fmla="*/ 594848 h 621418"/>
                  <a:gd name="csX2" fmla="*/ 382520 w 481325"/>
                  <a:gd name="csY2" fmla="*/ 582680 h 621418"/>
                  <a:gd name="csX3" fmla="*/ 381003 w 481325"/>
                  <a:gd name="csY3" fmla="*/ 575394 h 621418"/>
                  <a:gd name="csX4" fmla="*/ 376772 w 481325"/>
                  <a:gd name="csY4" fmla="*/ 573517 h 621418"/>
                  <a:gd name="csX5" fmla="*/ 372471 w 481325"/>
                  <a:gd name="csY5" fmla="*/ 575078 h 621418"/>
                  <a:gd name="csX6" fmla="*/ 371638 w 481325"/>
                  <a:gd name="csY6" fmla="*/ 577600 h 621418"/>
                  <a:gd name="csX7" fmla="*/ 373727 w 481325"/>
                  <a:gd name="csY7" fmla="*/ 583138 h 621418"/>
                  <a:gd name="csX8" fmla="*/ 369193 w 481325"/>
                  <a:gd name="csY8" fmla="*/ 580381 h 621418"/>
                  <a:gd name="csX9" fmla="*/ 364289 w 481325"/>
                  <a:gd name="csY9" fmla="*/ 578851 h 621418"/>
                  <a:gd name="csX10" fmla="*/ 358202 w 481325"/>
                  <a:gd name="csY10" fmla="*/ 578294 h 621418"/>
                  <a:gd name="csX11" fmla="*/ 344811 w 481325"/>
                  <a:gd name="csY11" fmla="*/ 546998 h 621418"/>
                  <a:gd name="csX12" fmla="*/ 347360 w 481325"/>
                  <a:gd name="csY12" fmla="*/ 544424 h 621418"/>
                  <a:gd name="csX13" fmla="*/ 329284 w 481325"/>
                  <a:gd name="csY13" fmla="*/ 536840 h 621418"/>
                  <a:gd name="csX14" fmla="*/ 312504 w 481325"/>
                  <a:gd name="csY14" fmla="*/ 531378 h 621418"/>
                  <a:gd name="csX15" fmla="*/ 299274 w 481325"/>
                  <a:gd name="csY15" fmla="*/ 523870 h 621418"/>
                  <a:gd name="csX16" fmla="*/ 298267 w 481325"/>
                  <a:gd name="csY16" fmla="*/ 519838 h 621418"/>
                  <a:gd name="csX17" fmla="*/ 294146 w 481325"/>
                  <a:gd name="csY17" fmla="*/ 506308 h 621418"/>
                  <a:gd name="csX18" fmla="*/ 290635 w 481325"/>
                  <a:gd name="csY18" fmla="*/ 495822 h 621418"/>
                  <a:gd name="csX19" fmla="*/ 290295 w 481325"/>
                  <a:gd name="csY19" fmla="*/ 485043 h 621418"/>
                  <a:gd name="csX20" fmla="*/ 292460 w 481325"/>
                  <a:gd name="csY20" fmla="*/ 479235 h 621418"/>
                  <a:gd name="csX21" fmla="*/ 293954 w 481325"/>
                  <a:gd name="csY21" fmla="*/ 469554 h 621418"/>
                  <a:gd name="csX22" fmla="*/ 288754 w 481325"/>
                  <a:gd name="csY22" fmla="*/ 460702 h 621418"/>
                  <a:gd name="csX23" fmla="*/ 283583 w 481325"/>
                  <a:gd name="csY23" fmla="*/ 460065 h 621418"/>
                  <a:gd name="csX24" fmla="*/ 278874 w 481325"/>
                  <a:gd name="csY24" fmla="*/ 460231 h 621418"/>
                  <a:gd name="csX25" fmla="*/ 272498 w 481325"/>
                  <a:gd name="csY25" fmla="*/ 449744 h 621418"/>
                  <a:gd name="csX26" fmla="*/ 269740 w 481325"/>
                  <a:gd name="csY26" fmla="*/ 445139 h 621418"/>
                  <a:gd name="csX27" fmla="*/ 268211 w 481325"/>
                  <a:gd name="csY27" fmla="*/ 450043 h 621418"/>
                  <a:gd name="csX28" fmla="*/ 267044 w 481325"/>
                  <a:gd name="csY28" fmla="*/ 456881 h 621418"/>
                  <a:gd name="csX29" fmla="*/ 259538 w 481325"/>
                  <a:gd name="csY29" fmla="*/ 454425 h 621418"/>
                  <a:gd name="csX30" fmla="*/ 254428 w 481325"/>
                  <a:gd name="csY30" fmla="*/ 444654 h 621418"/>
                  <a:gd name="csX31" fmla="*/ 249421 w 481325"/>
                  <a:gd name="csY31" fmla="*/ 443656 h 621418"/>
                  <a:gd name="csX32" fmla="*/ 238700 w 481325"/>
                  <a:gd name="csY32" fmla="*/ 428558 h 621418"/>
                  <a:gd name="csX33" fmla="*/ 224166 w 481325"/>
                  <a:gd name="csY33" fmla="*/ 409935 h 621418"/>
                  <a:gd name="csX34" fmla="*/ 213124 w 481325"/>
                  <a:gd name="csY34" fmla="*/ 401065 h 621418"/>
                  <a:gd name="csX35" fmla="*/ 206671 w 481325"/>
                  <a:gd name="csY35" fmla="*/ 388468 h 621418"/>
                  <a:gd name="csX36" fmla="*/ 204242 w 481325"/>
                  <a:gd name="csY36" fmla="*/ 374041 h 621418"/>
                  <a:gd name="csX37" fmla="*/ 206562 w 481325"/>
                  <a:gd name="csY37" fmla="*/ 371283 h 621418"/>
                  <a:gd name="csX38" fmla="*/ 201394 w 481325"/>
                  <a:gd name="csY38" fmla="*/ 369855 h 621418"/>
                  <a:gd name="csX39" fmla="*/ 181743 w 481325"/>
                  <a:gd name="csY39" fmla="*/ 350072 h 621418"/>
                  <a:gd name="csX40" fmla="*/ 180840 w 481325"/>
                  <a:gd name="csY40" fmla="*/ 340015 h 621418"/>
                  <a:gd name="csX41" fmla="*/ 168342 w 481325"/>
                  <a:gd name="csY41" fmla="*/ 316750 h 621418"/>
                  <a:gd name="csX42" fmla="*/ 162786 w 481325"/>
                  <a:gd name="csY42" fmla="*/ 304341 h 621418"/>
                  <a:gd name="csX43" fmla="*/ 153959 w 481325"/>
                  <a:gd name="csY43" fmla="*/ 280463 h 621418"/>
                  <a:gd name="csX44" fmla="*/ 143231 w 481325"/>
                  <a:gd name="csY44" fmla="*/ 268201 h 621418"/>
                  <a:gd name="csX45" fmla="*/ 141096 w 481325"/>
                  <a:gd name="csY45" fmla="*/ 246493 h 621418"/>
                  <a:gd name="csX46" fmla="*/ 133510 w 481325"/>
                  <a:gd name="csY46" fmla="*/ 215932 h 621418"/>
                  <a:gd name="csX47" fmla="*/ 125786 w 481325"/>
                  <a:gd name="csY47" fmla="*/ 201792 h 621418"/>
                  <a:gd name="csX48" fmla="*/ 113580 w 481325"/>
                  <a:gd name="csY48" fmla="*/ 175023 h 621418"/>
                  <a:gd name="csX49" fmla="*/ 104703 w 481325"/>
                  <a:gd name="csY49" fmla="*/ 151035 h 621418"/>
                  <a:gd name="csX50" fmla="*/ 100240 w 481325"/>
                  <a:gd name="csY50" fmla="*/ 135893 h 621418"/>
                  <a:gd name="csX51" fmla="*/ 100240 w 481325"/>
                  <a:gd name="csY51" fmla="*/ 128463 h 621418"/>
                  <a:gd name="csX52" fmla="*/ 99247 w 481325"/>
                  <a:gd name="csY52" fmla="*/ 115142 h 621418"/>
                  <a:gd name="csX53" fmla="*/ 93791 w 481325"/>
                  <a:gd name="csY53" fmla="*/ 109442 h 621418"/>
                  <a:gd name="csX54" fmla="*/ 95549 w 481325"/>
                  <a:gd name="csY54" fmla="*/ 115250 h 621418"/>
                  <a:gd name="csX55" fmla="*/ 90800 w 481325"/>
                  <a:gd name="csY55" fmla="*/ 117023 h 621418"/>
                  <a:gd name="csX56" fmla="*/ 87172 w 481325"/>
                  <a:gd name="csY56" fmla="*/ 114272 h 621418"/>
                  <a:gd name="csX57" fmla="*/ 67148 w 481325"/>
                  <a:gd name="csY57" fmla="*/ 111209 h 621418"/>
                  <a:gd name="csX58" fmla="*/ 49971 w 481325"/>
                  <a:gd name="csY58" fmla="*/ 100232 h 621418"/>
                  <a:gd name="csX59" fmla="*/ 44090 w 481325"/>
                  <a:gd name="csY59" fmla="*/ 90574 h 621418"/>
                  <a:gd name="csX60" fmla="*/ 35863 w 481325"/>
                  <a:gd name="csY60" fmla="*/ 83433 h 621418"/>
                  <a:gd name="csX61" fmla="*/ 32588 w 481325"/>
                  <a:gd name="csY61" fmla="*/ 82069 h 621418"/>
                  <a:gd name="csX62" fmla="*/ 11771 w 481325"/>
                  <a:gd name="csY62" fmla="*/ 68233 h 621418"/>
                  <a:gd name="csX63" fmla="*/ 5348 w 481325"/>
                  <a:gd name="csY63" fmla="*/ 59589 h 621418"/>
                  <a:gd name="csX64" fmla="*/ 1583 w 481325"/>
                  <a:gd name="csY64" fmla="*/ 46912 h 621418"/>
                  <a:gd name="csX65" fmla="*/ 325 w 481325"/>
                  <a:gd name="csY65" fmla="*/ 17525 h 621418"/>
                  <a:gd name="csX66" fmla="*/ 4538 w 481325"/>
                  <a:gd name="csY66" fmla="*/ 6689 h 621418"/>
                  <a:gd name="csX67" fmla="*/ 10480 w 481325"/>
                  <a:gd name="csY67" fmla="*/ 0 h 621418"/>
                  <a:gd name="csX68" fmla="*/ 53074 w 481325"/>
                  <a:gd name="csY68" fmla="*/ 22147 h 621418"/>
                  <a:gd name="csX69" fmla="*/ 133099 w 481325"/>
                  <a:gd name="csY69" fmla="*/ 64285 h 621418"/>
                  <a:gd name="csX70" fmla="*/ 308638 w 481325"/>
                  <a:gd name="csY70" fmla="*/ 150152 h 621418"/>
                  <a:gd name="csX71" fmla="*/ 460324 w 481325"/>
                  <a:gd name="csY71" fmla="*/ 163865 h 621418"/>
                  <a:gd name="csX72" fmla="*/ 466125 w 481325"/>
                  <a:gd name="csY72" fmla="*/ 170071 h 621418"/>
                  <a:gd name="csX73" fmla="*/ 465714 w 481325"/>
                  <a:gd name="csY73" fmla="*/ 176317 h 621418"/>
                  <a:gd name="csX74" fmla="*/ 471176 w 481325"/>
                  <a:gd name="csY74" fmla="*/ 205515 h 621418"/>
                  <a:gd name="csX75" fmla="*/ 478356 w 481325"/>
                  <a:gd name="csY75" fmla="*/ 244968 h 621418"/>
                  <a:gd name="csX76" fmla="*/ 480666 w 481325"/>
                  <a:gd name="csY76" fmla="*/ 291434 h 621418"/>
                  <a:gd name="csX77" fmla="*/ 471606 w 481325"/>
                  <a:gd name="csY77" fmla="*/ 339879 h 621418"/>
                  <a:gd name="csX78" fmla="*/ 467718 w 481325"/>
                  <a:gd name="csY78" fmla="*/ 346935 h 621418"/>
                  <a:gd name="csX79" fmla="*/ 468256 w 481325"/>
                  <a:gd name="csY79" fmla="*/ 419216 h 621418"/>
                  <a:gd name="csX80" fmla="*/ 469120 w 481325"/>
                  <a:gd name="csY80" fmla="*/ 434705 h 621418"/>
                  <a:gd name="csX81" fmla="*/ 451760 w 481325"/>
                  <a:gd name="csY81" fmla="*/ 439004 h 621418"/>
                  <a:gd name="csX82" fmla="*/ 430017 w 481325"/>
                  <a:gd name="csY82" fmla="*/ 458164 h 621418"/>
                  <a:gd name="csX83" fmla="*/ 441207 w 481325"/>
                  <a:gd name="csY83" fmla="*/ 484914 h 621418"/>
                  <a:gd name="csX84" fmla="*/ 455538 w 481325"/>
                  <a:gd name="csY84" fmla="*/ 533438 h 621418"/>
                  <a:gd name="csX85" fmla="*/ 463393 w 481325"/>
                  <a:gd name="csY85" fmla="*/ 557324 h 621418"/>
                  <a:gd name="csX86" fmla="*/ 466107 w 481325"/>
                  <a:gd name="csY86" fmla="*/ 564704 h 621418"/>
                  <a:gd name="csX87" fmla="*/ 427332 w 481325"/>
                  <a:gd name="csY87" fmla="*/ 607875 h 621418"/>
                  <a:gd name="csX88" fmla="*/ 408378 w 481325"/>
                  <a:gd name="csY88" fmla="*/ 619278 h 621418"/>
                  <a:gd name="csX89" fmla="*/ 406733 w 481325"/>
                  <a:gd name="csY89" fmla="*/ 612610 h 621418"/>
                  <a:gd name="csX90" fmla="*/ 398989 w 481325"/>
                  <a:gd name="csY90" fmla="*/ 614115 h 621418"/>
                  <a:gd name="csX91" fmla="*/ 394277 w 481325"/>
                  <a:gd name="csY91" fmla="*/ 621279 h 621418"/>
                  <a:gd name="csX92" fmla="*/ 392709 w 481325"/>
                  <a:gd name="csY92" fmla="*/ 609477 h 62141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Lst>
                <a:rect l="l" t="t" r="r" b="b"/>
                <a:pathLst>
                  <a:path w="481325" h="621418">
                    <a:moveTo>
                      <a:pt x="392709" y="609477"/>
                    </a:moveTo>
                    <a:cubicBezTo>
                      <a:pt x="394253" y="597840"/>
                      <a:pt x="393887" y="596413"/>
                      <a:pt x="388957" y="594848"/>
                    </a:cubicBezTo>
                    <a:cubicBezTo>
                      <a:pt x="381454" y="592467"/>
                      <a:pt x="376874" y="583809"/>
                      <a:pt x="382520" y="582680"/>
                    </a:cubicBezTo>
                    <a:cubicBezTo>
                      <a:pt x="386074" y="581969"/>
                      <a:pt x="385853" y="580904"/>
                      <a:pt x="381003" y="575394"/>
                    </a:cubicBezTo>
                    <a:cubicBezTo>
                      <a:pt x="377016" y="570863"/>
                      <a:pt x="375755" y="570304"/>
                      <a:pt x="376772" y="573517"/>
                    </a:cubicBezTo>
                    <a:cubicBezTo>
                      <a:pt x="378038" y="577517"/>
                      <a:pt x="377495" y="577714"/>
                      <a:pt x="372471" y="575078"/>
                    </a:cubicBezTo>
                    <a:cubicBezTo>
                      <a:pt x="366755" y="572079"/>
                      <a:pt x="366750" y="572094"/>
                      <a:pt x="371638" y="577600"/>
                    </a:cubicBezTo>
                    <a:cubicBezTo>
                      <a:pt x="374343" y="580646"/>
                      <a:pt x="375283" y="583138"/>
                      <a:pt x="373727" y="583138"/>
                    </a:cubicBezTo>
                    <a:cubicBezTo>
                      <a:pt x="372171" y="583138"/>
                      <a:pt x="370131" y="581897"/>
                      <a:pt x="369193" y="580381"/>
                    </a:cubicBezTo>
                    <a:cubicBezTo>
                      <a:pt x="368256" y="578864"/>
                      <a:pt x="366049" y="578176"/>
                      <a:pt x="364289" y="578851"/>
                    </a:cubicBezTo>
                    <a:cubicBezTo>
                      <a:pt x="362530" y="579526"/>
                      <a:pt x="359790" y="579276"/>
                      <a:pt x="358202" y="578294"/>
                    </a:cubicBezTo>
                    <a:cubicBezTo>
                      <a:pt x="354056" y="575732"/>
                      <a:pt x="341762" y="546998"/>
                      <a:pt x="344811" y="546998"/>
                    </a:cubicBezTo>
                    <a:cubicBezTo>
                      <a:pt x="346213" y="546998"/>
                      <a:pt x="347360" y="545839"/>
                      <a:pt x="347360" y="544424"/>
                    </a:cubicBezTo>
                    <a:cubicBezTo>
                      <a:pt x="347360" y="541126"/>
                      <a:pt x="331006" y="534265"/>
                      <a:pt x="329284" y="536840"/>
                    </a:cubicBezTo>
                    <a:cubicBezTo>
                      <a:pt x="328570" y="537907"/>
                      <a:pt x="321020" y="535449"/>
                      <a:pt x="312504" y="531378"/>
                    </a:cubicBezTo>
                    <a:cubicBezTo>
                      <a:pt x="303989" y="527306"/>
                      <a:pt x="298035" y="523928"/>
                      <a:pt x="299274" y="523870"/>
                    </a:cubicBezTo>
                    <a:cubicBezTo>
                      <a:pt x="300512" y="523812"/>
                      <a:pt x="300059" y="521998"/>
                      <a:pt x="298267" y="519838"/>
                    </a:cubicBezTo>
                    <a:cubicBezTo>
                      <a:pt x="296474" y="517678"/>
                      <a:pt x="294620" y="511589"/>
                      <a:pt x="294146" y="506308"/>
                    </a:cubicBezTo>
                    <a:cubicBezTo>
                      <a:pt x="293672" y="501026"/>
                      <a:pt x="292092" y="496307"/>
                      <a:pt x="290635" y="495822"/>
                    </a:cubicBezTo>
                    <a:cubicBezTo>
                      <a:pt x="287387" y="494739"/>
                      <a:pt x="287081" y="485043"/>
                      <a:pt x="290295" y="485043"/>
                    </a:cubicBezTo>
                    <a:cubicBezTo>
                      <a:pt x="291564" y="485043"/>
                      <a:pt x="292539" y="482429"/>
                      <a:pt x="292460" y="479235"/>
                    </a:cubicBezTo>
                    <a:cubicBezTo>
                      <a:pt x="292381" y="476040"/>
                      <a:pt x="293054" y="471684"/>
                      <a:pt x="293954" y="469554"/>
                    </a:cubicBezTo>
                    <a:cubicBezTo>
                      <a:pt x="294994" y="467095"/>
                      <a:pt x="293096" y="463864"/>
                      <a:pt x="288754" y="460702"/>
                    </a:cubicBezTo>
                    <a:cubicBezTo>
                      <a:pt x="282831" y="456387"/>
                      <a:pt x="282139" y="456302"/>
                      <a:pt x="283583" y="460065"/>
                    </a:cubicBezTo>
                    <a:cubicBezTo>
                      <a:pt x="285131" y="464099"/>
                      <a:pt x="284795" y="464110"/>
                      <a:pt x="278874" y="460231"/>
                    </a:cubicBezTo>
                    <a:cubicBezTo>
                      <a:pt x="274972" y="457675"/>
                      <a:pt x="272498" y="453605"/>
                      <a:pt x="272498" y="449744"/>
                    </a:cubicBezTo>
                    <a:cubicBezTo>
                      <a:pt x="272498" y="445927"/>
                      <a:pt x="271409" y="444108"/>
                      <a:pt x="269740" y="445139"/>
                    </a:cubicBezTo>
                    <a:cubicBezTo>
                      <a:pt x="268224" y="446077"/>
                      <a:pt x="267535" y="448283"/>
                      <a:pt x="268211" y="450043"/>
                    </a:cubicBezTo>
                    <a:cubicBezTo>
                      <a:pt x="268886" y="451803"/>
                      <a:pt x="268361" y="454880"/>
                      <a:pt x="267044" y="456881"/>
                    </a:cubicBezTo>
                    <a:cubicBezTo>
                      <a:pt x="265087" y="459853"/>
                      <a:pt x="263712" y="459403"/>
                      <a:pt x="259538" y="454425"/>
                    </a:cubicBezTo>
                    <a:cubicBezTo>
                      <a:pt x="256727" y="451073"/>
                      <a:pt x="254428" y="446676"/>
                      <a:pt x="254428" y="444654"/>
                    </a:cubicBezTo>
                    <a:cubicBezTo>
                      <a:pt x="254428" y="441815"/>
                      <a:pt x="253286" y="441587"/>
                      <a:pt x="249421" y="443656"/>
                    </a:cubicBezTo>
                    <a:cubicBezTo>
                      <a:pt x="243479" y="446836"/>
                      <a:pt x="243193" y="446433"/>
                      <a:pt x="238700" y="428558"/>
                    </a:cubicBezTo>
                    <a:cubicBezTo>
                      <a:pt x="235500" y="415829"/>
                      <a:pt x="234285" y="414272"/>
                      <a:pt x="224166" y="409935"/>
                    </a:cubicBezTo>
                    <a:cubicBezTo>
                      <a:pt x="217728" y="407175"/>
                      <a:pt x="213124" y="403477"/>
                      <a:pt x="213124" y="401065"/>
                    </a:cubicBezTo>
                    <a:cubicBezTo>
                      <a:pt x="213124" y="398790"/>
                      <a:pt x="210220" y="393122"/>
                      <a:pt x="206671" y="388468"/>
                    </a:cubicBezTo>
                    <a:cubicBezTo>
                      <a:pt x="199265" y="378758"/>
                      <a:pt x="198471" y="374041"/>
                      <a:pt x="204242" y="374041"/>
                    </a:cubicBezTo>
                    <a:cubicBezTo>
                      <a:pt x="206455" y="374041"/>
                      <a:pt x="207499" y="372800"/>
                      <a:pt x="206562" y="371283"/>
                    </a:cubicBezTo>
                    <a:cubicBezTo>
                      <a:pt x="205625" y="369767"/>
                      <a:pt x="203299" y="369124"/>
                      <a:pt x="201394" y="369855"/>
                    </a:cubicBezTo>
                    <a:cubicBezTo>
                      <a:pt x="197850" y="371215"/>
                      <a:pt x="182472" y="355734"/>
                      <a:pt x="181743" y="350072"/>
                    </a:cubicBezTo>
                    <a:cubicBezTo>
                      <a:pt x="181521" y="348347"/>
                      <a:pt x="181114" y="343821"/>
                      <a:pt x="180840" y="340015"/>
                    </a:cubicBezTo>
                    <a:cubicBezTo>
                      <a:pt x="179988" y="328208"/>
                      <a:pt x="174287" y="317597"/>
                      <a:pt x="168342" y="316750"/>
                    </a:cubicBezTo>
                    <a:cubicBezTo>
                      <a:pt x="163596" y="316073"/>
                      <a:pt x="162786" y="314266"/>
                      <a:pt x="162786" y="304341"/>
                    </a:cubicBezTo>
                    <a:cubicBezTo>
                      <a:pt x="162786" y="295229"/>
                      <a:pt x="160883" y="290082"/>
                      <a:pt x="153959" y="280463"/>
                    </a:cubicBezTo>
                    <a:cubicBezTo>
                      <a:pt x="149104" y="273719"/>
                      <a:pt x="144276" y="268201"/>
                      <a:pt x="143231" y="268201"/>
                    </a:cubicBezTo>
                    <a:cubicBezTo>
                      <a:pt x="142186" y="268201"/>
                      <a:pt x="141225" y="258432"/>
                      <a:pt x="141096" y="246493"/>
                    </a:cubicBezTo>
                    <a:cubicBezTo>
                      <a:pt x="140831" y="221943"/>
                      <a:pt x="139743" y="217562"/>
                      <a:pt x="133510" y="215932"/>
                    </a:cubicBezTo>
                    <a:cubicBezTo>
                      <a:pt x="130755" y="215211"/>
                      <a:pt x="127873" y="209936"/>
                      <a:pt x="125786" y="201792"/>
                    </a:cubicBezTo>
                    <a:cubicBezTo>
                      <a:pt x="123955" y="194647"/>
                      <a:pt x="118462" y="182601"/>
                      <a:pt x="113580" y="175023"/>
                    </a:cubicBezTo>
                    <a:cubicBezTo>
                      <a:pt x="107284" y="165251"/>
                      <a:pt x="104703" y="158277"/>
                      <a:pt x="104703" y="151035"/>
                    </a:cubicBezTo>
                    <a:cubicBezTo>
                      <a:pt x="104703" y="144982"/>
                      <a:pt x="102887" y="138818"/>
                      <a:pt x="100240" y="135893"/>
                    </a:cubicBezTo>
                    <a:cubicBezTo>
                      <a:pt x="96009" y="131218"/>
                      <a:pt x="96009" y="130831"/>
                      <a:pt x="100240" y="128463"/>
                    </a:cubicBezTo>
                    <a:cubicBezTo>
                      <a:pt x="106103" y="125181"/>
                      <a:pt x="105871" y="122062"/>
                      <a:pt x="99247" y="115142"/>
                    </a:cubicBezTo>
                    <a:lnTo>
                      <a:pt x="93791" y="109442"/>
                    </a:lnTo>
                    <a:lnTo>
                      <a:pt x="95549" y="115250"/>
                    </a:lnTo>
                    <a:cubicBezTo>
                      <a:pt x="97517" y="121752"/>
                      <a:pt x="93229" y="123352"/>
                      <a:pt x="90800" y="117023"/>
                    </a:cubicBezTo>
                    <a:cubicBezTo>
                      <a:pt x="89948" y="114803"/>
                      <a:pt x="88316" y="113565"/>
                      <a:pt x="87172" y="114272"/>
                    </a:cubicBezTo>
                    <a:cubicBezTo>
                      <a:pt x="86029" y="114978"/>
                      <a:pt x="77018" y="113600"/>
                      <a:pt x="67148" y="111209"/>
                    </a:cubicBezTo>
                    <a:cubicBezTo>
                      <a:pt x="50330" y="107134"/>
                      <a:pt x="49251" y="106444"/>
                      <a:pt x="49971" y="100232"/>
                    </a:cubicBezTo>
                    <a:cubicBezTo>
                      <a:pt x="50552" y="95214"/>
                      <a:pt x="49124" y="92867"/>
                      <a:pt x="44090" y="90574"/>
                    </a:cubicBezTo>
                    <a:cubicBezTo>
                      <a:pt x="40433" y="88908"/>
                      <a:pt x="36731" y="85694"/>
                      <a:pt x="35863" y="83433"/>
                    </a:cubicBezTo>
                    <a:cubicBezTo>
                      <a:pt x="34873" y="80853"/>
                      <a:pt x="33654" y="80345"/>
                      <a:pt x="32588" y="82069"/>
                    </a:cubicBezTo>
                    <a:cubicBezTo>
                      <a:pt x="30403" y="85606"/>
                      <a:pt x="11771" y="73222"/>
                      <a:pt x="11771" y="68233"/>
                    </a:cubicBezTo>
                    <a:cubicBezTo>
                      <a:pt x="11771" y="66258"/>
                      <a:pt x="8881" y="62368"/>
                      <a:pt x="5348" y="59589"/>
                    </a:cubicBezTo>
                    <a:cubicBezTo>
                      <a:pt x="-304" y="55143"/>
                      <a:pt x="-756" y="53621"/>
                      <a:pt x="1583" y="46912"/>
                    </a:cubicBezTo>
                    <a:cubicBezTo>
                      <a:pt x="4225" y="39332"/>
                      <a:pt x="3631" y="25451"/>
                      <a:pt x="325" y="17525"/>
                    </a:cubicBezTo>
                    <a:cubicBezTo>
                      <a:pt x="-744" y="14961"/>
                      <a:pt x="864" y="10824"/>
                      <a:pt x="4538" y="6689"/>
                    </a:cubicBezTo>
                    <a:lnTo>
                      <a:pt x="10480" y="0"/>
                    </a:lnTo>
                    <a:lnTo>
                      <a:pt x="53074" y="22147"/>
                    </a:lnTo>
                    <a:cubicBezTo>
                      <a:pt x="76501" y="34328"/>
                      <a:pt x="112512" y="53290"/>
                      <a:pt x="133099" y="64285"/>
                    </a:cubicBezTo>
                    <a:cubicBezTo>
                      <a:pt x="293633" y="150024"/>
                      <a:pt x="290844" y="148660"/>
                      <a:pt x="308638" y="150152"/>
                    </a:cubicBezTo>
                    <a:cubicBezTo>
                      <a:pt x="379829" y="156121"/>
                      <a:pt x="453326" y="162765"/>
                      <a:pt x="460324" y="163865"/>
                    </a:cubicBezTo>
                    <a:cubicBezTo>
                      <a:pt x="467642" y="165014"/>
                      <a:pt x="468398" y="165824"/>
                      <a:pt x="466125" y="170071"/>
                    </a:cubicBezTo>
                    <a:cubicBezTo>
                      <a:pt x="464688" y="172758"/>
                      <a:pt x="464502" y="175568"/>
                      <a:pt x="465714" y="176317"/>
                    </a:cubicBezTo>
                    <a:cubicBezTo>
                      <a:pt x="466925" y="177066"/>
                      <a:pt x="469383" y="190205"/>
                      <a:pt x="471176" y="205515"/>
                    </a:cubicBezTo>
                    <a:cubicBezTo>
                      <a:pt x="472969" y="220825"/>
                      <a:pt x="476200" y="238579"/>
                      <a:pt x="478356" y="244968"/>
                    </a:cubicBezTo>
                    <a:cubicBezTo>
                      <a:pt x="481464" y="254178"/>
                      <a:pt x="481943" y="263804"/>
                      <a:pt x="480666" y="291434"/>
                    </a:cubicBezTo>
                    <a:cubicBezTo>
                      <a:pt x="478736" y="333232"/>
                      <a:pt x="477318" y="340812"/>
                      <a:pt x="471606" y="339879"/>
                    </a:cubicBezTo>
                    <a:cubicBezTo>
                      <a:pt x="468443" y="339362"/>
                      <a:pt x="467477" y="341115"/>
                      <a:pt x="467718" y="346935"/>
                    </a:cubicBezTo>
                    <a:cubicBezTo>
                      <a:pt x="467998" y="353675"/>
                      <a:pt x="468241" y="386395"/>
                      <a:pt x="468256" y="419216"/>
                    </a:cubicBezTo>
                    <a:cubicBezTo>
                      <a:pt x="468259" y="424895"/>
                      <a:pt x="468647" y="431865"/>
                      <a:pt x="469120" y="434705"/>
                    </a:cubicBezTo>
                    <a:cubicBezTo>
                      <a:pt x="469922" y="439526"/>
                      <a:pt x="468775" y="439811"/>
                      <a:pt x="451760" y="439004"/>
                    </a:cubicBezTo>
                    <a:cubicBezTo>
                      <a:pt x="428789" y="437915"/>
                      <a:pt x="426025" y="440351"/>
                      <a:pt x="430017" y="458164"/>
                    </a:cubicBezTo>
                    <a:cubicBezTo>
                      <a:pt x="431548" y="464996"/>
                      <a:pt x="436584" y="477034"/>
                      <a:pt x="441207" y="484914"/>
                    </a:cubicBezTo>
                    <a:cubicBezTo>
                      <a:pt x="456169" y="510414"/>
                      <a:pt x="459720" y="522439"/>
                      <a:pt x="455538" y="533438"/>
                    </a:cubicBezTo>
                    <a:cubicBezTo>
                      <a:pt x="452990" y="540141"/>
                      <a:pt x="458641" y="557324"/>
                      <a:pt x="463393" y="557324"/>
                    </a:cubicBezTo>
                    <a:cubicBezTo>
                      <a:pt x="464886" y="557324"/>
                      <a:pt x="466107" y="560645"/>
                      <a:pt x="466107" y="564704"/>
                    </a:cubicBezTo>
                    <a:cubicBezTo>
                      <a:pt x="466107" y="574709"/>
                      <a:pt x="449340" y="593376"/>
                      <a:pt x="427332" y="607875"/>
                    </a:cubicBezTo>
                    <a:cubicBezTo>
                      <a:pt x="417812" y="614147"/>
                      <a:pt x="409283" y="619278"/>
                      <a:pt x="408378" y="619278"/>
                    </a:cubicBezTo>
                    <a:cubicBezTo>
                      <a:pt x="407473" y="619278"/>
                      <a:pt x="406733" y="616277"/>
                      <a:pt x="406733" y="612610"/>
                    </a:cubicBezTo>
                    <a:cubicBezTo>
                      <a:pt x="406733" y="604379"/>
                      <a:pt x="401025" y="605489"/>
                      <a:pt x="398989" y="614115"/>
                    </a:cubicBezTo>
                    <a:cubicBezTo>
                      <a:pt x="398201" y="617454"/>
                      <a:pt x="396080" y="620678"/>
                      <a:pt x="394277" y="621279"/>
                    </a:cubicBezTo>
                    <a:cubicBezTo>
                      <a:pt x="391773" y="622114"/>
                      <a:pt x="391403" y="619327"/>
                      <a:pt x="392709" y="609477"/>
                    </a:cubicBezTo>
                    <a:close/>
                  </a:path>
                </a:pathLst>
              </a:custGeom>
              <a:solidFill>
                <a:srgbClr val="B9B9B9"/>
              </a:solidFill>
              <a:ln w="5163" cap="flat">
                <a:noFill/>
                <a:prstDash val="solid"/>
                <a:miter/>
              </a:ln>
            </p:spPr>
            <p:txBody>
              <a:bodyPr/>
              <a:lstStyle/>
              <a:p>
                <a:endParaRPr lang="es-419" noProof="0" dirty="0"/>
              </a:p>
            </p:txBody>
          </p:sp>
          <p:sp>
            <p:nvSpPr>
              <p:cNvPr id="117" name="Forma libre: forma 116">
                <a:extLst>
                  <a:ext uri="{FF2B5EF4-FFF2-40B4-BE49-F238E27FC236}">
                    <a16:creationId xmlns:a16="http://schemas.microsoft.com/office/drawing/2014/main" id="{28A4A8F9-EA61-3CC6-EA5F-C41B4E9DAF7C}"/>
                  </a:ext>
                </a:extLst>
              </p:cNvPr>
              <p:cNvSpPr/>
              <p:nvPr/>
            </p:nvSpPr>
            <p:spPr>
              <a:xfrm>
                <a:off x="356836" y="1137381"/>
                <a:ext cx="20516" cy="20135"/>
              </a:xfrm>
              <a:custGeom>
                <a:avLst/>
                <a:gdLst>
                  <a:gd name="csX0" fmla="*/ 3031 w 20516"/>
                  <a:gd name="csY0" fmla="*/ 13790 h 20135"/>
                  <a:gd name="csX1" fmla="*/ 11787 w 20516"/>
                  <a:gd name="csY1" fmla="*/ 6812 h 20135"/>
                  <a:gd name="csX2" fmla="*/ 16388 w 20516"/>
                  <a:gd name="csY2" fmla="*/ 8970 h 20135"/>
                  <a:gd name="csX3" fmla="*/ 17667 w 20516"/>
                  <a:gd name="csY3" fmla="*/ 5896 h 20135"/>
                  <a:gd name="csX4" fmla="*/ 16630 w 20516"/>
                  <a:gd name="csY4" fmla="*/ 16309 h 20135"/>
                  <a:gd name="csX5" fmla="*/ 3031 w 20516"/>
                  <a:gd name="csY5" fmla="*/ 13790 h 20135"/>
                </a:gdLst>
                <a:ahLst/>
                <a:cxnLst>
                  <a:cxn ang="0">
                    <a:pos x="csX0" y="csY0"/>
                  </a:cxn>
                  <a:cxn ang="0">
                    <a:pos x="csX1" y="csY1"/>
                  </a:cxn>
                  <a:cxn ang="0">
                    <a:pos x="csX2" y="csY2"/>
                  </a:cxn>
                  <a:cxn ang="0">
                    <a:pos x="csX3" y="csY3"/>
                  </a:cxn>
                  <a:cxn ang="0">
                    <a:pos x="csX4" y="csY4"/>
                  </a:cxn>
                  <a:cxn ang="0">
                    <a:pos x="csX5" y="csY5"/>
                  </a:cxn>
                </a:cxnLst>
                <a:rect l="l" t="t" r="r" b="b"/>
                <a:pathLst>
                  <a:path w="20516" h="20135">
                    <a:moveTo>
                      <a:pt x="3031" y="13790"/>
                    </a:moveTo>
                    <a:cubicBezTo>
                      <a:pt x="-3651" y="-875"/>
                      <a:pt x="1356" y="-4865"/>
                      <a:pt x="11787" y="6812"/>
                    </a:cubicBezTo>
                    <a:cubicBezTo>
                      <a:pt x="16355" y="11926"/>
                      <a:pt x="17642" y="12530"/>
                      <a:pt x="16388" y="8970"/>
                    </a:cubicBezTo>
                    <a:cubicBezTo>
                      <a:pt x="15184" y="5554"/>
                      <a:pt x="15578" y="4605"/>
                      <a:pt x="17667" y="5896"/>
                    </a:cubicBezTo>
                    <a:cubicBezTo>
                      <a:pt x="21766" y="8429"/>
                      <a:pt x="21462" y="11477"/>
                      <a:pt x="16630" y="16309"/>
                    </a:cubicBezTo>
                    <a:cubicBezTo>
                      <a:pt x="10809" y="22130"/>
                      <a:pt x="6464" y="21325"/>
                      <a:pt x="3031" y="13790"/>
                    </a:cubicBezTo>
                    <a:close/>
                  </a:path>
                </a:pathLst>
              </a:custGeom>
              <a:solidFill>
                <a:srgbClr val="B9B9B9"/>
              </a:solidFill>
              <a:ln w="5163" cap="flat">
                <a:noFill/>
                <a:prstDash val="solid"/>
                <a:miter/>
              </a:ln>
            </p:spPr>
            <p:txBody>
              <a:bodyPr/>
              <a:lstStyle/>
              <a:p>
                <a:endParaRPr lang="es-419" noProof="0" dirty="0"/>
              </a:p>
            </p:txBody>
          </p:sp>
        </p:grpSp>
      </p:grpSp>
      <p:grpSp>
        <p:nvGrpSpPr>
          <p:cNvPr id="36" name="Group 45">
            <a:extLst>
              <a:ext uri="{FF2B5EF4-FFF2-40B4-BE49-F238E27FC236}">
                <a16:creationId xmlns:a16="http://schemas.microsoft.com/office/drawing/2014/main" id="{133A765E-644C-2560-9BDD-61B97AC16D38}"/>
              </a:ext>
            </a:extLst>
          </p:cNvPr>
          <p:cNvGrpSpPr>
            <a:grpSpLocks noChangeAspect="1"/>
          </p:cNvGrpSpPr>
          <p:nvPr/>
        </p:nvGrpSpPr>
        <p:grpSpPr>
          <a:xfrm>
            <a:off x="1429303" y="2011575"/>
            <a:ext cx="213038" cy="337620"/>
            <a:chOff x="0" y="26670"/>
            <a:chExt cx="3924300" cy="6219190"/>
          </a:xfrm>
        </p:grpSpPr>
        <p:sp>
          <p:nvSpPr>
            <p:cNvPr id="37" name="Freeform 46">
              <a:extLst>
                <a:ext uri="{FF2B5EF4-FFF2-40B4-BE49-F238E27FC236}">
                  <a16:creationId xmlns:a16="http://schemas.microsoft.com/office/drawing/2014/main" id="{77CD660F-E89B-5858-9F5C-9F0F54C41F07}"/>
                </a:ext>
              </a:extLst>
            </p:cNvPr>
            <p:cNvSpPr/>
            <p:nvPr/>
          </p:nvSpPr>
          <p:spPr>
            <a:xfrm>
              <a:off x="0" y="26670"/>
              <a:ext cx="3924300" cy="6219190"/>
            </a:xfrm>
            <a:custGeom>
              <a:avLst/>
              <a:gdLst/>
              <a:ahLst/>
              <a:cxnLst/>
              <a:rect l="l" t="t" r="r" b="b"/>
              <a:pathLst>
                <a:path w="3924300" h="6219190">
                  <a:moveTo>
                    <a:pt x="3924300" y="1962150"/>
                  </a:moveTo>
                  <a:cubicBezTo>
                    <a:pt x="3924300" y="878840"/>
                    <a:pt x="3045460" y="0"/>
                    <a:pt x="1962150" y="0"/>
                  </a:cubicBezTo>
                  <a:cubicBezTo>
                    <a:pt x="878840" y="0"/>
                    <a:pt x="0" y="878840"/>
                    <a:pt x="0" y="1962150"/>
                  </a:cubicBezTo>
                  <a:cubicBezTo>
                    <a:pt x="0" y="2974340"/>
                    <a:pt x="765810" y="3807460"/>
                    <a:pt x="1750060" y="3912870"/>
                  </a:cubicBezTo>
                  <a:lnTo>
                    <a:pt x="1962150" y="6219190"/>
                  </a:lnTo>
                  <a:lnTo>
                    <a:pt x="2174240" y="3912870"/>
                  </a:lnTo>
                  <a:cubicBezTo>
                    <a:pt x="3158490" y="3807460"/>
                    <a:pt x="3924300" y="2974340"/>
                    <a:pt x="3924300" y="1962150"/>
                  </a:cubicBezTo>
                  <a:close/>
                </a:path>
              </a:pathLst>
            </a:custGeom>
            <a:solidFill>
              <a:srgbClr val="EB6C01"/>
            </a:solidFill>
          </p:spPr>
          <p:txBody>
            <a:bodyPr/>
            <a:lstStyle/>
            <a:p>
              <a:endParaRPr lang="es-419" noProof="0" dirty="0"/>
            </a:p>
          </p:txBody>
        </p:sp>
        <p:sp>
          <p:nvSpPr>
            <p:cNvPr id="38" name="Freeform 47">
              <a:extLst>
                <a:ext uri="{FF2B5EF4-FFF2-40B4-BE49-F238E27FC236}">
                  <a16:creationId xmlns:a16="http://schemas.microsoft.com/office/drawing/2014/main" id="{B52681C1-3319-6A38-ADFF-FA363850C8EA}"/>
                </a:ext>
              </a:extLst>
            </p:cNvPr>
            <p:cNvSpPr/>
            <p:nvPr/>
          </p:nvSpPr>
          <p:spPr>
            <a:xfrm>
              <a:off x="340744" y="374636"/>
              <a:ext cx="3242813" cy="3228370"/>
            </a:xfrm>
            <a:custGeom>
              <a:avLst/>
              <a:gdLst/>
              <a:ahLst/>
              <a:cxnLst/>
              <a:rect l="l" t="t" r="r" b="b"/>
              <a:pathLst>
                <a:path w="3242810" h="3228373">
                  <a:moveTo>
                    <a:pt x="1621405" y="16"/>
                  </a:moveTo>
                  <a:cubicBezTo>
                    <a:pt x="1042998" y="-2571"/>
                    <a:pt x="507417" y="304521"/>
                    <a:pt x="217465" y="805010"/>
                  </a:cubicBezTo>
                  <a:cubicBezTo>
                    <a:pt x="-72488" y="1305499"/>
                    <a:pt x="-72488" y="1922874"/>
                    <a:pt x="217465" y="2423362"/>
                  </a:cubicBezTo>
                  <a:cubicBezTo>
                    <a:pt x="507417" y="2923851"/>
                    <a:pt x="1042998" y="3230943"/>
                    <a:pt x="1621405" y="3228356"/>
                  </a:cubicBezTo>
                  <a:cubicBezTo>
                    <a:pt x="2199812" y="3230943"/>
                    <a:pt x="2735392" y="2923851"/>
                    <a:pt x="3025345" y="2423362"/>
                  </a:cubicBezTo>
                  <a:cubicBezTo>
                    <a:pt x="3315298" y="1922874"/>
                    <a:pt x="3315298" y="1305499"/>
                    <a:pt x="3025345" y="805010"/>
                  </a:cubicBezTo>
                  <a:cubicBezTo>
                    <a:pt x="2735392" y="304522"/>
                    <a:pt x="2199812" y="-2571"/>
                    <a:pt x="1621405" y="16"/>
                  </a:cubicBezTo>
                  <a:close/>
                </a:path>
              </a:pathLst>
            </a:custGeom>
            <a:blipFill>
              <a:blip r:embed="rId5"/>
              <a:stretch>
                <a:fillRect l="-28801" r="-28801" b="-58308"/>
              </a:stretch>
            </a:blipFill>
          </p:spPr>
          <p:txBody>
            <a:bodyPr/>
            <a:lstStyle/>
            <a:p>
              <a:endParaRPr lang="es-419" noProof="0" dirty="0"/>
            </a:p>
          </p:txBody>
        </p:sp>
      </p:grpSp>
    </p:spTree>
    <p:extLst>
      <p:ext uri="{BB962C8B-B14F-4D97-AF65-F5344CB8AC3E}">
        <p14:creationId xmlns:p14="http://schemas.microsoft.com/office/powerpoint/2010/main" val="2681272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nodeType="with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wipe(down)">
                                      <p:cBhvr>
                                        <p:cTn id="7" dur="580">
                                          <p:stCondLst>
                                            <p:cond delay="0"/>
                                          </p:stCondLst>
                                        </p:cTn>
                                        <p:tgtEl>
                                          <p:spTgt spid="36"/>
                                        </p:tgtEl>
                                      </p:cBhvr>
                                    </p:animEffect>
                                    <p:anim calcmode="lin" valueType="num">
                                      <p:cBhvr>
                                        <p:cTn id="8" dur="1822" tmFilter="0,0; 0.14,0.36; 0.43,0.73; 0.71,0.91; 1.0,1.0">
                                          <p:stCondLst>
                                            <p:cond delay="0"/>
                                          </p:stCondLst>
                                        </p:cTn>
                                        <p:tgtEl>
                                          <p:spTgt spid="36"/>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36"/>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36"/>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36"/>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36"/>
                                        </p:tgtEl>
                                        <p:attrNameLst>
                                          <p:attrName>ppt_y</p:attrName>
                                        </p:attrNameLst>
                                      </p:cBhvr>
                                      <p:tavLst>
                                        <p:tav tm="0" fmla="#ppt_y-sin(pi*$)/81">
                                          <p:val>
                                            <p:fltVal val="0"/>
                                          </p:val>
                                        </p:tav>
                                        <p:tav tm="100000">
                                          <p:val>
                                            <p:fltVal val="1"/>
                                          </p:val>
                                        </p:tav>
                                      </p:tavLst>
                                    </p:anim>
                                    <p:animScale>
                                      <p:cBhvr>
                                        <p:cTn id="13" dur="26">
                                          <p:stCondLst>
                                            <p:cond delay="650"/>
                                          </p:stCondLst>
                                        </p:cTn>
                                        <p:tgtEl>
                                          <p:spTgt spid="36"/>
                                        </p:tgtEl>
                                      </p:cBhvr>
                                      <p:to x="100000" y="60000"/>
                                    </p:animScale>
                                    <p:animScale>
                                      <p:cBhvr>
                                        <p:cTn id="14" dur="166" decel="50000">
                                          <p:stCondLst>
                                            <p:cond delay="676"/>
                                          </p:stCondLst>
                                        </p:cTn>
                                        <p:tgtEl>
                                          <p:spTgt spid="36"/>
                                        </p:tgtEl>
                                      </p:cBhvr>
                                      <p:to x="100000" y="100000"/>
                                    </p:animScale>
                                    <p:animScale>
                                      <p:cBhvr>
                                        <p:cTn id="15" dur="26">
                                          <p:stCondLst>
                                            <p:cond delay="1312"/>
                                          </p:stCondLst>
                                        </p:cTn>
                                        <p:tgtEl>
                                          <p:spTgt spid="36"/>
                                        </p:tgtEl>
                                      </p:cBhvr>
                                      <p:to x="100000" y="80000"/>
                                    </p:animScale>
                                    <p:animScale>
                                      <p:cBhvr>
                                        <p:cTn id="16" dur="166" decel="50000">
                                          <p:stCondLst>
                                            <p:cond delay="1338"/>
                                          </p:stCondLst>
                                        </p:cTn>
                                        <p:tgtEl>
                                          <p:spTgt spid="36"/>
                                        </p:tgtEl>
                                      </p:cBhvr>
                                      <p:to x="100000" y="100000"/>
                                    </p:animScale>
                                    <p:animScale>
                                      <p:cBhvr>
                                        <p:cTn id="17" dur="26">
                                          <p:stCondLst>
                                            <p:cond delay="1642"/>
                                          </p:stCondLst>
                                        </p:cTn>
                                        <p:tgtEl>
                                          <p:spTgt spid="36"/>
                                        </p:tgtEl>
                                      </p:cBhvr>
                                      <p:to x="100000" y="90000"/>
                                    </p:animScale>
                                    <p:animScale>
                                      <p:cBhvr>
                                        <p:cTn id="18" dur="166" decel="50000">
                                          <p:stCondLst>
                                            <p:cond delay="1668"/>
                                          </p:stCondLst>
                                        </p:cTn>
                                        <p:tgtEl>
                                          <p:spTgt spid="36"/>
                                        </p:tgtEl>
                                      </p:cBhvr>
                                      <p:to x="100000" y="100000"/>
                                    </p:animScale>
                                    <p:animScale>
                                      <p:cBhvr>
                                        <p:cTn id="19" dur="26">
                                          <p:stCondLst>
                                            <p:cond delay="1808"/>
                                          </p:stCondLst>
                                        </p:cTn>
                                        <p:tgtEl>
                                          <p:spTgt spid="36"/>
                                        </p:tgtEl>
                                      </p:cBhvr>
                                      <p:to x="100000" y="95000"/>
                                    </p:animScale>
                                    <p:animScale>
                                      <p:cBhvr>
                                        <p:cTn id="20" dur="166" decel="50000">
                                          <p:stCondLst>
                                            <p:cond delay="1834"/>
                                          </p:stCondLst>
                                        </p:cTn>
                                        <p:tgtEl>
                                          <p:spTgt spid="36"/>
                                        </p:tgtEl>
                                      </p:cBhvr>
                                      <p:to x="100000" y="100000"/>
                                    </p:animScale>
                                  </p:childTnLst>
                                </p:cTn>
                              </p:par>
                            </p:childTnLst>
                          </p:cTn>
                        </p:par>
                        <p:par>
                          <p:cTn id="21" fill="hold">
                            <p:stCondLst>
                              <p:cond delay="2000"/>
                            </p:stCondLst>
                            <p:childTnLst>
                              <p:par>
                                <p:cTn id="22" presetID="35" presetClass="emph" presetSubtype="0" repeatCount="indefinite" fill="hold" nodeType="afterEffect">
                                  <p:stCondLst>
                                    <p:cond delay="0"/>
                                  </p:stCondLst>
                                  <p:childTnLst>
                                    <p:anim calcmode="discrete" valueType="str">
                                      <p:cBhvr>
                                        <p:cTn id="23" dur="1000" fill="hold"/>
                                        <p:tgtEl>
                                          <p:spTgt spid="6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bg>
      <p:bgPr>
        <a:solidFill>
          <a:srgbClr val="F0F6FC"/>
        </a:solidFill>
        <a:effectLst/>
      </p:bgPr>
    </p:bg>
    <p:spTree>
      <p:nvGrpSpPr>
        <p:cNvPr id="1" name="">
          <a:extLst>
            <a:ext uri="{FF2B5EF4-FFF2-40B4-BE49-F238E27FC236}">
              <a16:creationId xmlns:a16="http://schemas.microsoft.com/office/drawing/2014/main" id="{4BFEB3B3-C803-94A4-D29B-6C3B6E79302B}"/>
            </a:ext>
          </a:extLst>
        </p:cNvPr>
        <p:cNvGrpSpPr/>
        <p:nvPr/>
      </p:nvGrpSpPr>
      <p:grpSpPr>
        <a:xfrm>
          <a:off x="0" y="0"/>
          <a:ext cx="0" cy="0"/>
          <a:chOff x="0" y="0"/>
          <a:chExt cx="0" cy="0"/>
        </a:xfrm>
      </p:grpSpPr>
      <p:sp>
        <p:nvSpPr>
          <p:cNvPr id="2" name="Shape 0">
            <a:extLst>
              <a:ext uri="{FF2B5EF4-FFF2-40B4-BE49-F238E27FC236}">
                <a16:creationId xmlns:a16="http://schemas.microsoft.com/office/drawing/2014/main" id="{C0A325A9-A2F3-75FA-02C9-FA517370D212}"/>
              </a:ext>
            </a:extLst>
          </p:cNvPr>
          <p:cNvSpPr/>
          <p:nvPr/>
        </p:nvSpPr>
        <p:spPr>
          <a:xfrm>
            <a:off x="0" y="0"/>
            <a:ext cx="9144000" cy="38405"/>
          </a:xfrm>
          <a:prstGeom prst="rect">
            <a:avLst/>
          </a:prstGeom>
          <a:solidFill>
            <a:srgbClr val="EB6C01"/>
          </a:solidFill>
          <a:ln w="12700">
            <a:solidFill>
              <a:srgbClr val="EB6C01"/>
            </a:solidFill>
            <a:prstDash val="solid"/>
          </a:ln>
        </p:spPr>
        <p:txBody>
          <a:bodyPr/>
          <a:lstStyle/>
          <a:p>
            <a:endParaRPr lang="es-419" noProof="0" dirty="0"/>
          </a:p>
        </p:txBody>
      </p:sp>
      <p:sp>
        <p:nvSpPr>
          <p:cNvPr id="3" name="Shape 1">
            <a:extLst>
              <a:ext uri="{FF2B5EF4-FFF2-40B4-BE49-F238E27FC236}">
                <a16:creationId xmlns:a16="http://schemas.microsoft.com/office/drawing/2014/main" id="{65CBD537-5EAB-56CB-08A3-32C448ABB37A}"/>
              </a:ext>
            </a:extLst>
          </p:cNvPr>
          <p:cNvSpPr/>
          <p:nvPr/>
        </p:nvSpPr>
        <p:spPr>
          <a:xfrm>
            <a:off x="0" y="38405"/>
            <a:ext cx="9144000" cy="667512"/>
          </a:xfrm>
          <a:prstGeom prst="rect">
            <a:avLst/>
          </a:prstGeom>
          <a:solidFill>
            <a:srgbClr val="1A3464"/>
          </a:solidFill>
          <a:ln w="12700">
            <a:solidFill>
              <a:srgbClr val="1A3464"/>
            </a:solidFill>
            <a:prstDash val="solid"/>
          </a:ln>
        </p:spPr>
        <p:txBody>
          <a:bodyPr/>
          <a:lstStyle/>
          <a:p>
            <a:endParaRPr lang="es-419" noProof="0" dirty="0"/>
          </a:p>
        </p:txBody>
      </p:sp>
      <p:sp>
        <p:nvSpPr>
          <p:cNvPr id="4" name="Shape 2">
            <a:extLst>
              <a:ext uri="{FF2B5EF4-FFF2-40B4-BE49-F238E27FC236}">
                <a16:creationId xmlns:a16="http://schemas.microsoft.com/office/drawing/2014/main" id="{E1338B8D-0859-3D50-0AB7-B5E14B9F4350}"/>
              </a:ext>
            </a:extLst>
          </p:cNvPr>
          <p:cNvSpPr/>
          <p:nvPr/>
        </p:nvSpPr>
        <p:spPr>
          <a:xfrm>
            <a:off x="384048" y="117043"/>
            <a:ext cx="685800" cy="237744"/>
          </a:xfrm>
          <a:prstGeom prst="rect">
            <a:avLst/>
          </a:prstGeom>
          <a:solidFill>
            <a:srgbClr val="EB6C01"/>
          </a:solidFill>
          <a:ln w="12700">
            <a:solidFill>
              <a:srgbClr val="EB6C01"/>
            </a:solidFill>
            <a:prstDash val="solid"/>
          </a:ln>
        </p:spPr>
        <p:txBody>
          <a:bodyPr/>
          <a:lstStyle/>
          <a:p>
            <a:endParaRPr lang="es-419" noProof="0" dirty="0"/>
          </a:p>
        </p:txBody>
      </p:sp>
      <p:sp>
        <p:nvSpPr>
          <p:cNvPr id="5" name="Text 3">
            <a:extLst>
              <a:ext uri="{FF2B5EF4-FFF2-40B4-BE49-F238E27FC236}">
                <a16:creationId xmlns:a16="http://schemas.microsoft.com/office/drawing/2014/main" id="{780AE850-9B74-CE66-6007-883CB65AC744}"/>
              </a:ext>
            </a:extLst>
          </p:cNvPr>
          <p:cNvSpPr/>
          <p:nvPr/>
        </p:nvSpPr>
        <p:spPr>
          <a:xfrm>
            <a:off x="384048" y="117043"/>
            <a:ext cx="685800" cy="237744"/>
          </a:xfrm>
          <a:prstGeom prst="rect">
            <a:avLst/>
          </a:prstGeom>
          <a:noFill/>
          <a:ln/>
        </p:spPr>
        <p:txBody>
          <a:bodyPr wrap="square" lIns="0" tIns="0" rIns="0" bIns="0" rtlCol="0" anchor="ctr"/>
          <a:lstStyle/>
          <a:p>
            <a:pPr marL="0" indent="0" algn="ctr">
              <a:buNone/>
            </a:pPr>
            <a:r>
              <a:rPr lang="es-419" sz="650" b="1" kern="0" spc="150" noProof="0" dirty="0">
                <a:solidFill>
                  <a:srgbClr val="FFFFFF"/>
                </a:solidFill>
                <a:latin typeface="Montserrat" pitchFamily="34" charset="0"/>
                <a:ea typeface="Montserrat" pitchFamily="34" charset="-122"/>
                <a:cs typeface="Montserrat" pitchFamily="34" charset="-120"/>
              </a:rPr>
              <a:t>T. MÉXICO</a:t>
            </a:r>
            <a:endParaRPr lang="es-419" sz="650" noProof="0" dirty="0"/>
          </a:p>
        </p:txBody>
      </p:sp>
      <p:sp>
        <p:nvSpPr>
          <p:cNvPr id="6" name="Text 4">
            <a:extLst>
              <a:ext uri="{FF2B5EF4-FFF2-40B4-BE49-F238E27FC236}">
                <a16:creationId xmlns:a16="http://schemas.microsoft.com/office/drawing/2014/main" id="{96A3A14B-FA50-7E78-8AE9-EE121F819C40}"/>
              </a:ext>
            </a:extLst>
          </p:cNvPr>
          <p:cNvSpPr/>
          <p:nvPr/>
        </p:nvSpPr>
        <p:spPr>
          <a:xfrm>
            <a:off x="1170432" y="91440"/>
            <a:ext cx="5029200" cy="402336"/>
          </a:xfrm>
          <a:prstGeom prst="rect">
            <a:avLst/>
          </a:prstGeom>
          <a:noFill/>
          <a:ln/>
        </p:spPr>
        <p:txBody>
          <a:bodyPr wrap="square" lIns="0" tIns="0" rIns="0" bIns="0" rtlCol="0" anchor="ctr"/>
          <a:lstStyle/>
          <a:p>
            <a:pPr marL="0" indent="0">
              <a:buNone/>
            </a:pPr>
            <a:r>
              <a:rPr lang="es-419" sz="2000" b="1" noProof="0" dirty="0">
                <a:solidFill>
                  <a:srgbClr val="FFFFFF"/>
                </a:solidFill>
                <a:latin typeface="Montserrat" pitchFamily="34" charset="0"/>
                <a:ea typeface="Montserrat" pitchFamily="34" charset="-122"/>
                <a:cs typeface="Montserrat" pitchFamily="34" charset="-120"/>
              </a:rPr>
              <a:t>MA LERMA </a:t>
            </a:r>
            <a:endParaRPr lang="es-419" sz="2000" noProof="0" dirty="0"/>
          </a:p>
        </p:txBody>
      </p:sp>
      <p:sp>
        <p:nvSpPr>
          <p:cNvPr id="7" name="Text 5">
            <a:extLst>
              <a:ext uri="{FF2B5EF4-FFF2-40B4-BE49-F238E27FC236}">
                <a16:creationId xmlns:a16="http://schemas.microsoft.com/office/drawing/2014/main" id="{721268F5-0073-60B3-754E-778421618D76}"/>
              </a:ext>
            </a:extLst>
          </p:cNvPr>
          <p:cNvSpPr/>
          <p:nvPr/>
        </p:nvSpPr>
        <p:spPr>
          <a:xfrm>
            <a:off x="1170432" y="475488"/>
            <a:ext cx="3200400" cy="182880"/>
          </a:xfrm>
          <a:prstGeom prst="rect">
            <a:avLst/>
          </a:prstGeom>
          <a:noFill/>
          <a:ln/>
        </p:spPr>
        <p:txBody>
          <a:bodyPr wrap="square" lIns="0" tIns="0" rIns="0" bIns="0" rtlCol="0" anchor="ctr"/>
          <a:lstStyle/>
          <a:p>
            <a:pPr marL="0" indent="0">
              <a:buNone/>
            </a:pPr>
            <a:r>
              <a:rPr lang="es-419" sz="950" noProof="0" dirty="0">
                <a:solidFill>
                  <a:srgbClr val="8FAECB"/>
                </a:solidFill>
                <a:latin typeface="Montserrat" pitchFamily="34" charset="0"/>
              </a:rPr>
              <a:t>Estado de Méx. </a:t>
            </a:r>
            <a:endParaRPr lang="es-419" sz="950" noProof="0" dirty="0"/>
          </a:p>
        </p:txBody>
      </p:sp>
      <p:sp>
        <p:nvSpPr>
          <p:cNvPr id="8" name="Text 6">
            <a:extLst>
              <a:ext uri="{FF2B5EF4-FFF2-40B4-BE49-F238E27FC236}">
                <a16:creationId xmlns:a16="http://schemas.microsoft.com/office/drawing/2014/main" id="{B4871727-FFC7-B7B0-A0BC-6A53C9810187}"/>
              </a:ext>
            </a:extLst>
          </p:cNvPr>
          <p:cNvSpPr/>
          <p:nvPr/>
        </p:nvSpPr>
        <p:spPr>
          <a:xfrm>
            <a:off x="7132320" y="246888"/>
            <a:ext cx="1828800" cy="182880"/>
          </a:xfrm>
          <a:prstGeom prst="rect">
            <a:avLst/>
          </a:prstGeom>
          <a:noFill/>
          <a:ln/>
        </p:spPr>
        <p:txBody>
          <a:bodyPr wrap="square" lIns="0" tIns="0" rIns="0" bIns="0" rtlCol="0" anchor="ctr"/>
          <a:lstStyle/>
          <a:p>
            <a:pPr marL="0" indent="0" algn="r">
              <a:buNone/>
            </a:pPr>
            <a:r>
              <a:rPr lang="es-419" sz="700" b="1" kern="0" spc="150" noProof="0" dirty="0">
                <a:solidFill>
                  <a:srgbClr val="EB6C01"/>
                </a:solidFill>
                <a:latin typeface="Montserrat" pitchFamily="34" charset="0"/>
                <a:ea typeface="Montserrat" pitchFamily="34" charset="-122"/>
                <a:cs typeface="Montserrat" pitchFamily="34" charset="-120"/>
              </a:rPr>
              <a:t>SEMANA 18  ·  2025</a:t>
            </a:r>
            <a:endParaRPr lang="es-419" sz="700" noProof="0" dirty="0"/>
          </a:p>
        </p:txBody>
      </p:sp>
      <p:sp>
        <p:nvSpPr>
          <p:cNvPr id="9" name="Shape 7">
            <a:extLst>
              <a:ext uri="{FF2B5EF4-FFF2-40B4-BE49-F238E27FC236}">
                <a16:creationId xmlns:a16="http://schemas.microsoft.com/office/drawing/2014/main" id="{2831C5F5-0C46-748F-B053-7DC2D6109F0C}"/>
              </a:ext>
            </a:extLst>
          </p:cNvPr>
          <p:cNvSpPr/>
          <p:nvPr/>
        </p:nvSpPr>
        <p:spPr>
          <a:xfrm>
            <a:off x="0" y="705917"/>
            <a:ext cx="2779776" cy="4163263"/>
          </a:xfrm>
          <a:prstGeom prst="rect">
            <a:avLst/>
          </a:prstGeom>
          <a:solidFill>
            <a:srgbClr val="FFFFFF"/>
          </a:solidFill>
          <a:ln w="12700">
            <a:solidFill>
              <a:srgbClr val="D4E4F2"/>
            </a:solidFill>
            <a:prstDash val="solid"/>
          </a:ln>
        </p:spPr>
        <p:txBody>
          <a:bodyPr/>
          <a:lstStyle/>
          <a:p>
            <a:endParaRPr lang="es-419" noProof="0" dirty="0"/>
          </a:p>
        </p:txBody>
      </p:sp>
      <p:sp>
        <p:nvSpPr>
          <p:cNvPr id="10" name="Text 8">
            <a:extLst>
              <a:ext uri="{FF2B5EF4-FFF2-40B4-BE49-F238E27FC236}">
                <a16:creationId xmlns:a16="http://schemas.microsoft.com/office/drawing/2014/main" id="{5FCA4B4D-7C75-67FE-7B7A-D514F24168D7}"/>
              </a:ext>
            </a:extLst>
          </p:cNvPr>
          <p:cNvSpPr/>
          <p:nvPr/>
        </p:nvSpPr>
        <p:spPr>
          <a:xfrm>
            <a:off x="118872" y="768096"/>
            <a:ext cx="2468880" cy="146304"/>
          </a:xfrm>
          <a:prstGeom prst="rect">
            <a:avLst/>
          </a:prstGeom>
          <a:noFill/>
          <a:ln/>
        </p:spPr>
        <p:txBody>
          <a:bodyPr wrap="square" lIns="0" tIns="0" rIns="0" bIns="0" rtlCol="0" anchor="ctr"/>
          <a:lstStyle/>
          <a:p>
            <a:pPr marL="0" indent="0">
              <a:buNone/>
            </a:pPr>
            <a:r>
              <a:rPr lang="es-419" sz="650" b="1" kern="0" spc="250" noProof="0" dirty="0">
                <a:solidFill>
                  <a:srgbClr val="8FAECB"/>
                </a:solidFill>
                <a:latin typeface="Montserrat" pitchFamily="34" charset="0"/>
                <a:ea typeface="Montserrat" pitchFamily="34" charset="-122"/>
                <a:cs typeface="Montserrat" pitchFamily="34" charset="-120"/>
              </a:rPr>
              <a:t>UBICACIÓN EN MÉXICO</a:t>
            </a:r>
            <a:endParaRPr lang="es-419" sz="650" noProof="0" dirty="0"/>
          </a:p>
        </p:txBody>
      </p:sp>
      <p:sp>
        <p:nvSpPr>
          <p:cNvPr id="12" name="Text 9">
            <a:extLst>
              <a:ext uri="{FF2B5EF4-FFF2-40B4-BE49-F238E27FC236}">
                <a16:creationId xmlns:a16="http://schemas.microsoft.com/office/drawing/2014/main" id="{73AFE372-8EA1-863C-913B-F9C6F27862D2}"/>
              </a:ext>
            </a:extLst>
          </p:cNvPr>
          <p:cNvSpPr/>
          <p:nvPr/>
        </p:nvSpPr>
        <p:spPr>
          <a:xfrm>
            <a:off x="73152" y="2944368"/>
            <a:ext cx="2633472" cy="182880"/>
          </a:xfrm>
          <a:prstGeom prst="rect">
            <a:avLst/>
          </a:prstGeom>
          <a:noFill/>
          <a:ln/>
        </p:spPr>
        <p:txBody>
          <a:bodyPr wrap="square" lIns="0" tIns="0" rIns="0" bIns="0" rtlCol="0" anchor="ctr"/>
          <a:lstStyle/>
          <a:p>
            <a:pPr marL="0" indent="0" algn="ctr">
              <a:buNone/>
            </a:pPr>
            <a:r>
              <a:rPr lang="es-419" sz="750" b="1" kern="0" spc="200" noProof="0" dirty="0">
                <a:solidFill>
                  <a:srgbClr val="EB6C01"/>
                </a:solidFill>
                <a:latin typeface="Montserrat" pitchFamily="34" charset="0"/>
              </a:rPr>
              <a:t>LERMA DE VILLADA </a:t>
            </a:r>
            <a:endParaRPr lang="es-419" sz="750" noProof="0" dirty="0"/>
          </a:p>
        </p:txBody>
      </p:sp>
      <p:sp>
        <p:nvSpPr>
          <p:cNvPr id="13" name="Text 10">
            <a:extLst>
              <a:ext uri="{FF2B5EF4-FFF2-40B4-BE49-F238E27FC236}">
                <a16:creationId xmlns:a16="http://schemas.microsoft.com/office/drawing/2014/main" id="{6B91B521-A9A8-F36A-F1E1-C3E792D9410D}"/>
              </a:ext>
            </a:extLst>
          </p:cNvPr>
          <p:cNvSpPr/>
          <p:nvPr/>
        </p:nvSpPr>
        <p:spPr>
          <a:xfrm>
            <a:off x="2944368" y="859536"/>
            <a:ext cx="1353312" cy="164592"/>
          </a:xfrm>
          <a:prstGeom prst="rect">
            <a:avLst/>
          </a:prstGeom>
          <a:noFill/>
          <a:ln/>
        </p:spPr>
        <p:txBody>
          <a:bodyPr wrap="square" lIns="0" tIns="0" rIns="0" bIns="0" rtlCol="0" anchor="ctr"/>
          <a:lstStyle/>
          <a:p>
            <a:pPr marL="0" indent="0">
              <a:buNone/>
            </a:pPr>
            <a:r>
              <a:rPr lang="es-419" sz="650" b="1" kern="0" spc="250" noProof="0" dirty="0">
                <a:solidFill>
                  <a:srgbClr val="EB6C01"/>
                </a:solidFill>
                <a:latin typeface="Montserrat" pitchFamily="34" charset="0"/>
                <a:ea typeface="Montserrat" pitchFamily="34" charset="-122"/>
                <a:cs typeface="Montserrat" pitchFamily="34" charset="-120"/>
              </a:rPr>
              <a:t>PROYECTO ACTIVO</a:t>
            </a:r>
            <a:endParaRPr lang="es-419" sz="650" noProof="0" dirty="0"/>
          </a:p>
        </p:txBody>
      </p:sp>
      <p:sp>
        <p:nvSpPr>
          <p:cNvPr id="14" name="Shape 11">
            <a:extLst>
              <a:ext uri="{FF2B5EF4-FFF2-40B4-BE49-F238E27FC236}">
                <a16:creationId xmlns:a16="http://schemas.microsoft.com/office/drawing/2014/main" id="{1205E43D-1D1F-4522-63C4-1B139108F160}"/>
              </a:ext>
            </a:extLst>
          </p:cNvPr>
          <p:cNvSpPr/>
          <p:nvPr/>
        </p:nvSpPr>
        <p:spPr>
          <a:xfrm>
            <a:off x="2944368" y="1024128"/>
            <a:ext cx="987552" cy="16459"/>
          </a:xfrm>
          <a:prstGeom prst="rect">
            <a:avLst/>
          </a:prstGeom>
          <a:solidFill>
            <a:srgbClr val="EB6C01"/>
          </a:solidFill>
          <a:ln w="12700">
            <a:solidFill>
              <a:srgbClr val="EB6C01"/>
            </a:solidFill>
            <a:prstDash val="solid"/>
          </a:ln>
        </p:spPr>
        <p:txBody>
          <a:bodyPr/>
          <a:lstStyle/>
          <a:p>
            <a:endParaRPr lang="es-419" noProof="0" dirty="0"/>
          </a:p>
        </p:txBody>
      </p:sp>
      <p:sp>
        <p:nvSpPr>
          <p:cNvPr id="15" name="Shape 12">
            <a:extLst>
              <a:ext uri="{FF2B5EF4-FFF2-40B4-BE49-F238E27FC236}">
                <a16:creationId xmlns:a16="http://schemas.microsoft.com/office/drawing/2014/main" id="{EAAF8124-1654-958B-A10D-7AFB3738CA6B}"/>
              </a:ext>
            </a:extLst>
          </p:cNvPr>
          <p:cNvSpPr/>
          <p:nvPr/>
        </p:nvSpPr>
        <p:spPr>
          <a:xfrm>
            <a:off x="2944368" y="1115568"/>
            <a:ext cx="6035040" cy="603504"/>
          </a:xfrm>
          <a:prstGeom prst="rect">
            <a:avLst/>
          </a:prstGeom>
          <a:solidFill>
            <a:srgbClr val="E5EFF8"/>
          </a:solidFill>
          <a:ln w="12700">
            <a:solidFill>
              <a:srgbClr val="A8C0D8"/>
            </a:solidFill>
            <a:prstDash val="solid"/>
          </a:ln>
        </p:spPr>
        <p:txBody>
          <a:bodyPr/>
          <a:lstStyle/>
          <a:p>
            <a:endParaRPr lang="es-419" noProof="0" dirty="0"/>
          </a:p>
        </p:txBody>
      </p:sp>
      <p:sp>
        <p:nvSpPr>
          <p:cNvPr id="16" name="Text 13">
            <a:extLst>
              <a:ext uri="{FF2B5EF4-FFF2-40B4-BE49-F238E27FC236}">
                <a16:creationId xmlns:a16="http://schemas.microsoft.com/office/drawing/2014/main" id="{06E68156-1904-860D-0208-5ED716F51DE3}"/>
              </a:ext>
            </a:extLst>
          </p:cNvPr>
          <p:cNvSpPr/>
          <p:nvPr/>
        </p:nvSpPr>
        <p:spPr>
          <a:xfrm>
            <a:off x="3054096" y="1170432"/>
            <a:ext cx="5815584" cy="493776"/>
          </a:xfrm>
          <a:prstGeom prst="rect">
            <a:avLst/>
          </a:prstGeom>
          <a:noFill/>
          <a:ln/>
        </p:spPr>
        <p:txBody>
          <a:bodyPr wrap="square" lIns="0" tIns="0" rIns="0" bIns="0" rtlCol="0" anchor="ctr"/>
          <a:lstStyle/>
          <a:p>
            <a:pPr marL="0" indent="0">
              <a:buNone/>
            </a:pPr>
            <a:r>
              <a:rPr lang="es-419" sz="1500" b="1" noProof="0" dirty="0">
                <a:solidFill>
                  <a:srgbClr val="9BB5CC"/>
                </a:solidFill>
                <a:latin typeface="Montserrat" pitchFamily="34" charset="0"/>
                <a:ea typeface="Montserrat" pitchFamily="34" charset="-122"/>
                <a:cs typeface="Montserrat" pitchFamily="34" charset="-120"/>
              </a:rPr>
              <a:t>[Nombre del Proyecto / Actividad]</a:t>
            </a:r>
            <a:endParaRPr lang="es-419" sz="1500" noProof="0" dirty="0"/>
          </a:p>
        </p:txBody>
      </p:sp>
      <p:sp>
        <p:nvSpPr>
          <p:cNvPr id="17" name="Shape 14">
            <a:extLst>
              <a:ext uri="{FF2B5EF4-FFF2-40B4-BE49-F238E27FC236}">
                <a16:creationId xmlns:a16="http://schemas.microsoft.com/office/drawing/2014/main" id="{C40180F5-236E-A0B0-7440-08DA08129337}"/>
              </a:ext>
            </a:extLst>
          </p:cNvPr>
          <p:cNvSpPr/>
          <p:nvPr/>
        </p:nvSpPr>
        <p:spPr>
          <a:xfrm>
            <a:off x="2944368" y="1837944"/>
            <a:ext cx="91440" cy="91440"/>
          </a:xfrm>
          <a:prstGeom prst="ellipse">
            <a:avLst/>
          </a:prstGeom>
          <a:solidFill>
            <a:srgbClr val="A8C0D8"/>
          </a:solidFill>
          <a:ln w="12700">
            <a:solidFill>
              <a:srgbClr val="A8C0D8"/>
            </a:solidFill>
            <a:prstDash val="solid"/>
          </a:ln>
        </p:spPr>
        <p:txBody>
          <a:bodyPr/>
          <a:lstStyle/>
          <a:p>
            <a:endParaRPr lang="es-419" noProof="0" dirty="0"/>
          </a:p>
        </p:txBody>
      </p:sp>
      <p:sp>
        <p:nvSpPr>
          <p:cNvPr id="18" name="Text 15">
            <a:extLst>
              <a:ext uri="{FF2B5EF4-FFF2-40B4-BE49-F238E27FC236}">
                <a16:creationId xmlns:a16="http://schemas.microsoft.com/office/drawing/2014/main" id="{E3F0FA5C-BC68-FF01-C56B-C8B085F7F3A6}"/>
              </a:ext>
            </a:extLst>
          </p:cNvPr>
          <p:cNvSpPr/>
          <p:nvPr/>
        </p:nvSpPr>
        <p:spPr>
          <a:xfrm>
            <a:off x="3099816" y="1819656"/>
            <a:ext cx="2743200" cy="137160"/>
          </a:xfrm>
          <a:prstGeom prst="rect">
            <a:avLst/>
          </a:prstGeom>
          <a:noFill/>
          <a:ln/>
        </p:spPr>
        <p:txBody>
          <a:bodyPr wrap="square" lIns="0" tIns="0" rIns="0" bIns="0" rtlCol="0" anchor="ctr"/>
          <a:lstStyle/>
          <a:p>
            <a:pPr marL="0" indent="0">
              <a:buNone/>
            </a:pPr>
            <a:r>
              <a:rPr lang="es-419" sz="850" b="1" kern="0" spc="100" noProof="0" dirty="0">
                <a:solidFill>
                  <a:srgbClr val="A8C0D8"/>
                </a:solidFill>
                <a:latin typeface="Montserrat" pitchFamily="34" charset="0"/>
                <a:ea typeface="Montserrat" pitchFamily="34" charset="-122"/>
                <a:cs typeface="Montserrat" pitchFamily="34" charset="-120"/>
              </a:rPr>
              <a:t>[ESTADO DEL PROYECTO]</a:t>
            </a:r>
            <a:endParaRPr lang="es-419" sz="850" noProof="0" dirty="0"/>
          </a:p>
        </p:txBody>
      </p:sp>
      <p:sp>
        <p:nvSpPr>
          <p:cNvPr id="19" name="Shape 16">
            <a:extLst>
              <a:ext uri="{FF2B5EF4-FFF2-40B4-BE49-F238E27FC236}">
                <a16:creationId xmlns:a16="http://schemas.microsoft.com/office/drawing/2014/main" id="{F69BF7FE-2D25-A113-97BC-6D22B938F07A}"/>
              </a:ext>
            </a:extLst>
          </p:cNvPr>
          <p:cNvSpPr/>
          <p:nvPr/>
        </p:nvSpPr>
        <p:spPr>
          <a:xfrm>
            <a:off x="2944368" y="2057400"/>
            <a:ext cx="25603" cy="658368"/>
          </a:xfrm>
          <a:prstGeom prst="rect">
            <a:avLst/>
          </a:prstGeom>
          <a:solidFill>
            <a:srgbClr val="A8C0D8"/>
          </a:solidFill>
          <a:ln w="12700">
            <a:solidFill>
              <a:srgbClr val="A8C0D8"/>
            </a:solidFill>
            <a:prstDash val="solid"/>
          </a:ln>
        </p:spPr>
        <p:txBody>
          <a:bodyPr/>
          <a:lstStyle/>
          <a:p>
            <a:endParaRPr lang="es-419" noProof="0" dirty="0"/>
          </a:p>
        </p:txBody>
      </p:sp>
      <p:sp>
        <p:nvSpPr>
          <p:cNvPr id="20" name="Text 17">
            <a:extLst>
              <a:ext uri="{FF2B5EF4-FFF2-40B4-BE49-F238E27FC236}">
                <a16:creationId xmlns:a16="http://schemas.microsoft.com/office/drawing/2014/main" id="{ECBDCF1D-989E-8678-D0E0-B34637D94E24}"/>
              </a:ext>
            </a:extLst>
          </p:cNvPr>
          <p:cNvSpPr/>
          <p:nvPr/>
        </p:nvSpPr>
        <p:spPr>
          <a:xfrm>
            <a:off x="3035808" y="2057400"/>
            <a:ext cx="5925312" cy="658368"/>
          </a:xfrm>
          <a:prstGeom prst="rect">
            <a:avLst/>
          </a:prstGeom>
          <a:noFill/>
          <a:ln/>
        </p:spPr>
        <p:txBody>
          <a:bodyPr wrap="square" rtlCol="0" anchor="ctr"/>
          <a:lstStyle/>
          <a:p>
            <a:pPr marL="0" indent="0">
              <a:buNone/>
            </a:pPr>
            <a:r>
              <a:rPr lang="es-419" sz="950" i="1" noProof="0" dirty="0">
                <a:solidFill>
                  <a:srgbClr val="A8BDD0"/>
                </a:solidFill>
                <a:latin typeface="Montserrat" pitchFamily="34" charset="0"/>
                <a:ea typeface="Montserrat" pitchFamily="34" charset="-122"/>
                <a:cs typeface="Montserrat" pitchFamily="34" charset="-120"/>
              </a:rPr>
              <a:t>Describa aquí el avance semanal, actividades realizadas,</a:t>
            </a:r>
            <a:endParaRPr lang="es-419" sz="950" noProof="0" dirty="0"/>
          </a:p>
          <a:p>
            <a:pPr marL="0" indent="0">
              <a:buNone/>
            </a:pPr>
            <a:r>
              <a:rPr lang="es-419" sz="950" i="1" noProof="0" dirty="0">
                <a:solidFill>
                  <a:srgbClr val="A8BDD0"/>
                </a:solidFill>
                <a:latin typeface="Montserrat" pitchFamily="34" charset="0"/>
                <a:ea typeface="Montserrat" pitchFamily="34" charset="-122"/>
                <a:cs typeface="Montserrat" pitchFamily="34" charset="-120"/>
              </a:rPr>
              <a:t>pagos, documentación o incidencias del proyecto.</a:t>
            </a:r>
            <a:endParaRPr lang="es-419" sz="950" noProof="0" dirty="0"/>
          </a:p>
        </p:txBody>
      </p:sp>
      <p:sp>
        <p:nvSpPr>
          <p:cNvPr id="21" name="Text 18">
            <a:extLst>
              <a:ext uri="{FF2B5EF4-FFF2-40B4-BE49-F238E27FC236}">
                <a16:creationId xmlns:a16="http://schemas.microsoft.com/office/drawing/2014/main" id="{17D83B7E-4B48-BF91-A21A-F70948239FA6}"/>
              </a:ext>
            </a:extLst>
          </p:cNvPr>
          <p:cNvSpPr/>
          <p:nvPr/>
        </p:nvSpPr>
        <p:spPr>
          <a:xfrm>
            <a:off x="2944368" y="2834640"/>
            <a:ext cx="1828800" cy="164592"/>
          </a:xfrm>
          <a:prstGeom prst="rect">
            <a:avLst/>
          </a:prstGeom>
          <a:noFill/>
          <a:ln/>
        </p:spPr>
        <p:txBody>
          <a:bodyPr wrap="square" lIns="0" tIns="0" rIns="0" bIns="0" rtlCol="0" anchor="ctr"/>
          <a:lstStyle/>
          <a:p>
            <a:pPr marL="0" indent="0">
              <a:buNone/>
            </a:pPr>
            <a:r>
              <a:rPr lang="es-419" sz="650" b="1" kern="0" spc="250" noProof="0" dirty="0">
                <a:solidFill>
                  <a:srgbClr val="EB6C01"/>
                </a:solidFill>
                <a:latin typeface="Montserrat" pitchFamily="34" charset="0"/>
                <a:ea typeface="Montserrat" pitchFamily="34" charset="-122"/>
                <a:cs typeface="Montserrat" pitchFamily="34" charset="-120"/>
              </a:rPr>
              <a:t>FOTOGRAFÍAS DE AVANCE</a:t>
            </a:r>
            <a:endParaRPr lang="es-419" sz="650" noProof="0" dirty="0"/>
          </a:p>
        </p:txBody>
      </p:sp>
      <p:sp>
        <p:nvSpPr>
          <p:cNvPr id="22" name="Shape 19">
            <a:extLst>
              <a:ext uri="{FF2B5EF4-FFF2-40B4-BE49-F238E27FC236}">
                <a16:creationId xmlns:a16="http://schemas.microsoft.com/office/drawing/2014/main" id="{E4DEAE0E-DB62-13DE-28F8-D597F82FB36D}"/>
              </a:ext>
            </a:extLst>
          </p:cNvPr>
          <p:cNvSpPr/>
          <p:nvPr/>
        </p:nvSpPr>
        <p:spPr>
          <a:xfrm>
            <a:off x="2944368" y="3008376"/>
            <a:ext cx="1481328" cy="16459"/>
          </a:xfrm>
          <a:prstGeom prst="rect">
            <a:avLst/>
          </a:prstGeom>
          <a:solidFill>
            <a:srgbClr val="EB6C01"/>
          </a:solidFill>
          <a:ln w="12700">
            <a:solidFill>
              <a:srgbClr val="EB6C01"/>
            </a:solidFill>
            <a:prstDash val="solid"/>
          </a:ln>
        </p:spPr>
        <p:txBody>
          <a:bodyPr/>
          <a:lstStyle/>
          <a:p>
            <a:endParaRPr lang="es-419" noProof="0" dirty="0"/>
          </a:p>
        </p:txBody>
      </p:sp>
      <p:sp>
        <p:nvSpPr>
          <p:cNvPr id="23" name="Shape 20">
            <a:extLst>
              <a:ext uri="{FF2B5EF4-FFF2-40B4-BE49-F238E27FC236}">
                <a16:creationId xmlns:a16="http://schemas.microsoft.com/office/drawing/2014/main" id="{366A124D-243F-EBF1-90D4-EDD81B342A2E}"/>
              </a:ext>
            </a:extLst>
          </p:cNvPr>
          <p:cNvSpPr/>
          <p:nvPr/>
        </p:nvSpPr>
        <p:spPr>
          <a:xfrm>
            <a:off x="2944368"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24" name="Image 1" descr="preencoded.png">
            <a:extLst>
              <a:ext uri="{FF2B5EF4-FFF2-40B4-BE49-F238E27FC236}">
                <a16:creationId xmlns:a16="http://schemas.microsoft.com/office/drawing/2014/main" id="{8D4A179E-3061-5B6B-DA62-219433D3FB42}"/>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797808" y="3593592"/>
            <a:ext cx="256032" cy="256032"/>
          </a:xfrm>
          <a:prstGeom prst="rect">
            <a:avLst/>
          </a:prstGeom>
        </p:spPr>
      </p:pic>
      <p:sp>
        <p:nvSpPr>
          <p:cNvPr id="25" name="Text 21">
            <a:extLst>
              <a:ext uri="{FF2B5EF4-FFF2-40B4-BE49-F238E27FC236}">
                <a16:creationId xmlns:a16="http://schemas.microsoft.com/office/drawing/2014/main" id="{DAA717EC-AAFF-BA89-A769-02D2397C6D1C}"/>
              </a:ext>
            </a:extLst>
          </p:cNvPr>
          <p:cNvSpPr/>
          <p:nvPr/>
        </p:nvSpPr>
        <p:spPr>
          <a:xfrm>
            <a:off x="2944368"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26" name="Shape 22">
            <a:extLst>
              <a:ext uri="{FF2B5EF4-FFF2-40B4-BE49-F238E27FC236}">
                <a16:creationId xmlns:a16="http://schemas.microsoft.com/office/drawing/2014/main" id="{7C0EAEC4-2158-7062-A24D-395B791EDFE2}"/>
              </a:ext>
            </a:extLst>
          </p:cNvPr>
          <p:cNvSpPr/>
          <p:nvPr/>
        </p:nvSpPr>
        <p:spPr>
          <a:xfrm>
            <a:off x="4980432"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27" name="Image 2" descr="preencoded.png">
            <a:extLst>
              <a:ext uri="{FF2B5EF4-FFF2-40B4-BE49-F238E27FC236}">
                <a16:creationId xmlns:a16="http://schemas.microsoft.com/office/drawing/2014/main" id="{FE316E35-9741-26FD-F775-567BA9AD6B12}"/>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833872" y="3593592"/>
            <a:ext cx="256032" cy="256032"/>
          </a:xfrm>
          <a:prstGeom prst="rect">
            <a:avLst/>
          </a:prstGeom>
        </p:spPr>
      </p:pic>
      <p:sp>
        <p:nvSpPr>
          <p:cNvPr id="28" name="Text 23">
            <a:extLst>
              <a:ext uri="{FF2B5EF4-FFF2-40B4-BE49-F238E27FC236}">
                <a16:creationId xmlns:a16="http://schemas.microsoft.com/office/drawing/2014/main" id="{D04EAC73-77DB-CEE6-B162-CE04A0308156}"/>
              </a:ext>
            </a:extLst>
          </p:cNvPr>
          <p:cNvSpPr/>
          <p:nvPr/>
        </p:nvSpPr>
        <p:spPr>
          <a:xfrm>
            <a:off x="4980432"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29" name="Shape 24">
            <a:extLst>
              <a:ext uri="{FF2B5EF4-FFF2-40B4-BE49-F238E27FC236}">
                <a16:creationId xmlns:a16="http://schemas.microsoft.com/office/drawing/2014/main" id="{D09889AE-736C-C902-A30B-D845E22549D1}"/>
              </a:ext>
            </a:extLst>
          </p:cNvPr>
          <p:cNvSpPr/>
          <p:nvPr/>
        </p:nvSpPr>
        <p:spPr>
          <a:xfrm>
            <a:off x="7016496"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30" name="Image 3" descr="preencoded.png">
            <a:extLst>
              <a:ext uri="{FF2B5EF4-FFF2-40B4-BE49-F238E27FC236}">
                <a16:creationId xmlns:a16="http://schemas.microsoft.com/office/drawing/2014/main" id="{307F00F5-3645-14F4-B5C4-1EA1D9679134}"/>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7869936" y="3593592"/>
            <a:ext cx="256032" cy="256032"/>
          </a:xfrm>
          <a:prstGeom prst="rect">
            <a:avLst/>
          </a:prstGeom>
        </p:spPr>
      </p:pic>
      <p:sp>
        <p:nvSpPr>
          <p:cNvPr id="31" name="Text 25">
            <a:extLst>
              <a:ext uri="{FF2B5EF4-FFF2-40B4-BE49-F238E27FC236}">
                <a16:creationId xmlns:a16="http://schemas.microsoft.com/office/drawing/2014/main" id="{B29784FD-47A4-E698-9D04-3E9CB41DCFE7}"/>
              </a:ext>
            </a:extLst>
          </p:cNvPr>
          <p:cNvSpPr/>
          <p:nvPr/>
        </p:nvSpPr>
        <p:spPr>
          <a:xfrm>
            <a:off x="7016496"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32" name="Shape 26">
            <a:extLst>
              <a:ext uri="{FF2B5EF4-FFF2-40B4-BE49-F238E27FC236}">
                <a16:creationId xmlns:a16="http://schemas.microsoft.com/office/drawing/2014/main" id="{DAE51BAD-6A2A-7879-1B15-663B63238C42}"/>
              </a:ext>
            </a:extLst>
          </p:cNvPr>
          <p:cNvSpPr/>
          <p:nvPr/>
        </p:nvSpPr>
        <p:spPr>
          <a:xfrm>
            <a:off x="0" y="4873752"/>
            <a:ext cx="9144000" cy="269748"/>
          </a:xfrm>
          <a:prstGeom prst="rect">
            <a:avLst/>
          </a:prstGeom>
          <a:solidFill>
            <a:srgbClr val="1A3464"/>
          </a:solidFill>
          <a:ln w="12700">
            <a:solidFill>
              <a:srgbClr val="1A3464"/>
            </a:solidFill>
            <a:prstDash val="solid"/>
          </a:ln>
        </p:spPr>
        <p:txBody>
          <a:bodyPr/>
          <a:lstStyle/>
          <a:p>
            <a:endParaRPr lang="es-419" noProof="0" dirty="0"/>
          </a:p>
        </p:txBody>
      </p:sp>
      <p:sp>
        <p:nvSpPr>
          <p:cNvPr id="33" name="Text 27">
            <a:extLst>
              <a:ext uri="{FF2B5EF4-FFF2-40B4-BE49-F238E27FC236}">
                <a16:creationId xmlns:a16="http://schemas.microsoft.com/office/drawing/2014/main" id="{9CC6B6D3-C04C-142D-ACD7-29E7897B47AD}"/>
              </a:ext>
            </a:extLst>
          </p:cNvPr>
          <p:cNvSpPr/>
          <p:nvPr/>
        </p:nvSpPr>
        <p:spPr>
          <a:xfrm>
            <a:off x="384048" y="4901184"/>
            <a:ext cx="5029200" cy="182880"/>
          </a:xfrm>
          <a:prstGeom prst="rect">
            <a:avLst/>
          </a:prstGeom>
          <a:noFill/>
          <a:ln/>
        </p:spPr>
        <p:txBody>
          <a:bodyPr wrap="square" lIns="0" tIns="0" rIns="0" bIns="0" rtlCol="0" anchor="ctr"/>
          <a:lstStyle/>
          <a:p>
            <a:pPr marL="0" indent="0">
              <a:buNone/>
            </a:pPr>
            <a:r>
              <a:rPr lang="es-419" sz="700" kern="0" spc="150" noProof="0" dirty="0">
                <a:solidFill>
                  <a:srgbClr val="8FAECB"/>
                </a:solidFill>
                <a:latin typeface="Montserrat" pitchFamily="34" charset="0"/>
                <a:ea typeface="Montserrat" pitchFamily="34" charset="-122"/>
                <a:cs typeface="Montserrat" pitchFamily="34" charset="-120"/>
              </a:rPr>
              <a:t>COORDINACIÓN DE OBRAS Y MANTENIMIENTO RCMA</a:t>
            </a:r>
            <a:endParaRPr lang="es-419" sz="700" noProof="0" dirty="0"/>
          </a:p>
        </p:txBody>
      </p:sp>
      <p:sp>
        <p:nvSpPr>
          <p:cNvPr id="34" name="Shape 28">
            <a:extLst>
              <a:ext uri="{FF2B5EF4-FFF2-40B4-BE49-F238E27FC236}">
                <a16:creationId xmlns:a16="http://schemas.microsoft.com/office/drawing/2014/main" id="{B7A7528C-435D-5CE8-F6CE-DF9787904682}"/>
              </a:ext>
            </a:extLst>
          </p:cNvPr>
          <p:cNvSpPr/>
          <p:nvPr/>
        </p:nvSpPr>
        <p:spPr>
          <a:xfrm>
            <a:off x="5559552" y="4974336"/>
            <a:ext cx="5486" cy="100584"/>
          </a:xfrm>
          <a:prstGeom prst="rect">
            <a:avLst/>
          </a:prstGeom>
          <a:solidFill>
            <a:srgbClr val="8FAECB"/>
          </a:solidFill>
          <a:ln w="12700">
            <a:solidFill>
              <a:srgbClr val="8FAECB"/>
            </a:solidFill>
            <a:prstDash val="solid"/>
          </a:ln>
        </p:spPr>
        <p:txBody>
          <a:bodyPr/>
          <a:lstStyle/>
          <a:p>
            <a:endParaRPr lang="es-419" noProof="0" dirty="0"/>
          </a:p>
        </p:txBody>
      </p:sp>
      <p:sp>
        <p:nvSpPr>
          <p:cNvPr id="35" name="Text 29">
            <a:extLst>
              <a:ext uri="{FF2B5EF4-FFF2-40B4-BE49-F238E27FC236}">
                <a16:creationId xmlns:a16="http://schemas.microsoft.com/office/drawing/2014/main" id="{E43CF5A7-F334-5794-498E-22E09E3DD36C}"/>
              </a:ext>
            </a:extLst>
          </p:cNvPr>
          <p:cNvSpPr/>
          <p:nvPr/>
        </p:nvSpPr>
        <p:spPr>
          <a:xfrm>
            <a:off x="5650992" y="4901184"/>
            <a:ext cx="2286000" cy="182880"/>
          </a:xfrm>
          <a:prstGeom prst="rect">
            <a:avLst/>
          </a:prstGeom>
          <a:noFill/>
          <a:ln/>
        </p:spPr>
        <p:txBody>
          <a:bodyPr wrap="square" lIns="0" tIns="0" rIns="0" bIns="0" rtlCol="0" anchor="ctr"/>
          <a:lstStyle/>
          <a:p>
            <a:pPr marL="0" indent="0">
              <a:buNone/>
            </a:pPr>
            <a:r>
              <a:rPr lang="es-419" sz="700" kern="0" spc="150" noProof="0" dirty="0">
                <a:solidFill>
                  <a:srgbClr val="8FAECB"/>
                </a:solidFill>
                <a:latin typeface="Montserrat" pitchFamily="34" charset="0"/>
                <a:ea typeface="Montserrat" pitchFamily="34" charset="-122"/>
                <a:cs typeface="Montserrat" pitchFamily="34" charset="-120"/>
              </a:rPr>
              <a:t>Mano Amiga</a:t>
            </a:r>
            <a:endParaRPr lang="es-419" sz="700" noProof="0" dirty="0"/>
          </a:p>
        </p:txBody>
      </p:sp>
      <p:sp>
        <p:nvSpPr>
          <p:cNvPr id="43" name="Forma libre: forma 42">
            <a:extLst>
              <a:ext uri="{FF2B5EF4-FFF2-40B4-BE49-F238E27FC236}">
                <a16:creationId xmlns:a16="http://schemas.microsoft.com/office/drawing/2014/main" id="{26B54EA0-CD8D-592D-12A0-9A84E2BA6C33}"/>
              </a:ext>
            </a:extLst>
          </p:cNvPr>
          <p:cNvSpPr/>
          <p:nvPr/>
        </p:nvSpPr>
        <p:spPr>
          <a:xfrm>
            <a:off x="1596105" y="2222074"/>
            <a:ext cx="193086" cy="261624"/>
          </a:xfrm>
          <a:custGeom>
            <a:avLst/>
            <a:gdLst>
              <a:gd name="csX0" fmla="*/ 47363 w 193086"/>
              <a:gd name="csY0" fmla="*/ 258865 h 261624"/>
              <a:gd name="csX1" fmla="*/ 34066 w 193086"/>
              <a:gd name="csY1" fmla="*/ 253627 h 261624"/>
              <a:gd name="csX2" fmla="*/ 25677 w 193086"/>
              <a:gd name="csY2" fmla="*/ 249703 h 261624"/>
              <a:gd name="csX3" fmla="*/ 12838 w 193086"/>
              <a:gd name="csY3" fmla="*/ 237813 h 261624"/>
              <a:gd name="csX4" fmla="*/ 0 w 193086"/>
              <a:gd name="csY4" fmla="*/ 228023 h 261624"/>
              <a:gd name="csX5" fmla="*/ 10590 w 193086"/>
              <a:gd name="csY5" fmla="*/ 222007 h 261624"/>
              <a:gd name="csX6" fmla="*/ 24311 w 193086"/>
              <a:gd name="csY6" fmla="*/ 218591 h 261624"/>
              <a:gd name="csX7" fmla="*/ 30840 w 193086"/>
              <a:gd name="csY7" fmla="*/ 210994 h 261624"/>
              <a:gd name="csX8" fmla="*/ 34002 w 193086"/>
              <a:gd name="csY8" fmla="*/ 201034 h 261624"/>
              <a:gd name="csX9" fmla="*/ 34055 w 193086"/>
              <a:gd name="csY9" fmla="*/ 192894 h 261624"/>
              <a:gd name="csX10" fmla="*/ 33474 w 193086"/>
              <a:gd name="csY10" fmla="*/ 186352 h 261624"/>
              <a:gd name="csX11" fmla="*/ 36002 w 193086"/>
              <a:gd name="csY11" fmla="*/ 155255 h 261624"/>
              <a:gd name="csX12" fmla="*/ 40814 w 193086"/>
              <a:gd name="csY12" fmla="*/ 125721 h 261624"/>
              <a:gd name="csX13" fmla="*/ 52906 w 193086"/>
              <a:gd name="csY13" fmla="*/ 136226 h 261624"/>
              <a:gd name="csX14" fmla="*/ 67584 w 193086"/>
              <a:gd name="csY14" fmla="*/ 150557 h 261624"/>
              <a:gd name="csX15" fmla="*/ 85050 w 193086"/>
              <a:gd name="csY15" fmla="*/ 148575 h 261624"/>
              <a:gd name="csX16" fmla="*/ 92615 w 193086"/>
              <a:gd name="csY16" fmla="*/ 147623 h 261624"/>
              <a:gd name="csX17" fmla="*/ 103162 w 193086"/>
              <a:gd name="csY17" fmla="*/ 143713 h 261624"/>
              <a:gd name="csX18" fmla="*/ 110991 w 193086"/>
              <a:gd name="csY18" fmla="*/ 139409 h 261624"/>
              <a:gd name="csX19" fmla="*/ 118857 w 193086"/>
              <a:gd name="csY19" fmla="*/ 137039 h 261624"/>
              <a:gd name="csX20" fmla="*/ 114946 w 193086"/>
              <a:gd name="csY20" fmla="*/ 126979 h 261624"/>
              <a:gd name="csX21" fmla="*/ 104278 w 193086"/>
              <a:gd name="csY21" fmla="*/ 120558 h 261624"/>
              <a:gd name="csX22" fmla="*/ 100539 w 193086"/>
              <a:gd name="csY22" fmla="*/ 116814 h 261624"/>
              <a:gd name="csX23" fmla="*/ 87769 w 193086"/>
              <a:gd name="csY23" fmla="*/ 107211 h 261624"/>
              <a:gd name="csX24" fmla="*/ 75649 w 193086"/>
              <a:gd name="csY24" fmla="*/ 82459 h 261624"/>
              <a:gd name="csX25" fmla="*/ 81162 w 193086"/>
              <a:gd name="csY25" fmla="*/ 66581 h 261624"/>
              <a:gd name="csX26" fmla="*/ 76956 w 193086"/>
              <a:gd name="csY26" fmla="*/ 53086 h 261624"/>
              <a:gd name="csX27" fmla="*/ 74281 w 193086"/>
              <a:gd name="csY27" fmla="*/ 48335 h 261624"/>
              <a:gd name="csX28" fmla="*/ 98388 w 193086"/>
              <a:gd name="csY28" fmla="*/ 21931 h 261624"/>
              <a:gd name="csX29" fmla="*/ 99033 w 193086"/>
              <a:gd name="csY29" fmla="*/ 12782 h 261624"/>
              <a:gd name="csX30" fmla="*/ 112340 w 193086"/>
              <a:gd name="csY30" fmla="*/ 234 h 261624"/>
              <a:gd name="csX31" fmla="*/ 115367 w 193086"/>
              <a:gd name="csY31" fmla="*/ 7384 h 261624"/>
              <a:gd name="csX32" fmla="*/ 123019 w 193086"/>
              <a:gd name="csY32" fmla="*/ 18442 h 261624"/>
              <a:gd name="csX33" fmla="*/ 122268 w 193086"/>
              <a:gd name="csY33" fmla="*/ 30221 h 261624"/>
              <a:gd name="csX34" fmla="*/ 113949 w 193086"/>
              <a:gd name="csY34" fmla="*/ 45287 h 261624"/>
              <a:gd name="csX35" fmla="*/ 120402 w 193086"/>
              <a:gd name="csY35" fmla="*/ 65276 h 261624"/>
              <a:gd name="csX36" fmla="*/ 138506 w 193086"/>
              <a:gd name="csY36" fmla="*/ 64867 h 261624"/>
              <a:gd name="csX37" fmla="*/ 143345 w 193086"/>
              <a:gd name="csY37" fmla="*/ 58224 h 261624"/>
              <a:gd name="csX38" fmla="*/ 152274 w 193086"/>
              <a:gd name="csY38" fmla="*/ 62931 h 261624"/>
              <a:gd name="csX39" fmla="*/ 162130 w 193086"/>
              <a:gd name="csY39" fmla="*/ 68135 h 261624"/>
              <a:gd name="csX40" fmla="*/ 158059 w 193086"/>
              <a:gd name="csY40" fmla="*/ 75879 h 261624"/>
              <a:gd name="csX41" fmla="*/ 142387 w 193086"/>
              <a:gd name="csY41" fmla="*/ 123139 h 261624"/>
              <a:gd name="csX42" fmla="*/ 161574 w 193086"/>
              <a:gd name="csY42" fmla="*/ 140138 h 261624"/>
              <a:gd name="csX43" fmla="*/ 162505 w 193086"/>
              <a:gd name="csY43" fmla="*/ 150542 h 261624"/>
              <a:gd name="csX44" fmla="*/ 151065 w 193086"/>
              <a:gd name="csY44" fmla="*/ 162165 h 261624"/>
              <a:gd name="csX45" fmla="*/ 147000 w 193086"/>
              <a:gd name="csY45" fmla="*/ 176069 h 261624"/>
              <a:gd name="csX46" fmla="*/ 151074 w 193086"/>
              <a:gd name="csY46" fmla="*/ 198795 h 261624"/>
              <a:gd name="csX47" fmla="*/ 161382 w 193086"/>
              <a:gd name="csY47" fmla="*/ 209212 h 261624"/>
              <a:gd name="csX48" fmla="*/ 180801 w 193086"/>
              <a:gd name="csY48" fmla="*/ 215310 h 261624"/>
              <a:gd name="csX49" fmla="*/ 191062 w 193086"/>
              <a:gd name="csY49" fmla="*/ 220266 h 261624"/>
              <a:gd name="csX50" fmla="*/ 186266 w 193086"/>
              <a:gd name="csY50" fmla="*/ 234411 h 261624"/>
              <a:gd name="csX51" fmla="*/ 146648 w 193086"/>
              <a:gd name="csY51" fmla="*/ 241973 h 261624"/>
              <a:gd name="csX52" fmla="*/ 130308 w 193086"/>
              <a:gd name="csY52" fmla="*/ 244333 h 261624"/>
              <a:gd name="csX53" fmla="*/ 120069 w 193086"/>
              <a:gd name="csY53" fmla="*/ 230760 h 261624"/>
              <a:gd name="csX54" fmla="*/ 99204 w 193086"/>
              <a:gd name="csY54" fmla="*/ 236809 h 261624"/>
              <a:gd name="csX55" fmla="*/ 99051 w 193086"/>
              <a:gd name="csY55" fmla="*/ 250983 h 261624"/>
              <a:gd name="csX56" fmla="*/ 92202 w 193086"/>
              <a:gd name="csY56" fmla="*/ 257021 h 261624"/>
              <a:gd name="csX57" fmla="*/ 61602 w 193086"/>
              <a:gd name="csY57" fmla="*/ 257374 h 261624"/>
              <a:gd name="csX58" fmla="*/ 47363 w 193086"/>
              <a:gd name="csY58" fmla="*/ 258865 h 2616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Lst>
            <a:rect l="l" t="t" r="r" b="b"/>
            <a:pathLst>
              <a:path w="193086" h="261624">
                <a:moveTo>
                  <a:pt x="47363" y="258865"/>
                </a:moveTo>
                <a:cubicBezTo>
                  <a:pt x="44664" y="256988"/>
                  <a:pt x="38681" y="254631"/>
                  <a:pt x="34066" y="253627"/>
                </a:cubicBezTo>
                <a:cubicBezTo>
                  <a:pt x="29452" y="252623"/>
                  <a:pt x="25677" y="250857"/>
                  <a:pt x="25677" y="249703"/>
                </a:cubicBezTo>
                <a:cubicBezTo>
                  <a:pt x="25677" y="248548"/>
                  <a:pt x="19899" y="243198"/>
                  <a:pt x="12838" y="237813"/>
                </a:cubicBezTo>
                <a:lnTo>
                  <a:pt x="0" y="228023"/>
                </a:lnTo>
                <a:lnTo>
                  <a:pt x="10590" y="222007"/>
                </a:lnTo>
                <a:cubicBezTo>
                  <a:pt x="17972" y="217814"/>
                  <a:pt x="22129" y="216779"/>
                  <a:pt x="24311" y="218591"/>
                </a:cubicBezTo>
                <a:cubicBezTo>
                  <a:pt x="28477" y="222048"/>
                  <a:pt x="30840" y="219299"/>
                  <a:pt x="30840" y="210994"/>
                </a:cubicBezTo>
                <a:cubicBezTo>
                  <a:pt x="30840" y="207256"/>
                  <a:pt x="32263" y="202774"/>
                  <a:pt x="34002" y="201034"/>
                </a:cubicBezTo>
                <a:cubicBezTo>
                  <a:pt x="36474" y="198562"/>
                  <a:pt x="36486" y="196787"/>
                  <a:pt x="34055" y="192894"/>
                </a:cubicBezTo>
                <a:cubicBezTo>
                  <a:pt x="32093" y="189753"/>
                  <a:pt x="31879" y="187338"/>
                  <a:pt x="33474" y="186352"/>
                </a:cubicBezTo>
                <a:cubicBezTo>
                  <a:pt x="34886" y="185479"/>
                  <a:pt x="36002" y="171748"/>
                  <a:pt x="36002" y="155255"/>
                </a:cubicBezTo>
                <a:cubicBezTo>
                  <a:pt x="36002" y="128160"/>
                  <a:pt x="36400" y="125721"/>
                  <a:pt x="40814" y="125721"/>
                </a:cubicBezTo>
                <a:cubicBezTo>
                  <a:pt x="43528" y="125721"/>
                  <a:pt x="48800" y="130301"/>
                  <a:pt x="52906" y="136226"/>
                </a:cubicBezTo>
                <a:cubicBezTo>
                  <a:pt x="56911" y="142004"/>
                  <a:pt x="63516" y="148453"/>
                  <a:pt x="67584" y="150557"/>
                </a:cubicBezTo>
                <a:cubicBezTo>
                  <a:pt x="75108" y="154448"/>
                  <a:pt x="85050" y="153319"/>
                  <a:pt x="85050" y="148575"/>
                </a:cubicBezTo>
                <a:cubicBezTo>
                  <a:pt x="85050" y="147029"/>
                  <a:pt x="88138" y="146640"/>
                  <a:pt x="92615" y="147623"/>
                </a:cubicBezTo>
                <a:cubicBezTo>
                  <a:pt x="98706" y="148961"/>
                  <a:pt x="100761" y="148199"/>
                  <a:pt x="103162" y="143713"/>
                </a:cubicBezTo>
                <a:cubicBezTo>
                  <a:pt x="105115" y="140063"/>
                  <a:pt x="107816" y="138578"/>
                  <a:pt x="110991" y="139409"/>
                </a:cubicBezTo>
                <a:cubicBezTo>
                  <a:pt x="113656" y="140106"/>
                  <a:pt x="117196" y="139039"/>
                  <a:pt x="118857" y="137039"/>
                </a:cubicBezTo>
                <a:cubicBezTo>
                  <a:pt x="121254" y="134150"/>
                  <a:pt x="120449" y="132080"/>
                  <a:pt x="114946" y="126979"/>
                </a:cubicBezTo>
                <a:cubicBezTo>
                  <a:pt x="111135" y="123448"/>
                  <a:pt x="106335" y="120558"/>
                  <a:pt x="104278" y="120558"/>
                </a:cubicBezTo>
                <a:cubicBezTo>
                  <a:pt x="102221" y="120558"/>
                  <a:pt x="100539" y="118873"/>
                  <a:pt x="100539" y="116814"/>
                </a:cubicBezTo>
                <a:cubicBezTo>
                  <a:pt x="100539" y="114754"/>
                  <a:pt x="94792" y="110433"/>
                  <a:pt x="87769" y="107211"/>
                </a:cubicBezTo>
                <a:cubicBezTo>
                  <a:pt x="73337" y="100591"/>
                  <a:pt x="69935" y="93642"/>
                  <a:pt x="75649" y="82459"/>
                </a:cubicBezTo>
                <a:cubicBezTo>
                  <a:pt x="77638" y="78567"/>
                  <a:pt x="80119" y="71422"/>
                  <a:pt x="81162" y="66581"/>
                </a:cubicBezTo>
                <a:cubicBezTo>
                  <a:pt x="82769" y="59128"/>
                  <a:pt x="82125" y="57061"/>
                  <a:pt x="76956" y="53086"/>
                </a:cubicBezTo>
                <a:cubicBezTo>
                  <a:pt x="73561" y="50475"/>
                  <a:pt x="72374" y="48366"/>
                  <a:pt x="74281" y="48335"/>
                </a:cubicBezTo>
                <a:cubicBezTo>
                  <a:pt x="79014" y="48255"/>
                  <a:pt x="97860" y="27614"/>
                  <a:pt x="98388" y="21931"/>
                </a:cubicBezTo>
                <a:cubicBezTo>
                  <a:pt x="98624" y="19384"/>
                  <a:pt x="98915" y="15267"/>
                  <a:pt x="99033" y="12782"/>
                </a:cubicBezTo>
                <a:cubicBezTo>
                  <a:pt x="99328" y="6580"/>
                  <a:pt x="107875" y="-1480"/>
                  <a:pt x="112340" y="234"/>
                </a:cubicBezTo>
                <a:cubicBezTo>
                  <a:pt x="114351" y="1006"/>
                  <a:pt x="115714" y="4223"/>
                  <a:pt x="115367" y="7384"/>
                </a:cubicBezTo>
                <a:cubicBezTo>
                  <a:pt x="114925" y="11414"/>
                  <a:pt x="117211" y="14717"/>
                  <a:pt x="123019" y="18442"/>
                </a:cubicBezTo>
                <a:cubicBezTo>
                  <a:pt x="132830" y="24734"/>
                  <a:pt x="132594" y="28432"/>
                  <a:pt x="122268" y="30221"/>
                </a:cubicBezTo>
                <a:cubicBezTo>
                  <a:pt x="115180" y="31449"/>
                  <a:pt x="114690" y="32336"/>
                  <a:pt x="113949" y="45287"/>
                </a:cubicBezTo>
                <a:cubicBezTo>
                  <a:pt x="113241" y="57646"/>
                  <a:pt x="113899" y="59682"/>
                  <a:pt x="120402" y="65276"/>
                </a:cubicBezTo>
                <a:cubicBezTo>
                  <a:pt x="129577" y="73166"/>
                  <a:pt x="132509" y="73100"/>
                  <a:pt x="138506" y="64867"/>
                </a:cubicBezTo>
                <a:lnTo>
                  <a:pt x="143345" y="58224"/>
                </a:lnTo>
                <a:lnTo>
                  <a:pt x="152274" y="62931"/>
                </a:lnTo>
                <a:cubicBezTo>
                  <a:pt x="157185" y="65520"/>
                  <a:pt x="161620" y="67861"/>
                  <a:pt x="162130" y="68135"/>
                </a:cubicBezTo>
                <a:cubicBezTo>
                  <a:pt x="162640" y="68408"/>
                  <a:pt x="160808" y="71893"/>
                  <a:pt x="158059" y="75879"/>
                </a:cubicBezTo>
                <a:cubicBezTo>
                  <a:pt x="151713" y="85081"/>
                  <a:pt x="141902" y="114664"/>
                  <a:pt x="142387" y="123139"/>
                </a:cubicBezTo>
                <a:cubicBezTo>
                  <a:pt x="142935" y="132744"/>
                  <a:pt x="146254" y="135684"/>
                  <a:pt x="161574" y="140138"/>
                </a:cubicBezTo>
                <a:cubicBezTo>
                  <a:pt x="177125" y="144659"/>
                  <a:pt x="177438" y="148154"/>
                  <a:pt x="162505" y="150542"/>
                </a:cubicBezTo>
                <a:cubicBezTo>
                  <a:pt x="152866" y="152083"/>
                  <a:pt x="147932" y="157096"/>
                  <a:pt x="151065" y="162165"/>
                </a:cubicBezTo>
                <a:cubicBezTo>
                  <a:pt x="151887" y="163495"/>
                  <a:pt x="150058" y="169752"/>
                  <a:pt x="147000" y="176069"/>
                </a:cubicBezTo>
                <a:cubicBezTo>
                  <a:pt x="140040" y="190447"/>
                  <a:pt x="141019" y="195911"/>
                  <a:pt x="151074" y="198795"/>
                </a:cubicBezTo>
                <a:cubicBezTo>
                  <a:pt x="156834" y="200447"/>
                  <a:pt x="159631" y="203274"/>
                  <a:pt x="161382" y="209212"/>
                </a:cubicBezTo>
                <a:cubicBezTo>
                  <a:pt x="163891" y="217725"/>
                  <a:pt x="167253" y="218781"/>
                  <a:pt x="180801" y="215310"/>
                </a:cubicBezTo>
                <a:cubicBezTo>
                  <a:pt x="186270" y="213909"/>
                  <a:pt x="188145" y="214815"/>
                  <a:pt x="191062" y="220266"/>
                </a:cubicBezTo>
                <a:cubicBezTo>
                  <a:pt x="194411" y="226524"/>
                  <a:pt x="194115" y="227399"/>
                  <a:pt x="186266" y="234411"/>
                </a:cubicBezTo>
                <a:cubicBezTo>
                  <a:pt x="177581" y="242171"/>
                  <a:pt x="173505" y="242950"/>
                  <a:pt x="146648" y="241973"/>
                </a:cubicBezTo>
                <a:cubicBezTo>
                  <a:pt x="138138" y="241664"/>
                  <a:pt x="131353" y="242644"/>
                  <a:pt x="130308" y="244333"/>
                </a:cubicBezTo>
                <a:cubicBezTo>
                  <a:pt x="127797" y="248397"/>
                  <a:pt x="118188" y="235660"/>
                  <a:pt x="120069" y="230760"/>
                </a:cubicBezTo>
                <a:cubicBezTo>
                  <a:pt x="124398" y="219478"/>
                  <a:pt x="105303" y="225013"/>
                  <a:pt x="99204" y="236809"/>
                </a:cubicBezTo>
                <a:cubicBezTo>
                  <a:pt x="95428" y="244110"/>
                  <a:pt x="95414" y="245432"/>
                  <a:pt x="99051" y="250983"/>
                </a:cubicBezTo>
                <a:cubicBezTo>
                  <a:pt x="103916" y="258408"/>
                  <a:pt x="100434" y="261478"/>
                  <a:pt x="92202" y="257021"/>
                </a:cubicBezTo>
                <a:cubicBezTo>
                  <a:pt x="83927" y="252540"/>
                  <a:pt x="66492" y="252742"/>
                  <a:pt x="61602" y="257374"/>
                </a:cubicBezTo>
                <a:cubicBezTo>
                  <a:pt x="56090" y="262596"/>
                  <a:pt x="53167" y="262902"/>
                  <a:pt x="47363" y="258865"/>
                </a:cubicBezTo>
                <a:close/>
              </a:path>
            </a:pathLst>
          </a:custGeom>
          <a:solidFill>
            <a:srgbClr val="B9B9B9"/>
          </a:solidFill>
          <a:ln w="5163" cap="flat">
            <a:noFill/>
            <a:prstDash val="solid"/>
            <a:miter/>
          </a:ln>
        </p:spPr>
        <p:txBody>
          <a:bodyPr/>
          <a:lstStyle/>
          <a:p>
            <a:endParaRPr lang="es-419" noProof="0" dirty="0"/>
          </a:p>
        </p:txBody>
      </p:sp>
      <p:sp>
        <p:nvSpPr>
          <p:cNvPr id="44" name="Forma libre: forma 43">
            <a:extLst>
              <a:ext uri="{FF2B5EF4-FFF2-40B4-BE49-F238E27FC236}">
                <a16:creationId xmlns:a16="http://schemas.microsoft.com/office/drawing/2014/main" id="{5BA5733A-A9FF-75AA-35AF-8D0CDA8928C6}"/>
              </a:ext>
            </a:extLst>
          </p:cNvPr>
          <p:cNvSpPr/>
          <p:nvPr/>
        </p:nvSpPr>
        <p:spPr>
          <a:xfrm>
            <a:off x="1103504" y="2345749"/>
            <a:ext cx="95653" cy="64838"/>
          </a:xfrm>
          <a:custGeom>
            <a:avLst/>
            <a:gdLst>
              <a:gd name="csX0" fmla="*/ 71219 w 95653"/>
              <a:gd name="csY0" fmla="*/ 62506 h 64838"/>
              <a:gd name="csX1" fmla="*/ 62655 w 95653"/>
              <a:gd name="csY1" fmla="*/ 53685 h 64838"/>
              <a:gd name="csX2" fmla="*/ 57443 w 95653"/>
              <a:gd name="csY2" fmla="*/ 48511 h 64838"/>
              <a:gd name="csX3" fmla="*/ 51242 w 95653"/>
              <a:gd name="csY3" fmla="*/ 43994 h 64838"/>
              <a:gd name="csX4" fmla="*/ 48532 w 95653"/>
              <a:gd name="csY4" fmla="*/ 43994 h 64838"/>
              <a:gd name="csX5" fmla="*/ 36926 w 95653"/>
              <a:gd name="csY5" fmla="*/ 44510 h 64838"/>
              <a:gd name="csX6" fmla="*/ 28785 w 95653"/>
              <a:gd name="csY6" fmla="*/ 36765 h 64838"/>
              <a:gd name="csX7" fmla="*/ 27076 w 95653"/>
              <a:gd name="csY7" fmla="*/ 32629 h 64838"/>
              <a:gd name="csX8" fmla="*/ 11500 w 95653"/>
              <a:gd name="csY8" fmla="*/ 28262 h 64838"/>
              <a:gd name="csX9" fmla="*/ 1174 w 95653"/>
              <a:gd name="csY9" fmla="*/ 25068 h 64838"/>
              <a:gd name="csX10" fmla="*/ 31004 w 95653"/>
              <a:gd name="csY10" fmla="*/ 14820 h 64838"/>
              <a:gd name="csX11" fmla="*/ 49970 w 95653"/>
              <a:gd name="csY11" fmla="*/ 6499 h 64838"/>
              <a:gd name="csX12" fmla="*/ 60293 w 95653"/>
              <a:gd name="csY12" fmla="*/ 3207 h 64838"/>
              <a:gd name="csX13" fmla="*/ 79487 w 95653"/>
              <a:gd name="csY13" fmla="*/ 1724 h 64838"/>
              <a:gd name="csX14" fmla="*/ 95469 w 95653"/>
              <a:gd name="csY14" fmla="*/ 24677 h 64838"/>
              <a:gd name="csX15" fmla="*/ 92590 w 95653"/>
              <a:gd name="csY15" fmla="*/ 45837 h 64838"/>
              <a:gd name="csX16" fmla="*/ 88748 w 95653"/>
              <a:gd name="csY16" fmla="*/ 52688 h 64838"/>
              <a:gd name="csX17" fmla="*/ 82592 w 95653"/>
              <a:gd name="csY17" fmla="*/ 62155 h 64838"/>
              <a:gd name="csX18" fmla="*/ 71219 w 95653"/>
              <a:gd name="csY18" fmla="*/ 62506 h 648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95653" h="64838">
                <a:moveTo>
                  <a:pt x="71219" y="62506"/>
                </a:moveTo>
                <a:cubicBezTo>
                  <a:pt x="67412" y="60499"/>
                  <a:pt x="63558" y="56530"/>
                  <a:pt x="62655" y="53685"/>
                </a:cubicBezTo>
                <a:cubicBezTo>
                  <a:pt x="61752" y="50839"/>
                  <a:pt x="59407" y="48511"/>
                  <a:pt x="57443" y="48511"/>
                </a:cubicBezTo>
                <a:cubicBezTo>
                  <a:pt x="55480" y="48511"/>
                  <a:pt x="52689" y="46478"/>
                  <a:pt x="51242" y="43994"/>
                </a:cubicBezTo>
                <a:cubicBezTo>
                  <a:pt x="48736" y="39691"/>
                  <a:pt x="48607" y="39691"/>
                  <a:pt x="48532" y="43994"/>
                </a:cubicBezTo>
                <a:cubicBezTo>
                  <a:pt x="48437" y="49469"/>
                  <a:pt x="48761" y="49455"/>
                  <a:pt x="36926" y="44510"/>
                </a:cubicBezTo>
                <a:cubicBezTo>
                  <a:pt x="30451" y="41804"/>
                  <a:pt x="27814" y="39296"/>
                  <a:pt x="28785" y="36765"/>
                </a:cubicBezTo>
                <a:cubicBezTo>
                  <a:pt x="29575" y="34707"/>
                  <a:pt x="28806" y="32846"/>
                  <a:pt x="27076" y="32629"/>
                </a:cubicBezTo>
                <a:cubicBezTo>
                  <a:pt x="21029" y="31874"/>
                  <a:pt x="18714" y="31225"/>
                  <a:pt x="11500" y="28262"/>
                </a:cubicBezTo>
                <a:cubicBezTo>
                  <a:pt x="7503" y="26621"/>
                  <a:pt x="2857" y="25183"/>
                  <a:pt x="1174" y="25068"/>
                </a:cubicBezTo>
                <a:cubicBezTo>
                  <a:pt x="-4949" y="24646"/>
                  <a:pt x="14045" y="18121"/>
                  <a:pt x="31004" y="14820"/>
                </a:cubicBezTo>
                <a:cubicBezTo>
                  <a:pt x="44060" y="12279"/>
                  <a:pt x="48794" y="10202"/>
                  <a:pt x="49970" y="6499"/>
                </a:cubicBezTo>
                <a:cubicBezTo>
                  <a:pt x="51256" y="2445"/>
                  <a:pt x="53098" y="1858"/>
                  <a:pt x="60293" y="3207"/>
                </a:cubicBezTo>
                <a:cubicBezTo>
                  <a:pt x="65110" y="4111"/>
                  <a:pt x="73747" y="3443"/>
                  <a:pt x="79487" y="1724"/>
                </a:cubicBezTo>
                <a:cubicBezTo>
                  <a:pt x="94315" y="-2719"/>
                  <a:pt x="96385" y="255"/>
                  <a:pt x="95469" y="24677"/>
                </a:cubicBezTo>
                <a:cubicBezTo>
                  <a:pt x="95060" y="35554"/>
                  <a:pt x="93765" y="45076"/>
                  <a:pt x="92590" y="45837"/>
                </a:cubicBezTo>
                <a:cubicBezTo>
                  <a:pt x="91414" y="46598"/>
                  <a:pt x="89686" y="49681"/>
                  <a:pt x="88748" y="52688"/>
                </a:cubicBezTo>
                <a:cubicBezTo>
                  <a:pt x="87811" y="55696"/>
                  <a:pt x="85041" y="59955"/>
                  <a:pt x="82592" y="62155"/>
                </a:cubicBezTo>
                <a:cubicBezTo>
                  <a:pt x="78702" y="65649"/>
                  <a:pt x="77268" y="65693"/>
                  <a:pt x="71219" y="62506"/>
                </a:cubicBezTo>
                <a:close/>
              </a:path>
            </a:pathLst>
          </a:custGeom>
          <a:solidFill>
            <a:srgbClr val="B9B9B9"/>
          </a:solidFill>
          <a:ln w="5163" cap="flat">
            <a:noFill/>
            <a:prstDash val="solid"/>
            <a:miter/>
          </a:ln>
        </p:spPr>
        <p:txBody>
          <a:bodyPr/>
          <a:lstStyle/>
          <a:p>
            <a:endParaRPr lang="es-419" noProof="0" dirty="0"/>
          </a:p>
        </p:txBody>
      </p:sp>
      <p:sp>
        <p:nvSpPr>
          <p:cNvPr id="45" name="Forma libre: forma 44">
            <a:extLst>
              <a:ext uri="{FF2B5EF4-FFF2-40B4-BE49-F238E27FC236}">
                <a16:creationId xmlns:a16="http://schemas.microsoft.com/office/drawing/2014/main" id="{D1AB68B6-4716-1DA0-6D90-AFA7355FB7C9}"/>
              </a:ext>
            </a:extLst>
          </p:cNvPr>
          <p:cNvSpPr/>
          <p:nvPr/>
        </p:nvSpPr>
        <p:spPr>
          <a:xfrm>
            <a:off x="1015863" y="2030672"/>
            <a:ext cx="364335" cy="362024"/>
          </a:xfrm>
          <a:custGeom>
            <a:avLst/>
            <a:gdLst>
              <a:gd name="csX0" fmla="*/ 185142 w 364335"/>
              <a:gd name="csY0" fmla="*/ 358570 h 362024"/>
              <a:gd name="csX1" fmla="*/ 187621 w 364335"/>
              <a:gd name="csY1" fmla="*/ 340898 h 362024"/>
              <a:gd name="csX2" fmla="*/ 186283 w 364335"/>
              <a:gd name="csY2" fmla="*/ 320178 h 362024"/>
              <a:gd name="csX3" fmla="*/ 182466 w 364335"/>
              <a:gd name="csY3" fmla="*/ 312528 h 362024"/>
              <a:gd name="csX4" fmla="*/ 160064 w 364335"/>
              <a:gd name="csY4" fmla="*/ 313164 h 362024"/>
              <a:gd name="csX5" fmla="*/ 135394 w 364335"/>
              <a:gd name="csY5" fmla="*/ 318882 h 362024"/>
              <a:gd name="csX6" fmla="*/ 107653 w 364335"/>
              <a:gd name="csY6" fmla="*/ 328620 h 362024"/>
              <a:gd name="csX7" fmla="*/ 77975 w 364335"/>
              <a:gd name="csY7" fmla="*/ 329071 h 362024"/>
              <a:gd name="csX8" fmla="*/ 69734 w 364335"/>
              <a:gd name="csY8" fmla="*/ 324866 h 362024"/>
              <a:gd name="csX9" fmla="*/ 48325 w 364335"/>
              <a:gd name="csY9" fmla="*/ 303007 h 362024"/>
              <a:gd name="csX10" fmla="*/ 38186 w 364335"/>
              <a:gd name="csY10" fmla="*/ 292203 h 362024"/>
              <a:gd name="csX11" fmla="*/ 25184 w 364335"/>
              <a:gd name="csY11" fmla="*/ 273778 h 362024"/>
              <a:gd name="csX12" fmla="*/ 11540 w 364335"/>
              <a:gd name="csY12" fmla="*/ 253016 h 362024"/>
              <a:gd name="csX13" fmla="*/ 9603 w 364335"/>
              <a:gd name="csY13" fmla="*/ 246065 h 362024"/>
              <a:gd name="csX14" fmla="*/ 4075 w 364335"/>
              <a:gd name="csY14" fmla="*/ 230604 h 362024"/>
              <a:gd name="csX15" fmla="*/ 2870 w 364335"/>
              <a:gd name="csY15" fmla="*/ 216903 h 362024"/>
              <a:gd name="csX16" fmla="*/ 19099 w 364335"/>
              <a:gd name="csY16" fmla="*/ 209992 h 362024"/>
              <a:gd name="csX17" fmla="*/ 33857 w 364335"/>
              <a:gd name="csY17" fmla="*/ 202727 h 362024"/>
              <a:gd name="csX18" fmla="*/ 62323 w 364335"/>
              <a:gd name="csY18" fmla="*/ 175142 h 362024"/>
              <a:gd name="csX19" fmla="*/ 75732 w 364335"/>
              <a:gd name="csY19" fmla="*/ 169793 h 362024"/>
              <a:gd name="csX20" fmla="*/ 107485 w 364335"/>
              <a:gd name="csY20" fmla="*/ 178512 h 362024"/>
              <a:gd name="csX21" fmla="*/ 118888 w 364335"/>
              <a:gd name="csY21" fmla="*/ 188952 h 362024"/>
              <a:gd name="csX22" fmla="*/ 122369 w 364335"/>
              <a:gd name="csY22" fmla="*/ 177011 h 362024"/>
              <a:gd name="csX23" fmla="*/ 128391 w 364335"/>
              <a:gd name="csY23" fmla="*/ 163500 h 362024"/>
              <a:gd name="csX24" fmla="*/ 127169 w 364335"/>
              <a:gd name="csY24" fmla="*/ 147778 h 362024"/>
              <a:gd name="csX25" fmla="*/ 130389 w 364335"/>
              <a:gd name="csY25" fmla="*/ 138750 h 362024"/>
              <a:gd name="csX26" fmla="*/ 147714 w 364335"/>
              <a:gd name="csY26" fmla="*/ 129037 h 362024"/>
              <a:gd name="csX27" fmla="*/ 142395 w 364335"/>
              <a:gd name="csY27" fmla="*/ 116273 h 362024"/>
              <a:gd name="csX28" fmla="*/ 138322 w 364335"/>
              <a:gd name="csY28" fmla="*/ 100445 h 362024"/>
              <a:gd name="csX29" fmla="*/ 132219 w 364335"/>
              <a:gd name="csY29" fmla="*/ 77384 h 362024"/>
              <a:gd name="csX30" fmla="*/ 123182 w 364335"/>
              <a:gd name="csY30" fmla="*/ 67380 h 362024"/>
              <a:gd name="csX31" fmla="*/ 127316 w 364335"/>
              <a:gd name="csY31" fmla="*/ 49072 h 362024"/>
              <a:gd name="csX32" fmla="*/ 149002 w 364335"/>
              <a:gd name="csY32" fmla="*/ 26791 h 362024"/>
              <a:gd name="csX33" fmla="*/ 156308 w 364335"/>
              <a:gd name="csY33" fmla="*/ 19245 h 362024"/>
              <a:gd name="csX34" fmla="*/ 153995 w 364335"/>
              <a:gd name="csY34" fmla="*/ 9825 h 362024"/>
              <a:gd name="csX35" fmla="*/ 161050 w 364335"/>
              <a:gd name="csY35" fmla="*/ 76 h 362024"/>
              <a:gd name="csX36" fmla="*/ 166583 w 364335"/>
              <a:gd name="csY36" fmla="*/ 7348 h 362024"/>
              <a:gd name="csX37" fmla="*/ 154998 w 364335"/>
              <a:gd name="csY37" fmla="*/ 39300 h 362024"/>
              <a:gd name="csX38" fmla="*/ 157050 w 364335"/>
              <a:gd name="csY38" fmla="*/ 45546 h 362024"/>
              <a:gd name="csX39" fmla="*/ 169737 w 364335"/>
              <a:gd name="csY39" fmla="*/ 24492 h 362024"/>
              <a:gd name="csX40" fmla="*/ 176182 w 364335"/>
              <a:gd name="csY40" fmla="*/ 20317 h 362024"/>
              <a:gd name="csX41" fmla="*/ 177678 w 364335"/>
              <a:gd name="csY41" fmla="*/ 26406 h 362024"/>
              <a:gd name="csX42" fmla="*/ 173510 w 364335"/>
              <a:gd name="csY42" fmla="*/ 43871 h 362024"/>
              <a:gd name="csX43" fmla="*/ 171706 w 364335"/>
              <a:gd name="csY43" fmla="*/ 58451 h 362024"/>
              <a:gd name="csX44" fmla="*/ 179820 w 364335"/>
              <a:gd name="csY44" fmla="*/ 60233 h 362024"/>
              <a:gd name="csX45" fmla="*/ 195468 w 364335"/>
              <a:gd name="csY45" fmla="*/ 47665 h 362024"/>
              <a:gd name="csX46" fmla="*/ 212893 w 364335"/>
              <a:gd name="csY46" fmla="*/ 36256 h 362024"/>
              <a:gd name="csX47" fmla="*/ 215787 w 364335"/>
              <a:gd name="csY47" fmla="*/ 59322 h 362024"/>
              <a:gd name="csX48" fmla="*/ 202515 w 364335"/>
              <a:gd name="csY48" fmla="*/ 73785 h 362024"/>
              <a:gd name="csX49" fmla="*/ 193598 w 364335"/>
              <a:gd name="csY49" fmla="*/ 76402 h 362024"/>
              <a:gd name="csX50" fmla="*/ 196544 w 364335"/>
              <a:gd name="csY50" fmla="*/ 79629 h 362024"/>
              <a:gd name="csX51" fmla="*/ 200631 w 364335"/>
              <a:gd name="csY51" fmla="*/ 82161 h 362024"/>
              <a:gd name="csX52" fmla="*/ 183851 w 364335"/>
              <a:gd name="csY52" fmla="*/ 86694 h 362024"/>
              <a:gd name="csX53" fmla="*/ 179447 w 364335"/>
              <a:gd name="csY53" fmla="*/ 90600 h 362024"/>
              <a:gd name="csX54" fmla="*/ 177337 w 364335"/>
              <a:gd name="csY54" fmla="*/ 95117 h 362024"/>
              <a:gd name="csX55" fmla="*/ 175970 w 364335"/>
              <a:gd name="csY55" fmla="*/ 99847 h 362024"/>
              <a:gd name="csX56" fmla="*/ 172279 w 364335"/>
              <a:gd name="csY56" fmla="*/ 109275 h 362024"/>
              <a:gd name="csX57" fmla="*/ 162736 w 364335"/>
              <a:gd name="csY57" fmla="*/ 127778 h 362024"/>
              <a:gd name="csX58" fmla="*/ 154984 w 364335"/>
              <a:gd name="csY58" fmla="*/ 141584 h 362024"/>
              <a:gd name="csX59" fmla="*/ 157382 w 364335"/>
              <a:gd name="csY59" fmla="*/ 150820 h 362024"/>
              <a:gd name="csX60" fmla="*/ 166003 w 364335"/>
              <a:gd name="csY60" fmla="*/ 156522 h 362024"/>
              <a:gd name="csX61" fmla="*/ 178921 w 364335"/>
              <a:gd name="csY61" fmla="*/ 158229 h 362024"/>
              <a:gd name="csX62" fmla="*/ 200631 w 364335"/>
              <a:gd name="csY62" fmla="*/ 155851 h 362024"/>
              <a:gd name="csX63" fmla="*/ 253127 w 364335"/>
              <a:gd name="csY63" fmla="*/ 145110 h 362024"/>
              <a:gd name="csX64" fmla="*/ 260004 w 364335"/>
              <a:gd name="csY64" fmla="*/ 117060 h 362024"/>
              <a:gd name="csX65" fmla="*/ 261186 w 364335"/>
              <a:gd name="csY65" fmla="*/ 105023 h 362024"/>
              <a:gd name="csX66" fmla="*/ 280779 w 364335"/>
              <a:gd name="csY66" fmla="*/ 107831 h 362024"/>
              <a:gd name="csX67" fmla="*/ 316123 w 364335"/>
              <a:gd name="csY67" fmla="*/ 101238 h 362024"/>
              <a:gd name="csX68" fmla="*/ 332436 w 364335"/>
              <a:gd name="csY68" fmla="*/ 86525 h 362024"/>
              <a:gd name="csX69" fmla="*/ 340656 w 364335"/>
              <a:gd name="csY69" fmla="*/ 79224 h 362024"/>
              <a:gd name="csX70" fmla="*/ 348855 w 364335"/>
              <a:gd name="csY70" fmla="*/ 87171 h 362024"/>
              <a:gd name="csX71" fmla="*/ 361269 w 364335"/>
              <a:gd name="csY71" fmla="*/ 95117 h 362024"/>
              <a:gd name="csX72" fmla="*/ 363171 w 364335"/>
              <a:gd name="csY72" fmla="*/ 103178 h 362024"/>
              <a:gd name="csX73" fmla="*/ 356290 w 364335"/>
              <a:gd name="csY73" fmla="*/ 118022 h 362024"/>
              <a:gd name="csX74" fmla="*/ 352528 w 364335"/>
              <a:gd name="csY74" fmla="*/ 135380 h 362024"/>
              <a:gd name="csX75" fmla="*/ 345616 w 364335"/>
              <a:gd name="csY75" fmla="*/ 149152 h 362024"/>
              <a:gd name="csX76" fmla="*/ 336399 w 364335"/>
              <a:gd name="csY76" fmla="*/ 158318 h 362024"/>
              <a:gd name="csX77" fmla="*/ 325505 w 364335"/>
              <a:gd name="csY77" fmla="*/ 175523 h 362024"/>
              <a:gd name="csX78" fmla="*/ 315430 w 364335"/>
              <a:gd name="csY78" fmla="*/ 204352 h 362024"/>
              <a:gd name="csX79" fmla="*/ 313994 w 364335"/>
              <a:gd name="csY79" fmla="*/ 218773 h 362024"/>
              <a:gd name="csX80" fmla="*/ 296375 w 364335"/>
              <a:gd name="csY80" fmla="*/ 228175 h 362024"/>
              <a:gd name="csX81" fmla="*/ 265231 w 364335"/>
              <a:gd name="csY81" fmla="*/ 238311 h 362024"/>
              <a:gd name="csX82" fmla="*/ 244951 w 364335"/>
              <a:gd name="csY82" fmla="*/ 244768 h 362024"/>
              <a:gd name="csX83" fmla="*/ 219261 w 364335"/>
              <a:gd name="csY83" fmla="*/ 258588 h 362024"/>
              <a:gd name="csX84" fmla="*/ 224662 w 364335"/>
              <a:gd name="csY84" fmla="*/ 270643 h 362024"/>
              <a:gd name="csX85" fmla="*/ 242353 w 364335"/>
              <a:gd name="csY85" fmla="*/ 274944 h 362024"/>
              <a:gd name="csX86" fmla="*/ 251900 w 364335"/>
              <a:gd name="csY86" fmla="*/ 285801 h 362024"/>
              <a:gd name="csX87" fmla="*/ 252381 w 364335"/>
              <a:gd name="csY87" fmla="*/ 304719 h 362024"/>
              <a:gd name="csX88" fmla="*/ 261267 w 364335"/>
              <a:gd name="csY88" fmla="*/ 315608 h 362024"/>
              <a:gd name="csX89" fmla="*/ 268876 w 364335"/>
              <a:gd name="csY89" fmla="*/ 316858 h 362024"/>
              <a:gd name="csX90" fmla="*/ 252027 w 364335"/>
              <a:gd name="csY90" fmla="*/ 336142 h 362024"/>
              <a:gd name="csX91" fmla="*/ 230251 w 364335"/>
              <a:gd name="csY91" fmla="*/ 349333 h 362024"/>
              <a:gd name="csX92" fmla="*/ 209844 w 364335"/>
              <a:gd name="csY92" fmla="*/ 359530 h 362024"/>
              <a:gd name="csX93" fmla="*/ 194478 w 364335"/>
              <a:gd name="csY93" fmla="*/ 360594 h 362024"/>
              <a:gd name="csX94" fmla="*/ 185142 w 364335"/>
              <a:gd name="csY94" fmla="*/ 358570 h 362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364335" h="362024">
                <a:moveTo>
                  <a:pt x="185142" y="358570"/>
                </a:moveTo>
                <a:cubicBezTo>
                  <a:pt x="185142" y="356038"/>
                  <a:pt x="186257" y="348086"/>
                  <a:pt x="187621" y="340898"/>
                </a:cubicBezTo>
                <a:cubicBezTo>
                  <a:pt x="189559" y="330679"/>
                  <a:pt x="189267" y="326160"/>
                  <a:pt x="186283" y="320178"/>
                </a:cubicBezTo>
                <a:lnTo>
                  <a:pt x="182466" y="312528"/>
                </a:lnTo>
                <a:lnTo>
                  <a:pt x="160064" y="313164"/>
                </a:lnTo>
                <a:cubicBezTo>
                  <a:pt x="140617" y="313716"/>
                  <a:pt x="137363" y="314470"/>
                  <a:pt x="135394" y="318882"/>
                </a:cubicBezTo>
                <a:cubicBezTo>
                  <a:pt x="133601" y="322902"/>
                  <a:pt x="127800" y="324938"/>
                  <a:pt x="107653" y="328620"/>
                </a:cubicBezTo>
                <a:cubicBezTo>
                  <a:pt x="84116" y="332921"/>
                  <a:pt x="81860" y="332955"/>
                  <a:pt x="77975" y="329071"/>
                </a:cubicBezTo>
                <a:cubicBezTo>
                  <a:pt x="75663" y="326758"/>
                  <a:pt x="71954" y="324866"/>
                  <a:pt x="69734" y="324866"/>
                </a:cubicBezTo>
                <a:cubicBezTo>
                  <a:pt x="64790" y="324866"/>
                  <a:pt x="53564" y="313404"/>
                  <a:pt x="48325" y="303007"/>
                </a:cubicBezTo>
                <a:cubicBezTo>
                  <a:pt x="46195" y="298781"/>
                  <a:pt x="41633" y="293919"/>
                  <a:pt x="38186" y="292203"/>
                </a:cubicBezTo>
                <a:cubicBezTo>
                  <a:pt x="31831" y="289039"/>
                  <a:pt x="25350" y="279856"/>
                  <a:pt x="25184" y="273778"/>
                </a:cubicBezTo>
                <a:cubicBezTo>
                  <a:pt x="25085" y="270192"/>
                  <a:pt x="14730" y="254434"/>
                  <a:pt x="11540" y="253016"/>
                </a:cubicBezTo>
                <a:cubicBezTo>
                  <a:pt x="10475" y="252543"/>
                  <a:pt x="9603" y="249415"/>
                  <a:pt x="9603" y="246065"/>
                </a:cubicBezTo>
                <a:cubicBezTo>
                  <a:pt x="9603" y="242715"/>
                  <a:pt x="7116" y="235757"/>
                  <a:pt x="4075" y="230604"/>
                </a:cubicBezTo>
                <a:cubicBezTo>
                  <a:pt x="-1096" y="221839"/>
                  <a:pt x="-1174" y="220953"/>
                  <a:pt x="2870" y="216903"/>
                </a:cubicBezTo>
                <a:cubicBezTo>
                  <a:pt x="5247" y="214522"/>
                  <a:pt x="12551" y="211412"/>
                  <a:pt x="19099" y="209992"/>
                </a:cubicBezTo>
                <a:cubicBezTo>
                  <a:pt x="25650" y="208572"/>
                  <a:pt x="32288" y="205304"/>
                  <a:pt x="33857" y="202727"/>
                </a:cubicBezTo>
                <a:cubicBezTo>
                  <a:pt x="40254" y="192222"/>
                  <a:pt x="57879" y="175142"/>
                  <a:pt x="62323" y="175142"/>
                </a:cubicBezTo>
                <a:cubicBezTo>
                  <a:pt x="64938" y="175142"/>
                  <a:pt x="70972" y="172735"/>
                  <a:pt x="75732" y="169793"/>
                </a:cubicBezTo>
                <a:cubicBezTo>
                  <a:pt x="86563" y="163099"/>
                  <a:pt x="92402" y="164703"/>
                  <a:pt x="107485" y="178512"/>
                </a:cubicBezTo>
                <a:lnTo>
                  <a:pt x="118888" y="188952"/>
                </a:lnTo>
                <a:lnTo>
                  <a:pt x="122369" y="177011"/>
                </a:lnTo>
                <a:cubicBezTo>
                  <a:pt x="124284" y="170444"/>
                  <a:pt x="126994" y="164364"/>
                  <a:pt x="128391" y="163500"/>
                </a:cubicBezTo>
                <a:cubicBezTo>
                  <a:pt x="132170" y="161165"/>
                  <a:pt x="131464" y="152072"/>
                  <a:pt x="127169" y="147778"/>
                </a:cubicBezTo>
                <a:cubicBezTo>
                  <a:pt x="122214" y="142823"/>
                  <a:pt x="124785" y="135614"/>
                  <a:pt x="130389" y="138750"/>
                </a:cubicBezTo>
                <a:cubicBezTo>
                  <a:pt x="136409" y="142119"/>
                  <a:pt x="145744" y="136885"/>
                  <a:pt x="147714" y="129037"/>
                </a:cubicBezTo>
                <a:cubicBezTo>
                  <a:pt x="149051" y="123709"/>
                  <a:pt x="147940" y="121043"/>
                  <a:pt x="142395" y="116273"/>
                </a:cubicBezTo>
                <a:cubicBezTo>
                  <a:pt x="135828" y="110625"/>
                  <a:pt x="135571" y="109625"/>
                  <a:pt x="138322" y="100445"/>
                </a:cubicBezTo>
                <a:cubicBezTo>
                  <a:pt x="142194" y="87522"/>
                  <a:pt x="142531" y="88798"/>
                  <a:pt x="132219" y="77384"/>
                </a:cubicBezTo>
                <a:lnTo>
                  <a:pt x="123182" y="67380"/>
                </a:lnTo>
                <a:lnTo>
                  <a:pt x="127316" y="49072"/>
                </a:lnTo>
                <a:cubicBezTo>
                  <a:pt x="131667" y="29805"/>
                  <a:pt x="134422" y="26975"/>
                  <a:pt x="149002" y="26791"/>
                </a:cubicBezTo>
                <a:cubicBezTo>
                  <a:pt x="154177" y="26725"/>
                  <a:pt x="155624" y="25231"/>
                  <a:pt x="156308" y="19245"/>
                </a:cubicBezTo>
                <a:cubicBezTo>
                  <a:pt x="156776" y="15139"/>
                  <a:pt x="155736" y="10900"/>
                  <a:pt x="153995" y="9825"/>
                </a:cubicBezTo>
                <a:cubicBezTo>
                  <a:pt x="148346" y="6334"/>
                  <a:pt x="153520" y="-815"/>
                  <a:pt x="161050" y="76"/>
                </a:cubicBezTo>
                <a:cubicBezTo>
                  <a:pt x="168082" y="908"/>
                  <a:pt x="172982" y="7348"/>
                  <a:pt x="166583" y="7348"/>
                </a:cubicBezTo>
                <a:cubicBezTo>
                  <a:pt x="163388" y="7348"/>
                  <a:pt x="159114" y="19135"/>
                  <a:pt x="154998" y="39300"/>
                </a:cubicBezTo>
                <a:cubicBezTo>
                  <a:pt x="153853" y="44911"/>
                  <a:pt x="154355" y="46439"/>
                  <a:pt x="157050" y="45546"/>
                </a:cubicBezTo>
                <a:cubicBezTo>
                  <a:pt x="160851" y="44288"/>
                  <a:pt x="165520" y="36539"/>
                  <a:pt x="169737" y="24492"/>
                </a:cubicBezTo>
                <a:cubicBezTo>
                  <a:pt x="171898" y="18321"/>
                  <a:pt x="172952" y="17637"/>
                  <a:pt x="176182" y="20317"/>
                </a:cubicBezTo>
                <a:cubicBezTo>
                  <a:pt x="178636" y="22355"/>
                  <a:pt x="179182" y="24572"/>
                  <a:pt x="177678" y="26406"/>
                </a:cubicBezTo>
                <a:cubicBezTo>
                  <a:pt x="176378" y="27992"/>
                  <a:pt x="174502" y="35852"/>
                  <a:pt x="173510" y="43871"/>
                </a:cubicBezTo>
                <a:lnTo>
                  <a:pt x="171706" y="58451"/>
                </a:lnTo>
                <a:lnTo>
                  <a:pt x="179820" y="60233"/>
                </a:lnTo>
                <a:cubicBezTo>
                  <a:pt x="190172" y="62507"/>
                  <a:pt x="195468" y="58253"/>
                  <a:pt x="195468" y="47665"/>
                </a:cubicBezTo>
                <a:cubicBezTo>
                  <a:pt x="195468" y="37295"/>
                  <a:pt x="201609" y="33273"/>
                  <a:pt x="212893" y="36256"/>
                </a:cubicBezTo>
                <a:cubicBezTo>
                  <a:pt x="222809" y="38877"/>
                  <a:pt x="222920" y="39758"/>
                  <a:pt x="215787" y="59322"/>
                </a:cubicBezTo>
                <a:cubicBezTo>
                  <a:pt x="210635" y="73452"/>
                  <a:pt x="209804" y="74357"/>
                  <a:pt x="202515" y="73785"/>
                </a:cubicBezTo>
                <a:cubicBezTo>
                  <a:pt x="198132" y="73441"/>
                  <a:pt x="194241" y="74583"/>
                  <a:pt x="193598" y="76402"/>
                </a:cubicBezTo>
                <a:cubicBezTo>
                  <a:pt x="192970" y="78177"/>
                  <a:pt x="194295" y="79629"/>
                  <a:pt x="196544" y="79629"/>
                </a:cubicBezTo>
                <a:cubicBezTo>
                  <a:pt x="198791" y="79629"/>
                  <a:pt x="200631" y="80768"/>
                  <a:pt x="200631" y="82161"/>
                </a:cubicBezTo>
                <a:cubicBezTo>
                  <a:pt x="200631" y="85088"/>
                  <a:pt x="191380" y="87587"/>
                  <a:pt x="183851" y="86694"/>
                </a:cubicBezTo>
                <a:cubicBezTo>
                  <a:pt x="180197" y="86261"/>
                  <a:pt x="178910" y="87403"/>
                  <a:pt x="179447" y="90600"/>
                </a:cubicBezTo>
                <a:cubicBezTo>
                  <a:pt x="179864" y="93084"/>
                  <a:pt x="178915" y="95117"/>
                  <a:pt x="177337" y="95117"/>
                </a:cubicBezTo>
                <a:cubicBezTo>
                  <a:pt x="175731" y="95117"/>
                  <a:pt x="175129" y="97199"/>
                  <a:pt x="175970" y="99847"/>
                </a:cubicBezTo>
                <a:cubicBezTo>
                  <a:pt x="176899" y="102775"/>
                  <a:pt x="175493" y="106367"/>
                  <a:pt x="172279" y="109275"/>
                </a:cubicBezTo>
                <a:cubicBezTo>
                  <a:pt x="169424" y="111859"/>
                  <a:pt x="165130" y="120185"/>
                  <a:pt x="162736" y="127778"/>
                </a:cubicBezTo>
                <a:cubicBezTo>
                  <a:pt x="160343" y="135371"/>
                  <a:pt x="156854" y="141584"/>
                  <a:pt x="154984" y="141584"/>
                </a:cubicBezTo>
                <a:cubicBezTo>
                  <a:pt x="149300" y="141584"/>
                  <a:pt x="151188" y="148854"/>
                  <a:pt x="157382" y="150820"/>
                </a:cubicBezTo>
                <a:cubicBezTo>
                  <a:pt x="160571" y="151832"/>
                  <a:pt x="164451" y="154398"/>
                  <a:pt x="166003" y="156522"/>
                </a:cubicBezTo>
                <a:cubicBezTo>
                  <a:pt x="168191" y="159513"/>
                  <a:pt x="171101" y="159898"/>
                  <a:pt x="178921" y="158229"/>
                </a:cubicBezTo>
                <a:cubicBezTo>
                  <a:pt x="184472" y="157045"/>
                  <a:pt x="194242" y="155975"/>
                  <a:pt x="200631" y="155851"/>
                </a:cubicBezTo>
                <a:cubicBezTo>
                  <a:pt x="239506" y="155102"/>
                  <a:pt x="240586" y="154881"/>
                  <a:pt x="253127" y="145110"/>
                </a:cubicBezTo>
                <a:cubicBezTo>
                  <a:pt x="266671" y="134558"/>
                  <a:pt x="268972" y="125175"/>
                  <a:pt x="260004" y="117060"/>
                </a:cubicBezTo>
                <a:cubicBezTo>
                  <a:pt x="253254" y="110951"/>
                  <a:pt x="253492" y="108529"/>
                  <a:pt x="261186" y="105023"/>
                </a:cubicBezTo>
                <a:cubicBezTo>
                  <a:pt x="266361" y="102665"/>
                  <a:pt x="269974" y="103183"/>
                  <a:pt x="280779" y="107831"/>
                </a:cubicBezTo>
                <a:cubicBezTo>
                  <a:pt x="296129" y="114435"/>
                  <a:pt x="303140" y="113127"/>
                  <a:pt x="316123" y="101238"/>
                </a:cubicBezTo>
                <a:cubicBezTo>
                  <a:pt x="320574" y="97162"/>
                  <a:pt x="327915" y="90541"/>
                  <a:pt x="332436" y="86525"/>
                </a:cubicBezTo>
                <a:lnTo>
                  <a:pt x="340656" y="79224"/>
                </a:lnTo>
                <a:lnTo>
                  <a:pt x="348855" y="87171"/>
                </a:lnTo>
                <a:cubicBezTo>
                  <a:pt x="353365" y="91541"/>
                  <a:pt x="358951" y="95117"/>
                  <a:pt x="361269" y="95117"/>
                </a:cubicBezTo>
                <a:cubicBezTo>
                  <a:pt x="364761" y="95117"/>
                  <a:pt x="365087" y="96499"/>
                  <a:pt x="363171" y="103178"/>
                </a:cubicBezTo>
                <a:cubicBezTo>
                  <a:pt x="361900" y="107612"/>
                  <a:pt x="358803" y="114292"/>
                  <a:pt x="356290" y="118022"/>
                </a:cubicBezTo>
                <a:cubicBezTo>
                  <a:pt x="353286" y="122482"/>
                  <a:pt x="351997" y="128425"/>
                  <a:pt x="352528" y="135380"/>
                </a:cubicBezTo>
                <a:cubicBezTo>
                  <a:pt x="353262" y="145010"/>
                  <a:pt x="352644" y="146241"/>
                  <a:pt x="345616" y="149152"/>
                </a:cubicBezTo>
                <a:cubicBezTo>
                  <a:pt x="341239" y="150965"/>
                  <a:pt x="337248" y="154934"/>
                  <a:pt x="336399" y="158318"/>
                </a:cubicBezTo>
                <a:cubicBezTo>
                  <a:pt x="335575" y="161601"/>
                  <a:pt x="330673" y="169343"/>
                  <a:pt x="325505" y="175523"/>
                </a:cubicBezTo>
                <a:cubicBezTo>
                  <a:pt x="311850" y="191852"/>
                  <a:pt x="310247" y="196441"/>
                  <a:pt x="315430" y="204352"/>
                </a:cubicBezTo>
                <a:cubicBezTo>
                  <a:pt x="319567" y="210666"/>
                  <a:pt x="319502" y="211324"/>
                  <a:pt x="313994" y="218773"/>
                </a:cubicBezTo>
                <a:cubicBezTo>
                  <a:pt x="309522" y="224822"/>
                  <a:pt x="305556" y="226939"/>
                  <a:pt x="296375" y="228175"/>
                </a:cubicBezTo>
                <a:cubicBezTo>
                  <a:pt x="280209" y="230353"/>
                  <a:pt x="268738" y="234086"/>
                  <a:pt x="265231" y="238311"/>
                </a:cubicBezTo>
                <a:cubicBezTo>
                  <a:pt x="263619" y="240253"/>
                  <a:pt x="254493" y="243158"/>
                  <a:pt x="244951" y="244768"/>
                </a:cubicBezTo>
                <a:cubicBezTo>
                  <a:pt x="224827" y="248162"/>
                  <a:pt x="223542" y="248854"/>
                  <a:pt x="219261" y="258588"/>
                </a:cubicBezTo>
                <a:cubicBezTo>
                  <a:pt x="215450" y="267254"/>
                  <a:pt x="216976" y="270661"/>
                  <a:pt x="224662" y="270643"/>
                </a:cubicBezTo>
                <a:cubicBezTo>
                  <a:pt x="227772" y="270636"/>
                  <a:pt x="235733" y="272571"/>
                  <a:pt x="242353" y="274944"/>
                </a:cubicBezTo>
                <a:cubicBezTo>
                  <a:pt x="253677" y="279002"/>
                  <a:pt x="254241" y="279644"/>
                  <a:pt x="251900" y="285801"/>
                </a:cubicBezTo>
                <a:cubicBezTo>
                  <a:pt x="250237" y="290175"/>
                  <a:pt x="250396" y="296447"/>
                  <a:pt x="252381" y="304719"/>
                </a:cubicBezTo>
                <a:cubicBezTo>
                  <a:pt x="255038" y="315794"/>
                  <a:pt x="255971" y="316937"/>
                  <a:pt x="261267" y="315608"/>
                </a:cubicBezTo>
                <a:cubicBezTo>
                  <a:pt x="264522" y="314791"/>
                  <a:pt x="267946" y="315353"/>
                  <a:pt x="268876" y="316858"/>
                </a:cubicBezTo>
                <a:cubicBezTo>
                  <a:pt x="271618" y="321295"/>
                  <a:pt x="260047" y="334538"/>
                  <a:pt x="252027" y="336142"/>
                </a:cubicBezTo>
                <a:cubicBezTo>
                  <a:pt x="247958" y="336956"/>
                  <a:pt x="238159" y="342892"/>
                  <a:pt x="230251" y="349333"/>
                </a:cubicBezTo>
                <a:cubicBezTo>
                  <a:pt x="219279" y="358270"/>
                  <a:pt x="214445" y="360685"/>
                  <a:pt x="209844" y="359530"/>
                </a:cubicBezTo>
                <a:cubicBezTo>
                  <a:pt x="206527" y="358698"/>
                  <a:pt x="199613" y="359176"/>
                  <a:pt x="194478" y="360594"/>
                </a:cubicBezTo>
                <a:cubicBezTo>
                  <a:pt x="186278" y="362858"/>
                  <a:pt x="185142" y="362612"/>
                  <a:pt x="185142" y="358570"/>
                </a:cubicBezTo>
                <a:close/>
              </a:path>
            </a:pathLst>
          </a:custGeom>
          <a:solidFill>
            <a:srgbClr val="B9B9B9"/>
          </a:solidFill>
          <a:ln w="5163" cap="flat">
            <a:noFill/>
            <a:prstDash val="solid"/>
            <a:miter/>
          </a:ln>
        </p:spPr>
        <p:txBody>
          <a:bodyPr/>
          <a:lstStyle/>
          <a:p>
            <a:endParaRPr lang="es-419" noProof="0" dirty="0"/>
          </a:p>
        </p:txBody>
      </p:sp>
      <p:sp>
        <p:nvSpPr>
          <p:cNvPr id="46" name="Forma libre: forma 45">
            <a:extLst>
              <a:ext uri="{FF2B5EF4-FFF2-40B4-BE49-F238E27FC236}">
                <a16:creationId xmlns:a16="http://schemas.microsoft.com/office/drawing/2014/main" id="{E28584B5-2764-9160-263D-77FF70502761}"/>
              </a:ext>
            </a:extLst>
          </p:cNvPr>
          <p:cNvSpPr/>
          <p:nvPr/>
        </p:nvSpPr>
        <p:spPr>
          <a:xfrm>
            <a:off x="1331227" y="2128697"/>
            <a:ext cx="198884" cy="167193"/>
          </a:xfrm>
          <a:custGeom>
            <a:avLst/>
            <a:gdLst>
              <a:gd name="csX0" fmla="*/ 102761 w 198884"/>
              <a:gd name="csY0" fmla="*/ 161938 h 167193"/>
              <a:gd name="csX1" fmla="*/ 88269 w 198884"/>
              <a:gd name="csY1" fmla="*/ 157454 h 167193"/>
              <a:gd name="csX2" fmla="*/ 69481 w 198884"/>
              <a:gd name="csY2" fmla="*/ 161146 h 167193"/>
              <a:gd name="csX3" fmla="*/ 60039 w 198884"/>
              <a:gd name="csY3" fmla="*/ 160242 h 167193"/>
              <a:gd name="csX4" fmla="*/ 55236 w 198884"/>
              <a:gd name="csY4" fmla="*/ 148107 h 167193"/>
              <a:gd name="csX5" fmla="*/ 50480 w 198884"/>
              <a:gd name="csY5" fmla="*/ 138608 h 167193"/>
              <a:gd name="csX6" fmla="*/ 28907 w 198884"/>
              <a:gd name="csY6" fmla="*/ 140363 h 167193"/>
              <a:gd name="csX7" fmla="*/ 11289 w 198884"/>
              <a:gd name="csY7" fmla="*/ 137781 h 167193"/>
              <a:gd name="csX8" fmla="*/ 6827 w 198884"/>
              <a:gd name="csY8" fmla="*/ 131288 h 167193"/>
              <a:gd name="csX9" fmla="*/ 1775 w 198884"/>
              <a:gd name="csY9" fmla="*/ 129012 h 167193"/>
              <a:gd name="csX10" fmla="*/ 4158 w 198884"/>
              <a:gd name="csY10" fmla="*/ 118778 h 167193"/>
              <a:gd name="csX11" fmla="*/ 5752 w 198884"/>
              <a:gd name="csY11" fmla="*/ 106007 h 167193"/>
              <a:gd name="csX12" fmla="*/ 11789 w 198884"/>
              <a:gd name="csY12" fmla="*/ 81269 h 167193"/>
              <a:gd name="csX13" fmla="*/ 23630 w 198884"/>
              <a:gd name="csY13" fmla="*/ 62821 h 167193"/>
              <a:gd name="csX14" fmla="*/ 32410 w 198884"/>
              <a:gd name="csY14" fmla="*/ 53884 h 167193"/>
              <a:gd name="csX15" fmla="*/ 41084 w 198884"/>
              <a:gd name="csY15" fmla="*/ 33929 h 167193"/>
              <a:gd name="csX16" fmla="*/ 44790 w 198884"/>
              <a:gd name="csY16" fmla="*/ 21065 h 167193"/>
              <a:gd name="csX17" fmla="*/ 50866 w 198884"/>
              <a:gd name="csY17" fmla="*/ 7384 h 167193"/>
              <a:gd name="csX18" fmla="*/ 69085 w 198884"/>
              <a:gd name="csY18" fmla="*/ 3371 h 167193"/>
              <a:gd name="csX19" fmla="*/ 83968 w 198884"/>
              <a:gd name="csY19" fmla="*/ 7430 h 167193"/>
              <a:gd name="csX20" fmla="*/ 103250 w 198884"/>
              <a:gd name="csY20" fmla="*/ 16788 h 167193"/>
              <a:gd name="csX21" fmla="*/ 120904 w 198884"/>
              <a:gd name="csY21" fmla="*/ 28277 h 167193"/>
              <a:gd name="csX22" fmla="*/ 134887 w 198884"/>
              <a:gd name="csY22" fmla="*/ 23438 h 167193"/>
              <a:gd name="csX23" fmla="*/ 159058 w 198884"/>
              <a:gd name="csY23" fmla="*/ 20032 h 167193"/>
              <a:gd name="csX24" fmla="*/ 176483 w 198884"/>
              <a:gd name="csY24" fmla="*/ 28515 h 167193"/>
              <a:gd name="csX25" fmla="*/ 192460 w 198884"/>
              <a:gd name="csY25" fmla="*/ 37014 h 167193"/>
              <a:gd name="csX26" fmla="*/ 196332 w 198884"/>
              <a:gd name="csY26" fmla="*/ 44480 h 167193"/>
              <a:gd name="csX27" fmla="*/ 196153 w 198884"/>
              <a:gd name="csY27" fmla="*/ 52404 h 167193"/>
              <a:gd name="csX28" fmla="*/ 187288 w 198884"/>
              <a:gd name="csY28" fmla="*/ 53879 h 167193"/>
              <a:gd name="csX29" fmla="*/ 174390 w 198884"/>
              <a:gd name="csY29" fmla="*/ 56149 h 167193"/>
              <a:gd name="csX30" fmla="*/ 170518 w 198884"/>
              <a:gd name="csY30" fmla="*/ 64210 h 167193"/>
              <a:gd name="csX31" fmla="*/ 166645 w 198884"/>
              <a:gd name="csY31" fmla="*/ 72206 h 167193"/>
              <a:gd name="csX32" fmla="*/ 158901 w 198884"/>
              <a:gd name="csY32" fmla="*/ 75439 h 167193"/>
              <a:gd name="csX33" fmla="*/ 151157 w 198884"/>
              <a:gd name="csY33" fmla="*/ 76992 h 167193"/>
              <a:gd name="csX34" fmla="*/ 142182 w 198884"/>
              <a:gd name="csY34" fmla="*/ 79321 h 167193"/>
              <a:gd name="csX35" fmla="*/ 127056 w 198884"/>
              <a:gd name="csY35" fmla="*/ 97769 h 167193"/>
              <a:gd name="csX36" fmla="*/ 130544 w 198884"/>
              <a:gd name="csY36" fmla="*/ 109385 h 167193"/>
              <a:gd name="csX37" fmla="*/ 134269 w 198884"/>
              <a:gd name="csY37" fmla="*/ 120288 h 167193"/>
              <a:gd name="csX38" fmla="*/ 148765 w 198884"/>
              <a:gd name="csY38" fmla="*/ 140043 h 167193"/>
              <a:gd name="csX39" fmla="*/ 155377 w 198884"/>
              <a:gd name="csY39" fmla="*/ 157142 h 167193"/>
              <a:gd name="csX40" fmla="*/ 143045 w 198884"/>
              <a:gd name="csY40" fmla="*/ 162040 h 167193"/>
              <a:gd name="csX41" fmla="*/ 102761 w 198884"/>
              <a:gd name="csY41" fmla="*/ 161938 h 167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Lst>
            <a:rect l="l" t="t" r="r" b="b"/>
            <a:pathLst>
              <a:path w="198884" h="167193">
                <a:moveTo>
                  <a:pt x="102761" y="161938"/>
                </a:moveTo>
                <a:cubicBezTo>
                  <a:pt x="101767" y="158136"/>
                  <a:pt x="99022" y="157287"/>
                  <a:pt x="88269" y="157454"/>
                </a:cubicBezTo>
                <a:cubicBezTo>
                  <a:pt x="80973" y="157567"/>
                  <a:pt x="72518" y="159228"/>
                  <a:pt x="69481" y="161146"/>
                </a:cubicBezTo>
                <a:cubicBezTo>
                  <a:pt x="64710" y="164157"/>
                  <a:pt x="63423" y="164033"/>
                  <a:pt x="60039" y="160242"/>
                </a:cubicBezTo>
                <a:cubicBezTo>
                  <a:pt x="57884" y="157827"/>
                  <a:pt x="55723" y="152366"/>
                  <a:pt x="55236" y="148107"/>
                </a:cubicBezTo>
                <a:cubicBezTo>
                  <a:pt x="54750" y="143848"/>
                  <a:pt x="52610" y="139573"/>
                  <a:pt x="50480" y="138608"/>
                </a:cubicBezTo>
                <a:cubicBezTo>
                  <a:pt x="43634" y="135506"/>
                  <a:pt x="32890" y="136379"/>
                  <a:pt x="28907" y="140363"/>
                </a:cubicBezTo>
                <a:cubicBezTo>
                  <a:pt x="22942" y="146328"/>
                  <a:pt x="14628" y="145109"/>
                  <a:pt x="11289" y="137781"/>
                </a:cubicBezTo>
                <a:cubicBezTo>
                  <a:pt x="9671" y="134232"/>
                  <a:pt x="7664" y="131310"/>
                  <a:pt x="6827" y="131288"/>
                </a:cubicBezTo>
                <a:cubicBezTo>
                  <a:pt x="5990" y="131266"/>
                  <a:pt x="3716" y="130242"/>
                  <a:pt x="1775" y="129012"/>
                </a:cubicBezTo>
                <a:cubicBezTo>
                  <a:pt x="-1083" y="127202"/>
                  <a:pt x="-629" y="125253"/>
                  <a:pt x="4158" y="118778"/>
                </a:cubicBezTo>
                <a:cubicBezTo>
                  <a:pt x="9713" y="111264"/>
                  <a:pt x="9810" y="110491"/>
                  <a:pt x="5752" y="106007"/>
                </a:cubicBezTo>
                <a:cubicBezTo>
                  <a:pt x="-610" y="98977"/>
                  <a:pt x="325" y="95142"/>
                  <a:pt x="11789" y="81269"/>
                </a:cubicBezTo>
                <a:cubicBezTo>
                  <a:pt x="17485" y="74376"/>
                  <a:pt x="22814" y="66074"/>
                  <a:pt x="23630" y="62821"/>
                </a:cubicBezTo>
                <a:cubicBezTo>
                  <a:pt x="24447" y="59568"/>
                  <a:pt x="28398" y="55546"/>
                  <a:pt x="32410" y="53884"/>
                </a:cubicBezTo>
                <a:cubicBezTo>
                  <a:pt x="40181" y="50665"/>
                  <a:pt x="43478" y="43081"/>
                  <a:pt x="41084" y="33929"/>
                </a:cubicBezTo>
                <a:cubicBezTo>
                  <a:pt x="40186" y="30493"/>
                  <a:pt x="41619" y="25519"/>
                  <a:pt x="44790" y="21065"/>
                </a:cubicBezTo>
                <a:cubicBezTo>
                  <a:pt x="47634" y="17072"/>
                  <a:pt x="50368" y="10915"/>
                  <a:pt x="50866" y="7384"/>
                </a:cubicBezTo>
                <a:cubicBezTo>
                  <a:pt x="51978" y="-503"/>
                  <a:pt x="60785" y="-2442"/>
                  <a:pt x="69085" y="3371"/>
                </a:cubicBezTo>
                <a:cubicBezTo>
                  <a:pt x="72262" y="5597"/>
                  <a:pt x="78960" y="7424"/>
                  <a:pt x="83968" y="7430"/>
                </a:cubicBezTo>
                <a:cubicBezTo>
                  <a:pt x="90827" y="7440"/>
                  <a:pt x="95585" y="9748"/>
                  <a:pt x="103250" y="16788"/>
                </a:cubicBezTo>
                <a:cubicBezTo>
                  <a:pt x="108847" y="21927"/>
                  <a:pt x="116791" y="27098"/>
                  <a:pt x="120904" y="28277"/>
                </a:cubicBezTo>
                <a:cubicBezTo>
                  <a:pt x="127215" y="30087"/>
                  <a:pt x="129398" y="29332"/>
                  <a:pt x="134887" y="23438"/>
                </a:cubicBezTo>
                <a:cubicBezTo>
                  <a:pt x="142030" y="15767"/>
                  <a:pt x="156507" y="13727"/>
                  <a:pt x="159058" y="20032"/>
                </a:cubicBezTo>
                <a:cubicBezTo>
                  <a:pt x="159855" y="22000"/>
                  <a:pt x="167696" y="25818"/>
                  <a:pt x="176483" y="28515"/>
                </a:cubicBezTo>
                <a:cubicBezTo>
                  <a:pt x="186066" y="31457"/>
                  <a:pt x="192460" y="34858"/>
                  <a:pt x="192460" y="37014"/>
                </a:cubicBezTo>
                <a:cubicBezTo>
                  <a:pt x="192460" y="38991"/>
                  <a:pt x="194203" y="42351"/>
                  <a:pt x="196332" y="44480"/>
                </a:cubicBezTo>
                <a:cubicBezTo>
                  <a:pt x="199774" y="47922"/>
                  <a:pt x="199754" y="48803"/>
                  <a:pt x="196153" y="52404"/>
                </a:cubicBezTo>
                <a:cubicBezTo>
                  <a:pt x="193159" y="55398"/>
                  <a:pt x="190845" y="55783"/>
                  <a:pt x="187288" y="53879"/>
                </a:cubicBezTo>
                <a:cubicBezTo>
                  <a:pt x="179800" y="49872"/>
                  <a:pt x="174390" y="50824"/>
                  <a:pt x="174390" y="56149"/>
                </a:cubicBezTo>
                <a:cubicBezTo>
                  <a:pt x="174390" y="58815"/>
                  <a:pt x="172647" y="62442"/>
                  <a:pt x="170518" y="64210"/>
                </a:cubicBezTo>
                <a:cubicBezTo>
                  <a:pt x="168388" y="65977"/>
                  <a:pt x="166645" y="69575"/>
                  <a:pt x="166645" y="72206"/>
                </a:cubicBezTo>
                <a:cubicBezTo>
                  <a:pt x="166645" y="76143"/>
                  <a:pt x="165276" y="76714"/>
                  <a:pt x="158901" y="75439"/>
                </a:cubicBezTo>
                <a:cubicBezTo>
                  <a:pt x="153734" y="74406"/>
                  <a:pt x="151157" y="74922"/>
                  <a:pt x="151157" y="76992"/>
                </a:cubicBezTo>
                <a:cubicBezTo>
                  <a:pt x="151157" y="78961"/>
                  <a:pt x="147877" y="79812"/>
                  <a:pt x="142182" y="79321"/>
                </a:cubicBezTo>
                <a:cubicBezTo>
                  <a:pt x="130428" y="78308"/>
                  <a:pt x="124889" y="85064"/>
                  <a:pt x="127056" y="97769"/>
                </a:cubicBezTo>
                <a:cubicBezTo>
                  <a:pt x="127904" y="102738"/>
                  <a:pt x="129473" y="107965"/>
                  <a:pt x="130544" y="109385"/>
                </a:cubicBezTo>
                <a:cubicBezTo>
                  <a:pt x="131614" y="110805"/>
                  <a:pt x="133291" y="115711"/>
                  <a:pt x="134269" y="120288"/>
                </a:cubicBezTo>
                <a:cubicBezTo>
                  <a:pt x="135415" y="125645"/>
                  <a:pt x="140578" y="132682"/>
                  <a:pt x="148765" y="140043"/>
                </a:cubicBezTo>
                <a:cubicBezTo>
                  <a:pt x="162833" y="152691"/>
                  <a:pt x="164554" y="157142"/>
                  <a:pt x="155377" y="157142"/>
                </a:cubicBezTo>
                <a:cubicBezTo>
                  <a:pt x="152019" y="157142"/>
                  <a:pt x="146470" y="159346"/>
                  <a:pt x="143045" y="162040"/>
                </a:cubicBezTo>
                <a:cubicBezTo>
                  <a:pt x="134241" y="168966"/>
                  <a:pt x="104579" y="168891"/>
                  <a:pt x="102761" y="161938"/>
                </a:cubicBezTo>
                <a:close/>
              </a:path>
            </a:pathLst>
          </a:custGeom>
          <a:solidFill>
            <a:srgbClr val="B9B9B9"/>
          </a:solidFill>
          <a:ln w="5163" cap="flat">
            <a:noFill/>
            <a:prstDash val="solid"/>
            <a:miter/>
          </a:ln>
        </p:spPr>
        <p:txBody>
          <a:bodyPr/>
          <a:lstStyle/>
          <a:p>
            <a:endParaRPr lang="es-419" noProof="0" dirty="0"/>
          </a:p>
        </p:txBody>
      </p:sp>
      <p:sp>
        <p:nvSpPr>
          <p:cNvPr id="47" name="Forma libre: forma 46">
            <a:extLst>
              <a:ext uri="{FF2B5EF4-FFF2-40B4-BE49-F238E27FC236}">
                <a16:creationId xmlns:a16="http://schemas.microsoft.com/office/drawing/2014/main" id="{5A9D06B4-6ADC-DB09-AB3C-9E10DC6B1377}"/>
              </a:ext>
            </a:extLst>
          </p:cNvPr>
          <p:cNvSpPr/>
          <p:nvPr/>
        </p:nvSpPr>
        <p:spPr>
          <a:xfrm>
            <a:off x="1461542" y="2144566"/>
            <a:ext cx="129500" cy="144710"/>
          </a:xfrm>
          <a:custGeom>
            <a:avLst/>
            <a:gdLst>
              <a:gd name="csX0" fmla="*/ 39451 w 129500"/>
              <a:gd name="csY0" fmla="*/ 143362 h 144710"/>
              <a:gd name="csX1" fmla="*/ 36297 w 129500"/>
              <a:gd name="csY1" fmla="*/ 137530 h 144710"/>
              <a:gd name="csX2" fmla="*/ 22310 w 129500"/>
              <a:gd name="csY2" fmla="*/ 122582 h 144710"/>
              <a:gd name="csX3" fmla="*/ 6555 w 129500"/>
              <a:gd name="csY3" fmla="*/ 101930 h 144710"/>
              <a:gd name="csX4" fmla="*/ 2723 w 129500"/>
              <a:gd name="csY4" fmla="*/ 90935 h 144710"/>
              <a:gd name="csX5" fmla="*/ 1214 w 129500"/>
              <a:gd name="csY5" fmla="*/ 71343 h 144710"/>
              <a:gd name="csX6" fmla="*/ 12550 w 129500"/>
              <a:gd name="csY6" fmla="*/ 66880 h 144710"/>
              <a:gd name="csX7" fmla="*/ 22940 w 129500"/>
              <a:gd name="csY7" fmla="*/ 63986 h 144710"/>
              <a:gd name="csX8" fmla="*/ 31348 w 129500"/>
              <a:gd name="csY8" fmla="*/ 62963 h 144710"/>
              <a:gd name="csX9" fmla="*/ 38911 w 129500"/>
              <a:gd name="csY9" fmla="*/ 59306 h 144710"/>
              <a:gd name="csX10" fmla="*/ 42783 w 129500"/>
              <a:gd name="csY10" fmla="*/ 50923 h 144710"/>
              <a:gd name="csX11" fmla="*/ 46656 w 129500"/>
              <a:gd name="csY11" fmla="*/ 42586 h 144710"/>
              <a:gd name="csX12" fmla="*/ 51173 w 129500"/>
              <a:gd name="csY12" fmla="*/ 39323 h 144710"/>
              <a:gd name="csX13" fmla="*/ 69566 w 129500"/>
              <a:gd name="csY13" fmla="*/ 37767 h 144710"/>
              <a:gd name="csX14" fmla="*/ 69872 w 129500"/>
              <a:gd name="csY14" fmla="*/ 27120 h 144710"/>
              <a:gd name="csX15" fmla="*/ 67231 w 129500"/>
              <a:gd name="csY15" fmla="*/ 13692 h 144710"/>
              <a:gd name="csX16" fmla="*/ 69736 w 129500"/>
              <a:gd name="csY16" fmla="*/ 7102 h 144710"/>
              <a:gd name="csX17" fmla="*/ 81814 w 129500"/>
              <a:gd name="csY17" fmla="*/ 13524 h 144710"/>
              <a:gd name="csX18" fmla="*/ 100866 w 129500"/>
              <a:gd name="csY18" fmla="*/ 15068 h 144710"/>
              <a:gd name="csX19" fmla="*/ 113355 w 129500"/>
              <a:gd name="csY19" fmla="*/ 326 h 144710"/>
              <a:gd name="csX20" fmla="*/ 116355 w 129500"/>
              <a:gd name="csY20" fmla="*/ 6085 h 144710"/>
              <a:gd name="csX21" fmla="*/ 122928 w 129500"/>
              <a:gd name="csY21" fmla="*/ 21207 h 144710"/>
              <a:gd name="csX22" fmla="*/ 129501 w 129500"/>
              <a:gd name="csY22" fmla="*/ 32422 h 144710"/>
              <a:gd name="csX23" fmla="*/ 122289 w 129500"/>
              <a:gd name="csY23" fmla="*/ 39110 h 144710"/>
              <a:gd name="csX24" fmla="*/ 114210 w 129500"/>
              <a:gd name="csY24" fmla="*/ 43197 h 144710"/>
              <a:gd name="csX25" fmla="*/ 100996 w 129500"/>
              <a:gd name="csY25" fmla="*/ 50277 h 144710"/>
              <a:gd name="csX26" fmla="*/ 91480 w 129500"/>
              <a:gd name="csY26" fmla="*/ 69527 h 144710"/>
              <a:gd name="csX27" fmla="*/ 86825 w 129500"/>
              <a:gd name="csY27" fmla="*/ 82667 h 144710"/>
              <a:gd name="csX28" fmla="*/ 75170 w 129500"/>
              <a:gd name="csY28" fmla="*/ 92424 h 144710"/>
              <a:gd name="csX29" fmla="*/ 62144 w 129500"/>
              <a:gd name="csY29" fmla="*/ 108405 h 144710"/>
              <a:gd name="csX30" fmla="*/ 58272 w 129500"/>
              <a:gd name="csY30" fmla="*/ 119688 h 144710"/>
              <a:gd name="csX31" fmla="*/ 54400 w 129500"/>
              <a:gd name="csY31" fmla="*/ 127352 h 144710"/>
              <a:gd name="csX32" fmla="*/ 52416 w 129500"/>
              <a:gd name="csY32" fmla="*/ 133529 h 144710"/>
              <a:gd name="csX33" fmla="*/ 46503 w 129500"/>
              <a:gd name="csY33" fmla="*/ 140006 h 144710"/>
              <a:gd name="csX34" fmla="*/ 39451 w 129500"/>
              <a:gd name="csY34" fmla="*/ 143362 h 1447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129500" h="144710">
                <a:moveTo>
                  <a:pt x="39451" y="143362"/>
                </a:moveTo>
                <a:cubicBezTo>
                  <a:pt x="37734" y="141645"/>
                  <a:pt x="36315" y="139021"/>
                  <a:pt x="36297" y="137530"/>
                </a:cubicBezTo>
                <a:cubicBezTo>
                  <a:pt x="36279" y="136040"/>
                  <a:pt x="29985" y="129313"/>
                  <a:pt x="22310" y="122582"/>
                </a:cubicBezTo>
                <a:cubicBezTo>
                  <a:pt x="12868" y="114302"/>
                  <a:pt x="7773" y="107623"/>
                  <a:pt x="6555" y="101930"/>
                </a:cubicBezTo>
                <a:cubicBezTo>
                  <a:pt x="5566" y="97303"/>
                  <a:pt x="3842" y="92355"/>
                  <a:pt x="2723" y="90935"/>
                </a:cubicBezTo>
                <a:cubicBezTo>
                  <a:pt x="-91" y="87360"/>
                  <a:pt x="-945" y="76286"/>
                  <a:pt x="1214" y="71343"/>
                </a:cubicBezTo>
                <a:cubicBezTo>
                  <a:pt x="2338" y="68767"/>
                  <a:pt x="6560" y="67105"/>
                  <a:pt x="12550" y="66880"/>
                </a:cubicBezTo>
                <a:cubicBezTo>
                  <a:pt x="17800" y="66683"/>
                  <a:pt x="22476" y="65380"/>
                  <a:pt x="22940" y="63986"/>
                </a:cubicBezTo>
                <a:cubicBezTo>
                  <a:pt x="23405" y="62591"/>
                  <a:pt x="27189" y="62131"/>
                  <a:pt x="31348" y="62963"/>
                </a:cubicBezTo>
                <a:cubicBezTo>
                  <a:pt x="37697" y="64232"/>
                  <a:pt x="38911" y="63645"/>
                  <a:pt x="38911" y="59306"/>
                </a:cubicBezTo>
                <a:cubicBezTo>
                  <a:pt x="38911" y="56463"/>
                  <a:pt x="40654" y="52690"/>
                  <a:pt x="42783" y="50923"/>
                </a:cubicBezTo>
                <a:cubicBezTo>
                  <a:pt x="44913" y="49155"/>
                  <a:pt x="46656" y="45404"/>
                  <a:pt x="46656" y="42586"/>
                </a:cubicBezTo>
                <a:cubicBezTo>
                  <a:pt x="46656" y="38720"/>
                  <a:pt x="47764" y="37919"/>
                  <a:pt x="51173" y="39323"/>
                </a:cubicBezTo>
                <a:cubicBezTo>
                  <a:pt x="61512" y="43579"/>
                  <a:pt x="64377" y="43337"/>
                  <a:pt x="69566" y="37767"/>
                </a:cubicBezTo>
                <a:cubicBezTo>
                  <a:pt x="75009" y="31925"/>
                  <a:pt x="75010" y="31906"/>
                  <a:pt x="69872" y="27120"/>
                </a:cubicBezTo>
                <a:cubicBezTo>
                  <a:pt x="63882" y="21540"/>
                  <a:pt x="64007" y="22172"/>
                  <a:pt x="67231" y="13692"/>
                </a:cubicBezTo>
                <a:lnTo>
                  <a:pt x="69736" y="7102"/>
                </a:lnTo>
                <a:lnTo>
                  <a:pt x="81814" y="13524"/>
                </a:lnTo>
                <a:cubicBezTo>
                  <a:pt x="96277" y="21214"/>
                  <a:pt x="100866" y="21586"/>
                  <a:pt x="100866" y="15068"/>
                </a:cubicBezTo>
                <a:cubicBezTo>
                  <a:pt x="100866" y="8386"/>
                  <a:pt x="109640" y="-1970"/>
                  <a:pt x="113355" y="326"/>
                </a:cubicBezTo>
                <a:cubicBezTo>
                  <a:pt x="115005" y="1346"/>
                  <a:pt x="116355" y="3937"/>
                  <a:pt x="116355" y="6085"/>
                </a:cubicBezTo>
                <a:cubicBezTo>
                  <a:pt x="116355" y="8233"/>
                  <a:pt x="119313" y="15038"/>
                  <a:pt x="122928" y="21207"/>
                </a:cubicBezTo>
                <a:lnTo>
                  <a:pt x="129501" y="32422"/>
                </a:lnTo>
                <a:lnTo>
                  <a:pt x="122289" y="39110"/>
                </a:lnTo>
                <a:cubicBezTo>
                  <a:pt x="118322" y="42788"/>
                  <a:pt x="114687" y="44627"/>
                  <a:pt x="114210" y="43197"/>
                </a:cubicBezTo>
                <a:cubicBezTo>
                  <a:pt x="112111" y="36901"/>
                  <a:pt x="104310" y="41081"/>
                  <a:pt x="100996" y="50277"/>
                </a:cubicBezTo>
                <a:cubicBezTo>
                  <a:pt x="99077" y="55602"/>
                  <a:pt x="94795" y="64264"/>
                  <a:pt x="91480" y="69527"/>
                </a:cubicBezTo>
                <a:cubicBezTo>
                  <a:pt x="88166" y="74789"/>
                  <a:pt x="86071" y="80703"/>
                  <a:pt x="86825" y="82667"/>
                </a:cubicBezTo>
                <a:cubicBezTo>
                  <a:pt x="87734" y="85037"/>
                  <a:pt x="83812" y="88321"/>
                  <a:pt x="75170" y="92424"/>
                </a:cubicBezTo>
                <a:cubicBezTo>
                  <a:pt x="62898" y="98250"/>
                  <a:pt x="62144" y="99174"/>
                  <a:pt x="62144" y="108405"/>
                </a:cubicBezTo>
                <a:cubicBezTo>
                  <a:pt x="62144" y="114732"/>
                  <a:pt x="60773" y="118729"/>
                  <a:pt x="58272" y="119688"/>
                </a:cubicBezTo>
                <a:cubicBezTo>
                  <a:pt x="56143" y="120506"/>
                  <a:pt x="54400" y="123954"/>
                  <a:pt x="54400" y="127352"/>
                </a:cubicBezTo>
                <a:cubicBezTo>
                  <a:pt x="54400" y="130749"/>
                  <a:pt x="53507" y="133529"/>
                  <a:pt x="52416" y="133529"/>
                </a:cubicBezTo>
                <a:cubicBezTo>
                  <a:pt x="51325" y="133529"/>
                  <a:pt x="48664" y="136444"/>
                  <a:pt x="46503" y="140006"/>
                </a:cubicBezTo>
                <a:cubicBezTo>
                  <a:pt x="43429" y="145071"/>
                  <a:pt x="41892" y="145803"/>
                  <a:pt x="39451" y="143362"/>
                </a:cubicBezTo>
                <a:close/>
              </a:path>
            </a:pathLst>
          </a:custGeom>
          <a:solidFill>
            <a:srgbClr val="B9B9B9"/>
          </a:solidFill>
          <a:ln w="5163" cap="flat">
            <a:noFill/>
            <a:prstDash val="solid"/>
            <a:miter/>
          </a:ln>
        </p:spPr>
        <p:txBody>
          <a:bodyPr/>
          <a:lstStyle/>
          <a:p>
            <a:endParaRPr lang="es-419" noProof="0" dirty="0"/>
          </a:p>
        </p:txBody>
      </p:sp>
      <p:sp>
        <p:nvSpPr>
          <p:cNvPr id="48" name="Forma libre: forma 47">
            <a:extLst>
              <a:ext uri="{FF2B5EF4-FFF2-40B4-BE49-F238E27FC236}">
                <a16:creationId xmlns:a16="http://schemas.microsoft.com/office/drawing/2014/main" id="{C3AA0CA9-E7F1-37BB-7062-11E6C74AC158}"/>
              </a:ext>
            </a:extLst>
          </p:cNvPr>
          <p:cNvSpPr/>
          <p:nvPr/>
        </p:nvSpPr>
        <p:spPr>
          <a:xfrm>
            <a:off x="2333829" y="2099494"/>
            <a:ext cx="245950" cy="186219"/>
          </a:xfrm>
          <a:custGeom>
            <a:avLst/>
            <a:gdLst>
              <a:gd name="csX0" fmla="*/ 63193 w 245950"/>
              <a:gd name="csY0" fmla="*/ 151536 h 186219"/>
              <a:gd name="csX1" fmla="*/ 28715 w 245950"/>
              <a:gd name="csY1" fmla="*/ 120621 h 186219"/>
              <a:gd name="csX2" fmla="*/ 15073 w 245950"/>
              <a:gd name="csY2" fmla="*/ 124390 h 186219"/>
              <a:gd name="csX3" fmla="*/ 5596 w 245950"/>
              <a:gd name="csY3" fmla="*/ 124390 h 186219"/>
              <a:gd name="csX4" fmla="*/ 5596 w 245950"/>
              <a:gd name="csY4" fmla="*/ 107763 h 186219"/>
              <a:gd name="csX5" fmla="*/ 3015 w 245950"/>
              <a:gd name="csY5" fmla="*/ 89541 h 186219"/>
              <a:gd name="csX6" fmla="*/ 11404 w 245950"/>
              <a:gd name="csY6" fmla="*/ 63244 h 186219"/>
              <a:gd name="csX7" fmla="*/ 106611 w 245950"/>
              <a:gd name="csY7" fmla="*/ 25070 h 186219"/>
              <a:gd name="csX8" fmla="*/ 133716 w 245950"/>
              <a:gd name="csY8" fmla="*/ 14252 h 186219"/>
              <a:gd name="csX9" fmla="*/ 160483 w 245950"/>
              <a:gd name="csY9" fmla="*/ 1908 h 186219"/>
              <a:gd name="csX10" fmla="*/ 238554 w 245950"/>
              <a:gd name="csY10" fmla="*/ 11931 h 186219"/>
              <a:gd name="csX11" fmla="*/ 245107 w 245950"/>
              <a:gd name="csY11" fmla="*/ 29136 h 186219"/>
              <a:gd name="csX12" fmla="*/ 240861 w 245950"/>
              <a:gd name="csY12" fmla="*/ 62435 h 186219"/>
              <a:gd name="csX13" fmla="*/ 234529 w 245950"/>
              <a:gd name="csY13" fmla="*/ 81796 h 186219"/>
              <a:gd name="csX14" fmla="*/ 183096 w 245950"/>
              <a:gd name="csY14" fmla="*/ 120518 h 186219"/>
              <a:gd name="csX15" fmla="*/ 112584 w 245950"/>
              <a:gd name="csY15" fmla="*/ 172730 h 186219"/>
              <a:gd name="csX16" fmla="*/ 93505 w 245950"/>
              <a:gd name="csY16" fmla="*/ 186220 h 186219"/>
              <a:gd name="csX17" fmla="*/ 63193 w 245950"/>
              <a:gd name="csY17" fmla="*/ 151536 h 1862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245950" h="186219">
                <a:moveTo>
                  <a:pt x="63193" y="151536"/>
                </a:moveTo>
                <a:cubicBezTo>
                  <a:pt x="35962" y="120379"/>
                  <a:pt x="32456" y="117236"/>
                  <a:pt x="28715" y="120621"/>
                </a:cubicBezTo>
                <a:cubicBezTo>
                  <a:pt x="26425" y="122694"/>
                  <a:pt x="20286" y="124390"/>
                  <a:pt x="15073" y="124390"/>
                </a:cubicBezTo>
                <a:lnTo>
                  <a:pt x="5596" y="124390"/>
                </a:lnTo>
                <a:lnTo>
                  <a:pt x="5596" y="107763"/>
                </a:lnTo>
                <a:cubicBezTo>
                  <a:pt x="5596" y="98618"/>
                  <a:pt x="4435" y="90418"/>
                  <a:pt x="3015" y="89541"/>
                </a:cubicBezTo>
                <a:cubicBezTo>
                  <a:pt x="-3245" y="85672"/>
                  <a:pt x="575" y="73700"/>
                  <a:pt x="11404" y="63244"/>
                </a:cubicBezTo>
                <a:cubicBezTo>
                  <a:pt x="30218" y="45081"/>
                  <a:pt x="67101" y="30293"/>
                  <a:pt x="106611" y="25070"/>
                </a:cubicBezTo>
                <a:cubicBezTo>
                  <a:pt x="113529" y="24155"/>
                  <a:pt x="124948" y="19598"/>
                  <a:pt x="133716" y="14252"/>
                </a:cubicBezTo>
                <a:cubicBezTo>
                  <a:pt x="142049" y="9172"/>
                  <a:pt x="154094" y="3617"/>
                  <a:pt x="160483" y="1908"/>
                </a:cubicBezTo>
                <a:cubicBezTo>
                  <a:pt x="179743" y="-3243"/>
                  <a:pt x="225908" y="2684"/>
                  <a:pt x="238554" y="11931"/>
                </a:cubicBezTo>
                <a:cubicBezTo>
                  <a:pt x="241216" y="13878"/>
                  <a:pt x="243864" y="20830"/>
                  <a:pt x="245107" y="29136"/>
                </a:cubicBezTo>
                <a:cubicBezTo>
                  <a:pt x="246841" y="40720"/>
                  <a:pt x="246124" y="46345"/>
                  <a:pt x="240861" y="62435"/>
                </a:cubicBezTo>
                <a:lnTo>
                  <a:pt x="234529" y="81796"/>
                </a:lnTo>
                <a:lnTo>
                  <a:pt x="183096" y="120518"/>
                </a:lnTo>
                <a:cubicBezTo>
                  <a:pt x="154808" y="141815"/>
                  <a:pt x="123078" y="165310"/>
                  <a:pt x="112584" y="172730"/>
                </a:cubicBezTo>
                <a:lnTo>
                  <a:pt x="93505" y="186220"/>
                </a:lnTo>
                <a:lnTo>
                  <a:pt x="63193" y="151536"/>
                </a:lnTo>
                <a:close/>
              </a:path>
            </a:pathLst>
          </a:custGeom>
          <a:solidFill>
            <a:srgbClr val="B9B9B9"/>
          </a:solidFill>
          <a:ln w="5163" cap="flat">
            <a:noFill/>
            <a:prstDash val="solid"/>
            <a:miter/>
          </a:ln>
        </p:spPr>
        <p:txBody>
          <a:bodyPr/>
          <a:lstStyle/>
          <a:p>
            <a:endParaRPr lang="es-419" noProof="0" dirty="0"/>
          </a:p>
        </p:txBody>
      </p:sp>
      <p:sp>
        <p:nvSpPr>
          <p:cNvPr id="49" name="Forma libre: forma 48">
            <a:extLst>
              <a:ext uri="{FF2B5EF4-FFF2-40B4-BE49-F238E27FC236}">
                <a16:creationId xmlns:a16="http://schemas.microsoft.com/office/drawing/2014/main" id="{775E7FDA-720E-4189-3B7E-BFE6830A8001}"/>
              </a:ext>
            </a:extLst>
          </p:cNvPr>
          <p:cNvSpPr/>
          <p:nvPr/>
        </p:nvSpPr>
        <p:spPr>
          <a:xfrm>
            <a:off x="2334670" y="2196667"/>
            <a:ext cx="1839" cy="7968"/>
          </a:xfrm>
          <a:custGeom>
            <a:avLst/>
            <a:gdLst>
              <a:gd name="csX0" fmla="*/ 0 w 1839"/>
              <a:gd name="csY0" fmla="*/ 3984 h 7968"/>
              <a:gd name="csX1" fmla="*/ 1302 w 1839"/>
              <a:gd name="csY1" fmla="*/ 757 h 7968"/>
              <a:gd name="csX2" fmla="*/ 1302 w 1839"/>
              <a:gd name="csY2" fmla="*/ 7211 h 7968"/>
              <a:gd name="csX3" fmla="*/ 0 w 1839"/>
              <a:gd name="csY3" fmla="*/ 3984 h 7968"/>
            </a:gdLst>
            <a:ahLst/>
            <a:cxnLst>
              <a:cxn ang="0">
                <a:pos x="csX0" y="csY0"/>
              </a:cxn>
              <a:cxn ang="0">
                <a:pos x="csX1" y="csY1"/>
              </a:cxn>
              <a:cxn ang="0">
                <a:pos x="csX2" y="csY2"/>
              </a:cxn>
              <a:cxn ang="0">
                <a:pos x="csX3" y="csY3"/>
              </a:cxn>
            </a:cxnLst>
            <a:rect l="l" t="t" r="r" b="b"/>
            <a:pathLst>
              <a:path w="1839" h="7968">
                <a:moveTo>
                  <a:pt x="0" y="3984"/>
                </a:moveTo>
                <a:cubicBezTo>
                  <a:pt x="0" y="435"/>
                  <a:pt x="586" y="-1017"/>
                  <a:pt x="1302" y="757"/>
                </a:cubicBezTo>
                <a:cubicBezTo>
                  <a:pt x="2018" y="2532"/>
                  <a:pt x="2018" y="5436"/>
                  <a:pt x="1302" y="7211"/>
                </a:cubicBezTo>
                <a:cubicBezTo>
                  <a:pt x="586" y="8986"/>
                  <a:pt x="0" y="7534"/>
                  <a:pt x="0" y="3984"/>
                </a:cubicBezTo>
                <a:close/>
              </a:path>
            </a:pathLst>
          </a:custGeom>
          <a:solidFill>
            <a:srgbClr val="B9B9B9"/>
          </a:solidFill>
          <a:ln w="5163" cap="flat">
            <a:noFill/>
            <a:prstDash val="solid"/>
            <a:miter/>
          </a:ln>
        </p:spPr>
        <p:txBody>
          <a:bodyPr/>
          <a:lstStyle/>
          <a:p>
            <a:endParaRPr lang="es-419" noProof="0" dirty="0"/>
          </a:p>
        </p:txBody>
      </p:sp>
      <p:sp>
        <p:nvSpPr>
          <p:cNvPr id="50" name="Forma libre: forma 49">
            <a:extLst>
              <a:ext uri="{FF2B5EF4-FFF2-40B4-BE49-F238E27FC236}">
                <a16:creationId xmlns:a16="http://schemas.microsoft.com/office/drawing/2014/main" id="{4BE57D8B-63F2-7FBD-DC66-D8338C232AA0}"/>
              </a:ext>
            </a:extLst>
          </p:cNvPr>
          <p:cNvSpPr/>
          <p:nvPr/>
        </p:nvSpPr>
        <p:spPr>
          <a:xfrm>
            <a:off x="1309468" y="1877186"/>
            <a:ext cx="342958" cy="300162"/>
          </a:xfrm>
          <a:custGeom>
            <a:avLst/>
            <a:gdLst>
              <a:gd name="csX0" fmla="*/ 295686 w 342958"/>
              <a:gd name="csY0" fmla="*/ 296278 h 300162"/>
              <a:gd name="csX1" fmla="*/ 285863 w 342958"/>
              <a:gd name="csY1" fmla="*/ 292488 h 300162"/>
              <a:gd name="csX2" fmla="*/ 274573 w 342958"/>
              <a:gd name="csY2" fmla="*/ 278339 h 300162"/>
              <a:gd name="csX3" fmla="*/ 265490 w 342958"/>
              <a:gd name="csY3" fmla="*/ 262580 h 300162"/>
              <a:gd name="csX4" fmla="*/ 250359 w 342958"/>
              <a:gd name="csY4" fmla="*/ 277449 h 300162"/>
              <a:gd name="csX5" fmla="*/ 232353 w 342958"/>
              <a:gd name="csY5" fmla="*/ 275755 h 300162"/>
              <a:gd name="csX6" fmla="*/ 216800 w 342958"/>
              <a:gd name="csY6" fmla="*/ 278780 h 300162"/>
              <a:gd name="csX7" fmla="*/ 197688 w 342958"/>
              <a:gd name="csY7" fmla="*/ 275445 h 300162"/>
              <a:gd name="csX8" fmla="*/ 186717 w 342958"/>
              <a:gd name="csY8" fmla="*/ 271836 h 300162"/>
              <a:gd name="csX9" fmla="*/ 183241 w 342958"/>
              <a:gd name="csY9" fmla="*/ 267964 h 300162"/>
              <a:gd name="csX10" fmla="*/ 171812 w 342958"/>
              <a:gd name="csY10" fmla="*/ 264092 h 300162"/>
              <a:gd name="csX11" fmla="*/ 155307 w 342958"/>
              <a:gd name="csY11" fmla="*/ 270545 h 300162"/>
              <a:gd name="csX12" fmla="*/ 128918 w 342958"/>
              <a:gd name="csY12" fmla="*/ 266264 h 300162"/>
              <a:gd name="csX13" fmla="*/ 106345 w 342958"/>
              <a:gd name="csY13" fmla="*/ 255141 h 300162"/>
              <a:gd name="csX14" fmla="*/ 91555 w 342958"/>
              <a:gd name="csY14" fmla="*/ 250269 h 300162"/>
              <a:gd name="csX15" fmla="*/ 81548 w 342958"/>
              <a:gd name="csY15" fmla="*/ 247474 h 300162"/>
              <a:gd name="csX16" fmla="*/ 78435 w 342958"/>
              <a:gd name="csY16" fmla="*/ 239429 h 300162"/>
              <a:gd name="csX17" fmla="*/ 82408 w 342958"/>
              <a:gd name="csY17" fmla="*/ 200657 h 300162"/>
              <a:gd name="csX18" fmla="*/ 83563 w 342958"/>
              <a:gd name="csY18" fmla="*/ 189030 h 300162"/>
              <a:gd name="csX19" fmla="*/ 79311 w 342958"/>
              <a:gd name="csY19" fmla="*/ 164140 h 300162"/>
              <a:gd name="csX20" fmla="*/ 69658 w 342958"/>
              <a:gd name="csY20" fmla="*/ 165664 h 300162"/>
              <a:gd name="csX21" fmla="*/ 52863 w 342958"/>
              <a:gd name="csY21" fmla="*/ 178880 h 300162"/>
              <a:gd name="csX22" fmla="*/ 46310 w 342958"/>
              <a:gd name="csY22" fmla="*/ 180840 h 300162"/>
              <a:gd name="csX23" fmla="*/ 41273 w 342958"/>
              <a:gd name="csY23" fmla="*/ 176042 h 300162"/>
              <a:gd name="csX24" fmla="*/ 28735 w 342958"/>
              <a:gd name="csY24" fmla="*/ 163573 h 300162"/>
              <a:gd name="csX25" fmla="*/ 8346 w 342958"/>
              <a:gd name="csY25" fmla="*/ 134458 h 300162"/>
              <a:gd name="csX26" fmla="*/ 3097 w 342958"/>
              <a:gd name="csY26" fmla="*/ 117621 h 300162"/>
              <a:gd name="csX27" fmla="*/ 147 w 342958"/>
              <a:gd name="csY27" fmla="*/ 113613 h 300162"/>
              <a:gd name="csX28" fmla="*/ 21165 w 342958"/>
              <a:gd name="csY28" fmla="*/ 104003 h 300162"/>
              <a:gd name="csX29" fmla="*/ 72335 w 342958"/>
              <a:gd name="csY29" fmla="*/ 73250 h 300162"/>
              <a:gd name="csX30" fmla="*/ 93508 w 342958"/>
              <a:gd name="csY30" fmla="*/ 38847 h 300162"/>
              <a:gd name="csX31" fmla="*/ 97565 w 342958"/>
              <a:gd name="csY31" fmla="*/ 29800 h 300162"/>
              <a:gd name="csX32" fmla="*/ 109742 w 342958"/>
              <a:gd name="csY32" fmla="*/ 18194 h 300162"/>
              <a:gd name="csX33" fmla="*/ 113822 w 342958"/>
              <a:gd name="csY33" fmla="*/ 11110 h 300162"/>
              <a:gd name="csX34" fmla="*/ 121678 w 342958"/>
              <a:gd name="csY34" fmla="*/ 5555 h 300162"/>
              <a:gd name="csX35" fmla="*/ 127233 w 342958"/>
              <a:gd name="csY35" fmla="*/ 0 h 300162"/>
              <a:gd name="csX36" fmla="*/ 134516 w 342958"/>
              <a:gd name="csY36" fmla="*/ 8782 h 300162"/>
              <a:gd name="csX37" fmla="*/ 141869 w 342958"/>
              <a:gd name="csY37" fmla="*/ 33944 h 300162"/>
              <a:gd name="csX38" fmla="*/ 147505 w 342958"/>
              <a:gd name="csY38" fmla="*/ 58144 h 300162"/>
              <a:gd name="csX39" fmla="*/ 152804 w 342958"/>
              <a:gd name="csY39" fmla="*/ 90810 h 300162"/>
              <a:gd name="csX40" fmla="*/ 162764 w 342958"/>
              <a:gd name="csY40" fmla="*/ 124694 h 300162"/>
              <a:gd name="csX41" fmla="*/ 170334 w 342958"/>
              <a:gd name="csY41" fmla="*/ 121832 h 300162"/>
              <a:gd name="csX42" fmla="*/ 185393 w 342958"/>
              <a:gd name="csY42" fmla="*/ 124884 h 300162"/>
              <a:gd name="csX43" fmla="*/ 190271 w 342958"/>
              <a:gd name="csY43" fmla="*/ 127275 h 300162"/>
              <a:gd name="csX44" fmla="*/ 201229 w 342958"/>
              <a:gd name="csY44" fmla="*/ 139721 h 300162"/>
              <a:gd name="csX45" fmla="*/ 197439 w 342958"/>
              <a:gd name="csY45" fmla="*/ 147005 h 300162"/>
              <a:gd name="csX46" fmla="*/ 196794 w 342958"/>
              <a:gd name="csY46" fmla="*/ 162615 h 300162"/>
              <a:gd name="csX47" fmla="*/ 220205 w 342958"/>
              <a:gd name="csY47" fmla="*/ 171185 h 300162"/>
              <a:gd name="csX48" fmla="*/ 242581 w 342958"/>
              <a:gd name="csY48" fmla="*/ 173796 h 300162"/>
              <a:gd name="csX49" fmla="*/ 259092 w 342958"/>
              <a:gd name="csY49" fmla="*/ 186698 h 300162"/>
              <a:gd name="csX50" fmla="*/ 273592 w 342958"/>
              <a:gd name="csY50" fmla="*/ 197707 h 300162"/>
              <a:gd name="csX51" fmla="*/ 304244 w 342958"/>
              <a:gd name="csY51" fmla="*/ 198591 h 300162"/>
              <a:gd name="csX52" fmla="*/ 333285 w 342958"/>
              <a:gd name="csY52" fmla="*/ 203946 h 300162"/>
              <a:gd name="csX53" fmla="*/ 339205 w 342958"/>
              <a:gd name="csY53" fmla="*/ 216060 h 300162"/>
              <a:gd name="csX54" fmla="*/ 336274 w 342958"/>
              <a:gd name="csY54" fmla="*/ 220854 h 300162"/>
              <a:gd name="csX55" fmla="*/ 328850 w 342958"/>
              <a:gd name="csY55" fmla="*/ 233114 h 300162"/>
              <a:gd name="csX56" fmla="*/ 326965 w 342958"/>
              <a:gd name="csY56" fmla="*/ 236341 h 300162"/>
              <a:gd name="csX57" fmla="*/ 329181 w 342958"/>
              <a:gd name="csY57" fmla="*/ 240859 h 300162"/>
              <a:gd name="csX58" fmla="*/ 331403 w 342958"/>
              <a:gd name="csY58" fmla="*/ 248187 h 300162"/>
              <a:gd name="csX59" fmla="*/ 328049 w 342958"/>
              <a:gd name="csY59" fmla="*/ 258014 h 300162"/>
              <a:gd name="csX60" fmla="*/ 326532 w 342958"/>
              <a:gd name="csY60" fmla="*/ 276244 h 300162"/>
              <a:gd name="csX61" fmla="*/ 325085 w 342958"/>
              <a:gd name="csY61" fmla="*/ 283496 h 300162"/>
              <a:gd name="csX62" fmla="*/ 321398 w 342958"/>
              <a:gd name="csY62" fmla="*/ 292711 h 300162"/>
              <a:gd name="csX63" fmla="*/ 311874 w 342958"/>
              <a:gd name="csY63" fmla="*/ 300150 h 300162"/>
              <a:gd name="csX64" fmla="*/ 295686 w 342958"/>
              <a:gd name="csY64" fmla="*/ 296278 h 3001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Lst>
            <a:rect l="l" t="t" r="r" b="b"/>
            <a:pathLst>
              <a:path w="342958" h="300162">
                <a:moveTo>
                  <a:pt x="295686" y="296278"/>
                </a:moveTo>
                <a:cubicBezTo>
                  <a:pt x="292930" y="294193"/>
                  <a:pt x="288510" y="292488"/>
                  <a:pt x="285863" y="292488"/>
                </a:cubicBezTo>
                <a:cubicBezTo>
                  <a:pt x="282541" y="292488"/>
                  <a:pt x="279045" y="288107"/>
                  <a:pt x="274573" y="278339"/>
                </a:cubicBezTo>
                <a:cubicBezTo>
                  <a:pt x="271011" y="270557"/>
                  <a:pt x="266923" y="263466"/>
                  <a:pt x="265490" y="262580"/>
                </a:cubicBezTo>
                <a:cubicBezTo>
                  <a:pt x="261887" y="260353"/>
                  <a:pt x="250359" y="271682"/>
                  <a:pt x="250359" y="277449"/>
                </a:cubicBezTo>
                <a:cubicBezTo>
                  <a:pt x="250359" y="284106"/>
                  <a:pt x="242694" y="283385"/>
                  <a:pt x="232353" y="275755"/>
                </a:cubicBezTo>
                <a:cubicBezTo>
                  <a:pt x="223375" y="269132"/>
                  <a:pt x="216800" y="270410"/>
                  <a:pt x="216800" y="278780"/>
                </a:cubicBezTo>
                <a:cubicBezTo>
                  <a:pt x="216800" y="282868"/>
                  <a:pt x="211006" y="281857"/>
                  <a:pt x="197688" y="275445"/>
                </a:cubicBezTo>
                <a:cubicBezTo>
                  <a:pt x="193566" y="273460"/>
                  <a:pt x="188628" y="271836"/>
                  <a:pt x="186717" y="271836"/>
                </a:cubicBezTo>
                <a:cubicBezTo>
                  <a:pt x="184805" y="271836"/>
                  <a:pt x="183241" y="270094"/>
                  <a:pt x="183241" y="267964"/>
                </a:cubicBezTo>
                <a:cubicBezTo>
                  <a:pt x="183241" y="265105"/>
                  <a:pt x="180251" y="264092"/>
                  <a:pt x="171812" y="264092"/>
                </a:cubicBezTo>
                <a:cubicBezTo>
                  <a:pt x="162696" y="264092"/>
                  <a:pt x="159356" y="265398"/>
                  <a:pt x="155307" y="270545"/>
                </a:cubicBezTo>
                <a:cubicBezTo>
                  <a:pt x="148138" y="279659"/>
                  <a:pt x="141633" y="278604"/>
                  <a:pt x="128918" y="266264"/>
                </a:cubicBezTo>
                <a:cubicBezTo>
                  <a:pt x="119547" y="257171"/>
                  <a:pt x="116097" y="255470"/>
                  <a:pt x="106345" y="255141"/>
                </a:cubicBezTo>
                <a:cubicBezTo>
                  <a:pt x="98734" y="254884"/>
                  <a:pt x="93722" y="253233"/>
                  <a:pt x="91555" y="250269"/>
                </a:cubicBezTo>
                <a:cubicBezTo>
                  <a:pt x="89207" y="247058"/>
                  <a:pt x="86367" y="246265"/>
                  <a:pt x="81548" y="247474"/>
                </a:cubicBezTo>
                <a:cubicBezTo>
                  <a:pt x="74001" y="249368"/>
                  <a:pt x="73102" y="247043"/>
                  <a:pt x="78435" y="239429"/>
                </a:cubicBezTo>
                <a:cubicBezTo>
                  <a:pt x="83856" y="231688"/>
                  <a:pt x="86528" y="205621"/>
                  <a:pt x="82408" y="200657"/>
                </a:cubicBezTo>
                <a:cubicBezTo>
                  <a:pt x="79647" y="197331"/>
                  <a:pt x="79847" y="195321"/>
                  <a:pt x="83563" y="189030"/>
                </a:cubicBezTo>
                <a:cubicBezTo>
                  <a:pt x="88650" y="180419"/>
                  <a:pt x="87374" y="172952"/>
                  <a:pt x="79311" y="164140"/>
                </a:cubicBezTo>
                <a:cubicBezTo>
                  <a:pt x="73608" y="157907"/>
                  <a:pt x="69658" y="158530"/>
                  <a:pt x="69658" y="165664"/>
                </a:cubicBezTo>
                <a:cubicBezTo>
                  <a:pt x="69658" y="171138"/>
                  <a:pt x="55140" y="182563"/>
                  <a:pt x="52863" y="178880"/>
                </a:cubicBezTo>
                <a:cubicBezTo>
                  <a:pt x="50323" y="174770"/>
                  <a:pt x="46434" y="175933"/>
                  <a:pt x="46310" y="180840"/>
                </a:cubicBezTo>
                <a:cubicBezTo>
                  <a:pt x="46241" y="183582"/>
                  <a:pt x="44262" y="181697"/>
                  <a:pt x="41273" y="176042"/>
                </a:cubicBezTo>
                <a:cubicBezTo>
                  <a:pt x="38533" y="170858"/>
                  <a:pt x="32973" y="165329"/>
                  <a:pt x="28735" y="163573"/>
                </a:cubicBezTo>
                <a:cubicBezTo>
                  <a:pt x="15748" y="158193"/>
                  <a:pt x="9667" y="149510"/>
                  <a:pt x="8346" y="134458"/>
                </a:cubicBezTo>
                <a:cubicBezTo>
                  <a:pt x="7635" y="126353"/>
                  <a:pt x="5506" y="119523"/>
                  <a:pt x="3097" y="117621"/>
                </a:cubicBezTo>
                <a:cubicBezTo>
                  <a:pt x="868" y="115861"/>
                  <a:pt x="-459" y="114058"/>
                  <a:pt x="147" y="113613"/>
                </a:cubicBezTo>
                <a:cubicBezTo>
                  <a:pt x="7952" y="107892"/>
                  <a:pt x="16388" y="104034"/>
                  <a:pt x="21165" y="104003"/>
                </a:cubicBezTo>
                <a:cubicBezTo>
                  <a:pt x="38718" y="103886"/>
                  <a:pt x="49596" y="97348"/>
                  <a:pt x="72335" y="73250"/>
                </a:cubicBezTo>
                <a:cubicBezTo>
                  <a:pt x="94445" y="49819"/>
                  <a:pt x="94883" y="49106"/>
                  <a:pt x="93508" y="38847"/>
                </a:cubicBezTo>
                <a:cubicBezTo>
                  <a:pt x="92208" y="29159"/>
                  <a:pt x="92513" y="28479"/>
                  <a:pt x="97565" y="29800"/>
                </a:cubicBezTo>
                <a:cubicBezTo>
                  <a:pt x="103852" y="31444"/>
                  <a:pt x="107223" y="28231"/>
                  <a:pt x="109742" y="18194"/>
                </a:cubicBezTo>
                <a:cubicBezTo>
                  <a:pt x="110720" y="14298"/>
                  <a:pt x="112556" y="11110"/>
                  <a:pt x="113822" y="11110"/>
                </a:cubicBezTo>
                <a:cubicBezTo>
                  <a:pt x="115088" y="11110"/>
                  <a:pt x="118623" y="8610"/>
                  <a:pt x="121678" y="5555"/>
                </a:cubicBezTo>
                <a:lnTo>
                  <a:pt x="127233" y="0"/>
                </a:lnTo>
                <a:lnTo>
                  <a:pt x="134516" y="8782"/>
                </a:lnTo>
                <a:cubicBezTo>
                  <a:pt x="140793" y="16350"/>
                  <a:pt x="141809" y="19826"/>
                  <a:pt x="141869" y="33944"/>
                </a:cubicBezTo>
                <a:cubicBezTo>
                  <a:pt x="141922" y="46507"/>
                  <a:pt x="143236" y="52147"/>
                  <a:pt x="147505" y="58144"/>
                </a:cubicBezTo>
                <a:cubicBezTo>
                  <a:pt x="152339" y="64931"/>
                  <a:pt x="153038" y="69240"/>
                  <a:pt x="152804" y="90810"/>
                </a:cubicBezTo>
                <a:cubicBezTo>
                  <a:pt x="152465" y="122159"/>
                  <a:pt x="153210" y="124694"/>
                  <a:pt x="162764" y="124694"/>
                </a:cubicBezTo>
                <a:cubicBezTo>
                  <a:pt x="166927" y="124694"/>
                  <a:pt x="170334" y="123406"/>
                  <a:pt x="170334" y="121832"/>
                </a:cubicBezTo>
                <a:cubicBezTo>
                  <a:pt x="170334" y="118431"/>
                  <a:pt x="184072" y="121216"/>
                  <a:pt x="185393" y="124884"/>
                </a:cubicBezTo>
                <a:cubicBezTo>
                  <a:pt x="185866" y="126199"/>
                  <a:pt x="188061" y="127275"/>
                  <a:pt x="190271" y="127275"/>
                </a:cubicBezTo>
                <a:cubicBezTo>
                  <a:pt x="194758" y="127275"/>
                  <a:pt x="201103" y="134482"/>
                  <a:pt x="201229" y="139721"/>
                </a:cubicBezTo>
                <a:cubicBezTo>
                  <a:pt x="201275" y="141597"/>
                  <a:pt x="199569" y="144875"/>
                  <a:pt x="197439" y="147005"/>
                </a:cubicBezTo>
                <a:cubicBezTo>
                  <a:pt x="192728" y="151716"/>
                  <a:pt x="192413" y="159339"/>
                  <a:pt x="196794" y="162615"/>
                </a:cubicBezTo>
                <a:cubicBezTo>
                  <a:pt x="198569" y="163942"/>
                  <a:pt x="209104" y="167799"/>
                  <a:pt x="220205" y="171185"/>
                </a:cubicBezTo>
                <a:cubicBezTo>
                  <a:pt x="236917" y="176284"/>
                  <a:pt x="240766" y="176733"/>
                  <a:pt x="242581" y="173796"/>
                </a:cubicBezTo>
                <a:cubicBezTo>
                  <a:pt x="245948" y="168348"/>
                  <a:pt x="255565" y="175863"/>
                  <a:pt x="259092" y="186698"/>
                </a:cubicBezTo>
                <a:cubicBezTo>
                  <a:pt x="261627" y="194485"/>
                  <a:pt x="263378" y="195815"/>
                  <a:pt x="273592" y="197707"/>
                </a:cubicBezTo>
                <a:cubicBezTo>
                  <a:pt x="279981" y="198890"/>
                  <a:pt x="293775" y="199289"/>
                  <a:pt x="304244" y="198591"/>
                </a:cubicBezTo>
                <a:cubicBezTo>
                  <a:pt x="321502" y="197442"/>
                  <a:pt x="324213" y="197942"/>
                  <a:pt x="333285" y="203946"/>
                </a:cubicBezTo>
                <a:cubicBezTo>
                  <a:pt x="344213" y="211177"/>
                  <a:pt x="345431" y="213671"/>
                  <a:pt x="339205" y="216060"/>
                </a:cubicBezTo>
                <a:cubicBezTo>
                  <a:pt x="336957" y="216923"/>
                  <a:pt x="335638" y="219080"/>
                  <a:pt x="336274" y="220854"/>
                </a:cubicBezTo>
                <a:cubicBezTo>
                  <a:pt x="337968" y="225576"/>
                  <a:pt x="333403" y="233114"/>
                  <a:pt x="328850" y="233114"/>
                </a:cubicBezTo>
                <a:cubicBezTo>
                  <a:pt x="326331" y="233114"/>
                  <a:pt x="325653" y="234275"/>
                  <a:pt x="326965" y="236341"/>
                </a:cubicBezTo>
                <a:cubicBezTo>
                  <a:pt x="328092" y="238116"/>
                  <a:pt x="329089" y="240149"/>
                  <a:pt x="329181" y="240859"/>
                </a:cubicBezTo>
                <a:cubicBezTo>
                  <a:pt x="329272" y="241569"/>
                  <a:pt x="330272" y="244866"/>
                  <a:pt x="331403" y="248187"/>
                </a:cubicBezTo>
                <a:cubicBezTo>
                  <a:pt x="332991" y="252852"/>
                  <a:pt x="332229" y="255087"/>
                  <a:pt x="328049" y="258014"/>
                </a:cubicBezTo>
                <a:cubicBezTo>
                  <a:pt x="321663" y="262487"/>
                  <a:pt x="321157" y="268570"/>
                  <a:pt x="326532" y="276244"/>
                </a:cubicBezTo>
                <a:cubicBezTo>
                  <a:pt x="330115" y="281360"/>
                  <a:pt x="330000" y="281936"/>
                  <a:pt x="325085" y="283496"/>
                </a:cubicBezTo>
                <a:cubicBezTo>
                  <a:pt x="320727" y="284879"/>
                  <a:pt x="320050" y="286571"/>
                  <a:pt x="321398" y="292711"/>
                </a:cubicBezTo>
                <a:cubicBezTo>
                  <a:pt x="323026" y="300123"/>
                  <a:pt x="322888" y="300231"/>
                  <a:pt x="311874" y="300150"/>
                </a:cubicBezTo>
                <a:cubicBezTo>
                  <a:pt x="305727" y="300105"/>
                  <a:pt x="298443" y="298362"/>
                  <a:pt x="295686" y="296278"/>
                </a:cubicBezTo>
                <a:close/>
              </a:path>
            </a:pathLst>
          </a:custGeom>
          <a:solidFill>
            <a:srgbClr val="B9B9B9"/>
          </a:solidFill>
          <a:ln w="5163" cap="flat">
            <a:noFill/>
            <a:prstDash val="solid"/>
            <a:miter/>
          </a:ln>
        </p:spPr>
        <p:txBody>
          <a:bodyPr/>
          <a:lstStyle/>
          <a:p>
            <a:endParaRPr lang="es-419" noProof="0" dirty="0"/>
          </a:p>
        </p:txBody>
      </p:sp>
      <p:sp>
        <p:nvSpPr>
          <p:cNvPr id="51" name="Forma libre: forma 50">
            <a:extLst>
              <a:ext uri="{FF2B5EF4-FFF2-40B4-BE49-F238E27FC236}">
                <a16:creationId xmlns:a16="http://schemas.microsoft.com/office/drawing/2014/main" id="{217C4C9C-D3DE-2FE6-E5FE-21F27F0D15CF}"/>
              </a:ext>
            </a:extLst>
          </p:cNvPr>
          <p:cNvSpPr/>
          <p:nvPr/>
        </p:nvSpPr>
        <p:spPr>
          <a:xfrm>
            <a:off x="1257795" y="2071057"/>
            <a:ext cx="87522" cy="67430"/>
          </a:xfrm>
          <a:custGeom>
            <a:avLst/>
            <a:gdLst>
              <a:gd name="csX0" fmla="*/ 3976 w 87522"/>
              <a:gd name="csY0" fmla="*/ 62589 h 67430"/>
              <a:gd name="csX1" fmla="*/ 1611 w 87522"/>
              <a:gd name="csY1" fmla="*/ 35473 h 67430"/>
              <a:gd name="csX2" fmla="*/ 13354 w 87522"/>
              <a:gd name="csY2" fmla="*/ 26110 h 67430"/>
              <a:gd name="csX3" fmla="*/ 24928 w 87522"/>
              <a:gd name="csY3" fmla="*/ 17185 h 67430"/>
              <a:gd name="csX4" fmla="*/ 28816 w 87522"/>
              <a:gd name="csY4" fmla="*/ 13430 h 67430"/>
              <a:gd name="csX5" fmla="*/ 55396 w 87522"/>
              <a:gd name="csY5" fmla="*/ 696 h 67430"/>
              <a:gd name="csX6" fmla="*/ 76595 w 87522"/>
              <a:gd name="csY6" fmla="*/ 27413 h 67430"/>
              <a:gd name="csX7" fmla="*/ 81474 w 87522"/>
              <a:gd name="csY7" fmla="*/ 35237 h 67430"/>
              <a:gd name="csX8" fmla="*/ 81963 w 87522"/>
              <a:gd name="csY8" fmla="*/ 49346 h 67430"/>
              <a:gd name="csX9" fmla="*/ 69036 w 87522"/>
              <a:gd name="csY9" fmla="*/ 59608 h 67430"/>
              <a:gd name="csX10" fmla="*/ 36947 w 87522"/>
              <a:gd name="csY10" fmla="*/ 62618 h 67430"/>
              <a:gd name="csX11" fmla="*/ 17042 w 87522"/>
              <a:gd name="csY11" fmla="*/ 62345 h 67430"/>
              <a:gd name="csX12" fmla="*/ 3976 w 87522"/>
              <a:gd name="csY12" fmla="*/ 62589 h 67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7522" h="67430">
                <a:moveTo>
                  <a:pt x="3976" y="62589"/>
                </a:moveTo>
                <a:cubicBezTo>
                  <a:pt x="-42" y="58150"/>
                  <a:pt x="-1347" y="43182"/>
                  <a:pt x="1611" y="35473"/>
                </a:cubicBezTo>
                <a:cubicBezTo>
                  <a:pt x="2496" y="33167"/>
                  <a:pt x="7780" y="28954"/>
                  <a:pt x="13354" y="26110"/>
                </a:cubicBezTo>
                <a:cubicBezTo>
                  <a:pt x="18927" y="23267"/>
                  <a:pt x="24135" y="19251"/>
                  <a:pt x="24928" y="17185"/>
                </a:cubicBezTo>
                <a:cubicBezTo>
                  <a:pt x="25721" y="15120"/>
                  <a:pt x="27470" y="13430"/>
                  <a:pt x="28816" y="13430"/>
                </a:cubicBezTo>
                <a:cubicBezTo>
                  <a:pt x="32726" y="13430"/>
                  <a:pt x="53752" y="3357"/>
                  <a:pt x="55396" y="696"/>
                </a:cubicBezTo>
                <a:cubicBezTo>
                  <a:pt x="58624" y="-4526"/>
                  <a:pt x="78997" y="21152"/>
                  <a:pt x="76595" y="27413"/>
                </a:cubicBezTo>
                <a:cubicBezTo>
                  <a:pt x="75767" y="29569"/>
                  <a:pt x="77801" y="32831"/>
                  <a:pt x="81474" y="35237"/>
                </a:cubicBezTo>
                <a:cubicBezTo>
                  <a:pt x="89349" y="40396"/>
                  <a:pt x="89558" y="46431"/>
                  <a:pt x="81963" y="49346"/>
                </a:cubicBezTo>
                <a:cubicBezTo>
                  <a:pt x="78769" y="50572"/>
                  <a:pt x="72952" y="55190"/>
                  <a:pt x="69036" y="59608"/>
                </a:cubicBezTo>
                <a:cubicBezTo>
                  <a:pt x="60658" y="69060"/>
                  <a:pt x="52768" y="69801"/>
                  <a:pt x="36947" y="62618"/>
                </a:cubicBezTo>
                <a:cubicBezTo>
                  <a:pt x="26493" y="57872"/>
                  <a:pt x="25833" y="57863"/>
                  <a:pt x="17042" y="62345"/>
                </a:cubicBezTo>
                <a:cubicBezTo>
                  <a:pt x="8489" y="66705"/>
                  <a:pt x="7714" y="66720"/>
                  <a:pt x="3976" y="62589"/>
                </a:cubicBezTo>
                <a:close/>
              </a:path>
            </a:pathLst>
          </a:custGeom>
          <a:solidFill>
            <a:srgbClr val="B9B9B9"/>
          </a:solidFill>
          <a:ln w="5163" cap="flat">
            <a:noFill/>
            <a:prstDash val="solid"/>
            <a:miter/>
          </a:ln>
        </p:spPr>
        <p:txBody>
          <a:bodyPr/>
          <a:lstStyle/>
          <a:p>
            <a:endParaRPr lang="es-419" noProof="0" dirty="0"/>
          </a:p>
        </p:txBody>
      </p:sp>
      <p:sp>
        <p:nvSpPr>
          <p:cNvPr id="52" name="Forma libre: forma 51">
            <a:extLst>
              <a:ext uri="{FF2B5EF4-FFF2-40B4-BE49-F238E27FC236}">
                <a16:creationId xmlns:a16="http://schemas.microsoft.com/office/drawing/2014/main" id="{AF8521B6-791B-EEED-C41A-3F0317463B60}"/>
              </a:ext>
            </a:extLst>
          </p:cNvPr>
          <p:cNvSpPr/>
          <p:nvPr/>
        </p:nvSpPr>
        <p:spPr>
          <a:xfrm>
            <a:off x="1498388" y="1582666"/>
            <a:ext cx="245235" cy="503912"/>
          </a:xfrm>
          <a:custGeom>
            <a:avLst/>
            <a:gdLst>
              <a:gd name="csX0" fmla="*/ 181623 w 245235"/>
              <a:gd name="csY0" fmla="*/ 494203 h 503912"/>
              <a:gd name="csX1" fmla="*/ 158452 w 245235"/>
              <a:gd name="csY1" fmla="*/ 485687 h 503912"/>
              <a:gd name="csX2" fmla="*/ 148342 w 245235"/>
              <a:gd name="csY2" fmla="*/ 487770 h 503912"/>
              <a:gd name="csX3" fmla="*/ 119521 w 245235"/>
              <a:gd name="csY3" fmla="*/ 489801 h 503912"/>
              <a:gd name="csX4" fmla="*/ 87472 w 245235"/>
              <a:gd name="csY4" fmla="*/ 489620 h 503912"/>
              <a:gd name="csX5" fmla="*/ 73190 w 245235"/>
              <a:gd name="csY5" fmla="*/ 478988 h 503912"/>
              <a:gd name="csX6" fmla="*/ 52773 w 245235"/>
              <a:gd name="csY6" fmla="*/ 460575 h 503912"/>
              <a:gd name="csX7" fmla="*/ 49575 w 245235"/>
              <a:gd name="csY7" fmla="*/ 464677 h 503912"/>
              <a:gd name="csX8" fmla="*/ 47915 w 245235"/>
              <a:gd name="csY8" fmla="*/ 467591 h 503912"/>
              <a:gd name="csX9" fmla="*/ 13036 w 245235"/>
              <a:gd name="csY9" fmla="*/ 456319 h 503912"/>
              <a:gd name="csX10" fmla="*/ 12217 w 245235"/>
              <a:gd name="csY10" fmla="*/ 442447 h 503912"/>
              <a:gd name="csX11" fmla="*/ 16234 w 245235"/>
              <a:gd name="csY11" fmla="*/ 437376 h 503912"/>
              <a:gd name="csX12" fmla="*/ 3077 w 245235"/>
              <a:gd name="csY12" fmla="*/ 417673 h 503912"/>
              <a:gd name="csX13" fmla="*/ 0 w 245235"/>
              <a:gd name="csY13" fmla="*/ 409784 h 503912"/>
              <a:gd name="csX14" fmla="*/ 6196 w 245235"/>
              <a:gd name="csY14" fmla="*/ 402269 h 503912"/>
              <a:gd name="csX15" fmla="*/ 12532 w 245235"/>
              <a:gd name="csY15" fmla="*/ 401839 h 503912"/>
              <a:gd name="csX16" fmla="*/ 13332 w 245235"/>
              <a:gd name="csY16" fmla="*/ 389178 h 503912"/>
              <a:gd name="csX17" fmla="*/ 18583 w 245235"/>
              <a:gd name="csY17" fmla="*/ 371495 h 503912"/>
              <a:gd name="csX18" fmla="*/ 33934 w 245235"/>
              <a:gd name="csY18" fmla="*/ 366100 h 503912"/>
              <a:gd name="csX19" fmla="*/ 49768 w 245235"/>
              <a:gd name="csY19" fmla="*/ 361841 h 503912"/>
              <a:gd name="csX20" fmla="*/ 46692 w 245235"/>
              <a:gd name="csY20" fmla="*/ 337409 h 503912"/>
              <a:gd name="csX21" fmla="*/ 42031 w 245235"/>
              <a:gd name="csY21" fmla="*/ 321770 h 503912"/>
              <a:gd name="csX22" fmla="*/ 39524 w 245235"/>
              <a:gd name="csY22" fmla="*/ 295336 h 503912"/>
              <a:gd name="csX23" fmla="*/ 41858 w 245235"/>
              <a:gd name="csY23" fmla="*/ 287644 h 503912"/>
              <a:gd name="csX24" fmla="*/ 57042 w 245235"/>
              <a:gd name="csY24" fmla="*/ 277265 h 503912"/>
              <a:gd name="csX25" fmla="*/ 69737 w 245235"/>
              <a:gd name="csY25" fmla="*/ 269502 h 503912"/>
              <a:gd name="csX26" fmla="*/ 79509 w 245235"/>
              <a:gd name="csY26" fmla="*/ 253317 h 503912"/>
              <a:gd name="csX27" fmla="*/ 95370 w 245235"/>
              <a:gd name="csY27" fmla="*/ 241529 h 503912"/>
              <a:gd name="csX28" fmla="*/ 141543 w 245235"/>
              <a:gd name="csY28" fmla="*/ 207386 h 503912"/>
              <a:gd name="csX29" fmla="*/ 135987 w 245235"/>
              <a:gd name="csY29" fmla="*/ 199791 h 503912"/>
              <a:gd name="csX30" fmla="*/ 127900 w 245235"/>
              <a:gd name="csY30" fmla="*/ 166538 h 503912"/>
              <a:gd name="csX31" fmla="*/ 127266 w 245235"/>
              <a:gd name="csY31" fmla="*/ 150064 h 503912"/>
              <a:gd name="csX32" fmla="*/ 118230 w 245235"/>
              <a:gd name="csY32" fmla="*/ 149351 h 503912"/>
              <a:gd name="csX33" fmla="*/ 106311 w 245235"/>
              <a:gd name="csY33" fmla="*/ 151014 h 503912"/>
              <a:gd name="csX34" fmla="*/ 100187 w 245235"/>
              <a:gd name="csY34" fmla="*/ 149485 h 503912"/>
              <a:gd name="csX35" fmla="*/ 89795 w 245235"/>
              <a:gd name="csY35" fmla="*/ 145581 h 503912"/>
              <a:gd name="csX36" fmla="*/ 79509 w 245235"/>
              <a:gd name="csY36" fmla="*/ 132462 h 503912"/>
              <a:gd name="csX37" fmla="*/ 74746 w 245235"/>
              <a:gd name="csY37" fmla="*/ 127510 h 503912"/>
              <a:gd name="csX38" fmla="*/ 61439 w 245235"/>
              <a:gd name="csY38" fmla="*/ 106041 h 503912"/>
              <a:gd name="csX39" fmla="*/ 51376 w 245235"/>
              <a:gd name="csY39" fmla="*/ 92403 h 503912"/>
              <a:gd name="csX40" fmla="*/ 43631 w 245235"/>
              <a:gd name="csY40" fmla="*/ 82710 h 503912"/>
              <a:gd name="csX41" fmla="*/ 40756 w 245235"/>
              <a:gd name="csY41" fmla="*/ 70719 h 503912"/>
              <a:gd name="csX42" fmla="*/ 37174 w 245235"/>
              <a:gd name="csY42" fmla="*/ 60642 h 503912"/>
              <a:gd name="csX43" fmla="*/ 23391 w 245235"/>
              <a:gd name="csY43" fmla="*/ 17685 h 503912"/>
              <a:gd name="csX44" fmla="*/ 16983 w 245235"/>
              <a:gd name="csY44" fmla="*/ 12409 h 503912"/>
              <a:gd name="csX45" fmla="*/ 27512 w 245235"/>
              <a:gd name="csY45" fmla="*/ 5441 h 503912"/>
              <a:gd name="csX46" fmla="*/ 44577 w 245235"/>
              <a:gd name="csY46" fmla="*/ 1452 h 503912"/>
              <a:gd name="csX47" fmla="*/ 51418 w 245235"/>
              <a:gd name="csY47" fmla="*/ 21016 h 503912"/>
              <a:gd name="csX48" fmla="*/ 53995 w 245235"/>
              <a:gd name="csY48" fmla="*/ 32559 h 503912"/>
              <a:gd name="csX49" fmla="*/ 56749 w 245235"/>
              <a:gd name="csY49" fmla="*/ 46824 h 503912"/>
              <a:gd name="csX50" fmla="*/ 61515 w 245235"/>
              <a:gd name="csY50" fmla="*/ 64401 h 503912"/>
              <a:gd name="csX51" fmla="*/ 66783 w 245235"/>
              <a:gd name="csY51" fmla="*/ 80478 h 503912"/>
              <a:gd name="csX52" fmla="*/ 69183 w 245235"/>
              <a:gd name="csY52" fmla="*/ 82335 h 503912"/>
              <a:gd name="csX53" fmla="*/ 72797 w 245235"/>
              <a:gd name="csY53" fmla="*/ 89434 h 503912"/>
              <a:gd name="csX54" fmla="*/ 77368 w 245235"/>
              <a:gd name="csY54" fmla="*/ 95891 h 503912"/>
              <a:gd name="csX55" fmla="*/ 83382 w 245235"/>
              <a:gd name="csY55" fmla="*/ 106862 h 503912"/>
              <a:gd name="csX56" fmla="*/ 91209 w 245235"/>
              <a:gd name="csY56" fmla="*/ 114603 h 503912"/>
              <a:gd name="csX57" fmla="*/ 115649 w 245235"/>
              <a:gd name="csY57" fmla="*/ 125394 h 503912"/>
              <a:gd name="csX58" fmla="*/ 132428 w 245235"/>
              <a:gd name="csY58" fmla="*/ 131624 h 503912"/>
              <a:gd name="csX59" fmla="*/ 150553 w 245235"/>
              <a:gd name="csY59" fmla="*/ 139348 h 503912"/>
              <a:gd name="csX60" fmla="*/ 176368 w 245235"/>
              <a:gd name="csY60" fmla="*/ 146927 h 503912"/>
              <a:gd name="csX61" fmla="*/ 211382 w 245235"/>
              <a:gd name="csY61" fmla="*/ 156343 h 503912"/>
              <a:gd name="csX62" fmla="*/ 230401 w 245235"/>
              <a:gd name="csY62" fmla="*/ 161456 h 503912"/>
              <a:gd name="csX63" fmla="*/ 244475 w 245235"/>
              <a:gd name="csY63" fmla="*/ 154799 h 503912"/>
              <a:gd name="csX64" fmla="*/ 229656 w 245235"/>
              <a:gd name="csY64" fmla="*/ 212698 h 503912"/>
              <a:gd name="csX65" fmla="*/ 216833 w 245235"/>
              <a:gd name="csY65" fmla="*/ 242385 h 503912"/>
              <a:gd name="csX66" fmla="*/ 205960 w 245235"/>
              <a:gd name="csY66" fmla="*/ 288674 h 503912"/>
              <a:gd name="csX67" fmla="*/ 203418 w 245235"/>
              <a:gd name="csY67" fmla="*/ 300468 h 503912"/>
              <a:gd name="csX68" fmla="*/ 200956 w 245235"/>
              <a:gd name="csY68" fmla="*/ 300468 h 503912"/>
              <a:gd name="csX69" fmla="*/ 214917 w 245235"/>
              <a:gd name="csY69" fmla="*/ 237240 h 503912"/>
              <a:gd name="csX70" fmla="*/ 224070 w 245235"/>
              <a:gd name="csY70" fmla="*/ 211401 h 503912"/>
              <a:gd name="csX71" fmla="*/ 218637 w 245235"/>
              <a:gd name="csY71" fmla="*/ 205384 h 503912"/>
              <a:gd name="csX72" fmla="*/ 214956 w 245235"/>
              <a:gd name="csY72" fmla="*/ 204826 h 503912"/>
              <a:gd name="csX73" fmla="*/ 214905 w 245235"/>
              <a:gd name="csY73" fmla="*/ 215873 h 503912"/>
              <a:gd name="csX74" fmla="*/ 213101 w 245235"/>
              <a:gd name="csY74" fmla="*/ 224084 h 503912"/>
              <a:gd name="csX75" fmla="*/ 208491 w 245235"/>
              <a:gd name="csY75" fmla="*/ 218391 h 503912"/>
              <a:gd name="csX76" fmla="*/ 197466 w 245235"/>
              <a:gd name="csY76" fmla="*/ 218019 h 503912"/>
              <a:gd name="csX77" fmla="*/ 199747 w 245235"/>
              <a:gd name="csY77" fmla="*/ 224749 h 503912"/>
              <a:gd name="csX78" fmla="*/ 203418 w 245235"/>
              <a:gd name="csY78" fmla="*/ 228616 h 503912"/>
              <a:gd name="csX79" fmla="*/ 201015 w 245235"/>
              <a:gd name="csY79" fmla="*/ 229588 h 503912"/>
              <a:gd name="csX80" fmla="*/ 196991 w 245235"/>
              <a:gd name="csY80" fmla="*/ 230726 h 503912"/>
              <a:gd name="csX81" fmla="*/ 198308 w 245235"/>
              <a:gd name="csY81" fmla="*/ 233350 h 503912"/>
              <a:gd name="csX82" fmla="*/ 199523 w 245235"/>
              <a:gd name="csY82" fmla="*/ 241200 h 503912"/>
              <a:gd name="csX83" fmla="*/ 200899 w 245235"/>
              <a:gd name="csY83" fmla="*/ 252786 h 503912"/>
              <a:gd name="csX84" fmla="*/ 200228 w 245235"/>
              <a:gd name="csY84" fmla="*/ 257969 h 503912"/>
              <a:gd name="csX85" fmla="*/ 197509 w 245235"/>
              <a:gd name="csY85" fmla="*/ 272843 h 503912"/>
              <a:gd name="csX86" fmla="*/ 194340 w 245235"/>
              <a:gd name="csY86" fmla="*/ 281107 h 503912"/>
              <a:gd name="csX87" fmla="*/ 191370 w 245235"/>
              <a:gd name="csY87" fmla="*/ 292273 h 503912"/>
              <a:gd name="csX88" fmla="*/ 195674 w 245235"/>
              <a:gd name="csY88" fmla="*/ 307167 h 503912"/>
              <a:gd name="csX89" fmla="*/ 199681 w 245235"/>
              <a:gd name="csY89" fmla="*/ 306687 h 503912"/>
              <a:gd name="csX90" fmla="*/ 200986 w 245235"/>
              <a:gd name="csY90" fmla="*/ 320424 h 503912"/>
              <a:gd name="csX91" fmla="*/ 197882 w 245235"/>
              <a:gd name="csY91" fmla="*/ 340480 h 503912"/>
              <a:gd name="csX92" fmla="*/ 197480 w 245235"/>
              <a:gd name="csY92" fmla="*/ 350806 h 503912"/>
              <a:gd name="csX93" fmla="*/ 195674 w 245235"/>
              <a:gd name="csY93" fmla="*/ 339189 h 503912"/>
              <a:gd name="csX94" fmla="*/ 193480 w 245235"/>
              <a:gd name="csY94" fmla="*/ 360201 h 503912"/>
              <a:gd name="csX95" fmla="*/ 197184 w 245235"/>
              <a:gd name="csY95" fmla="*/ 414396 h 503912"/>
              <a:gd name="csX96" fmla="*/ 198086 w 245235"/>
              <a:gd name="csY96" fmla="*/ 450991 h 503912"/>
              <a:gd name="csX97" fmla="*/ 192986 w 245235"/>
              <a:gd name="csY97" fmla="*/ 462927 h 503912"/>
              <a:gd name="csX98" fmla="*/ 186260 w 245235"/>
              <a:gd name="csY98" fmla="*/ 476652 h 503912"/>
              <a:gd name="csX99" fmla="*/ 187756 w 245235"/>
              <a:gd name="csY99" fmla="*/ 481169 h 503912"/>
              <a:gd name="csX100" fmla="*/ 190891 w 245235"/>
              <a:gd name="csY100" fmla="*/ 476652 h 503912"/>
              <a:gd name="csX101" fmla="*/ 193026 w 245235"/>
              <a:gd name="csY101" fmla="*/ 487623 h 503912"/>
              <a:gd name="csX102" fmla="*/ 194241 w 245235"/>
              <a:gd name="csY102" fmla="*/ 503884 h 503912"/>
              <a:gd name="csX103" fmla="*/ 181623 w 245235"/>
              <a:gd name="csY103" fmla="*/ 494203 h 5039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Lst>
            <a:rect l="l" t="t" r="r" b="b"/>
            <a:pathLst>
              <a:path w="245235" h="503912">
                <a:moveTo>
                  <a:pt x="181623" y="494203"/>
                </a:moveTo>
                <a:cubicBezTo>
                  <a:pt x="170080" y="484213"/>
                  <a:pt x="162664" y="481487"/>
                  <a:pt x="158452" y="485687"/>
                </a:cubicBezTo>
                <a:cubicBezTo>
                  <a:pt x="157384" y="486752"/>
                  <a:pt x="152834" y="487689"/>
                  <a:pt x="148342" y="487770"/>
                </a:cubicBezTo>
                <a:cubicBezTo>
                  <a:pt x="143849" y="487851"/>
                  <a:pt x="130880" y="488765"/>
                  <a:pt x="119521" y="489801"/>
                </a:cubicBezTo>
                <a:cubicBezTo>
                  <a:pt x="108163" y="490837"/>
                  <a:pt x="93741" y="490755"/>
                  <a:pt x="87472" y="489620"/>
                </a:cubicBezTo>
                <a:cubicBezTo>
                  <a:pt x="77605" y="487832"/>
                  <a:pt x="75687" y="486404"/>
                  <a:pt x="73190" y="478988"/>
                </a:cubicBezTo>
                <a:cubicBezTo>
                  <a:pt x="70001" y="469517"/>
                  <a:pt x="60184" y="460664"/>
                  <a:pt x="52773" y="460575"/>
                </a:cubicBezTo>
                <a:cubicBezTo>
                  <a:pt x="49415" y="460535"/>
                  <a:pt x="48457" y="461764"/>
                  <a:pt x="49575" y="464677"/>
                </a:cubicBezTo>
                <a:cubicBezTo>
                  <a:pt x="50616" y="467390"/>
                  <a:pt x="50039" y="468403"/>
                  <a:pt x="47915" y="467591"/>
                </a:cubicBezTo>
                <a:cubicBezTo>
                  <a:pt x="43178" y="465778"/>
                  <a:pt x="16822" y="457260"/>
                  <a:pt x="13036" y="456319"/>
                </a:cubicBezTo>
                <a:cubicBezTo>
                  <a:pt x="9334" y="455399"/>
                  <a:pt x="8569" y="442447"/>
                  <a:pt x="12217" y="442447"/>
                </a:cubicBezTo>
                <a:cubicBezTo>
                  <a:pt x="13541" y="442447"/>
                  <a:pt x="15349" y="440165"/>
                  <a:pt x="16234" y="437376"/>
                </a:cubicBezTo>
                <a:cubicBezTo>
                  <a:pt x="18137" y="431382"/>
                  <a:pt x="7778" y="415870"/>
                  <a:pt x="3077" y="417673"/>
                </a:cubicBezTo>
                <a:cubicBezTo>
                  <a:pt x="1055" y="418449"/>
                  <a:pt x="0" y="415744"/>
                  <a:pt x="0" y="409784"/>
                </a:cubicBezTo>
                <a:cubicBezTo>
                  <a:pt x="0" y="401499"/>
                  <a:pt x="536" y="400849"/>
                  <a:pt x="6196" y="402269"/>
                </a:cubicBezTo>
                <a:cubicBezTo>
                  <a:pt x="9603" y="403124"/>
                  <a:pt x="12454" y="402931"/>
                  <a:pt x="12532" y="401839"/>
                </a:cubicBezTo>
                <a:cubicBezTo>
                  <a:pt x="12609" y="400747"/>
                  <a:pt x="12969" y="395050"/>
                  <a:pt x="13332" y="389178"/>
                </a:cubicBezTo>
                <a:cubicBezTo>
                  <a:pt x="13694" y="383307"/>
                  <a:pt x="16057" y="375349"/>
                  <a:pt x="18583" y="371495"/>
                </a:cubicBezTo>
                <a:cubicBezTo>
                  <a:pt x="22726" y="365172"/>
                  <a:pt x="24227" y="364644"/>
                  <a:pt x="33934" y="366100"/>
                </a:cubicBezTo>
                <a:cubicBezTo>
                  <a:pt x="43066" y="367469"/>
                  <a:pt x="45460" y="366825"/>
                  <a:pt x="49768" y="361841"/>
                </a:cubicBezTo>
                <a:cubicBezTo>
                  <a:pt x="55970" y="354665"/>
                  <a:pt x="55203" y="348567"/>
                  <a:pt x="46692" y="337409"/>
                </a:cubicBezTo>
                <a:cubicBezTo>
                  <a:pt x="41680" y="330837"/>
                  <a:pt x="40608" y="327241"/>
                  <a:pt x="42031" y="321770"/>
                </a:cubicBezTo>
                <a:cubicBezTo>
                  <a:pt x="45168" y="309711"/>
                  <a:pt x="44306" y="300620"/>
                  <a:pt x="39524" y="295336"/>
                </a:cubicBezTo>
                <a:cubicBezTo>
                  <a:pt x="35095" y="290442"/>
                  <a:pt x="35173" y="290185"/>
                  <a:pt x="41858" y="287644"/>
                </a:cubicBezTo>
                <a:cubicBezTo>
                  <a:pt x="45661" y="286198"/>
                  <a:pt x="52494" y="281527"/>
                  <a:pt x="57042" y="277265"/>
                </a:cubicBezTo>
                <a:cubicBezTo>
                  <a:pt x="61590" y="273002"/>
                  <a:pt x="67303" y="269509"/>
                  <a:pt x="69737" y="269502"/>
                </a:cubicBezTo>
                <a:cubicBezTo>
                  <a:pt x="74976" y="269488"/>
                  <a:pt x="79509" y="261980"/>
                  <a:pt x="79509" y="253317"/>
                </a:cubicBezTo>
                <a:cubicBezTo>
                  <a:pt x="79509" y="246749"/>
                  <a:pt x="88587" y="240002"/>
                  <a:pt x="95370" y="241529"/>
                </a:cubicBezTo>
                <a:cubicBezTo>
                  <a:pt x="99614" y="242485"/>
                  <a:pt x="137917" y="214161"/>
                  <a:pt x="141543" y="207386"/>
                </a:cubicBezTo>
                <a:cubicBezTo>
                  <a:pt x="144262" y="202307"/>
                  <a:pt x="142422" y="199791"/>
                  <a:pt x="135987" y="199791"/>
                </a:cubicBezTo>
                <a:cubicBezTo>
                  <a:pt x="130714" y="199791"/>
                  <a:pt x="128893" y="192306"/>
                  <a:pt x="127900" y="166538"/>
                </a:cubicBezTo>
                <a:lnTo>
                  <a:pt x="127266" y="150064"/>
                </a:lnTo>
                <a:lnTo>
                  <a:pt x="118230" y="149351"/>
                </a:lnTo>
                <a:cubicBezTo>
                  <a:pt x="113261" y="148959"/>
                  <a:pt x="107898" y="149707"/>
                  <a:pt x="106311" y="151014"/>
                </a:cubicBezTo>
                <a:cubicBezTo>
                  <a:pt x="104470" y="152530"/>
                  <a:pt x="102255" y="151977"/>
                  <a:pt x="100187" y="149485"/>
                </a:cubicBezTo>
                <a:cubicBezTo>
                  <a:pt x="98405" y="147337"/>
                  <a:pt x="93728" y="145581"/>
                  <a:pt x="89795" y="145581"/>
                </a:cubicBezTo>
                <a:cubicBezTo>
                  <a:pt x="82532" y="145581"/>
                  <a:pt x="79509" y="141725"/>
                  <a:pt x="79509" y="132462"/>
                </a:cubicBezTo>
                <a:cubicBezTo>
                  <a:pt x="79509" y="129370"/>
                  <a:pt x="77720" y="127510"/>
                  <a:pt x="74746" y="127510"/>
                </a:cubicBezTo>
                <a:cubicBezTo>
                  <a:pt x="66661" y="127510"/>
                  <a:pt x="61439" y="119085"/>
                  <a:pt x="61439" y="106041"/>
                </a:cubicBezTo>
                <a:cubicBezTo>
                  <a:pt x="61439" y="94056"/>
                  <a:pt x="61402" y="94007"/>
                  <a:pt x="51376" y="92403"/>
                </a:cubicBezTo>
                <a:cubicBezTo>
                  <a:pt x="41507" y="90825"/>
                  <a:pt x="41357" y="90638"/>
                  <a:pt x="43631" y="82710"/>
                </a:cubicBezTo>
                <a:cubicBezTo>
                  <a:pt x="46841" y="71517"/>
                  <a:pt x="46650" y="70719"/>
                  <a:pt x="40756" y="70719"/>
                </a:cubicBezTo>
                <a:cubicBezTo>
                  <a:pt x="36165" y="70719"/>
                  <a:pt x="35750" y="69551"/>
                  <a:pt x="37174" y="60642"/>
                </a:cubicBezTo>
                <a:cubicBezTo>
                  <a:pt x="39267" y="47555"/>
                  <a:pt x="31942" y="24727"/>
                  <a:pt x="23391" y="17685"/>
                </a:cubicBezTo>
                <a:lnTo>
                  <a:pt x="16983" y="12409"/>
                </a:lnTo>
                <a:lnTo>
                  <a:pt x="27512" y="5441"/>
                </a:lnTo>
                <a:cubicBezTo>
                  <a:pt x="36589" y="-566"/>
                  <a:pt x="38942" y="-1116"/>
                  <a:pt x="44577" y="1452"/>
                </a:cubicBezTo>
                <a:cubicBezTo>
                  <a:pt x="50920" y="4342"/>
                  <a:pt x="52469" y="8771"/>
                  <a:pt x="51418" y="21016"/>
                </a:cubicBezTo>
                <a:cubicBezTo>
                  <a:pt x="51144" y="24205"/>
                  <a:pt x="52304" y="29399"/>
                  <a:pt x="53995" y="32559"/>
                </a:cubicBezTo>
                <a:cubicBezTo>
                  <a:pt x="55686" y="35718"/>
                  <a:pt x="56925" y="42138"/>
                  <a:pt x="56749" y="46824"/>
                </a:cubicBezTo>
                <a:cubicBezTo>
                  <a:pt x="56573" y="51511"/>
                  <a:pt x="58717" y="59420"/>
                  <a:pt x="61515" y="64401"/>
                </a:cubicBezTo>
                <a:cubicBezTo>
                  <a:pt x="64313" y="69382"/>
                  <a:pt x="66683" y="76616"/>
                  <a:pt x="66783" y="80478"/>
                </a:cubicBezTo>
                <a:cubicBezTo>
                  <a:pt x="66944" y="86723"/>
                  <a:pt x="67209" y="86928"/>
                  <a:pt x="69183" y="82335"/>
                </a:cubicBezTo>
                <a:cubicBezTo>
                  <a:pt x="71476" y="76999"/>
                  <a:pt x="71863" y="77758"/>
                  <a:pt x="72797" y="89434"/>
                </a:cubicBezTo>
                <a:cubicBezTo>
                  <a:pt x="72939" y="91209"/>
                  <a:pt x="74996" y="94114"/>
                  <a:pt x="77368" y="95891"/>
                </a:cubicBezTo>
                <a:cubicBezTo>
                  <a:pt x="79740" y="97667"/>
                  <a:pt x="82447" y="102604"/>
                  <a:pt x="83382" y="106862"/>
                </a:cubicBezTo>
                <a:cubicBezTo>
                  <a:pt x="84688" y="112811"/>
                  <a:pt x="86501" y="114603"/>
                  <a:pt x="91209" y="114603"/>
                </a:cubicBezTo>
                <a:cubicBezTo>
                  <a:pt x="99379" y="114603"/>
                  <a:pt x="110872" y="119677"/>
                  <a:pt x="115649" y="125394"/>
                </a:cubicBezTo>
                <a:cubicBezTo>
                  <a:pt x="117952" y="128149"/>
                  <a:pt x="124752" y="130674"/>
                  <a:pt x="132428" y="131624"/>
                </a:cubicBezTo>
                <a:cubicBezTo>
                  <a:pt x="141521" y="132750"/>
                  <a:pt x="146878" y="135032"/>
                  <a:pt x="150553" y="139348"/>
                </a:cubicBezTo>
                <a:cubicBezTo>
                  <a:pt x="154982" y="144548"/>
                  <a:pt x="158885" y="145694"/>
                  <a:pt x="176368" y="146927"/>
                </a:cubicBezTo>
                <a:cubicBezTo>
                  <a:pt x="205380" y="148973"/>
                  <a:pt x="204499" y="148736"/>
                  <a:pt x="211382" y="156343"/>
                </a:cubicBezTo>
                <a:cubicBezTo>
                  <a:pt x="219859" y="165712"/>
                  <a:pt x="228327" y="167989"/>
                  <a:pt x="230401" y="161456"/>
                </a:cubicBezTo>
                <a:cubicBezTo>
                  <a:pt x="231901" y="156729"/>
                  <a:pt x="241748" y="152072"/>
                  <a:pt x="244475" y="154799"/>
                </a:cubicBezTo>
                <a:cubicBezTo>
                  <a:pt x="248005" y="158329"/>
                  <a:pt x="238595" y="195092"/>
                  <a:pt x="229656" y="212698"/>
                </a:cubicBezTo>
                <a:cubicBezTo>
                  <a:pt x="224250" y="223347"/>
                  <a:pt x="218479" y="236706"/>
                  <a:pt x="216833" y="242385"/>
                </a:cubicBezTo>
                <a:cubicBezTo>
                  <a:pt x="208092" y="272545"/>
                  <a:pt x="205996" y="281464"/>
                  <a:pt x="205960" y="288674"/>
                </a:cubicBezTo>
                <a:cubicBezTo>
                  <a:pt x="205939" y="293031"/>
                  <a:pt x="204795" y="298338"/>
                  <a:pt x="203418" y="300468"/>
                </a:cubicBezTo>
                <a:cubicBezTo>
                  <a:pt x="201194" y="303910"/>
                  <a:pt x="200920" y="303910"/>
                  <a:pt x="200956" y="300468"/>
                </a:cubicBezTo>
                <a:cubicBezTo>
                  <a:pt x="201123" y="284393"/>
                  <a:pt x="207229" y="256741"/>
                  <a:pt x="214917" y="237240"/>
                </a:cubicBezTo>
                <a:cubicBezTo>
                  <a:pt x="219951" y="224471"/>
                  <a:pt x="224070" y="212844"/>
                  <a:pt x="224070" y="211401"/>
                </a:cubicBezTo>
                <a:cubicBezTo>
                  <a:pt x="224070" y="209958"/>
                  <a:pt x="221625" y="207250"/>
                  <a:pt x="218637" y="205384"/>
                </a:cubicBezTo>
                <a:cubicBezTo>
                  <a:pt x="215583" y="203477"/>
                  <a:pt x="213971" y="203233"/>
                  <a:pt x="214956" y="204826"/>
                </a:cubicBezTo>
                <a:cubicBezTo>
                  <a:pt x="215920" y="206386"/>
                  <a:pt x="215897" y="211356"/>
                  <a:pt x="214905" y="215873"/>
                </a:cubicBezTo>
                <a:lnTo>
                  <a:pt x="213101" y="224084"/>
                </a:lnTo>
                <a:lnTo>
                  <a:pt x="208491" y="218391"/>
                </a:lnTo>
                <a:cubicBezTo>
                  <a:pt x="202731" y="211277"/>
                  <a:pt x="199260" y="211160"/>
                  <a:pt x="197466" y="218019"/>
                </a:cubicBezTo>
                <a:cubicBezTo>
                  <a:pt x="196615" y="221276"/>
                  <a:pt x="197499" y="223887"/>
                  <a:pt x="199747" y="224749"/>
                </a:cubicBezTo>
                <a:cubicBezTo>
                  <a:pt x="201766" y="225524"/>
                  <a:pt x="203418" y="227264"/>
                  <a:pt x="203418" y="228616"/>
                </a:cubicBezTo>
                <a:cubicBezTo>
                  <a:pt x="203418" y="229967"/>
                  <a:pt x="202337" y="230405"/>
                  <a:pt x="201015" y="229588"/>
                </a:cubicBezTo>
                <a:cubicBezTo>
                  <a:pt x="199694" y="228771"/>
                  <a:pt x="197882" y="229283"/>
                  <a:pt x="196991" y="230726"/>
                </a:cubicBezTo>
                <a:cubicBezTo>
                  <a:pt x="196099" y="232169"/>
                  <a:pt x="196692" y="233350"/>
                  <a:pt x="198308" y="233350"/>
                </a:cubicBezTo>
                <a:cubicBezTo>
                  <a:pt x="200240" y="233350"/>
                  <a:pt x="200656" y="236041"/>
                  <a:pt x="199523" y="241200"/>
                </a:cubicBezTo>
                <a:cubicBezTo>
                  <a:pt x="198474" y="245978"/>
                  <a:pt x="199012" y="250512"/>
                  <a:pt x="200899" y="252786"/>
                </a:cubicBezTo>
                <a:cubicBezTo>
                  <a:pt x="203352" y="255741"/>
                  <a:pt x="203212" y="256824"/>
                  <a:pt x="200228" y="257969"/>
                </a:cubicBezTo>
                <a:cubicBezTo>
                  <a:pt x="197388" y="259059"/>
                  <a:pt x="196716" y="262734"/>
                  <a:pt x="197509" y="272843"/>
                </a:cubicBezTo>
                <a:cubicBezTo>
                  <a:pt x="198508" y="285590"/>
                  <a:pt x="198348" y="286008"/>
                  <a:pt x="194340" y="281107"/>
                </a:cubicBezTo>
                <a:cubicBezTo>
                  <a:pt x="190355" y="276233"/>
                  <a:pt x="190188" y="276860"/>
                  <a:pt x="191370" y="292273"/>
                </a:cubicBezTo>
                <a:cubicBezTo>
                  <a:pt x="192505" y="307076"/>
                  <a:pt x="195674" y="318043"/>
                  <a:pt x="195674" y="307167"/>
                </a:cubicBezTo>
                <a:cubicBezTo>
                  <a:pt x="195674" y="303112"/>
                  <a:pt x="196059" y="303066"/>
                  <a:pt x="199681" y="306687"/>
                </a:cubicBezTo>
                <a:cubicBezTo>
                  <a:pt x="202942" y="309948"/>
                  <a:pt x="203185" y="312507"/>
                  <a:pt x="200986" y="320424"/>
                </a:cubicBezTo>
                <a:cubicBezTo>
                  <a:pt x="199500" y="325776"/>
                  <a:pt x="198103" y="334801"/>
                  <a:pt x="197882" y="340480"/>
                </a:cubicBezTo>
                <a:lnTo>
                  <a:pt x="197480" y="350806"/>
                </a:lnTo>
                <a:lnTo>
                  <a:pt x="195674" y="339189"/>
                </a:lnTo>
                <a:cubicBezTo>
                  <a:pt x="194403" y="331014"/>
                  <a:pt x="193753" y="337239"/>
                  <a:pt x="193480" y="360201"/>
                </a:cubicBezTo>
                <a:cubicBezTo>
                  <a:pt x="193236" y="380786"/>
                  <a:pt x="194603" y="400790"/>
                  <a:pt x="197184" y="414396"/>
                </a:cubicBezTo>
                <a:cubicBezTo>
                  <a:pt x="200612" y="432468"/>
                  <a:pt x="200758" y="438399"/>
                  <a:pt x="198086" y="450991"/>
                </a:cubicBezTo>
                <a:cubicBezTo>
                  <a:pt x="196258" y="459605"/>
                  <a:pt x="194082" y="464699"/>
                  <a:pt x="192986" y="462927"/>
                </a:cubicBezTo>
                <a:cubicBezTo>
                  <a:pt x="191158" y="459970"/>
                  <a:pt x="190587" y="461135"/>
                  <a:pt x="186260" y="476652"/>
                </a:cubicBezTo>
                <a:cubicBezTo>
                  <a:pt x="185567" y="479136"/>
                  <a:pt x="186240" y="481169"/>
                  <a:pt x="187756" y="481169"/>
                </a:cubicBezTo>
                <a:cubicBezTo>
                  <a:pt x="189271" y="481169"/>
                  <a:pt x="190682" y="479136"/>
                  <a:pt x="190891" y="476652"/>
                </a:cubicBezTo>
                <a:cubicBezTo>
                  <a:pt x="191099" y="474167"/>
                  <a:pt x="192060" y="479104"/>
                  <a:pt x="193026" y="487623"/>
                </a:cubicBezTo>
                <a:cubicBezTo>
                  <a:pt x="193992" y="496142"/>
                  <a:pt x="194538" y="503459"/>
                  <a:pt x="194241" y="503884"/>
                </a:cubicBezTo>
                <a:cubicBezTo>
                  <a:pt x="193943" y="504308"/>
                  <a:pt x="188265" y="499952"/>
                  <a:pt x="181623" y="494203"/>
                </a:cubicBezTo>
                <a:close/>
              </a:path>
            </a:pathLst>
          </a:custGeom>
          <a:solidFill>
            <a:srgbClr val="B9B9B9"/>
          </a:solidFill>
          <a:ln w="5163" cap="flat">
            <a:noFill/>
            <a:prstDash val="solid"/>
            <a:miter/>
          </a:ln>
        </p:spPr>
        <p:txBody>
          <a:bodyPr/>
          <a:lstStyle/>
          <a:p>
            <a:endParaRPr lang="es-419" noProof="0" dirty="0"/>
          </a:p>
        </p:txBody>
      </p:sp>
      <p:sp>
        <p:nvSpPr>
          <p:cNvPr id="53" name="Forma libre: forma 52">
            <a:extLst>
              <a:ext uri="{FF2B5EF4-FFF2-40B4-BE49-F238E27FC236}">
                <a16:creationId xmlns:a16="http://schemas.microsoft.com/office/drawing/2014/main" id="{112AD7BE-EC28-2C38-A77D-184E89FF5EEE}"/>
              </a:ext>
            </a:extLst>
          </p:cNvPr>
          <p:cNvSpPr/>
          <p:nvPr/>
        </p:nvSpPr>
        <p:spPr>
          <a:xfrm>
            <a:off x="920115" y="1646957"/>
            <a:ext cx="379561" cy="415583"/>
          </a:xfrm>
          <a:custGeom>
            <a:avLst/>
            <a:gdLst>
              <a:gd name="csX0" fmla="*/ 203090 w 379561"/>
              <a:gd name="csY0" fmla="*/ 414284 h 415583"/>
              <a:gd name="csX1" fmla="*/ 197077 w 379561"/>
              <a:gd name="csY1" fmla="*/ 404675 h 415583"/>
              <a:gd name="csX2" fmla="*/ 192271 w 379561"/>
              <a:gd name="csY2" fmla="*/ 395646 h 415583"/>
              <a:gd name="csX3" fmla="*/ 171007 w 379561"/>
              <a:gd name="csY3" fmla="*/ 397866 h 415583"/>
              <a:gd name="csX4" fmla="*/ 166946 w 379561"/>
              <a:gd name="csY4" fmla="*/ 392738 h 415583"/>
              <a:gd name="csX5" fmla="*/ 171214 w 379561"/>
              <a:gd name="csY5" fmla="*/ 375323 h 415583"/>
              <a:gd name="csX6" fmla="*/ 168526 w 379561"/>
              <a:gd name="csY6" fmla="*/ 359903 h 415583"/>
              <a:gd name="csX7" fmla="*/ 135682 w 379561"/>
              <a:gd name="csY7" fmla="*/ 348579 h 415583"/>
              <a:gd name="csX8" fmla="*/ 130456 w 379561"/>
              <a:gd name="csY8" fmla="*/ 344743 h 415583"/>
              <a:gd name="csX9" fmla="*/ 123707 w 379561"/>
              <a:gd name="csY9" fmla="*/ 339434 h 415583"/>
              <a:gd name="csX10" fmla="*/ 111898 w 379561"/>
              <a:gd name="csY10" fmla="*/ 326710 h 415583"/>
              <a:gd name="csX11" fmla="*/ 102819 w 379561"/>
              <a:gd name="csY11" fmla="*/ 312359 h 415583"/>
              <a:gd name="csX12" fmla="*/ 100189 w 379561"/>
              <a:gd name="csY12" fmla="*/ 303716 h 415583"/>
              <a:gd name="csX13" fmla="*/ 96495 w 379561"/>
              <a:gd name="csY13" fmla="*/ 291424 h 415583"/>
              <a:gd name="csX14" fmla="*/ 91114 w 379561"/>
              <a:gd name="csY14" fmla="*/ 269668 h 415583"/>
              <a:gd name="csX15" fmla="*/ 73368 w 379561"/>
              <a:gd name="csY15" fmla="*/ 228658 h 415583"/>
              <a:gd name="csX16" fmla="*/ 56149 w 379561"/>
              <a:gd name="csY16" fmla="*/ 225592 h 415583"/>
              <a:gd name="csX17" fmla="*/ 38234 w 379561"/>
              <a:gd name="csY17" fmla="*/ 218995 h 415583"/>
              <a:gd name="csX18" fmla="*/ 14702 w 379561"/>
              <a:gd name="csY18" fmla="*/ 179229 h 415583"/>
              <a:gd name="csX19" fmla="*/ 4675 w 379561"/>
              <a:gd name="csY19" fmla="*/ 165798 h 415583"/>
              <a:gd name="csX20" fmla="*/ 1771 w 379561"/>
              <a:gd name="csY20" fmla="*/ 155184 h 415583"/>
              <a:gd name="csX21" fmla="*/ 712 w 379561"/>
              <a:gd name="csY21" fmla="*/ 126667 h 415583"/>
              <a:gd name="csX22" fmla="*/ 2557 w 379561"/>
              <a:gd name="csY22" fmla="*/ 104522 h 415583"/>
              <a:gd name="csX23" fmla="*/ 16402 w 379561"/>
              <a:gd name="csY23" fmla="*/ 104522 h 415583"/>
              <a:gd name="csX24" fmla="*/ 46584 w 379561"/>
              <a:gd name="csY24" fmla="*/ 95540 h 415583"/>
              <a:gd name="csX25" fmla="*/ 48520 w 379561"/>
              <a:gd name="csY25" fmla="*/ 81044 h 415583"/>
              <a:gd name="csX26" fmla="*/ 53693 w 379561"/>
              <a:gd name="csY26" fmla="*/ 64536 h 415583"/>
              <a:gd name="csX27" fmla="*/ 57236 w 379561"/>
              <a:gd name="csY27" fmla="*/ 49938 h 415583"/>
              <a:gd name="csX28" fmla="*/ 61307 w 379561"/>
              <a:gd name="csY28" fmla="*/ 39986 h 415583"/>
              <a:gd name="csX29" fmla="*/ 72238 w 379561"/>
              <a:gd name="csY29" fmla="*/ 37166 h 415583"/>
              <a:gd name="csX30" fmla="*/ 75921 w 379561"/>
              <a:gd name="csY30" fmla="*/ 26420 h 415583"/>
              <a:gd name="csX31" fmla="*/ 86217 w 379561"/>
              <a:gd name="csY31" fmla="*/ 9008 h 415583"/>
              <a:gd name="csX32" fmla="*/ 91229 w 379561"/>
              <a:gd name="csY32" fmla="*/ 3610 h 415583"/>
              <a:gd name="csX33" fmla="*/ 100572 w 379561"/>
              <a:gd name="csY33" fmla="*/ 6016 h 415583"/>
              <a:gd name="csX34" fmla="*/ 115842 w 379561"/>
              <a:gd name="csY34" fmla="*/ 15498 h 415583"/>
              <a:gd name="csX35" fmla="*/ 130061 w 379561"/>
              <a:gd name="csY35" fmla="*/ 25801 h 415583"/>
              <a:gd name="csX36" fmla="*/ 153502 w 379561"/>
              <a:gd name="csY36" fmla="*/ 36020 h 415583"/>
              <a:gd name="csX37" fmla="*/ 166647 w 379561"/>
              <a:gd name="csY37" fmla="*/ 35196 h 415583"/>
              <a:gd name="csX38" fmla="*/ 177014 w 379561"/>
              <a:gd name="csY38" fmla="*/ 35079 h 415583"/>
              <a:gd name="csX39" fmla="*/ 199575 w 379561"/>
              <a:gd name="csY39" fmla="*/ 42570 h 415583"/>
              <a:gd name="csX40" fmla="*/ 223114 w 379561"/>
              <a:gd name="csY40" fmla="*/ 30983 h 415583"/>
              <a:gd name="csX41" fmla="*/ 243392 w 379561"/>
              <a:gd name="csY41" fmla="*/ 13562 h 415583"/>
              <a:gd name="csX42" fmla="*/ 257664 w 379561"/>
              <a:gd name="csY42" fmla="*/ 14175 h 415583"/>
              <a:gd name="csX43" fmla="*/ 270020 w 379561"/>
              <a:gd name="csY43" fmla="*/ 16753 h 415583"/>
              <a:gd name="csX44" fmla="*/ 290519 w 379561"/>
              <a:gd name="csY44" fmla="*/ 30455 h 415583"/>
              <a:gd name="csX45" fmla="*/ 307913 w 379561"/>
              <a:gd name="csY45" fmla="*/ 52734 h 415583"/>
              <a:gd name="csX46" fmla="*/ 307918 w 379561"/>
              <a:gd name="csY46" fmla="*/ 71135 h 415583"/>
              <a:gd name="csX47" fmla="*/ 305239 w 379561"/>
              <a:gd name="csY47" fmla="*/ 92635 h 415583"/>
              <a:gd name="csX48" fmla="*/ 300393 w 379561"/>
              <a:gd name="csY48" fmla="*/ 116124 h 415583"/>
              <a:gd name="csX49" fmla="*/ 296534 w 379561"/>
              <a:gd name="csY49" fmla="*/ 139467 h 415583"/>
              <a:gd name="csX50" fmla="*/ 294862 w 379561"/>
              <a:gd name="csY50" fmla="*/ 144381 h 415583"/>
              <a:gd name="csX51" fmla="*/ 302443 w 379561"/>
              <a:gd name="csY51" fmla="*/ 174221 h 415583"/>
              <a:gd name="csX52" fmla="*/ 331579 w 379561"/>
              <a:gd name="csY52" fmla="*/ 200036 h 415583"/>
              <a:gd name="csX53" fmla="*/ 345885 w 379561"/>
              <a:gd name="csY53" fmla="*/ 204322 h 415583"/>
              <a:gd name="csX54" fmla="*/ 358173 w 379561"/>
              <a:gd name="csY54" fmla="*/ 192088 h 415583"/>
              <a:gd name="csX55" fmla="*/ 365209 w 379561"/>
              <a:gd name="csY55" fmla="*/ 177533 h 415583"/>
              <a:gd name="csX56" fmla="*/ 378528 w 379561"/>
              <a:gd name="csY56" fmla="*/ 217259 h 415583"/>
              <a:gd name="csX57" fmla="*/ 379561 w 379561"/>
              <a:gd name="csY57" fmla="*/ 233192 h 415583"/>
              <a:gd name="csX58" fmla="*/ 368302 w 379561"/>
              <a:gd name="csY58" fmla="*/ 234810 h 415583"/>
              <a:gd name="csX59" fmla="*/ 342845 w 379561"/>
              <a:gd name="csY59" fmla="*/ 234877 h 415583"/>
              <a:gd name="csX60" fmla="*/ 294625 w 379561"/>
              <a:gd name="csY60" fmla="*/ 235311 h 415583"/>
              <a:gd name="csX61" fmla="*/ 265550 w 379561"/>
              <a:gd name="csY61" fmla="*/ 264572 h 415583"/>
              <a:gd name="csX62" fmla="*/ 257155 w 379561"/>
              <a:gd name="csY62" fmla="*/ 290178 h 415583"/>
              <a:gd name="csX63" fmla="*/ 253059 w 379561"/>
              <a:gd name="csY63" fmla="*/ 303293 h 415583"/>
              <a:gd name="csX64" fmla="*/ 248021 w 379561"/>
              <a:gd name="csY64" fmla="*/ 307811 h 415583"/>
              <a:gd name="csX65" fmla="*/ 241573 w 379561"/>
              <a:gd name="csY65" fmla="*/ 316201 h 415583"/>
              <a:gd name="csX66" fmla="*/ 230054 w 379561"/>
              <a:gd name="csY66" fmla="*/ 378609 h 415583"/>
              <a:gd name="csX67" fmla="*/ 225886 w 379561"/>
              <a:gd name="csY67" fmla="*/ 411224 h 415583"/>
              <a:gd name="csX68" fmla="*/ 203090 w 379561"/>
              <a:gd name="csY68" fmla="*/ 414284 h 4155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Lst>
            <a:rect l="l" t="t" r="r" b="b"/>
            <a:pathLst>
              <a:path w="379561" h="415583">
                <a:moveTo>
                  <a:pt x="203090" y="414284"/>
                </a:moveTo>
                <a:cubicBezTo>
                  <a:pt x="200763" y="412907"/>
                  <a:pt x="198058" y="408583"/>
                  <a:pt x="197077" y="404675"/>
                </a:cubicBezTo>
                <a:cubicBezTo>
                  <a:pt x="196096" y="400766"/>
                  <a:pt x="193933" y="396703"/>
                  <a:pt x="192271" y="395646"/>
                </a:cubicBezTo>
                <a:cubicBezTo>
                  <a:pt x="187214" y="392429"/>
                  <a:pt x="177806" y="393412"/>
                  <a:pt x="171007" y="397866"/>
                </a:cubicBezTo>
                <a:cubicBezTo>
                  <a:pt x="162395" y="403509"/>
                  <a:pt x="159848" y="400293"/>
                  <a:pt x="166946" y="392738"/>
                </a:cubicBezTo>
                <a:cubicBezTo>
                  <a:pt x="171625" y="387757"/>
                  <a:pt x="172379" y="384679"/>
                  <a:pt x="171214" y="375323"/>
                </a:cubicBezTo>
                <a:cubicBezTo>
                  <a:pt x="170436" y="369072"/>
                  <a:pt x="169226" y="362133"/>
                  <a:pt x="168526" y="359903"/>
                </a:cubicBezTo>
                <a:cubicBezTo>
                  <a:pt x="167058" y="355229"/>
                  <a:pt x="141404" y="346384"/>
                  <a:pt x="135682" y="348579"/>
                </a:cubicBezTo>
                <a:cubicBezTo>
                  <a:pt x="133235" y="349518"/>
                  <a:pt x="131342" y="348128"/>
                  <a:pt x="130456" y="344743"/>
                </a:cubicBezTo>
                <a:cubicBezTo>
                  <a:pt x="129618" y="341535"/>
                  <a:pt x="126946" y="339434"/>
                  <a:pt x="123707" y="339434"/>
                </a:cubicBezTo>
                <a:cubicBezTo>
                  <a:pt x="119877" y="339434"/>
                  <a:pt x="116504" y="335800"/>
                  <a:pt x="111898" y="326710"/>
                </a:cubicBezTo>
                <a:cubicBezTo>
                  <a:pt x="108351" y="319711"/>
                  <a:pt x="104266" y="313253"/>
                  <a:pt x="102819" y="312359"/>
                </a:cubicBezTo>
                <a:cubicBezTo>
                  <a:pt x="101373" y="311465"/>
                  <a:pt x="100189" y="307575"/>
                  <a:pt x="100189" y="303716"/>
                </a:cubicBezTo>
                <a:cubicBezTo>
                  <a:pt x="100189" y="299856"/>
                  <a:pt x="98526" y="294325"/>
                  <a:pt x="96495" y="291424"/>
                </a:cubicBezTo>
                <a:cubicBezTo>
                  <a:pt x="94463" y="288523"/>
                  <a:pt x="92041" y="278733"/>
                  <a:pt x="91114" y="269668"/>
                </a:cubicBezTo>
                <a:cubicBezTo>
                  <a:pt x="89247" y="251425"/>
                  <a:pt x="83480" y="238096"/>
                  <a:pt x="73368" y="228658"/>
                </a:cubicBezTo>
                <a:cubicBezTo>
                  <a:pt x="67157" y="222862"/>
                  <a:pt x="65968" y="222650"/>
                  <a:pt x="56149" y="225592"/>
                </a:cubicBezTo>
                <a:cubicBezTo>
                  <a:pt x="44901" y="228962"/>
                  <a:pt x="38234" y="226507"/>
                  <a:pt x="38234" y="218995"/>
                </a:cubicBezTo>
                <a:cubicBezTo>
                  <a:pt x="38234" y="211509"/>
                  <a:pt x="24381" y="188100"/>
                  <a:pt x="14702" y="179229"/>
                </a:cubicBezTo>
                <a:cubicBezTo>
                  <a:pt x="9187" y="174175"/>
                  <a:pt x="4675" y="168131"/>
                  <a:pt x="4675" y="165798"/>
                </a:cubicBezTo>
                <a:cubicBezTo>
                  <a:pt x="4675" y="163466"/>
                  <a:pt x="3368" y="158689"/>
                  <a:pt x="1771" y="155184"/>
                </a:cubicBezTo>
                <a:cubicBezTo>
                  <a:pt x="-157" y="150952"/>
                  <a:pt x="-513" y="141373"/>
                  <a:pt x="712" y="126667"/>
                </a:cubicBezTo>
                <a:lnTo>
                  <a:pt x="2557" y="104522"/>
                </a:lnTo>
                <a:lnTo>
                  <a:pt x="16402" y="104522"/>
                </a:lnTo>
                <a:cubicBezTo>
                  <a:pt x="30035" y="104522"/>
                  <a:pt x="42866" y="100703"/>
                  <a:pt x="46584" y="95540"/>
                </a:cubicBezTo>
                <a:cubicBezTo>
                  <a:pt x="47627" y="94091"/>
                  <a:pt x="48499" y="87568"/>
                  <a:pt x="48520" y="81044"/>
                </a:cubicBezTo>
                <a:cubicBezTo>
                  <a:pt x="48549" y="72518"/>
                  <a:pt x="50004" y="67875"/>
                  <a:pt x="53693" y="64536"/>
                </a:cubicBezTo>
                <a:cubicBezTo>
                  <a:pt x="57798" y="60822"/>
                  <a:pt x="58508" y="57895"/>
                  <a:pt x="57236" y="49938"/>
                </a:cubicBezTo>
                <a:cubicBezTo>
                  <a:pt x="55795" y="40930"/>
                  <a:pt x="56182" y="39986"/>
                  <a:pt x="61307" y="39986"/>
                </a:cubicBezTo>
                <a:cubicBezTo>
                  <a:pt x="64421" y="39986"/>
                  <a:pt x="69340" y="38717"/>
                  <a:pt x="72238" y="37166"/>
                </a:cubicBezTo>
                <a:cubicBezTo>
                  <a:pt x="76432" y="34922"/>
                  <a:pt x="77183" y="32731"/>
                  <a:pt x="75921" y="26420"/>
                </a:cubicBezTo>
                <a:cubicBezTo>
                  <a:pt x="74260" y="18119"/>
                  <a:pt x="79648" y="9008"/>
                  <a:pt x="86217" y="9008"/>
                </a:cubicBezTo>
                <a:cubicBezTo>
                  <a:pt x="88031" y="9008"/>
                  <a:pt x="90286" y="6579"/>
                  <a:pt x="91229" y="3610"/>
                </a:cubicBezTo>
                <a:cubicBezTo>
                  <a:pt x="92878" y="-1587"/>
                  <a:pt x="93226" y="-1498"/>
                  <a:pt x="100572" y="6016"/>
                </a:cubicBezTo>
                <a:cubicBezTo>
                  <a:pt x="104769" y="10308"/>
                  <a:pt x="111640" y="14575"/>
                  <a:pt x="115842" y="15498"/>
                </a:cubicBezTo>
                <a:cubicBezTo>
                  <a:pt x="120151" y="16445"/>
                  <a:pt x="126350" y="20937"/>
                  <a:pt x="130061" y="25801"/>
                </a:cubicBezTo>
                <a:cubicBezTo>
                  <a:pt x="137904" y="36084"/>
                  <a:pt x="151245" y="41900"/>
                  <a:pt x="153502" y="36020"/>
                </a:cubicBezTo>
                <a:cubicBezTo>
                  <a:pt x="155231" y="31515"/>
                  <a:pt x="162509" y="31058"/>
                  <a:pt x="166647" y="35196"/>
                </a:cubicBezTo>
                <a:cubicBezTo>
                  <a:pt x="168865" y="37413"/>
                  <a:pt x="171448" y="37384"/>
                  <a:pt x="177014" y="35079"/>
                </a:cubicBezTo>
                <a:cubicBezTo>
                  <a:pt x="186293" y="31236"/>
                  <a:pt x="197119" y="34830"/>
                  <a:pt x="199575" y="42570"/>
                </a:cubicBezTo>
                <a:cubicBezTo>
                  <a:pt x="202586" y="52057"/>
                  <a:pt x="211392" y="47722"/>
                  <a:pt x="223114" y="30983"/>
                </a:cubicBezTo>
                <a:cubicBezTo>
                  <a:pt x="231922" y="18404"/>
                  <a:pt x="235698" y="15160"/>
                  <a:pt x="243392" y="13562"/>
                </a:cubicBezTo>
                <a:cubicBezTo>
                  <a:pt x="248841" y="12430"/>
                  <a:pt x="254889" y="12690"/>
                  <a:pt x="257664" y="14175"/>
                </a:cubicBezTo>
                <a:cubicBezTo>
                  <a:pt x="260313" y="15593"/>
                  <a:pt x="265874" y="16753"/>
                  <a:pt x="270020" y="16753"/>
                </a:cubicBezTo>
                <a:cubicBezTo>
                  <a:pt x="275778" y="16753"/>
                  <a:pt x="280624" y="19992"/>
                  <a:pt x="290519" y="30455"/>
                </a:cubicBezTo>
                <a:cubicBezTo>
                  <a:pt x="297647" y="37991"/>
                  <a:pt x="305474" y="48017"/>
                  <a:pt x="307913" y="52734"/>
                </a:cubicBezTo>
                <a:cubicBezTo>
                  <a:pt x="312104" y="60839"/>
                  <a:pt x="312105" y="61851"/>
                  <a:pt x="307918" y="71135"/>
                </a:cubicBezTo>
                <a:cubicBezTo>
                  <a:pt x="304686" y="78303"/>
                  <a:pt x="303961" y="84117"/>
                  <a:pt x="305239" y="92635"/>
                </a:cubicBezTo>
                <a:cubicBezTo>
                  <a:pt x="306699" y="102374"/>
                  <a:pt x="305896" y="106269"/>
                  <a:pt x="300393" y="116124"/>
                </a:cubicBezTo>
                <a:cubicBezTo>
                  <a:pt x="293385" y="128678"/>
                  <a:pt x="292058" y="136701"/>
                  <a:pt x="296534" y="139467"/>
                </a:cubicBezTo>
                <a:cubicBezTo>
                  <a:pt x="298276" y="140544"/>
                  <a:pt x="297669" y="142329"/>
                  <a:pt x="294862" y="144381"/>
                </a:cubicBezTo>
                <a:cubicBezTo>
                  <a:pt x="289162" y="148549"/>
                  <a:pt x="291010" y="155821"/>
                  <a:pt x="302443" y="174221"/>
                </a:cubicBezTo>
                <a:cubicBezTo>
                  <a:pt x="315893" y="195868"/>
                  <a:pt x="320598" y="200036"/>
                  <a:pt x="331579" y="200036"/>
                </a:cubicBezTo>
                <a:cubicBezTo>
                  <a:pt x="336873" y="200036"/>
                  <a:pt x="343264" y="201951"/>
                  <a:pt x="345885" y="204322"/>
                </a:cubicBezTo>
                <a:cubicBezTo>
                  <a:pt x="351730" y="209612"/>
                  <a:pt x="352148" y="209195"/>
                  <a:pt x="358173" y="192088"/>
                </a:cubicBezTo>
                <a:cubicBezTo>
                  <a:pt x="360854" y="184473"/>
                  <a:pt x="364021" y="177924"/>
                  <a:pt x="365209" y="177533"/>
                </a:cubicBezTo>
                <a:cubicBezTo>
                  <a:pt x="369150" y="176239"/>
                  <a:pt x="377478" y="201079"/>
                  <a:pt x="378528" y="217259"/>
                </a:cubicBezTo>
                <a:lnTo>
                  <a:pt x="379561" y="233192"/>
                </a:lnTo>
                <a:lnTo>
                  <a:pt x="368302" y="234810"/>
                </a:lnTo>
                <a:cubicBezTo>
                  <a:pt x="362110" y="235699"/>
                  <a:pt x="350654" y="235730"/>
                  <a:pt x="342845" y="234877"/>
                </a:cubicBezTo>
                <a:cubicBezTo>
                  <a:pt x="300900" y="230295"/>
                  <a:pt x="296475" y="230334"/>
                  <a:pt x="294625" y="235311"/>
                </a:cubicBezTo>
                <a:cubicBezTo>
                  <a:pt x="292370" y="241375"/>
                  <a:pt x="269321" y="264572"/>
                  <a:pt x="265550" y="264572"/>
                </a:cubicBezTo>
                <a:cubicBezTo>
                  <a:pt x="261474" y="264572"/>
                  <a:pt x="258070" y="274955"/>
                  <a:pt x="257155" y="290178"/>
                </a:cubicBezTo>
                <a:cubicBezTo>
                  <a:pt x="256642" y="298710"/>
                  <a:pt x="255211" y="303293"/>
                  <a:pt x="253059" y="303293"/>
                </a:cubicBezTo>
                <a:cubicBezTo>
                  <a:pt x="251239" y="303294"/>
                  <a:pt x="248973" y="305327"/>
                  <a:pt x="248021" y="307811"/>
                </a:cubicBezTo>
                <a:cubicBezTo>
                  <a:pt x="247070" y="310296"/>
                  <a:pt x="244168" y="314071"/>
                  <a:pt x="241573" y="316201"/>
                </a:cubicBezTo>
                <a:cubicBezTo>
                  <a:pt x="235220" y="321415"/>
                  <a:pt x="231367" y="342287"/>
                  <a:pt x="230054" y="378609"/>
                </a:cubicBezTo>
                <a:cubicBezTo>
                  <a:pt x="229366" y="397612"/>
                  <a:pt x="227827" y="409663"/>
                  <a:pt x="225886" y="411224"/>
                </a:cubicBezTo>
                <a:cubicBezTo>
                  <a:pt x="220922" y="415217"/>
                  <a:pt x="207671" y="416995"/>
                  <a:pt x="203090" y="414284"/>
                </a:cubicBezTo>
                <a:close/>
              </a:path>
            </a:pathLst>
          </a:custGeom>
          <a:solidFill>
            <a:srgbClr val="B9B9B9"/>
          </a:solidFill>
          <a:ln w="5163" cap="flat">
            <a:noFill/>
            <a:prstDash val="solid"/>
            <a:miter/>
          </a:ln>
        </p:spPr>
        <p:txBody>
          <a:bodyPr/>
          <a:lstStyle/>
          <a:p>
            <a:endParaRPr lang="es-419" noProof="0" dirty="0"/>
          </a:p>
        </p:txBody>
      </p:sp>
      <p:sp>
        <p:nvSpPr>
          <p:cNvPr id="54" name="Forma libre: forma 53">
            <a:extLst>
              <a:ext uri="{FF2B5EF4-FFF2-40B4-BE49-F238E27FC236}">
                <a16:creationId xmlns:a16="http://schemas.microsoft.com/office/drawing/2014/main" id="{BA3FA62B-7A87-DCF2-04BD-EFB235C25BD1}"/>
              </a:ext>
            </a:extLst>
          </p:cNvPr>
          <p:cNvSpPr/>
          <p:nvPr/>
        </p:nvSpPr>
        <p:spPr>
          <a:xfrm>
            <a:off x="845627" y="1846993"/>
            <a:ext cx="4301" cy="5162"/>
          </a:xfrm>
          <a:custGeom>
            <a:avLst/>
            <a:gdLst>
              <a:gd name="csX0" fmla="*/ 4301 w 4301"/>
              <a:gd name="csY0" fmla="*/ 2581 h 5162"/>
              <a:gd name="csX1" fmla="*/ 1567 w 4301"/>
              <a:gd name="csY1" fmla="*/ 0 h 5162"/>
              <a:gd name="csX2" fmla="*/ 429 w 4301"/>
              <a:gd name="csY2" fmla="*/ 2581 h 5162"/>
              <a:gd name="csX3" fmla="*/ 3163 w 4301"/>
              <a:gd name="csY3" fmla="*/ 5163 h 5162"/>
              <a:gd name="csX4" fmla="*/ 4301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4301" y="2581"/>
                </a:moveTo>
                <a:cubicBezTo>
                  <a:pt x="4301" y="1162"/>
                  <a:pt x="3071" y="0"/>
                  <a:pt x="1567" y="0"/>
                </a:cubicBezTo>
                <a:cubicBezTo>
                  <a:pt x="64" y="0"/>
                  <a:pt x="-449" y="1162"/>
                  <a:pt x="429" y="2581"/>
                </a:cubicBezTo>
                <a:cubicBezTo>
                  <a:pt x="1306" y="4001"/>
                  <a:pt x="2537" y="5163"/>
                  <a:pt x="3163" y="5163"/>
                </a:cubicBezTo>
                <a:cubicBezTo>
                  <a:pt x="3789" y="5163"/>
                  <a:pt x="4301" y="4001"/>
                  <a:pt x="4301" y="2581"/>
                </a:cubicBezTo>
                <a:close/>
              </a:path>
            </a:pathLst>
          </a:custGeom>
          <a:solidFill>
            <a:srgbClr val="00C100"/>
          </a:solidFill>
          <a:ln w="5163" cap="flat">
            <a:noFill/>
            <a:prstDash val="solid"/>
            <a:miter/>
          </a:ln>
        </p:spPr>
        <p:txBody>
          <a:bodyPr/>
          <a:lstStyle/>
          <a:p>
            <a:endParaRPr lang="es-419" noProof="0" dirty="0"/>
          </a:p>
        </p:txBody>
      </p:sp>
      <p:sp>
        <p:nvSpPr>
          <p:cNvPr id="55" name="Forma libre: forma 54">
            <a:extLst>
              <a:ext uri="{FF2B5EF4-FFF2-40B4-BE49-F238E27FC236}">
                <a16:creationId xmlns:a16="http://schemas.microsoft.com/office/drawing/2014/main" id="{84AB9C14-EB6C-FFE0-9702-CBA9A6500A91}"/>
              </a:ext>
            </a:extLst>
          </p:cNvPr>
          <p:cNvSpPr/>
          <p:nvPr/>
        </p:nvSpPr>
        <p:spPr>
          <a:xfrm>
            <a:off x="1407174" y="1572075"/>
            <a:ext cx="229470" cy="427142"/>
          </a:xfrm>
          <a:custGeom>
            <a:avLst/>
            <a:gdLst>
              <a:gd name="csX0" fmla="*/ 59479 w 229470"/>
              <a:gd name="csY0" fmla="*/ 423996 h 427142"/>
              <a:gd name="csX1" fmla="*/ 59694 w 229470"/>
              <a:gd name="csY1" fmla="*/ 396698 h 427142"/>
              <a:gd name="csX2" fmla="*/ 53195 w 229470"/>
              <a:gd name="csY2" fmla="*/ 362114 h 427142"/>
              <a:gd name="csX3" fmla="*/ 47446 w 229470"/>
              <a:gd name="csY3" fmla="*/ 337138 h 427142"/>
              <a:gd name="csX4" fmla="*/ 40306 w 229470"/>
              <a:gd name="csY4" fmla="*/ 312349 h 427142"/>
              <a:gd name="csX5" fmla="*/ 32609 w 229470"/>
              <a:gd name="csY5" fmla="*/ 289116 h 427142"/>
              <a:gd name="csX6" fmla="*/ 35070 w 229470"/>
              <a:gd name="csY6" fmla="*/ 271899 h 427142"/>
              <a:gd name="csX7" fmla="*/ 32418 w 229470"/>
              <a:gd name="csY7" fmla="*/ 260780 h 427142"/>
              <a:gd name="csX8" fmla="*/ 33172 w 229470"/>
              <a:gd name="csY8" fmla="*/ 247019 h 427142"/>
              <a:gd name="csX9" fmla="*/ 57856 w 229470"/>
              <a:gd name="csY9" fmla="*/ 240981 h 427142"/>
              <a:gd name="csX10" fmla="*/ 80243 w 229470"/>
              <a:gd name="csY10" fmla="*/ 236439 h 427142"/>
              <a:gd name="csX11" fmla="*/ 76436 w 229470"/>
              <a:gd name="csY11" fmla="*/ 228427 h 427142"/>
              <a:gd name="csX12" fmla="*/ 66283 w 229470"/>
              <a:gd name="csY12" fmla="*/ 225870 h 427142"/>
              <a:gd name="csX13" fmla="*/ 61369 w 229470"/>
              <a:gd name="csY13" fmla="*/ 221998 h 427142"/>
              <a:gd name="csX14" fmla="*/ 54487 w 229470"/>
              <a:gd name="csY14" fmla="*/ 218126 h 427142"/>
              <a:gd name="csX15" fmla="*/ 50882 w 229470"/>
              <a:gd name="csY15" fmla="*/ 215226 h 427142"/>
              <a:gd name="csX16" fmla="*/ 39078 w 229470"/>
              <a:gd name="csY16" fmla="*/ 199827 h 427142"/>
              <a:gd name="csX17" fmla="*/ 27028 w 229470"/>
              <a:gd name="csY17" fmla="*/ 179593 h 427142"/>
              <a:gd name="csX18" fmla="*/ 26078 w 229470"/>
              <a:gd name="csY18" fmla="*/ 170317 h 427142"/>
              <a:gd name="csX19" fmla="*/ 23581 w 229470"/>
              <a:gd name="csY19" fmla="*/ 162984 h 427142"/>
              <a:gd name="csX20" fmla="*/ 11790 w 229470"/>
              <a:gd name="csY20" fmla="*/ 145065 h 427142"/>
              <a:gd name="csX21" fmla="*/ 0 w 229470"/>
              <a:gd name="csY21" fmla="*/ 132934 h 427142"/>
              <a:gd name="csX22" fmla="*/ 16266 w 229470"/>
              <a:gd name="csY22" fmla="*/ 118970 h 427142"/>
              <a:gd name="csX23" fmla="*/ 37313 w 229470"/>
              <a:gd name="csY23" fmla="*/ 107565 h 427142"/>
              <a:gd name="csX24" fmla="*/ 42526 w 229470"/>
              <a:gd name="csY24" fmla="*/ 109268 h 427142"/>
              <a:gd name="csX25" fmla="*/ 48759 w 229470"/>
              <a:gd name="csY25" fmla="*/ 100129 h 427142"/>
              <a:gd name="csX26" fmla="*/ 49251 w 229470"/>
              <a:gd name="csY26" fmla="*/ 64399 h 427142"/>
              <a:gd name="csX27" fmla="*/ 38960 w 229470"/>
              <a:gd name="csY27" fmla="*/ 62708 h 427142"/>
              <a:gd name="csX28" fmla="*/ 28744 w 229470"/>
              <a:gd name="csY28" fmla="*/ 61040 h 427142"/>
              <a:gd name="csX29" fmla="*/ 53379 w 229470"/>
              <a:gd name="csY29" fmla="*/ 39197 h 427142"/>
              <a:gd name="csX30" fmla="*/ 71905 w 229470"/>
              <a:gd name="csY30" fmla="*/ 19485 h 427142"/>
              <a:gd name="csX31" fmla="*/ 90959 w 229470"/>
              <a:gd name="csY31" fmla="*/ 8717 h 427142"/>
              <a:gd name="csX32" fmla="*/ 109824 w 229470"/>
              <a:gd name="csY32" fmla="*/ 6256 h 427142"/>
              <a:gd name="csX33" fmla="*/ 121001 w 229470"/>
              <a:gd name="csY33" fmla="*/ 2822 h 427142"/>
              <a:gd name="csX34" fmla="*/ 122428 w 229470"/>
              <a:gd name="csY34" fmla="*/ 8347 h 427142"/>
              <a:gd name="csX35" fmla="*/ 111269 w 229470"/>
              <a:gd name="csY35" fmla="*/ 31492 h 427142"/>
              <a:gd name="csX36" fmla="*/ 125654 w 229470"/>
              <a:gd name="csY36" fmla="*/ 68353 h 427142"/>
              <a:gd name="csX37" fmla="*/ 129394 w 229470"/>
              <a:gd name="csY37" fmla="*/ 83822 h 427142"/>
              <a:gd name="csX38" fmla="*/ 132621 w 229470"/>
              <a:gd name="csY38" fmla="*/ 87380 h 427142"/>
              <a:gd name="csX39" fmla="*/ 129420 w 229470"/>
              <a:gd name="csY39" fmla="*/ 96950 h 427142"/>
              <a:gd name="csX40" fmla="*/ 135228 w 229470"/>
              <a:gd name="csY40" fmla="*/ 104581 h 427142"/>
              <a:gd name="csX41" fmla="*/ 149666 w 229470"/>
              <a:gd name="csY41" fmla="*/ 122913 h 427142"/>
              <a:gd name="csX42" fmla="*/ 159752 w 229470"/>
              <a:gd name="csY42" fmla="*/ 139280 h 427142"/>
              <a:gd name="csX43" fmla="*/ 168181 w 229470"/>
              <a:gd name="csY43" fmla="*/ 148315 h 427142"/>
              <a:gd name="csX44" fmla="*/ 179067 w 229470"/>
              <a:gd name="csY44" fmla="*/ 159986 h 427142"/>
              <a:gd name="csX45" fmla="*/ 189769 w 229470"/>
              <a:gd name="csY45" fmla="*/ 164249 h 427142"/>
              <a:gd name="csX46" fmla="*/ 197030 w 229470"/>
              <a:gd name="csY46" fmla="*/ 167037 h 427142"/>
              <a:gd name="csX47" fmla="*/ 208574 w 229470"/>
              <a:gd name="csY47" fmla="*/ 163915 h 427142"/>
              <a:gd name="csX48" fmla="*/ 216996 w 229470"/>
              <a:gd name="csY48" fmla="*/ 163915 h 427142"/>
              <a:gd name="csX49" fmla="*/ 217738 w 229470"/>
              <a:gd name="csY49" fmla="*/ 187794 h 427142"/>
              <a:gd name="csX50" fmla="*/ 224437 w 229470"/>
              <a:gd name="csY50" fmla="*/ 212516 h 427142"/>
              <a:gd name="csX51" fmla="*/ 229386 w 229470"/>
              <a:gd name="csY51" fmla="*/ 216389 h 427142"/>
              <a:gd name="csX52" fmla="*/ 185958 w 229470"/>
              <a:gd name="csY52" fmla="*/ 248433 h 427142"/>
              <a:gd name="csX53" fmla="*/ 168142 w 229470"/>
              <a:gd name="csY53" fmla="*/ 261325 h 427142"/>
              <a:gd name="csX54" fmla="*/ 158371 w 229470"/>
              <a:gd name="csY54" fmla="*/ 277501 h 427142"/>
              <a:gd name="csX55" fmla="*/ 143795 w 229470"/>
              <a:gd name="csY55" fmla="*/ 286536 h 427142"/>
              <a:gd name="csX56" fmla="*/ 128870 w 229470"/>
              <a:gd name="csY56" fmla="*/ 295569 h 427142"/>
              <a:gd name="csX57" fmla="*/ 127129 w 229470"/>
              <a:gd name="csY57" fmla="*/ 308193 h 427142"/>
              <a:gd name="csX58" fmla="*/ 130400 w 229470"/>
              <a:gd name="csY58" fmla="*/ 326436 h 427142"/>
              <a:gd name="csX59" fmla="*/ 134994 w 229470"/>
              <a:gd name="csY59" fmla="*/ 349937 h 427142"/>
              <a:gd name="csX60" fmla="*/ 142327 w 229470"/>
              <a:gd name="csY60" fmla="*/ 362849 h 427142"/>
              <a:gd name="csX61" fmla="*/ 123210 w 229470"/>
              <a:gd name="csY61" fmla="*/ 373013 h 427142"/>
              <a:gd name="csX62" fmla="*/ 101651 w 229470"/>
              <a:gd name="csY62" fmla="*/ 397639 h 427142"/>
              <a:gd name="csX63" fmla="*/ 95883 w 229470"/>
              <a:gd name="csY63" fmla="*/ 407869 h 427142"/>
              <a:gd name="csX64" fmla="*/ 86571 w 229470"/>
              <a:gd name="csY64" fmla="*/ 418453 h 427142"/>
              <a:gd name="csX65" fmla="*/ 80167 w 229470"/>
              <a:gd name="csY65" fmla="*/ 421479 h 427142"/>
              <a:gd name="csX66" fmla="*/ 70822 w 229470"/>
              <a:gd name="csY66" fmla="*/ 423763 h 427142"/>
              <a:gd name="csX67" fmla="*/ 59479 w 229470"/>
              <a:gd name="csY67" fmla="*/ 423996 h 42714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Lst>
            <a:rect l="l" t="t" r="r" b="b"/>
            <a:pathLst>
              <a:path w="229470" h="427142">
                <a:moveTo>
                  <a:pt x="59479" y="423996"/>
                </a:moveTo>
                <a:cubicBezTo>
                  <a:pt x="59345" y="422222"/>
                  <a:pt x="59442" y="409937"/>
                  <a:pt x="59694" y="396698"/>
                </a:cubicBezTo>
                <a:cubicBezTo>
                  <a:pt x="60117" y="374482"/>
                  <a:pt x="59616" y="371817"/>
                  <a:pt x="53195" y="362114"/>
                </a:cubicBezTo>
                <a:cubicBezTo>
                  <a:pt x="47165" y="353002"/>
                  <a:pt x="46399" y="349674"/>
                  <a:pt x="47446" y="337138"/>
                </a:cubicBezTo>
                <a:cubicBezTo>
                  <a:pt x="48558" y="323819"/>
                  <a:pt x="47993" y="321857"/>
                  <a:pt x="40306" y="312349"/>
                </a:cubicBezTo>
                <a:cubicBezTo>
                  <a:pt x="33058" y="303383"/>
                  <a:pt x="32044" y="300323"/>
                  <a:pt x="32609" y="289116"/>
                </a:cubicBezTo>
                <a:cubicBezTo>
                  <a:pt x="32967" y="282017"/>
                  <a:pt x="34074" y="274269"/>
                  <a:pt x="35070" y="271899"/>
                </a:cubicBezTo>
                <a:cubicBezTo>
                  <a:pt x="36124" y="269390"/>
                  <a:pt x="35017" y="264746"/>
                  <a:pt x="32418" y="260780"/>
                </a:cubicBezTo>
                <a:cubicBezTo>
                  <a:pt x="28144" y="254257"/>
                  <a:pt x="28176" y="253678"/>
                  <a:pt x="33172" y="247019"/>
                </a:cubicBezTo>
                <a:cubicBezTo>
                  <a:pt x="38159" y="240374"/>
                  <a:pt x="39247" y="240108"/>
                  <a:pt x="57856" y="240981"/>
                </a:cubicBezTo>
                <a:cubicBezTo>
                  <a:pt x="75524" y="241809"/>
                  <a:pt x="77593" y="241390"/>
                  <a:pt x="80243" y="236439"/>
                </a:cubicBezTo>
                <a:cubicBezTo>
                  <a:pt x="82790" y="231679"/>
                  <a:pt x="82305" y="230659"/>
                  <a:pt x="76436" y="228427"/>
                </a:cubicBezTo>
                <a:cubicBezTo>
                  <a:pt x="72737" y="227021"/>
                  <a:pt x="68168" y="225870"/>
                  <a:pt x="66283" y="225870"/>
                </a:cubicBezTo>
                <a:cubicBezTo>
                  <a:pt x="64397" y="225870"/>
                  <a:pt x="62186" y="224127"/>
                  <a:pt x="61369" y="221998"/>
                </a:cubicBezTo>
                <a:cubicBezTo>
                  <a:pt x="60552" y="219868"/>
                  <a:pt x="57455" y="218126"/>
                  <a:pt x="54487" y="218126"/>
                </a:cubicBezTo>
                <a:cubicBezTo>
                  <a:pt x="51152" y="218126"/>
                  <a:pt x="49775" y="217018"/>
                  <a:pt x="50882" y="215226"/>
                </a:cubicBezTo>
                <a:cubicBezTo>
                  <a:pt x="51914" y="213556"/>
                  <a:pt x="46909" y="207027"/>
                  <a:pt x="39078" y="199827"/>
                </a:cubicBezTo>
                <a:cubicBezTo>
                  <a:pt x="27017" y="188739"/>
                  <a:pt x="25656" y="186453"/>
                  <a:pt x="27028" y="179593"/>
                </a:cubicBezTo>
                <a:cubicBezTo>
                  <a:pt x="27878" y="175340"/>
                  <a:pt x="27451" y="171165"/>
                  <a:pt x="26078" y="170317"/>
                </a:cubicBezTo>
                <a:cubicBezTo>
                  <a:pt x="24704" y="169468"/>
                  <a:pt x="23581" y="166168"/>
                  <a:pt x="23581" y="162984"/>
                </a:cubicBezTo>
                <a:cubicBezTo>
                  <a:pt x="23581" y="159602"/>
                  <a:pt x="18679" y="152152"/>
                  <a:pt x="11790" y="145065"/>
                </a:cubicBezTo>
                <a:lnTo>
                  <a:pt x="0" y="132934"/>
                </a:lnTo>
                <a:lnTo>
                  <a:pt x="16266" y="118970"/>
                </a:lnTo>
                <a:cubicBezTo>
                  <a:pt x="29571" y="107549"/>
                  <a:pt x="33403" y="105472"/>
                  <a:pt x="37313" y="107565"/>
                </a:cubicBezTo>
                <a:cubicBezTo>
                  <a:pt x="39942" y="108972"/>
                  <a:pt x="42288" y="109738"/>
                  <a:pt x="42526" y="109268"/>
                </a:cubicBezTo>
                <a:cubicBezTo>
                  <a:pt x="42764" y="108799"/>
                  <a:pt x="45569" y="104686"/>
                  <a:pt x="48759" y="100129"/>
                </a:cubicBezTo>
                <a:cubicBezTo>
                  <a:pt x="56473" y="89108"/>
                  <a:pt x="56720" y="71159"/>
                  <a:pt x="49251" y="64399"/>
                </a:cubicBezTo>
                <a:cubicBezTo>
                  <a:pt x="44880" y="60443"/>
                  <a:pt x="43064" y="60145"/>
                  <a:pt x="38960" y="62708"/>
                </a:cubicBezTo>
                <a:cubicBezTo>
                  <a:pt x="31928" y="67099"/>
                  <a:pt x="28744" y="66579"/>
                  <a:pt x="28744" y="61040"/>
                </a:cubicBezTo>
                <a:cubicBezTo>
                  <a:pt x="28744" y="53145"/>
                  <a:pt x="42480" y="40966"/>
                  <a:pt x="53379" y="39197"/>
                </a:cubicBezTo>
                <a:cubicBezTo>
                  <a:pt x="66115" y="37130"/>
                  <a:pt x="70109" y="32880"/>
                  <a:pt x="71905" y="19485"/>
                </a:cubicBezTo>
                <a:cubicBezTo>
                  <a:pt x="73827" y="5162"/>
                  <a:pt x="82115" y="478"/>
                  <a:pt x="90959" y="8717"/>
                </a:cubicBezTo>
                <a:cubicBezTo>
                  <a:pt x="98823" y="16043"/>
                  <a:pt x="101930" y="15638"/>
                  <a:pt x="109824" y="6256"/>
                </a:cubicBezTo>
                <a:cubicBezTo>
                  <a:pt x="116173" y="-1290"/>
                  <a:pt x="116721" y="-1458"/>
                  <a:pt x="121001" y="2822"/>
                </a:cubicBezTo>
                <a:cubicBezTo>
                  <a:pt x="124083" y="5904"/>
                  <a:pt x="124533" y="7646"/>
                  <a:pt x="122428" y="8347"/>
                </a:cubicBezTo>
                <a:cubicBezTo>
                  <a:pt x="108913" y="12852"/>
                  <a:pt x="101196" y="28858"/>
                  <a:pt x="111269" y="31492"/>
                </a:cubicBezTo>
                <a:cubicBezTo>
                  <a:pt x="117751" y="33187"/>
                  <a:pt x="127868" y="59114"/>
                  <a:pt x="125654" y="68353"/>
                </a:cubicBezTo>
                <a:cubicBezTo>
                  <a:pt x="122658" y="80848"/>
                  <a:pt x="122997" y="82249"/>
                  <a:pt x="129394" y="83822"/>
                </a:cubicBezTo>
                <a:cubicBezTo>
                  <a:pt x="133741" y="84890"/>
                  <a:pt x="134786" y="86042"/>
                  <a:pt x="132621" y="87380"/>
                </a:cubicBezTo>
                <a:cubicBezTo>
                  <a:pt x="130861" y="88468"/>
                  <a:pt x="129420" y="92774"/>
                  <a:pt x="129420" y="96950"/>
                </a:cubicBezTo>
                <a:cubicBezTo>
                  <a:pt x="129420" y="103090"/>
                  <a:pt x="130531" y="104549"/>
                  <a:pt x="135228" y="104581"/>
                </a:cubicBezTo>
                <a:cubicBezTo>
                  <a:pt x="144939" y="104647"/>
                  <a:pt x="147895" y="108401"/>
                  <a:pt x="149666" y="122913"/>
                </a:cubicBezTo>
                <a:cubicBezTo>
                  <a:pt x="151241" y="135814"/>
                  <a:pt x="151964" y="136987"/>
                  <a:pt x="159752" y="139280"/>
                </a:cubicBezTo>
                <a:cubicBezTo>
                  <a:pt x="166352" y="141223"/>
                  <a:pt x="168150" y="143150"/>
                  <a:pt x="168181" y="148315"/>
                </a:cubicBezTo>
                <a:cubicBezTo>
                  <a:pt x="168242" y="158306"/>
                  <a:pt x="171565" y="161869"/>
                  <a:pt x="179067" y="159986"/>
                </a:cubicBezTo>
                <a:cubicBezTo>
                  <a:pt x="184111" y="158720"/>
                  <a:pt x="186588" y="159706"/>
                  <a:pt x="189769" y="164249"/>
                </a:cubicBezTo>
                <a:cubicBezTo>
                  <a:pt x="193006" y="168870"/>
                  <a:pt x="194589" y="169478"/>
                  <a:pt x="197030" y="167037"/>
                </a:cubicBezTo>
                <a:cubicBezTo>
                  <a:pt x="198747" y="165320"/>
                  <a:pt x="203942" y="163915"/>
                  <a:pt x="208574" y="163915"/>
                </a:cubicBezTo>
                <a:lnTo>
                  <a:pt x="216996" y="163915"/>
                </a:lnTo>
                <a:lnTo>
                  <a:pt x="217738" y="187794"/>
                </a:lnTo>
                <a:cubicBezTo>
                  <a:pt x="218444" y="210514"/>
                  <a:pt x="218769" y="211713"/>
                  <a:pt x="224437" y="212516"/>
                </a:cubicBezTo>
                <a:cubicBezTo>
                  <a:pt x="227714" y="212981"/>
                  <a:pt x="229940" y="214723"/>
                  <a:pt x="229386" y="216389"/>
                </a:cubicBezTo>
                <a:cubicBezTo>
                  <a:pt x="227670" y="221537"/>
                  <a:pt x="190328" y="249091"/>
                  <a:pt x="185958" y="248433"/>
                </a:cubicBezTo>
                <a:cubicBezTo>
                  <a:pt x="178411" y="247297"/>
                  <a:pt x="168142" y="254728"/>
                  <a:pt x="168142" y="261325"/>
                </a:cubicBezTo>
                <a:cubicBezTo>
                  <a:pt x="168142" y="269993"/>
                  <a:pt x="163608" y="277499"/>
                  <a:pt x="158371" y="277501"/>
                </a:cubicBezTo>
                <a:cubicBezTo>
                  <a:pt x="155936" y="277502"/>
                  <a:pt x="149377" y="281568"/>
                  <a:pt x="143795" y="286536"/>
                </a:cubicBezTo>
                <a:cubicBezTo>
                  <a:pt x="138212" y="291504"/>
                  <a:pt x="131496" y="295569"/>
                  <a:pt x="128870" y="295569"/>
                </a:cubicBezTo>
                <a:cubicBezTo>
                  <a:pt x="121381" y="295569"/>
                  <a:pt x="120392" y="302737"/>
                  <a:pt x="127129" y="308193"/>
                </a:cubicBezTo>
                <a:cubicBezTo>
                  <a:pt x="132769" y="312760"/>
                  <a:pt x="132971" y="313884"/>
                  <a:pt x="130400" y="326436"/>
                </a:cubicBezTo>
                <a:cubicBezTo>
                  <a:pt x="127799" y="339132"/>
                  <a:pt x="128033" y="340327"/>
                  <a:pt x="134994" y="349937"/>
                </a:cubicBezTo>
                <a:cubicBezTo>
                  <a:pt x="139027" y="355505"/>
                  <a:pt x="142327" y="361315"/>
                  <a:pt x="142327" y="362849"/>
                </a:cubicBezTo>
                <a:cubicBezTo>
                  <a:pt x="142327" y="368872"/>
                  <a:pt x="134539" y="373013"/>
                  <a:pt x="123210" y="373013"/>
                </a:cubicBezTo>
                <a:cubicBezTo>
                  <a:pt x="109180" y="373013"/>
                  <a:pt x="103724" y="379244"/>
                  <a:pt x="101651" y="397639"/>
                </a:cubicBezTo>
                <a:cubicBezTo>
                  <a:pt x="100573" y="407198"/>
                  <a:pt x="99540" y="409030"/>
                  <a:pt x="95883" y="407869"/>
                </a:cubicBezTo>
                <a:cubicBezTo>
                  <a:pt x="90324" y="406105"/>
                  <a:pt x="84411" y="412825"/>
                  <a:pt x="86571" y="418453"/>
                </a:cubicBezTo>
                <a:cubicBezTo>
                  <a:pt x="87898" y="421912"/>
                  <a:pt x="86764" y="422448"/>
                  <a:pt x="80167" y="421479"/>
                </a:cubicBezTo>
                <a:cubicBezTo>
                  <a:pt x="74953" y="420714"/>
                  <a:pt x="71686" y="421512"/>
                  <a:pt x="70822" y="423763"/>
                </a:cubicBezTo>
                <a:cubicBezTo>
                  <a:pt x="69146" y="428132"/>
                  <a:pt x="59804" y="428324"/>
                  <a:pt x="59479" y="423996"/>
                </a:cubicBezTo>
                <a:close/>
              </a:path>
            </a:pathLst>
          </a:custGeom>
          <a:solidFill>
            <a:srgbClr val="B9B9B9"/>
          </a:solidFill>
          <a:ln w="5163" cap="flat">
            <a:noFill/>
            <a:prstDash val="solid"/>
            <a:miter/>
          </a:ln>
        </p:spPr>
        <p:txBody>
          <a:bodyPr/>
          <a:lstStyle/>
          <a:p>
            <a:endParaRPr lang="es-419" noProof="0" dirty="0"/>
          </a:p>
        </p:txBody>
      </p:sp>
      <p:sp>
        <p:nvSpPr>
          <p:cNvPr id="56" name="Forma libre: forma 55">
            <a:extLst>
              <a:ext uri="{FF2B5EF4-FFF2-40B4-BE49-F238E27FC236}">
                <a16:creationId xmlns:a16="http://schemas.microsoft.com/office/drawing/2014/main" id="{71318863-5197-3D89-199B-FAB5289D5C14}"/>
              </a:ext>
            </a:extLst>
          </p:cNvPr>
          <p:cNvSpPr/>
          <p:nvPr/>
        </p:nvSpPr>
        <p:spPr>
          <a:xfrm>
            <a:off x="1184880" y="1375117"/>
            <a:ext cx="334306" cy="498738"/>
          </a:xfrm>
          <a:custGeom>
            <a:avLst/>
            <a:gdLst>
              <a:gd name="csX0" fmla="*/ 247743 w 334306"/>
              <a:gd name="csY0" fmla="*/ 496867 h 498738"/>
              <a:gd name="csX1" fmla="*/ 240505 w 334306"/>
              <a:gd name="csY1" fmla="*/ 493884 h 498738"/>
              <a:gd name="csX2" fmla="*/ 219827 w 334306"/>
              <a:gd name="csY2" fmla="*/ 476477 h 498738"/>
              <a:gd name="csX3" fmla="*/ 204292 w 334306"/>
              <a:gd name="csY3" fmla="*/ 470138 h 498738"/>
              <a:gd name="csX4" fmla="*/ 191180 w 334306"/>
              <a:gd name="csY4" fmla="*/ 465927 h 498738"/>
              <a:gd name="csX5" fmla="*/ 185245 w 334306"/>
              <a:gd name="csY5" fmla="*/ 460255 h 498738"/>
              <a:gd name="csX6" fmla="*/ 179372 w 334306"/>
              <a:gd name="csY6" fmla="*/ 456383 h 498738"/>
              <a:gd name="csX7" fmla="*/ 119384 w 334306"/>
              <a:gd name="csY7" fmla="*/ 437991 h 498738"/>
              <a:gd name="csX8" fmla="*/ 89617 w 334306"/>
              <a:gd name="csY8" fmla="*/ 463480 h 498738"/>
              <a:gd name="csX9" fmla="*/ 81270 w 334306"/>
              <a:gd name="csY9" fmla="*/ 471310 h 498738"/>
              <a:gd name="csX10" fmla="*/ 65769 w 334306"/>
              <a:gd name="csY10" fmla="*/ 466800 h 498738"/>
              <a:gd name="csX11" fmla="*/ 41569 w 334306"/>
              <a:gd name="csY11" fmla="*/ 444771 h 498738"/>
              <a:gd name="csX12" fmla="*/ 29063 w 334306"/>
              <a:gd name="csY12" fmla="*/ 422183 h 498738"/>
              <a:gd name="csX13" fmla="*/ 35486 w 334306"/>
              <a:gd name="csY13" fmla="*/ 420247 h 498738"/>
              <a:gd name="csX14" fmla="*/ 36311 w 334306"/>
              <a:gd name="csY14" fmla="*/ 410716 h 498738"/>
              <a:gd name="csX15" fmla="*/ 30682 w 334306"/>
              <a:gd name="csY15" fmla="*/ 404725 h 498738"/>
              <a:gd name="csX16" fmla="*/ 36945 w 334306"/>
              <a:gd name="csY16" fmla="*/ 393771 h 498738"/>
              <a:gd name="csX17" fmla="*/ 44969 w 334306"/>
              <a:gd name="csY17" fmla="*/ 363455 h 498738"/>
              <a:gd name="csX18" fmla="*/ 48481 w 334306"/>
              <a:gd name="csY18" fmla="*/ 335841 h 498738"/>
              <a:gd name="csX19" fmla="*/ 28755 w 334306"/>
              <a:gd name="csY19" fmla="*/ 300210 h 498738"/>
              <a:gd name="csX20" fmla="*/ 9477 w 334306"/>
              <a:gd name="csY20" fmla="*/ 236920 h 498738"/>
              <a:gd name="csX21" fmla="*/ 0 w 334306"/>
              <a:gd name="csY21" fmla="*/ 183956 h 498738"/>
              <a:gd name="csX22" fmla="*/ 8603 w 334306"/>
              <a:gd name="csY22" fmla="*/ 171093 h 498738"/>
              <a:gd name="csX23" fmla="*/ 19247 w 334306"/>
              <a:gd name="csY23" fmla="*/ 157370 h 498738"/>
              <a:gd name="csX24" fmla="*/ 21288 w 334306"/>
              <a:gd name="csY24" fmla="*/ 154226 h 498738"/>
              <a:gd name="csX25" fmla="*/ 42935 w 334306"/>
              <a:gd name="csY25" fmla="*/ 118946 h 498738"/>
              <a:gd name="csX26" fmla="*/ 66467 w 334306"/>
              <a:gd name="csY26" fmla="*/ 79496 h 498738"/>
              <a:gd name="csX27" fmla="*/ 76541 w 334306"/>
              <a:gd name="csY27" fmla="*/ 65175 h 498738"/>
              <a:gd name="csX28" fmla="*/ 97572 w 334306"/>
              <a:gd name="csY28" fmla="*/ 34163 h 498738"/>
              <a:gd name="csX29" fmla="*/ 112627 w 334306"/>
              <a:gd name="csY29" fmla="*/ 9814 h 498738"/>
              <a:gd name="csX30" fmla="*/ 119648 w 334306"/>
              <a:gd name="csY30" fmla="*/ 4329 h 498738"/>
              <a:gd name="csX31" fmla="*/ 132858 w 334306"/>
              <a:gd name="csY31" fmla="*/ 713 h 498738"/>
              <a:gd name="csX32" fmla="*/ 193546 w 334306"/>
              <a:gd name="csY32" fmla="*/ 5578 h 498738"/>
              <a:gd name="csX33" fmla="*/ 220060 w 334306"/>
              <a:gd name="csY33" fmla="*/ 20523 h 498738"/>
              <a:gd name="csX34" fmla="*/ 224578 w 334306"/>
              <a:gd name="csY34" fmla="*/ 25298 h 498738"/>
              <a:gd name="csX35" fmla="*/ 221567 w 334306"/>
              <a:gd name="csY35" fmla="*/ 31335 h 498738"/>
              <a:gd name="csX36" fmla="*/ 217338 w 334306"/>
              <a:gd name="csY36" fmla="*/ 39397 h 498738"/>
              <a:gd name="csX37" fmla="*/ 222891 w 334306"/>
              <a:gd name="csY37" fmla="*/ 37878 h 498738"/>
              <a:gd name="csX38" fmla="*/ 225189 w 334306"/>
              <a:gd name="csY38" fmla="*/ 36902 h 498738"/>
              <a:gd name="csX39" fmla="*/ 234581 w 334306"/>
              <a:gd name="csY39" fmla="*/ 40152 h 498738"/>
              <a:gd name="csX40" fmla="*/ 261177 w 334306"/>
              <a:gd name="csY40" fmla="*/ 57181 h 498738"/>
              <a:gd name="csX41" fmla="*/ 267817 w 334306"/>
              <a:gd name="csY41" fmla="*/ 67059 h 498738"/>
              <a:gd name="csX42" fmla="*/ 274280 w 334306"/>
              <a:gd name="csY42" fmla="*/ 79049 h 498738"/>
              <a:gd name="csX43" fmla="*/ 279443 w 334306"/>
              <a:gd name="csY43" fmla="*/ 91820 h 498738"/>
              <a:gd name="csX44" fmla="*/ 284596 w 334306"/>
              <a:gd name="csY44" fmla="*/ 105775 h 498738"/>
              <a:gd name="csX45" fmla="*/ 291417 w 334306"/>
              <a:gd name="csY45" fmla="*/ 120219 h 498738"/>
              <a:gd name="csX46" fmla="*/ 298659 w 334306"/>
              <a:gd name="csY46" fmla="*/ 133370 h 498738"/>
              <a:gd name="csX47" fmla="*/ 314425 w 334306"/>
              <a:gd name="csY47" fmla="*/ 156674 h 498738"/>
              <a:gd name="csX48" fmla="*/ 323321 w 334306"/>
              <a:gd name="csY48" fmla="*/ 164371 h 498738"/>
              <a:gd name="csX49" fmla="*/ 329277 w 334306"/>
              <a:gd name="csY49" fmla="*/ 172896 h 498738"/>
              <a:gd name="csX50" fmla="*/ 327346 w 334306"/>
              <a:gd name="csY50" fmla="*/ 203260 h 498738"/>
              <a:gd name="csX51" fmla="*/ 321564 w 334306"/>
              <a:gd name="csY51" fmla="*/ 208691 h 498738"/>
              <a:gd name="csX52" fmla="*/ 314839 w 334306"/>
              <a:gd name="csY52" fmla="*/ 201967 h 498738"/>
              <a:gd name="csX53" fmla="*/ 300945 w 334306"/>
              <a:gd name="csY53" fmla="*/ 198679 h 498738"/>
              <a:gd name="csX54" fmla="*/ 291854 w 334306"/>
              <a:gd name="csY54" fmla="*/ 213362 h 498738"/>
              <a:gd name="csX55" fmla="*/ 273477 w 334306"/>
              <a:gd name="csY55" fmla="*/ 233193 h 498738"/>
              <a:gd name="csX56" fmla="*/ 248561 w 334306"/>
              <a:gd name="csY56" fmla="*/ 258261 h 498738"/>
              <a:gd name="csX57" fmla="*/ 254757 w 334306"/>
              <a:gd name="csY57" fmla="*/ 265360 h 498738"/>
              <a:gd name="csX58" fmla="*/ 262758 w 334306"/>
              <a:gd name="csY58" fmla="*/ 262611 h 498738"/>
              <a:gd name="csX59" fmla="*/ 269300 w 334306"/>
              <a:gd name="csY59" fmla="*/ 264243 h 498738"/>
              <a:gd name="csX60" fmla="*/ 257492 w 334306"/>
              <a:gd name="csY60" fmla="*/ 300210 h 498738"/>
              <a:gd name="csX61" fmla="*/ 220205 w 334306"/>
              <a:gd name="csY61" fmla="*/ 329428 h 498738"/>
              <a:gd name="csX62" fmla="*/ 231476 w 334306"/>
              <a:gd name="csY62" fmla="*/ 344578 h 498738"/>
              <a:gd name="csX63" fmla="*/ 244540 w 334306"/>
              <a:gd name="csY63" fmla="*/ 369570 h 498738"/>
              <a:gd name="csX64" fmla="*/ 259568 w 334306"/>
              <a:gd name="csY64" fmla="*/ 400936 h 498738"/>
              <a:gd name="csX65" fmla="*/ 267812 w 334306"/>
              <a:gd name="csY65" fmla="*/ 410972 h 498738"/>
              <a:gd name="csX66" fmla="*/ 272980 w 334306"/>
              <a:gd name="csY66" fmla="*/ 418667 h 498738"/>
              <a:gd name="csX67" fmla="*/ 279745 w 334306"/>
              <a:gd name="csY67" fmla="*/ 423732 h 498738"/>
              <a:gd name="csX68" fmla="*/ 289553 w 334306"/>
              <a:gd name="csY68" fmla="*/ 427604 h 498738"/>
              <a:gd name="csX69" fmla="*/ 298277 w 334306"/>
              <a:gd name="csY69" fmla="*/ 431864 h 498738"/>
              <a:gd name="csX70" fmla="*/ 272913 w 334306"/>
              <a:gd name="csY70" fmla="*/ 433099 h 498738"/>
              <a:gd name="csX71" fmla="*/ 253686 w 334306"/>
              <a:gd name="csY71" fmla="*/ 440109 h 498738"/>
              <a:gd name="csX72" fmla="*/ 252360 w 334306"/>
              <a:gd name="csY72" fmla="*/ 461577 h 498738"/>
              <a:gd name="csX73" fmla="*/ 253346 w 334306"/>
              <a:gd name="csY73" fmla="*/ 468333 h 498738"/>
              <a:gd name="csX74" fmla="*/ 251680 w 334306"/>
              <a:gd name="csY74" fmla="*/ 476637 h 498738"/>
              <a:gd name="csX75" fmla="*/ 251259 w 334306"/>
              <a:gd name="csY75" fmla="*/ 491494 h 498738"/>
              <a:gd name="csX76" fmla="*/ 247743 w 334306"/>
              <a:gd name="csY76" fmla="*/ 496867 h 4987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Lst>
            <a:rect l="l" t="t" r="r" b="b"/>
            <a:pathLst>
              <a:path w="334306" h="498738">
                <a:moveTo>
                  <a:pt x="247743" y="496867"/>
                </a:moveTo>
                <a:cubicBezTo>
                  <a:pt x="246424" y="493506"/>
                  <a:pt x="244367" y="492659"/>
                  <a:pt x="240505" y="493884"/>
                </a:cubicBezTo>
                <a:cubicBezTo>
                  <a:pt x="234008" y="495946"/>
                  <a:pt x="224617" y="488040"/>
                  <a:pt x="219827" y="476477"/>
                </a:cubicBezTo>
                <a:cubicBezTo>
                  <a:pt x="216729" y="468997"/>
                  <a:pt x="216097" y="468739"/>
                  <a:pt x="204292" y="470138"/>
                </a:cubicBezTo>
                <a:cubicBezTo>
                  <a:pt x="193057" y="471468"/>
                  <a:pt x="191916" y="471102"/>
                  <a:pt x="191180" y="465927"/>
                </a:cubicBezTo>
                <a:cubicBezTo>
                  <a:pt x="190659" y="462266"/>
                  <a:pt x="188558" y="460258"/>
                  <a:pt x="185245" y="460255"/>
                </a:cubicBezTo>
                <a:cubicBezTo>
                  <a:pt x="182424" y="460253"/>
                  <a:pt x="179781" y="458510"/>
                  <a:pt x="179372" y="456383"/>
                </a:cubicBezTo>
                <a:cubicBezTo>
                  <a:pt x="178300" y="450818"/>
                  <a:pt x="133997" y="437235"/>
                  <a:pt x="119384" y="437991"/>
                </a:cubicBezTo>
                <a:cubicBezTo>
                  <a:pt x="99217" y="439035"/>
                  <a:pt x="100133" y="438251"/>
                  <a:pt x="89617" y="463480"/>
                </a:cubicBezTo>
                <a:cubicBezTo>
                  <a:pt x="85806" y="472621"/>
                  <a:pt x="84419" y="473923"/>
                  <a:pt x="81270" y="471310"/>
                </a:cubicBezTo>
                <a:cubicBezTo>
                  <a:pt x="79194" y="469587"/>
                  <a:pt x="72218" y="467557"/>
                  <a:pt x="65769" y="466800"/>
                </a:cubicBezTo>
                <a:cubicBezTo>
                  <a:pt x="54283" y="465451"/>
                  <a:pt x="53791" y="465003"/>
                  <a:pt x="41569" y="444771"/>
                </a:cubicBezTo>
                <a:cubicBezTo>
                  <a:pt x="34707" y="433413"/>
                  <a:pt x="29080" y="423248"/>
                  <a:pt x="29063" y="422183"/>
                </a:cubicBezTo>
                <a:cubicBezTo>
                  <a:pt x="29046" y="421119"/>
                  <a:pt x="31937" y="420247"/>
                  <a:pt x="35486" y="420247"/>
                </a:cubicBezTo>
                <a:cubicBezTo>
                  <a:pt x="43403" y="420247"/>
                  <a:pt x="43560" y="418433"/>
                  <a:pt x="36311" y="410716"/>
                </a:cubicBezTo>
                <a:lnTo>
                  <a:pt x="30682" y="404725"/>
                </a:lnTo>
                <a:lnTo>
                  <a:pt x="36945" y="393771"/>
                </a:lnTo>
                <a:cubicBezTo>
                  <a:pt x="41241" y="386255"/>
                  <a:pt x="43760" y="376739"/>
                  <a:pt x="44969" y="363455"/>
                </a:cubicBezTo>
                <a:cubicBezTo>
                  <a:pt x="45939" y="352807"/>
                  <a:pt x="47519" y="340381"/>
                  <a:pt x="48481" y="335841"/>
                </a:cubicBezTo>
                <a:cubicBezTo>
                  <a:pt x="50445" y="326577"/>
                  <a:pt x="45773" y="318139"/>
                  <a:pt x="28755" y="300210"/>
                </a:cubicBezTo>
                <a:cubicBezTo>
                  <a:pt x="18993" y="289925"/>
                  <a:pt x="18916" y="289673"/>
                  <a:pt x="9477" y="236920"/>
                </a:cubicBezTo>
                <a:lnTo>
                  <a:pt x="0" y="183956"/>
                </a:lnTo>
                <a:lnTo>
                  <a:pt x="8603" y="171093"/>
                </a:lnTo>
                <a:cubicBezTo>
                  <a:pt x="13334" y="164019"/>
                  <a:pt x="18124" y="157843"/>
                  <a:pt x="19247" y="157370"/>
                </a:cubicBezTo>
                <a:cubicBezTo>
                  <a:pt x="20370" y="156896"/>
                  <a:pt x="21288" y="155482"/>
                  <a:pt x="21288" y="154226"/>
                </a:cubicBezTo>
                <a:cubicBezTo>
                  <a:pt x="21288" y="152970"/>
                  <a:pt x="31029" y="137094"/>
                  <a:pt x="42935" y="118946"/>
                </a:cubicBezTo>
                <a:cubicBezTo>
                  <a:pt x="54840" y="100798"/>
                  <a:pt x="65430" y="83045"/>
                  <a:pt x="66467" y="79496"/>
                </a:cubicBezTo>
                <a:cubicBezTo>
                  <a:pt x="67505" y="75946"/>
                  <a:pt x="72038" y="69502"/>
                  <a:pt x="76541" y="65175"/>
                </a:cubicBezTo>
                <a:cubicBezTo>
                  <a:pt x="87950" y="54213"/>
                  <a:pt x="95497" y="43084"/>
                  <a:pt x="97572" y="34163"/>
                </a:cubicBezTo>
                <a:cubicBezTo>
                  <a:pt x="99599" y="25448"/>
                  <a:pt x="109249" y="9841"/>
                  <a:pt x="112627" y="9814"/>
                </a:cubicBezTo>
                <a:cubicBezTo>
                  <a:pt x="113880" y="9805"/>
                  <a:pt x="117040" y="7336"/>
                  <a:pt x="119648" y="4329"/>
                </a:cubicBezTo>
                <a:cubicBezTo>
                  <a:pt x="123477" y="-86"/>
                  <a:pt x="126019" y="-782"/>
                  <a:pt x="132858" y="713"/>
                </a:cubicBezTo>
                <a:cubicBezTo>
                  <a:pt x="141063" y="2507"/>
                  <a:pt x="160286" y="4048"/>
                  <a:pt x="193546" y="5578"/>
                </a:cubicBezTo>
                <a:cubicBezTo>
                  <a:pt x="210737" y="6368"/>
                  <a:pt x="220060" y="11623"/>
                  <a:pt x="220060" y="20523"/>
                </a:cubicBezTo>
                <a:cubicBezTo>
                  <a:pt x="220060" y="23333"/>
                  <a:pt x="221912" y="25291"/>
                  <a:pt x="224578" y="25298"/>
                </a:cubicBezTo>
                <a:cubicBezTo>
                  <a:pt x="228025" y="25308"/>
                  <a:pt x="227313" y="26737"/>
                  <a:pt x="221567" y="31335"/>
                </a:cubicBezTo>
                <a:cubicBezTo>
                  <a:pt x="216052" y="35748"/>
                  <a:pt x="214921" y="37903"/>
                  <a:pt x="217338" y="39397"/>
                </a:cubicBezTo>
                <a:cubicBezTo>
                  <a:pt x="219279" y="40596"/>
                  <a:pt x="221565" y="39971"/>
                  <a:pt x="222891" y="37878"/>
                </a:cubicBezTo>
                <a:cubicBezTo>
                  <a:pt x="224130" y="35921"/>
                  <a:pt x="225164" y="35482"/>
                  <a:pt x="225189" y="36902"/>
                </a:cubicBezTo>
                <a:cubicBezTo>
                  <a:pt x="225213" y="38322"/>
                  <a:pt x="229440" y="39784"/>
                  <a:pt x="234581" y="40152"/>
                </a:cubicBezTo>
                <a:cubicBezTo>
                  <a:pt x="243367" y="40781"/>
                  <a:pt x="260731" y="51899"/>
                  <a:pt x="261177" y="57181"/>
                </a:cubicBezTo>
                <a:cubicBezTo>
                  <a:pt x="261279" y="58396"/>
                  <a:pt x="264267" y="62841"/>
                  <a:pt x="267817" y="67059"/>
                </a:cubicBezTo>
                <a:cubicBezTo>
                  <a:pt x="271366" y="71278"/>
                  <a:pt x="274275" y="76673"/>
                  <a:pt x="274280" y="79049"/>
                </a:cubicBezTo>
                <a:cubicBezTo>
                  <a:pt x="274285" y="81424"/>
                  <a:pt x="276609" y="87172"/>
                  <a:pt x="279443" y="91820"/>
                </a:cubicBezTo>
                <a:cubicBezTo>
                  <a:pt x="282277" y="96469"/>
                  <a:pt x="284596" y="102748"/>
                  <a:pt x="284596" y="105775"/>
                </a:cubicBezTo>
                <a:cubicBezTo>
                  <a:pt x="284596" y="108801"/>
                  <a:pt x="287666" y="115301"/>
                  <a:pt x="291417" y="120219"/>
                </a:cubicBezTo>
                <a:cubicBezTo>
                  <a:pt x="295169" y="125138"/>
                  <a:pt x="298428" y="131056"/>
                  <a:pt x="298659" y="133370"/>
                </a:cubicBezTo>
                <a:cubicBezTo>
                  <a:pt x="299477" y="141547"/>
                  <a:pt x="305637" y="150653"/>
                  <a:pt x="314425" y="156674"/>
                </a:cubicBezTo>
                <a:cubicBezTo>
                  <a:pt x="319316" y="160026"/>
                  <a:pt x="323320" y="163489"/>
                  <a:pt x="323321" y="164371"/>
                </a:cubicBezTo>
                <a:cubicBezTo>
                  <a:pt x="323323" y="165253"/>
                  <a:pt x="326003" y="169089"/>
                  <a:pt x="329277" y="172896"/>
                </a:cubicBezTo>
                <a:cubicBezTo>
                  <a:pt x="336682" y="181505"/>
                  <a:pt x="335803" y="195314"/>
                  <a:pt x="327346" y="203260"/>
                </a:cubicBezTo>
                <a:lnTo>
                  <a:pt x="321564" y="208691"/>
                </a:lnTo>
                <a:lnTo>
                  <a:pt x="314839" y="201967"/>
                </a:lnTo>
                <a:cubicBezTo>
                  <a:pt x="308661" y="195789"/>
                  <a:pt x="307532" y="195522"/>
                  <a:pt x="300945" y="198679"/>
                </a:cubicBezTo>
                <a:cubicBezTo>
                  <a:pt x="295346" y="201363"/>
                  <a:pt x="293353" y="204582"/>
                  <a:pt x="291854" y="213362"/>
                </a:cubicBezTo>
                <a:cubicBezTo>
                  <a:pt x="289357" y="227993"/>
                  <a:pt x="286547" y="231025"/>
                  <a:pt x="273477" y="233193"/>
                </a:cubicBezTo>
                <a:cubicBezTo>
                  <a:pt x="260663" y="235319"/>
                  <a:pt x="248722" y="247333"/>
                  <a:pt x="248561" y="258261"/>
                </a:cubicBezTo>
                <a:cubicBezTo>
                  <a:pt x="248475" y="264096"/>
                  <a:pt x="249579" y="265360"/>
                  <a:pt x="254757" y="265360"/>
                </a:cubicBezTo>
                <a:cubicBezTo>
                  <a:pt x="258223" y="265360"/>
                  <a:pt x="261823" y="264123"/>
                  <a:pt x="262758" y="262611"/>
                </a:cubicBezTo>
                <a:cubicBezTo>
                  <a:pt x="263872" y="260808"/>
                  <a:pt x="266124" y="261370"/>
                  <a:pt x="269300" y="264243"/>
                </a:cubicBezTo>
                <a:cubicBezTo>
                  <a:pt x="279445" y="273424"/>
                  <a:pt x="270651" y="300210"/>
                  <a:pt x="257492" y="300210"/>
                </a:cubicBezTo>
                <a:cubicBezTo>
                  <a:pt x="250513" y="300210"/>
                  <a:pt x="220446" y="323770"/>
                  <a:pt x="220205" y="329428"/>
                </a:cubicBezTo>
                <a:cubicBezTo>
                  <a:pt x="220125" y="331300"/>
                  <a:pt x="225197" y="338118"/>
                  <a:pt x="231476" y="344578"/>
                </a:cubicBezTo>
                <a:cubicBezTo>
                  <a:pt x="241029" y="354406"/>
                  <a:pt x="243162" y="358486"/>
                  <a:pt x="244540" y="369570"/>
                </a:cubicBezTo>
                <a:cubicBezTo>
                  <a:pt x="246852" y="388171"/>
                  <a:pt x="250097" y="394944"/>
                  <a:pt x="259568" y="400936"/>
                </a:cubicBezTo>
                <a:cubicBezTo>
                  <a:pt x="264099" y="403804"/>
                  <a:pt x="267809" y="408320"/>
                  <a:pt x="267812" y="410972"/>
                </a:cubicBezTo>
                <a:cubicBezTo>
                  <a:pt x="267815" y="413625"/>
                  <a:pt x="270140" y="417087"/>
                  <a:pt x="272980" y="418667"/>
                </a:cubicBezTo>
                <a:cubicBezTo>
                  <a:pt x="275819" y="420246"/>
                  <a:pt x="278864" y="422525"/>
                  <a:pt x="279745" y="423732"/>
                </a:cubicBezTo>
                <a:cubicBezTo>
                  <a:pt x="280626" y="424939"/>
                  <a:pt x="285040" y="426681"/>
                  <a:pt x="289553" y="427604"/>
                </a:cubicBezTo>
                <a:cubicBezTo>
                  <a:pt x="294067" y="428527"/>
                  <a:pt x="297992" y="430444"/>
                  <a:pt x="298277" y="431864"/>
                </a:cubicBezTo>
                <a:cubicBezTo>
                  <a:pt x="299018" y="435562"/>
                  <a:pt x="277163" y="436626"/>
                  <a:pt x="272913" y="433099"/>
                </a:cubicBezTo>
                <a:cubicBezTo>
                  <a:pt x="268101" y="429105"/>
                  <a:pt x="260026" y="432049"/>
                  <a:pt x="253686" y="440109"/>
                </a:cubicBezTo>
                <a:cubicBezTo>
                  <a:pt x="247489" y="447987"/>
                  <a:pt x="246928" y="457069"/>
                  <a:pt x="252360" y="461577"/>
                </a:cubicBezTo>
                <a:cubicBezTo>
                  <a:pt x="255321" y="464035"/>
                  <a:pt x="255560" y="465666"/>
                  <a:pt x="253346" y="468333"/>
                </a:cubicBezTo>
                <a:cubicBezTo>
                  <a:pt x="251741" y="470267"/>
                  <a:pt x="250992" y="474004"/>
                  <a:pt x="251680" y="476637"/>
                </a:cubicBezTo>
                <a:cubicBezTo>
                  <a:pt x="252369" y="479271"/>
                  <a:pt x="252179" y="485956"/>
                  <a:pt x="251259" y="491494"/>
                </a:cubicBezTo>
                <a:cubicBezTo>
                  <a:pt x="249997" y="499087"/>
                  <a:pt x="249133" y="500409"/>
                  <a:pt x="247743" y="496867"/>
                </a:cubicBezTo>
                <a:close/>
              </a:path>
            </a:pathLst>
          </a:custGeom>
          <a:solidFill>
            <a:srgbClr val="B9B9B9"/>
          </a:solidFill>
          <a:ln w="5163" cap="flat">
            <a:noFill/>
            <a:prstDash val="solid"/>
            <a:miter/>
          </a:ln>
        </p:spPr>
        <p:txBody>
          <a:bodyPr/>
          <a:lstStyle/>
          <a:p>
            <a:endParaRPr lang="es-419" noProof="0" dirty="0"/>
          </a:p>
        </p:txBody>
      </p:sp>
      <p:grpSp>
        <p:nvGrpSpPr>
          <p:cNvPr id="57" name="Gráfico 39">
            <a:extLst>
              <a:ext uri="{FF2B5EF4-FFF2-40B4-BE49-F238E27FC236}">
                <a16:creationId xmlns:a16="http://schemas.microsoft.com/office/drawing/2014/main" id="{B4AEA9A1-B36A-C315-048E-34FDE851C9A4}"/>
              </a:ext>
            </a:extLst>
          </p:cNvPr>
          <p:cNvGrpSpPr/>
          <p:nvPr/>
        </p:nvGrpSpPr>
        <p:grpSpPr>
          <a:xfrm>
            <a:off x="726816" y="1624037"/>
            <a:ext cx="321478" cy="429471"/>
            <a:chOff x="726816" y="1624037"/>
            <a:chExt cx="321478" cy="429471"/>
          </a:xfrm>
          <a:solidFill>
            <a:srgbClr val="B9B9B9"/>
          </a:solidFill>
        </p:grpSpPr>
        <p:sp>
          <p:nvSpPr>
            <p:cNvPr id="58" name="Forma libre: forma 57">
              <a:extLst>
                <a:ext uri="{FF2B5EF4-FFF2-40B4-BE49-F238E27FC236}">
                  <a16:creationId xmlns:a16="http://schemas.microsoft.com/office/drawing/2014/main" id="{AF36ACE1-9AC3-88E6-8AEC-6BBF3CE11E9A}"/>
                </a:ext>
              </a:extLst>
            </p:cNvPr>
            <p:cNvSpPr/>
            <p:nvPr/>
          </p:nvSpPr>
          <p:spPr>
            <a:xfrm>
              <a:off x="726816" y="1624037"/>
              <a:ext cx="321478" cy="429471"/>
            </a:xfrm>
            <a:custGeom>
              <a:avLst/>
              <a:gdLst>
                <a:gd name="csX0" fmla="*/ 298651 w 321478"/>
                <a:gd name="csY0" fmla="*/ 424657 h 429471"/>
                <a:gd name="csX1" fmla="*/ 285240 w 321478"/>
                <a:gd name="csY1" fmla="*/ 406239 h 429471"/>
                <a:gd name="csX2" fmla="*/ 285795 w 321478"/>
                <a:gd name="csY2" fmla="*/ 410173 h 429471"/>
                <a:gd name="csX3" fmla="*/ 287678 w 321478"/>
                <a:gd name="csY3" fmla="*/ 415491 h 429471"/>
                <a:gd name="csX4" fmla="*/ 268647 w 321478"/>
                <a:gd name="csY4" fmla="*/ 394065 h 429471"/>
                <a:gd name="csX5" fmla="*/ 249603 w 321478"/>
                <a:gd name="csY5" fmla="*/ 371546 h 429471"/>
                <a:gd name="csX6" fmla="*/ 255246 w 321478"/>
                <a:gd name="csY6" fmla="*/ 382701 h 429471"/>
                <a:gd name="csX7" fmla="*/ 260888 w 321478"/>
                <a:gd name="csY7" fmla="*/ 392041 h 429471"/>
                <a:gd name="csX8" fmla="*/ 254982 w 321478"/>
                <a:gd name="csY8" fmla="*/ 386884 h 429471"/>
                <a:gd name="csX9" fmla="*/ 245088 w 321478"/>
                <a:gd name="csY9" fmla="*/ 373977 h 429471"/>
                <a:gd name="csX10" fmla="*/ 227283 w 321478"/>
                <a:gd name="csY10" fmla="*/ 350451 h 429471"/>
                <a:gd name="csX11" fmla="*/ 213463 w 321478"/>
                <a:gd name="csY11" fmla="*/ 331266 h 429471"/>
                <a:gd name="csX12" fmla="*/ 191325 w 321478"/>
                <a:gd name="csY12" fmla="*/ 295282 h 429471"/>
                <a:gd name="csX13" fmla="*/ 182351 w 321478"/>
                <a:gd name="csY13" fmla="*/ 288640 h 429471"/>
                <a:gd name="csX14" fmla="*/ 181003 w 321478"/>
                <a:gd name="csY14" fmla="*/ 283904 h 429471"/>
                <a:gd name="csX15" fmla="*/ 179966 w 321478"/>
                <a:gd name="csY15" fmla="*/ 277802 h 429471"/>
                <a:gd name="csX16" fmla="*/ 170951 w 321478"/>
                <a:gd name="csY16" fmla="*/ 271038 h 429471"/>
                <a:gd name="csX17" fmla="*/ 164513 w 321478"/>
                <a:gd name="csY17" fmla="*/ 268249 h 429471"/>
                <a:gd name="csX18" fmla="*/ 156542 w 321478"/>
                <a:gd name="csY18" fmla="*/ 264259 h 429471"/>
                <a:gd name="csX19" fmla="*/ 146588 w 321478"/>
                <a:gd name="csY19" fmla="*/ 257160 h 429471"/>
                <a:gd name="csX20" fmla="*/ 135566 w 321478"/>
                <a:gd name="csY20" fmla="*/ 244331 h 429471"/>
                <a:gd name="csX21" fmla="*/ 140198 w 321478"/>
                <a:gd name="csY21" fmla="*/ 240806 h 429471"/>
                <a:gd name="csX22" fmla="*/ 149956 w 321478"/>
                <a:gd name="csY22" fmla="*/ 243611 h 429471"/>
                <a:gd name="csX23" fmla="*/ 139967 w 321478"/>
                <a:gd name="csY23" fmla="*/ 232769 h 429471"/>
                <a:gd name="csX24" fmla="*/ 129672 w 321478"/>
                <a:gd name="csY24" fmla="*/ 230788 h 429471"/>
                <a:gd name="csX25" fmla="*/ 122631 w 321478"/>
                <a:gd name="csY25" fmla="*/ 229456 h 429471"/>
                <a:gd name="csX26" fmla="*/ 114075 w 321478"/>
                <a:gd name="csY26" fmla="*/ 225535 h 429471"/>
                <a:gd name="csX27" fmla="*/ 112561 w 321478"/>
                <a:gd name="csY27" fmla="*/ 210989 h 429471"/>
                <a:gd name="csX28" fmla="*/ 113046 w 321478"/>
                <a:gd name="csY28" fmla="*/ 198950 h 429471"/>
                <a:gd name="csX29" fmla="*/ 110205 w 321478"/>
                <a:gd name="csY29" fmla="*/ 203079 h 429471"/>
                <a:gd name="csX30" fmla="*/ 107624 w 321478"/>
                <a:gd name="csY30" fmla="*/ 210049 h 429471"/>
                <a:gd name="csX31" fmla="*/ 105042 w 321478"/>
                <a:gd name="csY31" fmla="*/ 205992 h 429471"/>
                <a:gd name="csX32" fmla="*/ 101146 w 321478"/>
                <a:gd name="csY32" fmla="*/ 198040 h 429471"/>
                <a:gd name="csX33" fmla="*/ 106495 w 321478"/>
                <a:gd name="csY33" fmla="*/ 192040 h 429471"/>
                <a:gd name="csX34" fmla="*/ 110185 w 321478"/>
                <a:gd name="csY34" fmla="*/ 189360 h 429471"/>
                <a:gd name="csX35" fmla="*/ 105416 w 321478"/>
                <a:gd name="csY35" fmla="*/ 184234 h 429471"/>
                <a:gd name="csX36" fmla="*/ 94806 w 321478"/>
                <a:gd name="csY36" fmla="*/ 176570 h 429471"/>
                <a:gd name="csX37" fmla="*/ 84222 w 321478"/>
                <a:gd name="csY37" fmla="*/ 170141 h 429471"/>
                <a:gd name="csX38" fmla="*/ 77400 w 321478"/>
                <a:gd name="csY38" fmla="*/ 165246 h 429471"/>
                <a:gd name="csX39" fmla="*/ 66830 w 321478"/>
                <a:gd name="csY39" fmla="*/ 157291 h 429471"/>
                <a:gd name="csX40" fmla="*/ 62321 w 321478"/>
                <a:gd name="csY40" fmla="*/ 153462 h 429471"/>
                <a:gd name="csX41" fmla="*/ 58487 w 321478"/>
                <a:gd name="csY41" fmla="*/ 146011 h 429471"/>
                <a:gd name="csX42" fmla="*/ 53413 w 321478"/>
                <a:gd name="csY42" fmla="*/ 136585 h 429471"/>
                <a:gd name="csX43" fmla="*/ 46519 w 321478"/>
                <a:gd name="csY43" fmla="*/ 136694 h 429471"/>
                <a:gd name="csX44" fmla="*/ 42767 w 321478"/>
                <a:gd name="csY44" fmla="*/ 137339 h 429471"/>
                <a:gd name="csX45" fmla="*/ 40545 w 321478"/>
                <a:gd name="csY45" fmla="*/ 138358 h 429471"/>
                <a:gd name="csX46" fmla="*/ 34194 w 321478"/>
                <a:gd name="csY46" fmla="*/ 139945 h 429471"/>
                <a:gd name="csX47" fmla="*/ 30312 w 321478"/>
                <a:gd name="csY47" fmla="*/ 128691 h 429471"/>
                <a:gd name="csX48" fmla="*/ 32982 w 321478"/>
                <a:gd name="csY48" fmla="*/ 121125 h 429471"/>
                <a:gd name="csX49" fmla="*/ 29550 w 321478"/>
                <a:gd name="csY49" fmla="*/ 122878 h 429471"/>
                <a:gd name="csX50" fmla="*/ 21151 w 321478"/>
                <a:gd name="csY50" fmla="*/ 122752 h 429471"/>
                <a:gd name="csX51" fmla="*/ 17154 w 321478"/>
                <a:gd name="csY51" fmla="*/ 123427 h 429471"/>
                <a:gd name="csX52" fmla="*/ 6342 w 321478"/>
                <a:gd name="csY52" fmla="*/ 119543 h 429471"/>
                <a:gd name="csX53" fmla="*/ 4365 w 321478"/>
                <a:gd name="csY53" fmla="*/ 113226 h 429471"/>
                <a:gd name="csX54" fmla="*/ 10819 w 321478"/>
                <a:gd name="csY54" fmla="*/ 114808 h 429471"/>
                <a:gd name="csX55" fmla="*/ 4707 w 321478"/>
                <a:gd name="csY55" fmla="*/ 109494 h 429471"/>
                <a:gd name="csX56" fmla="*/ 1796 w 321478"/>
                <a:gd name="csY56" fmla="*/ 100322 h 429471"/>
                <a:gd name="csX57" fmla="*/ 1838 w 321478"/>
                <a:gd name="csY57" fmla="*/ 92658 h 429471"/>
                <a:gd name="csX58" fmla="*/ 4233 w 321478"/>
                <a:gd name="csY58" fmla="*/ 77378 h 429471"/>
                <a:gd name="csX59" fmla="*/ 13902 w 321478"/>
                <a:gd name="csY59" fmla="*/ 62490 h 429471"/>
                <a:gd name="csX60" fmla="*/ 16192 w 321478"/>
                <a:gd name="csY60" fmla="*/ 65508 h 429471"/>
                <a:gd name="csX61" fmla="*/ 14368 w 321478"/>
                <a:gd name="csY61" fmla="*/ 71941 h 429471"/>
                <a:gd name="csX62" fmla="*/ 19324 w 321478"/>
                <a:gd name="csY62" fmla="*/ 65780 h 429471"/>
                <a:gd name="csX63" fmla="*/ 24280 w 321478"/>
                <a:gd name="csY63" fmla="*/ 59619 h 429471"/>
                <a:gd name="csX64" fmla="*/ 25989 w 321478"/>
                <a:gd name="csY64" fmla="*/ 66426 h 429471"/>
                <a:gd name="csX65" fmla="*/ 30049 w 321478"/>
                <a:gd name="csY65" fmla="*/ 73232 h 429471"/>
                <a:gd name="csX66" fmla="*/ 30241 w 321478"/>
                <a:gd name="csY66" fmla="*/ 65700 h 429471"/>
                <a:gd name="csX67" fmla="*/ 47033 w 321478"/>
                <a:gd name="csY67" fmla="*/ 46164 h 429471"/>
                <a:gd name="csX68" fmla="*/ 89508 w 321478"/>
                <a:gd name="csY68" fmla="*/ 4943 h 429471"/>
                <a:gd name="csX69" fmla="*/ 99998 w 321478"/>
                <a:gd name="csY69" fmla="*/ 2688 h 429471"/>
                <a:gd name="csX70" fmla="*/ 114706 w 321478"/>
                <a:gd name="csY70" fmla="*/ 3716 h 429471"/>
                <a:gd name="csX71" fmla="*/ 123108 w 321478"/>
                <a:gd name="csY71" fmla="*/ 2764 h 429471"/>
                <a:gd name="csX72" fmla="*/ 137332 w 321478"/>
                <a:gd name="csY72" fmla="*/ 60759 h 429471"/>
                <a:gd name="csX73" fmla="*/ 159468 w 321478"/>
                <a:gd name="csY73" fmla="*/ 80313 h 429471"/>
                <a:gd name="csX74" fmla="*/ 174324 w 321478"/>
                <a:gd name="csY74" fmla="*/ 89973 h 429471"/>
                <a:gd name="csX75" fmla="*/ 184004 w 321478"/>
                <a:gd name="csY75" fmla="*/ 107383 h 429471"/>
                <a:gd name="csX76" fmla="*/ 190190 w 321478"/>
                <a:gd name="csY76" fmla="*/ 148735 h 429471"/>
                <a:gd name="csX77" fmla="*/ 191494 w 321478"/>
                <a:gd name="csY77" fmla="*/ 177131 h 429471"/>
                <a:gd name="csX78" fmla="*/ 195355 w 321478"/>
                <a:gd name="csY78" fmla="*/ 191824 h 429471"/>
                <a:gd name="csX79" fmla="*/ 205385 w 321478"/>
                <a:gd name="csY79" fmla="*/ 204731 h 429471"/>
                <a:gd name="csX80" fmla="*/ 224780 w 321478"/>
                <a:gd name="csY80" fmla="*/ 233927 h 429471"/>
                <a:gd name="csX81" fmla="*/ 251313 w 321478"/>
                <a:gd name="csY81" fmla="*/ 251602 h 429471"/>
                <a:gd name="csX82" fmla="*/ 265826 w 321478"/>
                <a:gd name="csY82" fmla="*/ 256119 h 429471"/>
                <a:gd name="csX83" fmla="*/ 280190 w 321478"/>
                <a:gd name="csY83" fmla="*/ 283901 h 429471"/>
                <a:gd name="csX84" fmla="*/ 287275 w 321478"/>
                <a:gd name="csY84" fmla="*/ 317016 h 429471"/>
                <a:gd name="csX85" fmla="*/ 290907 w 321478"/>
                <a:gd name="csY85" fmla="*/ 329217 h 429471"/>
                <a:gd name="csX86" fmla="*/ 293537 w 321478"/>
                <a:gd name="csY86" fmla="*/ 337861 h 429471"/>
                <a:gd name="csX87" fmla="*/ 302616 w 321478"/>
                <a:gd name="csY87" fmla="*/ 352211 h 429471"/>
                <a:gd name="csX88" fmla="*/ 314264 w 321478"/>
                <a:gd name="csY88" fmla="*/ 364936 h 429471"/>
                <a:gd name="csX89" fmla="*/ 319645 w 321478"/>
                <a:gd name="csY89" fmla="*/ 375951 h 429471"/>
                <a:gd name="csX90" fmla="*/ 316721 w 321478"/>
                <a:gd name="csY90" fmla="*/ 384238 h 429471"/>
                <a:gd name="csX91" fmla="*/ 312540 w 321478"/>
                <a:gd name="csY91" fmla="*/ 395571 h 429471"/>
                <a:gd name="csX92" fmla="*/ 312871 w 321478"/>
                <a:gd name="csY92" fmla="*/ 424954 h 429471"/>
                <a:gd name="csX93" fmla="*/ 306671 w 321478"/>
                <a:gd name="csY93" fmla="*/ 429472 h 429471"/>
                <a:gd name="csX94" fmla="*/ 298651 w 321478"/>
                <a:gd name="csY94" fmla="*/ 424657 h 4294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321478" h="429471">
                  <a:moveTo>
                    <a:pt x="298651" y="424657"/>
                  </a:moveTo>
                  <a:cubicBezTo>
                    <a:pt x="298651" y="419121"/>
                    <a:pt x="289271" y="406239"/>
                    <a:pt x="285240" y="406239"/>
                  </a:cubicBezTo>
                  <a:cubicBezTo>
                    <a:pt x="283590" y="406239"/>
                    <a:pt x="283808" y="407778"/>
                    <a:pt x="285795" y="410173"/>
                  </a:cubicBezTo>
                  <a:cubicBezTo>
                    <a:pt x="287591" y="412337"/>
                    <a:pt x="288438" y="414730"/>
                    <a:pt x="287678" y="415491"/>
                  </a:cubicBezTo>
                  <a:cubicBezTo>
                    <a:pt x="285539" y="417629"/>
                    <a:pt x="270321" y="400495"/>
                    <a:pt x="268647" y="394065"/>
                  </a:cubicBezTo>
                  <a:cubicBezTo>
                    <a:pt x="267226" y="388605"/>
                    <a:pt x="249603" y="367767"/>
                    <a:pt x="249603" y="371546"/>
                  </a:cubicBezTo>
                  <a:cubicBezTo>
                    <a:pt x="249603" y="372545"/>
                    <a:pt x="252142" y="377564"/>
                    <a:pt x="255246" y="382701"/>
                  </a:cubicBezTo>
                  <a:lnTo>
                    <a:pt x="260888" y="392041"/>
                  </a:lnTo>
                  <a:lnTo>
                    <a:pt x="254982" y="386884"/>
                  </a:lnTo>
                  <a:cubicBezTo>
                    <a:pt x="251733" y="384048"/>
                    <a:pt x="247281" y="378240"/>
                    <a:pt x="245088" y="373977"/>
                  </a:cubicBezTo>
                  <a:cubicBezTo>
                    <a:pt x="242896" y="369714"/>
                    <a:pt x="234883" y="359128"/>
                    <a:pt x="227283" y="350451"/>
                  </a:cubicBezTo>
                  <a:cubicBezTo>
                    <a:pt x="219682" y="341775"/>
                    <a:pt x="213463" y="333142"/>
                    <a:pt x="213463" y="331266"/>
                  </a:cubicBezTo>
                  <a:cubicBezTo>
                    <a:pt x="213463" y="326133"/>
                    <a:pt x="194515" y="295333"/>
                    <a:pt x="191325" y="295282"/>
                  </a:cubicBezTo>
                  <a:cubicBezTo>
                    <a:pt x="189798" y="295257"/>
                    <a:pt x="185760" y="292268"/>
                    <a:pt x="182351" y="288640"/>
                  </a:cubicBezTo>
                  <a:cubicBezTo>
                    <a:pt x="177259" y="283219"/>
                    <a:pt x="177019" y="282375"/>
                    <a:pt x="181003" y="283904"/>
                  </a:cubicBezTo>
                  <a:cubicBezTo>
                    <a:pt x="185315" y="285558"/>
                    <a:pt x="185200" y="284882"/>
                    <a:pt x="179966" y="277802"/>
                  </a:cubicBezTo>
                  <a:cubicBezTo>
                    <a:pt x="176728" y="273422"/>
                    <a:pt x="172671" y="270378"/>
                    <a:pt x="170951" y="271038"/>
                  </a:cubicBezTo>
                  <a:cubicBezTo>
                    <a:pt x="169231" y="271698"/>
                    <a:pt x="166334" y="270443"/>
                    <a:pt x="164513" y="268249"/>
                  </a:cubicBezTo>
                  <a:cubicBezTo>
                    <a:pt x="162692" y="266054"/>
                    <a:pt x="159105" y="264259"/>
                    <a:pt x="156542" y="264259"/>
                  </a:cubicBezTo>
                  <a:cubicBezTo>
                    <a:pt x="153980" y="264259"/>
                    <a:pt x="149500" y="261065"/>
                    <a:pt x="146588" y="257160"/>
                  </a:cubicBezTo>
                  <a:cubicBezTo>
                    <a:pt x="143676" y="253256"/>
                    <a:pt x="138716" y="247482"/>
                    <a:pt x="135566" y="244331"/>
                  </a:cubicBezTo>
                  <a:cubicBezTo>
                    <a:pt x="127839" y="236597"/>
                    <a:pt x="131401" y="233886"/>
                    <a:pt x="140198" y="240806"/>
                  </a:cubicBezTo>
                  <a:cubicBezTo>
                    <a:pt x="145135" y="244689"/>
                    <a:pt x="148042" y="245525"/>
                    <a:pt x="149956" y="243611"/>
                  </a:cubicBezTo>
                  <a:cubicBezTo>
                    <a:pt x="154558" y="239009"/>
                    <a:pt x="147985" y="231874"/>
                    <a:pt x="139967" y="232769"/>
                  </a:cubicBezTo>
                  <a:cubicBezTo>
                    <a:pt x="136133" y="233196"/>
                    <a:pt x="131500" y="232305"/>
                    <a:pt x="129672" y="230788"/>
                  </a:cubicBezTo>
                  <a:cubicBezTo>
                    <a:pt x="127844" y="229271"/>
                    <a:pt x="124675" y="228672"/>
                    <a:pt x="122631" y="229456"/>
                  </a:cubicBezTo>
                  <a:cubicBezTo>
                    <a:pt x="120587" y="230241"/>
                    <a:pt x="116736" y="228476"/>
                    <a:pt x="114075" y="225535"/>
                  </a:cubicBezTo>
                  <a:cubicBezTo>
                    <a:pt x="109769" y="220777"/>
                    <a:pt x="109602" y="219173"/>
                    <a:pt x="112561" y="210989"/>
                  </a:cubicBezTo>
                  <a:cubicBezTo>
                    <a:pt x="114982" y="204297"/>
                    <a:pt x="115114" y="201018"/>
                    <a:pt x="113046" y="198950"/>
                  </a:cubicBezTo>
                  <a:cubicBezTo>
                    <a:pt x="110979" y="196883"/>
                    <a:pt x="110205" y="198007"/>
                    <a:pt x="110205" y="203079"/>
                  </a:cubicBezTo>
                  <a:cubicBezTo>
                    <a:pt x="110205" y="206912"/>
                    <a:pt x="109043" y="210049"/>
                    <a:pt x="107624" y="210049"/>
                  </a:cubicBezTo>
                  <a:cubicBezTo>
                    <a:pt x="106204" y="210049"/>
                    <a:pt x="105042" y="208223"/>
                    <a:pt x="105042" y="205992"/>
                  </a:cubicBezTo>
                  <a:cubicBezTo>
                    <a:pt x="105042" y="203761"/>
                    <a:pt x="103289" y="200182"/>
                    <a:pt x="101146" y="198040"/>
                  </a:cubicBezTo>
                  <a:cubicBezTo>
                    <a:pt x="95668" y="192562"/>
                    <a:pt x="98756" y="189098"/>
                    <a:pt x="106495" y="192040"/>
                  </a:cubicBezTo>
                  <a:cubicBezTo>
                    <a:pt x="112388" y="194281"/>
                    <a:pt x="112698" y="194056"/>
                    <a:pt x="110185" y="189360"/>
                  </a:cubicBezTo>
                  <a:cubicBezTo>
                    <a:pt x="108676" y="186541"/>
                    <a:pt x="106530" y="184234"/>
                    <a:pt x="105416" y="184234"/>
                  </a:cubicBezTo>
                  <a:cubicBezTo>
                    <a:pt x="104302" y="184234"/>
                    <a:pt x="99527" y="180785"/>
                    <a:pt x="94806" y="176570"/>
                  </a:cubicBezTo>
                  <a:cubicBezTo>
                    <a:pt x="90084" y="172354"/>
                    <a:pt x="85321" y="169461"/>
                    <a:pt x="84222" y="170141"/>
                  </a:cubicBezTo>
                  <a:cubicBezTo>
                    <a:pt x="83122" y="170820"/>
                    <a:pt x="80052" y="168617"/>
                    <a:pt x="77400" y="165246"/>
                  </a:cubicBezTo>
                  <a:cubicBezTo>
                    <a:pt x="74748" y="161874"/>
                    <a:pt x="69991" y="158294"/>
                    <a:pt x="66830" y="157291"/>
                  </a:cubicBezTo>
                  <a:cubicBezTo>
                    <a:pt x="63669" y="156287"/>
                    <a:pt x="61640" y="154564"/>
                    <a:pt x="62321" y="153462"/>
                  </a:cubicBezTo>
                  <a:cubicBezTo>
                    <a:pt x="63003" y="152359"/>
                    <a:pt x="61277" y="149007"/>
                    <a:pt x="58487" y="146011"/>
                  </a:cubicBezTo>
                  <a:cubicBezTo>
                    <a:pt x="55696" y="143016"/>
                    <a:pt x="53413" y="138774"/>
                    <a:pt x="53413" y="136585"/>
                  </a:cubicBezTo>
                  <a:cubicBezTo>
                    <a:pt x="53413" y="131375"/>
                    <a:pt x="48531" y="131452"/>
                    <a:pt x="46519" y="136694"/>
                  </a:cubicBezTo>
                  <a:cubicBezTo>
                    <a:pt x="45256" y="139986"/>
                    <a:pt x="44525" y="140111"/>
                    <a:pt x="42767" y="137339"/>
                  </a:cubicBezTo>
                  <a:cubicBezTo>
                    <a:pt x="41090" y="134693"/>
                    <a:pt x="40576" y="134929"/>
                    <a:pt x="40545" y="138358"/>
                  </a:cubicBezTo>
                  <a:cubicBezTo>
                    <a:pt x="40512" y="142152"/>
                    <a:pt x="39561" y="142390"/>
                    <a:pt x="34194" y="139945"/>
                  </a:cubicBezTo>
                  <a:cubicBezTo>
                    <a:pt x="25899" y="136165"/>
                    <a:pt x="24011" y="130691"/>
                    <a:pt x="30312" y="128691"/>
                  </a:cubicBezTo>
                  <a:cubicBezTo>
                    <a:pt x="35660" y="126994"/>
                    <a:pt x="36881" y="123535"/>
                    <a:pt x="32982" y="121125"/>
                  </a:cubicBezTo>
                  <a:cubicBezTo>
                    <a:pt x="31683" y="120322"/>
                    <a:pt x="30139" y="121111"/>
                    <a:pt x="29550" y="122878"/>
                  </a:cubicBezTo>
                  <a:cubicBezTo>
                    <a:pt x="28702" y="125423"/>
                    <a:pt x="26957" y="125397"/>
                    <a:pt x="21151" y="122752"/>
                  </a:cubicBezTo>
                  <a:cubicBezTo>
                    <a:pt x="14600" y="119767"/>
                    <a:pt x="14176" y="119839"/>
                    <a:pt x="17154" y="123427"/>
                  </a:cubicBezTo>
                  <a:cubicBezTo>
                    <a:pt x="23195" y="130706"/>
                    <a:pt x="15185" y="127829"/>
                    <a:pt x="6342" y="119543"/>
                  </a:cubicBezTo>
                  <a:cubicBezTo>
                    <a:pt x="-1702" y="112007"/>
                    <a:pt x="-1792" y="111717"/>
                    <a:pt x="4365" y="113226"/>
                  </a:cubicBezTo>
                  <a:lnTo>
                    <a:pt x="10819" y="114808"/>
                  </a:lnTo>
                  <a:lnTo>
                    <a:pt x="4707" y="109494"/>
                  </a:lnTo>
                  <a:cubicBezTo>
                    <a:pt x="-312" y="105131"/>
                    <a:pt x="-833" y="103490"/>
                    <a:pt x="1796" y="100322"/>
                  </a:cubicBezTo>
                  <a:cubicBezTo>
                    <a:pt x="4323" y="97278"/>
                    <a:pt x="4332" y="95662"/>
                    <a:pt x="1838" y="92658"/>
                  </a:cubicBezTo>
                  <a:cubicBezTo>
                    <a:pt x="-700" y="89600"/>
                    <a:pt x="-229" y="86595"/>
                    <a:pt x="4233" y="77378"/>
                  </a:cubicBezTo>
                  <a:cubicBezTo>
                    <a:pt x="7287" y="71068"/>
                    <a:pt x="11639" y="64368"/>
                    <a:pt x="13902" y="62490"/>
                  </a:cubicBezTo>
                  <a:cubicBezTo>
                    <a:pt x="17532" y="59477"/>
                    <a:pt x="17802" y="59833"/>
                    <a:pt x="16192" y="65508"/>
                  </a:cubicBezTo>
                  <a:lnTo>
                    <a:pt x="14368" y="71941"/>
                  </a:lnTo>
                  <a:lnTo>
                    <a:pt x="19324" y="65780"/>
                  </a:lnTo>
                  <a:lnTo>
                    <a:pt x="24280" y="59619"/>
                  </a:lnTo>
                  <a:lnTo>
                    <a:pt x="25989" y="66426"/>
                  </a:lnTo>
                  <a:cubicBezTo>
                    <a:pt x="26928" y="70169"/>
                    <a:pt x="28755" y="73232"/>
                    <a:pt x="30049" y="73232"/>
                  </a:cubicBezTo>
                  <a:cubicBezTo>
                    <a:pt x="31420" y="73232"/>
                    <a:pt x="31500" y="70091"/>
                    <a:pt x="30241" y="65700"/>
                  </a:cubicBezTo>
                  <a:cubicBezTo>
                    <a:pt x="28162" y="58450"/>
                    <a:pt x="28788" y="57720"/>
                    <a:pt x="47033" y="46164"/>
                  </a:cubicBezTo>
                  <a:cubicBezTo>
                    <a:pt x="66934" y="33559"/>
                    <a:pt x="85466" y="15573"/>
                    <a:pt x="89508" y="4943"/>
                  </a:cubicBezTo>
                  <a:cubicBezTo>
                    <a:pt x="91833" y="-1172"/>
                    <a:pt x="92131" y="-1236"/>
                    <a:pt x="99998" y="2688"/>
                  </a:cubicBezTo>
                  <a:cubicBezTo>
                    <a:pt x="106503" y="5933"/>
                    <a:pt x="109396" y="6135"/>
                    <a:pt x="114706" y="3716"/>
                  </a:cubicBezTo>
                  <a:cubicBezTo>
                    <a:pt x="118341" y="2059"/>
                    <a:pt x="122122" y="1631"/>
                    <a:pt x="123108" y="2764"/>
                  </a:cubicBezTo>
                  <a:cubicBezTo>
                    <a:pt x="125561" y="5583"/>
                    <a:pt x="135461" y="45948"/>
                    <a:pt x="137332" y="60759"/>
                  </a:cubicBezTo>
                  <a:cubicBezTo>
                    <a:pt x="139199" y="75538"/>
                    <a:pt x="141734" y="77777"/>
                    <a:pt x="159468" y="80313"/>
                  </a:cubicBezTo>
                  <a:cubicBezTo>
                    <a:pt x="172513" y="82178"/>
                    <a:pt x="173509" y="82826"/>
                    <a:pt x="174324" y="89973"/>
                  </a:cubicBezTo>
                  <a:cubicBezTo>
                    <a:pt x="174804" y="94187"/>
                    <a:pt x="179160" y="102021"/>
                    <a:pt x="184004" y="107383"/>
                  </a:cubicBezTo>
                  <a:cubicBezTo>
                    <a:pt x="193664" y="118075"/>
                    <a:pt x="194152" y="121338"/>
                    <a:pt x="190190" y="148735"/>
                  </a:cubicBezTo>
                  <a:cubicBezTo>
                    <a:pt x="188197" y="162515"/>
                    <a:pt x="188470" y="168448"/>
                    <a:pt x="191494" y="177131"/>
                  </a:cubicBezTo>
                  <a:cubicBezTo>
                    <a:pt x="193597" y="183167"/>
                    <a:pt x="195335" y="189779"/>
                    <a:pt x="195355" y="191824"/>
                  </a:cubicBezTo>
                  <a:cubicBezTo>
                    <a:pt x="195376" y="193868"/>
                    <a:pt x="199889" y="199676"/>
                    <a:pt x="205385" y="204731"/>
                  </a:cubicBezTo>
                  <a:cubicBezTo>
                    <a:pt x="211344" y="210212"/>
                    <a:pt x="219172" y="221995"/>
                    <a:pt x="224780" y="233927"/>
                  </a:cubicBezTo>
                  <a:cubicBezTo>
                    <a:pt x="234706" y="255043"/>
                    <a:pt x="236093" y="255967"/>
                    <a:pt x="251313" y="251602"/>
                  </a:cubicBezTo>
                  <a:cubicBezTo>
                    <a:pt x="258379" y="249575"/>
                    <a:pt x="260277" y="250166"/>
                    <a:pt x="265826" y="256119"/>
                  </a:cubicBezTo>
                  <a:cubicBezTo>
                    <a:pt x="272628" y="263417"/>
                    <a:pt x="281243" y="280080"/>
                    <a:pt x="280190" y="283901"/>
                  </a:cubicBezTo>
                  <a:cubicBezTo>
                    <a:pt x="278841" y="288796"/>
                    <a:pt x="283826" y="312090"/>
                    <a:pt x="287275" y="317016"/>
                  </a:cubicBezTo>
                  <a:cubicBezTo>
                    <a:pt x="289273" y="319867"/>
                    <a:pt x="290907" y="325358"/>
                    <a:pt x="290907" y="329217"/>
                  </a:cubicBezTo>
                  <a:cubicBezTo>
                    <a:pt x="290907" y="333077"/>
                    <a:pt x="292090" y="336967"/>
                    <a:pt x="293537" y="337861"/>
                  </a:cubicBezTo>
                  <a:cubicBezTo>
                    <a:pt x="294984" y="338755"/>
                    <a:pt x="299069" y="345213"/>
                    <a:pt x="302616" y="352211"/>
                  </a:cubicBezTo>
                  <a:cubicBezTo>
                    <a:pt x="307126" y="361111"/>
                    <a:pt x="310627" y="364936"/>
                    <a:pt x="314264" y="364936"/>
                  </a:cubicBezTo>
                  <a:cubicBezTo>
                    <a:pt x="320436" y="364936"/>
                    <a:pt x="323792" y="371805"/>
                    <a:pt x="319645" y="375951"/>
                  </a:cubicBezTo>
                  <a:cubicBezTo>
                    <a:pt x="318037" y="377560"/>
                    <a:pt x="316721" y="381289"/>
                    <a:pt x="316721" y="384238"/>
                  </a:cubicBezTo>
                  <a:cubicBezTo>
                    <a:pt x="316721" y="387188"/>
                    <a:pt x="314840" y="392287"/>
                    <a:pt x="312540" y="395571"/>
                  </a:cubicBezTo>
                  <a:cubicBezTo>
                    <a:pt x="308425" y="401445"/>
                    <a:pt x="308570" y="414286"/>
                    <a:pt x="312871" y="424954"/>
                  </a:cubicBezTo>
                  <a:cubicBezTo>
                    <a:pt x="314372" y="428678"/>
                    <a:pt x="313283" y="429472"/>
                    <a:pt x="306671" y="429472"/>
                  </a:cubicBezTo>
                  <a:cubicBezTo>
                    <a:pt x="300565" y="429472"/>
                    <a:pt x="298651" y="428323"/>
                    <a:pt x="298651" y="424657"/>
                  </a:cubicBezTo>
                  <a:close/>
                </a:path>
              </a:pathLst>
            </a:custGeom>
            <a:solidFill>
              <a:srgbClr val="B9B9B9"/>
            </a:solidFill>
            <a:ln w="5163" cap="flat">
              <a:noFill/>
              <a:prstDash val="solid"/>
              <a:miter/>
            </a:ln>
          </p:spPr>
          <p:txBody>
            <a:bodyPr/>
            <a:lstStyle/>
            <a:p>
              <a:endParaRPr lang="es-419" noProof="0" dirty="0"/>
            </a:p>
          </p:txBody>
        </p:sp>
        <p:sp>
          <p:nvSpPr>
            <p:cNvPr id="59" name="Forma libre: forma 58">
              <a:extLst>
                <a:ext uri="{FF2B5EF4-FFF2-40B4-BE49-F238E27FC236}">
                  <a16:creationId xmlns:a16="http://schemas.microsoft.com/office/drawing/2014/main" id="{5BB2527D-B688-728F-60F4-67320797C8C8}"/>
                </a:ext>
              </a:extLst>
            </p:cNvPr>
            <p:cNvSpPr/>
            <p:nvPr/>
          </p:nvSpPr>
          <p:spPr>
            <a:xfrm>
              <a:off x="812163" y="1806340"/>
              <a:ext cx="15955" cy="30179"/>
            </a:xfrm>
            <a:custGeom>
              <a:avLst/>
              <a:gdLst>
                <a:gd name="csX0" fmla="*/ 12859 w 15955"/>
                <a:gd name="csY0" fmla="*/ 27128 h 30179"/>
                <a:gd name="csX1" fmla="*/ 45 w 15955"/>
                <a:gd name="csY1" fmla="*/ 70 h 30179"/>
                <a:gd name="csX2" fmla="*/ 15145 w 15955"/>
                <a:gd name="csY2" fmla="*/ 24519 h 30179"/>
                <a:gd name="csX3" fmla="*/ 12859 w 15955"/>
                <a:gd name="csY3" fmla="*/ 27128 h 30179"/>
              </a:gdLst>
              <a:ahLst/>
              <a:cxnLst>
                <a:cxn ang="0">
                  <a:pos x="csX0" y="csY0"/>
                </a:cxn>
                <a:cxn ang="0">
                  <a:pos x="csX1" y="csY1"/>
                </a:cxn>
                <a:cxn ang="0">
                  <a:pos x="csX2" y="csY2"/>
                </a:cxn>
                <a:cxn ang="0">
                  <a:pos x="csX3" y="csY3"/>
                </a:cxn>
              </a:cxnLst>
              <a:rect l="l" t="t" r="r" b="b"/>
              <a:pathLst>
                <a:path w="15955" h="30179">
                  <a:moveTo>
                    <a:pt x="12859" y="27128"/>
                  </a:moveTo>
                  <a:cubicBezTo>
                    <a:pt x="8119" y="19457"/>
                    <a:pt x="-707" y="822"/>
                    <a:pt x="45" y="70"/>
                  </a:cubicBezTo>
                  <a:cubicBezTo>
                    <a:pt x="1430" y="-1315"/>
                    <a:pt x="13563" y="18330"/>
                    <a:pt x="15145" y="24519"/>
                  </a:cubicBezTo>
                  <a:cubicBezTo>
                    <a:pt x="16793" y="30962"/>
                    <a:pt x="15876" y="32008"/>
                    <a:pt x="12859" y="27128"/>
                  </a:cubicBezTo>
                  <a:close/>
                </a:path>
              </a:pathLst>
            </a:custGeom>
            <a:solidFill>
              <a:srgbClr val="B9B9B9"/>
            </a:solidFill>
            <a:ln w="5163" cap="flat">
              <a:noFill/>
              <a:prstDash val="solid"/>
              <a:miter/>
            </a:ln>
          </p:spPr>
          <p:txBody>
            <a:bodyPr/>
            <a:lstStyle/>
            <a:p>
              <a:endParaRPr lang="es-419" noProof="0" dirty="0"/>
            </a:p>
          </p:txBody>
        </p:sp>
      </p:grpSp>
      <p:sp>
        <p:nvSpPr>
          <p:cNvPr id="60" name="Forma libre: forma 59">
            <a:extLst>
              <a:ext uri="{FF2B5EF4-FFF2-40B4-BE49-F238E27FC236}">
                <a16:creationId xmlns:a16="http://schemas.microsoft.com/office/drawing/2014/main" id="{E9F52198-E566-FA9A-6495-56A9F8FA1913}"/>
              </a:ext>
            </a:extLst>
          </p:cNvPr>
          <p:cNvSpPr/>
          <p:nvPr/>
        </p:nvSpPr>
        <p:spPr>
          <a:xfrm>
            <a:off x="781520" y="1178397"/>
            <a:ext cx="460893" cy="570101"/>
          </a:xfrm>
          <a:custGeom>
            <a:avLst/>
            <a:gdLst>
              <a:gd name="csX0" fmla="*/ 151660 w 460893"/>
              <a:gd name="csY0" fmla="*/ 568610 h 570101"/>
              <a:gd name="csX1" fmla="*/ 140689 w 460893"/>
              <a:gd name="csY1" fmla="*/ 563178 h 570101"/>
              <a:gd name="csX2" fmla="*/ 131877 w 460893"/>
              <a:gd name="csY2" fmla="*/ 549661 h 570101"/>
              <a:gd name="csX3" fmla="*/ 122196 w 460893"/>
              <a:gd name="csY3" fmla="*/ 532968 h 570101"/>
              <a:gd name="csX4" fmla="*/ 107130 w 460893"/>
              <a:gd name="csY4" fmla="*/ 523131 h 570101"/>
              <a:gd name="csX5" fmla="*/ 89869 w 460893"/>
              <a:gd name="csY5" fmla="*/ 518421 h 570101"/>
              <a:gd name="csX6" fmla="*/ 85076 w 460893"/>
              <a:gd name="csY6" fmla="*/ 501266 h 570101"/>
              <a:gd name="csX7" fmla="*/ 77677 w 460893"/>
              <a:gd name="csY7" fmla="*/ 465952 h 570101"/>
              <a:gd name="csX8" fmla="*/ 72006 w 460893"/>
              <a:gd name="csY8" fmla="*/ 445300 h 570101"/>
              <a:gd name="csX9" fmla="*/ 58957 w 460893"/>
              <a:gd name="csY9" fmla="*/ 446095 h 570101"/>
              <a:gd name="csX10" fmla="*/ 35144 w 460893"/>
              <a:gd name="csY10" fmla="*/ 436548 h 570101"/>
              <a:gd name="csX11" fmla="*/ 24381 w 460893"/>
              <a:gd name="csY11" fmla="*/ 426207 h 570101"/>
              <a:gd name="csX12" fmla="*/ 26114 w 460893"/>
              <a:gd name="csY12" fmla="*/ 405421 h 570101"/>
              <a:gd name="csX13" fmla="*/ 25165 w 460893"/>
              <a:gd name="csY13" fmla="*/ 384636 h 570101"/>
              <a:gd name="csX14" fmla="*/ 17520 w 460893"/>
              <a:gd name="csY14" fmla="*/ 374956 h 570101"/>
              <a:gd name="csX15" fmla="*/ 6475 w 460893"/>
              <a:gd name="csY15" fmla="*/ 353942 h 570101"/>
              <a:gd name="csX16" fmla="*/ 196 w 460893"/>
              <a:gd name="csY16" fmla="*/ 332000 h 570101"/>
              <a:gd name="csX17" fmla="*/ 0 w 460893"/>
              <a:gd name="csY17" fmla="*/ 321391 h 570101"/>
              <a:gd name="csX18" fmla="*/ 20006 w 460893"/>
              <a:gd name="csY18" fmla="*/ 322209 h 570101"/>
              <a:gd name="csX19" fmla="*/ 37306 w 460893"/>
              <a:gd name="csY19" fmla="*/ 304003 h 570101"/>
              <a:gd name="csX20" fmla="*/ 36933 w 460893"/>
              <a:gd name="csY20" fmla="*/ 289805 h 570101"/>
              <a:gd name="csX21" fmla="*/ 37690 w 460893"/>
              <a:gd name="csY21" fmla="*/ 253719 h 570101"/>
              <a:gd name="csX22" fmla="*/ 41303 w 460893"/>
              <a:gd name="csY22" fmla="*/ 221451 h 570101"/>
              <a:gd name="csX23" fmla="*/ 48412 w 460893"/>
              <a:gd name="csY23" fmla="*/ 202644 h 570101"/>
              <a:gd name="csX24" fmla="*/ 48257 w 460893"/>
              <a:gd name="csY24" fmla="*/ 124622 h 570101"/>
              <a:gd name="csX25" fmla="*/ 40464 w 460893"/>
              <a:gd name="csY25" fmla="*/ 83859 h 570101"/>
              <a:gd name="csX26" fmla="*/ 52830 w 460893"/>
              <a:gd name="csY26" fmla="*/ 45160 h 570101"/>
              <a:gd name="csX27" fmla="*/ 63246 w 460893"/>
              <a:gd name="csY27" fmla="*/ 46920 h 570101"/>
              <a:gd name="csX28" fmla="*/ 63246 w 460893"/>
              <a:gd name="csY28" fmla="*/ 23460 h 570101"/>
              <a:gd name="csX29" fmla="*/ 66672 w 460893"/>
              <a:gd name="csY29" fmla="*/ 0 h 570101"/>
              <a:gd name="csX30" fmla="*/ 126691 w 460893"/>
              <a:gd name="csY30" fmla="*/ 3798 h 570101"/>
              <a:gd name="csX31" fmla="*/ 203405 w 460893"/>
              <a:gd name="csY31" fmla="*/ 8311 h 570101"/>
              <a:gd name="csX32" fmla="*/ 223527 w 460893"/>
              <a:gd name="csY32" fmla="*/ 9026 h 570101"/>
              <a:gd name="csX33" fmla="*/ 229665 w 460893"/>
              <a:gd name="csY33" fmla="*/ 21938 h 570101"/>
              <a:gd name="csX34" fmla="*/ 254984 w 460893"/>
              <a:gd name="csY34" fmla="*/ 54210 h 570101"/>
              <a:gd name="csX35" fmla="*/ 267180 w 460893"/>
              <a:gd name="csY35" fmla="*/ 65624 h 570101"/>
              <a:gd name="csX36" fmla="*/ 283960 w 460893"/>
              <a:gd name="csY36" fmla="*/ 83994 h 570101"/>
              <a:gd name="csX37" fmla="*/ 300739 w 460893"/>
              <a:gd name="csY37" fmla="*/ 103278 h 570101"/>
              <a:gd name="csX38" fmla="*/ 307688 w 460893"/>
              <a:gd name="csY38" fmla="*/ 107024 h 570101"/>
              <a:gd name="csX39" fmla="*/ 338320 w 460893"/>
              <a:gd name="csY39" fmla="*/ 140082 h 570101"/>
              <a:gd name="csX40" fmla="*/ 345307 w 460893"/>
              <a:gd name="csY40" fmla="*/ 156757 h 570101"/>
              <a:gd name="csX41" fmla="*/ 350264 w 460893"/>
              <a:gd name="csY41" fmla="*/ 174757 h 570101"/>
              <a:gd name="csX42" fmla="*/ 353728 w 460893"/>
              <a:gd name="csY42" fmla="*/ 192882 h 570101"/>
              <a:gd name="csX43" fmla="*/ 357557 w 460893"/>
              <a:gd name="csY43" fmla="*/ 206186 h 570101"/>
              <a:gd name="csX44" fmla="*/ 373046 w 460893"/>
              <a:gd name="csY44" fmla="*/ 221653 h 570101"/>
              <a:gd name="csX45" fmla="*/ 388508 w 460893"/>
              <a:gd name="csY45" fmla="*/ 235073 h 570101"/>
              <a:gd name="csX46" fmla="*/ 408536 w 460893"/>
              <a:gd name="csY46" fmla="*/ 251563 h 570101"/>
              <a:gd name="csX47" fmla="*/ 419486 w 460893"/>
              <a:gd name="csY47" fmla="*/ 258145 h 570101"/>
              <a:gd name="csX48" fmla="*/ 429612 w 460893"/>
              <a:gd name="csY48" fmla="*/ 264555 h 570101"/>
              <a:gd name="csX49" fmla="*/ 440498 w 460893"/>
              <a:gd name="csY49" fmla="*/ 270196 h 570101"/>
              <a:gd name="csX50" fmla="*/ 458638 w 460893"/>
              <a:gd name="csY50" fmla="*/ 279871 h 570101"/>
              <a:gd name="csX51" fmla="*/ 433706 w 460893"/>
              <a:gd name="csY51" fmla="*/ 328123 h 570101"/>
              <a:gd name="csX52" fmla="*/ 401785 w 460893"/>
              <a:gd name="csY52" fmla="*/ 376892 h 570101"/>
              <a:gd name="csX53" fmla="*/ 408173 w 460893"/>
              <a:gd name="csY53" fmla="*/ 427230 h 570101"/>
              <a:gd name="csX54" fmla="*/ 407224 w 460893"/>
              <a:gd name="csY54" fmla="*/ 481463 h 570101"/>
              <a:gd name="csX55" fmla="*/ 357001 w 460893"/>
              <a:gd name="csY55" fmla="*/ 500599 h 570101"/>
              <a:gd name="csX56" fmla="*/ 339993 w 460893"/>
              <a:gd name="csY56" fmla="*/ 507393 h 570101"/>
              <a:gd name="csX57" fmla="*/ 315871 w 460893"/>
              <a:gd name="csY57" fmla="*/ 500146 h 570101"/>
              <a:gd name="csX58" fmla="*/ 305685 w 460893"/>
              <a:gd name="csY58" fmla="*/ 499249 h 570101"/>
              <a:gd name="csX59" fmla="*/ 291896 w 460893"/>
              <a:gd name="csY59" fmla="*/ 499687 h 570101"/>
              <a:gd name="csX60" fmla="*/ 270870 w 460893"/>
              <a:gd name="csY60" fmla="*/ 491757 h 570101"/>
              <a:gd name="csX61" fmla="*/ 256706 w 460893"/>
              <a:gd name="csY61" fmla="*/ 481408 h 570101"/>
              <a:gd name="csX62" fmla="*/ 242051 w 460893"/>
              <a:gd name="csY62" fmla="*/ 472207 h 570101"/>
              <a:gd name="csX63" fmla="*/ 227525 w 460893"/>
              <a:gd name="csY63" fmla="*/ 468533 h 570101"/>
              <a:gd name="csX64" fmla="*/ 222731 w 460893"/>
              <a:gd name="csY64" fmla="*/ 472486 h 570101"/>
              <a:gd name="csX65" fmla="*/ 210984 w 460893"/>
              <a:gd name="csY65" fmla="*/ 493362 h 570101"/>
              <a:gd name="csX66" fmla="*/ 200162 w 460893"/>
              <a:gd name="csY66" fmla="*/ 504374 h 570101"/>
              <a:gd name="csX67" fmla="*/ 192160 w 460893"/>
              <a:gd name="csY67" fmla="*/ 516880 h 570101"/>
              <a:gd name="csX68" fmla="*/ 189436 w 460893"/>
              <a:gd name="csY68" fmla="*/ 530760 h 570101"/>
              <a:gd name="csX69" fmla="*/ 184534 w 460893"/>
              <a:gd name="csY69" fmla="*/ 547022 h 570101"/>
              <a:gd name="csX70" fmla="*/ 182598 w 460893"/>
              <a:gd name="csY70" fmla="*/ 561518 h 570101"/>
              <a:gd name="csX71" fmla="*/ 164446 w 460893"/>
              <a:gd name="csY71" fmla="*/ 570049 h 570101"/>
              <a:gd name="csX72" fmla="*/ 151660 w 460893"/>
              <a:gd name="csY72" fmla="*/ 568610 h 5701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Lst>
            <a:rect l="l" t="t" r="r" b="b"/>
            <a:pathLst>
              <a:path w="460893" h="570101">
                <a:moveTo>
                  <a:pt x="151660" y="568610"/>
                </a:moveTo>
                <a:cubicBezTo>
                  <a:pt x="143384" y="567865"/>
                  <a:pt x="140689" y="566530"/>
                  <a:pt x="140689" y="563178"/>
                </a:cubicBezTo>
                <a:cubicBezTo>
                  <a:pt x="140689" y="560733"/>
                  <a:pt x="136724" y="554651"/>
                  <a:pt x="131877" y="549661"/>
                </a:cubicBezTo>
                <a:cubicBezTo>
                  <a:pt x="126875" y="544511"/>
                  <a:pt x="122689" y="537293"/>
                  <a:pt x="122196" y="532968"/>
                </a:cubicBezTo>
                <a:cubicBezTo>
                  <a:pt x="121389" y="525881"/>
                  <a:pt x="120335" y="525192"/>
                  <a:pt x="107130" y="523131"/>
                </a:cubicBezTo>
                <a:cubicBezTo>
                  <a:pt x="99321" y="521912"/>
                  <a:pt x="91554" y="519792"/>
                  <a:pt x="89869" y="518421"/>
                </a:cubicBezTo>
                <a:cubicBezTo>
                  <a:pt x="88184" y="517050"/>
                  <a:pt x="86027" y="509330"/>
                  <a:pt x="85076" y="501266"/>
                </a:cubicBezTo>
                <a:cubicBezTo>
                  <a:pt x="84126" y="493202"/>
                  <a:pt x="80796" y="477310"/>
                  <a:pt x="77677" y="465952"/>
                </a:cubicBezTo>
                <a:lnTo>
                  <a:pt x="72006" y="445300"/>
                </a:lnTo>
                <a:lnTo>
                  <a:pt x="58957" y="446095"/>
                </a:lnTo>
                <a:cubicBezTo>
                  <a:pt x="46778" y="446836"/>
                  <a:pt x="45189" y="446199"/>
                  <a:pt x="35144" y="436548"/>
                </a:cubicBezTo>
                <a:lnTo>
                  <a:pt x="24381" y="426207"/>
                </a:lnTo>
                <a:lnTo>
                  <a:pt x="26114" y="405421"/>
                </a:lnTo>
                <a:cubicBezTo>
                  <a:pt x="27263" y="391650"/>
                  <a:pt x="26942" y="384636"/>
                  <a:pt x="25165" y="384636"/>
                </a:cubicBezTo>
                <a:cubicBezTo>
                  <a:pt x="23689" y="384636"/>
                  <a:pt x="20249" y="380280"/>
                  <a:pt x="17520" y="374956"/>
                </a:cubicBezTo>
                <a:cubicBezTo>
                  <a:pt x="14791" y="369631"/>
                  <a:pt x="9821" y="360175"/>
                  <a:pt x="6475" y="353942"/>
                </a:cubicBezTo>
                <a:cubicBezTo>
                  <a:pt x="3106" y="347664"/>
                  <a:pt x="305" y="337877"/>
                  <a:pt x="196" y="332000"/>
                </a:cubicBezTo>
                <a:lnTo>
                  <a:pt x="0" y="321391"/>
                </a:lnTo>
                <a:lnTo>
                  <a:pt x="20006" y="322209"/>
                </a:lnTo>
                <a:cubicBezTo>
                  <a:pt x="42391" y="323125"/>
                  <a:pt x="42565" y="322942"/>
                  <a:pt x="37306" y="304003"/>
                </a:cubicBezTo>
                <a:cubicBezTo>
                  <a:pt x="35685" y="298169"/>
                  <a:pt x="35538" y="292562"/>
                  <a:pt x="36933" y="289805"/>
                </a:cubicBezTo>
                <a:cubicBezTo>
                  <a:pt x="38201" y="287300"/>
                  <a:pt x="38542" y="271061"/>
                  <a:pt x="37690" y="253719"/>
                </a:cubicBezTo>
                <a:cubicBezTo>
                  <a:pt x="36207" y="223555"/>
                  <a:pt x="36364" y="222156"/>
                  <a:pt x="41303" y="221451"/>
                </a:cubicBezTo>
                <a:cubicBezTo>
                  <a:pt x="45680" y="220826"/>
                  <a:pt x="46762" y="217964"/>
                  <a:pt x="48412" y="202644"/>
                </a:cubicBezTo>
                <a:cubicBezTo>
                  <a:pt x="51806" y="171127"/>
                  <a:pt x="51726" y="130863"/>
                  <a:pt x="48257" y="124622"/>
                </a:cubicBezTo>
                <a:cubicBezTo>
                  <a:pt x="46501" y="121464"/>
                  <a:pt x="42994" y="103121"/>
                  <a:pt x="40464" y="83859"/>
                </a:cubicBezTo>
                <a:cubicBezTo>
                  <a:pt x="35209" y="43860"/>
                  <a:pt x="35717" y="42269"/>
                  <a:pt x="52830" y="45160"/>
                </a:cubicBezTo>
                <a:lnTo>
                  <a:pt x="63246" y="46920"/>
                </a:lnTo>
                <a:lnTo>
                  <a:pt x="63246" y="23460"/>
                </a:lnTo>
                <a:cubicBezTo>
                  <a:pt x="63246" y="5683"/>
                  <a:pt x="64076" y="0"/>
                  <a:pt x="66672" y="0"/>
                </a:cubicBezTo>
                <a:cubicBezTo>
                  <a:pt x="68557" y="0"/>
                  <a:pt x="95565" y="1709"/>
                  <a:pt x="126691" y="3798"/>
                </a:cubicBezTo>
                <a:cubicBezTo>
                  <a:pt x="157817" y="5887"/>
                  <a:pt x="192338" y="7917"/>
                  <a:pt x="203405" y="8311"/>
                </a:cubicBezTo>
                <a:lnTo>
                  <a:pt x="223527" y="9026"/>
                </a:lnTo>
                <a:lnTo>
                  <a:pt x="229665" y="21938"/>
                </a:lnTo>
                <a:cubicBezTo>
                  <a:pt x="235583" y="34389"/>
                  <a:pt x="251134" y="54210"/>
                  <a:pt x="254984" y="54210"/>
                </a:cubicBezTo>
                <a:cubicBezTo>
                  <a:pt x="256963" y="54210"/>
                  <a:pt x="267180" y="63772"/>
                  <a:pt x="267180" y="65624"/>
                </a:cubicBezTo>
                <a:cubicBezTo>
                  <a:pt x="267180" y="66222"/>
                  <a:pt x="274731" y="74489"/>
                  <a:pt x="283960" y="83994"/>
                </a:cubicBezTo>
                <a:cubicBezTo>
                  <a:pt x="293188" y="93499"/>
                  <a:pt x="300739" y="102177"/>
                  <a:pt x="300739" y="103278"/>
                </a:cubicBezTo>
                <a:cubicBezTo>
                  <a:pt x="300739" y="104379"/>
                  <a:pt x="303866" y="106065"/>
                  <a:pt x="307688" y="107024"/>
                </a:cubicBezTo>
                <a:cubicBezTo>
                  <a:pt x="316754" y="109299"/>
                  <a:pt x="336159" y="130241"/>
                  <a:pt x="338320" y="140082"/>
                </a:cubicBezTo>
                <a:cubicBezTo>
                  <a:pt x="339250" y="144316"/>
                  <a:pt x="342394" y="151820"/>
                  <a:pt x="345307" y="156757"/>
                </a:cubicBezTo>
                <a:cubicBezTo>
                  <a:pt x="348253" y="161749"/>
                  <a:pt x="350453" y="169738"/>
                  <a:pt x="350264" y="174757"/>
                </a:cubicBezTo>
                <a:cubicBezTo>
                  <a:pt x="350078" y="179720"/>
                  <a:pt x="351636" y="187876"/>
                  <a:pt x="353728" y="192882"/>
                </a:cubicBezTo>
                <a:cubicBezTo>
                  <a:pt x="355820" y="197888"/>
                  <a:pt x="357543" y="203875"/>
                  <a:pt x="357557" y="206186"/>
                </a:cubicBezTo>
                <a:cubicBezTo>
                  <a:pt x="357572" y="208497"/>
                  <a:pt x="364542" y="215457"/>
                  <a:pt x="373046" y="221653"/>
                </a:cubicBezTo>
                <a:cubicBezTo>
                  <a:pt x="381550" y="227849"/>
                  <a:pt x="388508" y="233888"/>
                  <a:pt x="388508" y="235073"/>
                </a:cubicBezTo>
                <a:cubicBezTo>
                  <a:pt x="388508" y="239850"/>
                  <a:pt x="400638" y="249837"/>
                  <a:pt x="408536" y="251563"/>
                </a:cubicBezTo>
                <a:cubicBezTo>
                  <a:pt x="413162" y="252574"/>
                  <a:pt x="418090" y="255536"/>
                  <a:pt x="419486" y="258145"/>
                </a:cubicBezTo>
                <a:cubicBezTo>
                  <a:pt x="420882" y="260754"/>
                  <a:pt x="425439" y="263638"/>
                  <a:pt x="429612" y="264555"/>
                </a:cubicBezTo>
                <a:cubicBezTo>
                  <a:pt x="433785" y="265471"/>
                  <a:pt x="438684" y="268010"/>
                  <a:pt x="440498" y="270196"/>
                </a:cubicBezTo>
                <a:cubicBezTo>
                  <a:pt x="443409" y="273704"/>
                  <a:pt x="453843" y="279268"/>
                  <a:pt x="458638" y="279871"/>
                </a:cubicBezTo>
                <a:cubicBezTo>
                  <a:pt x="464237" y="280575"/>
                  <a:pt x="460647" y="287523"/>
                  <a:pt x="433706" y="328123"/>
                </a:cubicBezTo>
                <a:cubicBezTo>
                  <a:pt x="417320" y="352816"/>
                  <a:pt x="402956" y="374762"/>
                  <a:pt x="401785" y="376892"/>
                </a:cubicBezTo>
                <a:cubicBezTo>
                  <a:pt x="400523" y="379188"/>
                  <a:pt x="403122" y="399673"/>
                  <a:pt x="408173" y="427230"/>
                </a:cubicBezTo>
                <a:cubicBezTo>
                  <a:pt x="419157" y="487163"/>
                  <a:pt x="419215" y="483871"/>
                  <a:pt x="407224" y="481463"/>
                </a:cubicBezTo>
                <a:cubicBezTo>
                  <a:pt x="377101" y="475416"/>
                  <a:pt x="375238" y="476126"/>
                  <a:pt x="357001" y="500599"/>
                </a:cubicBezTo>
                <a:cubicBezTo>
                  <a:pt x="346599" y="514558"/>
                  <a:pt x="343773" y="515687"/>
                  <a:pt x="339993" y="507393"/>
                </a:cubicBezTo>
                <a:cubicBezTo>
                  <a:pt x="336462" y="499643"/>
                  <a:pt x="325739" y="496421"/>
                  <a:pt x="315871" y="500146"/>
                </a:cubicBezTo>
                <a:cubicBezTo>
                  <a:pt x="310307" y="502246"/>
                  <a:pt x="308004" y="502043"/>
                  <a:pt x="305685" y="499249"/>
                </a:cubicBezTo>
                <a:cubicBezTo>
                  <a:pt x="301762" y="494522"/>
                  <a:pt x="296907" y="494676"/>
                  <a:pt x="291896" y="499687"/>
                </a:cubicBezTo>
                <a:cubicBezTo>
                  <a:pt x="286395" y="505188"/>
                  <a:pt x="278982" y="502392"/>
                  <a:pt x="270870" y="491757"/>
                </a:cubicBezTo>
                <a:cubicBezTo>
                  <a:pt x="267159" y="486892"/>
                  <a:pt x="260921" y="482334"/>
                  <a:pt x="256706" y="481408"/>
                </a:cubicBezTo>
                <a:cubicBezTo>
                  <a:pt x="252563" y="480498"/>
                  <a:pt x="245969" y="476358"/>
                  <a:pt x="242051" y="472207"/>
                </a:cubicBezTo>
                <a:cubicBezTo>
                  <a:pt x="234140" y="463825"/>
                  <a:pt x="229757" y="462717"/>
                  <a:pt x="227525" y="468533"/>
                </a:cubicBezTo>
                <a:cubicBezTo>
                  <a:pt x="226708" y="470663"/>
                  <a:pt x="224550" y="472442"/>
                  <a:pt x="222731" y="472486"/>
                </a:cubicBezTo>
                <a:cubicBezTo>
                  <a:pt x="216831" y="472631"/>
                  <a:pt x="209780" y="485162"/>
                  <a:pt x="210984" y="493362"/>
                </a:cubicBezTo>
                <a:cubicBezTo>
                  <a:pt x="212266" y="502098"/>
                  <a:pt x="211304" y="503076"/>
                  <a:pt x="200162" y="504374"/>
                </a:cubicBezTo>
                <a:cubicBezTo>
                  <a:pt x="189734" y="505588"/>
                  <a:pt x="189645" y="505728"/>
                  <a:pt x="192160" y="516880"/>
                </a:cubicBezTo>
                <a:cubicBezTo>
                  <a:pt x="193910" y="524639"/>
                  <a:pt x="193416" y="527159"/>
                  <a:pt x="189436" y="530760"/>
                </a:cubicBezTo>
                <a:cubicBezTo>
                  <a:pt x="186033" y="533840"/>
                  <a:pt x="184562" y="538720"/>
                  <a:pt x="184534" y="547022"/>
                </a:cubicBezTo>
                <a:cubicBezTo>
                  <a:pt x="184512" y="553546"/>
                  <a:pt x="183641" y="560069"/>
                  <a:pt x="182598" y="561518"/>
                </a:cubicBezTo>
                <a:cubicBezTo>
                  <a:pt x="180445" y="564508"/>
                  <a:pt x="167199" y="570734"/>
                  <a:pt x="164446" y="570049"/>
                </a:cubicBezTo>
                <a:cubicBezTo>
                  <a:pt x="163448" y="569801"/>
                  <a:pt x="157694" y="569154"/>
                  <a:pt x="151660" y="568610"/>
                </a:cubicBezTo>
                <a:close/>
              </a:path>
            </a:pathLst>
          </a:custGeom>
          <a:solidFill>
            <a:srgbClr val="B9B9B9"/>
          </a:solidFill>
          <a:ln w="5163" cap="flat">
            <a:noFill/>
            <a:prstDash val="solid"/>
            <a:miter/>
          </a:ln>
        </p:spPr>
        <p:txBody>
          <a:bodyPr/>
          <a:lstStyle/>
          <a:p>
            <a:endParaRPr lang="es-419" noProof="0" dirty="0"/>
          </a:p>
        </p:txBody>
      </p:sp>
      <p:sp>
        <p:nvSpPr>
          <p:cNvPr id="61" name="Forma libre: forma 60">
            <a:extLst>
              <a:ext uri="{FF2B5EF4-FFF2-40B4-BE49-F238E27FC236}">
                <a16:creationId xmlns:a16="http://schemas.microsoft.com/office/drawing/2014/main" id="{FFB7EE20-53C2-FEE9-67B4-94BDD1512C2E}"/>
              </a:ext>
            </a:extLst>
          </p:cNvPr>
          <p:cNvSpPr/>
          <p:nvPr/>
        </p:nvSpPr>
        <p:spPr>
          <a:xfrm>
            <a:off x="2038384" y="2469122"/>
            <a:ext cx="332998" cy="314936"/>
          </a:xfrm>
          <a:custGeom>
            <a:avLst/>
            <a:gdLst>
              <a:gd name="csX0" fmla="*/ 150508 w 332998"/>
              <a:gd name="csY0" fmla="*/ 295153 h 314936"/>
              <a:gd name="csX1" fmla="*/ 122921 w 332998"/>
              <a:gd name="csY1" fmla="*/ 269012 h 314936"/>
              <a:gd name="csX2" fmla="*/ 122279 w 332998"/>
              <a:gd name="csY2" fmla="*/ 264031 h 314936"/>
              <a:gd name="csX3" fmla="*/ 126546 w 332998"/>
              <a:gd name="csY3" fmla="*/ 262908 h 314936"/>
              <a:gd name="csX4" fmla="*/ 106954 w 332998"/>
              <a:gd name="csY4" fmla="*/ 254224 h 314936"/>
              <a:gd name="csX5" fmla="*/ 78561 w 332998"/>
              <a:gd name="csY5" fmla="*/ 232541 h 314936"/>
              <a:gd name="csX6" fmla="*/ 60903 w 332998"/>
              <a:gd name="csY6" fmla="*/ 216842 h 314936"/>
              <a:gd name="csX7" fmla="*/ 60455 w 332998"/>
              <a:gd name="csY7" fmla="*/ 213585 h 314936"/>
              <a:gd name="csX8" fmla="*/ 56711 w 332998"/>
              <a:gd name="csY8" fmla="*/ 207285 h 314936"/>
              <a:gd name="csX9" fmla="*/ 53349 w 332998"/>
              <a:gd name="csY9" fmla="*/ 207961 h 314936"/>
              <a:gd name="csX10" fmla="*/ 34703 w 332998"/>
              <a:gd name="csY10" fmla="*/ 200142 h 314936"/>
              <a:gd name="csX11" fmla="*/ 16028 w 332998"/>
              <a:gd name="csY11" fmla="*/ 187234 h 314936"/>
              <a:gd name="csX12" fmla="*/ 16436 w 332998"/>
              <a:gd name="csY12" fmla="*/ 184359 h 314936"/>
              <a:gd name="csX13" fmla="*/ 14549 w 332998"/>
              <a:gd name="csY13" fmla="*/ 178120 h 314936"/>
              <a:gd name="csX14" fmla="*/ 7908 w 332998"/>
              <a:gd name="csY14" fmla="*/ 171021 h 314936"/>
              <a:gd name="csX15" fmla="*/ 2407 w 332998"/>
              <a:gd name="csY15" fmla="*/ 154470 h 314936"/>
              <a:gd name="csX16" fmla="*/ 6812 w 332998"/>
              <a:gd name="csY16" fmla="*/ 119621 h 314936"/>
              <a:gd name="csX17" fmla="*/ 17071 w 332998"/>
              <a:gd name="csY17" fmla="*/ 91641 h 314936"/>
              <a:gd name="csX18" fmla="*/ 20635 w 332998"/>
              <a:gd name="csY18" fmla="*/ 82008 h 314936"/>
              <a:gd name="csX19" fmla="*/ 29523 w 332998"/>
              <a:gd name="csY19" fmla="*/ 71230 h 314936"/>
              <a:gd name="csX20" fmla="*/ 42896 w 332998"/>
              <a:gd name="csY20" fmla="*/ 48085 h 314936"/>
              <a:gd name="csX21" fmla="*/ 49532 w 332998"/>
              <a:gd name="csY21" fmla="*/ 35969 h 314936"/>
              <a:gd name="csX22" fmla="*/ 54906 w 332998"/>
              <a:gd name="csY22" fmla="*/ 23257 h 314936"/>
              <a:gd name="csX23" fmla="*/ 66531 w 332998"/>
              <a:gd name="csY23" fmla="*/ 0 h 314936"/>
              <a:gd name="csX24" fmla="*/ 82468 w 332998"/>
              <a:gd name="csY24" fmla="*/ 19425 h 314936"/>
              <a:gd name="csX25" fmla="*/ 95351 w 332998"/>
              <a:gd name="csY25" fmla="*/ 43885 h 314936"/>
              <a:gd name="csX26" fmla="*/ 106141 w 332998"/>
              <a:gd name="csY26" fmla="*/ 49048 h 314936"/>
              <a:gd name="csX27" fmla="*/ 113640 w 332998"/>
              <a:gd name="csY27" fmla="*/ 54166 h 314936"/>
              <a:gd name="csX28" fmla="*/ 132249 w 332998"/>
              <a:gd name="csY28" fmla="*/ 34653 h 314936"/>
              <a:gd name="csX29" fmla="*/ 156404 w 332998"/>
              <a:gd name="csY29" fmla="*/ 10326 h 314936"/>
              <a:gd name="csX30" fmla="*/ 168334 w 332998"/>
              <a:gd name="csY30" fmla="*/ 6060 h 314936"/>
              <a:gd name="csX31" fmla="*/ 186389 w 332998"/>
              <a:gd name="csY31" fmla="*/ 9933 h 314936"/>
              <a:gd name="csX32" fmla="*/ 200349 w 332998"/>
              <a:gd name="csY32" fmla="*/ 18070 h 314936"/>
              <a:gd name="csX33" fmla="*/ 204999 w 332998"/>
              <a:gd name="csY33" fmla="*/ 30473 h 314936"/>
              <a:gd name="csX34" fmla="*/ 218185 w 332998"/>
              <a:gd name="csY34" fmla="*/ 43802 h 314936"/>
              <a:gd name="csX35" fmla="*/ 227241 w 332998"/>
              <a:gd name="csY35" fmla="*/ 50036 h 314936"/>
              <a:gd name="csX36" fmla="*/ 238424 w 332998"/>
              <a:gd name="csY36" fmla="*/ 60571 h 314936"/>
              <a:gd name="csX37" fmla="*/ 261581 w 332998"/>
              <a:gd name="csY37" fmla="*/ 79599 h 314936"/>
              <a:gd name="csX38" fmla="*/ 276424 w 332998"/>
              <a:gd name="csY38" fmla="*/ 89453 h 314936"/>
              <a:gd name="csX39" fmla="*/ 280389 w 332998"/>
              <a:gd name="csY39" fmla="*/ 90232 h 314936"/>
              <a:gd name="csX40" fmla="*/ 288978 w 332998"/>
              <a:gd name="csY40" fmla="*/ 95366 h 314936"/>
              <a:gd name="csX41" fmla="*/ 309784 w 332998"/>
              <a:gd name="csY41" fmla="*/ 117828 h 314936"/>
              <a:gd name="csX42" fmla="*/ 323208 w 332998"/>
              <a:gd name="csY42" fmla="*/ 127731 h 314936"/>
              <a:gd name="csX43" fmla="*/ 330610 w 332998"/>
              <a:gd name="csY43" fmla="*/ 136947 h 314936"/>
              <a:gd name="csX44" fmla="*/ 327230 w 332998"/>
              <a:gd name="csY44" fmla="*/ 153094 h 314936"/>
              <a:gd name="csX45" fmla="*/ 328146 w 332998"/>
              <a:gd name="csY45" fmla="*/ 164492 h 314936"/>
              <a:gd name="csX46" fmla="*/ 285552 w 332998"/>
              <a:gd name="csY46" fmla="*/ 166189 h 314936"/>
              <a:gd name="csX47" fmla="*/ 228050 w 332998"/>
              <a:gd name="csY47" fmla="*/ 169472 h 314936"/>
              <a:gd name="csX48" fmla="*/ 213142 w 332998"/>
              <a:gd name="csY48" fmla="*/ 171057 h 314936"/>
              <a:gd name="csX49" fmla="*/ 197915 w 332998"/>
              <a:gd name="csY49" fmla="*/ 199758 h 314936"/>
              <a:gd name="csX50" fmla="*/ 180329 w 332998"/>
              <a:gd name="csY50" fmla="*/ 231127 h 314936"/>
              <a:gd name="csX51" fmla="*/ 181055 w 332998"/>
              <a:gd name="csY51" fmla="*/ 253031 h 314936"/>
              <a:gd name="csX52" fmla="*/ 185000 w 332998"/>
              <a:gd name="csY52" fmla="*/ 272477 h 314936"/>
              <a:gd name="csX53" fmla="*/ 182260 w 332998"/>
              <a:gd name="csY53" fmla="*/ 301769 h 314936"/>
              <a:gd name="csX54" fmla="*/ 174070 w 332998"/>
              <a:gd name="csY54" fmla="*/ 314937 h 314936"/>
              <a:gd name="csX55" fmla="*/ 150508 w 332998"/>
              <a:gd name="csY55" fmla="*/ 295153 h 3149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Lst>
            <a:rect l="l" t="t" r="r" b="b"/>
            <a:pathLst>
              <a:path w="332998" h="314936">
                <a:moveTo>
                  <a:pt x="150508" y="295153"/>
                </a:moveTo>
                <a:cubicBezTo>
                  <a:pt x="138884" y="284272"/>
                  <a:pt x="126470" y="272508"/>
                  <a:pt x="122921" y="269012"/>
                </a:cubicBezTo>
                <a:cubicBezTo>
                  <a:pt x="116541" y="262727"/>
                  <a:pt x="116534" y="262670"/>
                  <a:pt x="122279" y="264031"/>
                </a:cubicBezTo>
                <a:cubicBezTo>
                  <a:pt x="125681" y="264837"/>
                  <a:pt x="127450" y="264371"/>
                  <a:pt x="126546" y="262908"/>
                </a:cubicBezTo>
                <a:cubicBezTo>
                  <a:pt x="124960" y="260342"/>
                  <a:pt x="114693" y="255791"/>
                  <a:pt x="106954" y="254224"/>
                </a:cubicBezTo>
                <a:cubicBezTo>
                  <a:pt x="98738" y="252560"/>
                  <a:pt x="93040" y="248209"/>
                  <a:pt x="78561" y="232541"/>
                </a:cubicBezTo>
                <a:cubicBezTo>
                  <a:pt x="70581" y="223906"/>
                  <a:pt x="62635" y="216842"/>
                  <a:pt x="60903" y="216842"/>
                </a:cubicBezTo>
                <a:cubicBezTo>
                  <a:pt x="58660" y="216842"/>
                  <a:pt x="58531" y="215904"/>
                  <a:pt x="60455" y="213585"/>
                </a:cubicBezTo>
                <a:cubicBezTo>
                  <a:pt x="62461" y="211169"/>
                  <a:pt x="61494" y="209543"/>
                  <a:pt x="56711" y="207285"/>
                </a:cubicBezTo>
                <a:cubicBezTo>
                  <a:pt x="51186" y="204678"/>
                  <a:pt x="50705" y="204775"/>
                  <a:pt x="53349" y="207961"/>
                </a:cubicBezTo>
                <a:cubicBezTo>
                  <a:pt x="59572" y="215458"/>
                  <a:pt x="50558" y="211678"/>
                  <a:pt x="34703" y="200142"/>
                </a:cubicBezTo>
                <a:cubicBezTo>
                  <a:pt x="25983" y="193796"/>
                  <a:pt x="17579" y="187988"/>
                  <a:pt x="16028" y="187234"/>
                </a:cubicBezTo>
                <a:cubicBezTo>
                  <a:pt x="14108" y="186301"/>
                  <a:pt x="14238" y="185384"/>
                  <a:pt x="16436" y="184359"/>
                </a:cubicBezTo>
                <a:cubicBezTo>
                  <a:pt x="21429" y="182028"/>
                  <a:pt x="20247" y="178120"/>
                  <a:pt x="14549" y="178120"/>
                </a:cubicBezTo>
                <a:cubicBezTo>
                  <a:pt x="11062" y="178120"/>
                  <a:pt x="8950" y="175862"/>
                  <a:pt x="7908" y="171021"/>
                </a:cubicBezTo>
                <a:cubicBezTo>
                  <a:pt x="7068" y="167117"/>
                  <a:pt x="4593" y="159669"/>
                  <a:pt x="2407" y="154470"/>
                </a:cubicBezTo>
                <a:cubicBezTo>
                  <a:pt x="-1401" y="145413"/>
                  <a:pt x="-1217" y="143959"/>
                  <a:pt x="6812" y="119621"/>
                </a:cubicBezTo>
                <a:cubicBezTo>
                  <a:pt x="11420" y="105652"/>
                  <a:pt x="16036" y="93061"/>
                  <a:pt x="17071" y="91641"/>
                </a:cubicBezTo>
                <a:cubicBezTo>
                  <a:pt x="18105" y="90222"/>
                  <a:pt x="19709" y="85887"/>
                  <a:pt x="20635" y="82008"/>
                </a:cubicBezTo>
                <a:cubicBezTo>
                  <a:pt x="21600" y="77965"/>
                  <a:pt x="25393" y="73366"/>
                  <a:pt x="29523" y="71230"/>
                </a:cubicBezTo>
                <a:cubicBezTo>
                  <a:pt x="37293" y="67213"/>
                  <a:pt x="42896" y="57515"/>
                  <a:pt x="42896" y="48085"/>
                </a:cubicBezTo>
                <a:cubicBezTo>
                  <a:pt x="42896" y="44850"/>
                  <a:pt x="45882" y="39398"/>
                  <a:pt x="49532" y="35969"/>
                </a:cubicBezTo>
                <a:cubicBezTo>
                  <a:pt x="54317" y="31473"/>
                  <a:pt x="55816" y="27929"/>
                  <a:pt x="54906" y="23257"/>
                </a:cubicBezTo>
                <a:cubicBezTo>
                  <a:pt x="53161" y="14292"/>
                  <a:pt x="60305" y="0"/>
                  <a:pt x="66531" y="0"/>
                </a:cubicBezTo>
                <a:cubicBezTo>
                  <a:pt x="74307" y="0"/>
                  <a:pt x="80918" y="8058"/>
                  <a:pt x="82468" y="19425"/>
                </a:cubicBezTo>
                <a:cubicBezTo>
                  <a:pt x="84849" y="36891"/>
                  <a:pt x="88533" y="43885"/>
                  <a:pt x="95351" y="43885"/>
                </a:cubicBezTo>
                <a:cubicBezTo>
                  <a:pt x="98716" y="43885"/>
                  <a:pt x="103572" y="46208"/>
                  <a:pt x="106141" y="49048"/>
                </a:cubicBezTo>
                <a:cubicBezTo>
                  <a:pt x="108711" y="51887"/>
                  <a:pt x="112086" y="54190"/>
                  <a:pt x="113640" y="54166"/>
                </a:cubicBezTo>
                <a:cubicBezTo>
                  <a:pt x="117209" y="54110"/>
                  <a:pt x="125915" y="44980"/>
                  <a:pt x="132249" y="34653"/>
                </a:cubicBezTo>
                <a:cubicBezTo>
                  <a:pt x="141121" y="20185"/>
                  <a:pt x="150911" y="10326"/>
                  <a:pt x="156404" y="10326"/>
                </a:cubicBezTo>
                <a:cubicBezTo>
                  <a:pt x="159385" y="10326"/>
                  <a:pt x="164754" y="8406"/>
                  <a:pt x="168334" y="6060"/>
                </a:cubicBezTo>
                <a:cubicBezTo>
                  <a:pt x="174611" y="1948"/>
                  <a:pt x="175258" y="2087"/>
                  <a:pt x="186389" y="9933"/>
                </a:cubicBezTo>
                <a:cubicBezTo>
                  <a:pt x="192739" y="14408"/>
                  <a:pt x="199021" y="18070"/>
                  <a:pt x="200349" y="18070"/>
                </a:cubicBezTo>
                <a:cubicBezTo>
                  <a:pt x="204669" y="18070"/>
                  <a:pt x="208141" y="27331"/>
                  <a:pt x="204999" y="30473"/>
                </a:cubicBezTo>
                <a:cubicBezTo>
                  <a:pt x="200842" y="34630"/>
                  <a:pt x="205908" y="39750"/>
                  <a:pt x="218185" y="43802"/>
                </a:cubicBezTo>
                <a:cubicBezTo>
                  <a:pt x="223767" y="45645"/>
                  <a:pt x="227842" y="48450"/>
                  <a:pt x="227241" y="50036"/>
                </a:cubicBezTo>
                <a:cubicBezTo>
                  <a:pt x="226639" y="51622"/>
                  <a:pt x="231671" y="56363"/>
                  <a:pt x="238424" y="60571"/>
                </a:cubicBezTo>
                <a:cubicBezTo>
                  <a:pt x="245177" y="64780"/>
                  <a:pt x="255598" y="73342"/>
                  <a:pt x="261581" y="79599"/>
                </a:cubicBezTo>
                <a:cubicBezTo>
                  <a:pt x="268586" y="86925"/>
                  <a:pt x="273870" y="90433"/>
                  <a:pt x="276424" y="89453"/>
                </a:cubicBezTo>
                <a:cubicBezTo>
                  <a:pt x="278605" y="88616"/>
                  <a:pt x="280389" y="88966"/>
                  <a:pt x="280389" y="90232"/>
                </a:cubicBezTo>
                <a:cubicBezTo>
                  <a:pt x="280389" y="91497"/>
                  <a:pt x="284254" y="93807"/>
                  <a:pt x="288978" y="95366"/>
                </a:cubicBezTo>
                <a:cubicBezTo>
                  <a:pt x="297678" y="98238"/>
                  <a:pt x="306636" y="107909"/>
                  <a:pt x="309784" y="117828"/>
                </a:cubicBezTo>
                <a:cubicBezTo>
                  <a:pt x="310845" y="121169"/>
                  <a:pt x="316015" y="124983"/>
                  <a:pt x="323208" y="127731"/>
                </a:cubicBezTo>
                <a:cubicBezTo>
                  <a:pt x="334331" y="131978"/>
                  <a:pt x="334696" y="132432"/>
                  <a:pt x="330610" y="136947"/>
                </a:cubicBezTo>
                <a:cubicBezTo>
                  <a:pt x="327588" y="140286"/>
                  <a:pt x="326585" y="145078"/>
                  <a:pt x="327230" y="153094"/>
                </a:cubicBezTo>
                <a:lnTo>
                  <a:pt x="328146" y="164492"/>
                </a:lnTo>
                <a:lnTo>
                  <a:pt x="285552" y="166189"/>
                </a:lnTo>
                <a:cubicBezTo>
                  <a:pt x="262126" y="167123"/>
                  <a:pt x="236250" y="168600"/>
                  <a:pt x="228050" y="169472"/>
                </a:cubicBezTo>
                <a:lnTo>
                  <a:pt x="213142" y="171057"/>
                </a:lnTo>
                <a:lnTo>
                  <a:pt x="197915" y="199758"/>
                </a:lnTo>
                <a:cubicBezTo>
                  <a:pt x="189539" y="215543"/>
                  <a:pt x="181626" y="229659"/>
                  <a:pt x="180329" y="231127"/>
                </a:cubicBezTo>
                <a:cubicBezTo>
                  <a:pt x="174323" y="237923"/>
                  <a:pt x="174624" y="246989"/>
                  <a:pt x="181055" y="253031"/>
                </a:cubicBezTo>
                <a:cubicBezTo>
                  <a:pt x="187596" y="259176"/>
                  <a:pt x="189401" y="268075"/>
                  <a:pt x="185000" y="272477"/>
                </a:cubicBezTo>
                <a:cubicBezTo>
                  <a:pt x="182808" y="274669"/>
                  <a:pt x="182167" y="281522"/>
                  <a:pt x="182260" y="301769"/>
                </a:cubicBezTo>
                <a:cubicBezTo>
                  <a:pt x="182290" y="308297"/>
                  <a:pt x="178160" y="314937"/>
                  <a:pt x="174070" y="314937"/>
                </a:cubicBezTo>
                <a:cubicBezTo>
                  <a:pt x="172734" y="314937"/>
                  <a:pt x="162131" y="306034"/>
                  <a:pt x="150508" y="295153"/>
                </a:cubicBezTo>
                <a:close/>
              </a:path>
            </a:pathLst>
          </a:custGeom>
          <a:solidFill>
            <a:srgbClr val="B9B9B9"/>
          </a:solidFill>
          <a:ln w="5163" cap="flat">
            <a:noFill/>
            <a:prstDash val="solid"/>
            <a:miter/>
          </a:ln>
        </p:spPr>
        <p:txBody>
          <a:bodyPr/>
          <a:lstStyle/>
          <a:p>
            <a:endParaRPr lang="es-419" noProof="0" dirty="0"/>
          </a:p>
        </p:txBody>
      </p:sp>
      <p:sp>
        <p:nvSpPr>
          <p:cNvPr id="62" name="Forma libre: forma 61">
            <a:extLst>
              <a:ext uri="{FF2B5EF4-FFF2-40B4-BE49-F238E27FC236}">
                <a16:creationId xmlns:a16="http://schemas.microsoft.com/office/drawing/2014/main" id="{AEFC04B4-858B-EBFB-C947-2BDFFB8A7014}"/>
              </a:ext>
            </a:extLst>
          </p:cNvPr>
          <p:cNvSpPr/>
          <p:nvPr/>
        </p:nvSpPr>
        <p:spPr>
          <a:xfrm>
            <a:off x="1645015" y="2415517"/>
            <a:ext cx="409424" cy="276749"/>
          </a:xfrm>
          <a:custGeom>
            <a:avLst/>
            <a:gdLst>
              <a:gd name="csX0" fmla="*/ 169694 w 409424"/>
              <a:gd name="csY0" fmla="*/ 275279 h 276749"/>
              <a:gd name="csX1" fmla="*/ 152536 w 409424"/>
              <a:gd name="csY1" fmla="*/ 270490 h 276749"/>
              <a:gd name="csX2" fmla="*/ 128939 w 409424"/>
              <a:gd name="csY2" fmla="*/ 261017 h 276749"/>
              <a:gd name="csX3" fmla="*/ 97253 w 409424"/>
              <a:gd name="csY3" fmla="*/ 251980 h 276749"/>
              <a:gd name="csX4" fmla="*/ 66316 w 409424"/>
              <a:gd name="csY4" fmla="*/ 248914 h 276749"/>
              <a:gd name="csX5" fmla="*/ 49536 w 409424"/>
              <a:gd name="csY5" fmla="*/ 241356 h 276749"/>
              <a:gd name="csX6" fmla="*/ 12262 w 409424"/>
              <a:gd name="csY6" fmla="*/ 223990 h 276749"/>
              <a:gd name="csX7" fmla="*/ 0 w 409424"/>
              <a:gd name="csY7" fmla="*/ 222341 h 276749"/>
              <a:gd name="csX8" fmla="*/ 5808 w 409424"/>
              <a:gd name="csY8" fmla="*/ 214784 h 276749"/>
              <a:gd name="csX9" fmla="*/ 14198 w 409424"/>
              <a:gd name="csY9" fmla="*/ 206134 h 276749"/>
              <a:gd name="csX10" fmla="*/ 30441 w 409424"/>
              <a:gd name="csY10" fmla="*/ 191104 h 276749"/>
              <a:gd name="csX11" fmla="*/ 44102 w 409424"/>
              <a:gd name="csY11" fmla="*/ 178805 h 276749"/>
              <a:gd name="csX12" fmla="*/ 41686 w 409424"/>
              <a:gd name="csY12" fmla="*/ 166228 h 276749"/>
              <a:gd name="csX13" fmla="*/ 27640 w 409424"/>
              <a:gd name="csY13" fmla="*/ 142994 h 276749"/>
              <a:gd name="csX14" fmla="*/ 10050 w 409424"/>
              <a:gd name="csY14" fmla="*/ 94836 h 276749"/>
              <a:gd name="csX15" fmla="*/ 25607 w 409424"/>
              <a:gd name="csY15" fmla="*/ 63931 h 276749"/>
              <a:gd name="csX16" fmla="*/ 43054 w 409424"/>
              <a:gd name="csY16" fmla="*/ 67030 h 276749"/>
              <a:gd name="csX17" fmla="*/ 54130 w 409424"/>
              <a:gd name="csY17" fmla="*/ 57326 h 276749"/>
              <a:gd name="csX18" fmla="*/ 54400 w 409424"/>
              <a:gd name="csY18" fmla="*/ 43740 h 276749"/>
              <a:gd name="csX19" fmla="*/ 67118 w 409424"/>
              <a:gd name="csY19" fmla="*/ 40356 h 276749"/>
              <a:gd name="csX20" fmla="*/ 69858 w 409424"/>
              <a:gd name="csY20" fmla="*/ 47250 h 276749"/>
              <a:gd name="csX21" fmla="*/ 74957 w 409424"/>
              <a:gd name="csY21" fmla="*/ 55146 h 276749"/>
              <a:gd name="csX22" fmla="*/ 85078 w 409424"/>
              <a:gd name="csY22" fmla="*/ 56392 h 276749"/>
              <a:gd name="csX23" fmla="*/ 108275 w 409424"/>
              <a:gd name="csY23" fmla="*/ 51828 h 276749"/>
              <a:gd name="csX24" fmla="*/ 135859 w 409424"/>
              <a:gd name="csY24" fmla="*/ 46965 h 276749"/>
              <a:gd name="csX25" fmla="*/ 159928 w 409424"/>
              <a:gd name="csY25" fmla="*/ 4926 h 276749"/>
              <a:gd name="csX26" fmla="*/ 164133 w 409424"/>
              <a:gd name="csY26" fmla="*/ 409 h 276749"/>
              <a:gd name="csX27" fmla="*/ 170486 w 409424"/>
              <a:gd name="csY27" fmla="*/ 1976 h 276749"/>
              <a:gd name="csX28" fmla="*/ 183283 w 409424"/>
              <a:gd name="csY28" fmla="*/ 17951 h 276749"/>
              <a:gd name="csX29" fmla="*/ 185999 w 409424"/>
              <a:gd name="csY29" fmla="*/ 22627 h 276749"/>
              <a:gd name="csX30" fmla="*/ 191478 w 409424"/>
              <a:gd name="csY30" fmla="*/ 30556 h 276749"/>
              <a:gd name="csX31" fmla="*/ 217371 w 409424"/>
              <a:gd name="csY31" fmla="*/ 43279 h 276749"/>
              <a:gd name="csX32" fmla="*/ 231319 w 409424"/>
              <a:gd name="csY32" fmla="*/ 47797 h 276749"/>
              <a:gd name="csX33" fmla="*/ 231065 w 409424"/>
              <a:gd name="csY33" fmla="*/ 71654 h 276749"/>
              <a:gd name="csX34" fmla="*/ 232914 w 409424"/>
              <a:gd name="csY34" fmla="*/ 94162 h 276749"/>
              <a:gd name="csX35" fmla="*/ 264097 w 409424"/>
              <a:gd name="csY35" fmla="*/ 98422 h 276749"/>
              <a:gd name="csX36" fmla="*/ 290859 w 409424"/>
              <a:gd name="csY36" fmla="*/ 85458 h 276749"/>
              <a:gd name="csX37" fmla="*/ 289553 w 409424"/>
              <a:gd name="csY37" fmla="*/ 87164 h 276749"/>
              <a:gd name="csX38" fmla="*/ 313001 w 409424"/>
              <a:gd name="csY38" fmla="*/ 117924 h 276749"/>
              <a:gd name="csX39" fmla="*/ 320100 w 409424"/>
              <a:gd name="csY39" fmla="*/ 125822 h 276749"/>
              <a:gd name="csX40" fmla="*/ 323327 w 409424"/>
              <a:gd name="csY40" fmla="*/ 131062 h 276749"/>
              <a:gd name="csX41" fmla="*/ 409403 w 409424"/>
              <a:gd name="csY41" fmla="*/ 134303 h 276749"/>
              <a:gd name="csX42" fmla="*/ 398626 w 409424"/>
              <a:gd name="csY42" fmla="*/ 166622 h 276749"/>
              <a:gd name="csX43" fmla="*/ 387152 w 409424"/>
              <a:gd name="csY43" fmla="*/ 198243 h 276749"/>
              <a:gd name="csX44" fmla="*/ 392348 w 409424"/>
              <a:gd name="csY44" fmla="*/ 208428 h 276749"/>
              <a:gd name="csX45" fmla="*/ 395238 w 409424"/>
              <a:gd name="csY45" fmla="*/ 226562 h 276749"/>
              <a:gd name="csX46" fmla="*/ 391384 w 409424"/>
              <a:gd name="csY46" fmla="*/ 222526 h 276749"/>
              <a:gd name="csX47" fmla="*/ 386991 w 409424"/>
              <a:gd name="csY47" fmla="*/ 220249 h 276749"/>
              <a:gd name="csX48" fmla="*/ 376751 w 409424"/>
              <a:gd name="csY48" fmla="*/ 216540 h 276749"/>
              <a:gd name="csX49" fmla="*/ 366566 w 409424"/>
              <a:gd name="csY49" fmla="*/ 215027 h 276749"/>
              <a:gd name="csX50" fmla="*/ 371084 w 409424"/>
              <a:gd name="csY50" fmla="*/ 220497 h 276749"/>
              <a:gd name="csX51" fmla="*/ 400125 w 409424"/>
              <a:gd name="csY51" fmla="*/ 234526 h 276749"/>
              <a:gd name="csX52" fmla="*/ 382700 w 409424"/>
              <a:gd name="csY52" fmla="*/ 228973 h 276749"/>
              <a:gd name="csX53" fmla="*/ 356240 w 409424"/>
              <a:gd name="csY53" fmla="*/ 221430 h 276749"/>
              <a:gd name="csX54" fmla="*/ 344640 w 409424"/>
              <a:gd name="csY54" fmla="*/ 215296 h 276749"/>
              <a:gd name="csX55" fmla="*/ 351310 w 409424"/>
              <a:gd name="csY55" fmla="*/ 215089 h 276749"/>
              <a:gd name="csX56" fmla="*/ 353659 w 409424"/>
              <a:gd name="csY56" fmla="*/ 213898 h 276749"/>
              <a:gd name="csX57" fmla="*/ 348281 w 409424"/>
              <a:gd name="csY57" fmla="*/ 208377 h 276749"/>
              <a:gd name="csX58" fmla="*/ 338397 w 409424"/>
              <a:gd name="csY58" fmla="*/ 209577 h 276749"/>
              <a:gd name="csX59" fmla="*/ 330426 w 409424"/>
              <a:gd name="csY59" fmla="*/ 208411 h 276749"/>
              <a:gd name="csX60" fmla="*/ 317751 w 409424"/>
              <a:gd name="csY60" fmla="*/ 206264 h 276749"/>
              <a:gd name="csX61" fmla="*/ 320963 w 409424"/>
              <a:gd name="csY61" fmla="*/ 214760 h 276749"/>
              <a:gd name="csX62" fmla="*/ 323972 w 409424"/>
              <a:gd name="csY62" fmla="*/ 215747 h 276749"/>
              <a:gd name="csX63" fmla="*/ 314937 w 409424"/>
              <a:gd name="csY63" fmla="*/ 219599 h 276749"/>
              <a:gd name="csX64" fmla="*/ 321391 w 409424"/>
              <a:gd name="csY64" fmla="*/ 219864 h 276749"/>
              <a:gd name="csX65" fmla="*/ 330426 w 409424"/>
              <a:gd name="csY65" fmla="*/ 221426 h 276749"/>
              <a:gd name="csX66" fmla="*/ 310754 w 409424"/>
              <a:gd name="csY66" fmla="*/ 223941 h 276749"/>
              <a:gd name="csX67" fmla="*/ 284939 w 409424"/>
              <a:gd name="csY67" fmla="*/ 234304 h 276749"/>
              <a:gd name="csX68" fmla="*/ 270316 w 409424"/>
              <a:gd name="csY68" fmla="*/ 244630 h 276749"/>
              <a:gd name="csX69" fmla="*/ 259397 w 409424"/>
              <a:gd name="csY69" fmla="*/ 248767 h 276749"/>
              <a:gd name="csX70" fmla="*/ 242736 w 409424"/>
              <a:gd name="csY70" fmla="*/ 255227 h 276749"/>
              <a:gd name="csX71" fmla="*/ 220097 w 409424"/>
              <a:gd name="csY71" fmla="*/ 265079 h 276749"/>
              <a:gd name="csX72" fmla="*/ 198772 w 409424"/>
              <a:gd name="csY72" fmla="*/ 274061 h 276749"/>
              <a:gd name="csX73" fmla="*/ 169694 w 409424"/>
              <a:gd name="csY73" fmla="*/ 275279 h 2767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Lst>
            <a:rect l="l" t="t" r="r" b="b"/>
            <a:pathLst>
              <a:path w="409424" h="276749">
                <a:moveTo>
                  <a:pt x="169694" y="275279"/>
                </a:moveTo>
                <a:cubicBezTo>
                  <a:pt x="167412" y="274002"/>
                  <a:pt x="159691" y="271847"/>
                  <a:pt x="152536" y="270490"/>
                </a:cubicBezTo>
                <a:cubicBezTo>
                  <a:pt x="145381" y="269133"/>
                  <a:pt x="134762" y="264870"/>
                  <a:pt x="128939" y="261017"/>
                </a:cubicBezTo>
                <a:cubicBezTo>
                  <a:pt x="120697" y="255563"/>
                  <a:pt x="113680" y="253561"/>
                  <a:pt x="97253" y="251980"/>
                </a:cubicBezTo>
                <a:cubicBezTo>
                  <a:pt x="85648" y="250863"/>
                  <a:pt x="71726" y="249483"/>
                  <a:pt x="66316" y="248914"/>
                </a:cubicBezTo>
                <a:cubicBezTo>
                  <a:pt x="60430" y="248295"/>
                  <a:pt x="53691" y="245260"/>
                  <a:pt x="49536" y="241356"/>
                </a:cubicBezTo>
                <a:cubicBezTo>
                  <a:pt x="36860" y="229445"/>
                  <a:pt x="25174" y="224000"/>
                  <a:pt x="12262" y="223990"/>
                </a:cubicBezTo>
                <a:cubicBezTo>
                  <a:pt x="5518" y="223985"/>
                  <a:pt x="0" y="223243"/>
                  <a:pt x="0" y="222341"/>
                </a:cubicBezTo>
                <a:cubicBezTo>
                  <a:pt x="0" y="221438"/>
                  <a:pt x="2614" y="218038"/>
                  <a:pt x="5808" y="214784"/>
                </a:cubicBezTo>
                <a:cubicBezTo>
                  <a:pt x="9003" y="211529"/>
                  <a:pt x="12778" y="207637"/>
                  <a:pt x="14198" y="206134"/>
                </a:cubicBezTo>
                <a:cubicBezTo>
                  <a:pt x="15618" y="204632"/>
                  <a:pt x="22927" y="197868"/>
                  <a:pt x="30441" y="191104"/>
                </a:cubicBezTo>
                <a:lnTo>
                  <a:pt x="44102" y="178805"/>
                </a:lnTo>
                <a:lnTo>
                  <a:pt x="41686" y="166228"/>
                </a:lnTo>
                <a:cubicBezTo>
                  <a:pt x="39751" y="156152"/>
                  <a:pt x="36957" y="151530"/>
                  <a:pt x="27640" y="142994"/>
                </a:cubicBezTo>
                <a:cubicBezTo>
                  <a:pt x="14024" y="130519"/>
                  <a:pt x="10714" y="121458"/>
                  <a:pt x="10050" y="94836"/>
                </a:cubicBezTo>
                <a:cubicBezTo>
                  <a:pt x="9450" y="70766"/>
                  <a:pt x="12891" y="63931"/>
                  <a:pt x="25607" y="63931"/>
                </a:cubicBezTo>
                <a:cubicBezTo>
                  <a:pt x="30489" y="63931"/>
                  <a:pt x="38340" y="65326"/>
                  <a:pt x="43054" y="67030"/>
                </a:cubicBezTo>
                <a:cubicBezTo>
                  <a:pt x="54638" y="71219"/>
                  <a:pt x="59354" y="67087"/>
                  <a:pt x="54130" y="57326"/>
                </a:cubicBezTo>
                <a:cubicBezTo>
                  <a:pt x="51035" y="51543"/>
                  <a:pt x="51072" y="49668"/>
                  <a:pt x="54400" y="43740"/>
                </a:cubicBezTo>
                <a:cubicBezTo>
                  <a:pt x="59239" y="35118"/>
                  <a:pt x="67118" y="33022"/>
                  <a:pt x="67118" y="40356"/>
                </a:cubicBezTo>
                <a:cubicBezTo>
                  <a:pt x="67118" y="43216"/>
                  <a:pt x="68351" y="46318"/>
                  <a:pt x="69858" y="47250"/>
                </a:cubicBezTo>
                <a:cubicBezTo>
                  <a:pt x="71366" y="48181"/>
                  <a:pt x="73660" y="51735"/>
                  <a:pt x="74957" y="55146"/>
                </a:cubicBezTo>
                <a:cubicBezTo>
                  <a:pt x="77803" y="62631"/>
                  <a:pt x="81496" y="63085"/>
                  <a:pt x="85078" y="56392"/>
                </a:cubicBezTo>
                <a:cubicBezTo>
                  <a:pt x="87383" y="52084"/>
                  <a:pt x="90423" y="51486"/>
                  <a:pt x="108275" y="51828"/>
                </a:cubicBezTo>
                <a:cubicBezTo>
                  <a:pt x="125309" y="52154"/>
                  <a:pt x="130021" y="51323"/>
                  <a:pt x="135859" y="46965"/>
                </a:cubicBezTo>
                <a:cubicBezTo>
                  <a:pt x="144210" y="40730"/>
                  <a:pt x="159754" y="13580"/>
                  <a:pt x="159928" y="4926"/>
                </a:cubicBezTo>
                <a:cubicBezTo>
                  <a:pt x="160018" y="462"/>
                  <a:pt x="161137" y="-741"/>
                  <a:pt x="164133" y="409"/>
                </a:cubicBezTo>
                <a:cubicBezTo>
                  <a:pt x="166379" y="1271"/>
                  <a:pt x="169238" y="1976"/>
                  <a:pt x="170486" y="1976"/>
                </a:cubicBezTo>
                <a:cubicBezTo>
                  <a:pt x="174404" y="1976"/>
                  <a:pt x="183283" y="13060"/>
                  <a:pt x="183283" y="17951"/>
                </a:cubicBezTo>
                <a:cubicBezTo>
                  <a:pt x="183283" y="20523"/>
                  <a:pt x="184505" y="22627"/>
                  <a:pt x="185999" y="22627"/>
                </a:cubicBezTo>
                <a:cubicBezTo>
                  <a:pt x="187493" y="22627"/>
                  <a:pt x="189958" y="26195"/>
                  <a:pt x="191478" y="30556"/>
                </a:cubicBezTo>
                <a:cubicBezTo>
                  <a:pt x="194632" y="39603"/>
                  <a:pt x="202114" y="43279"/>
                  <a:pt x="217371" y="43279"/>
                </a:cubicBezTo>
                <a:cubicBezTo>
                  <a:pt x="224361" y="43279"/>
                  <a:pt x="229040" y="44794"/>
                  <a:pt x="231319" y="47797"/>
                </a:cubicBezTo>
                <a:cubicBezTo>
                  <a:pt x="235951" y="53900"/>
                  <a:pt x="235804" y="67721"/>
                  <a:pt x="231065" y="71654"/>
                </a:cubicBezTo>
                <a:cubicBezTo>
                  <a:pt x="227042" y="74993"/>
                  <a:pt x="227738" y="83470"/>
                  <a:pt x="232914" y="94162"/>
                </a:cubicBezTo>
                <a:cubicBezTo>
                  <a:pt x="236944" y="102487"/>
                  <a:pt x="256280" y="105129"/>
                  <a:pt x="264097" y="98422"/>
                </a:cubicBezTo>
                <a:cubicBezTo>
                  <a:pt x="272137" y="91525"/>
                  <a:pt x="288836" y="83435"/>
                  <a:pt x="290859" y="85458"/>
                </a:cubicBezTo>
                <a:cubicBezTo>
                  <a:pt x="291797" y="86396"/>
                  <a:pt x="291209" y="87164"/>
                  <a:pt x="289553" y="87164"/>
                </a:cubicBezTo>
                <a:cubicBezTo>
                  <a:pt x="278849" y="87164"/>
                  <a:pt x="297992" y="112276"/>
                  <a:pt x="313001" y="117924"/>
                </a:cubicBezTo>
                <a:cubicBezTo>
                  <a:pt x="317528" y="119627"/>
                  <a:pt x="320100" y="122488"/>
                  <a:pt x="320100" y="125822"/>
                </a:cubicBezTo>
                <a:cubicBezTo>
                  <a:pt x="320100" y="128696"/>
                  <a:pt x="321552" y="131055"/>
                  <a:pt x="323327" y="131062"/>
                </a:cubicBezTo>
                <a:cubicBezTo>
                  <a:pt x="338940" y="131129"/>
                  <a:pt x="408862" y="133762"/>
                  <a:pt x="409403" y="134303"/>
                </a:cubicBezTo>
                <a:cubicBezTo>
                  <a:pt x="409786" y="134687"/>
                  <a:pt x="404937" y="149230"/>
                  <a:pt x="398626" y="166622"/>
                </a:cubicBezTo>
                <a:lnTo>
                  <a:pt x="387152" y="198243"/>
                </a:lnTo>
                <a:lnTo>
                  <a:pt x="392348" y="208428"/>
                </a:lnTo>
                <a:cubicBezTo>
                  <a:pt x="397867" y="219247"/>
                  <a:pt x="399033" y="226562"/>
                  <a:pt x="395238" y="226562"/>
                </a:cubicBezTo>
                <a:cubicBezTo>
                  <a:pt x="393970" y="226562"/>
                  <a:pt x="392236" y="224746"/>
                  <a:pt x="391384" y="222526"/>
                </a:cubicBezTo>
                <a:cubicBezTo>
                  <a:pt x="390533" y="220307"/>
                  <a:pt x="388555" y="219282"/>
                  <a:pt x="386991" y="220249"/>
                </a:cubicBezTo>
                <a:cubicBezTo>
                  <a:pt x="385426" y="221216"/>
                  <a:pt x="380818" y="219547"/>
                  <a:pt x="376751" y="216540"/>
                </a:cubicBezTo>
                <a:cubicBezTo>
                  <a:pt x="367939" y="210026"/>
                  <a:pt x="366566" y="209821"/>
                  <a:pt x="366566" y="215027"/>
                </a:cubicBezTo>
                <a:cubicBezTo>
                  <a:pt x="366566" y="217201"/>
                  <a:pt x="368599" y="219663"/>
                  <a:pt x="371084" y="220497"/>
                </a:cubicBezTo>
                <a:cubicBezTo>
                  <a:pt x="382593" y="224364"/>
                  <a:pt x="400125" y="232833"/>
                  <a:pt x="400125" y="234526"/>
                </a:cubicBezTo>
                <a:cubicBezTo>
                  <a:pt x="400125" y="235560"/>
                  <a:pt x="392284" y="233061"/>
                  <a:pt x="382700" y="228973"/>
                </a:cubicBezTo>
                <a:cubicBezTo>
                  <a:pt x="373117" y="224884"/>
                  <a:pt x="361210" y="221490"/>
                  <a:pt x="356240" y="221430"/>
                </a:cubicBezTo>
                <a:cubicBezTo>
                  <a:pt x="344962" y="221293"/>
                  <a:pt x="338255" y="217747"/>
                  <a:pt x="344640" y="215296"/>
                </a:cubicBezTo>
                <a:cubicBezTo>
                  <a:pt x="347017" y="214384"/>
                  <a:pt x="350019" y="214291"/>
                  <a:pt x="351310" y="215089"/>
                </a:cubicBezTo>
                <a:cubicBezTo>
                  <a:pt x="352602" y="215888"/>
                  <a:pt x="353659" y="215352"/>
                  <a:pt x="353659" y="213898"/>
                </a:cubicBezTo>
                <a:cubicBezTo>
                  <a:pt x="353659" y="212444"/>
                  <a:pt x="351239" y="209960"/>
                  <a:pt x="348281" y="208377"/>
                </a:cubicBezTo>
                <a:cubicBezTo>
                  <a:pt x="344050" y="206113"/>
                  <a:pt x="341943" y="206369"/>
                  <a:pt x="338397" y="209577"/>
                </a:cubicBezTo>
                <a:cubicBezTo>
                  <a:pt x="332399" y="215006"/>
                  <a:pt x="330426" y="214717"/>
                  <a:pt x="330426" y="208411"/>
                </a:cubicBezTo>
                <a:cubicBezTo>
                  <a:pt x="330426" y="200483"/>
                  <a:pt x="323396" y="199293"/>
                  <a:pt x="317751" y="206264"/>
                </a:cubicBezTo>
                <a:cubicBezTo>
                  <a:pt x="311888" y="213504"/>
                  <a:pt x="313243" y="217088"/>
                  <a:pt x="320963" y="214760"/>
                </a:cubicBezTo>
                <a:cubicBezTo>
                  <a:pt x="324787" y="213607"/>
                  <a:pt x="325738" y="213919"/>
                  <a:pt x="323972" y="215747"/>
                </a:cubicBezTo>
                <a:cubicBezTo>
                  <a:pt x="322552" y="217218"/>
                  <a:pt x="318487" y="218951"/>
                  <a:pt x="314937" y="219599"/>
                </a:cubicBezTo>
                <a:cubicBezTo>
                  <a:pt x="311388" y="220248"/>
                  <a:pt x="314292" y="220366"/>
                  <a:pt x="321391" y="219864"/>
                </a:cubicBezTo>
                <a:cubicBezTo>
                  <a:pt x="330318" y="219231"/>
                  <a:pt x="333104" y="219713"/>
                  <a:pt x="330426" y="221426"/>
                </a:cubicBezTo>
                <a:cubicBezTo>
                  <a:pt x="328296" y="222787"/>
                  <a:pt x="319444" y="223919"/>
                  <a:pt x="310754" y="223941"/>
                </a:cubicBezTo>
                <a:cubicBezTo>
                  <a:pt x="295733" y="223979"/>
                  <a:pt x="294460" y="224490"/>
                  <a:pt x="284939" y="234304"/>
                </a:cubicBezTo>
                <a:cubicBezTo>
                  <a:pt x="279431" y="239982"/>
                  <a:pt x="272851" y="244629"/>
                  <a:pt x="270316" y="244630"/>
                </a:cubicBezTo>
                <a:cubicBezTo>
                  <a:pt x="267782" y="244631"/>
                  <a:pt x="262868" y="246493"/>
                  <a:pt x="259397" y="248767"/>
                </a:cubicBezTo>
                <a:cubicBezTo>
                  <a:pt x="255927" y="251041"/>
                  <a:pt x="248429" y="253948"/>
                  <a:pt x="242736" y="255227"/>
                </a:cubicBezTo>
                <a:cubicBezTo>
                  <a:pt x="237044" y="256506"/>
                  <a:pt x="226856" y="260940"/>
                  <a:pt x="220097" y="265079"/>
                </a:cubicBezTo>
                <a:cubicBezTo>
                  <a:pt x="213337" y="269219"/>
                  <a:pt x="203741" y="273261"/>
                  <a:pt x="198772" y="274061"/>
                </a:cubicBezTo>
                <a:cubicBezTo>
                  <a:pt x="178742" y="277289"/>
                  <a:pt x="173664" y="277501"/>
                  <a:pt x="169694" y="275279"/>
                </a:cubicBezTo>
                <a:close/>
              </a:path>
            </a:pathLst>
          </a:custGeom>
          <a:solidFill>
            <a:srgbClr val="B9B9B9"/>
          </a:solidFill>
          <a:ln w="5163" cap="flat">
            <a:noFill/>
            <a:prstDash val="solid"/>
            <a:miter/>
          </a:ln>
        </p:spPr>
        <p:txBody>
          <a:bodyPr/>
          <a:lstStyle/>
          <a:p>
            <a:endParaRPr lang="es-419" noProof="0" dirty="0"/>
          </a:p>
        </p:txBody>
      </p:sp>
      <p:sp>
        <p:nvSpPr>
          <p:cNvPr id="63" name="Forma libre: forma 62">
            <a:extLst>
              <a:ext uri="{FF2B5EF4-FFF2-40B4-BE49-F238E27FC236}">
                <a16:creationId xmlns:a16="http://schemas.microsoft.com/office/drawing/2014/main" id="{3A3B1C81-1B35-867C-4310-6057F91A8E22}"/>
              </a:ext>
            </a:extLst>
          </p:cNvPr>
          <p:cNvSpPr/>
          <p:nvPr/>
        </p:nvSpPr>
        <p:spPr>
          <a:xfrm>
            <a:off x="1324915" y="2412330"/>
            <a:ext cx="357764" cy="223095"/>
          </a:xfrm>
          <a:custGeom>
            <a:avLst/>
            <a:gdLst>
              <a:gd name="csX0" fmla="*/ 310749 w 357764"/>
              <a:gd name="csY0" fmla="*/ 220821 h 223095"/>
              <a:gd name="csX1" fmla="*/ 306750 w 357764"/>
              <a:gd name="csY1" fmla="*/ 216842 h 223095"/>
              <a:gd name="csX2" fmla="*/ 298107 w 357764"/>
              <a:gd name="csY2" fmla="*/ 209508 h 223095"/>
              <a:gd name="csX3" fmla="*/ 280348 w 357764"/>
              <a:gd name="csY3" fmla="*/ 201999 h 223095"/>
              <a:gd name="csX4" fmla="*/ 262845 w 357764"/>
              <a:gd name="csY4" fmla="*/ 196313 h 223095"/>
              <a:gd name="csX5" fmla="*/ 256032 w 357764"/>
              <a:gd name="csY5" fmla="*/ 193496 h 223095"/>
              <a:gd name="csX6" fmla="*/ 242886 w 357764"/>
              <a:gd name="csY6" fmla="*/ 190679 h 223095"/>
              <a:gd name="csX7" fmla="*/ 229978 w 357764"/>
              <a:gd name="csY7" fmla="*/ 186722 h 223095"/>
              <a:gd name="csX8" fmla="*/ 220854 w 357764"/>
              <a:gd name="csY8" fmla="*/ 186091 h 223095"/>
              <a:gd name="csX9" fmla="*/ 209097 w 357764"/>
              <a:gd name="csY9" fmla="*/ 183130 h 223095"/>
              <a:gd name="csX10" fmla="*/ 214906 w 357764"/>
              <a:gd name="csY10" fmla="*/ 187877 h 223095"/>
              <a:gd name="csX11" fmla="*/ 215222 w 357764"/>
              <a:gd name="csY11" fmla="*/ 190853 h 223095"/>
              <a:gd name="csX12" fmla="*/ 206349 w 357764"/>
              <a:gd name="csY12" fmla="*/ 186954 h 223095"/>
              <a:gd name="csX13" fmla="*/ 189899 w 357764"/>
              <a:gd name="csY13" fmla="*/ 176334 h 223095"/>
              <a:gd name="csX14" fmla="*/ 172154 w 357764"/>
              <a:gd name="csY14" fmla="*/ 165667 h 223095"/>
              <a:gd name="csX15" fmla="*/ 165494 w 357764"/>
              <a:gd name="csY15" fmla="*/ 164758 h 223095"/>
              <a:gd name="csX16" fmla="*/ 154887 w 357764"/>
              <a:gd name="csY16" fmla="*/ 162867 h 223095"/>
              <a:gd name="csX17" fmla="*/ 146116 w 357764"/>
              <a:gd name="csY17" fmla="*/ 160825 h 223095"/>
              <a:gd name="csX18" fmla="*/ 117490 w 357764"/>
              <a:gd name="csY18" fmla="*/ 151278 h 223095"/>
              <a:gd name="csX19" fmla="*/ 95284 w 357764"/>
              <a:gd name="csY19" fmla="*/ 141980 h 223095"/>
              <a:gd name="csX20" fmla="*/ 92932 w 357764"/>
              <a:gd name="csY20" fmla="*/ 138216 h 223095"/>
              <a:gd name="csX21" fmla="*/ 81316 w 357764"/>
              <a:gd name="csY21" fmla="*/ 127645 h 223095"/>
              <a:gd name="csX22" fmla="*/ 69699 w 357764"/>
              <a:gd name="csY22" fmla="*/ 117508 h 223095"/>
              <a:gd name="csX23" fmla="*/ 49682 w 357764"/>
              <a:gd name="csY23" fmla="*/ 104238 h 223095"/>
              <a:gd name="csX24" fmla="*/ 33940 w 357764"/>
              <a:gd name="csY24" fmla="*/ 91155 h 223095"/>
              <a:gd name="csX25" fmla="*/ 3571 w 357764"/>
              <a:gd name="csY25" fmla="*/ 73330 h 223095"/>
              <a:gd name="csX26" fmla="*/ 0 w 357764"/>
              <a:gd name="csY26" fmla="*/ 65812 h 223095"/>
              <a:gd name="csX27" fmla="*/ 7287 w 357764"/>
              <a:gd name="csY27" fmla="*/ 53156 h 223095"/>
              <a:gd name="csX28" fmla="*/ 18044 w 357764"/>
              <a:gd name="csY28" fmla="*/ 33495 h 223095"/>
              <a:gd name="csX29" fmla="*/ 19421 w 357764"/>
              <a:gd name="csY29" fmla="*/ 20586 h 223095"/>
              <a:gd name="csX30" fmla="*/ 43911 w 357764"/>
              <a:gd name="csY30" fmla="*/ 20678 h 223095"/>
              <a:gd name="csX31" fmla="*/ 60045 w 357764"/>
              <a:gd name="csY31" fmla="*/ 24079 h 223095"/>
              <a:gd name="csX32" fmla="*/ 132045 w 357764"/>
              <a:gd name="csY32" fmla="*/ 29780 h 223095"/>
              <a:gd name="csX33" fmla="*/ 140624 w 357764"/>
              <a:gd name="csY33" fmla="*/ 26018 h 223095"/>
              <a:gd name="csX34" fmla="*/ 141619 w 357764"/>
              <a:gd name="csY34" fmla="*/ 13502 h 223095"/>
              <a:gd name="csX35" fmla="*/ 147260 w 357764"/>
              <a:gd name="csY35" fmla="*/ 0 h 223095"/>
              <a:gd name="csX36" fmla="*/ 157468 w 357764"/>
              <a:gd name="csY36" fmla="*/ 24790 h 223095"/>
              <a:gd name="csX37" fmla="*/ 164323 w 357764"/>
              <a:gd name="csY37" fmla="*/ 32600 h 223095"/>
              <a:gd name="csX38" fmla="*/ 177876 w 357764"/>
              <a:gd name="csY38" fmla="*/ 26172 h 223095"/>
              <a:gd name="csX39" fmla="*/ 195232 w 357764"/>
              <a:gd name="csY39" fmla="*/ 18047 h 223095"/>
              <a:gd name="csX40" fmla="*/ 208905 w 357764"/>
              <a:gd name="csY40" fmla="*/ 10791 h 223095"/>
              <a:gd name="csX41" fmla="*/ 219887 w 357764"/>
              <a:gd name="csY41" fmla="*/ 4680 h 223095"/>
              <a:gd name="csX42" fmla="*/ 238661 w 357764"/>
              <a:gd name="csY42" fmla="*/ 20265 h 223095"/>
              <a:gd name="csX43" fmla="*/ 254397 w 357764"/>
              <a:gd name="csY43" fmla="*/ 25712 h 223095"/>
              <a:gd name="csX44" fmla="*/ 258145 w 357764"/>
              <a:gd name="csY44" fmla="*/ 24934 h 223095"/>
              <a:gd name="csX45" fmla="*/ 286337 w 357764"/>
              <a:gd name="csY45" fmla="*/ 54210 h 223095"/>
              <a:gd name="csX46" fmla="*/ 292234 w 357764"/>
              <a:gd name="csY46" fmla="*/ 58728 h 223095"/>
              <a:gd name="csX47" fmla="*/ 311147 w 357764"/>
              <a:gd name="csY47" fmla="*/ 69699 h 223095"/>
              <a:gd name="csX48" fmla="*/ 321808 w 357764"/>
              <a:gd name="csY48" fmla="*/ 76335 h 223095"/>
              <a:gd name="csX49" fmla="*/ 326980 w 357764"/>
              <a:gd name="csY49" fmla="*/ 102795 h 223095"/>
              <a:gd name="csX50" fmla="*/ 329261 w 357764"/>
              <a:gd name="csY50" fmla="*/ 127630 h 223095"/>
              <a:gd name="csX51" fmla="*/ 333007 w 357764"/>
              <a:gd name="csY51" fmla="*/ 137310 h 223095"/>
              <a:gd name="csX52" fmla="*/ 335120 w 357764"/>
              <a:gd name="csY52" fmla="*/ 141980 h 223095"/>
              <a:gd name="csX53" fmla="*/ 346410 w 357764"/>
              <a:gd name="csY53" fmla="*/ 150369 h 223095"/>
              <a:gd name="csX54" fmla="*/ 357125 w 357764"/>
              <a:gd name="csY54" fmla="*/ 170794 h 223095"/>
              <a:gd name="csX55" fmla="*/ 348644 w 357764"/>
              <a:gd name="csY55" fmla="*/ 191877 h 223095"/>
              <a:gd name="csX56" fmla="*/ 333236 w 357764"/>
              <a:gd name="csY56" fmla="*/ 203812 h 223095"/>
              <a:gd name="csX57" fmla="*/ 327844 w 357764"/>
              <a:gd name="csY57" fmla="*/ 209994 h 223095"/>
              <a:gd name="csX58" fmla="*/ 320060 w 357764"/>
              <a:gd name="csY58" fmla="*/ 219045 h 223095"/>
              <a:gd name="csX59" fmla="*/ 310749 w 357764"/>
              <a:gd name="csY59" fmla="*/ 220821 h 2230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Lst>
            <a:rect l="l" t="t" r="r" b="b"/>
            <a:pathLst>
              <a:path w="357764" h="223095">
                <a:moveTo>
                  <a:pt x="310749" y="220821"/>
                </a:moveTo>
                <a:cubicBezTo>
                  <a:pt x="309909" y="218632"/>
                  <a:pt x="308109" y="216842"/>
                  <a:pt x="306750" y="216842"/>
                </a:cubicBezTo>
                <a:cubicBezTo>
                  <a:pt x="305390" y="216842"/>
                  <a:pt x="301501" y="213542"/>
                  <a:pt x="298107" y="209508"/>
                </a:cubicBezTo>
                <a:cubicBezTo>
                  <a:pt x="293077" y="203531"/>
                  <a:pt x="289793" y="202142"/>
                  <a:pt x="280348" y="201999"/>
                </a:cubicBezTo>
                <a:cubicBezTo>
                  <a:pt x="272259" y="201877"/>
                  <a:pt x="266975" y="200160"/>
                  <a:pt x="262845" y="196313"/>
                </a:cubicBezTo>
                <a:cubicBezTo>
                  <a:pt x="259591" y="193282"/>
                  <a:pt x="256525" y="192014"/>
                  <a:pt x="256032" y="193496"/>
                </a:cubicBezTo>
                <a:cubicBezTo>
                  <a:pt x="254564" y="197900"/>
                  <a:pt x="248378" y="196574"/>
                  <a:pt x="242886" y="190679"/>
                </a:cubicBezTo>
                <a:cubicBezTo>
                  <a:pt x="238972" y="186478"/>
                  <a:pt x="235903" y="185537"/>
                  <a:pt x="229978" y="186722"/>
                </a:cubicBezTo>
                <a:cubicBezTo>
                  <a:pt x="225703" y="187577"/>
                  <a:pt x="221597" y="187293"/>
                  <a:pt x="220854" y="186091"/>
                </a:cubicBezTo>
                <a:cubicBezTo>
                  <a:pt x="219048" y="183170"/>
                  <a:pt x="209097" y="180663"/>
                  <a:pt x="209097" y="183130"/>
                </a:cubicBezTo>
                <a:cubicBezTo>
                  <a:pt x="209097" y="184200"/>
                  <a:pt x="211711" y="186336"/>
                  <a:pt x="214906" y="187877"/>
                </a:cubicBezTo>
                <a:cubicBezTo>
                  <a:pt x="220644" y="190644"/>
                  <a:pt x="220647" y="190680"/>
                  <a:pt x="215222" y="190853"/>
                </a:cubicBezTo>
                <a:cubicBezTo>
                  <a:pt x="212201" y="190949"/>
                  <a:pt x="208208" y="189194"/>
                  <a:pt x="206349" y="186954"/>
                </a:cubicBezTo>
                <a:cubicBezTo>
                  <a:pt x="204489" y="184713"/>
                  <a:pt x="197087" y="179934"/>
                  <a:pt x="189899" y="176334"/>
                </a:cubicBezTo>
                <a:cubicBezTo>
                  <a:pt x="182711" y="172733"/>
                  <a:pt x="174726" y="167933"/>
                  <a:pt x="172154" y="165667"/>
                </a:cubicBezTo>
                <a:cubicBezTo>
                  <a:pt x="168546" y="162487"/>
                  <a:pt x="167026" y="162279"/>
                  <a:pt x="165494" y="164758"/>
                </a:cubicBezTo>
                <a:cubicBezTo>
                  <a:pt x="163542" y="167916"/>
                  <a:pt x="154887" y="166373"/>
                  <a:pt x="154887" y="162867"/>
                </a:cubicBezTo>
                <a:cubicBezTo>
                  <a:pt x="154887" y="161880"/>
                  <a:pt x="150940" y="160961"/>
                  <a:pt x="146116" y="160825"/>
                </a:cubicBezTo>
                <a:cubicBezTo>
                  <a:pt x="141292" y="160688"/>
                  <a:pt x="128410" y="156392"/>
                  <a:pt x="117490" y="151278"/>
                </a:cubicBezTo>
                <a:cubicBezTo>
                  <a:pt x="106570" y="146164"/>
                  <a:pt x="96577" y="141980"/>
                  <a:pt x="95284" y="141980"/>
                </a:cubicBezTo>
                <a:cubicBezTo>
                  <a:pt x="93990" y="141980"/>
                  <a:pt x="92932" y="140286"/>
                  <a:pt x="92932" y="138216"/>
                </a:cubicBezTo>
                <a:cubicBezTo>
                  <a:pt x="92932" y="136147"/>
                  <a:pt x="87705" y="131390"/>
                  <a:pt x="81316" y="127645"/>
                </a:cubicBezTo>
                <a:cubicBezTo>
                  <a:pt x="74927" y="123901"/>
                  <a:pt x="69699" y="119339"/>
                  <a:pt x="69699" y="117508"/>
                </a:cubicBezTo>
                <a:cubicBezTo>
                  <a:pt x="69699" y="113290"/>
                  <a:pt x="58936" y="106155"/>
                  <a:pt x="49682" y="104238"/>
                </a:cubicBezTo>
                <a:cubicBezTo>
                  <a:pt x="45282" y="103326"/>
                  <a:pt x="39312" y="98365"/>
                  <a:pt x="33940" y="91155"/>
                </a:cubicBezTo>
                <a:cubicBezTo>
                  <a:pt x="25287" y="79543"/>
                  <a:pt x="10302" y="70747"/>
                  <a:pt x="3571" y="73330"/>
                </a:cubicBezTo>
                <a:cubicBezTo>
                  <a:pt x="957" y="74333"/>
                  <a:pt x="0" y="72319"/>
                  <a:pt x="0" y="65812"/>
                </a:cubicBezTo>
                <a:cubicBezTo>
                  <a:pt x="0" y="58672"/>
                  <a:pt x="1433" y="56184"/>
                  <a:pt x="7287" y="53156"/>
                </a:cubicBezTo>
                <a:cubicBezTo>
                  <a:pt x="19411" y="46887"/>
                  <a:pt x="21790" y="42538"/>
                  <a:pt x="18044" y="33495"/>
                </a:cubicBezTo>
                <a:cubicBezTo>
                  <a:pt x="15244" y="26735"/>
                  <a:pt x="15429" y="24996"/>
                  <a:pt x="19421" y="20586"/>
                </a:cubicBezTo>
                <a:cubicBezTo>
                  <a:pt x="25368" y="14014"/>
                  <a:pt x="37292" y="14059"/>
                  <a:pt x="43911" y="20678"/>
                </a:cubicBezTo>
                <a:cubicBezTo>
                  <a:pt x="48190" y="24957"/>
                  <a:pt x="51021" y="25553"/>
                  <a:pt x="60045" y="24079"/>
                </a:cubicBezTo>
                <a:cubicBezTo>
                  <a:pt x="79921" y="20832"/>
                  <a:pt x="103607" y="22707"/>
                  <a:pt x="132045" y="29780"/>
                </a:cubicBezTo>
                <a:cubicBezTo>
                  <a:pt x="137569" y="31154"/>
                  <a:pt x="139225" y="30428"/>
                  <a:pt x="140624" y="26018"/>
                </a:cubicBezTo>
                <a:cubicBezTo>
                  <a:pt x="141578" y="23013"/>
                  <a:pt x="142026" y="17381"/>
                  <a:pt x="141619" y="13502"/>
                </a:cubicBezTo>
                <a:cubicBezTo>
                  <a:pt x="140830" y="5985"/>
                  <a:pt x="143331" y="0"/>
                  <a:pt x="147260" y="0"/>
                </a:cubicBezTo>
                <a:cubicBezTo>
                  <a:pt x="150433" y="0"/>
                  <a:pt x="157468" y="17085"/>
                  <a:pt x="157468" y="24790"/>
                </a:cubicBezTo>
                <a:cubicBezTo>
                  <a:pt x="157468" y="29227"/>
                  <a:pt x="159328" y="31346"/>
                  <a:pt x="164323" y="32600"/>
                </a:cubicBezTo>
                <a:cubicBezTo>
                  <a:pt x="169965" y="34015"/>
                  <a:pt x="172364" y="32878"/>
                  <a:pt x="177876" y="26172"/>
                </a:cubicBezTo>
                <a:cubicBezTo>
                  <a:pt x="183430" y="19415"/>
                  <a:pt x="186393" y="18028"/>
                  <a:pt x="195232" y="18047"/>
                </a:cubicBezTo>
                <a:cubicBezTo>
                  <a:pt x="204499" y="18067"/>
                  <a:pt x="206283" y="17120"/>
                  <a:pt x="208905" y="10791"/>
                </a:cubicBezTo>
                <a:cubicBezTo>
                  <a:pt x="211484" y="4565"/>
                  <a:pt x="213074" y="3680"/>
                  <a:pt x="219887" y="4680"/>
                </a:cubicBezTo>
                <a:cubicBezTo>
                  <a:pt x="228665" y="5969"/>
                  <a:pt x="236077" y="12121"/>
                  <a:pt x="238661" y="20265"/>
                </a:cubicBezTo>
                <a:cubicBezTo>
                  <a:pt x="240752" y="26852"/>
                  <a:pt x="249411" y="29849"/>
                  <a:pt x="254397" y="25712"/>
                </a:cubicBezTo>
                <a:cubicBezTo>
                  <a:pt x="256458" y="24001"/>
                  <a:pt x="258145" y="23651"/>
                  <a:pt x="258145" y="24934"/>
                </a:cubicBezTo>
                <a:cubicBezTo>
                  <a:pt x="258145" y="28142"/>
                  <a:pt x="283247" y="54210"/>
                  <a:pt x="286337" y="54210"/>
                </a:cubicBezTo>
                <a:cubicBezTo>
                  <a:pt x="287708" y="54210"/>
                  <a:pt x="290362" y="56243"/>
                  <a:pt x="292234" y="58728"/>
                </a:cubicBezTo>
                <a:cubicBezTo>
                  <a:pt x="296425" y="64288"/>
                  <a:pt x="305753" y="69699"/>
                  <a:pt x="311147" y="69699"/>
                </a:cubicBezTo>
                <a:cubicBezTo>
                  <a:pt x="313361" y="69699"/>
                  <a:pt x="318158" y="72685"/>
                  <a:pt x="321808" y="76335"/>
                </a:cubicBezTo>
                <a:cubicBezTo>
                  <a:pt x="328098" y="82626"/>
                  <a:pt x="328367" y="84002"/>
                  <a:pt x="326980" y="102795"/>
                </a:cubicBezTo>
                <a:cubicBezTo>
                  <a:pt x="325865" y="117888"/>
                  <a:pt x="326410" y="123815"/>
                  <a:pt x="329261" y="127630"/>
                </a:cubicBezTo>
                <a:cubicBezTo>
                  <a:pt x="331322" y="130386"/>
                  <a:pt x="333007" y="134742"/>
                  <a:pt x="333007" y="137310"/>
                </a:cubicBezTo>
                <a:cubicBezTo>
                  <a:pt x="333007" y="139879"/>
                  <a:pt x="333958" y="141980"/>
                  <a:pt x="335120" y="141980"/>
                </a:cubicBezTo>
                <a:cubicBezTo>
                  <a:pt x="336282" y="141980"/>
                  <a:pt x="341362" y="145755"/>
                  <a:pt x="346410" y="150369"/>
                </a:cubicBezTo>
                <a:cubicBezTo>
                  <a:pt x="353607" y="156948"/>
                  <a:pt x="355920" y="161358"/>
                  <a:pt x="357125" y="170794"/>
                </a:cubicBezTo>
                <a:cubicBezTo>
                  <a:pt x="358591" y="182285"/>
                  <a:pt x="358209" y="183236"/>
                  <a:pt x="348644" y="191877"/>
                </a:cubicBezTo>
                <a:cubicBezTo>
                  <a:pt x="343134" y="196855"/>
                  <a:pt x="336201" y="202226"/>
                  <a:pt x="333236" y="203812"/>
                </a:cubicBezTo>
                <a:cubicBezTo>
                  <a:pt x="330270" y="205399"/>
                  <a:pt x="327844" y="208181"/>
                  <a:pt x="327844" y="209994"/>
                </a:cubicBezTo>
                <a:cubicBezTo>
                  <a:pt x="327844" y="211806"/>
                  <a:pt x="324341" y="215879"/>
                  <a:pt x="320060" y="219045"/>
                </a:cubicBezTo>
                <a:cubicBezTo>
                  <a:pt x="313416" y="223957"/>
                  <a:pt x="312052" y="224217"/>
                  <a:pt x="310749" y="220821"/>
                </a:cubicBezTo>
                <a:close/>
              </a:path>
            </a:pathLst>
          </a:custGeom>
          <a:solidFill>
            <a:srgbClr val="B9B9B9"/>
          </a:solidFill>
          <a:ln w="5163" cap="flat">
            <a:noFill/>
            <a:prstDash val="solid"/>
            <a:miter/>
          </a:ln>
        </p:spPr>
        <p:txBody>
          <a:bodyPr/>
          <a:lstStyle/>
          <a:p>
            <a:endParaRPr lang="es-419" noProof="0" dirty="0"/>
          </a:p>
        </p:txBody>
      </p:sp>
      <p:sp>
        <p:nvSpPr>
          <p:cNvPr id="64" name="Forma libre: forma 63">
            <a:extLst>
              <a:ext uri="{FF2B5EF4-FFF2-40B4-BE49-F238E27FC236}">
                <a16:creationId xmlns:a16="http://schemas.microsoft.com/office/drawing/2014/main" id="{37BB01EB-D8B8-29C6-7E75-A712BB170E3B}"/>
              </a:ext>
            </a:extLst>
          </p:cNvPr>
          <p:cNvSpPr/>
          <p:nvPr/>
        </p:nvSpPr>
        <p:spPr>
          <a:xfrm>
            <a:off x="2030531" y="2394260"/>
            <a:ext cx="276109" cy="131653"/>
          </a:xfrm>
          <a:custGeom>
            <a:avLst/>
            <a:gdLst>
              <a:gd name="csX0" fmla="*/ 240916 w 276109"/>
              <a:gd name="csY0" fmla="*/ 129933 h 131653"/>
              <a:gd name="csX1" fmla="*/ 239195 w 276109"/>
              <a:gd name="csY1" fmla="*/ 124013 h 131653"/>
              <a:gd name="csX2" fmla="*/ 228223 w 276109"/>
              <a:gd name="csY2" fmla="*/ 115744 h 131653"/>
              <a:gd name="csX3" fmla="*/ 217897 w 276109"/>
              <a:gd name="csY3" fmla="*/ 106005 h 131653"/>
              <a:gd name="csX4" fmla="*/ 210063 w 276109"/>
              <a:gd name="csY4" fmla="*/ 90246 h 131653"/>
              <a:gd name="csX5" fmla="*/ 197989 w 276109"/>
              <a:gd name="csY5" fmla="*/ 82502 h 131653"/>
              <a:gd name="csX6" fmla="*/ 171181 w 276109"/>
              <a:gd name="csY6" fmla="*/ 78639 h 131653"/>
              <a:gd name="csX7" fmla="*/ 162540 w 276109"/>
              <a:gd name="csY7" fmla="*/ 80766 h 131653"/>
              <a:gd name="csX8" fmla="*/ 140024 w 276109"/>
              <a:gd name="csY8" fmla="*/ 103258 h 131653"/>
              <a:gd name="csX9" fmla="*/ 121107 w 276109"/>
              <a:gd name="csY9" fmla="*/ 123910 h 131653"/>
              <a:gd name="csX10" fmla="*/ 115285 w 276109"/>
              <a:gd name="csY10" fmla="*/ 120037 h 131653"/>
              <a:gd name="csX11" fmla="*/ 106086 w 276109"/>
              <a:gd name="csY11" fmla="*/ 116165 h 131653"/>
              <a:gd name="csX12" fmla="*/ 95488 w 276109"/>
              <a:gd name="csY12" fmla="*/ 97511 h 131653"/>
              <a:gd name="csX13" fmla="*/ 74161 w 276109"/>
              <a:gd name="csY13" fmla="*/ 72281 h 131653"/>
              <a:gd name="csX14" fmla="*/ 62180 w 276109"/>
              <a:gd name="csY14" fmla="*/ 80383 h 131653"/>
              <a:gd name="csX15" fmla="*/ 59403 w 276109"/>
              <a:gd name="csY15" fmla="*/ 95543 h 131653"/>
              <a:gd name="csX16" fmla="*/ 54777 w 276109"/>
              <a:gd name="csY16" fmla="*/ 108274 h 131653"/>
              <a:gd name="csX17" fmla="*/ 46950 w 276109"/>
              <a:gd name="csY17" fmla="*/ 122154 h 131653"/>
              <a:gd name="csX18" fmla="*/ 45160 w 276109"/>
              <a:gd name="csY18" fmla="*/ 130363 h 131653"/>
              <a:gd name="csX19" fmla="*/ 42524 w 276109"/>
              <a:gd name="csY19" fmla="*/ 123910 h 131653"/>
              <a:gd name="csX20" fmla="*/ 27585 w 276109"/>
              <a:gd name="csY20" fmla="*/ 101648 h 131653"/>
              <a:gd name="csX21" fmla="*/ 3541 w 276109"/>
              <a:gd name="csY21" fmla="*/ 71617 h 131653"/>
              <a:gd name="csX22" fmla="*/ 489 w 276109"/>
              <a:gd name="csY22" fmla="*/ 57859 h 131653"/>
              <a:gd name="csX23" fmla="*/ 5896 w 276109"/>
              <a:gd name="csY23" fmla="*/ 47783 h 131653"/>
              <a:gd name="csX24" fmla="*/ 14046 w 276109"/>
              <a:gd name="csY24" fmla="*/ 46070 h 131653"/>
              <a:gd name="csX25" fmla="*/ 24934 w 276109"/>
              <a:gd name="csY25" fmla="*/ 43885 h 131653"/>
              <a:gd name="csX26" fmla="*/ 35503 w 276109"/>
              <a:gd name="csY26" fmla="*/ 38722 h 131653"/>
              <a:gd name="csX27" fmla="*/ 41946 w 276109"/>
              <a:gd name="csY27" fmla="*/ 35764 h 131653"/>
              <a:gd name="csX28" fmla="*/ 25819 w 276109"/>
              <a:gd name="csY28" fmla="*/ 37615 h 131653"/>
              <a:gd name="csX29" fmla="*/ 26045 w 276109"/>
              <a:gd name="csY29" fmla="*/ 35947 h 131653"/>
              <a:gd name="csX30" fmla="*/ 73982 w 276109"/>
              <a:gd name="csY30" fmla="*/ 25857 h 131653"/>
              <a:gd name="csX31" fmla="*/ 76916 w 276109"/>
              <a:gd name="csY31" fmla="*/ 28123 h 131653"/>
              <a:gd name="csX32" fmla="*/ 76893 w 276109"/>
              <a:gd name="csY32" fmla="*/ 31518 h 131653"/>
              <a:gd name="csX33" fmla="*/ 83755 w 276109"/>
              <a:gd name="csY33" fmla="*/ 29317 h 131653"/>
              <a:gd name="csX34" fmla="*/ 96686 w 276109"/>
              <a:gd name="csY34" fmla="*/ 23336 h 131653"/>
              <a:gd name="csX35" fmla="*/ 114106 w 276109"/>
              <a:gd name="csY35" fmla="*/ 13587 h 131653"/>
              <a:gd name="csX36" fmla="*/ 134447 w 276109"/>
              <a:gd name="csY36" fmla="*/ 0 h 131653"/>
              <a:gd name="csX37" fmla="*/ 136418 w 276109"/>
              <a:gd name="csY37" fmla="*/ 8390 h 131653"/>
              <a:gd name="csX38" fmla="*/ 147553 w 276109"/>
              <a:gd name="csY38" fmla="*/ 17557 h 131653"/>
              <a:gd name="csX39" fmla="*/ 164372 w 276109"/>
              <a:gd name="csY39" fmla="*/ 37279 h 131653"/>
              <a:gd name="csX40" fmla="*/ 179001 w 276109"/>
              <a:gd name="csY40" fmla="*/ 58990 h 131653"/>
              <a:gd name="csX41" fmla="*/ 191415 w 276109"/>
              <a:gd name="csY41" fmla="*/ 67081 h 131653"/>
              <a:gd name="csX42" fmla="*/ 215539 w 276109"/>
              <a:gd name="csY42" fmla="*/ 67434 h 131653"/>
              <a:gd name="csX43" fmla="*/ 218120 w 276109"/>
              <a:gd name="csY43" fmla="*/ 59084 h 131653"/>
              <a:gd name="csX44" fmla="*/ 224155 w 276109"/>
              <a:gd name="csY44" fmla="*/ 52122 h 131653"/>
              <a:gd name="csX45" fmla="*/ 241477 w 276109"/>
              <a:gd name="csY45" fmla="*/ 56639 h 131653"/>
              <a:gd name="csX46" fmla="*/ 260758 w 276109"/>
              <a:gd name="csY46" fmla="*/ 61955 h 131653"/>
              <a:gd name="csX47" fmla="*/ 271115 w 276109"/>
              <a:gd name="csY47" fmla="*/ 65853 h 131653"/>
              <a:gd name="csX48" fmla="*/ 274360 w 276109"/>
              <a:gd name="csY48" fmla="*/ 100702 h 131653"/>
              <a:gd name="csX49" fmla="*/ 276110 w 276109"/>
              <a:gd name="csY49" fmla="*/ 131654 h 131653"/>
              <a:gd name="csX50" fmla="*/ 259373 w 276109"/>
              <a:gd name="csY50" fmla="*/ 131654 h 131653"/>
              <a:gd name="csX51" fmla="*/ 240916 w 276109"/>
              <a:gd name="csY51" fmla="*/ 129933 h 1316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Lst>
            <a:rect l="l" t="t" r="r" b="b"/>
            <a:pathLst>
              <a:path w="276109" h="131653">
                <a:moveTo>
                  <a:pt x="240916" y="129933"/>
                </a:moveTo>
                <a:cubicBezTo>
                  <a:pt x="239969" y="128986"/>
                  <a:pt x="239195" y="126322"/>
                  <a:pt x="239195" y="124013"/>
                </a:cubicBezTo>
                <a:cubicBezTo>
                  <a:pt x="239195" y="121432"/>
                  <a:pt x="234966" y="118245"/>
                  <a:pt x="228223" y="115744"/>
                </a:cubicBezTo>
                <a:cubicBezTo>
                  <a:pt x="219440" y="112485"/>
                  <a:pt x="217381" y="110543"/>
                  <a:pt x="217897" y="106005"/>
                </a:cubicBezTo>
                <a:cubicBezTo>
                  <a:pt x="218682" y="99107"/>
                  <a:pt x="214348" y="90389"/>
                  <a:pt x="210063" y="90246"/>
                </a:cubicBezTo>
                <a:cubicBezTo>
                  <a:pt x="208338" y="90188"/>
                  <a:pt x="202905" y="86703"/>
                  <a:pt x="197989" y="82502"/>
                </a:cubicBezTo>
                <a:cubicBezTo>
                  <a:pt x="188345" y="74258"/>
                  <a:pt x="178782" y="72880"/>
                  <a:pt x="171181" y="78639"/>
                </a:cubicBezTo>
                <a:cubicBezTo>
                  <a:pt x="168558" y="80626"/>
                  <a:pt x="164670" y="81583"/>
                  <a:pt x="162540" y="80766"/>
                </a:cubicBezTo>
                <a:cubicBezTo>
                  <a:pt x="158541" y="79232"/>
                  <a:pt x="151258" y="86508"/>
                  <a:pt x="140024" y="103258"/>
                </a:cubicBezTo>
                <a:cubicBezTo>
                  <a:pt x="131601" y="115819"/>
                  <a:pt x="124189" y="123910"/>
                  <a:pt x="121107" y="123910"/>
                </a:cubicBezTo>
                <a:cubicBezTo>
                  <a:pt x="119672" y="123910"/>
                  <a:pt x="117052" y="122167"/>
                  <a:pt x="115285" y="120037"/>
                </a:cubicBezTo>
                <a:cubicBezTo>
                  <a:pt x="113517" y="117908"/>
                  <a:pt x="109378" y="116165"/>
                  <a:pt x="106086" y="116165"/>
                </a:cubicBezTo>
                <a:cubicBezTo>
                  <a:pt x="98470" y="116165"/>
                  <a:pt x="97317" y="114137"/>
                  <a:pt x="95488" y="97511"/>
                </a:cubicBezTo>
                <a:cubicBezTo>
                  <a:pt x="93708" y="81325"/>
                  <a:pt x="86063" y="72281"/>
                  <a:pt x="74161" y="72281"/>
                </a:cubicBezTo>
                <a:cubicBezTo>
                  <a:pt x="68039" y="72281"/>
                  <a:pt x="65473" y="74016"/>
                  <a:pt x="62180" y="80383"/>
                </a:cubicBezTo>
                <a:cubicBezTo>
                  <a:pt x="59748" y="85087"/>
                  <a:pt x="58583" y="91445"/>
                  <a:pt x="59403" y="95543"/>
                </a:cubicBezTo>
                <a:cubicBezTo>
                  <a:pt x="60452" y="100790"/>
                  <a:pt x="59265" y="104058"/>
                  <a:pt x="54777" y="108274"/>
                </a:cubicBezTo>
                <a:cubicBezTo>
                  <a:pt x="51457" y="111393"/>
                  <a:pt x="47935" y="117640"/>
                  <a:pt x="46950" y="122154"/>
                </a:cubicBezTo>
                <a:lnTo>
                  <a:pt x="45160" y="130363"/>
                </a:lnTo>
                <a:lnTo>
                  <a:pt x="42524" y="123910"/>
                </a:lnTo>
                <a:cubicBezTo>
                  <a:pt x="37073" y="110563"/>
                  <a:pt x="32979" y="104462"/>
                  <a:pt x="27585" y="101648"/>
                </a:cubicBezTo>
                <a:cubicBezTo>
                  <a:pt x="17943" y="96616"/>
                  <a:pt x="4895" y="80319"/>
                  <a:pt x="3541" y="71617"/>
                </a:cubicBezTo>
                <a:cubicBezTo>
                  <a:pt x="2825" y="67013"/>
                  <a:pt x="1452" y="60822"/>
                  <a:pt x="489" y="57859"/>
                </a:cubicBezTo>
                <a:cubicBezTo>
                  <a:pt x="-848" y="53746"/>
                  <a:pt x="431" y="51364"/>
                  <a:pt x="5896" y="47783"/>
                </a:cubicBezTo>
                <a:cubicBezTo>
                  <a:pt x="10761" y="44595"/>
                  <a:pt x="13372" y="44047"/>
                  <a:pt x="14046" y="46070"/>
                </a:cubicBezTo>
                <a:cubicBezTo>
                  <a:pt x="15462" y="50316"/>
                  <a:pt x="18138" y="49779"/>
                  <a:pt x="24934" y="43885"/>
                </a:cubicBezTo>
                <a:cubicBezTo>
                  <a:pt x="28208" y="41045"/>
                  <a:pt x="32964" y="38722"/>
                  <a:pt x="35503" y="38722"/>
                </a:cubicBezTo>
                <a:cubicBezTo>
                  <a:pt x="38041" y="38722"/>
                  <a:pt x="40941" y="37391"/>
                  <a:pt x="41946" y="35764"/>
                </a:cubicBezTo>
                <a:cubicBezTo>
                  <a:pt x="43722" y="32890"/>
                  <a:pt x="39180" y="33412"/>
                  <a:pt x="25819" y="37615"/>
                </a:cubicBezTo>
                <a:cubicBezTo>
                  <a:pt x="21516" y="38969"/>
                  <a:pt x="21538" y="38810"/>
                  <a:pt x="26045" y="35947"/>
                </a:cubicBezTo>
                <a:cubicBezTo>
                  <a:pt x="31416" y="32535"/>
                  <a:pt x="63427" y="25797"/>
                  <a:pt x="73982" y="25857"/>
                </a:cubicBezTo>
                <a:cubicBezTo>
                  <a:pt x="78607" y="25883"/>
                  <a:pt x="79439" y="26525"/>
                  <a:pt x="76916" y="28123"/>
                </a:cubicBezTo>
                <a:cubicBezTo>
                  <a:pt x="73965" y="29993"/>
                  <a:pt x="73961" y="30540"/>
                  <a:pt x="76893" y="31518"/>
                </a:cubicBezTo>
                <a:cubicBezTo>
                  <a:pt x="78816" y="32159"/>
                  <a:pt x="81904" y="31168"/>
                  <a:pt x="83755" y="29317"/>
                </a:cubicBezTo>
                <a:cubicBezTo>
                  <a:pt x="85607" y="27466"/>
                  <a:pt x="91425" y="24774"/>
                  <a:pt x="96686" y="23336"/>
                </a:cubicBezTo>
                <a:cubicBezTo>
                  <a:pt x="101946" y="21898"/>
                  <a:pt x="109785" y="17511"/>
                  <a:pt x="114106" y="13587"/>
                </a:cubicBezTo>
                <a:cubicBezTo>
                  <a:pt x="121455" y="6915"/>
                  <a:pt x="131807" y="0"/>
                  <a:pt x="134447" y="0"/>
                </a:cubicBezTo>
                <a:cubicBezTo>
                  <a:pt x="135087" y="0"/>
                  <a:pt x="135973" y="3775"/>
                  <a:pt x="136418" y="8390"/>
                </a:cubicBezTo>
                <a:cubicBezTo>
                  <a:pt x="137168" y="16168"/>
                  <a:pt x="137980" y="16836"/>
                  <a:pt x="147553" y="17557"/>
                </a:cubicBezTo>
                <a:cubicBezTo>
                  <a:pt x="160105" y="18501"/>
                  <a:pt x="164320" y="23444"/>
                  <a:pt x="164372" y="37279"/>
                </a:cubicBezTo>
                <a:cubicBezTo>
                  <a:pt x="164422" y="50382"/>
                  <a:pt x="165667" y="52231"/>
                  <a:pt x="179001" y="58990"/>
                </a:cubicBezTo>
                <a:cubicBezTo>
                  <a:pt x="184939" y="62000"/>
                  <a:pt x="190525" y="65641"/>
                  <a:pt x="191415" y="67081"/>
                </a:cubicBezTo>
                <a:cubicBezTo>
                  <a:pt x="193368" y="70242"/>
                  <a:pt x="210709" y="70495"/>
                  <a:pt x="215539" y="67434"/>
                </a:cubicBezTo>
                <a:cubicBezTo>
                  <a:pt x="217436" y="66231"/>
                  <a:pt x="218597" y="62474"/>
                  <a:pt x="218120" y="59084"/>
                </a:cubicBezTo>
                <a:cubicBezTo>
                  <a:pt x="217412" y="54054"/>
                  <a:pt x="218522" y="52773"/>
                  <a:pt x="224155" y="52122"/>
                </a:cubicBezTo>
                <a:cubicBezTo>
                  <a:pt x="227952" y="51683"/>
                  <a:pt x="235747" y="53716"/>
                  <a:pt x="241477" y="56639"/>
                </a:cubicBezTo>
                <a:cubicBezTo>
                  <a:pt x="247208" y="59563"/>
                  <a:pt x="255884" y="61955"/>
                  <a:pt x="260758" y="61955"/>
                </a:cubicBezTo>
                <a:cubicBezTo>
                  <a:pt x="266280" y="61955"/>
                  <a:pt x="270184" y="63424"/>
                  <a:pt x="271115" y="65853"/>
                </a:cubicBezTo>
                <a:cubicBezTo>
                  <a:pt x="271938" y="67996"/>
                  <a:pt x="273398" y="83679"/>
                  <a:pt x="274360" y="100702"/>
                </a:cubicBezTo>
                <a:lnTo>
                  <a:pt x="276110" y="131654"/>
                </a:lnTo>
                <a:lnTo>
                  <a:pt x="259373" y="131654"/>
                </a:lnTo>
                <a:cubicBezTo>
                  <a:pt x="250168" y="131654"/>
                  <a:pt x="241862" y="130880"/>
                  <a:pt x="240916" y="129933"/>
                </a:cubicBezTo>
                <a:close/>
              </a:path>
            </a:pathLst>
          </a:custGeom>
          <a:solidFill>
            <a:srgbClr val="B9B9B9"/>
          </a:solidFill>
          <a:ln w="5163" cap="flat">
            <a:noFill/>
            <a:prstDash val="solid"/>
            <a:miter/>
          </a:ln>
        </p:spPr>
        <p:txBody>
          <a:bodyPr/>
          <a:lstStyle/>
          <a:p>
            <a:endParaRPr lang="es-419" noProof="0" dirty="0"/>
          </a:p>
        </p:txBody>
      </p:sp>
      <p:sp>
        <p:nvSpPr>
          <p:cNvPr id="65" name="Forma libre: forma 64">
            <a:extLst>
              <a:ext uri="{FF2B5EF4-FFF2-40B4-BE49-F238E27FC236}">
                <a16:creationId xmlns:a16="http://schemas.microsoft.com/office/drawing/2014/main" id="{62168648-8225-273D-0A44-26C1321D1288}"/>
              </a:ext>
            </a:extLst>
          </p:cNvPr>
          <p:cNvSpPr/>
          <p:nvPr/>
        </p:nvSpPr>
        <p:spPr>
          <a:xfrm>
            <a:off x="1184484" y="2261861"/>
            <a:ext cx="318490" cy="227740"/>
          </a:xfrm>
          <a:custGeom>
            <a:avLst/>
            <a:gdLst>
              <a:gd name="csX0" fmla="*/ 114616 w 318490"/>
              <a:gd name="csY0" fmla="*/ 224041 h 227740"/>
              <a:gd name="csX1" fmla="*/ 98063 w 318490"/>
              <a:gd name="csY1" fmla="*/ 220365 h 227740"/>
              <a:gd name="csX2" fmla="*/ 78702 w 318490"/>
              <a:gd name="csY2" fmla="*/ 212689 h 227740"/>
              <a:gd name="csX3" fmla="*/ 52720 w 318490"/>
              <a:gd name="csY3" fmla="*/ 202264 h 227740"/>
              <a:gd name="csX4" fmla="*/ 16521 w 318490"/>
              <a:gd name="csY4" fmla="*/ 184010 h 227740"/>
              <a:gd name="csX5" fmla="*/ 9212 w 318490"/>
              <a:gd name="csY5" fmla="*/ 173147 h 227740"/>
              <a:gd name="csX6" fmla="*/ 4642 w 318490"/>
              <a:gd name="csY6" fmla="*/ 147730 h 227740"/>
              <a:gd name="csX7" fmla="*/ 11809 w 318490"/>
              <a:gd name="csY7" fmla="*/ 137502 h 227740"/>
              <a:gd name="csX8" fmla="*/ 21183 w 318490"/>
              <a:gd name="csY8" fmla="*/ 134430 h 227740"/>
              <a:gd name="csX9" fmla="*/ 31013 w 318490"/>
              <a:gd name="csY9" fmla="*/ 131925 h 227740"/>
              <a:gd name="csX10" fmla="*/ 40878 w 318490"/>
              <a:gd name="csY10" fmla="*/ 131248 h 227740"/>
              <a:gd name="csX11" fmla="*/ 63873 w 318490"/>
              <a:gd name="csY11" fmla="*/ 121001 h 227740"/>
              <a:gd name="csX12" fmla="*/ 83748 w 318490"/>
              <a:gd name="csY12" fmla="*/ 109166 h 227740"/>
              <a:gd name="csX13" fmla="*/ 103738 w 318490"/>
              <a:gd name="csY13" fmla="*/ 85934 h 227740"/>
              <a:gd name="csX14" fmla="*/ 95901 w 318490"/>
              <a:gd name="csY14" fmla="*/ 79966 h 227740"/>
              <a:gd name="csX15" fmla="*/ 88802 w 318490"/>
              <a:gd name="csY15" fmla="*/ 74674 h 227740"/>
              <a:gd name="csX16" fmla="*/ 86125 w 318490"/>
              <a:gd name="csY16" fmla="*/ 66219 h 227740"/>
              <a:gd name="csX17" fmla="*/ 86125 w 318490"/>
              <a:gd name="csY17" fmla="*/ 56499 h 227740"/>
              <a:gd name="csX18" fmla="*/ 88802 w 318490"/>
              <a:gd name="csY18" fmla="*/ 47540 h 227740"/>
              <a:gd name="csX19" fmla="*/ 60913 w 318490"/>
              <a:gd name="csY19" fmla="*/ 35309 h 227740"/>
              <a:gd name="csX20" fmla="*/ 56419 w 318490"/>
              <a:gd name="csY20" fmla="*/ 24926 h 227740"/>
              <a:gd name="csX21" fmla="*/ 74769 w 318490"/>
              <a:gd name="csY21" fmla="*/ 18056 h 227740"/>
              <a:gd name="csX22" fmla="*/ 99155 w 318490"/>
              <a:gd name="csY22" fmla="*/ 10069 h 227740"/>
              <a:gd name="csX23" fmla="*/ 128747 w 318490"/>
              <a:gd name="csY23" fmla="*/ 1794 h 227740"/>
              <a:gd name="csX24" fmla="*/ 148545 w 318490"/>
              <a:gd name="csY24" fmla="*/ 0 h 227740"/>
              <a:gd name="csX25" fmla="*/ 155959 w 318490"/>
              <a:gd name="csY25" fmla="*/ 8117 h 227740"/>
              <a:gd name="csX26" fmla="*/ 176571 w 318490"/>
              <a:gd name="csY26" fmla="*/ 11071 h 227740"/>
              <a:gd name="csX27" fmla="*/ 199804 w 318490"/>
              <a:gd name="csY27" fmla="*/ 21145 h 227740"/>
              <a:gd name="csX28" fmla="*/ 218086 w 318490"/>
              <a:gd name="csY28" fmla="*/ 31610 h 227740"/>
              <a:gd name="csX29" fmla="*/ 246412 w 318490"/>
              <a:gd name="csY29" fmla="*/ 32163 h 227740"/>
              <a:gd name="csX30" fmla="*/ 266539 w 318490"/>
              <a:gd name="csY30" fmla="*/ 37891 h 227740"/>
              <a:gd name="csX31" fmla="*/ 290777 w 318490"/>
              <a:gd name="csY31" fmla="*/ 32555 h 227740"/>
              <a:gd name="csX32" fmla="*/ 315453 w 318490"/>
              <a:gd name="csY32" fmla="*/ 29658 h 227740"/>
              <a:gd name="csX33" fmla="*/ 315970 w 318490"/>
              <a:gd name="csY33" fmla="*/ 49793 h 227740"/>
              <a:gd name="csX34" fmla="*/ 313388 w 318490"/>
              <a:gd name="csY34" fmla="*/ 54741 h 227740"/>
              <a:gd name="csX35" fmla="*/ 311088 w 318490"/>
              <a:gd name="csY35" fmla="*/ 60549 h 227740"/>
              <a:gd name="csX36" fmla="*/ 306292 w 318490"/>
              <a:gd name="csY36" fmla="*/ 87865 h 227740"/>
              <a:gd name="csX37" fmla="*/ 284623 w 318490"/>
              <a:gd name="csY37" fmla="*/ 147819 h 227740"/>
              <a:gd name="csX38" fmla="*/ 277248 w 318490"/>
              <a:gd name="csY38" fmla="*/ 167736 h 227740"/>
              <a:gd name="csX39" fmla="*/ 272730 w 318490"/>
              <a:gd name="csY39" fmla="*/ 177484 h 227740"/>
              <a:gd name="csX40" fmla="*/ 214235 w 318490"/>
              <a:gd name="csY40" fmla="*/ 170076 h 227740"/>
              <a:gd name="csX41" fmla="*/ 184978 w 318490"/>
              <a:gd name="csY41" fmla="*/ 166604 h 227740"/>
              <a:gd name="csX42" fmla="*/ 157292 w 318490"/>
              <a:gd name="csY42" fmla="*/ 168449 h 227740"/>
              <a:gd name="csX43" fmla="*/ 156212 w 318490"/>
              <a:gd name="csY43" fmla="*/ 189010 h 227740"/>
              <a:gd name="csX44" fmla="*/ 147530 w 318490"/>
              <a:gd name="csY44" fmla="*/ 199123 h 227740"/>
              <a:gd name="csX45" fmla="*/ 137850 w 318490"/>
              <a:gd name="csY45" fmla="*/ 216729 h 227740"/>
              <a:gd name="csX46" fmla="*/ 130751 w 318490"/>
              <a:gd name="csY46" fmla="*/ 227717 h 227740"/>
              <a:gd name="csX47" fmla="*/ 114616 w 318490"/>
              <a:gd name="csY47" fmla="*/ 224041 h 2277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Lst>
            <a:rect l="l" t="t" r="r" b="b"/>
            <a:pathLst>
              <a:path w="318490" h="227740">
                <a:moveTo>
                  <a:pt x="114616" y="224041"/>
                </a:moveTo>
                <a:cubicBezTo>
                  <a:pt x="109647" y="222127"/>
                  <a:pt x="102198" y="220473"/>
                  <a:pt x="98063" y="220365"/>
                </a:cubicBezTo>
                <a:cubicBezTo>
                  <a:pt x="93928" y="220257"/>
                  <a:pt x="85216" y="216803"/>
                  <a:pt x="78702" y="212689"/>
                </a:cubicBezTo>
                <a:cubicBezTo>
                  <a:pt x="72189" y="208575"/>
                  <a:pt x="60497" y="203884"/>
                  <a:pt x="52720" y="202264"/>
                </a:cubicBezTo>
                <a:cubicBezTo>
                  <a:pt x="38260" y="199253"/>
                  <a:pt x="16521" y="188291"/>
                  <a:pt x="16521" y="184010"/>
                </a:cubicBezTo>
                <a:cubicBezTo>
                  <a:pt x="16521" y="182699"/>
                  <a:pt x="13232" y="177811"/>
                  <a:pt x="9212" y="173147"/>
                </a:cubicBezTo>
                <a:cubicBezTo>
                  <a:pt x="-1729" y="160453"/>
                  <a:pt x="-2493" y="156209"/>
                  <a:pt x="4642" y="147730"/>
                </a:cubicBezTo>
                <a:cubicBezTo>
                  <a:pt x="8064" y="143663"/>
                  <a:pt x="11290" y="139060"/>
                  <a:pt x="11809" y="137502"/>
                </a:cubicBezTo>
                <a:cubicBezTo>
                  <a:pt x="12328" y="135944"/>
                  <a:pt x="16546" y="134562"/>
                  <a:pt x="21183" y="134430"/>
                </a:cubicBezTo>
                <a:cubicBezTo>
                  <a:pt x="25819" y="134298"/>
                  <a:pt x="30243" y="133171"/>
                  <a:pt x="31013" y="131925"/>
                </a:cubicBezTo>
                <a:cubicBezTo>
                  <a:pt x="31783" y="130679"/>
                  <a:pt x="36222" y="130374"/>
                  <a:pt x="40878" y="131248"/>
                </a:cubicBezTo>
                <a:cubicBezTo>
                  <a:pt x="48236" y="132628"/>
                  <a:pt x="51244" y="131288"/>
                  <a:pt x="63873" y="121001"/>
                </a:cubicBezTo>
                <a:cubicBezTo>
                  <a:pt x="71865" y="114492"/>
                  <a:pt x="80808" y="109166"/>
                  <a:pt x="83748" y="109166"/>
                </a:cubicBezTo>
                <a:cubicBezTo>
                  <a:pt x="91503" y="109166"/>
                  <a:pt x="104649" y="93888"/>
                  <a:pt x="103738" y="85934"/>
                </a:cubicBezTo>
                <a:cubicBezTo>
                  <a:pt x="103134" y="80649"/>
                  <a:pt x="101713" y="79568"/>
                  <a:pt x="95901" y="79966"/>
                </a:cubicBezTo>
                <a:cubicBezTo>
                  <a:pt x="90126" y="80361"/>
                  <a:pt x="88802" y="79374"/>
                  <a:pt x="88802" y="74674"/>
                </a:cubicBezTo>
                <a:cubicBezTo>
                  <a:pt x="88802" y="71496"/>
                  <a:pt x="87597" y="67691"/>
                  <a:pt x="86125" y="66219"/>
                </a:cubicBezTo>
                <a:cubicBezTo>
                  <a:pt x="84276" y="64370"/>
                  <a:pt x="84276" y="61362"/>
                  <a:pt x="86125" y="56499"/>
                </a:cubicBezTo>
                <a:cubicBezTo>
                  <a:pt x="87597" y="52626"/>
                  <a:pt x="88802" y="48595"/>
                  <a:pt x="88802" y="47540"/>
                </a:cubicBezTo>
                <a:cubicBezTo>
                  <a:pt x="88802" y="45033"/>
                  <a:pt x="71424" y="37411"/>
                  <a:pt x="60913" y="35309"/>
                </a:cubicBezTo>
                <a:cubicBezTo>
                  <a:pt x="51581" y="33443"/>
                  <a:pt x="51150" y="32448"/>
                  <a:pt x="56419" y="24926"/>
                </a:cubicBezTo>
                <a:cubicBezTo>
                  <a:pt x="59183" y="20980"/>
                  <a:pt x="64034" y="19164"/>
                  <a:pt x="74769" y="18056"/>
                </a:cubicBezTo>
                <a:cubicBezTo>
                  <a:pt x="84042" y="17099"/>
                  <a:pt x="92933" y="14187"/>
                  <a:pt x="99155" y="10069"/>
                </a:cubicBezTo>
                <a:cubicBezTo>
                  <a:pt x="106450" y="5242"/>
                  <a:pt x="114000" y="3130"/>
                  <a:pt x="128747" y="1794"/>
                </a:cubicBezTo>
                <a:lnTo>
                  <a:pt x="148545" y="0"/>
                </a:lnTo>
                <a:lnTo>
                  <a:pt x="155959" y="8117"/>
                </a:lnTo>
                <a:cubicBezTo>
                  <a:pt x="164608" y="17586"/>
                  <a:pt x="168428" y="18134"/>
                  <a:pt x="176571" y="11071"/>
                </a:cubicBezTo>
                <a:cubicBezTo>
                  <a:pt x="187391" y="1687"/>
                  <a:pt x="199804" y="7069"/>
                  <a:pt x="199804" y="21145"/>
                </a:cubicBezTo>
                <a:cubicBezTo>
                  <a:pt x="199804" y="30772"/>
                  <a:pt x="209395" y="36261"/>
                  <a:pt x="218086" y="31610"/>
                </a:cubicBezTo>
                <a:cubicBezTo>
                  <a:pt x="228270" y="26160"/>
                  <a:pt x="241869" y="26426"/>
                  <a:pt x="246412" y="32163"/>
                </a:cubicBezTo>
                <a:cubicBezTo>
                  <a:pt x="249505" y="36068"/>
                  <a:pt x="254126" y="37384"/>
                  <a:pt x="266539" y="37891"/>
                </a:cubicBezTo>
                <a:cubicBezTo>
                  <a:pt x="279978" y="38440"/>
                  <a:pt x="284000" y="37555"/>
                  <a:pt x="290777" y="32555"/>
                </a:cubicBezTo>
                <a:cubicBezTo>
                  <a:pt x="299613" y="26036"/>
                  <a:pt x="310548" y="24752"/>
                  <a:pt x="315453" y="29658"/>
                </a:cubicBezTo>
                <a:cubicBezTo>
                  <a:pt x="319191" y="33396"/>
                  <a:pt x="319612" y="49793"/>
                  <a:pt x="315970" y="49793"/>
                </a:cubicBezTo>
                <a:cubicBezTo>
                  <a:pt x="314550" y="49793"/>
                  <a:pt x="313388" y="52020"/>
                  <a:pt x="313388" y="54741"/>
                </a:cubicBezTo>
                <a:cubicBezTo>
                  <a:pt x="313388" y="57462"/>
                  <a:pt x="312353" y="60076"/>
                  <a:pt x="311088" y="60549"/>
                </a:cubicBezTo>
                <a:cubicBezTo>
                  <a:pt x="309822" y="61023"/>
                  <a:pt x="307664" y="73315"/>
                  <a:pt x="306292" y="87865"/>
                </a:cubicBezTo>
                <a:cubicBezTo>
                  <a:pt x="303509" y="117372"/>
                  <a:pt x="292552" y="147689"/>
                  <a:pt x="284623" y="147819"/>
                </a:cubicBezTo>
                <a:cubicBezTo>
                  <a:pt x="279191" y="147908"/>
                  <a:pt x="277248" y="153157"/>
                  <a:pt x="277248" y="167736"/>
                </a:cubicBezTo>
                <a:cubicBezTo>
                  <a:pt x="277248" y="177878"/>
                  <a:pt x="276652" y="179163"/>
                  <a:pt x="272730" y="177484"/>
                </a:cubicBezTo>
                <a:cubicBezTo>
                  <a:pt x="262382" y="173052"/>
                  <a:pt x="240695" y="170306"/>
                  <a:pt x="214235" y="170076"/>
                </a:cubicBezTo>
                <a:cubicBezTo>
                  <a:pt x="194190" y="169901"/>
                  <a:pt x="185756" y="168900"/>
                  <a:pt x="184978" y="166604"/>
                </a:cubicBezTo>
                <a:cubicBezTo>
                  <a:pt x="183149" y="161204"/>
                  <a:pt x="162610" y="162574"/>
                  <a:pt x="157292" y="168449"/>
                </a:cubicBezTo>
                <a:cubicBezTo>
                  <a:pt x="153074" y="173111"/>
                  <a:pt x="152885" y="176707"/>
                  <a:pt x="156212" y="189010"/>
                </a:cubicBezTo>
                <a:cubicBezTo>
                  <a:pt x="156777" y="191099"/>
                  <a:pt x="153007" y="195490"/>
                  <a:pt x="147530" y="199123"/>
                </a:cubicBezTo>
                <a:cubicBezTo>
                  <a:pt x="138821" y="204900"/>
                  <a:pt x="137850" y="206668"/>
                  <a:pt x="137850" y="216729"/>
                </a:cubicBezTo>
                <a:cubicBezTo>
                  <a:pt x="137850" y="227257"/>
                  <a:pt x="137433" y="227902"/>
                  <a:pt x="130751" y="227717"/>
                </a:cubicBezTo>
                <a:cubicBezTo>
                  <a:pt x="126846" y="227609"/>
                  <a:pt x="119586" y="225955"/>
                  <a:pt x="114616" y="224041"/>
                </a:cubicBezTo>
                <a:close/>
              </a:path>
            </a:pathLst>
          </a:custGeom>
          <a:solidFill>
            <a:srgbClr val="B9B9B9"/>
          </a:solidFill>
          <a:ln w="5163" cap="flat">
            <a:noFill/>
            <a:prstDash val="solid"/>
            <a:miter/>
          </a:ln>
        </p:spPr>
        <p:txBody>
          <a:bodyPr/>
          <a:lstStyle/>
          <a:p>
            <a:endParaRPr lang="es-419" noProof="0" dirty="0"/>
          </a:p>
        </p:txBody>
      </p:sp>
      <p:sp>
        <p:nvSpPr>
          <p:cNvPr id="66" name="Forma libre: forma 65">
            <a:extLst>
              <a:ext uri="{FF2B5EF4-FFF2-40B4-BE49-F238E27FC236}">
                <a16:creationId xmlns:a16="http://schemas.microsoft.com/office/drawing/2014/main" id="{B5EA27E3-7A50-8D68-EE59-38AD364B0491}"/>
              </a:ext>
            </a:extLst>
          </p:cNvPr>
          <p:cNvSpPr/>
          <p:nvPr/>
        </p:nvSpPr>
        <p:spPr>
          <a:xfrm>
            <a:off x="1557246" y="2384328"/>
            <a:ext cx="70794" cy="61560"/>
          </a:xfrm>
          <a:custGeom>
            <a:avLst/>
            <a:gdLst>
              <a:gd name="csX0" fmla="*/ 30977 w 70794"/>
              <a:gd name="csY0" fmla="*/ 53817 h 61560"/>
              <a:gd name="csX1" fmla="*/ 18070 w 70794"/>
              <a:gd name="csY1" fmla="*/ 49863 h 61560"/>
              <a:gd name="csX2" fmla="*/ 14198 w 70794"/>
              <a:gd name="csY2" fmla="*/ 52169 h 61560"/>
              <a:gd name="csX3" fmla="*/ 10326 w 70794"/>
              <a:gd name="csY3" fmla="*/ 47062 h 61560"/>
              <a:gd name="csX4" fmla="*/ 5163 w 70794"/>
              <a:gd name="csY4" fmla="*/ 39020 h 61560"/>
              <a:gd name="csX5" fmla="*/ 0 w 70794"/>
              <a:gd name="csY5" fmla="*/ 32748 h 61560"/>
              <a:gd name="csX6" fmla="*/ 10326 w 70794"/>
              <a:gd name="csY6" fmla="*/ 18967 h 61560"/>
              <a:gd name="csX7" fmla="*/ 20652 w 70794"/>
              <a:gd name="csY7" fmla="*/ 3034 h 61560"/>
              <a:gd name="csX8" fmla="*/ 30332 w 70794"/>
              <a:gd name="csY8" fmla="*/ 698 h 61560"/>
              <a:gd name="csX9" fmla="*/ 54210 w 70794"/>
              <a:gd name="csY9" fmla="*/ 10137 h 61560"/>
              <a:gd name="csX10" fmla="*/ 63267 w 70794"/>
              <a:gd name="csY10" fmla="*/ 15095 h 61560"/>
              <a:gd name="csX11" fmla="*/ 69100 w 70794"/>
              <a:gd name="csY11" fmla="*/ 20258 h 61560"/>
              <a:gd name="csX12" fmla="*/ 69100 w 70794"/>
              <a:gd name="csY12" fmla="*/ 30584 h 61560"/>
              <a:gd name="csX13" fmla="*/ 69721 w 70794"/>
              <a:gd name="csY13" fmla="*/ 35746 h 61560"/>
              <a:gd name="csX14" fmla="*/ 67118 w 70794"/>
              <a:gd name="csY14" fmla="*/ 44803 h 61560"/>
              <a:gd name="csX15" fmla="*/ 61618 w 70794"/>
              <a:gd name="csY15" fmla="*/ 50612 h 61560"/>
              <a:gd name="csX16" fmla="*/ 54931 w 70794"/>
              <a:gd name="csY16" fmla="*/ 50644 h 61560"/>
              <a:gd name="csX17" fmla="*/ 37735 w 70794"/>
              <a:gd name="csY17" fmla="*/ 61561 h 61560"/>
              <a:gd name="csX18" fmla="*/ 30977 w 70794"/>
              <a:gd name="csY18" fmla="*/ 53817 h 615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70794" h="61560">
                <a:moveTo>
                  <a:pt x="30977" y="53817"/>
                </a:moveTo>
                <a:cubicBezTo>
                  <a:pt x="25158" y="45644"/>
                  <a:pt x="18070" y="43473"/>
                  <a:pt x="18070" y="49863"/>
                </a:cubicBezTo>
                <a:cubicBezTo>
                  <a:pt x="18070" y="52173"/>
                  <a:pt x="16557" y="53074"/>
                  <a:pt x="14198" y="52169"/>
                </a:cubicBezTo>
                <a:cubicBezTo>
                  <a:pt x="12068" y="51351"/>
                  <a:pt x="10326" y="49053"/>
                  <a:pt x="10326" y="47062"/>
                </a:cubicBezTo>
                <a:cubicBezTo>
                  <a:pt x="10326" y="45070"/>
                  <a:pt x="8003" y="41451"/>
                  <a:pt x="5163" y="39020"/>
                </a:cubicBezTo>
                <a:cubicBezTo>
                  <a:pt x="2323" y="36588"/>
                  <a:pt x="0" y="33766"/>
                  <a:pt x="0" y="32748"/>
                </a:cubicBezTo>
                <a:cubicBezTo>
                  <a:pt x="0" y="31730"/>
                  <a:pt x="4647" y="25529"/>
                  <a:pt x="10326" y="18967"/>
                </a:cubicBezTo>
                <a:cubicBezTo>
                  <a:pt x="16005" y="12405"/>
                  <a:pt x="20652" y="5235"/>
                  <a:pt x="20652" y="3034"/>
                </a:cubicBezTo>
                <a:cubicBezTo>
                  <a:pt x="20652" y="-166"/>
                  <a:pt x="22592" y="-634"/>
                  <a:pt x="30332" y="698"/>
                </a:cubicBezTo>
                <a:cubicBezTo>
                  <a:pt x="52748" y="4557"/>
                  <a:pt x="54210" y="5134"/>
                  <a:pt x="54210" y="10137"/>
                </a:cubicBezTo>
                <a:cubicBezTo>
                  <a:pt x="54210" y="14084"/>
                  <a:pt x="56056" y="15095"/>
                  <a:pt x="63267" y="15095"/>
                </a:cubicBezTo>
                <a:cubicBezTo>
                  <a:pt x="71678" y="15095"/>
                  <a:pt x="72094" y="15463"/>
                  <a:pt x="69100" y="20258"/>
                </a:cubicBezTo>
                <a:cubicBezTo>
                  <a:pt x="66522" y="24386"/>
                  <a:pt x="66522" y="26456"/>
                  <a:pt x="69100" y="30584"/>
                </a:cubicBezTo>
                <a:cubicBezTo>
                  <a:pt x="71011" y="33644"/>
                  <a:pt x="71264" y="35746"/>
                  <a:pt x="69721" y="35746"/>
                </a:cubicBezTo>
                <a:cubicBezTo>
                  <a:pt x="68289" y="35746"/>
                  <a:pt x="67118" y="39822"/>
                  <a:pt x="67118" y="44803"/>
                </a:cubicBezTo>
                <a:cubicBezTo>
                  <a:pt x="67118" y="53341"/>
                  <a:pt x="66802" y="53674"/>
                  <a:pt x="61618" y="50612"/>
                </a:cubicBezTo>
                <a:cubicBezTo>
                  <a:pt x="57188" y="47995"/>
                  <a:pt x="55886" y="48002"/>
                  <a:pt x="54931" y="50644"/>
                </a:cubicBezTo>
                <a:cubicBezTo>
                  <a:pt x="53898" y="53500"/>
                  <a:pt x="41201" y="61561"/>
                  <a:pt x="37735" y="61561"/>
                </a:cubicBezTo>
                <a:cubicBezTo>
                  <a:pt x="37051" y="61561"/>
                  <a:pt x="34010" y="58076"/>
                  <a:pt x="30977" y="53817"/>
                </a:cubicBezTo>
                <a:close/>
              </a:path>
            </a:pathLst>
          </a:custGeom>
          <a:solidFill>
            <a:srgbClr val="B9B9B9"/>
          </a:solidFill>
          <a:ln w="5163" cap="flat">
            <a:noFill/>
            <a:prstDash val="solid"/>
            <a:miter/>
          </a:ln>
        </p:spPr>
        <p:txBody>
          <a:bodyPr/>
          <a:lstStyle/>
          <a:p>
            <a:endParaRPr lang="es-419" noProof="0" dirty="0"/>
          </a:p>
        </p:txBody>
      </p:sp>
      <p:sp>
        <p:nvSpPr>
          <p:cNvPr id="67" name="Forma libre: forma 66">
            <a:extLst>
              <a:ext uri="{FF2B5EF4-FFF2-40B4-BE49-F238E27FC236}">
                <a16:creationId xmlns:a16="http://schemas.microsoft.com/office/drawing/2014/main" id="{C53FDB8E-4EA1-50C4-0D44-CB0203529FE4}"/>
              </a:ext>
            </a:extLst>
          </p:cNvPr>
          <p:cNvSpPr/>
          <p:nvPr/>
        </p:nvSpPr>
        <p:spPr>
          <a:xfrm>
            <a:off x="1478193" y="2273156"/>
            <a:ext cx="153622" cy="170128"/>
          </a:xfrm>
          <a:custGeom>
            <a:avLst/>
            <a:gdLst>
              <a:gd name="csX0" fmla="*/ 8493 w 153622"/>
              <a:gd name="csY0" fmla="*/ 168431 h 170128"/>
              <a:gd name="csX1" fmla="*/ 6772 w 153622"/>
              <a:gd name="csY1" fmla="*/ 161418 h 170128"/>
              <a:gd name="csX2" fmla="*/ 2681 w 153622"/>
              <a:gd name="csY2" fmla="*/ 145415 h 170128"/>
              <a:gd name="csX3" fmla="*/ 5459 w 153622"/>
              <a:gd name="csY3" fmla="*/ 121148 h 170128"/>
              <a:gd name="csX4" fmla="*/ 14777 w 153622"/>
              <a:gd name="csY4" fmla="*/ 82726 h 170128"/>
              <a:gd name="csX5" fmla="*/ 25155 w 153622"/>
              <a:gd name="csY5" fmla="*/ 43661 h 170128"/>
              <a:gd name="csX6" fmla="*/ 27423 w 153622"/>
              <a:gd name="csY6" fmla="*/ 32229 h 170128"/>
              <a:gd name="csX7" fmla="*/ 31172 w 153622"/>
              <a:gd name="csY7" fmla="*/ 17047 h 170128"/>
              <a:gd name="csX8" fmla="*/ 33221 w 153622"/>
              <a:gd name="csY8" fmla="*/ 11598 h 170128"/>
              <a:gd name="csX9" fmla="*/ 37362 w 153622"/>
              <a:gd name="csY9" fmla="*/ 8370 h 170128"/>
              <a:gd name="csX10" fmla="*/ 41848 w 153622"/>
              <a:gd name="csY10" fmla="*/ 3309 h 170128"/>
              <a:gd name="csX11" fmla="*/ 51947 w 153622"/>
              <a:gd name="csY11" fmla="*/ 4939 h 170128"/>
              <a:gd name="csX12" fmla="*/ 67990 w 153622"/>
              <a:gd name="csY12" fmla="*/ 10085 h 170128"/>
              <a:gd name="csX13" fmla="*/ 82983 w 153622"/>
              <a:gd name="csY13" fmla="*/ 28865 h 170128"/>
              <a:gd name="csX14" fmla="*/ 93236 w 153622"/>
              <a:gd name="csY14" fmla="*/ 38498 h 170128"/>
              <a:gd name="csX15" fmla="*/ 103025 w 153622"/>
              <a:gd name="csY15" fmla="*/ 33366 h 170128"/>
              <a:gd name="csX16" fmla="*/ 120832 w 153622"/>
              <a:gd name="csY16" fmla="*/ 24595 h 170128"/>
              <a:gd name="csX17" fmla="*/ 122064 w 153622"/>
              <a:gd name="csY17" fmla="*/ 33182 h 170128"/>
              <a:gd name="csX18" fmla="*/ 135261 w 153622"/>
              <a:gd name="csY18" fmla="*/ 39968 h 170128"/>
              <a:gd name="csX19" fmla="*/ 152396 w 153622"/>
              <a:gd name="csY19" fmla="*/ 46930 h 170128"/>
              <a:gd name="csX20" fmla="*/ 149002 w 153622"/>
              <a:gd name="csY20" fmla="*/ 58232 h 170128"/>
              <a:gd name="csX21" fmla="*/ 146552 w 153622"/>
              <a:gd name="csY21" fmla="*/ 64545 h 170128"/>
              <a:gd name="csX22" fmla="*/ 148358 w 153622"/>
              <a:gd name="csY22" fmla="*/ 121402 h 170128"/>
              <a:gd name="csX23" fmla="*/ 135844 w 153622"/>
              <a:gd name="csY23" fmla="*/ 118523 h 170128"/>
              <a:gd name="csX24" fmla="*/ 131972 w 153622"/>
              <a:gd name="csY24" fmla="*/ 113360 h 170128"/>
              <a:gd name="csX25" fmla="*/ 128062 w 153622"/>
              <a:gd name="csY25" fmla="*/ 103679 h 170128"/>
              <a:gd name="csX26" fmla="*/ 124378 w 153622"/>
              <a:gd name="csY26" fmla="*/ 87545 h 170128"/>
              <a:gd name="csX27" fmla="*/ 116378 w 153622"/>
              <a:gd name="csY27" fmla="*/ 72702 h 170128"/>
              <a:gd name="csX28" fmla="*/ 107448 w 153622"/>
              <a:gd name="csY28" fmla="*/ 67912 h 170128"/>
              <a:gd name="csX29" fmla="*/ 99376 w 153622"/>
              <a:gd name="csY29" fmla="*/ 80152 h 170128"/>
              <a:gd name="csX30" fmla="*/ 94468 w 153622"/>
              <a:gd name="csY30" fmla="*/ 101141 h 170128"/>
              <a:gd name="csX31" fmla="*/ 81766 w 153622"/>
              <a:gd name="csY31" fmla="*/ 133635 h 170128"/>
              <a:gd name="csX32" fmla="*/ 65090 w 153622"/>
              <a:gd name="csY32" fmla="*/ 140680 h 170128"/>
              <a:gd name="csX33" fmla="*/ 53260 w 153622"/>
              <a:gd name="csY33" fmla="*/ 146865 h 170128"/>
              <a:gd name="csX34" fmla="*/ 38902 w 153622"/>
              <a:gd name="csY34" fmla="*/ 154663 h 170128"/>
              <a:gd name="csX35" fmla="*/ 22260 w 153622"/>
              <a:gd name="csY35" fmla="*/ 162407 h 170128"/>
              <a:gd name="csX36" fmla="*/ 8493 w 153622"/>
              <a:gd name="csY36" fmla="*/ 168431 h 17012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Lst>
            <a:rect l="l" t="t" r="r" b="b"/>
            <a:pathLst>
              <a:path w="153622" h="170128">
                <a:moveTo>
                  <a:pt x="8493" y="168431"/>
                </a:moveTo>
                <a:cubicBezTo>
                  <a:pt x="7546" y="167484"/>
                  <a:pt x="6772" y="164329"/>
                  <a:pt x="6772" y="161418"/>
                </a:cubicBezTo>
                <a:cubicBezTo>
                  <a:pt x="6772" y="158508"/>
                  <a:pt x="4931" y="151306"/>
                  <a:pt x="2681" y="145415"/>
                </a:cubicBezTo>
                <a:cubicBezTo>
                  <a:pt x="-1298" y="134996"/>
                  <a:pt x="-1222" y="134332"/>
                  <a:pt x="5459" y="121148"/>
                </a:cubicBezTo>
                <a:cubicBezTo>
                  <a:pt x="10516" y="111168"/>
                  <a:pt x="12973" y="101035"/>
                  <a:pt x="14777" y="82726"/>
                </a:cubicBezTo>
                <a:cubicBezTo>
                  <a:pt x="17244" y="57676"/>
                  <a:pt x="20967" y="43661"/>
                  <a:pt x="25155" y="43661"/>
                </a:cubicBezTo>
                <a:cubicBezTo>
                  <a:pt x="26403" y="43661"/>
                  <a:pt x="27423" y="38516"/>
                  <a:pt x="27423" y="32229"/>
                </a:cubicBezTo>
                <a:cubicBezTo>
                  <a:pt x="27423" y="25675"/>
                  <a:pt x="29023" y="19196"/>
                  <a:pt x="31172" y="17047"/>
                </a:cubicBezTo>
                <a:cubicBezTo>
                  <a:pt x="33235" y="14985"/>
                  <a:pt x="34156" y="12533"/>
                  <a:pt x="33221" y="11598"/>
                </a:cubicBezTo>
                <a:cubicBezTo>
                  <a:pt x="32286" y="10662"/>
                  <a:pt x="34150" y="9210"/>
                  <a:pt x="37362" y="8370"/>
                </a:cubicBezTo>
                <a:cubicBezTo>
                  <a:pt x="40925" y="7438"/>
                  <a:pt x="42675" y="5464"/>
                  <a:pt x="41848" y="3309"/>
                </a:cubicBezTo>
                <a:cubicBezTo>
                  <a:pt x="39982" y="-1555"/>
                  <a:pt x="42837" y="-1094"/>
                  <a:pt x="51947" y="4939"/>
                </a:cubicBezTo>
                <a:cubicBezTo>
                  <a:pt x="56206" y="7760"/>
                  <a:pt x="63426" y="10076"/>
                  <a:pt x="67990" y="10085"/>
                </a:cubicBezTo>
                <a:cubicBezTo>
                  <a:pt x="77231" y="10104"/>
                  <a:pt x="80149" y="13759"/>
                  <a:pt x="82983" y="28865"/>
                </a:cubicBezTo>
                <a:cubicBezTo>
                  <a:pt x="84632" y="37657"/>
                  <a:pt x="85527" y="38498"/>
                  <a:pt x="93236" y="38498"/>
                </a:cubicBezTo>
                <a:cubicBezTo>
                  <a:pt x="99495" y="38498"/>
                  <a:pt x="102031" y="37168"/>
                  <a:pt x="103025" y="33366"/>
                </a:cubicBezTo>
                <a:cubicBezTo>
                  <a:pt x="104466" y="27855"/>
                  <a:pt x="116509" y="21923"/>
                  <a:pt x="120832" y="24595"/>
                </a:cubicBezTo>
                <a:cubicBezTo>
                  <a:pt x="122276" y="25487"/>
                  <a:pt x="122830" y="29351"/>
                  <a:pt x="122064" y="33182"/>
                </a:cubicBezTo>
                <a:cubicBezTo>
                  <a:pt x="120679" y="40107"/>
                  <a:pt x="120757" y="40147"/>
                  <a:pt x="135261" y="39968"/>
                </a:cubicBezTo>
                <a:cubicBezTo>
                  <a:pt x="148934" y="39800"/>
                  <a:pt x="150012" y="40238"/>
                  <a:pt x="152396" y="46930"/>
                </a:cubicBezTo>
                <a:cubicBezTo>
                  <a:pt x="154575" y="53045"/>
                  <a:pt x="154087" y="54670"/>
                  <a:pt x="149002" y="58232"/>
                </a:cubicBezTo>
                <a:cubicBezTo>
                  <a:pt x="144363" y="61481"/>
                  <a:pt x="143827" y="62863"/>
                  <a:pt x="146552" y="64545"/>
                </a:cubicBezTo>
                <a:cubicBezTo>
                  <a:pt x="151618" y="67671"/>
                  <a:pt x="153227" y="118317"/>
                  <a:pt x="148358" y="121402"/>
                </a:cubicBezTo>
                <a:cubicBezTo>
                  <a:pt x="142062" y="125392"/>
                  <a:pt x="135844" y="123962"/>
                  <a:pt x="135844" y="118523"/>
                </a:cubicBezTo>
                <a:cubicBezTo>
                  <a:pt x="135844" y="115655"/>
                  <a:pt x="134123" y="113360"/>
                  <a:pt x="131972" y="113360"/>
                </a:cubicBezTo>
                <a:cubicBezTo>
                  <a:pt x="129225" y="113360"/>
                  <a:pt x="128089" y="110546"/>
                  <a:pt x="128062" y="103679"/>
                </a:cubicBezTo>
                <a:cubicBezTo>
                  <a:pt x="128041" y="98355"/>
                  <a:pt x="126383" y="91095"/>
                  <a:pt x="124378" y="87545"/>
                </a:cubicBezTo>
                <a:cubicBezTo>
                  <a:pt x="122373" y="83996"/>
                  <a:pt x="118773" y="77316"/>
                  <a:pt x="116378" y="72702"/>
                </a:cubicBezTo>
                <a:cubicBezTo>
                  <a:pt x="111867" y="64011"/>
                  <a:pt x="107448" y="61641"/>
                  <a:pt x="107448" y="67912"/>
                </a:cubicBezTo>
                <a:cubicBezTo>
                  <a:pt x="107448" y="69891"/>
                  <a:pt x="103816" y="75399"/>
                  <a:pt x="99376" y="80152"/>
                </a:cubicBezTo>
                <a:cubicBezTo>
                  <a:pt x="91445" y="88642"/>
                  <a:pt x="91359" y="89010"/>
                  <a:pt x="94468" y="101141"/>
                </a:cubicBezTo>
                <a:cubicBezTo>
                  <a:pt x="97988" y="114877"/>
                  <a:pt x="97068" y="117230"/>
                  <a:pt x="81766" y="133635"/>
                </a:cubicBezTo>
                <a:cubicBezTo>
                  <a:pt x="74766" y="141139"/>
                  <a:pt x="72544" y="142078"/>
                  <a:pt x="65090" y="140680"/>
                </a:cubicBezTo>
                <a:cubicBezTo>
                  <a:pt x="57313" y="139221"/>
                  <a:pt x="56181" y="139812"/>
                  <a:pt x="53260" y="146865"/>
                </a:cubicBezTo>
                <a:cubicBezTo>
                  <a:pt x="50372" y="153836"/>
                  <a:pt x="48850" y="154663"/>
                  <a:pt x="38902" y="154663"/>
                </a:cubicBezTo>
                <a:cubicBezTo>
                  <a:pt x="29485" y="154663"/>
                  <a:pt x="26927" y="155853"/>
                  <a:pt x="22260" y="162407"/>
                </a:cubicBezTo>
                <a:cubicBezTo>
                  <a:pt x="16933" y="169889"/>
                  <a:pt x="12076" y="172014"/>
                  <a:pt x="8493" y="168431"/>
                </a:cubicBezTo>
                <a:close/>
              </a:path>
            </a:pathLst>
          </a:custGeom>
          <a:solidFill>
            <a:srgbClr val="B9B9B9"/>
          </a:solidFill>
          <a:ln w="5163" cap="flat">
            <a:noFill/>
            <a:prstDash val="solid"/>
            <a:miter/>
          </a:ln>
        </p:spPr>
        <p:txBody>
          <a:bodyPr/>
          <a:lstStyle/>
          <a:p>
            <a:endParaRPr lang="es-419" noProof="0" dirty="0"/>
          </a:p>
        </p:txBody>
      </p:sp>
      <p:grpSp>
        <p:nvGrpSpPr>
          <p:cNvPr id="68" name="Gráfico 39">
            <a:extLst>
              <a:ext uri="{FF2B5EF4-FFF2-40B4-BE49-F238E27FC236}">
                <a16:creationId xmlns:a16="http://schemas.microsoft.com/office/drawing/2014/main" id="{05E0B675-C7CF-489C-9B4E-71E659895258}"/>
              </a:ext>
            </a:extLst>
          </p:cNvPr>
          <p:cNvGrpSpPr/>
          <p:nvPr/>
        </p:nvGrpSpPr>
        <p:grpSpPr>
          <a:xfrm>
            <a:off x="2169009" y="2212045"/>
            <a:ext cx="273705" cy="260208"/>
            <a:chOff x="2169009" y="2212045"/>
            <a:chExt cx="273705" cy="260208"/>
          </a:xfrm>
          <a:solidFill>
            <a:srgbClr val="B9B9B9"/>
          </a:solidFill>
        </p:grpSpPr>
        <p:sp>
          <p:nvSpPr>
            <p:cNvPr id="69" name="Forma libre: forma 68">
              <a:extLst>
                <a:ext uri="{FF2B5EF4-FFF2-40B4-BE49-F238E27FC236}">
                  <a16:creationId xmlns:a16="http://schemas.microsoft.com/office/drawing/2014/main" id="{7AD8A1E5-C7C1-4160-8FF3-8882C0D5F8BB}"/>
                </a:ext>
              </a:extLst>
            </p:cNvPr>
            <p:cNvSpPr/>
            <p:nvPr/>
          </p:nvSpPr>
          <p:spPr>
            <a:xfrm>
              <a:off x="2169009" y="2212045"/>
              <a:ext cx="273705" cy="260208"/>
            </a:xfrm>
            <a:custGeom>
              <a:avLst/>
              <a:gdLst>
                <a:gd name="csX0" fmla="*/ 136396 w 273705"/>
                <a:gd name="csY0" fmla="*/ 251544 h 260208"/>
                <a:gd name="csX1" fmla="*/ 123951 w 273705"/>
                <a:gd name="csY1" fmla="*/ 241399 h 260208"/>
                <a:gd name="csX2" fmla="*/ 100178 w 273705"/>
                <a:gd name="csY2" fmla="*/ 233837 h 260208"/>
                <a:gd name="csX3" fmla="*/ 81199 w 273705"/>
                <a:gd name="csY3" fmla="*/ 230865 h 260208"/>
                <a:gd name="csX4" fmla="*/ 75979 w 273705"/>
                <a:gd name="csY4" fmla="*/ 240363 h 260208"/>
                <a:gd name="csX5" fmla="*/ 67894 w 273705"/>
                <a:gd name="csY5" fmla="*/ 246752 h 260208"/>
                <a:gd name="csX6" fmla="*/ 29911 w 273705"/>
                <a:gd name="csY6" fmla="*/ 227450 h 260208"/>
                <a:gd name="csX7" fmla="*/ 28472 w 273705"/>
                <a:gd name="csY7" fmla="*/ 213064 h 260208"/>
                <a:gd name="csX8" fmla="*/ 12481 w 273705"/>
                <a:gd name="csY8" fmla="*/ 197704 h 260208"/>
                <a:gd name="csX9" fmla="*/ 1103 w 273705"/>
                <a:gd name="csY9" fmla="*/ 191257 h 260208"/>
                <a:gd name="csX10" fmla="*/ 24560 w 273705"/>
                <a:gd name="csY10" fmla="*/ 177413 h 260208"/>
                <a:gd name="csX11" fmla="*/ 49357 w 273705"/>
                <a:gd name="csY11" fmla="*/ 181249 h 260208"/>
                <a:gd name="csX12" fmla="*/ 33383 w 273705"/>
                <a:gd name="csY12" fmla="*/ 188440 h 260208"/>
                <a:gd name="csX13" fmla="*/ 18111 w 273705"/>
                <a:gd name="csY13" fmla="*/ 189801 h 260208"/>
                <a:gd name="csX14" fmla="*/ 23379 w 273705"/>
                <a:gd name="csY14" fmla="*/ 191217 h 260208"/>
                <a:gd name="csX15" fmla="*/ 42338 w 273705"/>
                <a:gd name="csY15" fmla="*/ 193852 h 260208"/>
                <a:gd name="csX16" fmla="*/ 54801 w 273705"/>
                <a:gd name="csY16" fmla="*/ 205031 h 260208"/>
                <a:gd name="csX17" fmla="*/ 53572 w 273705"/>
                <a:gd name="csY17" fmla="*/ 211902 h 260208"/>
                <a:gd name="csX18" fmla="*/ 58745 w 273705"/>
                <a:gd name="csY18" fmla="*/ 206739 h 260208"/>
                <a:gd name="csX19" fmla="*/ 62804 w 273705"/>
                <a:gd name="csY19" fmla="*/ 199640 h 260208"/>
                <a:gd name="csX20" fmla="*/ 78923 w 273705"/>
                <a:gd name="csY20" fmla="*/ 200342 h 260208"/>
                <a:gd name="csX21" fmla="*/ 84524 w 273705"/>
                <a:gd name="csY21" fmla="*/ 197871 h 260208"/>
                <a:gd name="csX22" fmla="*/ 91725 w 273705"/>
                <a:gd name="csY22" fmla="*/ 189946 h 260208"/>
                <a:gd name="csX23" fmla="*/ 100403 w 273705"/>
                <a:gd name="csY23" fmla="*/ 165765 h 260208"/>
                <a:gd name="csX24" fmla="*/ 96700 w 273705"/>
                <a:gd name="csY24" fmla="*/ 159218 h 260208"/>
                <a:gd name="csX25" fmla="*/ 94398 w 273705"/>
                <a:gd name="csY25" fmla="*/ 157998 h 260208"/>
                <a:gd name="csX26" fmla="*/ 90392 w 273705"/>
                <a:gd name="csY26" fmla="*/ 161840 h 260208"/>
                <a:gd name="csX27" fmla="*/ 87810 w 273705"/>
                <a:gd name="csY27" fmla="*/ 164145 h 260208"/>
                <a:gd name="csX28" fmla="*/ 100799 w 273705"/>
                <a:gd name="csY28" fmla="*/ 149016 h 260208"/>
                <a:gd name="csX29" fmla="*/ 118746 w 273705"/>
                <a:gd name="csY29" fmla="*/ 138331 h 260208"/>
                <a:gd name="csX30" fmla="*/ 133646 w 273705"/>
                <a:gd name="csY30" fmla="*/ 125809 h 260208"/>
                <a:gd name="csX31" fmla="*/ 149004 w 273705"/>
                <a:gd name="csY31" fmla="*/ 91807 h 260208"/>
                <a:gd name="csX32" fmla="*/ 157715 w 273705"/>
                <a:gd name="csY32" fmla="*/ 65895 h 260208"/>
                <a:gd name="csX33" fmla="*/ 163243 w 273705"/>
                <a:gd name="csY33" fmla="*/ 33397 h 260208"/>
                <a:gd name="csX34" fmla="*/ 165326 w 273705"/>
                <a:gd name="csY34" fmla="*/ 1486 h 260208"/>
                <a:gd name="csX35" fmla="*/ 167796 w 273705"/>
                <a:gd name="csY35" fmla="*/ 6032 h 260208"/>
                <a:gd name="csX36" fmla="*/ 180226 w 273705"/>
                <a:gd name="csY36" fmla="*/ 14421 h 260208"/>
                <a:gd name="csX37" fmla="*/ 195070 w 273705"/>
                <a:gd name="csY37" fmla="*/ 12027 h 260208"/>
                <a:gd name="csX38" fmla="*/ 227557 w 273705"/>
                <a:gd name="csY38" fmla="*/ 43889 h 260208"/>
                <a:gd name="csX39" fmla="*/ 257592 w 273705"/>
                <a:gd name="csY39" fmla="*/ 78146 h 260208"/>
                <a:gd name="csX40" fmla="*/ 261681 w 273705"/>
                <a:gd name="csY40" fmla="*/ 107593 h 260208"/>
                <a:gd name="csX41" fmla="*/ 273489 w 273705"/>
                <a:gd name="csY41" fmla="*/ 250266 h 260208"/>
                <a:gd name="csX42" fmla="*/ 218174 w 273705"/>
                <a:gd name="csY42" fmla="*/ 254247 h 260208"/>
                <a:gd name="csX43" fmla="*/ 150594 w 273705"/>
                <a:gd name="csY43" fmla="*/ 258722 h 260208"/>
                <a:gd name="csX44" fmla="*/ 137226 w 273705"/>
                <a:gd name="csY44" fmla="*/ 260208 h 260208"/>
                <a:gd name="csX45" fmla="*/ 136396 w 273705"/>
                <a:gd name="csY45" fmla="*/ 251544 h 2602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Lst>
              <a:rect l="l" t="t" r="r" b="b"/>
              <a:pathLst>
                <a:path w="273705" h="260208">
                  <a:moveTo>
                    <a:pt x="136396" y="251544"/>
                  </a:moveTo>
                  <a:cubicBezTo>
                    <a:pt x="135615" y="243380"/>
                    <a:pt x="134897" y="242794"/>
                    <a:pt x="123951" y="241399"/>
                  </a:cubicBezTo>
                  <a:cubicBezTo>
                    <a:pt x="117562" y="240584"/>
                    <a:pt x="106864" y="237181"/>
                    <a:pt x="100178" y="233837"/>
                  </a:cubicBezTo>
                  <a:cubicBezTo>
                    <a:pt x="89763" y="228627"/>
                    <a:pt x="87046" y="228201"/>
                    <a:pt x="81199" y="230865"/>
                  </a:cubicBezTo>
                  <a:cubicBezTo>
                    <a:pt x="75659" y="233390"/>
                    <a:pt x="74677" y="235176"/>
                    <a:pt x="75979" y="240363"/>
                  </a:cubicBezTo>
                  <a:cubicBezTo>
                    <a:pt x="77472" y="246311"/>
                    <a:pt x="76914" y="246752"/>
                    <a:pt x="67894" y="246752"/>
                  </a:cubicBezTo>
                  <a:cubicBezTo>
                    <a:pt x="55809" y="246752"/>
                    <a:pt x="31822" y="234563"/>
                    <a:pt x="29911" y="227450"/>
                  </a:cubicBezTo>
                  <a:cubicBezTo>
                    <a:pt x="29139" y="224578"/>
                    <a:pt x="28492" y="218104"/>
                    <a:pt x="28472" y="213064"/>
                  </a:cubicBezTo>
                  <a:cubicBezTo>
                    <a:pt x="28427" y="201349"/>
                    <a:pt x="24633" y="197704"/>
                    <a:pt x="12481" y="197704"/>
                  </a:cubicBezTo>
                  <a:cubicBezTo>
                    <a:pt x="4225" y="197704"/>
                    <a:pt x="2471" y="196710"/>
                    <a:pt x="1103" y="191257"/>
                  </a:cubicBezTo>
                  <a:cubicBezTo>
                    <a:pt x="-2114" y="178441"/>
                    <a:pt x="578" y="176853"/>
                    <a:pt x="24560" y="177413"/>
                  </a:cubicBezTo>
                  <a:cubicBezTo>
                    <a:pt x="38820" y="177746"/>
                    <a:pt x="47574" y="179100"/>
                    <a:pt x="49357" y="181249"/>
                  </a:cubicBezTo>
                  <a:cubicBezTo>
                    <a:pt x="54736" y="187730"/>
                    <a:pt x="49187" y="190228"/>
                    <a:pt x="33383" y="188440"/>
                  </a:cubicBezTo>
                  <a:cubicBezTo>
                    <a:pt x="22288" y="187184"/>
                    <a:pt x="18111" y="187556"/>
                    <a:pt x="18111" y="189801"/>
                  </a:cubicBezTo>
                  <a:cubicBezTo>
                    <a:pt x="18111" y="191735"/>
                    <a:pt x="20080" y="192265"/>
                    <a:pt x="23379" y="191217"/>
                  </a:cubicBezTo>
                  <a:cubicBezTo>
                    <a:pt x="26276" y="190298"/>
                    <a:pt x="34808" y="191483"/>
                    <a:pt x="42338" y="193852"/>
                  </a:cubicBezTo>
                  <a:cubicBezTo>
                    <a:pt x="54989" y="197831"/>
                    <a:pt x="55937" y="198681"/>
                    <a:pt x="54801" y="205031"/>
                  </a:cubicBezTo>
                  <a:lnTo>
                    <a:pt x="53572" y="211902"/>
                  </a:lnTo>
                  <a:lnTo>
                    <a:pt x="58745" y="206739"/>
                  </a:lnTo>
                  <a:cubicBezTo>
                    <a:pt x="61590" y="203900"/>
                    <a:pt x="63416" y="200705"/>
                    <a:pt x="62804" y="199640"/>
                  </a:cubicBezTo>
                  <a:cubicBezTo>
                    <a:pt x="61196" y="196843"/>
                    <a:pt x="70823" y="197262"/>
                    <a:pt x="78923" y="200342"/>
                  </a:cubicBezTo>
                  <a:cubicBezTo>
                    <a:pt x="85153" y="202711"/>
                    <a:pt x="85724" y="202459"/>
                    <a:pt x="84524" y="197871"/>
                  </a:cubicBezTo>
                  <a:cubicBezTo>
                    <a:pt x="83478" y="193868"/>
                    <a:pt x="85034" y="192154"/>
                    <a:pt x="91725" y="189946"/>
                  </a:cubicBezTo>
                  <a:cubicBezTo>
                    <a:pt x="104380" y="185769"/>
                    <a:pt x="109318" y="172009"/>
                    <a:pt x="100403" y="165765"/>
                  </a:cubicBezTo>
                  <a:cubicBezTo>
                    <a:pt x="97428" y="163681"/>
                    <a:pt x="95762" y="160736"/>
                    <a:pt x="96700" y="159218"/>
                  </a:cubicBezTo>
                  <a:cubicBezTo>
                    <a:pt x="97747" y="157525"/>
                    <a:pt x="96859" y="157053"/>
                    <a:pt x="94398" y="157998"/>
                  </a:cubicBezTo>
                  <a:cubicBezTo>
                    <a:pt x="92194" y="158843"/>
                    <a:pt x="90392" y="160572"/>
                    <a:pt x="90392" y="161840"/>
                  </a:cubicBezTo>
                  <a:cubicBezTo>
                    <a:pt x="90392" y="163108"/>
                    <a:pt x="89230" y="164145"/>
                    <a:pt x="87810" y="164145"/>
                  </a:cubicBezTo>
                  <a:cubicBezTo>
                    <a:pt x="81811" y="164145"/>
                    <a:pt x="86198" y="159036"/>
                    <a:pt x="100799" y="149016"/>
                  </a:cubicBezTo>
                  <a:cubicBezTo>
                    <a:pt x="109362" y="143139"/>
                    <a:pt x="117438" y="138331"/>
                    <a:pt x="118746" y="138331"/>
                  </a:cubicBezTo>
                  <a:cubicBezTo>
                    <a:pt x="120053" y="138331"/>
                    <a:pt x="126758" y="132696"/>
                    <a:pt x="133646" y="125809"/>
                  </a:cubicBezTo>
                  <a:cubicBezTo>
                    <a:pt x="145786" y="113669"/>
                    <a:pt x="146254" y="112631"/>
                    <a:pt x="149004" y="91807"/>
                  </a:cubicBezTo>
                  <a:cubicBezTo>
                    <a:pt x="151298" y="74430"/>
                    <a:pt x="152962" y="69481"/>
                    <a:pt x="157715" y="65895"/>
                  </a:cubicBezTo>
                  <a:cubicBezTo>
                    <a:pt x="163239" y="61729"/>
                    <a:pt x="163570" y="59784"/>
                    <a:pt x="163243" y="33397"/>
                  </a:cubicBezTo>
                  <a:cubicBezTo>
                    <a:pt x="163052" y="17960"/>
                    <a:pt x="163989" y="3600"/>
                    <a:pt x="165326" y="1486"/>
                  </a:cubicBezTo>
                  <a:cubicBezTo>
                    <a:pt x="167138" y="-1380"/>
                    <a:pt x="167766" y="-224"/>
                    <a:pt x="167796" y="6032"/>
                  </a:cubicBezTo>
                  <a:cubicBezTo>
                    <a:pt x="167835" y="14326"/>
                    <a:pt x="167976" y="14421"/>
                    <a:pt x="180226" y="14421"/>
                  </a:cubicBezTo>
                  <a:cubicBezTo>
                    <a:pt x="187041" y="14421"/>
                    <a:pt x="193721" y="13344"/>
                    <a:pt x="195070" y="12027"/>
                  </a:cubicBezTo>
                  <a:cubicBezTo>
                    <a:pt x="196598" y="10534"/>
                    <a:pt x="208840" y="22541"/>
                    <a:pt x="227557" y="43889"/>
                  </a:cubicBezTo>
                  <a:lnTo>
                    <a:pt x="257592" y="78146"/>
                  </a:lnTo>
                  <a:lnTo>
                    <a:pt x="261681" y="107593"/>
                  </a:lnTo>
                  <a:cubicBezTo>
                    <a:pt x="266251" y="140497"/>
                    <a:pt x="275208" y="248724"/>
                    <a:pt x="273489" y="250266"/>
                  </a:cubicBezTo>
                  <a:cubicBezTo>
                    <a:pt x="272881" y="250811"/>
                    <a:pt x="247989" y="252602"/>
                    <a:pt x="218174" y="254247"/>
                  </a:cubicBezTo>
                  <a:cubicBezTo>
                    <a:pt x="188358" y="255891"/>
                    <a:pt x="157947" y="257905"/>
                    <a:pt x="150594" y="258722"/>
                  </a:cubicBezTo>
                  <a:lnTo>
                    <a:pt x="137226" y="260208"/>
                  </a:lnTo>
                  <a:lnTo>
                    <a:pt x="136396" y="251544"/>
                  </a:lnTo>
                  <a:close/>
                </a:path>
              </a:pathLst>
            </a:custGeom>
            <a:solidFill>
              <a:srgbClr val="B9B9B9"/>
            </a:solidFill>
            <a:ln w="5163" cap="flat">
              <a:noFill/>
              <a:prstDash val="solid"/>
              <a:miter/>
            </a:ln>
          </p:spPr>
          <p:txBody>
            <a:bodyPr/>
            <a:lstStyle/>
            <a:p>
              <a:endParaRPr lang="es-419" noProof="0" dirty="0"/>
            </a:p>
          </p:txBody>
        </p:sp>
        <p:sp>
          <p:nvSpPr>
            <p:cNvPr id="70" name="Forma libre: forma 69">
              <a:extLst>
                <a:ext uri="{FF2B5EF4-FFF2-40B4-BE49-F238E27FC236}">
                  <a16:creationId xmlns:a16="http://schemas.microsoft.com/office/drawing/2014/main" id="{4000B8DD-FA1B-746B-0252-A269B58A3A0C}"/>
                </a:ext>
              </a:extLst>
            </p:cNvPr>
            <p:cNvSpPr/>
            <p:nvPr/>
          </p:nvSpPr>
          <p:spPr>
            <a:xfrm>
              <a:off x="2221969" y="2379232"/>
              <a:ext cx="29491" cy="17638"/>
            </a:xfrm>
            <a:custGeom>
              <a:avLst/>
              <a:gdLst>
                <a:gd name="csX0" fmla="*/ 10326 w 29491"/>
                <a:gd name="csY0" fmla="*/ 11251 h 17638"/>
                <a:gd name="csX1" fmla="*/ 23663 w 29491"/>
                <a:gd name="csY1" fmla="*/ 4783 h 17638"/>
                <a:gd name="csX2" fmla="*/ 27977 w 29491"/>
                <a:gd name="csY2" fmla="*/ 1475 h 17638"/>
                <a:gd name="csX3" fmla="*/ 29483 w 29491"/>
                <a:gd name="csY3" fmla="*/ 1025 h 17638"/>
                <a:gd name="csX4" fmla="*/ 8425 w 29491"/>
                <a:gd name="csY4" fmla="*/ 16751 h 17638"/>
                <a:gd name="csX5" fmla="*/ 0 w 29491"/>
                <a:gd name="csY5" fmla="*/ 17639 h 17638"/>
                <a:gd name="csX6" fmla="*/ 10326 w 29491"/>
                <a:gd name="csY6" fmla="*/ 11251 h 17638"/>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9491" h="17638">
                  <a:moveTo>
                    <a:pt x="10326" y="11251"/>
                  </a:moveTo>
                  <a:cubicBezTo>
                    <a:pt x="16005" y="7738"/>
                    <a:pt x="22007" y="4827"/>
                    <a:pt x="23663" y="4783"/>
                  </a:cubicBezTo>
                  <a:cubicBezTo>
                    <a:pt x="25320" y="4738"/>
                    <a:pt x="27261" y="3250"/>
                    <a:pt x="27977" y="1475"/>
                  </a:cubicBezTo>
                  <a:cubicBezTo>
                    <a:pt x="28693" y="-299"/>
                    <a:pt x="29371" y="-502"/>
                    <a:pt x="29483" y="1025"/>
                  </a:cubicBezTo>
                  <a:cubicBezTo>
                    <a:pt x="29861" y="6183"/>
                    <a:pt x="16907" y="15857"/>
                    <a:pt x="8425" y="16751"/>
                  </a:cubicBezTo>
                  <a:lnTo>
                    <a:pt x="0" y="17639"/>
                  </a:lnTo>
                  <a:lnTo>
                    <a:pt x="10326" y="11251"/>
                  </a:lnTo>
                  <a:close/>
                </a:path>
              </a:pathLst>
            </a:custGeom>
            <a:solidFill>
              <a:srgbClr val="B9B9B9"/>
            </a:solidFill>
            <a:ln w="5163" cap="flat">
              <a:noFill/>
              <a:prstDash val="solid"/>
              <a:miter/>
            </a:ln>
          </p:spPr>
          <p:txBody>
            <a:bodyPr/>
            <a:lstStyle/>
            <a:p>
              <a:endParaRPr lang="es-419" noProof="0" dirty="0"/>
            </a:p>
          </p:txBody>
        </p:sp>
      </p:grpSp>
      <p:sp>
        <p:nvSpPr>
          <p:cNvPr id="71" name="Forma libre: forma 70">
            <a:extLst>
              <a:ext uri="{FF2B5EF4-FFF2-40B4-BE49-F238E27FC236}">
                <a16:creationId xmlns:a16="http://schemas.microsoft.com/office/drawing/2014/main" id="{3C589AB9-EED8-7CAD-FE89-6940356741C7}"/>
              </a:ext>
            </a:extLst>
          </p:cNvPr>
          <p:cNvSpPr/>
          <p:nvPr/>
        </p:nvSpPr>
        <p:spPr>
          <a:xfrm>
            <a:off x="1574029" y="2346575"/>
            <a:ext cx="28491" cy="35790"/>
          </a:xfrm>
          <a:custGeom>
            <a:avLst/>
            <a:gdLst>
              <a:gd name="csX0" fmla="*/ 11768 w 28491"/>
              <a:gd name="csY0" fmla="*/ 34872 h 35790"/>
              <a:gd name="csX1" fmla="*/ 805 w 28491"/>
              <a:gd name="csY1" fmla="*/ 25413 h 35790"/>
              <a:gd name="csX2" fmla="*/ 7669 w 28491"/>
              <a:gd name="csY2" fmla="*/ 7571 h 35790"/>
              <a:gd name="csX3" fmla="*/ 18379 w 28491"/>
              <a:gd name="csY3" fmla="*/ 2738 h 35790"/>
              <a:gd name="csX4" fmla="*/ 23574 w 28491"/>
              <a:gd name="csY4" fmla="*/ 11696 h 35790"/>
              <a:gd name="csX5" fmla="*/ 28193 w 28491"/>
              <a:gd name="csY5" fmla="*/ 24987 h 35790"/>
              <a:gd name="csX6" fmla="*/ 11768 w 28491"/>
              <a:gd name="csY6" fmla="*/ 34872 h 35790"/>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8491" h="35790">
                <a:moveTo>
                  <a:pt x="11768" y="34872"/>
                </a:moveTo>
                <a:cubicBezTo>
                  <a:pt x="4464" y="33733"/>
                  <a:pt x="2519" y="32055"/>
                  <a:pt x="805" y="25413"/>
                </a:cubicBezTo>
                <a:cubicBezTo>
                  <a:pt x="-1017" y="18356"/>
                  <a:pt x="-153" y="16110"/>
                  <a:pt x="7669" y="7571"/>
                </a:cubicBezTo>
                <a:cubicBezTo>
                  <a:pt x="15700" y="-1197"/>
                  <a:pt x="16797" y="-1692"/>
                  <a:pt x="18379" y="2738"/>
                </a:cubicBezTo>
                <a:cubicBezTo>
                  <a:pt x="19348" y="5452"/>
                  <a:pt x="21686" y="9483"/>
                  <a:pt x="23574" y="11696"/>
                </a:cubicBezTo>
                <a:cubicBezTo>
                  <a:pt x="25461" y="13908"/>
                  <a:pt x="27540" y="19890"/>
                  <a:pt x="28193" y="24987"/>
                </a:cubicBezTo>
                <a:cubicBezTo>
                  <a:pt x="29539" y="35505"/>
                  <a:pt x="26717" y="37203"/>
                  <a:pt x="11768" y="34872"/>
                </a:cubicBezTo>
                <a:close/>
              </a:path>
            </a:pathLst>
          </a:custGeom>
          <a:solidFill>
            <a:srgbClr val="CCCCCC"/>
          </a:solidFill>
          <a:ln w="5163" cap="flat">
            <a:noFill/>
            <a:prstDash val="solid"/>
            <a:miter/>
          </a:ln>
        </p:spPr>
        <p:txBody>
          <a:bodyPr/>
          <a:lstStyle/>
          <a:p>
            <a:endParaRPr lang="es-419" noProof="0" dirty="0"/>
          </a:p>
        </p:txBody>
      </p:sp>
      <p:sp>
        <p:nvSpPr>
          <p:cNvPr id="72" name="Forma libre: forma 71">
            <a:extLst>
              <a:ext uri="{FF2B5EF4-FFF2-40B4-BE49-F238E27FC236}">
                <a16:creationId xmlns:a16="http://schemas.microsoft.com/office/drawing/2014/main" id="{1C8194FC-0BCC-E742-E8E0-87EE54920BC6}"/>
              </a:ext>
            </a:extLst>
          </p:cNvPr>
          <p:cNvSpPr/>
          <p:nvPr/>
        </p:nvSpPr>
        <p:spPr>
          <a:xfrm>
            <a:off x="1629800" y="2326596"/>
            <a:ext cx="82332" cy="45198"/>
          </a:xfrm>
          <a:custGeom>
            <a:avLst/>
            <a:gdLst>
              <a:gd name="csX0" fmla="*/ 35828 w 82332"/>
              <a:gd name="csY0" fmla="*/ 43172 h 45198"/>
              <a:gd name="csX1" fmla="*/ 20861 w 82332"/>
              <a:gd name="csY1" fmla="*/ 27939 h 45198"/>
              <a:gd name="csX2" fmla="*/ 6710 w 82332"/>
              <a:gd name="csY2" fmla="*/ 16733 h 45198"/>
              <a:gd name="csX3" fmla="*/ 200 w 82332"/>
              <a:gd name="csY3" fmla="*/ 11518 h 45198"/>
              <a:gd name="csX4" fmla="*/ 11960 w 82332"/>
              <a:gd name="csY4" fmla="*/ 5709 h 45198"/>
              <a:gd name="csX5" fmla="*/ 29437 w 82332"/>
              <a:gd name="csY5" fmla="*/ 2139 h 45198"/>
              <a:gd name="csX6" fmla="*/ 38320 w 82332"/>
              <a:gd name="csY6" fmla="*/ 692 h 45198"/>
              <a:gd name="csX7" fmla="*/ 49592 w 82332"/>
              <a:gd name="csY7" fmla="*/ 4355 h 45198"/>
              <a:gd name="csX8" fmla="*/ 61209 w 82332"/>
              <a:gd name="csY8" fmla="*/ 13550 h 45198"/>
              <a:gd name="csX9" fmla="*/ 68838 w 82332"/>
              <a:gd name="csY9" fmla="*/ 19970 h 45198"/>
              <a:gd name="csX10" fmla="*/ 82332 w 82332"/>
              <a:gd name="csY10" fmla="*/ 30233 h 45198"/>
              <a:gd name="csX11" fmla="*/ 75901 w 82332"/>
              <a:gd name="csY11" fmla="*/ 31524 h 45198"/>
              <a:gd name="csX12" fmla="*/ 66358 w 82332"/>
              <a:gd name="csY12" fmla="*/ 36506 h 45198"/>
              <a:gd name="csX13" fmla="*/ 58348 w 82332"/>
              <a:gd name="csY13" fmla="*/ 38866 h 45198"/>
              <a:gd name="csX14" fmla="*/ 47885 w 82332"/>
              <a:gd name="csY14" fmla="*/ 41425 h 45198"/>
              <a:gd name="csX15" fmla="*/ 35828 w 82332"/>
              <a:gd name="csY15" fmla="*/ 43172 h 4519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82332" h="45198">
                <a:moveTo>
                  <a:pt x="35828" y="43172"/>
                </a:moveTo>
                <a:cubicBezTo>
                  <a:pt x="32257" y="41284"/>
                  <a:pt x="25522" y="34429"/>
                  <a:pt x="20861" y="27939"/>
                </a:cubicBezTo>
                <a:cubicBezTo>
                  <a:pt x="14698" y="19357"/>
                  <a:pt x="10840" y="16301"/>
                  <a:pt x="6710" y="16733"/>
                </a:cubicBezTo>
                <a:cubicBezTo>
                  <a:pt x="2564" y="17166"/>
                  <a:pt x="809" y="15760"/>
                  <a:pt x="200" y="11518"/>
                </a:cubicBezTo>
                <a:cubicBezTo>
                  <a:pt x="-566" y="6174"/>
                  <a:pt x="375" y="5709"/>
                  <a:pt x="11960" y="5709"/>
                </a:cubicBezTo>
                <a:cubicBezTo>
                  <a:pt x="18887" y="5709"/>
                  <a:pt x="26751" y="4102"/>
                  <a:pt x="29437" y="2139"/>
                </a:cubicBezTo>
                <a:cubicBezTo>
                  <a:pt x="32427" y="-48"/>
                  <a:pt x="35871" y="-609"/>
                  <a:pt x="38320" y="692"/>
                </a:cubicBezTo>
                <a:cubicBezTo>
                  <a:pt x="40520" y="1860"/>
                  <a:pt x="45592" y="3509"/>
                  <a:pt x="49592" y="4355"/>
                </a:cubicBezTo>
                <a:cubicBezTo>
                  <a:pt x="53972" y="5282"/>
                  <a:pt x="58593" y="8940"/>
                  <a:pt x="61209" y="13550"/>
                </a:cubicBezTo>
                <a:cubicBezTo>
                  <a:pt x="63598" y="17761"/>
                  <a:pt x="67032" y="20650"/>
                  <a:pt x="68838" y="19970"/>
                </a:cubicBezTo>
                <a:cubicBezTo>
                  <a:pt x="71755" y="18872"/>
                  <a:pt x="82332" y="26917"/>
                  <a:pt x="82332" y="30233"/>
                </a:cubicBezTo>
                <a:cubicBezTo>
                  <a:pt x="82332" y="30943"/>
                  <a:pt x="79438" y="31524"/>
                  <a:pt x="75901" y="31524"/>
                </a:cubicBezTo>
                <a:cubicBezTo>
                  <a:pt x="72343" y="31524"/>
                  <a:pt x="68079" y="33750"/>
                  <a:pt x="66358" y="36506"/>
                </a:cubicBezTo>
                <a:cubicBezTo>
                  <a:pt x="63915" y="40418"/>
                  <a:pt x="62194" y="40925"/>
                  <a:pt x="58348" y="38866"/>
                </a:cubicBezTo>
                <a:cubicBezTo>
                  <a:pt x="54563" y="36841"/>
                  <a:pt x="52184" y="37422"/>
                  <a:pt x="47885" y="41425"/>
                </a:cubicBezTo>
                <a:cubicBezTo>
                  <a:pt x="42972" y="45999"/>
                  <a:pt x="41560" y="46204"/>
                  <a:pt x="35828" y="43172"/>
                </a:cubicBezTo>
                <a:close/>
              </a:path>
            </a:pathLst>
          </a:custGeom>
          <a:solidFill>
            <a:srgbClr val="B9B9B9"/>
          </a:solidFill>
          <a:ln w="5163" cap="flat">
            <a:noFill/>
            <a:prstDash val="solid"/>
            <a:miter/>
          </a:ln>
        </p:spPr>
        <p:txBody>
          <a:bodyPr/>
          <a:lstStyle/>
          <a:p>
            <a:endParaRPr lang="es-419" noProof="0" dirty="0"/>
          </a:p>
        </p:txBody>
      </p:sp>
      <p:sp>
        <p:nvSpPr>
          <p:cNvPr id="73" name="Forma libre: forma 72">
            <a:extLst>
              <a:ext uri="{FF2B5EF4-FFF2-40B4-BE49-F238E27FC236}">
                <a16:creationId xmlns:a16="http://schemas.microsoft.com/office/drawing/2014/main" id="{59E6E08D-0ED7-2FF9-A23B-4AD552A48FC6}"/>
              </a:ext>
            </a:extLst>
          </p:cNvPr>
          <p:cNvSpPr/>
          <p:nvPr/>
        </p:nvSpPr>
        <p:spPr>
          <a:xfrm>
            <a:off x="1522864" y="2163021"/>
            <a:ext cx="166771" cy="166600"/>
          </a:xfrm>
          <a:custGeom>
            <a:avLst/>
            <a:gdLst>
              <a:gd name="csX0" fmla="*/ 112825 w 166771"/>
              <a:gd name="csY0" fmla="*/ 162186 h 166600"/>
              <a:gd name="csX1" fmla="*/ 93810 w 166771"/>
              <a:gd name="csY1" fmla="*/ 146052 h 166600"/>
              <a:gd name="csX2" fmla="*/ 80847 w 166771"/>
              <a:gd name="csY2" fmla="*/ 139517 h 166600"/>
              <a:gd name="csX3" fmla="*/ 77061 w 166771"/>
              <a:gd name="csY3" fmla="*/ 131529 h 166600"/>
              <a:gd name="csX4" fmla="*/ 56324 w 166771"/>
              <a:gd name="csY4" fmla="*/ 140503 h 166600"/>
              <a:gd name="csX5" fmla="*/ 40835 w 166771"/>
              <a:gd name="csY5" fmla="*/ 134435 h 166600"/>
              <a:gd name="csX6" fmla="*/ 25839 w 166771"/>
              <a:gd name="csY6" fmla="*/ 117575 h 166600"/>
              <a:gd name="csX7" fmla="*/ 603 w 166771"/>
              <a:gd name="csY7" fmla="*/ 103594 h 166600"/>
              <a:gd name="csX8" fmla="*/ 3427 w 166771"/>
              <a:gd name="csY8" fmla="*/ 92334 h 166600"/>
              <a:gd name="csX9" fmla="*/ 16980 w 166771"/>
              <a:gd name="csY9" fmla="*/ 76064 h 166600"/>
              <a:gd name="csX10" fmla="*/ 29744 w 166771"/>
              <a:gd name="csY10" fmla="*/ 65065 h 166600"/>
              <a:gd name="csX11" fmla="*/ 36843 w 166771"/>
              <a:gd name="csY11" fmla="*/ 46479 h 166600"/>
              <a:gd name="csX12" fmla="*/ 44707 w 166771"/>
              <a:gd name="csY12" fmla="*/ 28415 h 166600"/>
              <a:gd name="csX13" fmla="*/ 49507 w 166771"/>
              <a:gd name="csY13" fmla="*/ 27678 h 166600"/>
              <a:gd name="csX14" fmla="*/ 60947 w 166771"/>
              <a:gd name="csY14" fmla="*/ 25763 h 166600"/>
              <a:gd name="csX15" fmla="*/ 70323 w 166771"/>
              <a:gd name="csY15" fmla="*/ 14969 h 166600"/>
              <a:gd name="csX16" fmla="*/ 78890 w 166771"/>
              <a:gd name="csY16" fmla="*/ 12726 h 166600"/>
              <a:gd name="csX17" fmla="*/ 98544 w 166771"/>
              <a:gd name="csY17" fmla="*/ 17873 h 166600"/>
              <a:gd name="csX18" fmla="*/ 112369 w 166771"/>
              <a:gd name="csY18" fmla="*/ 19382 h 166600"/>
              <a:gd name="csX19" fmla="*/ 111333 w 166771"/>
              <a:gd name="csY19" fmla="*/ 10510 h 166600"/>
              <a:gd name="csX20" fmla="*/ 113560 w 166771"/>
              <a:gd name="csY20" fmla="*/ 387 h 166600"/>
              <a:gd name="csX21" fmla="*/ 117960 w 166771"/>
              <a:gd name="csY21" fmla="*/ 7843 h 166600"/>
              <a:gd name="csX22" fmla="*/ 132949 w 166771"/>
              <a:gd name="csY22" fmla="*/ 23283 h 166600"/>
              <a:gd name="csX23" fmla="*/ 137639 w 166771"/>
              <a:gd name="csY23" fmla="*/ 24249 h 166600"/>
              <a:gd name="csX24" fmla="*/ 142971 w 166771"/>
              <a:gd name="csY24" fmla="*/ 28097 h 166600"/>
              <a:gd name="csX25" fmla="*/ 144280 w 166771"/>
              <a:gd name="csY25" fmla="*/ 37270 h 166600"/>
              <a:gd name="csX26" fmla="*/ 141806 w 166771"/>
              <a:gd name="csY26" fmla="*/ 49084 h 166600"/>
              <a:gd name="csX27" fmla="*/ 134976 w 166771"/>
              <a:gd name="csY27" fmla="*/ 50495 h 166600"/>
              <a:gd name="csX28" fmla="*/ 125814 w 166771"/>
              <a:gd name="csY28" fmla="*/ 54367 h 166600"/>
              <a:gd name="csX29" fmla="*/ 117982 w 166771"/>
              <a:gd name="csY29" fmla="*/ 60864 h 166600"/>
              <a:gd name="csX30" fmla="*/ 114406 w 166771"/>
              <a:gd name="csY30" fmla="*/ 64736 h 166600"/>
              <a:gd name="csX31" fmla="*/ 118081 w 166771"/>
              <a:gd name="csY31" fmla="*/ 68608 h 166600"/>
              <a:gd name="csX32" fmla="*/ 117880 w 166771"/>
              <a:gd name="csY32" fmla="*/ 76375 h 166600"/>
              <a:gd name="csX33" fmla="*/ 120902 w 166771"/>
              <a:gd name="csY33" fmla="*/ 101250 h 166600"/>
              <a:gd name="csX34" fmla="*/ 146578 w 166771"/>
              <a:gd name="csY34" fmla="*/ 85070 h 166600"/>
              <a:gd name="csX35" fmla="*/ 165866 w 166771"/>
              <a:gd name="csY35" fmla="*/ 78619 h 166600"/>
              <a:gd name="csX36" fmla="*/ 158858 w 166771"/>
              <a:gd name="csY36" fmla="*/ 93393 h 166600"/>
              <a:gd name="csX37" fmla="*/ 145606 w 166771"/>
              <a:gd name="csY37" fmla="*/ 103389 h 166600"/>
              <a:gd name="csX38" fmla="*/ 146405 w 166771"/>
              <a:gd name="csY38" fmla="*/ 113844 h 166600"/>
              <a:gd name="csX39" fmla="*/ 151373 w 166771"/>
              <a:gd name="csY39" fmla="*/ 126271 h 166600"/>
              <a:gd name="csX40" fmla="*/ 146320 w 166771"/>
              <a:gd name="csY40" fmla="*/ 138511 h 166600"/>
              <a:gd name="csX41" fmla="*/ 142802 w 166771"/>
              <a:gd name="csY41" fmla="*/ 150216 h 166600"/>
              <a:gd name="csX42" fmla="*/ 135305 w 166771"/>
              <a:gd name="csY42" fmla="*/ 162275 h 166600"/>
              <a:gd name="csX43" fmla="*/ 112825 w 166771"/>
              <a:gd name="csY43" fmla="*/ 162186 h 1666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66771" h="166600">
                <a:moveTo>
                  <a:pt x="112825" y="162186"/>
                </a:moveTo>
                <a:cubicBezTo>
                  <a:pt x="107924" y="146593"/>
                  <a:pt x="107287" y="146052"/>
                  <a:pt x="93810" y="146052"/>
                </a:cubicBezTo>
                <a:cubicBezTo>
                  <a:pt x="81661" y="146052"/>
                  <a:pt x="80847" y="145641"/>
                  <a:pt x="80847" y="139517"/>
                </a:cubicBezTo>
                <a:cubicBezTo>
                  <a:pt x="80847" y="135923"/>
                  <a:pt x="79143" y="132329"/>
                  <a:pt x="77061" y="131529"/>
                </a:cubicBezTo>
                <a:cubicBezTo>
                  <a:pt x="70944" y="129182"/>
                  <a:pt x="59116" y="134300"/>
                  <a:pt x="56324" y="140503"/>
                </a:cubicBezTo>
                <a:cubicBezTo>
                  <a:pt x="52116" y="149848"/>
                  <a:pt x="43882" y="146622"/>
                  <a:pt x="40835" y="134435"/>
                </a:cubicBezTo>
                <a:cubicBezTo>
                  <a:pt x="37208" y="119926"/>
                  <a:pt x="35198" y="117667"/>
                  <a:pt x="25839" y="117575"/>
                </a:cubicBezTo>
                <a:cubicBezTo>
                  <a:pt x="16487" y="117484"/>
                  <a:pt x="-3740" y="106278"/>
                  <a:pt x="603" y="103594"/>
                </a:cubicBezTo>
                <a:cubicBezTo>
                  <a:pt x="2143" y="102641"/>
                  <a:pt x="3414" y="97575"/>
                  <a:pt x="3427" y="92334"/>
                </a:cubicBezTo>
                <a:cubicBezTo>
                  <a:pt x="3448" y="83428"/>
                  <a:pt x="4333" y="82366"/>
                  <a:pt x="16980" y="76064"/>
                </a:cubicBezTo>
                <a:cubicBezTo>
                  <a:pt x="26201" y="71468"/>
                  <a:pt x="30266" y="67966"/>
                  <a:pt x="29744" y="65065"/>
                </a:cubicBezTo>
                <a:cubicBezTo>
                  <a:pt x="29324" y="62724"/>
                  <a:pt x="32518" y="54360"/>
                  <a:pt x="36843" y="46479"/>
                </a:cubicBezTo>
                <a:cubicBezTo>
                  <a:pt x="41168" y="38598"/>
                  <a:pt x="44707" y="30469"/>
                  <a:pt x="44707" y="28415"/>
                </a:cubicBezTo>
                <a:cubicBezTo>
                  <a:pt x="44707" y="25420"/>
                  <a:pt x="45659" y="25274"/>
                  <a:pt x="49507" y="27678"/>
                </a:cubicBezTo>
                <a:cubicBezTo>
                  <a:pt x="53370" y="30090"/>
                  <a:pt x="55603" y="29716"/>
                  <a:pt x="60947" y="25763"/>
                </a:cubicBezTo>
                <a:cubicBezTo>
                  <a:pt x="64599" y="23062"/>
                  <a:pt x="68819" y="18205"/>
                  <a:pt x="70323" y="14969"/>
                </a:cubicBezTo>
                <a:cubicBezTo>
                  <a:pt x="72821" y="9600"/>
                  <a:pt x="73567" y="9404"/>
                  <a:pt x="78890" y="12726"/>
                </a:cubicBezTo>
                <a:cubicBezTo>
                  <a:pt x="82096" y="14727"/>
                  <a:pt x="90941" y="17044"/>
                  <a:pt x="98544" y="17873"/>
                </a:cubicBezTo>
                <a:lnTo>
                  <a:pt x="112369" y="19382"/>
                </a:lnTo>
                <a:lnTo>
                  <a:pt x="111333" y="10510"/>
                </a:lnTo>
                <a:cubicBezTo>
                  <a:pt x="110680" y="4917"/>
                  <a:pt x="111503" y="1176"/>
                  <a:pt x="113560" y="387"/>
                </a:cubicBezTo>
                <a:cubicBezTo>
                  <a:pt x="117812" y="-1245"/>
                  <a:pt x="120015" y="2488"/>
                  <a:pt x="117960" y="7843"/>
                </a:cubicBezTo>
                <a:cubicBezTo>
                  <a:pt x="115692" y="13753"/>
                  <a:pt x="126829" y="25225"/>
                  <a:pt x="132949" y="23283"/>
                </a:cubicBezTo>
                <a:cubicBezTo>
                  <a:pt x="135529" y="22464"/>
                  <a:pt x="137639" y="22899"/>
                  <a:pt x="137639" y="24249"/>
                </a:cubicBezTo>
                <a:cubicBezTo>
                  <a:pt x="137639" y="25599"/>
                  <a:pt x="140039" y="27330"/>
                  <a:pt x="142971" y="28097"/>
                </a:cubicBezTo>
                <a:cubicBezTo>
                  <a:pt x="148037" y="29422"/>
                  <a:pt x="148102" y="29879"/>
                  <a:pt x="144280" y="37270"/>
                </a:cubicBezTo>
                <a:cubicBezTo>
                  <a:pt x="142067" y="41548"/>
                  <a:pt x="140954" y="46864"/>
                  <a:pt x="141806" y="49084"/>
                </a:cubicBezTo>
                <a:cubicBezTo>
                  <a:pt x="143608" y="53779"/>
                  <a:pt x="141808" y="54151"/>
                  <a:pt x="134976" y="50495"/>
                </a:cubicBezTo>
                <a:cubicBezTo>
                  <a:pt x="130992" y="48362"/>
                  <a:pt x="129272" y="49089"/>
                  <a:pt x="125814" y="54367"/>
                </a:cubicBezTo>
                <a:cubicBezTo>
                  <a:pt x="123473" y="57940"/>
                  <a:pt x="119948" y="60864"/>
                  <a:pt x="117982" y="60864"/>
                </a:cubicBezTo>
                <a:cubicBezTo>
                  <a:pt x="116015" y="60864"/>
                  <a:pt x="114406" y="62606"/>
                  <a:pt x="114406" y="64736"/>
                </a:cubicBezTo>
                <a:cubicBezTo>
                  <a:pt x="114406" y="66866"/>
                  <a:pt x="116060" y="68608"/>
                  <a:pt x="118081" y="68608"/>
                </a:cubicBezTo>
                <a:cubicBezTo>
                  <a:pt x="121214" y="68608"/>
                  <a:pt x="121185" y="69751"/>
                  <a:pt x="117880" y="76375"/>
                </a:cubicBezTo>
                <a:cubicBezTo>
                  <a:pt x="113557" y="85043"/>
                  <a:pt x="115262" y="99086"/>
                  <a:pt x="120902" y="101250"/>
                </a:cubicBezTo>
                <a:cubicBezTo>
                  <a:pt x="125974" y="103196"/>
                  <a:pt x="134577" y="97775"/>
                  <a:pt x="146578" y="85070"/>
                </a:cubicBezTo>
                <a:cubicBezTo>
                  <a:pt x="158352" y="72606"/>
                  <a:pt x="161996" y="71387"/>
                  <a:pt x="165866" y="78619"/>
                </a:cubicBezTo>
                <a:cubicBezTo>
                  <a:pt x="167980" y="82568"/>
                  <a:pt x="166683" y="85304"/>
                  <a:pt x="158858" y="93393"/>
                </a:cubicBezTo>
                <a:cubicBezTo>
                  <a:pt x="153577" y="98853"/>
                  <a:pt x="147613" y="103351"/>
                  <a:pt x="145606" y="103389"/>
                </a:cubicBezTo>
                <a:cubicBezTo>
                  <a:pt x="139218" y="103509"/>
                  <a:pt x="139670" y="109432"/>
                  <a:pt x="146405" y="113844"/>
                </a:cubicBezTo>
                <a:cubicBezTo>
                  <a:pt x="151813" y="117388"/>
                  <a:pt x="152650" y="119482"/>
                  <a:pt x="151373" y="126271"/>
                </a:cubicBezTo>
                <a:cubicBezTo>
                  <a:pt x="150529" y="130761"/>
                  <a:pt x="148255" y="136269"/>
                  <a:pt x="146320" y="138511"/>
                </a:cubicBezTo>
                <a:cubicBezTo>
                  <a:pt x="144385" y="140752"/>
                  <a:pt x="142802" y="146020"/>
                  <a:pt x="142802" y="150216"/>
                </a:cubicBezTo>
                <a:cubicBezTo>
                  <a:pt x="142802" y="155900"/>
                  <a:pt x="140890" y="158975"/>
                  <a:pt x="135305" y="162275"/>
                </a:cubicBezTo>
                <a:cubicBezTo>
                  <a:pt x="125481" y="168078"/>
                  <a:pt x="114663" y="168035"/>
                  <a:pt x="112825" y="162186"/>
                </a:cubicBezTo>
                <a:close/>
              </a:path>
            </a:pathLst>
          </a:custGeom>
          <a:solidFill>
            <a:srgbClr val="B9B9B9"/>
          </a:solidFill>
          <a:ln w="5163" cap="flat">
            <a:noFill/>
            <a:prstDash val="solid"/>
            <a:miter/>
          </a:ln>
        </p:spPr>
        <p:txBody>
          <a:bodyPr/>
          <a:lstStyle/>
          <a:p>
            <a:endParaRPr lang="es-419" noProof="0" dirty="0"/>
          </a:p>
        </p:txBody>
      </p:sp>
      <p:sp>
        <p:nvSpPr>
          <p:cNvPr id="74" name="Forma libre: forma 73">
            <a:extLst>
              <a:ext uri="{FF2B5EF4-FFF2-40B4-BE49-F238E27FC236}">
                <a16:creationId xmlns:a16="http://schemas.microsoft.com/office/drawing/2014/main" id="{909CB055-628F-7659-9D1B-A69F73AF26D6}"/>
              </a:ext>
            </a:extLst>
          </p:cNvPr>
          <p:cNvSpPr/>
          <p:nvPr/>
        </p:nvSpPr>
        <p:spPr>
          <a:xfrm>
            <a:off x="1152549" y="1816032"/>
            <a:ext cx="278306" cy="369963"/>
          </a:xfrm>
          <a:custGeom>
            <a:avLst/>
            <a:gdLst>
              <a:gd name="csX0" fmla="*/ 34904 w 278306"/>
              <a:gd name="csY0" fmla="*/ 369743 h 369963"/>
              <a:gd name="csX1" fmla="*/ 30386 w 278306"/>
              <a:gd name="csY1" fmla="*/ 366534 h 369963"/>
              <a:gd name="csX2" fmla="*/ 24882 w 278306"/>
              <a:gd name="csY2" fmla="*/ 362569 h 369963"/>
              <a:gd name="csX3" fmla="*/ 21927 w 278306"/>
              <a:gd name="csY3" fmla="*/ 359169 h 369963"/>
              <a:gd name="csX4" fmla="*/ 27578 w 278306"/>
              <a:gd name="csY4" fmla="*/ 347996 h 369963"/>
              <a:gd name="csX5" fmla="*/ 35410 w 278306"/>
              <a:gd name="csY5" fmla="*/ 332463 h 369963"/>
              <a:gd name="csX6" fmla="*/ 46301 w 278306"/>
              <a:gd name="csY6" fmla="*/ 305733 h 369963"/>
              <a:gd name="csX7" fmla="*/ 51274 w 278306"/>
              <a:gd name="csY7" fmla="*/ 305469 h 369963"/>
              <a:gd name="csX8" fmla="*/ 85602 w 278306"/>
              <a:gd name="csY8" fmla="*/ 259605 h 369963"/>
              <a:gd name="csX9" fmla="*/ 77041 w 278306"/>
              <a:gd name="csY9" fmla="*/ 247151 h 369963"/>
              <a:gd name="csX10" fmla="*/ 56201 w 278306"/>
              <a:gd name="csY10" fmla="*/ 259540 h 369963"/>
              <a:gd name="csX11" fmla="*/ 43804 w 278306"/>
              <a:gd name="csY11" fmla="*/ 271918 h 369963"/>
              <a:gd name="csX12" fmla="*/ 42369 w 278306"/>
              <a:gd name="csY12" fmla="*/ 249815 h 369963"/>
              <a:gd name="csX13" fmla="*/ 41724 w 278306"/>
              <a:gd name="csY13" fmla="*/ 231013 h 369963"/>
              <a:gd name="csX14" fmla="*/ 29106 w 278306"/>
              <a:gd name="csY14" fmla="*/ 240028 h 369963"/>
              <a:gd name="csX15" fmla="*/ 22444 w 278306"/>
              <a:gd name="csY15" fmla="*/ 254379 h 369963"/>
              <a:gd name="csX16" fmla="*/ 24802 w 278306"/>
              <a:gd name="csY16" fmla="*/ 241025 h 369963"/>
              <a:gd name="csX17" fmla="*/ 33753 w 278306"/>
              <a:gd name="csY17" fmla="*/ 223416 h 369963"/>
              <a:gd name="csX18" fmla="*/ 20060 w 278306"/>
              <a:gd name="csY18" fmla="*/ 211002 h 369963"/>
              <a:gd name="csX19" fmla="*/ 12798 w 278306"/>
              <a:gd name="csY19" fmla="*/ 218762 h 369963"/>
              <a:gd name="csX20" fmla="*/ 14913 w 278306"/>
              <a:gd name="csY20" fmla="*/ 227151 h 369963"/>
              <a:gd name="csX21" fmla="*/ 17013 w 278306"/>
              <a:gd name="csY21" fmla="*/ 232960 h 369963"/>
              <a:gd name="csX22" fmla="*/ 9735 w 278306"/>
              <a:gd name="csY22" fmla="*/ 237857 h 369963"/>
              <a:gd name="csX23" fmla="*/ 1293 w 278306"/>
              <a:gd name="csY23" fmla="*/ 233984 h 369963"/>
              <a:gd name="csX24" fmla="*/ 5050 w 278306"/>
              <a:gd name="csY24" fmla="*/ 166825 h 369963"/>
              <a:gd name="csX25" fmla="*/ 13098 w 278306"/>
              <a:gd name="csY25" fmla="*/ 148470 h 369963"/>
              <a:gd name="csX26" fmla="*/ 17479 w 278306"/>
              <a:gd name="csY26" fmla="*/ 142324 h 369963"/>
              <a:gd name="csX27" fmla="*/ 23957 w 278306"/>
              <a:gd name="csY27" fmla="*/ 139382 h 369963"/>
              <a:gd name="csX28" fmla="*/ 29365 w 278306"/>
              <a:gd name="csY28" fmla="*/ 127120 h 369963"/>
              <a:gd name="csX29" fmla="*/ 37749 w 278306"/>
              <a:gd name="csY29" fmla="*/ 97729 h 369963"/>
              <a:gd name="csX30" fmla="*/ 49507 w 278306"/>
              <a:gd name="csY30" fmla="*/ 88122 h 369963"/>
              <a:gd name="csX31" fmla="*/ 58774 w 278306"/>
              <a:gd name="csY31" fmla="*/ 77796 h 369963"/>
              <a:gd name="csX32" fmla="*/ 64863 w 278306"/>
              <a:gd name="csY32" fmla="*/ 68721 h 369963"/>
              <a:gd name="csX33" fmla="*/ 80119 w 278306"/>
              <a:gd name="csY33" fmla="*/ 65404 h 369963"/>
              <a:gd name="csX34" fmla="*/ 105248 w 278306"/>
              <a:gd name="csY34" fmla="*/ 69057 h 369963"/>
              <a:gd name="csX35" fmla="*/ 132354 w 278306"/>
              <a:gd name="csY35" fmla="*/ 69793 h 369963"/>
              <a:gd name="csX36" fmla="*/ 147842 w 278306"/>
              <a:gd name="csY36" fmla="*/ 68392 h 369963"/>
              <a:gd name="csX37" fmla="*/ 148600 w 278306"/>
              <a:gd name="csY37" fmla="*/ 51194 h 369963"/>
              <a:gd name="csX38" fmla="*/ 143045 w 278306"/>
              <a:gd name="csY38" fmla="*/ 18458 h 369963"/>
              <a:gd name="csX39" fmla="*/ 138200 w 278306"/>
              <a:gd name="csY39" fmla="*/ 1452 h 369963"/>
              <a:gd name="csX40" fmla="*/ 176238 w 278306"/>
              <a:gd name="csY40" fmla="*/ 4099 h 369963"/>
              <a:gd name="csX41" fmla="*/ 200117 w 278306"/>
              <a:gd name="csY41" fmla="*/ 11594 h 369963"/>
              <a:gd name="csX42" fmla="*/ 208506 w 278306"/>
              <a:gd name="csY42" fmla="*/ 17328 h 369963"/>
              <a:gd name="csX43" fmla="*/ 213126 w 278306"/>
              <a:gd name="csY43" fmla="*/ 22327 h 369963"/>
              <a:gd name="csX44" fmla="*/ 220224 w 278306"/>
              <a:gd name="csY44" fmla="*/ 29184 h 369963"/>
              <a:gd name="csX45" fmla="*/ 234966 w 278306"/>
              <a:gd name="csY45" fmla="*/ 33975 h 369963"/>
              <a:gd name="csX46" fmla="*/ 247228 w 278306"/>
              <a:gd name="csY46" fmla="*/ 35904 h 369963"/>
              <a:gd name="csX47" fmla="*/ 256714 w 278306"/>
              <a:gd name="csY47" fmla="*/ 49191 h 369963"/>
              <a:gd name="csX48" fmla="*/ 272203 w 278306"/>
              <a:gd name="csY48" fmla="*/ 58184 h 369963"/>
              <a:gd name="csX49" fmla="*/ 271714 w 278306"/>
              <a:gd name="csY49" fmla="*/ 67589 h 369963"/>
              <a:gd name="csX50" fmla="*/ 263105 w 278306"/>
              <a:gd name="csY50" fmla="*/ 78504 h 369963"/>
              <a:gd name="csX51" fmla="*/ 254303 w 278306"/>
              <a:gd name="csY51" fmla="*/ 85750 h 369963"/>
              <a:gd name="csX52" fmla="*/ 246105 w 278306"/>
              <a:gd name="csY52" fmla="*/ 101699 h 369963"/>
              <a:gd name="csX53" fmla="*/ 227494 w 278306"/>
              <a:gd name="csY53" fmla="*/ 130702 h 369963"/>
              <a:gd name="csX54" fmla="*/ 183924 w 278306"/>
              <a:gd name="csY54" fmla="*/ 160034 h 369963"/>
              <a:gd name="csX55" fmla="*/ 153537 w 278306"/>
              <a:gd name="csY55" fmla="*/ 173778 h 369963"/>
              <a:gd name="csX56" fmla="*/ 157053 w 278306"/>
              <a:gd name="csY56" fmla="*/ 181528 h 369963"/>
              <a:gd name="csX57" fmla="*/ 160436 w 278306"/>
              <a:gd name="csY57" fmla="*/ 193225 h 369963"/>
              <a:gd name="csX58" fmla="*/ 180263 w 278306"/>
              <a:gd name="csY58" fmla="*/ 225950 h 369963"/>
              <a:gd name="csX59" fmla="*/ 194663 w 278306"/>
              <a:gd name="csY59" fmla="*/ 239264 h 369963"/>
              <a:gd name="csX60" fmla="*/ 204770 w 278306"/>
              <a:gd name="csY60" fmla="*/ 247088 h 369963"/>
              <a:gd name="csX61" fmla="*/ 210897 w 278306"/>
              <a:gd name="csY61" fmla="*/ 244424 h 369963"/>
              <a:gd name="csX62" fmla="*/ 229158 w 278306"/>
              <a:gd name="csY62" fmla="*/ 228391 h 369963"/>
              <a:gd name="csX63" fmla="*/ 234321 w 278306"/>
              <a:gd name="csY63" fmla="*/ 228442 h 369963"/>
              <a:gd name="csX64" fmla="*/ 234966 w 278306"/>
              <a:gd name="csY64" fmla="*/ 250091 h 369963"/>
              <a:gd name="csX65" fmla="*/ 235014 w 278306"/>
              <a:gd name="csY65" fmla="*/ 261191 h 369963"/>
              <a:gd name="csX66" fmla="*/ 230353 w 278306"/>
              <a:gd name="csY66" fmla="*/ 300578 h 369963"/>
              <a:gd name="csX67" fmla="*/ 224337 w 278306"/>
              <a:gd name="csY67" fmla="*/ 308123 h 369963"/>
              <a:gd name="csX68" fmla="*/ 215823 w 278306"/>
              <a:gd name="csY68" fmla="*/ 299799 h 369963"/>
              <a:gd name="csX69" fmla="*/ 202099 w 278306"/>
              <a:gd name="csY69" fmla="*/ 292094 h 369963"/>
              <a:gd name="csX70" fmla="*/ 185246 w 278306"/>
              <a:gd name="csY70" fmla="*/ 278805 h 369963"/>
              <a:gd name="csX71" fmla="*/ 173928 w 278306"/>
              <a:gd name="csY71" fmla="*/ 260086 h 369963"/>
              <a:gd name="csX72" fmla="*/ 159486 w 278306"/>
              <a:gd name="csY72" fmla="*/ 251642 h 369963"/>
              <a:gd name="csX73" fmla="*/ 135920 w 278306"/>
              <a:gd name="csY73" fmla="*/ 263292 h 369963"/>
              <a:gd name="csX74" fmla="*/ 128496 w 278306"/>
              <a:gd name="csY74" fmla="*/ 268428 h 369963"/>
              <a:gd name="csX75" fmla="*/ 118324 w 278306"/>
              <a:gd name="csY75" fmla="*/ 277403 h 369963"/>
              <a:gd name="csX76" fmla="*/ 102749 w 278306"/>
              <a:gd name="csY76" fmla="*/ 302843 h 369963"/>
              <a:gd name="csX77" fmla="*/ 111986 w 278306"/>
              <a:gd name="csY77" fmla="*/ 325389 h 369963"/>
              <a:gd name="csX78" fmla="*/ 124791 w 278306"/>
              <a:gd name="csY78" fmla="*/ 345325 h 369963"/>
              <a:gd name="csX79" fmla="*/ 112525 w 278306"/>
              <a:gd name="csY79" fmla="*/ 358252 h 369963"/>
              <a:gd name="csX80" fmla="*/ 61364 w 278306"/>
              <a:gd name="csY80" fmla="*/ 367059 h 369963"/>
              <a:gd name="csX81" fmla="*/ 45875 w 278306"/>
              <a:gd name="csY81" fmla="*/ 368630 h 369963"/>
              <a:gd name="csX82" fmla="*/ 34904 w 278306"/>
              <a:gd name="csY82" fmla="*/ 369743 h 3699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Lst>
            <a:rect l="l" t="t" r="r" b="b"/>
            <a:pathLst>
              <a:path w="278306" h="369963">
                <a:moveTo>
                  <a:pt x="34904" y="369743"/>
                </a:moveTo>
                <a:cubicBezTo>
                  <a:pt x="32419" y="369198"/>
                  <a:pt x="30386" y="367754"/>
                  <a:pt x="30386" y="366534"/>
                </a:cubicBezTo>
                <a:cubicBezTo>
                  <a:pt x="30386" y="365314"/>
                  <a:pt x="27909" y="363530"/>
                  <a:pt x="24882" y="362569"/>
                </a:cubicBezTo>
                <a:cubicBezTo>
                  <a:pt x="21855" y="361609"/>
                  <a:pt x="20525" y="360078"/>
                  <a:pt x="21927" y="359169"/>
                </a:cubicBezTo>
                <a:cubicBezTo>
                  <a:pt x="23328" y="358259"/>
                  <a:pt x="25871" y="353231"/>
                  <a:pt x="27578" y="347996"/>
                </a:cubicBezTo>
                <a:cubicBezTo>
                  <a:pt x="29284" y="342760"/>
                  <a:pt x="32809" y="335771"/>
                  <a:pt x="35410" y="332463"/>
                </a:cubicBezTo>
                <a:cubicBezTo>
                  <a:pt x="41776" y="324371"/>
                  <a:pt x="48428" y="308044"/>
                  <a:pt x="46301" y="305733"/>
                </a:cubicBezTo>
                <a:cubicBezTo>
                  <a:pt x="45357" y="304708"/>
                  <a:pt x="47595" y="304589"/>
                  <a:pt x="51274" y="305469"/>
                </a:cubicBezTo>
                <a:cubicBezTo>
                  <a:pt x="65489" y="308870"/>
                  <a:pt x="84946" y="282874"/>
                  <a:pt x="85602" y="259605"/>
                </a:cubicBezTo>
                <a:cubicBezTo>
                  <a:pt x="85868" y="250143"/>
                  <a:pt x="85296" y="249310"/>
                  <a:pt x="77041" y="247151"/>
                </a:cubicBezTo>
                <a:cubicBezTo>
                  <a:pt x="64390" y="243842"/>
                  <a:pt x="56201" y="248710"/>
                  <a:pt x="56201" y="259540"/>
                </a:cubicBezTo>
                <a:cubicBezTo>
                  <a:pt x="56201" y="269382"/>
                  <a:pt x="51616" y="273960"/>
                  <a:pt x="43804" y="271918"/>
                </a:cubicBezTo>
                <a:cubicBezTo>
                  <a:pt x="37009" y="270141"/>
                  <a:pt x="36944" y="269149"/>
                  <a:pt x="42369" y="249815"/>
                </a:cubicBezTo>
                <a:cubicBezTo>
                  <a:pt x="46434" y="235327"/>
                  <a:pt x="46408" y="234559"/>
                  <a:pt x="41724" y="231013"/>
                </a:cubicBezTo>
                <a:cubicBezTo>
                  <a:pt x="34464" y="225517"/>
                  <a:pt x="33758" y="226021"/>
                  <a:pt x="29106" y="240028"/>
                </a:cubicBezTo>
                <a:cubicBezTo>
                  <a:pt x="26753" y="247111"/>
                  <a:pt x="23756" y="253568"/>
                  <a:pt x="22444" y="254379"/>
                </a:cubicBezTo>
                <a:cubicBezTo>
                  <a:pt x="19454" y="256227"/>
                  <a:pt x="19357" y="256781"/>
                  <a:pt x="24802" y="241025"/>
                </a:cubicBezTo>
                <a:cubicBezTo>
                  <a:pt x="27318" y="233748"/>
                  <a:pt x="31345" y="225823"/>
                  <a:pt x="33753" y="223416"/>
                </a:cubicBezTo>
                <a:cubicBezTo>
                  <a:pt x="41536" y="215633"/>
                  <a:pt x="38403" y="212792"/>
                  <a:pt x="20060" y="211002"/>
                </a:cubicBezTo>
                <a:cubicBezTo>
                  <a:pt x="14508" y="210460"/>
                  <a:pt x="13494" y="211544"/>
                  <a:pt x="12798" y="218762"/>
                </a:cubicBezTo>
                <a:cubicBezTo>
                  <a:pt x="12315" y="223766"/>
                  <a:pt x="13169" y="227151"/>
                  <a:pt x="14913" y="227151"/>
                </a:cubicBezTo>
                <a:cubicBezTo>
                  <a:pt x="16522" y="227151"/>
                  <a:pt x="17467" y="229765"/>
                  <a:pt x="17013" y="232960"/>
                </a:cubicBezTo>
                <a:cubicBezTo>
                  <a:pt x="16365" y="237521"/>
                  <a:pt x="14803" y="238572"/>
                  <a:pt x="9735" y="237857"/>
                </a:cubicBezTo>
                <a:cubicBezTo>
                  <a:pt x="6185" y="237355"/>
                  <a:pt x="2386" y="235613"/>
                  <a:pt x="1293" y="233984"/>
                </a:cubicBezTo>
                <a:cubicBezTo>
                  <a:pt x="-1682" y="229553"/>
                  <a:pt x="858" y="184145"/>
                  <a:pt x="5050" y="166825"/>
                </a:cubicBezTo>
                <a:cubicBezTo>
                  <a:pt x="7067" y="158491"/>
                  <a:pt x="10689" y="150232"/>
                  <a:pt x="13098" y="148470"/>
                </a:cubicBezTo>
                <a:cubicBezTo>
                  <a:pt x="15508" y="146708"/>
                  <a:pt x="17479" y="143943"/>
                  <a:pt x="17479" y="142324"/>
                </a:cubicBezTo>
                <a:cubicBezTo>
                  <a:pt x="17479" y="140706"/>
                  <a:pt x="20394" y="139382"/>
                  <a:pt x="23957" y="139382"/>
                </a:cubicBezTo>
                <a:cubicBezTo>
                  <a:pt x="30115" y="139382"/>
                  <a:pt x="30383" y="138776"/>
                  <a:pt x="29365" y="127120"/>
                </a:cubicBezTo>
                <a:cubicBezTo>
                  <a:pt x="27807" y="109281"/>
                  <a:pt x="29957" y="101744"/>
                  <a:pt x="37749" y="97729"/>
                </a:cubicBezTo>
                <a:cubicBezTo>
                  <a:pt x="41508" y="95792"/>
                  <a:pt x="46799" y="91468"/>
                  <a:pt x="49507" y="88122"/>
                </a:cubicBezTo>
                <a:cubicBezTo>
                  <a:pt x="52214" y="84775"/>
                  <a:pt x="56385" y="80128"/>
                  <a:pt x="58774" y="77796"/>
                </a:cubicBezTo>
                <a:cubicBezTo>
                  <a:pt x="61163" y="75463"/>
                  <a:pt x="63903" y="71380"/>
                  <a:pt x="64863" y="68721"/>
                </a:cubicBezTo>
                <a:cubicBezTo>
                  <a:pt x="66368" y="64550"/>
                  <a:pt x="68459" y="64095"/>
                  <a:pt x="80119" y="65404"/>
                </a:cubicBezTo>
                <a:cubicBezTo>
                  <a:pt x="87551" y="66238"/>
                  <a:pt x="98859" y="67882"/>
                  <a:pt x="105248" y="69057"/>
                </a:cubicBezTo>
                <a:cubicBezTo>
                  <a:pt x="111637" y="70233"/>
                  <a:pt x="123835" y="70564"/>
                  <a:pt x="132354" y="69793"/>
                </a:cubicBezTo>
                <a:lnTo>
                  <a:pt x="147842" y="68392"/>
                </a:lnTo>
                <a:lnTo>
                  <a:pt x="148600" y="51194"/>
                </a:lnTo>
                <a:cubicBezTo>
                  <a:pt x="149196" y="37679"/>
                  <a:pt x="148006" y="30668"/>
                  <a:pt x="143045" y="18458"/>
                </a:cubicBezTo>
                <a:cubicBezTo>
                  <a:pt x="139573" y="9912"/>
                  <a:pt x="137392" y="2259"/>
                  <a:pt x="138200" y="1452"/>
                </a:cubicBezTo>
                <a:cubicBezTo>
                  <a:pt x="141102" y="-1451"/>
                  <a:pt x="166125" y="290"/>
                  <a:pt x="176238" y="4099"/>
                </a:cubicBezTo>
                <a:cubicBezTo>
                  <a:pt x="189419" y="9062"/>
                  <a:pt x="190086" y="9272"/>
                  <a:pt x="200117" y="11594"/>
                </a:cubicBezTo>
                <a:cubicBezTo>
                  <a:pt x="204892" y="12700"/>
                  <a:pt x="208506" y="15170"/>
                  <a:pt x="208506" y="17328"/>
                </a:cubicBezTo>
                <a:cubicBezTo>
                  <a:pt x="208506" y="19413"/>
                  <a:pt x="210585" y="21662"/>
                  <a:pt x="213126" y="22327"/>
                </a:cubicBezTo>
                <a:cubicBezTo>
                  <a:pt x="215666" y="22991"/>
                  <a:pt x="218861" y="26077"/>
                  <a:pt x="220224" y="29184"/>
                </a:cubicBezTo>
                <a:cubicBezTo>
                  <a:pt x="222363" y="34057"/>
                  <a:pt x="224390" y="34715"/>
                  <a:pt x="234966" y="33975"/>
                </a:cubicBezTo>
                <a:cubicBezTo>
                  <a:pt x="242553" y="33444"/>
                  <a:pt x="247228" y="34179"/>
                  <a:pt x="247228" y="35904"/>
                </a:cubicBezTo>
                <a:cubicBezTo>
                  <a:pt x="247228" y="37437"/>
                  <a:pt x="251497" y="43416"/>
                  <a:pt x="256714" y="49191"/>
                </a:cubicBezTo>
                <a:cubicBezTo>
                  <a:pt x="264193" y="57469"/>
                  <a:pt x="267470" y="59372"/>
                  <a:pt x="272203" y="58184"/>
                </a:cubicBezTo>
                <a:cubicBezTo>
                  <a:pt x="280616" y="56072"/>
                  <a:pt x="280219" y="63714"/>
                  <a:pt x="271714" y="67589"/>
                </a:cubicBezTo>
                <a:cubicBezTo>
                  <a:pt x="267863" y="69343"/>
                  <a:pt x="264361" y="73784"/>
                  <a:pt x="263105" y="78504"/>
                </a:cubicBezTo>
                <a:cubicBezTo>
                  <a:pt x="261351" y="85098"/>
                  <a:pt x="259842" y="86340"/>
                  <a:pt x="254303" y="85750"/>
                </a:cubicBezTo>
                <a:cubicBezTo>
                  <a:pt x="246592" y="84928"/>
                  <a:pt x="243436" y="91067"/>
                  <a:pt x="246105" y="101699"/>
                </a:cubicBezTo>
                <a:cubicBezTo>
                  <a:pt x="247533" y="107389"/>
                  <a:pt x="244867" y="111544"/>
                  <a:pt x="227494" y="130702"/>
                </a:cubicBezTo>
                <a:cubicBezTo>
                  <a:pt x="207371" y="152893"/>
                  <a:pt x="196764" y="160034"/>
                  <a:pt x="183924" y="160034"/>
                </a:cubicBezTo>
                <a:cubicBezTo>
                  <a:pt x="175394" y="160034"/>
                  <a:pt x="155328" y="169109"/>
                  <a:pt x="153537" y="173778"/>
                </a:cubicBezTo>
                <a:cubicBezTo>
                  <a:pt x="152784" y="175740"/>
                  <a:pt x="154366" y="179227"/>
                  <a:pt x="157053" y="181528"/>
                </a:cubicBezTo>
                <a:cubicBezTo>
                  <a:pt x="160618" y="184580"/>
                  <a:pt x="161532" y="187741"/>
                  <a:pt x="160436" y="193225"/>
                </a:cubicBezTo>
                <a:cubicBezTo>
                  <a:pt x="158065" y="205081"/>
                  <a:pt x="165477" y="217314"/>
                  <a:pt x="180263" y="225950"/>
                </a:cubicBezTo>
                <a:cubicBezTo>
                  <a:pt x="187814" y="230360"/>
                  <a:pt x="193823" y="235916"/>
                  <a:pt x="194663" y="239264"/>
                </a:cubicBezTo>
                <a:cubicBezTo>
                  <a:pt x="196711" y="247420"/>
                  <a:pt x="202826" y="252154"/>
                  <a:pt x="204770" y="247088"/>
                </a:cubicBezTo>
                <a:cubicBezTo>
                  <a:pt x="205617" y="244882"/>
                  <a:pt x="208258" y="243734"/>
                  <a:pt x="210897" y="244424"/>
                </a:cubicBezTo>
                <a:cubicBezTo>
                  <a:pt x="216566" y="245906"/>
                  <a:pt x="229158" y="234851"/>
                  <a:pt x="229158" y="228391"/>
                </a:cubicBezTo>
                <a:cubicBezTo>
                  <a:pt x="229158" y="223967"/>
                  <a:pt x="229378" y="223969"/>
                  <a:pt x="234321" y="228442"/>
                </a:cubicBezTo>
                <a:cubicBezTo>
                  <a:pt x="240730" y="234242"/>
                  <a:pt x="241099" y="246636"/>
                  <a:pt x="234966" y="250091"/>
                </a:cubicBezTo>
                <a:cubicBezTo>
                  <a:pt x="230667" y="252513"/>
                  <a:pt x="230669" y="253050"/>
                  <a:pt x="235014" y="261191"/>
                </a:cubicBezTo>
                <a:cubicBezTo>
                  <a:pt x="240871" y="272165"/>
                  <a:pt x="238755" y="290041"/>
                  <a:pt x="230353" y="300578"/>
                </a:cubicBezTo>
                <a:lnTo>
                  <a:pt x="224337" y="308123"/>
                </a:lnTo>
                <a:lnTo>
                  <a:pt x="215823" y="299799"/>
                </a:lnTo>
                <a:cubicBezTo>
                  <a:pt x="210927" y="295013"/>
                  <a:pt x="205095" y="291738"/>
                  <a:pt x="202099" y="292094"/>
                </a:cubicBezTo>
                <a:cubicBezTo>
                  <a:pt x="194035" y="293052"/>
                  <a:pt x="185277" y="286146"/>
                  <a:pt x="185246" y="278805"/>
                </a:cubicBezTo>
                <a:cubicBezTo>
                  <a:pt x="185229" y="274767"/>
                  <a:pt x="180965" y="267715"/>
                  <a:pt x="173928" y="260086"/>
                </a:cubicBezTo>
                <a:cubicBezTo>
                  <a:pt x="164333" y="249682"/>
                  <a:pt x="162165" y="248415"/>
                  <a:pt x="159486" y="251642"/>
                </a:cubicBezTo>
                <a:cubicBezTo>
                  <a:pt x="155362" y="256612"/>
                  <a:pt x="141849" y="263292"/>
                  <a:pt x="135920" y="263292"/>
                </a:cubicBezTo>
                <a:cubicBezTo>
                  <a:pt x="133348" y="263292"/>
                  <a:pt x="130007" y="265603"/>
                  <a:pt x="128496" y="268428"/>
                </a:cubicBezTo>
                <a:cubicBezTo>
                  <a:pt x="126984" y="271253"/>
                  <a:pt x="122406" y="275292"/>
                  <a:pt x="118324" y="277403"/>
                </a:cubicBezTo>
                <a:cubicBezTo>
                  <a:pt x="105333" y="284120"/>
                  <a:pt x="102661" y="288486"/>
                  <a:pt x="102749" y="302843"/>
                </a:cubicBezTo>
                <a:cubicBezTo>
                  <a:pt x="102826" y="315405"/>
                  <a:pt x="106784" y="325066"/>
                  <a:pt x="111986" y="325389"/>
                </a:cubicBezTo>
                <a:cubicBezTo>
                  <a:pt x="116589" y="325676"/>
                  <a:pt x="126252" y="340721"/>
                  <a:pt x="124791" y="345325"/>
                </a:cubicBezTo>
                <a:cubicBezTo>
                  <a:pt x="123983" y="347870"/>
                  <a:pt x="118463" y="353688"/>
                  <a:pt x="112525" y="358252"/>
                </a:cubicBezTo>
                <a:cubicBezTo>
                  <a:pt x="101535" y="366699"/>
                  <a:pt x="89725" y="368732"/>
                  <a:pt x="61364" y="367059"/>
                </a:cubicBezTo>
                <a:cubicBezTo>
                  <a:pt x="56394" y="366766"/>
                  <a:pt x="49424" y="367473"/>
                  <a:pt x="45875" y="368630"/>
                </a:cubicBezTo>
                <a:cubicBezTo>
                  <a:pt x="42325" y="369787"/>
                  <a:pt x="37388" y="370288"/>
                  <a:pt x="34904" y="369743"/>
                </a:cubicBezTo>
                <a:close/>
              </a:path>
            </a:pathLst>
          </a:custGeom>
          <a:solidFill>
            <a:srgbClr val="B9B9B9"/>
          </a:solidFill>
          <a:ln w="5163" cap="flat">
            <a:noFill/>
            <a:prstDash val="solid"/>
            <a:miter/>
          </a:ln>
        </p:spPr>
        <p:txBody>
          <a:bodyPr/>
          <a:lstStyle/>
          <a:p>
            <a:endParaRPr lang="es-419" noProof="0" dirty="0"/>
          </a:p>
        </p:txBody>
      </p:sp>
      <p:grpSp>
        <p:nvGrpSpPr>
          <p:cNvPr id="75" name="Gráfico 39">
            <a:extLst>
              <a:ext uri="{FF2B5EF4-FFF2-40B4-BE49-F238E27FC236}">
                <a16:creationId xmlns:a16="http://schemas.microsoft.com/office/drawing/2014/main" id="{204AA331-9963-1C44-6C94-2D9D93A9C42D}"/>
              </a:ext>
            </a:extLst>
          </p:cNvPr>
          <p:cNvGrpSpPr/>
          <p:nvPr/>
        </p:nvGrpSpPr>
        <p:grpSpPr>
          <a:xfrm>
            <a:off x="1634957" y="2069316"/>
            <a:ext cx="438046" cy="474569"/>
            <a:chOff x="1634957" y="2069316"/>
            <a:chExt cx="438046" cy="474569"/>
          </a:xfrm>
        </p:grpSpPr>
        <p:sp>
          <p:nvSpPr>
            <p:cNvPr id="76" name="Forma libre: forma 75">
              <a:extLst>
                <a:ext uri="{FF2B5EF4-FFF2-40B4-BE49-F238E27FC236}">
                  <a16:creationId xmlns:a16="http://schemas.microsoft.com/office/drawing/2014/main" id="{FF1DBFCF-359C-10C3-37D9-F50CCC7D9733}"/>
                </a:ext>
              </a:extLst>
            </p:cNvPr>
            <p:cNvSpPr/>
            <p:nvPr/>
          </p:nvSpPr>
          <p:spPr>
            <a:xfrm>
              <a:off x="1634957" y="2069316"/>
              <a:ext cx="438046" cy="474569"/>
            </a:xfrm>
            <a:custGeom>
              <a:avLst/>
              <a:gdLst>
                <a:gd name="csX0" fmla="*/ 332739 w 438046"/>
                <a:gd name="csY0" fmla="*/ 469202 h 474569"/>
                <a:gd name="csX1" fmla="*/ 324349 w 438046"/>
                <a:gd name="csY1" fmla="*/ 460541 h 474569"/>
                <a:gd name="csX2" fmla="*/ 306954 w 438046"/>
                <a:gd name="csY2" fmla="*/ 447652 h 474569"/>
                <a:gd name="csX3" fmla="*/ 301522 w 438046"/>
                <a:gd name="csY3" fmla="*/ 436095 h 474569"/>
                <a:gd name="csX4" fmla="*/ 298287 w 438046"/>
                <a:gd name="csY4" fmla="*/ 425621 h 474569"/>
                <a:gd name="csX5" fmla="*/ 291436 w 438046"/>
                <a:gd name="csY5" fmla="*/ 429493 h 474569"/>
                <a:gd name="csX6" fmla="*/ 284162 w 438046"/>
                <a:gd name="csY6" fmla="*/ 433365 h 474569"/>
                <a:gd name="csX7" fmla="*/ 273181 w 438046"/>
                <a:gd name="csY7" fmla="*/ 439996 h 474569"/>
                <a:gd name="csX8" fmla="*/ 246542 w 438046"/>
                <a:gd name="csY8" fmla="*/ 415677 h 474569"/>
                <a:gd name="csX9" fmla="*/ 247543 w 438046"/>
                <a:gd name="csY9" fmla="*/ 398488 h 474569"/>
                <a:gd name="csX10" fmla="*/ 227242 w 438046"/>
                <a:gd name="csY10" fmla="*/ 385770 h 474569"/>
                <a:gd name="csX11" fmla="*/ 216574 w 438046"/>
                <a:gd name="csY11" fmla="*/ 384267 h 474569"/>
                <a:gd name="csX12" fmla="*/ 211411 w 438046"/>
                <a:gd name="csY12" fmla="*/ 381736 h 474569"/>
                <a:gd name="csX13" fmla="*/ 206248 w 438046"/>
                <a:gd name="csY13" fmla="*/ 377864 h 474569"/>
                <a:gd name="csX14" fmla="*/ 201085 w 438046"/>
                <a:gd name="csY14" fmla="*/ 368829 h 474569"/>
                <a:gd name="csX15" fmla="*/ 195840 w 438046"/>
                <a:gd name="csY15" fmla="*/ 360439 h 474569"/>
                <a:gd name="csX16" fmla="*/ 179383 w 438046"/>
                <a:gd name="csY16" fmla="*/ 344572 h 474569"/>
                <a:gd name="csX17" fmla="*/ 166056 w 438046"/>
                <a:gd name="csY17" fmla="*/ 347532 h 474569"/>
                <a:gd name="csX18" fmla="*/ 162127 w 438046"/>
                <a:gd name="csY18" fmla="*/ 363514 h 474569"/>
                <a:gd name="csX19" fmla="*/ 156676 w 438046"/>
                <a:gd name="csY19" fmla="*/ 372397 h 474569"/>
                <a:gd name="csX20" fmla="*/ 152333 w 438046"/>
                <a:gd name="csY20" fmla="*/ 366640 h 474569"/>
                <a:gd name="csX21" fmla="*/ 138487 w 438046"/>
                <a:gd name="csY21" fmla="*/ 364853 h 474569"/>
                <a:gd name="csX22" fmla="*/ 126312 w 438046"/>
                <a:gd name="csY22" fmla="*/ 363833 h 474569"/>
                <a:gd name="csX23" fmla="*/ 123641 w 438046"/>
                <a:gd name="csY23" fmla="*/ 355006 h 474569"/>
                <a:gd name="csX24" fmla="*/ 115723 w 438046"/>
                <a:gd name="csY24" fmla="*/ 349430 h 474569"/>
                <a:gd name="csX25" fmla="*/ 110493 w 438046"/>
                <a:gd name="csY25" fmla="*/ 333027 h 474569"/>
                <a:gd name="csX26" fmla="*/ 115897 w 438046"/>
                <a:gd name="csY26" fmla="*/ 317692 h 474569"/>
                <a:gd name="csX27" fmla="*/ 126868 w 438046"/>
                <a:gd name="csY27" fmla="*/ 306474 h 474569"/>
                <a:gd name="csX28" fmla="*/ 128005 w 438046"/>
                <a:gd name="csY28" fmla="*/ 290864 h 474569"/>
                <a:gd name="csX29" fmla="*/ 107467 w 438046"/>
                <a:gd name="csY29" fmla="*/ 276906 h 474569"/>
                <a:gd name="csX30" fmla="*/ 125531 w 438046"/>
                <a:gd name="csY30" fmla="*/ 228226 h 474569"/>
                <a:gd name="csX31" fmla="*/ 128516 w 438046"/>
                <a:gd name="csY31" fmla="*/ 218872 h 474569"/>
                <a:gd name="csX32" fmla="*/ 122054 w 438046"/>
                <a:gd name="csY32" fmla="*/ 216563 h 474569"/>
                <a:gd name="csX33" fmla="*/ 112602 w 438046"/>
                <a:gd name="csY33" fmla="*/ 211354 h 474569"/>
                <a:gd name="csX34" fmla="*/ 97827 w 438046"/>
                <a:gd name="csY34" fmla="*/ 212411 h 474569"/>
                <a:gd name="csX35" fmla="*/ 87566 w 438046"/>
                <a:gd name="csY35" fmla="*/ 216588 h 474569"/>
                <a:gd name="csX36" fmla="*/ 80430 w 438046"/>
                <a:gd name="csY36" fmla="*/ 211038 h 474569"/>
                <a:gd name="csX37" fmla="*/ 79784 w 438046"/>
                <a:gd name="csY37" fmla="*/ 198453 h 474569"/>
                <a:gd name="csX38" fmla="*/ 82015 w 438046"/>
                <a:gd name="csY38" fmla="*/ 188949 h 474569"/>
                <a:gd name="csX39" fmla="*/ 89966 w 438046"/>
                <a:gd name="csY39" fmla="*/ 185629 h 474569"/>
                <a:gd name="csX40" fmla="*/ 87641 w 438046"/>
                <a:gd name="csY40" fmla="*/ 169636 h 474569"/>
                <a:gd name="csX41" fmla="*/ 79292 w 438046"/>
                <a:gd name="csY41" fmla="*/ 156728 h 474569"/>
                <a:gd name="csX42" fmla="*/ 72462 w 438046"/>
                <a:gd name="csY42" fmla="*/ 148956 h 474569"/>
                <a:gd name="csX43" fmla="*/ 56524 w 438046"/>
                <a:gd name="csY43" fmla="*/ 163920 h 474569"/>
                <a:gd name="csX44" fmla="*/ 52658 w 438046"/>
                <a:gd name="csY44" fmla="*/ 164900 h 474569"/>
                <a:gd name="csX45" fmla="*/ 39697 w 438046"/>
                <a:gd name="csY45" fmla="*/ 168628 h 474569"/>
                <a:gd name="csX46" fmla="*/ 26748 w 438046"/>
                <a:gd name="csY46" fmla="*/ 181448 h 474569"/>
                <a:gd name="csX47" fmla="*/ 16403 w 438046"/>
                <a:gd name="csY47" fmla="*/ 190289 h 474569"/>
                <a:gd name="csX48" fmla="*/ 7343 w 438046"/>
                <a:gd name="csY48" fmla="*/ 186486 h 474569"/>
                <a:gd name="csX49" fmla="*/ 9965 w 438046"/>
                <a:gd name="csY49" fmla="*/ 170925 h 474569"/>
                <a:gd name="csX50" fmla="*/ 15158 w 438046"/>
                <a:gd name="csY50" fmla="*/ 162124 h 474569"/>
                <a:gd name="csX51" fmla="*/ 9381 w 438046"/>
                <a:gd name="csY51" fmla="*/ 159801 h 474569"/>
                <a:gd name="csX52" fmla="*/ 7807 w 438046"/>
                <a:gd name="csY52" fmla="*/ 157314 h 474569"/>
                <a:gd name="csX53" fmla="*/ 15681 w 438046"/>
                <a:gd name="csY53" fmla="*/ 151621 h 474569"/>
                <a:gd name="csX54" fmla="*/ 24691 w 438046"/>
                <a:gd name="csY54" fmla="*/ 148948 h 474569"/>
                <a:gd name="csX55" fmla="*/ 33291 w 438046"/>
                <a:gd name="csY55" fmla="*/ 142643 h 474569"/>
                <a:gd name="csX56" fmla="*/ 36252 w 438046"/>
                <a:gd name="csY56" fmla="*/ 130243 h 474569"/>
                <a:gd name="csX57" fmla="*/ 35959 w 438046"/>
                <a:gd name="csY57" fmla="*/ 119824 h 474569"/>
                <a:gd name="csX58" fmla="*/ 30417 w 438046"/>
                <a:gd name="csY58" fmla="*/ 117319 h 474569"/>
                <a:gd name="csX59" fmla="*/ 28128 w 438046"/>
                <a:gd name="csY59" fmla="*/ 114535 h 474569"/>
                <a:gd name="csX60" fmla="*/ 22780 w 438046"/>
                <a:gd name="csY60" fmla="*/ 112034 h 474569"/>
                <a:gd name="csX61" fmla="*/ 9335 w 438046"/>
                <a:gd name="csY61" fmla="*/ 100263 h 474569"/>
                <a:gd name="csX62" fmla="*/ 5316 w 438046"/>
                <a:gd name="csY62" fmla="*/ 85099 h 474569"/>
                <a:gd name="csX63" fmla="*/ 0 w 438046"/>
                <a:gd name="csY63" fmla="*/ 74899 h 474569"/>
                <a:gd name="csX64" fmla="*/ 5230 w 438046"/>
                <a:gd name="csY64" fmla="*/ 68250 h 474569"/>
                <a:gd name="csX65" fmla="*/ 8777 w 438046"/>
                <a:gd name="csY65" fmla="*/ 53938 h 474569"/>
                <a:gd name="csX66" fmla="*/ 11157 w 438046"/>
                <a:gd name="csY66" fmla="*/ 40474 h 474569"/>
                <a:gd name="csX67" fmla="*/ 15221 w 438046"/>
                <a:gd name="csY67" fmla="*/ 30361 h 474569"/>
                <a:gd name="csX68" fmla="*/ 19093 w 438046"/>
                <a:gd name="csY68" fmla="*/ 24563 h 474569"/>
                <a:gd name="csX69" fmla="*/ 13331 w 438046"/>
                <a:gd name="csY69" fmla="*/ 11391 h 474569"/>
                <a:gd name="csX70" fmla="*/ 15610 w 438046"/>
                <a:gd name="csY70" fmla="*/ 4739 h 474569"/>
                <a:gd name="csX71" fmla="*/ 24152 w 438046"/>
                <a:gd name="csY71" fmla="*/ 2431 h 474569"/>
                <a:gd name="csX72" fmla="*/ 42643 w 438046"/>
                <a:gd name="csY72" fmla="*/ 10008 h 474569"/>
                <a:gd name="csX73" fmla="*/ 58021 w 438046"/>
                <a:gd name="csY73" fmla="*/ 20333 h 474569"/>
                <a:gd name="csX74" fmla="*/ 76259 w 438046"/>
                <a:gd name="csY74" fmla="*/ 58909 h 474569"/>
                <a:gd name="csX75" fmla="*/ 87417 w 438046"/>
                <a:gd name="csY75" fmla="*/ 80908 h 474569"/>
                <a:gd name="csX76" fmla="*/ 99122 w 438046"/>
                <a:gd name="csY76" fmla="*/ 102996 h 474569"/>
                <a:gd name="csX77" fmla="*/ 103913 w 438046"/>
                <a:gd name="csY77" fmla="*/ 110684 h 474569"/>
                <a:gd name="csX78" fmla="*/ 102362 w 438046"/>
                <a:gd name="csY78" fmla="*/ 90033 h 474569"/>
                <a:gd name="csX79" fmla="*/ 92203 w 438046"/>
                <a:gd name="csY79" fmla="*/ 66799 h 474569"/>
                <a:gd name="csX80" fmla="*/ 83568 w 438046"/>
                <a:gd name="csY80" fmla="*/ 60346 h 474569"/>
                <a:gd name="csX81" fmla="*/ 86838 w 438046"/>
                <a:gd name="csY81" fmla="*/ 69381 h 474569"/>
                <a:gd name="csX82" fmla="*/ 85111 w 438046"/>
                <a:gd name="csY82" fmla="*/ 70354 h 474569"/>
                <a:gd name="csX83" fmla="*/ 81250 w 438046"/>
                <a:gd name="csY83" fmla="*/ 58738 h 474569"/>
                <a:gd name="csX84" fmla="*/ 73693 w 438046"/>
                <a:gd name="csY84" fmla="*/ 39979 h 474569"/>
                <a:gd name="csX85" fmla="*/ 66850 w 438046"/>
                <a:gd name="csY85" fmla="*/ 27201 h 474569"/>
                <a:gd name="csX86" fmla="*/ 80920 w 438046"/>
                <a:gd name="csY86" fmla="*/ 44489 h 474569"/>
                <a:gd name="csX87" fmla="*/ 99162 w 438046"/>
                <a:gd name="csY87" fmla="*/ 64586 h 474569"/>
                <a:gd name="csX88" fmla="*/ 107565 w 438046"/>
                <a:gd name="csY88" fmla="*/ 86419 h 474569"/>
                <a:gd name="csX89" fmla="*/ 116108 w 438046"/>
                <a:gd name="csY89" fmla="*/ 138203 h 474569"/>
                <a:gd name="csX90" fmla="*/ 121060 w 438046"/>
                <a:gd name="csY90" fmla="*/ 151411 h 474569"/>
                <a:gd name="csX91" fmla="*/ 135828 w 438046"/>
                <a:gd name="csY91" fmla="*/ 169580 h 474569"/>
                <a:gd name="csX92" fmla="*/ 173747 w 438046"/>
                <a:gd name="csY92" fmla="*/ 217637 h 474569"/>
                <a:gd name="csX93" fmla="*/ 186052 w 438046"/>
                <a:gd name="csY93" fmla="*/ 237240 h 474569"/>
                <a:gd name="csX94" fmla="*/ 192809 w 438046"/>
                <a:gd name="csY94" fmla="*/ 259193 h 474569"/>
                <a:gd name="csX95" fmla="*/ 202887 w 438046"/>
                <a:gd name="csY95" fmla="*/ 280570 h 474569"/>
                <a:gd name="csX96" fmla="*/ 215434 w 438046"/>
                <a:gd name="csY96" fmla="*/ 294429 h 474569"/>
                <a:gd name="csX97" fmla="*/ 223898 w 438046"/>
                <a:gd name="csY97" fmla="*/ 302869 h 474569"/>
                <a:gd name="csX98" fmla="*/ 231639 w 438046"/>
                <a:gd name="csY98" fmla="*/ 310848 h 474569"/>
                <a:gd name="csX99" fmla="*/ 241066 w 438046"/>
                <a:gd name="csY99" fmla="*/ 319770 h 474569"/>
                <a:gd name="csX100" fmla="*/ 242388 w 438046"/>
                <a:gd name="csY100" fmla="*/ 323654 h 474569"/>
                <a:gd name="csX101" fmla="*/ 237225 w 438046"/>
                <a:gd name="csY101" fmla="*/ 324770 h 474569"/>
                <a:gd name="csX102" fmla="*/ 239807 w 438046"/>
                <a:gd name="csY102" fmla="*/ 327526 h 474569"/>
                <a:gd name="csX103" fmla="*/ 241743 w 438046"/>
                <a:gd name="csY103" fmla="*/ 330724 h 474569"/>
                <a:gd name="csX104" fmla="*/ 248333 w 438046"/>
                <a:gd name="csY104" fmla="*/ 333103 h 474569"/>
                <a:gd name="csX105" fmla="*/ 259724 w 438046"/>
                <a:gd name="csY105" fmla="*/ 335713 h 474569"/>
                <a:gd name="csX106" fmla="*/ 262612 w 438046"/>
                <a:gd name="csY106" fmla="*/ 335270 h 474569"/>
                <a:gd name="csX107" fmla="*/ 255739 w 438046"/>
                <a:gd name="csY107" fmla="*/ 330573 h 474569"/>
                <a:gd name="csX108" fmla="*/ 250133 w 438046"/>
                <a:gd name="csY108" fmla="*/ 327461 h 474569"/>
                <a:gd name="csX109" fmla="*/ 260301 w 438046"/>
                <a:gd name="csY109" fmla="*/ 328761 h 474569"/>
                <a:gd name="csX110" fmla="*/ 284960 w 438046"/>
                <a:gd name="csY110" fmla="*/ 330853 h 474569"/>
                <a:gd name="csX111" fmla="*/ 308115 w 438046"/>
                <a:gd name="csY111" fmla="*/ 337754 h 474569"/>
                <a:gd name="csX112" fmla="*/ 325378 w 438046"/>
                <a:gd name="csY112" fmla="*/ 347910 h 474569"/>
                <a:gd name="csX113" fmla="*/ 336932 w 438046"/>
                <a:gd name="csY113" fmla="*/ 355594 h 474569"/>
                <a:gd name="csX114" fmla="*/ 342564 w 438046"/>
                <a:gd name="csY114" fmla="*/ 364198 h 474569"/>
                <a:gd name="csX115" fmla="*/ 343743 w 438046"/>
                <a:gd name="csY115" fmla="*/ 371080 h 474569"/>
                <a:gd name="csX116" fmla="*/ 344358 w 438046"/>
                <a:gd name="csY116" fmla="*/ 373363 h 474569"/>
                <a:gd name="csX117" fmla="*/ 350269 w 438046"/>
                <a:gd name="csY117" fmla="*/ 376862 h 474569"/>
                <a:gd name="csX118" fmla="*/ 372627 w 438046"/>
                <a:gd name="csY118" fmla="*/ 380540 h 474569"/>
                <a:gd name="csX119" fmla="*/ 391189 w 438046"/>
                <a:gd name="csY119" fmla="*/ 378801 h 474569"/>
                <a:gd name="csX120" fmla="*/ 394232 w 438046"/>
                <a:gd name="csY120" fmla="*/ 388958 h 474569"/>
                <a:gd name="csX121" fmla="*/ 397318 w 438046"/>
                <a:gd name="csY121" fmla="*/ 403978 h 474569"/>
                <a:gd name="csX122" fmla="*/ 409224 w 438046"/>
                <a:gd name="csY122" fmla="*/ 419167 h 474569"/>
                <a:gd name="csX123" fmla="*/ 434929 w 438046"/>
                <a:gd name="csY123" fmla="*/ 450207 h 474569"/>
                <a:gd name="csX124" fmla="*/ 429332 w 438046"/>
                <a:gd name="csY124" fmla="*/ 469288 h 474569"/>
                <a:gd name="csX125" fmla="*/ 376412 w 438046"/>
                <a:gd name="csY125" fmla="*/ 474534 h 474569"/>
                <a:gd name="csX126" fmla="*/ 332739 w 438046"/>
                <a:gd name="csY126" fmla="*/ 469202 h 47456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438046" h="474569">
                  <a:moveTo>
                    <a:pt x="332739" y="469202"/>
                  </a:moveTo>
                  <a:cubicBezTo>
                    <a:pt x="332739" y="465869"/>
                    <a:pt x="329807" y="462843"/>
                    <a:pt x="324349" y="460541"/>
                  </a:cubicBezTo>
                  <a:cubicBezTo>
                    <a:pt x="319735" y="458594"/>
                    <a:pt x="311907" y="452795"/>
                    <a:pt x="306954" y="447652"/>
                  </a:cubicBezTo>
                  <a:cubicBezTo>
                    <a:pt x="299888" y="440316"/>
                    <a:pt x="298719" y="437828"/>
                    <a:pt x="301522" y="436095"/>
                  </a:cubicBezTo>
                  <a:cubicBezTo>
                    <a:pt x="305823" y="433437"/>
                    <a:pt x="303408" y="425621"/>
                    <a:pt x="298287" y="425621"/>
                  </a:cubicBezTo>
                  <a:cubicBezTo>
                    <a:pt x="296286" y="425621"/>
                    <a:pt x="293203" y="427364"/>
                    <a:pt x="291436" y="429493"/>
                  </a:cubicBezTo>
                  <a:cubicBezTo>
                    <a:pt x="289668" y="431623"/>
                    <a:pt x="286395" y="433365"/>
                    <a:pt x="284162" y="433365"/>
                  </a:cubicBezTo>
                  <a:cubicBezTo>
                    <a:pt x="281929" y="433365"/>
                    <a:pt x="276987" y="436349"/>
                    <a:pt x="273181" y="439996"/>
                  </a:cubicBezTo>
                  <a:cubicBezTo>
                    <a:pt x="256469" y="456007"/>
                    <a:pt x="233183" y="434749"/>
                    <a:pt x="246542" y="415677"/>
                  </a:cubicBezTo>
                  <a:cubicBezTo>
                    <a:pt x="250094" y="410606"/>
                    <a:pt x="250239" y="408115"/>
                    <a:pt x="247543" y="398488"/>
                  </a:cubicBezTo>
                  <a:cubicBezTo>
                    <a:pt x="243936" y="385603"/>
                    <a:pt x="241942" y="384354"/>
                    <a:pt x="227242" y="385770"/>
                  </a:cubicBezTo>
                  <a:cubicBezTo>
                    <a:pt x="221295" y="386343"/>
                    <a:pt x="216574" y="385678"/>
                    <a:pt x="216574" y="384267"/>
                  </a:cubicBezTo>
                  <a:cubicBezTo>
                    <a:pt x="216574" y="382875"/>
                    <a:pt x="214251" y="381736"/>
                    <a:pt x="211411" y="381736"/>
                  </a:cubicBezTo>
                  <a:cubicBezTo>
                    <a:pt x="208543" y="381736"/>
                    <a:pt x="206248" y="380015"/>
                    <a:pt x="206248" y="377864"/>
                  </a:cubicBezTo>
                  <a:cubicBezTo>
                    <a:pt x="206248" y="375735"/>
                    <a:pt x="203925" y="371669"/>
                    <a:pt x="201085" y="368829"/>
                  </a:cubicBezTo>
                  <a:cubicBezTo>
                    <a:pt x="198245" y="365990"/>
                    <a:pt x="195885" y="362214"/>
                    <a:pt x="195840" y="360439"/>
                  </a:cubicBezTo>
                  <a:cubicBezTo>
                    <a:pt x="195695" y="354744"/>
                    <a:pt x="189552" y="348821"/>
                    <a:pt x="179383" y="344572"/>
                  </a:cubicBezTo>
                  <a:cubicBezTo>
                    <a:pt x="165908" y="338942"/>
                    <a:pt x="164292" y="339301"/>
                    <a:pt x="166056" y="347532"/>
                  </a:cubicBezTo>
                  <a:cubicBezTo>
                    <a:pt x="167087" y="352339"/>
                    <a:pt x="165818" y="357500"/>
                    <a:pt x="162127" y="363514"/>
                  </a:cubicBezTo>
                  <a:lnTo>
                    <a:pt x="156676" y="372397"/>
                  </a:lnTo>
                  <a:lnTo>
                    <a:pt x="152333" y="366640"/>
                  </a:lnTo>
                  <a:cubicBezTo>
                    <a:pt x="148166" y="361115"/>
                    <a:pt x="147605" y="361043"/>
                    <a:pt x="138487" y="364853"/>
                  </a:cubicBezTo>
                  <a:cubicBezTo>
                    <a:pt x="129534" y="368594"/>
                    <a:pt x="128828" y="368535"/>
                    <a:pt x="126312" y="363833"/>
                  </a:cubicBezTo>
                  <a:cubicBezTo>
                    <a:pt x="124843" y="361088"/>
                    <a:pt x="123641" y="357116"/>
                    <a:pt x="123641" y="355006"/>
                  </a:cubicBezTo>
                  <a:cubicBezTo>
                    <a:pt x="123641" y="352823"/>
                    <a:pt x="120228" y="350420"/>
                    <a:pt x="115723" y="349430"/>
                  </a:cubicBezTo>
                  <a:cubicBezTo>
                    <a:pt x="105375" y="347157"/>
                    <a:pt x="103846" y="342362"/>
                    <a:pt x="110493" y="333027"/>
                  </a:cubicBezTo>
                  <a:cubicBezTo>
                    <a:pt x="113465" y="328853"/>
                    <a:pt x="115897" y="321952"/>
                    <a:pt x="115897" y="317692"/>
                  </a:cubicBezTo>
                  <a:cubicBezTo>
                    <a:pt x="115897" y="310844"/>
                    <a:pt x="117170" y="309543"/>
                    <a:pt x="126868" y="306474"/>
                  </a:cubicBezTo>
                  <a:cubicBezTo>
                    <a:pt x="141640" y="301799"/>
                    <a:pt x="142221" y="293818"/>
                    <a:pt x="128005" y="290864"/>
                  </a:cubicBezTo>
                  <a:cubicBezTo>
                    <a:pt x="113703" y="287893"/>
                    <a:pt x="108950" y="284662"/>
                    <a:pt x="107467" y="276906"/>
                  </a:cubicBezTo>
                  <a:cubicBezTo>
                    <a:pt x="105739" y="267867"/>
                    <a:pt x="117059" y="237363"/>
                    <a:pt x="125531" y="228226"/>
                  </a:cubicBezTo>
                  <a:cubicBezTo>
                    <a:pt x="130828" y="222513"/>
                    <a:pt x="131406" y="220702"/>
                    <a:pt x="128516" y="218872"/>
                  </a:cubicBezTo>
                  <a:cubicBezTo>
                    <a:pt x="126545" y="217624"/>
                    <a:pt x="123637" y="216585"/>
                    <a:pt x="122054" y="216563"/>
                  </a:cubicBezTo>
                  <a:cubicBezTo>
                    <a:pt x="120470" y="216541"/>
                    <a:pt x="116217" y="214197"/>
                    <a:pt x="112602" y="211354"/>
                  </a:cubicBezTo>
                  <a:cubicBezTo>
                    <a:pt x="105961" y="206129"/>
                    <a:pt x="97827" y="206711"/>
                    <a:pt x="97827" y="212411"/>
                  </a:cubicBezTo>
                  <a:cubicBezTo>
                    <a:pt x="97827" y="219059"/>
                    <a:pt x="92291" y="221313"/>
                    <a:pt x="87566" y="216588"/>
                  </a:cubicBezTo>
                  <a:cubicBezTo>
                    <a:pt x="85046" y="214068"/>
                    <a:pt x="81835" y="211570"/>
                    <a:pt x="80430" y="211038"/>
                  </a:cubicBezTo>
                  <a:cubicBezTo>
                    <a:pt x="78870" y="210447"/>
                    <a:pt x="78619" y="205549"/>
                    <a:pt x="79784" y="198453"/>
                  </a:cubicBezTo>
                  <a:cubicBezTo>
                    <a:pt x="80834" y="192064"/>
                    <a:pt x="81838" y="187787"/>
                    <a:pt x="82015" y="188949"/>
                  </a:cubicBezTo>
                  <a:cubicBezTo>
                    <a:pt x="82193" y="190110"/>
                    <a:pt x="85771" y="188616"/>
                    <a:pt x="89966" y="185629"/>
                  </a:cubicBezTo>
                  <a:cubicBezTo>
                    <a:pt x="98750" y="179374"/>
                    <a:pt x="98211" y="175668"/>
                    <a:pt x="87641" y="169636"/>
                  </a:cubicBezTo>
                  <a:cubicBezTo>
                    <a:pt x="82102" y="166474"/>
                    <a:pt x="79900" y="163069"/>
                    <a:pt x="79292" y="156728"/>
                  </a:cubicBezTo>
                  <a:cubicBezTo>
                    <a:pt x="78587" y="149374"/>
                    <a:pt x="77588" y="148238"/>
                    <a:pt x="72462" y="148956"/>
                  </a:cubicBezTo>
                  <a:cubicBezTo>
                    <a:pt x="65224" y="149970"/>
                    <a:pt x="56524" y="158137"/>
                    <a:pt x="56524" y="163920"/>
                  </a:cubicBezTo>
                  <a:cubicBezTo>
                    <a:pt x="56524" y="167347"/>
                    <a:pt x="55821" y="167525"/>
                    <a:pt x="52658" y="164900"/>
                  </a:cubicBezTo>
                  <a:cubicBezTo>
                    <a:pt x="49486" y="162267"/>
                    <a:pt x="47159" y="162936"/>
                    <a:pt x="39697" y="168628"/>
                  </a:cubicBezTo>
                  <a:cubicBezTo>
                    <a:pt x="34695" y="172443"/>
                    <a:pt x="28868" y="178212"/>
                    <a:pt x="26748" y="181448"/>
                  </a:cubicBezTo>
                  <a:cubicBezTo>
                    <a:pt x="24627" y="184684"/>
                    <a:pt x="19972" y="188663"/>
                    <a:pt x="16403" y="190289"/>
                  </a:cubicBezTo>
                  <a:cubicBezTo>
                    <a:pt x="10541" y="192960"/>
                    <a:pt x="9664" y="192592"/>
                    <a:pt x="7343" y="186486"/>
                  </a:cubicBezTo>
                  <a:cubicBezTo>
                    <a:pt x="5309" y="181137"/>
                    <a:pt x="5857" y="177888"/>
                    <a:pt x="9965" y="170925"/>
                  </a:cubicBezTo>
                  <a:lnTo>
                    <a:pt x="15158" y="162124"/>
                  </a:lnTo>
                  <a:lnTo>
                    <a:pt x="9381" y="159801"/>
                  </a:lnTo>
                  <a:cubicBezTo>
                    <a:pt x="5449" y="158219"/>
                    <a:pt x="4946" y="157425"/>
                    <a:pt x="7807" y="157314"/>
                  </a:cubicBezTo>
                  <a:cubicBezTo>
                    <a:pt x="10118" y="157224"/>
                    <a:pt x="13662" y="154662"/>
                    <a:pt x="15681" y="151621"/>
                  </a:cubicBezTo>
                  <a:cubicBezTo>
                    <a:pt x="18731" y="147026"/>
                    <a:pt x="20256" y="146574"/>
                    <a:pt x="24691" y="148948"/>
                  </a:cubicBezTo>
                  <a:cubicBezTo>
                    <a:pt x="31018" y="152334"/>
                    <a:pt x="33291" y="150668"/>
                    <a:pt x="33291" y="142643"/>
                  </a:cubicBezTo>
                  <a:cubicBezTo>
                    <a:pt x="33291" y="139397"/>
                    <a:pt x="34623" y="133817"/>
                    <a:pt x="36252" y="130243"/>
                  </a:cubicBezTo>
                  <a:cubicBezTo>
                    <a:pt x="38533" y="125236"/>
                    <a:pt x="38466" y="122844"/>
                    <a:pt x="35959" y="119824"/>
                  </a:cubicBezTo>
                  <a:cubicBezTo>
                    <a:pt x="34170" y="117668"/>
                    <a:pt x="31676" y="116540"/>
                    <a:pt x="30417" y="117319"/>
                  </a:cubicBezTo>
                  <a:cubicBezTo>
                    <a:pt x="29158" y="118097"/>
                    <a:pt x="28128" y="116844"/>
                    <a:pt x="28128" y="114535"/>
                  </a:cubicBezTo>
                  <a:cubicBezTo>
                    <a:pt x="28128" y="111463"/>
                    <a:pt x="26693" y="110792"/>
                    <a:pt x="22780" y="112034"/>
                  </a:cubicBezTo>
                  <a:cubicBezTo>
                    <a:pt x="15848" y="114234"/>
                    <a:pt x="7575" y="106991"/>
                    <a:pt x="9335" y="100263"/>
                  </a:cubicBezTo>
                  <a:cubicBezTo>
                    <a:pt x="10049" y="97533"/>
                    <a:pt x="8241" y="90709"/>
                    <a:pt x="5316" y="85099"/>
                  </a:cubicBezTo>
                  <a:lnTo>
                    <a:pt x="0" y="74899"/>
                  </a:lnTo>
                  <a:lnTo>
                    <a:pt x="5230" y="68250"/>
                  </a:lnTo>
                  <a:cubicBezTo>
                    <a:pt x="9068" y="63371"/>
                    <a:pt x="10012" y="59562"/>
                    <a:pt x="8777" y="53938"/>
                  </a:cubicBezTo>
                  <a:cubicBezTo>
                    <a:pt x="7655" y="48830"/>
                    <a:pt x="8449" y="44342"/>
                    <a:pt x="11157" y="40474"/>
                  </a:cubicBezTo>
                  <a:cubicBezTo>
                    <a:pt x="13392" y="37284"/>
                    <a:pt x="15221" y="32733"/>
                    <a:pt x="15221" y="30361"/>
                  </a:cubicBezTo>
                  <a:cubicBezTo>
                    <a:pt x="15221" y="27989"/>
                    <a:pt x="16963" y="25380"/>
                    <a:pt x="19093" y="24563"/>
                  </a:cubicBezTo>
                  <a:cubicBezTo>
                    <a:pt x="25297" y="22182"/>
                    <a:pt x="23642" y="18398"/>
                    <a:pt x="13331" y="11391"/>
                  </a:cubicBezTo>
                  <a:cubicBezTo>
                    <a:pt x="3467" y="4689"/>
                    <a:pt x="3713" y="3972"/>
                    <a:pt x="15610" y="4739"/>
                  </a:cubicBezTo>
                  <a:cubicBezTo>
                    <a:pt x="19374" y="4981"/>
                    <a:pt x="23217" y="3943"/>
                    <a:pt x="24152" y="2431"/>
                  </a:cubicBezTo>
                  <a:cubicBezTo>
                    <a:pt x="26872" y="-1970"/>
                    <a:pt x="29405" y="-932"/>
                    <a:pt x="42643" y="10008"/>
                  </a:cubicBezTo>
                  <a:cubicBezTo>
                    <a:pt x="49515" y="15687"/>
                    <a:pt x="56436" y="20333"/>
                    <a:pt x="58021" y="20333"/>
                  </a:cubicBezTo>
                  <a:cubicBezTo>
                    <a:pt x="61009" y="20333"/>
                    <a:pt x="65792" y="30450"/>
                    <a:pt x="76259" y="58909"/>
                  </a:cubicBezTo>
                  <a:cubicBezTo>
                    <a:pt x="79624" y="68058"/>
                    <a:pt x="84645" y="77957"/>
                    <a:pt x="87417" y="80908"/>
                  </a:cubicBezTo>
                  <a:cubicBezTo>
                    <a:pt x="90189" y="83859"/>
                    <a:pt x="95457" y="93799"/>
                    <a:pt x="99122" y="102996"/>
                  </a:cubicBezTo>
                  <a:cubicBezTo>
                    <a:pt x="103054" y="112863"/>
                    <a:pt x="105019" y="116015"/>
                    <a:pt x="103913" y="110684"/>
                  </a:cubicBezTo>
                  <a:cubicBezTo>
                    <a:pt x="102883" y="105715"/>
                    <a:pt x="102185" y="96422"/>
                    <a:pt x="102362" y="90033"/>
                  </a:cubicBezTo>
                  <a:cubicBezTo>
                    <a:pt x="102644" y="79863"/>
                    <a:pt x="101378" y="76968"/>
                    <a:pt x="92203" y="66799"/>
                  </a:cubicBezTo>
                  <a:cubicBezTo>
                    <a:pt x="86438" y="60410"/>
                    <a:pt x="82553" y="57506"/>
                    <a:pt x="83568" y="60346"/>
                  </a:cubicBezTo>
                  <a:cubicBezTo>
                    <a:pt x="84584" y="63185"/>
                    <a:pt x="86055" y="67251"/>
                    <a:pt x="86838" y="69381"/>
                  </a:cubicBezTo>
                  <a:cubicBezTo>
                    <a:pt x="87916" y="72315"/>
                    <a:pt x="87498" y="72550"/>
                    <a:pt x="85111" y="70354"/>
                  </a:cubicBezTo>
                  <a:cubicBezTo>
                    <a:pt x="83379" y="68760"/>
                    <a:pt x="81641" y="63533"/>
                    <a:pt x="81250" y="58738"/>
                  </a:cubicBezTo>
                  <a:cubicBezTo>
                    <a:pt x="80858" y="53943"/>
                    <a:pt x="77457" y="45502"/>
                    <a:pt x="73693" y="39979"/>
                  </a:cubicBezTo>
                  <a:cubicBezTo>
                    <a:pt x="69929" y="34457"/>
                    <a:pt x="66850" y="28707"/>
                    <a:pt x="66850" y="27201"/>
                  </a:cubicBezTo>
                  <a:cubicBezTo>
                    <a:pt x="66850" y="23517"/>
                    <a:pt x="69162" y="26358"/>
                    <a:pt x="80920" y="44489"/>
                  </a:cubicBezTo>
                  <a:cubicBezTo>
                    <a:pt x="86314" y="52805"/>
                    <a:pt x="94522" y="61849"/>
                    <a:pt x="99162" y="64586"/>
                  </a:cubicBezTo>
                  <a:cubicBezTo>
                    <a:pt x="108835" y="70294"/>
                    <a:pt x="111618" y="77524"/>
                    <a:pt x="107565" y="86419"/>
                  </a:cubicBezTo>
                  <a:cubicBezTo>
                    <a:pt x="104001" y="94242"/>
                    <a:pt x="108931" y="124125"/>
                    <a:pt x="116108" y="138203"/>
                  </a:cubicBezTo>
                  <a:cubicBezTo>
                    <a:pt x="118832" y="143545"/>
                    <a:pt x="121060" y="149489"/>
                    <a:pt x="121060" y="151411"/>
                  </a:cubicBezTo>
                  <a:cubicBezTo>
                    <a:pt x="121060" y="153333"/>
                    <a:pt x="127706" y="161509"/>
                    <a:pt x="135828" y="169580"/>
                  </a:cubicBezTo>
                  <a:cubicBezTo>
                    <a:pt x="153391" y="187033"/>
                    <a:pt x="164572" y="201203"/>
                    <a:pt x="173747" y="217637"/>
                  </a:cubicBezTo>
                  <a:cubicBezTo>
                    <a:pt x="177457" y="224283"/>
                    <a:pt x="182994" y="233104"/>
                    <a:pt x="186052" y="237240"/>
                  </a:cubicBezTo>
                  <a:cubicBezTo>
                    <a:pt x="189610" y="242051"/>
                    <a:pt x="192043" y="249958"/>
                    <a:pt x="192809" y="259193"/>
                  </a:cubicBezTo>
                  <a:cubicBezTo>
                    <a:pt x="193864" y="271919"/>
                    <a:pt x="195056" y="274447"/>
                    <a:pt x="202887" y="280570"/>
                  </a:cubicBezTo>
                  <a:cubicBezTo>
                    <a:pt x="207772" y="284389"/>
                    <a:pt x="213418" y="290626"/>
                    <a:pt x="215434" y="294429"/>
                  </a:cubicBezTo>
                  <a:cubicBezTo>
                    <a:pt x="217449" y="298233"/>
                    <a:pt x="221258" y="302031"/>
                    <a:pt x="223898" y="302869"/>
                  </a:cubicBezTo>
                  <a:cubicBezTo>
                    <a:pt x="226538" y="303707"/>
                    <a:pt x="230021" y="307297"/>
                    <a:pt x="231639" y="310848"/>
                  </a:cubicBezTo>
                  <a:cubicBezTo>
                    <a:pt x="233257" y="314399"/>
                    <a:pt x="237499" y="318413"/>
                    <a:pt x="241066" y="319770"/>
                  </a:cubicBezTo>
                  <a:cubicBezTo>
                    <a:pt x="248737" y="322686"/>
                    <a:pt x="249875" y="326030"/>
                    <a:pt x="242388" y="323654"/>
                  </a:cubicBezTo>
                  <a:cubicBezTo>
                    <a:pt x="239427" y="322714"/>
                    <a:pt x="237225" y="323190"/>
                    <a:pt x="237225" y="324770"/>
                  </a:cubicBezTo>
                  <a:cubicBezTo>
                    <a:pt x="237225" y="326286"/>
                    <a:pt x="238387" y="327526"/>
                    <a:pt x="239807" y="327526"/>
                  </a:cubicBezTo>
                  <a:cubicBezTo>
                    <a:pt x="241227" y="327526"/>
                    <a:pt x="242098" y="328965"/>
                    <a:pt x="241743" y="330724"/>
                  </a:cubicBezTo>
                  <a:cubicBezTo>
                    <a:pt x="241323" y="332806"/>
                    <a:pt x="243624" y="333637"/>
                    <a:pt x="248333" y="333103"/>
                  </a:cubicBezTo>
                  <a:cubicBezTo>
                    <a:pt x="252313" y="332652"/>
                    <a:pt x="257439" y="333827"/>
                    <a:pt x="259724" y="335713"/>
                  </a:cubicBezTo>
                  <a:cubicBezTo>
                    <a:pt x="263236" y="338612"/>
                    <a:pt x="263683" y="338543"/>
                    <a:pt x="262612" y="335270"/>
                  </a:cubicBezTo>
                  <a:cubicBezTo>
                    <a:pt x="261915" y="333141"/>
                    <a:pt x="258822" y="331027"/>
                    <a:pt x="255739" y="330573"/>
                  </a:cubicBezTo>
                  <a:cubicBezTo>
                    <a:pt x="252655" y="330119"/>
                    <a:pt x="250133" y="328719"/>
                    <a:pt x="250133" y="327461"/>
                  </a:cubicBezTo>
                  <a:cubicBezTo>
                    <a:pt x="250133" y="326203"/>
                    <a:pt x="254708" y="326788"/>
                    <a:pt x="260301" y="328761"/>
                  </a:cubicBezTo>
                  <a:cubicBezTo>
                    <a:pt x="266891" y="331086"/>
                    <a:pt x="275567" y="331822"/>
                    <a:pt x="284960" y="330853"/>
                  </a:cubicBezTo>
                  <a:cubicBezTo>
                    <a:pt x="298714" y="329433"/>
                    <a:pt x="299892" y="329784"/>
                    <a:pt x="308115" y="337754"/>
                  </a:cubicBezTo>
                  <a:cubicBezTo>
                    <a:pt x="312880" y="342373"/>
                    <a:pt x="320648" y="346943"/>
                    <a:pt x="325378" y="347910"/>
                  </a:cubicBezTo>
                  <a:cubicBezTo>
                    <a:pt x="330622" y="348983"/>
                    <a:pt x="335130" y="351981"/>
                    <a:pt x="336932" y="355594"/>
                  </a:cubicBezTo>
                  <a:cubicBezTo>
                    <a:pt x="338556" y="358853"/>
                    <a:pt x="341091" y="362725"/>
                    <a:pt x="342564" y="364198"/>
                  </a:cubicBezTo>
                  <a:cubicBezTo>
                    <a:pt x="344037" y="365671"/>
                    <a:pt x="344568" y="368768"/>
                    <a:pt x="343743" y="371080"/>
                  </a:cubicBezTo>
                  <a:cubicBezTo>
                    <a:pt x="342917" y="373391"/>
                    <a:pt x="343194" y="374419"/>
                    <a:pt x="344358" y="373363"/>
                  </a:cubicBezTo>
                  <a:cubicBezTo>
                    <a:pt x="345522" y="372307"/>
                    <a:pt x="348182" y="373882"/>
                    <a:pt x="350269" y="376862"/>
                  </a:cubicBezTo>
                  <a:cubicBezTo>
                    <a:pt x="353742" y="381821"/>
                    <a:pt x="355637" y="382132"/>
                    <a:pt x="372627" y="380540"/>
                  </a:cubicBezTo>
                  <a:lnTo>
                    <a:pt x="391189" y="378801"/>
                  </a:lnTo>
                  <a:lnTo>
                    <a:pt x="394232" y="388958"/>
                  </a:lnTo>
                  <a:cubicBezTo>
                    <a:pt x="395906" y="394544"/>
                    <a:pt x="397295" y="401303"/>
                    <a:pt x="397318" y="403978"/>
                  </a:cubicBezTo>
                  <a:cubicBezTo>
                    <a:pt x="397342" y="406653"/>
                    <a:pt x="402699" y="413488"/>
                    <a:pt x="409224" y="419167"/>
                  </a:cubicBezTo>
                  <a:cubicBezTo>
                    <a:pt x="427997" y="435508"/>
                    <a:pt x="431130" y="439291"/>
                    <a:pt x="434929" y="450207"/>
                  </a:cubicBezTo>
                  <a:cubicBezTo>
                    <a:pt x="439665" y="463816"/>
                    <a:pt x="439887" y="463061"/>
                    <a:pt x="429332" y="469288"/>
                  </a:cubicBezTo>
                  <a:cubicBezTo>
                    <a:pt x="420856" y="474289"/>
                    <a:pt x="416443" y="474727"/>
                    <a:pt x="376412" y="474534"/>
                  </a:cubicBezTo>
                  <a:cubicBezTo>
                    <a:pt x="334645" y="474334"/>
                    <a:pt x="332739" y="474101"/>
                    <a:pt x="332739" y="469202"/>
                  </a:cubicBezTo>
                  <a:close/>
                </a:path>
              </a:pathLst>
            </a:custGeom>
            <a:solidFill>
              <a:srgbClr val="B9B9B9"/>
            </a:solidFill>
            <a:ln w="5163" cap="flat">
              <a:noFill/>
              <a:prstDash val="solid"/>
              <a:miter/>
            </a:ln>
          </p:spPr>
          <p:txBody>
            <a:bodyPr/>
            <a:lstStyle/>
            <a:p>
              <a:endParaRPr lang="es-419" noProof="0" dirty="0"/>
            </a:p>
          </p:txBody>
        </p:sp>
        <p:sp>
          <p:nvSpPr>
            <p:cNvPr id="77" name="Forma libre: forma 76">
              <a:extLst>
                <a:ext uri="{FF2B5EF4-FFF2-40B4-BE49-F238E27FC236}">
                  <a16:creationId xmlns:a16="http://schemas.microsoft.com/office/drawing/2014/main" id="{1ECA3DB1-231B-3BE6-3DF0-314318FC9AFB}"/>
                </a:ext>
              </a:extLst>
            </p:cNvPr>
            <p:cNvSpPr/>
            <p:nvPr/>
          </p:nvSpPr>
          <p:spPr>
            <a:xfrm>
              <a:off x="1730874" y="2149721"/>
              <a:ext cx="4491" cy="9472"/>
            </a:xfrm>
            <a:custGeom>
              <a:avLst/>
              <a:gdLst>
                <a:gd name="csX0" fmla="*/ 480 w 4491"/>
                <a:gd name="csY0" fmla="*/ 6821 h 9472"/>
                <a:gd name="csX1" fmla="*/ 1619 w 4491"/>
                <a:gd name="csY1" fmla="*/ 1142 h 9472"/>
                <a:gd name="csX2" fmla="*/ 4491 w 4491"/>
                <a:gd name="csY2" fmla="*/ 3948 h 9472"/>
                <a:gd name="csX3" fmla="*/ 480 w 4491"/>
                <a:gd name="csY3" fmla="*/ 6821 h 9472"/>
              </a:gdLst>
              <a:ahLst/>
              <a:cxnLst>
                <a:cxn ang="0">
                  <a:pos x="csX0" y="csY0"/>
                </a:cxn>
                <a:cxn ang="0">
                  <a:pos x="csX1" y="csY1"/>
                </a:cxn>
                <a:cxn ang="0">
                  <a:pos x="csX2" y="csY2"/>
                </a:cxn>
                <a:cxn ang="0">
                  <a:pos x="csX3" y="csY3"/>
                </a:cxn>
              </a:cxnLst>
              <a:rect l="l" t="t" r="r" b="b"/>
              <a:pathLst>
                <a:path w="4491" h="9472">
                  <a:moveTo>
                    <a:pt x="480" y="6821"/>
                  </a:moveTo>
                  <a:cubicBezTo>
                    <a:pt x="-474" y="5277"/>
                    <a:pt x="39" y="2722"/>
                    <a:pt x="1619" y="1142"/>
                  </a:cubicBezTo>
                  <a:cubicBezTo>
                    <a:pt x="3728" y="-968"/>
                    <a:pt x="4491" y="-222"/>
                    <a:pt x="4491" y="3948"/>
                  </a:cubicBezTo>
                  <a:cubicBezTo>
                    <a:pt x="4491" y="10181"/>
                    <a:pt x="3150" y="11141"/>
                    <a:pt x="480" y="6821"/>
                  </a:cubicBezTo>
                  <a:close/>
                </a:path>
              </a:pathLst>
            </a:custGeom>
            <a:solidFill>
              <a:srgbClr val="00C100"/>
            </a:solidFill>
            <a:ln w="5163" cap="flat">
              <a:noFill/>
              <a:prstDash val="solid"/>
              <a:miter/>
            </a:ln>
          </p:spPr>
          <p:txBody>
            <a:bodyPr/>
            <a:lstStyle/>
            <a:p>
              <a:endParaRPr lang="es-419" noProof="0" dirty="0"/>
            </a:p>
          </p:txBody>
        </p:sp>
      </p:grpSp>
      <p:grpSp>
        <p:nvGrpSpPr>
          <p:cNvPr id="78" name="Gráfico 39">
            <a:extLst>
              <a:ext uri="{FF2B5EF4-FFF2-40B4-BE49-F238E27FC236}">
                <a16:creationId xmlns:a16="http://schemas.microsoft.com/office/drawing/2014/main" id="{16E570F3-3251-4EC5-8454-1DA8D3238F38}"/>
              </a:ext>
            </a:extLst>
          </p:cNvPr>
          <p:cNvGrpSpPr/>
          <p:nvPr/>
        </p:nvGrpSpPr>
        <p:grpSpPr>
          <a:xfrm>
            <a:off x="2429776" y="2092540"/>
            <a:ext cx="224135" cy="371419"/>
            <a:chOff x="2429776" y="2092540"/>
            <a:chExt cx="224135" cy="371419"/>
          </a:xfrm>
          <a:solidFill>
            <a:srgbClr val="B9B9B9"/>
          </a:solidFill>
        </p:grpSpPr>
        <p:sp>
          <p:nvSpPr>
            <p:cNvPr id="79" name="Forma libre: forma 78">
              <a:extLst>
                <a:ext uri="{FF2B5EF4-FFF2-40B4-BE49-F238E27FC236}">
                  <a16:creationId xmlns:a16="http://schemas.microsoft.com/office/drawing/2014/main" id="{3E591EB4-FB9B-8AF4-33F6-8FCE72E8BBB9}"/>
                </a:ext>
              </a:extLst>
            </p:cNvPr>
            <p:cNvSpPr/>
            <p:nvPr/>
          </p:nvSpPr>
          <p:spPr>
            <a:xfrm>
              <a:off x="2429776" y="2092540"/>
              <a:ext cx="213820" cy="371419"/>
            </a:xfrm>
            <a:custGeom>
              <a:avLst/>
              <a:gdLst>
                <a:gd name="csX0" fmla="*/ 16950 w 213820"/>
                <a:gd name="csY0" fmla="*/ 360449 h 371419"/>
                <a:gd name="csX1" fmla="*/ 11453 w 213820"/>
                <a:gd name="csY1" fmla="*/ 297848 h 371419"/>
                <a:gd name="csX2" fmla="*/ 3696 w 213820"/>
                <a:gd name="csY2" fmla="*/ 222369 h 371419"/>
                <a:gd name="csX3" fmla="*/ 0 w 213820"/>
                <a:gd name="csY3" fmla="*/ 197274 h 371419"/>
                <a:gd name="csX4" fmla="*/ 19120 w 213820"/>
                <a:gd name="csY4" fmla="*/ 182403 h 371419"/>
                <a:gd name="csX5" fmla="*/ 138310 w 213820"/>
                <a:gd name="csY5" fmla="*/ 92657 h 371419"/>
                <a:gd name="csX6" fmla="*/ 152643 w 213820"/>
                <a:gd name="csY6" fmla="*/ 35441 h 371419"/>
                <a:gd name="csX7" fmla="*/ 150658 w 213820"/>
                <a:gd name="csY7" fmla="*/ 20853 h 371419"/>
                <a:gd name="csX8" fmla="*/ 160369 w 213820"/>
                <a:gd name="csY8" fmla="*/ 19300 h 371419"/>
                <a:gd name="csX9" fmla="*/ 171671 w 213820"/>
                <a:gd name="csY9" fmla="*/ 15173 h 371419"/>
                <a:gd name="csX10" fmla="*/ 158173 w 213820"/>
                <a:gd name="csY10" fmla="*/ 10308 h 371419"/>
                <a:gd name="csX11" fmla="*/ 132945 w 213820"/>
                <a:gd name="csY11" fmla="*/ 8975 h 371419"/>
                <a:gd name="csX12" fmla="*/ 120037 w 213820"/>
                <a:gd name="csY12" fmla="*/ 5453 h 371419"/>
                <a:gd name="csX13" fmla="*/ 136817 w 213820"/>
                <a:gd name="csY13" fmla="*/ 5689 h 371419"/>
                <a:gd name="csX14" fmla="*/ 168222 w 213820"/>
                <a:gd name="csY14" fmla="*/ 2321 h 371419"/>
                <a:gd name="csX15" fmla="*/ 193336 w 213820"/>
                <a:gd name="csY15" fmla="*/ 5657 h 371419"/>
                <a:gd name="csX16" fmla="*/ 207546 w 213820"/>
                <a:gd name="csY16" fmla="*/ 12598 h 371419"/>
                <a:gd name="csX17" fmla="*/ 213132 w 213820"/>
                <a:gd name="csY17" fmla="*/ 30004 h 371419"/>
                <a:gd name="csX18" fmla="*/ 187630 w 213820"/>
                <a:gd name="csY18" fmla="*/ 96831 h 371419"/>
                <a:gd name="csX19" fmla="*/ 176562 w 213820"/>
                <a:gd name="csY19" fmla="*/ 115211 h 371419"/>
                <a:gd name="csX20" fmla="*/ 172870 w 213820"/>
                <a:gd name="csY20" fmla="*/ 123601 h 371419"/>
                <a:gd name="csX21" fmla="*/ 166261 w 213820"/>
                <a:gd name="csY21" fmla="*/ 157642 h 371419"/>
                <a:gd name="csX22" fmla="*/ 166219 w 213820"/>
                <a:gd name="csY22" fmla="*/ 169421 h 371419"/>
                <a:gd name="csX23" fmla="*/ 156436 w 213820"/>
                <a:gd name="csY23" fmla="*/ 177166 h 371419"/>
                <a:gd name="csX24" fmla="*/ 152486 w 213820"/>
                <a:gd name="csY24" fmla="*/ 184910 h 371419"/>
                <a:gd name="csX25" fmla="*/ 149724 w 213820"/>
                <a:gd name="csY25" fmla="*/ 180392 h 371419"/>
                <a:gd name="csX26" fmla="*/ 150673 w 213820"/>
                <a:gd name="csY26" fmla="*/ 190434 h 371419"/>
                <a:gd name="csX27" fmla="*/ 157540 w 213820"/>
                <a:gd name="csY27" fmla="*/ 189342 h 371419"/>
                <a:gd name="csX28" fmla="*/ 164336 w 213820"/>
                <a:gd name="csY28" fmla="*/ 186648 h 371419"/>
                <a:gd name="csX29" fmla="*/ 167794 w 213820"/>
                <a:gd name="csY29" fmla="*/ 183969 h 371419"/>
                <a:gd name="csX30" fmla="*/ 171021 w 213820"/>
                <a:gd name="csY30" fmla="*/ 181048 h 371419"/>
                <a:gd name="csX31" fmla="*/ 159467 w 213820"/>
                <a:gd name="csY31" fmla="*/ 208029 h 371419"/>
                <a:gd name="csX32" fmla="*/ 153370 w 213820"/>
                <a:gd name="csY32" fmla="*/ 220699 h 371419"/>
                <a:gd name="csX33" fmla="*/ 158583 w 213820"/>
                <a:gd name="csY33" fmla="*/ 221050 h 371419"/>
                <a:gd name="csX34" fmla="*/ 167434 w 213820"/>
                <a:gd name="csY34" fmla="*/ 216533 h 371419"/>
                <a:gd name="csX35" fmla="*/ 167794 w 213820"/>
                <a:gd name="csY35" fmla="*/ 224277 h 371419"/>
                <a:gd name="csX36" fmla="*/ 162477 w 213820"/>
                <a:gd name="csY36" fmla="*/ 240411 h 371419"/>
                <a:gd name="csX37" fmla="*/ 159980 w 213820"/>
                <a:gd name="csY37" fmla="*/ 264290 h 371419"/>
                <a:gd name="csX38" fmla="*/ 154702 w 213820"/>
                <a:gd name="csY38" fmla="*/ 297848 h 371419"/>
                <a:gd name="csX39" fmla="*/ 147143 w 213820"/>
                <a:gd name="csY39" fmla="*/ 319016 h 371419"/>
                <a:gd name="csX40" fmla="*/ 144561 w 213820"/>
                <a:gd name="csY40" fmla="*/ 314628 h 371419"/>
                <a:gd name="csX41" fmla="*/ 142397 w 213820"/>
                <a:gd name="csY41" fmla="*/ 312692 h 371419"/>
                <a:gd name="csX42" fmla="*/ 133654 w 213820"/>
                <a:gd name="csY42" fmla="*/ 296518 h 371419"/>
                <a:gd name="csX43" fmla="*/ 127870 w 213820"/>
                <a:gd name="csY43" fmla="*/ 279915 h 371419"/>
                <a:gd name="csX44" fmla="*/ 129246 w 213820"/>
                <a:gd name="csY44" fmla="*/ 255255 h 371419"/>
                <a:gd name="csX45" fmla="*/ 125242 w 213820"/>
                <a:gd name="csY45" fmla="*/ 260285 h 371419"/>
                <a:gd name="csX46" fmla="*/ 118479 w 213820"/>
                <a:gd name="csY46" fmla="*/ 266956 h 371419"/>
                <a:gd name="csX47" fmla="*/ 115990 w 213820"/>
                <a:gd name="csY47" fmla="*/ 271823 h 371419"/>
                <a:gd name="csX48" fmla="*/ 103625 w 213820"/>
                <a:gd name="csY48" fmla="*/ 299151 h 371419"/>
                <a:gd name="csX49" fmla="*/ 93086 w 213820"/>
                <a:gd name="csY49" fmla="*/ 304140 h 371419"/>
                <a:gd name="csX50" fmla="*/ 86910 w 213820"/>
                <a:gd name="csY50" fmla="*/ 313522 h 371419"/>
                <a:gd name="csX51" fmla="*/ 79326 w 213820"/>
                <a:gd name="csY51" fmla="*/ 328399 h 371419"/>
                <a:gd name="csX52" fmla="*/ 69895 w 213820"/>
                <a:gd name="csY52" fmla="*/ 347747 h 371419"/>
                <a:gd name="csX53" fmla="*/ 51629 w 213820"/>
                <a:gd name="csY53" fmla="*/ 357222 h 371419"/>
                <a:gd name="csX54" fmla="*/ 36622 w 213820"/>
                <a:gd name="csY54" fmla="*/ 363051 h 371419"/>
                <a:gd name="csX55" fmla="*/ 27100 w 213820"/>
                <a:gd name="csY55" fmla="*/ 371420 h 371419"/>
                <a:gd name="csX56" fmla="*/ 16950 w 213820"/>
                <a:gd name="csY56" fmla="*/ 360449 h 3714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Lst>
              <a:rect l="l" t="t" r="r" b="b"/>
              <a:pathLst>
                <a:path w="213820" h="371419">
                  <a:moveTo>
                    <a:pt x="16950" y="360449"/>
                  </a:moveTo>
                  <a:cubicBezTo>
                    <a:pt x="16160" y="354414"/>
                    <a:pt x="13687" y="326244"/>
                    <a:pt x="11453" y="297848"/>
                  </a:cubicBezTo>
                  <a:cubicBezTo>
                    <a:pt x="9219" y="269452"/>
                    <a:pt x="5728" y="235487"/>
                    <a:pt x="3696" y="222369"/>
                  </a:cubicBezTo>
                  <a:cubicBezTo>
                    <a:pt x="1663" y="209251"/>
                    <a:pt x="0" y="197958"/>
                    <a:pt x="0" y="197274"/>
                  </a:cubicBezTo>
                  <a:cubicBezTo>
                    <a:pt x="0" y="196590"/>
                    <a:pt x="8604" y="189898"/>
                    <a:pt x="19120" y="182403"/>
                  </a:cubicBezTo>
                  <a:cubicBezTo>
                    <a:pt x="45138" y="163860"/>
                    <a:pt x="131668" y="98706"/>
                    <a:pt x="138310" y="92657"/>
                  </a:cubicBezTo>
                  <a:cubicBezTo>
                    <a:pt x="147047" y="84700"/>
                    <a:pt x="155017" y="52884"/>
                    <a:pt x="152643" y="35441"/>
                  </a:cubicBezTo>
                  <a:lnTo>
                    <a:pt x="150658" y="20853"/>
                  </a:lnTo>
                  <a:lnTo>
                    <a:pt x="160369" y="19300"/>
                  </a:lnTo>
                  <a:cubicBezTo>
                    <a:pt x="165710" y="18446"/>
                    <a:pt x="170796" y="16589"/>
                    <a:pt x="171671" y="15173"/>
                  </a:cubicBezTo>
                  <a:cubicBezTo>
                    <a:pt x="174939" y="9885"/>
                    <a:pt x="170188" y="8173"/>
                    <a:pt x="158173" y="10308"/>
                  </a:cubicBezTo>
                  <a:cubicBezTo>
                    <a:pt x="149606" y="11830"/>
                    <a:pt x="141919" y="11424"/>
                    <a:pt x="132945" y="8975"/>
                  </a:cubicBezTo>
                  <a:lnTo>
                    <a:pt x="120037" y="5453"/>
                  </a:lnTo>
                  <a:lnTo>
                    <a:pt x="136817" y="5689"/>
                  </a:lnTo>
                  <a:cubicBezTo>
                    <a:pt x="146045" y="5819"/>
                    <a:pt x="160178" y="4304"/>
                    <a:pt x="168222" y="2321"/>
                  </a:cubicBezTo>
                  <a:cubicBezTo>
                    <a:pt x="182583" y="-1218"/>
                    <a:pt x="183037" y="-1158"/>
                    <a:pt x="193336" y="5657"/>
                  </a:cubicBezTo>
                  <a:cubicBezTo>
                    <a:pt x="199104" y="9475"/>
                    <a:pt x="205499" y="12598"/>
                    <a:pt x="207546" y="12598"/>
                  </a:cubicBezTo>
                  <a:cubicBezTo>
                    <a:pt x="210236" y="12598"/>
                    <a:pt x="211785" y="17427"/>
                    <a:pt x="213132" y="30004"/>
                  </a:cubicBezTo>
                  <a:cubicBezTo>
                    <a:pt x="216062" y="57367"/>
                    <a:pt x="210014" y="73217"/>
                    <a:pt x="187630" y="96831"/>
                  </a:cubicBezTo>
                  <a:cubicBezTo>
                    <a:pt x="182422" y="102326"/>
                    <a:pt x="177441" y="110596"/>
                    <a:pt x="176562" y="115211"/>
                  </a:cubicBezTo>
                  <a:cubicBezTo>
                    <a:pt x="175683" y="119825"/>
                    <a:pt x="174022" y="123601"/>
                    <a:pt x="172870" y="123601"/>
                  </a:cubicBezTo>
                  <a:cubicBezTo>
                    <a:pt x="168512" y="123601"/>
                    <a:pt x="164964" y="141879"/>
                    <a:pt x="166261" y="157642"/>
                  </a:cubicBezTo>
                  <a:cubicBezTo>
                    <a:pt x="166999" y="166605"/>
                    <a:pt x="166980" y="171906"/>
                    <a:pt x="166219" y="169421"/>
                  </a:cubicBezTo>
                  <a:cubicBezTo>
                    <a:pt x="163842" y="161666"/>
                    <a:pt x="160352" y="164428"/>
                    <a:pt x="156436" y="177166"/>
                  </a:cubicBezTo>
                  <a:cubicBezTo>
                    <a:pt x="154362" y="183910"/>
                    <a:pt x="152584" y="187395"/>
                    <a:pt x="152486" y="184910"/>
                  </a:cubicBezTo>
                  <a:cubicBezTo>
                    <a:pt x="152387" y="182425"/>
                    <a:pt x="151144" y="180392"/>
                    <a:pt x="149724" y="180392"/>
                  </a:cubicBezTo>
                  <a:cubicBezTo>
                    <a:pt x="145947" y="180392"/>
                    <a:pt x="146574" y="187032"/>
                    <a:pt x="150673" y="190434"/>
                  </a:cubicBezTo>
                  <a:cubicBezTo>
                    <a:pt x="153362" y="192666"/>
                    <a:pt x="154997" y="192406"/>
                    <a:pt x="157540" y="189342"/>
                  </a:cubicBezTo>
                  <a:cubicBezTo>
                    <a:pt x="159375" y="187130"/>
                    <a:pt x="162434" y="185918"/>
                    <a:pt x="164336" y="186648"/>
                  </a:cubicBezTo>
                  <a:cubicBezTo>
                    <a:pt x="166311" y="187405"/>
                    <a:pt x="167794" y="186256"/>
                    <a:pt x="167794" y="183969"/>
                  </a:cubicBezTo>
                  <a:cubicBezTo>
                    <a:pt x="167794" y="181765"/>
                    <a:pt x="169246" y="180451"/>
                    <a:pt x="171021" y="181048"/>
                  </a:cubicBezTo>
                  <a:cubicBezTo>
                    <a:pt x="178588" y="183594"/>
                    <a:pt x="167396" y="209728"/>
                    <a:pt x="159467" y="208029"/>
                  </a:cubicBezTo>
                  <a:cubicBezTo>
                    <a:pt x="155365" y="207150"/>
                    <a:pt x="151352" y="215489"/>
                    <a:pt x="153370" y="220699"/>
                  </a:cubicBezTo>
                  <a:cubicBezTo>
                    <a:pt x="155154" y="225305"/>
                    <a:pt x="155436" y="225324"/>
                    <a:pt x="158583" y="221050"/>
                  </a:cubicBezTo>
                  <a:cubicBezTo>
                    <a:pt x="160413" y="218566"/>
                    <a:pt x="164395" y="216533"/>
                    <a:pt x="167434" y="216533"/>
                  </a:cubicBezTo>
                  <a:cubicBezTo>
                    <a:pt x="174275" y="216533"/>
                    <a:pt x="174331" y="217740"/>
                    <a:pt x="167794" y="224277"/>
                  </a:cubicBezTo>
                  <a:cubicBezTo>
                    <a:pt x="164323" y="227748"/>
                    <a:pt x="162581" y="233035"/>
                    <a:pt x="162477" y="240411"/>
                  </a:cubicBezTo>
                  <a:cubicBezTo>
                    <a:pt x="162393" y="246445"/>
                    <a:pt x="161269" y="257191"/>
                    <a:pt x="159980" y="264290"/>
                  </a:cubicBezTo>
                  <a:cubicBezTo>
                    <a:pt x="158691" y="271389"/>
                    <a:pt x="156316" y="286490"/>
                    <a:pt x="154702" y="297848"/>
                  </a:cubicBezTo>
                  <a:cubicBezTo>
                    <a:pt x="152051" y="316511"/>
                    <a:pt x="147143" y="330254"/>
                    <a:pt x="147143" y="319016"/>
                  </a:cubicBezTo>
                  <a:cubicBezTo>
                    <a:pt x="147143" y="316603"/>
                    <a:pt x="145981" y="314628"/>
                    <a:pt x="144561" y="314628"/>
                  </a:cubicBezTo>
                  <a:cubicBezTo>
                    <a:pt x="143141" y="314628"/>
                    <a:pt x="142167" y="313757"/>
                    <a:pt x="142397" y="312692"/>
                  </a:cubicBezTo>
                  <a:cubicBezTo>
                    <a:pt x="143282" y="308582"/>
                    <a:pt x="136781" y="296556"/>
                    <a:pt x="133654" y="296518"/>
                  </a:cubicBezTo>
                  <a:cubicBezTo>
                    <a:pt x="125264" y="296417"/>
                    <a:pt x="123998" y="292782"/>
                    <a:pt x="127870" y="279915"/>
                  </a:cubicBezTo>
                  <a:cubicBezTo>
                    <a:pt x="132191" y="265558"/>
                    <a:pt x="132766" y="255255"/>
                    <a:pt x="129246" y="255255"/>
                  </a:cubicBezTo>
                  <a:cubicBezTo>
                    <a:pt x="127923" y="255255"/>
                    <a:pt x="126121" y="257518"/>
                    <a:pt x="125242" y="260285"/>
                  </a:cubicBezTo>
                  <a:cubicBezTo>
                    <a:pt x="124364" y="263052"/>
                    <a:pt x="121321" y="266054"/>
                    <a:pt x="118479" y="266956"/>
                  </a:cubicBezTo>
                  <a:cubicBezTo>
                    <a:pt x="114695" y="268157"/>
                    <a:pt x="114029" y="269460"/>
                    <a:pt x="115990" y="271823"/>
                  </a:cubicBezTo>
                  <a:cubicBezTo>
                    <a:pt x="120178" y="276868"/>
                    <a:pt x="111817" y="295346"/>
                    <a:pt x="103625" y="299151"/>
                  </a:cubicBezTo>
                  <a:cubicBezTo>
                    <a:pt x="99874" y="300894"/>
                    <a:pt x="95131" y="303139"/>
                    <a:pt x="93086" y="304140"/>
                  </a:cubicBezTo>
                  <a:cubicBezTo>
                    <a:pt x="91041" y="305142"/>
                    <a:pt x="88261" y="309364"/>
                    <a:pt x="86910" y="313522"/>
                  </a:cubicBezTo>
                  <a:cubicBezTo>
                    <a:pt x="85558" y="317680"/>
                    <a:pt x="82145" y="324374"/>
                    <a:pt x="79326" y="328399"/>
                  </a:cubicBezTo>
                  <a:cubicBezTo>
                    <a:pt x="76507" y="332423"/>
                    <a:pt x="72263" y="341130"/>
                    <a:pt x="69895" y="347747"/>
                  </a:cubicBezTo>
                  <a:cubicBezTo>
                    <a:pt x="65145" y="361024"/>
                    <a:pt x="59224" y="364095"/>
                    <a:pt x="51629" y="357222"/>
                  </a:cubicBezTo>
                  <a:cubicBezTo>
                    <a:pt x="44314" y="350602"/>
                    <a:pt x="37572" y="353221"/>
                    <a:pt x="36622" y="363051"/>
                  </a:cubicBezTo>
                  <a:cubicBezTo>
                    <a:pt x="35885" y="370676"/>
                    <a:pt x="35039" y="371420"/>
                    <a:pt x="27100" y="371420"/>
                  </a:cubicBezTo>
                  <a:cubicBezTo>
                    <a:pt x="18795" y="371420"/>
                    <a:pt x="18319" y="370905"/>
                    <a:pt x="16950" y="360449"/>
                  </a:cubicBezTo>
                  <a:close/>
                </a:path>
              </a:pathLst>
            </a:custGeom>
            <a:solidFill>
              <a:srgbClr val="B9B9B9"/>
            </a:solidFill>
            <a:ln w="5163" cap="flat">
              <a:noFill/>
              <a:prstDash val="solid"/>
              <a:miter/>
            </a:ln>
          </p:spPr>
          <p:txBody>
            <a:bodyPr/>
            <a:lstStyle/>
            <a:p>
              <a:endParaRPr lang="es-419" noProof="0" dirty="0"/>
            </a:p>
          </p:txBody>
        </p:sp>
        <p:sp>
          <p:nvSpPr>
            <p:cNvPr id="80" name="Forma libre: forma 79">
              <a:extLst>
                <a:ext uri="{FF2B5EF4-FFF2-40B4-BE49-F238E27FC236}">
                  <a16:creationId xmlns:a16="http://schemas.microsoft.com/office/drawing/2014/main" id="{426137E9-7E43-F0BC-D5AE-21BF25441722}"/>
                </a:ext>
              </a:extLst>
            </p:cNvPr>
            <p:cNvSpPr/>
            <p:nvPr/>
          </p:nvSpPr>
          <p:spPr>
            <a:xfrm>
              <a:off x="2598432" y="2301328"/>
              <a:ext cx="4301" cy="5162"/>
            </a:xfrm>
            <a:custGeom>
              <a:avLst/>
              <a:gdLst>
                <a:gd name="csX0" fmla="*/ 429 w 4301"/>
                <a:gd name="csY0" fmla="*/ 2581 h 5162"/>
                <a:gd name="csX1" fmla="*/ 1567 w 4301"/>
                <a:gd name="csY1" fmla="*/ 0 h 5162"/>
                <a:gd name="csX2" fmla="*/ 4301 w 4301"/>
                <a:gd name="csY2" fmla="*/ 2581 h 5162"/>
                <a:gd name="csX3" fmla="*/ 3163 w 4301"/>
                <a:gd name="csY3" fmla="*/ 5163 h 5162"/>
                <a:gd name="csX4" fmla="*/ 429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429" y="2581"/>
                  </a:moveTo>
                  <a:cubicBezTo>
                    <a:pt x="-448" y="1162"/>
                    <a:pt x="64" y="0"/>
                    <a:pt x="1567" y="0"/>
                  </a:cubicBezTo>
                  <a:cubicBezTo>
                    <a:pt x="3071" y="0"/>
                    <a:pt x="4301" y="1162"/>
                    <a:pt x="4301" y="2581"/>
                  </a:cubicBezTo>
                  <a:cubicBezTo>
                    <a:pt x="4301" y="4001"/>
                    <a:pt x="3789" y="5163"/>
                    <a:pt x="3163" y="5163"/>
                  </a:cubicBezTo>
                  <a:cubicBezTo>
                    <a:pt x="2537" y="5163"/>
                    <a:pt x="1307" y="4001"/>
                    <a:pt x="429" y="2581"/>
                  </a:cubicBezTo>
                  <a:close/>
                </a:path>
              </a:pathLst>
            </a:custGeom>
            <a:solidFill>
              <a:srgbClr val="B9B9B9"/>
            </a:solidFill>
            <a:ln w="5163" cap="flat">
              <a:noFill/>
              <a:prstDash val="solid"/>
              <a:miter/>
            </a:ln>
          </p:spPr>
          <p:txBody>
            <a:bodyPr/>
            <a:lstStyle/>
            <a:p>
              <a:endParaRPr lang="es-419" noProof="0" dirty="0"/>
            </a:p>
          </p:txBody>
        </p:sp>
        <p:sp>
          <p:nvSpPr>
            <p:cNvPr id="81" name="Forma libre: forma 80">
              <a:extLst>
                <a:ext uri="{FF2B5EF4-FFF2-40B4-BE49-F238E27FC236}">
                  <a16:creationId xmlns:a16="http://schemas.microsoft.com/office/drawing/2014/main" id="{B5C9B970-619B-FD00-8A04-15262EEC9064}"/>
                </a:ext>
              </a:extLst>
            </p:cNvPr>
            <p:cNvSpPr/>
            <p:nvPr/>
          </p:nvSpPr>
          <p:spPr>
            <a:xfrm>
              <a:off x="2631714" y="2178527"/>
              <a:ext cx="22197" cy="31992"/>
            </a:xfrm>
            <a:custGeom>
              <a:avLst/>
              <a:gdLst>
                <a:gd name="csX0" fmla="*/ 471 w 22197"/>
                <a:gd name="csY0" fmla="*/ 28899 h 31992"/>
                <a:gd name="csX1" fmla="*/ 9355 w 22197"/>
                <a:gd name="csY1" fmla="*/ 4976 h 31992"/>
                <a:gd name="csX2" fmla="*/ 18130 w 22197"/>
                <a:gd name="csY2" fmla="*/ 1262 h 31992"/>
                <a:gd name="csX3" fmla="*/ 15361 w 22197"/>
                <a:gd name="csY3" fmla="*/ 16772 h 31992"/>
                <a:gd name="csX4" fmla="*/ 471 w 22197"/>
                <a:gd name="csY4" fmla="*/ 28899 h 31992"/>
              </a:gdLst>
              <a:ahLst/>
              <a:cxnLst>
                <a:cxn ang="0">
                  <a:pos x="csX0" y="csY0"/>
                </a:cxn>
                <a:cxn ang="0">
                  <a:pos x="csX1" y="csY1"/>
                </a:cxn>
                <a:cxn ang="0">
                  <a:pos x="csX2" y="csY2"/>
                </a:cxn>
                <a:cxn ang="0">
                  <a:pos x="csX3" y="csY3"/>
                </a:cxn>
                <a:cxn ang="0">
                  <a:pos x="csX4" y="csY4"/>
                </a:cxn>
              </a:cxnLst>
              <a:rect l="l" t="t" r="r" b="b"/>
              <a:pathLst>
                <a:path w="22197" h="31992">
                  <a:moveTo>
                    <a:pt x="471" y="28899"/>
                  </a:moveTo>
                  <a:cubicBezTo>
                    <a:pt x="-1762" y="23078"/>
                    <a:pt x="4399" y="6487"/>
                    <a:pt x="9355" y="4976"/>
                  </a:cubicBezTo>
                  <a:cubicBezTo>
                    <a:pt x="11697" y="4262"/>
                    <a:pt x="15646" y="2591"/>
                    <a:pt x="18130" y="1262"/>
                  </a:cubicBezTo>
                  <a:cubicBezTo>
                    <a:pt x="24115" y="-1937"/>
                    <a:pt x="23741" y="160"/>
                    <a:pt x="15361" y="16772"/>
                  </a:cubicBezTo>
                  <a:cubicBezTo>
                    <a:pt x="7920" y="31524"/>
                    <a:pt x="3013" y="35521"/>
                    <a:pt x="471" y="28899"/>
                  </a:cubicBezTo>
                  <a:close/>
                </a:path>
              </a:pathLst>
            </a:custGeom>
            <a:solidFill>
              <a:srgbClr val="B9B9B9"/>
            </a:solidFill>
            <a:ln w="5163" cap="flat">
              <a:noFill/>
              <a:prstDash val="solid"/>
              <a:miter/>
            </a:ln>
          </p:spPr>
          <p:txBody>
            <a:bodyPr/>
            <a:lstStyle/>
            <a:p>
              <a:endParaRPr lang="es-419" noProof="0" dirty="0"/>
            </a:p>
          </p:txBody>
        </p:sp>
        <p:sp>
          <p:nvSpPr>
            <p:cNvPr id="82" name="Forma libre: forma 81">
              <a:extLst>
                <a:ext uri="{FF2B5EF4-FFF2-40B4-BE49-F238E27FC236}">
                  <a16:creationId xmlns:a16="http://schemas.microsoft.com/office/drawing/2014/main" id="{73C22DF5-CE90-E7B8-D4B4-A4F5CEA23D7F}"/>
                </a:ext>
              </a:extLst>
            </p:cNvPr>
            <p:cNvSpPr/>
            <p:nvPr/>
          </p:nvSpPr>
          <p:spPr>
            <a:xfrm>
              <a:off x="2646618" y="2128371"/>
              <a:ext cx="5162" cy="6756"/>
            </a:xfrm>
            <a:custGeom>
              <a:avLst/>
              <a:gdLst>
                <a:gd name="csX0" fmla="*/ 0 w 5162"/>
                <a:gd name="csY0" fmla="*/ 4025 h 6756"/>
                <a:gd name="csX1" fmla="*/ 2581 w 5162"/>
                <a:gd name="csY1" fmla="*/ 0 h 6756"/>
                <a:gd name="csX2" fmla="*/ 5163 w 5162"/>
                <a:gd name="csY2" fmla="*/ 2429 h 6756"/>
                <a:gd name="csX3" fmla="*/ 2581 w 5162"/>
                <a:gd name="csY3" fmla="*/ 6454 h 6756"/>
                <a:gd name="csX4" fmla="*/ 0 w 5162"/>
                <a:gd name="csY4" fmla="*/ 4025 h 6756"/>
              </a:gdLst>
              <a:ahLst/>
              <a:cxnLst>
                <a:cxn ang="0">
                  <a:pos x="csX0" y="csY0"/>
                </a:cxn>
                <a:cxn ang="0">
                  <a:pos x="csX1" y="csY1"/>
                </a:cxn>
                <a:cxn ang="0">
                  <a:pos x="csX2" y="csY2"/>
                </a:cxn>
                <a:cxn ang="0">
                  <a:pos x="csX3" y="csY3"/>
                </a:cxn>
                <a:cxn ang="0">
                  <a:pos x="csX4" y="csY4"/>
                </a:cxn>
              </a:cxnLst>
              <a:rect l="l" t="t" r="r" b="b"/>
              <a:pathLst>
                <a:path w="5162" h="6756">
                  <a:moveTo>
                    <a:pt x="0" y="4025"/>
                  </a:moveTo>
                  <a:cubicBezTo>
                    <a:pt x="0" y="1811"/>
                    <a:pt x="1162" y="0"/>
                    <a:pt x="2581" y="0"/>
                  </a:cubicBezTo>
                  <a:cubicBezTo>
                    <a:pt x="4001" y="0"/>
                    <a:pt x="5163" y="1093"/>
                    <a:pt x="5163" y="2429"/>
                  </a:cubicBezTo>
                  <a:cubicBezTo>
                    <a:pt x="5163" y="3765"/>
                    <a:pt x="4001" y="5576"/>
                    <a:pt x="2581" y="6454"/>
                  </a:cubicBezTo>
                  <a:cubicBezTo>
                    <a:pt x="1162" y="7331"/>
                    <a:pt x="0" y="6238"/>
                    <a:pt x="0" y="4025"/>
                  </a:cubicBezTo>
                  <a:close/>
                </a:path>
              </a:pathLst>
            </a:custGeom>
            <a:solidFill>
              <a:srgbClr val="B9B9B9"/>
            </a:solidFill>
            <a:ln w="5163" cap="flat">
              <a:noFill/>
              <a:prstDash val="solid"/>
              <a:miter/>
            </a:ln>
          </p:spPr>
          <p:txBody>
            <a:bodyPr/>
            <a:lstStyle/>
            <a:p>
              <a:endParaRPr lang="es-419" noProof="0" dirty="0"/>
            </a:p>
          </p:txBody>
        </p:sp>
        <p:sp>
          <p:nvSpPr>
            <p:cNvPr id="83" name="Forma libre: forma 82">
              <a:extLst>
                <a:ext uri="{FF2B5EF4-FFF2-40B4-BE49-F238E27FC236}">
                  <a16:creationId xmlns:a16="http://schemas.microsoft.com/office/drawing/2014/main" id="{5EC4A952-B793-9B0F-8AF1-801BB9C68C9E}"/>
                </a:ext>
              </a:extLst>
            </p:cNvPr>
            <p:cNvSpPr/>
            <p:nvPr/>
          </p:nvSpPr>
          <p:spPr>
            <a:xfrm>
              <a:off x="2646618" y="2110301"/>
              <a:ext cx="4301" cy="5162"/>
            </a:xfrm>
            <a:custGeom>
              <a:avLst/>
              <a:gdLst>
                <a:gd name="csX0" fmla="*/ 0 w 4301"/>
                <a:gd name="csY0" fmla="*/ 2581 h 5162"/>
                <a:gd name="csX1" fmla="*/ 1138 w 4301"/>
                <a:gd name="csY1" fmla="*/ 0 h 5162"/>
                <a:gd name="csX2" fmla="*/ 3872 w 4301"/>
                <a:gd name="csY2" fmla="*/ 2581 h 5162"/>
                <a:gd name="csX3" fmla="*/ 2734 w 4301"/>
                <a:gd name="csY3" fmla="*/ 5163 h 5162"/>
                <a:gd name="csX4" fmla="*/ 0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0" y="2581"/>
                  </a:moveTo>
                  <a:cubicBezTo>
                    <a:pt x="0" y="1162"/>
                    <a:pt x="512" y="0"/>
                    <a:pt x="1138" y="0"/>
                  </a:cubicBezTo>
                  <a:cubicBezTo>
                    <a:pt x="1765" y="0"/>
                    <a:pt x="2995" y="1162"/>
                    <a:pt x="3872" y="2581"/>
                  </a:cubicBezTo>
                  <a:cubicBezTo>
                    <a:pt x="4750" y="4001"/>
                    <a:pt x="4237" y="5163"/>
                    <a:pt x="2734" y="5163"/>
                  </a:cubicBezTo>
                  <a:cubicBezTo>
                    <a:pt x="1230" y="5163"/>
                    <a:pt x="0" y="4001"/>
                    <a:pt x="0" y="2581"/>
                  </a:cubicBezTo>
                  <a:close/>
                </a:path>
              </a:pathLst>
            </a:custGeom>
            <a:solidFill>
              <a:srgbClr val="B9B9B9"/>
            </a:solidFill>
            <a:ln w="5163" cap="flat">
              <a:noFill/>
              <a:prstDash val="solid"/>
              <a:miter/>
            </a:ln>
          </p:spPr>
          <p:txBody>
            <a:bodyPr/>
            <a:lstStyle/>
            <a:p>
              <a:endParaRPr lang="es-419" noProof="0" dirty="0"/>
            </a:p>
          </p:txBody>
        </p:sp>
      </p:grpSp>
      <p:grpSp>
        <p:nvGrpSpPr>
          <p:cNvPr id="84" name="Gráfico 39">
            <a:extLst>
              <a:ext uri="{FF2B5EF4-FFF2-40B4-BE49-F238E27FC236}">
                <a16:creationId xmlns:a16="http://schemas.microsoft.com/office/drawing/2014/main" id="{557A833F-690E-C73E-666F-3D8EF6B219F7}"/>
              </a:ext>
            </a:extLst>
          </p:cNvPr>
          <p:cNvGrpSpPr/>
          <p:nvPr/>
        </p:nvGrpSpPr>
        <p:grpSpPr>
          <a:xfrm>
            <a:off x="924790" y="1999612"/>
            <a:ext cx="235561" cy="223008"/>
            <a:chOff x="924790" y="1999612"/>
            <a:chExt cx="235561" cy="223008"/>
          </a:xfrm>
          <a:solidFill>
            <a:srgbClr val="B9B9B9"/>
          </a:solidFill>
        </p:grpSpPr>
        <p:sp>
          <p:nvSpPr>
            <p:cNvPr id="85" name="Forma libre: forma 84">
              <a:extLst>
                <a:ext uri="{FF2B5EF4-FFF2-40B4-BE49-F238E27FC236}">
                  <a16:creationId xmlns:a16="http://schemas.microsoft.com/office/drawing/2014/main" id="{35FF4009-CB47-0E36-3805-F4C722C8C0DA}"/>
                </a:ext>
              </a:extLst>
            </p:cNvPr>
            <p:cNvSpPr/>
            <p:nvPr/>
          </p:nvSpPr>
          <p:spPr>
            <a:xfrm>
              <a:off x="1018216" y="1999612"/>
              <a:ext cx="142135" cy="223008"/>
            </a:xfrm>
            <a:custGeom>
              <a:avLst/>
              <a:gdLst>
                <a:gd name="csX0" fmla="*/ 33142 w 142135"/>
                <a:gd name="csY0" fmla="*/ 222624 h 223008"/>
                <a:gd name="csX1" fmla="*/ 24030 w 142135"/>
                <a:gd name="csY1" fmla="*/ 217989 h 223008"/>
                <a:gd name="csX2" fmla="*/ 15077 w 142135"/>
                <a:gd name="csY2" fmla="*/ 214475 h 223008"/>
                <a:gd name="csX3" fmla="*/ 28065 w 142135"/>
                <a:gd name="csY3" fmla="*/ 199749 h 223008"/>
                <a:gd name="csX4" fmla="*/ 39623 w 142135"/>
                <a:gd name="csY4" fmla="*/ 181324 h 223008"/>
                <a:gd name="csX5" fmla="*/ 40552 w 142135"/>
                <a:gd name="csY5" fmla="*/ 163618 h 223008"/>
                <a:gd name="csX6" fmla="*/ 38270 w 142135"/>
                <a:gd name="csY6" fmla="*/ 146871 h 223008"/>
                <a:gd name="csX7" fmla="*/ 31342 w 142135"/>
                <a:gd name="csY7" fmla="*/ 141344 h 223008"/>
                <a:gd name="csX8" fmla="*/ 23064 w 142135"/>
                <a:gd name="csY8" fmla="*/ 130695 h 223008"/>
                <a:gd name="csX9" fmla="*/ 21238 w 142135"/>
                <a:gd name="csY9" fmla="*/ 121015 h 223008"/>
                <a:gd name="csX10" fmla="*/ 21448 w 142135"/>
                <a:gd name="csY10" fmla="*/ 110689 h 223008"/>
                <a:gd name="csX11" fmla="*/ 17417 w 142135"/>
                <a:gd name="csY11" fmla="*/ 113600 h 223008"/>
                <a:gd name="csX12" fmla="*/ 6090 w 142135"/>
                <a:gd name="csY12" fmla="*/ 75839 h 223008"/>
                <a:gd name="csX13" fmla="*/ 446 w 142135"/>
                <a:gd name="csY13" fmla="*/ 49379 h 223008"/>
                <a:gd name="csX14" fmla="*/ 1787 w 142135"/>
                <a:gd name="csY14" fmla="*/ 43571 h 223008"/>
                <a:gd name="csX15" fmla="*/ 4669 w 142135"/>
                <a:gd name="csY15" fmla="*/ 50173 h 223008"/>
                <a:gd name="csX16" fmla="*/ 15640 w 142135"/>
                <a:gd name="csY16" fmla="*/ 55981 h 223008"/>
                <a:gd name="csX17" fmla="*/ 25590 w 142135"/>
                <a:gd name="csY17" fmla="*/ 51315 h 223008"/>
                <a:gd name="csX18" fmla="*/ 21927 w 142135"/>
                <a:gd name="csY18" fmla="*/ 38128 h 223008"/>
                <a:gd name="csX19" fmla="*/ 25126 w 142135"/>
                <a:gd name="csY19" fmla="*/ 20612 h 223008"/>
                <a:gd name="csX20" fmla="*/ 29635 w 142135"/>
                <a:gd name="csY20" fmla="*/ 8944 h 223008"/>
                <a:gd name="csX21" fmla="*/ 56601 w 142135"/>
                <a:gd name="csY21" fmla="*/ 2664 h 223008"/>
                <a:gd name="csX22" fmla="*/ 68014 w 142135"/>
                <a:gd name="csY22" fmla="*/ 14926 h 223008"/>
                <a:gd name="csX23" fmla="*/ 70397 w 142135"/>
                <a:gd name="csY23" fmla="*/ 28730 h 223008"/>
                <a:gd name="csX24" fmla="*/ 64799 w 142135"/>
                <a:gd name="csY24" fmla="*/ 38367 h 223008"/>
                <a:gd name="csX25" fmla="*/ 76515 w 142135"/>
                <a:gd name="csY25" fmla="*/ 47199 h 223008"/>
                <a:gd name="csX26" fmla="*/ 95020 w 142135"/>
                <a:gd name="csY26" fmla="*/ 52596 h 223008"/>
                <a:gd name="csX27" fmla="*/ 116723 w 142135"/>
                <a:gd name="csY27" fmla="*/ 66052 h 223008"/>
                <a:gd name="csX28" fmla="*/ 125419 w 142135"/>
                <a:gd name="csY28" fmla="*/ 64641 h 223008"/>
                <a:gd name="csX29" fmla="*/ 121867 w 142135"/>
                <a:gd name="csY29" fmla="*/ 77984 h 223008"/>
                <a:gd name="csX30" fmla="*/ 126198 w 142135"/>
                <a:gd name="csY30" fmla="*/ 109560 h 223008"/>
                <a:gd name="csX31" fmla="*/ 132452 w 142135"/>
                <a:gd name="csY31" fmla="*/ 130811 h 223008"/>
                <a:gd name="csX32" fmla="*/ 137172 w 142135"/>
                <a:gd name="csY32" fmla="*/ 149525 h 223008"/>
                <a:gd name="csX33" fmla="*/ 126264 w 142135"/>
                <a:gd name="csY33" fmla="*/ 165042 h 223008"/>
                <a:gd name="csX34" fmla="*/ 119713 w 142135"/>
                <a:gd name="csY34" fmla="*/ 162318 h 223008"/>
                <a:gd name="csX35" fmla="*/ 122125 w 142135"/>
                <a:gd name="csY35" fmla="*/ 181310 h 223008"/>
                <a:gd name="csX36" fmla="*/ 122395 w 142135"/>
                <a:gd name="csY36" fmla="*/ 193071 h 223008"/>
                <a:gd name="csX37" fmla="*/ 117050 w 142135"/>
                <a:gd name="csY37" fmla="*/ 205350 h 223008"/>
                <a:gd name="csX38" fmla="*/ 115307 w 142135"/>
                <a:gd name="csY38" fmla="*/ 214639 h 223008"/>
                <a:gd name="csX39" fmla="*/ 105608 w 142135"/>
                <a:gd name="csY39" fmla="*/ 205168 h 223008"/>
                <a:gd name="csX40" fmla="*/ 70306 w 142135"/>
                <a:gd name="csY40" fmla="*/ 198146 h 223008"/>
                <a:gd name="csX41" fmla="*/ 57886 w 142135"/>
                <a:gd name="csY41" fmla="*/ 203581 h 223008"/>
                <a:gd name="csX42" fmla="*/ 42822 w 142135"/>
                <a:gd name="csY42" fmla="*/ 214552 h 223008"/>
                <a:gd name="csX43" fmla="*/ 33142 w 142135"/>
                <a:gd name="csY43" fmla="*/ 222624 h 2230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42135" h="223008">
                  <a:moveTo>
                    <a:pt x="33142" y="222624"/>
                  </a:moveTo>
                  <a:cubicBezTo>
                    <a:pt x="33100" y="221007"/>
                    <a:pt x="28999" y="218922"/>
                    <a:pt x="24030" y="217989"/>
                  </a:cubicBezTo>
                  <a:cubicBezTo>
                    <a:pt x="19061" y="217057"/>
                    <a:pt x="15032" y="215476"/>
                    <a:pt x="15077" y="214475"/>
                  </a:cubicBezTo>
                  <a:cubicBezTo>
                    <a:pt x="15123" y="213475"/>
                    <a:pt x="20967" y="206848"/>
                    <a:pt x="28065" y="199749"/>
                  </a:cubicBezTo>
                  <a:cubicBezTo>
                    <a:pt x="37756" y="190056"/>
                    <a:pt x="40635" y="185467"/>
                    <a:pt x="39623" y="181324"/>
                  </a:cubicBezTo>
                  <a:cubicBezTo>
                    <a:pt x="38882" y="178289"/>
                    <a:pt x="39300" y="170321"/>
                    <a:pt x="40552" y="163618"/>
                  </a:cubicBezTo>
                  <a:cubicBezTo>
                    <a:pt x="42457" y="153420"/>
                    <a:pt x="42085" y="150686"/>
                    <a:pt x="38270" y="146871"/>
                  </a:cubicBezTo>
                  <a:cubicBezTo>
                    <a:pt x="35762" y="144363"/>
                    <a:pt x="32644" y="141876"/>
                    <a:pt x="31342" y="141344"/>
                  </a:cubicBezTo>
                  <a:cubicBezTo>
                    <a:pt x="30039" y="140811"/>
                    <a:pt x="26314" y="136019"/>
                    <a:pt x="23064" y="130695"/>
                  </a:cubicBezTo>
                  <a:cubicBezTo>
                    <a:pt x="18146" y="122638"/>
                    <a:pt x="17840" y="121015"/>
                    <a:pt x="21238" y="121015"/>
                  </a:cubicBezTo>
                  <a:cubicBezTo>
                    <a:pt x="26407" y="121015"/>
                    <a:pt x="26532" y="114908"/>
                    <a:pt x="21448" y="110689"/>
                  </a:cubicBezTo>
                  <a:cubicBezTo>
                    <a:pt x="18195" y="107989"/>
                    <a:pt x="17551" y="108454"/>
                    <a:pt x="17417" y="113600"/>
                  </a:cubicBezTo>
                  <a:cubicBezTo>
                    <a:pt x="17202" y="121855"/>
                    <a:pt x="11362" y="102386"/>
                    <a:pt x="6090" y="75839"/>
                  </a:cubicBezTo>
                  <a:cubicBezTo>
                    <a:pt x="3834" y="64481"/>
                    <a:pt x="1295" y="52574"/>
                    <a:pt x="446" y="49379"/>
                  </a:cubicBezTo>
                  <a:cubicBezTo>
                    <a:pt x="-477" y="45903"/>
                    <a:pt x="61" y="43571"/>
                    <a:pt x="1787" y="43571"/>
                  </a:cubicBezTo>
                  <a:cubicBezTo>
                    <a:pt x="3372" y="43571"/>
                    <a:pt x="4669" y="46542"/>
                    <a:pt x="4669" y="50173"/>
                  </a:cubicBezTo>
                  <a:cubicBezTo>
                    <a:pt x="4669" y="56344"/>
                    <a:pt x="5386" y="56723"/>
                    <a:pt x="15640" y="55981"/>
                  </a:cubicBezTo>
                  <a:cubicBezTo>
                    <a:pt x="23894" y="55384"/>
                    <a:pt x="26358" y="54229"/>
                    <a:pt x="25590" y="51315"/>
                  </a:cubicBezTo>
                  <a:cubicBezTo>
                    <a:pt x="25028" y="49186"/>
                    <a:pt x="23380" y="43251"/>
                    <a:pt x="21927" y="38128"/>
                  </a:cubicBezTo>
                  <a:cubicBezTo>
                    <a:pt x="19644" y="30074"/>
                    <a:pt x="20076" y="27703"/>
                    <a:pt x="25126" y="20612"/>
                  </a:cubicBezTo>
                  <a:cubicBezTo>
                    <a:pt x="28338" y="16101"/>
                    <a:pt x="30367" y="10851"/>
                    <a:pt x="29635" y="8944"/>
                  </a:cubicBezTo>
                  <a:cubicBezTo>
                    <a:pt x="26306" y="269"/>
                    <a:pt x="38854" y="-2653"/>
                    <a:pt x="56601" y="2664"/>
                  </a:cubicBezTo>
                  <a:cubicBezTo>
                    <a:pt x="65243" y="5253"/>
                    <a:pt x="66731" y="6851"/>
                    <a:pt x="68014" y="14926"/>
                  </a:cubicBezTo>
                  <a:cubicBezTo>
                    <a:pt x="68826" y="20032"/>
                    <a:pt x="69898" y="26244"/>
                    <a:pt x="70397" y="28730"/>
                  </a:cubicBezTo>
                  <a:cubicBezTo>
                    <a:pt x="70908" y="31276"/>
                    <a:pt x="68463" y="35485"/>
                    <a:pt x="64799" y="38367"/>
                  </a:cubicBezTo>
                  <a:cubicBezTo>
                    <a:pt x="52677" y="47902"/>
                    <a:pt x="63675" y="56192"/>
                    <a:pt x="76515" y="47199"/>
                  </a:cubicBezTo>
                  <a:cubicBezTo>
                    <a:pt x="84862" y="41352"/>
                    <a:pt x="95020" y="44315"/>
                    <a:pt x="95020" y="52596"/>
                  </a:cubicBezTo>
                  <a:cubicBezTo>
                    <a:pt x="95020" y="61383"/>
                    <a:pt x="105491" y="67875"/>
                    <a:pt x="116723" y="66052"/>
                  </a:cubicBezTo>
                  <a:lnTo>
                    <a:pt x="125419" y="64641"/>
                  </a:lnTo>
                  <a:lnTo>
                    <a:pt x="121867" y="77984"/>
                  </a:lnTo>
                  <a:cubicBezTo>
                    <a:pt x="116766" y="97143"/>
                    <a:pt x="117305" y="101074"/>
                    <a:pt x="126198" y="109560"/>
                  </a:cubicBezTo>
                  <a:cubicBezTo>
                    <a:pt x="133696" y="116715"/>
                    <a:pt x="134049" y="117914"/>
                    <a:pt x="132452" y="130811"/>
                  </a:cubicBezTo>
                  <a:cubicBezTo>
                    <a:pt x="130905" y="143306"/>
                    <a:pt x="131310" y="144914"/>
                    <a:pt x="137172" y="149525"/>
                  </a:cubicBezTo>
                  <a:cubicBezTo>
                    <a:pt x="148350" y="158317"/>
                    <a:pt x="138877" y="171792"/>
                    <a:pt x="126264" y="165042"/>
                  </a:cubicBezTo>
                  <a:cubicBezTo>
                    <a:pt x="123464" y="163544"/>
                    <a:pt x="120516" y="162318"/>
                    <a:pt x="119713" y="162318"/>
                  </a:cubicBezTo>
                  <a:cubicBezTo>
                    <a:pt x="116537" y="162318"/>
                    <a:pt x="118487" y="177672"/>
                    <a:pt x="122125" y="181310"/>
                  </a:cubicBezTo>
                  <a:cubicBezTo>
                    <a:pt x="126947" y="186132"/>
                    <a:pt x="127019" y="189234"/>
                    <a:pt x="122395" y="193071"/>
                  </a:cubicBezTo>
                  <a:cubicBezTo>
                    <a:pt x="120414" y="194715"/>
                    <a:pt x="118009" y="200241"/>
                    <a:pt x="117050" y="205350"/>
                  </a:cubicBezTo>
                  <a:lnTo>
                    <a:pt x="115307" y="214639"/>
                  </a:lnTo>
                  <a:lnTo>
                    <a:pt x="105608" y="205168"/>
                  </a:lnTo>
                  <a:cubicBezTo>
                    <a:pt x="93087" y="192941"/>
                    <a:pt x="80185" y="190375"/>
                    <a:pt x="70306" y="198146"/>
                  </a:cubicBezTo>
                  <a:cubicBezTo>
                    <a:pt x="66478" y="201157"/>
                    <a:pt x="60889" y="203603"/>
                    <a:pt x="57886" y="203581"/>
                  </a:cubicBezTo>
                  <a:cubicBezTo>
                    <a:pt x="54649" y="203557"/>
                    <a:pt x="48516" y="208024"/>
                    <a:pt x="42822" y="214552"/>
                  </a:cubicBezTo>
                  <a:cubicBezTo>
                    <a:pt x="37540" y="220608"/>
                    <a:pt x="33184" y="224241"/>
                    <a:pt x="33142" y="222624"/>
                  </a:cubicBezTo>
                  <a:close/>
                </a:path>
              </a:pathLst>
            </a:custGeom>
            <a:solidFill>
              <a:srgbClr val="B9B9B9"/>
            </a:solidFill>
            <a:ln w="5163" cap="flat">
              <a:noFill/>
              <a:prstDash val="solid"/>
              <a:miter/>
            </a:ln>
          </p:spPr>
          <p:txBody>
            <a:bodyPr/>
            <a:lstStyle/>
            <a:p>
              <a:endParaRPr lang="es-419" noProof="0" dirty="0"/>
            </a:p>
          </p:txBody>
        </p:sp>
        <p:sp>
          <p:nvSpPr>
            <p:cNvPr id="86" name="Forma libre: forma 85">
              <a:extLst>
                <a:ext uri="{FF2B5EF4-FFF2-40B4-BE49-F238E27FC236}">
                  <a16:creationId xmlns:a16="http://schemas.microsoft.com/office/drawing/2014/main" id="{C51BA90C-8F5C-7B1E-BDB0-A30847543A8D}"/>
                </a:ext>
              </a:extLst>
            </p:cNvPr>
            <p:cNvSpPr/>
            <p:nvPr/>
          </p:nvSpPr>
          <p:spPr>
            <a:xfrm>
              <a:off x="976738" y="2149266"/>
              <a:ext cx="9026" cy="7395"/>
            </a:xfrm>
            <a:custGeom>
              <a:avLst/>
              <a:gdLst>
                <a:gd name="csX0" fmla="*/ 866 w 9026"/>
                <a:gd name="csY0" fmla="*/ 4748 h 7395"/>
                <a:gd name="csX1" fmla="*/ 6187 w 9026"/>
                <a:gd name="csY1" fmla="*/ 710 h 7395"/>
                <a:gd name="csX2" fmla="*/ 8728 w 9026"/>
                <a:gd name="csY2" fmla="*/ 4901 h 7395"/>
                <a:gd name="csX3" fmla="*/ 866 w 9026"/>
                <a:gd name="csY3" fmla="*/ 4748 h 7395"/>
              </a:gdLst>
              <a:ahLst/>
              <a:cxnLst>
                <a:cxn ang="0">
                  <a:pos x="csX0" y="csY0"/>
                </a:cxn>
                <a:cxn ang="0">
                  <a:pos x="csX1" y="csY1"/>
                </a:cxn>
                <a:cxn ang="0">
                  <a:pos x="csX2" y="csY2"/>
                </a:cxn>
                <a:cxn ang="0">
                  <a:pos x="csX3" y="csY3"/>
                </a:cxn>
              </a:cxnLst>
              <a:rect l="l" t="t" r="r" b="b"/>
              <a:pathLst>
                <a:path w="9026" h="7395">
                  <a:moveTo>
                    <a:pt x="866" y="4748"/>
                  </a:moveTo>
                  <a:cubicBezTo>
                    <a:pt x="-1510" y="904"/>
                    <a:pt x="1245" y="-1186"/>
                    <a:pt x="6187" y="710"/>
                  </a:cubicBezTo>
                  <a:cubicBezTo>
                    <a:pt x="8468" y="1586"/>
                    <a:pt x="9611" y="3472"/>
                    <a:pt x="8728" y="4901"/>
                  </a:cubicBezTo>
                  <a:cubicBezTo>
                    <a:pt x="6635" y="8287"/>
                    <a:pt x="3009" y="8216"/>
                    <a:pt x="866" y="4748"/>
                  </a:cubicBezTo>
                  <a:close/>
                </a:path>
              </a:pathLst>
            </a:custGeom>
            <a:solidFill>
              <a:srgbClr val="B9B9B9"/>
            </a:solidFill>
            <a:ln w="5163" cap="flat">
              <a:noFill/>
              <a:prstDash val="solid"/>
              <a:miter/>
            </a:ln>
          </p:spPr>
          <p:txBody>
            <a:bodyPr/>
            <a:lstStyle/>
            <a:p>
              <a:endParaRPr lang="es-419" noProof="0" dirty="0"/>
            </a:p>
          </p:txBody>
        </p:sp>
        <p:sp>
          <p:nvSpPr>
            <p:cNvPr id="87" name="Forma libre: forma 86">
              <a:extLst>
                <a:ext uri="{FF2B5EF4-FFF2-40B4-BE49-F238E27FC236}">
                  <a16:creationId xmlns:a16="http://schemas.microsoft.com/office/drawing/2014/main" id="{881A5F4B-45C0-1002-9739-76B0A22A9A8C}"/>
                </a:ext>
              </a:extLst>
            </p:cNvPr>
            <p:cNvSpPr/>
            <p:nvPr/>
          </p:nvSpPr>
          <p:spPr>
            <a:xfrm>
              <a:off x="958388" y="2135665"/>
              <a:ext cx="19364" cy="11047"/>
            </a:xfrm>
            <a:custGeom>
              <a:avLst/>
              <a:gdLst>
                <a:gd name="csX0" fmla="*/ 0 w 19364"/>
                <a:gd name="csY0" fmla="*/ 8841 h 11047"/>
                <a:gd name="csX1" fmla="*/ 17408 w 19364"/>
                <a:gd name="csY1" fmla="*/ 154 h 11047"/>
                <a:gd name="csX2" fmla="*/ 17432 w 19364"/>
                <a:gd name="csY2" fmla="*/ 5614 h 11047"/>
                <a:gd name="csX3" fmla="*/ 0 w 19364"/>
                <a:gd name="csY3" fmla="*/ 8841 h 11047"/>
              </a:gdLst>
              <a:ahLst/>
              <a:cxnLst>
                <a:cxn ang="0">
                  <a:pos x="csX0" y="csY0"/>
                </a:cxn>
                <a:cxn ang="0">
                  <a:pos x="csX1" y="csY1"/>
                </a:cxn>
                <a:cxn ang="0">
                  <a:pos x="csX2" y="csY2"/>
                </a:cxn>
                <a:cxn ang="0">
                  <a:pos x="csX3" y="csY3"/>
                </a:cxn>
              </a:cxnLst>
              <a:rect l="l" t="t" r="r" b="b"/>
              <a:pathLst>
                <a:path w="19364" h="11047">
                  <a:moveTo>
                    <a:pt x="0" y="8841"/>
                  </a:moveTo>
                  <a:cubicBezTo>
                    <a:pt x="126" y="2682"/>
                    <a:pt x="7086" y="-791"/>
                    <a:pt x="17408" y="154"/>
                  </a:cubicBezTo>
                  <a:cubicBezTo>
                    <a:pt x="20010" y="392"/>
                    <a:pt x="20015" y="1478"/>
                    <a:pt x="17432" y="5614"/>
                  </a:cubicBezTo>
                  <a:cubicBezTo>
                    <a:pt x="14357" y="10538"/>
                    <a:pt x="-89" y="13212"/>
                    <a:pt x="0" y="8841"/>
                  </a:cubicBezTo>
                  <a:close/>
                </a:path>
              </a:pathLst>
            </a:custGeom>
            <a:solidFill>
              <a:srgbClr val="B9B9B9"/>
            </a:solidFill>
            <a:ln w="5163" cap="flat">
              <a:noFill/>
              <a:prstDash val="solid"/>
              <a:miter/>
            </a:ln>
          </p:spPr>
          <p:txBody>
            <a:bodyPr/>
            <a:lstStyle/>
            <a:p>
              <a:endParaRPr lang="es-419" noProof="0" dirty="0"/>
            </a:p>
          </p:txBody>
        </p:sp>
        <p:sp>
          <p:nvSpPr>
            <p:cNvPr id="88" name="Forma libre: forma 87">
              <a:extLst>
                <a:ext uri="{FF2B5EF4-FFF2-40B4-BE49-F238E27FC236}">
                  <a16:creationId xmlns:a16="http://schemas.microsoft.com/office/drawing/2014/main" id="{3D6C082D-786D-FCD0-3718-D72F5B0199BD}"/>
                </a:ext>
              </a:extLst>
            </p:cNvPr>
            <p:cNvSpPr/>
            <p:nvPr/>
          </p:nvSpPr>
          <p:spPr>
            <a:xfrm>
              <a:off x="938010" y="2110987"/>
              <a:ext cx="18997" cy="19965"/>
            </a:xfrm>
            <a:custGeom>
              <a:avLst/>
              <a:gdLst>
                <a:gd name="csX0" fmla="*/ 2787 w 18997"/>
                <a:gd name="csY0" fmla="*/ 11392 h 19965"/>
                <a:gd name="csX1" fmla="*/ 4678 w 18997"/>
                <a:gd name="csY1" fmla="*/ 36 h 19965"/>
                <a:gd name="csX2" fmla="*/ 17544 w 18997"/>
                <a:gd name="csY2" fmla="*/ 12951 h 19965"/>
                <a:gd name="csX3" fmla="*/ 13049 w 18997"/>
                <a:gd name="csY3" fmla="*/ 19965 h 19965"/>
                <a:gd name="csX4" fmla="*/ 2787 w 18997"/>
                <a:gd name="csY4" fmla="*/ 11392 h 19965"/>
              </a:gdLst>
              <a:ahLst/>
              <a:cxnLst>
                <a:cxn ang="0">
                  <a:pos x="csX0" y="csY0"/>
                </a:cxn>
                <a:cxn ang="0">
                  <a:pos x="csX1" y="csY1"/>
                </a:cxn>
                <a:cxn ang="0">
                  <a:pos x="csX2" y="csY2"/>
                </a:cxn>
                <a:cxn ang="0">
                  <a:pos x="csX3" y="csY3"/>
                </a:cxn>
                <a:cxn ang="0">
                  <a:pos x="csX4" y="csY4"/>
                </a:cxn>
              </a:cxnLst>
              <a:rect l="l" t="t" r="r" b="b"/>
              <a:pathLst>
                <a:path w="18997" h="19965">
                  <a:moveTo>
                    <a:pt x="2787" y="11392"/>
                  </a:moveTo>
                  <a:cubicBezTo>
                    <a:pt x="-1192" y="389"/>
                    <a:pt x="-1207" y="479"/>
                    <a:pt x="4678" y="36"/>
                  </a:cubicBezTo>
                  <a:cubicBezTo>
                    <a:pt x="10396" y="-395"/>
                    <a:pt x="13750" y="2973"/>
                    <a:pt x="17544" y="12951"/>
                  </a:cubicBezTo>
                  <a:cubicBezTo>
                    <a:pt x="20048" y="19537"/>
                    <a:pt x="19774" y="19965"/>
                    <a:pt x="13049" y="19965"/>
                  </a:cubicBezTo>
                  <a:cubicBezTo>
                    <a:pt x="7281" y="19965"/>
                    <a:pt x="5284" y="18297"/>
                    <a:pt x="2787" y="11392"/>
                  </a:cubicBezTo>
                  <a:close/>
                </a:path>
              </a:pathLst>
            </a:custGeom>
            <a:solidFill>
              <a:srgbClr val="B9B9B9"/>
            </a:solidFill>
            <a:ln w="5163" cap="flat">
              <a:noFill/>
              <a:prstDash val="solid"/>
              <a:miter/>
            </a:ln>
          </p:spPr>
          <p:txBody>
            <a:bodyPr/>
            <a:lstStyle/>
            <a:p>
              <a:endParaRPr lang="es-419" noProof="0" dirty="0"/>
            </a:p>
          </p:txBody>
        </p:sp>
        <p:sp>
          <p:nvSpPr>
            <p:cNvPr id="89" name="Forma libre: forma 88">
              <a:extLst>
                <a:ext uri="{FF2B5EF4-FFF2-40B4-BE49-F238E27FC236}">
                  <a16:creationId xmlns:a16="http://schemas.microsoft.com/office/drawing/2014/main" id="{952B8E62-2E37-F36D-F782-0B047D820DE1}"/>
                </a:ext>
              </a:extLst>
            </p:cNvPr>
            <p:cNvSpPr/>
            <p:nvPr/>
          </p:nvSpPr>
          <p:spPr>
            <a:xfrm>
              <a:off x="924790" y="2098451"/>
              <a:ext cx="5162" cy="9268"/>
            </a:xfrm>
            <a:custGeom>
              <a:avLst/>
              <a:gdLst>
                <a:gd name="csX0" fmla="*/ 0 w 5162"/>
                <a:gd name="csY0" fmla="*/ 3953 h 9268"/>
                <a:gd name="csX1" fmla="*/ 2581 w 5162"/>
                <a:gd name="csY1" fmla="*/ 233 h 9268"/>
                <a:gd name="csX2" fmla="*/ 5163 w 5162"/>
                <a:gd name="csY2" fmla="*/ 5549 h 9268"/>
                <a:gd name="csX3" fmla="*/ 2581 w 5162"/>
                <a:gd name="csY3" fmla="*/ 9269 h 9268"/>
                <a:gd name="csX4" fmla="*/ 0 w 5162"/>
                <a:gd name="csY4" fmla="*/ 3953 h 9268"/>
              </a:gdLst>
              <a:ahLst/>
              <a:cxnLst>
                <a:cxn ang="0">
                  <a:pos x="csX0" y="csY0"/>
                </a:cxn>
                <a:cxn ang="0">
                  <a:pos x="csX1" y="csY1"/>
                </a:cxn>
                <a:cxn ang="0">
                  <a:pos x="csX2" y="csY2"/>
                </a:cxn>
                <a:cxn ang="0">
                  <a:pos x="csX3" y="csY3"/>
                </a:cxn>
                <a:cxn ang="0">
                  <a:pos x="csX4" y="csY4"/>
                </a:cxn>
              </a:cxnLst>
              <a:rect l="l" t="t" r="r" b="b"/>
              <a:pathLst>
                <a:path w="5162" h="9268">
                  <a:moveTo>
                    <a:pt x="0" y="3953"/>
                  </a:moveTo>
                  <a:cubicBezTo>
                    <a:pt x="0" y="1030"/>
                    <a:pt x="1162" y="-644"/>
                    <a:pt x="2581" y="233"/>
                  </a:cubicBezTo>
                  <a:cubicBezTo>
                    <a:pt x="4001" y="1111"/>
                    <a:pt x="5163" y="3503"/>
                    <a:pt x="5163" y="5549"/>
                  </a:cubicBezTo>
                  <a:cubicBezTo>
                    <a:pt x="5163" y="7595"/>
                    <a:pt x="4001" y="9269"/>
                    <a:pt x="2581" y="9269"/>
                  </a:cubicBezTo>
                  <a:cubicBezTo>
                    <a:pt x="1162" y="9269"/>
                    <a:pt x="0" y="6877"/>
                    <a:pt x="0" y="3953"/>
                  </a:cubicBezTo>
                  <a:close/>
                </a:path>
              </a:pathLst>
            </a:custGeom>
            <a:solidFill>
              <a:srgbClr val="B9B9B9"/>
            </a:solidFill>
            <a:ln w="5163" cap="flat">
              <a:noFill/>
              <a:prstDash val="solid"/>
              <a:miter/>
            </a:ln>
          </p:spPr>
          <p:txBody>
            <a:bodyPr/>
            <a:lstStyle/>
            <a:p>
              <a:endParaRPr lang="es-419" noProof="0" dirty="0"/>
            </a:p>
          </p:txBody>
        </p:sp>
      </p:grpSp>
      <p:grpSp>
        <p:nvGrpSpPr>
          <p:cNvPr id="90" name="Gráfico 39">
            <a:extLst>
              <a:ext uri="{FF2B5EF4-FFF2-40B4-BE49-F238E27FC236}">
                <a16:creationId xmlns:a16="http://schemas.microsoft.com/office/drawing/2014/main" id="{C04715E7-EE3A-57BF-4DFF-2D70FD6A5909}"/>
              </a:ext>
            </a:extLst>
          </p:cNvPr>
          <p:cNvGrpSpPr/>
          <p:nvPr/>
        </p:nvGrpSpPr>
        <p:grpSpPr>
          <a:xfrm>
            <a:off x="281340" y="1474182"/>
            <a:ext cx="428841" cy="522535"/>
            <a:chOff x="281340" y="1474182"/>
            <a:chExt cx="428841" cy="522535"/>
          </a:xfrm>
          <a:solidFill>
            <a:srgbClr val="B9B9B9"/>
          </a:solidFill>
        </p:grpSpPr>
        <p:grpSp>
          <p:nvGrpSpPr>
            <p:cNvPr id="91" name="Gráfico 39">
              <a:extLst>
                <a:ext uri="{FF2B5EF4-FFF2-40B4-BE49-F238E27FC236}">
                  <a16:creationId xmlns:a16="http://schemas.microsoft.com/office/drawing/2014/main" id="{E93EC3E2-D60C-DE71-9CEE-B9F738D94ECA}"/>
                </a:ext>
              </a:extLst>
            </p:cNvPr>
            <p:cNvGrpSpPr/>
            <p:nvPr/>
          </p:nvGrpSpPr>
          <p:grpSpPr>
            <a:xfrm>
              <a:off x="281340" y="1474182"/>
              <a:ext cx="428841" cy="522535"/>
              <a:chOff x="281340" y="1474182"/>
              <a:chExt cx="428841" cy="522535"/>
            </a:xfrm>
            <a:solidFill>
              <a:srgbClr val="B9B9B9"/>
            </a:solidFill>
          </p:grpSpPr>
          <p:sp>
            <p:nvSpPr>
              <p:cNvPr id="92" name="Forma libre: forma 91">
                <a:extLst>
                  <a:ext uri="{FF2B5EF4-FFF2-40B4-BE49-F238E27FC236}">
                    <a16:creationId xmlns:a16="http://schemas.microsoft.com/office/drawing/2014/main" id="{A9F0C30C-DC94-E523-ADDE-7DD42E8D744F}"/>
                  </a:ext>
                </a:extLst>
              </p:cNvPr>
              <p:cNvSpPr/>
              <p:nvPr/>
            </p:nvSpPr>
            <p:spPr>
              <a:xfrm>
                <a:off x="281340" y="1474182"/>
                <a:ext cx="428841" cy="522535"/>
              </a:xfrm>
              <a:custGeom>
                <a:avLst/>
                <a:gdLst>
                  <a:gd name="csX0" fmla="*/ 375000 w 428841"/>
                  <a:gd name="csY0" fmla="*/ 516104 h 522535"/>
                  <a:gd name="csX1" fmla="*/ 367101 w 428841"/>
                  <a:gd name="csY1" fmla="*/ 496098 h 522535"/>
                  <a:gd name="csX2" fmla="*/ 357849 w 428841"/>
                  <a:gd name="csY2" fmla="*/ 467300 h 522535"/>
                  <a:gd name="csX3" fmla="*/ 337807 w 428841"/>
                  <a:gd name="csY3" fmla="*/ 445109 h 522535"/>
                  <a:gd name="csX4" fmla="*/ 320489 w 428841"/>
                  <a:gd name="csY4" fmla="*/ 429036 h 522535"/>
                  <a:gd name="csX5" fmla="*/ 269809 w 428841"/>
                  <a:gd name="csY5" fmla="*/ 379110 h 522535"/>
                  <a:gd name="csX6" fmla="*/ 248488 w 428841"/>
                  <a:gd name="csY6" fmla="*/ 370097 h 522535"/>
                  <a:gd name="csX7" fmla="*/ 256878 w 428841"/>
                  <a:gd name="csY7" fmla="*/ 370327 h 522535"/>
                  <a:gd name="csX8" fmla="*/ 265267 w 428841"/>
                  <a:gd name="csY8" fmla="*/ 372646 h 522535"/>
                  <a:gd name="csX9" fmla="*/ 258168 w 428841"/>
                  <a:gd name="csY9" fmla="*/ 366399 h 522535"/>
                  <a:gd name="csX10" fmla="*/ 251069 w 428841"/>
                  <a:gd name="csY10" fmla="*/ 355305 h 522535"/>
                  <a:gd name="csX11" fmla="*/ 237556 w 428841"/>
                  <a:gd name="csY11" fmla="*/ 353450 h 522535"/>
                  <a:gd name="csX12" fmla="*/ 235538 w 428841"/>
                  <a:gd name="csY12" fmla="*/ 349578 h 522535"/>
                  <a:gd name="csX13" fmla="*/ 231626 w 428841"/>
                  <a:gd name="csY13" fmla="*/ 338114 h 522535"/>
                  <a:gd name="csX14" fmla="*/ 227531 w 428841"/>
                  <a:gd name="csY14" fmla="*/ 327788 h 522535"/>
                  <a:gd name="csX15" fmla="*/ 225255 w 428841"/>
                  <a:gd name="csY15" fmla="*/ 330217 h 522535"/>
                  <a:gd name="csX16" fmla="*/ 222797 w 428841"/>
                  <a:gd name="csY16" fmla="*/ 331508 h 522535"/>
                  <a:gd name="csX17" fmla="*/ 220276 w 428841"/>
                  <a:gd name="csY17" fmla="*/ 330217 h 522535"/>
                  <a:gd name="csX18" fmla="*/ 216375 w 428841"/>
                  <a:gd name="csY18" fmla="*/ 326968 h 522535"/>
                  <a:gd name="csX19" fmla="*/ 212138 w 428841"/>
                  <a:gd name="csY19" fmla="*/ 320021 h 522535"/>
                  <a:gd name="csX20" fmla="*/ 209766 w 428841"/>
                  <a:gd name="csY20" fmla="*/ 317462 h 522535"/>
                  <a:gd name="csX21" fmla="*/ 212670 w 428841"/>
                  <a:gd name="csY21" fmla="*/ 314083 h 522535"/>
                  <a:gd name="csX22" fmla="*/ 216877 w 428841"/>
                  <a:gd name="csY22" fmla="*/ 311142 h 522535"/>
                  <a:gd name="csX23" fmla="*/ 215264 w 428841"/>
                  <a:gd name="csY23" fmla="*/ 309359 h 522535"/>
                  <a:gd name="csX24" fmla="*/ 217511 w 428841"/>
                  <a:gd name="csY24" fmla="*/ 291496 h 522535"/>
                  <a:gd name="csX25" fmla="*/ 222673 w 428841"/>
                  <a:gd name="csY25" fmla="*/ 271731 h 522535"/>
                  <a:gd name="csX26" fmla="*/ 225571 w 428841"/>
                  <a:gd name="csY26" fmla="*/ 266972 h 522535"/>
                  <a:gd name="csX27" fmla="*/ 225255 w 428841"/>
                  <a:gd name="csY27" fmla="*/ 263100 h 522535"/>
                  <a:gd name="csX28" fmla="*/ 224939 w 428841"/>
                  <a:gd name="csY28" fmla="*/ 259227 h 522535"/>
                  <a:gd name="csX29" fmla="*/ 227470 w 428841"/>
                  <a:gd name="csY29" fmla="*/ 246966 h 522535"/>
                  <a:gd name="csX30" fmla="*/ 227104 w 428841"/>
                  <a:gd name="csY30" fmla="*/ 234704 h 522535"/>
                  <a:gd name="csX31" fmla="*/ 225255 w 428841"/>
                  <a:gd name="csY31" fmla="*/ 245029 h 522535"/>
                  <a:gd name="csX32" fmla="*/ 222926 w 428841"/>
                  <a:gd name="csY32" fmla="*/ 241157 h 522535"/>
                  <a:gd name="csX33" fmla="*/ 213514 w 428841"/>
                  <a:gd name="csY33" fmla="*/ 204198 h 522535"/>
                  <a:gd name="csX34" fmla="*/ 207511 w 428841"/>
                  <a:gd name="csY34" fmla="*/ 195911 h 522535"/>
                  <a:gd name="csX35" fmla="*/ 199366 w 428841"/>
                  <a:gd name="csY35" fmla="*/ 188261 h 522535"/>
                  <a:gd name="csX36" fmla="*/ 189814 w 428841"/>
                  <a:gd name="csY36" fmla="*/ 185143 h 522535"/>
                  <a:gd name="csX37" fmla="*/ 177824 w 428841"/>
                  <a:gd name="csY37" fmla="*/ 176701 h 522535"/>
                  <a:gd name="csX38" fmla="*/ 173385 w 428841"/>
                  <a:gd name="csY38" fmla="*/ 171969 h 522535"/>
                  <a:gd name="csX39" fmla="*/ 172244 w 428841"/>
                  <a:gd name="csY39" fmla="*/ 166295 h 522535"/>
                  <a:gd name="csX40" fmla="*/ 157189 w 428841"/>
                  <a:gd name="csY40" fmla="*/ 154717 h 522535"/>
                  <a:gd name="csX41" fmla="*/ 154290 w 428841"/>
                  <a:gd name="csY41" fmla="*/ 143110 h 522535"/>
                  <a:gd name="csX42" fmla="*/ 153437 w 428841"/>
                  <a:gd name="csY42" fmla="*/ 130888 h 522535"/>
                  <a:gd name="csX43" fmla="*/ 150373 w 428841"/>
                  <a:gd name="csY43" fmla="*/ 128835 h 522535"/>
                  <a:gd name="csX44" fmla="*/ 148457 w 428841"/>
                  <a:gd name="csY44" fmla="*/ 125777 h 522535"/>
                  <a:gd name="csX45" fmla="*/ 150890 w 428841"/>
                  <a:gd name="csY45" fmla="*/ 109503 h 522535"/>
                  <a:gd name="csX46" fmla="*/ 144325 w 428841"/>
                  <a:gd name="csY46" fmla="*/ 119656 h 522535"/>
                  <a:gd name="csX47" fmla="*/ 132054 w 428841"/>
                  <a:gd name="csY47" fmla="*/ 127093 h 522535"/>
                  <a:gd name="csX48" fmla="*/ 125630 w 428841"/>
                  <a:gd name="csY48" fmla="*/ 120812 h 522535"/>
                  <a:gd name="csX49" fmla="*/ 123207 w 428841"/>
                  <a:gd name="csY49" fmla="*/ 117248 h 522535"/>
                  <a:gd name="csX50" fmla="*/ 119415 w 428841"/>
                  <a:gd name="csY50" fmla="*/ 121894 h 522535"/>
                  <a:gd name="csX51" fmla="*/ 116519 w 428841"/>
                  <a:gd name="csY51" fmla="*/ 129437 h 522535"/>
                  <a:gd name="csX52" fmla="*/ 107977 w 428841"/>
                  <a:gd name="csY52" fmla="*/ 127285 h 522535"/>
                  <a:gd name="csX53" fmla="*/ 105433 w 428841"/>
                  <a:gd name="csY53" fmla="*/ 123427 h 522535"/>
                  <a:gd name="csX54" fmla="*/ 96024 w 428841"/>
                  <a:gd name="csY54" fmla="*/ 113119 h 522535"/>
                  <a:gd name="csX55" fmla="*/ 84566 w 428841"/>
                  <a:gd name="csY55" fmla="*/ 104340 h 522535"/>
                  <a:gd name="csX56" fmla="*/ 73108 w 428841"/>
                  <a:gd name="csY56" fmla="*/ 95562 h 522535"/>
                  <a:gd name="csX57" fmla="*/ 56725 w 428841"/>
                  <a:gd name="csY57" fmla="*/ 85124 h 522535"/>
                  <a:gd name="csX58" fmla="*/ 41890 w 428841"/>
                  <a:gd name="csY58" fmla="*/ 66163 h 522535"/>
                  <a:gd name="csX59" fmla="*/ 28677 w 428841"/>
                  <a:gd name="csY59" fmla="*/ 46701 h 522535"/>
                  <a:gd name="csX60" fmla="*/ 19131 w 428841"/>
                  <a:gd name="csY60" fmla="*/ 37238 h 522535"/>
                  <a:gd name="csX61" fmla="*/ 12905 w 428841"/>
                  <a:gd name="csY61" fmla="*/ 29478 h 522535"/>
                  <a:gd name="csX62" fmla="*/ 565 w 428841"/>
                  <a:gd name="csY62" fmla="*/ 12763 h 522535"/>
                  <a:gd name="csX63" fmla="*/ 24931 w 428841"/>
                  <a:gd name="csY63" fmla="*/ 17586 h 522535"/>
                  <a:gd name="csX64" fmla="*/ 53740 w 428841"/>
                  <a:gd name="csY64" fmla="*/ 17944 h 522535"/>
                  <a:gd name="csX65" fmla="*/ 62623 w 428841"/>
                  <a:gd name="csY65" fmla="*/ 19236 h 522535"/>
                  <a:gd name="csX66" fmla="*/ 68432 w 428841"/>
                  <a:gd name="csY66" fmla="*/ 26677 h 522535"/>
                  <a:gd name="csX67" fmla="*/ 76711 w 428841"/>
                  <a:gd name="csY67" fmla="*/ 24137 h 522535"/>
                  <a:gd name="csX68" fmla="*/ 79251 w 428841"/>
                  <a:gd name="csY68" fmla="*/ 21734 h 522535"/>
                  <a:gd name="csX69" fmla="*/ 83275 w 428841"/>
                  <a:gd name="csY69" fmla="*/ 19103 h 522535"/>
                  <a:gd name="csX70" fmla="*/ 76792 w 428841"/>
                  <a:gd name="csY70" fmla="*/ 18100 h 522535"/>
                  <a:gd name="csX71" fmla="*/ 72078 w 428841"/>
                  <a:gd name="csY71" fmla="*/ 15119 h 522535"/>
                  <a:gd name="csX72" fmla="*/ 69501 w 428841"/>
                  <a:gd name="csY72" fmla="*/ 12179 h 522535"/>
                  <a:gd name="csX73" fmla="*/ 70989 w 428841"/>
                  <a:gd name="csY73" fmla="*/ 5916 h 522535"/>
                  <a:gd name="csX74" fmla="*/ 77646 w 428841"/>
                  <a:gd name="csY74" fmla="*/ 3402 h 522535"/>
                  <a:gd name="csX75" fmla="*/ 139275 w 428841"/>
                  <a:gd name="csY75" fmla="*/ 15638 h 522535"/>
                  <a:gd name="csX76" fmla="*/ 187630 w 428841"/>
                  <a:gd name="csY76" fmla="*/ 22047 h 522535"/>
                  <a:gd name="csX77" fmla="*/ 207209 w 428841"/>
                  <a:gd name="csY77" fmla="*/ 56596 h 522535"/>
                  <a:gd name="csX78" fmla="*/ 227114 w 428841"/>
                  <a:gd name="csY78" fmla="*/ 93147 h 522535"/>
                  <a:gd name="csX79" fmla="*/ 237157 w 428841"/>
                  <a:gd name="csY79" fmla="*/ 106748 h 522535"/>
                  <a:gd name="csX80" fmla="*/ 244314 w 428841"/>
                  <a:gd name="csY80" fmla="*/ 119404 h 522535"/>
                  <a:gd name="csX81" fmla="*/ 245646 w 428841"/>
                  <a:gd name="csY81" fmla="*/ 128703 h 522535"/>
                  <a:gd name="csX82" fmla="*/ 248545 w 428841"/>
                  <a:gd name="csY82" fmla="*/ 142569 h 522535"/>
                  <a:gd name="csX83" fmla="*/ 261330 w 428841"/>
                  <a:gd name="csY83" fmla="*/ 164801 h 522535"/>
                  <a:gd name="csX84" fmla="*/ 258888 w 428841"/>
                  <a:gd name="csY84" fmla="*/ 155359 h 522535"/>
                  <a:gd name="csX85" fmla="*/ 255800 w 428841"/>
                  <a:gd name="csY85" fmla="*/ 130155 h 522535"/>
                  <a:gd name="csX86" fmla="*/ 275961 w 428841"/>
                  <a:gd name="csY86" fmla="*/ 158456 h 522535"/>
                  <a:gd name="csX87" fmla="*/ 281077 w 428841"/>
                  <a:gd name="csY87" fmla="*/ 166295 h 522535"/>
                  <a:gd name="csX88" fmla="*/ 284516 w 428841"/>
                  <a:gd name="csY88" fmla="*/ 174685 h 522535"/>
                  <a:gd name="csX89" fmla="*/ 290330 w 428841"/>
                  <a:gd name="csY89" fmla="*/ 206853 h 522535"/>
                  <a:gd name="csX90" fmla="*/ 289732 w 428841"/>
                  <a:gd name="csY90" fmla="*/ 219395 h 522535"/>
                  <a:gd name="csX91" fmla="*/ 295284 w 428841"/>
                  <a:gd name="csY91" fmla="*/ 246624 h 522535"/>
                  <a:gd name="csX92" fmla="*/ 307839 w 428841"/>
                  <a:gd name="csY92" fmla="*/ 265674 h 522535"/>
                  <a:gd name="csX93" fmla="*/ 311998 w 428841"/>
                  <a:gd name="csY93" fmla="*/ 272749 h 522535"/>
                  <a:gd name="csX94" fmla="*/ 323310 w 428841"/>
                  <a:gd name="csY94" fmla="*/ 313772 h 522535"/>
                  <a:gd name="csX95" fmla="*/ 331080 w 428841"/>
                  <a:gd name="csY95" fmla="*/ 343142 h 522535"/>
                  <a:gd name="csX96" fmla="*/ 329774 w 428841"/>
                  <a:gd name="csY96" fmla="*/ 364390 h 522535"/>
                  <a:gd name="csX97" fmla="*/ 349986 w 428841"/>
                  <a:gd name="csY97" fmla="*/ 396248 h 522535"/>
                  <a:gd name="csX98" fmla="*/ 354973 w 428841"/>
                  <a:gd name="csY98" fmla="*/ 397754 h 522535"/>
                  <a:gd name="csX99" fmla="*/ 357026 w 428841"/>
                  <a:gd name="csY99" fmla="*/ 403789 h 522535"/>
                  <a:gd name="csX100" fmla="*/ 360843 w 428841"/>
                  <a:gd name="csY100" fmla="*/ 395399 h 522535"/>
                  <a:gd name="csX101" fmla="*/ 361835 w 428841"/>
                  <a:gd name="csY101" fmla="*/ 383279 h 522535"/>
                  <a:gd name="csX102" fmla="*/ 377379 w 428841"/>
                  <a:gd name="csY102" fmla="*/ 393272 h 522535"/>
                  <a:gd name="csX103" fmla="*/ 390468 w 428841"/>
                  <a:gd name="csY103" fmla="*/ 410555 h 522535"/>
                  <a:gd name="csX104" fmla="*/ 396921 w 428841"/>
                  <a:gd name="csY104" fmla="*/ 414114 h 522535"/>
                  <a:gd name="csX105" fmla="*/ 403375 w 428841"/>
                  <a:gd name="csY105" fmla="*/ 419847 h 522535"/>
                  <a:gd name="csX106" fmla="*/ 406602 w 428841"/>
                  <a:gd name="csY106" fmla="*/ 439662 h 522535"/>
                  <a:gd name="csX107" fmla="*/ 418087 w 428841"/>
                  <a:gd name="csY107" fmla="*/ 458630 h 522535"/>
                  <a:gd name="csX108" fmla="*/ 419011 w 428841"/>
                  <a:gd name="csY108" fmla="*/ 503820 h 522535"/>
                  <a:gd name="csX109" fmla="*/ 409820 w 428841"/>
                  <a:gd name="csY109" fmla="*/ 509628 h 522535"/>
                  <a:gd name="csX110" fmla="*/ 394580 w 428841"/>
                  <a:gd name="csY110" fmla="*/ 516082 h 522535"/>
                  <a:gd name="csX111" fmla="*/ 382031 w 428841"/>
                  <a:gd name="csY111" fmla="*/ 522535 h 522535"/>
                  <a:gd name="csX112" fmla="*/ 375000 w 428841"/>
                  <a:gd name="csY112" fmla="*/ 516104 h 5225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Lst>
                <a:rect l="l" t="t" r="r" b="b"/>
                <a:pathLst>
                  <a:path w="428841" h="522535">
                    <a:moveTo>
                      <a:pt x="375000" y="516104"/>
                    </a:moveTo>
                    <a:cubicBezTo>
                      <a:pt x="371085" y="511937"/>
                      <a:pt x="368304" y="504894"/>
                      <a:pt x="367101" y="496098"/>
                    </a:cubicBezTo>
                    <a:cubicBezTo>
                      <a:pt x="366079" y="488632"/>
                      <a:pt x="361916" y="475673"/>
                      <a:pt x="357849" y="467300"/>
                    </a:cubicBezTo>
                    <a:cubicBezTo>
                      <a:pt x="351802" y="454850"/>
                      <a:pt x="348152" y="450809"/>
                      <a:pt x="337807" y="445109"/>
                    </a:cubicBezTo>
                    <a:cubicBezTo>
                      <a:pt x="329743" y="440665"/>
                      <a:pt x="323467" y="434840"/>
                      <a:pt x="320489" y="429036"/>
                    </a:cubicBezTo>
                    <a:cubicBezTo>
                      <a:pt x="313727" y="415856"/>
                      <a:pt x="278311" y="380967"/>
                      <a:pt x="269809" y="379110"/>
                    </a:cubicBezTo>
                    <a:cubicBezTo>
                      <a:pt x="258622" y="376667"/>
                      <a:pt x="248488" y="372383"/>
                      <a:pt x="248488" y="370097"/>
                    </a:cubicBezTo>
                    <a:cubicBezTo>
                      <a:pt x="248488" y="368948"/>
                      <a:pt x="252263" y="369052"/>
                      <a:pt x="256878" y="370327"/>
                    </a:cubicBezTo>
                    <a:lnTo>
                      <a:pt x="265267" y="372646"/>
                    </a:lnTo>
                    <a:lnTo>
                      <a:pt x="258168" y="366399"/>
                    </a:lnTo>
                    <a:cubicBezTo>
                      <a:pt x="254264" y="362963"/>
                      <a:pt x="251069" y="357971"/>
                      <a:pt x="251069" y="355305"/>
                    </a:cubicBezTo>
                    <a:cubicBezTo>
                      <a:pt x="251069" y="350053"/>
                      <a:pt x="241061" y="348679"/>
                      <a:pt x="237556" y="353450"/>
                    </a:cubicBezTo>
                    <a:cubicBezTo>
                      <a:pt x="236513" y="354870"/>
                      <a:pt x="235605" y="353128"/>
                      <a:pt x="235538" y="349578"/>
                    </a:cubicBezTo>
                    <a:cubicBezTo>
                      <a:pt x="235471" y="346029"/>
                      <a:pt x="233711" y="340870"/>
                      <a:pt x="231626" y="338114"/>
                    </a:cubicBezTo>
                    <a:cubicBezTo>
                      <a:pt x="229542" y="335358"/>
                      <a:pt x="227699" y="330711"/>
                      <a:pt x="227531" y="327788"/>
                    </a:cubicBezTo>
                    <a:cubicBezTo>
                      <a:pt x="227316" y="324054"/>
                      <a:pt x="226639" y="324776"/>
                      <a:pt x="225255" y="330217"/>
                    </a:cubicBezTo>
                    <a:cubicBezTo>
                      <a:pt x="223398" y="337513"/>
                      <a:pt x="223256" y="337588"/>
                      <a:pt x="222797" y="331508"/>
                    </a:cubicBezTo>
                    <a:cubicBezTo>
                      <a:pt x="222352" y="325610"/>
                      <a:pt x="222136" y="325499"/>
                      <a:pt x="220276" y="330217"/>
                    </a:cubicBezTo>
                    <a:cubicBezTo>
                      <a:pt x="218499" y="334726"/>
                      <a:pt x="218005" y="334315"/>
                      <a:pt x="216375" y="326968"/>
                    </a:cubicBezTo>
                    <a:cubicBezTo>
                      <a:pt x="215349" y="322341"/>
                      <a:pt x="213442" y="319215"/>
                      <a:pt x="212138" y="320021"/>
                    </a:cubicBezTo>
                    <a:cubicBezTo>
                      <a:pt x="210833" y="320827"/>
                      <a:pt x="209766" y="319676"/>
                      <a:pt x="209766" y="317462"/>
                    </a:cubicBezTo>
                    <a:cubicBezTo>
                      <a:pt x="209766" y="315249"/>
                      <a:pt x="211073" y="313728"/>
                      <a:pt x="212670" y="314083"/>
                    </a:cubicBezTo>
                    <a:cubicBezTo>
                      <a:pt x="214268" y="314438"/>
                      <a:pt x="216161" y="313115"/>
                      <a:pt x="216877" y="311142"/>
                    </a:cubicBezTo>
                    <a:cubicBezTo>
                      <a:pt x="217675" y="308946"/>
                      <a:pt x="217050" y="308255"/>
                      <a:pt x="215264" y="309359"/>
                    </a:cubicBezTo>
                    <a:cubicBezTo>
                      <a:pt x="211189" y="311878"/>
                      <a:pt x="211586" y="308715"/>
                      <a:pt x="217511" y="291496"/>
                    </a:cubicBezTo>
                    <a:cubicBezTo>
                      <a:pt x="220350" y="283242"/>
                      <a:pt x="222673" y="274348"/>
                      <a:pt x="222673" y="271731"/>
                    </a:cubicBezTo>
                    <a:cubicBezTo>
                      <a:pt x="222673" y="269113"/>
                      <a:pt x="223977" y="266972"/>
                      <a:pt x="225571" y="266972"/>
                    </a:cubicBezTo>
                    <a:cubicBezTo>
                      <a:pt x="227573" y="266972"/>
                      <a:pt x="227475" y="265775"/>
                      <a:pt x="225255" y="263100"/>
                    </a:cubicBezTo>
                    <a:cubicBezTo>
                      <a:pt x="223035" y="260424"/>
                      <a:pt x="222937" y="259227"/>
                      <a:pt x="224939" y="259227"/>
                    </a:cubicBezTo>
                    <a:cubicBezTo>
                      <a:pt x="226726" y="259227"/>
                      <a:pt x="227696" y="254529"/>
                      <a:pt x="227470" y="246966"/>
                    </a:cubicBezTo>
                    <a:lnTo>
                      <a:pt x="227104" y="234704"/>
                    </a:lnTo>
                    <a:lnTo>
                      <a:pt x="225255" y="245029"/>
                    </a:lnTo>
                    <a:cubicBezTo>
                      <a:pt x="223422" y="255266"/>
                      <a:pt x="223402" y="255233"/>
                      <a:pt x="222926" y="241157"/>
                    </a:cubicBezTo>
                    <a:cubicBezTo>
                      <a:pt x="222330" y="223537"/>
                      <a:pt x="217100" y="203003"/>
                      <a:pt x="213514" y="204198"/>
                    </a:cubicBezTo>
                    <a:cubicBezTo>
                      <a:pt x="212038" y="204690"/>
                      <a:pt x="209337" y="200961"/>
                      <a:pt x="207511" y="195911"/>
                    </a:cubicBezTo>
                    <a:cubicBezTo>
                      <a:pt x="204912" y="188724"/>
                      <a:pt x="203143" y="187062"/>
                      <a:pt x="199366" y="188261"/>
                    </a:cubicBezTo>
                    <a:cubicBezTo>
                      <a:pt x="196479" y="189177"/>
                      <a:pt x="192643" y="187925"/>
                      <a:pt x="189814" y="185143"/>
                    </a:cubicBezTo>
                    <a:cubicBezTo>
                      <a:pt x="187213" y="182586"/>
                      <a:pt x="181818" y="178787"/>
                      <a:pt x="177824" y="176701"/>
                    </a:cubicBezTo>
                    <a:cubicBezTo>
                      <a:pt x="173830" y="174616"/>
                      <a:pt x="171833" y="172486"/>
                      <a:pt x="173385" y="171969"/>
                    </a:cubicBezTo>
                    <a:cubicBezTo>
                      <a:pt x="177632" y="170553"/>
                      <a:pt x="176775" y="166295"/>
                      <a:pt x="172244" y="166295"/>
                    </a:cubicBezTo>
                    <a:cubicBezTo>
                      <a:pt x="165904" y="166295"/>
                      <a:pt x="155744" y="158482"/>
                      <a:pt x="157189" y="154717"/>
                    </a:cubicBezTo>
                    <a:cubicBezTo>
                      <a:pt x="157916" y="152822"/>
                      <a:pt x="156611" y="147599"/>
                      <a:pt x="154290" y="143110"/>
                    </a:cubicBezTo>
                    <a:cubicBezTo>
                      <a:pt x="150789" y="136341"/>
                      <a:pt x="150644" y="134254"/>
                      <a:pt x="153437" y="130888"/>
                    </a:cubicBezTo>
                    <a:cubicBezTo>
                      <a:pt x="156396" y="127323"/>
                      <a:pt x="156023" y="127073"/>
                      <a:pt x="150373" y="128835"/>
                    </a:cubicBezTo>
                    <a:cubicBezTo>
                      <a:pt x="144136" y="130780"/>
                      <a:pt x="144078" y="130686"/>
                      <a:pt x="148457" y="125777"/>
                    </a:cubicBezTo>
                    <a:cubicBezTo>
                      <a:pt x="153040" y="120640"/>
                      <a:pt x="154705" y="109503"/>
                      <a:pt x="150890" y="109503"/>
                    </a:cubicBezTo>
                    <a:cubicBezTo>
                      <a:pt x="149743" y="109503"/>
                      <a:pt x="146789" y="114072"/>
                      <a:pt x="144325" y="119656"/>
                    </a:cubicBezTo>
                    <a:cubicBezTo>
                      <a:pt x="140017" y="129421"/>
                      <a:pt x="139548" y="129705"/>
                      <a:pt x="132054" y="127093"/>
                    </a:cubicBezTo>
                    <a:cubicBezTo>
                      <a:pt x="127075" y="125357"/>
                      <a:pt x="124756" y="123090"/>
                      <a:pt x="125630" y="120812"/>
                    </a:cubicBezTo>
                    <a:cubicBezTo>
                      <a:pt x="126411" y="118778"/>
                      <a:pt x="125370" y="117248"/>
                      <a:pt x="123207" y="117248"/>
                    </a:cubicBezTo>
                    <a:cubicBezTo>
                      <a:pt x="121121" y="117248"/>
                      <a:pt x="119415" y="119339"/>
                      <a:pt x="119415" y="121894"/>
                    </a:cubicBezTo>
                    <a:cubicBezTo>
                      <a:pt x="119415" y="124450"/>
                      <a:pt x="118112" y="127844"/>
                      <a:pt x="116519" y="129437"/>
                    </a:cubicBezTo>
                    <a:cubicBezTo>
                      <a:pt x="113230" y="132727"/>
                      <a:pt x="105775" y="130849"/>
                      <a:pt x="107977" y="127285"/>
                    </a:cubicBezTo>
                    <a:cubicBezTo>
                      <a:pt x="108769" y="126004"/>
                      <a:pt x="107624" y="124268"/>
                      <a:pt x="105433" y="123427"/>
                    </a:cubicBezTo>
                    <a:cubicBezTo>
                      <a:pt x="103242" y="122586"/>
                      <a:pt x="99008" y="117948"/>
                      <a:pt x="96024" y="113119"/>
                    </a:cubicBezTo>
                    <a:cubicBezTo>
                      <a:pt x="92358" y="107187"/>
                      <a:pt x="88642" y="104340"/>
                      <a:pt x="84566" y="104340"/>
                    </a:cubicBezTo>
                    <a:cubicBezTo>
                      <a:pt x="80490" y="104340"/>
                      <a:pt x="76774" y="101493"/>
                      <a:pt x="73108" y="95562"/>
                    </a:cubicBezTo>
                    <a:cubicBezTo>
                      <a:pt x="67387" y="86305"/>
                      <a:pt x="62222" y="83015"/>
                      <a:pt x="56725" y="85124"/>
                    </a:cubicBezTo>
                    <a:cubicBezTo>
                      <a:pt x="50606" y="87472"/>
                      <a:pt x="41978" y="76444"/>
                      <a:pt x="41890" y="66163"/>
                    </a:cubicBezTo>
                    <a:cubicBezTo>
                      <a:pt x="41792" y="54708"/>
                      <a:pt x="37917" y="49001"/>
                      <a:pt x="28677" y="46701"/>
                    </a:cubicBezTo>
                    <a:cubicBezTo>
                      <a:pt x="24172" y="45580"/>
                      <a:pt x="20912" y="42349"/>
                      <a:pt x="19131" y="37238"/>
                    </a:cubicBezTo>
                    <a:cubicBezTo>
                      <a:pt x="17643" y="32970"/>
                      <a:pt x="14841" y="29478"/>
                      <a:pt x="12905" y="29478"/>
                    </a:cubicBezTo>
                    <a:cubicBezTo>
                      <a:pt x="8305" y="29478"/>
                      <a:pt x="-2593" y="14715"/>
                      <a:pt x="565" y="12763"/>
                    </a:cubicBezTo>
                    <a:cubicBezTo>
                      <a:pt x="3818" y="10752"/>
                      <a:pt x="12858" y="12542"/>
                      <a:pt x="24931" y="17586"/>
                    </a:cubicBezTo>
                    <a:cubicBezTo>
                      <a:pt x="37286" y="22748"/>
                      <a:pt x="47225" y="22872"/>
                      <a:pt x="53740" y="17944"/>
                    </a:cubicBezTo>
                    <a:cubicBezTo>
                      <a:pt x="60581" y="12770"/>
                      <a:pt x="62623" y="13067"/>
                      <a:pt x="62623" y="19236"/>
                    </a:cubicBezTo>
                    <a:cubicBezTo>
                      <a:pt x="62623" y="22305"/>
                      <a:pt x="65034" y="25393"/>
                      <a:pt x="68432" y="26677"/>
                    </a:cubicBezTo>
                    <a:cubicBezTo>
                      <a:pt x="74871" y="29111"/>
                      <a:pt x="79002" y="27843"/>
                      <a:pt x="76711" y="24137"/>
                    </a:cubicBezTo>
                    <a:cubicBezTo>
                      <a:pt x="75894" y="22815"/>
                      <a:pt x="77037" y="21734"/>
                      <a:pt x="79251" y="21734"/>
                    </a:cubicBezTo>
                    <a:cubicBezTo>
                      <a:pt x="81464" y="21734"/>
                      <a:pt x="83275" y="20550"/>
                      <a:pt x="83275" y="19103"/>
                    </a:cubicBezTo>
                    <a:cubicBezTo>
                      <a:pt x="83275" y="17583"/>
                      <a:pt x="80538" y="17160"/>
                      <a:pt x="76792" y="18100"/>
                    </a:cubicBezTo>
                    <a:cubicBezTo>
                      <a:pt x="71329" y="19471"/>
                      <a:pt x="70588" y="19002"/>
                      <a:pt x="72078" y="15119"/>
                    </a:cubicBezTo>
                    <a:cubicBezTo>
                      <a:pt x="73452" y="11539"/>
                      <a:pt x="72877" y="10883"/>
                      <a:pt x="69501" y="12179"/>
                    </a:cubicBezTo>
                    <a:cubicBezTo>
                      <a:pt x="66052" y="13503"/>
                      <a:pt x="66358" y="12212"/>
                      <a:pt x="70989" y="5916"/>
                    </a:cubicBezTo>
                    <a:cubicBezTo>
                      <a:pt x="76351" y="-1376"/>
                      <a:pt x="76888" y="-1579"/>
                      <a:pt x="77646" y="3402"/>
                    </a:cubicBezTo>
                    <a:cubicBezTo>
                      <a:pt x="78672" y="10145"/>
                      <a:pt x="78784" y="10167"/>
                      <a:pt x="139275" y="15638"/>
                    </a:cubicBezTo>
                    <a:cubicBezTo>
                      <a:pt x="166526" y="18103"/>
                      <a:pt x="188286" y="20987"/>
                      <a:pt x="187630" y="22047"/>
                    </a:cubicBezTo>
                    <a:cubicBezTo>
                      <a:pt x="185081" y="26172"/>
                      <a:pt x="200296" y="53021"/>
                      <a:pt x="207209" y="56596"/>
                    </a:cubicBezTo>
                    <a:cubicBezTo>
                      <a:pt x="214767" y="60504"/>
                      <a:pt x="224810" y="78946"/>
                      <a:pt x="227114" y="93147"/>
                    </a:cubicBezTo>
                    <a:cubicBezTo>
                      <a:pt x="228108" y="99272"/>
                      <a:pt x="230904" y="103059"/>
                      <a:pt x="237157" y="106748"/>
                    </a:cubicBezTo>
                    <a:cubicBezTo>
                      <a:pt x="244668" y="111180"/>
                      <a:pt x="245621" y="112866"/>
                      <a:pt x="244314" y="119404"/>
                    </a:cubicBezTo>
                    <a:cubicBezTo>
                      <a:pt x="243448" y="123731"/>
                      <a:pt x="244017" y="127696"/>
                      <a:pt x="245646" y="128703"/>
                    </a:cubicBezTo>
                    <a:cubicBezTo>
                      <a:pt x="247209" y="129669"/>
                      <a:pt x="248514" y="135909"/>
                      <a:pt x="248545" y="142569"/>
                    </a:cubicBezTo>
                    <a:cubicBezTo>
                      <a:pt x="248610" y="156222"/>
                      <a:pt x="256380" y="169733"/>
                      <a:pt x="261330" y="164801"/>
                    </a:cubicBezTo>
                    <a:cubicBezTo>
                      <a:pt x="263334" y="162805"/>
                      <a:pt x="262643" y="160133"/>
                      <a:pt x="258888" y="155359"/>
                    </a:cubicBezTo>
                    <a:cubicBezTo>
                      <a:pt x="253728" y="148800"/>
                      <a:pt x="251444" y="130155"/>
                      <a:pt x="255800" y="130155"/>
                    </a:cubicBezTo>
                    <a:cubicBezTo>
                      <a:pt x="259829" y="130155"/>
                      <a:pt x="274389" y="150593"/>
                      <a:pt x="275961" y="158456"/>
                    </a:cubicBezTo>
                    <a:cubicBezTo>
                      <a:pt x="276824" y="162768"/>
                      <a:pt x="279126" y="166295"/>
                      <a:pt x="281077" y="166295"/>
                    </a:cubicBezTo>
                    <a:cubicBezTo>
                      <a:pt x="283382" y="166295"/>
                      <a:pt x="284587" y="169236"/>
                      <a:pt x="284516" y="174685"/>
                    </a:cubicBezTo>
                    <a:cubicBezTo>
                      <a:pt x="284361" y="186530"/>
                      <a:pt x="287367" y="203159"/>
                      <a:pt x="290330" y="206853"/>
                    </a:cubicBezTo>
                    <a:cubicBezTo>
                      <a:pt x="291973" y="208901"/>
                      <a:pt x="291767" y="213229"/>
                      <a:pt x="289732" y="219395"/>
                    </a:cubicBezTo>
                    <a:cubicBezTo>
                      <a:pt x="286869" y="228068"/>
                      <a:pt x="287307" y="230214"/>
                      <a:pt x="295284" y="246624"/>
                    </a:cubicBezTo>
                    <a:cubicBezTo>
                      <a:pt x="300047" y="256421"/>
                      <a:pt x="305697" y="264994"/>
                      <a:pt x="307839" y="265674"/>
                    </a:cubicBezTo>
                    <a:cubicBezTo>
                      <a:pt x="309981" y="266354"/>
                      <a:pt x="311853" y="269538"/>
                      <a:pt x="311998" y="272749"/>
                    </a:cubicBezTo>
                    <a:cubicBezTo>
                      <a:pt x="312747" y="289262"/>
                      <a:pt x="316417" y="302569"/>
                      <a:pt x="323310" y="313772"/>
                    </a:cubicBezTo>
                    <a:cubicBezTo>
                      <a:pt x="332864" y="329298"/>
                      <a:pt x="335210" y="338166"/>
                      <a:pt x="331080" y="343142"/>
                    </a:cubicBezTo>
                    <a:cubicBezTo>
                      <a:pt x="328823" y="345861"/>
                      <a:pt x="328447" y="351993"/>
                      <a:pt x="329774" y="364390"/>
                    </a:cubicBezTo>
                    <a:cubicBezTo>
                      <a:pt x="332100" y="386110"/>
                      <a:pt x="338349" y="395959"/>
                      <a:pt x="349986" y="396248"/>
                    </a:cubicBezTo>
                    <a:cubicBezTo>
                      <a:pt x="354503" y="396360"/>
                      <a:pt x="356748" y="397038"/>
                      <a:pt x="354973" y="397754"/>
                    </a:cubicBezTo>
                    <a:cubicBezTo>
                      <a:pt x="349867" y="399814"/>
                      <a:pt x="351219" y="403789"/>
                      <a:pt x="357026" y="403789"/>
                    </a:cubicBezTo>
                    <a:cubicBezTo>
                      <a:pt x="361562" y="403789"/>
                      <a:pt x="362100" y="402606"/>
                      <a:pt x="360843" y="395399"/>
                    </a:cubicBezTo>
                    <a:cubicBezTo>
                      <a:pt x="360039" y="390785"/>
                      <a:pt x="360485" y="385331"/>
                      <a:pt x="361835" y="383279"/>
                    </a:cubicBezTo>
                    <a:cubicBezTo>
                      <a:pt x="363800" y="380292"/>
                      <a:pt x="366898" y="382284"/>
                      <a:pt x="377379" y="393272"/>
                    </a:cubicBezTo>
                    <a:cubicBezTo>
                      <a:pt x="384578" y="400820"/>
                      <a:pt x="390468" y="408598"/>
                      <a:pt x="390468" y="410555"/>
                    </a:cubicBezTo>
                    <a:cubicBezTo>
                      <a:pt x="390468" y="412631"/>
                      <a:pt x="393158" y="414114"/>
                      <a:pt x="396921" y="414114"/>
                    </a:cubicBezTo>
                    <a:cubicBezTo>
                      <a:pt x="401868" y="414114"/>
                      <a:pt x="403375" y="415453"/>
                      <a:pt x="403375" y="419847"/>
                    </a:cubicBezTo>
                    <a:cubicBezTo>
                      <a:pt x="403375" y="423000"/>
                      <a:pt x="404827" y="431917"/>
                      <a:pt x="406602" y="439662"/>
                    </a:cubicBezTo>
                    <a:cubicBezTo>
                      <a:pt x="409222" y="451096"/>
                      <a:pt x="411381" y="454663"/>
                      <a:pt x="418087" y="458630"/>
                    </a:cubicBezTo>
                    <a:cubicBezTo>
                      <a:pt x="432031" y="466881"/>
                      <a:pt x="432496" y="489608"/>
                      <a:pt x="419011" y="503820"/>
                    </a:cubicBezTo>
                    <a:cubicBezTo>
                      <a:pt x="415980" y="507014"/>
                      <a:pt x="411844" y="509628"/>
                      <a:pt x="409820" y="509628"/>
                    </a:cubicBezTo>
                    <a:cubicBezTo>
                      <a:pt x="407796" y="509628"/>
                      <a:pt x="400938" y="512532"/>
                      <a:pt x="394580" y="516082"/>
                    </a:cubicBezTo>
                    <a:cubicBezTo>
                      <a:pt x="388222" y="519631"/>
                      <a:pt x="382575" y="522535"/>
                      <a:pt x="382031" y="522535"/>
                    </a:cubicBezTo>
                    <a:cubicBezTo>
                      <a:pt x="381487" y="522535"/>
                      <a:pt x="378323" y="519641"/>
                      <a:pt x="375000" y="516104"/>
                    </a:cubicBezTo>
                    <a:close/>
                  </a:path>
                </a:pathLst>
              </a:custGeom>
              <a:solidFill>
                <a:srgbClr val="B9B9B9"/>
              </a:solidFill>
              <a:ln w="5163" cap="flat">
                <a:noFill/>
                <a:prstDash val="solid"/>
                <a:miter/>
              </a:ln>
            </p:spPr>
            <p:txBody>
              <a:bodyPr/>
              <a:lstStyle/>
              <a:p>
                <a:endParaRPr lang="es-419" noProof="0" dirty="0"/>
              </a:p>
            </p:txBody>
          </p:sp>
          <p:sp>
            <p:nvSpPr>
              <p:cNvPr id="93" name="Forma libre: forma 92">
                <a:extLst>
                  <a:ext uri="{FF2B5EF4-FFF2-40B4-BE49-F238E27FC236}">
                    <a16:creationId xmlns:a16="http://schemas.microsoft.com/office/drawing/2014/main" id="{4D147979-4431-D180-6274-25D324B486A4}"/>
                  </a:ext>
                </a:extLst>
              </p:cNvPr>
              <p:cNvSpPr/>
              <p:nvPr/>
            </p:nvSpPr>
            <p:spPr>
              <a:xfrm>
                <a:off x="675648" y="1860606"/>
                <a:ext cx="11408" cy="19945"/>
              </a:xfrm>
              <a:custGeom>
                <a:avLst/>
                <a:gdLst>
                  <a:gd name="csX0" fmla="*/ 2146 w 11408"/>
                  <a:gd name="csY0" fmla="*/ 10289 h 19945"/>
                  <a:gd name="csX1" fmla="*/ 6337 w 11408"/>
                  <a:gd name="csY1" fmla="*/ 7392 h 19945"/>
                  <a:gd name="csX2" fmla="*/ 8408 w 11408"/>
                  <a:gd name="csY2" fmla="*/ 19945 h 19945"/>
                  <a:gd name="csX3" fmla="*/ 2146 w 11408"/>
                  <a:gd name="csY3" fmla="*/ 10289 h 19945"/>
                </a:gdLst>
                <a:ahLst/>
                <a:cxnLst>
                  <a:cxn ang="0">
                    <a:pos x="csX0" y="csY0"/>
                  </a:cxn>
                  <a:cxn ang="0">
                    <a:pos x="csX1" y="csY1"/>
                  </a:cxn>
                  <a:cxn ang="0">
                    <a:pos x="csX2" y="csY2"/>
                  </a:cxn>
                  <a:cxn ang="0">
                    <a:pos x="csX3" y="csY3"/>
                  </a:cxn>
                </a:cxnLst>
                <a:rect l="l" t="t" r="r" b="b"/>
                <a:pathLst>
                  <a:path w="11408" h="19945">
                    <a:moveTo>
                      <a:pt x="2146" y="10289"/>
                    </a:moveTo>
                    <a:cubicBezTo>
                      <a:pt x="-1802" y="-2324"/>
                      <a:pt x="-243" y="-3401"/>
                      <a:pt x="6337" y="7392"/>
                    </a:cubicBezTo>
                    <a:cubicBezTo>
                      <a:pt x="12476" y="17462"/>
                      <a:pt x="12886" y="19945"/>
                      <a:pt x="8408" y="19945"/>
                    </a:cubicBezTo>
                    <a:cubicBezTo>
                      <a:pt x="6626" y="19945"/>
                      <a:pt x="3808" y="15600"/>
                      <a:pt x="2146" y="10289"/>
                    </a:cubicBezTo>
                    <a:close/>
                  </a:path>
                </a:pathLst>
              </a:custGeom>
              <a:solidFill>
                <a:srgbClr val="B9B9B9"/>
              </a:solidFill>
              <a:ln w="5163" cap="flat">
                <a:noFill/>
                <a:prstDash val="solid"/>
                <a:miter/>
              </a:ln>
            </p:spPr>
            <p:txBody>
              <a:bodyPr/>
              <a:lstStyle/>
              <a:p>
                <a:endParaRPr lang="es-419" noProof="0" dirty="0"/>
              </a:p>
            </p:txBody>
          </p:sp>
          <p:sp>
            <p:nvSpPr>
              <p:cNvPr id="94" name="Forma libre: forma 93">
                <a:extLst>
                  <a:ext uri="{FF2B5EF4-FFF2-40B4-BE49-F238E27FC236}">
                    <a16:creationId xmlns:a16="http://schemas.microsoft.com/office/drawing/2014/main" id="{275A5E8F-63E1-4526-08C3-50F546ED1469}"/>
                  </a:ext>
                </a:extLst>
              </p:cNvPr>
              <p:cNvSpPr/>
              <p:nvPr/>
            </p:nvSpPr>
            <p:spPr>
              <a:xfrm>
                <a:off x="517039" y="1839249"/>
                <a:ext cx="11082" cy="12784"/>
              </a:xfrm>
              <a:custGeom>
                <a:avLst/>
                <a:gdLst>
                  <a:gd name="csX0" fmla="*/ 4154 w 11082"/>
                  <a:gd name="csY0" fmla="*/ 8186 h 12784"/>
                  <a:gd name="csX1" fmla="*/ 2167 w 11082"/>
                  <a:gd name="csY1" fmla="*/ 0 h 12784"/>
                  <a:gd name="csX2" fmla="*/ 8680 w 11082"/>
                  <a:gd name="csY2" fmla="*/ 6454 h 12784"/>
                  <a:gd name="csX3" fmla="*/ 4154 w 11082"/>
                  <a:gd name="csY3" fmla="*/ 8186 h 12784"/>
                </a:gdLst>
                <a:ahLst/>
                <a:cxnLst>
                  <a:cxn ang="0">
                    <a:pos x="csX0" y="csY0"/>
                  </a:cxn>
                  <a:cxn ang="0">
                    <a:pos x="csX1" y="csY1"/>
                  </a:cxn>
                  <a:cxn ang="0">
                    <a:pos x="csX2" y="csY2"/>
                  </a:cxn>
                  <a:cxn ang="0">
                    <a:pos x="csX3" y="csY3"/>
                  </a:cxn>
                </a:cxnLst>
                <a:rect l="l" t="t" r="r" b="b"/>
                <a:pathLst>
                  <a:path w="11082" h="12784">
                    <a:moveTo>
                      <a:pt x="4154" y="8186"/>
                    </a:moveTo>
                    <a:cubicBezTo>
                      <a:pt x="-584" y="2950"/>
                      <a:pt x="-1300" y="0"/>
                      <a:pt x="2167" y="0"/>
                    </a:cubicBezTo>
                    <a:cubicBezTo>
                      <a:pt x="3423" y="0"/>
                      <a:pt x="6354" y="2904"/>
                      <a:pt x="8680" y="6454"/>
                    </a:cubicBezTo>
                    <a:cubicBezTo>
                      <a:pt x="13580" y="13931"/>
                      <a:pt x="10441" y="15133"/>
                      <a:pt x="4154" y="8186"/>
                    </a:cubicBezTo>
                    <a:close/>
                  </a:path>
                </a:pathLst>
              </a:custGeom>
              <a:solidFill>
                <a:srgbClr val="B9B9B9"/>
              </a:solidFill>
              <a:ln w="5163" cap="flat">
                <a:noFill/>
                <a:prstDash val="solid"/>
                <a:miter/>
              </a:ln>
            </p:spPr>
            <p:txBody>
              <a:bodyPr/>
              <a:lstStyle/>
              <a:p>
                <a:endParaRPr lang="es-419" noProof="0" dirty="0"/>
              </a:p>
            </p:txBody>
          </p:sp>
          <p:sp>
            <p:nvSpPr>
              <p:cNvPr id="95" name="Forma libre: forma 94">
                <a:extLst>
                  <a:ext uri="{FF2B5EF4-FFF2-40B4-BE49-F238E27FC236}">
                    <a16:creationId xmlns:a16="http://schemas.microsoft.com/office/drawing/2014/main" id="{54D5FD01-314B-C7AF-B0EE-742D6F427614}"/>
                  </a:ext>
                </a:extLst>
              </p:cNvPr>
              <p:cNvSpPr/>
              <p:nvPr/>
            </p:nvSpPr>
            <p:spPr>
              <a:xfrm>
                <a:off x="633440" y="1833111"/>
                <a:ext cx="12552" cy="18971"/>
              </a:xfrm>
              <a:custGeom>
                <a:avLst/>
                <a:gdLst>
                  <a:gd name="csX0" fmla="*/ 3996 w 12552"/>
                  <a:gd name="csY0" fmla="*/ 9922 h 18971"/>
                  <a:gd name="csX1" fmla="*/ 6099 w 12552"/>
                  <a:gd name="csY1" fmla="*/ 5082 h 18971"/>
                  <a:gd name="csX2" fmla="*/ 12553 w 12552"/>
                  <a:gd name="csY2" fmla="*/ 15290 h 18971"/>
                  <a:gd name="csX3" fmla="*/ 3996 w 12552"/>
                  <a:gd name="csY3" fmla="*/ 9922 h 18971"/>
                </a:gdLst>
                <a:ahLst/>
                <a:cxnLst>
                  <a:cxn ang="0">
                    <a:pos x="csX0" y="csY0"/>
                  </a:cxn>
                  <a:cxn ang="0">
                    <a:pos x="csX1" y="csY1"/>
                  </a:cxn>
                  <a:cxn ang="0">
                    <a:pos x="csX2" y="csY2"/>
                  </a:cxn>
                  <a:cxn ang="0">
                    <a:pos x="csX3" y="csY3"/>
                  </a:cxn>
                </a:cxnLst>
                <a:rect l="l" t="t" r="r" b="b"/>
                <a:pathLst>
                  <a:path w="12552" h="18971">
                    <a:moveTo>
                      <a:pt x="3996" y="9922"/>
                    </a:moveTo>
                    <a:cubicBezTo>
                      <a:pt x="-1733" y="-2091"/>
                      <a:pt x="-1533" y="-2550"/>
                      <a:pt x="6099" y="5082"/>
                    </a:cubicBezTo>
                    <a:cubicBezTo>
                      <a:pt x="9649" y="8631"/>
                      <a:pt x="12553" y="13225"/>
                      <a:pt x="12553" y="15290"/>
                    </a:cubicBezTo>
                    <a:cubicBezTo>
                      <a:pt x="12553" y="21885"/>
                      <a:pt x="8483" y="19332"/>
                      <a:pt x="3996" y="9922"/>
                    </a:cubicBezTo>
                    <a:close/>
                  </a:path>
                </a:pathLst>
              </a:custGeom>
              <a:solidFill>
                <a:srgbClr val="B9B9B9"/>
              </a:solidFill>
              <a:ln w="5163" cap="flat">
                <a:noFill/>
                <a:prstDash val="solid"/>
                <a:miter/>
              </a:ln>
            </p:spPr>
            <p:txBody>
              <a:bodyPr/>
              <a:lstStyle/>
              <a:p>
                <a:endParaRPr lang="es-419" noProof="0" dirty="0"/>
              </a:p>
            </p:txBody>
          </p:sp>
          <p:sp>
            <p:nvSpPr>
              <p:cNvPr id="96" name="Forma libre: forma 95">
                <a:extLst>
                  <a:ext uri="{FF2B5EF4-FFF2-40B4-BE49-F238E27FC236}">
                    <a16:creationId xmlns:a16="http://schemas.microsoft.com/office/drawing/2014/main" id="{226776CF-7187-C3AB-AD09-B4DBC9BB8232}"/>
                  </a:ext>
                </a:extLst>
              </p:cNvPr>
              <p:cNvSpPr/>
              <p:nvPr/>
            </p:nvSpPr>
            <p:spPr>
              <a:xfrm>
                <a:off x="499513" y="1824179"/>
                <a:ext cx="16487" cy="10786"/>
              </a:xfrm>
              <a:custGeom>
                <a:avLst/>
                <a:gdLst>
                  <a:gd name="csX0" fmla="*/ 5790 w 16487"/>
                  <a:gd name="csY0" fmla="*/ 5576 h 10786"/>
                  <a:gd name="csX1" fmla="*/ 4501 w 16487"/>
                  <a:gd name="csY1" fmla="*/ 936 h 10786"/>
                  <a:gd name="csX2" fmla="*/ 15719 w 16487"/>
                  <a:gd name="csY2" fmla="*/ 10646 h 10786"/>
                  <a:gd name="csX3" fmla="*/ 5790 w 16487"/>
                  <a:gd name="csY3" fmla="*/ 5576 h 10786"/>
                </a:gdLst>
                <a:ahLst/>
                <a:cxnLst>
                  <a:cxn ang="0">
                    <a:pos x="csX0" y="csY0"/>
                  </a:cxn>
                  <a:cxn ang="0">
                    <a:pos x="csX1" y="csY1"/>
                  </a:cxn>
                  <a:cxn ang="0">
                    <a:pos x="csX2" y="csY2"/>
                  </a:cxn>
                  <a:cxn ang="0">
                    <a:pos x="csX3" y="csY3"/>
                  </a:cxn>
                </a:cxnLst>
                <a:rect l="l" t="t" r="r" b="b"/>
                <a:pathLst>
                  <a:path w="16487" h="10786">
                    <a:moveTo>
                      <a:pt x="5790" y="5576"/>
                    </a:moveTo>
                    <a:cubicBezTo>
                      <a:pt x="-1676" y="-615"/>
                      <a:pt x="-1722" y="-781"/>
                      <a:pt x="4501" y="936"/>
                    </a:cubicBezTo>
                    <a:cubicBezTo>
                      <a:pt x="12209" y="3063"/>
                      <a:pt x="18782" y="8753"/>
                      <a:pt x="15719" y="10646"/>
                    </a:cubicBezTo>
                    <a:cubicBezTo>
                      <a:pt x="14517" y="11389"/>
                      <a:pt x="10049" y="9107"/>
                      <a:pt x="5790" y="5576"/>
                    </a:cubicBezTo>
                    <a:close/>
                  </a:path>
                </a:pathLst>
              </a:custGeom>
              <a:solidFill>
                <a:srgbClr val="B9B9B9"/>
              </a:solidFill>
              <a:ln w="5163" cap="flat">
                <a:noFill/>
                <a:prstDash val="solid"/>
                <a:miter/>
              </a:ln>
            </p:spPr>
            <p:txBody>
              <a:bodyPr/>
              <a:lstStyle/>
              <a:p>
                <a:endParaRPr lang="es-419" noProof="0" dirty="0"/>
              </a:p>
            </p:txBody>
          </p:sp>
          <p:sp>
            <p:nvSpPr>
              <p:cNvPr id="97" name="Forma libre: forma 96">
                <a:extLst>
                  <a:ext uri="{FF2B5EF4-FFF2-40B4-BE49-F238E27FC236}">
                    <a16:creationId xmlns:a16="http://schemas.microsoft.com/office/drawing/2014/main" id="{6519CC35-ADE6-75CF-8A50-D98D4546C9F4}"/>
                  </a:ext>
                </a:extLst>
              </p:cNvPr>
              <p:cNvSpPr/>
              <p:nvPr/>
            </p:nvSpPr>
            <p:spPr>
              <a:xfrm>
                <a:off x="478303" y="1760241"/>
                <a:ext cx="17819" cy="62484"/>
              </a:xfrm>
              <a:custGeom>
                <a:avLst/>
                <a:gdLst>
                  <a:gd name="csX0" fmla="*/ 12817 w 17819"/>
                  <a:gd name="csY0" fmla="*/ 59663 h 62484"/>
                  <a:gd name="csX1" fmla="*/ 8906 w 17819"/>
                  <a:gd name="csY1" fmla="*/ 49920 h 62484"/>
                  <a:gd name="csX2" fmla="*/ 3768 w 17819"/>
                  <a:gd name="csY2" fmla="*/ 41934 h 62484"/>
                  <a:gd name="csX3" fmla="*/ 2261 w 17819"/>
                  <a:gd name="csY3" fmla="*/ 33152 h 62484"/>
                  <a:gd name="csX4" fmla="*/ 8278 w 17819"/>
                  <a:gd name="csY4" fmla="*/ 19635 h 62484"/>
                  <a:gd name="csX5" fmla="*/ 14954 w 17819"/>
                  <a:gd name="csY5" fmla="*/ 4146 h 62484"/>
                  <a:gd name="csX6" fmla="*/ 16371 w 17819"/>
                  <a:gd name="csY6" fmla="*/ 6727 h 62484"/>
                  <a:gd name="csX7" fmla="*/ 10951 w 17819"/>
                  <a:gd name="csY7" fmla="*/ 23219 h 62484"/>
                  <a:gd name="csX8" fmla="*/ 9971 w 17819"/>
                  <a:gd name="csY8" fmla="*/ 36893 h 62484"/>
                  <a:gd name="csX9" fmla="*/ 12803 w 17819"/>
                  <a:gd name="csY9" fmla="*/ 48926 h 62484"/>
                  <a:gd name="csX10" fmla="*/ 15858 w 17819"/>
                  <a:gd name="csY10" fmla="*/ 57797 h 62484"/>
                  <a:gd name="csX11" fmla="*/ 17517 w 17819"/>
                  <a:gd name="csY11" fmla="*/ 62248 h 62484"/>
                  <a:gd name="csX12" fmla="*/ 12817 w 17819"/>
                  <a:gd name="csY12" fmla="*/ 59663 h 624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7819" h="62484">
                    <a:moveTo>
                      <a:pt x="12817" y="59663"/>
                    </a:moveTo>
                    <a:cubicBezTo>
                      <a:pt x="10999" y="57473"/>
                      <a:pt x="9240" y="53089"/>
                      <a:pt x="8906" y="49920"/>
                    </a:cubicBezTo>
                    <a:cubicBezTo>
                      <a:pt x="7921" y="40559"/>
                      <a:pt x="7808" y="40384"/>
                      <a:pt x="3768" y="41934"/>
                    </a:cubicBezTo>
                    <a:cubicBezTo>
                      <a:pt x="-606" y="43612"/>
                      <a:pt x="-1257" y="39820"/>
                      <a:pt x="2261" y="33152"/>
                    </a:cubicBezTo>
                    <a:cubicBezTo>
                      <a:pt x="3561" y="30687"/>
                      <a:pt x="6269" y="24604"/>
                      <a:pt x="8278" y="19635"/>
                    </a:cubicBezTo>
                    <a:cubicBezTo>
                      <a:pt x="10287" y="14665"/>
                      <a:pt x="13291" y="7695"/>
                      <a:pt x="14954" y="4146"/>
                    </a:cubicBezTo>
                    <a:cubicBezTo>
                      <a:pt x="17758" y="-1839"/>
                      <a:pt x="17861" y="-1651"/>
                      <a:pt x="16371" y="6727"/>
                    </a:cubicBezTo>
                    <a:cubicBezTo>
                      <a:pt x="15486" y="11697"/>
                      <a:pt x="13047" y="19118"/>
                      <a:pt x="10951" y="23219"/>
                    </a:cubicBezTo>
                    <a:cubicBezTo>
                      <a:pt x="8012" y="28966"/>
                      <a:pt x="7787" y="32101"/>
                      <a:pt x="9971" y="36893"/>
                    </a:cubicBezTo>
                    <a:cubicBezTo>
                      <a:pt x="11529" y="40313"/>
                      <a:pt x="12803" y="45728"/>
                      <a:pt x="12803" y="48926"/>
                    </a:cubicBezTo>
                    <a:cubicBezTo>
                      <a:pt x="12803" y="52125"/>
                      <a:pt x="14178" y="56117"/>
                      <a:pt x="15858" y="57797"/>
                    </a:cubicBezTo>
                    <a:cubicBezTo>
                      <a:pt x="17538" y="59477"/>
                      <a:pt x="18285" y="61480"/>
                      <a:pt x="17517" y="62248"/>
                    </a:cubicBezTo>
                    <a:cubicBezTo>
                      <a:pt x="16749" y="63016"/>
                      <a:pt x="14634" y="61852"/>
                      <a:pt x="12817" y="59663"/>
                    </a:cubicBezTo>
                    <a:close/>
                  </a:path>
                </a:pathLst>
              </a:custGeom>
              <a:solidFill>
                <a:srgbClr val="B9B9B9"/>
              </a:solidFill>
              <a:ln w="5163" cap="flat">
                <a:noFill/>
                <a:prstDash val="solid"/>
                <a:miter/>
              </a:ln>
            </p:spPr>
            <p:txBody>
              <a:bodyPr/>
              <a:lstStyle/>
              <a:p>
                <a:endParaRPr lang="es-419" noProof="0" dirty="0"/>
              </a:p>
            </p:txBody>
          </p:sp>
          <p:sp>
            <p:nvSpPr>
              <p:cNvPr id="98" name="Forma libre: forma 97">
                <a:extLst>
                  <a:ext uri="{FF2B5EF4-FFF2-40B4-BE49-F238E27FC236}">
                    <a16:creationId xmlns:a16="http://schemas.microsoft.com/office/drawing/2014/main" id="{8FB813C6-76D2-D487-585D-931DB1C3FC00}"/>
                  </a:ext>
                </a:extLst>
              </p:cNvPr>
              <p:cNvSpPr/>
              <p:nvPr/>
            </p:nvSpPr>
            <p:spPr>
              <a:xfrm>
                <a:off x="610272" y="1785879"/>
                <a:ext cx="19431" cy="24201"/>
              </a:xfrm>
              <a:custGeom>
                <a:avLst/>
                <a:gdLst>
                  <a:gd name="csX0" fmla="*/ 12977 w 19431"/>
                  <a:gd name="csY0" fmla="*/ 20895 h 24201"/>
                  <a:gd name="csX1" fmla="*/ 7325 w 19431"/>
                  <a:gd name="csY1" fmla="*/ 14059 h 24201"/>
                  <a:gd name="csX2" fmla="*/ 3038 w 19431"/>
                  <a:gd name="csY2" fmla="*/ 6445 h 24201"/>
                  <a:gd name="csX3" fmla="*/ 7745 w 19431"/>
                  <a:gd name="csY3" fmla="*/ 1409 h 24201"/>
                  <a:gd name="csX4" fmla="*/ 17054 w 19431"/>
                  <a:gd name="csY4" fmla="*/ 13612 h 24201"/>
                  <a:gd name="csX5" fmla="*/ 19347 w 19431"/>
                  <a:gd name="csY5" fmla="*/ 24137 h 24201"/>
                  <a:gd name="csX6" fmla="*/ 12977 w 19431"/>
                  <a:gd name="csY6" fmla="*/ 20895 h 24201"/>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9431" h="24201">
                    <a:moveTo>
                      <a:pt x="12977" y="20895"/>
                    </a:moveTo>
                    <a:cubicBezTo>
                      <a:pt x="9869" y="18718"/>
                      <a:pt x="7325" y="15642"/>
                      <a:pt x="7325" y="14059"/>
                    </a:cubicBezTo>
                    <a:cubicBezTo>
                      <a:pt x="7325" y="12477"/>
                      <a:pt x="5396" y="9050"/>
                      <a:pt x="3038" y="6445"/>
                    </a:cubicBezTo>
                    <a:cubicBezTo>
                      <a:pt x="-2384" y="453"/>
                      <a:pt x="-388" y="-1683"/>
                      <a:pt x="7745" y="1409"/>
                    </a:cubicBezTo>
                    <a:cubicBezTo>
                      <a:pt x="11871" y="2978"/>
                      <a:pt x="15083" y="7189"/>
                      <a:pt x="17054" y="13612"/>
                    </a:cubicBezTo>
                    <a:cubicBezTo>
                      <a:pt x="18710" y="19007"/>
                      <a:pt x="19742" y="23743"/>
                      <a:pt x="19347" y="24137"/>
                    </a:cubicBezTo>
                    <a:cubicBezTo>
                      <a:pt x="18953" y="24532"/>
                      <a:pt x="16086" y="23073"/>
                      <a:pt x="12977" y="20895"/>
                    </a:cubicBezTo>
                    <a:close/>
                  </a:path>
                </a:pathLst>
              </a:custGeom>
              <a:solidFill>
                <a:srgbClr val="B9B9B9"/>
              </a:solidFill>
              <a:ln w="5163" cap="flat">
                <a:noFill/>
                <a:prstDash val="solid"/>
                <a:miter/>
              </a:ln>
            </p:spPr>
            <p:txBody>
              <a:bodyPr/>
              <a:lstStyle/>
              <a:p>
                <a:endParaRPr lang="es-419" noProof="0" dirty="0"/>
              </a:p>
            </p:txBody>
          </p:sp>
          <p:sp>
            <p:nvSpPr>
              <p:cNvPr id="99" name="Forma libre: forma 98">
                <a:extLst>
                  <a:ext uri="{FF2B5EF4-FFF2-40B4-BE49-F238E27FC236}">
                    <a16:creationId xmlns:a16="http://schemas.microsoft.com/office/drawing/2014/main" id="{3B1E177D-2B34-0B0A-C48D-B4F52C1D8D4D}"/>
                  </a:ext>
                </a:extLst>
              </p:cNvPr>
              <p:cNvSpPr/>
              <p:nvPr/>
            </p:nvSpPr>
            <p:spPr>
              <a:xfrm>
                <a:off x="615016" y="1765374"/>
                <a:ext cx="5162" cy="6756"/>
              </a:xfrm>
              <a:custGeom>
                <a:avLst/>
                <a:gdLst>
                  <a:gd name="csX0" fmla="*/ 0 w 5162"/>
                  <a:gd name="csY0" fmla="*/ 4328 h 6756"/>
                  <a:gd name="csX1" fmla="*/ 2581 w 5162"/>
                  <a:gd name="csY1" fmla="*/ 303 h 6756"/>
                  <a:gd name="csX2" fmla="*/ 5163 w 5162"/>
                  <a:gd name="csY2" fmla="*/ 2732 h 6756"/>
                  <a:gd name="csX3" fmla="*/ 2581 w 5162"/>
                  <a:gd name="csY3" fmla="*/ 6757 h 6756"/>
                  <a:gd name="csX4" fmla="*/ 0 w 5162"/>
                  <a:gd name="csY4" fmla="*/ 4328 h 6756"/>
                </a:gdLst>
                <a:ahLst/>
                <a:cxnLst>
                  <a:cxn ang="0">
                    <a:pos x="csX0" y="csY0"/>
                  </a:cxn>
                  <a:cxn ang="0">
                    <a:pos x="csX1" y="csY1"/>
                  </a:cxn>
                  <a:cxn ang="0">
                    <a:pos x="csX2" y="csY2"/>
                  </a:cxn>
                  <a:cxn ang="0">
                    <a:pos x="csX3" y="csY3"/>
                  </a:cxn>
                  <a:cxn ang="0">
                    <a:pos x="csX4" y="csY4"/>
                  </a:cxn>
                </a:cxnLst>
                <a:rect l="l" t="t" r="r" b="b"/>
                <a:pathLst>
                  <a:path w="5162" h="6756">
                    <a:moveTo>
                      <a:pt x="0" y="4328"/>
                    </a:moveTo>
                    <a:cubicBezTo>
                      <a:pt x="0" y="2992"/>
                      <a:pt x="1162" y="1181"/>
                      <a:pt x="2581" y="303"/>
                    </a:cubicBezTo>
                    <a:cubicBezTo>
                      <a:pt x="4001" y="-574"/>
                      <a:pt x="5163" y="519"/>
                      <a:pt x="5163" y="2732"/>
                    </a:cubicBezTo>
                    <a:cubicBezTo>
                      <a:pt x="5163" y="4946"/>
                      <a:pt x="4001" y="6757"/>
                      <a:pt x="2581" y="6757"/>
                    </a:cubicBezTo>
                    <a:cubicBezTo>
                      <a:pt x="1162" y="6757"/>
                      <a:pt x="0" y="5664"/>
                      <a:pt x="0" y="4328"/>
                    </a:cubicBezTo>
                    <a:close/>
                  </a:path>
                </a:pathLst>
              </a:custGeom>
              <a:solidFill>
                <a:srgbClr val="B9B9B9"/>
              </a:solidFill>
              <a:ln w="5163" cap="flat">
                <a:noFill/>
                <a:prstDash val="solid"/>
                <a:miter/>
              </a:ln>
            </p:spPr>
            <p:txBody>
              <a:bodyPr/>
              <a:lstStyle/>
              <a:p>
                <a:endParaRPr lang="es-419" noProof="0" dirty="0"/>
              </a:p>
            </p:txBody>
          </p:sp>
          <p:sp>
            <p:nvSpPr>
              <p:cNvPr id="100" name="Forma libre: forma 99">
                <a:extLst>
                  <a:ext uri="{FF2B5EF4-FFF2-40B4-BE49-F238E27FC236}">
                    <a16:creationId xmlns:a16="http://schemas.microsoft.com/office/drawing/2014/main" id="{469F3420-4FD0-53C1-84B8-4B24BAB6522A}"/>
                  </a:ext>
                </a:extLst>
              </p:cNvPr>
              <p:cNvSpPr/>
              <p:nvPr/>
            </p:nvSpPr>
            <p:spPr>
              <a:xfrm>
                <a:off x="496444" y="1737058"/>
                <a:ext cx="4812" cy="15975"/>
              </a:xfrm>
              <a:custGeom>
                <a:avLst/>
                <a:gdLst>
                  <a:gd name="csX0" fmla="*/ 6 w 4812"/>
                  <a:gd name="csY0" fmla="*/ 12637 h 15975"/>
                  <a:gd name="csX1" fmla="*/ 2406 w 4812"/>
                  <a:gd name="csY1" fmla="*/ 2804 h 15975"/>
                  <a:gd name="csX2" fmla="*/ 4806 w 4812"/>
                  <a:gd name="csY2" fmla="*/ 5879 h 15975"/>
                  <a:gd name="csX3" fmla="*/ 2406 w 4812"/>
                  <a:gd name="csY3" fmla="*/ 15712 h 15975"/>
                  <a:gd name="csX4" fmla="*/ 6 w 4812"/>
                  <a:gd name="csY4" fmla="*/ 12637 h 15975"/>
                </a:gdLst>
                <a:ahLst/>
                <a:cxnLst>
                  <a:cxn ang="0">
                    <a:pos x="csX0" y="csY0"/>
                  </a:cxn>
                  <a:cxn ang="0">
                    <a:pos x="csX1" y="csY1"/>
                  </a:cxn>
                  <a:cxn ang="0">
                    <a:pos x="csX2" y="csY2"/>
                  </a:cxn>
                  <a:cxn ang="0">
                    <a:pos x="csX3" y="csY3"/>
                  </a:cxn>
                  <a:cxn ang="0">
                    <a:pos x="csX4" y="csY4"/>
                  </a:cxn>
                </a:cxnLst>
                <a:rect l="l" t="t" r="r" b="b"/>
                <a:pathLst>
                  <a:path w="4812" h="15975">
                    <a:moveTo>
                      <a:pt x="6" y="12637"/>
                    </a:moveTo>
                    <a:cubicBezTo>
                      <a:pt x="106" y="10069"/>
                      <a:pt x="1186" y="5644"/>
                      <a:pt x="2406" y="2804"/>
                    </a:cubicBezTo>
                    <a:cubicBezTo>
                      <a:pt x="4277" y="-1548"/>
                      <a:pt x="4653" y="-1065"/>
                      <a:pt x="4806" y="5879"/>
                    </a:cubicBezTo>
                    <a:cubicBezTo>
                      <a:pt x="4906" y="10409"/>
                      <a:pt x="3826" y="14834"/>
                      <a:pt x="2406" y="15712"/>
                    </a:cubicBezTo>
                    <a:cubicBezTo>
                      <a:pt x="987" y="16589"/>
                      <a:pt x="-93" y="15206"/>
                      <a:pt x="6" y="12637"/>
                    </a:cubicBezTo>
                    <a:close/>
                  </a:path>
                </a:pathLst>
              </a:custGeom>
              <a:solidFill>
                <a:srgbClr val="B9B9B9"/>
              </a:solidFill>
              <a:ln w="5163" cap="flat">
                <a:noFill/>
                <a:prstDash val="solid"/>
                <a:miter/>
              </a:ln>
            </p:spPr>
            <p:txBody>
              <a:bodyPr/>
              <a:lstStyle/>
              <a:p>
                <a:endParaRPr lang="es-419" noProof="0" dirty="0"/>
              </a:p>
            </p:txBody>
          </p:sp>
          <p:sp>
            <p:nvSpPr>
              <p:cNvPr id="101" name="Forma libre: forma 100">
                <a:extLst>
                  <a:ext uri="{FF2B5EF4-FFF2-40B4-BE49-F238E27FC236}">
                    <a16:creationId xmlns:a16="http://schemas.microsoft.com/office/drawing/2014/main" id="{24588A58-54E1-7D02-942F-11D9083A4348}"/>
                  </a:ext>
                </a:extLst>
              </p:cNvPr>
              <p:cNvSpPr/>
              <p:nvPr/>
            </p:nvSpPr>
            <p:spPr>
              <a:xfrm>
                <a:off x="610293" y="1727161"/>
                <a:ext cx="5615" cy="11379"/>
              </a:xfrm>
              <a:custGeom>
                <a:avLst/>
                <a:gdLst>
                  <a:gd name="csX0" fmla="*/ 427 w 5615"/>
                  <a:gd name="csY0" fmla="*/ 7365 h 11379"/>
                  <a:gd name="csX1" fmla="*/ 1464 w 5615"/>
                  <a:gd name="csY1" fmla="*/ 731 h 11379"/>
                  <a:gd name="csX2" fmla="*/ 5321 w 5615"/>
                  <a:gd name="csY2" fmla="*/ 4777 h 11379"/>
                  <a:gd name="csX3" fmla="*/ 427 w 5615"/>
                  <a:gd name="csY3" fmla="*/ 7365 h 11379"/>
                </a:gdLst>
                <a:ahLst/>
                <a:cxnLst>
                  <a:cxn ang="0">
                    <a:pos x="csX0" y="csY0"/>
                  </a:cxn>
                  <a:cxn ang="0">
                    <a:pos x="csX1" y="csY1"/>
                  </a:cxn>
                  <a:cxn ang="0">
                    <a:pos x="csX2" y="csY2"/>
                  </a:cxn>
                  <a:cxn ang="0">
                    <a:pos x="csX3" y="csY3"/>
                  </a:cxn>
                </a:cxnLst>
                <a:rect l="l" t="t" r="r" b="b"/>
                <a:pathLst>
                  <a:path w="5615" h="11379">
                    <a:moveTo>
                      <a:pt x="427" y="7365"/>
                    </a:moveTo>
                    <a:cubicBezTo>
                      <a:pt x="-426" y="5140"/>
                      <a:pt x="40" y="2155"/>
                      <a:pt x="1464" y="731"/>
                    </a:cubicBezTo>
                    <a:cubicBezTo>
                      <a:pt x="3194" y="-1000"/>
                      <a:pt x="4473" y="341"/>
                      <a:pt x="5321" y="4777"/>
                    </a:cubicBezTo>
                    <a:cubicBezTo>
                      <a:pt x="6696" y="11973"/>
                      <a:pt x="2955" y="13952"/>
                      <a:pt x="427" y="7365"/>
                    </a:cubicBezTo>
                    <a:close/>
                  </a:path>
                </a:pathLst>
              </a:custGeom>
              <a:solidFill>
                <a:srgbClr val="B9B9B9"/>
              </a:solidFill>
              <a:ln w="5163" cap="flat">
                <a:noFill/>
                <a:prstDash val="solid"/>
                <a:miter/>
              </a:ln>
            </p:spPr>
            <p:txBody>
              <a:bodyPr/>
              <a:lstStyle/>
              <a:p>
                <a:endParaRPr lang="es-419" noProof="0" dirty="0"/>
              </a:p>
            </p:txBody>
          </p:sp>
          <p:sp>
            <p:nvSpPr>
              <p:cNvPr id="102" name="Forma libre: forma 101">
                <a:extLst>
                  <a:ext uri="{FF2B5EF4-FFF2-40B4-BE49-F238E27FC236}">
                    <a16:creationId xmlns:a16="http://schemas.microsoft.com/office/drawing/2014/main" id="{A0C16F62-102A-113F-D3A1-36023B407B57}"/>
                  </a:ext>
                </a:extLst>
              </p:cNvPr>
              <p:cNvSpPr/>
              <p:nvPr/>
            </p:nvSpPr>
            <p:spPr>
              <a:xfrm>
                <a:off x="589201" y="1723083"/>
                <a:ext cx="5162" cy="7744"/>
              </a:xfrm>
              <a:custGeom>
                <a:avLst/>
                <a:gdLst>
                  <a:gd name="csX0" fmla="*/ 0 w 5162"/>
                  <a:gd name="csY0" fmla="*/ 3872 h 7744"/>
                  <a:gd name="csX1" fmla="*/ 2581 w 5162"/>
                  <a:gd name="csY1" fmla="*/ 0 h 7744"/>
                  <a:gd name="csX2" fmla="*/ 5163 w 5162"/>
                  <a:gd name="csY2" fmla="*/ 3872 h 7744"/>
                  <a:gd name="csX3" fmla="*/ 2581 w 5162"/>
                  <a:gd name="csY3" fmla="*/ 7744 h 7744"/>
                  <a:gd name="csX4" fmla="*/ 0 w 5162"/>
                  <a:gd name="csY4" fmla="*/ 3872 h 7744"/>
                </a:gdLst>
                <a:ahLst/>
                <a:cxnLst>
                  <a:cxn ang="0">
                    <a:pos x="csX0" y="csY0"/>
                  </a:cxn>
                  <a:cxn ang="0">
                    <a:pos x="csX1" y="csY1"/>
                  </a:cxn>
                  <a:cxn ang="0">
                    <a:pos x="csX2" y="csY2"/>
                  </a:cxn>
                  <a:cxn ang="0">
                    <a:pos x="csX3" y="csY3"/>
                  </a:cxn>
                  <a:cxn ang="0">
                    <a:pos x="csX4" y="csY4"/>
                  </a:cxn>
                </a:cxnLst>
                <a:rect l="l" t="t" r="r" b="b"/>
                <a:pathLst>
                  <a:path w="5162" h="7744">
                    <a:moveTo>
                      <a:pt x="0" y="3872"/>
                    </a:moveTo>
                    <a:cubicBezTo>
                      <a:pt x="0" y="1742"/>
                      <a:pt x="1162" y="0"/>
                      <a:pt x="2581" y="0"/>
                    </a:cubicBezTo>
                    <a:cubicBezTo>
                      <a:pt x="4001" y="0"/>
                      <a:pt x="5163" y="1742"/>
                      <a:pt x="5163" y="3872"/>
                    </a:cubicBezTo>
                    <a:cubicBezTo>
                      <a:pt x="5163" y="6002"/>
                      <a:pt x="4001" y="7744"/>
                      <a:pt x="2581" y="7744"/>
                    </a:cubicBezTo>
                    <a:cubicBezTo>
                      <a:pt x="1162" y="7744"/>
                      <a:pt x="0" y="6002"/>
                      <a:pt x="0" y="3872"/>
                    </a:cubicBezTo>
                    <a:close/>
                  </a:path>
                </a:pathLst>
              </a:custGeom>
              <a:solidFill>
                <a:srgbClr val="B9B9B9"/>
              </a:solidFill>
              <a:ln w="5163" cap="flat">
                <a:noFill/>
                <a:prstDash val="solid"/>
                <a:miter/>
              </a:ln>
            </p:spPr>
            <p:txBody>
              <a:bodyPr/>
              <a:lstStyle/>
              <a:p>
                <a:endParaRPr lang="es-419" noProof="0" dirty="0"/>
              </a:p>
            </p:txBody>
          </p:sp>
          <p:sp>
            <p:nvSpPr>
              <p:cNvPr id="103" name="Forma libre: forma 102">
                <a:extLst>
                  <a:ext uri="{FF2B5EF4-FFF2-40B4-BE49-F238E27FC236}">
                    <a16:creationId xmlns:a16="http://schemas.microsoft.com/office/drawing/2014/main" id="{02D09525-45CF-A550-51BE-DE44E47AD1BA}"/>
                  </a:ext>
                </a:extLst>
              </p:cNvPr>
              <p:cNvSpPr/>
              <p:nvPr/>
            </p:nvSpPr>
            <p:spPr>
              <a:xfrm>
                <a:off x="576294" y="1689525"/>
                <a:ext cx="15348" cy="20423"/>
              </a:xfrm>
              <a:custGeom>
                <a:avLst/>
                <a:gdLst>
                  <a:gd name="csX0" fmla="*/ 0 w 15348"/>
                  <a:gd name="csY0" fmla="*/ 17942 h 20423"/>
                  <a:gd name="csX1" fmla="*/ 11683 w 15348"/>
                  <a:gd name="csY1" fmla="*/ 0 h 20423"/>
                  <a:gd name="csX2" fmla="*/ 8918 w 15348"/>
                  <a:gd name="csY2" fmla="*/ 14081 h 20423"/>
                  <a:gd name="csX3" fmla="*/ 0 w 15348"/>
                  <a:gd name="csY3" fmla="*/ 17942 h 20423"/>
                </a:gdLst>
                <a:ahLst/>
                <a:cxnLst>
                  <a:cxn ang="0">
                    <a:pos x="csX0" y="csY0"/>
                  </a:cxn>
                  <a:cxn ang="0">
                    <a:pos x="csX1" y="csY1"/>
                  </a:cxn>
                  <a:cxn ang="0">
                    <a:pos x="csX2" y="csY2"/>
                  </a:cxn>
                  <a:cxn ang="0">
                    <a:pos x="csX3" y="csY3"/>
                  </a:cxn>
                </a:cxnLst>
                <a:rect l="l" t="t" r="r" b="b"/>
                <a:pathLst>
                  <a:path w="15348" h="20423">
                    <a:moveTo>
                      <a:pt x="0" y="17942"/>
                    </a:moveTo>
                    <a:cubicBezTo>
                      <a:pt x="0" y="12328"/>
                      <a:pt x="8027" y="0"/>
                      <a:pt x="11683" y="0"/>
                    </a:cubicBezTo>
                    <a:cubicBezTo>
                      <a:pt x="17539" y="0"/>
                      <a:pt x="16205" y="6793"/>
                      <a:pt x="8918" y="14081"/>
                    </a:cubicBezTo>
                    <a:cubicBezTo>
                      <a:pt x="1711" y="21287"/>
                      <a:pt x="0" y="22028"/>
                      <a:pt x="0" y="17942"/>
                    </a:cubicBezTo>
                    <a:close/>
                  </a:path>
                </a:pathLst>
              </a:custGeom>
              <a:solidFill>
                <a:srgbClr val="B9B9B9"/>
              </a:solidFill>
              <a:ln w="5163" cap="flat">
                <a:noFill/>
                <a:prstDash val="solid"/>
                <a:miter/>
              </a:ln>
            </p:spPr>
            <p:txBody>
              <a:bodyPr/>
              <a:lstStyle/>
              <a:p>
                <a:endParaRPr lang="es-419" noProof="0" dirty="0"/>
              </a:p>
            </p:txBody>
          </p:sp>
        </p:grpSp>
        <p:sp>
          <p:nvSpPr>
            <p:cNvPr id="104" name="Forma libre: forma 103">
              <a:extLst>
                <a:ext uri="{FF2B5EF4-FFF2-40B4-BE49-F238E27FC236}">
                  <a16:creationId xmlns:a16="http://schemas.microsoft.com/office/drawing/2014/main" id="{C1FE50A6-6CBB-87BD-3D80-DB2EEBE45153}"/>
                </a:ext>
              </a:extLst>
            </p:cNvPr>
            <p:cNvSpPr/>
            <p:nvPr/>
          </p:nvSpPr>
          <p:spPr>
            <a:xfrm>
              <a:off x="516921" y="1569184"/>
              <a:ext cx="5162" cy="6756"/>
            </a:xfrm>
            <a:custGeom>
              <a:avLst/>
              <a:gdLst>
                <a:gd name="csX0" fmla="*/ 0 w 5162"/>
                <a:gd name="csY0" fmla="*/ 2732 h 6756"/>
                <a:gd name="csX1" fmla="*/ 2581 w 5162"/>
                <a:gd name="csY1" fmla="*/ 303 h 6756"/>
                <a:gd name="csX2" fmla="*/ 5163 w 5162"/>
                <a:gd name="csY2" fmla="*/ 4328 h 6756"/>
                <a:gd name="csX3" fmla="*/ 2581 w 5162"/>
                <a:gd name="csY3" fmla="*/ 6757 h 6756"/>
                <a:gd name="csX4" fmla="*/ 0 w 5162"/>
                <a:gd name="csY4" fmla="*/ 2732 h 6756"/>
              </a:gdLst>
              <a:ahLst/>
              <a:cxnLst>
                <a:cxn ang="0">
                  <a:pos x="csX0" y="csY0"/>
                </a:cxn>
                <a:cxn ang="0">
                  <a:pos x="csX1" y="csY1"/>
                </a:cxn>
                <a:cxn ang="0">
                  <a:pos x="csX2" y="csY2"/>
                </a:cxn>
                <a:cxn ang="0">
                  <a:pos x="csX3" y="csY3"/>
                </a:cxn>
                <a:cxn ang="0">
                  <a:pos x="csX4" y="csY4"/>
                </a:cxn>
              </a:cxnLst>
              <a:rect l="l" t="t" r="r" b="b"/>
              <a:pathLst>
                <a:path w="5162" h="6756">
                  <a:moveTo>
                    <a:pt x="0" y="2732"/>
                  </a:moveTo>
                  <a:cubicBezTo>
                    <a:pt x="0" y="519"/>
                    <a:pt x="1162" y="-574"/>
                    <a:pt x="2581" y="303"/>
                  </a:cubicBezTo>
                  <a:cubicBezTo>
                    <a:pt x="4001" y="1181"/>
                    <a:pt x="5163" y="2992"/>
                    <a:pt x="5163" y="4328"/>
                  </a:cubicBezTo>
                  <a:cubicBezTo>
                    <a:pt x="5163" y="5664"/>
                    <a:pt x="4001" y="6757"/>
                    <a:pt x="2581" y="6757"/>
                  </a:cubicBezTo>
                  <a:cubicBezTo>
                    <a:pt x="1162" y="6757"/>
                    <a:pt x="0" y="4946"/>
                    <a:pt x="0" y="2732"/>
                  </a:cubicBezTo>
                  <a:close/>
                </a:path>
              </a:pathLst>
            </a:custGeom>
            <a:solidFill>
              <a:srgbClr val="B9B9B9"/>
            </a:solidFill>
            <a:ln w="5163" cap="flat">
              <a:noFill/>
              <a:prstDash val="solid"/>
              <a:miter/>
            </a:ln>
          </p:spPr>
          <p:txBody>
            <a:bodyPr/>
            <a:lstStyle/>
            <a:p>
              <a:endParaRPr lang="es-419" noProof="0" dirty="0"/>
            </a:p>
          </p:txBody>
        </p:sp>
      </p:grpSp>
      <p:sp>
        <p:nvSpPr>
          <p:cNvPr id="105" name="Forma libre: forma 104">
            <a:extLst>
              <a:ext uri="{FF2B5EF4-FFF2-40B4-BE49-F238E27FC236}">
                <a16:creationId xmlns:a16="http://schemas.microsoft.com/office/drawing/2014/main" id="{252DBB25-2921-23C5-BE1D-A897D9B36EAC}"/>
              </a:ext>
            </a:extLst>
          </p:cNvPr>
          <p:cNvSpPr/>
          <p:nvPr/>
        </p:nvSpPr>
        <p:spPr>
          <a:xfrm>
            <a:off x="466238" y="1431499"/>
            <a:ext cx="11558" cy="7543"/>
          </a:xfrm>
          <a:custGeom>
            <a:avLst/>
            <a:gdLst>
              <a:gd name="csX0" fmla="*/ 1635 w 11558"/>
              <a:gd name="csY0" fmla="*/ 3752 h 7543"/>
              <a:gd name="csX1" fmla="*/ 8241 w 11558"/>
              <a:gd name="csY1" fmla="*/ 3670 h 7543"/>
              <a:gd name="csX2" fmla="*/ 9050 w 11558"/>
              <a:gd name="csY2" fmla="*/ 7542 h 7543"/>
              <a:gd name="csX3" fmla="*/ 1635 w 11558"/>
              <a:gd name="csY3" fmla="*/ 3752 h 7543"/>
            </a:gdLst>
            <a:ahLst/>
            <a:cxnLst>
              <a:cxn ang="0">
                <a:pos x="csX0" y="csY0"/>
              </a:cxn>
              <a:cxn ang="0">
                <a:pos x="csX1" y="csY1"/>
              </a:cxn>
              <a:cxn ang="0">
                <a:pos x="csX2" y="csY2"/>
              </a:cxn>
              <a:cxn ang="0">
                <a:pos x="csX3" y="csY3"/>
              </a:cxn>
            </a:cxnLst>
            <a:rect l="l" t="t" r="r" b="b"/>
            <a:pathLst>
              <a:path w="11558" h="7543">
                <a:moveTo>
                  <a:pt x="1635" y="3752"/>
                </a:moveTo>
                <a:cubicBezTo>
                  <a:pt x="-2484" y="-1211"/>
                  <a:pt x="1718" y="-1263"/>
                  <a:pt x="8241" y="3670"/>
                </a:cubicBezTo>
                <a:cubicBezTo>
                  <a:pt x="12450" y="6854"/>
                  <a:pt x="12580" y="7473"/>
                  <a:pt x="9050" y="7542"/>
                </a:cubicBezTo>
                <a:cubicBezTo>
                  <a:pt x="6739" y="7587"/>
                  <a:pt x="3403" y="5882"/>
                  <a:pt x="1635" y="3752"/>
                </a:cubicBezTo>
                <a:close/>
              </a:path>
            </a:pathLst>
          </a:custGeom>
          <a:solidFill>
            <a:srgbClr val="B9B9B9"/>
          </a:solidFill>
          <a:ln w="5163" cap="flat">
            <a:noFill/>
            <a:prstDash val="solid"/>
            <a:miter/>
          </a:ln>
        </p:spPr>
        <p:txBody>
          <a:bodyPr/>
          <a:lstStyle/>
          <a:p>
            <a:endParaRPr lang="es-419" noProof="0" dirty="0"/>
          </a:p>
        </p:txBody>
      </p:sp>
      <p:grpSp>
        <p:nvGrpSpPr>
          <p:cNvPr id="106" name="Gráfico 39">
            <a:extLst>
              <a:ext uri="{FF2B5EF4-FFF2-40B4-BE49-F238E27FC236}">
                <a16:creationId xmlns:a16="http://schemas.microsoft.com/office/drawing/2014/main" id="{FBAE4E06-8023-F2C3-97AF-C45C5F0E8507}"/>
              </a:ext>
            </a:extLst>
          </p:cNvPr>
          <p:cNvGrpSpPr/>
          <p:nvPr/>
        </p:nvGrpSpPr>
        <p:grpSpPr>
          <a:xfrm>
            <a:off x="73152" y="1028824"/>
            <a:ext cx="399884" cy="461679"/>
            <a:chOff x="73152" y="1028824"/>
            <a:chExt cx="399884" cy="461679"/>
          </a:xfrm>
          <a:solidFill>
            <a:srgbClr val="B9B9B9"/>
          </a:solidFill>
        </p:grpSpPr>
        <p:sp>
          <p:nvSpPr>
            <p:cNvPr id="107" name="Forma libre: forma 106">
              <a:extLst>
                <a:ext uri="{FF2B5EF4-FFF2-40B4-BE49-F238E27FC236}">
                  <a16:creationId xmlns:a16="http://schemas.microsoft.com/office/drawing/2014/main" id="{1AF54B6F-1AA5-8494-992A-8BF5D9005418}"/>
                </a:ext>
              </a:extLst>
            </p:cNvPr>
            <p:cNvSpPr/>
            <p:nvPr/>
          </p:nvSpPr>
          <p:spPr>
            <a:xfrm>
              <a:off x="176169" y="1028824"/>
              <a:ext cx="296866" cy="461679"/>
            </a:xfrm>
            <a:custGeom>
              <a:avLst/>
              <a:gdLst>
                <a:gd name="csX0" fmla="*/ 234204 w 296866"/>
                <a:gd name="csY0" fmla="*/ 456793 h 461679"/>
                <a:gd name="csX1" fmla="*/ 189641 w 296866"/>
                <a:gd name="csY1" fmla="*/ 451076 h 461679"/>
                <a:gd name="csX2" fmla="*/ 192285 w 296866"/>
                <a:gd name="csY2" fmla="*/ 440463 h 461679"/>
                <a:gd name="csX3" fmla="*/ 192319 w 296866"/>
                <a:gd name="csY3" fmla="*/ 432599 h 461679"/>
                <a:gd name="csX4" fmla="*/ 190826 w 296866"/>
                <a:gd name="csY4" fmla="*/ 424368 h 461679"/>
                <a:gd name="csX5" fmla="*/ 194908 w 296866"/>
                <a:gd name="csY5" fmla="*/ 412652 h 461679"/>
                <a:gd name="csX6" fmla="*/ 188729 w 296866"/>
                <a:gd name="csY6" fmla="*/ 395950 h 461679"/>
                <a:gd name="csX7" fmla="*/ 175616 w 296866"/>
                <a:gd name="csY7" fmla="*/ 376348 h 461679"/>
                <a:gd name="csX8" fmla="*/ 165432 w 296866"/>
                <a:gd name="csY8" fmla="*/ 362612 h 461679"/>
                <a:gd name="csX9" fmla="*/ 157619 w 296866"/>
                <a:gd name="csY9" fmla="*/ 354047 h 461679"/>
                <a:gd name="csX10" fmla="*/ 123850 w 296866"/>
                <a:gd name="csY10" fmla="*/ 312204 h 461679"/>
                <a:gd name="csX11" fmla="*/ 110408 w 296866"/>
                <a:gd name="csY11" fmla="*/ 302524 h 461679"/>
                <a:gd name="csX12" fmla="*/ 90624 w 296866"/>
                <a:gd name="csY12" fmla="*/ 283830 h 461679"/>
                <a:gd name="csX13" fmla="*/ 80025 w 296866"/>
                <a:gd name="csY13" fmla="*/ 265391 h 461679"/>
                <a:gd name="csX14" fmla="*/ 76089 w 296866"/>
                <a:gd name="csY14" fmla="*/ 254455 h 461679"/>
                <a:gd name="csX15" fmla="*/ 73345 w 296866"/>
                <a:gd name="csY15" fmla="*/ 247079 h 461679"/>
                <a:gd name="csX16" fmla="*/ 72109 w 296866"/>
                <a:gd name="csY16" fmla="*/ 214519 h 461679"/>
                <a:gd name="csX17" fmla="*/ 68319 w 296866"/>
                <a:gd name="csY17" fmla="*/ 206510 h 461679"/>
                <a:gd name="csX18" fmla="*/ 67160 w 296866"/>
                <a:gd name="csY18" fmla="*/ 202519 h 461679"/>
                <a:gd name="csX19" fmla="*/ 64536 w 296866"/>
                <a:gd name="csY19" fmla="*/ 206365 h 461679"/>
                <a:gd name="csX20" fmla="*/ 61955 w 296866"/>
                <a:gd name="csY20" fmla="*/ 210237 h 461679"/>
                <a:gd name="csX21" fmla="*/ 59373 w 296866"/>
                <a:gd name="csY21" fmla="*/ 190811 h 461679"/>
                <a:gd name="csX22" fmla="*/ 48569 w 296866"/>
                <a:gd name="csY22" fmla="*/ 154736 h 461679"/>
                <a:gd name="csX23" fmla="*/ 46466 w 296866"/>
                <a:gd name="csY23" fmla="*/ 141789 h 461679"/>
                <a:gd name="csX24" fmla="*/ 38475 w 296866"/>
                <a:gd name="csY24" fmla="*/ 114684 h 461679"/>
                <a:gd name="csX25" fmla="*/ 28150 w 296866"/>
                <a:gd name="csY25" fmla="*/ 99082 h 461679"/>
                <a:gd name="csX26" fmla="*/ 25815 w 296866"/>
                <a:gd name="csY26" fmla="*/ 89273 h 461679"/>
                <a:gd name="csX27" fmla="*/ 22760 w 296866"/>
                <a:gd name="csY27" fmla="*/ 77852 h 461679"/>
                <a:gd name="csX28" fmla="*/ 21512 w 296866"/>
                <a:gd name="csY28" fmla="*/ 72990 h 461679"/>
                <a:gd name="csX29" fmla="*/ 26374 w 296866"/>
                <a:gd name="csY29" fmla="*/ 74238 h 461679"/>
                <a:gd name="csX30" fmla="*/ 33559 w 296866"/>
                <a:gd name="csY30" fmla="*/ 72129 h 461679"/>
                <a:gd name="csX31" fmla="*/ 29687 w 296866"/>
                <a:gd name="csY31" fmla="*/ 66967 h 461679"/>
                <a:gd name="csX32" fmla="*/ 25815 w 296866"/>
                <a:gd name="csY32" fmla="*/ 64277 h 461679"/>
                <a:gd name="csX33" fmla="*/ 20828 w 296866"/>
                <a:gd name="csY33" fmla="*/ 56236 h 461679"/>
                <a:gd name="csX34" fmla="*/ 14159 w 296866"/>
                <a:gd name="csY34" fmla="*/ 40210 h 461679"/>
                <a:gd name="csX35" fmla="*/ 6238 w 296866"/>
                <a:gd name="csY35" fmla="*/ 17321 h 461679"/>
                <a:gd name="csX36" fmla="*/ 0 w 296866"/>
                <a:gd name="csY36" fmla="*/ 2478 h 461679"/>
                <a:gd name="csX37" fmla="*/ 99386 w 296866"/>
                <a:gd name="csY37" fmla="*/ 3758 h 461679"/>
                <a:gd name="csX38" fmla="*/ 191027 w 296866"/>
                <a:gd name="csY38" fmla="*/ 12449 h 461679"/>
                <a:gd name="csX39" fmla="*/ 178059 w 296866"/>
                <a:gd name="csY39" fmla="*/ 27807 h 461679"/>
                <a:gd name="csX40" fmla="*/ 167369 w 296866"/>
                <a:gd name="csY40" fmla="*/ 45725 h 461679"/>
                <a:gd name="csX41" fmla="*/ 163079 w 296866"/>
                <a:gd name="csY41" fmla="*/ 80524 h 461679"/>
                <a:gd name="csX42" fmla="*/ 162631 w 296866"/>
                <a:gd name="csY42" fmla="*/ 83796 h 461679"/>
                <a:gd name="csX43" fmla="*/ 171021 w 296866"/>
                <a:gd name="csY43" fmla="*/ 93315 h 461679"/>
                <a:gd name="csX44" fmla="*/ 173406 w 296866"/>
                <a:gd name="csY44" fmla="*/ 109690 h 461679"/>
                <a:gd name="csX45" fmla="*/ 164850 w 296866"/>
                <a:gd name="csY45" fmla="*/ 145701 h 461679"/>
                <a:gd name="csX46" fmla="*/ 169084 w 296866"/>
                <a:gd name="csY46" fmla="*/ 169291 h 461679"/>
                <a:gd name="csX47" fmla="*/ 171477 w 296866"/>
                <a:gd name="csY47" fmla="*/ 213103 h 461679"/>
                <a:gd name="csX48" fmla="*/ 174210 w 296866"/>
                <a:gd name="csY48" fmla="*/ 257046 h 461679"/>
                <a:gd name="csX49" fmla="*/ 178120 w 296866"/>
                <a:gd name="csY49" fmla="*/ 261958 h 461679"/>
                <a:gd name="csX50" fmla="*/ 182243 w 296866"/>
                <a:gd name="csY50" fmla="*/ 269492 h 461679"/>
                <a:gd name="csX51" fmla="*/ 184937 w 296866"/>
                <a:gd name="csY51" fmla="*/ 277338 h 461679"/>
                <a:gd name="csX52" fmla="*/ 193415 w 296866"/>
                <a:gd name="csY52" fmla="*/ 285510 h 461679"/>
                <a:gd name="csX53" fmla="*/ 199664 w 296866"/>
                <a:gd name="csY53" fmla="*/ 290658 h 461679"/>
                <a:gd name="csX54" fmla="*/ 207927 w 296866"/>
                <a:gd name="csY54" fmla="*/ 300943 h 461679"/>
                <a:gd name="csX55" fmla="*/ 219722 w 296866"/>
                <a:gd name="csY55" fmla="*/ 315205 h 461679"/>
                <a:gd name="csX56" fmla="*/ 234342 w 296866"/>
                <a:gd name="csY56" fmla="*/ 331253 h 461679"/>
                <a:gd name="csX57" fmla="*/ 242348 w 296866"/>
                <a:gd name="csY57" fmla="*/ 342893 h 461679"/>
                <a:gd name="csX58" fmla="*/ 243886 w 296866"/>
                <a:gd name="csY58" fmla="*/ 354430 h 461679"/>
                <a:gd name="csX59" fmla="*/ 242906 w 296866"/>
                <a:gd name="csY59" fmla="*/ 363679 h 461679"/>
                <a:gd name="csX60" fmla="*/ 242638 w 296866"/>
                <a:gd name="csY60" fmla="*/ 372819 h 461679"/>
                <a:gd name="csX61" fmla="*/ 248980 w 296866"/>
                <a:gd name="csY61" fmla="*/ 375191 h 461679"/>
                <a:gd name="csX62" fmla="*/ 256854 w 296866"/>
                <a:gd name="csY62" fmla="*/ 380201 h 461679"/>
                <a:gd name="csX63" fmla="*/ 262017 w 296866"/>
                <a:gd name="csY63" fmla="*/ 385776 h 461679"/>
                <a:gd name="csX64" fmla="*/ 267554 w 296866"/>
                <a:gd name="csY64" fmla="*/ 396801 h 461679"/>
                <a:gd name="csX65" fmla="*/ 281559 w 296866"/>
                <a:gd name="csY65" fmla="*/ 416793 h 461679"/>
                <a:gd name="csX66" fmla="*/ 290755 w 296866"/>
                <a:gd name="csY66" fmla="*/ 428632 h 461679"/>
                <a:gd name="csX67" fmla="*/ 294624 w 296866"/>
                <a:gd name="csY67" fmla="*/ 440196 h 461679"/>
                <a:gd name="csX68" fmla="*/ 296867 w 296866"/>
                <a:gd name="csY68" fmla="*/ 451755 h 461679"/>
                <a:gd name="csX69" fmla="*/ 287186 w 296866"/>
                <a:gd name="csY69" fmla="*/ 461588 h 461679"/>
                <a:gd name="csX70" fmla="*/ 234204 w 296866"/>
                <a:gd name="csY70" fmla="*/ 456793 h 4616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Lst>
              <a:rect l="l" t="t" r="r" b="b"/>
              <a:pathLst>
                <a:path w="296866" h="461679">
                  <a:moveTo>
                    <a:pt x="234204" y="456793"/>
                  </a:moveTo>
                  <a:cubicBezTo>
                    <a:pt x="210389" y="454343"/>
                    <a:pt x="190335" y="451771"/>
                    <a:pt x="189641" y="451076"/>
                  </a:cubicBezTo>
                  <a:cubicBezTo>
                    <a:pt x="188946" y="450382"/>
                    <a:pt x="190136" y="445606"/>
                    <a:pt x="192285" y="440463"/>
                  </a:cubicBezTo>
                  <a:cubicBezTo>
                    <a:pt x="195748" y="432175"/>
                    <a:pt x="195752" y="431281"/>
                    <a:pt x="192319" y="432599"/>
                  </a:cubicBezTo>
                  <a:cubicBezTo>
                    <a:pt x="188021" y="434248"/>
                    <a:pt x="186953" y="428358"/>
                    <a:pt x="190826" y="424368"/>
                  </a:cubicBezTo>
                  <a:cubicBezTo>
                    <a:pt x="192136" y="423019"/>
                    <a:pt x="193972" y="417747"/>
                    <a:pt x="194908" y="412652"/>
                  </a:cubicBezTo>
                  <a:cubicBezTo>
                    <a:pt x="196394" y="404559"/>
                    <a:pt x="195613" y="402447"/>
                    <a:pt x="188729" y="395950"/>
                  </a:cubicBezTo>
                  <a:cubicBezTo>
                    <a:pt x="184395" y="391860"/>
                    <a:pt x="178494" y="383039"/>
                    <a:pt x="175616" y="376348"/>
                  </a:cubicBezTo>
                  <a:cubicBezTo>
                    <a:pt x="172738" y="369658"/>
                    <a:pt x="168155" y="363476"/>
                    <a:pt x="165432" y="362612"/>
                  </a:cubicBezTo>
                  <a:cubicBezTo>
                    <a:pt x="162709" y="361748"/>
                    <a:pt x="159193" y="357894"/>
                    <a:pt x="157619" y="354047"/>
                  </a:cubicBezTo>
                  <a:cubicBezTo>
                    <a:pt x="149821" y="334997"/>
                    <a:pt x="131426" y="312204"/>
                    <a:pt x="123850" y="312204"/>
                  </a:cubicBezTo>
                  <a:cubicBezTo>
                    <a:pt x="121509" y="312204"/>
                    <a:pt x="115460" y="307848"/>
                    <a:pt x="110408" y="302524"/>
                  </a:cubicBezTo>
                  <a:cubicBezTo>
                    <a:pt x="105356" y="297200"/>
                    <a:pt x="96453" y="288788"/>
                    <a:pt x="90624" y="283830"/>
                  </a:cubicBezTo>
                  <a:cubicBezTo>
                    <a:pt x="81794" y="276321"/>
                    <a:pt x="80025" y="273244"/>
                    <a:pt x="80025" y="265391"/>
                  </a:cubicBezTo>
                  <a:cubicBezTo>
                    <a:pt x="80025" y="259326"/>
                    <a:pt x="78622" y="255426"/>
                    <a:pt x="76089" y="254455"/>
                  </a:cubicBezTo>
                  <a:cubicBezTo>
                    <a:pt x="73596" y="253498"/>
                    <a:pt x="72591" y="250794"/>
                    <a:pt x="73345" y="247079"/>
                  </a:cubicBezTo>
                  <a:cubicBezTo>
                    <a:pt x="77548" y="226392"/>
                    <a:pt x="77309" y="220102"/>
                    <a:pt x="72109" y="214519"/>
                  </a:cubicBezTo>
                  <a:cubicBezTo>
                    <a:pt x="69219" y="211417"/>
                    <a:pt x="67513" y="207813"/>
                    <a:pt x="68319" y="206510"/>
                  </a:cubicBezTo>
                  <a:cubicBezTo>
                    <a:pt x="69124" y="205206"/>
                    <a:pt x="68603" y="203410"/>
                    <a:pt x="67160" y="202519"/>
                  </a:cubicBezTo>
                  <a:cubicBezTo>
                    <a:pt x="65698" y="201615"/>
                    <a:pt x="64536" y="203319"/>
                    <a:pt x="64536" y="206365"/>
                  </a:cubicBezTo>
                  <a:cubicBezTo>
                    <a:pt x="64536" y="209372"/>
                    <a:pt x="63375" y="211114"/>
                    <a:pt x="61955" y="210237"/>
                  </a:cubicBezTo>
                  <a:cubicBezTo>
                    <a:pt x="60535" y="209360"/>
                    <a:pt x="59373" y="200618"/>
                    <a:pt x="59373" y="190811"/>
                  </a:cubicBezTo>
                  <a:cubicBezTo>
                    <a:pt x="59373" y="173740"/>
                    <a:pt x="53682" y="154736"/>
                    <a:pt x="48569" y="154736"/>
                  </a:cubicBezTo>
                  <a:cubicBezTo>
                    <a:pt x="47413" y="154736"/>
                    <a:pt x="46466" y="148910"/>
                    <a:pt x="46466" y="141789"/>
                  </a:cubicBezTo>
                  <a:cubicBezTo>
                    <a:pt x="46466" y="132086"/>
                    <a:pt x="44464" y="125296"/>
                    <a:pt x="38475" y="114684"/>
                  </a:cubicBezTo>
                  <a:cubicBezTo>
                    <a:pt x="34080" y="106897"/>
                    <a:pt x="29434" y="99876"/>
                    <a:pt x="28150" y="99082"/>
                  </a:cubicBezTo>
                  <a:cubicBezTo>
                    <a:pt x="26865" y="98289"/>
                    <a:pt x="25815" y="93874"/>
                    <a:pt x="25815" y="89273"/>
                  </a:cubicBezTo>
                  <a:cubicBezTo>
                    <a:pt x="25815" y="84671"/>
                    <a:pt x="24440" y="79532"/>
                    <a:pt x="22760" y="77852"/>
                  </a:cubicBezTo>
                  <a:cubicBezTo>
                    <a:pt x="21080" y="76172"/>
                    <a:pt x="20518" y="73984"/>
                    <a:pt x="21512" y="72990"/>
                  </a:cubicBezTo>
                  <a:cubicBezTo>
                    <a:pt x="22506" y="71996"/>
                    <a:pt x="24694" y="72558"/>
                    <a:pt x="26374" y="74238"/>
                  </a:cubicBezTo>
                  <a:cubicBezTo>
                    <a:pt x="30884" y="78748"/>
                    <a:pt x="33559" y="77963"/>
                    <a:pt x="33559" y="72129"/>
                  </a:cubicBezTo>
                  <a:cubicBezTo>
                    <a:pt x="33559" y="69261"/>
                    <a:pt x="31838" y="66967"/>
                    <a:pt x="29687" y="66967"/>
                  </a:cubicBezTo>
                  <a:cubicBezTo>
                    <a:pt x="27557" y="66967"/>
                    <a:pt x="25815" y="65756"/>
                    <a:pt x="25815" y="64277"/>
                  </a:cubicBezTo>
                  <a:cubicBezTo>
                    <a:pt x="25815" y="62798"/>
                    <a:pt x="23571" y="59179"/>
                    <a:pt x="20828" y="56236"/>
                  </a:cubicBezTo>
                  <a:cubicBezTo>
                    <a:pt x="18086" y="53292"/>
                    <a:pt x="15085" y="46080"/>
                    <a:pt x="14159" y="40210"/>
                  </a:cubicBezTo>
                  <a:cubicBezTo>
                    <a:pt x="13233" y="34339"/>
                    <a:pt x="9669" y="24039"/>
                    <a:pt x="6238" y="17321"/>
                  </a:cubicBezTo>
                  <a:cubicBezTo>
                    <a:pt x="2807" y="10603"/>
                    <a:pt x="0" y="3924"/>
                    <a:pt x="0" y="2478"/>
                  </a:cubicBezTo>
                  <a:cubicBezTo>
                    <a:pt x="0" y="-1152"/>
                    <a:pt x="23478" y="-850"/>
                    <a:pt x="99386" y="3758"/>
                  </a:cubicBezTo>
                  <a:cubicBezTo>
                    <a:pt x="175010" y="8348"/>
                    <a:pt x="191027" y="9867"/>
                    <a:pt x="191027" y="12449"/>
                  </a:cubicBezTo>
                  <a:cubicBezTo>
                    <a:pt x="191027" y="13496"/>
                    <a:pt x="185192" y="20407"/>
                    <a:pt x="178059" y="27807"/>
                  </a:cubicBezTo>
                  <a:cubicBezTo>
                    <a:pt x="167978" y="38266"/>
                    <a:pt x="165598" y="42256"/>
                    <a:pt x="167369" y="45725"/>
                  </a:cubicBezTo>
                  <a:cubicBezTo>
                    <a:pt x="174634" y="59948"/>
                    <a:pt x="171699" y="83751"/>
                    <a:pt x="163079" y="80524"/>
                  </a:cubicBezTo>
                  <a:cubicBezTo>
                    <a:pt x="159180" y="79065"/>
                    <a:pt x="159137" y="79384"/>
                    <a:pt x="162631" y="83796"/>
                  </a:cubicBezTo>
                  <a:cubicBezTo>
                    <a:pt x="164761" y="86485"/>
                    <a:pt x="168536" y="90769"/>
                    <a:pt x="171021" y="93315"/>
                  </a:cubicBezTo>
                  <a:cubicBezTo>
                    <a:pt x="175834" y="98246"/>
                    <a:pt x="176913" y="105657"/>
                    <a:pt x="173406" y="109690"/>
                  </a:cubicBezTo>
                  <a:cubicBezTo>
                    <a:pt x="169336" y="114370"/>
                    <a:pt x="164942" y="132862"/>
                    <a:pt x="164850" y="145701"/>
                  </a:cubicBezTo>
                  <a:cubicBezTo>
                    <a:pt x="164711" y="165107"/>
                    <a:pt x="165194" y="167798"/>
                    <a:pt x="169084" y="169291"/>
                  </a:cubicBezTo>
                  <a:cubicBezTo>
                    <a:pt x="171992" y="170406"/>
                    <a:pt x="172437" y="178546"/>
                    <a:pt x="171477" y="213103"/>
                  </a:cubicBezTo>
                  <a:cubicBezTo>
                    <a:pt x="170471" y="249367"/>
                    <a:pt x="170869" y="255764"/>
                    <a:pt x="174210" y="257046"/>
                  </a:cubicBezTo>
                  <a:cubicBezTo>
                    <a:pt x="176360" y="257871"/>
                    <a:pt x="178120" y="260081"/>
                    <a:pt x="178120" y="261958"/>
                  </a:cubicBezTo>
                  <a:cubicBezTo>
                    <a:pt x="178120" y="263834"/>
                    <a:pt x="179975" y="267225"/>
                    <a:pt x="182243" y="269492"/>
                  </a:cubicBezTo>
                  <a:cubicBezTo>
                    <a:pt x="184511" y="271760"/>
                    <a:pt x="185723" y="275291"/>
                    <a:pt x="184937" y="277338"/>
                  </a:cubicBezTo>
                  <a:cubicBezTo>
                    <a:pt x="183466" y="281172"/>
                    <a:pt x="186953" y="284533"/>
                    <a:pt x="193415" y="285510"/>
                  </a:cubicBezTo>
                  <a:cubicBezTo>
                    <a:pt x="195439" y="285815"/>
                    <a:pt x="198251" y="288132"/>
                    <a:pt x="199664" y="290658"/>
                  </a:cubicBezTo>
                  <a:cubicBezTo>
                    <a:pt x="201078" y="293183"/>
                    <a:pt x="204796" y="297811"/>
                    <a:pt x="207927" y="300943"/>
                  </a:cubicBezTo>
                  <a:cubicBezTo>
                    <a:pt x="211058" y="304074"/>
                    <a:pt x="216366" y="310492"/>
                    <a:pt x="219722" y="315205"/>
                  </a:cubicBezTo>
                  <a:cubicBezTo>
                    <a:pt x="223078" y="319918"/>
                    <a:pt x="229657" y="327140"/>
                    <a:pt x="234342" y="331253"/>
                  </a:cubicBezTo>
                  <a:cubicBezTo>
                    <a:pt x="239027" y="335367"/>
                    <a:pt x="242630" y="340605"/>
                    <a:pt x="242348" y="342893"/>
                  </a:cubicBezTo>
                  <a:cubicBezTo>
                    <a:pt x="242066" y="345182"/>
                    <a:pt x="242758" y="350373"/>
                    <a:pt x="243886" y="354430"/>
                  </a:cubicBezTo>
                  <a:cubicBezTo>
                    <a:pt x="245242" y="359308"/>
                    <a:pt x="244910" y="362440"/>
                    <a:pt x="242906" y="363679"/>
                  </a:cubicBezTo>
                  <a:cubicBezTo>
                    <a:pt x="240669" y="365062"/>
                    <a:pt x="240599" y="367456"/>
                    <a:pt x="242638" y="372819"/>
                  </a:cubicBezTo>
                  <a:cubicBezTo>
                    <a:pt x="245274" y="379752"/>
                    <a:pt x="245565" y="379861"/>
                    <a:pt x="248980" y="375191"/>
                  </a:cubicBezTo>
                  <a:cubicBezTo>
                    <a:pt x="253071" y="369596"/>
                    <a:pt x="256854" y="372003"/>
                    <a:pt x="256854" y="380201"/>
                  </a:cubicBezTo>
                  <a:cubicBezTo>
                    <a:pt x="256854" y="384054"/>
                    <a:pt x="258448" y="385776"/>
                    <a:pt x="262017" y="385776"/>
                  </a:cubicBezTo>
                  <a:cubicBezTo>
                    <a:pt x="266316" y="385777"/>
                    <a:pt x="267243" y="387623"/>
                    <a:pt x="267554" y="396801"/>
                  </a:cubicBezTo>
                  <a:cubicBezTo>
                    <a:pt x="267995" y="409833"/>
                    <a:pt x="271290" y="414537"/>
                    <a:pt x="281559" y="416793"/>
                  </a:cubicBezTo>
                  <a:cubicBezTo>
                    <a:pt x="287964" y="418199"/>
                    <a:pt x="289378" y="420020"/>
                    <a:pt x="290755" y="428632"/>
                  </a:cubicBezTo>
                  <a:cubicBezTo>
                    <a:pt x="291650" y="434230"/>
                    <a:pt x="293391" y="439433"/>
                    <a:pt x="294624" y="440196"/>
                  </a:cubicBezTo>
                  <a:cubicBezTo>
                    <a:pt x="295858" y="440958"/>
                    <a:pt x="296867" y="446160"/>
                    <a:pt x="296867" y="451755"/>
                  </a:cubicBezTo>
                  <a:cubicBezTo>
                    <a:pt x="296867" y="461851"/>
                    <a:pt x="296793" y="461926"/>
                    <a:pt x="287186" y="461588"/>
                  </a:cubicBezTo>
                  <a:cubicBezTo>
                    <a:pt x="281862" y="461400"/>
                    <a:pt x="258020" y="459243"/>
                    <a:pt x="234204" y="456793"/>
                  </a:cubicBezTo>
                  <a:close/>
                </a:path>
              </a:pathLst>
            </a:custGeom>
            <a:solidFill>
              <a:srgbClr val="B9B9B9"/>
            </a:solidFill>
            <a:ln w="5163" cap="flat">
              <a:noFill/>
              <a:prstDash val="solid"/>
              <a:miter/>
            </a:ln>
          </p:spPr>
          <p:txBody>
            <a:bodyPr/>
            <a:lstStyle/>
            <a:p>
              <a:endParaRPr lang="es-419" noProof="0" dirty="0"/>
            </a:p>
          </p:txBody>
        </p:sp>
        <p:sp>
          <p:nvSpPr>
            <p:cNvPr id="108" name="Forma libre: forma 107">
              <a:extLst>
                <a:ext uri="{FF2B5EF4-FFF2-40B4-BE49-F238E27FC236}">
                  <a16:creationId xmlns:a16="http://schemas.microsoft.com/office/drawing/2014/main" id="{136EF258-DA9F-F233-73B9-45E66ACBE1D5}"/>
                </a:ext>
              </a:extLst>
            </p:cNvPr>
            <p:cNvSpPr/>
            <p:nvPr/>
          </p:nvSpPr>
          <p:spPr>
            <a:xfrm>
              <a:off x="259777" y="1434618"/>
              <a:ext cx="20905" cy="34765"/>
            </a:xfrm>
            <a:custGeom>
              <a:avLst/>
              <a:gdLst>
                <a:gd name="csX0" fmla="*/ 7343 w 20905"/>
                <a:gd name="csY0" fmla="*/ 31742 h 34765"/>
                <a:gd name="csX1" fmla="*/ 5095 w 20905"/>
                <a:gd name="csY1" fmla="*/ 22712 h 34765"/>
                <a:gd name="csX2" fmla="*/ 11946 w 20905"/>
                <a:gd name="csY2" fmla="*/ 12959 h 34765"/>
                <a:gd name="csX3" fmla="*/ 17992 w 20905"/>
                <a:gd name="csY3" fmla="*/ 1997 h 34765"/>
                <a:gd name="csX4" fmla="*/ 19063 w 20905"/>
                <a:gd name="csY4" fmla="*/ 27093 h 34765"/>
                <a:gd name="csX5" fmla="*/ 7343 w 20905"/>
                <a:gd name="csY5" fmla="*/ 31742 h 34765"/>
              </a:gdLst>
              <a:ahLst/>
              <a:cxnLst>
                <a:cxn ang="0">
                  <a:pos x="csX0" y="csY0"/>
                </a:cxn>
                <a:cxn ang="0">
                  <a:pos x="csX1" y="csY1"/>
                </a:cxn>
                <a:cxn ang="0">
                  <a:pos x="csX2" y="csY2"/>
                </a:cxn>
                <a:cxn ang="0">
                  <a:pos x="csX3" y="csY3"/>
                </a:cxn>
                <a:cxn ang="0">
                  <a:pos x="csX4" y="csY4"/>
                </a:cxn>
                <a:cxn ang="0">
                  <a:pos x="csX5" y="csY5"/>
                </a:cxn>
              </a:cxnLst>
              <a:rect l="l" t="t" r="r" b="b"/>
              <a:pathLst>
                <a:path w="20905" h="34765">
                  <a:moveTo>
                    <a:pt x="7343" y="31742"/>
                  </a:moveTo>
                  <a:cubicBezTo>
                    <a:pt x="-1878" y="26647"/>
                    <a:pt x="-2170" y="25474"/>
                    <a:pt x="5095" y="22712"/>
                  </a:cubicBezTo>
                  <a:cubicBezTo>
                    <a:pt x="10179" y="20779"/>
                    <a:pt x="11916" y="18306"/>
                    <a:pt x="11946" y="12959"/>
                  </a:cubicBezTo>
                  <a:cubicBezTo>
                    <a:pt x="11996" y="3833"/>
                    <a:pt x="16177" y="-3749"/>
                    <a:pt x="17992" y="1997"/>
                  </a:cubicBezTo>
                  <a:cubicBezTo>
                    <a:pt x="21527" y="13191"/>
                    <a:pt x="21797" y="19522"/>
                    <a:pt x="19063" y="27093"/>
                  </a:cubicBezTo>
                  <a:cubicBezTo>
                    <a:pt x="15722" y="36343"/>
                    <a:pt x="15691" y="36355"/>
                    <a:pt x="7343" y="31742"/>
                  </a:cubicBezTo>
                  <a:close/>
                </a:path>
              </a:pathLst>
            </a:custGeom>
            <a:solidFill>
              <a:srgbClr val="B9B9B9"/>
            </a:solidFill>
            <a:ln w="5163" cap="flat">
              <a:noFill/>
              <a:prstDash val="solid"/>
              <a:miter/>
            </a:ln>
          </p:spPr>
          <p:txBody>
            <a:bodyPr/>
            <a:lstStyle/>
            <a:p>
              <a:endParaRPr lang="es-419" noProof="0" dirty="0"/>
            </a:p>
          </p:txBody>
        </p:sp>
        <p:sp>
          <p:nvSpPr>
            <p:cNvPr id="109" name="Forma libre: forma 108">
              <a:extLst>
                <a:ext uri="{FF2B5EF4-FFF2-40B4-BE49-F238E27FC236}">
                  <a16:creationId xmlns:a16="http://schemas.microsoft.com/office/drawing/2014/main" id="{8299EA3A-95D0-DAED-E698-375B0759981C}"/>
                </a:ext>
              </a:extLst>
            </p:cNvPr>
            <p:cNvSpPr/>
            <p:nvPr/>
          </p:nvSpPr>
          <p:spPr>
            <a:xfrm>
              <a:off x="73152" y="1375664"/>
              <a:ext cx="14357" cy="42577"/>
            </a:xfrm>
            <a:custGeom>
              <a:avLst/>
              <a:gdLst>
                <a:gd name="csX0" fmla="*/ 7495 w 14357"/>
                <a:gd name="csY0" fmla="*/ 37645 h 42577"/>
                <a:gd name="csX1" fmla="*/ 3632 w 14357"/>
                <a:gd name="csY1" fmla="*/ 24738 h 42577"/>
                <a:gd name="csX2" fmla="*/ 3632 w 14357"/>
                <a:gd name="csY2" fmla="*/ 1505 h 42577"/>
                <a:gd name="csX3" fmla="*/ 7504 w 14357"/>
                <a:gd name="csY3" fmla="*/ 6137 h 42577"/>
                <a:gd name="csX4" fmla="*/ 10146 w 14357"/>
                <a:gd name="csY4" fmla="*/ 14863 h 42577"/>
                <a:gd name="csX5" fmla="*/ 11643 w 14357"/>
                <a:gd name="csY5" fmla="*/ 38936 h 42577"/>
                <a:gd name="csX6" fmla="*/ 7495 w 14357"/>
                <a:gd name="csY6" fmla="*/ 37645 h 42577"/>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4357" h="42577">
                  <a:moveTo>
                    <a:pt x="7495" y="37645"/>
                  </a:moveTo>
                  <a:cubicBezTo>
                    <a:pt x="7399" y="34096"/>
                    <a:pt x="5661" y="28288"/>
                    <a:pt x="3632" y="24738"/>
                  </a:cubicBezTo>
                  <a:cubicBezTo>
                    <a:pt x="-1211" y="16267"/>
                    <a:pt x="-1211" y="5524"/>
                    <a:pt x="3632" y="1505"/>
                  </a:cubicBezTo>
                  <a:cubicBezTo>
                    <a:pt x="6929" y="-1232"/>
                    <a:pt x="7504" y="-544"/>
                    <a:pt x="7504" y="6137"/>
                  </a:cubicBezTo>
                  <a:cubicBezTo>
                    <a:pt x="7504" y="10452"/>
                    <a:pt x="8693" y="14378"/>
                    <a:pt x="10146" y="14863"/>
                  </a:cubicBezTo>
                  <a:cubicBezTo>
                    <a:pt x="14898" y="16447"/>
                    <a:pt x="15948" y="33343"/>
                    <a:pt x="11643" y="38936"/>
                  </a:cubicBezTo>
                  <a:cubicBezTo>
                    <a:pt x="7745" y="44000"/>
                    <a:pt x="7665" y="43975"/>
                    <a:pt x="7495" y="37645"/>
                  </a:cubicBezTo>
                  <a:close/>
                </a:path>
              </a:pathLst>
            </a:custGeom>
            <a:solidFill>
              <a:srgbClr val="B9B9B9"/>
            </a:solidFill>
            <a:ln w="5163" cap="flat">
              <a:noFill/>
              <a:prstDash val="solid"/>
              <a:miter/>
            </a:ln>
          </p:spPr>
          <p:txBody>
            <a:bodyPr/>
            <a:lstStyle/>
            <a:p>
              <a:endParaRPr lang="es-419" noProof="0" dirty="0"/>
            </a:p>
          </p:txBody>
        </p:sp>
        <p:sp>
          <p:nvSpPr>
            <p:cNvPr id="110" name="Forma libre: forma 109">
              <a:extLst>
                <a:ext uri="{FF2B5EF4-FFF2-40B4-BE49-F238E27FC236}">
                  <a16:creationId xmlns:a16="http://schemas.microsoft.com/office/drawing/2014/main" id="{B092009B-EC0C-BE07-8124-A1DE7CC20E97}"/>
                </a:ext>
              </a:extLst>
            </p:cNvPr>
            <p:cNvSpPr/>
            <p:nvPr/>
          </p:nvSpPr>
          <p:spPr>
            <a:xfrm>
              <a:off x="420547" y="1341567"/>
              <a:ext cx="36589" cy="57857"/>
            </a:xfrm>
            <a:custGeom>
              <a:avLst/>
              <a:gdLst>
                <a:gd name="csX0" fmla="*/ 24033 w 36589"/>
                <a:gd name="csY0" fmla="*/ 48231 h 57857"/>
                <a:gd name="csX1" fmla="*/ 8875 w 36589"/>
                <a:gd name="csY1" fmla="*/ 31730 h 57857"/>
                <a:gd name="csX2" fmla="*/ 2815 w 36589"/>
                <a:gd name="csY2" fmla="*/ 140 h 57857"/>
                <a:gd name="csX3" fmla="*/ 18571 w 36589"/>
                <a:gd name="csY3" fmla="*/ 17532 h 57857"/>
                <a:gd name="csX4" fmla="*/ 26156 w 36589"/>
                <a:gd name="csY4" fmla="*/ 27858 h 57857"/>
                <a:gd name="csX5" fmla="*/ 32361 w 36589"/>
                <a:gd name="csY5" fmla="*/ 36599 h 57857"/>
                <a:gd name="csX6" fmla="*/ 34380 w 36589"/>
                <a:gd name="csY6" fmla="*/ 51018 h 57857"/>
                <a:gd name="csX7" fmla="*/ 24033 w 36589"/>
                <a:gd name="csY7" fmla="*/ 48231 h 578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6589" h="57857">
                  <a:moveTo>
                    <a:pt x="24033" y="48231"/>
                  </a:moveTo>
                  <a:cubicBezTo>
                    <a:pt x="18251" y="41995"/>
                    <a:pt x="11430" y="34569"/>
                    <a:pt x="8875" y="31730"/>
                  </a:cubicBezTo>
                  <a:cubicBezTo>
                    <a:pt x="870" y="22831"/>
                    <a:pt x="-3051" y="2391"/>
                    <a:pt x="2815" y="140"/>
                  </a:cubicBezTo>
                  <a:cubicBezTo>
                    <a:pt x="7073" y="-1494"/>
                    <a:pt x="18931" y="11596"/>
                    <a:pt x="18571" y="17532"/>
                  </a:cubicBezTo>
                  <a:cubicBezTo>
                    <a:pt x="18043" y="26212"/>
                    <a:pt x="19252" y="27858"/>
                    <a:pt x="26156" y="27858"/>
                  </a:cubicBezTo>
                  <a:cubicBezTo>
                    <a:pt x="32848" y="27858"/>
                    <a:pt x="33306" y="28504"/>
                    <a:pt x="32361" y="36599"/>
                  </a:cubicBezTo>
                  <a:cubicBezTo>
                    <a:pt x="31800" y="41406"/>
                    <a:pt x="32708" y="47895"/>
                    <a:pt x="34380" y="51018"/>
                  </a:cubicBezTo>
                  <a:cubicBezTo>
                    <a:pt x="39819" y="61181"/>
                    <a:pt x="34782" y="59825"/>
                    <a:pt x="24033" y="48231"/>
                  </a:cubicBezTo>
                  <a:close/>
                </a:path>
              </a:pathLst>
            </a:custGeom>
            <a:solidFill>
              <a:srgbClr val="B9B9B9"/>
            </a:solidFill>
            <a:ln w="5163" cap="flat">
              <a:noFill/>
              <a:prstDash val="solid"/>
              <a:miter/>
            </a:ln>
          </p:spPr>
          <p:txBody>
            <a:bodyPr/>
            <a:lstStyle/>
            <a:p>
              <a:endParaRPr lang="es-419" noProof="0" dirty="0"/>
            </a:p>
          </p:txBody>
        </p:sp>
      </p:grpSp>
      <p:grpSp>
        <p:nvGrpSpPr>
          <p:cNvPr id="111" name="Gráfico 39">
            <a:extLst>
              <a:ext uri="{FF2B5EF4-FFF2-40B4-BE49-F238E27FC236}">
                <a16:creationId xmlns:a16="http://schemas.microsoft.com/office/drawing/2014/main" id="{96BC3073-9320-9C3A-D4A9-0213CDB0A058}"/>
              </a:ext>
            </a:extLst>
          </p:cNvPr>
          <p:cNvGrpSpPr/>
          <p:nvPr/>
        </p:nvGrpSpPr>
        <p:grpSpPr>
          <a:xfrm>
            <a:off x="347681" y="1057339"/>
            <a:ext cx="481325" cy="621418"/>
            <a:chOff x="347681" y="1057339"/>
            <a:chExt cx="481325" cy="621418"/>
          </a:xfrm>
          <a:solidFill>
            <a:srgbClr val="B9B9B9"/>
          </a:solidFill>
        </p:grpSpPr>
        <p:grpSp>
          <p:nvGrpSpPr>
            <p:cNvPr id="112" name="Gráfico 39">
              <a:extLst>
                <a:ext uri="{FF2B5EF4-FFF2-40B4-BE49-F238E27FC236}">
                  <a16:creationId xmlns:a16="http://schemas.microsoft.com/office/drawing/2014/main" id="{3207AE54-FB9F-79FD-2719-2CE63C2EA329}"/>
                </a:ext>
              </a:extLst>
            </p:cNvPr>
            <p:cNvGrpSpPr/>
            <p:nvPr/>
          </p:nvGrpSpPr>
          <p:grpSpPr>
            <a:xfrm>
              <a:off x="492211" y="1384222"/>
              <a:ext cx="33498" cy="51895"/>
              <a:chOff x="492211" y="1384222"/>
              <a:chExt cx="33498" cy="51895"/>
            </a:xfrm>
            <a:solidFill>
              <a:srgbClr val="B9B9B9"/>
            </a:solidFill>
          </p:grpSpPr>
          <p:sp>
            <p:nvSpPr>
              <p:cNvPr id="113" name="Forma libre: forma 112">
                <a:extLst>
                  <a:ext uri="{FF2B5EF4-FFF2-40B4-BE49-F238E27FC236}">
                    <a16:creationId xmlns:a16="http://schemas.microsoft.com/office/drawing/2014/main" id="{170D7B2C-46AD-6D1A-109B-4AAC1EFD9B7B}"/>
                  </a:ext>
                </a:extLst>
              </p:cNvPr>
              <p:cNvSpPr/>
              <p:nvPr/>
            </p:nvSpPr>
            <p:spPr>
              <a:xfrm>
                <a:off x="492211" y="1428798"/>
                <a:ext cx="6246" cy="7319"/>
              </a:xfrm>
              <a:custGeom>
                <a:avLst/>
                <a:gdLst>
                  <a:gd name="csX0" fmla="*/ 460 w 6246"/>
                  <a:gd name="csY0" fmla="*/ 4088 h 7319"/>
                  <a:gd name="csX1" fmla="*/ 4549 w 6246"/>
                  <a:gd name="csY1" fmla="*/ 0 h 7319"/>
                  <a:gd name="csX2" fmla="*/ 1959 w 6246"/>
                  <a:gd name="csY2" fmla="*/ 7153 h 7319"/>
                  <a:gd name="csX3" fmla="*/ 460 w 6246"/>
                  <a:gd name="csY3" fmla="*/ 4088 h 7319"/>
                </a:gdLst>
                <a:ahLst/>
                <a:cxnLst>
                  <a:cxn ang="0">
                    <a:pos x="csX0" y="csY0"/>
                  </a:cxn>
                  <a:cxn ang="0">
                    <a:pos x="csX1" y="csY1"/>
                  </a:cxn>
                  <a:cxn ang="0">
                    <a:pos x="csX2" y="csY2"/>
                  </a:cxn>
                  <a:cxn ang="0">
                    <a:pos x="csX3" y="csY3"/>
                  </a:cxn>
                </a:cxnLst>
                <a:rect l="l" t="t" r="r" b="b"/>
                <a:pathLst>
                  <a:path w="6246" h="7319">
                    <a:moveTo>
                      <a:pt x="460" y="4088"/>
                    </a:moveTo>
                    <a:cubicBezTo>
                      <a:pt x="1323" y="1840"/>
                      <a:pt x="3163" y="0"/>
                      <a:pt x="4549" y="0"/>
                    </a:cubicBezTo>
                    <a:cubicBezTo>
                      <a:pt x="7942" y="0"/>
                      <a:pt x="5818" y="5867"/>
                      <a:pt x="1959" y="7153"/>
                    </a:cubicBezTo>
                    <a:cubicBezTo>
                      <a:pt x="72" y="7782"/>
                      <a:pt x="-505" y="6602"/>
                      <a:pt x="460" y="4088"/>
                    </a:cubicBezTo>
                    <a:close/>
                  </a:path>
                </a:pathLst>
              </a:custGeom>
              <a:solidFill>
                <a:srgbClr val="B9B9B9"/>
              </a:solidFill>
              <a:ln w="5163" cap="flat">
                <a:noFill/>
                <a:prstDash val="solid"/>
                <a:miter/>
              </a:ln>
            </p:spPr>
            <p:txBody>
              <a:bodyPr/>
              <a:lstStyle/>
              <a:p>
                <a:endParaRPr lang="es-419" noProof="0" dirty="0"/>
              </a:p>
            </p:txBody>
          </p:sp>
          <p:sp>
            <p:nvSpPr>
              <p:cNvPr id="114" name="Forma libre: forma 113">
                <a:extLst>
                  <a:ext uri="{FF2B5EF4-FFF2-40B4-BE49-F238E27FC236}">
                    <a16:creationId xmlns:a16="http://schemas.microsoft.com/office/drawing/2014/main" id="{25FABA7E-2D00-7DB2-258C-60407B9788B2}"/>
                  </a:ext>
                </a:extLst>
              </p:cNvPr>
              <p:cNvSpPr/>
              <p:nvPr/>
            </p:nvSpPr>
            <p:spPr>
              <a:xfrm>
                <a:off x="495379" y="1384222"/>
                <a:ext cx="30331" cy="44105"/>
              </a:xfrm>
              <a:custGeom>
                <a:avLst/>
                <a:gdLst>
                  <a:gd name="csX0" fmla="*/ 10578 w 30331"/>
                  <a:gd name="csY0" fmla="*/ 40845 h 44105"/>
                  <a:gd name="csX1" fmla="*/ 3426 w 30331"/>
                  <a:gd name="csY1" fmla="*/ 27268 h 44105"/>
                  <a:gd name="csX2" fmla="*/ 8634 w 30331"/>
                  <a:gd name="csY2" fmla="*/ 13316 h 44105"/>
                  <a:gd name="csX3" fmla="*/ 25629 w 30331"/>
                  <a:gd name="csY3" fmla="*/ 1695 h 44105"/>
                  <a:gd name="csX4" fmla="*/ 27283 w 30331"/>
                  <a:gd name="csY4" fmla="*/ 34769 h 44105"/>
                  <a:gd name="csX5" fmla="*/ 10578 w 30331"/>
                  <a:gd name="csY5" fmla="*/ 40845 h 44105"/>
                </a:gdLst>
                <a:ahLst/>
                <a:cxnLst>
                  <a:cxn ang="0">
                    <a:pos x="csX0" y="csY0"/>
                  </a:cxn>
                  <a:cxn ang="0">
                    <a:pos x="csX1" y="csY1"/>
                  </a:cxn>
                  <a:cxn ang="0">
                    <a:pos x="csX2" y="csY2"/>
                  </a:cxn>
                  <a:cxn ang="0">
                    <a:pos x="csX3" y="csY3"/>
                  </a:cxn>
                  <a:cxn ang="0">
                    <a:pos x="csX4" y="csY4"/>
                  </a:cxn>
                  <a:cxn ang="0">
                    <a:pos x="csX5" y="csY5"/>
                  </a:cxn>
                </a:cxnLst>
                <a:rect l="l" t="t" r="r" b="b"/>
                <a:pathLst>
                  <a:path w="30331" h="44105">
                    <a:moveTo>
                      <a:pt x="10578" y="40845"/>
                    </a:moveTo>
                    <a:cubicBezTo>
                      <a:pt x="-1917" y="34327"/>
                      <a:pt x="-2001" y="34167"/>
                      <a:pt x="3426" y="27268"/>
                    </a:cubicBezTo>
                    <a:cubicBezTo>
                      <a:pt x="6291" y="23626"/>
                      <a:pt x="8634" y="17348"/>
                      <a:pt x="8634" y="13316"/>
                    </a:cubicBezTo>
                    <a:cubicBezTo>
                      <a:pt x="8634" y="4586"/>
                      <a:pt x="20679" y="-3650"/>
                      <a:pt x="25629" y="1695"/>
                    </a:cubicBezTo>
                    <a:cubicBezTo>
                      <a:pt x="31123" y="7627"/>
                      <a:pt x="31970" y="24580"/>
                      <a:pt x="27283" y="34769"/>
                    </a:cubicBezTo>
                    <a:cubicBezTo>
                      <a:pt x="22315" y="45567"/>
                      <a:pt x="20734" y="46142"/>
                      <a:pt x="10578" y="40845"/>
                    </a:cubicBezTo>
                    <a:close/>
                  </a:path>
                </a:pathLst>
              </a:custGeom>
              <a:solidFill>
                <a:srgbClr val="B9B9B9"/>
              </a:solidFill>
              <a:ln w="5163" cap="flat">
                <a:noFill/>
                <a:prstDash val="solid"/>
                <a:miter/>
              </a:ln>
            </p:spPr>
            <p:txBody>
              <a:bodyPr/>
              <a:lstStyle/>
              <a:p>
                <a:endParaRPr lang="es-419" noProof="0" dirty="0"/>
              </a:p>
            </p:txBody>
          </p:sp>
        </p:grpSp>
        <p:grpSp>
          <p:nvGrpSpPr>
            <p:cNvPr id="115" name="Gráfico 39">
              <a:extLst>
                <a:ext uri="{FF2B5EF4-FFF2-40B4-BE49-F238E27FC236}">
                  <a16:creationId xmlns:a16="http://schemas.microsoft.com/office/drawing/2014/main" id="{18A63533-77AD-CC48-E6B7-EAC7A3AA6CDD}"/>
                </a:ext>
              </a:extLst>
            </p:cNvPr>
            <p:cNvGrpSpPr/>
            <p:nvPr/>
          </p:nvGrpSpPr>
          <p:grpSpPr>
            <a:xfrm>
              <a:off x="347681" y="1057339"/>
              <a:ext cx="481325" cy="621418"/>
              <a:chOff x="347681" y="1057339"/>
              <a:chExt cx="481325" cy="621418"/>
            </a:xfrm>
            <a:solidFill>
              <a:srgbClr val="B9B9B9"/>
            </a:solidFill>
          </p:grpSpPr>
          <p:sp>
            <p:nvSpPr>
              <p:cNvPr id="116" name="Forma libre: forma 115">
                <a:extLst>
                  <a:ext uri="{FF2B5EF4-FFF2-40B4-BE49-F238E27FC236}">
                    <a16:creationId xmlns:a16="http://schemas.microsoft.com/office/drawing/2014/main" id="{9DB8B6CE-F97B-B8FC-5841-03048AB7190F}"/>
                  </a:ext>
                </a:extLst>
              </p:cNvPr>
              <p:cNvSpPr/>
              <p:nvPr/>
            </p:nvSpPr>
            <p:spPr>
              <a:xfrm>
                <a:off x="347681" y="1057339"/>
                <a:ext cx="481325" cy="621418"/>
              </a:xfrm>
              <a:custGeom>
                <a:avLst/>
                <a:gdLst>
                  <a:gd name="csX0" fmla="*/ 392709 w 481325"/>
                  <a:gd name="csY0" fmla="*/ 609477 h 621418"/>
                  <a:gd name="csX1" fmla="*/ 388957 w 481325"/>
                  <a:gd name="csY1" fmla="*/ 594848 h 621418"/>
                  <a:gd name="csX2" fmla="*/ 382520 w 481325"/>
                  <a:gd name="csY2" fmla="*/ 582680 h 621418"/>
                  <a:gd name="csX3" fmla="*/ 381003 w 481325"/>
                  <a:gd name="csY3" fmla="*/ 575394 h 621418"/>
                  <a:gd name="csX4" fmla="*/ 376772 w 481325"/>
                  <a:gd name="csY4" fmla="*/ 573517 h 621418"/>
                  <a:gd name="csX5" fmla="*/ 372471 w 481325"/>
                  <a:gd name="csY5" fmla="*/ 575078 h 621418"/>
                  <a:gd name="csX6" fmla="*/ 371638 w 481325"/>
                  <a:gd name="csY6" fmla="*/ 577600 h 621418"/>
                  <a:gd name="csX7" fmla="*/ 373727 w 481325"/>
                  <a:gd name="csY7" fmla="*/ 583138 h 621418"/>
                  <a:gd name="csX8" fmla="*/ 369193 w 481325"/>
                  <a:gd name="csY8" fmla="*/ 580381 h 621418"/>
                  <a:gd name="csX9" fmla="*/ 364289 w 481325"/>
                  <a:gd name="csY9" fmla="*/ 578851 h 621418"/>
                  <a:gd name="csX10" fmla="*/ 358202 w 481325"/>
                  <a:gd name="csY10" fmla="*/ 578294 h 621418"/>
                  <a:gd name="csX11" fmla="*/ 344811 w 481325"/>
                  <a:gd name="csY11" fmla="*/ 546998 h 621418"/>
                  <a:gd name="csX12" fmla="*/ 347360 w 481325"/>
                  <a:gd name="csY12" fmla="*/ 544424 h 621418"/>
                  <a:gd name="csX13" fmla="*/ 329284 w 481325"/>
                  <a:gd name="csY13" fmla="*/ 536840 h 621418"/>
                  <a:gd name="csX14" fmla="*/ 312504 w 481325"/>
                  <a:gd name="csY14" fmla="*/ 531378 h 621418"/>
                  <a:gd name="csX15" fmla="*/ 299274 w 481325"/>
                  <a:gd name="csY15" fmla="*/ 523870 h 621418"/>
                  <a:gd name="csX16" fmla="*/ 298267 w 481325"/>
                  <a:gd name="csY16" fmla="*/ 519838 h 621418"/>
                  <a:gd name="csX17" fmla="*/ 294146 w 481325"/>
                  <a:gd name="csY17" fmla="*/ 506308 h 621418"/>
                  <a:gd name="csX18" fmla="*/ 290635 w 481325"/>
                  <a:gd name="csY18" fmla="*/ 495822 h 621418"/>
                  <a:gd name="csX19" fmla="*/ 290295 w 481325"/>
                  <a:gd name="csY19" fmla="*/ 485043 h 621418"/>
                  <a:gd name="csX20" fmla="*/ 292460 w 481325"/>
                  <a:gd name="csY20" fmla="*/ 479235 h 621418"/>
                  <a:gd name="csX21" fmla="*/ 293954 w 481325"/>
                  <a:gd name="csY21" fmla="*/ 469554 h 621418"/>
                  <a:gd name="csX22" fmla="*/ 288754 w 481325"/>
                  <a:gd name="csY22" fmla="*/ 460702 h 621418"/>
                  <a:gd name="csX23" fmla="*/ 283583 w 481325"/>
                  <a:gd name="csY23" fmla="*/ 460065 h 621418"/>
                  <a:gd name="csX24" fmla="*/ 278874 w 481325"/>
                  <a:gd name="csY24" fmla="*/ 460231 h 621418"/>
                  <a:gd name="csX25" fmla="*/ 272498 w 481325"/>
                  <a:gd name="csY25" fmla="*/ 449744 h 621418"/>
                  <a:gd name="csX26" fmla="*/ 269740 w 481325"/>
                  <a:gd name="csY26" fmla="*/ 445139 h 621418"/>
                  <a:gd name="csX27" fmla="*/ 268211 w 481325"/>
                  <a:gd name="csY27" fmla="*/ 450043 h 621418"/>
                  <a:gd name="csX28" fmla="*/ 267044 w 481325"/>
                  <a:gd name="csY28" fmla="*/ 456881 h 621418"/>
                  <a:gd name="csX29" fmla="*/ 259538 w 481325"/>
                  <a:gd name="csY29" fmla="*/ 454425 h 621418"/>
                  <a:gd name="csX30" fmla="*/ 254428 w 481325"/>
                  <a:gd name="csY30" fmla="*/ 444654 h 621418"/>
                  <a:gd name="csX31" fmla="*/ 249421 w 481325"/>
                  <a:gd name="csY31" fmla="*/ 443656 h 621418"/>
                  <a:gd name="csX32" fmla="*/ 238700 w 481325"/>
                  <a:gd name="csY32" fmla="*/ 428558 h 621418"/>
                  <a:gd name="csX33" fmla="*/ 224166 w 481325"/>
                  <a:gd name="csY33" fmla="*/ 409935 h 621418"/>
                  <a:gd name="csX34" fmla="*/ 213124 w 481325"/>
                  <a:gd name="csY34" fmla="*/ 401065 h 621418"/>
                  <a:gd name="csX35" fmla="*/ 206671 w 481325"/>
                  <a:gd name="csY35" fmla="*/ 388468 h 621418"/>
                  <a:gd name="csX36" fmla="*/ 204242 w 481325"/>
                  <a:gd name="csY36" fmla="*/ 374041 h 621418"/>
                  <a:gd name="csX37" fmla="*/ 206562 w 481325"/>
                  <a:gd name="csY37" fmla="*/ 371283 h 621418"/>
                  <a:gd name="csX38" fmla="*/ 201394 w 481325"/>
                  <a:gd name="csY38" fmla="*/ 369855 h 621418"/>
                  <a:gd name="csX39" fmla="*/ 181743 w 481325"/>
                  <a:gd name="csY39" fmla="*/ 350072 h 621418"/>
                  <a:gd name="csX40" fmla="*/ 180840 w 481325"/>
                  <a:gd name="csY40" fmla="*/ 340015 h 621418"/>
                  <a:gd name="csX41" fmla="*/ 168342 w 481325"/>
                  <a:gd name="csY41" fmla="*/ 316750 h 621418"/>
                  <a:gd name="csX42" fmla="*/ 162786 w 481325"/>
                  <a:gd name="csY42" fmla="*/ 304341 h 621418"/>
                  <a:gd name="csX43" fmla="*/ 153959 w 481325"/>
                  <a:gd name="csY43" fmla="*/ 280463 h 621418"/>
                  <a:gd name="csX44" fmla="*/ 143231 w 481325"/>
                  <a:gd name="csY44" fmla="*/ 268201 h 621418"/>
                  <a:gd name="csX45" fmla="*/ 141096 w 481325"/>
                  <a:gd name="csY45" fmla="*/ 246493 h 621418"/>
                  <a:gd name="csX46" fmla="*/ 133510 w 481325"/>
                  <a:gd name="csY46" fmla="*/ 215932 h 621418"/>
                  <a:gd name="csX47" fmla="*/ 125786 w 481325"/>
                  <a:gd name="csY47" fmla="*/ 201792 h 621418"/>
                  <a:gd name="csX48" fmla="*/ 113580 w 481325"/>
                  <a:gd name="csY48" fmla="*/ 175023 h 621418"/>
                  <a:gd name="csX49" fmla="*/ 104703 w 481325"/>
                  <a:gd name="csY49" fmla="*/ 151035 h 621418"/>
                  <a:gd name="csX50" fmla="*/ 100240 w 481325"/>
                  <a:gd name="csY50" fmla="*/ 135893 h 621418"/>
                  <a:gd name="csX51" fmla="*/ 100240 w 481325"/>
                  <a:gd name="csY51" fmla="*/ 128463 h 621418"/>
                  <a:gd name="csX52" fmla="*/ 99247 w 481325"/>
                  <a:gd name="csY52" fmla="*/ 115142 h 621418"/>
                  <a:gd name="csX53" fmla="*/ 93791 w 481325"/>
                  <a:gd name="csY53" fmla="*/ 109442 h 621418"/>
                  <a:gd name="csX54" fmla="*/ 95549 w 481325"/>
                  <a:gd name="csY54" fmla="*/ 115250 h 621418"/>
                  <a:gd name="csX55" fmla="*/ 90800 w 481325"/>
                  <a:gd name="csY55" fmla="*/ 117023 h 621418"/>
                  <a:gd name="csX56" fmla="*/ 87172 w 481325"/>
                  <a:gd name="csY56" fmla="*/ 114272 h 621418"/>
                  <a:gd name="csX57" fmla="*/ 67148 w 481325"/>
                  <a:gd name="csY57" fmla="*/ 111209 h 621418"/>
                  <a:gd name="csX58" fmla="*/ 49971 w 481325"/>
                  <a:gd name="csY58" fmla="*/ 100232 h 621418"/>
                  <a:gd name="csX59" fmla="*/ 44090 w 481325"/>
                  <a:gd name="csY59" fmla="*/ 90574 h 621418"/>
                  <a:gd name="csX60" fmla="*/ 35863 w 481325"/>
                  <a:gd name="csY60" fmla="*/ 83433 h 621418"/>
                  <a:gd name="csX61" fmla="*/ 32588 w 481325"/>
                  <a:gd name="csY61" fmla="*/ 82069 h 621418"/>
                  <a:gd name="csX62" fmla="*/ 11771 w 481325"/>
                  <a:gd name="csY62" fmla="*/ 68233 h 621418"/>
                  <a:gd name="csX63" fmla="*/ 5348 w 481325"/>
                  <a:gd name="csY63" fmla="*/ 59589 h 621418"/>
                  <a:gd name="csX64" fmla="*/ 1583 w 481325"/>
                  <a:gd name="csY64" fmla="*/ 46912 h 621418"/>
                  <a:gd name="csX65" fmla="*/ 325 w 481325"/>
                  <a:gd name="csY65" fmla="*/ 17525 h 621418"/>
                  <a:gd name="csX66" fmla="*/ 4538 w 481325"/>
                  <a:gd name="csY66" fmla="*/ 6689 h 621418"/>
                  <a:gd name="csX67" fmla="*/ 10480 w 481325"/>
                  <a:gd name="csY67" fmla="*/ 0 h 621418"/>
                  <a:gd name="csX68" fmla="*/ 53074 w 481325"/>
                  <a:gd name="csY68" fmla="*/ 22147 h 621418"/>
                  <a:gd name="csX69" fmla="*/ 133099 w 481325"/>
                  <a:gd name="csY69" fmla="*/ 64285 h 621418"/>
                  <a:gd name="csX70" fmla="*/ 308638 w 481325"/>
                  <a:gd name="csY70" fmla="*/ 150152 h 621418"/>
                  <a:gd name="csX71" fmla="*/ 460324 w 481325"/>
                  <a:gd name="csY71" fmla="*/ 163865 h 621418"/>
                  <a:gd name="csX72" fmla="*/ 466125 w 481325"/>
                  <a:gd name="csY72" fmla="*/ 170071 h 621418"/>
                  <a:gd name="csX73" fmla="*/ 465714 w 481325"/>
                  <a:gd name="csY73" fmla="*/ 176317 h 621418"/>
                  <a:gd name="csX74" fmla="*/ 471176 w 481325"/>
                  <a:gd name="csY74" fmla="*/ 205515 h 621418"/>
                  <a:gd name="csX75" fmla="*/ 478356 w 481325"/>
                  <a:gd name="csY75" fmla="*/ 244968 h 621418"/>
                  <a:gd name="csX76" fmla="*/ 480666 w 481325"/>
                  <a:gd name="csY76" fmla="*/ 291434 h 621418"/>
                  <a:gd name="csX77" fmla="*/ 471606 w 481325"/>
                  <a:gd name="csY77" fmla="*/ 339879 h 621418"/>
                  <a:gd name="csX78" fmla="*/ 467718 w 481325"/>
                  <a:gd name="csY78" fmla="*/ 346935 h 621418"/>
                  <a:gd name="csX79" fmla="*/ 468256 w 481325"/>
                  <a:gd name="csY79" fmla="*/ 419216 h 621418"/>
                  <a:gd name="csX80" fmla="*/ 469120 w 481325"/>
                  <a:gd name="csY80" fmla="*/ 434705 h 621418"/>
                  <a:gd name="csX81" fmla="*/ 451760 w 481325"/>
                  <a:gd name="csY81" fmla="*/ 439004 h 621418"/>
                  <a:gd name="csX82" fmla="*/ 430017 w 481325"/>
                  <a:gd name="csY82" fmla="*/ 458164 h 621418"/>
                  <a:gd name="csX83" fmla="*/ 441207 w 481325"/>
                  <a:gd name="csY83" fmla="*/ 484914 h 621418"/>
                  <a:gd name="csX84" fmla="*/ 455538 w 481325"/>
                  <a:gd name="csY84" fmla="*/ 533438 h 621418"/>
                  <a:gd name="csX85" fmla="*/ 463393 w 481325"/>
                  <a:gd name="csY85" fmla="*/ 557324 h 621418"/>
                  <a:gd name="csX86" fmla="*/ 466107 w 481325"/>
                  <a:gd name="csY86" fmla="*/ 564704 h 621418"/>
                  <a:gd name="csX87" fmla="*/ 427332 w 481325"/>
                  <a:gd name="csY87" fmla="*/ 607875 h 621418"/>
                  <a:gd name="csX88" fmla="*/ 408378 w 481325"/>
                  <a:gd name="csY88" fmla="*/ 619278 h 621418"/>
                  <a:gd name="csX89" fmla="*/ 406733 w 481325"/>
                  <a:gd name="csY89" fmla="*/ 612610 h 621418"/>
                  <a:gd name="csX90" fmla="*/ 398989 w 481325"/>
                  <a:gd name="csY90" fmla="*/ 614115 h 621418"/>
                  <a:gd name="csX91" fmla="*/ 394277 w 481325"/>
                  <a:gd name="csY91" fmla="*/ 621279 h 621418"/>
                  <a:gd name="csX92" fmla="*/ 392709 w 481325"/>
                  <a:gd name="csY92" fmla="*/ 609477 h 62141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Lst>
                <a:rect l="l" t="t" r="r" b="b"/>
                <a:pathLst>
                  <a:path w="481325" h="621418">
                    <a:moveTo>
                      <a:pt x="392709" y="609477"/>
                    </a:moveTo>
                    <a:cubicBezTo>
                      <a:pt x="394253" y="597840"/>
                      <a:pt x="393887" y="596413"/>
                      <a:pt x="388957" y="594848"/>
                    </a:cubicBezTo>
                    <a:cubicBezTo>
                      <a:pt x="381454" y="592467"/>
                      <a:pt x="376874" y="583809"/>
                      <a:pt x="382520" y="582680"/>
                    </a:cubicBezTo>
                    <a:cubicBezTo>
                      <a:pt x="386074" y="581969"/>
                      <a:pt x="385853" y="580904"/>
                      <a:pt x="381003" y="575394"/>
                    </a:cubicBezTo>
                    <a:cubicBezTo>
                      <a:pt x="377016" y="570863"/>
                      <a:pt x="375755" y="570304"/>
                      <a:pt x="376772" y="573517"/>
                    </a:cubicBezTo>
                    <a:cubicBezTo>
                      <a:pt x="378038" y="577517"/>
                      <a:pt x="377495" y="577714"/>
                      <a:pt x="372471" y="575078"/>
                    </a:cubicBezTo>
                    <a:cubicBezTo>
                      <a:pt x="366755" y="572079"/>
                      <a:pt x="366750" y="572094"/>
                      <a:pt x="371638" y="577600"/>
                    </a:cubicBezTo>
                    <a:cubicBezTo>
                      <a:pt x="374343" y="580646"/>
                      <a:pt x="375283" y="583138"/>
                      <a:pt x="373727" y="583138"/>
                    </a:cubicBezTo>
                    <a:cubicBezTo>
                      <a:pt x="372171" y="583138"/>
                      <a:pt x="370131" y="581897"/>
                      <a:pt x="369193" y="580381"/>
                    </a:cubicBezTo>
                    <a:cubicBezTo>
                      <a:pt x="368256" y="578864"/>
                      <a:pt x="366049" y="578176"/>
                      <a:pt x="364289" y="578851"/>
                    </a:cubicBezTo>
                    <a:cubicBezTo>
                      <a:pt x="362530" y="579526"/>
                      <a:pt x="359790" y="579276"/>
                      <a:pt x="358202" y="578294"/>
                    </a:cubicBezTo>
                    <a:cubicBezTo>
                      <a:pt x="354056" y="575732"/>
                      <a:pt x="341762" y="546998"/>
                      <a:pt x="344811" y="546998"/>
                    </a:cubicBezTo>
                    <a:cubicBezTo>
                      <a:pt x="346213" y="546998"/>
                      <a:pt x="347360" y="545839"/>
                      <a:pt x="347360" y="544424"/>
                    </a:cubicBezTo>
                    <a:cubicBezTo>
                      <a:pt x="347360" y="541126"/>
                      <a:pt x="331006" y="534265"/>
                      <a:pt x="329284" y="536840"/>
                    </a:cubicBezTo>
                    <a:cubicBezTo>
                      <a:pt x="328570" y="537907"/>
                      <a:pt x="321020" y="535449"/>
                      <a:pt x="312504" y="531378"/>
                    </a:cubicBezTo>
                    <a:cubicBezTo>
                      <a:pt x="303989" y="527306"/>
                      <a:pt x="298035" y="523928"/>
                      <a:pt x="299274" y="523870"/>
                    </a:cubicBezTo>
                    <a:cubicBezTo>
                      <a:pt x="300512" y="523812"/>
                      <a:pt x="300059" y="521998"/>
                      <a:pt x="298267" y="519838"/>
                    </a:cubicBezTo>
                    <a:cubicBezTo>
                      <a:pt x="296474" y="517678"/>
                      <a:pt x="294620" y="511589"/>
                      <a:pt x="294146" y="506308"/>
                    </a:cubicBezTo>
                    <a:cubicBezTo>
                      <a:pt x="293672" y="501026"/>
                      <a:pt x="292092" y="496307"/>
                      <a:pt x="290635" y="495822"/>
                    </a:cubicBezTo>
                    <a:cubicBezTo>
                      <a:pt x="287387" y="494739"/>
                      <a:pt x="287081" y="485043"/>
                      <a:pt x="290295" y="485043"/>
                    </a:cubicBezTo>
                    <a:cubicBezTo>
                      <a:pt x="291564" y="485043"/>
                      <a:pt x="292539" y="482429"/>
                      <a:pt x="292460" y="479235"/>
                    </a:cubicBezTo>
                    <a:cubicBezTo>
                      <a:pt x="292381" y="476040"/>
                      <a:pt x="293054" y="471684"/>
                      <a:pt x="293954" y="469554"/>
                    </a:cubicBezTo>
                    <a:cubicBezTo>
                      <a:pt x="294994" y="467095"/>
                      <a:pt x="293096" y="463864"/>
                      <a:pt x="288754" y="460702"/>
                    </a:cubicBezTo>
                    <a:cubicBezTo>
                      <a:pt x="282831" y="456387"/>
                      <a:pt x="282139" y="456302"/>
                      <a:pt x="283583" y="460065"/>
                    </a:cubicBezTo>
                    <a:cubicBezTo>
                      <a:pt x="285131" y="464099"/>
                      <a:pt x="284795" y="464110"/>
                      <a:pt x="278874" y="460231"/>
                    </a:cubicBezTo>
                    <a:cubicBezTo>
                      <a:pt x="274972" y="457675"/>
                      <a:pt x="272498" y="453605"/>
                      <a:pt x="272498" y="449744"/>
                    </a:cubicBezTo>
                    <a:cubicBezTo>
                      <a:pt x="272498" y="445927"/>
                      <a:pt x="271409" y="444108"/>
                      <a:pt x="269740" y="445139"/>
                    </a:cubicBezTo>
                    <a:cubicBezTo>
                      <a:pt x="268224" y="446077"/>
                      <a:pt x="267535" y="448283"/>
                      <a:pt x="268211" y="450043"/>
                    </a:cubicBezTo>
                    <a:cubicBezTo>
                      <a:pt x="268886" y="451803"/>
                      <a:pt x="268361" y="454880"/>
                      <a:pt x="267044" y="456881"/>
                    </a:cubicBezTo>
                    <a:cubicBezTo>
                      <a:pt x="265087" y="459853"/>
                      <a:pt x="263712" y="459403"/>
                      <a:pt x="259538" y="454425"/>
                    </a:cubicBezTo>
                    <a:cubicBezTo>
                      <a:pt x="256727" y="451073"/>
                      <a:pt x="254428" y="446676"/>
                      <a:pt x="254428" y="444654"/>
                    </a:cubicBezTo>
                    <a:cubicBezTo>
                      <a:pt x="254428" y="441815"/>
                      <a:pt x="253286" y="441587"/>
                      <a:pt x="249421" y="443656"/>
                    </a:cubicBezTo>
                    <a:cubicBezTo>
                      <a:pt x="243479" y="446836"/>
                      <a:pt x="243193" y="446433"/>
                      <a:pt x="238700" y="428558"/>
                    </a:cubicBezTo>
                    <a:cubicBezTo>
                      <a:pt x="235500" y="415829"/>
                      <a:pt x="234285" y="414272"/>
                      <a:pt x="224166" y="409935"/>
                    </a:cubicBezTo>
                    <a:cubicBezTo>
                      <a:pt x="217728" y="407175"/>
                      <a:pt x="213124" y="403477"/>
                      <a:pt x="213124" y="401065"/>
                    </a:cubicBezTo>
                    <a:cubicBezTo>
                      <a:pt x="213124" y="398790"/>
                      <a:pt x="210220" y="393122"/>
                      <a:pt x="206671" y="388468"/>
                    </a:cubicBezTo>
                    <a:cubicBezTo>
                      <a:pt x="199265" y="378758"/>
                      <a:pt x="198471" y="374041"/>
                      <a:pt x="204242" y="374041"/>
                    </a:cubicBezTo>
                    <a:cubicBezTo>
                      <a:pt x="206455" y="374041"/>
                      <a:pt x="207499" y="372800"/>
                      <a:pt x="206562" y="371283"/>
                    </a:cubicBezTo>
                    <a:cubicBezTo>
                      <a:pt x="205625" y="369767"/>
                      <a:pt x="203299" y="369124"/>
                      <a:pt x="201394" y="369855"/>
                    </a:cubicBezTo>
                    <a:cubicBezTo>
                      <a:pt x="197850" y="371215"/>
                      <a:pt x="182472" y="355734"/>
                      <a:pt x="181743" y="350072"/>
                    </a:cubicBezTo>
                    <a:cubicBezTo>
                      <a:pt x="181521" y="348347"/>
                      <a:pt x="181114" y="343821"/>
                      <a:pt x="180840" y="340015"/>
                    </a:cubicBezTo>
                    <a:cubicBezTo>
                      <a:pt x="179988" y="328208"/>
                      <a:pt x="174287" y="317597"/>
                      <a:pt x="168342" y="316750"/>
                    </a:cubicBezTo>
                    <a:cubicBezTo>
                      <a:pt x="163596" y="316073"/>
                      <a:pt x="162786" y="314266"/>
                      <a:pt x="162786" y="304341"/>
                    </a:cubicBezTo>
                    <a:cubicBezTo>
                      <a:pt x="162786" y="295229"/>
                      <a:pt x="160883" y="290082"/>
                      <a:pt x="153959" y="280463"/>
                    </a:cubicBezTo>
                    <a:cubicBezTo>
                      <a:pt x="149104" y="273719"/>
                      <a:pt x="144276" y="268201"/>
                      <a:pt x="143231" y="268201"/>
                    </a:cubicBezTo>
                    <a:cubicBezTo>
                      <a:pt x="142186" y="268201"/>
                      <a:pt x="141225" y="258432"/>
                      <a:pt x="141096" y="246493"/>
                    </a:cubicBezTo>
                    <a:cubicBezTo>
                      <a:pt x="140831" y="221943"/>
                      <a:pt x="139743" y="217562"/>
                      <a:pt x="133510" y="215932"/>
                    </a:cubicBezTo>
                    <a:cubicBezTo>
                      <a:pt x="130755" y="215211"/>
                      <a:pt x="127873" y="209936"/>
                      <a:pt x="125786" y="201792"/>
                    </a:cubicBezTo>
                    <a:cubicBezTo>
                      <a:pt x="123955" y="194647"/>
                      <a:pt x="118462" y="182601"/>
                      <a:pt x="113580" y="175023"/>
                    </a:cubicBezTo>
                    <a:cubicBezTo>
                      <a:pt x="107284" y="165251"/>
                      <a:pt x="104703" y="158277"/>
                      <a:pt x="104703" y="151035"/>
                    </a:cubicBezTo>
                    <a:cubicBezTo>
                      <a:pt x="104703" y="144982"/>
                      <a:pt x="102887" y="138818"/>
                      <a:pt x="100240" y="135893"/>
                    </a:cubicBezTo>
                    <a:cubicBezTo>
                      <a:pt x="96009" y="131218"/>
                      <a:pt x="96009" y="130831"/>
                      <a:pt x="100240" y="128463"/>
                    </a:cubicBezTo>
                    <a:cubicBezTo>
                      <a:pt x="106103" y="125181"/>
                      <a:pt x="105871" y="122062"/>
                      <a:pt x="99247" y="115142"/>
                    </a:cubicBezTo>
                    <a:lnTo>
                      <a:pt x="93791" y="109442"/>
                    </a:lnTo>
                    <a:lnTo>
                      <a:pt x="95549" y="115250"/>
                    </a:lnTo>
                    <a:cubicBezTo>
                      <a:pt x="97517" y="121752"/>
                      <a:pt x="93229" y="123352"/>
                      <a:pt x="90800" y="117023"/>
                    </a:cubicBezTo>
                    <a:cubicBezTo>
                      <a:pt x="89948" y="114803"/>
                      <a:pt x="88316" y="113565"/>
                      <a:pt x="87172" y="114272"/>
                    </a:cubicBezTo>
                    <a:cubicBezTo>
                      <a:pt x="86029" y="114978"/>
                      <a:pt x="77018" y="113600"/>
                      <a:pt x="67148" y="111209"/>
                    </a:cubicBezTo>
                    <a:cubicBezTo>
                      <a:pt x="50330" y="107134"/>
                      <a:pt x="49251" y="106444"/>
                      <a:pt x="49971" y="100232"/>
                    </a:cubicBezTo>
                    <a:cubicBezTo>
                      <a:pt x="50552" y="95214"/>
                      <a:pt x="49124" y="92867"/>
                      <a:pt x="44090" y="90574"/>
                    </a:cubicBezTo>
                    <a:cubicBezTo>
                      <a:pt x="40433" y="88908"/>
                      <a:pt x="36731" y="85694"/>
                      <a:pt x="35863" y="83433"/>
                    </a:cubicBezTo>
                    <a:cubicBezTo>
                      <a:pt x="34873" y="80853"/>
                      <a:pt x="33654" y="80345"/>
                      <a:pt x="32588" y="82069"/>
                    </a:cubicBezTo>
                    <a:cubicBezTo>
                      <a:pt x="30403" y="85606"/>
                      <a:pt x="11771" y="73222"/>
                      <a:pt x="11771" y="68233"/>
                    </a:cubicBezTo>
                    <a:cubicBezTo>
                      <a:pt x="11771" y="66258"/>
                      <a:pt x="8881" y="62368"/>
                      <a:pt x="5348" y="59589"/>
                    </a:cubicBezTo>
                    <a:cubicBezTo>
                      <a:pt x="-304" y="55143"/>
                      <a:pt x="-756" y="53621"/>
                      <a:pt x="1583" y="46912"/>
                    </a:cubicBezTo>
                    <a:cubicBezTo>
                      <a:pt x="4225" y="39332"/>
                      <a:pt x="3631" y="25451"/>
                      <a:pt x="325" y="17525"/>
                    </a:cubicBezTo>
                    <a:cubicBezTo>
                      <a:pt x="-744" y="14961"/>
                      <a:pt x="864" y="10824"/>
                      <a:pt x="4538" y="6689"/>
                    </a:cubicBezTo>
                    <a:lnTo>
                      <a:pt x="10480" y="0"/>
                    </a:lnTo>
                    <a:lnTo>
                      <a:pt x="53074" y="22147"/>
                    </a:lnTo>
                    <a:cubicBezTo>
                      <a:pt x="76501" y="34328"/>
                      <a:pt x="112512" y="53290"/>
                      <a:pt x="133099" y="64285"/>
                    </a:cubicBezTo>
                    <a:cubicBezTo>
                      <a:pt x="293633" y="150024"/>
                      <a:pt x="290844" y="148660"/>
                      <a:pt x="308638" y="150152"/>
                    </a:cubicBezTo>
                    <a:cubicBezTo>
                      <a:pt x="379829" y="156121"/>
                      <a:pt x="453326" y="162765"/>
                      <a:pt x="460324" y="163865"/>
                    </a:cubicBezTo>
                    <a:cubicBezTo>
                      <a:pt x="467642" y="165014"/>
                      <a:pt x="468398" y="165824"/>
                      <a:pt x="466125" y="170071"/>
                    </a:cubicBezTo>
                    <a:cubicBezTo>
                      <a:pt x="464688" y="172758"/>
                      <a:pt x="464502" y="175568"/>
                      <a:pt x="465714" y="176317"/>
                    </a:cubicBezTo>
                    <a:cubicBezTo>
                      <a:pt x="466925" y="177066"/>
                      <a:pt x="469383" y="190205"/>
                      <a:pt x="471176" y="205515"/>
                    </a:cubicBezTo>
                    <a:cubicBezTo>
                      <a:pt x="472969" y="220825"/>
                      <a:pt x="476200" y="238579"/>
                      <a:pt x="478356" y="244968"/>
                    </a:cubicBezTo>
                    <a:cubicBezTo>
                      <a:pt x="481464" y="254178"/>
                      <a:pt x="481943" y="263804"/>
                      <a:pt x="480666" y="291434"/>
                    </a:cubicBezTo>
                    <a:cubicBezTo>
                      <a:pt x="478736" y="333232"/>
                      <a:pt x="477318" y="340812"/>
                      <a:pt x="471606" y="339879"/>
                    </a:cubicBezTo>
                    <a:cubicBezTo>
                      <a:pt x="468443" y="339362"/>
                      <a:pt x="467477" y="341115"/>
                      <a:pt x="467718" y="346935"/>
                    </a:cubicBezTo>
                    <a:cubicBezTo>
                      <a:pt x="467998" y="353675"/>
                      <a:pt x="468241" y="386395"/>
                      <a:pt x="468256" y="419216"/>
                    </a:cubicBezTo>
                    <a:cubicBezTo>
                      <a:pt x="468259" y="424895"/>
                      <a:pt x="468647" y="431865"/>
                      <a:pt x="469120" y="434705"/>
                    </a:cubicBezTo>
                    <a:cubicBezTo>
                      <a:pt x="469922" y="439526"/>
                      <a:pt x="468775" y="439811"/>
                      <a:pt x="451760" y="439004"/>
                    </a:cubicBezTo>
                    <a:cubicBezTo>
                      <a:pt x="428789" y="437915"/>
                      <a:pt x="426025" y="440351"/>
                      <a:pt x="430017" y="458164"/>
                    </a:cubicBezTo>
                    <a:cubicBezTo>
                      <a:pt x="431548" y="464996"/>
                      <a:pt x="436584" y="477034"/>
                      <a:pt x="441207" y="484914"/>
                    </a:cubicBezTo>
                    <a:cubicBezTo>
                      <a:pt x="456169" y="510414"/>
                      <a:pt x="459720" y="522439"/>
                      <a:pt x="455538" y="533438"/>
                    </a:cubicBezTo>
                    <a:cubicBezTo>
                      <a:pt x="452990" y="540141"/>
                      <a:pt x="458641" y="557324"/>
                      <a:pt x="463393" y="557324"/>
                    </a:cubicBezTo>
                    <a:cubicBezTo>
                      <a:pt x="464886" y="557324"/>
                      <a:pt x="466107" y="560645"/>
                      <a:pt x="466107" y="564704"/>
                    </a:cubicBezTo>
                    <a:cubicBezTo>
                      <a:pt x="466107" y="574709"/>
                      <a:pt x="449340" y="593376"/>
                      <a:pt x="427332" y="607875"/>
                    </a:cubicBezTo>
                    <a:cubicBezTo>
                      <a:pt x="417812" y="614147"/>
                      <a:pt x="409283" y="619278"/>
                      <a:pt x="408378" y="619278"/>
                    </a:cubicBezTo>
                    <a:cubicBezTo>
                      <a:pt x="407473" y="619278"/>
                      <a:pt x="406733" y="616277"/>
                      <a:pt x="406733" y="612610"/>
                    </a:cubicBezTo>
                    <a:cubicBezTo>
                      <a:pt x="406733" y="604379"/>
                      <a:pt x="401025" y="605489"/>
                      <a:pt x="398989" y="614115"/>
                    </a:cubicBezTo>
                    <a:cubicBezTo>
                      <a:pt x="398201" y="617454"/>
                      <a:pt x="396080" y="620678"/>
                      <a:pt x="394277" y="621279"/>
                    </a:cubicBezTo>
                    <a:cubicBezTo>
                      <a:pt x="391773" y="622114"/>
                      <a:pt x="391403" y="619327"/>
                      <a:pt x="392709" y="609477"/>
                    </a:cubicBezTo>
                    <a:close/>
                  </a:path>
                </a:pathLst>
              </a:custGeom>
              <a:solidFill>
                <a:srgbClr val="B9B9B9"/>
              </a:solidFill>
              <a:ln w="5163" cap="flat">
                <a:noFill/>
                <a:prstDash val="solid"/>
                <a:miter/>
              </a:ln>
            </p:spPr>
            <p:txBody>
              <a:bodyPr/>
              <a:lstStyle/>
              <a:p>
                <a:endParaRPr lang="es-419" noProof="0" dirty="0"/>
              </a:p>
            </p:txBody>
          </p:sp>
          <p:sp>
            <p:nvSpPr>
              <p:cNvPr id="117" name="Forma libre: forma 116">
                <a:extLst>
                  <a:ext uri="{FF2B5EF4-FFF2-40B4-BE49-F238E27FC236}">
                    <a16:creationId xmlns:a16="http://schemas.microsoft.com/office/drawing/2014/main" id="{B9BB614D-00B5-ADC5-75E6-0D790366EA1B}"/>
                  </a:ext>
                </a:extLst>
              </p:cNvPr>
              <p:cNvSpPr/>
              <p:nvPr/>
            </p:nvSpPr>
            <p:spPr>
              <a:xfrm>
                <a:off x="356836" y="1137381"/>
                <a:ext cx="20516" cy="20135"/>
              </a:xfrm>
              <a:custGeom>
                <a:avLst/>
                <a:gdLst>
                  <a:gd name="csX0" fmla="*/ 3031 w 20516"/>
                  <a:gd name="csY0" fmla="*/ 13790 h 20135"/>
                  <a:gd name="csX1" fmla="*/ 11787 w 20516"/>
                  <a:gd name="csY1" fmla="*/ 6812 h 20135"/>
                  <a:gd name="csX2" fmla="*/ 16388 w 20516"/>
                  <a:gd name="csY2" fmla="*/ 8970 h 20135"/>
                  <a:gd name="csX3" fmla="*/ 17667 w 20516"/>
                  <a:gd name="csY3" fmla="*/ 5896 h 20135"/>
                  <a:gd name="csX4" fmla="*/ 16630 w 20516"/>
                  <a:gd name="csY4" fmla="*/ 16309 h 20135"/>
                  <a:gd name="csX5" fmla="*/ 3031 w 20516"/>
                  <a:gd name="csY5" fmla="*/ 13790 h 20135"/>
                </a:gdLst>
                <a:ahLst/>
                <a:cxnLst>
                  <a:cxn ang="0">
                    <a:pos x="csX0" y="csY0"/>
                  </a:cxn>
                  <a:cxn ang="0">
                    <a:pos x="csX1" y="csY1"/>
                  </a:cxn>
                  <a:cxn ang="0">
                    <a:pos x="csX2" y="csY2"/>
                  </a:cxn>
                  <a:cxn ang="0">
                    <a:pos x="csX3" y="csY3"/>
                  </a:cxn>
                  <a:cxn ang="0">
                    <a:pos x="csX4" y="csY4"/>
                  </a:cxn>
                  <a:cxn ang="0">
                    <a:pos x="csX5" y="csY5"/>
                  </a:cxn>
                </a:cxnLst>
                <a:rect l="l" t="t" r="r" b="b"/>
                <a:pathLst>
                  <a:path w="20516" h="20135">
                    <a:moveTo>
                      <a:pt x="3031" y="13790"/>
                    </a:moveTo>
                    <a:cubicBezTo>
                      <a:pt x="-3651" y="-875"/>
                      <a:pt x="1356" y="-4865"/>
                      <a:pt x="11787" y="6812"/>
                    </a:cubicBezTo>
                    <a:cubicBezTo>
                      <a:pt x="16355" y="11926"/>
                      <a:pt x="17642" y="12530"/>
                      <a:pt x="16388" y="8970"/>
                    </a:cubicBezTo>
                    <a:cubicBezTo>
                      <a:pt x="15184" y="5554"/>
                      <a:pt x="15578" y="4605"/>
                      <a:pt x="17667" y="5896"/>
                    </a:cubicBezTo>
                    <a:cubicBezTo>
                      <a:pt x="21766" y="8429"/>
                      <a:pt x="21462" y="11477"/>
                      <a:pt x="16630" y="16309"/>
                    </a:cubicBezTo>
                    <a:cubicBezTo>
                      <a:pt x="10809" y="22130"/>
                      <a:pt x="6464" y="21325"/>
                      <a:pt x="3031" y="13790"/>
                    </a:cubicBezTo>
                    <a:close/>
                  </a:path>
                </a:pathLst>
              </a:custGeom>
              <a:solidFill>
                <a:srgbClr val="B9B9B9"/>
              </a:solidFill>
              <a:ln w="5163" cap="flat">
                <a:noFill/>
                <a:prstDash val="solid"/>
                <a:miter/>
              </a:ln>
            </p:spPr>
            <p:txBody>
              <a:bodyPr/>
              <a:lstStyle/>
              <a:p>
                <a:endParaRPr lang="es-419" noProof="0" dirty="0"/>
              </a:p>
            </p:txBody>
          </p:sp>
        </p:grpSp>
      </p:grpSp>
      <p:grpSp>
        <p:nvGrpSpPr>
          <p:cNvPr id="36" name="Group 45">
            <a:extLst>
              <a:ext uri="{FF2B5EF4-FFF2-40B4-BE49-F238E27FC236}">
                <a16:creationId xmlns:a16="http://schemas.microsoft.com/office/drawing/2014/main" id="{02C6EE83-9FCA-DF04-019E-5FD4D2EF7CA3}"/>
              </a:ext>
            </a:extLst>
          </p:cNvPr>
          <p:cNvGrpSpPr>
            <a:grpSpLocks noChangeAspect="1"/>
          </p:cNvGrpSpPr>
          <p:nvPr/>
        </p:nvGrpSpPr>
        <p:grpSpPr>
          <a:xfrm>
            <a:off x="1429303" y="2011575"/>
            <a:ext cx="213038" cy="337620"/>
            <a:chOff x="0" y="26670"/>
            <a:chExt cx="3924300" cy="6219190"/>
          </a:xfrm>
        </p:grpSpPr>
        <p:sp>
          <p:nvSpPr>
            <p:cNvPr id="37" name="Freeform 46">
              <a:extLst>
                <a:ext uri="{FF2B5EF4-FFF2-40B4-BE49-F238E27FC236}">
                  <a16:creationId xmlns:a16="http://schemas.microsoft.com/office/drawing/2014/main" id="{84FD5671-6EFE-F2DE-C699-A7BCF011BDC8}"/>
                </a:ext>
              </a:extLst>
            </p:cNvPr>
            <p:cNvSpPr/>
            <p:nvPr/>
          </p:nvSpPr>
          <p:spPr>
            <a:xfrm>
              <a:off x="0" y="26670"/>
              <a:ext cx="3924300" cy="6219190"/>
            </a:xfrm>
            <a:custGeom>
              <a:avLst/>
              <a:gdLst/>
              <a:ahLst/>
              <a:cxnLst/>
              <a:rect l="l" t="t" r="r" b="b"/>
              <a:pathLst>
                <a:path w="3924300" h="6219190">
                  <a:moveTo>
                    <a:pt x="3924300" y="1962150"/>
                  </a:moveTo>
                  <a:cubicBezTo>
                    <a:pt x="3924300" y="878840"/>
                    <a:pt x="3045460" y="0"/>
                    <a:pt x="1962150" y="0"/>
                  </a:cubicBezTo>
                  <a:cubicBezTo>
                    <a:pt x="878840" y="0"/>
                    <a:pt x="0" y="878840"/>
                    <a:pt x="0" y="1962150"/>
                  </a:cubicBezTo>
                  <a:cubicBezTo>
                    <a:pt x="0" y="2974340"/>
                    <a:pt x="765810" y="3807460"/>
                    <a:pt x="1750060" y="3912870"/>
                  </a:cubicBezTo>
                  <a:lnTo>
                    <a:pt x="1962150" y="6219190"/>
                  </a:lnTo>
                  <a:lnTo>
                    <a:pt x="2174240" y="3912870"/>
                  </a:lnTo>
                  <a:cubicBezTo>
                    <a:pt x="3158490" y="3807460"/>
                    <a:pt x="3924300" y="2974340"/>
                    <a:pt x="3924300" y="1962150"/>
                  </a:cubicBezTo>
                  <a:close/>
                </a:path>
              </a:pathLst>
            </a:custGeom>
            <a:solidFill>
              <a:srgbClr val="EB6C01"/>
            </a:solidFill>
          </p:spPr>
          <p:txBody>
            <a:bodyPr/>
            <a:lstStyle/>
            <a:p>
              <a:endParaRPr lang="es-419" noProof="0" dirty="0"/>
            </a:p>
          </p:txBody>
        </p:sp>
        <p:sp>
          <p:nvSpPr>
            <p:cNvPr id="38" name="Freeform 47">
              <a:extLst>
                <a:ext uri="{FF2B5EF4-FFF2-40B4-BE49-F238E27FC236}">
                  <a16:creationId xmlns:a16="http://schemas.microsoft.com/office/drawing/2014/main" id="{D93A05DB-5C47-2F8C-EF8A-1D7D18AAE9F3}"/>
                </a:ext>
              </a:extLst>
            </p:cNvPr>
            <p:cNvSpPr/>
            <p:nvPr/>
          </p:nvSpPr>
          <p:spPr>
            <a:xfrm>
              <a:off x="340744" y="374636"/>
              <a:ext cx="3242813" cy="3228370"/>
            </a:xfrm>
            <a:custGeom>
              <a:avLst/>
              <a:gdLst/>
              <a:ahLst/>
              <a:cxnLst/>
              <a:rect l="l" t="t" r="r" b="b"/>
              <a:pathLst>
                <a:path w="3242810" h="3228373">
                  <a:moveTo>
                    <a:pt x="1621405" y="16"/>
                  </a:moveTo>
                  <a:cubicBezTo>
                    <a:pt x="1042998" y="-2571"/>
                    <a:pt x="507417" y="304521"/>
                    <a:pt x="217465" y="805010"/>
                  </a:cubicBezTo>
                  <a:cubicBezTo>
                    <a:pt x="-72488" y="1305499"/>
                    <a:pt x="-72488" y="1922874"/>
                    <a:pt x="217465" y="2423362"/>
                  </a:cubicBezTo>
                  <a:cubicBezTo>
                    <a:pt x="507417" y="2923851"/>
                    <a:pt x="1042998" y="3230943"/>
                    <a:pt x="1621405" y="3228356"/>
                  </a:cubicBezTo>
                  <a:cubicBezTo>
                    <a:pt x="2199812" y="3230943"/>
                    <a:pt x="2735392" y="2923851"/>
                    <a:pt x="3025345" y="2423362"/>
                  </a:cubicBezTo>
                  <a:cubicBezTo>
                    <a:pt x="3315298" y="1922874"/>
                    <a:pt x="3315298" y="1305499"/>
                    <a:pt x="3025345" y="805010"/>
                  </a:cubicBezTo>
                  <a:cubicBezTo>
                    <a:pt x="2735392" y="304522"/>
                    <a:pt x="2199812" y="-2571"/>
                    <a:pt x="1621405" y="16"/>
                  </a:cubicBezTo>
                  <a:close/>
                </a:path>
              </a:pathLst>
            </a:custGeom>
            <a:blipFill>
              <a:blip r:embed="rId5"/>
              <a:stretch>
                <a:fillRect l="-28801" r="-28801" b="-58308"/>
              </a:stretch>
            </a:blipFill>
          </p:spPr>
          <p:txBody>
            <a:bodyPr/>
            <a:lstStyle/>
            <a:p>
              <a:endParaRPr lang="es-419" noProof="0" dirty="0"/>
            </a:p>
          </p:txBody>
        </p:sp>
      </p:grpSp>
    </p:spTree>
    <p:extLst>
      <p:ext uri="{BB962C8B-B14F-4D97-AF65-F5344CB8AC3E}">
        <p14:creationId xmlns:p14="http://schemas.microsoft.com/office/powerpoint/2010/main" val="8069991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nodeType="with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wipe(down)">
                                      <p:cBhvr>
                                        <p:cTn id="7" dur="580">
                                          <p:stCondLst>
                                            <p:cond delay="0"/>
                                          </p:stCondLst>
                                        </p:cTn>
                                        <p:tgtEl>
                                          <p:spTgt spid="36"/>
                                        </p:tgtEl>
                                      </p:cBhvr>
                                    </p:animEffect>
                                    <p:anim calcmode="lin" valueType="num">
                                      <p:cBhvr>
                                        <p:cTn id="8" dur="1822" tmFilter="0,0; 0.14,0.36; 0.43,0.73; 0.71,0.91; 1.0,1.0">
                                          <p:stCondLst>
                                            <p:cond delay="0"/>
                                          </p:stCondLst>
                                        </p:cTn>
                                        <p:tgtEl>
                                          <p:spTgt spid="36"/>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36"/>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36"/>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36"/>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36"/>
                                        </p:tgtEl>
                                        <p:attrNameLst>
                                          <p:attrName>ppt_y</p:attrName>
                                        </p:attrNameLst>
                                      </p:cBhvr>
                                      <p:tavLst>
                                        <p:tav tm="0" fmla="#ppt_y-sin(pi*$)/81">
                                          <p:val>
                                            <p:fltVal val="0"/>
                                          </p:val>
                                        </p:tav>
                                        <p:tav tm="100000">
                                          <p:val>
                                            <p:fltVal val="1"/>
                                          </p:val>
                                        </p:tav>
                                      </p:tavLst>
                                    </p:anim>
                                    <p:animScale>
                                      <p:cBhvr>
                                        <p:cTn id="13" dur="26">
                                          <p:stCondLst>
                                            <p:cond delay="650"/>
                                          </p:stCondLst>
                                        </p:cTn>
                                        <p:tgtEl>
                                          <p:spTgt spid="36"/>
                                        </p:tgtEl>
                                      </p:cBhvr>
                                      <p:to x="100000" y="60000"/>
                                    </p:animScale>
                                    <p:animScale>
                                      <p:cBhvr>
                                        <p:cTn id="14" dur="166" decel="50000">
                                          <p:stCondLst>
                                            <p:cond delay="676"/>
                                          </p:stCondLst>
                                        </p:cTn>
                                        <p:tgtEl>
                                          <p:spTgt spid="36"/>
                                        </p:tgtEl>
                                      </p:cBhvr>
                                      <p:to x="100000" y="100000"/>
                                    </p:animScale>
                                    <p:animScale>
                                      <p:cBhvr>
                                        <p:cTn id="15" dur="26">
                                          <p:stCondLst>
                                            <p:cond delay="1312"/>
                                          </p:stCondLst>
                                        </p:cTn>
                                        <p:tgtEl>
                                          <p:spTgt spid="36"/>
                                        </p:tgtEl>
                                      </p:cBhvr>
                                      <p:to x="100000" y="80000"/>
                                    </p:animScale>
                                    <p:animScale>
                                      <p:cBhvr>
                                        <p:cTn id="16" dur="166" decel="50000">
                                          <p:stCondLst>
                                            <p:cond delay="1338"/>
                                          </p:stCondLst>
                                        </p:cTn>
                                        <p:tgtEl>
                                          <p:spTgt spid="36"/>
                                        </p:tgtEl>
                                      </p:cBhvr>
                                      <p:to x="100000" y="100000"/>
                                    </p:animScale>
                                    <p:animScale>
                                      <p:cBhvr>
                                        <p:cTn id="17" dur="26">
                                          <p:stCondLst>
                                            <p:cond delay="1642"/>
                                          </p:stCondLst>
                                        </p:cTn>
                                        <p:tgtEl>
                                          <p:spTgt spid="36"/>
                                        </p:tgtEl>
                                      </p:cBhvr>
                                      <p:to x="100000" y="90000"/>
                                    </p:animScale>
                                    <p:animScale>
                                      <p:cBhvr>
                                        <p:cTn id="18" dur="166" decel="50000">
                                          <p:stCondLst>
                                            <p:cond delay="1668"/>
                                          </p:stCondLst>
                                        </p:cTn>
                                        <p:tgtEl>
                                          <p:spTgt spid="36"/>
                                        </p:tgtEl>
                                      </p:cBhvr>
                                      <p:to x="100000" y="100000"/>
                                    </p:animScale>
                                    <p:animScale>
                                      <p:cBhvr>
                                        <p:cTn id="19" dur="26">
                                          <p:stCondLst>
                                            <p:cond delay="1808"/>
                                          </p:stCondLst>
                                        </p:cTn>
                                        <p:tgtEl>
                                          <p:spTgt spid="36"/>
                                        </p:tgtEl>
                                      </p:cBhvr>
                                      <p:to x="100000" y="95000"/>
                                    </p:animScale>
                                    <p:animScale>
                                      <p:cBhvr>
                                        <p:cTn id="20" dur="166" decel="50000">
                                          <p:stCondLst>
                                            <p:cond delay="1834"/>
                                          </p:stCondLst>
                                        </p:cTn>
                                        <p:tgtEl>
                                          <p:spTgt spid="36"/>
                                        </p:tgtEl>
                                      </p:cBhvr>
                                      <p:to x="100000" y="100000"/>
                                    </p:animScale>
                                  </p:childTnLst>
                                </p:cTn>
                              </p:par>
                            </p:childTnLst>
                          </p:cTn>
                        </p:par>
                        <p:par>
                          <p:cTn id="21" fill="hold">
                            <p:stCondLst>
                              <p:cond delay="2000"/>
                            </p:stCondLst>
                            <p:childTnLst>
                              <p:par>
                                <p:cTn id="22" presetID="35" presetClass="emph" presetSubtype="0" repeatCount="indefinite" fill="hold" nodeType="afterEffect">
                                  <p:stCondLst>
                                    <p:cond delay="0"/>
                                  </p:stCondLst>
                                  <p:childTnLst>
                                    <p:anim calcmode="discrete" valueType="str">
                                      <p:cBhvr>
                                        <p:cTn id="23" dur="1000" fill="hold"/>
                                        <p:tgtEl>
                                          <p:spTgt spid="6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xml><?xml version="1.0" encoding="utf-8"?>
<p:sld xmlns:a="http://schemas.openxmlformats.org/drawingml/2006/main" xmlns:r="http://schemas.openxmlformats.org/officeDocument/2006/relationships" xmlns:p="http://schemas.openxmlformats.org/presentationml/2006/main">
  <p:cSld>
    <p:bg>
      <p:bgPr>
        <a:solidFill>
          <a:srgbClr val="F0F6FC"/>
        </a:solidFill>
        <a:effectLst/>
      </p:bgPr>
    </p:bg>
    <p:spTree>
      <p:nvGrpSpPr>
        <p:cNvPr id="1" name="">
          <a:extLst>
            <a:ext uri="{FF2B5EF4-FFF2-40B4-BE49-F238E27FC236}">
              <a16:creationId xmlns:a16="http://schemas.microsoft.com/office/drawing/2014/main" id="{C683002B-3927-93E8-1761-0E69CA2BB0F3}"/>
            </a:ext>
          </a:extLst>
        </p:cNvPr>
        <p:cNvGrpSpPr/>
        <p:nvPr/>
      </p:nvGrpSpPr>
      <p:grpSpPr>
        <a:xfrm>
          <a:off x="0" y="0"/>
          <a:ext cx="0" cy="0"/>
          <a:chOff x="0" y="0"/>
          <a:chExt cx="0" cy="0"/>
        </a:xfrm>
      </p:grpSpPr>
      <p:sp>
        <p:nvSpPr>
          <p:cNvPr id="2" name="Shape 0">
            <a:extLst>
              <a:ext uri="{FF2B5EF4-FFF2-40B4-BE49-F238E27FC236}">
                <a16:creationId xmlns:a16="http://schemas.microsoft.com/office/drawing/2014/main" id="{ADAA6DD8-8279-1359-57D0-F76D8D4BE0FC}"/>
              </a:ext>
            </a:extLst>
          </p:cNvPr>
          <p:cNvSpPr/>
          <p:nvPr/>
        </p:nvSpPr>
        <p:spPr>
          <a:xfrm>
            <a:off x="0" y="0"/>
            <a:ext cx="9144000" cy="38405"/>
          </a:xfrm>
          <a:prstGeom prst="rect">
            <a:avLst/>
          </a:prstGeom>
          <a:solidFill>
            <a:srgbClr val="EB6C01"/>
          </a:solidFill>
          <a:ln w="12700">
            <a:solidFill>
              <a:srgbClr val="EB6C01"/>
            </a:solidFill>
            <a:prstDash val="solid"/>
          </a:ln>
        </p:spPr>
        <p:txBody>
          <a:bodyPr/>
          <a:lstStyle/>
          <a:p>
            <a:endParaRPr lang="es-419" noProof="0" dirty="0"/>
          </a:p>
        </p:txBody>
      </p:sp>
      <p:sp>
        <p:nvSpPr>
          <p:cNvPr id="3" name="Shape 1">
            <a:extLst>
              <a:ext uri="{FF2B5EF4-FFF2-40B4-BE49-F238E27FC236}">
                <a16:creationId xmlns:a16="http://schemas.microsoft.com/office/drawing/2014/main" id="{E7B70F63-B38C-39AA-C31F-D5088B55FB14}"/>
              </a:ext>
            </a:extLst>
          </p:cNvPr>
          <p:cNvSpPr/>
          <p:nvPr/>
        </p:nvSpPr>
        <p:spPr>
          <a:xfrm>
            <a:off x="0" y="38405"/>
            <a:ext cx="9144000" cy="667512"/>
          </a:xfrm>
          <a:prstGeom prst="rect">
            <a:avLst/>
          </a:prstGeom>
          <a:solidFill>
            <a:srgbClr val="1A3464"/>
          </a:solidFill>
          <a:ln w="12700">
            <a:solidFill>
              <a:srgbClr val="1A3464"/>
            </a:solidFill>
            <a:prstDash val="solid"/>
          </a:ln>
        </p:spPr>
        <p:txBody>
          <a:bodyPr/>
          <a:lstStyle/>
          <a:p>
            <a:endParaRPr lang="es-419" noProof="0" dirty="0"/>
          </a:p>
        </p:txBody>
      </p:sp>
      <p:sp>
        <p:nvSpPr>
          <p:cNvPr id="4" name="Shape 2">
            <a:extLst>
              <a:ext uri="{FF2B5EF4-FFF2-40B4-BE49-F238E27FC236}">
                <a16:creationId xmlns:a16="http://schemas.microsoft.com/office/drawing/2014/main" id="{53B99944-CAD8-4AF2-1747-9B00E0298132}"/>
              </a:ext>
            </a:extLst>
          </p:cNvPr>
          <p:cNvSpPr/>
          <p:nvPr/>
        </p:nvSpPr>
        <p:spPr>
          <a:xfrm>
            <a:off x="384048" y="117043"/>
            <a:ext cx="685800" cy="237744"/>
          </a:xfrm>
          <a:prstGeom prst="rect">
            <a:avLst/>
          </a:prstGeom>
          <a:solidFill>
            <a:srgbClr val="EB6C01"/>
          </a:solidFill>
          <a:ln w="12700">
            <a:solidFill>
              <a:srgbClr val="EB6C01"/>
            </a:solidFill>
            <a:prstDash val="solid"/>
          </a:ln>
        </p:spPr>
        <p:txBody>
          <a:bodyPr/>
          <a:lstStyle/>
          <a:p>
            <a:endParaRPr lang="es-419" noProof="0" dirty="0"/>
          </a:p>
        </p:txBody>
      </p:sp>
      <p:sp>
        <p:nvSpPr>
          <p:cNvPr id="5" name="Text 3">
            <a:extLst>
              <a:ext uri="{FF2B5EF4-FFF2-40B4-BE49-F238E27FC236}">
                <a16:creationId xmlns:a16="http://schemas.microsoft.com/office/drawing/2014/main" id="{0306D9A5-ED69-CD88-E7AA-2F5645513EBC}"/>
              </a:ext>
            </a:extLst>
          </p:cNvPr>
          <p:cNvSpPr/>
          <p:nvPr/>
        </p:nvSpPr>
        <p:spPr>
          <a:xfrm>
            <a:off x="384048" y="117043"/>
            <a:ext cx="685800" cy="237744"/>
          </a:xfrm>
          <a:prstGeom prst="rect">
            <a:avLst/>
          </a:prstGeom>
          <a:noFill/>
          <a:ln/>
        </p:spPr>
        <p:txBody>
          <a:bodyPr wrap="square" lIns="0" tIns="0" rIns="0" bIns="0" rtlCol="0" anchor="ctr"/>
          <a:lstStyle/>
          <a:p>
            <a:pPr marL="0" indent="0" algn="ctr">
              <a:buNone/>
            </a:pPr>
            <a:r>
              <a:rPr lang="es-419" sz="650" b="1" kern="0" spc="150" noProof="0" dirty="0">
                <a:solidFill>
                  <a:srgbClr val="FFFFFF"/>
                </a:solidFill>
                <a:latin typeface="Montserrat" pitchFamily="34" charset="0"/>
                <a:ea typeface="Montserrat" pitchFamily="34" charset="-122"/>
                <a:cs typeface="Montserrat" pitchFamily="34" charset="-120"/>
              </a:rPr>
              <a:t>T. MÉXICO</a:t>
            </a:r>
            <a:endParaRPr lang="es-419" sz="650" noProof="0" dirty="0"/>
          </a:p>
        </p:txBody>
      </p:sp>
      <p:sp>
        <p:nvSpPr>
          <p:cNvPr id="6" name="Text 4">
            <a:extLst>
              <a:ext uri="{FF2B5EF4-FFF2-40B4-BE49-F238E27FC236}">
                <a16:creationId xmlns:a16="http://schemas.microsoft.com/office/drawing/2014/main" id="{D6A34DFD-AF1A-6D4B-4CE3-D78C0D9FD765}"/>
              </a:ext>
            </a:extLst>
          </p:cNvPr>
          <p:cNvSpPr/>
          <p:nvPr/>
        </p:nvSpPr>
        <p:spPr>
          <a:xfrm>
            <a:off x="1170432" y="91440"/>
            <a:ext cx="5029200" cy="402336"/>
          </a:xfrm>
          <a:prstGeom prst="rect">
            <a:avLst/>
          </a:prstGeom>
          <a:noFill/>
          <a:ln/>
        </p:spPr>
        <p:txBody>
          <a:bodyPr wrap="square" lIns="0" tIns="0" rIns="0" bIns="0" rtlCol="0" anchor="ctr"/>
          <a:lstStyle/>
          <a:p>
            <a:pPr marL="0" indent="0">
              <a:buNone/>
            </a:pPr>
            <a:r>
              <a:rPr lang="es-419" sz="2000" b="1" noProof="0" dirty="0">
                <a:solidFill>
                  <a:srgbClr val="FFFFFF"/>
                </a:solidFill>
                <a:latin typeface="Montserrat" pitchFamily="34" charset="0"/>
                <a:ea typeface="Montserrat" pitchFamily="34" charset="-122"/>
                <a:cs typeface="Montserrat" pitchFamily="34" charset="-120"/>
              </a:rPr>
              <a:t>MA MORELIA </a:t>
            </a:r>
            <a:endParaRPr lang="es-419" sz="2000" noProof="0" dirty="0"/>
          </a:p>
        </p:txBody>
      </p:sp>
      <p:sp>
        <p:nvSpPr>
          <p:cNvPr id="7" name="Text 5">
            <a:extLst>
              <a:ext uri="{FF2B5EF4-FFF2-40B4-BE49-F238E27FC236}">
                <a16:creationId xmlns:a16="http://schemas.microsoft.com/office/drawing/2014/main" id="{8C7F4EF8-149A-0336-939F-88147E79FE17}"/>
              </a:ext>
            </a:extLst>
          </p:cNvPr>
          <p:cNvSpPr/>
          <p:nvPr/>
        </p:nvSpPr>
        <p:spPr>
          <a:xfrm>
            <a:off x="1170432" y="475488"/>
            <a:ext cx="3200400" cy="182880"/>
          </a:xfrm>
          <a:prstGeom prst="rect">
            <a:avLst/>
          </a:prstGeom>
          <a:noFill/>
          <a:ln/>
        </p:spPr>
        <p:txBody>
          <a:bodyPr wrap="square" lIns="0" tIns="0" rIns="0" bIns="0" rtlCol="0" anchor="ctr"/>
          <a:lstStyle/>
          <a:p>
            <a:pPr marL="0" indent="0">
              <a:buNone/>
            </a:pPr>
            <a:r>
              <a:rPr lang="es-419" sz="950" noProof="0" dirty="0">
                <a:solidFill>
                  <a:srgbClr val="8FAECB"/>
                </a:solidFill>
                <a:latin typeface="Montserrat" pitchFamily="34" charset="0"/>
              </a:rPr>
              <a:t>Michoacán </a:t>
            </a:r>
            <a:endParaRPr lang="es-419" sz="950" noProof="0" dirty="0"/>
          </a:p>
        </p:txBody>
      </p:sp>
      <p:sp>
        <p:nvSpPr>
          <p:cNvPr id="8" name="Text 6">
            <a:extLst>
              <a:ext uri="{FF2B5EF4-FFF2-40B4-BE49-F238E27FC236}">
                <a16:creationId xmlns:a16="http://schemas.microsoft.com/office/drawing/2014/main" id="{10A10A2B-F20F-8642-85D7-180B6E235137}"/>
              </a:ext>
            </a:extLst>
          </p:cNvPr>
          <p:cNvSpPr/>
          <p:nvPr/>
        </p:nvSpPr>
        <p:spPr>
          <a:xfrm>
            <a:off x="7132320" y="246888"/>
            <a:ext cx="1828800" cy="182880"/>
          </a:xfrm>
          <a:prstGeom prst="rect">
            <a:avLst/>
          </a:prstGeom>
          <a:noFill/>
          <a:ln/>
        </p:spPr>
        <p:txBody>
          <a:bodyPr wrap="square" lIns="0" tIns="0" rIns="0" bIns="0" rtlCol="0" anchor="ctr"/>
          <a:lstStyle/>
          <a:p>
            <a:pPr marL="0" indent="0" algn="r">
              <a:buNone/>
            </a:pPr>
            <a:r>
              <a:rPr lang="es-419" sz="700" b="1" kern="0" spc="150" noProof="0" dirty="0">
                <a:solidFill>
                  <a:srgbClr val="EB6C01"/>
                </a:solidFill>
                <a:latin typeface="Montserrat" pitchFamily="34" charset="0"/>
                <a:ea typeface="Montserrat" pitchFamily="34" charset="-122"/>
                <a:cs typeface="Montserrat" pitchFamily="34" charset="-120"/>
              </a:rPr>
              <a:t>SEMANA 18  ·  2025</a:t>
            </a:r>
            <a:endParaRPr lang="es-419" sz="700" noProof="0" dirty="0"/>
          </a:p>
        </p:txBody>
      </p:sp>
      <p:sp>
        <p:nvSpPr>
          <p:cNvPr id="9" name="Shape 7">
            <a:extLst>
              <a:ext uri="{FF2B5EF4-FFF2-40B4-BE49-F238E27FC236}">
                <a16:creationId xmlns:a16="http://schemas.microsoft.com/office/drawing/2014/main" id="{0EBE4027-6943-FFF9-C893-D39689B10B1A}"/>
              </a:ext>
            </a:extLst>
          </p:cNvPr>
          <p:cNvSpPr/>
          <p:nvPr/>
        </p:nvSpPr>
        <p:spPr>
          <a:xfrm>
            <a:off x="0" y="705917"/>
            <a:ext cx="2779776" cy="4163263"/>
          </a:xfrm>
          <a:prstGeom prst="rect">
            <a:avLst/>
          </a:prstGeom>
          <a:solidFill>
            <a:srgbClr val="FFFFFF"/>
          </a:solidFill>
          <a:ln w="12700">
            <a:solidFill>
              <a:srgbClr val="D4E4F2"/>
            </a:solidFill>
            <a:prstDash val="solid"/>
          </a:ln>
        </p:spPr>
        <p:txBody>
          <a:bodyPr/>
          <a:lstStyle/>
          <a:p>
            <a:endParaRPr lang="es-419" noProof="0" dirty="0"/>
          </a:p>
        </p:txBody>
      </p:sp>
      <p:sp>
        <p:nvSpPr>
          <p:cNvPr id="10" name="Text 8">
            <a:extLst>
              <a:ext uri="{FF2B5EF4-FFF2-40B4-BE49-F238E27FC236}">
                <a16:creationId xmlns:a16="http://schemas.microsoft.com/office/drawing/2014/main" id="{C24853CE-AB99-7B0A-3E15-79A5BF166647}"/>
              </a:ext>
            </a:extLst>
          </p:cNvPr>
          <p:cNvSpPr/>
          <p:nvPr/>
        </p:nvSpPr>
        <p:spPr>
          <a:xfrm>
            <a:off x="118872" y="768096"/>
            <a:ext cx="2468880" cy="146304"/>
          </a:xfrm>
          <a:prstGeom prst="rect">
            <a:avLst/>
          </a:prstGeom>
          <a:noFill/>
          <a:ln/>
        </p:spPr>
        <p:txBody>
          <a:bodyPr wrap="square" lIns="0" tIns="0" rIns="0" bIns="0" rtlCol="0" anchor="ctr"/>
          <a:lstStyle/>
          <a:p>
            <a:pPr marL="0" indent="0">
              <a:buNone/>
            </a:pPr>
            <a:r>
              <a:rPr lang="es-419" sz="650" b="1" kern="0" spc="250" noProof="0" dirty="0">
                <a:solidFill>
                  <a:srgbClr val="8FAECB"/>
                </a:solidFill>
                <a:latin typeface="Montserrat" pitchFamily="34" charset="0"/>
                <a:ea typeface="Montserrat" pitchFamily="34" charset="-122"/>
                <a:cs typeface="Montserrat" pitchFamily="34" charset="-120"/>
              </a:rPr>
              <a:t>UBICACIÓN EN MÉXICO</a:t>
            </a:r>
            <a:endParaRPr lang="es-419" sz="650" noProof="0" dirty="0"/>
          </a:p>
        </p:txBody>
      </p:sp>
      <p:sp>
        <p:nvSpPr>
          <p:cNvPr id="12" name="Text 9">
            <a:extLst>
              <a:ext uri="{FF2B5EF4-FFF2-40B4-BE49-F238E27FC236}">
                <a16:creationId xmlns:a16="http://schemas.microsoft.com/office/drawing/2014/main" id="{0093A0B1-9A91-8F21-179C-9CA516B7F470}"/>
              </a:ext>
            </a:extLst>
          </p:cNvPr>
          <p:cNvSpPr/>
          <p:nvPr/>
        </p:nvSpPr>
        <p:spPr>
          <a:xfrm>
            <a:off x="73152" y="2944368"/>
            <a:ext cx="2633472" cy="182880"/>
          </a:xfrm>
          <a:prstGeom prst="rect">
            <a:avLst/>
          </a:prstGeom>
          <a:noFill/>
          <a:ln/>
        </p:spPr>
        <p:txBody>
          <a:bodyPr wrap="square" lIns="0" tIns="0" rIns="0" bIns="0" rtlCol="0" anchor="ctr"/>
          <a:lstStyle/>
          <a:p>
            <a:pPr marL="0" indent="0" algn="ctr">
              <a:buNone/>
            </a:pPr>
            <a:r>
              <a:rPr lang="es-419" sz="750" b="1" kern="0" spc="200" noProof="0" dirty="0">
                <a:solidFill>
                  <a:srgbClr val="EB6C01"/>
                </a:solidFill>
                <a:latin typeface="Montserrat" pitchFamily="34" charset="0"/>
              </a:rPr>
              <a:t>MORELIA </a:t>
            </a:r>
            <a:endParaRPr lang="es-419" sz="750" noProof="0" dirty="0"/>
          </a:p>
        </p:txBody>
      </p:sp>
      <p:sp>
        <p:nvSpPr>
          <p:cNvPr id="13" name="Text 10">
            <a:extLst>
              <a:ext uri="{FF2B5EF4-FFF2-40B4-BE49-F238E27FC236}">
                <a16:creationId xmlns:a16="http://schemas.microsoft.com/office/drawing/2014/main" id="{5B841A6E-F95B-990E-6C0A-5C34A0CA6DD7}"/>
              </a:ext>
            </a:extLst>
          </p:cNvPr>
          <p:cNvSpPr/>
          <p:nvPr/>
        </p:nvSpPr>
        <p:spPr>
          <a:xfrm>
            <a:off x="2944368" y="859536"/>
            <a:ext cx="1353312" cy="164592"/>
          </a:xfrm>
          <a:prstGeom prst="rect">
            <a:avLst/>
          </a:prstGeom>
          <a:noFill/>
          <a:ln/>
        </p:spPr>
        <p:txBody>
          <a:bodyPr wrap="square" lIns="0" tIns="0" rIns="0" bIns="0" rtlCol="0" anchor="ctr"/>
          <a:lstStyle/>
          <a:p>
            <a:pPr marL="0" indent="0">
              <a:buNone/>
            </a:pPr>
            <a:r>
              <a:rPr lang="es-419" sz="650" b="1" kern="0" spc="250" noProof="0" dirty="0">
                <a:solidFill>
                  <a:srgbClr val="EB6C01"/>
                </a:solidFill>
                <a:latin typeface="Montserrat" pitchFamily="34" charset="0"/>
                <a:ea typeface="Montserrat" pitchFamily="34" charset="-122"/>
                <a:cs typeface="Montserrat" pitchFamily="34" charset="-120"/>
              </a:rPr>
              <a:t>PROYECTO ACTIVO</a:t>
            </a:r>
            <a:endParaRPr lang="es-419" sz="650" noProof="0" dirty="0"/>
          </a:p>
        </p:txBody>
      </p:sp>
      <p:sp>
        <p:nvSpPr>
          <p:cNvPr id="14" name="Shape 11">
            <a:extLst>
              <a:ext uri="{FF2B5EF4-FFF2-40B4-BE49-F238E27FC236}">
                <a16:creationId xmlns:a16="http://schemas.microsoft.com/office/drawing/2014/main" id="{7EFB38C1-28A2-21E0-7FFC-CFA91D4C37A4}"/>
              </a:ext>
            </a:extLst>
          </p:cNvPr>
          <p:cNvSpPr/>
          <p:nvPr/>
        </p:nvSpPr>
        <p:spPr>
          <a:xfrm>
            <a:off x="2944368" y="1024128"/>
            <a:ext cx="987552" cy="16459"/>
          </a:xfrm>
          <a:prstGeom prst="rect">
            <a:avLst/>
          </a:prstGeom>
          <a:solidFill>
            <a:srgbClr val="EB6C01"/>
          </a:solidFill>
          <a:ln w="12700">
            <a:solidFill>
              <a:srgbClr val="EB6C01"/>
            </a:solidFill>
            <a:prstDash val="solid"/>
          </a:ln>
        </p:spPr>
        <p:txBody>
          <a:bodyPr/>
          <a:lstStyle/>
          <a:p>
            <a:endParaRPr lang="es-419" noProof="0" dirty="0"/>
          </a:p>
        </p:txBody>
      </p:sp>
      <p:sp>
        <p:nvSpPr>
          <p:cNvPr id="15" name="Shape 12">
            <a:extLst>
              <a:ext uri="{FF2B5EF4-FFF2-40B4-BE49-F238E27FC236}">
                <a16:creationId xmlns:a16="http://schemas.microsoft.com/office/drawing/2014/main" id="{2DDEBC8B-3484-53AA-1F99-24016B21B508}"/>
              </a:ext>
            </a:extLst>
          </p:cNvPr>
          <p:cNvSpPr/>
          <p:nvPr/>
        </p:nvSpPr>
        <p:spPr>
          <a:xfrm>
            <a:off x="2944368" y="1115568"/>
            <a:ext cx="6035040" cy="603504"/>
          </a:xfrm>
          <a:prstGeom prst="rect">
            <a:avLst/>
          </a:prstGeom>
          <a:solidFill>
            <a:srgbClr val="E5EFF8"/>
          </a:solidFill>
          <a:ln w="12700">
            <a:solidFill>
              <a:srgbClr val="A8C0D8"/>
            </a:solidFill>
            <a:prstDash val="solid"/>
          </a:ln>
        </p:spPr>
        <p:txBody>
          <a:bodyPr/>
          <a:lstStyle/>
          <a:p>
            <a:endParaRPr lang="es-419" noProof="0" dirty="0"/>
          </a:p>
        </p:txBody>
      </p:sp>
      <p:sp>
        <p:nvSpPr>
          <p:cNvPr id="16" name="Text 13">
            <a:extLst>
              <a:ext uri="{FF2B5EF4-FFF2-40B4-BE49-F238E27FC236}">
                <a16:creationId xmlns:a16="http://schemas.microsoft.com/office/drawing/2014/main" id="{FC022B1C-2AC9-A0C4-0811-E79F63993323}"/>
              </a:ext>
            </a:extLst>
          </p:cNvPr>
          <p:cNvSpPr/>
          <p:nvPr/>
        </p:nvSpPr>
        <p:spPr>
          <a:xfrm>
            <a:off x="3054096" y="1170432"/>
            <a:ext cx="5815584" cy="493776"/>
          </a:xfrm>
          <a:prstGeom prst="rect">
            <a:avLst/>
          </a:prstGeom>
          <a:noFill/>
          <a:ln/>
        </p:spPr>
        <p:txBody>
          <a:bodyPr wrap="square" lIns="0" tIns="0" rIns="0" bIns="0" rtlCol="0" anchor="ctr"/>
          <a:lstStyle/>
          <a:p>
            <a:pPr marL="0" indent="0">
              <a:buNone/>
            </a:pPr>
            <a:r>
              <a:rPr lang="es-419" sz="1500" b="1" noProof="0" dirty="0">
                <a:solidFill>
                  <a:srgbClr val="9BB5CC"/>
                </a:solidFill>
                <a:latin typeface="Montserrat" pitchFamily="34" charset="0"/>
                <a:ea typeface="Montserrat" pitchFamily="34" charset="-122"/>
                <a:cs typeface="Montserrat" pitchFamily="34" charset="-120"/>
              </a:rPr>
              <a:t>[Nombre del Proyecto / Actividad]</a:t>
            </a:r>
            <a:endParaRPr lang="es-419" sz="1500" noProof="0" dirty="0"/>
          </a:p>
        </p:txBody>
      </p:sp>
      <p:sp>
        <p:nvSpPr>
          <p:cNvPr id="17" name="Shape 14">
            <a:extLst>
              <a:ext uri="{FF2B5EF4-FFF2-40B4-BE49-F238E27FC236}">
                <a16:creationId xmlns:a16="http://schemas.microsoft.com/office/drawing/2014/main" id="{9DDDD3DF-3812-1C1E-D7E5-CFA43869ACFC}"/>
              </a:ext>
            </a:extLst>
          </p:cNvPr>
          <p:cNvSpPr/>
          <p:nvPr/>
        </p:nvSpPr>
        <p:spPr>
          <a:xfrm>
            <a:off x="2944368" y="1837944"/>
            <a:ext cx="91440" cy="91440"/>
          </a:xfrm>
          <a:prstGeom prst="ellipse">
            <a:avLst/>
          </a:prstGeom>
          <a:solidFill>
            <a:srgbClr val="A8C0D8"/>
          </a:solidFill>
          <a:ln w="12700">
            <a:solidFill>
              <a:srgbClr val="A8C0D8"/>
            </a:solidFill>
            <a:prstDash val="solid"/>
          </a:ln>
        </p:spPr>
        <p:txBody>
          <a:bodyPr/>
          <a:lstStyle/>
          <a:p>
            <a:endParaRPr lang="es-419" noProof="0" dirty="0"/>
          </a:p>
        </p:txBody>
      </p:sp>
      <p:sp>
        <p:nvSpPr>
          <p:cNvPr id="18" name="Text 15">
            <a:extLst>
              <a:ext uri="{FF2B5EF4-FFF2-40B4-BE49-F238E27FC236}">
                <a16:creationId xmlns:a16="http://schemas.microsoft.com/office/drawing/2014/main" id="{577F6905-179A-99D8-D4E2-BB22AAC1157F}"/>
              </a:ext>
            </a:extLst>
          </p:cNvPr>
          <p:cNvSpPr/>
          <p:nvPr/>
        </p:nvSpPr>
        <p:spPr>
          <a:xfrm>
            <a:off x="3099816" y="1819656"/>
            <a:ext cx="2743200" cy="137160"/>
          </a:xfrm>
          <a:prstGeom prst="rect">
            <a:avLst/>
          </a:prstGeom>
          <a:noFill/>
          <a:ln/>
        </p:spPr>
        <p:txBody>
          <a:bodyPr wrap="square" lIns="0" tIns="0" rIns="0" bIns="0" rtlCol="0" anchor="ctr"/>
          <a:lstStyle/>
          <a:p>
            <a:pPr marL="0" indent="0">
              <a:buNone/>
            </a:pPr>
            <a:r>
              <a:rPr lang="es-419" sz="850" b="1" kern="0" spc="100" noProof="0" dirty="0">
                <a:solidFill>
                  <a:srgbClr val="A8C0D8"/>
                </a:solidFill>
                <a:latin typeface="Montserrat" pitchFamily="34" charset="0"/>
                <a:ea typeface="Montserrat" pitchFamily="34" charset="-122"/>
                <a:cs typeface="Montserrat" pitchFamily="34" charset="-120"/>
              </a:rPr>
              <a:t>[ESTADO DEL PROYECTO]</a:t>
            </a:r>
            <a:endParaRPr lang="es-419" sz="850" noProof="0" dirty="0"/>
          </a:p>
        </p:txBody>
      </p:sp>
      <p:sp>
        <p:nvSpPr>
          <p:cNvPr id="19" name="Shape 16">
            <a:extLst>
              <a:ext uri="{FF2B5EF4-FFF2-40B4-BE49-F238E27FC236}">
                <a16:creationId xmlns:a16="http://schemas.microsoft.com/office/drawing/2014/main" id="{323460CB-593B-45EF-12E2-EBEC1B200DBE}"/>
              </a:ext>
            </a:extLst>
          </p:cNvPr>
          <p:cNvSpPr/>
          <p:nvPr/>
        </p:nvSpPr>
        <p:spPr>
          <a:xfrm>
            <a:off x="2944368" y="2057400"/>
            <a:ext cx="25603" cy="658368"/>
          </a:xfrm>
          <a:prstGeom prst="rect">
            <a:avLst/>
          </a:prstGeom>
          <a:solidFill>
            <a:srgbClr val="A8C0D8"/>
          </a:solidFill>
          <a:ln w="12700">
            <a:solidFill>
              <a:srgbClr val="A8C0D8"/>
            </a:solidFill>
            <a:prstDash val="solid"/>
          </a:ln>
        </p:spPr>
        <p:txBody>
          <a:bodyPr/>
          <a:lstStyle/>
          <a:p>
            <a:endParaRPr lang="es-419" noProof="0" dirty="0"/>
          </a:p>
        </p:txBody>
      </p:sp>
      <p:sp>
        <p:nvSpPr>
          <p:cNvPr id="20" name="Text 17">
            <a:extLst>
              <a:ext uri="{FF2B5EF4-FFF2-40B4-BE49-F238E27FC236}">
                <a16:creationId xmlns:a16="http://schemas.microsoft.com/office/drawing/2014/main" id="{864E914B-9486-D665-BB21-67F43E2B6454}"/>
              </a:ext>
            </a:extLst>
          </p:cNvPr>
          <p:cNvSpPr/>
          <p:nvPr/>
        </p:nvSpPr>
        <p:spPr>
          <a:xfrm>
            <a:off x="3035808" y="2057400"/>
            <a:ext cx="5925312" cy="658368"/>
          </a:xfrm>
          <a:prstGeom prst="rect">
            <a:avLst/>
          </a:prstGeom>
          <a:noFill/>
          <a:ln/>
        </p:spPr>
        <p:txBody>
          <a:bodyPr wrap="square" rtlCol="0" anchor="ctr"/>
          <a:lstStyle/>
          <a:p>
            <a:pPr marL="0" indent="0">
              <a:buNone/>
            </a:pPr>
            <a:r>
              <a:rPr lang="es-419" sz="950" i="1" noProof="0" dirty="0">
                <a:solidFill>
                  <a:srgbClr val="A8BDD0"/>
                </a:solidFill>
                <a:latin typeface="Montserrat" pitchFamily="34" charset="0"/>
                <a:ea typeface="Montserrat" pitchFamily="34" charset="-122"/>
                <a:cs typeface="Montserrat" pitchFamily="34" charset="-120"/>
              </a:rPr>
              <a:t>Describa aquí el avance semanal, actividades realizadas,</a:t>
            </a:r>
            <a:endParaRPr lang="es-419" sz="950" noProof="0" dirty="0"/>
          </a:p>
          <a:p>
            <a:pPr marL="0" indent="0">
              <a:buNone/>
            </a:pPr>
            <a:r>
              <a:rPr lang="es-419" sz="950" i="1" noProof="0" dirty="0">
                <a:solidFill>
                  <a:srgbClr val="A8BDD0"/>
                </a:solidFill>
                <a:latin typeface="Montserrat" pitchFamily="34" charset="0"/>
                <a:ea typeface="Montserrat" pitchFamily="34" charset="-122"/>
                <a:cs typeface="Montserrat" pitchFamily="34" charset="-120"/>
              </a:rPr>
              <a:t>pagos, documentación o incidencias del proyecto.</a:t>
            </a:r>
            <a:endParaRPr lang="es-419" sz="950" noProof="0" dirty="0"/>
          </a:p>
        </p:txBody>
      </p:sp>
      <p:sp>
        <p:nvSpPr>
          <p:cNvPr id="21" name="Text 18">
            <a:extLst>
              <a:ext uri="{FF2B5EF4-FFF2-40B4-BE49-F238E27FC236}">
                <a16:creationId xmlns:a16="http://schemas.microsoft.com/office/drawing/2014/main" id="{F10F8411-B1AB-C974-C6A9-35F2DD590A57}"/>
              </a:ext>
            </a:extLst>
          </p:cNvPr>
          <p:cNvSpPr/>
          <p:nvPr/>
        </p:nvSpPr>
        <p:spPr>
          <a:xfrm>
            <a:off x="2944368" y="2834640"/>
            <a:ext cx="1828800" cy="164592"/>
          </a:xfrm>
          <a:prstGeom prst="rect">
            <a:avLst/>
          </a:prstGeom>
          <a:noFill/>
          <a:ln/>
        </p:spPr>
        <p:txBody>
          <a:bodyPr wrap="square" lIns="0" tIns="0" rIns="0" bIns="0" rtlCol="0" anchor="ctr"/>
          <a:lstStyle/>
          <a:p>
            <a:pPr marL="0" indent="0">
              <a:buNone/>
            </a:pPr>
            <a:r>
              <a:rPr lang="es-419" sz="650" b="1" kern="0" spc="250" noProof="0" dirty="0">
                <a:solidFill>
                  <a:srgbClr val="EB6C01"/>
                </a:solidFill>
                <a:latin typeface="Montserrat" pitchFamily="34" charset="0"/>
                <a:ea typeface="Montserrat" pitchFamily="34" charset="-122"/>
                <a:cs typeface="Montserrat" pitchFamily="34" charset="-120"/>
              </a:rPr>
              <a:t>FOTOGRAFÍAS DE AVANCE</a:t>
            </a:r>
            <a:endParaRPr lang="es-419" sz="650" noProof="0" dirty="0"/>
          </a:p>
        </p:txBody>
      </p:sp>
      <p:sp>
        <p:nvSpPr>
          <p:cNvPr id="22" name="Shape 19">
            <a:extLst>
              <a:ext uri="{FF2B5EF4-FFF2-40B4-BE49-F238E27FC236}">
                <a16:creationId xmlns:a16="http://schemas.microsoft.com/office/drawing/2014/main" id="{1756101E-A093-1CBC-4A49-FC2BDF078186}"/>
              </a:ext>
            </a:extLst>
          </p:cNvPr>
          <p:cNvSpPr/>
          <p:nvPr/>
        </p:nvSpPr>
        <p:spPr>
          <a:xfrm>
            <a:off x="2944368" y="3008376"/>
            <a:ext cx="1481328" cy="16459"/>
          </a:xfrm>
          <a:prstGeom prst="rect">
            <a:avLst/>
          </a:prstGeom>
          <a:solidFill>
            <a:srgbClr val="EB6C01"/>
          </a:solidFill>
          <a:ln w="12700">
            <a:solidFill>
              <a:srgbClr val="EB6C01"/>
            </a:solidFill>
            <a:prstDash val="solid"/>
          </a:ln>
        </p:spPr>
        <p:txBody>
          <a:bodyPr/>
          <a:lstStyle/>
          <a:p>
            <a:endParaRPr lang="es-419" noProof="0" dirty="0"/>
          </a:p>
        </p:txBody>
      </p:sp>
      <p:sp>
        <p:nvSpPr>
          <p:cNvPr id="23" name="Shape 20">
            <a:extLst>
              <a:ext uri="{FF2B5EF4-FFF2-40B4-BE49-F238E27FC236}">
                <a16:creationId xmlns:a16="http://schemas.microsoft.com/office/drawing/2014/main" id="{761F15E4-9880-CD56-64E4-D34CB06CECD5}"/>
              </a:ext>
            </a:extLst>
          </p:cNvPr>
          <p:cNvSpPr/>
          <p:nvPr/>
        </p:nvSpPr>
        <p:spPr>
          <a:xfrm>
            <a:off x="2944368"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24" name="Image 1" descr="preencoded.png">
            <a:extLst>
              <a:ext uri="{FF2B5EF4-FFF2-40B4-BE49-F238E27FC236}">
                <a16:creationId xmlns:a16="http://schemas.microsoft.com/office/drawing/2014/main" id="{34B72D6F-901A-F577-9E15-4061F72A64C2}"/>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797808" y="3593592"/>
            <a:ext cx="256032" cy="256032"/>
          </a:xfrm>
          <a:prstGeom prst="rect">
            <a:avLst/>
          </a:prstGeom>
        </p:spPr>
      </p:pic>
      <p:sp>
        <p:nvSpPr>
          <p:cNvPr id="25" name="Text 21">
            <a:extLst>
              <a:ext uri="{FF2B5EF4-FFF2-40B4-BE49-F238E27FC236}">
                <a16:creationId xmlns:a16="http://schemas.microsoft.com/office/drawing/2014/main" id="{E01E79D9-0BCB-693D-4BEA-A5FCACA53BA3}"/>
              </a:ext>
            </a:extLst>
          </p:cNvPr>
          <p:cNvSpPr/>
          <p:nvPr/>
        </p:nvSpPr>
        <p:spPr>
          <a:xfrm>
            <a:off x="2944368"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26" name="Shape 22">
            <a:extLst>
              <a:ext uri="{FF2B5EF4-FFF2-40B4-BE49-F238E27FC236}">
                <a16:creationId xmlns:a16="http://schemas.microsoft.com/office/drawing/2014/main" id="{B312653D-877A-BCE1-4A07-FC704FDF8F36}"/>
              </a:ext>
            </a:extLst>
          </p:cNvPr>
          <p:cNvSpPr/>
          <p:nvPr/>
        </p:nvSpPr>
        <p:spPr>
          <a:xfrm>
            <a:off x="4980432"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27" name="Image 2" descr="preencoded.png">
            <a:extLst>
              <a:ext uri="{FF2B5EF4-FFF2-40B4-BE49-F238E27FC236}">
                <a16:creationId xmlns:a16="http://schemas.microsoft.com/office/drawing/2014/main" id="{76E828DB-2D5F-4DE7-9C51-0341265D6CEA}"/>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833872" y="3593592"/>
            <a:ext cx="256032" cy="256032"/>
          </a:xfrm>
          <a:prstGeom prst="rect">
            <a:avLst/>
          </a:prstGeom>
        </p:spPr>
      </p:pic>
      <p:sp>
        <p:nvSpPr>
          <p:cNvPr id="28" name="Text 23">
            <a:extLst>
              <a:ext uri="{FF2B5EF4-FFF2-40B4-BE49-F238E27FC236}">
                <a16:creationId xmlns:a16="http://schemas.microsoft.com/office/drawing/2014/main" id="{D8F2A6B5-0FBB-135F-55AF-D478CE3D49EB}"/>
              </a:ext>
            </a:extLst>
          </p:cNvPr>
          <p:cNvSpPr/>
          <p:nvPr/>
        </p:nvSpPr>
        <p:spPr>
          <a:xfrm>
            <a:off x="4980432"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29" name="Shape 24">
            <a:extLst>
              <a:ext uri="{FF2B5EF4-FFF2-40B4-BE49-F238E27FC236}">
                <a16:creationId xmlns:a16="http://schemas.microsoft.com/office/drawing/2014/main" id="{C0105250-CA22-C11A-94CC-D8591E2CE705}"/>
              </a:ext>
            </a:extLst>
          </p:cNvPr>
          <p:cNvSpPr/>
          <p:nvPr/>
        </p:nvSpPr>
        <p:spPr>
          <a:xfrm>
            <a:off x="7016496"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30" name="Image 3" descr="preencoded.png">
            <a:extLst>
              <a:ext uri="{FF2B5EF4-FFF2-40B4-BE49-F238E27FC236}">
                <a16:creationId xmlns:a16="http://schemas.microsoft.com/office/drawing/2014/main" id="{F3053C38-7CDC-35A3-A6C7-EE7FD671884D}"/>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7869936" y="3593592"/>
            <a:ext cx="256032" cy="256032"/>
          </a:xfrm>
          <a:prstGeom prst="rect">
            <a:avLst/>
          </a:prstGeom>
        </p:spPr>
      </p:pic>
      <p:sp>
        <p:nvSpPr>
          <p:cNvPr id="31" name="Text 25">
            <a:extLst>
              <a:ext uri="{FF2B5EF4-FFF2-40B4-BE49-F238E27FC236}">
                <a16:creationId xmlns:a16="http://schemas.microsoft.com/office/drawing/2014/main" id="{CF192BFE-9DDD-3978-5095-39B7D3274763}"/>
              </a:ext>
            </a:extLst>
          </p:cNvPr>
          <p:cNvSpPr/>
          <p:nvPr/>
        </p:nvSpPr>
        <p:spPr>
          <a:xfrm>
            <a:off x="7016496"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32" name="Shape 26">
            <a:extLst>
              <a:ext uri="{FF2B5EF4-FFF2-40B4-BE49-F238E27FC236}">
                <a16:creationId xmlns:a16="http://schemas.microsoft.com/office/drawing/2014/main" id="{143708E6-0E3D-2924-2A8D-F1BD488A6303}"/>
              </a:ext>
            </a:extLst>
          </p:cNvPr>
          <p:cNvSpPr/>
          <p:nvPr/>
        </p:nvSpPr>
        <p:spPr>
          <a:xfrm>
            <a:off x="0" y="4873752"/>
            <a:ext cx="9144000" cy="269748"/>
          </a:xfrm>
          <a:prstGeom prst="rect">
            <a:avLst/>
          </a:prstGeom>
          <a:solidFill>
            <a:srgbClr val="1A3464"/>
          </a:solidFill>
          <a:ln w="12700">
            <a:solidFill>
              <a:srgbClr val="1A3464"/>
            </a:solidFill>
            <a:prstDash val="solid"/>
          </a:ln>
        </p:spPr>
        <p:txBody>
          <a:bodyPr/>
          <a:lstStyle/>
          <a:p>
            <a:endParaRPr lang="es-419" noProof="0" dirty="0"/>
          </a:p>
        </p:txBody>
      </p:sp>
      <p:sp>
        <p:nvSpPr>
          <p:cNvPr id="33" name="Text 27">
            <a:extLst>
              <a:ext uri="{FF2B5EF4-FFF2-40B4-BE49-F238E27FC236}">
                <a16:creationId xmlns:a16="http://schemas.microsoft.com/office/drawing/2014/main" id="{ADBEE29F-BCAB-9014-AC1A-1FDB98DFCA03}"/>
              </a:ext>
            </a:extLst>
          </p:cNvPr>
          <p:cNvSpPr/>
          <p:nvPr/>
        </p:nvSpPr>
        <p:spPr>
          <a:xfrm>
            <a:off x="384048" y="4901184"/>
            <a:ext cx="5029200" cy="182880"/>
          </a:xfrm>
          <a:prstGeom prst="rect">
            <a:avLst/>
          </a:prstGeom>
          <a:noFill/>
          <a:ln/>
        </p:spPr>
        <p:txBody>
          <a:bodyPr wrap="square" lIns="0" tIns="0" rIns="0" bIns="0" rtlCol="0" anchor="ctr"/>
          <a:lstStyle/>
          <a:p>
            <a:pPr marL="0" indent="0">
              <a:buNone/>
            </a:pPr>
            <a:r>
              <a:rPr lang="es-419" sz="700" kern="0" spc="150" noProof="0" dirty="0">
                <a:solidFill>
                  <a:srgbClr val="8FAECB"/>
                </a:solidFill>
                <a:latin typeface="Montserrat" pitchFamily="34" charset="0"/>
                <a:ea typeface="Montserrat" pitchFamily="34" charset="-122"/>
                <a:cs typeface="Montserrat" pitchFamily="34" charset="-120"/>
              </a:rPr>
              <a:t>COORDINACIÓN DE OBRAS Y MANTENIMIENTO RCMA</a:t>
            </a:r>
            <a:endParaRPr lang="es-419" sz="700" noProof="0" dirty="0"/>
          </a:p>
        </p:txBody>
      </p:sp>
      <p:sp>
        <p:nvSpPr>
          <p:cNvPr id="34" name="Shape 28">
            <a:extLst>
              <a:ext uri="{FF2B5EF4-FFF2-40B4-BE49-F238E27FC236}">
                <a16:creationId xmlns:a16="http://schemas.microsoft.com/office/drawing/2014/main" id="{62A86C1D-777F-82B9-6C03-F04D664D95FA}"/>
              </a:ext>
            </a:extLst>
          </p:cNvPr>
          <p:cNvSpPr/>
          <p:nvPr/>
        </p:nvSpPr>
        <p:spPr>
          <a:xfrm>
            <a:off x="5559552" y="4974336"/>
            <a:ext cx="5486" cy="100584"/>
          </a:xfrm>
          <a:prstGeom prst="rect">
            <a:avLst/>
          </a:prstGeom>
          <a:solidFill>
            <a:srgbClr val="8FAECB"/>
          </a:solidFill>
          <a:ln w="12700">
            <a:solidFill>
              <a:srgbClr val="8FAECB"/>
            </a:solidFill>
            <a:prstDash val="solid"/>
          </a:ln>
        </p:spPr>
        <p:txBody>
          <a:bodyPr/>
          <a:lstStyle/>
          <a:p>
            <a:endParaRPr lang="es-419" noProof="0" dirty="0"/>
          </a:p>
        </p:txBody>
      </p:sp>
      <p:sp>
        <p:nvSpPr>
          <p:cNvPr id="35" name="Text 29">
            <a:extLst>
              <a:ext uri="{FF2B5EF4-FFF2-40B4-BE49-F238E27FC236}">
                <a16:creationId xmlns:a16="http://schemas.microsoft.com/office/drawing/2014/main" id="{C2562DE8-173E-05ED-7ACB-767375D00072}"/>
              </a:ext>
            </a:extLst>
          </p:cNvPr>
          <p:cNvSpPr/>
          <p:nvPr/>
        </p:nvSpPr>
        <p:spPr>
          <a:xfrm>
            <a:off x="5650992" y="4901184"/>
            <a:ext cx="2286000" cy="182880"/>
          </a:xfrm>
          <a:prstGeom prst="rect">
            <a:avLst/>
          </a:prstGeom>
          <a:noFill/>
          <a:ln/>
        </p:spPr>
        <p:txBody>
          <a:bodyPr wrap="square" lIns="0" tIns="0" rIns="0" bIns="0" rtlCol="0" anchor="ctr"/>
          <a:lstStyle/>
          <a:p>
            <a:pPr marL="0" indent="0">
              <a:buNone/>
            </a:pPr>
            <a:r>
              <a:rPr lang="es-419" sz="700" kern="0" spc="150" noProof="0" dirty="0">
                <a:solidFill>
                  <a:srgbClr val="8FAECB"/>
                </a:solidFill>
                <a:latin typeface="Montserrat" pitchFamily="34" charset="0"/>
                <a:ea typeface="Montserrat" pitchFamily="34" charset="-122"/>
                <a:cs typeface="Montserrat" pitchFamily="34" charset="-120"/>
              </a:rPr>
              <a:t>Mano Amiga</a:t>
            </a:r>
            <a:endParaRPr lang="es-419" sz="700" noProof="0" dirty="0"/>
          </a:p>
        </p:txBody>
      </p:sp>
      <p:sp>
        <p:nvSpPr>
          <p:cNvPr id="43" name="Forma libre: forma 42">
            <a:extLst>
              <a:ext uri="{FF2B5EF4-FFF2-40B4-BE49-F238E27FC236}">
                <a16:creationId xmlns:a16="http://schemas.microsoft.com/office/drawing/2014/main" id="{68C02F82-3EC4-AB21-A009-7BE2E7C5A307}"/>
              </a:ext>
            </a:extLst>
          </p:cNvPr>
          <p:cNvSpPr/>
          <p:nvPr/>
        </p:nvSpPr>
        <p:spPr>
          <a:xfrm>
            <a:off x="1596105" y="2222074"/>
            <a:ext cx="193086" cy="261624"/>
          </a:xfrm>
          <a:custGeom>
            <a:avLst/>
            <a:gdLst>
              <a:gd name="csX0" fmla="*/ 47363 w 193086"/>
              <a:gd name="csY0" fmla="*/ 258865 h 261624"/>
              <a:gd name="csX1" fmla="*/ 34066 w 193086"/>
              <a:gd name="csY1" fmla="*/ 253627 h 261624"/>
              <a:gd name="csX2" fmla="*/ 25677 w 193086"/>
              <a:gd name="csY2" fmla="*/ 249703 h 261624"/>
              <a:gd name="csX3" fmla="*/ 12838 w 193086"/>
              <a:gd name="csY3" fmla="*/ 237813 h 261624"/>
              <a:gd name="csX4" fmla="*/ 0 w 193086"/>
              <a:gd name="csY4" fmla="*/ 228023 h 261624"/>
              <a:gd name="csX5" fmla="*/ 10590 w 193086"/>
              <a:gd name="csY5" fmla="*/ 222007 h 261624"/>
              <a:gd name="csX6" fmla="*/ 24311 w 193086"/>
              <a:gd name="csY6" fmla="*/ 218591 h 261624"/>
              <a:gd name="csX7" fmla="*/ 30840 w 193086"/>
              <a:gd name="csY7" fmla="*/ 210994 h 261624"/>
              <a:gd name="csX8" fmla="*/ 34002 w 193086"/>
              <a:gd name="csY8" fmla="*/ 201034 h 261624"/>
              <a:gd name="csX9" fmla="*/ 34055 w 193086"/>
              <a:gd name="csY9" fmla="*/ 192894 h 261624"/>
              <a:gd name="csX10" fmla="*/ 33474 w 193086"/>
              <a:gd name="csY10" fmla="*/ 186352 h 261624"/>
              <a:gd name="csX11" fmla="*/ 36002 w 193086"/>
              <a:gd name="csY11" fmla="*/ 155255 h 261624"/>
              <a:gd name="csX12" fmla="*/ 40814 w 193086"/>
              <a:gd name="csY12" fmla="*/ 125721 h 261624"/>
              <a:gd name="csX13" fmla="*/ 52906 w 193086"/>
              <a:gd name="csY13" fmla="*/ 136226 h 261624"/>
              <a:gd name="csX14" fmla="*/ 67584 w 193086"/>
              <a:gd name="csY14" fmla="*/ 150557 h 261624"/>
              <a:gd name="csX15" fmla="*/ 85050 w 193086"/>
              <a:gd name="csY15" fmla="*/ 148575 h 261624"/>
              <a:gd name="csX16" fmla="*/ 92615 w 193086"/>
              <a:gd name="csY16" fmla="*/ 147623 h 261624"/>
              <a:gd name="csX17" fmla="*/ 103162 w 193086"/>
              <a:gd name="csY17" fmla="*/ 143713 h 261624"/>
              <a:gd name="csX18" fmla="*/ 110991 w 193086"/>
              <a:gd name="csY18" fmla="*/ 139409 h 261624"/>
              <a:gd name="csX19" fmla="*/ 118857 w 193086"/>
              <a:gd name="csY19" fmla="*/ 137039 h 261624"/>
              <a:gd name="csX20" fmla="*/ 114946 w 193086"/>
              <a:gd name="csY20" fmla="*/ 126979 h 261624"/>
              <a:gd name="csX21" fmla="*/ 104278 w 193086"/>
              <a:gd name="csY21" fmla="*/ 120558 h 261624"/>
              <a:gd name="csX22" fmla="*/ 100539 w 193086"/>
              <a:gd name="csY22" fmla="*/ 116814 h 261624"/>
              <a:gd name="csX23" fmla="*/ 87769 w 193086"/>
              <a:gd name="csY23" fmla="*/ 107211 h 261624"/>
              <a:gd name="csX24" fmla="*/ 75649 w 193086"/>
              <a:gd name="csY24" fmla="*/ 82459 h 261624"/>
              <a:gd name="csX25" fmla="*/ 81162 w 193086"/>
              <a:gd name="csY25" fmla="*/ 66581 h 261624"/>
              <a:gd name="csX26" fmla="*/ 76956 w 193086"/>
              <a:gd name="csY26" fmla="*/ 53086 h 261624"/>
              <a:gd name="csX27" fmla="*/ 74281 w 193086"/>
              <a:gd name="csY27" fmla="*/ 48335 h 261624"/>
              <a:gd name="csX28" fmla="*/ 98388 w 193086"/>
              <a:gd name="csY28" fmla="*/ 21931 h 261624"/>
              <a:gd name="csX29" fmla="*/ 99033 w 193086"/>
              <a:gd name="csY29" fmla="*/ 12782 h 261624"/>
              <a:gd name="csX30" fmla="*/ 112340 w 193086"/>
              <a:gd name="csY30" fmla="*/ 234 h 261624"/>
              <a:gd name="csX31" fmla="*/ 115367 w 193086"/>
              <a:gd name="csY31" fmla="*/ 7384 h 261624"/>
              <a:gd name="csX32" fmla="*/ 123019 w 193086"/>
              <a:gd name="csY32" fmla="*/ 18442 h 261624"/>
              <a:gd name="csX33" fmla="*/ 122268 w 193086"/>
              <a:gd name="csY33" fmla="*/ 30221 h 261624"/>
              <a:gd name="csX34" fmla="*/ 113949 w 193086"/>
              <a:gd name="csY34" fmla="*/ 45287 h 261624"/>
              <a:gd name="csX35" fmla="*/ 120402 w 193086"/>
              <a:gd name="csY35" fmla="*/ 65276 h 261624"/>
              <a:gd name="csX36" fmla="*/ 138506 w 193086"/>
              <a:gd name="csY36" fmla="*/ 64867 h 261624"/>
              <a:gd name="csX37" fmla="*/ 143345 w 193086"/>
              <a:gd name="csY37" fmla="*/ 58224 h 261624"/>
              <a:gd name="csX38" fmla="*/ 152274 w 193086"/>
              <a:gd name="csY38" fmla="*/ 62931 h 261624"/>
              <a:gd name="csX39" fmla="*/ 162130 w 193086"/>
              <a:gd name="csY39" fmla="*/ 68135 h 261624"/>
              <a:gd name="csX40" fmla="*/ 158059 w 193086"/>
              <a:gd name="csY40" fmla="*/ 75879 h 261624"/>
              <a:gd name="csX41" fmla="*/ 142387 w 193086"/>
              <a:gd name="csY41" fmla="*/ 123139 h 261624"/>
              <a:gd name="csX42" fmla="*/ 161574 w 193086"/>
              <a:gd name="csY42" fmla="*/ 140138 h 261624"/>
              <a:gd name="csX43" fmla="*/ 162505 w 193086"/>
              <a:gd name="csY43" fmla="*/ 150542 h 261624"/>
              <a:gd name="csX44" fmla="*/ 151065 w 193086"/>
              <a:gd name="csY44" fmla="*/ 162165 h 261624"/>
              <a:gd name="csX45" fmla="*/ 147000 w 193086"/>
              <a:gd name="csY45" fmla="*/ 176069 h 261624"/>
              <a:gd name="csX46" fmla="*/ 151074 w 193086"/>
              <a:gd name="csY46" fmla="*/ 198795 h 261624"/>
              <a:gd name="csX47" fmla="*/ 161382 w 193086"/>
              <a:gd name="csY47" fmla="*/ 209212 h 261624"/>
              <a:gd name="csX48" fmla="*/ 180801 w 193086"/>
              <a:gd name="csY48" fmla="*/ 215310 h 261624"/>
              <a:gd name="csX49" fmla="*/ 191062 w 193086"/>
              <a:gd name="csY49" fmla="*/ 220266 h 261624"/>
              <a:gd name="csX50" fmla="*/ 186266 w 193086"/>
              <a:gd name="csY50" fmla="*/ 234411 h 261624"/>
              <a:gd name="csX51" fmla="*/ 146648 w 193086"/>
              <a:gd name="csY51" fmla="*/ 241973 h 261624"/>
              <a:gd name="csX52" fmla="*/ 130308 w 193086"/>
              <a:gd name="csY52" fmla="*/ 244333 h 261624"/>
              <a:gd name="csX53" fmla="*/ 120069 w 193086"/>
              <a:gd name="csY53" fmla="*/ 230760 h 261624"/>
              <a:gd name="csX54" fmla="*/ 99204 w 193086"/>
              <a:gd name="csY54" fmla="*/ 236809 h 261624"/>
              <a:gd name="csX55" fmla="*/ 99051 w 193086"/>
              <a:gd name="csY55" fmla="*/ 250983 h 261624"/>
              <a:gd name="csX56" fmla="*/ 92202 w 193086"/>
              <a:gd name="csY56" fmla="*/ 257021 h 261624"/>
              <a:gd name="csX57" fmla="*/ 61602 w 193086"/>
              <a:gd name="csY57" fmla="*/ 257374 h 261624"/>
              <a:gd name="csX58" fmla="*/ 47363 w 193086"/>
              <a:gd name="csY58" fmla="*/ 258865 h 2616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Lst>
            <a:rect l="l" t="t" r="r" b="b"/>
            <a:pathLst>
              <a:path w="193086" h="261624">
                <a:moveTo>
                  <a:pt x="47363" y="258865"/>
                </a:moveTo>
                <a:cubicBezTo>
                  <a:pt x="44664" y="256988"/>
                  <a:pt x="38681" y="254631"/>
                  <a:pt x="34066" y="253627"/>
                </a:cubicBezTo>
                <a:cubicBezTo>
                  <a:pt x="29452" y="252623"/>
                  <a:pt x="25677" y="250857"/>
                  <a:pt x="25677" y="249703"/>
                </a:cubicBezTo>
                <a:cubicBezTo>
                  <a:pt x="25677" y="248548"/>
                  <a:pt x="19899" y="243198"/>
                  <a:pt x="12838" y="237813"/>
                </a:cubicBezTo>
                <a:lnTo>
                  <a:pt x="0" y="228023"/>
                </a:lnTo>
                <a:lnTo>
                  <a:pt x="10590" y="222007"/>
                </a:lnTo>
                <a:cubicBezTo>
                  <a:pt x="17972" y="217814"/>
                  <a:pt x="22129" y="216779"/>
                  <a:pt x="24311" y="218591"/>
                </a:cubicBezTo>
                <a:cubicBezTo>
                  <a:pt x="28477" y="222048"/>
                  <a:pt x="30840" y="219299"/>
                  <a:pt x="30840" y="210994"/>
                </a:cubicBezTo>
                <a:cubicBezTo>
                  <a:pt x="30840" y="207256"/>
                  <a:pt x="32263" y="202774"/>
                  <a:pt x="34002" y="201034"/>
                </a:cubicBezTo>
                <a:cubicBezTo>
                  <a:pt x="36474" y="198562"/>
                  <a:pt x="36486" y="196787"/>
                  <a:pt x="34055" y="192894"/>
                </a:cubicBezTo>
                <a:cubicBezTo>
                  <a:pt x="32093" y="189753"/>
                  <a:pt x="31879" y="187338"/>
                  <a:pt x="33474" y="186352"/>
                </a:cubicBezTo>
                <a:cubicBezTo>
                  <a:pt x="34886" y="185479"/>
                  <a:pt x="36002" y="171748"/>
                  <a:pt x="36002" y="155255"/>
                </a:cubicBezTo>
                <a:cubicBezTo>
                  <a:pt x="36002" y="128160"/>
                  <a:pt x="36400" y="125721"/>
                  <a:pt x="40814" y="125721"/>
                </a:cubicBezTo>
                <a:cubicBezTo>
                  <a:pt x="43528" y="125721"/>
                  <a:pt x="48800" y="130301"/>
                  <a:pt x="52906" y="136226"/>
                </a:cubicBezTo>
                <a:cubicBezTo>
                  <a:pt x="56911" y="142004"/>
                  <a:pt x="63516" y="148453"/>
                  <a:pt x="67584" y="150557"/>
                </a:cubicBezTo>
                <a:cubicBezTo>
                  <a:pt x="75108" y="154448"/>
                  <a:pt x="85050" y="153319"/>
                  <a:pt x="85050" y="148575"/>
                </a:cubicBezTo>
                <a:cubicBezTo>
                  <a:pt x="85050" y="147029"/>
                  <a:pt x="88138" y="146640"/>
                  <a:pt x="92615" y="147623"/>
                </a:cubicBezTo>
                <a:cubicBezTo>
                  <a:pt x="98706" y="148961"/>
                  <a:pt x="100761" y="148199"/>
                  <a:pt x="103162" y="143713"/>
                </a:cubicBezTo>
                <a:cubicBezTo>
                  <a:pt x="105115" y="140063"/>
                  <a:pt x="107816" y="138578"/>
                  <a:pt x="110991" y="139409"/>
                </a:cubicBezTo>
                <a:cubicBezTo>
                  <a:pt x="113656" y="140106"/>
                  <a:pt x="117196" y="139039"/>
                  <a:pt x="118857" y="137039"/>
                </a:cubicBezTo>
                <a:cubicBezTo>
                  <a:pt x="121254" y="134150"/>
                  <a:pt x="120449" y="132080"/>
                  <a:pt x="114946" y="126979"/>
                </a:cubicBezTo>
                <a:cubicBezTo>
                  <a:pt x="111135" y="123448"/>
                  <a:pt x="106335" y="120558"/>
                  <a:pt x="104278" y="120558"/>
                </a:cubicBezTo>
                <a:cubicBezTo>
                  <a:pt x="102221" y="120558"/>
                  <a:pt x="100539" y="118873"/>
                  <a:pt x="100539" y="116814"/>
                </a:cubicBezTo>
                <a:cubicBezTo>
                  <a:pt x="100539" y="114754"/>
                  <a:pt x="94792" y="110433"/>
                  <a:pt x="87769" y="107211"/>
                </a:cubicBezTo>
                <a:cubicBezTo>
                  <a:pt x="73337" y="100591"/>
                  <a:pt x="69935" y="93642"/>
                  <a:pt x="75649" y="82459"/>
                </a:cubicBezTo>
                <a:cubicBezTo>
                  <a:pt x="77638" y="78567"/>
                  <a:pt x="80119" y="71422"/>
                  <a:pt x="81162" y="66581"/>
                </a:cubicBezTo>
                <a:cubicBezTo>
                  <a:pt x="82769" y="59128"/>
                  <a:pt x="82125" y="57061"/>
                  <a:pt x="76956" y="53086"/>
                </a:cubicBezTo>
                <a:cubicBezTo>
                  <a:pt x="73561" y="50475"/>
                  <a:pt x="72374" y="48366"/>
                  <a:pt x="74281" y="48335"/>
                </a:cubicBezTo>
                <a:cubicBezTo>
                  <a:pt x="79014" y="48255"/>
                  <a:pt x="97860" y="27614"/>
                  <a:pt x="98388" y="21931"/>
                </a:cubicBezTo>
                <a:cubicBezTo>
                  <a:pt x="98624" y="19384"/>
                  <a:pt x="98915" y="15267"/>
                  <a:pt x="99033" y="12782"/>
                </a:cubicBezTo>
                <a:cubicBezTo>
                  <a:pt x="99328" y="6580"/>
                  <a:pt x="107875" y="-1480"/>
                  <a:pt x="112340" y="234"/>
                </a:cubicBezTo>
                <a:cubicBezTo>
                  <a:pt x="114351" y="1006"/>
                  <a:pt x="115714" y="4223"/>
                  <a:pt x="115367" y="7384"/>
                </a:cubicBezTo>
                <a:cubicBezTo>
                  <a:pt x="114925" y="11414"/>
                  <a:pt x="117211" y="14717"/>
                  <a:pt x="123019" y="18442"/>
                </a:cubicBezTo>
                <a:cubicBezTo>
                  <a:pt x="132830" y="24734"/>
                  <a:pt x="132594" y="28432"/>
                  <a:pt x="122268" y="30221"/>
                </a:cubicBezTo>
                <a:cubicBezTo>
                  <a:pt x="115180" y="31449"/>
                  <a:pt x="114690" y="32336"/>
                  <a:pt x="113949" y="45287"/>
                </a:cubicBezTo>
                <a:cubicBezTo>
                  <a:pt x="113241" y="57646"/>
                  <a:pt x="113899" y="59682"/>
                  <a:pt x="120402" y="65276"/>
                </a:cubicBezTo>
                <a:cubicBezTo>
                  <a:pt x="129577" y="73166"/>
                  <a:pt x="132509" y="73100"/>
                  <a:pt x="138506" y="64867"/>
                </a:cubicBezTo>
                <a:lnTo>
                  <a:pt x="143345" y="58224"/>
                </a:lnTo>
                <a:lnTo>
                  <a:pt x="152274" y="62931"/>
                </a:lnTo>
                <a:cubicBezTo>
                  <a:pt x="157185" y="65520"/>
                  <a:pt x="161620" y="67861"/>
                  <a:pt x="162130" y="68135"/>
                </a:cubicBezTo>
                <a:cubicBezTo>
                  <a:pt x="162640" y="68408"/>
                  <a:pt x="160808" y="71893"/>
                  <a:pt x="158059" y="75879"/>
                </a:cubicBezTo>
                <a:cubicBezTo>
                  <a:pt x="151713" y="85081"/>
                  <a:pt x="141902" y="114664"/>
                  <a:pt x="142387" y="123139"/>
                </a:cubicBezTo>
                <a:cubicBezTo>
                  <a:pt x="142935" y="132744"/>
                  <a:pt x="146254" y="135684"/>
                  <a:pt x="161574" y="140138"/>
                </a:cubicBezTo>
                <a:cubicBezTo>
                  <a:pt x="177125" y="144659"/>
                  <a:pt x="177438" y="148154"/>
                  <a:pt x="162505" y="150542"/>
                </a:cubicBezTo>
                <a:cubicBezTo>
                  <a:pt x="152866" y="152083"/>
                  <a:pt x="147932" y="157096"/>
                  <a:pt x="151065" y="162165"/>
                </a:cubicBezTo>
                <a:cubicBezTo>
                  <a:pt x="151887" y="163495"/>
                  <a:pt x="150058" y="169752"/>
                  <a:pt x="147000" y="176069"/>
                </a:cubicBezTo>
                <a:cubicBezTo>
                  <a:pt x="140040" y="190447"/>
                  <a:pt x="141019" y="195911"/>
                  <a:pt x="151074" y="198795"/>
                </a:cubicBezTo>
                <a:cubicBezTo>
                  <a:pt x="156834" y="200447"/>
                  <a:pt x="159631" y="203274"/>
                  <a:pt x="161382" y="209212"/>
                </a:cubicBezTo>
                <a:cubicBezTo>
                  <a:pt x="163891" y="217725"/>
                  <a:pt x="167253" y="218781"/>
                  <a:pt x="180801" y="215310"/>
                </a:cubicBezTo>
                <a:cubicBezTo>
                  <a:pt x="186270" y="213909"/>
                  <a:pt x="188145" y="214815"/>
                  <a:pt x="191062" y="220266"/>
                </a:cubicBezTo>
                <a:cubicBezTo>
                  <a:pt x="194411" y="226524"/>
                  <a:pt x="194115" y="227399"/>
                  <a:pt x="186266" y="234411"/>
                </a:cubicBezTo>
                <a:cubicBezTo>
                  <a:pt x="177581" y="242171"/>
                  <a:pt x="173505" y="242950"/>
                  <a:pt x="146648" y="241973"/>
                </a:cubicBezTo>
                <a:cubicBezTo>
                  <a:pt x="138138" y="241664"/>
                  <a:pt x="131353" y="242644"/>
                  <a:pt x="130308" y="244333"/>
                </a:cubicBezTo>
                <a:cubicBezTo>
                  <a:pt x="127797" y="248397"/>
                  <a:pt x="118188" y="235660"/>
                  <a:pt x="120069" y="230760"/>
                </a:cubicBezTo>
                <a:cubicBezTo>
                  <a:pt x="124398" y="219478"/>
                  <a:pt x="105303" y="225013"/>
                  <a:pt x="99204" y="236809"/>
                </a:cubicBezTo>
                <a:cubicBezTo>
                  <a:pt x="95428" y="244110"/>
                  <a:pt x="95414" y="245432"/>
                  <a:pt x="99051" y="250983"/>
                </a:cubicBezTo>
                <a:cubicBezTo>
                  <a:pt x="103916" y="258408"/>
                  <a:pt x="100434" y="261478"/>
                  <a:pt x="92202" y="257021"/>
                </a:cubicBezTo>
                <a:cubicBezTo>
                  <a:pt x="83927" y="252540"/>
                  <a:pt x="66492" y="252742"/>
                  <a:pt x="61602" y="257374"/>
                </a:cubicBezTo>
                <a:cubicBezTo>
                  <a:pt x="56090" y="262596"/>
                  <a:pt x="53167" y="262902"/>
                  <a:pt x="47363" y="258865"/>
                </a:cubicBezTo>
                <a:close/>
              </a:path>
            </a:pathLst>
          </a:custGeom>
          <a:solidFill>
            <a:srgbClr val="B9B9B9"/>
          </a:solidFill>
          <a:ln w="5163" cap="flat">
            <a:noFill/>
            <a:prstDash val="solid"/>
            <a:miter/>
          </a:ln>
        </p:spPr>
        <p:txBody>
          <a:bodyPr/>
          <a:lstStyle/>
          <a:p>
            <a:endParaRPr lang="es-419" noProof="0" dirty="0"/>
          </a:p>
        </p:txBody>
      </p:sp>
      <p:sp>
        <p:nvSpPr>
          <p:cNvPr id="44" name="Forma libre: forma 43">
            <a:extLst>
              <a:ext uri="{FF2B5EF4-FFF2-40B4-BE49-F238E27FC236}">
                <a16:creationId xmlns:a16="http://schemas.microsoft.com/office/drawing/2014/main" id="{BDD4B6A3-93BA-31B7-024B-C4F455207838}"/>
              </a:ext>
            </a:extLst>
          </p:cNvPr>
          <p:cNvSpPr/>
          <p:nvPr/>
        </p:nvSpPr>
        <p:spPr>
          <a:xfrm>
            <a:off x="1103504" y="2345749"/>
            <a:ext cx="95653" cy="64838"/>
          </a:xfrm>
          <a:custGeom>
            <a:avLst/>
            <a:gdLst>
              <a:gd name="csX0" fmla="*/ 71219 w 95653"/>
              <a:gd name="csY0" fmla="*/ 62506 h 64838"/>
              <a:gd name="csX1" fmla="*/ 62655 w 95653"/>
              <a:gd name="csY1" fmla="*/ 53685 h 64838"/>
              <a:gd name="csX2" fmla="*/ 57443 w 95653"/>
              <a:gd name="csY2" fmla="*/ 48511 h 64838"/>
              <a:gd name="csX3" fmla="*/ 51242 w 95653"/>
              <a:gd name="csY3" fmla="*/ 43994 h 64838"/>
              <a:gd name="csX4" fmla="*/ 48532 w 95653"/>
              <a:gd name="csY4" fmla="*/ 43994 h 64838"/>
              <a:gd name="csX5" fmla="*/ 36926 w 95653"/>
              <a:gd name="csY5" fmla="*/ 44510 h 64838"/>
              <a:gd name="csX6" fmla="*/ 28785 w 95653"/>
              <a:gd name="csY6" fmla="*/ 36765 h 64838"/>
              <a:gd name="csX7" fmla="*/ 27076 w 95653"/>
              <a:gd name="csY7" fmla="*/ 32629 h 64838"/>
              <a:gd name="csX8" fmla="*/ 11500 w 95653"/>
              <a:gd name="csY8" fmla="*/ 28262 h 64838"/>
              <a:gd name="csX9" fmla="*/ 1174 w 95653"/>
              <a:gd name="csY9" fmla="*/ 25068 h 64838"/>
              <a:gd name="csX10" fmla="*/ 31004 w 95653"/>
              <a:gd name="csY10" fmla="*/ 14820 h 64838"/>
              <a:gd name="csX11" fmla="*/ 49970 w 95653"/>
              <a:gd name="csY11" fmla="*/ 6499 h 64838"/>
              <a:gd name="csX12" fmla="*/ 60293 w 95653"/>
              <a:gd name="csY12" fmla="*/ 3207 h 64838"/>
              <a:gd name="csX13" fmla="*/ 79487 w 95653"/>
              <a:gd name="csY13" fmla="*/ 1724 h 64838"/>
              <a:gd name="csX14" fmla="*/ 95469 w 95653"/>
              <a:gd name="csY14" fmla="*/ 24677 h 64838"/>
              <a:gd name="csX15" fmla="*/ 92590 w 95653"/>
              <a:gd name="csY15" fmla="*/ 45837 h 64838"/>
              <a:gd name="csX16" fmla="*/ 88748 w 95653"/>
              <a:gd name="csY16" fmla="*/ 52688 h 64838"/>
              <a:gd name="csX17" fmla="*/ 82592 w 95653"/>
              <a:gd name="csY17" fmla="*/ 62155 h 64838"/>
              <a:gd name="csX18" fmla="*/ 71219 w 95653"/>
              <a:gd name="csY18" fmla="*/ 62506 h 648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95653" h="64838">
                <a:moveTo>
                  <a:pt x="71219" y="62506"/>
                </a:moveTo>
                <a:cubicBezTo>
                  <a:pt x="67412" y="60499"/>
                  <a:pt x="63558" y="56530"/>
                  <a:pt x="62655" y="53685"/>
                </a:cubicBezTo>
                <a:cubicBezTo>
                  <a:pt x="61752" y="50839"/>
                  <a:pt x="59407" y="48511"/>
                  <a:pt x="57443" y="48511"/>
                </a:cubicBezTo>
                <a:cubicBezTo>
                  <a:pt x="55480" y="48511"/>
                  <a:pt x="52689" y="46478"/>
                  <a:pt x="51242" y="43994"/>
                </a:cubicBezTo>
                <a:cubicBezTo>
                  <a:pt x="48736" y="39691"/>
                  <a:pt x="48607" y="39691"/>
                  <a:pt x="48532" y="43994"/>
                </a:cubicBezTo>
                <a:cubicBezTo>
                  <a:pt x="48437" y="49469"/>
                  <a:pt x="48761" y="49455"/>
                  <a:pt x="36926" y="44510"/>
                </a:cubicBezTo>
                <a:cubicBezTo>
                  <a:pt x="30451" y="41804"/>
                  <a:pt x="27814" y="39296"/>
                  <a:pt x="28785" y="36765"/>
                </a:cubicBezTo>
                <a:cubicBezTo>
                  <a:pt x="29575" y="34707"/>
                  <a:pt x="28806" y="32846"/>
                  <a:pt x="27076" y="32629"/>
                </a:cubicBezTo>
                <a:cubicBezTo>
                  <a:pt x="21029" y="31874"/>
                  <a:pt x="18714" y="31225"/>
                  <a:pt x="11500" y="28262"/>
                </a:cubicBezTo>
                <a:cubicBezTo>
                  <a:pt x="7503" y="26621"/>
                  <a:pt x="2857" y="25183"/>
                  <a:pt x="1174" y="25068"/>
                </a:cubicBezTo>
                <a:cubicBezTo>
                  <a:pt x="-4949" y="24646"/>
                  <a:pt x="14045" y="18121"/>
                  <a:pt x="31004" y="14820"/>
                </a:cubicBezTo>
                <a:cubicBezTo>
                  <a:pt x="44060" y="12279"/>
                  <a:pt x="48794" y="10202"/>
                  <a:pt x="49970" y="6499"/>
                </a:cubicBezTo>
                <a:cubicBezTo>
                  <a:pt x="51256" y="2445"/>
                  <a:pt x="53098" y="1858"/>
                  <a:pt x="60293" y="3207"/>
                </a:cubicBezTo>
                <a:cubicBezTo>
                  <a:pt x="65110" y="4111"/>
                  <a:pt x="73747" y="3443"/>
                  <a:pt x="79487" y="1724"/>
                </a:cubicBezTo>
                <a:cubicBezTo>
                  <a:pt x="94315" y="-2719"/>
                  <a:pt x="96385" y="255"/>
                  <a:pt x="95469" y="24677"/>
                </a:cubicBezTo>
                <a:cubicBezTo>
                  <a:pt x="95060" y="35554"/>
                  <a:pt x="93765" y="45076"/>
                  <a:pt x="92590" y="45837"/>
                </a:cubicBezTo>
                <a:cubicBezTo>
                  <a:pt x="91414" y="46598"/>
                  <a:pt x="89686" y="49681"/>
                  <a:pt x="88748" y="52688"/>
                </a:cubicBezTo>
                <a:cubicBezTo>
                  <a:pt x="87811" y="55696"/>
                  <a:pt x="85041" y="59955"/>
                  <a:pt x="82592" y="62155"/>
                </a:cubicBezTo>
                <a:cubicBezTo>
                  <a:pt x="78702" y="65649"/>
                  <a:pt x="77268" y="65693"/>
                  <a:pt x="71219" y="62506"/>
                </a:cubicBezTo>
                <a:close/>
              </a:path>
            </a:pathLst>
          </a:custGeom>
          <a:solidFill>
            <a:srgbClr val="B9B9B9"/>
          </a:solidFill>
          <a:ln w="5163" cap="flat">
            <a:noFill/>
            <a:prstDash val="solid"/>
            <a:miter/>
          </a:ln>
        </p:spPr>
        <p:txBody>
          <a:bodyPr/>
          <a:lstStyle/>
          <a:p>
            <a:endParaRPr lang="es-419" noProof="0" dirty="0"/>
          </a:p>
        </p:txBody>
      </p:sp>
      <p:sp>
        <p:nvSpPr>
          <p:cNvPr id="45" name="Forma libre: forma 44">
            <a:extLst>
              <a:ext uri="{FF2B5EF4-FFF2-40B4-BE49-F238E27FC236}">
                <a16:creationId xmlns:a16="http://schemas.microsoft.com/office/drawing/2014/main" id="{CC50B870-8E53-0605-AA43-A78CE8E30576}"/>
              </a:ext>
            </a:extLst>
          </p:cNvPr>
          <p:cNvSpPr/>
          <p:nvPr/>
        </p:nvSpPr>
        <p:spPr>
          <a:xfrm>
            <a:off x="1015863" y="2030672"/>
            <a:ext cx="364335" cy="362024"/>
          </a:xfrm>
          <a:custGeom>
            <a:avLst/>
            <a:gdLst>
              <a:gd name="csX0" fmla="*/ 185142 w 364335"/>
              <a:gd name="csY0" fmla="*/ 358570 h 362024"/>
              <a:gd name="csX1" fmla="*/ 187621 w 364335"/>
              <a:gd name="csY1" fmla="*/ 340898 h 362024"/>
              <a:gd name="csX2" fmla="*/ 186283 w 364335"/>
              <a:gd name="csY2" fmla="*/ 320178 h 362024"/>
              <a:gd name="csX3" fmla="*/ 182466 w 364335"/>
              <a:gd name="csY3" fmla="*/ 312528 h 362024"/>
              <a:gd name="csX4" fmla="*/ 160064 w 364335"/>
              <a:gd name="csY4" fmla="*/ 313164 h 362024"/>
              <a:gd name="csX5" fmla="*/ 135394 w 364335"/>
              <a:gd name="csY5" fmla="*/ 318882 h 362024"/>
              <a:gd name="csX6" fmla="*/ 107653 w 364335"/>
              <a:gd name="csY6" fmla="*/ 328620 h 362024"/>
              <a:gd name="csX7" fmla="*/ 77975 w 364335"/>
              <a:gd name="csY7" fmla="*/ 329071 h 362024"/>
              <a:gd name="csX8" fmla="*/ 69734 w 364335"/>
              <a:gd name="csY8" fmla="*/ 324866 h 362024"/>
              <a:gd name="csX9" fmla="*/ 48325 w 364335"/>
              <a:gd name="csY9" fmla="*/ 303007 h 362024"/>
              <a:gd name="csX10" fmla="*/ 38186 w 364335"/>
              <a:gd name="csY10" fmla="*/ 292203 h 362024"/>
              <a:gd name="csX11" fmla="*/ 25184 w 364335"/>
              <a:gd name="csY11" fmla="*/ 273778 h 362024"/>
              <a:gd name="csX12" fmla="*/ 11540 w 364335"/>
              <a:gd name="csY12" fmla="*/ 253016 h 362024"/>
              <a:gd name="csX13" fmla="*/ 9603 w 364335"/>
              <a:gd name="csY13" fmla="*/ 246065 h 362024"/>
              <a:gd name="csX14" fmla="*/ 4075 w 364335"/>
              <a:gd name="csY14" fmla="*/ 230604 h 362024"/>
              <a:gd name="csX15" fmla="*/ 2870 w 364335"/>
              <a:gd name="csY15" fmla="*/ 216903 h 362024"/>
              <a:gd name="csX16" fmla="*/ 19099 w 364335"/>
              <a:gd name="csY16" fmla="*/ 209992 h 362024"/>
              <a:gd name="csX17" fmla="*/ 33857 w 364335"/>
              <a:gd name="csY17" fmla="*/ 202727 h 362024"/>
              <a:gd name="csX18" fmla="*/ 62323 w 364335"/>
              <a:gd name="csY18" fmla="*/ 175142 h 362024"/>
              <a:gd name="csX19" fmla="*/ 75732 w 364335"/>
              <a:gd name="csY19" fmla="*/ 169793 h 362024"/>
              <a:gd name="csX20" fmla="*/ 107485 w 364335"/>
              <a:gd name="csY20" fmla="*/ 178512 h 362024"/>
              <a:gd name="csX21" fmla="*/ 118888 w 364335"/>
              <a:gd name="csY21" fmla="*/ 188952 h 362024"/>
              <a:gd name="csX22" fmla="*/ 122369 w 364335"/>
              <a:gd name="csY22" fmla="*/ 177011 h 362024"/>
              <a:gd name="csX23" fmla="*/ 128391 w 364335"/>
              <a:gd name="csY23" fmla="*/ 163500 h 362024"/>
              <a:gd name="csX24" fmla="*/ 127169 w 364335"/>
              <a:gd name="csY24" fmla="*/ 147778 h 362024"/>
              <a:gd name="csX25" fmla="*/ 130389 w 364335"/>
              <a:gd name="csY25" fmla="*/ 138750 h 362024"/>
              <a:gd name="csX26" fmla="*/ 147714 w 364335"/>
              <a:gd name="csY26" fmla="*/ 129037 h 362024"/>
              <a:gd name="csX27" fmla="*/ 142395 w 364335"/>
              <a:gd name="csY27" fmla="*/ 116273 h 362024"/>
              <a:gd name="csX28" fmla="*/ 138322 w 364335"/>
              <a:gd name="csY28" fmla="*/ 100445 h 362024"/>
              <a:gd name="csX29" fmla="*/ 132219 w 364335"/>
              <a:gd name="csY29" fmla="*/ 77384 h 362024"/>
              <a:gd name="csX30" fmla="*/ 123182 w 364335"/>
              <a:gd name="csY30" fmla="*/ 67380 h 362024"/>
              <a:gd name="csX31" fmla="*/ 127316 w 364335"/>
              <a:gd name="csY31" fmla="*/ 49072 h 362024"/>
              <a:gd name="csX32" fmla="*/ 149002 w 364335"/>
              <a:gd name="csY32" fmla="*/ 26791 h 362024"/>
              <a:gd name="csX33" fmla="*/ 156308 w 364335"/>
              <a:gd name="csY33" fmla="*/ 19245 h 362024"/>
              <a:gd name="csX34" fmla="*/ 153995 w 364335"/>
              <a:gd name="csY34" fmla="*/ 9825 h 362024"/>
              <a:gd name="csX35" fmla="*/ 161050 w 364335"/>
              <a:gd name="csY35" fmla="*/ 76 h 362024"/>
              <a:gd name="csX36" fmla="*/ 166583 w 364335"/>
              <a:gd name="csY36" fmla="*/ 7348 h 362024"/>
              <a:gd name="csX37" fmla="*/ 154998 w 364335"/>
              <a:gd name="csY37" fmla="*/ 39300 h 362024"/>
              <a:gd name="csX38" fmla="*/ 157050 w 364335"/>
              <a:gd name="csY38" fmla="*/ 45546 h 362024"/>
              <a:gd name="csX39" fmla="*/ 169737 w 364335"/>
              <a:gd name="csY39" fmla="*/ 24492 h 362024"/>
              <a:gd name="csX40" fmla="*/ 176182 w 364335"/>
              <a:gd name="csY40" fmla="*/ 20317 h 362024"/>
              <a:gd name="csX41" fmla="*/ 177678 w 364335"/>
              <a:gd name="csY41" fmla="*/ 26406 h 362024"/>
              <a:gd name="csX42" fmla="*/ 173510 w 364335"/>
              <a:gd name="csY42" fmla="*/ 43871 h 362024"/>
              <a:gd name="csX43" fmla="*/ 171706 w 364335"/>
              <a:gd name="csY43" fmla="*/ 58451 h 362024"/>
              <a:gd name="csX44" fmla="*/ 179820 w 364335"/>
              <a:gd name="csY44" fmla="*/ 60233 h 362024"/>
              <a:gd name="csX45" fmla="*/ 195468 w 364335"/>
              <a:gd name="csY45" fmla="*/ 47665 h 362024"/>
              <a:gd name="csX46" fmla="*/ 212893 w 364335"/>
              <a:gd name="csY46" fmla="*/ 36256 h 362024"/>
              <a:gd name="csX47" fmla="*/ 215787 w 364335"/>
              <a:gd name="csY47" fmla="*/ 59322 h 362024"/>
              <a:gd name="csX48" fmla="*/ 202515 w 364335"/>
              <a:gd name="csY48" fmla="*/ 73785 h 362024"/>
              <a:gd name="csX49" fmla="*/ 193598 w 364335"/>
              <a:gd name="csY49" fmla="*/ 76402 h 362024"/>
              <a:gd name="csX50" fmla="*/ 196544 w 364335"/>
              <a:gd name="csY50" fmla="*/ 79629 h 362024"/>
              <a:gd name="csX51" fmla="*/ 200631 w 364335"/>
              <a:gd name="csY51" fmla="*/ 82161 h 362024"/>
              <a:gd name="csX52" fmla="*/ 183851 w 364335"/>
              <a:gd name="csY52" fmla="*/ 86694 h 362024"/>
              <a:gd name="csX53" fmla="*/ 179447 w 364335"/>
              <a:gd name="csY53" fmla="*/ 90600 h 362024"/>
              <a:gd name="csX54" fmla="*/ 177337 w 364335"/>
              <a:gd name="csY54" fmla="*/ 95117 h 362024"/>
              <a:gd name="csX55" fmla="*/ 175970 w 364335"/>
              <a:gd name="csY55" fmla="*/ 99847 h 362024"/>
              <a:gd name="csX56" fmla="*/ 172279 w 364335"/>
              <a:gd name="csY56" fmla="*/ 109275 h 362024"/>
              <a:gd name="csX57" fmla="*/ 162736 w 364335"/>
              <a:gd name="csY57" fmla="*/ 127778 h 362024"/>
              <a:gd name="csX58" fmla="*/ 154984 w 364335"/>
              <a:gd name="csY58" fmla="*/ 141584 h 362024"/>
              <a:gd name="csX59" fmla="*/ 157382 w 364335"/>
              <a:gd name="csY59" fmla="*/ 150820 h 362024"/>
              <a:gd name="csX60" fmla="*/ 166003 w 364335"/>
              <a:gd name="csY60" fmla="*/ 156522 h 362024"/>
              <a:gd name="csX61" fmla="*/ 178921 w 364335"/>
              <a:gd name="csY61" fmla="*/ 158229 h 362024"/>
              <a:gd name="csX62" fmla="*/ 200631 w 364335"/>
              <a:gd name="csY62" fmla="*/ 155851 h 362024"/>
              <a:gd name="csX63" fmla="*/ 253127 w 364335"/>
              <a:gd name="csY63" fmla="*/ 145110 h 362024"/>
              <a:gd name="csX64" fmla="*/ 260004 w 364335"/>
              <a:gd name="csY64" fmla="*/ 117060 h 362024"/>
              <a:gd name="csX65" fmla="*/ 261186 w 364335"/>
              <a:gd name="csY65" fmla="*/ 105023 h 362024"/>
              <a:gd name="csX66" fmla="*/ 280779 w 364335"/>
              <a:gd name="csY66" fmla="*/ 107831 h 362024"/>
              <a:gd name="csX67" fmla="*/ 316123 w 364335"/>
              <a:gd name="csY67" fmla="*/ 101238 h 362024"/>
              <a:gd name="csX68" fmla="*/ 332436 w 364335"/>
              <a:gd name="csY68" fmla="*/ 86525 h 362024"/>
              <a:gd name="csX69" fmla="*/ 340656 w 364335"/>
              <a:gd name="csY69" fmla="*/ 79224 h 362024"/>
              <a:gd name="csX70" fmla="*/ 348855 w 364335"/>
              <a:gd name="csY70" fmla="*/ 87171 h 362024"/>
              <a:gd name="csX71" fmla="*/ 361269 w 364335"/>
              <a:gd name="csY71" fmla="*/ 95117 h 362024"/>
              <a:gd name="csX72" fmla="*/ 363171 w 364335"/>
              <a:gd name="csY72" fmla="*/ 103178 h 362024"/>
              <a:gd name="csX73" fmla="*/ 356290 w 364335"/>
              <a:gd name="csY73" fmla="*/ 118022 h 362024"/>
              <a:gd name="csX74" fmla="*/ 352528 w 364335"/>
              <a:gd name="csY74" fmla="*/ 135380 h 362024"/>
              <a:gd name="csX75" fmla="*/ 345616 w 364335"/>
              <a:gd name="csY75" fmla="*/ 149152 h 362024"/>
              <a:gd name="csX76" fmla="*/ 336399 w 364335"/>
              <a:gd name="csY76" fmla="*/ 158318 h 362024"/>
              <a:gd name="csX77" fmla="*/ 325505 w 364335"/>
              <a:gd name="csY77" fmla="*/ 175523 h 362024"/>
              <a:gd name="csX78" fmla="*/ 315430 w 364335"/>
              <a:gd name="csY78" fmla="*/ 204352 h 362024"/>
              <a:gd name="csX79" fmla="*/ 313994 w 364335"/>
              <a:gd name="csY79" fmla="*/ 218773 h 362024"/>
              <a:gd name="csX80" fmla="*/ 296375 w 364335"/>
              <a:gd name="csY80" fmla="*/ 228175 h 362024"/>
              <a:gd name="csX81" fmla="*/ 265231 w 364335"/>
              <a:gd name="csY81" fmla="*/ 238311 h 362024"/>
              <a:gd name="csX82" fmla="*/ 244951 w 364335"/>
              <a:gd name="csY82" fmla="*/ 244768 h 362024"/>
              <a:gd name="csX83" fmla="*/ 219261 w 364335"/>
              <a:gd name="csY83" fmla="*/ 258588 h 362024"/>
              <a:gd name="csX84" fmla="*/ 224662 w 364335"/>
              <a:gd name="csY84" fmla="*/ 270643 h 362024"/>
              <a:gd name="csX85" fmla="*/ 242353 w 364335"/>
              <a:gd name="csY85" fmla="*/ 274944 h 362024"/>
              <a:gd name="csX86" fmla="*/ 251900 w 364335"/>
              <a:gd name="csY86" fmla="*/ 285801 h 362024"/>
              <a:gd name="csX87" fmla="*/ 252381 w 364335"/>
              <a:gd name="csY87" fmla="*/ 304719 h 362024"/>
              <a:gd name="csX88" fmla="*/ 261267 w 364335"/>
              <a:gd name="csY88" fmla="*/ 315608 h 362024"/>
              <a:gd name="csX89" fmla="*/ 268876 w 364335"/>
              <a:gd name="csY89" fmla="*/ 316858 h 362024"/>
              <a:gd name="csX90" fmla="*/ 252027 w 364335"/>
              <a:gd name="csY90" fmla="*/ 336142 h 362024"/>
              <a:gd name="csX91" fmla="*/ 230251 w 364335"/>
              <a:gd name="csY91" fmla="*/ 349333 h 362024"/>
              <a:gd name="csX92" fmla="*/ 209844 w 364335"/>
              <a:gd name="csY92" fmla="*/ 359530 h 362024"/>
              <a:gd name="csX93" fmla="*/ 194478 w 364335"/>
              <a:gd name="csY93" fmla="*/ 360594 h 362024"/>
              <a:gd name="csX94" fmla="*/ 185142 w 364335"/>
              <a:gd name="csY94" fmla="*/ 358570 h 362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364335" h="362024">
                <a:moveTo>
                  <a:pt x="185142" y="358570"/>
                </a:moveTo>
                <a:cubicBezTo>
                  <a:pt x="185142" y="356038"/>
                  <a:pt x="186257" y="348086"/>
                  <a:pt x="187621" y="340898"/>
                </a:cubicBezTo>
                <a:cubicBezTo>
                  <a:pt x="189559" y="330679"/>
                  <a:pt x="189267" y="326160"/>
                  <a:pt x="186283" y="320178"/>
                </a:cubicBezTo>
                <a:lnTo>
                  <a:pt x="182466" y="312528"/>
                </a:lnTo>
                <a:lnTo>
                  <a:pt x="160064" y="313164"/>
                </a:lnTo>
                <a:cubicBezTo>
                  <a:pt x="140617" y="313716"/>
                  <a:pt x="137363" y="314470"/>
                  <a:pt x="135394" y="318882"/>
                </a:cubicBezTo>
                <a:cubicBezTo>
                  <a:pt x="133601" y="322902"/>
                  <a:pt x="127800" y="324938"/>
                  <a:pt x="107653" y="328620"/>
                </a:cubicBezTo>
                <a:cubicBezTo>
                  <a:pt x="84116" y="332921"/>
                  <a:pt x="81860" y="332955"/>
                  <a:pt x="77975" y="329071"/>
                </a:cubicBezTo>
                <a:cubicBezTo>
                  <a:pt x="75663" y="326758"/>
                  <a:pt x="71954" y="324866"/>
                  <a:pt x="69734" y="324866"/>
                </a:cubicBezTo>
                <a:cubicBezTo>
                  <a:pt x="64790" y="324866"/>
                  <a:pt x="53564" y="313404"/>
                  <a:pt x="48325" y="303007"/>
                </a:cubicBezTo>
                <a:cubicBezTo>
                  <a:pt x="46195" y="298781"/>
                  <a:pt x="41633" y="293919"/>
                  <a:pt x="38186" y="292203"/>
                </a:cubicBezTo>
                <a:cubicBezTo>
                  <a:pt x="31831" y="289039"/>
                  <a:pt x="25350" y="279856"/>
                  <a:pt x="25184" y="273778"/>
                </a:cubicBezTo>
                <a:cubicBezTo>
                  <a:pt x="25085" y="270192"/>
                  <a:pt x="14730" y="254434"/>
                  <a:pt x="11540" y="253016"/>
                </a:cubicBezTo>
                <a:cubicBezTo>
                  <a:pt x="10475" y="252543"/>
                  <a:pt x="9603" y="249415"/>
                  <a:pt x="9603" y="246065"/>
                </a:cubicBezTo>
                <a:cubicBezTo>
                  <a:pt x="9603" y="242715"/>
                  <a:pt x="7116" y="235757"/>
                  <a:pt x="4075" y="230604"/>
                </a:cubicBezTo>
                <a:cubicBezTo>
                  <a:pt x="-1096" y="221839"/>
                  <a:pt x="-1174" y="220953"/>
                  <a:pt x="2870" y="216903"/>
                </a:cubicBezTo>
                <a:cubicBezTo>
                  <a:pt x="5247" y="214522"/>
                  <a:pt x="12551" y="211412"/>
                  <a:pt x="19099" y="209992"/>
                </a:cubicBezTo>
                <a:cubicBezTo>
                  <a:pt x="25650" y="208572"/>
                  <a:pt x="32288" y="205304"/>
                  <a:pt x="33857" y="202727"/>
                </a:cubicBezTo>
                <a:cubicBezTo>
                  <a:pt x="40254" y="192222"/>
                  <a:pt x="57879" y="175142"/>
                  <a:pt x="62323" y="175142"/>
                </a:cubicBezTo>
                <a:cubicBezTo>
                  <a:pt x="64938" y="175142"/>
                  <a:pt x="70972" y="172735"/>
                  <a:pt x="75732" y="169793"/>
                </a:cubicBezTo>
                <a:cubicBezTo>
                  <a:pt x="86563" y="163099"/>
                  <a:pt x="92402" y="164703"/>
                  <a:pt x="107485" y="178512"/>
                </a:cubicBezTo>
                <a:lnTo>
                  <a:pt x="118888" y="188952"/>
                </a:lnTo>
                <a:lnTo>
                  <a:pt x="122369" y="177011"/>
                </a:lnTo>
                <a:cubicBezTo>
                  <a:pt x="124284" y="170444"/>
                  <a:pt x="126994" y="164364"/>
                  <a:pt x="128391" y="163500"/>
                </a:cubicBezTo>
                <a:cubicBezTo>
                  <a:pt x="132170" y="161165"/>
                  <a:pt x="131464" y="152072"/>
                  <a:pt x="127169" y="147778"/>
                </a:cubicBezTo>
                <a:cubicBezTo>
                  <a:pt x="122214" y="142823"/>
                  <a:pt x="124785" y="135614"/>
                  <a:pt x="130389" y="138750"/>
                </a:cubicBezTo>
                <a:cubicBezTo>
                  <a:pt x="136409" y="142119"/>
                  <a:pt x="145744" y="136885"/>
                  <a:pt x="147714" y="129037"/>
                </a:cubicBezTo>
                <a:cubicBezTo>
                  <a:pt x="149051" y="123709"/>
                  <a:pt x="147940" y="121043"/>
                  <a:pt x="142395" y="116273"/>
                </a:cubicBezTo>
                <a:cubicBezTo>
                  <a:pt x="135828" y="110625"/>
                  <a:pt x="135571" y="109625"/>
                  <a:pt x="138322" y="100445"/>
                </a:cubicBezTo>
                <a:cubicBezTo>
                  <a:pt x="142194" y="87522"/>
                  <a:pt x="142531" y="88798"/>
                  <a:pt x="132219" y="77384"/>
                </a:cubicBezTo>
                <a:lnTo>
                  <a:pt x="123182" y="67380"/>
                </a:lnTo>
                <a:lnTo>
                  <a:pt x="127316" y="49072"/>
                </a:lnTo>
                <a:cubicBezTo>
                  <a:pt x="131667" y="29805"/>
                  <a:pt x="134422" y="26975"/>
                  <a:pt x="149002" y="26791"/>
                </a:cubicBezTo>
                <a:cubicBezTo>
                  <a:pt x="154177" y="26725"/>
                  <a:pt x="155624" y="25231"/>
                  <a:pt x="156308" y="19245"/>
                </a:cubicBezTo>
                <a:cubicBezTo>
                  <a:pt x="156776" y="15139"/>
                  <a:pt x="155736" y="10900"/>
                  <a:pt x="153995" y="9825"/>
                </a:cubicBezTo>
                <a:cubicBezTo>
                  <a:pt x="148346" y="6334"/>
                  <a:pt x="153520" y="-815"/>
                  <a:pt x="161050" y="76"/>
                </a:cubicBezTo>
                <a:cubicBezTo>
                  <a:pt x="168082" y="908"/>
                  <a:pt x="172982" y="7348"/>
                  <a:pt x="166583" y="7348"/>
                </a:cubicBezTo>
                <a:cubicBezTo>
                  <a:pt x="163388" y="7348"/>
                  <a:pt x="159114" y="19135"/>
                  <a:pt x="154998" y="39300"/>
                </a:cubicBezTo>
                <a:cubicBezTo>
                  <a:pt x="153853" y="44911"/>
                  <a:pt x="154355" y="46439"/>
                  <a:pt x="157050" y="45546"/>
                </a:cubicBezTo>
                <a:cubicBezTo>
                  <a:pt x="160851" y="44288"/>
                  <a:pt x="165520" y="36539"/>
                  <a:pt x="169737" y="24492"/>
                </a:cubicBezTo>
                <a:cubicBezTo>
                  <a:pt x="171898" y="18321"/>
                  <a:pt x="172952" y="17637"/>
                  <a:pt x="176182" y="20317"/>
                </a:cubicBezTo>
                <a:cubicBezTo>
                  <a:pt x="178636" y="22355"/>
                  <a:pt x="179182" y="24572"/>
                  <a:pt x="177678" y="26406"/>
                </a:cubicBezTo>
                <a:cubicBezTo>
                  <a:pt x="176378" y="27992"/>
                  <a:pt x="174502" y="35852"/>
                  <a:pt x="173510" y="43871"/>
                </a:cubicBezTo>
                <a:lnTo>
                  <a:pt x="171706" y="58451"/>
                </a:lnTo>
                <a:lnTo>
                  <a:pt x="179820" y="60233"/>
                </a:lnTo>
                <a:cubicBezTo>
                  <a:pt x="190172" y="62507"/>
                  <a:pt x="195468" y="58253"/>
                  <a:pt x="195468" y="47665"/>
                </a:cubicBezTo>
                <a:cubicBezTo>
                  <a:pt x="195468" y="37295"/>
                  <a:pt x="201609" y="33273"/>
                  <a:pt x="212893" y="36256"/>
                </a:cubicBezTo>
                <a:cubicBezTo>
                  <a:pt x="222809" y="38877"/>
                  <a:pt x="222920" y="39758"/>
                  <a:pt x="215787" y="59322"/>
                </a:cubicBezTo>
                <a:cubicBezTo>
                  <a:pt x="210635" y="73452"/>
                  <a:pt x="209804" y="74357"/>
                  <a:pt x="202515" y="73785"/>
                </a:cubicBezTo>
                <a:cubicBezTo>
                  <a:pt x="198132" y="73441"/>
                  <a:pt x="194241" y="74583"/>
                  <a:pt x="193598" y="76402"/>
                </a:cubicBezTo>
                <a:cubicBezTo>
                  <a:pt x="192970" y="78177"/>
                  <a:pt x="194295" y="79629"/>
                  <a:pt x="196544" y="79629"/>
                </a:cubicBezTo>
                <a:cubicBezTo>
                  <a:pt x="198791" y="79629"/>
                  <a:pt x="200631" y="80768"/>
                  <a:pt x="200631" y="82161"/>
                </a:cubicBezTo>
                <a:cubicBezTo>
                  <a:pt x="200631" y="85088"/>
                  <a:pt x="191380" y="87587"/>
                  <a:pt x="183851" y="86694"/>
                </a:cubicBezTo>
                <a:cubicBezTo>
                  <a:pt x="180197" y="86261"/>
                  <a:pt x="178910" y="87403"/>
                  <a:pt x="179447" y="90600"/>
                </a:cubicBezTo>
                <a:cubicBezTo>
                  <a:pt x="179864" y="93084"/>
                  <a:pt x="178915" y="95117"/>
                  <a:pt x="177337" y="95117"/>
                </a:cubicBezTo>
                <a:cubicBezTo>
                  <a:pt x="175731" y="95117"/>
                  <a:pt x="175129" y="97199"/>
                  <a:pt x="175970" y="99847"/>
                </a:cubicBezTo>
                <a:cubicBezTo>
                  <a:pt x="176899" y="102775"/>
                  <a:pt x="175493" y="106367"/>
                  <a:pt x="172279" y="109275"/>
                </a:cubicBezTo>
                <a:cubicBezTo>
                  <a:pt x="169424" y="111859"/>
                  <a:pt x="165130" y="120185"/>
                  <a:pt x="162736" y="127778"/>
                </a:cubicBezTo>
                <a:cubicBezTo>
                  <a:pt x="160343" y="135371"/>
                  <a:pt x="156854" y="141584"/>
                  <a:pt x="154984" y="141584"/>
                </a:cubicBezTo>
                <a:cubicBezTo>
                  <a:pt x="149300" y="141584"/>
                  <a:pt x="151188" y="148854"/>
                  <a:pt x="157382" y="150820"/>
                </a:cubicBezTo>
                <a:cubicBezTo>
                  <a:pt x="160571" y="151832"/>
                  <a:pt x="164451" y="154398"/>
                  <a:pt x="166003" y="156522"/>
                </a:cubicBezTo>
                <a:cubicBezTo>
                  <a:pt x="168191" y="159513"/>
                  <a:pt x="171101" y="159898"/>
                  <a:pt x="178921" y="158229"/>
                </a:cubicBezTo>
                <a:cubicBezTo>
                  <a:pt x="184472" y="157045"/>
                  <a:pt x="194242" y="155975"/>
                  <a:pt x="200631" y="155851"/>
                </a:cubicBezTo>
                <a:cubicBezTo>
                  <a:pt x="239506" y="155102"/>
                  <a:pt x="240586" y="154881"/>
                  <a:pt x="253127" y="145110"/>
                </a:cubicBezTo>
                <a:cubicBezTo>
                  <a:pt x="266671" y="134558"/>
                  <a:pt x="268972" y="125175"/>
                  <a:pt x="260004" y="117060"/>
                </a:cubicBezTo>
                <a:cubicBezTo>
                  <a:pt x="253254" y="110951"/>
                  <a:pt x="253492" y="108529"/>
                  <a:pt x="261186" y="105023"/>
                </a:cubicBezTo>
                <a:cubicBezTo>
                  <a:pt x="266361" y="102665"/>
                  <a:pt x="269974" y="103183"/>
                  <a:pt x="280779" y="107831"/>
                </a:cubicBezTo>
                <a:cubicBezTo>
                  <a:pt x="296129" y="114435"/>
                  <a:pt x="303140" y="113127"/>
                  <a:pt x="316123" y="101238"/>
                </a:cubicBezTo>
                <a:cubicBezTo>
                  <a:pt x="320574" y="97162"/>
                  <a:pt x="327915" y="90541"/>
                  <a:pt x="332436" y="86525"/>
                </a:cubicBezTo>
                <a:lnTo>
                  <a:pt x="340656" y="79224"/>
                </a:lnTo>
                <a:lnTo>
                  <a:pt x="348855" y="87171"/>
                </a:lnTo>
                <a:cubicBezTo>
                  <a:pt x="353365" y="91541"/>
                  <a:pt x="358951" y="95117"/>
                  <a:pt x="361269" y="95117"/>
                </a:cubicBezTo>
                <a:cubicBezTo>
                  <a:pt x="364761" y="95117"/>
                  <a:pt x="365087" y="96499"/>
                  <a:pt x="363171" y="103178"/>
                </a:cubicBezTo>
                <a:cubicBezTo>
                  <a:pt x="361900" y="107612"/>
                  <a:pt x="358803" y="114292"/>
                  <a:pt x="356290" y="118022"/>
                </a:cubicBezTo>
                <a:cubicBezTo>
                  <a:pt x="353286" y="122482"/>
                  <a:pt x="351997" y="128425"/>
                  <a:pt x="352528" y="135380"/>
                </a:cubicBezTo>
                <a:cubicBezTo>
                  <a:pt x="353262" y="145010"/>
                  <a:pt x="352644" y="146241"/>
                  <a:pt x="345616" y="149152"/>
                </a:cubicBezTo>
                <a:cubicBezTo>
                  <a:pt x="341239" y="150965"/>
                  <a:pt x="337248" y="154934"/>
                  <a:pt x="336399" y="158318"/>
                </a:cubicBezTo>
                <a:cubicBezTo>
                  <a:pt x="335575" y="161601"/>
                  <a:pt x="330673" y="169343"/>
                  <a:pt x="325505" y="175523"/>
                </a:cubicBezTo>
                <a:cubicBezTo>
                  <a:pt x="311850" y="191852"/>
                  <a:pt x="310247" y="196441"/>
                  <a:pt x="315430" y="204352"/>
                </a:cubicBezTo>
                <a:cubicBezTo>
                  <a:pt x="319567" y="210666"/>
                  <a:pt x="319502" y="211324"/>
                  <a:pt x="313994" y="218773"/>
                </a:cubicBezTo>
                <a:cubicBezTo>
                  <a:pt x="309522" y="224822"/>
                  <a:pt x="305556" y="226939"/>
                  <a:pt x="296375" y="228175"/>
                </a:cubicBezTo>
                <a:cubicBezTo>
                  <a:pt x="280209" y="230353"/>
                  <a:pt x="268738" y="234086"/>
                  <a:pt x="265231" y="238311"/>
                </a:cubicBezTo>
                <a:cubicBezTo>
                  <a:pt x="263619" y="240253"/>
                  <a:pt x="254493" y="243158"/>
                  <a:pt x="244951" y="244768"/>
                </a:cubicBezTo>
                <a:cubicBezTo>
                  <a:pt x="224827" y="248162"/>
                  <a:pt x="223542" y="248854"/>
                  <a:pt x="219261" y="258588"/>
                </a:cubicBezTo>
                <a:cubicBezTo>
                  <a:pt x="215450" y="267254"/>
                  <a:pt x="216976" y="270661"/>
                  <a:pt x="224662" y="270643"/>
                </a:cubicBezTo>
                <a:cubicBezTo>
                  <a:pt x="227772" y="270636"/>
                  <a:pt x="235733" y="272571"/>
                  <a:pt x="242353" y="274944"/>
                </a:cubicBezTo>
                <a:cubicBezTo>
                  <a:pt x="253677" y="279002"/>
                  <a:pt x="254241" y="279644"/>
                  <a:pt x="251900" y="285801"/>
                </a:cubicBezTo>
                <a:cubicBezTo>
                  <a:pt x="250237" y="290175"/>
                  <a:pt x="250396" y="296447"/>
                  <a:pt x="252381" y="304719"/>
                </a:cubicBezTo>
                <a:cubicBezTo>
                  <a:pt x="255038" y="315794"/>
                  <a:pt x="255971" y="316937"/>
                  <a:pt x="261267" y="315608"/>
                </a:cubicBezTo>
                <a:cubicBezTo>
                  <a:pt x="264522" y="314791"/>
                  <a:pt x="267946" y="315353"/>
                  <a:pt x="268876" y="316858"/>
                </a:cubicBezTo>
                <a:cubicBezTo>
                  <a:pt x="271618" y="321295"/>
                  <a:pt x="260047" y="334538"/>
                  <a:pt x="252027" y="336142"/>
                </a:cubicBezTo>
                <a:cubicBezTo>
                  <a:pt x="247958" y="336956"/>
                  <a:pt x="238159" y="342892"/>
                  <a:pt x="230251" y="349333"/>
                </a:cubicBezTo>
                <a:cubicBezTo>
                  <a:pt x="219279" y="358270"/>
                  <a:pt x="214445" y="360685"/>
                  <a:pt x="209844" y="359530"/>
                </a:cubicBezTo>
                <a:cubicBezTo>
                  <a:pt x="206527" y="358698"/>
                  <a:pt x="199613" y="359176"/>
                  <a:pt x="194478" y="360594"/>
                </a:cubicBezTo>
                <a:cubicBezTo>
                  <a:pt x="186278" y="362858"/>
                  <a:pt x="185142" y="362612"/>
                  <a:pt x="185142" y="358570"/>
                </a:cubicBezTo>
                <a:close/>
              </a:path>
            </a:pathLst>
          </a:custGeom>
          <a:solidFill>
            <a:srgbClr val="B9B9B9"/>
          </a:solidFill>
          <a:ln w="5163" cap="flat">
            <a:noFill/>
            <a:prstDash val="solid"/>
            <a:miter/>
          </a:ln>
        </p:spPr>
        <p:txBody>
          <a:bodyPr/>
          <a:lstStyle/>
          <a:p>
            <a:endParaRPr lang="es-419" noProof="0" dirty="0"/>
          </a:p>
        </p:txBody>
      </p:sp>
      <p:sp>
        <p:nvSpPr>
          <p:cNvPr id="46" name="Forma libre: forma 45">
            <a:extLst>
              <a:ext uri="{FF2B5EF4-FFF2-40B4-BE49-F238E27FC236}">
                <a16:creationId xmlns:a16="http://schemas.microsoft.com/office/drawing/2014/main" id="{18997297-05AA-055A-AC0C-1010680BC823}"/>
              </a:ext>
            </a:extLst>
          </p:cNvPr>
          <p:cNvSpPr/>
          <p:nvPr/>
        </p:nvSpPr>
        <p:spPr>
          <a:xfrm>
            <a:off x="1331227" y="2128697"/>
            <a:ext cx="198884" cy="167193"/>
          </a:xfrm>
          <a:custGeom>
            <a:avLst/>
            <a:gdLst>
              <a:gd name="csX0" fmla="*/ 102761 w 198884"/>
              <a:gd name="csY0" fmla="*/ 161938 h 167193"/>
              <a:gd name="csX1" fmla="*/ 88269 w 198884"/>
              <a:gd name="csY1" fmla="*/ 157454 h 167193"/>
              <a:gd name="csX2" fmla="*/ 69481 w 198884"/>
              <a:gd name="csY2" fmla="*/ 161146 h 167193"/>
              <a:gd name="csX3" fmla="*/ 60039 w 198884"/>
              <a:gd name="csY3" fmla="*/ 160242 h 167193"/>
              <a:gd name="csX4" fmla="*/ 55236 w 198884"/>
              <a:gd name="csY4" fmla="*/ 148107 h 167193"/>
              <a:gd name="csX5" fmla="*/ 50480 w 198884"/>
              <a:gd name="csY5" fmla="*/ 138608 h 167193"/>
              <a:gd name="csX6" fmla="*/ 28907 w 198884"/>
              <a:gd name="csY6" fmla="*/ 140363 h 167193"/>
              <a:gd name="csX7" fmla="*/ 11289 w 198884"/>
              <a:gd name="csY7" fmla="*/ 137781 h 167193"/>
              <a:gd name="csX8" fmla="*/ 6827 w 198884"/>
              <a:gd name="csY8" fmla="*/ 131288 h 167193"/>
              <a:gd name="csX9" fmla="*/ 1775 w 198884"/>
              <a:gd name="csY9" fmla="*/ 129012 h 167193"/>
              <a:gd name="csX10" fmla="*/ 4158 w 198884"/>
              <a:gd name="csY10" fmla="*/ 118778 h 167193"/>
              <a:gd name="csX11" fmla="*/ 5752 w 198884"/>
              <a:gd name="csY11" fmla="*/ 106007 h 167193"/>
              <a:gd name="csX12" fmla="*/ 11789 w 198884"/>
              <a:gd name="csY12" fmla="*/ 81269 h 167193"/>
              <a:gd name="csX13" fmla="*/ 23630 w 198884"/>
              <a:gd name="csY13" fmla="*/ 62821 h 167193"/>
              <a:gd name="csX14" fmla="*/ 32410 w 198884"/>
              <a:gd name="csY14" fmla="*/ 53884 h 167193"/>
              <a:gd name="csX15" fmla="*/ 41084 w 198884"/>
              <a:gd name="csY15" fmla="*/ 33929 h 167193"/>
              <a:gd name="csX16" fmla="*/ 44790 w 198884"/>
              <a:gd name="csY16" fmla="*/ 21065 h 167193"/>
              <a:gd name="csX17" fmla="*/ 50866 w 198884"/>
              <a:gd name="csY17" fmla="*/ 7384 h 167193"/>
              <a:gd name="csX18" fmla="*/ 69085 w 198884"/>
              <a:gd name="csY18" fmla="*/ 3371 h 167193"/>
              <a:gd name="csX19" fmla="*/ 83968 w 198884"/>
              <a:gd name="csY19" fmla="*/ 7430 h 167193"/>
              <a:gd name="csX20" fmla="*/ 103250 w 198884"/>
              <a:gd name="csY20" fmla="*/ 16788 h 167193"/>
              <a:gd name="csX21" fmla="*/ 120904 w 198884"/>
              <a:gd name="csY21" fmla="*/ 28277 h 167193"/>
              <a:gd name="csX22" fmla="*/ 134887 w 198884"/>
              <a:gd name="csY22" fmla="*/ 23438 h 167193"/>
              <a:gd name="csX23" fmla="*/ 159058 w 198884"/>
              <a:gd name="csY23" fmla="*/ 20032 h 167193"/>
              <a:gd name="csX24" fmla="*/ 176483 w 198884"/>
              <a:gd name="csY24" fmla="*/ 28515 h 167193"/>
              <a:gd name="csX25" fmla="*/ 192460 w 198884"/>
              <a:gd name="csY25" fmla="*/ 37014 h 167193"/>
              <a:gd name="csX26" fmla="*/ 196332 w 198884"/>
              <a:gd name="csY26" fmla="*/ 44480 h 167193"/>
              <a:gd name="csX27" fmla="*/ 196153 w 198884"/>
              <a:gd name="csY27" fmla="*/ 52404 h 167193"/>
              <a:gd name="csX28" fmla="*/ 187288 w 198884"/>
              <a:gd name="csY28" fmla="*/ 53879 h 167193"/>
              <a:gd name="csX29" fmla="*/ 174390 w 198884"/>
              <a:gd name="csY29" fmla="*/ 56149 h 167193"/>
              <a:gd name="csX30" fmla="*/ 170518 w 198884"/>
              <a:gd name="csY30" fmla="*/ 64210 h 167193"/>
              <a:gd name="csX31" fmla="*/ 166645 w 198884"/>
              <a:gd name="csY31" fmla="*/ 72206 h 167193"/>
              <a:gd name="csX32" fmla="*/ 158901 w 198884"/>
              <a:gd name="csY32" fmla="*/ 75439 h 167193"/>
              <a:gd name="csX33" fmla="*/ 151157 w 198884"/>
              <a:gd name="csY33" fmla="*/ 76992 h 167193"/>
              <a:gd name="csX34" fmla="*/ 142182 w 198884"/>
              <a:gd name="csY34" fmla="*/ 79321 h 167193"/>
              <a:gd name="csX35" fmla="*/ 127056 w 198884"/>
              <a:gd name="csY35" fmla="*/ 97769 h 167193"/>
              <a:gd name="csX36" fmla="*/ 130544 w 198884"/>
              <a:gd name="csY36" fmla="*/ 109385 h 167193"/>
              <a:gd name="csX37" fmla="*/ 134269 w 198884"/>
              <a:gd name="csY37" fmla="*/ 120288 h 167193"/>
              <a:gd name="csX38" fmla="*/ 148765 w 198884"/>
              <a:gd name="csY38" fmla="*/ 140043 h 167193"/>
              <a:gd name="csX39" fmla="*/ 155377 w 198884"/>
              <a:gd name="csY39" fmla="*/ 157142 h 167193"/>
              <a:gd name="csX40" fmla="*/ 143045 w 198884"/>
              <a:gd name="csY40" fmla="*/ 162040 h 167193"/>
              <a:gd name="csX41" fmla="*/ 102761 w 198884"/>
              <a:gd name="csY41" fmla="*/ 161938 h 167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Lst>
            <a:rect l="l" t="t" r="r" b="b"/>
            <a:pathLst>
              <a:path w="198884" h="167193">
                <a:moveTo>
                  <a:pt x="102761" y="161938"/>
                </a:moveTo>
                <a:cubicBezTo>
                  <a:pt x="101767" y="158136"/>
                  <a:pt x="99022" y="157287"/>
                  <a:pt x="88269" y="157454"/>
                </a:cubicBezTo>
                <a:cubicBezTo>
                  <a:pt x="80973" y="157567"/>
                  <a:pt x="72518" y="159228"/>
                  <a:pt x="69481" y="161146"/>
                </a:cubicBezTo>
                <a:cubicBezTo>
                  <a:pt x="64710" y="164157"/>
                  <a:pt x="63423" y="164033"/>
                  <a:pt x="60039" y="160242"/>
                </a:cubicBezTo>
                <a:cubicBezTo>
                  <a:pt x="57884" y="157827"/>
                  <a:pt x="55723" y="152366"/>
                  <a:pt x="55236" y="148107"/>
                </a:cubicBezTo>
                <a:cubicBezTo>
                  <a:pt x="54750" y="143848"/>
                  <a:pt x="52610" y="139573"/>
                  <a:pt x="50480" y="138608"/>
                </a:cubicBezTo>
                <a:cubicBezTo>
                  <a:pt x="43634" y="135506"/>
                  <a:pt x="32890" y="136379"/>
                  <a:pt x="28907" y="140363"/>
                </a:cubicBezTo>
                <a:cubicBezTo>
                  <a:pt x="22942" y="146328"/>
                  <a:pt x="14628" y="145109"/>
                  <a:pt x="11289" y="137781"/>
                </a:cubicBezTo>
                <a:cubicBezTo>
                  <a:pt x="9671" y="134232"/>
                  <a:pt x="7664" y="131310"/>
                  <a:pt x="6827" y="131288"/>
                </a:cubicBezTo>
                <a:cubicBezTo>
                  <a:pt x="5990" y="131266"/>
                  <a:pt x="3716" y="130242"/>
                  <a:pt x="1775" y="129012"/>
                </a:cubicBezTo>
                <a:cubicBezTo>
                  <a:pt x="-1083" y="127202"/>
                  <a:pt x="-629" y="125253"/>
                  <a:pt x="4158" y="118778"/>
                </a:cubicBezTo>
                <a:cubicBezTo>
                  <a:pt x="9713" y="111264"/>
                  <a:pt x="9810" y="110491"/>
                  <a:pt x="5752" y="106007"/>
                </a:cubicBezTo>
                <a:cubicBezTo>
                  <a:pt x="-610" y="98977"/>
                  <a:pt x="325" y="95142"/>
                  <a:pt x="11789" y="81269"/>
                </a:cubicBezTo>
                <a:cubicBezTo>
                  <a:pt x="17485" y="74376"/>
                  <a:pt x="22814" y="66074"/>
                  <a:pt x="23630" y="62821"/>
                </a:cubicBezTo>
                <a:cubicBezTo>
                  <a:pt x="24447" y="59568"/>
                  <a:pt x="28398" y="55546"/>
                  <a:pt x="32410" y="53884"/>
                </a:cubicBezTo>
                <a:cubicBezTo>
                  <a:pt x="40181" y="50665"/>
                  <a:pt x="43478" y="43081"/>
                  <a:pt x="41084" y="33929"/>
                </a:cubicBezTo>
                <a:cubicBezTo>
                  <a:pt x="40186" y="30493"/>
                  <a:pt x="41619" y="25519"/>
                  <a:pt x="44790" y="21065"/>
                </a:cubicBezTo>
                <a:cubicBezTo>
                  <a:pt x="47634" y="17072"/>
                  <a:pt x="50368" y="10915"/>
                  <a:pt x="50866" y="7384"/>
                </a:cubicBezTo>
                <a:cubicBezTo>
                  <a:pt x="51978" y="-503"/>
                  <a:pt x="60785" y="-2442"/>
                  <a:pt x="69085" y="3371"/>
                </a:cubicBezTo>
                <a:cubicBezTo>
                  <a:pt x="72262" y="5597"/>
                  <a:pt x="78960" y="7424"/>
                  <a:pt x="83968" y="7430"/>
                </a:cubicBezTo>
                <a:cubicBezTo>
                  <a:pt x="90827" y="7440"/>
                  <a:pt x="95585" y="9748"/>
                  <a:pt x="103250" y="16788"/>
                </a:cubicBezTo>
                <a:cubicBezTo>
                  <a:pt x="108847" y="21927"/>
                  <a:pt x="116791" y="27098"/>
                  <a:pt x="120904" y="28277"/>
                </a:cubicBezTo>
                <a:cubicBezTo>
                  <a:pt x="127215" y="30087"/>
                  <a:pt x="129398" y="29332"/>
                  <a:pt x="134887" y="23438"/>
                </a:cubicBezTo>
                <a:cubicBezTo>
                  <a:pt x="142030" y="15767"/>
                  <a:pt x="156507" y="13727"/>
                  <a:pt x="159058" y="20032"/>
                </a:cubicBezTo>
                <a:cubicBezTo>
                  <a:pt x="159855" y="22000"/>
                  <a:pt x="167696" y="25818"/>
                  <a:pt x="176483" y="28515"/>
                </a:cubicBezTo>
                <a:cubicBezTo>
                  <a:pt x="186066" y="31457"/>
                  <a:pt x="192460" y="34858"/>
                  <a:pt x="192460" y="37014"/>
                </a:cubicBezTo>
                <a:cubicBezTo>
                  <a:pt x="192460" y="38991"/>
                  <a:pt x="194203" y="42351"/>
                  <a:pt x="196332" y="44480"/>
                </a:cubicBezTo>
                <a:cubicBezTo>
                  <a:pt x="199774" y="47922"/>
                  <a:pt x="199754" y="48803"/>
                  <a:pt x="196153" y="52404"/>
                </a:cubicBezTo>
                <a:cubicBezTo>
                  <a:pt x="193159" y="55398"/>
                  <a:pt x="190845" y="55783"/>
                  <a:pt x="187288" y="53879"/>
                </a:cubicBezTo>
                <a:cubicBezTo>
                  <a:pt x="179800" y="49872"/>
                  <a:pt x="174390" y="50824"/>
                  <a:pt x="174390" y="56149"/>
                </a:cubicBezTo>
                <a:cubicBezTo>
                  <a:pt x="174390" y="58815"/>
                  <a:pt x="172647" y="62442"/>
                  <a:pt x="170518" y="64210"/>
                </a:cubicBezTo>
                <a:cubicBezTo>
                  <a:pt x="168388" y="65977"/>
                  <a:pt x="166645" y="69575"/>
                  <a:pt x="166645" y="72206"/>
                </a:cubicBezTo>
                <a:cubicBezTo>
                  <a:pt x="166645" y="76143"/>
                  <a:pt x="165276" y="76714"/>
                  <a:pt x="158901" y="75439"/>
                </a:cubicBezTo>
                <a:cubicBezTo>
                  <a:pt x="153734" y="74406"/>
                  <a:pt x="151157" y="74922"/>
                  <a:pt x="151157" y="76992"/>
                </a:cubicBezTo>
                <a:cubicBezTo>
                  <a:pt x="151157" y="78961"/>
                  <a:pt x="147877" y="79812"/>
                  <a:pt x="142182" y="79321"/>
                </a:cubicBezTo>
                <a:cubicBezTo>
                  <a:pt x="130428" y="78308"/>
                  <a:pt x="124889" y="85064"/>
                  <a:pt x="127056" y="97769"/>
                </a:cubicBezTo>
                <a:cubicBezTo>
                  <a:pt x="127904" y="102738"/>
                  <a:pt x="129473" y="107965"/>
                  <a:pt x="130544" y="109385"/>
                </a:cubicBezTo>
                <a:cubicBezTo>
                  <a:pt x="131614" y="110805"/>
                  <a:pt x="133291" y="115711"/>
                  <a:pt x="134269" y="120288"/>
                </a:cubicBezTo>
                <a:cubicBezTo>
                  <a:pt x="135415" y="125645"/>
                  <a:pt x="140578" y="132682"/>
                  <a:pt x="148765" y="140043"/>
                </a:cubicBezTo>
                <a:cubicBezTo>
                  <a:pt x="162833" y="152691"/>
                  <a:pt x="164554" y="157142"/>
                  <a:pt x="155377" y="157142"/>
                </a:cubicBezTo>
                <a:cubicBezTo>
                  <a:pt x="152019" y="157142"/>
                  <a:pt x="146470" y="159346"/>
                  <a:pt x="143045" y="162040"/>
                </a:cubicBezTo>
                <a:cubicBezTo>
                  <a:pt x="134241" y="168966"/>
                  <a:pt x="104579" y="168891"/>
                  <a:pt x="102761" y="161938"/>
                </a:cubicBezTo>
                <a:close/>
              </a:path>
            </a:pathLst>
          </a:custGeom>
          <a:solidFill>
            <a:srgbClr val="B9B9B9"/>
          </a:solidFill>
          <a:ln w="5163" cap="flat">
            <a:noFill/>
            <a:prstDash val="solid"/>
            <a:miter/>
          </a:ln>
        </p:spPr>
        <p:txBody>
          <a:bodyPr/>
          <a:lstStyle/>
          <a:p>
            <a:endParaRPr lang="es-419" noProof="0" dirty="0"/>
          </a:p>
        </p:txBody>
      </p:sp>
      <p:sp>
        <p:nvSpPr>
          <p:cNvPr id="47" name="Forma libre: forma 46">
            <a:extLst>
              <a:ext uri="{FF2B5EF4-FFF2-40B4-BE49-F238E27FC236}">
                <a16:creationId xmlns:a16="http://schemas.microsoft.com/office/drawing/2014/main" id="{2628A612-129D-2987-AFCF-8E8BD7D5960B}"/>
              </a:ext>
            </a:extLst>
          </p:cNvPr>
          <p:cNvSpPr/>
          <p:nvPr/>
        </p:nvSpPr>
        <p:spPr>
          <a:xfrm>
            <a:off x="1461542" y="2144566"/>
            <a:ext cx="129500" cy="144710"/>
          </a:xfrm>
          <a:custGeom>
            <a:avLst/>
            <a:gdLst>
              <a:gd name="csX0" fmla="*/ 39451 w 129500"/>
              <a:gd name="csY0" fmla="*/ 143362 h 144710"/>
              <a:gd name="csX1" fmla="*/ 36297 w 129500"/>
              <a:gd name="csY1" fmla="*/ 137530 h 144710"/>
              <a:gd name="csX2" fmla="*/ 22310 w 129500"/>
              <a:gd name="csY2" fmla="*/ 122582 h 144710"/>
              <a:gd name="csX3" fmla="*/ 6555 w 129500"/>
              <a:gd name="csY3" fmla="*/ 101930 h 144710"/>
              <a:gd name="csX4" fmla="*/ 2723 w 129500"/>
              <a:gd name="csY4" fmla="*/ 90935 h 144710"/>
              <a:gd name="csX5" fmla="*/ 1214 w 129500"/>
              <a:gd name="csY5" fmla="*/ 71343 h 144710"/>
              <a:gd name="csX6" fmla="*/ 12550 w 129500"/>
              <a:gd name="csY6" fmla="*/ 66880 h 144710"/>
              <a:gd name="csX7" fmla="*/ 22940 w 129500"/>
              <a:gd name="csY7" fmla="*/ 63986 h 144710"/>
              <a:gd name="csX8" fmla="*/ 31348 w 129500"/>
              <a:gd name="csY8" fmla="*/ 62963 h 144710"/>
              <a:gd name="csX9" fmla="*/ 38911 w 129500"/>
              <a:gd name="csY9" fmla="*/ 59306 h 144710"/>
              <a:gd name="csX10" fmla="*/ 42783 w 129500"/>
              <a:gd name="csY10" fmla="*/ 50923 h 144710"/>
              <a:gd name="csX11" fmla="*/ 46656 w 129500"/>
              <a:gd name="csY11" fmla="*/ 42586 h 144710"/>
              <a:gd name="csX12" fmla="*/ 51173 w 129500"/>
              <a:gd name="csY12" fmla="*/ 39323 h 144710"/>
              <a:gd name="csX13" fmla="*/ 69566 w 129500"/>
              <a:gd name="csY13" fmla="*/ 37767 h 144710"/>
              <a:gd name="csX14" fmla="*/ 69872 w 129500"/>
              <a:gd name="csY14" fmla="*/ 27120 h 144710"/>
              <a:gd name="csX15" fmla="*/ 67231 w 129500"/>
              <a:gd name="csY15" fmla="*/ 13692 h 144710"/>
              <a:gd name="csX16" fmla="*/ 69736 w 129500"/>
              <a:gd name="csY16" fmla="*/ 7102 h 144710"/>
              <a:gd name="csX17" fmla="*/ 81814 w 129500"/>
              <a:gd name="csY17" fmla="*/ 13524 h 144710"/>
              <a:gd name="csX18" fmla="*/ 100866 w 129500"/>
              <a:gd name="csY18" fmla="*/ 15068 h 144710"/>
              <a:gd name="csX19" fmla="*/ 113355 w 129500"/>
              <a:gd name="csY19" fmla="*/ 326 h 144710"/>
              <a:gd name="csX20" fmla="*/ 116355 w 129500"/>
              <a:gd name="csY20" fmla="*/ 6085 h 144710"/>
              <a:gd name="csX21" fmla="*/ 122928 w 129500"/>
              <a:gd name="csY21" fmla="*/ 21207 h 144710"/>
              <a:gd name="csX22" fmla="*/ 129501 w 129500"/>
              <a:gd name="csY22" fmla="*/ 32422 h 144710"/>
              <a:gd name="csX23" fmla="*/ 122289 w 129500"/>
              <a:gd name="csY23" fmla="*/ 39110 h 144710"/>
              <a:gd name="csX24" fmla="*/ 114210 w 129500"/>
              <a:gd name="csY24" fmla="*/ 43197 h 144710"/>
              <a:gd name="csX25" fmla="*/ 100996 w 129500"/>
              <a:gd name="csY25" fmla="*/ 50277 h 144710"/>
              <a:gd name="csX26" fmla="*/ 91480 w 129500"/>
              <a:gd name="csY26" fmla="*/ 69527 h 144710"/>
              <a:gd name="csX27" fmla="*/ 86825 w 129500"/>
              <a:gd name="csY27" fmla="*/ 82667 h 144710"/>
              <a:gd name="csX28" fmla="*/ 75170 w 129500"/>
              <a:gd name="csY28" fmla="*/ 92424 h 144710"/>
              <a:gd name="csX29" fmla="*/ 62144 w 129500"/>
              <a:gd name="csY29" fmla="*/ 108405 h 144710"/>
              <a:gd name="csX30" fmla="*/ 58272 w 129500"/>
              <a:gd name="csY30" fmla="*/ 119688 h 144710"/>
              <a:gd name="csX31" fmla="*/ 54400 w 129500"/>
              <a:gd name="csY31" fmla="*/ 127352 h 144710"/>
              <a:gd name="csX32" fmla="*/ 52416 w 129500"/>
              <a:gd name="csY32" fmla="*/ 133529 h 144710"/>
              <a:gd name="csX33" fmla="*/ 46503 w 129500"/>
              <a:gd name="csY33" fmla="*/ 140006 h 144710"/>
              <a:gd name="csX34" fmla="*/ 39451 w 129500"/>
              <a:gd name="csY34" fmla="*/ 143362 h 1447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129500" h="144710">
                <a:moveTo>
                  <a:pt x="39451" y="143362"/>
                </a:moveTo>
                <a:cubicBezTo>
                  <a:pt x="37734" y="141645"/>
                  <a:pt x="36315" y="139021"/>
                  <a:pt x="36297" y="137530"/>
                </a:cubicBezTo>
                <a:cubicBezTo>
                  <a:pt x="36279" y="136040"/>
                  <a:pt x="29985" y="129313"/>
                  <a:pt x="22310" y="122582"/>
                </a:cubicBezTo>
                <a:cubicBezTo>
                  <a:pt x="12868" y="114302"/>
                  <a:pt x="7773" y="107623"/>
                  <a:pt x="6555" y="101930"/>
                </a:cubicBezTo>
                <a:cubicBezTo>
                  <a:pt x="5566" y="97303"/>
                  <a:pt x="3842" y="92355"/>
                  <a:pt x="2723" y="90935"/>
                </a:cubicBezTo>
                <a:cubicBezTo>
                  <a:pt x="-91" y="87360"/>
                  <a:pt x="-945" y="76286"/>
                  <a:pt x="1214" y="71343"/>
                </a:cubicBezTo>
                <a:cubicBezTo>
                  <a:pt x="2338" y="68767"/>
                  <a:pt x="6560" y="67105"/>
                  <a:pt x="12550" y="66880"/>
                </a:cubicBezTo>
                <a:cubicBezTo>
                  <a:pt x="17800" y="66683"/>
                  <a:pt x="22476" y="65380"/>
                  <a:pt x="22940" y="63986"/>
                </a:cubicBezTo>
                <a:cubicBezTo>
                  <a:pt x="23405" y="62591"/>
                  <a:pt x="27189" y="62131"/>
                  <a:pt x="31348" y="62963"/>
                </a:cubicBezTo>
                <a:cubicBezTo>
                  <a:pt x="37697" y="64232"/>
                  <a:pt x="38911" y="63645"/>
                  <a:pt x="38911" y="59306"/>
                </a:cubicBezTo>
                <a:cubicBezTo>
                  <a:pt x="38911" y="56463"/>
                  <a:pt x="40654" y="52690"/>
                  <a:pt x="42783" y="50923"/>
                </a:cubicBezTo>
                <a:cubicBezTo>
                  <a:pt x="44913" y="49155"/>
                  <a:pt x="46656" y="45404"/>
                  <a:pt x="46656" y="42586"/>
                </a:cubicBezTo>
                <a:cubicBezTo>
                  <a:pt x="46656" y="38720"/>
                  <a:pt x="47764" y="37919"/>
                  <a:pt x="51173" y="39323"/>
                </a:cubicBezTo>
                <a:cubicBezTo>
                  <a:pt x="61512" y="43579"/>
                  <a:pt x="64377" y="43337"/>
                  <a:pt x="69566" y="37767"/>
                </a:cubicBezTo>
                <a:cubicBezTo>
                  <a:pt x="75009" y="31925"/>
                  <a:pt x="75010" y="31906"/>
                  <a:pt x="69872" y="27120"/>
                </a:cubicBezTo>
                <a:cubicBezTo>
                  <a:pt x="63882" y="21540"/>
                  <a:pt x="64007" y="22172"/>
                  <a:pt x="67231" y="13692"/>
                </a:cubicBezTo>
                <a:lnTo>
                  <a:pt x="69736" y="7102"/>
                </a:lnTo>
                <a:lnTo>
                  <a:pt x="81814" y="13524"/>
                </a:lnTo>
                <a:cubicBezTo>
                  <a:pt x="96277" y="21214"/>
                  <a:pt x="100866" y="21586"/>
                  <a:pt x="100866" y="15068"/>
                </a:cubicBezTo>
                <a:cubicBezTo>
                  <a:pt x="100866" y="8386"/>
                  <a:pt x="109640" y="-1970"/>
                  <a:pt x="113355" y="326"/>
                </a:cubicBezTo>
                <a:cubicBezTo>
                  <a:pt x="115005" y="1346"/>
                  <a:pt x="116355" y="3937"/>
                  <a:pt x="116355" y="6085"/>
                </a:cubicBezTo>
                <a:cubicBezTo>
                  <a:pt x="116355" y="8233"/>
                  <a:pt x="119313" y="15038"/>
                  <a:pt x="122928" y="21207"/>
                </a:cubicBezTo>
                <a:lnTo>
                  <a:pt x="129501" y="32422"/>
                </a:lnTo>
                <a:lnTo>
                  <a:pt x="122289" y="39110"/>
                </a:lnTo>
                <a:cubicBezTo>
                  <a:pt x="118322" y="42788"/>
                  <a:pt x="114687" y="44627"/>
                  <a:pt x="114210" y="43197"/>
                </a:cubicBezTo>
                <a:cubicBezTo>
                  <a:pt x="112111" y="36901"/>
                  <a:pt x="104310" y="41081"/>
                  <a:pt x="100996" y="50277"/>
                </a:cubicBezTo>
                <a:cubicBezTo>
                  <a:pt x="99077" y="55602"/>
                  <a:pt x="94795" y="64264"/>
                  <a:pt x="91480" y="69527"/>
                </a:cubicBezTo>
                <a:cubicBezTo>
                  <a:pt x="88166" y="74789"/>
                  <a:pt x="86071" y="80703"/>
                  <a:pt x="86825" y="82667"/>
                </a:cubicBezTo>
                <a:cubicBezTo>
                  <a:pt x="87734" y="85037"/>
                  <a:pt x="83812" y="88321"/>
                  <a:pt x="75170" y="92424"/>
                </a:cubicBezTo>
                <a:cubicBezTo>
                  <a:pt x="62898" y="98250"/>
                  <a:pt x="62144" y="99174"/>
                  <a:pt x="62144" y="108405"/>
                </a:cubicBezTo>
                <a:cubicBezTo>
                  <a:pt x="62144" y="114732"/>
                  <a:pt x="60773" y="118729"/>
                  <a:pt x="58272" y="119688"/>
                </a:cubicBezTo>
                <a:cubicBezTo>
                  <a:pt x="56143" y="120506"/>
                  <a:pt x="54400" y="123954"/>
                  <a:pt x="54400" y="127352"/>
                </a:cubicBezTo>
                <a:cubicBezTo>
                  <a:pt x="54400" y="130749"/>
                  <a:pt x="53507" y="133529"/>
                  <a:pt x="52416" y="133529"/>
                </a:cubicBezTo>
                <a:cubicBezTo>
                  <a:pt x="51325" y="133529"/>
                  <a:pt x="48664" y="136444"/>
                  <a:pt x="46503" y="140006"/>
                </a:cubicBezTo>
                <a:cubicBezTo>
                  <a:pt x="43429" y="145071"/>
                  <a:pt x="41892" y="145803"/>
                  <a:pt x="39451" y="143362"/>
                </a:cubicBezTo>
                <a:close/>
              </a:path>
            </a:pathLst>
          </a:custGeom>
          <a:solidFill>
            <a:srgbClr val="B9B9B9"/>
          </a:solidFill>
          <a:ln w="5163" cap="flat">
            <a:noFill/>
            <a:prstDash val="solid"/>
            <a:miter/>
          </a:ln>
        </p:spPr>
        <p:txBody>
          <a:bodyPr/>
          <a:lstStyle/>
          <a:p>
            <a:endParaRPr lang="es-419" noProof="0" dirty="0"/>
          </a:p>
        </p:txBody>
      </p:sp>
      <p:sp>
        <p:nvSpPr>
          <p:cNvPr id="48" name="Forma libre: forma 47">
            <a:extLst>
              <a:ext uri="{FF2B5EF4-FFF2-40B4-BE49-F238E27FC236}">
                <a16:creationId xmlns:a16="http://schemas.microsoft.com/office/drawing/2014/main" id="{642B16BA-2677-B29F-8CF5-17A29059C05C}"/>
              </a:ext>
            </a:extLst>
          </p:cNvPr>
          <p:cNvSpPr/>
          <p:nvPr/>
        </p:nvSpPr>
        <p:spPr>
          <a:xfrm>
            <a:off x="2333829" y="2099494"/>
            <a:ext cx="245950" cy="186219"/>
          </a:xfrm>
          <a:custGeom>
            <a:avLst/>
            <a:gdLst>
              <a:gd name="csX0" fmla="*/ 63193 w 245950"/>
              <a:gd name="csY0" fmla="*/ 151536 h 186219"/>
              <a:gd name="csX1" fmla="*/ 28715 w 245950"/>
              <a:gd name="csY1" fmla="*/ 120621 h 186219"/>
              <a:gd name="csX2" fmla="*/ 15073 w 245950"/>
              <a:gd name="csY2" fmla="*/ 124390 h 186219"/>
              <a:gd name="csX3" fmla="*/ 5596 w 245950"/>
              <a:gd name="csY3" fmla="*/ 124390 h 186219"/>
              <a:gd name="csX4" fmla="*/ 5596 w 245950"/>
              <a:gd name="csY4" fmla="*/ 107763 h 186219"/>
              <a:gd name="csX5" fmla="*/ 3015 w 245950"/>
              <a:gd name="csY5" fmla="*/ 89541 h 186219"/>
              <a:gd name="csX6" fmla="*/ 11404 w 245950"/>
              <a:gd name="csY6" fmla="*/ 63244 h 186219"/>
              <a:gd name="csX7" fmla="*/ 106611 w 245950"/>
              <a:gd name="csY7" fmla="*/ 25070 h 186219"/>
              <a:gd name="csX8" fmla="*/ 133716 w 245950"/>
              <a:gd name="csY8" fmla="*/ 14252 h 186219"/>
              <a:gd name="csX9" fmla="*/ 160483 w 245950"/>
              <a:gd name="csY9" fmla="*/ 1908 h 186219"/>
              <a:gd name="csX10" fmla="*/ 238554 w 245950"/>
              <a:gd name="csY10" fmla="*/ 11931 h 186219"/>
              <a:gd name="csX11" fmla="*/ 245107 w 245950"/>
              <a:gd name="csY11" fmla="*/ 29136 h 186219"/>
              <a:gd name="csX12" fmla="*/ 240861 w 245950"/>
              <a:gd name="csY12" fmla="*/ 62435 h 186219"/>
              <a:gd name="csX13" fmla="*/ 234529 w 245950"/>
              <a:gd name="csY13" fmla="*/ 81796 h 186219"/>
              <a:gd name="csX14" fmla="*/ 183096 w 245950"/>
              <a:gd name="csY14" fmla="*/ 120518 h 186219"/>
              <a:gd name="csX15" fmla="*/ 112584 w 245950"/>
              <a:gd name="csY15" fmla="*/ 172730 h 186219"/>
              <a:gd name="csX16" fmla="*/ 93505 w 245950"/>
              <a:gd name="csY16" fmla="*/ 186220 h 186219"/>
              <a:gd name="csX17" fmla="*/ 63193 w 245950"/>
              <a:gd name="csY17" fmla="*/ 151536 h 1862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245950" h="186219">
                <a:moveTo>
                  <a:pt x="63193" y="151536"/>
                </a:moveTo>
                <a:cubicBezTo>
                  <a:pt x="35962" y="120379"/>
                  <a:pt x="32456" y="117236"/>
                  <a:pt x="28715" y="120621"/>
                </a:cubicBezTo>
                <a:cubicBezTo>
                  <a:pt x="26425" y="122694"/>
                  <a:pt x="20286" y="124390"/>
                  <a:pt x="15073" y="124390"/>
                </a:cubicBezTo>
                <a:lnTo>
                  <a:pt x="5596" y="124390"/>
                </a:lnTo>
                <a:lnTo>
                  <a:pt x="5596" y="107763"/>
                </a:lnTo>
                <a:cubicBezTo>
                  <a:pt x="5596" y="98618"/>
                  <a:pt x="4435" y="90418"/>
                  <a:pt x="3015" y="89541"/>
                </a:cubicBezTo>
                <a:cubicBezTo>
                  <a:pt x="-3245" y="85672"/>
                  <a:pt x="575" y="73700"/>
                  <a:pt x="11404" y="63244"/>
                </a:cubicBezTo>
                <a:cubicBezTo>
                  <a:pt x="30218" y="45081"/>
                  <a:pt x="67101" y="30293"/>
                  <a:pt x="106611" y="25070"/>
                </a:cubicBezTo>
                <a:cubicBezTo>
                  <a:pt x="113529" y="24155"/>
                  <a:pt x="124948" y="19598"/>
                  <a:pt x="133716" y="14252"/>
                </a:cubicBezTo>
                <a:cubicBezTo>
                  <a:pt x="142049" y="9172"/>
                  <a:pt x="154094" y="3617"/>
                  <a:pt x="160483" y="1908"/>
                </a:cubicBezTo>
                <a:cubicBezTo>
                  <a:pt x="179743" y="-3243"/>
                  <a:pt x="225908" y="2684"/>
                  <a:pt x="238554" y="11931"/>
                </a:cubicBezTo>
                <a:cubicBezTo>
                  <a:pt x="241216" y="13878"/>
                  <a:pt x="243864" y="20830"/>
                  <a:pt x="245107" y="29136"/>
                </a:cubicBezTo>
                <a:cubicBezTo>
                  <a:pt x="246841" y="40720"/>
                  <a:pt x="246124" y="46345"/>
                  <a:pt x="240861" y="62435"/>
                </a:cubicBezTo>
                <a:lnTo>
                  <a:pt x="234529" y="81796"/>
                </a:lnTo>
                <a:lnTo>
                  <a:pt x="183096" y="120518"/>
                </a:lnTo>
                <a:cubicBezTo>
                  <a:pt x="154808" y="141815"/>
                  <a:pt x="123078" y="165310"/>
                  <a:pt x="112584" y="172730"/>
                </a:cubicBezTo>
                <a:lnTo>
                  <a:pt x="93505" y="186220"/>
                </a:lnTo>
                <a:lnTo>
                  <a:pt x="63193" y="151536"/>
                </a:lnTo>
                <a:close/>
              </a:path>
            </a:pathLst>
          </a:custGeom>
          <a:solidFill>
            <a:srgbClr val="B9B9B9"/>
          </a:solidFill>
          <a:ln w="5163" cap="flat">
            <a:noFill/>
            <a:prstDash val="solid"/>
            <a:miter/>
          </a:ln>
        </p:spPr>
        <p:txBody>
          <a:bodyPr/>
          <a:lstStyle/>
          <a:p>
            <a:endParaRPr lang="es-419" noProof="0" dirty="0"/>
          </a:p>
        </p:txBody>
      </p:sp>
      <p:sp>
        <p:nvSpPr>
          <p:cNvPr id="49" name="Forma libre: forma 48">
            <a:extLst>
              <a:ext uri="{FF2B5EF4-FFF2-40B4-BE49-F238E27FC236}">
                <a16:creationId xmlns:a16="http://schemas.microsoft.com/office/drawing/2014/main" id="{B4BC12FE-E76D-B31D-CE76-6E37788A23B5}"/>
              </a:ext>
            </a:extLst>
          </p:cNvPr>
          <p:cNvSpPr/>
          <p:nvPr/>
        </p:nvSpPr>
        <p:spPr>
          <a:xfrm>
            <a:off x="2334670" y="2196667"/>
            <a:ext cx="1839" cy="7968"/>
          </a:xfrm>
          <a:custGeom>
            <a:avLst/>
            <a:gdLst>
              <a:gd name="csX0" fmla="*/ 0 w 1839"/>
              <a:gd name="csY0" fmla="*/ 3984 h 7968"/>
              <a:gd name="csX1" fmla="*/ 1302 w 1839"/>
              <a:gd name="csY1" fmla="*/ 757 h 7968"/>
              <a:gd name="csX2" fmla="*/ 1302 w 1839"/>
              <a:gd name="csY2" fmla="*/ 7211 h 7968"/>
              <a:gd name="csX3" fmla="*/ 0 w 1839"/>
              <a:gd name="csY3" fmla="*/ 3984 h 7968"/>
            </a:gdLst>
            <a:ahLst/>
            <a:cxnLst>
              <a:cxn ang="0">
                <a:pos x="csX0" y="csY0"/>
              </a:cxn>
              <a:cxn ang="0">
                <a:pos x="csX1" y="csY1"/>
              </a:cxn>
              <a:cxn ang="0">
                <a:pos x="csX2" y="csY2"/>
              </a:cxn>
              <a:cxn ang="0">
                <a:pos x="csX3" y="csY3"/>
              </a:cxn>
            </a:cxnLst>
            <a:rect l="l" t="t" r="r" b="b"/>
            <a:pathLst>
              <a:path w="1839" h="7968">
                <a:moveTo>
                  <a:pt x="0" y="3984"/>
                </a:moveTo>
                <a:cubicBezTo>
                  <a:pt x="0" y="435"/>
                  <a:pt x="586" y="-1017"/>
                  <a:pt x="1302" y="757"/>
                </a:cubicBezTo>
                <a:cubicBezTo>
                  <a:pt x="2018" y="2532"/>
                  <a:pt x="2018" y="5436"/>
                  <a:pt x="1302" y="7211"/>
                </a:cubicBezTo>
                <a:cubicBezTo>
                  <a:pt x="586" y="8986"/>
                  <a:pt x="0" y="7534"/>
                  <a:pt x="0" y="3984"/>
                </a:cubicBezTo>
                <a:close/>
              </a:path>
            </a:pathLst>
          </a:custGeom>
          <a:solidFill>
            <a:srgbClr val="B9B9B9"/>
          </a:solidFill>
          <a:ln w="5163" cap="flat">
            <a:noFill/>
            <a:prstDash val="solid"/>
            <a:miter/>
          </a:ln>
        </p:spPr>
        <p:txBody>
          <a:bodyPr/>
          <a:lstStyle/>
          <a:p>
            <a:endParaRPr lang="es-419" noProof="0" dirty="0"/>
          </a:p>
        </p:txBody>
      </p:sp>
      <p:sp>
        <p:nvSpPr>
          <p:cNvPr id="50" name="Forma libre: forma 49">
            <a:extLst>
              <a:ext uri="{FF2B5EF4-FFF2-40B4-BE49-F238E27FC236}">
                <a16:creationId xmlns:a16="http://schemas.microsoft.com/office/drawing/2014/main" id="{54684BCF-41A5-4224-1CA2-56D5CDBED7F9}"/>
              </a:ext>
            </a:extLst>
          </p:cNvPr>
          <p:cNvSpPr/>
          <p:nvPr/>
        </p:nvSpPr>
        <p:spPr>
          <a:xfrm>
            <a:off x="1309468" y="1877186"/>
            <a:ext cx="342958" cy="300162"/>
          </a:xfrm>
          <a:custGeom>
            <a:avLst/>
            <a:gdLst>
              <a:gd name="csX0" fmla="*/ 295686 w 342958"/>
              <a:gd name="csY0" fmla="*/ 296278 h 300162"/>
              <a:gd name="csX1" fmla="*/ 285863 w 342958"/>
              <a:gd name="csY1" fmla="*/ 292488 h 300162"/>
              <a:gd name="csX2" fmla="*/ 274573 w 342958"/>
              <a:gd name="csY2" fmla="*/ 278339 h 300162"/>
              <a:gd name="csX3" fmla="*/ 265490 w 342958"/>
              <a:gd name="csY3" fmla="*/ 262580 h 300162"/>
              <a:gd name="csX4" fmla="*/ 250359 w 342958"/>
              <a:gd name="csY4" fmla="*/ 277449 h 300162"/>
              <a:gd name="csX5" fmla="*/ 232353 w 342958"/>
              <a:gd name="csY5" fmla="*/ 275755 h 300162"/>
              <a:gd name="csX6" fmla="*/ 216800 w 342958"/>
              <a:gd name="csY6" fmla="*/ 278780 h 300162"/>
              <a:gd name="csX7" fmla="*/ 197688 w 342958"/>
              <a:gd name="csY7" fmla="*/ 275445 h 300162"/>
              <a:gd name="csX8" fmla="*/ 186717 w 342958"/>
              <a:gd name="csY8" fmla="*/ 271836 h 300162"/>
              <a:gd name="csX9" fmla="*/ 183241 w 342958"/>
              <a:gd name="csY9" fmla="*/ 267964 h 300162"/>
              <a:gd name="csX10" fmla="*/ 171812 w 342958"/>
              <a:gd name="csY10" fmla="*/ 264092 h 300162"/>
              <a:gd name="csX11" fmla="*/ 155307 w 342958"/>
              <a:gd name="csY11" fmla="*/ 270545 h 300162"/>
              <a:gd name="csX12" fmla="*/ 128918 w 342958"/>
              <a:gd name="csY12" fmla="*/ 266264 h 300162"/>
              <a:gd name="csX13" fmla="*/ 106345 w 342958"/>
              <a:gd name="csY13" fmla="*/ 255141 h 300162"/>
              <a:gd name="csX14" fmla="*/ 91555 w 342958"/>
              <a:gd name="csY14" fmla="*/ 250269 h 300162"/>
              <a:gd name="csX15" fmla="*/ 81548 w 342958"/>
              <a:gd name="csY15" fmla="*/ 247474 h 300162"/>
              <a:gd name="csX16" fmla="*/ 78435 w 342958"/>
              <a:gd name="csY16" fmla="*/ 239429 h 300162"/>
              <a:gd name="csX17" fmla="*/ 82408 w 342958"/>
              <a:gd name="csY17" fmla="*/ 200657 h 300162"/>
              <a:gd name="csX18" fmla="*/ 83563 w 342958"/>
              <a:gd name="csY18" fmla="*/ 189030 h 300162"/>
              <a:gd name="csX19" fmla="*/ 79311 w 342958"/>
              <a:gd name="csY19" fmla="*/ 164140 h 300162"/>
              <a:gd name="csX20" fmla="*/ 69658 w 342958"/>
              <a:gd name="csY20" fmla="*/ 165664 h 300162"/>
              <a:gd name="csX21" fmla="*/ 52863 w 342958"/>
              <a:gd name="csY21" fmla="*/ 178880 h 300162"/>
              <a:gd name="csX22" fmla="*/ 46310 w 342958"/>
              <a:gd name="csY22" fmla="*/ 180840 h 300162"/>
              <a:gd name="csX23" fmla="*/ 41273 w 342958"/>
              <a:gd name="csY23" fmla="*/ 176042 h 300162"/>
              <a:gd name="csX24" fmla="*/ 28735 w 342958"/>
              <a:gd name="csY24" fmla="*/ 163573 h 300162"/>
              <a:gd name="csX25" fmla="*/ 8346 w 342958"/>
              <a:gd name="csY25" fmla="*/ 134458 h 300162"/>
              <a:gd name="csX26" fmla="*/ 3097 w 342958"/>
              <a:gd name="csY26" fmla="*/ 117621 h 300162"/>
              <a:gd name="csX27" fmla="*/ 147 w 342958"/>
              <a:gd name="csY27" fmla="*/ 113613 h 300162"/>
              <a:gd name="csX28" fmla="*/ 21165 w 342958"/>
              <a:gd name="csY28" fmla="*/ 104003 h 300162"/>
              <a:gd name="csX29" fmla="*/ 72335 w 342958"/>
              <a:gd name="csY29" fmla="*/ 73250 h 300162"/>
              <a:gd name="csX30" fmla="*/ 93508 w 342958"/>
              <a:gd name="csY30" fmla="*/ 38847 h 300162"/>
              <a:gd name="csX31" fmla="*/ 97565 w 342958"/>
              <a:gd name="csY31" fmla="*/ 29800 h 300162"/>
              <a:gd name="csX32" fmla="*/ 109742 w 342958"/>
              <a:gd name="csY32" fmla="*/ 18194 h 300162"/>
              <a:gd name="csX33" fmla="*/ 113822 w 342958"/>
              <a:gd name="csY33" fmla="*/ 11110 h 300162"/>
              <a:gd name="csX34" fmla="*/ 121678 w 342958"/>
              <a:gd name="csY34" fmla="*/ 5555 h 300162"/>
              <a:gd name="csX35" fmla="*/ 127233 w 342958"/>
              <a:gd name="csY35" fmla="*/ 0 h 300162"/>
              <a:gd name="csX36" fmla="*/ 134516 w 342958"/>
              <a:gd name="csY36" fmla="*/ 8782 h 300162"/>
              <a:gd name="csX37" fmla="*/ 141869 w 342958"/>
              <a:gd name="csY37" fmla="*/ 33944 h 300162"/>
              <a:gd name="csX38" fmla="*/ 147505 w 342958"/>
              <a:gd name="csY38" fmla="*/ 58144 h 300162"/>
              <a:gd name="csX39" fmla="*/ 152804 w 342958"/>
              <a:gd name="csY39" fmla="*/ 90810 h 300162"/>
              <a:gd name="csX40" fmla="*/ 162764 w 342958"/>
              <a:gd name="csY40" fmla="*/ 124694 h 300162"/>
              <a:gd name="csX41" fmla="*/ 170334 w 342958"/>
              <a:gd name="csY41" fmla="*/ 121832 h 300162"/>
              <a:gd name="csX42" fmla="*/ 185393 w 342958"/>
              <a:gd name="csY42" fmla="*/ 124884 h 300162"/>
              <a:gd name="csX43" fmla="*/ 190271 w 342958"/>
              <a:gd name="csY43" fmla="*/ 127275 h 300162"/>
              <a:gd name="csX44" fmla="*/ 201229 w 342958"/>
              <a:gd name="csY44" fmla="*/ 139721 h 300162"/>
              <a:gd name="csX45" fmla="*/ 197439 w 342958"/>
              <a:gd name="csY45" fmla="*/ 147005 h 300162"/>
              <a:gd name="csX46" fmla="*/ 196794 w 342958"/>
              <a:gd name="csY46" fmla="*/ 162615 h 300162"/>
              <a:gd name="csX47" fmla="*/ 220205 w 342958"/>
              <a:gd name="csY47" fmla="*/ 171185 h 300162"/>
              <a:gd name="csX48" fmla="*/ 242581 w 342958"/>
              <a:gd name="csY48" fmla="*/ 173796 h 300162"/>
              <a:gd name="csX49" fmla="*/ 259092 w 342958"/>
              <a:gd name="csY49" fmla="*/ 186698 h 300162"/>
              <a:gd name="csX50" fmla="*/ 273592 w 342958"/>
              <a:gd name="csY50" fmla="*/ 197707 h 300162"/>
              <a:gd name="csX51" fmla="*/ 304244 w 342958"/>
              <a:gd name="csY51" fmla="*/ 198591 h 300162"/>
              <a:gd name="csX52" fmla="*/ 333285 w 342958"/>
              <a:gd name="csY52" fmla="*/ 203946 h 300162"/>
              <a:gd name="csX53" fmla="*/ 339205 w 342958"/>
              <a:gd name="csY53" fmla="*/ 216060 h 300162"/>
              <a:gd name="csX54" fmla="*/ 336274 w 342958"/>
              <a:gd name="csY54" fmla="*/ 220854 h 300162"/>
              <a:gd name="csX55" fmla="*/ 328850 w 342958"/>
              <a:gd name="csY55" fmla="*/ 233114 h 300162"/>
              <a:gd name="csX56" fmla="*/ 326965 w 342958"/>
              <a:gd name="csY56" fmla="*/ 236341 h 300162"/>
              <a:gd name="csX57" fmla="*/ 329181 w 342958"/>
              <a:gd name="csY57" fmla="*/ 240859 h 300162"/>
              <a:gd name="csX58" fmla="*/ 331403 w 342958"/>
              <a:gd name="csY58" fmla="*/ 248187 h 300162"/>
              <a:gd name="csX59" fmla="*/ 328049 w 342958"/>
              <a:gd name="csY59" fmla="*/ 258014 h 300162"/>
              <a:gd name="csX60" fmla="*/ 326532 w 342958"/>
              <a:gd name="csY60" fmla="*/ 276244 h 300162"/>
              <a:gd name="csX61" fmla="*/ 325085 w 342958"/>
              <a:gd name="csY61" fmla="*/ 283496 h 300162"/>
              <a:gd name="csX62" fmla="*/ 321398 w 342958"/>
              <a:gd name="csY62" fmla="*/ 292711 h 300162"/>
              <a:gd name="csX63" fmla="*/ 311874 w 342958"/>
              <a:gd name="csY63" fmla="*/ 300150 h 300162"/>
              <a:gd name="csX64" fmla="*/ 295686 w 342958"/>
              <a:gd name="csY64" fmla="*/ 296278 h 3001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Lst>
            <a:rect l="l" t="t" r="r" b="b"/>
            <a:pathLst>
              <a:path w="342958" h="300162">
                <a:moveTo>
                  <a:pt x="295686" y="296278"/>
                </a:moveTo>
                <a:cubicBezTo>
                  <a:pt x="292930" y="294193"/>
                  <a:pt x="288510" y="292488"/>
                  <a:pt x="285863" y="292488"/>
                </a:cubicBezTo>
                <a:cubicBezTo>
                  <a:pt x="282541" y="292488"/>
                  <a:pt x="279045" y="288107"/>
                  <a:pt x="274573" y="278339"/>
                </a:cubicBezTo>
                <a:cubicBezTo>
                  <a:pt x="271011" y="270557"/>
                  <a:pt x="266923" y="263466"/>
                  <a:pt x="265490" y="262580"/>
                </a:cubicBezTo>
                <a:cubicBezTo>
                  <a:pt x="261887" y="260353"/>
                  <a:pt x="250359" y="271682"/>
                  <a:pt x="250359" y="277449"/>
                </a:cubicBezTo>
                <a:cubicBezTo>
                  <a:pt x="250359" y="284106"/>
                  <a:pt x="242694" y="283385"/>
                  <a:pt x="232353" y="275755"/>
                </a:cubicBezTo>
                <a:cubicBezTo>
                  <a:pt x="223375" y="269132"/>
                  <a:pt x="216800" y="270410"/>
                  <a:pt x="216800" y="278780"/>
                </a:cubicBezTo>
                <a:cubicBezTo>
                  <a:pt x="216800" y="282868"/>
                  <a:pt x="211006" y="281857"/>
                  <a:pt x="197688" y="275445"/>
                </a:cubicBezTo>
                <a:cubicBezTo>
                  <a:pt x="193566" y="273460"/>
                  <a:pt x="188628" y="271836"/>
                  <a:pt x="186717" y="271836"/>
                </a:cubicBezTo>
                <a:cubicBezTo>
                  <a:pt x="184805" y="271836"/>
                  <a:pt x="183241" y="270094"/>
                  <a:pt x="183241" y="267964"/>
                </a:cubicBezTo>
                <a:cubicBezTo>
                  <a:pt x="183241" y="265105"/>
                  <a:pt x="180251" y="264092"/>
                  <a:pt x="171812" y="264092"/>
                </a:cubicBezTo>
                <a:cubicBezTo>
                  <a:pt x="162696" y="264092"/>
                  <a:pt x="159356" y="265398"/>
                  <a:pt x="155307" y="270545"/>
                </a:cubicBezTo>
                <a:cubicBezTo>
                  <a:pt x="148138" y="279659"/>
                  <a:pt x="141633" y="278604"/>
                  <a:pt x="128918" y="266264"/>
                </a:cubicBezTo>
                <a:cubicBezTo>
                  <a:pt x="119547" y="257171"/>
                  <a:pt x="116097" y="255470"/>
                  <a:pt x="106345" y="255141"/>
                </a:cubicBezTo>
                <a:cubicBezTo>
                  <a:pt x="98734" y="254884"/>
                  <a:pt x="93722" y="253233"/>
                  <a:pt x="91555" y="250269"/>
                </a:cubicBezTo>
                <a:cubicBezTo>
                  <a:pt x="89207" y="247058"/>
                  <a:pt x="86367" y="246265"/>
                  <a:pt x="81548" y="247474"/>
                </a:cubicBezTo>
                <a:cubicBezTo>
                  <a:pt x="74001" y="249368"/>
                  <a:pt x="73102" y="247043"/>
                  <a:pt x="78435" y="239429"/>
                </a:cubicBezTo>
                <a:cubicBezTo>
                  <a:pt x="83856" y="231688"/>
                  <a:pt x="86528" y="205621"/>
                  <a:pt x="82408" y="200657"/>
                </a:cubicBezTo>
                <a:cubicBezTo>
                  <a:pt x="79647" y="197331"/>
                  <a:pt x="79847" y="195321"/>
                  <a:pt x="83563" y="189030"/>
                </a:cubicBezTo>
                <a:cubicBezTo>
                  <a:pt x="88650" y="180419"/>
                  <a:pt x="87374" y="172952"/>
                  <a:pt x="79311" y="164140"/>
                </a:cubicBezTo>
                <a:cubicBezTo>
                  <a:pt x="73608" y="157907"/>
                  <a:pt x="69658" y="158530"/>
                  <a:pt x="69658" y="165664"/>
                </a:cubicBezTo>
                <a:cubicBezTo>
                  <a:pt x="69658" y="171138"/>
                  <a:pt x="55140" y="182563"/>
                  <a:pt x="52863" y="178880"/>
                </a:cubicBezTo>
                <a:cubicBezTo>
                  <a:pt x="50323" y="174770"/>
                  <a:pt x="46434" y="175933"/>
                  <a:pt x="46310" y="180840"/>
                </a:cubicBezTo>
                <a:cubicBezTo>
                  <a:pt x="46241" y="183582"/>
                  <a:pt x="44262" y="181697"/>
                  <a:pt x="41273" y="176042"/>
                </a:cubicBezTo>
                <a:cubicBezTo>
                  <a:pt x="38533" y="170858"/>
                  <a:pt x="32973" y="165329"/>
                  <a:pt x="28735" y="163573"/>
                </a:cubicBezTo>
                <a:cubicBezTo>
                  <a:pt x="15748" y="158193"/>
                  <a:pt x="9667" y="149510"/>
                  <a:pt x="8346" y="134458"/>
                </a:cubicBezTo>
                <a:cubicBezTo>
                  <a:pt x="7635" y="126353"/>
                  <a:pt x="5506" y="119523"/>
                  <a:pt x="3097" y="117621"/>
                </a:cubicBezTo>
                <a:cubicBezTo>
                  <a:pt x="868" y="115861"/>
                  <a:pt x="-459" y="114058"/>
                  <a:pt x="147" y="113613"/>
                </a:cubicBezTo>
                <a:cubicBezTo>
                  <a:pt x="7952" y="107892"/>
                  <a:pt x="16388" y="104034"/>
                  <a:pt x="21165" y="104003"/>
                </a:cubicBezTo>
                <a:cubicBezTo>
                  <a:pt x="38718" y="103886"/>
                  <a:pt x="49596" y="97348"/>
                  <a:pt x="72335" y="73250"/>
                </a:cubicBezTo>
                <a:cubicBezTo>
                  <a:pt x="94445" y="49819"/>
                  <a:pt x="94883" y="49106"/>
                  <a:pt x="93508" y="38847"/>
                </a:cubicBezTo>
                <a:cubicBezTo>
                  <a:pt x="92208" y="29159"/>
                  <a:pt x="92513" y="28479"/>
                  <a:pt x="97565" y="29800"/>
                </a:cubicBezTo>
                <a:cubicBezTo>
                  <a:pt x="103852" y="31444"/>
                  <a:pt x="107223" y="28231"/>
                  <a:pt x="109742" y="18194"/>
                </a:cubicBezTo>
                <a:cubicBezTo>
                  <a:pt x="110720" y="14298"/>
                  <a:pt x="112556" y="11110"/>
                  <a:pt x="113822" y="11110"/>
                </a:cubicBezTo>
                <a:cubicBezTo>
                  <a:pt x="115088" y="11110"/>
                  <a:pt x="118623" y="8610"/>
                  <a:pt x="121678" y="5555"/>
                </a:cubicBezTo>
                <a:lnTo>
                  <a:pt x="127233" y="0"/>
                </a:lnTo>
                <a:lnTo>
                  <a:pt x="134516" y="8782"/>
                </a:lnTo>
                <a:cubicBezTo>
                  <a:pt x="140793" y="16350"/>
                  <a:pt x="141809" y="19826"/>
                  <a:pt x="141869" y="33944"/>
                </a:cubicBezTo>
                <a:cubicBezTo>
                  <a:pt x="141922" y="46507"/>
                  <a:pt x="143236" y="52147"/>
                  <a:pt x="147505" y="58144"/>
                </a:cubicBezTo>
                <a:cubicBezTo>
                  <a:pt x="152339" y="64931"/>
                  <a:pt x="153038" y="69240"/>
                  <a:pt x="152804" y="90810"/>
                </a:cubicBezTo>
                <a:cubicBezTo>
                  <a:pt x="152465" y="122159"/>
                  <a:pt x="153210" y="124694"/>
                  <a:pt x="162764" y="124694"/>
                </a:cubicBezTo>
                <a:cubicBezTo>
                  <a:pt x="166927" y="124694"/>
                  <a:pt x="170334" y="123406"/>
                  <a:pt x="170334" y="121832"/>
                </a:cubicBezTo>
                <a:cubicBezTo>
                  <a:pt x="170334" y="118431"/>
                  <a:pt x="184072" y="121216"/>
                  <a:pt x="185393" y="124884"/>
                </a:cubicBezTo>
                <a:cubicBezTo>
                  <a:pt x="185866" y="126199"/>
                  <a:pt x="188061" y="127275"/>
                  <a:pt x="190271" y="127275"/>
                </a:cubicBezTo>
                <a:cubicBezTo>
                  <a:pt x="194758" y="127275"/>
                  <a:pt x="201103" y="134482"/>
                  <a:pt x="201229" y="139721"/>
                </a:cubicBezTo>
                <a:cubicBezTo>
                  <a:pt x="201275" y="141597"/>
                  <a:pt x="199569" y="144875"/>
                  <a:pt x="197439" y="147005"/>
                </a:cubicBezTo>
                <a:cubicBezTo>
                  <a:pt x="192728" y="151716"/>
                  <a:pt x="192413" y="159339"/>
                  <a:pt x="196794" y="162615"/>
                </a:cubicBezTo>
                <a:cubicBezTo>
                  <a:pt x="198569" y="163942"/>
                  <a:pt x="209104" y="167799"/>
                  <a:pt x="220205" y="171185"/>
                </a:cubicBezTo>
                <a:cubicBezTo>
                  <a:pt x="236917" y="176284"/>
                  <a:pt x="240766" y="176733"/>
                  <a:pt x="242581" y="173796"/>
                </a:cubicBezTo>
                <a:cubicBezTo>
                  <a:pt x="245948" y="168348"/>
                  <a:pt x="255565" y="175863"/>
                  <a:pt x="259092" y="186698"/>
                </a:cubicBezTo>
                <a:cubicBezTo>
                  <a:pt x="261627" y="194485"/>
                  <a:pt x="263378" y="195815"/>
                  <a:pt x="273592" y="197707"/>
                </a:cubicBezTo>
                <a:cubicBezTo>
                  <a:pt x="279981" y="198890"/>
                  <a:pt x="293775" y="199289"/>
                  <a:pt x="304244" y="198591"/>
                </a:cubicBezTo>
                <a:cubicBezTo>
                  <a:pt x="321502" y="197442"/>
                  <a:pt x="324213" y="197942"/>
                  <a:pt x="333285" y="203946"/>
                </a:cubicBezTo>
                <a:cubicBezTo>
                  <a:pt x="344213" y="211177"/>
                  <a:pt x="345431" y="213671"/>
                  <a:pt x="339205" y="216060"/>
                </a:cubicBezTo>
                <a:cubicBezTo>
                  <a:pt x="336957" y="216923"/>
                  <a:pt x="335638" y="219080"/>
                  <a:pt x="336274" y="220854"/>
                </a:cubicBezTo>
                <a:cubicBezTo>
                  <a:pt x="337968" y="225576"/>
                  <a:pt x="333403" y="233114"/>
                  <a:pt x="328850" y="233114"/>
                </a:cubicBezTo>
                <a:cubicBezTo>
                  <a:pt x="326331" y="233114"/>
                  <a:pt x="325653" y="234275"/>
                  <a:pt x="326965" y="236341"/>
                </a:cubicBezTo>
                <a:cubicBezTo>
                  <a:pt x="328092" y="238116"/>
                  <a:pt x="329089" y="240149"/>
                  <a:pt x="329181" y="240859"/>
                </a:cubicBezTo>
                <a:cubicBezTo>
                  <a:pt x="329272" y="241569"/>
                  <a:pt x="330272" y="244866"/>
                  <a:pt x="331403" y="248187"/>
                </a:cubicBezTo>
                <a:cubicBezTo>
                  <a:pt x="332991" y="252852"/>
                  <a:pt x="332229" y="255087"/>
                  <a:pt x="328049" y="258014"/>
                </a:cubicBezTo>
                <a:cubicBezTo>
                  <a:pt x="321663" y="262487"/>
                  <a:pt x="321157" y="268570"/>
                  <a:pt x="326532" y="276244"/>
                </a:cubicBezTo>
                <a:cubicBezTo>
                  <a:pt x="330115" y="281360"/>
                  <a:pt x="330000" y="281936"/>
                  <a:pt x="325085" y="283496"/>
                </a:cubicBezTo>
                <a:cubicBezTo>
                  <a:pt x="320727" y="284879"/>
                  <a:pt x="320050" y="286571"/>
                  <a:pt x="321398" y="292711"/>
                </a:cubicBezTo>
                <a:cubicBezTo>
                  <a:pt x="323026" y="300123"/>
                  <a:pt x="322888" y="300231"/>
                  <a:pt x="311874" y="300150"/>
                </a:cubicBezTo>
                <a:cubicBezTo>
                  <a:pt x="305727" y="300105"/>
                  <a:pt x="298443" y="298362"/>
                  <a:pt x="295686" y="296278"/>
                </a:cubicBezTo>
                <a:close/>
              </a:path>
            </a:pathLst>
          </a:custGeom>
          <a:solidFill>
            <a:srgbClr val="B9B9B9"/>
          </a:solidFill>
          <a:ln w="5163" cap="flat">
            <a:noFill/>
            <a:prstDash val="solid"/>
            <a:miter/>
          </a:ln>
        </p:spPr>
        <p:txBody>
          <a:bodyPr/>
          <a:lstStyle/>
          <a:p>
            <a:endParaRPr lang="es-419" noProof="0" dirty="0"/>
          </a:p>
        </p:txBody>
      </p:sp>
      <p:sp>
        <p:nvSpPr>
          <p:cNvPr id="51" name="Forma libre: forma 50">
            <a:extLst>
              <a:ext uri="{FF2B5EF4-FFF2-40B4-BE49-F238E27FC236}">
                <a16:creationId xmlns:a16="http://schemas.microsoft.com/office/drawing/2014/main" id="{BA2F122F-7B41-BDE0-6FCA-5381B5991FE5}"/>
              </a:ext>
            </a:extLst>
          </p:cNvPr>
          <p:cNvSpPr/>
          <p:nvPr/>
        </p:nvSpPr>
        <p:spPr>
          <a:xfrm>
            <a:off x="1257795" y="2071057"/>
            <a:ext cx="87522" cy="67430"/>
          </a:xfrm>
          <a:custGeom>
            <a:avLst/>
            <a:gdLst>
              <a:gd name="csX0" fmla="*/ 3976 w 87522"/>
              <a:gd name="csY0" fmla="*/ 62589 h 67430"/>
              <a:gd name="csX1" fmla="*/ 1611 w 87522"/>
              <a:gd name="csY1" fmla="*/ 35473 h 67430"/>
              <a:gd name="csX2" fmla="*/ 13354 w 87522"/>
              <a:gd name="csY2" fmla="*/ 26110 h 67430"/>
              <a:gd name="csX3" fmla="*/ 24928 w 87522"/>
              <a:gd name="csY3" fmla="*/ 17185 h 67430"/>
              <a:gd name="csX4" fmla="*/ 28816 w 87522"/>
              <a:gd name="csY4" fmla="*/ 13430 h 67430"/>
              <a:gd name="csX5" fmla="*/ 55396 w 87522"/>
              <a:gd name="csY5" fmla="*/ 696 h 67430"/>
              <a:gd name="csX6" fmla="*/ 76595 w 87522"/>
              <a:gd name="csY6" fmla="*/ 27413 h 67430"/>
              <a:gd name="csX7" fmla="*/ 81474 w 87522"/>
              <a:gd name="csY7" fmla="*/ 35237 h 67430"/>
              <a:gd name="csX8" fmla="*/ 81963 w 87522"/>
              <a:gd name="csY8" fmla="*/ 49346 h 67430"/>
              <a:gd name="csX9" fmla="*/ 69036 w 87522"/>
              <a:gd name="csY9" fmla="*/ 59608 h 67430"/>
              <a:gd name="csX10" fmla="*/ 36947 w 87522"/>
              <a:gd name="csY10" fmla="*/ 62618 h 67430"/>
              <a:gd name="csX11" fmla="*/ 17042 w 87522"/>
              <a:gd name="csY11" fmla="*/ 62345 h 67430"/>
              <a:gd name="csX12" fmla="*/ 3976 w 87522"/>
              <a:gd name="csY12" fmla="*/ 62589 h 67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7522" h="67430">
                <a:moveTo>
                  <a:pt x="3976" y="62589"/>
                </a:moveTo>
                <a:cubicBezTo>
                  <a:pt x="-42" y="58150"/>
                  <a:pt x="-1347" y="43182"/>
                  <a:pt x="1611" y="35473"/>
                </a:cubicBezTo>
                <a:cubicBezTo>
                  <a:pt x="2496" y="33167"/>
                  <a:pt x="7780" y="28954"/>
                  <a:pt x="13354" y="26110"/>
                </a:cubicBezTo>
                <a:cubicBezTo>
                  <a:pt x="18927" y="23267"/>
                  <a:pt x="24135" y="19251"/>
                  <a:pt x="24928" y="17185"/>
                </a:cubicBezTo>
                <a:cubicBezTo>
                  <a:pt x="25721" y="15120"/>
                  <a:pt x="27470" y="13430"/>
                  <a:pt x="28816" y="13430"/>
                </a:cubicBezTo>
                <a:cubicBezTo>
                  <a:pt x="32726" y="13430"/>
                  <a:pt x="53752" y="3357"/>
                  <a:pt x="55396" y="696"/>
                </a:cubicBezTo>
                <a:cubicBezTo>
                  <a:pt x="58624" y="-4526"/>
                  <a:pt x="78997" y="21152"/>
                  <a:pt x="76595" y="27413"/>
                </a:cubicBezTo>
                <a:cubicBezTo>
                  <a:pt x="75767" y="29569"/>
                  <a:pt x="77801" y="32831"/>
                  <a:pt x="81474" y="35237"/>
                </a:cubicBezTo>
                <a:cubicBezTo>
                  <a:pt x="89349" y="40396"/>
                  <a:pt x="89558" y="46431"/>
                  <a:pt x="81963" y="49346"/>
                </a:cubicBezTo>
                <a:cubicBezTo>
                  <a:pt x="78769" y="50572"/>
                  <a:pt x="72952" y="55190"/>
                  <a:pt x="69036" y="59608"/>
                </a:cubicBezTo>
                <a:cubicBezTo>
                  <a:pt x="60658" y="69060"/>
                  <a:pt x="52768" y="69801"/>
                  <a:pt x="36947" y="62618"/>
                </a:cubicBezTo>
                <a:cubicBezTo>
                  <a:pt x="26493" y="57872"/>
                  <a:pt x="25833" y="57863"/>
                  <a:pt x="17042" y="62345"/>
                </a:cubicBezTo>
                <a:cubicBezTo>
                  <a:pt x="8489" y="66705"/>
                  <a:pt x="7714" y="66720"/>
                  <a:pt x="3976" y="62589"/>
                </a:cubicBezTo>
                <a:close/>
              </a:path>
            </a:pathLst>
          </a:custGeom>
          <a:solidFill>
            <a:srgbClr val="B9B9B9"/>
          </a:solidFill>
          <a:ln w="5163" cap="flat">
            <a:noFill/>
            <a:prstDash val="solid"/>
            <a:miter/>
          </a:ln>
        </p:spPr>
        <p:txBody>
          <a:bodyPr/>
          <a:lstStyle/>
          <a:p>
            <a:endParaRPr lang="es-419" noProof="0" dirty="0"/>
          </a:p>
        </p:txBody>
      </p:sp>
      <p:sp>
        <p:nvSpPr>
          <p:cNvPr id="52" name="Forma libre: forma 51">
            <a:extLst>
              <a:ext uri="{FF2B5EF4-FFF2-40B4-BE49-F238E27FC236}">
                <a16:creationId xmlns:a16="http://schemas.microsoft.com/office/drawing/2014/main" id="{89D8DF12-5E68-7E79-D204-7C6AF4C926A2}"/>
              </a:ext>
            </a:extLst>
          </p:cNvPr>
          <p:cNvSpPr/>
          <p:nvPr/>
        </p:nvSpPr>
        <p:spPr>
          <a:xfrm>
            <a:off x="1498388" y="1582666"/>
            <a:ext cx="245235" cy="503912"/>
          </a:xfrm>
          <a:custGeom>
            <a:avLst/>
            <a:gdLst>
              <a:gd name="csX0" fmla="*/ 181623 w 245235"/>
              <a:gd name="csY0" fmla="*/ 494203 h 503912"/>
              <a:gd name="csX1" fmla="*/ 158452 w 245235"/>
              <a:gd name="csY1" fmla="*/ 485687 h 503912"/>
              <a:gd name="csX2" fmla="*/ 148342 w 245235"/>
              <a:gd name="csY2" fmla="*/ 487770 h 503912"/>
              <a:gd name="csX3" fmla="*/ 119521 w 245235"/>
              <a:gd name="csY3" fmla="*/ 489801 h 503912"/>
              <a:gd name="csX4" fmla="*/ 87472 w 245235"/>
              <a:gd name="csY4" fmla="*/ 489620 h 503912"/>
              <a:gd name="csX5" fmla="*/ 73190 w 245235"/>
              <a:gd name="csY5" fmla="*/ 478988 h 503912"/>
              <a:gd name="csX6" fmla="*/ 52773 w 245235"/>
              <a:gd name="csY6" fmla="*/ 460575 h 503912"/>
              <a:gd name="csX7" fmla="*/ 49575 w 245235"/>
              <a:gd name="csY7" fmla="*/ 464677 h 503912"/>
              <a:gd name="csX8" fmla="*/ 47915 w 245235"/>
              <a:gd name="csY8" fmla="*/ 467591 h 503912"/>
              <a:gd name="csX9" fmla="*/ 13036 w 245235"/>
              <a:gd name="csY9" fmla="*/ 456319 h 503912"/>
              <a:gd name="csX10" fmla="*/ 12217 w 245235"/>
              <a:gd name="csY10" fmla="*/ 442447 h 503912"/>
              <a:gd name="csX11" fmla="*/ 16234 w 245235"/>
              <a:gd name="csY11" fmla="*/ 437376 h 503912"/>
              <a:gd name="csX12" fmla="*/ 3077 w 245235"/>
              <a:gd name="csY12" fmla="*/ 417673 h 503912"/>
              <a:gd name="csX13" fmla="*/ 0 w 245235"/>
              <a:gd name="csY13" fmla="*/ 409784 h 503912"/>
              <a:gd name="csX14" fmla="*/ 6196 w 245235"/>
              <a:gd name="csY14" fmla="*/ 402269 h 503912"/>
              <a:gd name="csX15" fmla="*/ 12532 w 245235"/>
              <a:gd name="csY15" fmla="*/ 401839 h 503912"/>
              <a:gd name="csX16" fmla="*/ 13332 w 245235"/>
              <a:gd name="csY16" fmla="*/ 389178 h 503912"/>
              <a:gd name="csX17" fmla="*/ 18583 w 245235"/>
              <a:gd name="csY17" fmla="*/ 371495 h 503912"/>
              <a:gd name="csX18" fmla="*/ 33934 w 245235"/>
              <a:gd name="csY18" fmla="*/ 366100 h 503912"/>
              <a:gd name="csX19" fmla="*/ 49768 w 245235"/>
              <a:gd name="csY19" fmla="*/ 361841 h 503912"/>
              <a:gd name="csX20" fmla="*/ 46692 w 245235"/>
              <a:gd name="csY20" fmla="*/ 337409 h 503912"/>
              <a:gd name="csX21" fmla="*/ 42031 w 245235"/>
              <a:gd name="csY21" fmla="*/ 321770 h 503912"/>
              <a:gd name="csX22" fmla="*/ 39524 w 245235"/>
              <a:gd name="csY22" fmla="*/ 295336 h 503912"/>
              <a:gd name="csX23" fmla="*/ 41858 w 245235"/>
              <a:gd name="csY23" fmla="*/ 287644 h 503912"/>
              <a:gd name="csX24" fmla="*/ 57042 w 245235"/>
              <a:gd name="csY24" fmla="*/ 277265 h 503912"/>
              <a:gd name="csX25" fmla="*/ 69737 w 245235"/>
              <a:gd name="csY25" fmla="*/ 269502 h 503912"/>
              <a:gd name="csX26" fmla="*/ 79509 w 245235"/>
              <a:gd name="csY26" fmla="*/ 253317 h 503912"/>
              <a:gd name="csX27" fmla="*/ 95370 w 245235"/>
              <a:gd name="csY27" fmla="*/ 241529 h 503912"/>
              <a:gd name="csX28" fmla="*/ 141543 w 245235"/>
              <a:gd name="csY28" fmla="*/ 207386 h 503912"/>
              <a:gd name="csX29" fmla="*/ 135987 w 245235"/>
              <a:gd name="csY29" fmla="*/ 199791 h 503912"/>
              <a:gd name="csX30" fmla="*/ 127900 w 245235"/>
              <a:gd name="csY30" fmla="*/ 166538 h 503912"/>
              <a:gd name="csX31" fmla="*/ 127266 w 245235"/>
              <a:gd name="csY31" fmla="*/ 150064 h 503912"/>
              <a:gd name="csX32" fmla="*/ 118230 w 245235"/>
              <a:gd name="csY32" fmla="*/ 149351 h 503912"/>
              <a:gd name="csX33" fmla="*/ 106311 w 245235"/>
              <a:gd name="csY33" fmla="*/ 151014 h 503912"/>
              <a:gd name="csX34" fmla="*/ 100187 w 245235"/>
              <a:gd name="csY34" fmla="*/ 149485 h 503912"/>
              <a:gd name="csX35" fmla="*/ 89795 w 245235"/>
              <a:gd name="csY35" fmla="*/ 145581 h 503912"/>
              <a:gd name="csX36" fmla="*/ 79509 w 245235"/>
              <a:gd name="csY36" fmla="*/ 132462 h 503912"/>
              <a:gd name="csX37" fmla="*/ 74746 w 245235"/>
              <a:gd name="csY37" fmla="*/ 127510 h 503912"/>
              <a:gd name="csX38" fmla="*/ 61439 w 245235"/>
              <a:gd name="csY38" fmla="*/ 106041 h 503912"/>
              <a:gd name="csX39" fmla="*/ 51376 w 245235"/>
              <a:gd name="csY39" fmla="*/ 92403 h 503912"/>
              <a:gd name="csX40" fmla="*/ 43631 w 245235"/>
              <a:gd name="csY40" fmla="*/ 82710 h 503912"/>
              <a:gd name="csX41" fmla="*/ 40756 w 245235"/>
              <a:gd name="csY41" fmla="*/ 70719 h 503912"/>
              <a:gd name="csX42" fmla="*/ 37174 w 245235"/>
              <a:gd name="csY42" fmla="*/ 60642 h 503912"/>
              <a:gd name="csX43" fmla="*/ 23391 w 245235"/>
              <a:gd name="csY43" fmla="*/ 17685 h 503912"/>
              <a:gd name="csX44" fmla="*/ 16983 w 245235"/>
              <a:gd name="csY44" fmla="*/ 12409 h 503912"/>
              <a:gd name="csX45" fmla="*/ 27512 w 245235"/>
              <a:gd name="csY45" fmla="*/ 5441 h 503912"/>
              <a:gd name="csX46" fmla="*/ 44577 w 245235"/>
              <a:gd name="csY46" fmla="*/ 1452 h 503912"/>
              <a:gd name="csX47" fmla="*/ 51418 w 245235"/>
              <a:gd name="csY47" fmla="*/ 21016 h 503912"/>
              <a:gd name="csX48" fmla="*/ 53995 w 245235"/>
              <a:gd name="csY48" fmla="*/ 32559 h 503912"/>
              <a:gd name="csX49" fmla="*/ 56749 w 245235"/>
              <a:gd name="csY49" fmla="*/ 46824 h 503912"/>
              <a:gd name="csX50" fmla="*/ 61515 w 245235"/>
              <a:gd name="csY50" fmla="*/ 64401 h 503912"/>
              <a:gd name="csX51" fmla="*/ 66783 w 245235"/>
              <a:gd name="csY51" fmla="*/ 80478 h 503912"/>
              <a:gd name="csX52" fmla="*/ 69183 w 245235"/>
              <a:gd name="csY52" fmla="*/ 82335 h 503912"/>
              <a:gd name="csX53" fmla="*/ 72797 w 245235"/>
              <a:gd name="csY53" fmla="*/ 89434 h 503912"/>
              <a:gd name="csX54" fmla="*/ 77368 w 245235"/>
              <a:gd name="csY54" fmla="*/ 95891 h 503912"/>
              <a:gd name="csX55" fmla="*/ 83382 w 245235"/>
              <a:gd name="csY55" fmla="*/ 106862 h 503912"/>
              <a:gd name="csX56" fmla="*/ 91209 w 245235"/>
              <a:gd name="csY56" fmla="*/ 114603 h 503912"/>
              <a:gd name="csX57" fmla="*/ 115649 w 245235"/>
              <a:gd name="csY57" fmla="*/ 125394 h 503912"/>
              <a:gd name="csX58" fmla="*/ 132428 w 245235"/>
              <a:gd name="csY58" fmla="*/ 131624 h 503912"/>
              <a:gd name="csX59" fmla="*/ 150553 w 245235"/>
              <a:gd name="csY59" fmla="*/ 139348 h 503912"/>
              <a:gd name="csX60" fmla="*/ 176368 w 245235"/>
              <a:gd name="csY60" fmla="*/ 146927 h 503912"/>
              <a:gd name="csX61" fmla="*/ 211382 w 245235"/>
              <a:gd name="csY61" fmla="*/ 156343 h 503912"/>
              <a:gd name="csX62" fmla="*/ 230401 w 245235"/>
              <a:gd name="csY62" fmla="*/ 161456 h 503912"/>
              <a:gd name="csX63" fmla="*/ 244475 w 245235"/>
              <a:gd name="csY63" fmla="*/ 154799 h 503912"/>
              <a:gd name="csX64" fmla="*/ 229656 w 245235"/>
              <a:gd name="csY64" fmla="*/ 212698 h 503912"/>
              <a:gd name="csX65" fmla="*/ 216833 w 245235"/>
              <a:gd name="csY65" fmla="*/ 242385 h 503912"/>
              <a:gd name="csX66" fmla="*/ 205960 w 245235"/>
              <a:gd name="csY66" fmla="*/ 288674 h 503912"/>
              <a:gd name="csX67" fmla="*/ 203418 w 245235"/>
              <a:gd name="csY67" fmla="*/ 300468 h 503912"/>
              <a:gd name="csX68" fmla="*/ 200956 w 245235"/>
              <a:gd name="csY68" fmla="*/ 300468 h 503912"/>
              <a:gd name="csX69" fmla="*/ 214917 w 245235"/>
              <a:gd name="csY69" fmla="*/ 237240 h 503912"/>
              <a:gd name="csX70" fmla="*/ 224070 w 245235"/>
              <a:gd name="csY70" fmla="*/ 211401 h 503912"/>
              <a:gd name="csX71" fmla="*/ 218637 w 245235"/>
              <a:gd name="csY71" fmla="*/ 205384 h 503912"/>
              <a:gd name="csX72" fmla="*/ 214956 w 245235"/>
              <a:gd name="csY72" fmla="*/ 204826 h 503912"/>
              <a:gd name="csX73" fmla="*/ 214905 w 245235"/>
              <a:gd name="csY73" fmla="*/ 215873 h 503912"/>
              <a:gd name="csX74" fmla="*/ 213101 w 245235"/>
              <a:gd name="csY74" fmla="*/ 224084 h 503912"/>
              <a:gd name="csX75" fmla="*/ 208491 w 245235"/>
              <a:gd name="csY75" fmla="*/ 218391 h 503912"/>
              <a:gd name="csX76" fmla="*/ 197466 w 245235"/>
              <a:gd name="csY76" fmla="*/ 218019 h 503912"/>
              <a:gd name="csX77" fmla="*/ 199747 w 245235"/>
              <a:gd name="csY77" fmla="*/ 224749 h 503912"/>
              <a:gd name="csX78" fmla="*/ 203418 w 245235"/>
              <a:gd name="csY78" fmla="*/ 228616 h 503912"/>
              <a:gd name="csX79" fmla="*/ 201015 w 245235"/>
              <a:gd name="csY79" fmla="*/ 229588 h 503912"/>
              <a:gd name="csX80" fmla="*/ 196991 w 245235"/>
              <a:gd name="csY80" fmla="*/ 230726 h 503912"/>
              <a:gd name="csX81" fmla="*/ 198308 w 245235"/>
              <a:gd name="csY81" fmla="*/ 233350 h 503912"/>
              <a:gd name="csX82" fmla="*/ 199523 w 245235"/>
              <a:gd name="csY82" fmla="*/ 241200 h 503912"/>
              <a:gd name="csX83" fmla="*/ 200899 w 245235"/>
              <a:gd name="csY83" fmla="*/ 252786 h 503912"/>
              <a:gd name="csX84" fmla="*/ 200228 w 245235"/>
              <a:gd name="csY84" fmla="*/ 257969 h 503912"/>
              <a:gd name="csX85" fmla="*/ 197509 w 245235"/>
              <a:gd name="csY85" fmla="*/ 272843 h 503912"/>
              <a:gd name="csX86" fmla="*/ 194340 w 245235"/>
              <a:gd name="csY86" fmla="*/ 281107 h 503912"/>
              <a:gd name="csX87" fmla="*/ 191370 w 245235"/>
              <a:gd name="csY87" fmla="*/ 292273 h 503912"/>
              <a:gd name="csX88" fmla="*/ 195674 w 245235"/>
              <a:gd name="csY88" fmla="*/ 307167 h 503912"/>
              <a:gd name="csX89" fmla="*/ 199681 w 245235"/>
              <a:gd name="csY89" fmla="*/ 306687 h 503912"/>
              <a:gd name="csX90" fmla="*/ 200986 w 245235"/>
              <a:gd name="csY90" fmla="*/ 320424 h 503912"/>
              <a:gd name="csX91" fmla="*/ 197882 w 245235"/>
              <a:gd name="csY91" fmla="*/ 340480 h 503912"/>
              <a:gd name="csX92" fmla="*/ 197480 w 245235"/>
              <a:gd name="csY92" fmla="*/ 350806 h 503912"/>
              <a:gd name="csX93" fmla="*/ 195674 w 245235"/>
              <a:gd name="csY93" fmla="*/ 339189 h 503912"/>
              <a:gd name="csX94" fmla="*/ 193480 w 245235"/>
              <a:gd name="csY94" fmla="*/ 360201 h 503912"/>
              <a:gd name="csX95" fmla="*/ 197184 w 245235"/>
              <a:gd name="csY95" fmla="*/ 414396 h 503912"/>
              <a:gd name="csX96" fmla="*/ 198086 w 245235"/>
              <a:gd name="csY96" fmla="*/ 450991 h 503912"/>
              <a:gd name="csX97" fmla="*/ 192986 w 245235"/>
              <a:gd name="csY97" fmla="*/ 462927 h 503912"/>
              <a:gd name="csX98" fmla="*/ 186260 w 245235"/>
              <a:gd name="csY98" fmla="*/ 476652 h 503912"/>
              <a:gd name="csX99" fmla="*/ 187756 w 245235"/>
              <a:gd name="csY99" fmla="*/ 481169 h 503912"/>
              <a:gd name="csX100" fmla="*/ 190891 w 245235"/>
              <a:gd name="csY100" fmla="*/ 476652 h 503912"/>
              <a:gd name="csX101" fmla="*/ 193026 w 245235"/>
              <a:gd name="csY101" fmla="*/ 487623 h 503912"/>
              <a:gd name="csX102" fmla="*/ 194241 w 245235"/>
              <a:gd name="csY102" fmla="*/ 503884 h 503912"/>
              <a:gd name="csX103" fmla="*/ 181623 w 245235"/>
              <a:gd name="csY103" fmla="*/ 494203 h 5039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Lst>
            <a:rect l="l" t="t" r="r" b="b"/>
            <a:pathLst>
              <a:path w="245235" h="503912">
                <a:moveTo>
                  <a:pt x="181623" y="494203"/>
                </a:moveTo>
                <a:cubicBezTo>
                  <a:pt x="170080" y="484213"/>
                  <a:pt x="162664" y="481487"/>
                  <a:pt x="158452" y="485687"/>
                </a:cubicBezTo>
                <a:cubicBezTo>
                  <a:pt x="157384" y="486752"/>
                  <a:pt x="152834" y="487689"/>
                  <a:pt x="148342" y="487770"/>
                </a:cubicBezTo>
                <a:cubicBezTo>
                  <a:pt x="143849" y="487851"/>
                  <a:pt x="130880" y="488765"/>
                  <a:pt x="119521" y="489801"/>
                </a:cubicBezTo>
                <a:cubicBezTo>
                  <a:pt x="108163" y="490837"/>
                  <a:pt x="93741" y="490755"/>
                  <a:pt x="87472" y="489620"/>
                </a:cubicBezTo>
                <a:cubicBezTo>
                  <a:pt x="77605" y="487832"/>
                  <a:pt x="75687" y="486404"/>
                  <a:pt x="73190" y="478988"/>
                </a:cubicBezTo>
                <a:cubicBezTo>
                  <a:pt x="70001" y="469517"/>
                  <a:pt x="60184" y="460664"/>
                  <a:pt x="52773" y="460575"/>
                </a:cubicBezTo>
                <a:cubicBezTo>
                  <a:pt x="49415" y="460535"/>
                  <a:pt x="48457" y="461764"/>
                  <a:pt x="49575" y="464677"/>
                </a:cubicBezTo>
                <a:cubicBezTo>
                  <a:pt x="50616" y="467390"/>
                  <a:pt x="50039" y="468403"/>
                  <a:pt x="47915" y="467591"/>
                </a:cubicBezTo>
                <a:cubicBezTo>
                  <a:pt x="43178" y="465778"/>
                  <a:pt x="16822" y="457260"/>
                  <a:pt x="13036" y="456319"/>
                </a:cubicBezTo>
                <a:cubicBezTo>
                  <a:pt x="9334" y="455399"/>
                  <a:pt x="8569" y="442447"/>
                  <a:pt x="12217" y="442447"/>
                </a:cubicBezTo>
                <a:cubicBezTo>
                  <a:pt x="13541" y="442447"/>
                  <a:pt x="15349" y="440165"/>
                  <a:pt x="16234" y="437376"/>
                </a:cubicBezTo>
                <a:cubicBezTo>
                  <a:pt x="18137" y="431382"/>
                  <a:pt x="7778" y="415870"/>
                  <a:pt x="3077" y="417673"/>
                </a:cubicBezTo>
                <a:cubicBezTo>
                  <a:pt x="1055" y="418449"/>
                  <a:pt x="0" y="415744"/>
                  <a:pt x="0" y="409784"/>
                </a:cubicBezTo>
                <a:cubicBezTo>
                  <a:pt x="0" y="401499"/>
                  <a:pt x="536" y="400849"/>
                  <a:pt x="6196" y="402269"/>
                </a:cubicBezTo>
                <a:cubicBezTo>
                  <a:pt x="9603" y="403124"/>
                  <a:pt x="12454" y="402931"/>
                  <a:pt x="12532" y="401839"/>
                </a:cubicBezTo>
                <a:cubicBezTo>
                  <a:pt x="12609" y="400747"/>
                  <a:pt x="12969" y="395050"/>
                  <a:pt x="13332" y="389178"/>
                </a:cubicBezTo>
                <a:cubicBezTo>
                  <a:pt x="13694" y="383307"/>
                  <a:pt x="16057" y="375349"/>
                  <a:pt x="18583" y="371495"/>
                </a:cubicBezTo>
                <a:cubicBezTo>
                  <a:pt x="22726" y="365172"/>
                  <a:pt x="24227" y="364644"/>
                  <a:pt x="33934" y="366100"/>
                </a:cubicBezTo>
                <a:cubicBezTo>
                  <a:pt x="43066" y="367469"/>
                  <a:pt x="45460" y="366825"/>
                  <a:pt x="49768" y="361841"/>
                </a:cubicBezTo>
                <a:cubicBezTo>
                  <a:pt x="55970" y="354665"/>
                  <a:pt x="55203" y="348567"/>
                  <a:pt x="46692" y="337409"/>
                </a:cubicBezTo>
                <a:cubicBezTo>
                  <a:pt x="41680" y="330837"/>
                  <a:pt x="40608" y="327241"/>
                  <a:pt x="42031" y="321770"/>
                </a:cubicBezTo>
                <a:cubicBezTo>
                  <a:pt x="45168" y="309711"/>
                  <a:pt x="44306" y="300620"/>
                  <a:pt x="39524" y="295336"/>
                </a:cubicBezTo>
                <a:cubicBezTo>
                  <a:pt x="35095" y="290442"/>
                  <a:pt x="35173" y="290185"/>
                  <a:pt x="41858" y="287644"/>
                </a:cubicBezTo>
                <a:cubicBezTo>
                  <a:pt x="45661" y="286198"/>
                  <a:pt x="52494" y="281527"/>
                  <a:pt x="57042" y="277265"/>
                </a:cubicBezTo>
                <a:cubicBezTo>
                  <a:pt x="61590" y="273002"/>
                  <a:pt x="67303" y="269509"/>
                  <a:pt x="69737" y="269502"/>
                </a:cubicBezTo>
                <a:cubicBezTo>
                  <a:pt x="74976" y="269488"/>
                  <a:pt x="79509" y="261980"/>
                  <a:pt x="79509" y="253317"/>
                </a:cubicBezTo>
                <a:cubicBezTo>
                  <a:pt x="79509" y="246749"/>
                  <a:pt x="88587" y="240002"/>
                  <a:pt x="95370" y="241529"/>
                </a:cubicBezTo>
                <a:cubicBezTo>
                  <a:pt x="99614" y="242485"/>
                  <a:pt x="137917" y="214161"/>
                  <a:pt x="141543" y="207386"/>
                </a:cubicBezTo>
                <a:cubicBezTo>
                  <a:pt x="144262" y="202307"/>
                  <a:pt x="142422" y="199791"/>
                  <a:pt x="135987" y="199791"/>
                </a:cubicBezTo>
                <a:cubicBezTo>
                  <a:pt x="130714" y="199791"/>
                  <a:pt x="128893" y="192306"/>
                  <a:pt x="127900" y="166538"/>
                </a:cubicBezTo>
                <a:lnTo>
                  <a:pt x="127266" y="150064"/>
                </a:lnTo>
                <a:lnTo>
                  <a:pt x="118230" y="149351"/>
                </a:lnTo>
                <a:cubicBezTo>
                  <a:pt x="113261" y="148959"/>
                  <a:pt x="107898" y="149707"/>
                  <a:pt x="106311" y="151014"/>
                </a:cubicBezTo>
                <a:cubicBezTo>
                  <a:pt x="104470" y="152530"/>
                  <a:pt x="102255" y="151977"/>
                  <a:pt x="100187" y="149485"/>
                </a:cubicBezTo>
                <a:cubicBezTo>
                  <a:pt x="98405" y="147337"/>
                  <a:pt x="93728" y="145581"/>
                  <a:pt x="89795" y="145581"/>
                </a:cubicBezTo>
                <a:cubicBezTo>
                  <a:pt x="82532" y="145581"/>
                  <a:pt x="79509" y="141725"/>
                  <a:pt x="79509" y="132462"/>
                </a:cubicBezTo>
                <a:cubicBezTo>
                  <a:pt x="79509" y="129370"/>
                  <a:pt x="77720" y="127510"/>
                  <a:pt x="74746" y="127510"/>
                </a:cubicBezTo>
                <a:cubicBezTo>
                  <a:pt x="66661" y="127510"/>
                  <a:pt x="61439" y="119085"/>
                  <a:pt x="61439" y="106041"/>
                </a:cubicBezTo>
                <a:cubicBezTo>
                  <a:pt x="61439" y="94056"/>
                  <a:pt x="61402" y="94007"/>
                  <a:pt x="51376" y="92403"/>
                </a:cubicBezTo>
                <a:cubicBezTo>
                  <a:pt x="41507" y="90825"/>
                  <a:pt x="41357" y="90638"/>
                  <a:pt x="43631" y="82710"/>
                </a:cubicBezTo>
                <a:cubicBezTo>
                  <a:pt x="46841" y="71517"/>
                  <a:pt x="46650" y="70719"/>
                  <a:pt x="40756" y="70719"/>
                </a:cubicBezTo>
                <a:cubicBezTo>
                  <a:pt x="36165" y="70719"/>
                  <a:pt x="35750" y="69551"/>
                  <a:pt x="37174" y="60642"/>
                </a:cubicBezTo>
                <a:cubicBezTo>
                  <a:pt x="39267" y="47555"/>
                  <a:pt x="31942" y="24727"/>
                  <a:pt x="23391" y="17685"/>
                </a:cubicBezTo>
                <a:lnTo>
                  <a:pt x="16983" y="12409"/>
                </a:lnTo>
                <a:lnTo>
                  <a:pt x="27512" y="5441"/>
                </a:lnTo>
                <a:cubicBezTo>
                  <a:pt x="36589" y="-566"/>
                  <a:pt x="38942" y="-1116"/>
                  <a:pt x="44577" y="1452"/>
                </a:cubicBezTo>
                <a:cubicBezTo>
                  <a:pt x="50920" y="4342"/>
                  <a:pt x="52469" y="8771"/>
                  <a:pt x="51418" y="21016"/>
                </a:cubicBezTo>
                <a:cubicBezTo>
                  <a:pt x="51144" y="24205"/>
                  <a:pt x="52304" y="29399"/>
                  <a:pt x="53995" y="32559"/>
                </a:cubicBezTo>
                <a:cubicBezTo>
                  <a:pt x="55686" y="35718"/>
                  <a:pt x="56925" y="42138"/>
                  <a:pt x="56749" y="46824"/>
                </a:cubicBezTo>
                <a:cubicBezTo>
                  <a:pt x="56573" y="51511"/>
                  <a:pt x="58717" y="59420"/>
                  <a:pt x="61515" y="64401"/>
                </a:cubicBezTo>
                <a:cubicBezTo>
                  <a:pt x="64313" y="69382"/>
                  <a:pt x="66683" y="76616"/>
                  <a:pt x="66783" y="80478"/>
                </a:cubicBezTo>
                <a:cubicBezTo>
                  <a:pt x="66944" y="86723"/>
                  <a:pt x="67209" y="86928"/>
                  <a:pt x="69183" y="82335"/>
                </a:cubicBezTo>
                <a:cubicBezTo>
                  <a:pt x="71476" y="76999"/>
                  <a:pt x="71863" y="77758"/>
                  <a:pt x="72797" y="89434"/>
                </a:cubicBezTo>
                <a:cubicBezTo>
                  <a:pt x="72939" y="91209"/>
                  <a:pt x="74996" y="94114"/>
                  <a:pt x="77368" y="95891"/>
                </a:cubicBezTo>
                <a:cubicBezTo>
                  <a:pt x="79740" y="97667"/>
                  <a:pt x="82447" y="102604"/>
                  <a:pt x="83382" y="106862"/>
                </a:cubicBezTo>
                <a:cubicBezTo>
                  <a:pt x="84688" y="112811"/>
                  <a:pt x="86501" y="114603"/>
                  <a:pt x="91209" y="114603"/>
                </a:cubicBezTo>
                <a:cubicBezTo>
                  <a:pt x="99379" y="114603"/>
                  <a:pt x="110872" y="119677"/>
                  <a:pt x="115649" y="125394"/>
                </a:cubicBezTo>
                <a:cubicBezTo>
                  <a:pt x="117952" y="128149"/>
                  <a:pt x="124752" y="130674"/>
                  <a:pt x="132428" y="131624"/>
                </a:cubicBezTo>
                <a:cubicBezTo>
                  <a:pt x="141521" y="132750"/>
                  <a:pt x="146878" y="135032"/>
                  <a:pt x="150553" y="139348"/>
                </a:cubicBezTo>
                <a:cubicBezTo>
                  <a:pt x="154982" y="144548"/>
                  <a:pt x="158885" y="145694"/>
                  <a:pt x="176368" y="146927"/>
                </a:cubicBezTo>
                <a:cubicBezTo>
                  <a:pt x="205380" y="148973"/>
                  <a:pt x="204499" y="148736"/>
                  <a:pt x="211382" y="156343"/>
                </a:cubicBezTo>
                <a:cubicBezTo>
                  <a:pt x="219859" y="165712"/>
                  <a:pt x="228327" y="167989"/>
                  <a:pt x="230401" y="161456"/>
                </a:cubicBezTo>
                <a:cubicBezTo>
                  <a:pt x="231901" y="156729"/>
                  <a:pt x="241748" y="152072"/>
                  <a:pt x="244475" y="154799"/>
                </a:cubicBezTo>
                <a:cubicBezTo>
                  <a:pt x="248005" y="158329"/>
                  <a:pt x="238595" y="195092"/>
                  <a:pt x="229656" y="212698"/>
                </a:cubicBezTo>
                <a:cubicBezTo>
                  <a:pt x="224250" y="223347"/>
                  <a:pt x="218479" y="236706"/>
                  <a:pt x="216833" y="242385"/>
                </a:cubicBezTo>
                <a:cubicBezTo>
                  <a:pt x="208092" y="272545"/>
                  <a:pt x="205996" y="281464"/>
                  <a:pt x="205960" y="288674"/>
                </a:cubicBezTo>
                <a:cubicBezTo>
                  <a:pt x="205939" y="293031"/>
                  <a:pt x="204795" y="298338"/>
                  <a:pt x="203418" y="300468"/>
                </a:cubicBezTo>
                <a:cubicBezTo>
                  <a:pt x="201194" y="303910"/>
                  <a:pt x="200920" y="303910"/>
                  <a:pt x="200956" y="300468"/>
                </a:cubicBezTo>
                <a:cubicBezTo>
                  <a:pt x="201123" y="284393"/>
                  <a:pt x="207229" y="256741"/>
                  <a:pt x="214917" y="237240"/>
                </a:cubicBezTo>
                <a:cubicBezTo>
                  <a:pt x="219951" y="224471"/>
                  <a:pt x="224070" y="212844"/>
                  <a:pt x="224070" y="211401"/>
                </a:cubicBezTo>
                <a:cubicBezTo>
                  <a:pt x="224070" y="209958"/>
                  <a:pt x="221625" y="207250"/>
                  <a:pt x="218637" y="205384"/>
                </a:cubicBezTo>
                <a:cubicBezTo>
                  <a:pt x="215583" y="203477"/>
                  <a:pt x="213971" y="203233"/>
                  <a:pt x="214956" y="204826"/>
                </a:cubicBezTo>
                <a:cubicBezTo>
                  <a:pt x="215920" y="206386"/>
                  <a:pt x="215897" y="211356"/>
                  <a:pt x="214905" y="215873"/>
                </a:cubicBezTo>
                <a:lnTo>
                  <a:pt x="213101" y="224084"/>
                </a:lnTo>
                <a:lnTo>
                  <a:pt x="208491" y="218391"/>
                </a:lnTo>
                <a:cubicBezTo>
                  <a:pt x="202731" y="211277"/>
                  <a:pt x="199260" y="211160"/>
                  <a:pt x="197466" y="218019"/>
                </a:cubicBezTo>
                <a:cubicBezTo>
                  <a:pt x="196615" y="221276"/>
                  <a:pt x="197499" y="223887"/>
                  <a:pt x="199747" y="224749"/>
                </a:cubicBezTo>
                <a:cubicBezTo>
                  <a:pt x="201766" y="225524"/>
                  <a:pt x="203418" y="227264"/>
                  <a:pt x="203418" y="228616"/>
                </a:cubicBezTo>
                <a:cubicBezTo>
                  <a:pt x="203418" y="229967"/>
                  <a:pt x="202337" y="230405"/>
                  <a:pt x="201015" y="229588"/>
                </a:cubicBezTo>
                <a:cubicBezTo>
                  <a:pt x="199694" y="228771"/>
                  <a:pt x="197882" y="229283"/>
                  <a:pt x="196991" y="230726"/>
                </a:cubicBezTo>
                <a:cubicBezTo>
                  <a:pt x="196099" y="232169"/>
                  <a:pt x="196692" y="233350"/>
                  <a:pt x="198308" y="233350"/>
                </a:cubicBezTo>
                <a:cubicBezTo>
                  <a:pt x="200240" y="233350"/>
                  <a:pt x="200656" y="236041"/>
                  <a:pt x="199523" y="241200"/>
                </a:cubicBezTo>
                <a:cubicBezTo>
                  <a:pt x="198474" y="245978"/>
                  <a:pt x="199012" y="250512"/>
                  <a:pt x="200899" y="252786"/>
                </a:cubicBezTo>
                <a:cubicBezTo>
                  <a:pt x="203352" y="255741"/>
                  <a:pt x="203212" y="256824"/>
                  <a:pt x="200228" y="257969"/>
                </a:cubicBezTo>
                <a:cubicBezTo>
                  <a:pt x="197388" y="259059"/>
                  <a:pt x="196716" y="262734"/>
                  <a:pt x="197509" y="272843"/>
                </a:cubicBezTo>
                <a:cubicBezTo>
                  <a:pt x="198508" y="285590"/>
                  <a:pt x="198348" y="286008"/>
                  <a:pt x="194340" y="281107"/>
                </a:cubicBezTo>
                <a:cubicBezTo>
                  <a:pt x="190355" y="276233"/>
                  <a:pt x="190188" y="276860"/>
                  <a:pt x="191370" y="292273"/>
                </a:cubicBezTo>
                <a:cubicBezTo>
                  <a:pt x="192505" y="307076"/>
                  <a:pt x="195674" y="318043"/>
                  <a:pt x="195674" y="307167"/>
                </a:cubicBezTo>
                <a:cubicBezTo>
                  <a:pt x="195674" y="303112"/>
                  <a:pt x="196059" y="303066"/>
                  <a:pt x="199681" y="306687"/>
                </a:cubicBezTo>
                <a:cubicBezTo>
                  <a:pt x="202942" y="309948"/>
                  <a:pt x="203185" y="312507"/>
                  <a:pt x="200986" y="320424"/>
                </a:cubicBezTo>
                <a:cubicBezTo>
                  <a:pt x="199500" y="325776"/>
                  <a:pt x="198103" y="334801"/>
                  <a:pt x="197882" y="340480"/>
                </a:cubicBezTo>
                <a:lnTo>
                  <a:pt x="197480" y="350806"/>
                </a:lnTo>
                <a:lnTo>
                  <a:pt x="195674" y="339189"/>
                </a:lnTo>
                <a:cubicBezTo>
                  <a:pt x="194403" y="331014"/>
                  <a:pt x="193753" y="337239"/>
                  <a:pt x="193480" y="360201"/>
                </a:cubicBezTo>
                <a:cubicBezTo>
                  <a:pt x="193236" y="380786"/>
                  <a:pt x="194603" y="400790"/>
                  <a:pt x="197184" y="414396"/>
                </a:cubicBezTo>
                <a:cubicBezTo>
                  <a:pt x="200612" y="432468"/>
                  <a:pt x="200758" y="438399"/>
                  <a:pt x="198086" y="450991"/>
                </a:cubicBezTo>
                <a:cubicBezTo>
                  <a:pt x="196258" y="459605"/>
                  <a:pt x="194082" y="464699"/>
                  <a:pt x="192986" y="462927"/>
                </a:cubicBezTo>
                <a:cubicBezTo>
                  <a:pt x="191158" y="459970"/>
                  <a:pt x="190587" y="461135"/>
                  <a:pt x="186260" y="476652"/>
                </a:cubicBezTo>
                <a:cubicBezTo>
                  <a:pt x="185567" y="479136"/>
                  <a:pt x="186240" y="481169"/>
                  <a:pt x="187756" y="481169"/>
                </a:cubicBezTo>
                <a:cubicBezTo>
                  <a:pt x="189271" y="481169"/>
                  <a:pt x="190682" y="479136"/>
                  <a:pt x="190891" y="476652"/>
                </a:cubicBezTo>
                <a:cubicBezTo>
                  <a:pt x="191099" y="474167"/>
                  <a:pt x="192060" y="479104"/>
                  <a:pt x="193026" y="487623"/>
                </a:cubicBezTo>
                <a:cubicBezTo>
                  <a:pt x="193992" y="496142"/>
                  <a:pt x="194538" y="503459"/>
                  <a:pt x="194241" y="503884"/>
                </a:cubicBezTo>
                <a:cubicBezTo>
                  <a:pt x="193943" y="504308"/>
                  <a:pt x="188265" y="499952"/>
                  <a:pt x="181623" y="494203"/>
                </a:cubicBezTo>
                <a:close/>
              </a:path>
            </a:pathLst>
          </a:custGeom>
          <a:solidFill>
            <a:srgbClr val="B9B9B9"/>
          </a:solidFill>
          <a:ln w="5163" cap="flat">
            <a:noFill/>
            <a:prstDash val="solid"/>
            <a:miter/>
          </a:ln>
        </p:spPr>
        <p:txBody>
          <a:bodyPr/>
          <a:lstStyle/>
          <a:p>
            <a:endParaRPr lang="es-419" noProof="0" dirty="0"/>
          </a:p>
        </p:txBody>
      </p:sp>
      <p:sp>
        <p:nvSpPr>
          <p:cNvPr id="53" name="Forma libre: forma 52">
            <a:extLst>
              <a:ext uri="{FF2B5EF4-FFF2-40B4-BE49-F238E27FC236}">
                <a16:creationId xmlns:a16="http://schemas.microsoft.com/office/drawing/2014/main" id="{001F761C-ABBD-A3B9-AA50-533B6A4DC793}"/>
              </a:ext>
            </a:extLst>
          </p:cNvPr>
          <p:cNvSpPr/>
          <p:nvPr/>
        </p:nvSpPr>
        <p:spPr>
          <a:xfrm>
            <a:off x="920115" y="1646957"/>
            <a:ext cx="379561" cy="415583"/>
          </a:xfrm>
          <a:custGeom>
            <a:avLst/>
            <a:gdLst>
              <a:gd name="csX0" fmla="*/ 203090 w 379561"/>
              <a:gd name="csY0" fmla="*/ 414284 h 415583"/>
              <a:gd name="csX1" fmla="*/ 197077 w 379561"/>
              <a:gd name="csY1" fmla="*/ 404675 h 415583"/>
              <a:gd name="csX2" fmla="*/ 192271 w 379561"/>
              <a:gd name="csY2" fmla="*/ 395646 h 415583"/>
              <a:gd name="csX3" fmla="*/ 171007 w 379561"/>
              <a:gd name="csY3" fmla="*/ 397866 h 415583"/>
              <a:gd name="csX4" fmla="*/ 166946 w 379561"/>
              <a:gd name="csY4" fmla="*/ 392738 h 415583"/>
              <a:gd name="csX5" fmla="*/ 171214 w 379561"/>
              <a:gd name="csY5" fmla="*/ 375323 h 415583"/>
              <a:gd name="csX6" fmla="*/ 168526 w 379561"/>
              <a:gd name="csY6" fmla="*/ 359903 h 415583"/>
              <a:gd name="csX7" fmla="*/ 135682 w 379561"/>
              <a:gd name="csY7" fmla="*/ 348579 h 415583"/>
              <a:gd name="csX8" fmla="*/ 130456 w 379561"/>
              <a:gd name="csY8" fmla="*/ 344743 h 415583"/>
              <a:gd name="csX9" fmla="*/ 123707 w 379561"/>
              <a:gd name="csY9" fmla="*/ 339434 h 415583"/>
              <a:gd name="csX10" fmla="*/ 111898 w 379561"/>
              <a:gd name="csY10" fmla="*/ 326710 h 415583"/>
              <a:gd name="csX11" fmla="*/ 102819 w 379561"/>
              <a:gd name="csY11" fmla="*/ 312359 h 415583"/>
              <a:gd name="csX12" fmla="*/ 100189 w 379561"/>
              <a:gd name="csY12" fmla="*/ 303716 h 415583"/>
              <a:gd name="csX13" fmla="*/ 96495 w 379561"/>
              <a:gd name="csY13" fmla="*/ 291424 h 415583"/>
              <a:gd name="csX14" fmla="*/ 91114 w 379561"/>
              <a:gd name="csY14" fmla="*/ 269668 h 415583"/>
              <a:gd name="csX15" fmla="*/ 73368 w 379561"/>
              <a:gd name="csY15" fmla="*/ 228658 h 415583"/>
              <a:gd name="csX16" fmla="*/ 56149 w 379561"/>
              <a:gd name="csY16" fmla="*/ 225592 h 415583"/>
              <a:gd name="csX17" fmla="*/ 38234 w 379561"/>
              <a:gd name="csY17" fmla="*/ 218995 h 415583"/>
              <a:gd name="csX18" fmla="*/ 14702 w 379561"/>
              <a:gd name="csY18" fmla="*/ 179229 h 415583"/>
              <a:gd name="csX19" fmla="*/ 4675 w 379561"/>
              <a:gd name="csY19" fmla="*/ 165798 h 415583"/>
              <a:gd name="csX20" fmla="*/ 1771 w 379561"/>
              <a:gd name="csY20" fmla="*/ 155184 h 415583"/>
              <a:gd name="csX21" fmla="*/ 712 w 379561"/>
              <a:gd name="csY21" fmla="*/ 126667 h 415583"/>
              <a:gd name="csX22" fmla="*/ 2557 w 379561"/>
              <a:gd name="csY22" fmla="*/ 104522 h 415583"/>
              <a:gd name="csX23" fmla="*/ 16402 w 379561"/>
              <a:gd name="csY23" fmla="*/ 104522 h 415583"/>
              <a:gd name="csX24" fmla="*/ 46584 w 379561"/>
              <a:gd name="csY24" fmla="*/ 95540 h 415583"/>
              <a:gd name="csX25" fmla="*/ 48520 w 379561"/>
              <a:gd name="csY25" fmla="*/ 81044 h 415583"/>
              <a:gd name="csX26" fmla="*/ 53693 w 379561"/>
              <a:gd name="csY26" fmla="*/ 64536 h 415583"/>
              <a:gd name="csX27" fmla="*/ 57236 w 379561"/>
              <a:gd name="csY27" fmla="*/ 49938 h 415583"/>
              <a:gd name="csX28" fmla="*/ 61307 w 379561"/>
              <a:gd name="csY28" fmla="*/ 39986 h 415583"/>
              <a:gd name="csX29" fmla="*/ 72238 w 379561"/>
              <a:gd name="csY29" fmla="*/ 37166 h 415583"/>
              <a:gd name="csX30" fmla="*/ 75921 w 379561"/>
              <a:gd name="csY30" fmla="*/ 26420 h 415583"/>
              <a:gd name="csX31" fmla="*/ 86217 w 379561"/>
              <a:gd name="csY31" fmla="*/ 9008 h 415583"/>
              <a:gd name="csX32" fmla="*/ 91229 w 379561"/>
              <a:gd name="csY32" fmla="*/ 3610 h 415583"/>
              <a:gd name="csX33" fmla="*/ 100572 w 379561"/>
              <a:gd name="csY33" fmla="*/ 6016 h 415583"/>
              <a:gd name="csX34" fmla="*/ 115842 w 379561"/>
              <a:gd name="csY34" fmla="*/ 15498 h 415583"/>
              <a:gd name="csX35" fmla="*/ 130061 w 379561"/>
              <a:gd name="csY35" fmla="*/ 25801 h 415583"/>
              <a:gd name="csX36" fmla="*/ 153502 w 379561"/>
              <a:gd name="csY36" fmla="*/ 36020 h 415583"/>
              <a:gd name="csX37" fmla="*/ 166647 w 379561"/>
              <a:gd name="csY37" fmla="*/ 35196 h 415583"/>
              <a:gd name="csX38" fmla="*/ 177014 w 379561"/>
              <a:gd name="csY38" fmla="*/ 35079 h 415583"/>
              <a:gd name="csX39" fmla="*/ 199575 w 379561"/>
              <a:gd name="csY39" fmla="*/ 42570 h 415583"/>
              <a:gd name="csX40" fmla="*/ 223114 w 379561"/>
              <a:gd name="csY40" fmla="*/ 30983 h 415583"/>
              <a:gd name="csX41" fmla="*/ 243392 w 379561"/>
              <a:gd name="csY41" fmla="*/ 13562 h 415583"/>
              <a:gd name="csX42" fmla="*/ 257664 w 379561"/>
              <a:gd name="csY42" fmla="*/ 14175 h 415583"/>
              <a:gd name="csX43" fmla="*/ 270020 w 379561"/>
              <a:gd name="csY43" fmla="*/ 16753 h 415583"/>
              <a:gd name="csX44" fmla="*/ 290519 w 379561"/>
              <a:gd name="csY44" fmla="*/ 30455 h 415583"/>
              <a:gd name="csX45" fmla="*/ 307913 w 379561"/>
              <a:gd name="csY45" fmla="*/ 52734 h 415583"/>
              <a:gd name="csX46" fmla="*/ 307918 w 379561"/>
              <a:gd name="csY46" fmla="*/ 71135 h 415583"/>
              <a:gd name="csX47" fmla="*/ 305239 w 379561"/>
              <a:gd name="csY47" fmla="*/ 92635 h 415583"/>
              <a:gd name="csX48" fmla="*/ 300393 w 379561"/>
              <a:gd name="csY48" fmla="*/ 116124 h 415583"/>
              <a:gd name="csX49" fmla="*/ 296534 w 379561"/>
              <a:gd name="csY49" fmla="*/ 139467 h 415583"/>
              <a:gd name="csX50" fmla="*/ 294862 w 379561"/>
              <a:gd name="csY50" fmla="*/ 144381 h 415583"/>
              <a:gd name="csX51" fmla="*/ 302443 w 379561"/>
              <a:gd name="csY51" fmla="*/ 174221 h 415583"/>
              <a:gd name="csX52" fmla="*/ 331579 w 379561"/>
              <a:gd name="csY52" fmla="*/ 200036 h 415583"/>
              <a:gd name="csX53" fmla="*/ 345885 w 379561"/>
              <a:gd name="csY53" fmla="*/ 204322 h 415583"/>
              <a:gd name="csX54" fmla="*/ 358173 w 379561"/>
              <a:gd name="csY54" fmla="*/ 192088 h 415583"/>
              <a:gd name="csX55" fmla="*/ 365209 w 379561"/>
              <a:gd name="csY55" fmla="*/ 177533 h 415583"/>
              <a:gd name="csX56" fmla="*/ 378528 w 379561"/>
              <a:gd name="csY56" fmla="*/ 217259 h 415583"/>
              <a:gd name="csX57" fmla="*/ 379561 w 379561"/>
              <a:gd name="csY57" fmla="*/ 233192 h 415583"/>
              <a:gd name="csX58" fmla="*/ 368302 w 379561"/>
              <a:gd name="csY58" fmla="*/ 234810 h 415583"/>
              <a:gd name="csX59" fmla="*/ 342845 w 379561"/>
              <a:gd name="csY59" fmla="*/ 234877 h 415583"/>
              <a:gd name="csX60" fmla="*/ 294625 w 379561"/>
              <a:gd name="csY60" fmla="*/ 235311 h 415583"/>
              <a:gd name="csX61" fmla="*/ 265550 w 379561"/>
              <a:gd name="csY61" fmla="*/ 264572 h 415583"/>
              <a:gd name="csX62" fmla="*/ 257155 w 379561"/>
              <a:gd name="csY62" fmla="*/ 290178 h 415583"/>
              <a:gd name="csX63" fmla="*/ 253059 w 379561"/>
              <a:gd name="csY63" fmla="*/ 303293 h 415583"/>
              <a:gd name="csX64" fmla="*/ 248021 w 379561"/>
              <a:gd name="csY64" fmla="*/ 307811 h 415583"/>
              <a:gd name="csX65" fmla="*/ 241573 w 379561"/>
              <a:gd name="csY65" fmla="*/ 316201 h 415583"/>
              <a:gd name="csX66" fmla="*/ 230054 w 379561"/>
              <a:gd name="csY66" fmla="*/ 378609 h 415583"/>
              <a:gd name="csX67" fmla="*/ 225886 w 379561"/>
              <a:gd name="csY67" fmla="*/ 411224 h 415583"/>
              <a:gd name="csX68" fmla="*/ 203090 w 379561"/>
              <a:gd name="csY68" fmla="*/ 414284 h 4155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Lst>
            <a:rect l="l" t="t" r="r" b="b"/>
            <a:pathLst>
              <a:path w="379561" h="415583">
                <a:moveTo>
                  <a:pt x="203090" y="414284"/>
                </a:moveTo>
                <a:cubicBezTo>
                  <a:pt x="200763" y="412907"/>
                  <a:pt x="198058" y="408583"/>
                  <a:pt x="197077" y="404675"/>
                </a:cubicBezTo>
                <a:cubicBezTo>
                  <a:pt x="196096" y="400766"/>
                  <a:pt x="193933" y="396703"/>
                  <a:pt x="192271" y="395646"/>
                </a:cubicBezTo>
                <a:cubicBezTo>
                  <a:pt x="187214" y="392429"/>
                  <a:pt x="177806" y="393412"/>
                  <a:pt x="171007" y="397866"/>
                </a:cubicBezTo>
                <a:cubicBezTo>
                  <a:pt x="162395" y="403509"/>
                  <a:pt x="159848" y="400293"/>
                  <a:pt x="166946" y="392738"/>
                </a:cubicBezTo>
                <a:cubicBezTo>
                  <a:pt x="171625" y="387757"/>
                  <a:pt x="172379" y="384679"/>
                  <a:pt x="171214" y="375323"/>
                </a:cubicBezTo>
                <a:cubicBezTo>
                  <a:pt x="170436" y="369072"/>
                  <a:pt x="169226" y="362133"/>
                  <a:pt x="168526" y="359903"/>
                </a:cubicBezTo>
                <a:cubicBezTo>
                  <a:pt x="167058" y="355229"/>
                  <a:pt x="141404" y="346384"/>
                  <a:pt x="135682" y="348579"/>
                </a:cubicBezTo>
                <a:cubicBezTo>
                  <a:pt x="133235" y="349518"/>
                  <a:pt x="131342" y="348128"/>
                  <a:pt x="130456" y="344743"/>
                </a:cubicBezTo>
                <a:cubicBezTo>
                  <a:pt x="129618" y="341535"/>
                  <a:pt x="126946" y="339434"/>
                  <a:pt x="123707" y="339434"/>
                </a:cubicBezTo>
                <a:cubicBezTo>
                  <a:pt x="119877" y="339434"/>
                  <a:pt x="116504" y="335800"/>
                  <a:pt x="111898" y="326710"/>
                </a:cubicBezTo>
                <a:cubicBezTo>
                  <a:pt x="108351" y="319711"/>
                  <a:pt x="104266" y="313253"/>
                  <a:pt x="102819" y="312359"/>
                </a:cubicBezTo>
                <a:cubicBezTo>
                  <a:pt x="101373" y="311465"/>
                  <a:pt x="100189" y="307575"/>
                  <a:pt x="100189" y="303716"/>
                </a:cubicBezTo>
                <a:cubicBezTo>
                  <a:pt x="100189" y="299856"/>
                  <a:pt x="98526" y="294325"/>
                  <a:pt x="96495" y="291424"/>
                </a:cubicBezTo>
                <a:cubicBezTo>
                  <a:pt x="94463" y="288523"/>
                  <a:pt x="92041" y="278733"/>
                  <a:pt x="91114" y="269668"/>
                </a:cubicBezTo>
                <a:cubicBezTo>
                  <a:pt x="89247" y="251425"/>
                  <a:pt x="83480" y="238096"/>
                  <a:pt x="73368" y="228658"/>
                </a:cubicBezTo>
                <a:cubicBezTo>
                  <a:pt x="67157" y="222862"/>
                  <a:pt x="65968" y="222650"/>
                  <a:pt x="56149" y="225592"/>
                </a:cubicBezTo>
                <a:cubicBezTo>
                  <a:pt x="44901" y="228962"/>
                  <a:pt x="38234" y="226507"/>
                  <a:pt x="38234" y="218995"/>
                </a:cubicBezTo>
                <a:cubicBezTo>
                  <a:pt x="38234" y="211509"/>
                  <a:pt x="24381" y="188100"/>
                  <a:pt x="14702" y="179229"/>
                </a:cubicBezTo>
                <a:cubicBezTo>
                  <a:pt x="9187" y="174175"/>
                  <a:pt x="4675" y="168131"/>
                  <a:pt x="4675" y="165798"/>
                </a:cubicBezTo>
                <a:cubicBezTo>
                  <a:pt x="4675" y="163466"/>
                  <a:pt x="3368" y="158689"/>
                  <a:pt x="1771" y="155184"/>
                </a:cubicBezTo>
                <a:cubicBezTo>
                  <a:pt x="-157" y="150952"/>
                  <a:pt x="-513" y="141373"/>
                  <a:pt x="712" y="126667"/>
                </a:cubicBezTo>
                <a:lnTo>
                  <a:pt x="2557" y="104522"/>
                </a:lnTo>
                <a:lnTo>
                  <a:pt x="16402" y="104522"/>
                </a:lnTo>
                <a:cubicBezTo>
                  <a:pt x="30035" y="104522"/>
                  <a:pt x="42866" y="100703"/>
                  <a:pt x="46584" y="95540"/>
                </a:cubicBezTo>
                <a:cubicBezTo>
                  <a:pt x="47627" y="94091"/>
                  <a:pt x="48499" y="87568"/>
                  <a:pt x="48520" y="81044"/>
                </a:cubicBezTo>
                <a:cubicBezTo>
                  <a:pt x="48549" y="72518"/>
                  <a:pt x="50004" y="67875"/>
                  <a:pt x="53693" y="64536"/>
                </a:cubicBezTo>
                <a:cubicBezTo>
                  <a:pt x="57798" y="60822"/>
                  <a:pt x="58508" y="57895"/>
                  <a:pt x="57236" y="49938"/>
                </a:cubicBezTo>
                <a:cubicBezTo>
                  <a:pt x="55795" y="40930"/>
                  <a:pt x="56182" y="39986"/>
                  <a:pt x="61307" y="39986"/>
                </a:cubicBezTo>
                <a:cubicBezTo>
                  <a:pt x="64421" y="39986"/>
                  <a:pt x="69340" y="38717"/>
                  <a:pt x="72238" y="37166"/>
                </a:cubicBezTo>
                <a:cubicBezTo>
                  <a:pt x="76432" y="34922"/>
                  <a:pt x="77183" y="32731"/>
                  <a:pt x="75921" y="26420"/>
                </a:cubicBezTo>
                <a:cubicBezTo>
                  <a:pt x="74260" y="18119"/>
                  <a:pt x="79648" y="9008"/>
                  <a:pt x="86217" y="9008"/>
                </a:cubicBezTo>
                <a:cubicBezTo>
                  <a:pt x="88031" y="9008"/>
                  <a:pt x="90286" y="6579"/>
                  <a:pt x="91229" y="3610"/>
                </a:cubicBezTo>
                <a:cubicBezTo>
                  <a:pt x="92878" y="-1587"/>
                  <a:pt x="93226" y="-1498"/>
                  <a:pt x="100572" y="6016"/>
                </a:cubicBezTo>
                <a:cubicBezTo>
                  <a:pt x="104769" y="10308"/>
                  <a:pt x="111640" y="14575"/>
                  <a:pt x="115842" y="15498"/>
                </a:cubicBezTo>
                <a:cubicBezTo>
                  <a:pt x="120151" y="16445"/>
                  <a:pt x="126350" y="20937"/>
                  <a:pt x="130061" y="25801"/>
                </a:cubicBezTo>
                <a:cubicBezTo>
                  <a:pt x="137904" y="36084"/>
                  <a:pt x="151245" y="41900"/>
                  <a:pt x="153502" y="36020"/>
                </a:cubicBezTo>
                <a:cubicBezTo>
                  <a:pt x="155231" y="31515"/>
                  <a:pt x="162509" y="31058"/>
                  <a:pt x="166647" y="35196"/>
                </a:cubicBezTo>
                <a:cubicBezTo>
                  <a:pt x="168865" y="37413"/>
                  <a:pt x="171448" y="37384"/>
                  <a:pt x="177014" y="35079"/>
                </a:cubicBezTo>
                <a:cubicBezTo>
                  <a:pt x="186293" y="31236"/>
                  <a:pt x="197119" y="34830"/>
                  <a:pt x="199575" y="42570"/>
                </a:cubicBezTo>
                <a:cubicBezTo>
                  <a:pt x="202586" y="52057"/>
                  <a:pt x="211392" y="47722"/>
                  <a:pt x="223114" y="30983"/>
                </a:cubicBezTo>
                <a:cubicBezTo>
                  <a:pt x="231922" y="18404"/>
                  <a:pt x="235698" y="15160"/>
                  <a:pt x="243392" y="13562"/>
                </a:cubicBezTo>
                <a:cubicBezTo>
                  <a:pt x="248841" y="12430"/>
                  <a:pt x="254889" y="12690"/>
                  <a:pt x="257664" y="14175"/>
                </a:cubicBezTo>
                <a:cubicBezTo>
                  <a:pt x="260313" y="15593"/>
                  <a:pt x="265874" y="16753"/>
                  <a:pt x="270020" y="16753"/>
                </a:cubicBezTo>
                <a:cubicBezTo>
                  <a:pt x="275778" y="16753"/>
                  <a:pt x="280624" y="19992"/>
                  <a:pt x="290519" y="30455"/>
                </a:cubicBezTo>
                <a:cubicBezTo>
                  <a:pt x="297647" y="37991"/>
                  <a:pt x="305474" y="48017"/>
                  <a:pt x="307913" y="52734"/>
                </a:cubicBezTo>
                <a:cubicBezTo>
                  <a:pt x="312104" y="60839"/>
                  <a:pt x="312105" y="61851"/>
                  <a:pt x="307918" y="71135"/>
                </a:cubicBezTo>
                <a:cubicBezTo>
                  <a:pt x="304686" y="78303"/>
                  <a:pt x="303961" y="84117"/>
                  <a:pt x="305239" y="92635"/>
                </a:cubicBezTo>
                <a:cubicBezTo>
                  <a:pt x="306699" y="102374"/>
                  <a:pt x="305896" y="106269"/>
                  <a:pt x="300393" y="116124"/>
                </a:cubicBezTo>
                <a:cubicBezTo>
                  <a:pt x="293385" y="128678"/>
                  <a:pt x="292058" y="136701"/>
                  <a:pt x="296534" y="139467"/>
                </a:cubicBezTo>
                <a:cubicBezTo>
                  <a:pt x="298276" y="140544"/>
                  <a:pt x="297669" y="142329"/>
                  <a:pt x="294862" y="144381"/>
                </a:cubicBezTo>
                <a:cubicBezTo>
                  <a:pt x="289162" y="148549"/>
                  <a:pt x="291010" y="155821"/>
                  <a:pt x="302443" y="174221"/>
                </a:cubicBezTo>
                <a:cubicBezTo>
                  <a:pt x="315893" y="195868"/>
                  <a:pt x="320598" y="200036"/>
                  <a:pt x="331579" y="200036"/>
                </a:cubicBezTo>
                <a:cubicBezTo>
                  <a:pt x="336873" y="200036"/>
                  <a:pt x="343264" y="201951"/>
                  <a:pt x="345885" y="204322"/>
                </a:cubicBezTo>
                <a:cubicBezTo>
                  <a:pt x="351730" y="209612"/>
                  <a:pt x="352148" y="209195"/>
                  <a:pt x="358173" y="192088"/>
                </a:cubicBezTo>
                <a:cubicBezTo>
                  <a:pt x="360854" y="184473"/>
                  <a:pt x="364021" y="177924"/>
                  <a:pt x="365209" y="177533"/>
                </a:cubicBezTo>
                <a:cubicBezTo>
                  <a:pt x="369150" y="176239"/>
                  <a:pt x="377478" y="201079"/>
                  <a:pt x="378528" y="217259"/>
                </a:cubicBezTo>
                <a:lnTo>
                  <a:pt x="379561" y="233192"/>
                </a:lnTo>
                <a:lnTo>
                  <a:pt x="368302" y="234810"/>
                </a:lnTo>
                <a:cubicBezTo>
                  <a:pt x="362110" y="235699"/>
                  <a:pt x="350654" y="235730"/>
                  <a:pt x="342845" y="234877"/>
                </a:cubicBezTo>
                <a:cubicBezTo>
                  <a:pt x="300900" y="230295"/>
                  <a:pt x="296475" y="230334"/>
                  <a:pt x="294625" y="235311"/>
                </a:cubicBezTo>
                <a:cubicBezTo>
                  <a:pt x="292370" y="241375"/>
                  <a:pt x="269321" y="264572"/>
                  <a:pt x="265550" y="264572"/>
                </a:cubicBezTo>
                <a:cubicBezTo>
                  <a:pt x="261474" y="264572"/>
                  <a:pt x="258070" y="274955"/>
                  <a:pt x="257155" y="290178"/>
                </a:cubicBezTo>
                <a:cubicBezTo>
                  <a:pt x="256642" y="298710"/>
                  <a:pt x="255211" y="303293"/>
                  <a:pt x="253059" y="303293"/>
                </a:cubicBezTo>
                <a:cubicBezTo>
                  <a:pt x="251239" y="303294"/>
                  <a:pt x="248973" y="305327"/>
                  <a:pt x="248021" y="307811"/>
                </a:cubicBezTo>
                <a:cubicBezTo>
                  <a:pt x="247070" y="310296"/>
                  <a:pt x="244168" y="314071"/>
                  <a:pt x="241573" y="316201"/>
                </a:cubicBezTo>
                <a:cubicBezTo>
                  <a:pt x="235220" y="321415"/>
                  <a:pt x="231367" y="342287"/>
                  <a:pt x="230054" y="378609"/>
                </a:cubicBezTo>
                <a:cubicBezTo>
                  <a:pt x="229366" y="397612"/>
                  <a:pt x="227827" y="409663"/>
                  <a:pt x="225886" y="411224"/>
                </a:cubicBezTo>
                <a:cubicBezTo>
                  <a:pt x="220922" y="415217"/>
                  <a:pt x="207671" y="416995"/>
                  <a:pt x="203090" y="414284"/>
                </a:cubicBezTo>
                <a:close/>
              </a:path>
            </a:pathLst>
          </a:custGeom>
          <a:solidFill>
            <a:srgbClr val="B9B9B9"/>
          </a:solidFill>
          <a:ln w="5163" cap="flat">
            <a:noFill/>
            <a:prstDash val="solid"/>
            <a:miter/>
          </a:ln>
        </p:spPr>
        <p:txBody>
          <a:bodyPr/>
          <a:lstStyle/>
          <a:p>
            <a:endParaRPr lang="es-419" noProof="0" dirty="0"/>
          </a:p>
        </p:txBody>
      </p:sp>
      <p:sp>
        <p:nvSpPr>
          <p:cNvPr id="54" name="Forma libre: forma 53">
            <a:extLst>
              <a:ext uri="{FF2B5EF4-FFF2-40B4-BE49-F238E27FC236}">
                <a16:creationId xmlns:a16="http://schemas.microsoft.com/office/drawing/2014/main" id="{882EFEFF-BB6B-769A-1876-71EC60F2A355}"/>
              </a:ext>
            </a:extLst>
          </p:cNvPr>
          <p:cNvSpPr/>
          <p:nvPr/>
        </p:nvSpPr>
        <p:spPr>
          <a:xfrm>
            <a:off x="845627" y="1846993"/>
            <a:ext cx="4301" cy="5162"/>
          </a:xfrm>
          <a:custGeom>
            <a:avLst/>
            <a:gdLst>
              <a:gd name="csX0" fmla="*/ 4301 w 4301"/>
              <a:gd name="csY0" fmla="*/ 2581 h 5162"/>
              <a:gd name="csX1" fmla="*/ 1567 w 4301"/>
              <a:gd name="csY1" fmla="*/ 0 h 5162"/>
              <a:gd name="csX2" fmla="*/ 429 w 4301"/>
              <a:gd name="csY2" fmla="*/ 2581 h 5162"/>
              <a:gd name="csX3" fmla="*/ 3163 w 4301"/>
              <a:gd name="csY3" fmla="*/ 5163 h 5162"/>
              <a:gd name="csX4" fmla="*/ 4301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4301" y="2581"/>
                </a:moveTo>
                <a:cubicBezTo>
                  <a:pt x="4301" y="1162"/>
                  <a:pt x="3071" y="0"/>
                  <a:pt x="1567" y="0"/>
                </a:cubicBezTo>
                <a:cubicBezTo>
                  <a:pt x="64" y="0"/>
                  <a:pt x="-449" y="1162"/>
                  <a:pt x="429" y="2581"/>
                </a:cubicBezTo>
                <a:cubicBezTo>
                  <a:pt x="1306" y="4001"/>
                  <a:pt x="2537" y="5163"/>
                  <a:pt x="3163" y="5163"/>
                </a:cubicBezTo>
                <a:cubicBezTo>
                  <a:pt x="3789" y="5163"/>
                  <a:pt x="4301" y="4001"/>
                  <a:pt x="4301" y="2581"/>
                </a:cubicBezTo>
                <a:close/>
              </a:path>
            </a:pathLst>
          </a:custGeom>
          <a:solidFill>
            <a:srgbClr val="00C100"/>
          </a:solidFill>
          <a:ln w="5163" cap="flat">
            <a:noFill/>
            <a:prstDash val="solid"/>
            <a:miter/>
          </a:ln>
        </p:spPr>
        <p:txBody>
          <a:bodyPr/>
          <a:lstStyle/>
          <a:p>
            <a:endParaRPr lang="es-419" noProof="0" dirty="0"/>
          </a:p>
        </p:txBody>
      </p:sp>
      <p:sp>
        <p:nvSpPr>
          <p:cNvPr id="55" name="Forma libre: forma 54">
            <a:extLst>
              <a:ext uri="{FF2B5EF4-FFF2-40B4-BE49-F238E27FC236}">
                <a16:creationId xmlns:a16="http://schemas.microsoft.com/office/drawing/2014/main" id="{E01D13BC-20ED-9DEF-BA10-E24378DC1898}"/>
              </a:ext>
            </a:extLst>
          </p:cNvPr>
          <p:cNvSpPr/>
          <p:nvPr/>
        </p:nvSpPr>
        <p:spPr>
          <a:xfrm>
            <a:off x="1407174" y="1572075"/>
            <a:ext cx="229470" cy="427142"/>
          </a:xfrm>
          <a:custGeom>
            <a:avLst/>
            <a:gdLst>
              <a:gd name="csX0" fmla="*/ 59479 w 229470"/>
              <a:gd name="csY0" fmla="*/ 423996 h 427142"/>
              <a:gd name="csX1" fmla="*/ 59694 w 229470"/>
              <a:gd name="csY1" fmla="*/ 396698 h 427142"/>
              <a:gd name="csX2" fmla="*/ 53195 w 229470"/>
              <a:gd name="csY2" fmla="*/ 362114 h 427142"/>
              <a:gd name="csX3" fmla="*/ 47446 w 229470"/>
              <a:gd name="csY3" fmla="*/ 337138 h 427142"/>
              <a:gd name="csX4" fmla="*/ 40306 w 229470"/>
              <a:gd name="csY4" fmla="*/ 312349 h 427142"/>
              <a:gd name="csX5" fmla="*/ 32609 w 229470"/>
              <a:gd name="csY5" fmla="*/ 289116 h 427142"/>
              <a:gd name="csX6" fmla="*/ 35070 w 229470"/>
              <a:gd name="csY6" fmla="*/ 271899 h 427142"/>
              <a:gd name="csX7" fmla="*/ 32418 w 229470"/>
              <a:gd name="csY7" fmla="*/ 260780 h 427142"/>
              <a:gd name="csX8" fmla="*/ 33172 w 229470"/>
              <a:gd name="csY8" fmla="*/ 247019 h 427142"/>
              <a:gd name="csX9" fmla="*/ 57856 w 229470"/>
              <a:gd name="csY9" fmla="*/ 240981 h 427142"/>
              <a:gd name="csX10" fmla="*/ 80243 w 229470"/>
              <a:gd name="csY10" fmla="*/ 236439 h 427142"/>
              <a:gd name="csX11" fmla="*/ 76436 w 229470"/>
              <a:gd name="csY11" fmla="*/ 228427 h 427142"/>
              <a:gd name="csX12" fmla="*/ 66283 w 229470"/>
              <a:gd name="csY12" fmla="*/ 225870 h 427142"/>
              <a:gd name="csX13" fmla="*/ 61369 w 229470"/>
              <a:gd name="csY13" fmla="*/ 221998 h 427142"/>
              <a:gd name="csX14" fmla="*/ 54487 w 229470"/>
              <a:gd name="csY14" fmla="*/ 218126 h 427142"/>
              <a:gd name="csX15" fmla="*/ 50882 w 229470"/>
              <a:gd name="csY15" fmla="*/ 215226 h 427142"/>
              <a:gd name="csX16" fmla="*/ 39078 w 229470"/>
              <a:gd name="csY16" fmla="*/ 199827 h 427142"/>
              <a:gd name="csX17" fmla="*/ 27028 w 229470"/>
              <a:gd name="csY17" fmla="*/ 179593 h 427142"/>
              <a:gd name="csX18" fmla="*/ 26078 w 229470"/>
              <a:gd name="csY18" fmla="*/ 170317 h 427142"/>
              <a:gd name="csX19" fmla="*/ 23581 w 229470"/>
              <a:gd name="csY19" fmla="*/ 162984 h 427142"/>
              <a:gd name="csX20" fmla="*/ 11790 w 229470"/>
              <a:gd name="csY20" fmla="*/ 145065 h 427142"/>
              <a:gd name="csX21" fmla="*/ 0 w 229470"/>
              <a:gd name="csY21" fmla="*/ 132934 h 427142"/>
              <a:gd name="csX22" fmla="*/ 16266 w 229470"/>
              <a:gd name="csY22" fmla="*/ 118970 h 427142"/>
              <a:gd name="csX23" fmla="*/ 37313 w 229470"/>
              <a:gd name="csY23" fmla="*/ 107565 h 427142"/>
              <a:gd name="csX24" fmla="*/ 42526 w 229470"/>
              <a:gd name="csY24" fmla="*/ 109268 h 427142"/>
              <a:gd name="csX25" fmla="*/ 48759 w 229470"/>
              <a:gd name="csY25" fmla="*/ 100129 h 427142"/>
              <a:gd name="csX26" fmla="*/ 49251 w 229470"/>
              <a:gd name="csY26" fmla="*/ 64399 h 427142"/>
              <a:gd name="csX27" fmla="*/ 38960 w 229470"/>
              <a:gd name="csY27" fmla="*/ 62708 h 427142"/>
              <a:gd name="csX28" fmla="*/ 28744 w 229470"/>
              <a:gd name="csY28" fmla="*/ 61040 h 427142"/>
              <a:gd name="csX29" fmla="*/ 53379 w 229470"/>
              <a:gd name="csY29" fmla="*/ 39197 h 427142"/>
              <a:gd name="csX30" fmla="*/ 71905 w 229470"/>
              <a:gd name="csY30" fmla="*/ 19485 h 427142"/>
              <a:gd name="csX31" fmla="*/ 90959 w 229470"/>
              <a:gd name="csY31" fmla="*/ 8717 h 427142"/>
              <a:gd name="csX32" fmla="*/ 109824 w 229470"/>
              <a:gd name="csY32" fmla="*/ 6256 h 427142"/>
              <a:gd name="csX33" fmla="*/ 121001 w 229470"/>
              <a:gd name="csY33" fmla="*/ 2822 h 427142"/>
              <a:gd name="csX34" fmla="*/ 122428 w 229470"/>
              <a:gd name="csY34" fmla="*/ 8347 h 427142"/>
              <a:gd name="csX35" fmla="*/ 111269 w 229470"/>
              <a:gd name="csY35" fmla="*/ 31492 h 427142"/>
              <a:gd name="csX36" fmla="*/ 125654 w 229470"/>
              <a:gd name="csY36" fmla="*/ 68353 h 427142"/>
              <a:gd name="csX37" fmla="*/ 129394 w 229470"/>
              <a:gd name="csY37" fmla="*/ 83822 h 427142"/>
              <a:gd name="csX38" fmla="*/ 132621 w 229470"/>
              <a:gd name="csY38" fmla="*/ 87380 h 427142"/>
              <a:gd name="csX39" fmla="*/ 129420 w 229470"/>
              <a:gd name="csY39" fmla="*/ 96950 h 427142"/>
              <a:gd name="csX40" fmla="*/ 135228 w 229470"/>
              <a:gd name="csY40" fmla="*/ 104581 h 427142"/>
              <a:gd name="csX41" fmla="*/ 149666 w 229470"/>
              <a:gd name="csY41" fmla="*/ 122913 h 427142"/>
              <a:gd name="csX42" fmla="*/ 159752 w 229470"/>
              <a:gd name="csY42" fmla="*/ 139280 h 427142"/>
              <a:gd name="csX43" fmla="*/ 168181 w 229470"/>
              <a:gd name="csY43" fmla="*/ 148315 h 427142"/>
              <a:gd name="csX44" fmla="*/ 179067 w 229470"/>
              <a:gd name="csY44" fmla="*/ 159986 h 427142"/>
              <a:gd name="csX45" fmla="*/ 189769 w 229470"/>
              <a:gd name="csY45" fmla="*/ 164249 h 427142"/>
              <a:gd name="csX46" fmla="*/ 197030 w 229470"/>
              <a:gd name="csY46" fmla="*/ 167037 h 427142"/>
              <a:gd name="csX47" fmla="*/ 208574 w 229470"/>
              <a:gd name="csY47" fmla="*/ 163915 h 427142"/>
              <a:gd name="csX48" fmla="*/ 216996 w 229470"/>
              <a:gd name="csY48" fmla="*/ 163915 h 427142"/>
              <a:gd name="csX49" fmla="*/ 217738 w 229470"/>
              <a:gd name="csY49" fmla="*/ 187794 h 427142"/>
              <a:gd name="csX50" fmla="*/ 224437 w 229470"/>
              <a:gd name="csY50" fmla="*/ 212516 h 427142"/>
              <a:gd name="csX51" fmla="*/ 229386 w 229470"/>
              <a:gd name="csY51" fmla="*/ 216389 h 427142"/>
              <a:gd name="csX52" fmla="*/ 185958 w 229470"/>
              <a:gd name="csY52" fmla="*/ 248433 h 427142"/>
              <a:gd name="csX53" fmla="*/ 168142 w 229470"/>
              <a:gd name="csY53" fmla="*/ 261325 h 427142"/>
              <a:gd name="csX54" fmla="*/ 158371 w 229470"/>
              <a:gd name="csY54" fmla="*/ 277501 h 427142"/>
              <a:gd name="csX55" fmla="*/ 143795 w 229470"/>
              <a:gd name="csY55" fmla="*/ 286536 h 427142"/>
              <a:gd name="csX56" fmla="*/ 128870 w 229470"/>
              <a:gd name="csY56" fmla="*/ 295569 h 427142"/>
              <a:gd name="csX57" fmla="*/ 127129 w 229470"/>
              <a:gd name="csY57" fmla="*/ 308193 h 427142"/>
              <a:gd name="csX58" fmla="*/ 130400 w 229470"/>
              <a:gd name="csY58" fmla="*/ 326436 h 427142"/>
              <a:gd name="csX59" fmla="*/ 134994 w 229470"/>
              <a:gd name="csY59" fmla="*/ 349937 h 427142"/>
              <a:gd name="csX60" fmla="*/ 142327 w 229470"/>
              <a:gd name="csY60" fmla="*/ 362849 h 427142"/>
              <a:gd name="csX61" fmla="*/ 123210 w 229470"/>
              <a:gd name="csY61" fmla="*/ 373013 h 427142"/>
              <a:gd name="csX62" fmla="*/ 101651 w 229470"/>
              <a:gd name="csY62" fmla="*/ 397639 h 427142"/>
              <a:gd name="csX63" fmla="*/ 95883 w 229470"/>
              <a:gd name="csY63" fmla="*/ 407869 h 427142"/>
              <a:gd name="csX64" fmla="*/ 86571 w 229470"/>
              <a:gd name="csY64" fmla="*/ 418453 h 427142"/>
              <a:gd name="csX65" fmla="*/ 80167 w 229470"/>
              <a:gd name="csY65" fmla="*/ 421479 h 427142"/>
              <a:gd name="csX66" fmla="*/ 70822 w 229470"/>
              <a:gd name="csY66" fmla="*/ 423763 h 427142"/>
              <a:gd name="csX67" fmla="*/ 59479 w 229470"/>
              <a:gd name="csY67" fmla="*/ 423996 h 42714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Lst>
            <a:rect l="l" t="t" r="r" b="b"/>
            <a:pathLst>
              <a:path w="229470" h="427142">
                <a:moveTo>
                  <a:pt x="59479" y="423996"/>
                </a:moveTo>
                <a:cubicBezTo>
                  <a:pt x="59345" y="422222"/>
                  <a:pt x="59442" y="409937"/>
                  <a:pt x="59694" y="396698"/>
                </a:cubicBezTo>
                <a:cubicBezTo>
                  <a:pt x="60117" y="374482"/>
                  <a:pt x="59616" y="371817"/>
                  <a:pt x="53195" y="362114"/>
                </a:cubicBezTo>
                <a:cubicBezTo>
                  <a:pt x="47165" y="353002"/>
                  <a:pt x="46399" y="349674"/>
                  <a:pt x="47446" y="337138"/>
                </a:cubicBezTo>
                <a:cubicBezTo>
                  <a:pt x="48558" y="323819"/>
                  <a:pt x="47993" y="321857"/>
                  <a:pt x="40306" y="312349"/>
                </a:cubicBezTo>
                <a:cubicBezTo>
                  <a:pt x="33058" y="303383"/>
                  <a:pt x="32044" y="300323"/>
                  <a:pt x="32609" y="289116"/>
                </a:cubicBezTo>
                <a:cubicBezTo>
                  <a:pt x="32967" y="282017"/>
                  <a:pt x="34074" y="274269"/>
                  <a:pt x="35070" y="271899"/>
                </a:cubicBezTo>
                <a:cubicBezTo>
                  <a:pt x="36124" y="269390"/>
                  <a:pt x="35017" y="264746"/>
                  <a:pt x="32418" y="260780"/>
                </a:cubicBezTo>
                <a:cubicBezTo>
                  <a:pt x="28144" y="254257"/>
                  <a:pt x="28176" y="253678"/>
                  <a:pt x="33172" y="247019"/>
                </a:cubicBezTo>
                <a:cubicBezTo>
                  <a:pt x="38159" y="240374"/>
                  <a:pt x="39247" y="240108"/>
                  <a:pt x="57856" y="240981"/>
                </a:cubicBezTo>
                <a:cubicBezTo>
                  <a:pt x="75524" y="241809"/>
                  <a:pt x="77593" y="241390"/>
                  <a:pt x="80243" y="236439"/>
                </a:cubicBezTo>
                <a:cubicBezTo>
                  <a:pt x="82790" y="231679"/>
                  <a:pt x="82305" y="230659"/>
                  <a:pt x="76436" y="228427"/>
                </a:cubicBezTo>
                <a:cubicBezTo>
                  <a:pt x="72737" y="227021"/>
                  <a:pt x="68168" y="225870"/>
                  <a:pt x="66283" y="225870"/>
                </a:cubicBezTo>
                <a:cubicBezTo>
                  <a:pt x="64397" y="225870"/>
                  <a:pt x="62186" y="224127"/>
                  <a:pt x="61369" y="221998"/>
                </a:cubicBezTo>
                <a:cubicBezTo>
                  <a:pt x="60552" y="219868"/>
                  <a:pt x="57455" y="218126"/>
                  <a:pt x="54487" y="218126"/>
                </a:cubicBezTo>
                <a:cubicBezTo>
                  <a:pt x="51152" y="218126"/>
                  <a:pt x="49775" y="217018"/>
                  <a:pt x="50882" y="215226"/>
                </a:cubicBezTo>
                <a:cubicBezTo>
                  <a:pt x="51914" y="213556"/>
                  <a:pt x="46909" y="207027"/>
                  <a:pt x="39078" y="199827"/>
                </a:cubicBezTo>
                <a:cubicBezTo>
                  <a:pt x="27017" y="188739"/>
                  <a:pt x="25656" y="186453"/>
                  <a:pt x="27028" y="179593"/>
                </a:cubicBezTo>
                <a:cubicBezTo>
                  <a:pt x="27878" y="175340"/>
                  <a:pt x="27451" y="171165"/>
                  <a:pt x="26078" y="170317"/>
                </a:cubicBezTo>
                <a:cubicBezTo>
                  <a:pt x="24704" y="169468"/>
                  <a:pt x="23581" y="166168"/>
                  <a:pt x="23581" y="162984"/>
                </a:cubicBezTo>
                <a:cubicBezTo>
                  <a:pt x="23581" y="159602"/>
                  <a:pt x="18679" y="152152"/>
                  <a:pt x="11790" y="145065"/>
                </a:cubicBezTo>
                <a:lnTo>
                  <a:pt x="0" y="132934"/>
                </a:lnTo>
                <a:lnTo>
                  <a:pt x="16266" y="118970"/>
                </a:lnTo>
                <a:cubicBezTo>
                  <a:pt x="29571" y="107549"/>
                  <a:pt x="33403" y="105472"/>
                  <a:pt x="37313" y="107565"/>
                </a:cubicBezTo>
                <a:cubicBezTo>
                  <a:pt x="39942" y="108972"/>
                  <a:pt x="42288" y="109738"/>
                  <a:pt x="42526" y="109268"/>
                </a:cubicBezTo>
                <a:cubicBezTo>
                  <a:pt x="42764" y="108799"/>
                  <a:pt x="45569" y="104686"/>
                  <a:pt x="48759" y="100129"/>
                </a:cubicBezTo>
                <a:cubicBezTo>
                  <a:pt x="56473" y="89108"/>
                  <a:pt x="56720" y="71159"/>
                  <a:pt x="49251" y="64399"/>
                </a:cubicBezTo>
                <a:cubicBezTo>
                  <a:pt x="44880" y="60443"/>
                  <a:pt x="43064" y="60145"/>
                  <a:pt x="38960" y="62708"/>
                </a:cubicBezTo>
                <a:cubicBezTo>
                  <a:pt x="31928" y="67099"/>
                  <a:pt x="28744" y="66579"/>
                  <a:pt x="28744" y="61040"/>
                </a:cubicBezTo>
                <a:cubicBezTo>
                  <a:pt x="28744" y="53145"/>
                  <a:pt x="42480" y="40966"/>
                  <a:pt x="53379" y="39197"/>
                </a:cubicBezTo>
                <a:cubicBezTo>
                  <a:pt x="66115" y="37130"/>
                  <a:pt x="70109" y="32880"/>
                  <a:pt x="71905" y="19485"/>
                </a:cubicBezTo>
                <a:cubicBezTo>
                  <a:pt x="73827" y="5162"/>
                  <a:pt x="82115" y="478"/>
                  <a:pt x="90959" y="8717"/>
                </a:cubicBezTo>
                <a:cubicBezTo>
                  <a:pt x="98823" y="16043"/>
                  <a:pt x="101930" y="15638"/>
                  <a:pt x="109824" y="6256"/>
                </a:cubicBezTo>
                <a:cubicBezTo>
                  <a:pt x="116173" y="-1290"/>
                  <a:pt x="116721" y="-1458"/>
                  <a:pt x="121001" y="2822"/>
                </a:cubicBezTo>
                <a:cubicBezTo>
                  <a:pt x="124083" y="5904"/>
                  <a:pt x="124533" y="7646"/>
                  <a:pt x="122428" y="8347"/>
                </a:cubicBezTo>
                <a:cubicBezTo>
                  <a:pt x="108913" y="12852"/>
                  <a:pt x="101196" y="28858"/>
                  <a:pt x="111269" y="31492"/>
                </a:cubicBezTo>
                <a:cubicBezTo>
                  <a:pt x="117751" y="33187"/>
                  <a:pt x="127868" y="59114"/>
                  <a:pt x="125654" y="68353"/>
                </a:cubicBezTo>
                <a:cubicBezTo>
                  <a:pt x="122658" y="80848"/>
                  <a:pt x="122997" y="82249"/>
                  <a:pt x="129394" y="83822"/>
                </a:cubicBezTo>
                <a:cubicBezTo>
                  <a:pt x="133741" y="84890"/>
                  <a:pt x="134786" y="86042"/>
                  <a:pt x="132621" y="87380"/>
                </a:cubicBezTo>
                <a:cubicBezTo>
                  <a:pt x="130861" y="88468"/>
                  <a:pt x="129420" y="92774"/>
                  <a:pt x="129420" y="96950"/>
                </a:cubicBezTo>
                <a:cubicBezTo>
                  <a:pt x="129420" y="103090"/>
                  <a:pt x="130531" y="104549"/>
                  <a:pt x="135228" y="104581"/>
                </a:cubicBezTo>
                <a:cubicBezTo>
                  <a:pt x="144939" y="104647"/>
                  <a:pt x="147895" y="108401"/>
                  <a:pt x="149666" y="122913"/>
                </a:cubicBezTo>
                <a:cubicBezTo>
                  <a:pt x="151241" y="135814"/>
                  <a:pt x="151964" y="136987"/>
                  <a:pt x="159752" y="139280"/>
                </a:cubicBezTo>
                <a:cubicBezTo>
                  <a:pt x="166352" y="141223"/>
                  <a:pt x="168150" y="143150"/>
                  <a:pt x="168181" y="148315"/>
                </a:cubicBezTo>
                <a:cubicBezTo>
                  <a:pt x="168242" y="158306"/>
                  <a:pt x="171565" y="161869"/>
                  <a:pt x="179067" y="159986"/>
                </a:cubicBezTo>
                <a:cubicBezTo>
                  <a:pt x="184111" y="158720"/>
                  <a:pt x="186588" y="159706"/>
                  <a:pt x="189769" y="164249"/>
                </a:cubicBezTo>
                <a:cubicBezTo>
                  <a:pt x="193006" y="168870"/>
                  <a:pt x="194589" y="169478"/>
                  <a:pt x="197030" y="167037"/>
                </a:cubicBezTo>
                <a:cubicBezTo>
                  <a:pt x="198747" y="165320"/>
                  <a:pt x="203942" y="163915"/>
                  <a:pt x="208574" y="163915"/>
                </a:cubicBezTo>
                <a:lnTo>
                  <a:pt x="216996" y="163915"/>
                </a:lnTo>
                <a:lnTo>
                  <a:pt x="217738" y="187794"/>
                </a:lnTo>
                <a:cubicBezTo>
                  <a:pt x="218444" y="210514"/>
                  <a:pt x="218769" y="211713"/>
                  <a:pt x="224437" y="212516"/>
                </a:cubicBezTo>
                <a:cubicBezTo>
                  <a:pt x="227714" y="212981"/>
                  <a:pt x="229940" y="214723"/>
                  <a:pt x="229386" y="216389"/>
                </a:cubicBezTo>
                <a:cubicBezTo>
                  <a:pt x="227670" y="221537"/>
                  <a:pt x="190328" y="249091"/>
                  <a:pt x="185958" y="248433"/>
                </a:cubicBezTo>
                <a:cubicBezTo>
                  <a:pt x="178411" y="247297"/>
                  <a:pt x="168142" y="254728"/>
                  <a:pt x="168142" y="261325"/>
                </a:cubicBezTo>
                <a:cubicBezTo>
                  <a:pt x="168142" y="269993"/>
                  <a:pt x="163608" y="277499"/>
                  <a:pt x="158371" y="277501"/>
                </a:cubicBezTo>
                <a:cubicBezTo>
                  <a:pt x="155936" y="277502"/>
                  <a:pt x="149377" y="281568"/>
                  <a:pt x="143795" y="286536"/>
                </a:cubicBezTo>
                <a:cubicBezTo>
                  <a:pt x="138212" y="291504"/>
                  <a:pt x="131496" y="295569"/>
                  <a:pt x="128870" y="295569"/>
                </a:cubicBezTo>
                <a:cubicBezTo>
                  <a:pt x="121381" y="295569"/>
                  <a:pt x="120392" y="302737"/>
                  <a:pt x="127129" y="308193"/>
                </a:cubicBezTo>
                <a:cubicBezTo>
                  <a:pt x="132769" y="312760"/>
                  <a:pt x="132971" y="313884"/>
                  <a:pt x="130400" y="326436"/>
                </a:cubicBezTo>
                <a:cubicBezTo>
                  <a:pt x="127799" y="339132"/>
                  <a:pt x="128033" y="340327"/>
                  <a:pt x="134994" y="349937"/>
                </a:cubicBezTo>
                <a:cubicBezTo>
                  <a:pt x="139027" y="355505"/>
                  <a:pt x="142327" y="361315"/>
                  <a:pt x="142327" y="362849"/>
                </a:cubicBezTo>
                <a:cubicBezTo>
                  <a:pt x="142327" y="368872"/>
                  <a:pt x="134539" y="373013"/>
                  <a:pt x="123210" y="373013"/>
                </a:cubicBezTo>
                <a:cubicBezTo>
                  <a:pt x="109180" y="373013"/>
                  <a:pt x="103724" y="379244"/>
                  <a:pt x="101651" y="397639"/>
                </a:cubicBezTo>
                <a:cubicBezTo>
                  <a:pt x="100573" y="407198"/>
                  <a:pt x="99540" y="409030"/>
                  <a:pt x="95883" y="407869"/>
                </a:cubicBezTo>
                <a:cubicBezTo>
                  <a:pt x="90324" y="406105"/>
                  <a:pt x="84411" y="412825"/>
                  <a:pt x="86571" y="418453"/>
                </a:cubicBezTo>
                <a:cubicBezTo>
                  <a:pt x="87898" y="421912"/>
                  <a:pt x="86764" y="422448"/>
                  <a:pt x="80167" y="421479"/>
                </a:cubicBezTo>
                <a:cubicBezTo>
                  <a:pt x="74953" y="420714"/>
                  <a:pt x="71686" y="421512"/>
                  <a:pt x="70822" y="423763"/>
                </a:cubicBezTo>
                <a:cubicBezTo>
                  <a:pt x="69146" y="428132"/>
                  <a:pt x="59804" y="428324"/>
                  <a:pt x="59479" y="423996"/>
                </a:cubicBezTo>
                <a:close/>
              </a:path>
            </a:pathLst>
          </a:custGeom>
          <a:solidFill>
            <a:srgbClr val="B9B9B9"/>
          </a:solidFill>
          <a:ln w="5163" cap="flat">
            <a:noFill/>
            <a:prstDash val="solid"/>
            <a:miter/>
          </a:ln>
        </p:spPr>
        <p:txBody>
          <a:bodyPr/>
          <a:lstStyle/>
          <a:p>
            <a:endParaRPr lang="es-419" noProof="0" dirty="0"/>
          </a:p>
        </p:txBody>
      </p:sp>
      <p:sp>
        <p:nvSpPr>
          <p:cNvPr id="56" name="Forma libre: forma 55">
            <a:extLst>
              <a:ext uri="{FF2B5EF4-FFF2-40B4-BE49-F238E27FC236}">
                <a16:creationId xmlns:a16="http://schemas.microsoft.com/office/drawing/2014/main" id="{DDF36109-B8D3-CF88-DB59-45CD8EC7ADE8}"/>
              </a:ext>
            </a:extLst>
          </p:cNvPr>
          <p:cNvSpPr/>
          <p:nvPr/>
        </p:nvSpPr>
        <p:spPr>
          <a:xfrm>
            <a:off x="1184880" y="1375117"/>
            <a:ext cx="334306" cy="498738"/>
          </a:xfrm>
          <a:custGeom>
            <a:avLst/>
            <a:gdLst>
              <a:gd name="csX0" fmla="*/ 247743 w 334306"/>
              <a:gd name="csY0" fmla="*/ 496867 h 498738"/>
              <a:gd name="csX1" fmla="*/ 240505 w 334306"/>
              <a:gd name="csY1" fmla="*/ 493884 h 498738"/>
              <a:gd name="csX2" fmla="*/ 219827 w 334306"/>
              <a:gd name="csY2" fmla="*/ 476477 h 498738"/>
              <a:gd name="csX3" fmla="*/ 204292 w 334306"/>
              <a:gd name="csY3" fmla="*/ 470138 h 498738"/>
              <a:gd name="csX4" fmla="*/ 191180 w 334306"/>
              <a:gd name="csY4" fmla="*/ 465927 h 498738"/>
              <a:gd name="csX5" fmla="*/ 185245 w 334306"/>
              <a:gd name="csY5" fmla="*/ 460255 h 498738"/>
              <a:gd name="csX6" fmla="*/ 179372 w 334306"/>
              <a:gd name="csY6" fmla="*/ 456383 h 498738"/>
              <a:gd name="csX7" fmla="*/ 119384 w 334306"/>
              <a:gd name="csY7" fmla="*/ 437991 h 498738"/>
              <a:gd name="csX8" fmla="*/ 89617 w 334306"/>
              <a:gd name="csY8" fmla="*/ 463480 h 498738"/>
              <a:gd name="csX9" fmla="*/ 81270 w 334306"/>
              <a:gd name="csY9" fmla="*/ 471310 h 498738"/>
              <a:gd name="csX10" fmla="*/ 65769 w 334306"/>
              <a:gd name="csY10" fmla="*/ 466800 h 498738"/>
              <a:gd name="csX11" fmla="*/ 41569 w 334306"/>
              <a:gd name="csY11" fmla="*/ 444771 h 498738"/>
              <a:gd name="csX12" fmla="*/ 29063 w 334306"/>
              <a:gd name="csY12" fmla="*/ 422183 h 498738"/>
              <a:gd name="csX13" fmla="*/ 35486 w 334306"/>
              <a:gd name="csY13" fmla="*/ 420247 h 498738"/>
              <a:gd name="csX14" fmla="*/ 36311 w 334306"/>
              <a:gd name="csY14" fmla="*/ 410716 h 498738"/>
              <a:gd name="csX15" fmla="*/ 30682 w 334306"/>
              <a:gd name="csY15" fmla="*/ 404725 h 498738"/>
              <a:gd name="csX16" fmla="*/ 36945 w 334306"/>
              <a:gd name="csY16" fmla="*/ 393771 h 498738"/>
              <a:gd name="csX17" fmla="*/ 44969 w 334306"/>
              <a:gd name="csY17" fmla="*/ 363455 h 498738"/>
              <a:gd name="csX18" fmla="*/ 48481 w 334306"/>
              <a:gd name="csY18" fmla="*/ 335841 h 498738"/>
              <a:gd name="csX19" fmla="*/ 28755 w 334306"/>
              <a:gd name="csY19" fmla="*/ 300210 h 498738"/>
              <a:gd name="csX20" fmla="*/ 9477 w 334306"/>
              <a:gd name="csY20" fmla="*/ 236920 h 498738"/>
              <a:gd name="csX21" fmla="*/ 0 w 334306"/>
              <a:gd name="csY21" fmla="*/ 183956 h 498738"/>
              <a:gd name="csX22" fmla="*/ 8603 w 334306"/>
              <a:gd name="csY22" fmla="*/ 171093 h 498738"/>
              <a:gd name="csX23" fmla="*/ 19247 w 334306"/>
              <a:gd name="csY23" fmla="*/ 157370 h 498738"/>
              <a:gd name="csX24" fmla="*/ 21288 w 334306"/>
              <a:gd name="csY24" fmla="*/ 154226 h 498738"/>
              <a:gd name="csX25" fmla="*/ 42935 w 334306"/>
              <a:gd name="csY25" fmla="*/ 118946 h 498738"/>
              <a:gd name="csX26" fmla="*/ 66467 w 334306"/>
              <a:gd name="csY26" fmla="*/ 79496 h 498738"/>
              <a:gd name="csX27" fmla="*/ 76541 w 334306"/>
              <a:gd name="csY27" fmla="*/ 65175 h 498738"/>
              <a:gd name="csX28" fmla="*/ 97572 w 334306"/>
              <a:gd name="csY28" fmla="*/ 34163 h 498738"/>
              <a:gd name="csX29" fmla="*/ 112627 w 334306"/>
              <a:gd name="csY29" fmla="*/ 9814 h 498738"/>
              <a:gd name="csX30" fmla="*/ 119648 w 334306"/>
              <a:gd name="csY30" fmla="*/ 4329 h 498738"/>
              <a:gd name="csX31" fmla="*/ 132858 w 334306"/>
              <a:gd name="csY31" fmla="*/ 713 h 498738"/>
              <a:gd name="csX32" fmla="*/ 193546 w 334306"/>
              <a:gd name="csY32" fmla="*/ 5578 h 498738"/>
              <a:gd name="csX33" fmla="*/ 220060 w 334306"/>
              <a:gd name="csY33" fmla="*/ 20523 h 498738"/>
              <a:gd name="csX34" fmla="*/ 224578 w 334306"/>
              <a:gd name="csY34" fmla="*/ 25298 h 498738"/>
              <a:gd name="csX35" fmla="*/ 221567 w 334306"/>
              <a:gd name="csY35" fmla="*/ 31335 h 498738"/>
              <a:gd name="csX36" fmla="*/ 217338 w 334306"/>
              <a:gd name="csY36" fmla="*/ 39397 h 498738"/>
              <a:gd name="csX37" fmla="*/ 222891 w 334306"/>
              <a:gd name="csY37" fmla="*/ 37878 h 498738"/>
              <a:gd name="csX38" fmla="*/ 225189 w 334306"/>
              <a:gd name="csY38" fmla="*/ 36902 h 498738"/>
              <a:gd name="csX39" fmla="*/ 234581 w 334306"/>
              <a:gd name="csY39" fmla="*/ 40152 h 498738"/>
              <a:gd name="csX40" fmla="*/ 261177 w 334306"/>
              <a:gd name="csY40" fmla="*/ 57181 h 498738"/>
              <a:gd name="csX41" fmla="*/ 267817 w 334306"/>
              <a:gd name="csY41" fmla="*/ 67059 h 498738"/>
              <a:gd name="csX42" fmla="*/ 274280 w 334306"/>
              <a:gd name="csY42" fmla="*/ 79049 h 498738"/>
              <a:gd name="csX43" fmla="*/ 279443 w 334306"/>
              <a:gd name="csY43" fmla="*/ 91820 h 498738"/>
              <a:gd name="csX44" fmla="*/ 284596 w 334306"/>
              <a:gd name="csY44" fmla="*/ 105775 h 498738"/>
              <a:gd name="csX45" fmla="*/ 291417 w 334306"/>
              <a:gd name="csY45" fmla="*/ 120219 h 498738"/>
              <a:gd name="csX46" fmla="*/ 298659 w 334306"/>
              <a:gd name="csY46" fmla="*/ 133370 h 498738"/>
              <a:gd name="csX47" fmla="*/ 314425 w 334306"/>
              <a:gd name="csY47" fmla="*/ 156674 h 498738"/>
              <a:gd name="csX48" fmla="*/ 323321 w 334306"/>
              <a:gd name="csY48" fmla="*/ 164371 h 498738"/>
              <a:gd name="csX49" fmla="*/ 329277 w 334306"/>
              <a:gd name="csY49" fmla="*/ 172896 h 498738"/>
              <a:gd name="csX50" fmla="*/ 327346 w 334306"/>
              <a:gd name="csY50" fmla="*/ 203260 h 498738"/>
              <a:gd name="csX51" fmla="*/ 321564 w 334306"/>
              <a:gd name="csY51" fmla="*/ 208691 h 498738"/>
              <a:gd name="csX52" fmla="*/ 314839 w 334306"/>
              <a:gd name="csY52" fmla="*/ 201967 h 498738"/>
              <a:gd name="csX53" fmla="*/ 300945 w 334306"/>
              <a:gd name="csY53" fmla="*/ 198679 h 498738"/>
              <a:gd name="csX54" fmla="*/ 291854 w 334306"/>
              <a:gd name="csY54" fmla="*/ 213362 h 498738"/>
              <a:gd name="csX55" fmla="*/ 273477 w 334306"/>
              <a:gd name="csY55" fmla="*/ 233193 h 498738"/>
              <a:gd name="csX56" fmla="*/ 248561 w 334306"/>
              <a:gd name="csY56" fmla="*/ 258261 h 498738"/>
              <a:gd name="csX57" fmla="*/ 254757 w 334306"/>
              <a:gd name="csY57" fmla="*/ 265360 h 498738"/>
              <a:gd name="csX58" fmla="*/ 262758 w 334306"/>
              <a:gd name="csY58" fmla="*/ 262611 h 498738"/>
              <a:gd name="csX59" fmla="*/ 269300 w 334306"/>
              <a:gd name="csY59" fmla="*/ 264243 h 498738"/>
              <a:gd name="csX60" fmla="*/ 257492 w 334306"/>
              <a:gd name="csY60" fmla="*/ 300210 h 498738"/>
              <a:gd name="csX61" fmla="*/ 220205 w 334306"/>
              <a:gd name="csY61" fmla="*/ 329428 h 498738"/>
              <a:gd name="csX62" fmla="*/ 231476 w 334306"/>
              <a:gd name="csY62" fmla="*/ 344578 h 498738"/>
              <a:gd name="csX63" fmla="*/ 244540 w 334306"/>
              <a:gd name="csY63" fmla="*/ 369570 h 498738"/>
              <a:gd name="csX64" fmla="*/ 259568 w 334306"/>
              <a:gd name="csY64" fmla="*/ 400936 h 498738"/>
              <a:gd name="csX65" fmla="*/ 267812 w 334306"/>
              <a:gd name="csY65" fmla="*/ 410972 h 498738"/>
              <a:gd name="csX66" fmla="*/ 272980 w 334306"/>
              <a:gd name="csY66" fmla="*/ 418667 h 498738"/>
              <a:gd name="csX67" fmla="*/ 279745 w 334306"/>
              <a:gd name="csY67" fmla="*/ 423732 h 498738"/>
              <a:gd name="csX68" fmla="*/ 289553 w 334306"/>
              <a:gd name="csY68" fmla="*/ 427604 h 498738"/>
              <a:gd name="csX69" fmla="*/ 298277 w 334306"/>
              <a:gd name="csY69" fmla="*/ 431864 h 498738"/>
              <a:gd name="csX70" fmla="*/ 272913 w 334306"/>
              <a:gd name="csY70" fmla="*/ 433099 h 498738"/>
              <a:gd name="csX71" fmla="*/ 253686 w 334306"/>
              <a:gd name="csY71" fmla="*/ 440109 h 498738"/>
              <a:gd name="csX72" fmla="*/ 252360 w 334306"/>
              <a:gd name="csY72" fmla="*/ 461577 h 498738"/>
              <a:gd name="csX73" fmla="*/ 253346 w 334306"/>
              <a:gd name="csY73" fmla="*/ 468333 h 498738"/>
              <a:gd name="csX74" fmla="*/ 251680 w 334306"/>
              <a:gd name="csY74" fmla="*/ 476637 h 498738"/>
              <a:gd name="csX75" fmla="*/ 251259 w 334306"/>
              <a:gd name="csY75" fmla="*/ 491494 h 498738"/>
              <a:gd name="csX76" fmla="*/ 247743 w 334306"/>
              <a:gd name="csY76" fmla="*/ 496867 h 4987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Lst>
            <a:rect l="l" t="t" r="r" b="b"/>
            <a:pathLst>
              <a:path w="334306" h="498738">
                <a:moveTo>
                  <a:pt x="247743" y="496867"/>
                </a:moveTo>
                <a:cubicBezTo>
                  <a:pt x="246424" y="493506"/>
                  <a:pt x="244367" y="492659"/>
                  <a:pt x="240505" y="493884"/>
                </a:cubicBezTo>
                <a:cubicBezTo>
                  <a:pt x="234008" y="495946"/>
                  <a:pt x="224617" y="488040"/>
                  <a:pt x="219827" y="476477"/>
                </a:cubicBezTo>
                <a:cubicBezTo>
                  <a:pt x="216729" y="468997"/>
                  <a:pt x="216097" y="468739"/>
                  <a:pt x="204292" y="470138"/>
                </a:cubicBezTo>
                <a:cubicBezTo>
                  <a:pt x="193057" y="471468"/>
                  <a:pt x="191916" y="471102"/>
                  <a:pt x="191180" y="465927"/>
                </a:cubicBezTo>
                <a:cubicBezTo>
                  <a:pt x="190659" y="462266"/>
                  <a:pt x="188558" y="460258"/>
                  <a:pt x="185245" y="460255"/>
                </a:cubicBezTo>
                <a:cubicBezTo>
                  <a:pt x="182424" y="460253"/>
                  <a:pt x="179781" y="458510"/>
                  <a:pt x="179372" y="456383"/>
                </a:cubicBezTo>
                <a:cubicBezTo>
                  <a:pt x="178300" y="450818"/>
                  <a:pt x="133997" y="437235"/>
                  <a:pt x="119384" y="437991"/>
                </a:cubicBezTo>
                <a:cubicBezTo>
                  <a:pt x="99217" y="439035"/>
                  <a:pt x="100133" y="438251"/>
                  <a:pt x="89617" y="463480"/>
                </a:cubicBezTo>
                <a:cubicBezTo>
                  <a:pt x="85806" y="472621"/>
                  <a:pt x="84419" y="473923"/>
                  <a:pt x="81270" y="471310"/>
                </a:cubicBezTo>
                <a:cubicBezTo>
                  <a:pt x="79194" y="469587"/>
                  <a:pt x="72218" y="467557"/>
                  <a:pt x="65769" y="466800"/>
                </a:cubicBezTo>
                <a:cubicBezTo>
                  <a:pt x="54283" y="465451"/>
                  <a:pt x="53791" y="465003"/>
                  <a:pt x="41569" y="444771"/>
                </a:cubicBezTo>
                <a:cubicBezTo>
                  <a:pt x="34707" y="433413"/>
                  <a:pt x="29080" y="423248"/>
                  <a:pt x="29063" y="422183"/>
                </a:cubicBezTo>
                <a:cubicBezTo>
                  <a:pt x="29046" y="421119"/>
                  <a:pt x="31937" y="420247"/>
                  <a:pt x="35486" y="420247"/>
                </a:cubicBezTo>
                <a:cubicBezTo>
                  <a:pt x="43403" y="420247"/>
                  <a:pt x="43560" y="418433"/>
                  <a:pt x="36311" y="410716"/>
                </a:cubicBezTo>
                <a:lnTo>
                  <a:pt x="30682" y="404725"/>
                </a:lnTo>
                <a:lnTo>
                  <a:pt x="36945" y="393771"/>
                </a:lnTo>
                <a:cubicBezTo>
                  <a:pt x="41241" y="386255"/>
                  <a:pt x="43760" y="376739"/>
                  <a:pt x="44969" y="363455"/>
                </a:cubicBezTo>
                <a:cubicBezTo>
                  <a:pt x="45939" y="352807"/>
                  <a:pt x="47519" y="340381"/>
                  <a:pt x="48481" y="335841"/>
                </a:cubicBezTo>
                <a:cubicBezTo>
                  <a:pt x="50445" y="326577"/>
                  <a:pt x="45773" y="318139"/>
                  <a:pt x="28755" y="300210"/>
                </a:cubicBezTo>
                <a:cubicBezTo>
                  <a:pt x="18993" y="289925"/>
                  <a:pt x="18916" y="289673"/>
                  <a:pt x="9477" y="236920"/>
                </a:cubicBezTo>
                <a:lnTo>
                  <a:pt x="0" y="183956"/>
                </a:lnTo>
                <a:lnTo>
                  <a:pt x="8603" y="171093"/>
                </a:lnTo>
                <a:cubicBezTo>
                  <a:pt x="13334" y="164019"/>
                  <a:pt x="18124" y="157843"/>
                  <a:pt x="19247" y="157370"/>
                </a:cubicBezTo>
                <a:cubicBezTo>
                  <a:pt x="20370" y="156896"/>
                  <a:pt x="21288" y="155482"/>
                  <a:pt x="21288" y="154226"/>
                </a:cubicBezTo>
                <a:cubicBezTo>
                  <a:pt x="21288" y="152970"/>
                  <a:pt x="31029" y="137094"/>
                  <a:pt x="42935" y="118946"/>
                </a:cubicBezTo>
                <a:cubicBezTo>
                  <a:pt x="54840" y="100798"/>
                  <a:pt x="65430" y="83045"/>
                  <a:pt x="66467" y="79496"/>
                </a:cubicBezTo>
                <a:cubicBezTo>
                  <a:pt x="67505" y="75946"/>
                  <a:pt x="72038" y="69502"/>
                  <a:pt x="76541" y="65175"/>
                </a:cubicBezTo>
                <a:cubicBezTo>
                  <a:pt x="87950" y="54213"/>
                  <a:pt x="95497" y="43084"/>
                  <a:pt x="97572" y="34163"/>
                </a:cubicBezTo>
                <a:cubicBezTo>
                  <a:pt x="99599" y="25448"/>
                  <a:pt x="109249" y="9841"/>
                  <a:pt x="112627" y="9814"/>
                </a:cubicBezTo>
                <a:cubicBezTo>
                  <a:pt x="113880" y="9805"/>
                  <a:pt x="117040" y="7336"/>
                  <a:pt x="119648" y="4329"/>
                </a:cubicBezTo>
                <a:cubicBezTo>
                  <a:pt x="123477" y="-86"/>
                  <a:pt x="126019" y="-782"/>
                  <a:pt x="132858" y="713"/>
                </a:cubicBezTo>
                <a:cubicBezTo>
                  <a:pt x="141063" y="2507"/>
                  <a:pt x="160286" y="4048"/>
                  <a:pt x="193546" y="5578"/>
                </a:cubicBezTo>
                <a:cubicBezTo>
                  <a:pt x="210737" y="6368"/>
                  <a:pt x="220060" y="11623"/>
                  <a:pt x="220060" y="20523"/>
                </a:cubicBezTo>
                <a:cubicBezTo>
                  <a:pt x="220060" y="23333"/>
                  <a:pt x="221912" y="25291"/>
                  <a:pt x="224578" y="25298"/>
                </a:cubicBezTo>
                <a:cubicBezTo>
                  <a:pt x="228025" y="25308"/>
                  <a:pt x="227313" y="26737"/>
                  <a:pt x="221567" y="31335"/>
                </a:cubicBezTo>
                <a:cubicBezTo>
                  <a:pt x="216052" y="35748"/>
                  <a:pt x="214921" y="37903"/>
                  <a:pt x="217338" y="39397"/>
                </a:cubicBezTo>
                <a:cubicBezTo>
                  <a:pt x="219279" y="40596"/>
                  <a:pt x="221565" y="39971"/>
                  <a:pt x="222891" y="37878"/>
                </a:cubicBezTo>
                <a:cubicBezTo>
                  <a:pt x="224130" y="35921"/>
                  <a:pt x="225164" y="35482"/>
                  <a:pt x="225189" y="36902"/>
                </a:cubicBezTo>
                <a:cubicBezTo>
                  <a:pt x="225213" y="38322"/>
                  <a:pt x="229440" y="39784"/>
                  <a:pt x="234581" y="40152"/>
                </a:cubicBezTo>
                <a:cubicBezTo>
                  <a:pt x="243367" y="40781"/>
                  <a:pt x="260731" y="51899"/>
                  <a:pt x="261177" y="57181"/>
                </a:cubicBezTo>
                <a:cubicBezTo>
                  <a:pt x="261279" y="58396"/>
                  <a:pt x="264267" y="62841"/>
                  <a:pt x="267817" y="67059"/>
                </a:cubicBezTo>
                <a:cubicBezTo>
                  <a:pt x="271366" y="71278"/>
                  <a:pt x="274275" y="76673"/>
                  <a:pt x="274280" y="79049"/>
                </a:cubicBezTo>
                <a:cubicBezTo>
                  <a:pt x="274285" y="81424"/>
                  <a:pt x="276609" y="87172"/>
                  <a:pt x="279443" y="91820"/>
                </a:cubicBezTo>
                <a:cubicBezTo>
                  <a:pt x="282277" y="96469"/>
                  <a:pt x="284596" y="102748"/>
                  <a:pt x="284596" y="105775"/>
                </a:cubicBezTo>
                <a:cubicBezTo>
                  <a:pt x="284596" y="108801"/>
                  <a:pt x="287666" y="115301"/>
                  <a:pt x="291417" y="120219"/>
                </a:cubicBezTo>
                <a:cubicBezTo>
                  <a:pt x="295169" y="125138"/>
                  <a:pt x="298428" y="131056"/>
                  <a:pt x="298659" y="133370"/>
                </a:cubicBezTo>
                <a:cubicBezTo>
                  <a:pt x="299477" y="141547"/>
                  <a:pt x="305637" y="150653"/>
                  <a:pt x="314425" y="156674"/>
                </a:cubicBezTo>
                <a:cubicBezTo>
                  <a:pt x="319316" y="160026"/>
                  <a:pt x="323320" y="163489"/>
                  <a:pt x="323321" y="164371"/>
                </a:cubicBezTo>
                <a:cubicBezTo>
                  <a:pt x="323323" y="165253"/>
                  <a:pt x="326003" y="169089"/>
                  <a:pt x="329277" y="172896"/>
                </a:cubicBezTo>
                <a:cubicBezTo>
                  <a:pt x="336682" y="181505"/>
                  <a:pt x="335803" y="195314"/>
                  <a:pt x="327346" y="203260"/>
                </a:cubicBezTo>
                <a:lnTo>
                  <a:pt x="321564" y="208691"/>
                </a:lnTo>
                <a:lnTo>
                  <a:pt x="314839" y="201967"/>
                </a:lnTo>
                <a:cubicBezTo>
                  <a:pt x="308661" y="195789"/>
                  <a:pt x="307532" y="195522"/>
                  <a:pt x="300945" y="198679"/>
                </a:cubicBezTo>
                <a:cubicBezTo>
                  <a:pt x="295346" y="201363"/>
                  <a:pt x="293353" y="204582"/>
                  <a:pt x="291854" y="213362"/>
                </a:cubicBezTo>
                <a:cubicBezTo>
                  <a:pt x="289357" y="227993"/>
                  <a:pt x="286547" y="231025"/>
                  <a:pt x="273477" y="233193"/>
                </a:cubicBezTo>
                <a:cubicBezTo>
                  <a:pt x="260663" y="235319"/>
                  <a:pt x="248722" y="247333"/>
                  <a:pt x="248561" y="258261"/>
                </a:cubicBezTo>
                <a:cubicBezTo>
                  <a:pt x="248475" y="264096"/>
                  <a:pt x="249579" y="265360"/>
                  <a:pt x="254757" y="265360"/>
                </a:cubicBezTo>
                <a:cubicBezTo>
                  <a:pt x="258223" y="265360"/>
                  <a:pt x="261823" y="264123"/>
                  <a:pt x="262758" y="262611"/>
                </a:cubicBezTo>
                <a:cubicBezTo>
                  <a:pt x="263872" y="260808"/>
                  <a:pt x="266124" y="261370"/>
                  <a:pt x="269300" y="264243"/>
                </a:cubicBezTo>
                <a:cubicBezTo>
                  <a:pt x="279445" y="273424"/>
                  <a:pt x="270651" y="300210"/>
                  <a:pt x="257492" y="300210"/>
                </a:cubicBezTo>
                <a:cubicBezTo>
                  <a:pt x="250513" y="300210"/>
                  <a:pt x="220446" y="323770"/>
                  <a:pt x="220205" y="329428"/>
                </a:cubicBezTo>
                <a:cubicBezTo>
                  <a:pt x="220125" y="331300"/>
                  <a:pt x="225197" y="338118"/>
                  <a:pt x="231476" y="344578"/>
                </a:cubicBezTo>
                <a:cubicBezTo>
                  <a:pt x="241029" y="354406"/>
                  <a:pt x="243162" y="358486"/>
                  <a:pt x="244540" y="369570"/>
                </a:cubicBezTo>
                <a:cubicBezTo>
                  <a:pt x="246852" y="388171"/>
                  <a:pt x="250097" y="394944"/>
                  <a:pt x="259568" y="400936"/>
                </a:cubicBezTo>
                <a:cubicBezTo>
                  <a:pt x="264099" y="403804"/>
                  <a:pt x="267809" y="408320"/>
                  <a:pt x="267812" y="410972"/>
                </a:cubicBezTo>
                <a:cubicBezTo>
                  <a:pt x="267815" y="413625"/>
                  <a:pt x="270140" y="417087"/>
                  <a:pt x="272980" y="418667"/>
                </a:cubicBezTo>
                <a:cubicBezTo>
                  <a:pt x="275819" y="420246"/>
                  <a:pt x="278864" y="422525"/>
                  <a:pt x="279745" y="423732"/>
                </a:cubicBezTo>
                <a:cubicBezTo>
                  <a:pt x="280626" y="424939"/>
                  <a:pt x="285040" y="426681"/>
                  <a:pt x="289553" y="427604"/>
                </a:cubicBezTo>
                <a:cubicBezTo>
                  <a:pt x="294067" y="428527"/>
                  <a:pt x="297992" y="430444"/>
                  <a:pt x="298277" y="431864"/>
                </a:cubicBezTo>
                <a:cubicBezTo>
                  <a:pt x="299018" y="435562"/>
                  <a:pt x="277163" y="436626"/>
                  <a:pt x="272913" y="433099"/>
                </a:cubicBezTo>
                <a:cubicBezTo>
                  <a:pt x="268101" y="429105"/>
                  <a:pt x="260026" y="432049"/>
                  <a:pt x="253686" y="440109"/>
                </a:cubicBezTo>
                <a:cubicBezTo>
                  <a:pt x="247489" y="447987"/>
                  <a:pt x="246928" y="457069"/>
                  <a:pt x="252360" y="461577"/>
                </a:cubicBezTo>
                <a:cubicBezTo>
                  <a:pt x="255321" y="464035"/>
                  <a:pt x="255560" y="465666"/>
                  <a:pt x="253346" y="468333"/>
                </a:cubicBezTo>
                <a:cubicBezTo>
                  <a:pt x="251741" y="470267"/>
                  <a:pt x="250992" y="474004"/>
                  <a:pt x="251680" y="476637"/>
                </a:cubicBezTo>
                <a:cubicBezTo>
                  <a:pt x="252369" y="479271"/>
                  <a:pt x="252179" y="485956"/>
                  <a:pt x="251259" y="491494"/>
                </a:cubicBezTo>
                <a:cubicBezTo>
                  <a:pt x="249997" y="499087"/>
                  <a:pt x="249133" y="500409"/>
                  <a:pt x="247743" y="496867"/>
                </a:cubicBezTo>
                <a:close/>
              </a:path>
            </a:pathLst>
          </a:custGeom>
          <a:solidFill>
            <a:srgbClr val="B9B9B9"/>
          </a:solidFill>
          <a:ln w="5163" cap="flat">
            <a:noFill/>
            <a:prstDash val="solid"/>
            <a:miter/>
          </a:ln>
        </p:spPr>
        <p:txBody>
          <a:bodyPr/>
          <a:lstStyle/>
          <a:p>
            <a:endParaRPr lang="es-419" noProof="0" dirty="0"/>
          </a:p>
        </p:txBody>
      </p:sp>
      <p:grpSp>
        <p:nvGrpSpPr>
          <p:cNvPr id="57" name="Gráfico 39">
            <a:extLst>
              <a:ext uri="{FF2B5EF4-FFF2-40B4-BE49-F238E27FC236}">
                <a16:creationId xmlns:a16="http://schemas.microsoft.com/office/drawing/2014/main" id="{3EFC004B-7172-C1A5-0201-78EBC461827C}"/>
              </a:ext>
            </a:extLst>
          </p:cNvPr>
          <p:cNvGrpSpPr/>
          <p:nvPr/>
        </p:nvGrpSpPr>
        <p:grpSpPr>
          <a:xfrm>
            <a:off x="726816" y="1624037"/>
            <a:ext cx="321478" cy="429471"/>
            <a:chOff x="726816" y="1624037"/>
            <a:chExt cx="321478" cy="429471"/>
          </a:xfrm>
          <a:solidFill>
            <a:srgbClr val="B9B9B9"/>
          </a:solidFill>
        </p:grpSpPr>
        <p:sp>
          <p:nvSpPr>
            <p:cNvPr id="58" name="Forma libre: forma 57">
              <a:extLst>
                <a:ext uri="{FF2B5EF4-FFF2-40B4-BE49-F238E27FC236}">
                  <a16:creationId xmlns:a16="http://schemas.microsoft.com/office/drawing/2014/main" id="{6CBDEF77-9663-7C33-DC81-0CE7F17359B8}"/>
                </a:ext>
              </a:extLst>
            </p:cNvPr>
            <p:cNvSpPr/>
            <p:nvPr/>
          </p:nvSpPr>
          <p:spPr>
            <a:xfrm>
              <a:off x="726816" y="1624037"/>
              <a:ext cx="321478" cy="429471"/>
            </a:xfrm>
            <a:custGeom>
              <a:avLst/>
              <a:gdLst>
                <a:gd name="csX0" fmla="*/ 298651 w 321478"/>
                <a:gd name="csY0" fmla="*/ 424657 h 429471"/>
                <a:gd name="csX1" fmla="*/ 285240 w 321478"/>
                <a:gd name="csY1" fmla="*/ 406239 h 429471"/>
                <a:gd name="csX2" fmla="*/ 285795 w 321478"/>
                <a:gd name="csY2" fmla="*/ 410173 h 429471"/>
                <a:gd name="csX3" fmla="*/ 287678 w 321478"/>
                <a:gd name="csY3" fmla="*/ 415491 h 429471"/>
                <a:gd name="csX4" fmla="*/ 268647 w 321478"/>
                <a:gd name="csY4" fmla="*/ 394065 h 429471"/>
                <a:gd name="csX5" fmla="*/ 249603 w 321478"/>
                <a:gd name="csY5" fmla="*/ 371546 h 429471"/>
                <a:gd name="csX6" fmla="*/ 255246 w 321478"/>
                <a:gd name="csY6" fmla="*/ 382701 h 429471"/>
                <a:gd name="csX7" fmla="*/ 260888 w 321478"/>
                <a:gd name="csY7" fmla="*/ 392041 h 429471"/>
                <a:gd name="csX8" fmla="*/ 254982 w 321478"/>
                <a:gd name="csY8" fmla="*/ 386884 h 429471"/>
                <a:gd name="csX9" fmla="*/ 245088 w 321478"/>
                <a:gd name="csY9" fmla="*/ 373977 h 429471"/>
                <a:gd name="csX10" fmla="*/ 227283 w 321478"/>
                <a:gd name="csY10" fmla="*/ 350451 h 429471"/>
                <a:gd name="csX11" fmla="*/ 213463 w 321478"/>
                <a:gd name="csY11" fmla="*/ 331266 h 429471"/>
                <a:gd name="csX12" fmla="*/ 191325 w 321478"/>
                <a:gd name="csY12" fmla="*/ 295282 h 429471"/>
                <a:gd name="csX13" fmla="*/ 182351 w 321478"/>
                <a:gd name="csY13" fmla="*/ 288640 h 429471"/>
                <a:gd name="csX14" fmla="*/ 181003 w 321478"/>
                <a:gd name="csY14" fmla="*/ 283904 h 429471"/>
                <a:gd name="csX15" fmla="*/ 179966 w 321478"/>
                <a:gd name="csY15" fmla="*/ 277802 h 429471"/>
                <a:gd name="csX16" fmla="*/ 170951 w 321478"/>
                <a:gd name="csY16" fmla="*/ 271038 h 429471"/>
                <a:gd name="csX17" fmla="*/ 164513 w 321478"/>
                <a:gd name="csY17" fmla="*/ 268249 h 429471"/>
                <a:gd name="csX18" fmla="*/ 156542 w 321478"/>
                <a:gd name="csY18" fmla="*/ 264259 h 429471"/>
                <a:gd name="csX19" fmla="*/ 146588 w 321478"/>
                <a:gd name="csY19" fmla="*/ 257160 h 429471"/>
                <a:gd name="csX20" fmla="*/ 135566 w 321478"/>
                <a:gd name="csY20" fmla="*/ 244331 h 429471"/>
                <a:gd name="csX21" fmla="*/ 140198 w 321478"/>
                <a:gd name="csY21" fmla="*/ 240806 h 429471"/>
                <a:gd name="csX22" fmla="*/ 149956 w 321478"/>
                <a:gd name="csY22" fmla="*/ 243611 h 429471"/>
                <a:gd name="csX23" fmla="*/ 139967 w 321478"/>
                <a:gd name="csY23" fmla="*/ 232769 h 429471"/>
                <a:gd name="csX24" fmla="*/ 129672 w 321478"/>
                <a:gd name="csY24" fmla="*/ 230788 h 429471"/>
                <a:gd name="csX25" fmla="*/ 122631 w 321478"/>
                <a:gd name="csY25" fmla="*/ 229456 h 429471"/>
                <a:gd name="csX26" fmla="*/ 114075 w 321478"/>
                <a:gd name="csY26" fmla="*/ 225535 h 429471"/>
                <a:gd name="csX27" fmla="*/ 112561 w 321478"/>
                <a:gd name="csY27" fmla="*/ 210989 h 429471"/>
                <a:gd name="csX28" fmla="*/ 113046 w 321478"/>
                <a:gd name="csY28" fmla="*/ 198950 h 429471"/>
                <a:gd name="csX29" fmla="*/ 110205 w 321478"/>
                <a:gd name="csY29" fmla="*/ 203079 h 429471"/>
                <a:gd name="csX30" fmla="*/ 107624 w 321478"/>
                <a:gd name="csY30" fmla="*/ 210049 h 429471"/>
                <a:gd name="csX31" fmla="*/ 105042 w 321478"/>
                <a:gd name="csY31" fmla="*/ 205992 h 429471"/>
                <a:gd name="csX32" fmla="*/ 101146 w 321478"/>
                <a:gd name="csY32" fmla="*/ 198040 h 429471"/>
                <a:gd name="csX33" fmla="*/ 106495 w 321478"/>
                <a:gd name="csY33" fmla="*/ 192040 h 429471"/>
                <a:gd name="csX34" fmla="*/ 110185 w 321478"/>
                <a:gd name="csY34" fmla="*/ 189360 h 429471"/>
                <a:gd name="csX35" fmla="*/ 105416 w 321478"/>
                <a:gd name="csY35" fmla="*/ 184234 h 429471"/>
                <a:gd name="csX36" fmla="*/ 94806 w 321478"/>
                <a:gd name="csY36" fmla="*/ 176570 h 429471"/>
                <a:gd name="csX37" fmla="*/ 84222 w 321478"/>
                <a:gd name="csY37" fmla="*/ 170141 h 429471"/>
                <a:gd name="csX38" fmla="*/ 77400 w 321478"/>
                <a:gd name="csY38" fmla="*/ 165246 h 429471"/>
                <a:gd name="csX39" fmla="*/ 66830 w 321478"/>
                <a:gd name="csY39" fmla="*/ 157291 h 429471"/>
                <a:gd name="csX40" fmla="*/ 62321 w 321478"/>
                <a:gd name="csY40" fmla="*/ 153462 h 429471"/>
                <a:gd name="csX41" fmla="*/ 58487 w 321478"/>
                <a:gd name="csY41" fmla="*/ 146011 h 429471"/>
                <a:gd name="csX42" fmla="*/ 53413 w 321478"/>
                <a:gd name="csY42" fmla="*/ 136585 h 429471"/>
                <a:gd name="csX43" fmla="*/ 46519 w 321478"/>
                <a:gd name="csY43" fmla="*/ 136694 h 429471"/>
                <a:gd name="csX44" fmla="*/ 42767 w 321478"/>
                <a:gd name="csY44" fmla="*/ 137339 h 429471"/>
                <a:gd name="csX45" fmla="*/ 40545 w 321478"/>
                <a:gd name="csY45" fmla="*/ 138358 h 429471"/>
                <a:gd name="csX46" fmla="*/ 34194 w 321478"/>
                <a:gd name="csY46" fmla="*/ 139945 h 429471"/>
                <a:gd name="csX47" fmla="*/ 30312 w 321478"/>
                <a:gd name="csY47" fmla="*/ 128691 h 429471"/>
                <a:gd name="csX48" fmla="*/ 32982 w 321478"/>
                <a:gd name="csY48" fmla="*/ 121125 h 429471"/>
                <a:gd name="csX49" fmla="*/ 29550 w 321478"/>
                <a:gd name="csY49" fmla="*/ 122878 h 429471"/>
                <a:gd name="csX50" fmla="*/ 21151 w 321478"/>
                <a:gd name="csY50" fmla="*/ 122752 h 429471"/>
                <a:gd name="csX51" fmla="*/ 17154 w 321478"/>
                <a:gd name="csY51" fmla="*/ 123427 h 429471"/>
                <a:gd name="csX52" fmla="*/ 6342 w 321478"/>
                <a:gd name="csY52" fmla="*/ 119543 h 429471"/>
                <a:gd name="csX53" fmla="*/ 4365 w 321478"/>
                <a:gd name="csY53" fmla="*/ 113226 h 429471"/>
                <a:gd name="csX54" fmla="*/ 10819 w 321478"/>
                <a:gd name="csY54" fmla="*/ 114808 h 429471"/>
                <a:gd name="csX55" fmla="*/ 4707 w 321478"/>
                <a:gd name="csY55" fmla="*/ 109494 h 429471"/>
                <a:gd name="csX56" fmla="*/ 1796 w 321478"/>
                <a:gd name="csY56" fmla="*/ 100322 h 429471"/>
                <a:gd name="csX57" fmla="*/ 1838 w 321478"/>
                <a:gd name="csY57" fmla="*/ 92658 h 429471"/>
                <a:gd name="csX58" fmla="*/ 4233 w 321478"/>
                <a:gd name="csY58" fmla="*/ 77378 h 429471"/>
                <a:gd name="csX59" fmla="*/ 13902 w 321478"/>
                <a:gd name="csY59" fmla="*/ 62490 h 429471"/>
                <a:gd name="csX60" fmla="*/ 16192 w 321478"/>
                <a:gd name="csY60" fmla="*/ 65508 h 429471"/>
                <a:gd name="csX61" fmla="*/ 14368 w 321478"/>
                <a:gd name="csY61" fmla="*/ 71941 h 429471"/>
                <a:gd name="csX62" fmla="*/ 19324 w 321478"/>
                <a:gd name="csY62" fmla="*/ 65780 h 429471"/>
                <a:gd name="csX63" fmla="*/ 24280 w 321478"/>
                <a:gd name="csY63" fmla="*/ 59619 h 429471"/>
                <a:gd name="csX64" fmla="*/ 25989 w 321478"/>
                <a:gd name="csY64" fmla="*/ 66426 h 429471"/>
                <a:gd name="csX65" fmla="*/ 30049 w 321478"/>
                <a:gd name="csY65" fmla="*/ 73232 h 429471"/>
                <a:gd name="csX66" fmla="*/ 30241 w 321478"/>
                <a:gd name="csY66" fmla="*/ 65700 h 429471"/>
                <a:gd name="csX67" fmla="*/ 47033 w 321478"/>
                <a:gd name="csY67" fmla="*/ 46164 h 429471"/>
                <a:gd name="csX68" fmla="*/ 89508 w 321478"/>
                <a:gd name="csY68" fmla="*/ 4943 h 429471"/>
                <a:gd name="csX69" fmla="*/ 99998 w 321478"/>
                <a:gd name="csY69" fmla="*/ 2688 h 429471"/>
                <a:gd name="csX70" fmla="*/ 114706 w 321478"/>
                <a:gd name="csY70" fmla="*/ 3716 h 429471"/>
                <a:gd name="csX71" fmla="*/ 123108 w 321478"/>
                <a:gd name="csY71" fmla="*/ 2764 h 429471"/>
                <a:gd name="csX72" fmla="*/ 137332 w 321478"/>
                <a:gd name="csY72" fmla="*/ 60759 h 429471"/>
                <a:gd name="csX73" fmla="*/ 159468 w 321478"/>
                <a:gd name="csY73" fmla="*/ 80313 h 429471"/>
                <a:gd name="csX74" fmla="*/ 174324 w 321478"/>
                <a:gd name="csY74" fmla="*/ 89973 h 429471"/>
                <a:gd name="csX75" fmla="*/ 184004 w 321478"/>
                <a:gd name="csY75" fmla="*/ 107383 h 429471"/>
                <a:gd name="csX76" fmla="*/ 190190 w 321478"/>
                <a:gd name="csY76" fmla="*/ 148735 h 429471"/>
                <a:gd name="csX77" fmla="*/ 191494 w 321478"/>
                <a:gd name="csY77" fmla="*/ 177131 h 429471"/>
                <a:gd name="csX78" fmla="*/ 195355 w 321478"/>
                <a:gd name="csY78" fmla="*/ 191824 h 429471"/>
                <a:gd name="csX79" fmla="*/ 205385 w 321478"/>
                <a:gd name="csY79" fmla="*/ 204731 h 429471"/>
                <a:gd name="csX80" fmla="*/ 224780 w 321478"/>
                <a:gd name="csY80" fmla="*/ 233927 h 429471"/>
                <a:gd name="csX81" fmla="*/ 251313 w 321478"/>
                <a:gd name="csY81" fmla="*/ 251602 h 429471"/>
                <a:gd name="csX82" fmla="*/ 265826 w 321478"/>
                <a:gd name="csY82" fmla="*/ 256119 h 429471"/>
                <a:gd name="csX83" fmla="*/ 280190 w 321478"/>
                <a:gd name="csY83" fmla="*/ 283901 h 429471"/>
                <a:gd name="csX84" fmla="*/ 287275 w 321478"/>
                <a:gd name="csY84" fmla="*/ 317016 h 429471"/>
                <a:gd name="csX85" fmla="*/ 290907 w 321478"/>
                <a:gd name="csY85" fmla="*/ 329217 h 429471"/>
                <a:gd name="csX86" fmla="*/ 293537 w 321478"/>
                <a:gd name="csY86" fmla="*/ 337861 h 429471"/>
                <a:gd name="csX87" fmla="*/ 302616 w 321478"/>
                <a:gd name="csY87" fmla="*/ 352211 h 429471"/>
                <a:gd name="csX88" fmla="*/ 314264 w 321478"/>
                <a:gd name="csY88" fmla="*/ 364936 h 429471"/>
                <a:gd name="csX89" fmla="*/ 319645 w 321478"/>
                <a:gd name="csY89" fmla="*/ 375951 h 429471"/>
                <a:gd name="csX90" fmla="*/ 316721 w 321478"/>
                <a:gd name="csY90" fmla="*/ 384238 h 429471"/>
                <a:gd name="csX91" fmla="*/ 312540 w 321478"/>
                <a:gd name="csY91" fmla="*/ 395571 h 429471"/>
                <a:gd name="csX92" fmla="*/ 312871 w 321478"/>
                <a:gd name="csY92" fmla="*/ 424954 h 429471"/>
                <a:gd name="csX93" fmla="*/ 306671 w 321478"/>
                <a:gd name="csY93" fmla="*/ 429472 h 429471"/>
                <a:gd name="csX94" fmla="*/ 298651 w 321478"/>
                <a:gd name="csY94" fmla="*/ 424657 h 4294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321478" h="429471">
                  <a:moveTo>
                    <a:pt x="298651" y="424657"/>
                  </a:moveTo>
                  <a:cubicBezTo>
                    <a:pt x="298651" y="419121"/>
                    <a:pt x="289271" y="406239"/>
                    <a:pt x="285240" y="406239"/>
                  </a:cubicBezTo>
                  <a:cubicBezTo>
                    <a:pt x="283590" y="406239"/>
                    <a:pt x="283808" y="407778"/>
                    <a:pt x="285795" y="410173"/>
                  </a:cubicBezTo>
                  <a:cubicBezTo>
                    <a:pt x="287591" y="412337"/>
                    <a:pt x="288438" y="414730"/>
                    <a:pt x="287678" y="415491"/>
                  </a:cubicBezTo>
                  <a:cubicBezTo>
                    <a:pt x="285539" y="417629"/>
                    <a:pt x="270321" y="400495"/>
                    <a:pt x="268647" y="394065"/>
                  </a:cubicBezTo>
                  <a:cubicBezTo>
                    <a:pt x="267226" y="388605"/>
                    <a:pt x="249603" y="367767"/>
                    <a:pt x="249603" y="371546"/>
                  </a:cubicBezTo>
                  <a:cubicBezTo>
                    <a:pt x="249603" y="372545"/>
                    <a:pt x="252142" y="377564"/>
                    <a:pt x="255246" y="382701"/>
                  </a:cubicBezTo>
                  <a:lnTo>
                    <a:pt x="260888" y="392041"/>
                  </a:lnTo>
                  <a:lnTo>
                    <a:pt x="254982" y="386884"/>
                  </a:lnTo>
                  <a:cubicBezTo>
                    <a:pt x="251733" y="384048"/>
                    <a:pt x="247281" y="378240"/>
                    <a:pt x="245088" y="373977"/>
                  </a:cubicBezTo>
                  <a:cubicBezTo>
                    <a:pt x="242896" y="369714"/>
                    <a:pt x="234883" y="359128"/>
                    <a:pt x="227283" y="350451"/>
                  </a:cubicBezTo>
                  <a:cubicBezTo>
                    <a:pt x="219682" y="341775"/>
                    <a:pt x="213463" y="333142"/>
                    <a:pt x="213463" y="331266"/>
                  </a:cubicBezTo>
                  <a:cubicBezTo>
                    <a:pt x="213463" y="326133"/>
                    <a:pt x="194515" y="295333"/>
                    <a:pt x="191325" y="295282"/>
                  </a:cubicBezTo>
                  <a:cubicBezTo>
                    <a:pt x="189798" y="295257"/>
                    <a:pt x="185760" y="292268"/>
                    <a:pt x="182351" y="288640"/>
                  </a:cubicBezTo>
                  <a:cubicBezTo>
                    <a:pt x="177259" y="283219"/>
                    <a:pt x="177019" y="282375"/>
                    <a:pt x="181003" y="283904"/>
                  </a:cubicBezTo>
                  <a:cubicBezTo>
                    <a:pt x="185315" y="285558"/>
                    <a:pt x="185200" y="284882"/>
                    <a:pt x="179966" y="277802"/>
                  </a:cubicBezTo>
                  <a:cubicBezTo>
                    <a:pt x="176728" y="273422"/>
                    <a:pt x="172671" y="270378"/>
                    <a:pt x="170951" y="271038"/>
                  </a:cubicBezTo>
                  <a:cubicBezTo>
                    <a:pt x="169231" y="271698"/>
                    <a:pt x="166334" y="270443"/>
                    <a:pt x="164513" y="268249"/>
                  </a:cubicBezTo>
                  <a:cubicBezTo>
                    <a:pt x="162692" y="266054"/>
                    <a:pt x="159105" y="264259"/>
                    <a:pt x="156542" y="264259"/>
                  </a:cubicBezTo>
                  <a:cubicBezTo>
                    <a:pt x="153980" y="264259"/>
                    <a:pt x="149500" y="261065"/>
                    <a:pt x="146588" y="257160"/>
                  </a:cubicBezTo>
                  <a:cubicBezTo>
                    <a:pt x="143676" y="253256"/>
                    <a:pt x="138716" y="247482"/>
                    <a:pt x="135566" y="244331"/>
                  </a:cubicBezTo>
                  <a:cubicBezTo>
                    <a:pt x="127839" y="236597"/>
                    <a:pt x="131401" y="233886"/>
                    <a:pt x="140198" y="240806"/>
                  </a:cubicBezTo>
                  <a:cubicBezTo>
                    <a:pt x="145135" y="244689"/>
                    <a:pt x="148042" y="245525"/>
                    <a:pt x="149956" y="243611"/>
                  </a:cubicBezTo>
                  <a:cubicBezTo>
                    <a:pt x="154558" y="239009"/>
                    <a:pt x="147985" y="231874"/>
                    <a:pt x="139967" y="232769"/>
                  </a:cubicBezTo>
                  <a:cubicBezTo>
                    <a:pt x="136133" y="233196"/>
                    <a:pt x="131500" y="232305"/>
                    <a:pt x="129672" y="230788"/>
                  </a:cubicBezTo>
                  <a:cubicBezTo>
                    <a:pt x="127844" y="229271"/>
                    <a:pt x="124675" y="228672"/>
                    <a:pt x="122631" y="229456"/>
                  </a:cubicBezTo>
                  <a:cubicBezTo>
                    <a:pt x="120587" y="230241"/>
                    <a:pt x="116736" y="228476"/>
                    <a:pt x="114075" y="225535"/>
                  </a:cubicBezTo>
                  <a:cubicBezTo>
                    <a:pt x="109769" y="220777"/>
                    <a:pt x="109602" y="219173"/>
                    <a:pt x="112561" y="210989"/>
                  </a:cubicBezTo>
                  <a:cubicBezTo>
                    <a:pt x="114982" y="204297"/>
                    <a:pt x="115114" y="201018"/>
                    <a:pt x="113046" y="198950"/>
                  </a:cubicBezTo>
                  <a:cubicBezTo>
                    <a:pt x="110979" y="196883"/>
                    <a:pt x="110205" y="198007"/>
                    <a:pt x="110205" y="203079"/>
                  </a:cubicBezTo>
                  <a:cubicBezTo>
                    <a:pt x="110205" y="206912"/>
                    <a:pt x="109043" y="210049"/>
                    <a:pt x="107624" y="210049"/>
                  </a:cubicBezTo>
                  <a:cubicBezTo>
                    <a:pt x="106204" y="210049"/>
                    <a:pt x="105042" y="208223"/>
                    <a:pt x="105042" y="205992"/>
                  </a:cubicBezTo>
                  <a:cubicBezTo>
                    <a:pt x="105042" y="203761"/>
                    <a:pt x="103289" y="200182"/>
                    <a:pt x="101146" y="198040"/>
                  </a:cubicBezTo>
                  <a:cubicBezTo>
                    <a:pt x="95668" y="192562"/>
                    <a:pt x="98756" y="189098"/>
                    <a:pt x="106495" y="192040"/>
                  </a:cubicBezTo>
                  <a:cubicBezTo>
                    <a:pt x="112388" y="194281"/>
                    <a:pt x="112698" y="194056"/>
                    <a:pt x="110185" y="189360"/>
                  </a:cubicBezTo>
                  <a:cubicBezTo>
                    <a:pt x="108676" y="186541"/>
                    <a:pt x="106530" y="184234"/>
                    <a:pt x="105416" y="184234"/>
                  </a:cubicBezTo>
                  <a:cubicBezTo>
                    <a:pt x="104302" y="184234"/>
                    <a:pt x="99527" y="180785"/>
                    <a:pt x="94806" y="176570"/>
                  </a:cubicBezTo>
                  <a:cubicBezTo>
                    <a:pt x="90084" y="172354"/>
                    <a:pt x="85321" y="169461"/>
                    <a:pt x="84222" y="170141"/>
                  </a:cubicBezTo>
                  <a:cubicBezTo>
                    <a:pt x="83122" y="170820"/>
                    <a:pt x="80052" y="168617"/>
                    <a:pt x="77400" y="165246"/>
                  </a:cubicBezTo>
                  <a:cubicBezTo>
                    <a:pt x="74748" y="161874"/>
                    <a:pt x="69991" y="158294"/>
                    <a:pt x="66830" y="157291"/>
                  </a:cubicBezTo>
                  <a:cubicBezTo>
                    <a:pt x="63669" y="156287"/>
                    <a:pt x="61640" y="154564"/>
                    <a:pt x="62321" y="153462"/>
                  </a:cubicBezTo>
                  <a:cubicBezTo>
                    <a:pt x="63003" y="152359"/>
                    <a:pt x="61277" y="149007"/>
                    <a:pt x="58487" y="146011"/>
                  </a:cubicBezTo>
                  <a:cubicBezTo>
                    <a:pt x="55696" y="143016"/>
                    <a:pt x="53413" y="138774"/>
                    <a:pt x="53413" y="136585"/>
                  </a:cubicBezTo>
                  <a:cubicBezTo>
                    <a:pt x="53413" y="131375"/>
                    <a:pt x="48531" y="131452"/>
                    <a:pt x="46519" y="136694"/>
                  </a:cubicBezTo>
                  <a:cubicBezTo>
                    <a:pt x="45256" y="139986"/>
                    <a:pt x="44525" y="140111"/>
                    <a:pt x="42767" y="137339"/>
                  </a:cubicBezTo>
                  <a:cubicBezTo>
                    <a:pt x="41090" y="134693"/>
                    <a:pt x="40576" y="134929"/>
                    <a:pt x="40545" y="138358"/>
                  </a:cubicBezTo>
                  <a:cubicBezTo>
                    <a:pt x="40512" y="142152"/>
                    <a:pt x="39561" y="142390"/>
                    <a:pt x="34194" y="139945"/>
                  </a:cubicBezTo>
                  <a:cubicBezTo>
                    <a:pt x="25899" y="136165"/>
                    <a:pt x="24011" y="130691"/>
                    <a:pt x="30312" y="128691"/>
                  </a:cubicBezTo>
                  <a:cubicBezTo>
                    <a:pt x="35660" y="126994"/>
                    <a:pt x="36881" y="123535"/>
                    <a:pt x="32982" y="121125"/>
                  </a:cubicBezTo>
                  <a:cubicBezTo>
                    <a:pt x="31683" y="120322"/>
                    <a:pt x="30139" y="121111"/>
                    <a:pt x="29550" y="122878"/>
                  </a:cubicBezTo>
                  <a:cubicBezTo>
                    <a:pt x="28702" y="125423"/>
                    <a:pt x="26957" y="125397"/>
                    <a:pt x="21151" y="122752"/>
                  </a:cubicBezTo>
                  <a:cubicBezTo>
                    <a:pt x="14600" y="119767"/>
                    <a:pt x="14176" y="119839"/>
                    <a:pt x="17154" y="123427"/>
                  </a:cubicBezTo>
                  <a:cubicBezTo>
                    <a:pt x="23195" y="130706"/>
                    <a:pt x="15185" y="127829"/>
                    <a:pt x="6342" y="119543"/>
                  </a:cubicBezTo>
                  <a:cubicBezTo>
                    <a:pt x="-1702" y="112007"/>
                    <a:pt x="-1792" y="111717"/>
                    <a:pt x="4365" y="113226"/>
                  </a:cubicBezTo>
                  <a:lnTo>
                    <a:pt x="10819" y="114808"/>
                  </a:lnTo>
                  <a:lnTo>
                    <a:pt x="4707" y="109494"/>
                  </a:lnTo>
                  <a:cubicBezTo>
                    <a:pt x="-312" y="105131"/>
                    <a:pt x="-833" y="103490"/>
                    <a:pt x="1796" y="100322"/>
                  </a:cubicBezTo>
                  <a:cubicBezTo>
                    <a:pt x="4323" y="97278"/>
                    <a:pt x="4332" y="95662"/>
                    <a:pt x="1838" y="92658"/>
                  </a:cubicBezTo>
                  <a:cubicBezTo>
                    <a:pt x="-700" y="89600"/>
                    <a:pt x="-229" y="86595"/>
                    <a:pt x="4233" y="77378"/>
                  </a:cubicBezTo>
                  <a:cubicBezTo>
                    <a:pt x="7287" y="71068"/>
                    <a:pt x="11639" y="64368"/>
                    <a:pt x="13902" y="62490"/>
                  </a:cubicBezTo>
                  <a:cubicBezTo>
                    <a:pt x="17532" y="59477"/>
                    <a:pt x="17802" y="59833"/>
                    <a:pt x="16192" y="65508"/>
                  </a:cubicBezTo>
                  <a:lnTo>
                    <a:pt x="14368" y="71941"/>
                  </a:lnTo>
                  <a:lnTo>
                    <a:pt x="19324" y="65780"/>
                  </a:lnTo>
                  <a:lnTo>
                    <a:pt x="24280" y="59619"/>
                  </a:lnTo>
                  <a:lnTo>
                    <a:pt x="25989" y="66426"/>
                  </a:lnTo>
                  <a:cubicBezTo>
                    <a:pt x="26928" y="70169"/>
                    <a:pt x="28755" y="73232"/>
                    <a:pt x="30049" y="73232"/>
                  </a:cubicBezTo>
                  <a:cubicBezTo>
                    <a:pt x="31420" y="73232"/>
                    <a:pt x="31500" y="70091"/>
                    <a:pt x="30241" y="65700"/>
                  </a:cubicBezTo>
                  <a:cubicBezTo>
                    <a:pt x="28162" y="58450"/>
                    <a:pt x="28788" y="57720"/>
                    <a:pt x="47033" y="46164"/>
                  </a:cubicBezTo>
                  <a:cubicBezTo>
                    <a:pt x="66934" y="33559"/>
                    <a:pt x="85466" y="15573"/>
                    <a:pt x="89508" y="4943"/>
                  </a:cubicBezTo>
                  <a:cubicBezTo>
                    <a:pt x="91833" y="-1172"/>
                    <a:pt x="92131" y="-1236"/>
                    <a:pt x="99998" y="2688"/>
                  </a:cubicBezTo>
                  <a:cubicBezTo>
                    <a:pt x="106503" y="5933"/>
                    <a:pt x="109396" y="6135"/>
                    <a:pt x="114706" y="3716"/>
                  </a:cubicBezTo>
                  <a:cubicBezTo>
                    <a:pt x="118341" y="2059"/>
                    <a:pt x="122122" y="1631"/>
                    <a:pt x="123108" y="2764"/>
                  </a:cubicBezTo>
                  <a:cubicBezTo>
                    <a:pt x="125561" y="5583"/>
                    <a:pt x="135461" y="45948"/>
                    <a:pt x="137332" y="60759"/>
                  </a:cubicBezTo>
                  <a:cubicBezTo>
                    <a:pt x="139199" y="75538"/>
                    <a:pt x="141734" y="77777"/>
                    <a:pt x="159468" y="80313"/>
                  </a:cubicBezTo>
                  <a:cubicBezTo>
                    <a:pt x="172513" y="82178"/>
                    <a:pt x="173509" y="82826"/>
                    <a:pt x="174324" y="89973"/>
                  </a:cubicBezTo>
                  <a:cubicBezTo>
                    <a:pt x="174804" y="94187"/>
                    <a:pt x="179160" y="102021"/>
                    <a:pt x="184004" y="107383"/>
                  </a:cubicBezTo>
                  <a:cubicBezTo>
                    <a:pt x="193664" y="118075"/>
                    <a:pt x="194152" y="121338"/>
                    <a:pt x="190190" y="148735"/>
                  </a:cubicBezTo>
                  <a:cubicBezTo>
                    <a:pt x="188197" y="162515"/>
                    <a:pt x="188470" y="168448"/>
                    <a:pt x="191494" y="177131"/>
                  </a:cubicBezTo>
                  <a:cubicBezTo>
                    <a:pt x="193597" y="183167"/>
                    <a:pt x="195335" y="189779"/>
                    <a:pt x="195355" y="191824"/>
                  </a:cubicBezTo>
                  <a:cubicBezTo>
                    <a:pt x="195376" y="193868"/>
                    <a:pt x="199889" y="199676"/>
                    <a:pt x="205385" y="204731"/>
                  </a:cubicBezTo>
                  <a:cubicBezTo>
                    <a:pt x="211344" y="210212"/>
                    <a:pt x="219172" y="221995"/>
                    <a:pt x="224780" y="233927"/>
                  </a:cubicBezTo>
                  <a:cubicBezTo>
                    <a:pt x="234706" y="255043"/>
                    <a:pt x="236093" y="255967"/>
                    <a:pt x="251313" y="251602"/>
                  </a:cubicBezTo>
                  <a:cubicBezTo>
                    <a:pt x="258379" y="249575"/>
                    <a:pt x="260277" y="250166"/>
                    <a:pt x="265826" y="256119"/>
                  </a:cubicBezTo>
                  <a:cubicBezTo>
                    <a:pt x="272628" y="263417"/>
                    <a:pt x="281243" y="280080"/>
                    <a:pt x="280190" y="283901"/>
                  </a:cubicBezTo>
                  <a:cubicBezTo>
                    <a:pt x="278841" y="288796"/>
                    <a:pt x="283826" y="312090"/>
                    <a:pt x="287275" y="317016"/>
                  </a:cubicBezTo>
                  <a:cubicBezTo>
                    <a:pt x="289273" y="319867"/>
                    <a:pt x="290907" y="325358"/>
                    <a:pt x="290907" y="329217"/>
                  </a:cubicBezTo>
                  <a:cubicBezTo>
                    <a:pt x="290907" y="333077"/>
                    <a:pt x="292090" y="336967"/>
                    <a:pt x="293537" y="337861"/>
                  </a:cubicBezTo>
                  <a:cubicBezTo>
                    <a:pt x="294984" y="338755"/>
                    <a:pt x="299069" y="345213"/>
                    <a:pt x="302616" y="352211"/>
                  </a:cubicBezTo>
                  <a:cubicBezTo>
                    <a:pt x="307126" y="361111"/>
                    <a:pt x="310627" y="364936"/>
                    <a:pt x="314264" y="364936"/>
                  </a:cubicBezTo>
                  <a:cubicBezTo>
                    <a:pt x="320436" y="364936"/>
                    <a:pt x="323792" y="371805"/>
                    <a:pt x="319645" y="375951"/>
                  </a:cubicBezTo>
                  <a:cubicBezTo>
                    <a:pt x="318037" y="377560"/>
                    <a:pt x="316721" y="381289"/>
                    <a:pt x="316721" y="384238"/>
                  </a:cubicBezTo>
                  <a:cubicBezTo>
                    <a:pt x="316721" y="387188"/>
                    <a:pt x="314840" y="392287"/>
                    <a:pt x="312540" y="395571"/>
                  </a:cubicBezTo>
                  <a:cubicBezTo>
                    <a:pt x="308425" y="401445"/>
                    <a:pt x="308570" y="414286"/>
                    <a:pt x="312871" y="424954"/>
                  </a:cubicBezTo>
                  <a:cubicBezTo>
                    <a:pt x="314372" y="428678"/>
                    <a:pt x="313283" y="429472"/>
                    <a:pt x="306671" y="429472"/>
                  </a:cubicBezTo>
                  <a:cubicBezTo>
                    <a:pt x="300565" y="429472"/>
                    <a:pt x="298651" y="428323"/>
                    <a:pt x="298651" y="424657"/>
                  </a:cubicBezTo>
                  <a:close/>
                </a:path>
              </a:pathLst>
            </a:custGeom>
            <a:solidFill>
              <a:srgbClr val="B9B9B9"/>
            </a:solidFill>
            <a:ln w="5163" cap="flat">
              <a:noFill/>
              <a:prstDash val="solid"/>
              <a:miter/>
            </a:ln>
          </p:spPr>
          <p:txBody>
            <a:bodyPr/>
            <a:lstStyle/>
            <a:p>
              <a:endParaRPr lang="es-419" noProof="0" dirty="0"/>
            </a:p>
          </p:txBody>
        </p:sp>
        <p:sp>
          <p:nvSpPr>
            <p:cNvPr id="59" name="Forma libre: forma 58">
              <a:extLst>
                <a:ext uri="{FF2B5EF4-FFF2-40B4-BE49-F238E27FC236}">
                  <a16:creationId xmlns:a16="http://schemas.microsoft.com/office/drawing/2014/main" id="{776D42B8-0392-8FBA-ABFF-62985C67283F}"/>
                </a:ext>
              </a:extLst>
            </p:cNvPr>
            <p:cNvSpPr/>
            <p:nvPr/>
          </p:nvSpPr>
          <p:spPr>
            <a:xfrm>
              <a:off x="812163" y="1806340"/>
              <a:ext cx="15955" cy="30179"/>
            </a:xfrm>
            <a:custGeom>
              <a:avLst/>
              <a:gdLst>
                <a:gd name="csX0" fmla="*/ 12859 w 15955"/>
                <a:gd name="csY0" fmla="*/ 27128 h 30179"/>
                <a:gd name="csX1" fmla="*/ 45 w 15955"/>
                <a:gd name="csY1" fmla="*/ 70 h 30179"/>
                <a:gd name="csX2" fmla="*/ 15145 w 15955"/>
                <a:gd name="csY2" fmla="*/ 24519 h 30179"/>
                <a:gd name="csX3" fmla="*/ 12859 w 15955"/>
                <a:gd name="csY3" fmla="*/ 27128 h 30179"/>
              </a:gdLst>
              <a:ahLst/>
              <a:cxnLst>
                <a:cxn ang="0">
                  <a:pos x="csX0" y="csY0"/>
                </a:cxn>
                <a:cxn ang="0">
                  <a:pos x="csX1" y="csY1"/>
                </a:cxn>
                <a:cxn ang="0">
                  <a:pos x="csX2" y="csY2"/>
                </a:cxn>
                <a:cxn ang="0">
                  <a:pos x="csX3" y="csY3"/>
                </a:cxn>
              </a:cxnLst>
              <a:rect l="l" t="t" r="r" b="b"/>
              <a:pathLst>
                <a:path w="15955" h="30179">
                  <a:moveTo>
                    <a:pt x="12859" y="27128"/>
                  </a:moveTo>
                  <a:cubicBezTo>
                    <a:pt x="8119" y="19457"/>
                    <a:pt x="-707" y="822"/>
                    <a:pt x="45" y="70"/>
                  </a:cubicBezTo>
                  <a:cubicBezTo>
                    <a:pt x="1430" y="-1315"/>
                    <a:pt x="13563" y="18330"/>
                    <a:pt x="15145" y="24519"/>
                  </a:cubicBezTo>
                  <a:cubicBezTo>
                    <a:pt x="16793" y="30962"/>
                    <a:pt x="15876" y="32008"/>
                    <a:pt x="12859" y="27128"/>
                  </a:cubicBezTo>
                  <a:close/>
                </a:path>
              </a:pathLst>
            </a:custGeom>
            <a:solidFill>
              <a:srgbClr val="B9B9B9"/>
            </a:solidFill>
            <a:ln w="5163" cap="flat">
              <a:noFill/>
              <a:prstDash val="solid"/>
              <a:miter/>
            </a:ln>
          </p:spPr>
          <p:txBody>
            <a:bodyPr/>
            <a:lstStyle/>
            <a:p>
              <a:endParaRPr lang="es-419" noProof="0" dirty="0"/>
            </a:p>
          </p:txBody>
        </p:sp>
      </p:grpSp>
      <p:sp>
        <p:nvSpPr>
          <p:cNvPr id="60" name="Forma libre: forma 59">
            <a:extLst>
              <a:ext uri="{FF2B5EF4-FFF2-40B4-BE49-F238E27FC236}">
                <a16:creationId xmlns:a16="http://schemas.microsoft.com/office/drawing/2014/main" id="{252BECA1-72C8-5812-2ED2-9BB57F02BAAC}"/>
              </a:ext>
            </a:extLst>
          </p:cNvPr>
          <p:cNvSpPr/>
          <p:nvPr/>
        </p:nvSpPr>
        <p:spPr>
          <a:xfrm>
            <a:off x="781520" y="1178397"/>
            <a:ext cx="460893" cy="570101"/>
          </a:xfrm>
          <a:custGeom>
            <a:avLst/>
            <a:gdLst>
              <a:gd name="csX0" fmla="*/ 151660 w 460893"/>
              <a:gd name="csY0" fmla="*/ 568610 h 570101"/>
              <a:gd name="csX1" fmla="*/ 140689 w 460893"/>
              <a:gd name="csY1" fmla="*/ 563178 h 570101"/>
              <a:gd name="csX2" fmla="*/ 131877 w 460893"/>
              <a:gd name="csY2" fmla="*/ 549661 h 570101"/>
              <a:gd name="csX3" fmla="*/ 122196 w 460893"/>
              <a:gd name="csY3" fmla="*/ 532968 h 570101"/>
              <a:gd name="csX4" fmla="*/ 107130 w 460893"/>
              <a:gd name="csY4" fmla="*/ 523131 h 570101"/>
              <a:gd name="csX5" fmla="*/ 89869 w 460893"/>
              <a:gd name="csY5" fmla="*/ 518421 h 570101"/>
              <a:gd name="csX6" fmla="*/ 85076 w 460893"/>
              <a:gd name="csY6" fmla="*/ 501266 h 570101"/>
              <a:gd name="csX7" fmla="*/ 77677 w 460893"/>
              <a:gd name="csY7" fmla="*/ 465952 h 570101"/>
              <a:gd name="csX8" fmla="*/ 72006 w 460893"/>
              <a:gd name="csY8" fmla="*/ 445300 h 570101"/>
              <a:gd name="csX9" fmla="*/ 58957 w 460893"/>
              <a:gd name="csY9" fmla="*/ 446095 h 570101"/>
              <a:gd name="csX10" fmla="*/ 35144 w 460893"/>
              <a:gd name="csY10" fmla="*/ 436548 h 570101"/>
              <a:gd name="csX11" fmla="*/ 24381 w 460893"/>
              <a:gd name="csY11" fmla="*/ 426207 h 570101"/>
              <a:gd name="csX12" fmla="*/ 26114 w 460893"/>
              <a:gd name="csY12" fmla="*/ 405421 h 570101"/>
              <a:gd name="csX13" fmla="*/ 25165 w 460893"/>
              <a:gd name="csY13" fmla="*/ 384636 h 570101"/>
              <a:gd name="csX14" fmla="*/ 17520 w 460893"/>
              <a:gd name="csY14" fmla="*/ 374956 h 570101"/>
              <a:gd name="csX15" fmla="*/ 6475 w 460893"/>
              <a:gd name="csY15" fmla="*/ 353942 h 570101"/>
              <a:gd name="csX16" fmla="*/ 196 w 460893"/>
              <a:gd name="csY16" fmla="*/ 332000 h 570101"/>
              <a:gd name="csX17" fmla="*/ 0 w 460893"/>
              <a:gd name="csY17" fmla="*/ 321391 h 570101"/>
              <a:gd name="csX18" fmla="*/ 20006 w 460893"/>
              <a:gd name="csY18" fmla="*/ 322209 h 570101"/>
              <a:gd name="csX19" fmla="*/ 37306 w 460893"/>
              <a:gd name="csY19" fmla="*/ 304003 h 570101"/>
              <a:gd name="csX20" fmla="*/ 36933 w 460893"/>
              <a:gd name="csY20" fmla="*/ 289805 h 570101"/>
              <a:gd name="csX21" fmla="*/ 37690 w 460893"/>
              <a:gd name="csY21" fmla="*/ 253719 h 570101"/>
              <a:gd name="csX22" fmla="*/ 41303 w 460893"/>
              <a:gd name="csY22" fmla="*/ 221451 h 570101"/>
              <a:gd name="csX23" fmla="*/ 48412 w 460893"/>
              <a:gd name="csY23" fmla="*/ 202644 h 570101"/>
              <a:gd name="csX24" fmla="*/ 48257 w 460893"/>
              <a:gd name="csY24" fmla="*/ 124622 h 570101"/>
              <a:gd name="csX25" fmla="*/ 40464 w 460893"/>
              <a:gd name="csY25" fmla="*/ 83859 h 570101"/>
              <a:gd name="csX26" fmla="*/ 52830 w 460893"/>
              <a:gd name="csY26" fmla="*/ 45160 h 570101"/>
              <a:gd name="csX27" fmla="*/ 63246 w 460893"/>
              <a:gd name="csY27" fmla="*/ 46920 h 570101"/>
              <a:gd name="csX28" fmla="*/ 63246 w 460893"/>
              <a:gd name="csY28" fmla="*/ 23460 h 570101"/>
              <a:gd name="csX29" fmla="*/ 66672 w 460893"/>
              <a:gd name="csY29" fmla="*/ 0 h 570101"/>
              <a:gd name="csX30" fmla="*/ 126691 w 460893"/>
              <a:gd name="csY30" fmla="*/ 3798 h 570101"/>
              <a:gd name="csX31" fmla="*/ 203405 w 460893"/>
              <a:gd name="csY31" fmla="*/ 8311 h 570101"/>
              <a:gd name="csX32" fmla="*/ 223527 w 460893"/>
              <a:gd name="csY32" fmla="*/ 9026 h 570101"/>
              <a:gd name="csX33" fmla="*/ 229665 w 460893"/>
              <a:gd name="csY33" fmla="*/ 21938 h 570101"/>
              <a:gd name="csX34" fmla="*/ 254984 w 460893"/>
              <a:gd name="csY34" fmla="*/ 54210 h 570101"/>
              <a:gd name="csX35" fmla="*/ 267180 w 460893"/>
              <a:gd name="csY35" fmla="*/ 65624 h 570101"/>
              <a:gd name="csX36" fmla="*/ 283960 w 460893"/>
              <a:gd name="csY36" fmla="*/ 83994 h 570101"/>
              <a:gd name="csX37" fmla="*/ 300739 w 460893"/>
              <a:gd name="csY37" fmla="*/ 103278 h 570101"/>
              <a:gd name="csX38" fmla="*/ 307688 w 460893"/>
              <a:gd name="csY38" fmla="*/ 107024 h 570101"/>
              <a:gd name="csX39" fmla="*/ 338320 w 460893"/>
              <a:gd name="csY39" fmla="*/ 140082 h 570101"/>
              <a:gd name="csX40" fmla="*/ 345307 w 460893"/>
              <a:gd name="csY40" fmla="*/ 156757 h 570101"/>
              <a:gd name="csX41" fmla="*/ 350264 w 460893"/>
              <a:gd name="csY41" fmla="*/ 174757 h 570101"/>
              <a:gd name="csX42" fmla="*/ 353728 w 460893"/>
              <a:gd name="csY42" fmla="*/ 192882 h 570101"/>
              <a:gd name="csX43" fmla="*/ 357557 w 460893"/>
              <a:gd name="csY43" fmla="*/ 206186 h 570101"/>
              <a:gd name="csX44" fmla="*/ 373046 w 460893"/>
              <a:gd name="csY44" fmla="*/ 221653 h 570101"/>
              <a:gd name="csX45" fmla="*/ 388508 w 460893"/>
              <a:gd name="csY45" fmla="*/ 235073 h 570101"/>
              <a:gd name="csX46" fmla="*/ 408536 w 460893"/>
              <a:gd name="csY46" fmla="*/ 251563 h 570101"/>
              <a:gd name="csX47" fmla="*/ 419486 w 460893"/>
              <a:gd name="csY47" fmla="*/ 258145 h 570101"/>
              <a:gd name="csX48" fmla="*/ 429612 w 460893"/>
              <a:gd name="csY48" fmla="*/ 264555 h 570101"/>
              <a:gd name="csX49" fmla="*/ 440498 w 460893"/>
              <a:gd name="csY49" fmla="*/ 270196 h 570101"/>
              <a:gd name="csX50" fmla="*/ 458638 w 460893"/>
              <a:gd name="csY50" fmla="*/ 279871 h 570101"/>
              <a:gd name="csX51" fmla="*/ 433706 w 460893"/>
              <a:gd name="csY51" fmla="*/ 328123 h 570101"/>
              <a:gd name="csX52" fmla="*/ 401785 w 460893"/>
              <a:gd name="csY52" fmla="*/ 376892 h 570101"/>
              <a:gd name="csX53" fmla="*/ 408173 w 460893"/>
              <a:gd name="csY53" fmla="*/ 427230 h 570101"/>
              <a:gd name="csX54" fmla="*/ 407224 w 460893"/>
              <a:gd name="csY54" fmla="*/ 481463 h 570101"/>
              <a:gd name="csX55" fmla="*/ 357001 w 460893"/>
              <a:gd name="csY55" fmla="*/ 500599 h 570101"/>
              <a:gd name="csX56" fmla="*/ 339993 w 460893"/>
              <a:gd name="csY56" fmla="*/ 507393 h 570101"/>
              <a:gd name="csX57" fmla="*/ 315871 w 460893"/>
              <a:gd name="csY57" fmla="*/ 500146 h 570101"/>
              <a:gd name="csX58" fmla="*/ 305685 w 460893"/>
              <a:gd name="csY58" fmla="*/ 499249 h 570101"/>
              <a:gd name="csX59" fmla="*/ 291896 w 460893"/>
              <a:gd name="csY59" fmla="*/ 499687 h 570101"/>
              <a:gd name="csX60" fmla="*/ 270870 w 460893"/>
              <a:gd name="csY60" fmla="*/ 491757 h 570101"/>
              <a:gd name="csX61" fmla="*/ 256706 w 460893"/>
              <a:gd name="csY61" fmla="*/ 481408 h 570101"/>
              <a:gd name="csX62" fmla="*/ 242051 w 460893"/>
              <a:gd name="csY62" fmla="*/ 472207 h 570101"/>
              <a:gd name="csX63" fmla="*/ 227525 w 460893"/>
              <a:gd name="csY63" fmla="*/ 468533 h 570101"/>
              <a:gd name="csX64" fmla="*/ 222731 w 460893"/>
              <a:gd name="csY64" fmla="*/ 472486 h 570101"/>
              <a:gd name="csX65" fmla="*/ 210984 w 460893"/>
              <a:gd name="csY65" fmla="*/ 493362 h 570101"/>
              <a:gd name="csX66" fmla="*/ 200162 w 460893"/>
              <a:gd name="csY66" fmla="*/ 504374 h 570101"/>
              <a:gd name="csX67" fmla="*/ 192160 w 460893"/>
              <a:gd name="csY67" fmla="*/ 516880 h 570101"/>
              <a:gd name="csX68" fmla="*/ 189436 w 460893"/>
              <a:gd name="csY68" fmla="*/ 530760 h 570101"/>
              <a:gd name="csX69" fmla="*/ 184534 w 460893"/>
              <a:gd name="csY69" fmla="*/ 547022 h 570101"/>
              <a:gd name="csX70" fmla="*/ 182598 w 460893"/>
              <a:gd name="csY70" fmla="*/ 561518 h 570101"/>
              <a:gd name="csX71" fmla="*/ 164446 w 460893"/>
              <a:gd name="csY71" fmla="*/ 570049 h 570101"/>
              <a:gd name="csX72" fmla="*/ 151660 w 460893"/>
              <a:gd name="csY72" fmla="*/ 568610 h 5701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Lst>
            <a:rect l="l" t="t" r="r" b="b"/>
            <a:pathLst>
              <a:path w="460893" h="570101">
                <a:moveTo>
                  <a:pt x="151660" y="568610"/>
                </a:moveTo>
                <a:cubicBezTo>
                  <a:pt x="143384" y="567865"/>
                  <a:pt x="140689" y="566530"/>
                  <a:pt x="140689" y="563178"/>
                </a:cubicBezTo>
                <a:cubicBezTo>
                  <a:pt x="140689" y="560733"/>
                  <a:pt x="136724" y="554651"/>
                  <a:pt x="131877" y="549661"/>
                </a:cubicBezTo>
                <a:cubicBezTo>
                  <a:pt x="126875" y="544511"/>
                  <a:pt x="122689" y="537293"/>
                  <a:pt x="122196" y="532968"/>
                </a:cubicBezTo>
                <a:cubicBezTo>
                  <a:pt x="121389" y="525881"/>
                  <a:pt x="120335" y="525192"/>
                  <a:pt x="107130" y="523131"/>
                </a:cubicBezTo>
                <a:cubicBezTo>
                  <a:pt x="99321" y="521912"/>
                  <a:pt x="91554" y="519792"/>
                  <a:pt x="89869" y="518421"/>
                </a:cubicBezTo>
                <a:cubicBezTo>
                  <a:pt x="88184" y="517050"/>
                  <a:pt x="86027" y="509330"/>
                  <a:pt x="85076" y="501266"/>
                </a:cubicBezTo>
                <a:cubicBezTo>
                  <a:pt x="84126" y="493202"/>
                  <a:pt x="80796" y="477310"/>
                  <a:pt x="77677" y="465952"/>
                </a:cubicBezTo>
                <a:lnTo>
                  <a:pt x="72006" y="445300"/>
                </a:lnTo>
                <a:lnTo>
                  <a:pt x="58957" y="446095"/>
                </a:lnTo>
                <a:cubicBezTo>
                  <a:pt x="46778" y="446836"/>
                  <a:pt x="45189" y="446199"/>
                  <a:pt x="35144" y="436548"/>
                </a:cubicBezTo>
                <a:lnTo>
                  <a:pt x="24381" y="426207"/>
                </a:lnTo>
                <a:lnTo>
                  <a:pt x="26114" y="405421"/>
                </a:lnTo>
                <a:cubicBezTo>
                  <a:pt x="27263" y="391650"/>
                  <a:pt x="26942" y="384636"/>
                  <a:pt x="25165" y="384636"/>
                </a:cubicBezTo>
                <a:cubicBezTo>
                  <a:pt x="23689" y="384636"/>
                  <a:pt x="20249" y="380280"/>
                  <a:pt x="17520" y="374956"/>
                </a:cubicBezTo>
                <a:cubicBezTo>
                  <a:pt x="14791" y="369631"/>
                  <a:pt x="9821" y="360175"/>
                  <a:pt x="6475" y="353942"/>
                </a:cubicBezTo>
                <a:cubicBezTo>
                  <a:pt x="3106" y="347664"/>
                  <a:pt x="305" y="337877"/>
                  <a:pt x="196" y="332000"/>
                </a:cubicBezTo>
                <a:lnTo>
                  <a:pt x="0" y="321391"/>
                </a:lnTo>
                <a:lnTo>
                  <a:pt x="20006" y="322209"/>
                </a:lnTo>
                <a:cubicBezTo>
                  <a:pt x="42391" y="323125"/>
                  <a:pt x="42565" y="322942"/>
                  <a:pt x="37306" y="304003"/>
                </a:cubicBezTo>
                <a:cubicBezTo>
                  <a:pt x="35685" y="298169"/>
                  <a:pt x="35538" y="292562"/>
                  <a:pt x="36933" y="289805"/>
                </a:cubicBezTo>
                <a:cubicBezTo>
                  <a:pt x="38201" y="287300"/>
                  <a:pt x="38542" y="271061"/>
                  <a:pt x="37690" y="253719"/>
                </a:cubicBezTo>
                <a:cubicBezTo>
                  <a:pt x="36207" y="223555"/>
                  <a:pt x="36364" y="222156"/>
                  <a:pt x="41303" y="221451"/>
                </a:cubicBezTo>
                <a:cubicBezTo>
                  <a:pt x="45680" y="220826"/>
                  <a:pt x="46762" y="217964"/>
                  <a:pt x="48412" y="202644"/>
                </a:cubicBezTo>
                <a:cubicBezTo>
                  <a:pt x="51806" y="171127"/>
                  <a:pt x="51726" y="130863"/>
                  <a:pt x="48257" y="124622"/>
                </a:cubicBezTo>
                <a:cubicBezTo>
                  <a:pt x="46501" y="121464"/>
                  <a:pt x="42994" y="103121"/>
                  <a:pt x="40464" y="83859"/>
                </a:cubicBezTo>
                <a:cubicBezTo>
                  <a:pt x="35209" y="43860"/>
                  <a:pt x="35717" y="42269"/>
                  <a:pt x="52830" y="45160"/>
                </a:cubicBezTo>
                <a:lnTo>
                  <a:pt x="63246" y="46920"/>
                </a:lnTo>
                <a:lnTo>
                  <a:pt x="63246" y="23460"/>
                </a:lnTo>
                <a:cubicBezTo>
                  <a:pt x="63246" y="5683"/>
                  <a:pt x="64076" y="0"/>
                  <a:pt x="66672" y="0"/>
                </a:cubicBezTo>
                <a:cubicBezTo>
                  <a:pt x="68557" y="0"/>
                  <a:pt x="95565" y="1709"/>
                  <a:pt x="126691" y="3798"/>
                </a:cubicBezTo>
                <a:cubicBezTo>
                  <a:pt x="157817" y="5887"/>
                  <a:pt x="192338" y="7917"/>
                  <a:pt x="203405" y="8311"/>
                </a:cubicBezTo>
                <a:lnTo>
                  <a:pt x="223527" y="9026"/>
                </a:lnTo>
                <a:lnTo>
                  <a:pt x="229665" y="21938"/>
                </a:lnTo>
                <a:cubicBezTo>
                  <a:pt x="235583" y="34389"/>
                  <a:pt x="251134" y="54210"/>
                  <a:pt x="254984" y="54210"/>
                </a:cubicBezTo>
                <a:cubicBezTo>
                  <a:pt x="256963" y="54210"/>
                  <a:pt x="267180" y="63772"/>
                  <a:pt x="267180" y="65624"/>
                </a:cubicBezTo>
                <a:cubicBezTo>
                  <a:pt x="267180" y="66222"/>
                  <a:pt x="274731" y="74489"/>
                  <a:pt x="283960" y="83994"/>
                </a:cubicBezTo>
                <a:cubicBezTo>
                  <a:pt x="293188" y="93499"/>
                  <a:pt x="300739" y="102177"/>
                  <a:pt x="300739" y="103278"/>
                </a:cubicBezTo>
                <a:cubicBezTo>
                  <a:pt x="300739" y="104379"/>
                  <a:pt x="303866" y="106065"/>
                  <a:pt x="307688" y="107024"/>
                </a:cubicBezTo>
                <a:cubicBezTo>
                  <a:pt x="316754" y="109299"/>
                  <a:pt x="336159" y="130241"/>
                  <a:pt x="338320" y="140082"/>
                </a:cubicBezTo>
                <a:cubicBezTo>
                  <a:pt x="339250" y="144316"/>
                  <a:pt x="342394" y="151820"/>
                  <a:pt x="345307" y="156757"/>
                </a:cubicBezTo>
                <a:cubicBezTo>
                  <a:pt x="348253" y="161749"/>
                  <a:pt x="350453" y="169738"/>
                  <a:pt x="350264" y="174757"/>
                </a:cubicBezTo>
                <a:cubicBezTo>
                  <a:pt x="350078" y="179720"/>
                  <a:pt x="351636" y="187876"/>
                  <a:pt x="353728" y="192882"/>
                </a:cubicBezTo>
                <a:cubicBezTo>
                  <a:pt x="355820" y="197888"/>
                  <a:pt x="357543" y="203875"/>
                  <a:pt x="357557" y="206186"/>
                </a:cubicBezTo>
                <a:cubicBezTo>
                  <a:pt x="357572" y="208497"/>
                  <a:pt x="364542" y="215457"/>
                  <a:pt x="373046" y="221653"/>
                </a:cubicBezTo>
                <a:cubicBezTo>
                  <a:pt x="381550" y="227849"/>
                  <a:pt x="388508" y="233888"/>
                  <a:pt x="388508" y="235073"/>
                </a:cubicBezTo>
                <a:cubicBezTo>
                  <a:pt x="388508" y="239850"/>
                  <a:pt x="400638" y="249837"/>
                  <a:pt x="408536" y="251563"/>
                </a:cubicBezTo>
                <a:cubicBezTo>
                  <a:pt x="413162" y="252574"/>
                  <a:pt x="418090" y="255536"/>
                  <a:pt x="419486" y="258145"/>
                </a:cubicBezTo>
                <a:cubicBezTo>
                  <a:pt x="420882" y="260754"/>
                  <a:pt x="425439" y="263638"/>
                  <a:pt x="429612" y="264555"/>
                </a:cubicBezTo>
                <a:cubicBezTo>
                  <a:pt x="433785" y="265471"/>
                  <a:pt x="438684" y="268010"/>
                  <a:pt x="440498" y="270196"/>
                </a:cubicBezTo>
                <a:cubicBezTo>
                  <a:pt x="443409" y="273704"/>
                  <a:pt x="453843" y="279268"/>
                  <a:pt x="458638" y="279871"/>
                </a:cubicBezTo>
                <a:cubicBezTo>
                  <a:pt x="464237" y="280575"/>
                  <a:pt x="460647" y="287523"/>
                  <a:pt x="433706" y="328123"/>
                </a:cubicBezTo>
                <a:cubicBezTo>
                  <a:pt x="417320" y="352816"/>
                  <a:pt x="402956" y="374762"/>
                  <a:pt x="401785" y="376892"/>
                </a:cubicBezTo>
                <a:cubicBezTo>
                  <a:pt x="400523" y="379188"/>
                  <a:pt x="403122" y="399673"/>
                  <a:pt x="408173" y="427230"/>
                </a:cubicBezTo>
                <a:cubicBezTo>
                  <a:pt x="419157" y="487163"/>
                  <a:pt x="419215" y="483871"/>
                  <a:pt x="407224" y="481463"/>
                </a:cubicBezTo>
                <a:cubicBezTo>
                  <a:pt x="377101" y="475416"/>
                  <a:pt x="375238" y="476126"/>
                  <a:pt x="357001" y="500599"/>
                </a:cubicBezTo>
                <a:cubicBezTo>
                  <a:pt x="346599" y="514558"/>
                  <a:pt x="343773" y="515687"/>
                  <a:pt x="339993" y="507393"/>
                </a:cubicBezTo>
                <a:cubicBezTo>
                  <a:pt x="336462" y="499643"/>
                  <a:pt x="325739" y="496421"/>
                  <a:pt x="315871" y="500146"/>
                </a:cubicBezTo>
                <a:cubicBezTo>
                  <a:pt x="310307" y="502246"/>
                  <a:pt x="308004" y="502043"/>
                  <a:pt x="305685" y="499249"/>
                </a:cubicBezTo>
                <a:cubicBezTo>
                  <a:pt x="301762" y="494522"/>
                  <a:pt x="296907" y="494676"/>
                  <a:pt x="291896" y="499687"/>
                </a:cubicBezTo>
                <a:cubicBezTo>
                  <a:pt x="286395" y="505188"/>
                  <a:pt x="278982" y="502392"/>
                  <a:pt x="270870" y="491757"/>
                </a:cubicBezTo>
                <a:cubicBezTo>
                  <a:pt x="267159" y="486892"/>
                  <a:pt x="260921" y="482334"/>
                  <a:pt x="256706" y="481408"/>
                </a:cubicBezTo>
                <a:cubicBezTo>
                  <a:pt x="252563" y="480498"/>
                  <a:pt x="245969" y="476358"/>
                  <a:pt x="242051" y="472207"/>
                </a:cubicBezTo>
                <a:cubicBezTo>
                  <a:pt x="234140" y="463825"/>
                  <a:pt x="229757" y="462717"/>
                  <a:pt x="227525" y="468533"/>
                </a:cubicBezTo>
                <a:cubicBezTo>
                  <a:pt x="226708" y="470663"/>
                  <a:pt x="224550" y="472442"/>
                  <a:pt x="222731" y="472486"/>
                </a:cubicBezTo>
                <a:cubicBezTo>
                  <a:pt x="216831" y="472631"/>
                  <a:pt x="209780" y="485162"/>
                  <a:pt x="210984" y="493362"/>
                </a:cubicBezTo>
                <a:cubicBezTo>
                  <a:pt x="212266" y="502098"/>
                  <a:pt x="211304" y="503076"/>
                  <a:pt x="200162" y="504374"/>
                </a:cubicBezTo>
                <a:cubicBezTo>
                  <a:pt x="189734" y="505588"/>
                  <a:pt x="189645" y="505728"/>
                  <a:pt x="192160" y="516880"/>
                </a:cubicBezTo>
                <a:cubicBezTo>
                  <a:pt x="193910" y="524639"/>
                  <a:pt x="193416" y="527159"/>
                  <a:pt x="189436" y="530760"/>
                </a:cubicBezTo>
                <a:cubicBezTo>
                  <a:pt x="186033" y="533840"/>
                  <a:pt x="184562" y="538720"/>
                  <a:pt x="184534" y="547022"/>
                </a:cubicBezTo>
                <a:cubicBezTo>
                  <a:pt x="184512" y="553546"/>
                  <a:pt x="183641" y="560069"/>
                  <a:pt x="182598" y="561518"/>
                </a:cubicBezTo>
                <a:cubicBezTo>
                  <a:pt x="180445" y="564508"/>
                  <a:pt x="167199" y="570734"/>
                  <a:pt x="164446" y="570049"/>
                </a:cubicBezTo>
                <a:cubicBezTo>
                  <a:pt x="163448" y="569801"/>
                  <a:pt x="157694" y="569154"/>
                  <a:pt x="151660" y="568610"/>
                </a:cubicBezTo>
                <a:close/>
              </a:path>
            </a:pathLst>
          </a:custGeom>
          <a:solidFill>
            <a:srgbClr val="B9B9B9"/>
          </a:solidFill>
          <a:ln w="5163" cap="flat">
            <a:noFill/>
            <a:prstDash val="solid"/>
            <a:miter/>
          </a:ln>
        </p:spPr>
        <p:txBody>
          <a:bodyPr/>
          <a:lstStyle/>
          <a:p>
            <a:endParaRPr lang="es-419" noProof="0" dirty="0"/>
          </a:p>
        </p:txBody>
      </p:sp>
      <p:sp>
        <p:nvSpPr>
          <p:cNvPr id="61" name="Forma libre: forma 60">
            <a:extLst>
              <a:ext uri="{FF2B5EF4-FFF2-40B4-BE49-F238E27FC236}">
                <a16:creationId xmlns:a16="http://schemas.microsoft.com/office/drawing/2014/main" id="{5EC2592A-6EEE-092E-715E-05DCED222774}"/>
              </a:ext>
            </a:extLst>
          </p:cNvPr>
          <p:cNvSpPr/>
          <p:nvPr/>
        </p:nvSpPr>
        <p:spPr>
          <a:xfrm>
            <a:off x="2038384" y="2469122"/>
            <a:ext cx="332998" cy="314936"/>
          </a:xfrm>
          <a:custGeom>
            <a:avLst/>
            <a:gdLst>
              <a:gd name="csX0" fmla="*/ 150508 w 332998"/>
              <a:gd name="csY0" fmla="*/ 295153 h 314936"/>
              <a:gd name="csX1" fmla="*/ 122921 w 332998"/>
              <a:gd name="csY1" fmla="*/ 269012 h 314936"/>
              <a:gd name="csX2" fmla="*/ 122279 w 332998"/>
              <a:gd name="csY2" fmla="*/ 264031 h 314936"/>
              <a:gd name="csX3" fmla="*/ 126546 w 332998"/>
              <a:gd name="csY3" fmla="*/ 262908 h 314936"/>
              <a:gd name="csX4" fmla="*/ 106954 w 332998"/>
              <a:gd name="csY4" fmla="*/ 254224 h 314936"/>
              <a:gd name="csX5" fmla="*/ 78561 w 332998"/>
              <a:gd name="csY5" fmla="*/ 232541 h 314936"/>
              <a:gd name="csX6" fmla="*/ 60903 w 332998"/>
              <a:gd name="csY6" fmla="*/ 216842 h 314936"/>
              <a:gd name="csX7" fmla="*/ 60455 w 332998"/>
              <a:gd name="csY7" fmla="*/ 213585 h 314936"/>
              <a:gd name="csX8" fmla="*/ 56711 w 332998"/>
              <a:gd name="csY8" fmla="*/ 207285 h 314936"/>
              <a:gd name="csX9" fmla="*/ 53349 w 332998"/>
              <a:gd name="csY9" fmla="*/ 207961 h 314936"/>
              <a:gd name="csX10" fmla="*/ 34703 w 332998"/>
              <a:gd name="csY10" fmla="*/ 200142 h 314936"/>
              <a:gd name="csX11" fmla="*/ 16028 w 332998"/>
              <a:gd name="csY11" fmla="*/ 187234 h 314936"/>
              <a:gd name="csX12" fmla="*/ 16436 w 332998"/>
              <a:gd name="csY12" fmla="*/ 184359 h 314936"/>
              <a:gd name="csX13" fmla="*/ 14549 w 332998"/>
              <a:gd name="csY13" fmla="*/ 178120 h 314936"/>
              <a:gd name="csX14" fmla="*/ 7908 w 332998"/>
              <a:gd name="csY14" fmla="*/ 171021 h 314936"/>
              <a:gd name="csX15" fmla="*/ 2407 w 332998"/>
              <a:gd name="csY15" fmla="*/ 154470 h 314936"/>
              <a:gd name="csX16" fmla="*/ 6812 w 332998"/>
              <a:gd name="csY16" fmla="*/ 119621 h 314936"/>
              <a:gd name="csX17" fmla="*/ 17071 w 332998"/>
              <a:gd name="csY17" fmla="*/ 91641 h 314936"/>
              <a:gd name="csX18" fmla="*/ 20635 w 332998"/>
              <a:gd name="csY18" fmla="*/ 82008 h 314936"/>
              <a:gd name="csX19" fmla="*/ 29523 w 332998"/>
              <a:gd name="csY19" fmla="*/ 71230 h 314936"/>
              <a:gd name="csX20" fmla="*/ 42896 w 332998"/>
              <a:gd name="csY20" fmla="*/ 48085 h 314936"/>
              <a:gd name="csX21" fmla="*/ 49532 w 332998"/>
              <a:gd name="csY21" fmla="*/ 35969 h 314936"/>
              <a:gd name="csX22" fmla="*/ 54906 w 332998"/>
              <a:gd name="csY22" fmla="*/ 23257 h 314936"/>
              <a:gd name="csX23" fmla="*/ 66531 w 332998"/>
              <a:gd name="csY23" fmla="*/ 0 h 314936"/>
              <a:gd name="csX24" fmla="*/ 82468 w 332998"/>
              <a:gd name="csY24" fmla="*/ 19425 h 314936"/>
              <a:gd name="csX25" fmla="*/ 95351 w 332998"/>
              <a:gd name="csY25" fmla="*/ 43885 h 314936"/>
              <a:gd name="csX26" fmla="*/ 106141 w 332998"/>
              <a:gd name="csY26" fmla="*/ 49048 h 314936"/>
              <a:gd name="csX27" fmla="*/ 113640 w 332998"/>
              <a:gd name="csY27" fmla="*/ 54166 h 314936"/>
              <a:gd name="csX28" fmla="*/ 132249 w 332998"/>
              <a:gd name="csY28" fmla="*/ 34653 h 314936"/>
              <a:gd name="csX29" fmla="*/ 156404 w 332998"/>
              <a:gd name="csY29" fmla="*/ 10326 h 314936"/>
              <a:gd name="csX30" fmla="*/ 168334 w 332998"/>
              <a:gd name="csY30" fmla="*/ 6060 h 314936"/>
              <a:gd name="csX31" fmla="*/ 186389 w 332998"/>
              <a:gd name="csY31" fmla="*/ 9933 h 314936"/>
              <a:gd name="csX32" fmla="*/ 200349 w 332998"/>
              <a:gd name="csY32" fmla="*/ 18070 h 314936"/>
              <a:gd name="csX33" fmla="*/ 204999 w 332998"/>
              <a:gd name="csY33" fmla="*/ 30473 h 314936"/>
              <a:gd name="csX34" fmla="*/ 218185 w 332998"/>
              <a:gd name="csY34" fmla="*/ 43802 h 314936"/>
              <a:gd name="csX35" fmla="*/ 227241 w 332998"/>
              <a:gd name="csY35" fmla="*/ 50036 h 314936"/>
              <a:gd name="csX36" fmla="*/ 238424 w 332998"/>
              <a:gd name="csY36" fmla="*/ 60571 h 314936"/>
              <a:gd name="csX37" fmla="*/ 261581 w 332998"/>
              <a:gd name="csY37" fmla="*/ 79599 h 314936"/>
              <a:gd name="csX38" fmla="*/ 276424 w 332998"/>
              <a:gd name="csY38" fmla="*/ 89453 h 314936"/>
              <a:gd name="csX39" fmla="*/ 280389 w 332998"/>
              <a:gd name="csY39" fmla="*/ 90232 h 314936"/>
              <a:gd name="csX40" fmla="*/ 288978 w 332998"/>
              <a:gd name="csY40" fmla="*/ 95366 h 314936"/>
              <a:gd name="csX41" fmla="*/ 309784 w 332998"/>
              <a:gd name="csY41" fmla="*/ 117828 h 314936"/>
              <a:gd name="csX42" fmla="*/ 323208 w 332998"/>
              <a:gd name="csY42" fmla="*/ 127731 h 314936"/>
              <a:gd name="csX43" fmla="*/ 330610 w 332998"/>
              <a:gd name="csY43" fmla="*/ 136947 h 314936"/>
              <a:gd name="csX44" fmla="*/ 327230 w 332998"/>
              <a:gd name="csY44" fmla="*/ 153094 h 314936"/>
              <a:gd name="csX45" fmla="*/ 328146 w 332998"/>
              <a:gd name="csY45" fmla="*/ 164492 h 314936"/>
              <a:gd name="csX46" fmla="*/ 285552 w 332998"/>
              <a:gd name="csY46" fmla="*/ 166189 h 314936"/>
              <a:gd name="csX47" fmla="*/ 228050 w 332998"/>
              <a:gd name="csY47" fmla="*/ 169472 h 314936"/>
              <a:gd name="csX48" fmla="*/ 213142 w 332998"/>
              <a:gd name="csY48" fmla="*/ 171057 h 314936"/>
              <a:gd name="csX49" fmla="*/ 197915 w 332998"/>
              <a:gd name="csY49" fmla="*/ 199758 h 314936"/>
              <a:gd name="csX50" fmla="*/ 180329 w 332998"/>
              <a:gd name="csY50" fmla="*/ 231127 h 314936"/>
              <a:gd name="csX51" fmla="*/ 181055 w 332998"/>
              <a:gd name="csY51" fmla="*/ 253031 h 314936"/>
              <a:gd name="csX52" fmla="*/ 185000 w 332998"/>
              <a:gd name="csY52" fmla="*/ 272477 h 314936"/>
              <a:gd name="csX53" fmla="*/ 182260 w 332998"/>
              <a:gd name="csY53" fmla="*/ 301769 h 314936"/>
              <a:gd name="csX54" fmla="*/ 174070 w 332998"/>
              <a:gd name="csY54" fmla="*/ 314937 h 314936"/>
              <a:gd name="csX55" fmla="*/ 150508 w 332998"/>
              <a:gd name="csY55" fmla="*/ 295153 h 3149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Lst>
            <a:rect l="l" t="t" r="r" b="b"/>
            <a:pathLst>
              <a:path w="332998" h="314936">
                <a:moveTo>
                  <a:pt x="150508" y="295153"/>
                </a:moveTo>
                <a:cubicBezTo>
                  <a:pt x="138884" y="284272"/>
                  <a:pt x="126470" y="272508"/>
                  <a:pt x="122921" y="269012"/>
                </a:cubicBezTo>
                <a:cubicBezTo>
                  <a:pt x="116541" y="262727"/>
                  <a:pt x="116534" y="262670"/>
                  <a:pt x="122279" y="264031"/>
                </a:cubicBezTo>
                <a:cubicBezTo>
                  <a:pt x="125681" y="264837"/>
                  <a:pt x="127450" y="264371"/>
                  <a:pt x="126546" y="262908"/>
                </a:cubicBezTo>
                <a:cubicBezTo>
                  <a:pt x="124960" y="260342"/>
                  <a:pt x="114693" y="255791"/>
                  <a:pt x="106954" y="254224"/>
                </a:cubicBezTo>
                <a:cubicBezTo>
                  <a:pt x="98738" y="252560"/>
                  <a:pt x="93040" y="248209"/>
                  <a:pt x="78561" y="232541"/>
                </a:cubicBezTo>
                <a:cubicBezTo>
                  <a:pt x="70581" y="223906"/>
                  <a:pt x="62635" y="216842"/>
                  <a:pt x="60903" y="216842"/>
                </a:cubicBezTo>
                <a:cubicBezTo>
                  <a:pt x="58660" y="216842"/>
                  <a:pt x="58531" y="215904"/>
                  <a:pt x="60455" y="213585"/>
                </a:cubicBezTo>
                <a:cubicBezTo>
                  <a:pt x="62461" y="211169"/>
                  <a:pt x="61494" y="209543"/>
                  <a:pt x="56711" y="207285"/>
                </a:cubicBezTo>
                <a:cubicBezTo>
                  <a:pt x="51186" y="204678"/>
                  <a:pt x="50705" y="204775"/>
                  <a:pt x="53349" y="207961"/>
                </a:cubicBezTo>
                <a:cubicBezTo>
                  <a:pt x="59572" y="215458"/>
                  <a:pt x="50558" y="211678"/>
                  <a:pt x="34703" y="200142"/>
                </a:cubicBezTo>
                <a:cubicBezTo>
                  <a:pt x="25983" y="193796"/>
                  <a:pt x="17579" y="187988"/>
                  <a:pt x="16028" y="187234"/>
                </a:cubicBezTo>
                <a:cubicBezTo>
                  <a:pt x="14108" y="186301"/>
                  <a:pt x="14238" y="185384"/>
                  <a:pt x="16436" y="184359"/>
                </a:cubicBezTo>
                <a:cubicBezTo>
                  <a:pt x="21429" y="182028"/>
                  <a:pt x="20247" y="178120"/>
                  <a:pt x="14549" y="178120"/>
                </a:cubicBezTo>
                <a:cubicBezTo>
                  <a:pt x="11062" y="178120"/>
                  <a:pt x="8950" y="175862"/>
                  <a:pt x="7908" y="171021"/>
                </a:cubicBezTo>
                <a:cubicBezTo>
                  <a:pt x="7068" y="167117"/>
                  <a:pt x="4593" y="159669"/>
                  <a:pt x="2407" y="154470"/>
                </a:cubicBezTo>
                <a:cubicBezTo>
                  <a:pt x="-1401" y="145413"/>
                  <a:pt x="-1217" y="143959"/>
                  <a:pt x="6812" y="119621"/>
                </a:cubicBezTo>
                <a:cubicBezTo>
                  <a:pt x="11420" y="105652"/>
                  <a:pt x="16036" y="93061"/>
                  <a:pt x="17071" y="91641"/>
                </a:cubicBezTo>
                <a:cubicBezTo>
                  <a:pt x="18105" y="90222"/>
                  <a:pt x="19709" y="85887"/>
                  <a:pt x="20635" y="82008"/>
                </a:cubicBezTo>
                <a:cubicBezTo>
                  <a:pt x="21600" y="77965"/>
                  <a:pt x="25393" y="73366"/>
                  <a:pt x="29523" y="71230"/>
                </a:cubicBezTo>
                <a:cubicBezTo>
                  <a:pt x="37293" y="67213"/>
                  <a:pt x="42896" y="57515"/>
                  <a:pt x="42896" y="48085"/>
                </a:cubicBezTo>
                <a:cubicBezTo>
                  <a:pt x="42896" y="44850"/>
                  <a:pt x="45882" y="39398"/>
                  <a:pt x="49532" y="35969"/>
                </a:cubicBezTo>
                <a:cubicBezTo>
                  <a:pt x="54317" y="31473"/>
                  <a:pt x="55816" y="27929"/>
                  <a:pt x="54906" y="23257"/>
                </a:cubicBezTo>
                <a:cubicBezTo>
                  <a:pt x="53161" y="14292"/>
                  <a:pt x="60305" y="0"/>
                  <a:pt x="66531" y="0"/>
                </a:cubicBezTo>
                <a:cubicBezTo>
                  <a:pt x="74307" y="0"/>
                  <a:pt x="80918" y="8058"/>
                  <a:pt x="82468" y="19425"/>
                </a:cubicBezTo>
                <a:cubicBezTo>
                  <a:pt x="84849" y="36891"/>
                  <a:pt x="88533" y="43885"/>
                  <a:pt x="95351" y="43885"/>
                </a:cubicBezTo>
                <a:cubicBezTo>
                  <a:pt x="98716" y="43885"/>
                  <a:pt x="103572" y="46208"/>
                  <a:pt x="106141" y="49048"/>
                </a:cubicBezTo>
                <a:cubicBezTo>
                  <a:pt x="108711" y="51887"/>
                  <a:pt x="112086" y="54190"/>
                  <a:pt x="113640" y="54166"/>
                </a:cubicBezTo>
                <a:cubicBezTo>
                  <a:pt x="117209" y="54110"/>
                  <a:pt x="125915" y="44980"/>
                  <a:pt x="132249" y="34653"/>
                </a:cubicBezTo>
                <a:cubicBezTo>
                  <a:pt x="141121" y="20185"/>
                  <a:pt x="150911" y="10326"/>
                  <a:pt x="156404" y="10326"/>
                </a:cubicBezTo>
                <a:cubicBezTo>
                  <a:pt x="159385" y="10326"/>
                  <a:pt x="164754" y="8406"/>
                  <a:pt x="168334" y="6060"/>
                </a:cubicBezTo>
                <a:cubicBezTo>
                  <a:pt x="174611" y="1948"/>
                  <a:pt x="175258" y="2087"/>
                  <a:pt x="186389" y="9933"/>
                </a:cubicBezTo>
                <a:cubicBezTo>
                  <a:pt x="192739" y="14408"/>
                  <a:pt x="199021" y="18070"/>
                  <a:pt x="200349" y="18070"/>
                </a:cubicBezTo>
                <a:cubicBezTo>
                  <a:pt x="204669" y="18070"/>
                  <a:pt x="208141" y="27331"/>
                  <a:pt x="204999" y="30473"/>
                </a:cubicBezTo>
                <a:cubicBezTo>
                  <a:pt x="200842" y="34630"/>
                  <a:pt x="205908" y="39750"/>
                  <a:pt x="218185" y="43802"/>
                </a:cubicBezTo>
                <a:cubicBezTo>
                  <a:pt x="223767" y="45645"/>
                  <a:pt x="227842" y="48450"/>
                  <a:pt x="227241" y="50036"/>
                </a:cubicBezTo>
                <a:cubicBezTo>
                  <a:pt x="226639" y="51622"/>
                  <a:pt x="231671" y="56363"/>
                  <a:pt x="238424" y="60571"/>
                </a:cubicBezTo>
                <a:cubicBezTo>
                  <a:pt x="245177" y="64780"/>
                  <a:pt x="255598" y="73342"/>
                  <a:pt x="261581" y="79599"/>
                </a:cubicBezTo>
                <a:cubicBezTo>
                  <a:pt x="268586" y="86925"/>
                  <a:pt x="273870" y="90433"/>
                  <a:pt x="276424" y="89453"/>
                </a:cubicBezTo>
                <a:cubicBezTo>
                  <a:pt x="278605" y="88616"/>
                  <a:pt x="280389" y="88966"/>
                  <a:pt x="280389" y="90232"/>
                </a:cubicBezTo>
                <a:cubicBezTo>
                  <a:pt x="280389" y="91497"/>
                  <a:pt x="284254" y="93807"/>
                  <a:pt x="288978" y="95366"/>
                </a:cubicBezTo>
                <a:cubicBezTo>
                  <a:pt x="297678" y="98238"/>
                  <a:pt x="306636" y="107909"/>
                  <a:pt x="309784" y="117828"/>
                </a:cubicBezTo>
                <a:cubicBezTo>
                  <a:pt x="310845" y="121169"/>
                  <a:pt x="316015" y="124983"/>
                  <a:pt x="323208" y="127731"/>
                </a:cubicBezTo>
                <a:cubicBezTo>
                  <a:pt x="334331" y="131978"/>
                  <a:pt x="334696" y="132432"/>
                  <a:pt x="330610" y="136947"/>
                </a:cubicBezTo>
                <a:cubicBezTo>
                  <a:pt x="327588" y="140286"/>
                  <a:pt x="326585" y="145078"/>
                  <a:pt x="327230" y="153094"/>
                </a:cubicBezTo>
                <a:lnTo>
                  <a:pt x="328146" y="164492"/>
                </a:lnTo>
                <a:lnTo>
                  <a:pt x="285552" y="166189"/>
                </a:lnTo>
                <a:cubicBezTo>
                  <a:pt x="262126" y="167123"/>
                  <a:pt x="236250" y="168600"/>
                  <a:pt x="228050" y="169472"/>
                </a:cubicBezTo>
                <a:lnTo>
                  <a:pt x="213142" y="171057"/>
                </a:lnTo>
                <a:lnTo>
                  <a:pt x="197915" y="199758"/>
                </a:lnTo>
                <a:cubicBezTo>
                  <a:pt x="189539" y="215543"/>
                  <a:pt x="181626" y="229659"/>
                  <a:pt x="180329" y="231127"/>
                </a:cubicBezTo>
                <a:cubicBezTo>
                  <a:pt x="174323" y="237923"/>
                  <a:pt x="174624" y="246989"/>
                  <a:pt x="181055" y="253031"/>
                </a:cubicBezTo>
                <a:cubicBezTo>
                  <a:pt x="187596" y="259176"/>
                  <a:pt x="189401" y="268075"/>
                  <a:pt x="185000" y="272477"/>
                </a:cubicBezTo>
                <a:cubicBezTo>
                  <a:pt x="182808" y="274669"/>
                  <a:pt x="182167" y="281522"/>
                  <a:pt x="182260" y="301769"/>
                </a:cubicBezTo>
                <a:cubicBezTo>
                  <a:pt x="182290" y="308297"/>
                  <a:pt x="178160" y="314937"/>
                  <a:pt x="174070" y="314937"/>
                </a:cubicBezTo>
                <a:cubicBezTo>
                  <a:pt x="172734" y="314937"/>
                  <a:pt x="162131" y="306034"/>
                  <a:pt x="150508" y="295153"/>
                </a:cubicBezTo>
                <a:close/>
              </a:path>
            </a:pathLst>
          </a:custGeom>
          <a:solidFill>
            <a:srgbClr val="B9B9B9"/>
          </a:solidFill>
          <a:ln w="5163" cap="flat">
            <a:noFill/>
            <a:prstDash val="solid"/>
            <a:miter/>
          </a:ln>
        </p:spPr>
        <p:txBody>
          <a:bodyPr/>
          <a:lstStyle/>
          <a:p>
            <a:endParaRPr lang="es-419" noProof="0" dirty="0"/>
          </a:p>
        </p:txBody>
      </p:sp>
      <p:sp>
        <p:nvSpPr>
          <p:cNvPr id="62" name="Forma libre: forma 61">
            <a:extLst>
              <a:ext uri="{FF2B5EF4-FFF2-40B4-BE49-F238E27FC236}">
                <a16:creationId xmlns:a16="http://schemas.microsoft.com/office/drawing/2014/main" id="{B2BDCE25-D39C-9F56-1EE4-A00B40AC446A}"/>
              </a:ext>
            </a:extLst>
          </p:cNvPr>
          <p:cNvSpPr/>
          <p:nvPr/>
        </p:nvSpPr>
        <p:spPr>
          <a:xfrm>
            <a:off x="1645015" y="2415517"/>
            <a:ext cx="409424" cy="276749"/>
          </a:xfrm>
          <a:custGeom>
            <a:avLst/>
            <a:gdLst>
              <a:gd name="csX0" fmla="*/ 169694 w 409424"/>
              <a:gd name="csY0" fmla="*/ 275279 h 276749"/>
              <a:gd name="csX1" fmla="*/ 152536 w 409424"/>
              <a:gd name="csY1" fmla="*/ 270490 h 276749"/>
              <a:gd name="csX2" fmla="*/ 128939 w 409424"/>
              <a:gd name="csY2" fmla="*/ 261017 h 276749"/>
              <a:gd name="csX3" fmla="*/ 97253 w 409424"/>
              <a:gd name="csY3" fmla="*/ 251980 h 276749"/>
              <a:gd name="csX4" fmla="*/ 66316 w 409424"/>
              <a:gd name="csY4" fmla="*/ 248914 h 276749"/>
              <a:gd name="csX5" fmla="*/ 49536 w 409424"/>
              <a:gd name="csY5" fmla="*/ 241356 h 276749"/>
              <a:gd name="csX6" fmla="*/ 12262 w 409424"/>
              <a:gd name="csY6" fmla="*/ 223990 h 276749"/>
              <a:gd name="csX7" fmla="*/ 0 w 409424"/>
              <a:gd name="csY7" fmla="*/ 222341 h 276749"/>
              <a:gd name="csX8" fmla="*/ 5808 w 409424"/>
              <a:gd name="csY8" fmla="*/ 214784 h 276749"/>
              <a:gd name="csX9" fmla="*/ 14198 w 409424"/>
              <a:gd name="csY9" fmla="*/ 206134 h 276749"/>
              <a:gd name="csX10" fmla="*/ 30441 w 409424"/>
              <a:gd name="csY10" fmla="*/ 191104 h 276749"/>
              <a:gd name="csX11" fmla="*/ 44102 w 409424"/>
              <a:gd name="csY11" fmla="*/ 178805 h 276749"/>
              <a:gd name="csX12" fmla="*/ 41686 w 409424"/>
              <a:gd name="csY12" fmla="*/ 166228 h 276749"/>
              <a:gd name="csX13" fmla="*/ 27640 w 409424"/>
              <a:gd name="csY13" fmla="*/ 142994 h 276749"/>
              <a:gd name="csX14" fmla="*/ 10050 w 409424"/>
              <a:gd name="csY14" fmla="*/ 94836 h 276749"/>
              <a:gd name="csX15" fmla="*/ 25607 w 409424"/>
              <a:gd name="csY15" fmla="*/ 63931 h 276749"/>
              <a:gd name="csX16" fmla="*/ 43054 w 409424"/>
              <a:gd name="csY16" fmla="*/ 67030 h 276749"/>
              <a:gd name="csX17" fmla="*/ 54130 w 409424"/>
              <a:gd name="csY17" fmla="*/ 57326 h 276749"/>
              <a:gd name="csX18" fmla="*/ 54400 w 409424"/>
              <a:gd name="csY18" fmla="*/ 43740 h 276749"/>
              <a:gd name="csX19" fmla="*/ 67118 w 409424"/>
              <a:gd name="csY19" fmla="*/ 40356 h 276749"/>
              <a:gd name="csX20" fmla="*/ 69858 w 409424"/>
              <a:gd name="csY20" fmla="*/ 47250 h 276749"/>
              <a:gd name="csX21" fmla="*/ 74957 w 409424"/>
              <a:gd name="csY21" fmla="*/ 55146 h 276749"/>
              <a:gd name="csX22" fmla="*/ 85078 w 409424"/>
              <a:gd name="csY22" fmla="*/ 56392 h 276749"/>
              <a:gd name="csX23" fmla="*/ 108275 w 409424"/>
              <a:gd name="csY23" fmla="*/ 51828 h 276749"/>
              <a:gd name="csX24" fmla="*/ 135859 w 409424"/>
              <a:gd name="csY24" fmla="*/ 46965 h 276749"/>
              <a:gd name="csX25" fmla="*/ 159928 w 409424"/>
              <a:gd name="csY25" fmla="*/ 4926 h 276749"/>
              <a:gd name="csX26" fmla="*/ 164133 w 409424"/>
              <a:gd name="csY26" fmla="*/ 409 h 276749"/>
              <a:gd name="csX27" fmla="*/ 170486 w 409424"/>
              <a:gd name="csY27" fmla="*/ 1976 h 276749"/>
              <a:gd name="csX28" fmla="*/ 183283 w 409424"/>
              <a:gd name="csY28" fmla="*/ 17951 h 276749"/>
              <a:gd name="csX29" fmla="*/ 185999 w 409424"/>
              <a:gd name="csY29" fmla="*/ 22627 h 276749"/>
              <a:gd name="csX30" fmla="*/ 191478 w 409424"/>
              <a:gd name="csY30" fmla="*/ 30556 h 276749"/>
              <a:gd name="csX31" fmla="*/ 217371 w 409424"/>
              <a:gd name="csY31" fmla="*/ 43279 h 276749"/>
              <a:gd name="csX32" fmla="*/ 231319 w 409424"/>
              <a:gd name="csY32" fmla="*/ 47797 h 276749"/>
              <a:gd name="csX33" fmla="*/ 231065 w 409424"/>
              <a:gd name="csY33" fmla="*/ 71654 h 276749"/>
              <a:gd name="csX34" fmla="*/ 232914 w 409424"/>
              <a:gd name="csY34" fmla="*/ 94162 h 276749"/>
              <a:gd name="csX35" fmla="*/ 264097 w 409424"/>
              <a:gd name="csY35" fmla="*/ 98422 h 276749"/>
              <a:gd name="csX36" fmla="*/ 290859 w 409424"/>
              <a:gd name="csY36" fmla="*/ 85458 h 276749"/>
              <a:gd name="csX37" fmla="*/ 289553 w 409424"/>
              <a:gd name="csY37" fmla="*/ 87164 h 276749"/>
              <a:gd name="csX38" fmla="*/ 313001 w 409424"/>
              <a:gd name="csY38" fmla="*/ 117924 h 276749"/>
              <a:gd name="csX39" fmla="*/ 320100 w 409424"/>
              <a:gd name="csY39" fmla="*/ 125822 h 276749"/>
              <a:gd name="csX40" fmla="*/ 323327 w 409424"/>
              <a:gd name="csY40" fmla="*/ 131062 h 276749"/>
              <a:gd name="csX41" fmla="*/ 409403 w 409424"/>
              <a:gd name="csY41" fmla="*/ 134303 h 276749"/>
              <a:gd name="csX42" fmla="*/ 398626 w 409424"/>
              <a:gd name="csY42" fmla="*/ 166622 h 276749"/>
              <a:gd name="csX43" fmla="*/ 387152 w 409424"/>
              <a:gd name="csY43" fmla="*/ 198243 h 276749"/>
              <a:gd name="csX44" fmla="*/ 392348 w 409424"/>
              <a:gd name="csY44" fmla="*/ 208428 h 276749"/>
              <a:gd name="csX45" fmla="*/ 395238 w 409424"/>
              <a:gd name="csY45" fmla="*/ 226562 h 276749"/>
              <a:gd name="csX46" fmla="*/ 391384 w 409424"/>
              <a:gd name="csY46" fmla="*/ 222526 h 276749"/>
              <a:gd name="csX47" fmla="*/ 386991 w 409424"/>
              <a:gd name="csY47" fmla="*/ 220249 h 276749"/>
              <a:gd name="csX48" fmla="*/ 376751 w 409424"/>
              <a:gd name="csY48" fmla="*/ 216540 h 276749"/>
              <a:gd name="csX49" fmla="*/ 366566 w 409424"/>
              <a:gd name="csY49" fmla="*/ 215027 h 276749"/>
              <a:gd name="csX50" fmla="*/ 371084 w 409424"/>
              <a:gd name="csY50" fmla="*/ 220497 h 276749"/>
              <a:gd name="csX51" fmla="*/ 400125 w 409424"/>
              <a:gd name="csY51" fmla="*/ 234526 h 276749"/>
              <a:gd name="csX52" fmla="*/ 382700 w 409424"/>
              <a:gd name="csY52" fmla="*/ 228973 h 276749"/>
              <a:gd name="csX53" fmla="*/ 356240 w 409424"/>
              <a:gd name="csY53" fmla="*/ 221430 h 276749"/>
              <a:gd name="csX54" fmla="*/ 344640 w 409424"/>
              <a:gd name="csY54" fmla="*/ 215296 h 276749"/>
              <a:gd name="csX55" fmla="*/ 351310 w 409424"/>
              <a:gd name="csY55" fmla="*/ 215089 h 276749"/>
              <a:gd name="csX56" fmla="*/ 353659 w 409424"/>
              <a:gd name="csY56" fmla="*/ 213898 h 276749"/>
              <a:gd name="csX57" fmla="*/ 348281 w 409424"/>
              <a:gd name="csY57" fmla="*/ 208377 h 276749"/>
              <a:gd name="csX58" fmla="*/ 338397 w 409424"/>
              <a:gd name="csY58" fmla="*/ 209577 h 276749"/>
              <a:gd name="csX59" fmla="*/ 330426 w 409424"/>
              <a:gd name="csY59" fmla="*/ 208411 h 276749"/>
              <a:gd name="csX60" fmla="*/ 317751 w 409424"/>
              <a:gd name="csY60" fmla="*/ 206264 h 276749"/>
              <a:gd name="csX61" fmla="*/ 320963 w 409424"/>
              <a:gd name="csY61" fmla="*/ 214760 h 276749"/>
              <a:gd name="csX62" fmla="*/ 323972 w 409424"/>
              <a:gd name="csY62" fmla="*/ 215747 h 276749"/>
              <a:gd name="csX63" fmla="*/ 314937 w 409424"/>
              <a:gd name="csY63" fmla="*/ 219599 h 276749"/>
              <a:gd name="csX64" fmla="*/ 321391 w 409424"/>
              <a:gd name="csY64" fmla="*/ 219864 h 276749"/>
              <a:gd name="csX65" fmla="*/ 330426 w 409424"/>
              <a:gd name="csY65" fmla="*/ 221426 h 276749"/>
              <a:gd name="csX66" fmla="*/ 310754 w 409424"/>
              <a:gd name="csY66" fmla="*/ 223941 h 276749"/>
              <a:gd name="csX67" fmla="*/ 284939 w 409424"/>
              <a:gd name="csY67" fmla="*/ 234304 h 276749"/>
              <a:gd name="csX68" fmla="*/ 270316 w 409424"/>
              <a:gd name="csY68" fmla="*/ 244630 h 276749"/>
              <a:gd name="csX69" fmla="*/ 259397 w 409424"/>
              <a:gd name="csY69" fmla="*/ 248767 h 276749"/>
              <a:gd name="csX70" fmla="*/ 242736 w 409424"/>
              <a:gd name="csY70" fmla="*/ 255227 h 276749"/>
              <a:gd name="csX71" fmla="*/ 220097 w 409424"/>
              <a:gd name="csY71" fmla="*/ 265079 h 276749"/>
              <a:gd name="csX72" fmla="*/ 198772 w 409424"/>
              <a:gd name="csY72" fmla="*/ 274061 h 276749"/>
              <a:gd name="csX73" fmla="*/ 169694 w 409424"/>
              <a:gd name="csY73" fmla="*/ 275279 h 2767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Lst>
            <a:rect l="l" t="t" r="r" b="b"/>
            <a:pathLst>
              <a:path w="409424" h="276749">
                <a:moveTo>
                  <a:pt x="169694" y="275279"/>
                </a:moveTo>
                <a:cubicBezTo>
                  <a:pt x="167412" y="274002"/>
                  <a:pt x="159691" y="271847"/>
                  <a:pt x="152536" y="270490"/>
                </a:cubicBezTo>
                <a:cubicBezTo>
                  <a:pt x="145381" y="269133"/>
                  <a:pt x="134762" y="264870"/>
                  <a:pt x="128939" y="261017"/>
                </a:cubicBezTo>
                <a:cubicBezTo>
                  <a:pt x="120697" y="255563"/>
                  <a:pt x="113680" y="253561"/>
                  <a:pt x="97253" y="251980"/>
                </a:cubicBezTo>
                <a:cubicBezTo>
                  <a:pt x="85648" y="250863"/>
                  <a:pt x="71726" y="249483"/>
                  <a:pt x="66316" y="248914"/>
                </a:cubicBezTo>
                <a:cubicBezTo>
                  <a:pt x="60430" y="248295"/>
                  <a:pt x="53691" y="245260"/>
                  <a:pt x="49536" y="241356"/>
                </a:cubicBezTo>
                <a:cubicBezTo>
                  <a:pt x="36860" y="229445"/>
                  <a:pt x="25174" y="224000"/>
                  <a:pt x="12262" y="223990"/>
                </a:cubicBezTo>
                <a:cubicBezTo>
                  <a:pt x="5518" y="223985"/>
                  <a:pt x="0" y="223243"/>
                  <a:pt x="0" y="222341"/>
                </a:cubicBezTo>
                <a:cubicBezTo>
                  <a:pt x="0" y="221438"/>
                  <a:pt x="2614" y="218038"/>
                  <a:pt x="5808" y="214784"/>
                </a:cubicBezTo>
                <a:cubicBezTo>
                  <a:pt x="9003" y="211529"/>
                  <a:pt x="12778" y="207637"/>
                  <a:pt x="14198" y="206134"/>
                </a:cubicBezTo>
                <a:cubicBezTo>
                  <a:pt x="15618" y="204632"/>
                  <a:pt x="22927" y="197868"/>
                  <a:pt x="30441" y="191104"/>
                </a:cubicBezTo>
                <a:lnTo>
                  <a:pt x="44102" y="178805"/>
                </a:lnTo>
                <a:lnTo>
                  <a:pt x="41686" y="166228"/>
                </a:lnTo>
                <a:cubicBezTo>
                  <a:pt x="39751" y="156152"/>
                  <a:pt x="36957" y="151530"/>
                  <a:pt x="27640" y="142994"/>
                </a:cubicBezTo>
                <a:cubicBezTo>
                  <a:pt x="14024" y="130519"/>
                  <a:pt x="10714" y="121458"/>
                  <a:pt x="10050" y="94836"/>
                </a:cubicBezTo>
                <a:cubicBezTo>
                  <a:pt x="9450" y="70766"/>
                  <a:pt x="12891" y="63931"/>
                  <a:pt x="25607" y="63931"/>
                </a:cubicBezTo>
                <a:cubicBezTo>
                  <a:pt x="30489" y="63931"/>
                  <a:pt x="38340" y="65326"/>
                  <a:pt x="43054" y="67030"/>
                </a:cubicBezTo>
                <a:cubicBezTo>
                  <a:pt x="54638" y="71219"/>
                  <a:pt x="59354" y="67087"/>
                  <a:pt x="54130" y="57326"/>
                </a:cubicBezTo>
                <a:cubicBezTo>
                  <a:pt x="51035" y="51543"/>
                  <a:pt x="51072" y="49668"/>
                  <a:pt x="54400" y="43740"/>
                </a:cubicBezTo>
                <a:cubicBezTo>
                  <a:pt x="59239" y="35118"/>
                  <a:pt x="67118" y="33022"/>
                  <a:pt x="67118" y="40356"/>
                </a:cubicBezTo>
                <a:cubicBezTo>
                  <a:pt x="67118" y="43216"/>
                  <a:pt x="68351" y="46318"/>
                  <a:pt x="69858" y="47250"/>
                </a:cubicBezTo>
                <a:cubicBezTo>
                  <a:pt x="71366" y="48181"/>
                  <a:pt x="73660" y="51735"/>
                  <a:pt x="74957" y="55146"/>
                </a:cubicBezTo>
                <a:cubicBezTo>
                  <a:pt x="77803" y="62631"/>
                  <a:pt x="81496" y="63085"/>
                  <a:pt x="85078" y="56392"/>
                </a:cubicBezTo>
                <a:cubicBezTo>
                  <a:pt x="87383" y="52084"/>
                  <a:pt x="90423" y="51486"/>
                  <a:pt x="108275" y="51828"/>
                </a:cubicBezTo>
                <a:cubicBezTo>
                  <a:pt x="125309" y="52154"/>
                  <a:pt x="130021" y="51323"/>
                  <a:pt x="135859" y="46965"/>
                </a:cubicBezTo>
                <a:cubicBezTo>
                  <a:pt x="144210" y="40730"/>
                  <a:pt x="159754" y="13580"/>
                  <a:pt x="159928" y="4926"/>
                </a:cubicBezTo>
                <a:cubicBezTo>
                  <a:pt x="160018" y="462"/>
                  <a:pt x="161137" y="-741"/>
                  <a:pt x="164133" y="409"/>
                </a:cubicBezTo>
                <a:cubicBezTo>
                  <a:pt x="166379" y="1271"/>
                  <a:pt x="169238" y="1976"/>
                  <a:pt x="170486" y="1976"/>
                </a:cubicBezTo>
                <a:cubicBezTo>
                  <a:pt x="174404" y="1976"/>
                  <a:pt x="183283" y="13060"/>
                  <a:pt x="183283" y="17951"/>
                </a:cubicBezTo>
                <a:cubicBezTo>
                  <a:pt x="183283" y="20523"/>
                  <a:pt x="184505" y="22627"/>
                  <a:pt x="185999" y="22627"/>
                </a:cubicBezTo>
                <a:cubicBezTo>
                  <a:pt x="187493" y="22627"/>
                  <a:pt x="189958" y="26195"/>
                  <a:pt x="191478" y="30556"/>
                </a:cubicBezTo>
                <a:cubicBezTo>
                  <a:pt x="194632" y="39603"/>
                  <a:pt x="202114" y="43279"/>
                  <a:pt x="217371" y="43279"/>
                </a:cubicBezTo>
                <a:cubicBezTo>
                  <a:pt x="224361" y="43279"/>
                  <a:pt x="229040" y="44794"/>
                  <a:pt x="231319" y="47797"/>
                </a:cubicBezTo>
                <a:cubicBezTo>
                  <a:pt x="235951" y="53900"/>
                  <a:pt x="235804" y="67721"/>
                  <a:pt x="231065" y="71654"/>
                </a:cubicBezTo>
                <a:cubicBezTo>
                  <a:pt x="227042" y="74993"/>
                  <a:pt x="227738" y="83470"/>
                  <a:pt x="232914" y="94162"/>
                </a:cubicBezTo>
                <a:cubicBezTo>
                  <a:pt x="236944" y="102487"/>
                  <a:pt x="256280" y="105129"/>
                  <a:pt x="264097" y="98422"/>
                </a:cubicBezTo>
                <a:cubicBezTo>
                  <a:pt x="272137" y="91525"/>
                  <a:pt x="288836" y="83435"/>
                  <a:pt x="290859" y="85458"/>
                </a:cubicBezTo>
                <a:cubicBezTo>
                  <a:pt x="291797" y="86396"/>
                  <a:pt x="291209" y="87164"/>
                  <a:pt x="289553" y="87164"/>
                </a:cubicBezTo>
                <a:cubicBezTo>
                  <a:pt x="278849" y="87164"/>
                  <a:pt x="297992" y="112276"/>
                  <a:pt x="313001" y="117924"/>
                </a:cubicBezTo>
                <a:cubicBezTo>
                  <a:pt x="317528" y="119627"/>
                  <a:pt x="320100" y="122488"/>
                  <a:pt x="320100" y="125822"/>
                </a:cubicBezTo>
                <a:cubicBezTo>
                  <a:pt x="320100" y="128696"/>
                  <a:pt x="321552" y="131055"/>
                  <a:pt x="323327" y="131062"/>
                </a:cubicBezTo>
                <a:cubicBezTo>
                  <a:pt x="338940" y="131129"/>
                  <a:pt x="408862" y="133762"/>
                  <a:pt x="409403" y="134303"/>
                </a:cubicBezTo>
                <a:cubicBezTo>
                  <a:pt x="409786" y="134687"/>
                  <a:pt x="404937" y="149230"/>
                  <a:pt x="398626" y="166622"/>
                </a:cubicBezTo>
                <a:lnTo>
                  <a:pt x="387152" y="198243"/>
                </a:lnTo>
                <a:lnTo>
                  <a:pt x="392348" y="208428"/>
                </a:lnTo>
                <a:cubicBezTo>
                  <a:pt x="397867" y="219247"/>
                  <a:pt x="399033" y="226562"/>
                  <a:pt x="395238" y="226562"/>
                </a:cubicBezTo>
                <a:cubicBezTo>
                  <a:pt x="393970" y="226562"/>
                  <a:pt x="392236" y="224746"/>
                  <a:pt x="391384" y="222526"/>
                </a:cubicBezTo>
                <a:cubicBezTo>
                  <a:pt x="390533" y="220307"/>
                  <a:pt x="388555" y="219282"/>
                  <a:pt x="386991" y="220249"/>
                </a:cubicBezTo>
                <a:cubicBezTo>
                  <a:pt x="385426" y="221216"/>
                  <a:pt x="380818" y="219547"/>
                  <a:pt x="376751" y="216540"/>
                </a:cubicBezTo>
                <a:cubicBezTo>
                  <a:pt x="367939" y="210026"/>
                  <a:pt x="366566" y="209821"/>
                  <a:pt x="366566" y="215027"/>
                </a:cubicBezTo>
                <a:cubicBezTo>
                  <a:pt x="366566" y="217201"/>
                  <a:pt x="368599" y="219663"/>
                  <a:pt x="371084" y="220497"/>
                </a:cubicBezTo>
                <a:cubicBezTo>
                  <a:pt x="382593" y="224364"/>
                  <a:pt x="400125" y="232833"/>
                  <a:pt x="400125" y="234526"/>
                </a:cubicBezTo>
                <a:cubicBezTo>
                  <a:pt x="400125" y="235560"/>
                  <a:pt x="392284" y="233061"/>
                  <a:pt x="382700" y="228973"/>
                </a:cubicBezTo>
                <a:cubicBezTo>
                  <a:pt x="373117" y="224884"/>
                  <a:pt x="361210" y="221490"/>
                  <a:pt x="356240" y="221430"/>
                </a:cubicBezTo>
                <a:cubicBezTo>
                  <a:pt x="344962" y="221293"/>
                  <a:pt x="338255" y="217747"/>
                  <a:pt x="344640" y="215296"/>
                </a:cubicBezTo>
                <a:cubicBezTo>
                  <a:pt x="347017" y="214384"/>
                  <a:pt x="350019" y="214291"/>
                  <a:pt x="351310" y="215089"/>
                </a:cubicBezTo>
                <a:cubicBezTo>
                  <a:pt x="352602" y="215888"/>
                  <a:pt x="353659" y="215352"/>
                  <a:pt x="353659" y="213898"/>
                </a:cubicBezTo>
                <a:cubicBezTo>
                  <a:pt x="353659" y="212444"/>
                  <a:pt x="351239" y="209960"/>
                  <a:pt x="348281" y="208377"/>
                </a:cubicBezTo>
                <a:cubicBezTo>
                  <a:pt x="344050" y="206113"/>
                  <a:pt x="341943" y="206369"/>
                  <a:pt x="338397" y="209577"/>
                </a:cubicBezTo>
                <a:cubicBezTo>
                  <a:pt x="332399" y="215006"/>
                  <a:pt x="330426" y="214717"/>
                  <a:pt x="330426" y="208411"/>
                </a:cubicBezTo>
                <a:cubicBezTo>
                  <a:pt x="330426" y="200483"/>
                  <a:pt x="323396" y="199293"/>
                  <a:pt x="317751" y="206264"/>
                </a:cubicBezTo>
                <a:cubicBezTo>
                  <a:pt x="311888" y="213504"/>
                  <a:pt x="313243" y="217088"/>
                  <a:pt x="320963" y="214760"/>
                </a:cubicBezTo>
                <a:cubicBezTo>
                  <a:pt x="324787" y="213607"/>
                  <a:pt x="325738" y="213919"/>
                  <a:pt x="323972" y="215747"/>
                </a:cubicBezTo>
                <a:cubicBezTo>
                  <a:pt x="322552" y="217218"/>
                  <a:pt x="318487" y="218951"/>
                  <a:pt x="314937" y="219599"/>
                </a:cubicBezTo>
                <a:cubicBezTo>
                  <a:pt x="311388" y="220248"/>
                  <a:pt x="314292" y="220366"/>
                  <a:pt x="321391" y="219864"/>
                </a:cubicBezTo>
                <a:cubicBezTo>
                  <a:pt x="330318" y="219231"/>
                  <a:pt x="333104" y="219713"/>
                  <a:pt x="330426" y="221426"/>
                </a:cubicBezTo>
                <a:cubicBezTo>
                  <a:pt x="328296" y="222787"/>
                  <a:pt x="319444" y="223919"/>
                  <a:pt x="310754" y="223941"/>
                </a:cubicBezTo>
                <a:cubicBezTo>
                  <a:pt x="295733" y="223979"/>
                  <a:pt x="294460" y="224490"/>
                  <a:pt x="284939" y="234304"/>
                </a:cubicBezTo>
                <a:cubicBezTo>
                  <a:pt x="279431" y="239982"/>
                  <a:pt x="272851" y="244629"/>
                  <a:pt x="270316" y="244630"/>
                </a:cubicBezTo>
                <a:cubicBezTo>
                  <a:pt x="267782" y="244631"/>
                  <a:pt x="262868" y="246493"/>
                  <a:pt x="259397" y="248767"/>
                </a:cubicBezTo>
                <a:cubicBezTo>
                  <a:pt x="255927" y="251041"/>
                  <a:pt x="248429" y="253948"/>
                  <a:pt x="242736" y="255227"/>
                </a:cubicBezTo>
                <a:cubicBezTo>
                  <a:pt x="237044" y="256506"/>
                  <a:pt x="226856" y="260940"/>
                  <a:pt x="220097" y="265079"/>
                </a:cubicBezTo>
                <a:cubicBezTo>
                  <a:pt x="213337" y="269219"/>
                  <a:pt x="203741" y="273261"/>
                  <a:pt x="198772" y="274061"/>
                </a:cubicBezTo>
                <a:cubicBezTo>
                  <a:pt x="178742" y="277289"/>
                  <a:pt x="173664" y="277501"/>
                  <a:pt x="169694" y="275279"/>
                </a:cubicBezTo>
                <a:close/>
              </a:path>
            </a:pathLst>
          </a:custGeom>
          <a:solidFill>
            <a:srgbClr val="B9B9B9"/>
          </a:solidFill>
          <a:ln w="5163" cap="flat">
            <a:noFill/>
            <a:prstDash val="solid"/>
            <a:miter/>
          </a:ln>
        </p:spPr>
        <p:txBody>
          <a:bodyPr/>
          <a:lstStyle/>
          <a:p>
            <a:endParaRPr lang="es-419" noProof="0" dirty="0"/>
          </a:p>
        </p:txBody>
      </p:sp>
      <p:sp>
        <p:nvSpPr>
          <p:cNvPr id="63" name="Forma libre: forma 62">
            <a:extLst>
              <a:ext uri="{FF2B5EF4-FFF2-40B4-BE49-F238E27FC236}">
                <a16:creationId xmlns:a16="http://schemas.microsoft.com/office/drawing/2014/main" id="{2EA4FB7D-ADF7-412A-A88F-304B58917D34}"/>
              </a:ext>
            </a:extLst>
          </p:cNvPr>
          <p:cNvSpPr/>
          <p:nvPr/>
        </p:nvSpPr>
        <p:spPr>
          <a:xfrm>
            <a:off x="1324915" y="2412330"/>
            <a:ext cx="357764" cy="223095"/>
          </a:xfrm>
          <a:custGeom>
            <a:avLst/>
            <a:gdLst>
              <a:gd name="csX0" fmla="*/ 310749 w 357764"/>
              <a:gd name="csY0" fmla="*/ 220821 h 223095"/>
              <a:gd name="csX1" fmla="*/ 306750 w 357764"/>
              <a:gd name="csY1" fmla="*/ 216842 h 223095"/>
              <a:gd name="csX2" fmla="*/ 298107 w 357764"/>
              <a:gd name="csY2" fmla="*/ 209508 h 223095"/>
              <a:gd name="csX3" fmla="*/ 280348 w 357764"/>
              <a:gd name="csY3" fmla="*/ 201999 h 223095"/>
              <a:gd name="csX4" fmla="*/ 262845 w 357764"/>
              <a:gd name="csY4" fmla="*/ 196313 h 223095"/>
              <a:gd name="csX5" fmla="*/ 256032 w 357764"/>
              <a:gd name="csY5" fmla="*/ 193496 h 223095"/>
              <a:gd name="csX6" fmla="*/ 242886 w 357764"/>
              <a:gd name="csY6" fmla="*/ 190679 h 223095"/>
              <a:gd name="csX7" fmla="*/ 229978 w 357764"/>
              <a:gd name="csY7" fmla="*/ 186722 h 223095"/>
              <a:gd name="csX8" fmla="*/ 220854 w 357764"/>
              <a:gd name="csY8" fmla="*/ 186091 h 223095"/>
              <a:gd name="csX9" fmla="*/ 209097 w 357764"/>
              <a:gd name="csY9" fmla="*/ 183130 h 223095"/>
              <a:gd name="csX10" fmla="*/ 214906 w 357764"/>
              <a:gd name="csY10" fmla="*/ 187877 h 223095"/>
              <a:gd name="csX11" fmla="*/ 215222 w 357764"/>
              <a:gd name="csY11" fmla="*/ 190853 h 223095"/>
              <a:gd name="csX12" fmla="*/ 206349 w 357764"/>
              <a:gd name="csY12" fmla="*/ 186954 h 223095"/>
              <a:gd name="csX13" fmla="*/ 189899 w 357764"/>
              <a:gd name="csY13" fmla="*/ 176334 h 223095"/>
              <a:gd name="csX14" fmla="*/ 172154 w 357764"/>
              <a:gd name="csY14" fmla="*/ 165667 h 223095"/>
              <a:gd name="csX15" fmla="*/ 165494 w 357764"/>
              <a:gd name="csY15" fmla="*/ 164758 h 223095"/>
              <a:gd name="csX16" fmla="*/ 154887 w 357764"/>
              <a:gd name="csY16" fmla="*/ 162867 h 223095"/>
              <a:gd name="csX17" fmla="*/ 146116 w 357764"/>
              <a:gd name="csY17" fmla="*/ 160825 h 223095"/>
              <a:gd name="csX18" fmla="*/ 117490 w 357764"/>
              <a:gd name="csY18" fmla="*/ 151278 h 223095"/>
              <a:gd name="csX19" fmla="*/ 95284 w 357764"/>
              <a:gd name="csY19" fmla="*/ 141980 h 223095"/>
              <a:gd name="csX20" fmla="*/ 92932 w 357764"/>
              <a:gd name="csY20" fmla="*/ 138216 h 223095"/>
              <a:gd name="csX21" fmla="*/ 81316 w 357764"/>
              <a:gd name="csY21" fmla="*/ 127645 h 223095"/>
              <a:gd name="csX22" fmla="*/ 69699 w 357764"/>
              <a:gd name="csY22" fmla="*/ 117508 h 223095"/>
              <a:gd name="csX23" fmla="*/ 49682 w 357764"/>
              <a:gd name="csY23" fmla="*/ 104238 h 223095"/>
              <a:gd name="csX24" fmla="*/ 33940 w 357764"/>
              <a:gd name="csY24" fmla="*/ 91155 h 223095"/>
              <a:gd name="csX25" fmla="*/ 3571 w 357764"/>
              <a:gd name="csY25" fmla="*/ 73330 h 223095"/>
              <a:gd name="csX26" fmla="*/ 0 w 357764"/>
              <a:gd name="csY26" fmla="*/ 65812 h 223095"/>
              <a:gd name="csX27" fmla="*/ 7287 w 357764"/>
              <a:gd name="csY27" fmla="*/ 53156 h 223095"/>
              <a:gd name="csX28" fmla="*/ 18044 w 357764"/>
              <a:gd name="csY28" fmla="*/ 33495 h 223095"/>
              <a:gd name="csX29" fmla="*/ 19421 w 357764"/>
              <a:gd name="csY29" fmla="*/ 20586 h 223095"/>
              <a:gd name="csX30" fmla="*/ 43911 w 357764"/>
              <a:gd name="csY30" fmla="*/ 20678 h 223095"/>
              <a:gd name="csX31" fmla="*/ 60045 w 357764"/>
              <a:gd name="csY31" fmla="*/ 24079 h 223095"/>
              <a:gd name="csX32" fmla="*/ 132045 w 357764"/>
              <a:gd name="csY32" fmla="*/ 29780 h 223095"/>
              <a:gd name="csX33" fmla="*/ 140624 w 357764"/>
              <a:gd name="csY33" fmla="*/ 26018 h 223095"/>
              <a:gd name="csX34" fmla="*/ 141619 w 357764"/>
              <a:gd name="csY34" fmla="*/ 13502 h 223095"/>
              <a:gd name="csX35" fmla="*/ 147260 w 357764"/>
              <a:gd name="csY35" fmla="*/ 0 h 223095"/>
              <a:gd name="csX36" fmla="*/ 157468 w 357764"/>
              <a:gd name="csY36" fmla="*/ 24790 h 223095"/>
              <a:gd name="csX37" fmla="*/ 164323 w 357764"/>
              <a:gd name="csY37" fmla="*/ 32600 h 223095"/>
              <a:gd name="csX38" fmla="*/ 177876 w 357764"/>
              <a:gd name="csY38" fmla="*/ 26172 h 223095"/>
              <a:gd name="csX39" fmla="*/ 195232 w 357764"/>
              <a:gd name="csY39" fmla="*/ 18047 h 223095"/>
              <a:gd name="csX40" fmla="*/ 208905 w 357764"/>
              <a:gd name="csY40" fmla="*/ 10791 h 223095"/>
              <a:gd name="csX41" fmla="*/ 219887 w 357764"/>
              <a:gd name="csY41" fmla="*/ 4680 h 223095"/>
              <a:gd name="csX42" fmla="*/ 238661 w 357764"/>
              <a:gd name="csY42" fmla="*/ 20265 h 223095"/>
              <a:gd name="csX43" fmla="*/ 254397 w 357764"/>
              <a:gd name="csY43" fmla="*/ 25712 h 223095"/>
              <a:gd name="csX44" fmla="*/ 258145 w 357764"/>
              <a:gd name="csY44" fmla="*/ 24934 h 223095"/>
              <a:gd name="csX45" fmla="*/ 286337 w 357764"/>
              <a:gd name="csY45" fmla="*/ 54210 h 223095"/>
              <a:gd name="csX46" fmla="*/ 292234 w 357764"/>
              <a:gd name="csY46" fmla="*/ 58728 h 223095"/>
              <a:gd name="csX47" fmla="*/ 311147 w 357764"/>
              <a:gd name="csY47" fmla="*/ 69699 h 223095"/>
              <a:gd name="csX48" fmla="*/ 321808 w 357764"/>
              <a:gd name="csY48" fmla="*/ 76335 h 223095"/>
              <a:gd name="csX49" fmla="*/ 326980 w 357764"/>
              <a:gd name="csY49" fmla="*/ 102795 h 223095"/>
              <a:gd name="csX50" fmla="*/ 329261 w 357764"/>
              <a:gd name="csY50" fmla="*/ 127630 h 223095"/>
              <a:gd name="csX51" fmla="*/ 333007 w 357764"/>
              <a:gd name="csY51" fmla="*/ 137310 h 223095"/>
              <a:gd name="csX52" fmla="*/ 335120 w 357764"/>
              <a:gd name="csY52" fmla="*/ 141980 h 223095"/>
              <a:gd name="csX53" fmla="*/ 346410 w 357764"/>
              <a:gd name="csY53" fmla="*/ 150369 h 223095"/>
              <a:gd name="csX54" fmla="*/ 357125 w 357764"/>
              <a:gd name="csY54" fmla="*/ 170794 h 223095"/>
              <a:gd name="csX55" fmla="*/ 348644 w 357764"/>
              <a:gd name="csY55" fmla="*/ 191877 h 223095"/>
              <a:gd name="csX56" fmla="*/ 333236 w 357764"/>
              <a:gd name="csY56" fmla="*/ 203812 h 223095"/>
              <a:gd name="csX57" fmla="*/ 327844 w 357764"/>
              <a:gd name="csY57" fmla="*/ 209994 h 223095"/>
              <a:gd name="csX58" fmla="*/ 320060 w 357764"/>
              <a:gd name="csY58" fmla="*/ 219045 h 223095"/>
              <a:gd name="csX59" fmla="*/ 310749 w 357764"/>
              <a:gd name="csY59" fmla="*/ 220821 h 2230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Lst>
            <a:rect l="l" t="t" r="r" b="b"/>
            <a:pathLst>
              <a:path w="357764" h="223095">
                <a:moveTo>
                  <a:pt x="310749" y="220821"/>
                </a:moveTo>
                <a:cubicBezTo>
                  <a:pt x="309909" y="218632"/>
                  <a:pt x="308109" y="216842"/>
                  <a:pt x="306750" y="216842"/>
                </a:cubicBezTo>
                <a:cubicBezTo>
                  <a:pt x="305390" y="216842"/>
                  <a:pt x="301501" y="213542"/>
                  <a:pt x="298107" y="209508"/>
                </a:cubicBezTo>
                <a:cubicBezTo>
                  <a:pt x="293077" y="203531"/>
                  <a:pt x="289793" y="202142"/>
                  <a:pt x="280348" y="201999"/>
                </a:cubicBezTo>
                <a:cubicBezTo>
                  <a:pt x="272259" y="201877"/>
                  <a:pt x="266975" y="200160"/>
                  <a:pt x="262845" y="196313"/>
                </a:cubicBezTo>
                <a:cubicBezTo>
                  <a:pt x="259591" y="193282"/>
                  <a:pt x="256525" y="192014"/>
                  <a:pt x="256032" y="193496"/>
                </a:cubicBezTo>
                <a:cubicBezTo>
                  <a:pt x="254564" y="197900"/>
                  <a:pt x="248378" y="196574"/>
                  <a:pt x="242886" y="190679"/>
                </a:cubicBezTo>
                <a:cubicBezTo>
                  <a:pt x="238972" y="186478"/>
                  <a:pt x="235903" y="185537"/>
                  <a:pt x="229978" y="186722"/>
                </a:cubicBezTo>
                <a:cubicBezTo>
                  <a:pt x="225703" y="187577"/>
                  <a:pt x="221597" y="187293"/>
                  <a:pt x="220854" y="186091"/>
                </a:cubicBezTo>
                <a:cubicBezTo>
                  <a:pt x="219048" y="183170"/>
                  <a:pt x="209097" y="180663"/>
                  <a:pt x="209097" y="183130"/>
                </a:cubicBezTo>
                <a:cubicBezTo>
                  <a:pt x="209097" y="184200"/>
                  <a:pt x="211711" y="186336"/>
                  <a:pt x="214906" y="187877"/>
                </a:cubicBezTo>
                <a:cubicBezTo>
                  <a:pt x="220644" y="190644"/>
                  <a:pt x="220647" y="190680"/>
                  <a:pt x="215222" y="190853"/>
                </a:cubicBezTo>
                <a:cubicBezTo>
                  <a:pt x="212201" y="190949"/>
                  <a:pt x="208208" y="189194"/>
                  <a:pt x="206349" y="186954"/>
                </a:cubicBezTo>
                <a:cubicBezTo>
                  <a:pt x="204489" y="184713"/>
                  <a:pt x="197087" y="179934"/>
                  <a:pt x="189899" y="176334"/>
                </a:cubicBezTo>
                <a:cubicBezTo>
                  <a:pt x="182711" y="172733"/>
                  <a:pt x="174726" y="167933"/>
                  <a:pt x="172154" y="165667"/>
                </a:cubicBezTo>
                <a:cubicBezTo>
                  <a:pt x="168546" y="162487"/>
                  <a:pt x="167026" y="162279"/>
                  <a:pt x="165494" y="164758"/>
                </a:cubicBezTo>
                <a:cubicBezTo>
                  <a:pt x="163542" y="167916"/>
                  <a:pt x="154887" y="166373"/>
                  <a:pt x="154887" y="162867"/>
                </a:cubicBezTo>
                <a:cubicBezTo>
                  <a:pt x="154887" y="161880"/>
                  <a:pt x="150940" y="160961"/>
                  <a:pt x="146116" y="160825"/>
                </a:cubicBezTo>
                <a:cubicBezTo>
                  <a:pt x="141292" y="160688"/>
                  <a:pt x="128410" y="156392"/>
                  <a:pt x="117490" y="151278"/>
                </a:cubicBezTo>
                <a:cubicBezTo>
                  <a:pt x="106570" y="146164"/>
                  <a:pt x="96577" y="141980"/>
                  <a:pt x="95284" y="141980"/>
                </a:cubicBezTo>
                <a:cubicBezTo>
                  <a:pt x="93990" y="141980"/>
                  <a:pt x="92932" y="140286"/>
                  <a:pt x="92932" y="138216"/>
                </a:cubicBezTo>
                <a:cubicBezTo>
                  <a:pt x="92932" y="136147"/>
                  <a:pt x="87705" y="131390"/>
                  <a:pt x="81316" y="127645"/>
                </a:cubicBezTo>
                <a:cubicBezTo>
                  <a:pt x="74927" y="123901"/>
                  <a:pt x="69699" y="119339"/>
                  <a:pt x="69699" y="117508"/>
                </a:cubicBezTo>
                <a:cubicBezTo>
                  <a:pt x="69699" y="113290"/>
                  <a:pt x="58936" y="106155"/>
                  <a:pt x="49682" y="104238"/>
                </a:cubicBezTo>
                <a:cubicBezTo>
                  <a:pt x="45282" y="103326"/>
                  <a:pt x="39312" y="98365"/>
                  <a:pt x="33940" y="91155"/>
                </a:cubicBezTo>
                <a:cubicBezTo>
                  <a:pt x="25287" y="79543"/>
                  <a:pt x="10302" y="70747"/>
                  <a:pt x="3571" y="73330"/>
                </a:cubicBezTo>
                <a:cubicBezTo>
                  <a:pt x="957" y="74333"/>
                  <a:pt x="0" y="72319"/>
                  <a:pt x="0" y="65812"/>
                </a:cubicBezTo>
                <a:cubicBezTo>
                  <a:pt x="0" y="58672"/>
                  <a:pt x="1433" y="56184"/>
                  <a:pt x="7287" y="53156"/>
                </a:cubicBezTo>
                <a:cubicBezTo>
                  <a:pt x="19411" y="46887"/>
                  <a:pt x="21790" y="42538"/>
                  <a:pt x="18044" y="33495"/>
                </a:cubicBezTo>
                <a:cubicBezTo>
                  <a:pt x="15244" y="26735"/>
                  <a:pt x="15429" y="24996"/>
                  <a:pt x="19421" y="20586"/>
                </a:cubicBezTo>
                <a:cubicBezTo>
                  <a:pt x="25368" y="14014"/>
                  <a:pt x="37292" y="14059"/>
                  <a:pt x="43911" y="20678"/>
                </a:cubicBezTo>
                <a:cubicBezTo>
                  <a:pt x="48190" y="24957"/>
                  <a:pt x="51021" y="25553"/>
                  <a:pt x="60045" y="24079"/>
                </a:cubicBezTo>
                <a:cubicBezTo>
                  <a:pt x="79921" y="20832"/>
                  <a:pt x="103607" y="22707"/>
                  <a:pt x="132045" y="29780"/>
                </a:cubicBezTo>
                <a:cubicBezTo>
                  <a:pt x="137569" y="31154"/>
                  <a:pt x="139225" y="30428"/>
                  <a:pt x="140624" y="26018"/>
                </a:cubicBezTo>
                <a:cubicBezTo>
                  <a:pt x="141578" y="23013"/>
                  <a:pt x="142026" y="17381"/>
                  <a:pt x="141619" y="13502"/>
                </a:cubicBezTo>
                <a:cubicBezTo>
                  <a:pt x="140830" y="5985"/>
                  <a:pt x="143331" y="0"/>
                  <a:pt x="147260" y="0"/>
                </a:cubicBezTo>
                <a:cubicBezTo>
                  <a:pt x="150433" y="0"/>
                  <a:pt x="157468" y="17085"/>
                  <a:pt x="157468" y="24790"/>
                </a:cubicBezTo>
                <a:cubicBezTo>
                  <a:pt x="157468" y="29227"/>
                  <a:pt x="159328" y="31346"/>
                  <a:pt x="164323" y="32600"/>
                </a:cubicBezTo>
                <a:cubicBezTo>
                  <a:pt x="169965" y="34015"/>
                  <a:pt x="172364" y="32878"/>
                  <a:pt x="177876" y="26172"/>
                </a:cubicBezTo>
                <a:cubicBezTo>
                  <a:pt x="183430" y="19415"/>
                  <a:pt x="186393" y="18028"/>
                  <a:pt x="195232" y="18047"/>
                </a:cubicBezTo>
                <a:cubicBezTo>
                  <a:pt x="204499" y="18067"/>
                  <a:pt x="206283" y="17120"/>
                  <a:pt x="208905" y="10791"/>
                </a:cubicBezTo>
                <a:cubicBezTo>
                  <a:pt x="211484" y="4565"/>
                  <a:pt x="213074" y="3680"/>
                  <a:pt x="219887" y="4680"/>
                </a:cubicBezTo>
                <a:cubicBezTo>
                  <a:pt x="228665" y="5969"/>
                  <a:pt x="236077" y="12121"/>
                  <a:pt x="238661" y="20265"/>
                </a:cubicBezTo>
                <a:cubicBezTo>
                  <a:pt x="240752" y="26852"/>
                  <a:pt x="249411" y="29849"/>
                  <a:pt x="254397" y="25712"/>
                </a:cubicBezTo>
                <a:cubicBezTo>
                  <a:pt x="256458" y="24001"/>
                  <a:pt x="258145" y="23651"/>
                  <a:pt x="258145" y="24934"/>
                </a:cubicBezTo>
                <a:cubicBezTo>
                  <a:pt x="258145" y="28142"/>
                  <a:pt x="283247" y="54210"/>
                  <a:pt x="286337" y="54210"/>
                </a:cubicBezTo>
                <a:cubicBezTo>
                  <a:pt x="287708" y="54210"/>
                  <a:pt x="290362" y="56243"/>
                  <a:pt x="292234" y="58728"/>
                </a:cubicBezTo>
                <a:cubicBezTo>
                  <a:pt x="296425" y="64288"/>
                  <a:pt x="305753" y="69699"/>
                  <a:pt x="311147" y="69699"/>
                </a:cubicBezTo>
                <a:cubicBezTo>
                  <a:pt x="313361" y="69699"/>
                  <a:pt x="318158" y="72685"/>
                  <a:pt x="321808" y="76335"/>
                </a:cubicBezTo>
                <a:cubicBezTo>
                  <a:pt x="328098" y="82626"/>
                  <a:pt x="328367" y="84002"/>
                  <a:pt x="326980" y="102795"/>
                </a:cubicBezTo>
                <a:cubicBezTo>
                  <a:pt x="325865" y="117888"/>
                  <a:pt x="326410" y="123815"/>
                  <a:pt x="329261" y="127630"/>
                </a:cubicBezTo>
                <a:cubicBezTo>
                  <a:pt x="331322" y="130386"/>
                  <a:pt x="333007" y="134742"/>
                  <a:pt x="333007" y="137310"/>
                </a:cubicBezTo>
                <a:cubicBezTo>
                  <a:pt x="333007" y="139879"/>
                  <a:pt x="333958" y="141980"/>
                  <a:pt x="335120" y="141980"/>
                </a:cubicBezTo>
                <a:cubicBezTo>
                  <a:pt x="336282" y="141980"/>
                  <a:pt x="341362" y="145755"/>
                  <a:pt x="346410" y="150369"/>
                </a:cubicBezTo>
                <a:cubicBezTo>
                  <a:pt x="353607" y="156948"/>
                  <a:pt x="355920" y="161358"/>
                  <a:pt x="357125" y="170794"/>
                </a:cubicBezTo>
                <a:cubicBezTo>
                  <a:pt x="358591" y="182285"/>
                  <a:pt x="358209" y="183236"/>
                  <a:pt x="348644" y="191877"/>
                </a:cubicBezTo>
                <a:cubicBezTo>
                  <a:pt x="343134" y="196855"/>
                  <a:pt x="336201" y="202226"/>
                  <a:pt x="333236" y="203812"/>
                </a:cubicBezTo>
                <a:cubicBezTo>
                  <a:pt x="330270" y="205399"/>
                  <a:pt x="327844" y="208181"/>
                  <a:pt x="327844" y="209994"/>
                </a:cubicBezTo>
                <a:cubicBezTo>
                  <a:pt x="327844" y="211806"/>
                  <a:pt x="324341" y="215879"/>
                  <a:pt x="320060" y="219045"/>
                </a:cubicBezTo>
                <a:cubicBezTo>
                  <a:pt x="313416" y="223957"/>
                  <a:pt x="312052" y="224217"/>
                  <a:pt x="310749" y="220821"/>
                </a:cubicBezTo>
                <a:close/>
              </a:path>
            </a:pathLst>
          </a:custGeom>
          <a:solidFill>
            <a:srgbClr val="B9B9B9"/>
          </a:solidFill>
          <a:ln w="5163" cap="flat">
            <a:noFill/>
            <a:prstDash val="solid"/>
            <a:miter/>
          </a:ln>
        </p:spPr>
        <p:txBody>
          <a:bodyPr/>
          <a:lstStyle/>
          <a:p>
            <a:endParaRPr lang="es-419" noProof="0" dirty="0"/>
          </a:p>
        </p:txBody>
      </p:sp>
      <p:sp>
        <p:nvSpPr>
          <p:cNvPr id="64" name="Forma libre: forma 63">
            <a:extLst>
              <a:ext uri="{FF2B5EF4-FFF2-40B4-BE49-F238E27FC236}">
                <a16:creationId xmlns:a16="http://schemas.microsoft.com/office/drawing/2014/main" id="{690E1A8C-832B-8039-0740-269A09A26354}"/>
              </a:ext>
            </a:extLst>
          </p:cNvPr>
          <p:cNvSpPr/>
          <p:nvPr/>
        </p:nvSpPr>
        <p:spPr>
          <a:xfrm>
            <a:off x="2030531" y="2394260"/>
            <a:ext cx="276109" cy="131653"/>
          </a:xfrm>
          <a:custGeom>
            <a:avLst/>
            <a:gdLst>
              <a:gd name="csX0" fmla="*/ 240916 w 276109"/>
              <a:gd name="csY0" fmla="*/ 129933 h 131653"/>
              <a:gd name="csX1" fmla="*/ 239195 w 276109"/>
              <a:gd name="csY1" fmla="*/ 124013 h 131653"/>
              <a:gd name="csX2" fmla="*/ 228223 w 276109"/>
              <a:gd name="csY2" fmla="*/ 115744 h 131653"/>
              <a:gd name="csX3" fmla="*/ 217897 w 276109"/>
              <a:gd name="csY3" fmla="*/ 106005 h 131653"/>
              <a:gd name="csX4" fmla="*/ 210063 w 276109"/>
              <a:gd name="csY4" fmla="*/ 90246 h 131653"/>
              <a:gd name="csX5" fmla="*/ 197989 w 276109"/>
              <a:gd name="csY5" fmla="*/ 82502 h 131653"/>
              <a:gd name="csX6" fmla="*/ 171181 w 276109"/>
              <a:gd name="csY6" fmla="*/ 78639 h 131653"/>
              <a:gd name="csX7" fmla="*/ 162540 w 276109"/>
              <a:gd name="csY7" fmla="*/ 80766 h 131653"/>
              <a:gd name="csX8" fmla="*/ 140024 w 276109"/>
              <a:gd name="csY8" fmla="*/ 103258 h 131653"/>
              <a:gd name="csX9" fmla="*/ 121107 w 276109"/>
              <a:gd name="csY9" fmla="*/ 123910 h 131653"/>
              <a:gd name="csX10" fmla="*/ 115285 w 276109"/>
              <a:gd name="csY10" fmla="*/ 120037 h 131653"/>
              <a:gd name="csX11" fmla="*/ 106086 w 276109"/>
              <a:gd name="csY11" fmla="*/ 116165 h 131653"/>
              <a:gd name="csX12" fmla="*/ 95488 w 276109"/>
              <a:gd name="csY12" fmla="*/ 97511 h 131653"/>
              <a:gd name="csX13" fmla="*/ 74161 w 276109"/>
              <a:gd name="csY13" fmla="*/ 72281 h 131653"/>
              <a:gd name="csX14" fmla="*/ 62180 w 276109"/>
              <a:gd name="csY14" fmla="*/ 80383 h 131653"/>
              <a:gd name="csX15" fmla="*/ 59403 w 276109"/>
              <a:gd name="csY15" fmla="*/ 95543 h 131653"/>
              <a:gd name="csX16" fmla="*/ 54777 w 276109"/>
              <a:gd name="csY16" fmla="*/ 108274 h 131653"/>
              <a:gd name="csX17" fmla="*/ 46950 w 276109"/>
              <a:gd name="csY17" fmla="*/ 122154 h 131653"/>
              <a:gd name="csX18" fmla="*/ 45160 w 276109"/>
              <a:gd name="csY18" fmla="*/ 130363 h 131653"/>
              <a:gd name="csX19" fmla="*/ 42524 w 276109"/>
              <a:gd name="csY19" fmla="*/ 123910 h 131653"/>
              <a:gd name="csX20" fmla="*/ 27585 w 276109"/>
              <a:gd name="csY20" fmla="*/ 101648 h 131653"/>
              <a:gd name="csX21" fmla="*/ 3541 w 276109"/>
              <a:gd name="csY21" fmla="*/ 71617 h 131653"/>
              <a:gd name="csX22" fmla="*/ 489 w 276109"/>
              <a:gd name="csY22" fmla="*/ 57859 h 131653"/>
              <a:gd name="csX23" fmla="*/ 5896 w 276109"/>
              <a:gd name="csY23" fmla="*/ 47783 h 131653"/>
              <a:gd name="csX24" fmla="*/ 14046 w 276109"/>
              <a:gd name="csY24" fmla="*/ 46070 h 131653"/>
              <a:gd name="csX25" fmla="*/ 24934 w 276109"/>
              <a:gd name="csY25" fmla="*/ 43885 h 131653"/>
              <a:gd name="csX26" fmla="*/ 35503 w 276109"/>
              <a:gd name="csY26" fmla="*/ 38722 h 131653"/>
              <a:gd name="csX27" fmla="*/ 41946 w 276109"/>
              <a:gd name="csY27" fmla="*/ 35764 h 131653"/>
              <a:gd name="csX28" fmla="*/ 25819 w 276109"/>
              <a:gd name="csY28" fmla="*/ 37615 h 131653"/>
              <a:gd name="csX29" fmla="*/ 26045 w 276109"/>
              <a:gd name="csY29" fmla="*/ 35947 h 131653"/>
              <a:gd name="csX30" fmla="*/ 73982 w 276109"/>
              <a:gd name="csY30" fmla="*/ 25857 h 131653"/>
              <a:gd name="csX31" fmla="*/ 76916 w 276109"/>
              <a:gd name="csY31" fmla="*/ 28123 h 131653"/>
              <a:gd name="csX32" fmla="*/ 76893 w 276109"/>
              <a:gd name="csY32" fmla="*/ 31518 h 131653"/>
              <a:gd name="csX33" fmla="*/ 83755 w 276109"/>
              <a:gd name="csY33" fmla="*/ 29317 h 131653"/>
              <a:gd name="csX34" fmla="*/ 96686 w 276109"/>
              <a:gd name="csY34" fmla="*/ 23336 h 131653"/>
              <a:gd name="csX35" fmla="*/ 114106 w 276109"/>
              <a:gd name="csY35" fmla="*/ 13587 h 131653"/>
              <a:gd name="csX36" fmla="*/ 134447 w 276109"/>
              <a:gd name="csY36" fmla="*/ 0 h 131653"/>
              <a:gd name="csX37" fmla="*/ 136418 w 276109"/>
              <a:gd name="csY37" fmla="*/ 8390 h 131653"/>
              <a:gd name="csX38" fmla="*/ 147553 w 276109"/>
              <a:gd name="csY38" fmla="*/ 17557 h 131653"/>
              <a:gd name="csX39" fmla="*/ 164372 w 276109"/>
              <a:gd name="csY39" fmla="*/ 37279 h 131653"/>
              <a:gd name="csX40" fmla="*/ 179001 w 276109"/>
              <a:gd name="csY40" fmla="*/ 58990 h 131653"/>
              <a:gd name="csX41" fmla="*/ 191415 w 276109"/>
              <a:gd name="csY41" fmla="*/ 67081 h 131653"/>
              <a:gd name="csX42" fmla="*/ 215539 w 276109"/>
              <a:gd name="csY42" fmla="*/ 67434 h 131653"/>
              <a:gd name="csX43" fmla="*/ 218120 w 276109"/>
              <a:gd name="csY43" fmla="*/ 59084 h 131653"/>
              <a:gd name="csX44" fmla="*/ 224155 w 276109"/>
              <a:gd name="csY44" fmla="*/ 52122 h 131653"/>
              <a:gd name="csX45" fmla="*/ 241477 w 276109"/>
              <a:gd name="csY45" fmla="*/ 56639 h 131653"/>
              <a:gd name="csX46" fmla="*/ 260758 w 276109"/>
              <a:gd name="csY46" fmla="*/ 61955 h 131653"/>
              <a:gd name="csX47" fmla="*/ 271115 w 276109"/>
              <a:gd name="csY47" fmla="*/ 65853 h 131653"/>
              <a:gd name="csX48" fmla="*/ 274360 w 276109"/>
              <a:gd name="csY48" fmla="*/ 100702 h 131653"/>
              <a:gd name="csX49" fmla="*/ 276110 w 276109"/>
              <a:gd name="csY49" fmla="*/ 131654 h 131653"/>
              <a:gd name="csX50" fmla="*/ 259373 w 276109"/>
              <a:gd name="csY50" fmla="*/ 131654 h 131653"/>
              <a:gd name="csX51" fmla="*/ 240916 w 276109"/>
              <a:gd name="csY51" fmla="*/ 129933 h 1316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Lst>
            <a:rect l="l" t="t" r="r" b="b"/>
            <a:pathLst>
              <a:path w="276109" h="131653">
                <a:moveTo>
                  <a:pt x="240916" y="129933"/>
                </a:moveTo>
                <a:cubicBezTo>
                  <a:pt x="239969" y="128986"/>
                  <a:pt x="239195" y="126322"/>
                  <a:pt x="239195" y="124013"/>
                </a:cubicBezTo>
                <a:cubicBezTo>
                  <a:pt x="239195" y="121432"/>
                  <a:pt x="234966" y="118245"/>
                  <a:pt x="228223" y="115744"/>
                </a:cubicBezTo>
                <a:cubicBezTo>
                  <a:pt x="219440" y="112485"/>
                  <a:pt x="217381" y="110543"/>
                  <a:pt x="217897" y="106005"/>
                </a:cubicBezTo>
                <a:cubicBezTo>
                  <a:pt x="218682" y="99107"/>
                  <a:pt x="214348" y="90389"/>
                  <a:pt x="210063" y="90246"/>
                </a:cubicBezTo>
                <a:cubicBezTo>
                  <a:pt x="208338" y="90188"/>
                  <a:pt x="202905" y="86703"/>
                  <a:pt x="197989" y="82502"/>
                </a:cubicBezTo>
                <a:cubicBezTo>
                  <a:pt x="188345" y="74258"/>
                  <a:pt x="178782" y="72880"/>
                  <a:pt x="171181" y="78639"/>
                </a:cubicBezTo>
                <a:cubicBezTo>
                  <a:pt x="168558" y="80626"/>
                  <a:pt x="164670" y="81583"/>
                  <a:pt x="162540" y="80766"/>
                </a:cubicBezTo>
                <a:cubicBezTo>
                  <a:pt x="158541" y="79232"/>
                  <a:pt x="151258" y="86508"/>
                  <a:pt x="140024" y="103258"/>
                </a:cubicBezTo>
                <a:cubicBezTo>
                  <a:pt x="131601" y="115819"/>
                  <a:pt x="124189" y="123910"/>
                  <a:pt x="121107" y="123910"/>
                </a:cubicBezTo>
                <a:cubicBezTo>
                  <a:pt x="119672" y="123910"/>
                  <a:pt x="117052" y="122167"/>
                  <a:pt x="115285" y="120037"/>
                </a:cubicBezTo>
                <a:cubicBezTo>
                  <a:pt x="113517" y="117908"/>
                  <a:pt x="109378" y="116165"/>
                  <a:pt x="106086" y="116165"/>
                </a:cubicBezTo>
                <a:cubicBezTo>
                  <a:pt x="98470" y="116165"/>
                  <a:pt x="97317" y="114137"/>
                  <a:pt x="95488" y="97511"/>
                </a:cubicBezTo>
                <a:cubicBezTo>
                  <a:pt x="93708" y="81325"/>
                  <a:pt x="86063" y="72281"/>
                  <a:pt x="74161" y="72281"/>
                </a:cubicBezTo>
                <a:cubicBezTo>
                  <a:pt x="68039" y="72281"/>
                  <a:pt x="65473" y="74016"/>
                  <a:pt x="62180" y="80383"/>
                </a:cubicBezTo>
                <a:cubicBezTo>
                  <a:pt x="59748" y="85087"/>
                  <a:pt x="58583" y="91445"/>
                  <a:pt x="59403" y="95543"/>
                </a:cubicBezTo>
                <a:cubicBezTo>
                  <a:pt x="60452" y="100790"/>
                  <a:pt x="59265" y="104058"/>
                  <a:pt x="54777" y="108274"/>
                </a:cubicBezTo>
                <a:cubicBezTo>
                  <a:pt x="51457" y="111393"/>
                  <a:pt x="47935" y="117640"/>
                  <a:pt x="46950" y="122154"/>
                </a:cubicBezTo>
                <a:lnTo>
                  <a:pt x="45160" y="130363"/>
                </a:lnTo>
                <a:lnTo>
                  <a:pt x="42524" y="123910"/>
                </a:lnTo>
                <a:cubicBezTo>
                  <a:pt x="37073" y="110563"/>
                  <a:pt x="32979" y="104462"/>
                  <a:pt x="27585" y="101648"/>
                </a:cubicBezTo>
                <a:cubicBezTo>
                  <a:pt x="17943" y="96616"/>
                  <a:pt x="4895" y="80319"/>
                  <a:pt x="3541" y="71617"/>
                </a:cubicBezTo>
                <a:cubicBezTo>
                  <a:pt x="2825" y="67013"/>
                  <a:pt x="1452" y="60822"/>
                  <a:pt x="489" y="57859"/>
                </a:cubicBezTo>
                <a:cubicBezTo>
                  <a:pt x="-848" y="53746"/>
                  <a:pt x="431" y="51364"/>
                  <a:pt x="5896" y="47783"/>
                </a:cubicBezTo>
                <a:cubicBezTo>
                  <a:pt x="10761" y="44595"/>
                  <a:pt x="13372" y="44047"/>
                  <a:pt x="14046" y="46070"/>
                </a:cubicBezTo>
                <a:cubicBezTo>
                  <a:pt x="15462" y="50316"/>
                  <a:pt x="18138" y="49779"/>
                  <a:pt x="24934" y="43885"/>
                </a:cubicBezTo>
                <a:cubicBezTo>
                  <a:pt x="28208" y="41045"/>
                  <a:pt x="32964" y="38722"/>
                  <a:pt x="35503" y="38722"/>
                </a:cubicBezTo>
                <a:cubicBezTo>
                  <a:pt x="38041" y="38722"/>
                  <a:pt x="40941" y="37391"/>
                  <a:pt x="41946" y="35764"/>
                </a:cubicBezTo>
                <a:cubicBezTo>
                  <a:pt x="43722" y="32890"/>
                  <a:pt x="39180" y="33412"/>
                  <a:pt x="25819" y="37615"/>
                </a:cubicBezTo>
                <a:cubicBezTo>
                  <a:pt x="21516" y="38969"/>
                  <a:pt x="21538" y="38810"/>
                  <a:pt x="26045" y="35947"/>
                </a:cubicBezTo>
                <a:cubicBezTo>
                  <a:pt x="31416" y="32535"/>
                  <a:pt x="63427" y="25797"/>
                  <a:pt x="73982" y="25857"/>
                </a:cubicBezTo>
                <a:cubicBezTo>
                  <a:pt x="78607" y="25883"/>
                  <a:pt x="79439" y="26525"/>
                  <a:pt x="76916" y="28123"/>
                </a:cubicBezTo>
                <a:cubicBezTo>
                  <a:pt x="73965" y="29993"/>
                  <a:pt x="73961" y="30540"/>
                  <a:pt x="76893" y="31518"/>
                </a:cubicBezTo>
                <a:cubicBezTo>
                  <a:pt x="78816" y="32159"/>
                  <a:pt x="81904" y="31168"/>
                  <a:pt x="83755" y="29317"/>
                </a:cubicBezTo>
                <a:cubicBezTo>
                  <a:pt x="85607" y="27466"/>
                  <a:pt x="91425" y="24774"/>
                  <a:pt x="96686" y="23336"/>
                </a:cubicBezTo>
                <a:cubicBezTo>
                  <a:pt x="101946" y="21898"/>
                  <a:pt x="109785" y="17511"/>
                  <a:pt x="114106" y="13587"/>
                </a:cubicBezTo>
                <a:cubicBezTo>
                  <a:pt x="121455" y="6915"/>
                  <a:pt x="131807" y="0"/>
                  <a:pt x="134447" y="0"/>
                </a:cubicBezTo>
                <a:cubicBezTo>
                  <a:pt x="135087" y="0"/>
                  <a:pt x="135973" y="3775"/>
                  <a:pt x="136418" y="8390"/>
                </a:cubicBezTo>
                <a:cubicBezTo>
                  <a:pt x="137168" y="16168"/>
                  <a:pt x="137980" y="16836"/>
                  <a:pt x="147553" y="17557"/>
                </a:cubicBezTo>
                <a:cubicBezTo>
                  <a:pt x="160105" y="18501"/>
                  <a:pt x="164320" y="23444"/>
                  <a:pt x="164372" y="37279"/>
                </a:cubicBezTo>
                <a:cubicBezTo>
                  <a:pt x="164422" y="50382"/>
                  <a:pt x="165667" y="52231"/>
                  <a:pt x="179001" y="58990"/>
                </a:cubicBezTo>
                <a:cubicBezTo>
                  <a:pt x="184939" y="62000"/>
                  <a:pt x="190525" y="65641"/>
                  <a:pt x="191415" y="67081"/>
                </a:cubicBezTo>
                <a:cubicBezTo>
                  <a:pt x="193368" y="70242"/>
                  <a:pt x="210709" y="70495"/>
                  <a:pt x="215539" y="67434"/>
                </a:cubicBezTo>
                <a:cubicBezTo>
                  <a:pt x="217436" y="66231"/>
                  <a:pt x="218597" y="62474"/>
                  <a:pt x="218120" y="59084"/>
                </a:cubicBezTo>
                <a:cubicBezTo>
                  <a:pt x="217412" y="54054"/>
                  <a:pt x="218522" y="52773"/>
                  <a:pt x="224155" y="52122"/>
                </a:cubicBezTo>
                <a:cubicBezTo>
                  <a:pt x="227952" y="51683"/>
                  <a:pt x="235747" y="53716"/>
                  <a:pt x="241477" y="56639"/>
                </a:cubicBezTo>
                <a:cubicBezTo>
                  <a:pt x="247208" y="59563"/>
                  <a:pt x="255884" y="61955"/>
                  <a:pt x="260758" y="61955"/>
                </a:cubicBezTo>
                <a:cubicBezTo>
                  <a:pt x="266280" y="61955"/>
                  <a:pt x="270184" y="63424"/>
                  <a:pt x="271115" y="65853"/>
                </a:cubicBezTo>
                <a:cubicBezTo>
                  <a:pt x="271938" y="67996"/>
                  <a:pt x="273398" y="83679"/>
                  <a:pt x="274360" y="100702"/>
                </a:cubicBezTo>
                <a:lnTo>
                  <a:pt x="276110" y="131654"/>
                </a:lnTo>
                <a:lnTo>
                  <a:pt x="259373" y="131654"/>
                </a:lnTo>
                <a:cubicBezTo>
                  <a:pt x="250168" y="131654"/>
                  <a:pt x="241862" y="130880"/>
                  <a:pt x="240916" y="129933"/>
                </a:cubicBezTo>
                <a:close/>
              </a:path>
            </a:pathLst>
          </a:custGeom>
          <a:solidFill>
            <a:srgbClr val="B9B9B9"/>
          </a:solidFill>
          <a:ln w="5163" cap="flat">
            <a:noFill/>
            <a:prstDash val="solid"/>
            <a:miter/>
          </a:ln>
        </p:spPr>
        <p:txBody>
          <a:bodyPr/>
          <a:lstStyle/>
          <a:p>
            <a:endParaRPr lang="es-419" noProof="0" dirty="0"/>
          </a:p>
        </p:txBody>
      </p:sp>
      <p:sp>
        <p:nvSpPr>
          <p:cNvPr id="65" name="Forma libre: forma 64">
            <a:extLst>
              <a:ext uri="{FF2B5EF4-FFF2-40B4-BE49-F238E27FC236}">
                <a16:creationId xmlns:a16="http://schemas.microsoft.com/office/drawing/2014/main" id="{96331E29-27F8-6641-EC10-895788AAEB92}"/>
              </a:ext>
            </a:extLst>
          </p:cNvPr>
          <p:cNvSpPr/>
          <p:nvPr/>
        </p:nvSpPr>
        <p:spPr>
          <a:xfrm>
            <a:off x="1184484" y="2261861"/>
            <a:ext cx="318490" cy="227740"/>
          </a:xfrm>
          <a:custGeom>
            <a:avLst/>
            <a:gdLst>
              <a:gd name="csX0" fmla="*/ 114616 w 318490"/>
              <a:gd name="csY0" fmla="*/ 224041 h 227740"/>
              <a:gd name="csX1" fmla="*/ 98063 w 318490"/>
              <a:gd name="csY1" fmla="*/ 220365 h 227740"/>
              <a:gd name="csX2" fmla="*/ 78702 w 318490"/>
              <a:gd name="csY2" fmla="*/ 212689 h 227740"/>
              <a:gd name="csX3" fmla="*/ 52720 w 318490"/>
              <a:gd name="csY3" fmla="*/ 202264 h 227740"/>
              <a:gd name="csX4" fmla="*/ 16521 w 318490"/>
              <a:gd name="csY4" fmla="*/ 184010 h 227740"/>
              <a:gd name="csX5" fmla="*/ 9212 w 318490"/>
              <a:gd name="csY5" fmla="*/ 173147 h 227740"/>
              <a:gd name="csX6" fmla="*/ 4642 w 318490"/>
              <a:gd name="csY6" fmla="*/ 147730 h 227740"/>
              <a:gd name="csX7" fmla="*/ 11809 w 318490"/>
              <a:gd name="csY7" fmla="*/ 137502 h 227740"/>
              <a:gd name="csX8" fmla="*/ 21183 w 318490"/>
              <a:gd name="csY8" fmla="*/ 134430 h 227740"/>
              <a:gd name="csX9" fmla="*/ 31013 w 318490"/>
              <a:gd name="csY9" fmla="*/ 131925 h 227740"/>
              <a:gd name="csX10" fmla="*/ 40878 w 318490"/>
              <a:gd name="csY10" fmla="*/ 131248 h 227740"/>
              <a:gd name="csX11" fmla="*/ 63873 w 318490"/>
              <a:gd name="csY11" fmla="*/ 121001 h 227740"/>
              <a:gd name="csX12" fmla="*/ 83748 w 318490"/>
              <a:gd name="csY12" fmla="*/ 109166 h 227740"/>
              <a:gd name="csX13" fmla="*/ 103738 w 318490"/>
              <a:gd name="csY13" fmla="*/ 85934 h 227740"/>
              <a:gd name="csX14" fmla="*/ 95901 w 318490"/>
              <a:gd name="csY14" fmla="*/ 79966 h 227740"/>
              <a:gd name="csX15" fmla="*/ 88802 w 318490"/>
              <a:gd name="csY15" fmla="*/ 74674 h 227740"/>
              <a:gd name="csX16" fmla="*/ 86125 w 318490"/>
              <a:gd name="csY16" fmla="*/ 66219 h 227740"/>
              <a:gd name="csX17" fmla="*/ 86125 w 318490"/>
              <a:gd name="csY17" fmla="*/ 56499 h 227740"/>
              <a:gd name="csX18" fmla="*/ 88802 w 318490"/>
              <a:gd name="csY18" fmla="*/ 47540 h 227740"/>
              <a:gd name="csX19" fmla="*/ 60913 w 318490"/>
              <a:gd name="csY19" fmla="*/ 35309 h 227740"/>
              <a:gd name="csX20" fmla="*/ 56419 w 318490"/>
              <a:gd name="csY20" fmla="*/ 24926 h 227740"/>
              <a:gd name="csX21" fmla="*/ 74769 w 318490"/>
              <a:gd name="csY21" fmla="*/ 18056 h 227740"/>
              <a:gd name="csX22" fmla="*/ 99155 w 318490"/>
              <a:gd name="csY22" fmla="*/ 10069 h 227740"/>
              <a:gd name="csX23" fmla="*/ 128747 w 318490"/>
              <a:gd name="csY23" fmla="*/ 1794 h 227740"/>
              <a:gd name="csX24" fmla="*/ 148545 w 318490"/>
              <a:gd name="csY24" fmla="*/ 0 h 227740"/>
              <a:gd name="csX25" fmla="*/ 155959 w 318490"/>
              <a:gd name="csY25" fmla="*/ 8117 h 227740"/>
              <a:gd name="csX26" fmla="*/ 176571 w 318490"/>
              <a:gd name="csY26" fmla="*/ 11071 h 227740"/>
              <a:gd name="csX27" fmla="*/ 199804 w 318490"/>
              <a:gd name="csY27" fmla="*/ 21145 h 227740"/>
              <a:gd name="csX28" fmla="*/ 218086 w 318490"/>
              <a:gd name="csY28" fmla="*/ 31610 h 227740"/>
              <a:gd name="csX29" fmla="*/ 246412 w 318490"/>
              <a:gd name="csY29" fmla="*/ 32163 h 227740"/>
              <a:gd name="csX30" fmla="*/ 266539 w 318490"/>
              <a:gd name="csY30" fmla="*/ 37891 h 227740"/>
              <a:gd name="csX31" fmla="*/ 290777 w 318490"/>
              <a:gd name="csY31" fmla="*/ 32555 h 227740"/>
              <a:gd name="csX32" fmla="*/ 315453 w 318490"/>
              <a:gd name="csY32" fmla="*/ 29658 h 227740"/>
              <a:gd name="csX33" fmla="*/ 315970 w 318490"/>
              <a:gd name="csY33" fmla="*/ 49793 h 227740"/>
              <a:gd name="csX34" fmla="*/ 313388 w 318490"/>
              <a:gd name="csY34" fmla="*/ 54741 h 227740"/>
              <a:gd name="csX35" fmla="*/ 311088 w 318490"/>
              <a:gd name="csY35" fmla="*/ 60549 h 227740"/>
              <a:gd name="csX36" fmla="*/ 306292 w 318490"/>
              <a:gd name="csY36" fmla="*/ 87865 h 227740"/>
              <a:gd name="csX37" fmla="*/ 284623 w 318490"/>
              <a:gd name="csY37" fmla="*/ 147819 h 227740"/>
              <a:gd name="csX38" fmla="*/ 277248 w 318490"/>
              <a:gd name="csY38" fmla="*/ 167736 h 227740"/>
              <a:gd name="csX39" fmla="*/ 272730 w 318490"/>
              <a:gd name="csY39" fmla="*/ 177484 h 227740"/>
              <a:gd name="csX40" fmla="*/ 214235 w 318490"/>
              <a:gd name="csY40" fmla="*/ 170076 h 227740"/>
              <a:gd name="csX41" fmla="*/ 184978 w 318490"/>
              <a:gd name="csY41" fmla="*/ 166604 h 227740"/>
              <a:gd name="csX42" fmla="*/ 157292 w 318490"/>
              <a:gd name="csY42" fmla="*/ 168449 h 227740"/>
              <a:gd name="csX43" fmla="*/ 156212 w 318490"/>
              <a:gd name="csY43" fmla="*/ 189010 h 227740"/>
              <a:gd name="csX44" fmla="*/ 147530 w 318490"/>
              <a:gd name="csY44" fmla="*/ 199123 h 227740"/>
              <a:gd name="csX45" fmla="*/ 137850 w 318490"/>
              <a:gd name="csY45" fmla="*/ 216729 h 227740"/>
              <a:gd name="csX46" fmla="*/ 130751 w 318490"/>
              <a:gd name="csY46" fmla="*/ 227717 h 227740"/>
              <a:gd name="csX47" fmla="*/ 114616 w 318490"/>
              <a:gd name="csY47" fmla="*/ 224041 h 2277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Lst>
            <a:rect l="l" t="t" r="r" b="b"/>
            <a:pathLst>
              <a:path w="318490" h="227740">
                <a:moveTo>
                  <a:pt x="114616" y="224041"/>
                </a:moveTo>
                <a:cubicBezTo>
                  <a:pt x="109647" y="222127"/>
                  <a:pt x="102198" y="220473"/>
                  <a:pt x="98063" y="220365"/>
                </a:cubicBezTo>
                <a:cubicBezTo>
                  <a:pt x="93928" y="220257"/>
                  <a:pt x="85216" y="216803"/>
                  <a:pt x="78702" y="212689"/>
                </a:cubicBezTo>
                <a:cubicBezTo>
                  <a:pt x="72189" y="208575"/>
                  <a:pt x="60497" y="203884"/>
                  <a:pt x="52720" y="202264"/>
                </a:cubicBezTo>
                <a:cubicBezTo>
                  <a:pt x="38260" y="199253"/>
                  <a:pt x="16521" y="188291"/>
                  <a:pt x="16521" y="184010"/>
                </a:cubicBezTo>
                <a:cubicBezTo>
                  <a:pt x="16521" y="182699"/>
                  <a:pt x="13232" y="177811"/>
                  <a:pt x="9212" y="173147"/>
                </a:cubicBezTo>
                <a:cubicBezTo>
                  <a:pt x="-1729" y="160453"/>
                  <a:pt x="-2493" y="156209"/>
                  <a:pt x="4642" y="147730"/>
                </a:cubicBezTo>
                <a:cubicBezTo>
                  <a:pt x="8064" y="143663"/>
                  <a:pt x="11290" y="139060"/>
                  <a:pt x="11809" y="137502"/>
                </a:cubicBezTo>
                <a:cubicBezTo>
                  <a:pt x="12328" y="135944"/>
                  <a:pt x="16546" y="134562"/>
                  <a:pt x="21183" y="134430"/>
                </a:cubicBezTo>
                <a:cubicBezTo>
                  <a:pt x="25819" y="134298"/>
                  <a:pt x="30243" y="133171"/>
                  <a:pt x="31013" y="131925"/>
                </a:cubicBezTo>
                <a:cubicBezTo>
                  <a:pt x="31783" y="130679"/>
                  <a:pt x="36222" y="130374"/>
                  <a:pt x="40878" y="131248"/>
                </a:cubicBezTo>
                <a:cubicBezTo>
                  <a:pt x="48236" y="132628"/>
                  <a:pt x="51244" y="131288"/>
                  <a:pt x="63873" y="121001"/>
                </a:cubicBezTo>
                <a:cubicBezTo>
                  <a:pt x="71865" y="114492"/>
                  <a:pt x="80808" y="109166"/>
                  <a:pt x="83748" y="109166"/>
                </a:cubicBezTo>
                <a:cubicBezTo>
                  <a:pt x="91503" y="109166"/>
                  <a:pt x="104649" y="93888"/>
                  <a:pt x="103738" y="85934"/>
                </a:cubicBezTo>
                <a:cubicBezTo>
                  <a:pt x="103134" y="80649"/>
                  <a:pt x="101713" y="79568"/>
                  <a:pt x="95901" y="79966"/>
                </a:cubicBezTo>
                <a:cubicBezTo>
                  <a:pt x="90126" y="80361"/>
                  <a:pt x="88802" y="79374"/>
                  <a:pt x="88802" y="74674"/>
                </a:cubicBezTo>
                <a:cubicBezTo>
                  <a:pt x="88802" y="71496"/>
                  <a:pt x="87597" y="67691"/>
                  <a:pt x="86125" y="66219"/>
                </a:cubicBezTo>
                <a:cubicBezTo>
                  <a:pt x="84276" y="64370"/>
                  <a:pt x="84276" y="61362"/>
                  <a:pt x="86125" y="56499"/>
                </a:cubicBezTo>
                <a:cubicBezTo>
                  <a:pt x="87597" y="52626"/>
                  <a:pt x="88802" y="48595"/>
                  <a:pt x="88802" y="47540"/>
                </a:cubicBezTo>
                <a:cubicBezTo>
                  <a:pt x="88802" y="45033"/>
                  <a:pt x="71424" y="37411"/>
                  <a:pt x="60913" y="35309"/>
                </a:cubicBezTo>
                <a:cubicBezTo>
                  <a:pt x="51581" y="33443"/>
                  <a:pt x="51150" y="32448"/>
                  <a:pt x="56419" y="24926"/>
                </a:cubicBezTo>
                <a:cubicBezTo>
                  <a:pt x="59183" y="20980"/>
                  <a:pt x="64034" y="19164"/>
                  <a:pt x="74769" y="18056"/>
                </a:cubicBezTo>
                <a:cubicBezTo>
                  <a:pt x="84042" y="17099"/>
                  <a:pt x="92933" y="14187"/>
                  <a:pt x="99155" y="10069"/>
                </a:cubicBezTo>
                <a:cubicBezTo>
                  <a:pt x="106450" y="5242"/>
                  <a:pt x="114000" y="3130"/>
                  <a:pt x="128747" y="1794"/>
                </a:cubicBezTo>
                <a:lnTo>
                  <a:pt x="148545" y="0"/>
                </a:lnTo>
                <a:lnTo>
                  <a:pt x="155959" y="8117"/>
                </a:lnTo>
                <a:cubicBezTo>
                  <a:pt x="164608" y="17586"/>
                  <a:pt x="168428" y="18134"/>
                  <a:pt x="176571" y="11071"/>
                </a:cubicBezTo>
                <a:cubicBezTo>
                  <a:pt x="187391" y="1687"/>
                  <a:pt x="199804" y="7069"/>
                  <a:pt x="199804" y="21145"/>
                </a:cubicBezTo>
                <a:cubicBezTo>
                  <a:pt x="199804" y="30772"/>
                  <a:pt x="209395" y="36261"/>
                  <a:pt x="218086" y="31610"/>
                </a:cubicBezTo>
                <a:cubicBezTo>
                  <a:pt x="228270" y="26160"/>
                  <a:pt x="241869" y="26426"/>
                  <a:pt x="246412" y="32163"/>
                </a:cubicBezTo>
                <a:cubicBezTo>
                  <a:pt x="249505" y="36068"/>
                  <a:pt x="254126" y="37384"/>
                  <a:pt x="266539" y="37891"/>
                </a:cubicBezTo>
                <a:cubicBezTo>
                  <a:pt x="279978" y="38440"/>
                  <a:pt x="284000" y="37555"/>
                  <a:pt x="290777" y="32555"/>
                </a:cubicBezTo>
                <a:cubicBezTo>
                  <a:pt x="299613" y="26036"/>
                  <a:pt x="310548" y="24752"/>
                  <a:pt x="315453" y="29658"/>
                </a:cubicBezTo>
                <a:cubicBezTo>
                  <a:pt x="319191" y="33396"/>
                  <a:pt x="319612" y="49793"/>
                  <a:pt x="315970" y="49793"/>
                </a:cubicBezTo>
                <a:cubicBezTo>
                  <a:pt x="314550" y="49793"/>
                  <a:pt x="313388" y="52020"/>
                  <a:pt x="313388" y="54741"/>
                </a:cubicBezTo>
                <a:cubicBezTo>
                  <a:pt x="313388" y="57462"/>
                  <a:pt x="312353" y="60076"/>
                  <a:pt x="311088" y="60549"/>
                </a:cubicBezTo>
                <a:cubicBezTo>
                  <a:pt x="309822" y="61023"/>
                  <a:pt x="307664" y="73315"/>
                  <a:pt x="306292" y="87865"/>
                </a:cubicBezTo>
                <a:cubicBezTo>
                  <a:pt x="303509" y="117372"/>
                  <a:pt x="292552" y="147689"/>
                  <a:pt x="284623" y="147819"/>
                </a:cubicBezTo>
                <a:cubicBezTo>
                  <a:pt x="279191" y="147908"/>
                  <a:pt x="277248" y="153157"/>
                  <a:pt x="277248" y="167736"/>
                </a:cubicBezTo>
                <a:cubicBezTo>
                  <a:pt x="277248" y="177878"/>
                  <a:pt x="276652" y="179163"/>
                  <a:pt x="272730" y="177484"/>
                </a:cubicBezTo>
                <a:cubicBezTo>
                  <a:pt x="262382" y="173052"/>
                  <a:pt x="240695" y="170306"/>
                  <a:pt x="214235" y="170076"/>
                </a:cubicBezTo>
                <a:cubicBezTo>
                  <a:pt x="194190" y="169901"/>
                  <a:pt x="185756" y="168900"/>
                  <a:pt x="184978" y="166604"/>
                </a:cubicBezTo>
                <a:cubicBezTo>
                  <a:pt x="183149" y="161204"/>
                  <a:pt x="162610" y="162574"/>
                  <a:pt x="157292" y="168449"/>
                </a:cubicBezTo>
                <a:cubicBezTo>
                  <a:pt x="153074" y="173111"/>
                  <a:pt x="152885" y="176707"/>
                  <a:pt x="156212" y="189010"/>
                </a:cubicBezTo>
                <a:cubicBezTo>
                  <a:pt x="156777" y="191099"/>
                  <a:pt x="153007" y="195490"/>
                  <a:pt x="147530" y="199123"/>
                </a:cubicBezTo>
                <a:cubicBezTo>
                  <a:pt x="138821" y="204900"/>
                  <a:pt x="137850" y="206668"/>
                  <a:pt x="137850" y="216729"/>
                </a:cubicBezTo>
                <a:cubicBezTo>
                  <a:pt x="137850" y="227257"/>
                  <a:pt x="137433" y="227902"/>
                  <a:pt x="130751" y="227717"/>
                </a:cubicBezTo>
                <a:cubicBezTo>
                  <a:pt x="126846" y="227609"/>
                  <a:pt x="119586" y="225955"/>
                  <a:pt x="114616" y="224041"/>
                </a:cubicBezTo>
                <a:close/>
              </a:path>
            </a:pathLst>
          </a:custGeom>
          <a:solidFill>
            <a:srgbClr val="B9B9B9"/>
          </a:solidFill>
          <a:ln w="5163" cap="flat">
            <a:noFill/>
            <a:prstDash val="solid"/>
            <a:miter/>
          </a:ln>
        </p:spPr>
        <p:txBody>
          <a:bodyPr/>
          <a:lstStyle/>
          <a:p>
            <a:endParaRPr lang="es-419" noProof="0" dirty="0"/>
          </a:p>
        </p:txBody>
      </p:sp>
      <p:sp>
        <p:nvSpPr>
          <p:cNvPr id="66" name="Forma libre: forma 65">
            <a:extLst>
              <a:ext uri="{FF2B5EF4-FFF2-40B4-BE49-F238E27FC236}">
                <a16:creationId xmlns:a16="http://schemas.microsoft.com/office/drawing/2014/main" id="{1761872B-4406-568B-C63B-7F2539BC2D3A}"/>
              </a:ext>
            </a:extLst>
          </p:cNvPr>
          <p:cNvSpPr/>
          <p:nvPr/>
        </p:nvSpPr>
        <p:spPr>
          <a:xfrm>
            <a:off x="1557246" y="2384328"/>
            <a:ext cx="70794" cy="61560"/>
          </a:xfrm>
          <a:custGeom>
            <a:avLst/>
            <a:gdLst>
              <a:gd name="csX0" fmla="*/ 30977 w 70794"/>
              <a:gd name="csY0" fmla="*/ 53817 h 61560"/>
              <a:gd name="csX1" fmla="*/ 18070 w 70794"/>
              <a:gd name="csY1" fmla="*/ 49863 h 61560"/>
              <a:gd name="csX2" fmla="*/ 14198 w 70794"/>
              <a:gd name="csY2" fmla="*/ 52169 h 61560"/>
              <a:gd name="csX3" fmla="*/ 10326 w 70794"/>
              <a:gd name="csY3" fmla="*/ 47062 h 61560"/>
              <a:gd name="csX4" fmla="*/ 5163 w 70794"/>
              <a:gd name="csY4" fmla="*/ 39020 h 61560"/>
              <a:gd name="csX5" fmla="*/ 0 w 70794"/>
              <a:gd name="csY5" fmla="*/ 32748 h 61560"/>
              <a:gd name="csX6" fmla="*/ 10326 w 70794"/>
              <a:gd name="csY6" fmla="*/ 18967 h 61560"/>
              <a:gd name="csX7" fmla="*/ 20652 w 70794"/>
              <a:gd name="csY7" fmla="*/ 3034 h 61560"/>
              <a:gd name="csX8" fmla="*/ 30332 w 70794"/>
              <a:gd name="csY8" fmla="*/ 698 h 61560"/>
              <a:gd name="csX9" fmla="*/ 54210 w 70794"/>
              <a:gd name="csY9" fmla="*/ 10137 h 61560"/>
              <a:gd name="csX10" fmla="*/ 63267 w 70794"/>
              <a:gd name="csY10" fmla="*/ 15095 h 61560"/>
              <a:gd name="csX11" fmla="*/ 69100 w 70794"/>
              <a:gd name="csY11" fmla="*/ 20258 h 61560"/>
              <a:gd name="csX12" fmla="*/ 69100 w 70794"/>
              <a:gd name="csY12" fmla="*/ 30584 h 61560"/>
              <a:gd name="csX13" fmla="*/ 69721 w 70794"/>
              <a:gd name="csY13" fmla="*/ 35746 h 61560"/>
              <a:gd name="csX14" fmla="*/ 67118 w 70794"/>
              <a:gd name="csY14" fmla="*/ 44803 h 61560"/>
              <a:gd name="csX15" fmla="*/ 61618 w 70794"/>
              <a:gd name="csY15" fmla="*/ 50612 h 61560"/>
              <a:gd name="csX16" fmla="*/ 54931 w 70794"/>
              <a:gd name="csY16" fmla="*/ 50644 h 61560"/>
              <a:gd name="csX17" fmla="*/ 37735 w 70794"/>
              <a:gd name="csY17" fmla="*/ 61561 h 61560"/>
              <a:gd name="csX18" fmla="*/ 30977 w 70794"/>
              <a:gd name="csY18" fmla="*/ 53817 h 615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70794" h="61560">
                <a:moveTo>
                  <a:pt x="30977" y="53817"/>
                </a:moveTo>
                <a:cubicBezTo>
                  <a:pt x="25158" y="45644"/>
                  <a:pt x="18070" y="43473"/>
                  <a:pt x="18070" y="49863"/>
                </a:cubicBezTo>
                <a:cubicBezTo>
                  <a:pt x="18070" y="52173"/>
                  <a:pt x="16557" y="53074"/>
                  <a:pt x="14198" y="52169"/>
                </a:cubicBezTo>
                <a:cubicBezTo>
                  <a:pt x="12068" y="51351"/>
                  <a:pt x="10326" y="49053"/>
                  <a:pt x="10326" y="47062"/>
                </a:cubicBezTo>
                <a:cubicBezTo>
                  <a:pt x="10326" y="45070"/>
                  <a:pt x="8003" y="41451"/>
                  <a:pt x="5163" y="39020"/>
                </a:cubicBezTo>
                <a:cubicBezTo>
                  <a:pt x="2323" y="36588"/>
                  <a:pt x="0" y="33766"/>
                  <a:pt x="0" y="32748"/>
                </a:cubicBezTo>
                <a:cubicBezTo>
                  <a:pt x="0" y="31730"/>
                  <a:pt x="4647" y="25529"/>
                  <a:pt x="10326" y="18967"/>
                </a:cubicBezTo>
                <a:cubicBezTo>
                  <a:pt x="16005" y="12405"/>
                  <a:pt x="20652" y="5235"/>
                  <a:pt x="20652" y="3034"/>
                </a:cubicBezTo>
                <a:cubicBezTo>
                  <a:pt x="20652" y="-166"/>
                  <a:pt x="22592" y="-634"/>
                  <a:pt x="30332" y="698"/>
                </a:cubicBezTo>
                <a:cubicBezTo>
                  <a:pt x="52748" y="4557"/>
                  <a:pt x="54210" y="5134"/>
                  <a:pt x="54210" y="10137"/>
                </a:cubicBezTo>
                <a:cubicBezTo>
                  <a:pt x="54210" y="14084"/>
                  <a:pt x="56056" y="15095"/>
                  <a:pt x="63267" y="15095"/>
                </a:cubicBezTo>
                <a:cubicBezTo>
                  <a:pt x="71678" y="15095"/>
                  <a:pt x="72094" y="15463"/>
                  <a:pt x="69100" y="20258"/>
                </a:cubicBezTo>
                <a:cubicBezTo>
                  <a:pt x="66522" y="24386"/>
                  <a:pt x="66522" y="26456"/>
                  <a:pt x="69100" y="30584"/>
                </a:cubicBezTo>
                <a:cubicBezTo>
                  <a:pt x="71011" y="33644"/>
                  <a:pt x="71264" y="35746"/>
                  <a:pt x="69721" y="35746"/>
                </a:cubicBezTo>
                <a:cubicBezTo>
                  <a:pt x="68289" y="35746"/>
                  <a:pt x="67118" y="39822"/>
                  <a:pt x="67118" y="44803"/>
                </a:cubicBezTo>
                <a:cubicBezTo>
                  <a:pt x="67118" y="53341"/>
                  <a:pt x="66802" y="53674"/>
                  <a:pt x="61618" y="50612"/>
                </a:cubicBezTo>
                <a:cubicBezTo>
                  <a:pt x="57188" y="47995"/>
                  <a:pt x="55886" y="48002"/>
                  <a:pt x="54931" y="50644"/>
                </a:cubicBezTo>
                <a:cubicBezTo>
                  <a:pt x="53898" y="53500"/>
                  <a:pt x="41201" y="61561"/>
                  <a:pt x="37735" y="61561"/>
                </a:cubicBezTo>
                <a:cubicBezTo>
                  <a:pt x="37051" y="61561"/>
                  <a:pt x="34010" y="58076"/>
                  <a:pt x="30977" y="53817"/>
                </a:cubicBezTo>
                <a:close/>
              </a:path>
            </a:pathLst>
          </a:custGeom>
          <a:solidFill>
            <a:srgbClr val="B9B9B9"/>
          </a:solidFill>
          <a:ln w="5163" cap="flat">
            <a:noFill/>
            <a:prstDash val="solid"/>
            <a:miter/>
          </a:ln>
        </p:spPr>
        <p:txBody>
          <a:bodyPr/>
          <a:lstStyle/>
          <a:p>
            <a:endParaRPr lang="es-419" noProof="0" dirty="0"/>
          </a:p>
        </p:txBody>
      </p:sp>
      <p:sp>
        <p:nvSpPr>
          <p:cNvPr id="67" name="Forma libre: forma 66">
            <a:extLst>
              <a:ext uri="{FF2B5EF4-FFF2-40B4-BE49-F238E27FC236}">
                <a16:creationId xmlns:a16="http://schemas.microsoft.com/office/drawing/2014/main" id="{015B732D-82CD-B18E-CBEC-6DFFB9DAFA02}"/>
              </a:ext>
            </a:extLst>
          </p:cNvPr>
          <p:cNvSpPr/>
          <p:nvPr/>
        </p:nvSpPr>
        <p:spPr>
          <a:xfrm>
            <a:off x="1478193" y="2273156"/>
            <a:ext cx="153622" cy="170128"/>
          </a:xfrm>
          <a:custGeom>
            <a:avLst/>
            <a:gdLst>
              <a:gd name="csX0" fmla="*/ 8493 w 153622"/>
              <a:gd name="csY0" fmla="*/ 168431 h 170128"/>
              <a:gd name="csX1" fmla="*/ 6772 w 153622"/>
              <a:gd name="csY1" fmla="*/ 161418 h 170128"/>
              <a:gd name="csX2" fmla="*/ 2681 w 153622"/>
              <a:gd name="csY2" fmla="*/ 145415 h 170128"/>
              <a:gd name="csX3" fmla="*/ 5459 w 153622"/>
              <a:gd name="csY3" fmla="*/ 121148 h 170128"/>
              <a:gd name="csX4" fmla="*/ 14777 w 153622"/>
              <a:gd name="csY4" fmla="*/ 82726 h 170128"/>
              <a:gd name="csX5" fmla="*/ 25155 w 153622"/>
              <a:gd name="csY5" fmla="*/ 43661 h 170128"/>
              <a:gd name="csX6" fmla="*/ 27423 w 153622"/>
              <a:gd name="csY6" fmla="*/ 32229 h 170128"/>
              <a:gd name="csX7" fmla="*/ 31172 w 153622"/>
              <a:gd name="csY7" fmla="*/ 17047 h 170128"/>
              <a:gd name="csX8" fmla="*/ 33221 w 153622"/>
              <a:gd name="csY8" fmla="*/ 11598 h 170128"/>
              <a:gd name="csX9" fmla="*/ 37362 w 153622"/>
              <a:gd name="csY9" fmla="*/ 8370 h 170128"/>
              <a:gd name="csX10" fmla="*/ 41848 w 153622"/>
              <a:gd name="csY10" fmla="*/ 3309 h 170128"/>
              <a:gd name="csX11" fmla="*/ 51947 w 153622"/>
              <a:gd name="csY11" fmla="*/ 4939 h 170128"/>
              <a:gd name="csX12" fmla="*/ 67990 w 153622"/>
              <a:gd name="csY12" fmla="*/ 10085 h 170128"/>
              <a:gd name="csX13" fmla="*/ 82983 w 153622"/>
              <a:gd name="csY13" fmla="*/ 28865 h 170128"/>
              <a:gd name="csX14" fmla="*/ 93236 w 153622"/>
              <a:gd name="csY14" fmla="*/ 38498 h 170128"/>
              <a:gd name="csX15" fmla="*/ 103025 w 153622"/>
              <a:gd name="csY15" fmla="*/ 33366 h 170128"/>
              <a:gd name="csX16" fmla="*/ 120832 w 153622"/>
              <a:gd name="csY16" fmla="*/ 24595 h 170128"/>
              <a:gd name="csX17" fmla="*/ 122064 w 153622"/>
              <a:gd name="csY17" fmla="*/ 33182 h 170128"/>
              <a:gd name="csX18" fmla="*/ 135261 w 153622"/>
              <a:gd name="csY18" fmla="*/ 39968 h 170128"/>
              <a:gd name="csX19" fmla="*/ 152396 w 153622"/>
              <a:gd name="csY19" fmla="*/ 46930 h 170128"/>
              <a:gd name="csX20" fmla="*/ 149002 w 153622"/>
              <a:gd name="csY20" fmla="*/ 58232 h 170128"/>
              <a:gd name="csX21" fmla="*/ 146552 w 153622"/>
              <a:gd name="csY21" fmla="*/ 64545 h 170128"/>
              <a:gd name="csX22" fmla="*/ 148358 w 153622"/>
              <a:gd name="csY22" fmla="*/ 121402 h 170128"/>
              <a:gd name="csX23" fmla="*/ 135844 w 153622"/>
              <a:gd name="csY23" fmla="*/ 118523 h 170128"/>
              <a:gd name="csX24" fmla="*/ 131972 w 153622"/>
              <a:gd name="csY24" fmla="*/ 113360 h 170128"/>
              <a:gd name="csX25" fmla="*/ 128062 w 153622"/>
              <a:gd name="csY25" fmla="*/ 103679 h 170128"/>
              <a:gd name="csX26" fmla="*/ 124378 w 153622"/>
              <a:gd name="csY26" fmla="*/ 87545 h 170128"/>
              <a:gd name="csX27" fmla="*/ 116378 w 153622"/>
              <a:gd name="csY27" fmla="*/ 72702 h 170128"/>
              <a:gd name="csX28" fmla="*/ 107448 w 153622"/>
              <a:gd name="csY28" fmla="*/ 67912 h 170128"/>
              <a:gd name="csX29" fmla="*/ 99376 w 153622"/>
              <a:gd name="csY29" fmla="*/ 80152 h 170128"/>
              <a:gd name="csX30" fmla="*/ 94468 w 153622"/>
              <a:gd name="csY30" fmla="*/ 101141 h 170128"/>
              <a:gd name="csX31" fmla="*/ 81766 w 153622"/>
              <a:gd name="csY31" fmla="*/ 133635 h 170128"/>
              <a:gd name="csX32" fmla="*/ 65090 w 153622"/>
              <a:gd name="csY32" fmla="*/ 140680 h 170128"/>
              <a:gd name="csX33" fmla="*/ 53260 w 153622"/>
              <a:gd name="csY33" fmla="*/ 146865 h 170128"/>
              <a:gd name="csX34" fmla="*/ 38902 w 153622"/>
              <a:gd name="csY34" fmla="*/ 154663 h 170128"/>
              <a:gd name="csX35" fmla="*/ 22260 w 153622"/>
              <a:gd name="csY35" fmla="*/ 162407 h 170128"/>
              <a:gd name="csX36" fmla="*/ 8493 w 153622"/>
              <a:gd name="csY36" fmla="*/ 168431 h 17012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Lst>
            <a:rect l="l" t="t" r="r" b="b"/>
            <a:pathLst>
              <a:path w="153622" h="170128">
                <a:moveTo>
                  <a:pt x="8493" y="168431"/>
                </a:moveTo>
                <a:cubicBezTo>
                  <a:pt x="7546" y="167484"/>
                  <a:pt x="6772" y="164329"/>
                  <a:pt x="6772" y="161418"/>
                </a:cubicBezTo>
                <a:cubicBezTo>
                  <a:pt x="6772" y="158508"/>
                  <a:pt x="4931" y="151306"/>
                  <a:pt x="2681" y="145415"/>
                </a:cubicBezTo>
                <a:cubicBezTo>
                  <a:pt x="-1298" y="134996"/>
                  <a:pt x="-1222" y="134332"/>
                  <a:pt x="5459" y="121148"/>
                </a:cubicBezTo>
                <a:cubicBezTo>
                  <a:pt x="10516" y="111168"/>
                  <a:pt x="12973" y="101035"/>
                  <a:pt x="14777" y="82726"/>
                </a:cubicBezTo>
                <a:cubicBezTo>
                  <a:pt x="17244" y="57676"/>
                  <a:pt x="20967" y="43661"/>
                  <a:pt x="25155" y="43661"/>
                </a:cubicBezTo>
                <a:cubicBezTo>
                  <a:pt x="26403" y="43661"/>
                  <a:pt x="27423" y="38516"/>
                  <a:pt x="27423" y="32229"/>
                </a:cubicBezTo>
                <a:cubicBezTo>
                  <a:pt x="27423" y="25675"/>
                  <a:pt x="29023" y="19196"/>
                  <a:pt x="31172" y="17047"/>
                </a:cubicBezTo>
                <a:cubicBezTo>
                  <a:pt x="33235" y="14985"/>
                  <a:pt x="34156" y="12533"/>
                  <a:pt x="33221" y="11598"/>
                </a:cubicBezTo>
                <a:cubicBezTo>
                  <a:pt x="32286" y="10662"/>
                  <a:pt x="34150" y="9210"/>
                  <a:pt x="37362" y="8370"/>
                </a:cubicBezTo>
                <a:cubicBezTo>
                  <a:pt x="40925" y="7438"/>
                  <a:pt x="42675" y="5464"/>
                  <a:pt x="41848" y="3309"/>
                </a:cubicBezTo>
                <a:cubicBezTo>
                  <a:pt x="39982" y="-1555"/>
                  <a:pt x="42837" y="-1094"/>
                  <a:pt x="51947" y="4939"/>
                </a:cubicBezTo>
                <a:cubicBezTo>
                  <a:pt x="56206" y="7760"/>
                  <a:pt x="63426" y="10076"/>
                  <a:pt x="67990" y="10085"/>
                </a:cubicBezTo>
                <a:cubicBezTo>
                  <a:pt x="77231" y="10104"/>
                  <a:pt x="80149" y="13759"/>
                  <a:pt x="82983" y="28865"/>
                </a:cubicBezTo>
                <a:cubicBezTo>
                  <a:pt x="84632" y="37657"/>
                  <a:pt x="85527" y="38498"/>
                  <a:pt x="93236" y="38498"/>
                </a:cubicBezTo>
                <a:cubicBezTo>
                  <a:pt x="99495" y="38498"/>
                  <a:pt x="102031" y="37168"/>
                  <a:pt x="103025" y="33366"/>
                </a:cubicBezTo>
                <a:cubicBezTo>
                  <a:pt x="104466" y="27855"/>
                  <a:pt x="116509" y="21923"/>
                  <a:pt x="120832" y="24595"/>
                </a:cubicBezTo>
                <a:cubicBezTo>
                  <a:pt x="122276" y="25487"/>
                  <a:pt x="122830" y="29351"/>
                  <a:pt x="122064" y="33182"/>
                </a:cubicBezTo>
                <a:cubicBezTo>
                  <a:pt x="120679" y="40107"/>
                  <a:pt x="120757" y="40147"/>
                  <a:pt x="135261" y="39968"/>
                </a:cubicBezTo>
                <a:cubicBezTo>
                  <a:pt x="148934" y="39800"/>
                  <a:pt x="150012" y="40238"/>
                  <a:pt x="152396" y="46930"/>
                </a:cubicBezTo>
                <a:cubicBezTo>
                  <a:pt x="154575" y="53045"/>
                  <a:pt x="154087" y="54670"/>
                  <a:pt x="149002" y="58232"/>
                </a:cubicBezTo>
                <a:cubicBezTo>
                  <a:pt x="144363" y="61481"/>
                  <a:pt x="143827" y="62863"/>
                  <a:pt x="146552" y="64545"/>
                </a:cubicBezTo>
                <a:cubicBezTo>
                  <a:pt x="151618" y="67671"/>
                  <a:pt x="153227" y="118317"/>
                  <a:pt x="148358" y="121402"/>
                </a:cubicBezTo>
                <a:cubicBezTo>
                  <a:pt x="142062" y="125392"/>
                  <a:pt x="135844" y="123962"/>
                  <a:pt x="135844" y="118523"/>
                </a:cubicBezTo>
                <a:cubicBezTo>
                  <a:pt x="135844" y="115655"/>
                  <a:pt x="134123" y="113360"/>
                  <a:pt x="131972" y="113360"/>
                </a:cubicBezTo>
                <a:cubicBezTo>
                  <a:pt x="129225" y="113360"/>
                  <a:pt x="128089" y="110546"/>
                  <a:pt x="128062" y="103679"/>
                </a:cubicBezTo>
                <a:cubicBezTo>
                  <a:pt x="128041" y="98355"/>
                  <a:pt x="126383" y="91095"/>
                  <a:pt x="124378" y="87545"/>
                </a:cubicBezTo>
                <a:cubicBezTo>
                  <a:pt x="122373" y="83996"/>
                  <a:pt x="118773" y="77316"/>
                  <a:pt x="116378" y="72702"/>
                </a:cubicBezTo>
                <a:cubicBezTo>
                  <a:pt x="111867" y="64011"/>
                  <a:pt x="107448" y="61641"/>
                  <a:pt x="107448" y="67912"/>
                </a:cubicBezTo>
                <a:cubicBezTo>
                  <a:pt x="107448" y="69891"/>
                  <a:pt x="103816" y="75399"/>
                  <a:pt x="99376" y="80152"/>
                </a:cubicBezTo>
                <a:cubicBezTo>
                  <a:pt x="91445" y="88642"/>
                  <a:pt x="91359" y="89010"/>
                  <a:pt x="94468" y="101141"/>
                </a:cubicBezTo>
                <a:cubicBezTo>
                  <a:pt x="97988" y="114877"/>
                  <a:pt x="97068" y="117230"/>
                  <a:pt x="81766" y="133635"/>
                </a:cubicBezTo>
                <a:cubicBezTo>
                  <a:pt x="74766" y="141139"/>
                  <a:pt x="72544" y="142078"/>
                  <a:pt x="65090" y="140680"/>
                </a:cubicBezTo>
                <a:cubicBezTo>
                  <a:pt x="57313" y="139221"/>
                  <a:pt x="56181" y="139812"/>
                  <a:pt x="53260" y="146865"/>
                </a:cubicBezTo>
                <a:cubicBezTo>
                  <a:pt x="50372" y="153836"/>
                  <a:pt x="48850" y="154663"/>
                  <a:pt x="38902" y="154663"/>
                </a:cubicBezTo>
                <a:cubicBezTo>
                  <a:pt x="29485" y="154663"/>
                  <a:pt x="26927" y="155853"/>
                  <a:pt x="22260" y="162407"/>
                </a:cubicBezTo>
                <a:cubicBezTo>
                  <a:pt x="16933" y="169889"/>
                  <a:pt x="12076" y="172014"/>
                  <a:pt x="8493" y="168431"/>
                </a:cubicBezTo>
                <a:close/>
              </a:path>
            </a:pathLst>
          </a:custGeom>
          <a:solidFill>
            <a:srgbClr val="B9B9B9"/>
          </a:solidFill>
          <a:ln w="5163" cap="flat">
            <a:noFill/>
            <a:prstDash val="solid"/>
            <a:miter/>
          </a:ln>
        </p:spPr>
        <p:txBody>
          <a:bodyPr/>
          <a:lstStyle/>
          <a:p>
            <a:endParaRPr lang="es-419" noProof="0" dirty="0"/>
          </a:p>
        </p:txBody>
      </p:sp>
      <p:grpSp>
        <p:nvGrpSpPr>
          <p:cNvPr id="68" name="Gráfico 39">
            <a:extLst>
              <a:ext uri="{FF2B5EF4-FFF2-40B4-BE49-F238E27FC236}">
                <a16:creationId xmlns:a16="http://schemas.microsoft.com/office/drawing/2014/main" id="{D77D2377-88D0-F6CF-B30F-07080129FB6E}"/>
              </a:ext>
            </a:extLst>
          </p:cNvPr>
          <p:cNvGrpSpPr/>
          <p:nvPr/>
        </p:nvGrpSpPr>
        <p:grpSpPr>
          <a:xfrm>
            <a:off x="2169009" y="2212045"/>
            <a:ext cx="273705" cy="260208"/>
            <a:chOff x="2169009" y="2212045"/>
            <a:chExt cx="273705" cy="260208"/>
          </a:xfrm>
          <a:solidFill>
            <a:srgbClr val="B9B9B9"/>
          </a:solidFill>
        </p:grpSpPr>
        <p:sp>
          <p:nvSpPr>
            <p:cNvPr id="69" name="Forma libre: forma 68">
              <a:extLst>
                <a:ext uri="{FF2B5EF4-FFF2-40B4-BE49-F238E27FC236}">
                  <a16:creationId xmlns:a16="http://schemas.microsoft.com/office/drawing/2014/main" id="{A473925C-99BB-7E5C-83F8-B0B0DD23C237}"/>
                </a:ext>
              </a:extLst>
            </p:cNvPr>
            <p:cNvSpPr/>
            <p:nvPr/>
          </p:nvSpPr>
          <p:spPr>
            <a:xfrm>
              <a:off x="2169009" y="2212045"/>
              <a:ext cx="273705" cy="260208"/>
            </a:xfrm>
            <a:custGeom>
              <a:avLst/>
              <a:gdLst>
                <a:gd name="csX0" fmla="*/ 136396 w 273705"/>
                <a:gd name="csY0" fmla="*/ 251544 h 260208"/>
                <a:gd name="csX1" fmla="*/ 123951 w 273705"/>
                <a:gd name="csY1" fmla="*/ 241399 h 260208"/>
                <a:gd name="csX2" fmla="*/ 100178 w 273705"/>
                <a:gd name="csY2" fmla="*/ 233837 h 260208"/>
                <a:gd name="csX3" fmla="*/ 81199 w 273705"/>
                <a:gd name="csY3" fmla="*/ 230865 h 260208"/>
                <a:gd name="csX4" fmla="*/ 75979 w 273705"/>
                <a:gd name="csY4" fmla="*/ 240363 h 260208"/>
                <a:gd name="csX5" fmla="*/ 67894 w 273705"/>
                <a:gd name="csY5" fmla="*/ 246752 h 260208"/>
                <a:gd name="csX6" fmla="*/ 29911 w 273705"/>
                <a:gd name="csY6" fmla="*/ 227450 h 260208"/>
                <a:gd name="csX7" fmla="*/ 28472 w 273705"/>
                <a:gd name="csY7" fmla="*/ 213064 h 260208"/>
                <a:gd name="csX8" fmla="*/ 12481 w 273705"/>
                <a:gd name="csY8" fmla="*/ 197704 h 260208"/>
                <a:gd name="csX9" fmla="*/ 1103 w 273705"/>
                <a:gd name="csY9" fmla="*/ 191257 h 260208"/>
                <a:gd name="csX10" fmla="*/ 24560 w 273705"/>
                <a:gd name="csY10" fmla="*/ 177413 h 260208"/>
                <a:gd name="csX11" fmla="*/ 49357 w 273705"/>
                <a:gd name="csY11" fmla="*/ 181249 h 260208"/>
                <a:gd name="csX12" fmla="*/ 33383 w 273705"/>
                <a:gd name="csY12" fmla="*/ 188440 h 260208"/>
                <a:gd name="csX13" fmla="*/ 18111 w 273705"/>
                <a:gd name="csY13" fmla="*/ 189801 h 260208"/>
                <a:gd name="csX14" fmla="*/ 23379 w 273705"/>
                <a:gd name="csY14" fmla="*/ 191217 h 260208"/>
                <a:gd name="csX15" fmla="*/ 42338 w 273705"/>
                <a:gd name="csY15" fmla="*/ 193852 h 260208"/>
                <a:gd name="csX16" fmla="*/ 54801 w 273705"/>
                <a:gd name="csY16" fmla="*/ 205031 h 260208"/>
                <a:gd name="csX17" fmla="*/ 53572 w 273705"/>
                <a:gd name="csY17" fmla="*/ 211902 h 260208"/>
                <a:gd name="csX18" fmla="*/ 58745 w 273705"/>
                <a:gd name="csY18" fmla="*/ 206739 h 260208"/>
                <a:gd name="csX19" fmla="*/ 62804 w 273705"/>
                <a:gd name="csY19" fmla="*/ 199640 h 260208"/>
                <a:gd name="csX20" fmla="*/ 78923 w 273705"/>
                <a:gd name="csY20" fmla="*/ 200342 h 260208"/>
                <a:gd name="csX21" fmla="*/ 84524 w 273705"/>
                <a:gd name="csY21" fmla="*/ 197871 h 260208"/>
                <a:gd name="csX22" fmla="*/ 91725 w 273705"/>
                <a:gd name="csY22" fmla="*/ 189946 h 260208"/>
                <a:gd name="csX23" fmla="*/ 100403 w 273705"/>
                <a:gd name="csY23" fmla="*/ 165765 h 260208"/>
                <a:gd name="csX24" fmla="*/ 96700 w 273705"/>
                <a:gd name="csY24" fmla="*/ 159218 h 260208"/>
                <a:gd name="csX25" fmla="*/ 94398 w 273705"/>
                <a:gd name="csY25" fmla="*/ 157998 h 260208"/>
                <a:gd name="csX26" fmla="*/ 90392 w 273705"/>
                <a:gd name="csY26" fmla="*/ 161840 h 260208"/>
                <a:gd name="csX27" fmla="*/ 87810 w 273705"/>
                <a:gd name="csY27" fmla="*/ 164145 h 260208"/>
                <a:gd name="csX28" fmla="*/ 100799 w 273705"/>
                <a:gd name="csY28" fmla="*/ 149016 h 260208"/>
                <a:gd name="csX29" fmla="*/ 118746 w 273705"/>
                <a:gd name="csY29" fmla="*/ 138331 h 260208"/>
                <a:gd name="csX30" fmla="*/ 133646 w 273705"/>
                <a:gd name="csY30" fmla="*/ 125809 h 260208"/>
                <a:gd name="csX31" fmla="*/ 149004 w 273705"/>
                <a:gd name="csY31" fmla="*/ 91807 h 260208"/>
                <a:gd name="csX32" fmla="*/ 157715 w 273705"/>
                <a:gd name="csY32" fmla="*/ 65895 h 260208"/>
                <a:gd name="csX33" fmla="*/ 163243 w 273705"/>
                <a:gd name="csY33" fmla="*/ 33397 h 260208"/>
                <a:gd name="csX34" fmla="*/ 165326 w 273705"/>
                <a:gd name="csY34" fmla="*/ 1486 h 260208"/>
                <a:gd name="csX35" fmla="*/ 167796 w 273705"/>
                <a:gd name="csY35" fmla="*/ 6032 h 260208"/>
                <a:gd name="csX36" fmla="*/ 180226 w 273705"/>
                <a:gd name="csY36" fmla="*/ 14421 h 260208"/>
                <a:gd name="csX37" fmla="*/ 195070 w 273705"/>
                <a:gd name="csY37" fmla="*/ 12027 h 260208"/>
                <a:gd name="csX38" fmla="*/ 227557 w 273705"/>
                <a:gd name="csY38" fmla="*/ 43889 h 260208"/>
                <a:gd name="csX39" fmla="*/ 257592 w 273705"/>
                <a:gd name="csY39" fmla="*/ 78146 h 260208"/>
                <a:gd name="csX40" fmla="*/ 261681 w 273705"/>
                <a:gd name="csY40" fmla="*/ 107593 h 260208"/>
                <a:gd name="csX41" fmla="*/ 273489 w 273705"/>
                <a:gd name="csY41" fmla="*/ 250266 h 260208"/>
                <a:gd name="csX42" fmla="*/ 218174 w 273705"/>
                <a:gd name="csY42" fmla="*/ 254247 h 260208"/>
                <a:gd name="csX43" fmla="*/ 150594 w 273705"/>
                <a:gd name="csY43" fmla="*/ 258722 h 260208"/>
                <a:gd name="csX44" fmla="*/ 137226 w 273705"/>
                <a:gd name="csY44" fmla="*/ 260208 h 260208"/>
                <a:gd name="csX45" fmla="*/ 136396 w 273705"/>
                <a:gd name="csY45" fmla="*/ 251544 h 2602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Lst>
              <a:rect l="l" t="t" r="r" b="b"/>
              <a:pathLst>
                <a:path w="273705" h="260208">
                  <a:moveTo>
                    <a:pt x="136396" y="251544"/>
                  </a:moveTo>
                  <a:cubicBezTo>
                    <a:pt x="135615" y="243380"/>
                    <a:pt x="134897" y="242794"/>
                    <a:pt x="123951" y="241399"/>
                  </a:cubicBezTo>
                  <a:cubicBezTo>
                    <a:pt x="117562" y="240584"/>
                    <a:pt x="106864" y="237181"/>
                    <a:pt x="100178" y="233837"/>
                  </a:cubicBezTo>
                  <a:cubicBezTo>
                    <a:pt x="89763" y="228627"/>
                    <a:pt x="87046" y="228201"/>
                    <a:pt x="81199" y="230865"/>
                  </a:cubicBezTo>
                  <a:cubicBezTo>
                    <a:pt x="75659" y="233390"/>
                    <a:pt x="74677" y="235176"/>
                    <a:pt x="75979" y="240363"/>
                  </a:cubicBezTo>
                  <a:cubicBezTo>
                    <a:pt x="77472" y="246311"/>
                    <a:pt x="76914" y="246752"/>
                    <a:pt x="67894" y="246752"/>
                  </a:cubicBezTo>
                  <a:cubicBezTo>
                    <a:pt x="55809" y="246752"/>
                    <a:pt x="31822" y="234563"/>
                    <a:pt x="29911" y="227450"/>
                  </a:cubicBezTo>
                  <a:cubicBezTo>
                    <a:pt x="29139" y="224578"/>
                    <a:pt x="28492" y="218104"/>
                    <a:pt x="28472" y="213064"/>
                  </a:cubicBezTo>
                  <a:cubicBezTo>
                    <a:pt x="28427" y="201349"/>
                    <a:pt x="24633" y="197704"/>
                    <a:pt x="12481" y="197704"/>
                  </a:cubicBezTo>
                  <a:cubicBezTo>
                    <a:pt x="4225" y="197704"/>
                    <a:pt x="2471" y="196710"/>
                    <a:pt x="1103" y="191257"/>
                  </a:cubicBezTo>
                  <a:cubicBezTo>
                    <a:pt x="-2114" y="178441"/>
                    <a:pt x="578" y="176853"/>
                    <a:pt x="24560" y="177413"/>
                  </a:cubicBezTo>
                  <a:cubicBezTo>
                    <a:pt x="38820" y="177746"/>
                    <a:pt x="47574" y="179100"/>
                    <a:pt x="49357" y="181249"/>
                  </a:cubicBezTo>
                  <a:cubicBezTo>
                    <a:pt x="54736" y="187730"/>
                    <a:pt x="49187" y="190228"/>
                    <a:pt x="33383" y="188440"/>
                  </a:cubicBezTo>
                  <a:cubicBezTo>
                    <a:pt x="22288" y="187184"/>
                    <a:pt x="18111" y="187556"/>
                    <a:pt x="18111" y="189801"/>
                  </a:cubicBezTo>
                  <a:cubicBezTo>
                    <a:pt x="18111" y="191735"/>
                    <a:pt x="20080" y="192265"/>
                    <a:pt x="23379" y="191217"/>
                  </a:cubicBezTo>
                  <a:cubicBezTo>
                    <a:pt x="26276" y="190298"/>
                    <a:pt x="34808" y="191483"/>
                    <a:pt x="42338" y="193852"/>
                  </a:cubicBezTo>
                  <a:cubicBezTo>
                    <a:pt x="54989" y="197831"/>
                    <a:pt x="55937" y="198681"/>
                    <a:pt x="54801" y="205031"/>
                  </a:cubicBezTo>
                  <a:lnTo>
                    <a:pt x="53572" y="211902"/>
                  </a:lnTo>
                  <a:lnTo>
                    <a:pt x="58745" y="206739"/>
                  </a:lnTo>
                  <a:cubicBezTo>
                    <a:pt x="61590" y="203900"/>
                    <a:pt x="63416" y="200705"/>
                    <a:pt x="62804" y="199640"/>
                  </a:cubicBezTo>
                  <a:cubicBezTo>
                    <a:pt x="61196" y="196843"/>
                    <a:pt x="70823" y="197262"/>
                    <a:pt x="78923" y="200342"/>
                  </a:cubicBezTo>
                  <a:cubicBezTo>
                    <a:pt x="85153" y="202711"/>
                    <a:pt x="85724" y="202459"/>
                    <a:pt x="84524" y="197871"/>
                  </a:cubicBezTo>
                  <a:cubicBezTo>
                    <a:pt x="83478" y="193868"/>
                    <a:pt x="85034" y="192154"/>
                    <a:pt x="91725" y="189946"/>
                  </a:cubicBezTo>
                  <a:cubicBezTo>
                    <a:pt x="104380" y="185769"/>
                    <a:pt x="109318" y="172009"/>
                    <a:pt x="100403" y="165765"/>
                  </a:cubicBezTo>
                  <a:cubicBezTo>
                    <a:pt x="97428" y="163681"/>
                    <a:pt x="95762" y="160736"/>
                    <a:pt x="96700" y="159218"/>
                  </a:cubicBezTo>
                  <a:cubicBezTo>
                    <a:pt x="97747" y="157525"/>
                    <a:pt x="96859" y="157053"/>
                    <a:pt x="94398" y="157998"/>
                  </a:cubicBezTo>
                  <a:cubicBezTo>
                    <a:pt x="92194" y="158843"/>
                    <a:pt x="90392" y="160572"/>
                    <a:pt x="90392" y="161840"/>
                  </a:cubicBezTo>
                  <a:cubicBezTo>
                    <a:pt x="90392" y="163108"/>
                    <a:pt x="89230" y="164145"/>
                    <a:pt x="87810" y="164145"/>
                  </a:cubicBezTo>
                  <a:cubicBezTo>
                    <a:pt x="81811" y="164145"/>
                    <a:pt x="86198" y="159036"/>
                    <a:pt x="100799" y="149016"/>
                  </a:cubicBezTo>
                  <a:cubicBezTo>
                    <a:pt x="109362" y="143139"/>
                    <a:pt x="117438" y="138331"/>
                    <a:pt x="118746" y="138331"/>
                  </a:cubicBezTo>
                  <a:cubicBezTo>
                    <a:pt x="120053" y="138331"/>
                    <a:pt x="126758" y="132696"/>
                    <a:pt x="133646" y="125809"/>
                  </a:cubicBezTo>
                  <a:cubicBezTo>
                    <a:pt x="145786" y="113669"/>
                    <a:pt x="146254" y="112631"/>
                    <a:pt x="149004" y="91807"/>
                  </a:cubicBezTo>
                  <a:cubicBezTo>
                    <a:pt x="151298" y="74430"/>
                    <a:pt x="152962" y="69481"/>
                    <a:pt x="157715" y="65895"/>
                  </a:cubicBezTo>
                  <a:cubicBezTo>
                    <a:pt x="163239" y="61729"/>
                    <a:pt x="163570" y="59784"/>
                    <a:pt x="163243" y="33397"/>
                  </a:cubicBezTo>
                  <a:cubicBezTo>
                    <a:pt x="163052" y="17960"/>
                    <a:pt x="163989" y="3600"/>
                    <a:pt x="165326" y="1486"/>
                  </a:cubicBezTo>
                  <a:cubicBezTo>
                    <a:pt x="167138" y="-1380"/>
                    <a:pt x="167766" y="-224"/>
                    <a:pt x="167796" y="6032"/>
                  </a:cubicBezTo>
                  <a:cubicBezTo>
                    <a:pt x="167835" y="14326"/>
                    <a:pt x="167976" y="14421"/>
                    <a:pt x="180226" y="14421"/>
                  </a:cubicBezTo>
                  <a:cubicBezTo>
                    <a:pt x="187041" y="14421"/>
                    <a:pt x="193721" y="13344"/>
                    <a:pt x="195070" y="12027"/>
                  </a:cubicBezTo>
                  <a:cubicBezTo>
                    <a:pt x="196598" y="10534"/>
                    <a:pt x="208840" y="22541"/>
                    <a:pt x="227557" y="43889"/>
                  </a:cubicBezTo>
                  <a:lnTo>
                    <a:pt x="257592" y="78146"/>
                  </a:lnTo>
                  <a:lnTo>
                    <a:pt x="261681" y="107593"/>
                  </a:lnTo>
                  <a:cubicBezTo>
                    <a:pt x="266251" y="140497"/>
                    <a:pt x="275208" y="248724"/>
                    <a:pt x="273489" y="250266"/>
                  </a:cubicBezTo>
                  <a:cubicBezTo>
                    <a:pt x="272881" y="250811"/>
                    <a:pt x="247989" y="252602"/>
                    <a:pt x="218174" y="254247"/>
                  </a:cubicBezTo>
                  <a:cubicBezTo>
                    <a:pt x="188358" y="255891"/>
                    <a:pt x="157947" y="257905"/>
                    <a:pt x="150594" y="258722"/>
                  </a:cubicBezTo>
                  <a:lnTo>
                    <a:pt x="137226" y="260208"/>
                  </a:lnTo>
                  <a:lnTo>
                    <a:pt x="136396" y="251544"/>
                  </a:lnTo>
                  <a:close/>
                </a:path>
              </a:pathLst>
            </a:custGeom>
            <a:solidFill>
              <a:srgbClr val="B9B9B9"/>
            </a:solidFill>
            <a:ln w="5163" cap="flat">
              <a:noFill/>
              <a:prstDash val="solid"/>
              <a:miter/>
            </a:ln>
          </p:spPr>
          <p:txBody>
            <a:bodyPr/>
            <a:lstStyle/>
            <a:p>
              <a:endParaRPr lang="es-419" noProof="0" dirty="0"/>
            </a:p>
          </p:txBody>
        </p:sp>
        <p:sp>
          <p:nvSpPr>
            <p:cNvPr id="70" name="Forma libre: forma 69">
              <a:extLst>
                <a:ext uri="{FF2B5EF4-FFF2-40B4-BE49-F238E27FC236}">
                  <a16:creationId xmlns:a16="http://schemas.microsoft.com/office/drawing/2014/main" id="{740C0A4A-2BAC-A1FD-34D1-DEB6F0912639}"/>
                </a:ext>
              </a:extLst>
            </p:cNvPr>
            <p:cNvSpPr/>
            <p:nvPr/>
          </p:nvSpPr>
          <p:spPr>
            <a:xfrm>
              <a:off x="2221969" y="2379232"/>
              <a:ext cx="29491" cy="17638"/>
            </a:xfrm>
            <a:custGeom>
              <a:avLst/>
              <a:gdLst>
                <a:gd name="csX0" fmla="*/ 10326 w 29491"/>
                <a:gd name="csY0" fmla="*/ 11251 h 17638"/>
                <a:gd name="csX1" fmla="*/ 23663 w 29491"/>
                <a:gd name="csY1" fmla="*/ 4783 h 17638"/>
                <a:gd name="csX2" fmla="*/ 27977 w 29491"/>
                <a:gd name="csY2" fmla="*/ 1475 h 17638"/>
                <a:gd name="csX3" fmla="*/ 29483 w 29491"/>
                <a:gd name="csY3" fmla="*/ 1025 h 17638"/>
                <a:gd name="csX4" fmla="*/ 8425 w 29491"/>
                <a:gd name="csY4" fmla="*/ 16751 h 17638"/>
                <a:gd name="csX5" fmla="*/ 0 w 29491"/>
                <a:gd name="csY5" fmla="*/ 17639 h 17638"/>
                <a:gd name="csX6" fmla="*/ 10326 w 29491"/>
                <a:gd name="csY6" fmla="*/ 11251 h 17638"/>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9491" h="17638">
                  <a:moveTo>
                    <a:pt x="10326" y="11251"/>
                  </a:moveTo>
                  <a:cubicBezTo>
                    <a:pt x="16005" y="7738"/>
                    <a:pt x="22007" y="4827"/>
                    <a:pt x="23663" y="4783"/>
                  </a:cubicBezTo>
                  <a:cubicBezTo>
                    <a:pt x="25320" y="4738"/>
                    <a:pt x="27261" y="3250"/>
                    <a:pt x="27977" y="1475"/>
                  </a:cubicBezTo>
                  <a:cubicBezTo>
                    <a:pt x="28693" y="-299"/>
                    <a:pt x="29371" y="-502"/>
                    <a:pt x="29483" y="1025"/>
                  </a:cubicBezTo>
                  <a:cubicBezTo>
                    <a:pt x="29861" y="6183"/>
                    <a:pt x="16907" y="15857"/>
                    <a:pt x="8425" y="16751"/>
                  </a:cubicBezTo>
                  <a:lnTo>
                    <a:pt x="0" y="17639"/>
                  </a:lnTo>
                  <a:lnTo>
                    <a:pt x="10326" y="11251"/>
                  </a:lnTo>
                  <a:close/>
                </a:path>
              </a:pathLst>
            </a:custGeom>
            <a:solidFill>
              <a:srgbClr val="B9B9B9"/>
            </a:solidFill>
            <a:ln w="5163" cap="flat">
              <a:noFill/>
              <a:prstDash val="solid"/>
              <a:miter/>
            </a:ln>
          </p:spPr>
          <p:txBody>
            <a:bodyPr/>
            <a:lstStyle/>
            <a:p>
              <a:endParaRPr lang="es-419" noProof="0" dirty="0"/>
            </a:p>
          </p:txBody>
        </p:sp>
      </p:grpSp>
      <p:sp>
        <p:nvSpPr>
          <p:cNvPr id="71" name="Forma libre: forma 70">
            <a:extLst>
              <a:ext uri="{FF2B5EF4-FFF2-40B4-BE49-F238E27FC236}">
                <a16:creationId xmlns:a16="http://schemas.microsoft.com/office/drawing/2014/main" id="{60F33747-75F9-2FF6-F18E-1B970F018C9F}"/>
              </a:ext>
            </a:extLst>
          </p:cNvPr>
          <p:cNvSpPr/>
          <p:nvPr/>
        </p:nvSpPr>
        <p:spPr>
          <a:xfrm>
            <a:off x="1574029" y="2346575"/>
            <a:ext cx="28491" cy="35790"/>
          </a:xfrm>
          <a:custGeom>
            <a:avLst/>
            <a:gdLst>
              <a:gd name="csX0" fmla="*/ 11768 w 28491"/>
              <a:gd name="csY0" fmla="*/ 34872 h 35790"/>
              <a:gd name="csX1" fmla="*/ 805 w 28491"/>
              <a:gd name="csY1" fmla="*/ 25413 h 35790"/>
              <a:gd name="csX2" fmla="*/ 7669 w 28491"/>
              <a:gd name="csY2" fmla="*/ 7571 h 35790"/>
              <a:gd name="csX3" fmla="*/ 18379 w 28491"/>
              <a:gd name="csY3" fmla="*/ 2738 h 35790"/>
              <a:gd name="csX4" fmla="*/ 23574 w 28491"/>
              <a:gd name="csY4" fmla="*/ 11696 h 35790"/>
              <a:gd name="csX5" fmla="*/ 28193 w 28491"/>
              <a:gd name="csY5" fmla="*/ 24987 h 35790"/>
              <a:gd name="csX6" fmla="*/ 11768 w 28491"/>
              <a:gd name="csY6" fmla="*/ 34872 h 35790"/>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8491" h="35790">
                <a:moveTo>
                  <a:pt x="11768" y="34872"/>
                </a:moveTo>
                <a:cubicBezTo>
                  <a:pt x="4464" y="33733"/>
                  <a:pt x="2519" y="32055"/>
                  <a:pt x="805" y="25413"/>
                </a:cubicBezTo>
                <a:cubicBezTo>
                  <a:pt x="-1017" y="18356"/>
                  <a:pt x="-153" y="16110"/>
                  <a:pt x="7669" y="7571"/>
                </a:cubicBezTo>
                <a:cubicBezTo>
                  <a:pt x="15700" y="-1197"/>
                  <a:pt x="16797" y="-1692"/>
                  <a:pt x="18379" y="2738"/>
                </a:cubicBezTo>
                <a:cubicBezTo>
                  <a:pt x="19348" y="5452"/>
                  <a:pt x="21686" y="9483"/>
                  <a:pt x="23574" y="11696"/>
                </a:cubicBezTo>
                <a:cubicBezTo>
                  <a:pt x="25461" y="13908"/>
                  <a:pt x="27540" y="19890"/>
                  <a:pt x="28193" y="24987"/>
                </a:cubicBezTo>
                <a:cubicBezTo>
                  <a:pt x="29539" y="35505"/>
                  <a:pt x="26717" y="37203"/>
                  <a:pt x="11768" y="34872"/>
                </a:cubicBezTo>
                <a:close/>
              </a:path>
            </a:pathLst>
          </a:custGeom>
          <a:solidFill>
            <a:srgbClr val="CCCCCC"/>
          </a:solidFill>
          <a:ln w="5163" cap="flat">
            <a:noFill/>
            <a:prstDash val="solid"/>
            <a:miter/>
          </a:ln>
        </p:spPr>
        <p:txBody>
          <a:bodyPr/>
          <a:lstStyle/>
          <a:p>
            <a:endParaRPr lang="es-419" noProof="0" dirty="0"/>
          </a:p>
        </p:txBody>
      </p:sp>
      <p:sp>
        <p:nvSpPr>
          <p:cNvPr id="72" name="Forma libre: forma 71">
            <a:extLst>
              <a:ext uri="{FF2B5EF4-FFF2-40B4-BE49-F238E27FC236}">
                <a16:creationId xmlns:a16="http://schemas.microsoft.com/office/drawing/2014/main" id="{09BDD5B0-D255-9290-7FD3-BF641051B6C2}"/>
              </a:ext>
            </a:extLst>
          </p:cNvPr>
          <p:cNvSpPr/>
          <p:nvPr/>
        </p:nvSpPr>
        <p:spPr>
          <a:xfrm>
            <a:off x="1629800" y="2326596"/>
            <a:ext cx="82332" cy="45198"/>
          </a:xfrm>
          <a:custGeom>
            <a:avLst/>
            <a:gdLst>
              <a:gd name="csX0" fmla="*/ 35828 w 82332"/>
              <a:gd name="csY0" fmla="*/ 43172 h 45198"/>
              <a:gd name="csX1" fmla="*/ 20861 w 82332"/>
              <a:gd name="csY1" fmla="*/ 27939 h 45198"/>
              <a:gd name="csX2" fmla="*/ 6710 w 82332"/>
              <a:gd name="csY2" fmla="*/ 16733 h 45198"/>
              <a:gd name="csX3" fmla="*/ 200 w 82332"/>
              <a:gd name="csY3" fmla="*/ 11518 h 45198"/>
              <a:gd name="csX4" fmla="*/ 11960 w 82332"/>
              <a:gd name="csY4" fmla="*/ 5709 h 45198"/>
              <a:gd name="csX5" fmla="*/ 29437 w 82332"/>
              <a:gd name="csY5" fmla="*/ 2139 h 45198"/>
              <a:gd name="csX6" fmla="*/ 38320 w 82332"/>
              <a:gd name="csY6" fmla="*/ 692 h 45198"/>
              <a:gd name="csX7" fmla="*/ 49592 w 82332"/>
              <a:gd name="csY7" fmla="*/ 4355 h 45198"/>
              <a:gd name="csX8" fmla="*/ 61209 w 82332"/>
              <a:gd name="csY8" fmla="*/ 13550 h 45198"/>
              <a:gd name="csX9" fmla="*/ 68838 w 82332"/>
              <a:gd name="csY9" fmla="*/ 19970 h 45198"/>
              <a:gd name="csX10" fmla="*/ 82332 w 82332"/>
              <a:gd name="csY10" fmla="*/ 30233 h 45198"/>
              <a:gd name="csX11" fmla="*/ 75901 w 82332"/>
              <a:gd name="csY11" fmla="*/ 31524 h 45198"/>
              <a:gd name="csX12" fmla="*/ 66358 w 82332"/>
              <a:gd name="csY12" fmla="*/ 36506 h 45198"/>
              <a:gd name="csX13" fmla="*/ 58348 w 82332"/>
              <a:gd name="csY13" fmla="*/ 38866 h 45198"/>
              <a:gd name="csX14" fmla="*/ 47885 w 82332"/>
              <a:gd name="csY14" fmla="*/ 41425 h 45198"/>
              <a:gd name="csX15" fmla="*/ 35828 w 82332"/>
              <a:gd name="csY15" fmla="*/ 43172 h 4519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82332" h="45198">
                <a:moveTo>
                  <a:pt x="35828" y="43172"/>
                </a:moveTo>
                <a:cubicBezTo>
                  <a:pt x="32257" y="41284"/>
                  <a:pt x="25522" y="34429"/>
                  <a:pt x="20861" y="27939"/>
                </a:cubicBezTo>
                <a:cubicBezTo>
                  <a:pt x="14698" y="19357"/>
                  <a:pt x="10840" y="16301"/>
                  <a:pt x="6710" y="16733"/>
                </a:cubicBezTo>
                <a:cubicBezTo>
                  <a:pt x="2564" y="17166"/>
                  <a:pt x="809" y="15760"/>
                  <a:pt x="200" y="11518"/>
                </a:cubicBezTo>
                <a:cubicBezTo>
                  <a:pt x="-566" y="6174"/>
                  <a:pt x="375" y="5709"/>
                  <a:pt x="11960" y="5709"/>
                </a:cubicBezTo>
                <a:cubicBezTo>
                  <a:pt x="18887" y="5709"/>
                  <a:pt x="26751" y="4102"/>
                  <a:pt x="29437" y="2139"/>
                </a:cubicBezTo>
                <a:cubicBezTo>
                  <a:pt x="32427" y="-48"/>
                  <a:pt x="35871" y="-609"/>
                  <a:pt x="38320" y="692"/>
                </a:cubicBezTo>
                <a:cubicBezTo>
                  <a:pt x="40520" y="1860"/>
                  <a:pt x="45592" y="3509"/>
                  <a:pt x="49592" y="4355"/>
                </a:cubicBezTo>
                <a:cubicBezTo>
                  <a:pt x="53972" y="5282"/>
                  <a:pt x="58593" y="8940"/>
                  <a:pt x="61209" y="13550"/>
                </a:cubicBezTo>
                <a:cubicBezTo>
                  <a:pt x="63598" y="17761"/>
                  <a:pt x="67032" y="20650"/>
                  <a:pt x="68838" y="19970"/>
                </a:cubicBezTo>
                <a:cubicBezTo>
                  <a:pt x="71755" y="18872"/>
                  <a:pt x="82332" y="26917"/>
                  <a:pt x="82332" y="30233"/>
                </a:cubicBezTo>
                <a:cubicBezTo>
                  <a:pt x="82332" y="30943"/>
                  <a:pt x="79438" y="31524"/>
                  <a:pt x="75901" y="31524"/>
                </a:cubicBezTo>
                <a:cubicBezTo>
                  <a:pt x="72343" y="31524"/>
                  <a:pt x="68079" y="33750"/>
                  <a:pt x="66358" y="36506"/>
                </a:cubicBezTo>
                <a:cubicBezTo>
                  <a:pt x="63915" y="40418"/>
                  <a:pt x="62194" y="40925"/>
                  <a:pt x="58348" y="38866"/>
                </a:cubicBezTo>
                <a:cubicBezTo>
                  <a:pt x="54563" y="36841"/>
                  <a:pt x="52184" y="37422"/>
                  <a:pt x="47885" y="41425"/>
                </a:cubicBezTo>
                <a:cubicBezTo>
                  <a:pt x="42972" y="45999"/>
                  <a:pt x="41560" y="46204"/>
                  <a:pt x="35828" y="43172"/>
                </a:cubicBezTo>
                <a:close/>
              </a:path>
            </a:pathLst>
          </a:custGeom>
          <a:solidFill>
            <a:srgbClr val="B9B9B9"/>
          </a:solidFill>
          <a:ln w="5163" cap="flat">
            <a:noFill/>
            <a:prstDash val="solid"/>
            <a:miter/>
          </a:ln>
        </p:spPr>
        <p:txBody>
          <a:bodyPr/>
          <a:lstStyle/>
          <a:p>
            <a:endParaRPr lang="es-419" noProof="0" dirty="0"/>
          </a:p>
        </p:txBody>
      </p:sp>
      <p:sp>
        <p:nvSpPr>
          <p:cNvPr id="73" name="Forma libre: forma 72">
            <a:extLst>
              <a:ext uri="{FF2B5EF4-FFF2-40B4-BE49-F238E27FC236}">
                <a16:creationId xmlns:a16="http://schemas.microsoft.com/office/drawing/2014/main" id="{B892D48C-B0F9-8048-3508-789598B33571}"/>
              </a:ext>
            </a:extLst>
          </p:cNvPr>
          <p:cNvSpPr/>
          <p:nvPr/>
        </p:nvSpPr>
        <p:spPr>
          <a:xfrm>
            <a:off x="1522864" y="2163021"/>
            <a:ext cx="166771" cy="166600"/>
          </a:xfrm>
          <a:custGeom>
            <a:avLst/>
            <a:gdLst>
              <a:gd name="csX0" fmla="*/ 112825 w 166771"/>
              <a:gd name="csY0" fmla="*/ 162186 h 166600"/>
              <a:gd name="csX1" fmla="*/ 93810 w 166771"/>
              <a:gd name="csY1" fmla="*/ 146052 h 166600"/>
              <a:gd name="csX2" fmla="*/ 80847 w 166771"/>
              <a:gd name="csY2" fmla="*/ 139517 h 166600"/>
              <a:gd name="csX3" fmla="*/ 77061 w 166771"/>
              <a:gd name="csY3" fmla="*/ 131529 h 166600"/>
              <a:gd name="csX4" fmla="*/ 56324 w 166771"/>
              <a:gd name="csY4" fmla="*/ 140503 h 166600"/>
              <a:gd name="csX5" fmla="*/ 40835 w 166771"/>
              <a:gd name="csY5" fmla="*/ 134435 h 166600"/>
              <a:gd name="csX6" fmla="*/ 25839 w 166771"/>
              <a:gd name="csY6" fmla="*/ 117575 h 166600"/>
              <a:gd name="csX7" fmla="*/ 603 w 166771"/>
              <a:gd name="csY7" fmla="*/ 103594 h 166600"/>
              <a:gd name="csX8" fmla="*/ 3427 w 166771"/>
              <a:gd name="csY8" fmla="*/ 92334 h 166600"/>
              <a:gd name="csX9" fmla="*/ 16980 w 166771"/>
              <a:gd name="csY9" fmla="*/ 76064 h 166600"/>
              <a:gd name="csX10" fmla="*/ 29744 w 166771"/>
              <a:gd name="csY10" fmla="*/ 65065 h 166600"/>
              <a:gd name="csX11" fmla="*/ 36843 w 166771"/>
              <a:gd name="csY11" fmla="*/ 46479 h 166600"/>
              <a:gd name="csX12" fmla="*/ 44707 w 166771"/>
              <a:gd name="csY12" fmla="*/ 28415 h 166600"/>
              <a:gd name="csX13" fmla="*/ 49507 w 166771"/>
              <a:gd name="csY13" fmla="*/ 27678 h 166600"/>
              <a:gd name="csX14" fmla="*/ 60947 w 166771"/>
              <a:gd name="csY14" fmla="*/ 25763 h 166600"/>
              <a:gd name="csX15" fmla="*/ 70323 w 166771"/>
              <a:gd name="csY15" fmla="*/ 14969 h 166600"/>
              <a:gd name="csX16" fmla="*/ 78890 w 166771"/>
              <a:gd name="csY16" fmla="*/ 12726 h 166600"/>
              <a:gd name="csX17" fmla="*/ 98544 w 166771"/>
              <a:gd name="csY17" fmla="*/ 17873 h 166600"/>
              <a:gd name="csX18" fmla="*/ 112369 w 166771"/>
              <a:gd name="csY18" fmla="*/ 19382 h 166600"/>
              <a:gd name="csX19" fmla="*/ 111333 w 166771"/>
              <a:gd name="csY19" fmla="*/ 10510 h 166600"/>
              <a:gd name="csX20" fmla="*/ 113560 w 166771"/>
              <a:gd name="csY20" fmla="*/ 387 h 166600"/>
              <a:gd name="csX21" fmla="*/ 117960 w 166771"/>
              <a:gd name="csY21" fmla="*/ 7843 h 166600"/>
              <a:gd name="csX22" fmla="*/ 132949 w 166771"/>
              <a:gd name="csY22" fmla="*/ 23283 h 166600"/>
              <a:gd name="csX23" fmla="*/ 137639 w 166771"/>
              <a:gd name="csY23" fmla="*/ 24249 h 166600"/>
              <a:gd name="csX24" fmla="*/ 142971 w 166771"/>
              <a:gd name="csY24" fmla="*/ 28097 h 166600"/>
              <a:gd name="csX25" fmla="*/ 144280 w 166771"/>
              <a:gd name="csY25" fmla="*/ 37270 h 166600"/>
              <a:gd name="csX26" fmla="*/ 141806 w 166771"/>
              <a:gd name="csY26" fmla="*/ 49084 h 166600"/>
              <a:gd name="csX27" fmla="*/ 134976 w 166771"/>
              <a:gd name="csY27" fmla="*/ 50495 h 166600"/>
              <a:gd name="csX28" fmla="*/ 125814 w 166771"/>
              <a:gd name="csY28" fmla="*/ 54367 h 166600"/>
              <a:gd name="csX29" fmla="*/ 117982 w 166771"/>
              <a:gd name="csY29" fmla="*/ 60864 h 166600"/>
              <a:gd name="csX30" fmla="*/ 114406 w 166771"/>
              <a:gd name="csY30" fmla="*/ 64736 h 166600"/>
              <a:gd name="csX31" fmla="*/ 118081 w 166771"/>
              <a:gd name="csY31" fmla="*/ 68608 h 166600"/>
              <a:gd name="csX32" fmla="*/ 117880 w 166771"/>
              <a:gd name="csY32" fmla="*/ 76375 h 166600"/>
              <a:gd name="csX33" fmla="*/ 120902 w 166771"/>
              <a:gd name="csY33" fmla="*/ 101250 h 166600"/>
              <a:gd name="csX34" fmla="*/ 146578 w 166771"/>
              <a:gd name="csY34" fmla="*/ 85070 h 166600"/>
              <a:gd name="csX35" fmla="*/ 165866 w 166771"/>
              <a:gd name="csY35" fmla="*/ 78619 h 166600"/>
              <a:gd name="csX36" fmla="*/ 158858 w 166771"/>
              <a:gd name="csY36" fmla="*/ 93393 h 166600"/>
              <a:gd name="csX37" fmla="*/ 145606 w 166771"/>
              <a:gd name="csY37" fmla="*/ 103389 h 166600"/>
              <a:gd name="csX38" fmla="*/ 146405 w 166771"/>
              <a:gd name="csY38" fmla="*/ 113844 h 166600"/>
              <a:gd name="csX39" fmla="*/ 151373 w 166771"/>
              <a:gd name="csY39" fmla="*/ 126271 h 166600"/>
              <a:gd name="csX40" fmla="*/ 146320 w 166771"/>
              <a:gd name="csY40" fmla="*/ 138511 h 166600"/>
              <a:gd name="csX41" fmla="*/ 142802 w 166771"/>
              <a:gd name="csY41" fmla="*/ 150216 h 166600"/>
              <a:gd name="csX42" fmla="*/ 135305 w 166771"/>
              <a:gd name="csY42" fmla="*/ 162275 h 166600"/>
              <a:gd name="csX43" fmla="*/ 112825 w 166771"/>
              <a:gd name="csY43" fmla="*/ 162186 h 1666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66771" h="166600">
                <a:moveTo>
                  <a:pt x="112825" y="162186"/>
                </a:moveTo>
                <a:cubicBezTo>
                  <a:pt x="107924" y="146593"/>
                  <a:pt x="107287" y="146052"/>
                  <a:pt x="93810" y="146052"/>
                </a:cubicBezTo>
                <a:cubicBezTo>
                  <a:pt x="81661" y="146052"/>
                  <a:pt x="80847" y="145641"/>
                  <a:pt x="80847" y="139517"/>
                </a:cubicBezTo>
                <a:cubicBezTo>
                  <a:pt x="80847" y="135923"/>
                  <a:pt x="79143" y="132329"/>
                  <a:pt x="77061" y="131529"/>
                </a:cubicBezTo>
                <a:cubicBezTo>
                  <a:pt x="70944" y="129182"/>
                  <a:pt x="59116" y="134300"/>
                  <a:pt x="56324" y="140503"/>
                </a:cubicBezTo>
                <a:cubicBezTo>
                  <a:pt x="52116" y="149848"/>
                  <a:pt x="43882" y="146622"/>
                  <a:pt x="40835" y="134435"/>
                </a:cubicBezTo>
                <a:cubicBezTo>
                  <a:pt x="37208" y="119926"/>
                  <a:pt x="35198" y="117667"/>
                  <a:pt x="25839" y="117575"/>
                </a:cubicBezTo>
                <a:cubicBezTo>
                  <a:pt x="16487" y="117484"/>
                  <a:pt x="-3740" y="106278"/>
                  <a:pt x="603" y="103594"/>
                </a:cubicBezTo>
                <a:cubicBezTo>
                  <a:pt x="2143" y="102641"/>
                  <a:pt x="3414" y="97575"/>
                  <a:pt x="3427" y="92334"/>
                </a:cubicBezTo>
                <a:cubicBezTo>
                  <a:pt x="3448" y="83428"/>
                  <a:pt x="4333" y="82366"/>
                  <a:pt x="16980" y="76064"/>
                </a:cubicBezTo>
                <a:cubicBezTo>
                  <a:pt x="26201" y="71468"/>
                  <a:pt x="30266" y="67966"/>
                  <a:pt x="29744" y="65065"/>
                </a:cubicBezTo>
                <a:cubicBezTo>
                  <a:pt x="29324" y="62724"/>
                  <a:pt x="32518" y="54360"/>
                  <a:pt x="36843" y="46479"/>
                </a:cubicBezTo>
                <a:cubicBezTo>
                  <a:pt x="41168" y="38598"/>
                  <a:pt x="44707" y="30469"/>
                  <a:pt x="44707" y="28415"/>
                </a:cubicBezTo>
                <a:cubicBezTo>
                  <a:pt x="44707" y="25420"/>
                  <a:pt x="45659" y="25274"/>
                  <a:pt x="49507" y="27678"/>
                </a:cubicBezTo>
                <a:cubicBezTo>
                  <a:pt x="53370" y="30090"/>
                  <a:pt x="55603" y="29716"/>
                  <a:pt x="60947" y="25763"/>
                </a:cubicBezTo>
                <a:cubicBezTo>
                  <a:pt x="64599" y="23062"/>
                  <a:pt x="68819" y="18205"/>
                  <a:pt x="70323" y="14969"/>
                </a:cubicBezTo>
                <a:cubicBezTo>
                  <a:pt x="72821" y="9600"/>
                  <a:pt x="73567" y="9404"/>
                  <a:pt x="78890" y="12726"/>
                </a:cubicBezTo>
                <a:cubicBezTo>
                  <a:pt x="82096" y="14727"/>
                  <a:pt x="90941" y="17044"/>
                  <a:pt x="98544" y="17873"/>
                </a:cubicBezTo>
                <a:lnTo>
                  <a:pt x="112369" y="19382"/>
                </a:lnTo>
                <a:lnTo>
                  <a:pt x="111333" y="10510"/>
                </a:lnTo>
                <a:cubicBezTo>
                  <a:pt x="110680" y="4917"/>
                  <a:pt x="111503" y="1176"/>
                  <a:pt x="113560" y="387"/>
                </a:cubicBezTo>
                <a:cubicBezTo>
                  <a:pt x="117812" y="-1245"/>
                  <a:pt x="120015" y="2488"/>
                  <a:pt x="117960" y="7843"/>
                </a:cubicBezTo>
                <a:cubicBezTo>
                  <a:pt x="115692" y="13753"/>
                  <a:pt x="126829" y="25225"/>
                  <a:pt x="132949" y="23283"/>
                </a:cubicBezTo>
                <a:cubicBezTo>
                  <a:pt x="135529" y="22464"/>
                  <a:pt x="137639" y="22899"/>
                  <a:pt x="137639" y="24249"/>
                </a:cubicBezTo>
                <a:cubicBezTo>
                  <a:pt x="137639" y="25599"/>
                  <a:pt x="140039" y="27330"/>
                  <a:pt x="142971" y="28097"/>
                </a:cubicBezTo>
                <a:cubicBezTo>
                  <a:pt x="148037" y="29422"/>
                  <a:pt x="148102" y="29879"/>
                  <a:pt x="144280" y="37270"/>
                </a:cubicBezTo>
                <a:cubicBezTo>
                  <a:pt x="142067" y="41548"/>
                  <a:pt x="140954" y="46864"/>
                  <a:pt x="141806" y="49084"/>
                </a:cubicBezTo>
                <a:cubicBezTo>
                  <a:pt x="143608" y="53779"/>
                  <a:pt x="141808" y="54151"/>
                  <a:pt x="134976" y="50495"/>
                </a:cubicBezTo>
                <a:cubicBezTo>
                  <a:pt x="130992" y="48362"/>
                  <a:pt x="129272" y="49089"/>
                  <a:pt x="125814" y="54367"/>
                </a:cubicBezTo>
                <a:cubicBezTo>
                  <a:pt x="123473" y="57940"/>
                  <a:pt x="119948" y="60864"/>
                  <a:pt x="117982" y="60864"/>
                </a:cubicBezTo>
                <a:cubicBezTo>
                  <a:pt x="116015" y="60864"/>
                  <a:pt x="114406" y="62606"/>
                  <a:pt x="114406" y="64736"/>
                </a:cubicBezTo>
                <a:cubicBezTo>
                  <a:pt x="114406" y="66866"/>
                  <a:pt x="116060" y="68608"/>
                  <a:pt x="118081" y="68608"/>
                </a:cubicBezTo>
                <a:cubicBezTo>
                  <a:pt x="121214" y="68608"/>
                  <a:pt x="121185" y="69751"/>
                  <a:pt x="117880" y="76375"/>
                </a:cubicBezTo>
                <a:cubicBezTo>
                  <a:pt x="113557" y="85043"/>
                  <a:pt x="115262" y="99086"/>
                  <a:pt x="120902" y="101250"/>
                </a:cubicBezTo>
                <a:cubicBezTo>
                  <a:pt x="125974" y="103196"/>
                  <a:pt x="134577" y="97775"/>
                  <a:pt x="146578" y="85070"/>
                </a:cubicBezTo>
                <a:cubicBezTo>
                  <a:pt x="158352" y="72606"/>
                  <a:pt x="161996" y="71387"/>
                  <a:pt x="165866" y="78619"/>
                </a:cubicBezTo>
                <a:cubicBezTo>
                  <a:pt x="167980" y="82568"/>
                  <a:pt x="166683" y="85304"/>
                  <a:pt x="158858" y="93393"/>
                </a:cubicBezTo>
                <a:cubicBezTo>
                  <a:pt x="153577" y="98853"/>
                  <a:pt x="147613" y="103351"/>
                  <a:pt x="145606" y="103389"/>
                </a:cubicBezTo>
                <a:cubicBezTo>
                  <a:pt x="139218" y="103509"/>
                  <a:pt x="139670" y="109432"/>
                  <a:pt x="146405" y="113844"/>
                </a:cubicBezTo>
                <a:cubicBezTo>
                  <a:pt x="151813" y="117388"/>
                  <a:pt x="152650" y="119482"/>
                  <a:pt x="151373" y="126271"/>
                </a:cubicBezTo>
                <a:cubicBezTo>
                  <a:pt x="150529" y="130761"/>
                  <a:pt x="148255" y="136269"/>
                  <a:pt x="146320" y="138511"/>
                </a:cubicBezTo>
                <a:cubicBezTo>
                  <a:pt x="144385" y="140752"/>
                  <a:pt x="142802" y="146020"/>
                  <a:pt x="142802" y="150216"/>
                </a:cubicBezTo>
                <a:cubicBezTo>
                  <a:pt x="142802" y="155900"/>
                  <a:pt x="140890" y="158975"/>
                  <a:pt x="135305" y="162275"/>
                </a:cubicBezTo>
                <a:cubicBezTo>
                  <a:pt x="125481" y="168078"/>
                  <a:pt x="114663" y="168035"/>
                  <a:pt x="112825" y="162186"/>
                </a:cubicBezTo>
                <a:close/>
              </a:path>
            </a:pathLst>
          </a:custGeom>
          <a:solidFill>
            <a:srgbClr val="B9B9B9"/>
          </a:solidFill>
          <a:ln w="5163" cap="flat">
            <a:noFill/>
            <a:prstDash val="solid"/>
            <a:miter/>
          </a:ln>
        </p:spPr>
        <p:txBody>
          <a:bodyPr/>
          <a:lstStyle/>
          <a:p>
            <a:endParaRPr lang="es-419" noProof="0" dirty="0"/>
          </a:p>
        </p:txBody>
      </p:sp>
      <p:sp>
        <p:nvSpPr>
          <p:cNvPr id="74" name="Forma libre: forma 73">
            <a:extLst>
              <a:ext uri="{FF2B5EF4-FFF2-40B4-BE49-F238E27FC236}">
                <a16:creationId xmlns:a16="http://schemas.microsoft.com/office/drawing/2014/main" id="{F511BADB-D433-319F-C950-6B9676BF85C2}"/>
              </a:ext>
            </a:extLst>
          </p:cNvPr>
          <p:cNvSpPr/>
          <p:nvPr/>
        </p:nvSpPr>
        <p:spPr>
          <a:xfrm>
            <a:off x="1152549" y="1816032"/>
            <a:ext cx="278306" cy="369963"/>
          </a:xfrm>
          <a:custGeom>
            <a:avLst/>
            <a:gdLst>
              <a:gd name="csX0" fmla="*/ 34904 w 278306"/>
              <a:gd name="csY0" fmla="*/ 369743 h 369963"/>
              <a:gd name="csX1" fmla="*/ 30386 w 278306"/>
              <a:gd name="csY1" fmla="*/ 366534 h 369963"/>
              <a:gd name="csX2" fmla="*/ 24882 w 278306"/>
              <a:gd name="csY2" fmla="*/ 362569 h 369963"/>
              <a:gd name="csX3" fmla="*/ 21927 w 278306"/>
              <a:gd name="csY3" fmla="*/ 359169 h 369963"/>
              <a:gd name="csX4" fmla="*/ 27578 w 278306"/>
              <a:gd name="csY4" fmla="*/ 347996 h 369963"/>
              <a:gd name="csX5" fmla="*/ 35410 w 278306"/>
              <a:gd name="csY5" fmla="*/ 332463 h 369963"/>
              <a:gd name="csX6" fmla="*/ 46301 w 278306"/>
              <a:gd name="csY6" fmla="*/ 305733 h 369963"/>
              <a:gd name="csX7" fmla="*/ 51274 w 278306"/>
              <a:gd name="csY7" fmla="*/ 305469 h 369963"/>
              <a:gd name="csX8" fmla="*/ 85602 w 278306"/>
              <a:gd name="csY8" fmla="*/ 259605 h 369963"/>
              <a:gd name="csX9" fmla="*/ 77041 w 278306"/>
              <a:gd name="csY9" fmla="*/ 247151 h 369963"/>
              <a:gd name="csX10" fmla="*/ 56201 w 278306"/>
              <a:gd name="csY10" fmla="*/ 259540 h 369963"/>
              <a:gd name="csX11" fmla="*/ 43804 w 278306"/>
              <a:gd name="csY11" fmla="*/ 271918 h 369963"/>
              <a:gd name="csX12" fmla="*/ 42369 w 278306"/>
              <a:gd name="csY12" fmla="*/ 249815 h 369963"/>
              <a:gd name="csX13" fmla="*/ 41724 w 278306"/>
              <a:gd name="csY13" fmla="*/ 231013 h 369963"/>
              <a:gd name="csX14" fmla="*/ 29106 w 278306"/>
              <a:gd name="csY14" fmla="*/ 240028 h 369963"/>
              <a:gd name="csX15" fmla="*/ 22444 w 278306"/>
              <a:gd name="csY15" fmla="*/ 254379 h 369963"/>
              <a:gd name="csX16" fmla="*/ 24802 w 278306"/>
              <a:gd name="csY16" fmla="*/ 241025 h 369963"/>
              <a:gd name="csX17" fmla="*/ 33753 w 278306"/>
              <a:gd name="csY17" fmla="*/ 223416 h 369963"/>
              <a:gd name="csX18" fmla="*/ 20060 w 278306"/>
              <a:gd name="csY18" fmla="*/ 211002 h 369963"/>
              <a:gd name="csX19" fmla="*/ 12798 w 278306"/>
              <a:gd name="csY19" fmla="*/ 218762 h 369963"/>
              <a:gd name="csX20" fmla="*/ 14913 w 278306"/>
              <a:gd name="csY20" fmla="*/ 227151 h 369963"/>
              <a:gd name="csX21" fmla="*/ 17013 w 278306"/>
              <a:gd name="csY21" fmla="*/ 232960 h 369963"/>
              <a:gd name="csX22" fmla="*/ 9735 w 278306"/>
              <a:gd name="csY22" fmla="*/ 237857 h 369963"/>
              <a:gd name="csX23" fmla="*/ 1293 w 278306"/>
              <a:gd name="csY23" fmla="*/ 233984 h 369963"/>
              <a:gd name="csX24" fmla="*/ 5050 w 278306"/>
              <a:gd name="csY24" fmla="*/ 166825 h 369963"/>
              <a:gd name="csX25" fmla="*/ 13098 w 278306"/>
              <a:gd name="csY25" fmla="*/ 148470 h 369963"/>
              <a:gd name="csX26" fmla="*/ 17479 w 278306"/>
              <a:gd name="csY26" fmla="*/ 142324 h 369963"/>
              <a:gd name="csX27" fmla="*/ 23957 w 278306"/>
              <a:gd name="csY27" fmla="*/ 139382 h 369963"/>
              <a:gd name="csX28" fmla="*/ 29365 w 278306"/>
              <a:gd name="csY28" fmla="*/ 127120 h 369963"/>
              <a:gd name="csX29" fmla="*/ 37749 w 278306"/>
              <a:gd name="csY29" fmla="*/ 97729 h 369963"/>
              <a:gd name="csX30" fmla="*/ 49507 w 278306"/>
              <a:gd name="csY30" fmla="*/ 88122 h 369963"/>
              <a:gd name="csX31" fmla="*/ 58774 w 278306"/>
              <a:gd name="csY31" fmla="*/ 77796 h 369963"/>
              <a:gd name="csX32" fmla="*/ 64863 w 278306"/>
              <a:gd name="csY32" fmla="*/ 68721 h 369963"/>
              <a:gd name="csX33" fmla="*/ 80119 w 278306"/>
              <a:gd name="csY33" fmla="*/ 65404 h 369963"/>
              <a:gd name="csX34" fmla="*/ 105248 w 278306"/>
              <a:gd name="csY34" fmla="*/ 69057 h 369963"/>
              <a:gd name="csX35" fmla="*/ 132354 w 278306"/>
              <a:gd name="csY35" fmla="*/ 69793 h 369963"/>
              <a:gd name="csX36" fmla="*/ 147842 w 278306"/>
              <a:gd name="csY36" fmla="*/ 68392 h 369963"/>
              <a:gd name="csX37" fmla="*/ 148600 w 278306"/>
              <a:gd name="csY37" fmla="*/ 51194 h 369963"/>
              <a:gd name="csX38" fmla="*/ 143045 w 278306"/>
              <a:gd name="csY38" fmla="*/ 18458 h 369963"/>
              <a:gd name="csX39" fmla="*/ 138200 w 278306"/>
              <a:gd name="csY39" fmla="*/ 1452 h 369963"/>
              <a:gd name="csX40" fmla="*/ 176238 w 278306"/>
              <a:gd name="csY40" fmla="*/ 4099 h 369963"/>
              <a:gd name="csX41" fmla="*/ 200117 w 278306"/>
              <a:gd name="csY41" fmla="*/ 11594 h 369963"/>
              <a:gd name="csX42" fmla="*/ 208506 w 278306"/>
              <a:gd name="csY42" fmla="*/ 17328 h 369963"/>
              <a:gd name="csX43" fmla="*/ 213126 w 278306"/>
              <a:gd name="csY43" fmla="*/ 22327 h 369963"/>
              <a:gd name="csX44" fmla="*/ 220224 w 278306"/>
              <a:gd name="csY44" fmla="*/ 29184 h 369963"/>
              <a:gd name="csX45" fmla="*/ 234966 w 278306"/>
              <a:gd name="csY45" fmla="*/ 33975 h 369963"/>
              <a:gd name="csX46" fmla="*/ 247228 w 278306"/>
              <a:gd name="csY46" fmla="*/ 35904 h 369963"/>
              <a:gd name="csX47" fmla="*/ 256714 w 278306"/>
              <a:gd name="csY47" fmla="*/ 49191 h 369963"/>
              <a:gd name="csX48" fmla="*/ 272203 w 278306"/>
              <a:gd name="csY48" fmla="*/ 58184 h 369963"/>
              <a:gd name="csX49" fmla="*/ 271714 w 278306"/>
              <a:gd name="csY49" fmla="*/ 67589 h 369963"/>
              <a:gd name="csX50" fmla="*/ 263105 w 278306"/>
              <a:gd name="csY50" fmla="*/ 78504 h 369963"/>
              <a:gd name="csX51" fmla="*/ 254303 w 278306"/>
              <a:gd name="csY51" fmla="*/ 85750 h 369963"/>
              <a:gd name="csX52" fmla="*/ 246105 w 278306"/>
              <a:gd name="csY52" fmla="*/ 101699 h 369963"/>
              <a:gd name="csX53" fmla="*/ 227494 w 278306"/>
              <a:gd name="csY53" fmla="*/ 130702 h 369963"/>
              <a:gd name="csX54" fmla="*/ 183924 w 278306"/>
              <a:gd name="csY54" fmla="*/ 160034 h 369963"/>
              <a:gd name="csX55" fmla="*/ 153537 w 278306"/>
              <a:gd name="csY55" fmla="*/ 173778 h 369963"/>
              <a:gd name="csX56" fmla="*/ 157053 w 278306"/>
              <a:gd name="csY56" fmla="*/ 181528 h 369963"/>
              <a:gd name="csX57" fmla="*/ 160436 w 278306"/>
              <a:gd name="csY57" fmla="*/ 193225 h 369963"/>
              <a:gd name="csX58" fmla="*/ 180263 w 278306"/>
              <a:gd name="csY58" fmla="*/ 225950 h 369963"/>
              <a:gd name="csX59" fmla="*/ 194663 w 278306"/>
              <a:gd name="csY59" fmla="*/ 239264 h 369963"/>
              <a:gd name="csX60" fmla="*/ 204770 w 278306"/>
              <a:gd name="csY60" fmla="*/ 247088 h 369963"/>
              <a:gd name="csX61" fmla="*/ 210897 w 278306"/>
              <a:gd name="csY61" fmla="*/ 244424 h 369963"/>
              <a:gd name="csX62" fmla="*/ 229158 w 278306"/>
              <a:gd name="csY62" fmla="*/ 228391 h 369963"/>
              <a:gd name="csX63" fmla="*/ 234321 w 278306"/>
              <a:gd name="csY63" fmla="*/ 228442 h 369963"/>
              <a:gd name="csX64" fmla="*/ 234966 w 278306"/>
              <a:gd name="csY64" fmla="*/ 250091 h 369963"/>
              <a:gd name="csX65" fmla="*/ 235014 w 278306"/>
              <a:gd name="csY65" fmla="*/ 261191 h 369963"/>
              <a:gd name="csX66" fmla="*/ 230353 w 278306"/>
              <a:gd name="csY66" fmla="*/ 300578 h 369963"/>
              <a:gd name="csX67" fmla="*/ 224337 w 278306"/>
              <a:gd name="csY67" fmla="*/ 308123 h 369963"/>
              <a:gd name="csX68" fmla="*/ 215823 w 278306"/>
              <a:gd name="csY68" fmla="*/ 299799 h 369963"/>
              <a:gd name="csX69" fmla="*/ 202099 w 278306"/>
              <a:gd name="csY69" fmla="*/ 292094 h 369963"/>
              <a:gd name="csX70" fmla="*/ 185246 w 278306"/>
              <a:gd name="csY70" fmla="*/ 278805 h 369963"/>
              <a:gd name="csX71" fmla="*/ 173928 w 278306"/>
              <a:gd name="csY71" fmla="*/ 260086 h 369963"/>
              <a:gd name="csX72" fmla="*/ 159486 w 278306"/>
              <a:gd name="csY72" fmla="*/ 251642 h 369963"/>
              <a:gd name="csX73" fmla="*/ 135920 w 278306"/>
              <a:gd name="csY73" fmla="*/ 263292 h 369963"/>
              <a:gd name="csX74" fmla="*/ 128496 w 278306"/>
              <a:gd name="csY74" fmla="*/ 268428 h 369963"/>
              <a:gd name="csX75" fmla="*/ 118324 w 278306"/>
              <a:gd name="csY75" fmla="*/ 277403 h 369963"/>
              <a:gd name="csX76" fmla="*/ 102749 w 278306"/>
              <a:gd name="csY76" fmla="*/ 302843 h 369963"/>
              <a:gd name="csX77" fmla="*/ 111986 w 278306"/>
              <a:gd name="csY77" fmla="*/ 325389 h 369963"/>
              <a:gd name="csX78" fmla="*/ 124791 w 278306"/>
              <a:gd name="csY78" fmla="*/ 345325 h 369963"/>
              <a:gd name="csX79" fmla="*/ 112525 w 278306"/>
              <a:gd name="csY79" fmla="*/ 358252 h 369963"/>
              <a:gd name="csX80" fmla="*/ 61364 w 278306"/>
              <a:gd name="csY80" fmla="*/ 367059 h 369963"/>
              <a:gd name="csX81" fmla="*/ 45875 w 278306"/>
              <a:gd name="csY81" fmla="*/ 368630 h 369963"/>
              <a:gd name="csX82" fmla="*/ 34904 w 278306"/>
              <a:gd name="csY82" fmla="*/ 369743 h 3699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Lst>
            <a:rect l="l" t="t" r="r" b="b"/>
            <a:pathLst>
              <a:path w="278306" h="369963">
                <a:moveTo>
                  <a:pt x="34904" y="369743"/>
                </a:moveTo>
                <a:cubicBezTo>
                  <a:pt x="32419" y="369198"/>
                  <a:pt x="30386" y="367754"/>
                  <a:pt x="30386" y="366534"/>
                </a:cubicBezTo>
                <a:cubicBezTo>
                  <a:pt x="30386" y="365314"/>
                  <a:pt x="27909" y="363530"/>
                  <a:pt x="24882" y="362569"/>
                </a:cubicBezTo>
                <a:cubicBezTo>
                  <a:pt x="21855" y="361609"/>
                  <a:pt x="20525" y="360078"/>
                  <a:pt x="21927" y="359169"/>
                </a:cubicBezTo>
                <a:cubicBezTo>
                  <a:pt x="23328" y="358259"/>
                  <a:pt x="25871" y="353231"/>
                  <a:pt x="27578" y="347996"/>
                </a:cubicBezTo>
                <a:cubicBezTo>
                  <a:pt x="29284" y="342760"/>
                  <a:pt x="32809" y="335771"/>
                  <a:pt x="35410" y="332463"/>
                </a:cubicBezTo>
                <a:cubicBezTo>
                  <a:pt x="41776" y="324371"/>
                  <a:pt x="48428" y="308044"/>
                  <a:pt x="46301" y="305733"/>
                </a:cubicBezTo>
                <a:cubicBezTo>
                  <a:pt x="45357" y="304708"/>
                  <a:pt x="47595" y="304589"/>
                  <a:pt x="51274" y="305469"/>
                </a:cubicBezTo>
                <a:cubicBezTo>
                  <a:pt x="65489" y="308870"/>
                  <a:pt x="84946" y="282874"/>
                  <a:pt x="85602" y="259605"/>
                </a:cubicBezTo>
                <a:cubicBezTo>
                  <a:pt x="85868" y="250143"/>
                  <a:pt x="85296" y="249310"/>
                  <a:pt x="77041" y="247151"/>
                </a:cubicBezTo>
                <a:cubicBezTo>
                  <a:pt x="64390" y="243842"/>
                  <a:pt x="56201" y="248710"/>
                  <a:pt x="56201" y="259540"/>
                </a:cubicBezTo>
                <a:cubicBezTo>
                  <a:pt x="56201" y="269382"/>
                  <a:pt x="51616" y="273960"/>
                  <a:pt x="43804" y="271918"/>
                </a:cubicBezTo>
                <a:cubicBezTo>
                  <a:pt x="37009" y="270141"/>
                  <a:pt x="36944" y="269149"/>
                  <a:pt x="42369" y="249815"/>
                </a:cubicBezTo>
                <a:cubicBezTo>
                  <a:pt x="46434" y="235327"/>
                  <a:pt x="46408" y="234559"/>
                  <a:pt x="41724" y="231013"/>
                </a:cubicBezTo>
                <a:cubicBezTo>
                  <a:pt x="34464" y="225517"/>
                  <a:pt x="33758" y="226021"/>
                  <a:pt x="29106" y="240028"/>
                </a:cubicBezTo>
                <a:cubicBezTo>
                  <a:pt x="26753" y="247111"/>
                  <a:pt x="23756" y="253568"/>
                  <a:pt x="22444" y="254379"/>
                </a:cubicBezTo>
                <a:cubicBezTo>
                  <a:pt x="19454" y="256227"/>
                  <a:pt x="19357" y="256781"/>
                  <a:pt x="24802" y="241025"/>
                </a:cubicBezTo>
                <a:cubicBezTo>
                  <a:pt x="27318" y="233748"/>
                  <a:pt x="31345" y="225823"/>
                  <a:pt x="33753" y="223416"/>
                </a:cubicBezTo>
                <a:cubicBezTo>
                  <a:pt x="41536" y="215633"/>
                  <a:pt x="38403" y="212792"/>
                  <a:pt x="20060" y="211002"/>
                </a:cubicBezTo>
                <a:cubicBezTo>
                  <a:pt x="14508" y="210460"/>
                  <a:pt x="13494" y="211544"/>
                  <a:pt x="12798" y="218762"/>
                </a:cubicBezTo>
                <a:cubicBezTo>
                  <a:pt x="12315" y="223766"/>
                  <a:pt x="13169" y="227151"/>
                  <a:pt x="14913" y="227151"/>
                </a:cubicBezTo>
                <a:cubicBezTo>
                  <a:pt x="16522" y="227151"/>
                  <a:pt x="17467" y="229765"/>
                  <a:pt x="17013" y="232960"/>
                </a:cubicBezTo>
                <a:cubicBezTo>
                  <a:pt x="16365" y="237521"/>
                  <a:pt x="14803" y="238572"/>
                  <a:pt x="9735" y="237857"/>
                </a:cubicBezTo>
                <a:cubicBezTo>
                  <a:pt x="6185" y="237355"/>
                  <a:pt x="2386" y="235613"/>
                  <a:pt x="1293" y="233984"/>
                </a:cubicBezTo>
                <a:cubicBezTo>
                  <a:pt x="-1682" y="229553"/>
                  <a:pt x="858" y="184145"/>
                  <a:pt x="5050" y="166825"/>
                </a:cubicBezTo>
                <a:cubicBezTo>
                  <a:pt x="7067" y="158491"/>
                  <a:pt x="10689" y="150232"/>
                  <a:pt x="13098" y="148470"/>
                </a:cubicBezTo>
                <a:cubicBezTo>
                  <a:pt x="15508" y="146708"/>
                  <a:pt x="17479" y="143943"/>
                  <a:pt x="17479" y="142324"/>
                </a:cubicBezTo>
                <a:cubicBezTo>
                  <a:pt x="17479" y="140706"/>
                  <a:pt x="20394" y="139382"/>
                  <a:pt x="23957" y="139382"/>
                </a:cubicBezTo>
                <a:cubicBezTo>
                  <a:pt x="30115" y="139382"/>
                  <a:pt x="30383" y="138776"/>
                  <a:pt x="29365" y="127120"/>
                </a:cubicBezTo>
                <a:cubicBezTo>
                  <a:pt x="27807" y="109281"/>
                  <a:pt x="29957" y="101744"/>
                  <a:pt x="37749" y="97729"/>
                </a:cubicBezTo>
                <a:cubicBezTo>
                  <a:pt x="41508" y="95792"/>
                  <a:pt x="46799" y="91468"/>
                  <a:pt x="49507" y="88122"/>
                </a:cubicBezTo>
                <a:cubicBezTo>
                  <a:pt x="52214" y="84775"/>
                  <a:pt x="56385" y="80128"/>
                  <a:pt x="58774" y="77796"/>
                </a:cubicBezTo>
                <a:cubicBezTo>
                  <a:pt x="61163" y="75463"/>
                  <a:pt x="63903" y="71380"/>
                  <a:pt x="64863" y="68721"/>
                </a:cubicBezTo>
                <a:cubicBezTo>
                  <a:pt x="66368" y="64550"/>
                  <a:pt x="68459" y="64095"/>
                  <a:pt x="80119" y="65404"/>
                </a:cubicBezTo>
                <a:cubicBezTo>
                  <a:pt x="87551" y="66238"/>
                  <a:pt x="98859" y="67882"/>
                  <a:pt x="105248" y="69057"/>
                </a:cubicBezTo>
                <a:cubicBezTo>
                  <a:pt x="111637" y="70233"/>
                  <a:pt x="123835" y="70564"/>
                  <a:pt x="132354" y="69793"/>
                </a:cubicBezTo>
                <a:lnTo>
                  <a:pt x="147842" y="68392"/>
                </a:lnTo>
                <a:lnTo>
                  <a:pt x="148600" y="51194"/>
                </a:lnTo>
                <a:cubicBezTo>
                  <a:pt x="149196" y="37679"/>
                  <a:pt x="148006" y="30668"/>
                  <a:pt x="143045" y="18458"/>
                </a:cubicBezTo>
                <a:cubicBezTo>
                  <a:pt x="139573" y="9912"/>
                  <a:pt x="137392" y="2259"/>
                  <a:pt x="138200" y="1452"/>
                </a:cubicBezTo>
                <a:cubicBezTo>
                  <a:pt x="141102" y="-1451"/>
                  <a:pt x="166125" y="290"/>
                  <a:pt x="176238" y="4099"/>
                </a:cubicBezTo>
                <a:cubicBezTo>
                  <a:pt x="189419" y="9062"/>
                  <a:pt x="190086" y="9272"/>
                  <a:pt x="200117" y="11594"/>
                </a:cubicBezTo>
                <a:cubicBezTo>
                  <a:pt x="204892" y="12700"/>
                  <a:pt x="208506" y="15170"/>
                  <a:pt x="208506" y="17328"/>
                </a:cubicBezTo>
                <a:cubicBezTo>
                  <a:pt x="208506" y="19413"/>
                  <a:pt x="210585" y="21662"/>
                  <a:pt x="213126" y="22327"/>
                </a:cubicBezTo>
                <a:cubicBezTo>
                  <a:pt x="215666" y="22991"/>
                  <a:pt x="218861" y="26077"/>
                  <a:pt x="220224" y="29184"/>
                </a:cubicBezTo>
                <a:cubicBezTo>
                  <a:pt x="222363" y="34057"/>
                  <a:pt x="224390" y="34715"/>
                  <a:pt x="234966" y="33975"/>
                </a:cubicBezTo>
                <a:cubicBezTo>
                  <a:pt x="242553" y="33444"/>
                  <a:pt x="247228" y="34179"/>
                  <a:pt x="247228" y="35904"/>
                </a:cubicBezTo>
                <a:cubicBezTo>
                  <a:pt x="247228" y="37437"/>
                  <a:pt x="251497" y="43416"/>
                  <a:pt x="256714" y="49191"/>
                </a:cubicBezTo>
                <a:cubicBezTo>
                  <a:pt x="264193" y="57469"/>
                  <a:pt x="267470" y="59372"/>
                  <a:pt x="272203" y="58184"/>
                </a:cubicBezTo>
                <a:cubicBezTo>
                  <a:pt x="280616" y="56072"/>
                  <a:pt x="280219" y="63714"/>
                  <a:pt x="271714" y="67589"/>
                </a:cubicBezTo>
                <a:cubicBezTo>
                  <a:pt x="267863" y="69343"/>
                  <a:pt x="264361" y="73784"/>
                  <a:pt x="263105" y="78504"/>
                </a:cubicBezTo>
                <a:cubicBezTo>
                  <a:pt x="261351" y="85098"/>
                  <a:pt x="259842" y="86340"/>
                  <a:pt x="254303" y="85750"/>
                </a:cubicBezTo>
                <a:cubicBezTo>
                  <a:pt x="246592" y="84928"/>
                  <a:pt x="243436" y="91067"/>
                  <a:pt x="246105" y="101699"/>
                </a:cubicBezTo>
                <a:cubicBezTo>
                  <a:pt x="247533" y="107389"/>
                  <a:pt x="244867" y="111544"/>
                  <a:pt x="227494" y="130702"/>
                </a:cubicBezTo>
                <a:cubicBezTo>
                  <a:pt x="207371" y="152893"/>
                  <a:pt x="196764" y="160034"/>
                  <a:pt x="183924" y="160034"/>
                </a:cubicBezTo>
                <a:cubicBezTo>
                  <a:pt x="175394" y="160034"/>
                  <a:pt x="155328" y="169109"/>
                  <a:pt x="153537" y="173778"/>
                </a:cubicBezTo>
                <a:cubicBezTo>
                  <a:pt x="152784" y="175740"/>
                  <a:pt x="154366" y="179227"/>
                  <a:pt x="157053" y="181528"/>
                </a:cubicBezTo>
                <a:cubicBezTo>
                  <a:pt x="160618" y="184580"/>
                  <a:pt x="161532" y="187741"/>
                  <a:pt x="160436" y="193225"/>
                </a:cubicBezTo>
                <a:cubicBezTo>
                  <a:pt x="158065" y="205081"/>
                  <a:pt x="165477" y="217314"/>
                  <a:pt x="180263" y="225950"/>
                </a:cubicBezTo>
                <a:cubicBezTo>
                  <a:pt x="187814" y="230360"/>
                  <a:pt x="193823" y="235916"/>
                  <a:pt x="194663" y="239264"/>
                </a:cubicBezTo>
                <a:cubicBezTo>
                  <a:pt x="196711" y="247420"/>
                  <a:pt x="202826" y="252154"/>
                  <a:pt x="204770" y="247088"/>
                </a:cubicBezTo>
                <a:cubicBezTo>
                  <a:pt x="205617" y="244882"/>
                  <a:pt x="208258" y="243734"/>
                  <a:pt x="210897" y="244424"/>
                </a:cubicBezTo>
                <a:cubicBezTo>
                  <a:pt x="216566" y="245906"/>
                  <a:pt x="229158" y="234851"/>
                  <a:pt x="229158" y="228391"/>
                </a:cubicBezTo>
                <a:cubicBezTo>
                  <a:pt x="229158" y="223967"/>
                  <a:pt x="229378" y="223969"/>
                  <a:pt x="234321" y="228442"/>
                </a:cubicBezTo>
                <a:cubicBezTo>
                  <a:pt x="240730" y="234242"/>
                  <a:pt x="241099" y="246636"/>
                  <a:pt x="234966" y="250091"/>
                </a:cubicBezTo>
                <a:cubicBezTo>
                  <a:pt x="230667" y="252513"/>
                  <a:pt x="230669" y="253050"/>
                  <a:pt x="235014" y="261191"/>
                </a:cubicBezTo>
                <a:cubicBezTo>
                  <a:pt x="240871" y="272165"/>
                  <a:pt x="238755" y="290041"/>
                  <a:pt x="230353" y="300578"/>
                </a:cubicBezTo>
                <a:lnTo>
                  <a:pt x="224337" y="308123"/>
                </a:lnTo>
                <a:lnTo>
                  <a:pt x="215823" y="299799"/>
                </a:lnTo>
                <a:cubicBezTo>
                  <a:pt x="210927" y="295013"/>
                  <a:pt x="205095" y="291738"/>
                  <a:pt x="202099" y="292094"/>
                </a:cubicBezTo>
                <a:cubicBezTo>
                  <a:pt x="194035" y="293052"/>
                  <a:pt x="185277" y="286146"/>
                  <a:pt x="185246" y="278805"/>
                </a:cubicBezTo>
                <a:cubicBezTo>
                  <a:pt x="185229" y="274767"/>
                  <a:pt x="180965" y="267715"/>
                  <a:pt x="173928" y="260086"/>
                </a:cubicBezTo>
                <a:cubicBezTo>
                  <a:pt x="164333" y="249682"/>
                  <a:pt x="162165" y="248415"/>
                  <a:pt x="159486" y="251642"/>
                </a:cubicBezTo>
                <a:cubicBezTo>
                  <a:pt x="155362" y="256612"/>
                  <a:pt x="141849" y="263292"/>
                  <a:pt x="135920" y="263292"/>
                </a:cubicBezTo>
                <a:cubicBezTo>
                  <a:pt x="133348" y="263292"/>
                  <a:pt x="130007" y="265603"/>
                  <a:pt x="128496" y="268428"/>
                </a:cubicBezTo>
                <a:cubicBezTo>
                  <a:pt x="126984" y="271253"/>
                  <a:pt x="122406" y="275292"/>
                  <a:pt x="118324" y="277403"/>
                </a:cubicBezTo>
                <a:cubicBezTo>
                  <a:pt x="105333" y="284120"/>
                  <a:pt x="102661" y="288486"/>
                  <a:pt x="102749" y="302843"/>
                </a:cubicBezTo>
                <a:cubicBezTo>
                  <a:pt x="102826" y="315405"/>
                  <a:pt x="106784" y="325066"/>
                  <a:pt x="111986" y="325389"/>
                </a:cubicBezTo>
                <a:cubicBezTo>
                  <a:pt x="116589" y="325676"/>
                  <a:pt x="126252" y="340721"/>
                  <a:pt x="124791" y="345325"/>
                </a:cubicBezTo>
                <a:cubicBezTo>
                  <a:pt x="123983" y="347870"/>
                  <a:pt x="118463" y="353688"/>
                  <a:pt x="112525" y="358252"/>
                </a:cubicBezTo>
                <a:cubicBezTo>
                  <a:pt x="101535" y="366699"/>
                  <a:pt x="89725" y="368732"/>
                  <a:pt x="61364" y="367059"/>
                </a:cubicBezTo>
                <a:cubicBezTo>
                  <a:pt x="56394" y="366766"/>
                  <a:pt x="49424" y="367473"/>
                  <a:pt x="45875" y="368630"/>
                </a:cubicBezTo>
                <a:cubicBezTo>
                  <a:pt x="42325" y="369787"/>
                  <a:pt x="37388" y="370288"/>
                  <a:pt x="34904" y="369743"/>
                </a:cubicBezTo>
                <a:close/>
              </a:path>
            </a:pathLst>
          </a:custGeom>
          <a:solidFill>
            <a:srgbClr val="B9B9B9"/>
          </a:solidFill>
          <a:ln w="5163" cap="flat">
            <a:noFill/>
            <a:prstDash val="solid"/>
            <a:miter/>
          </a:ln>
        </p:spPr>
        <p:txBody>
          <a:bodyPr/>
          <a:lstStyle/>
          <a:p>
            <a:endParaRPr lang="es-419" noProof="0" dirty="0"/>
          </a:p>
        </p:txBody>
      </p:sp>
      <p:grpSp>
        <p:nvGrpSpPr>
          <p:cNvPr id="75" name="Gráfico 39">
            <a:extLst>
              <a:ext uri="{FF2B5EF4-FFF2-40B4-BE49-F238E27FC236}">
                <a16:creationId xmlns:a16="http://schemas.microsoft.com/office/drawing/2014/main" id="{952CE431-1E7C-BEB2-9FEF-25FCDA768E4F}"/>
              </a:ext>
            </a:extLst>
          </p:cNvPr>
          <p:cNvGrpSpPr/>
          <p:nvPr/>
        </p:nvGrpSpPr>
        <p:grpSpPr>
          <a:xfrm>
            <a:off x="1634957" y="2069316"/>
            <a:ext cx="438046" cy="474569"/>
            <a:chOff x="1634957" y="2069316"/>
            <a:chExt cx="438046" cy="474569"/>
          </a:xfrm>
        </p:grpSpPr>
        <p:sp>
          <p:nvSpPr>
            <p:cNvPr id="76" name="Forma libre: forma 75">
              <a:extLst>
                <a:ext uri="{FF2B5EF4-FFF2-40B4-BE49-F238E27FC236}">
                  <a16:creationId xmlns:a16="http://schemas.microsoft.com/office/drawing/2014/main" id="{0F6E2555-E828-B2A2-512D-5C698DDAE90B}"/>
                </a:ext>
              </a:extLst>
            </p:cNvPr>
            <p:cNvSpPr/>
            <p:nvPr/>
          </p:nvSpPr>
          <p:spPr>
            <a:xfrm>
              <a:off x="1634957" y="2069316"/>
              <a:ext cx="438046" cy="474569"/>
            </a:xfrm>
            <a:custGeom>
              <a:avLst/>
              <a:gdLst>
                <a:gd name="csX0" fmla="*/ 332739 w 438046"/>
                <a:gd name="csY0" fmla="*/ 469202 h 474569"/>
                <a:gd name="csX1" fmla="*/ 324349 w 438046"/>
                <a:gd name="csY1" fmla="*/ 460541 h 474569"/>
                <a:gd name="csX2" fmla="*/ 306954 w 438046"/>
                <a:gd name="csY2" fmla="*/ 447652 h 474569"/>
                <a:gd name="csX3" fmla="*/ 301522 w 438046"/>
                <a:gd name="csY3" fmla="*/ 436095 h 474569"/>
                <a:gd name="csX4" fmla="*/ 298287 w 438046"/>
                <a:gd name="csY4" fmla="*/ 425621 h 474569"/>
                <a:gd name="csX5" fmla="*/ 291436 w 438046"/>
                <a:gd name="csY5" fmla="*/ 429493 h 474569"/>
                <a:gd name="csX6" fmla="*/ 284162 w 438046"/>
                <a:gd name="csY6" fmla="*/ 433365 h 474569"/>
                <a:gd name="csX7" fmla="*/ 273181 w 438046"/>
                <a:gd name="csY7" fmla="*/ 439996 h 474569"/>
                <a:gd name="csX8" fmla="*/ 246542 w 438046"/>
                <a:gd name="csY8" fmla="*/ 415677 h 474569"/>
                <a:gd name="csX9" fmla="*/ 247543 w 438046"/>
                <a:gd name="csY9" fmla="*/ 398488 h 474569"/>
                <a:gd name="csX10" fmla="*/ 227242 w 438046"/>
                <a:gd name="csY10" fmla="*/ 385770 h 474569"/>
                <a:gd name="csX11" fmla="*/ 216574 w 438046"/>
                <a:gd name="csY11" fmla="*/ 384267 h 474569"/>
                <a:gd name="csX12" fmla="*/ 211411 w 438046"/>
                <a:gd name="csY12" fmla="*/ 381736 h 474569"/>
                <a:gd name="csX13" fmla="*/ 206248 w 438046"/>
                <a:gd name="csY13" fmla="*/ 377864 h 474569"/>
                <a:gd name="csX14" fmla="*/ 201085 w 438046"/>
                <a:gd name="csY14" fmla="*/ 368829 h 474569"/>
                <a:gd name="csX15" fmla="*/ 195840 w 438046"/>
                <a:gd name="csY15" fmla="*/ 360439 h 474569"/>
                <a:gd name="csX16" fmla="*/ 179383 w 438046"/>
                <a:gd name="csY16" fmla="*/ 344572 h 474569"/>
                <a:gd name="csX17" fmla="*/ 166056 w 438046"/>
                <a:gd name="csY17" fmla="*/ 347532 h 474569"/>
                <a:gd name="csX18" fmla="*/ 162127 w 438046"/>
                <a:gd name="csY18" fmla="*/ 363514 h 474569"/>
                <a:gd name="csX19" fmla="*/ 156676 w 438046"/>
                <a:gd name="csY19" fmla="*/ 372397 h 474569"/>
                <a:gd name="csX20" fmla="*/ 152333 w 438046"/>
                <a:gd name="csY20" fmla="*/ 366640 h 474569"/>
                <a:gd name="csX21" fmla="*/ 138487 w 438046"/>
                <a:gd name="csY21" fmla="*/ 364853 h 474569"/>
                <a:gd name="csX22" fmla="*/ 126312 w 438046"/>
                <a:gd name="csY22" fmla="*/ 363833 h 474569"/>
                <a:gd name="csX23" fmla="*/ 123641 w 438046"/>
                <a:gd name="csY23" fmla="*/ 355006 h 474569"/>
                <a:gd name="csX24" fmla="*/ 115723 w 438046"/>
                <a:gd name="csY24" fmla="*/ 349430 h 474569"/>
                <a:gd name="csX25" fmla="*/ 110493 w 438046"/>
                <a:gd name="csY25" fmla="*/ 333027 h 474569"/>
                <a:gd name="csX26" fmla="*/ 115897 w 438046"/>
                <a:gd name="csY26" fmla="*/ 317692 h 474569"/>
                <a:gd name="csX27" fmla="*/ 126868 w 438046"/>
                <a:gd name="csY27" fmla="*/ 306474 h 474569"/>
                <a:gd name="csX28" fmla="*/ 128005 w 438046"/>
                <a:gd name="csY28" fmla="*/ 290864 h 474569"/>
                <a:gd name="csX29" fmla="*/ 107467 w 438046"/>
                <a:gd name="csY29" fmla="*/ 276906 h 474569"/>
                <a:gd name="csX30" fmla="*/ 125531 w 438046"/>
                <a:gd name="csY30" fmla="*/ 228226 h 474569"/>
                <a:gd name="csX31" fmla="*/ 128516 w 438046"/>
                <a:gd name="csY31" fmla="*/ 218872 h 474569"/>
                <a:gd name="csX32" fmla="*/ 122054 w 438046"/>
                <a:gd name="csY32" fmla="*/ 216563 h 474569"/>
                <a:gd name="csX33" fmla="*/ 112602 w 438046"/>
                <a:gd name="csY33" fmla="*/ 211354 h 474569"/>
                <a:gd name="csX34" fmla="*/ 97827 w 438046"/>
                <a:gd name="csY34" fmla="*/ 212411 h 474569"/>
                <a:gd name="csX35" fmla="*/ 87566 w 438046"/>
                <a:gd name="csY35" fmla="*/ 216588 h 474569"/>
                <a:gd name="csX36" fmla="*/ 80430 w 438046"/>
                <a:gd name="csY36" fmla="*/ 211038 h 474569"/>
                <a:gd name="csX37" fmla="*/ 79784 w 438046"/>
                <a:gd name="csY37" fmla="*/ 198453 h 474569"/>
                <a:gd name="csX38" fmla="*/ 82015 w 438046"/>
                <a:gd name="csY38" fmla="*/ 188949 h 474569"/>
                <a:gd name="csX39" fmla="*/ 89966 w 438046"/>
                <a:gd name="csY39" fmla="*/ 185629 h 474569"/>
                <a:gd name="csX40" fmla="*/ 87641 w 438046"/>
                <a:gd name="csY40" fmla="*/ 169636 h 474569"/>
                <a:gd name="csX41" fmla="*/ 79292 w 438046"/>
                <a:gd name="csY41" fmla="*/ 156728 h 474569"/>
                <a:gd name="csX42" fmla="*/ 72462 w 438046"/>
                <a:gd name="csY42" fmla="*/ 148956 h 474569"/>
                <a:gd name="csX43" fmla="*/ 56524 w 438046"/>
                <a:gd name="csY43" fmla="*/ 163920 h 474569"/>
                <a:gd name="csX44" fmla="*/ 52658 w 438046"/>
                <a:gd name="csY44" fmla="*/ 164900 h 474569"/>
                <a:gd name="csX45" fmla="*/ 39697 w 438046"/>
                <a:gd name="csY45" fmla="*/ 168628 h 474569"/>
                <a:gd name="csX46" fmla="*/ 26748 w 438046"/>
                <a:gd name="csY46" fmla="*/ 181448 h 474569"/>
                <a:gd name="csX47" fmla="*/ 16403 w 438046"/>
                <a:gd name="csY47" fmla="*/ 190289 h 474569"/>
                <a:gd name="csX48" fmla="*/ 7343 w 438046"/>
                <a:gd name="csY48" fmla="*/ 186486 h 474569"/>
                <a:gd name="csX49" fmla="*/ 9965 w 438046"/>
                <a:gd name="csY49" fmla="*/ 170925 h 474569"/>
                <a:gd name="csX50" fmla="*/ 15158 w 438046"/>
                <a:gd name="csY50" fmla="*/ 162124 h 474569"/>
                <a:gd name="csX51" fmla="*/ 9381 w 438046"/>
                <a:gd name="csY51" fmla="*/ 159801 h 474569"/>
                <a:gd name="csX52" fmla="*/ 7807 w 438046"/>
                <a:gd name="csY52" fmla="*/ 157314 h 474569"/>
                <a:gd name="csX53" fmla="*/ 15681 w 438046"/>
                <a:gd name="csY53" fmla="*/ 151621 h 474569"/>
                <a:gd name="csX54" fmla="*/ 24691 w 438046"/>
                <a:gd name="csY54" fmla="*/ 148948 h 474569"/>
                <a:gd name="csX55" fmla="*/ 33291 w 438046"/>
                <a:gd name="csY55" fmla="*/ 142643 h 474569"/>
                <a:gd name="csX56" fmla="*/ 36252 w 438046"/>
                <a:gd name="csY56" fmla="*/ 130243 h 474569"/>
                <a:gd name="csX57" fmla="*/ 35959 w 438046"/>
                <a:gd name="csY57" fmla="*/ 119824 h 474569"/>
                <a:gd name="csX58" fmla="*/ 30417 w 438046"/>
                <a:gd name="csY58" fmla="*/ 117319 h 474569"/>
                <a:gd name="csX59" fmla="*/ 28128 w 438046"/>
                <a:gd name="csY59" fmla="*/ 114535 h 474569"/>
                <a:gd name="csX60" fmla="*/ 22780 w 438046"/>
                <a:gd name="csY60" fmla="*/ 112034 h 474569"/>
                <a:gd name="csX61" fmla="*/ 9335 w 438046"/>
                <a:gd name="csY61" fmla="*/ 100263 h 474569"/>
                <a:gd name="csX62" fmla="*/ 5316 w 438046"/>
                <a:gd name="csY62" fmla="*/ 85099 h 474569"/>
                <a:gd name="csX63" fmla="*/ 0 w 438046"/>
                <a:gd name="csY63" fmla="*/ 74899 h 474569"/>
                <a:gd name="csX64" fmla="*/ 5230 w 438046"/>
                <a:gd name="csY64" fmla="*/ 68250 h 474569"/>
                <a:gd name="csX65" fmla="*/ 8777 w 438046"/>
                <a:gd name="csY65" fmla="*/ 53938 h 474569"/>
                <a:gd name="csX66" fmla="*/ 11157 w 438046"/>
                <a:gd name="csY66" fmla="*/ 40474 h 474569"/>
                <a:gd name="csX67" fmla="*/ 15221 w 438046"/>
                <a:gd name="csY67" fmla="*/ 30361 h 474569"/>
                <a:gd name="csX68" fmla="*/ 19093 w 438046"/>
                <a:gd name="csY68" fmla="*/ 24563 h 474569"/>
                <a:gd name="csX69" fmla="*/ 13331 w 438046"/>
                <a:gd name="csY69" fmla="*/ 11391 h 474569"/>
                <a:gd name="csX70" fmla="*/ 15610 w 438046"/>
                <a:gd name="csY70" fmla="*/ 4739 h 474569"/>
                <a:gd name="csX71" fmla="*/ 24152 w 438046"/>
                <a:gd name="csY71" fmla="*/ 2431 h 474569"/>
                <a:gd name="csX72" fmla="*/ 42643 w 438046"/>
                <a:gd name="csY72" fmla="*/ 10008 h 474569"/>
                <a:gd name="csX73" fmla="*/ 58021 w 438046"/>
                <a:gd name="csY73" fmla="*/ 20333 h 474569"/>
                <a:gd name="csX74" fmla="*/ 76259 w 438046"/>
                <a:gd name="csY74" fmla="*/ 58909 h 474569"/>
                <a:gd name="csX75" fmla="*/ 87417 w 438046"/>
                <a:gd name="csY75" fmla="*/ 80908 h 474569"/>
                <a:gd name="csX76" fmla="*/ 99122 w 438046"/>
                <a:gd name="csY76" fmla="*/ 102996 h 474569"/>
                <a:gd name="csX77" fmla="*/ 103913 w 438046"/>
                <a:gd name="csY77" fmla="*/ 110684 h 474569"/>
                <a:gd name="csX78" fmla="*/ 102362 w 438046"/>
                <a:gd name="csY78" fmla="*/ 90033 h 474569"/>
                <a:gd name="csX79" fmla="*/ 92203 w 438046"/>
                <a:gd name="csY79" fmla="*/ 66799 h 474569"/>
                <a:gd name="csX80" fmla="*/ 83568 w 438046"/>
                <a:gd name="csY80" fmla="*/ 60346 h 474569"/>
                <a:gd name="csX81" fmla="*/ 86838 w 438046"/>
                <a:gd name="csY81" fmla="*/ 69381 h 474569"/>
                <a:gd name="csX82" fmla="*/ 85111 w 438046"/>
                <a:gd name="csY82" fmla="*/ 70354 h 474569"/>
                <a:gd name="csX83" fmla="*/ 81250 w 438046"/>
                <a:gd name="csY83" fmla="*/ 58738 h 474569"/>
                <a:gd name="csX84" fmla="*/ 73693 w 438046"/>
                <a:gd name="csY84" fmla="*/ 39979 h 474569"/>
                <a:gd name="csX85" fmla="*/ 66850 w 438046"/>
                <a:gd name="csY85" fmla="*/ 27201 h 474569"/>
                <a:gd name="csX86" fmla="*/ 80920 w 438046"/>
                <a:gd name="csY86" fmla="*/ 44489 h 474569"/>
                <a:gd name="csX87" fmla="*/ 99162 w 438046"/>
                <a:gd name="csY87" fmla="*/ 64586 h 474569"/>
                <a:gd name="csX88" fmla="*/ 107565 w 438046"/>
                <a:gd name="csY88" fmla="*/ 86419 h 474569"/>
                <a:gd name="csX89" fmla="*/ 116108 w 438046"/>
                <a:gd name="csY89" fmla="*/ 138203 h 474569"/>
                <a:gd name="csX90" fmla="*/ 121060 w 438046"/>
                <a:gd name="csY90" fmla="*/ 151411 h 474569"/>
                <a:gd name="csX91" fmla="*/ 135828 w 438046"/>
                <a:gd name="csY91" fmla="*/ 169580 h 474569"/>
                <a:gd name="csX92" fmla="*/ 173747 w 438046"/>
                <a:gd name="csY92" fmla="*/ 217637 h 474569"/>
                <a:gd name="csX93" fmla="*/ 186052 w 438046"/>
                <a:gd name="csY93" fmla="*/ 237240 h 474569"/>
                <a:gd name="csX94" fmla="*/ 192809 w 438046"/>
                <a:gd name="csY94" fmla="*/ 259193 h 474569"/>
                <a:gd name="csX95" fmla="*/ 202887 w 438046"/>
                <a:gd name="csY95" fmla="*/ 280570 h 474569"/>
                <a:gd name="csX96" fmla="*/ 215434 w 438046"/>
                <a:gd name="csY96" fmla="*/ 294429 h 474569"/>
                <a:gd name="csX97" fmla="*/ 223898 w 438046"/>
                <a:gd name="csY97" fmla="*/ 302869 h 474569"/>
                <a:gd name="csX98" fmla="*/ 231639 w 438046"/>
                <a:gd name="csY98" fmla="*/ 310848 h 474569"/>
                <a:gd name="csX99" fmla="*/ 241066 w 438046"/>
                <a:gd name="csY99" fmla="*/ 319770 h 474569"/>
                <a:gd name="csX100" fmla="*/ 242388 w 438046"/>
                <a:gd name="csY100" fmla="*/ 323654 h 474569"/>
                <a:gd name="csX101" fmla="*/ 237225 w 438046"/>
                <a:gd name="csY101" fmla="*/ 324770 h 474569"/>
                <a:gd name="csX102" fmla="*/ 239807 w 438046"/>
                <a:gd name="csY102" fmla="*/ 327526 h 474569"/>
                <a:gd name="csX103" fmla="*/ 241743 w 438046"/>
                <a:gd name="csY103" fmla="*/ 330724 h 474569"/>
                <a:gd name="csX104" fmla="*/ 248333 w 438046"/>
                <a:gd name="csY104" fmla="*/ 333103 h 474569"/>
                <a:gd name="csX105" fmla="*/ 259724 w 438046"/>
                <a:gd name="csY105" fmla="*/ 335713 h 474569"/>
                <a:gd name="csX106" fmla="*/ 262612 w 438046"/>
                <a:gd name="csY106" fmla="*/ 335270 h 474569"/>
                <a:gd name="csX107" fmla="*/ 255739 w 438046"/>
                <a:gd name="csY107" fmla="*/ 330573 h 474569"/>
                <a:gd name="csX108" fmla="*/ 250133 w 438046"/>
                <a:gd name="csY108" fmla="*/ 327461 h 474569"/>
                <a:gd name="csX109" fmla="*/ 260301 w 438046"/>
                <a:gd name="csY109" fmla="*/ 328761 h 474569"/>
                <a:gd name="csX110" fmla="*/ 284960 w 438046"/>
                <a:gd name="csY110" fmla="*/ 330853 h 474569"/>
                <a:gd name="csX111" fmla="*/ 308115 w 438046"/>
                <a:gd name="csY111" fmla="*/ 337754 h 474569"/>
                <a:gd name="csX112" fmla="*/ 325378 w 438046"/>
                <a:gd name="csY112" fmla="*/ 347910 h 474569"/>
                <a:gd name="csX113" fmla="*/ 336932 w 438046"/>
                <a:gd name="csY113" fmla="*/ 355594 h 474569"/>
                <a:gd name="csX114" fmla="*/ 342564 w 438046"/>
                <a:gd name="csY114" fmla="*/ 364198 h 474569"/>
                <a:gd name="csX115" fmla="*/ 343743 w 438046"/>
                <a:gd name="csY115" fmla="*/ 371080 h 474569"/>
                <a:gd name="csX116" fmla="*/ 344358 w 438046"/>
                <a:gd name="csY116" fmla="*/ 373363 h 474569"/>
                <a:gd name="csX117" fmla="*/ 350269 w 438046"/>
                <a:gd name="csY117" fmla="*/ 376862 h 474569"/>
                <a:gd name="csX118" fmla="*/ 372627 w 438046"/>
                <a:gd name="csY118" fmla="*/ 380540 h 474569"/>
                <a:gd name="csX119" fmla="*/ 391189 w 438046"/>
                <a:gd name="csY119" fmla="*/ 378801 h 474569"/>
                <a:gd name="csX120" fmla="*/ 394232 w 438046"/>
                <a:gd name="csY120" fmla="*/ 388958 h 474569"/>
                <a:gd name="csX121" fmla="*/ 397318 w 438046"/>
                <a:gd name="csY121" fmla="*/ 403978 h 474569"/>
                <a:gd name="csX122" fmla="*/ 409224 w 438046"/>
                <a:gd name="csY122" fmla="*/ 419167 h 474569"/>
                <a:gd name="csX123" fmla="*/ 434929 w 438046"/>
                <a:gd name="csY123" fmla="*/ 450207 h 474569"/>
                <a:gd name="csX124" fmla="*/ 429332 w 438046"/>
                <a:gd name="csY124" fmla="*/ 469288 h 474569"/>
                <a:gd name="csX125" fmla="*/ 376412 w 438046"/>
                <a:gd name="csY125" fmla="*/ 474534 h 474569"/>
                <a:gd name="csX126" fmla="*/ 332739 w 438046"/>
                <a:gd name="csY126" fmla="*/ 469202 h 47456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438046" h="474569">
                  <a:moveTo>
                    <a:pt x="332739" y="469202"/>
                  </a:moveTo>
                  <a:cubicBezTo>
                    <a:pt x="332739" y="465869"/>
                    <a:pt x="329807" y="462843"/>
                    <a:pt x="324349" y="460541"/>
                  </a:cubicBezTo>
                  <a:cubicBezTo>
                    <a:pt x="319735" y="458594"/>
                    <a:pt x="311907" y="452795"/>
                    <a:pt x="306954" y="447652"/>
                  </a:cubicBezTo>
                  <a:cubicBezTo>
                    <a:pt x="299888" y="440316"/>
                    <a:pt x="298719" y="437828"/>
                    <a:pt x="301522" y="436095"/>
                  </a:cubicBezTo>
                  <a:cubicBezTo>
                    <a:pt x="305823" y="433437"/>
                    <a:pt x="303408" y="425621"/>
                    <a:pt x="298287" y="425621"/>
                  </a:cubicBezTo>
                  <a:cubicBezTo>
                    <a:pt x="296286" y="425621"/>
                    <a:pt x="293203" y="427364"/>
                    <a:pt x="291436" y="429493"/>
                  </a:cubicBezTo>
                  <a:cubicBezTo>
                    <a:pt x="289668" y="431623"/>
                    <a:pt x="286395" y="433365"/>
                    <a:pt x="284162" y="433365"/>
                  </a:cubicBezTo>
                  <a:cubicBezTo>
                    <a:pt x="281929" y="433365"/>
                    <a:pt x="276987" y="436349"/>
                    <a:pt x="273181" y="439996"/>
                  </a:cubicBezTo>
                  <a:cubicBezTo>
                    <a:pt x="256469" y="456007"/>
                    <a:pt x="233183" y="434749"/>
                    <a:pt x="246542" y="415677"/>
                  </a:cubicBezTo>
                  <a:cubicBezTo>
                    <a:pt x="250094" y="410606"/>
                    <a:pt x="250239" y="408115"/>
                    <a:pt x="247543" y="398488"/>
                  </a:cubicBezTo>
                  <a:cubicBezTo>
                    <a:pt x="243936" y="385603"/>
                    <a:pt x="241942" y="384354"/>
                    <a:pt x="227242" y="385770"/>
                  </a:cubicBezTo>
                  <a:cubicBezTo>
                    <a:pt x="221295" y="386343"/>
                    <a:pt x="216574" y="385678"/>
                    <a:pt x="216574" y="384267"/>
                  </a:cubicBezTo>
                  <a:cubicBezTo>
                    <a:pt x="216574" y="382875"/>
                    <a:pt x="214251" y="381736"/>
                    <a:pt x="211411" y="381736"/>
                  </a:cubicBezTo>
                  <a:cubicBezTo>
                    <a:pt x="208543" y="381736"/>
                    <a:pt x="206248" y="380015"/>
                    <a:pt x="206248" y="377864"/>
                  </a:cubicBezTo>
                  <a:cubicBezTo>
                    <a:pt x="206248" y="375735"/>
                    <a:pt x="203925" y="371669"/>
                    <a:pt x="201085" y="368829"/>
                  </a:cubicBezTo>
                  <a:cubicBezTo>
                    <a:pt x="198245" y="365990"/>
                    <a:pt x="195885" y="362214"/>
                    <a:pt x="195840" y="360439"/>
                  </a:cubicBezTo>
                  <a:cubicBezTo>
                    <a:pt x="195695" y="354744"/>
                    <a:pt x="189552" y="348821"/>
                    <a:pt x="179383" y="344572"/>
                  </a:cubicBezTo>
                  <a:cubicBezTo>
                    <a:pt x="165908" y="338942"/>
                    <a:pt x="164292" y="339301"/>
                    <a:pt x="166056" y="347532"/>
                  </a:cubicBezTo>
                  <a:cubicBezTo>
                    <a:pt x="167087" y="352339"/>
                    <a:pt x="165818" y="357500"/>
                    <a:pt x="162127" y="363514"/>
                  </a:cubicBezTo>
                  <a:lnTo>
                    <a:pt x="156676" y="372397"/>
                  </a:lnTo>
                  <a:lnTo>
                    <a:pt x="152333" y="366640"/>
                  </a:lnTo>
                  <a:cubicBezTo>
                    <a:pt x="148166" y="361115"/>
                    <a:pt x="147605" y="361043"/>
                    <a:pt x="138487" y="364853"/>
                  </a:cubicBezTo>
                  <a:cubicBezTo>
                    <a:pt x="129534" y="368594"/>
                    <a:pt x="128828" y="368535"/>
                    <a:pt x="126312" y="363833"/>
                  </a:cubicBezTo>
                  <a:cubicBezTo>
                    <a:pt x="124843" y="361088"/>
                    <a:pt x="123641" y="357116"/>
                    <a:pt x="123641" y="355006"/>
                  </a:cubicBezTo>
                  <a:cubicBezTo>
                    <a:pt x="123641" y="352823"/>
                    <a:pt x="120228" y="350420"/>
                    <a:pt x="115723" y="349430"/>
                  </a:cubicBezTo>
                  <a:cubicBezTo>
                    <a:pt x="105375" y="347157"/>
                    <a:pt x="103846" y="342362"/>
                    <a:pt x="110493" y="333027"/>
                  </a:cubicBezTo>
                  <a:cubicBezTo>
                    <a:pt x="113465" y="328853"/>
                    <a:pt x="115897" y="321952"/>
                    <a:pt x="115897" y="317692"/>
                  </a:cubicBezTo>
                  <a:cubicBezTo>
                    <a:pt x="115897" y="310844"/>
                    <a:pt x="117170" y="309543"/>
                    <a:pt x="126868" y="306474"/>
                  </a:cubicBezTo>
                  <a:cubicBezTo>
                    <a:pt x="141640" y="301799"/>
                    <a:pt x="142221" y="293818"/>
                    <a:pt x="128005" y="290864"/>
                  </a:cubicBezTo>
                  <a:cubicBezTo>
                    <a:pt x="113703" y="287893"/>
                    <a:pt x="108950" y="284662"/>
                    <a:pt x="107467" y="276906"/>
                  </a:cubicBezTo>
                  <a:cubicBezTo>
                    <a:pt x="105739" y="267867"/>
                    <a:pt x="117059" y="237363"/>
                    <a:pt x="125531" y="228226"/>
                  </a:cubicBezTo>
                  <a:cubicBezTo>
                    <a:pt x="130828" y="222513"/>
                    <a:pt x="131406" y="220702"/>
                    <a:pt x="128516" y="218872"/>
                  </a:cubicBezTo>
                  <a:cubicBezTo>
                    <a:pt x="126545" y="217624"/>
                    <a:pt x="123637" y="216585"/>
                    <a:pt x="122054" y="216563"/>
                  </a:cubicBezTo>
                  <a:cubicBezTo>
                    <a:pt x="120470" y="216541"/>
                    <a:pt x="116217" y="214197"/>
                    <a:pt x="112602" y="211354"/>
                  </a:cubicBezTo>
                  <a:cubicBezTo>
                    <a:pt x="105961" y="206129"/>
                    <a:pt x="97827" y="206711"/>
                    <a:pt x="97827" y="212411"/>
                  </a:cubicBezTo>
                  <a:cubicBezTo>
                    <a:pt x="97827" y="219059"/>
                    <a:pt x="92291" y="221313"/>
                    <a:pt x="87566" y="216588"/>
                  </a:cubicBezTo>
                  <a:cubicBezTo>
                    <a:pt x="85046" y="214068"/>
                    <a:pt x="81835" y="211570"/>
                    <a:pt x="80430" y="211038"/>
                  </a:cubicBezTo>
                  <a:cubicBezTo>
                    <a:pt x="78870" y="210447"/>
                    <a:pt x="78619" y="205549"/>
                    <a:pt x="79784" y="198453"/>
                  </a:cubicBezTo>
                  <a:cubicBezTo>
                    <a:pt x="80834" y="192064"/>
                    <a:pt x="81838" y="187787"/>
                    <a:pt x="82015" y="188949"/>
                  </a:cubicBezTo>
                  <a:cubicBezTo>
                    <a:pt x="82193" y="190110"/>
                    <a:pt x="85771" y="188616"/>
                    <a:pt x="89966" y="185629"/>
                  </a:cubicBezTo>
                  <a:cubicBezTo>
                    <a:pt x="98750" y="179374"/>
                    <a:pt x="98211" y="175668"/>
                    <a:pt x="87641" y="169636"/>
                  </a:cubicBezTo>
                  <a:cubicBezTo>
                    <a:pt x="82102" y="166474"/>
                    <a:pt x="79900" y="163069"/>
                    <a:pt x="79292" y="156728"/>
                  </a:cubicBezTo>
                  <a:cubicBezTo>
                    <a:pt x="78587" y="149374"/>
                    <a:pt x="77588" y="148238"/>
                    <a:pt x="72462" y="148956"/>
                  </a:cubicBezTo>
                  <a:cubicBezTo>
                    <a:pt x="65224" y="149970"/>
                    <a:pt x="56524" y="158137"/>
                    <a:pt x="56524" y="163920"/>
                  </a:cubicBezTo>
                  <a:cubicBezTo>
                    <a:pt x="56524" y="167347"/>
                    <a:pt x="55821" y="167525"/>
                    <a:pt x="52658" y="164900"/>
                  </a:cubicBezTo>
                  <a:cubicBezTo>
                    <a:pt x="49486" y="162267"/>
                    <a:pt x="47159" y="162936"/>
                    <a:pt x="39697" y="168628"/>
                  </a:cubicBezTo>
                  <a:cubicBezTo>
                    <a:pt x="34695" y="172443"/>
                    <a:pt x="28868" y="178212"/>
                    <a:pt x="26748" y="181448"/>
                  </a:cubicBezTo>
                  <a:cubicBezTo>
                    <a:pt x="24627" y="184684"/>
                    <a:pt x="19972" y="188663"/>
                    <a:pt x="16403" y="190289"/>
                  </a:cubicBezTo>
                  <a:cubicBezTo>
                    <a:pt x="10541" y="192960"/>
                    <a:pt x="9664" y="192592"/>
                    <a:pt x="7343" y="186486"/>
                  </a:cubicBezTo>
                  <a:cubicBezTo>
                    <a:pt x="5309" y="181137"/>
                    <a:pt x="5857" y="177888"/>
                    <a:pt x="9965" y="170925"/>
                  </a:cubicBezTo>
                  <a:lnTo>
                    <a:pt x="15158" y="162124"/>
                  </a:lnTo>
                  <a:lnTo>
                    <a:pt x="9381" y="159801"/>
                  </a:lnTo>
                  <a:cubicBezTo>
                    <a:pt x="5449" y="158219"/>
                    <a:pt x="4946" y="157425"/>
                    <a:pt x="7807" y="157314"/>
                  </a:cubicBezTo>
                  <a:cubicBezTo>
                    <a:pt x="10118" y="157224"/>
                    <a:pt x="13662" y="154662"/>
                    <a:pt x="15681" y="151621"/>
                  </a:cubicBezTo>
                  <a:cubicBezTo>
                    <a:pt x="18731" y="147026"/>
                    <a:pt x="20256" y="146574"/>
                    <a:pt x="24691" y="148948"/>
                  </a:cubicBezTo>
                  <a:cubicBezTo>
                    <a:pt x="31018" y="152334"/>
                    <a:pt x="33291" y="150668"/>
                    <a:pt x="33291" y="142643"/>
                  </a:cubicBezTo>
                  <a:cubicBezTo>
                    <a:pt x="33291" y="139397"/>
                    <a:pt x="34623" y="133817"/>
                    <a:pt x="36252" y="130243"/>
                  </a:cubicBezTo>
                  <a:cubicBezTo>
                    <a:pt x="38533" y="125236"/>
                    <a:pt x="38466" y="122844"/>
                    <a:pt x="35959" y="119824"/>
                  </a:cubicBezTo>
                  <a:cubicBezTo>
                    <a:pt x="34170" y="117668"/>
                    <a:pt x="31676" y="116540"/>
                    <a:pt x="30417" y="117319"/>
                  </a:cubicBezTo>
                  <a:cubicBezTo>
                    <a:pt x="29158" y="118097"/>
                    <a:pt x="28128" y="116844"/>
                    <a:pt x="28128" y="114535"/>
                  </a:cubicBezTo>
                  <a:cubicBezTo>
                    <a:pt x="28128" y="111463"/>
                    <a:pt x="26693" y="110792"/>
                    <a:pt x="22780" y="112034"/>
                  </a:cubicBezTo>
                  <a:cubicBezTo>
                    <a:pt x="15848" y="114234"/>
                    <a:pt x="7575" y="106991"/>
                    <a:pt x="9335" y="100263"/>
                  </a:cubicBezTo>
                  <a:cubicBezTo>
                    <a:pt x="10049" y="97533"/>
                    <a:pt x="8241" y="90709"/>
                    <a:pt x="5316" y="85099"/>
                  </a:cubicBezTo>
                  <a:lnTo>
                    <a:pt x="0" y="74899"/>
                  </a:lnTo>
                  <a:lnTo>
                    <a:pt x="5230" y="68250"/>
                  </a:lnTo>
                  <a:cubicBezTo>
                    <a:pt x="9068" y="63371"/>
                    <a:pt x="10012" y="59562"/>
                    <a:pt x="8777" y="53938"/>
                  </a:cubicBezTo>
                  <a:cubicBezTo>
                    <a:pt x="7655" y="48830"/>
                    <a:pt x="8449" y="44342"/>
                    <a:pt x="11157" y="40474"/>
                  </a:cubicBezTo>
                  <a:cubicBezTo>
                    <a:pt x="13392" y="37284"/>
                    <a:pt x="15221" y="32733"/>
                    <a:pt x="15221" y="30361"/>
                  </a:cubicBezTo>
                  <a:cubicBezTo>
                    <a:pt x="15221" y="27989"/>
                    <a:pt x="16963" y="25380"/>
                    <a:pt x="19093" y="24563"/>
                  </a:cubicBezTo>
                  <a:cubicBezTo>
                    <a:pt x="25297" y="22182"/>
                    <a:pt x="23642" y="18398"/>
                    <a:pt x="13331" y="11391"/>
                  </a:cubicBezTo>
                  <a:cubicBezTo>
                    <a:pt x="3467" y="4689"/>
                    <a:pt x="3713" y="3972"/>
                    <a:pt x="15610" y="4739"/>
                  </a:cubicBezTo>
                  <a:cubicBezTo>
                    <a:pt x="19374" y="4981"/>
                    <a:pt x="23217" y="3943"/>
                    <a:pt x="24152" y="2431"/>
                  </a:cubicBezTo>
                  <a:cubicBezTo>
                    <a:pt x="26872" y="-1970"/>
                    <a:pt x="29405" y="-932"/>
                    <a:pt x="42643" y="10008"/>
                  </a:cubicBezTo>
                  <a:cubicBezTo>
                    <a:pt x="49515" y="15687"/>
                    <a:pt x="56436" y="20333"/>
                    <a:pt x="58021" y="20333"/>
                  </a:cubicBezTo>
                  <a:cubicBezTo>
                    <a:pt x="61009" y="20333"/>
                    <a:pt x="65792" y="30450"/>
                    <a:pt x="76259" y="58909"/>
                  </a:cubicBezTo>
                  <a:cubicBezTo>
                    <a:pt x="79624" y="68058"/>
                    <a:pt x="84645" y="77957"/>
                    <a:pt x="87417" y="80908"/>
                  </a:cubicBezTo>
                  <a:cubicBezTo>
                    <a:pt x="90189" y="83859"/>
                    <a:pt x="95457" y="93799"/>
                    <a:pt x="99122" y="102996"/>
                  </a:cubicBezTo>
                  <a:cubicBezTo>
                    <a:pt x="103054" y="112863"/>
                    <a:pt x="105019" y="116015"/>
                    <a:pt x="103913" y="110684"/>
                  </a:cubicBezTo>
                  <a:cubicBezTo>
                    <a:pt x="102883" y="105715"/>
                    <a:pt x="102185" y="96422"/>
                    <a:pt x="102362" y="90033"/>
                  </a:cubicBezTo>
                  <a:cubicBezTo>
                    <a:pt x="102644" y="79863"/>
                    <a:pt x="101378" y="76968"/>
                    <a:pt x="92203" y="66799"/>
                  </a:cubicBezTo>
                  <a:cubicBezTo>
                    <a:pt x="86438" y="60410"/>
                    <a:pt x="82553" y="57506"/>
                    <a:pt x="83568" y="60346"/>
                  </a:cubicBezTo>
                  <a:cubicBezTo>
                    <a:pt x="84584" y="63185"/>
                    <a:pt x="86055" y="67251"/>
                    <a:pt x="86838" y="69381"/>
                  </a:cubicBezTo>
                  <a:cubicBezTo>
                    <a:pt x="87916" y="72315"/>
                    <a:pt x="87498" y="72550"/>
                    <a:pt x="85111" y="70354"/>
                  </a:cubicBezTo>
                  <a:cubicBezTo>
                    <a:pt x="83379" y="68760"/>
                    <a:pt x="81641" y="63533"/>
                    <a:pt x="81250" y="58738"/>
                  </a:cubicBezTo>
                  <a:cubicBezTo>
                    <a:pt x="80858" y="53943"/>
                    <a:pt x="77457" y="45502"/>
                    <a:pt x="73693" y="39979"/>
                  </a:cubicBezTo>
                  <a:cubicBezTo>
                    <a:pt x="69929" y="34457"/>
                    <a:pt x="66850" y="28707"/>
                    <a:pt x="66850" y="27201"/>
                  </a:cubicBezTo>
                  <a:cubicBezTo>
                    <a:pt x="66850" y="23517"/>
                    <a:pt x="69162" y="26358"/>
                    <a:pt x="80920" y="44489"/>
                  </a:cubicBezTo>
                  <a:cubicBezTo>
                    <a:pt x="86314" y="52805"/>
                    <a:pt x="94522" y="61849"/>
                    <a:pt x="99162" y="64586"/>
                  </a:cubicBezTo>
                  <a:cubicBezTo>
                    <a:pt x="108835" y="70294"/>
                    <a:pt x="111618" y="77524"/>
                    <a:pt x="107565" y="86419"/>
                  </a:cubicBezTo>
                  <a:cubicBezTo>
                    <a:pt x="104001" y="94242"/>
                    <a:pt x="108931" y="124125"/>
                    <a:pt x="116108" y="138203"/>
                  </a:cubicBezTo>
                  <a:cubicBezTo>
                    <a:pt x="118832" y="143545"/>
                    <a:pt x="121060" y="149489"/>
                    <a:pt x="121060" y="151411"/>
                  </a:cubicBezTo>
                  <a:cubicBezTo>
                    <a:pt x="121060" y="153333"/>
                    <a:pt x="127706" y="161509"/>
                    <a:pt x="135828" y="169580"/>
                  </a:cubicBezTo>
                  <a:cubicBezTo>
                    <a:pt x="153391" y="187033"/>
                    <a:pt x="164572" y="201203"/>
                    <a:pt x="173747" y="217637"/>
                  </a:cubicBezTo>
                  <a:cubicBezTo>
                    <a:pt x="177457" y="224283"/>
                    <a:pt x="182994" y="233104"/>
                    <a:pt x="186052" y="237240"/>
                  </a:cubicBezTo>
                  <a:cubicBezTo>
                    <a:pt x="189610" y="242051"/>
                    <a:pt x="192043" y="249958"/>
                    <a:pt x="192809" y="259193"/>
                  </a:cubicBezTo>
                  <a:cubicBezTo>
                    <a:pt x="193864" y="271919"/>
                    <a:pt x="195056" y="274447"/>
                    <a:pt x="202887" y="280570"/>
                  </a:cubicBezTo>
                  <a:cubicBezTo>
                    <a:pt x="207772" y="284389"/>
                    <a:pt x="213418" y="290626"/>
                    <a:pt x="215434" y="294429"/>
                  </a:cubicBezTo>
                  <a:cubicBezTo>
                    <a:pt x="217449" y="298233"/>
                    <a:pt x="221258" y="302031"/>
                    <a:pt x="223898" y="302869"/>
                  </a:cubicBezTo>
                  <a:cubicBezTo>
                    <a:pt x="226538" y="303707"/>
                    <a:pt x="230021" y="307297"/>
                    <a:pt x="231639" y="310848"/>
                  </a:cubicBezTo>
                  <a:cubicBezTo>
                    <a:pt x="233257" y="314399"/>
                    <a:pt x="237499" y="318413"/>
                    <a:pt x="241066" y="319770"/>
                  </a:cubicBezTo>
                  <a:cubicBezTo>
                    <a:pt x="248737" y="322686"/>
                    <a:pt x="249875" y="326030"/>
                    <a:pt x="242388" y="323654"/>
                  </a:cubicBezTo>
                  <a:cubicBezTo>
                    <a:pt x="239427" y="322714"/>
                    <a:pt x="237225" y="323190"/>
                    <a:pt x="237225" y="324770"/>
                  </a:cubicBezTo>
                  <a:cubicBezTo>
                    <a:pt x="237225" y="326286"/>
                    <a:pt x="238387" y="327526"/>
                    <a:pt x="239807" y="327526"/>
                  </a:cubicBezTo>
                  <a:cubicBezTo>
                    <a:pt x="241227" y="327526"/>
                    <a:pt x="242098" y="328965"/>
                    <a:pt x="241743" y="330724"/>
                  </a:cubicBezTo>
                  <a:cubicBezTo>
                    <a:pt x="241323" y="332806"/>
                    <a:pt x="243624" y="333637"/>
                    <a:pt x="248333" y="333103"/>
                  </a:cubicBezTo>
                  <a:cubicBezTo>
                    <a:pt x="252313" y="332652"/>
                    <a:pt x="257439" y="333827"/>
                    <a:pt x="259724" y="335713"/>
                  </a:cubicBezTo>
                  <a:cubicBezTo>
                    <a:pt x="263236" y="338612"/>
                    <a:pt x="263683" y="338543"/>
                    <a:pt x="262612" y="335270"/>
                  </a:cubicBezTo>
                  <a:cubicBezTo>
                    <a:pt x="261915" y="333141"/>
                    <a:pt x="258822" y="331027"/>
                    <a:pt x="255739" y="330573"/>
                  </a:cubicBezTo>
                  <a:cubicBezTo>
                    <a:pt x="252655" y="330119"/>
                    <a:pt x="250133" y="328719"/>
                    <a:pt x="250133" y="327461"/>
                  </a:cubicBezTo>
                  <a:cubicBezTo>
                    <a:pt x="250133" y="326203"/>
                    <a:pt x="254708" y="326788"/>
                    <a:pt x="260301" y="328761"/>
                  </a:cubicBezTo>
                  <a:cubicBezTo>
                    <a:pt x="266891" y="331086"/>
                    <a:pt x="275567" y="331822"/>
                    <a:pt x="284960" y="330853"/>
                  </a:cubicBezTo>
                  <a:cubicBezTo>
                    <a:pt x="298714" y="329433"/>
                    <a:pt x="299892" y="329784"/>
                    <a:pt x="308115" y="337754"/>
                  </a:cubicBezTo>
                  <a:cubicBezTo>
                    <a:pt x="312880" y="342373"/>
                    <a:pt x="320648" y="346943"/>
                    <a:pt x="325378" y="347910"/>
                  </a:cubicBezTo>
                  <a:cubicBezTo>
                    <a:pt x="330622" y="348983"/>
                    <a:pt x="335130" y="351981"/>
                    <a:pt x="336932" y="355594"/>
                  </a:cubicBezTo>
                  <a:cubicBezTo>
                    <a:pt x="338556" y="358853"/>
                    <a:pt x="341091" y="362725"/>
                    <a:pt x="342564" y="364198"/>
                  </a:cubicBezTo>
                  <a:cubicBezTo>
                    <a:pt x="344037" y="365671"/>
                    <a:pt x="344568" y="368768"/>
                    <a:pt x="343743" y="371080"/>
                  </a:cubicBezTo>
                  <a:cubicBezTo>
                    <a:pt x="342917" y="373391"/>
                    <a:pt x="343194" y="374419"/>
                    <a:pt x="344358" y="373363"/>
                  </a:cubicBezTo>
                  <a:cubicBezTo>
                    <a:pt x="345522" y="372307"/>
                    <a:pt x="348182" y="373882"/>
                    <a:pt x="350269" y="376862"/>
                  </a:cubicBezTo>
                  <a:cubicBezTo>
                    <a:pt x="353742" y="381821"/>
                    <a:pt x="355637" y="382132"/>
                    <a:pt x="372627" y="380540"/>
                  </a:cubicBezTo>
                  <a:lnTo>
                    <a:pt x="391189" y="378801"/>
                  </a:lnTo>
                  <a:lnTo>
                    <a:pt x="394232" y="388958"/>
                  </a:lnTo>
                  <a:cubicBezTo>
                    <a:pt x="395906" y="394544"/>
                    <a:pt x="397295" y="401303"/>
                    <a:pt x="397318" y="403978"/>
                  </a:cubicBezTo>
                  <a:cubicBezTo>
                    <a:pt x="397342" y="406653"/>
                    <a:pt x="402699" y="413488"/>
                    <a:pt x="409224" y="419167"/>
                  </a:cubicBezTo>
                  <a:cubicBezTo>
                    <a:pt x="427997" y="435508"/>
                    <a:pt x="431130" y="439291"/>
                    <a:pt x="434929" y="450207"/>
                  </a:cubicBezTo>
                  <a:cubicBezTo>
                    <a:pt x="439665" y="463816"/>
                    <a:pt x="439887" y="463061"/>
                    <a:pt x="429332" y="469288"/>
                  </a:cubicBezTo>
                  <a:cubicBezTo>
                    <a:pt x="420856" y="474289"/>
                    <a:pt x="416443" y="474727"/>
                    <a:pt x="376412" y="474534"/>
                  </a:cubicBezTo>
                  <a:cubicBezTo>
                    <a:pt x="334645" y="474334"/>
                    <a:pt x="332739" y="474101"/>
                    <a:pt x="332739" y="469202"/>
                  </a:cubicBezTo>
                  <a:close/>
                </a:path>
              </a:pathLst>
            </a:custGeom>
            <a:solidFill>
              <a:srgbClr val="B9B9B9"/>
            </a:solidFill>
            <a:ln w="5163" cap="flat">
              <a:noFill/>
              <a:prstDash val="solid"/>
              <a:miter/>
            </a:ln>
          </p:spPr>
          <p:txBody>
            <a:bodyPr/>
            <a:lstStyle/>
            <a:p>
              <a:endParaRPr lang="es-419" noProof="0" dirty="0"/>
            </a:p>
          </p:txBody>
        </p:sp>
        <p:sp>
          <p:nvSpPr>
            <p:cNvPr id="77" name="Forma libre: forma 76">
              <a:extLst>
                <a:ext uri="{FF2B5EF4-FFF2-40B4-BE49-F238E27FC236}">
                  <a16:creationId xmlns:a16="http://schemas.microsoft.com/office/drawing/2014/main" id="{B2C46EB5-9B74-88AB-A812-B108201EC280}"/>
                </a:ext>
              </a:extLst>
            </p:cNvPr>
            <p:cNvSpPr/>
            <p:nvPr/>
          </p:nvSpPr>
          <p:spPr>
            <a:xfrm>
              <a:off x="1730874" y="2149721"/>
              <a:ext cx="4491" cy="9472"/>
            </a:xfrm>
            <a:custGeom>
              <a:avLst/>
              <a:gdLst>
                <a:gd name="csX0" fmla="*/ 480 w 4491"/>
                <a:gd name="csY0" fmla="*/ 6821 h 9472"/>
                <a:gd name="csX1" fmla="*/ 1619 w 4491"/>
                <a:gd name="csY1" fmla="*/ 1142 h 9472"/>
                <a:gd name="csX2" fmla="*/ 4491 w 4491"/>
                <a:gd name="csY2" fmla="*/ 3948 h 9472"/>
                <a:gd name="csX3" fmla="*/ 480 w 4491"/>
                <a:gd name="csY3" fmla="*/ 6821 h 9472"/>
              </a:gdLst>
              <a:ahLst/>
              <a:cxnLst>
                <a:cxn ang="0">
                  <a:pos x="csX0" y="csY0"/>
                </a:cxn>
                <a:cxn ang="0">
                  <a:pos x="csX1" y="csY1"/>
                </a:cxn>
                <a:cxn ang="0">
                  <a:pos x="csX2" y="csY2"/>
                </a:cxn>
                <a:cxn ang="0">
                  <a:pos x="csX3" y="csY3"/>
                </a:cxn>
              </a:cxnLst>
              <a:rect l="l" t="t" r="r" b="b"/>
              <a:pathLst>
                <a:path w="4491" h="9472">
                  <a:moveTo>
                    <a:pt x="480" y="6821"/>
                  </a:moveTo>
                  <a:cubicBezTo>
                    <a:pt x="-474" y="5277"/>
                    <a:pt x="39" y="2722"/>
                    <a:pt x="1619" y="1142"/>
                  </a:cubicBezTo>
                  <a:cubicBezTo>
                    <a:pt x="3728" y="-968"/>
                    <a:pt x="4491" y="-222"/>
                    <a:pt x="4491" y="3948"/>
                  </a:cubicBezTo>
                  <a:cubicBezTo>
                    <a:pt x="4491" y="10181"/>
                    <a:pt x="3150" y="11141"/>
                    <a:pt x="480" y="6821"/>
                  </a:cubicBezTo>
                  <a:close/>
                </a:path>
              </a:pathLst>
            </a:custGeom>
            <a:solidFill>
              <a:srgbClr val="00C100"/>
            </a:solidFill>
            <a:ln w="5163" cap="flat">
              <a:noFill/>
              <a:prstDash val="solid"/>
              <a:miter/>
            </a:ln>
          </p:spPr>
          <p:txBody>
            <a:bodyPr/>
            <a:lstStyle/>
            <a:p>
              <a:endParaRPr lang="es-419" noProof="0" dirty="0"/>
            </a:p>
          </p:txBody>
        </p:sp>
      </p:grpSp>
      <p:grpSp>
        <p:nvGrpSpPr>
          <p:cNvPr id="78" name="Gráfico 39">
            <a:extLst>
              <a:ext uri="{FF2B5EF4-FFF2-40B4-BE49-F238E27FC236}">
                <a16:creationId xmlns:a16="http://schemas.microsoft.com/office/drawing/2014/main" id="{A9076931-044C-49CF-C946-B4D8AC870AD7}"/>
              </a:ext>
            </a:extLst>
          </p:cNvPr>
          <p:cNvGrpSpPr/>
          <p:nvPr/>
        </p:nvGrpSpPr>
        <p:grpSpPr>
          <a:xfrm>
            <a:off x="2429776" y="2092540"/>
            <a:ext cx="224135" cy="371419"/>
            <a:chOff x="2429776" y="2092540"/>
            <a:chExt cx="224135" cy="371419"/>
          </a:xfrm>
          <a:solidFill>
            <a:srgbClr val="B9B9B9"/>
          </a:solidFill>
        </p:grpSpPr>
        <p:sp>
          <p:nvSpPr>
            <p:cNvPr id="79" name="Forma libre: forma 78">
              <a:extLst>
                <a:ext uri="{FF2B5EF4-FFF2-40B4-BE49-F238E27FC236}">
                  <a16:creationId xmlns:a16="http://schemas.microsoft.com/office/drawing/2014/main" id="{D4C6740F-0BF7-7BC1-F4CC-581BB732B826}"/>
                </a:ext>
              </a:extLst>
            </p:cNvPr>
            <p:cNvSpPr/>
            <p:nvPr/>
          </p:nvSpPr>
          <p:spPr>
            <a:xfrm>
              <a:off x="2429776" y="2092540"/>
              <a:ext cx="213820" cy="371419"/>
            </a:xfrm>
            <a:custGeom>
              <a:avLst/>
              <a:gdLst>
                <a:gd name="csX0" fmla="*/ 16950 w 213820"/>
                <a:gd name="csY0" fmla="*/ 360449 h 371419"/>
                <a:gd name="csX1" fmla="*/ 11453 w 213820"/>
                <a:gd name="csY1" fmla="*/ 297848 h 371419"/>
                <a:gd name="csX2" fmla="*/ 3696 w 213820"/>
                <a:gd name="csY2" fmla="*/ 222369 h 371419"/>
                <a:gd name="csX3" fmla="*/ 0 w 213820"/>
                <a:gd name="csY3" fmla="*/ 197274 h 371419"/>
                <a:gd name="csX4" fmla="*/ 19120 w 213820"/>
                <a:gd name="csY4" fmla="*/ 182403 h 371419"/>
                <a:gd name="csX5" fmla="*/ 138310 w 213820"/>
                <a:gd name="csY5" fmla="*/ 92657 h 371419"/>
                <a:gd name="csX6" fmla="*/ 152643 w 213820"/>
                <a:gd name="csY6" fmla="*/ 35441 h 371419"/>
                <a:gd name="csX7" fmla="*/ 150658 w 213820"/>
                <a:gd name="csY7" fmla="*/ 20853 h 371419"/>
                <a:gd name="csX8" fmla="*/ 160369 w 213820"/>
                <a:gd name="csY8" fmla="*/ 19300 h 371419"/>
                <a:gd name="csX9" fmla="*/ 171671 w 213820"/>
                <a:gd name="csY9" fmla="*/ 15173 h 371419"/>
                <a:gd name="csX10" fmla="*/ 158173 w 213820"/>
                <a:gd name="csY10" fmla="*/ 10308 h 371419"/>
                <a:gd name="csX11" fmla="*/ 132945 w 213820"/>
                <a:gd name="csY11" fmla="*/ 8975 h 371419"/>
                <a:gd name="csX12" fmla="*/ 120037 w 213820"/>
                <a:gd name="csY12" fmla="*/ 5453 h 371419"/>
                <a:gd name="csX13" fmla="*/ 136817 w 213820"/>
                <a:gd name="csY13" fmla="*/ 5689 h 371419"/>
                <a:gd name="csX14" fmla="*/ 168222 w 213820"/>
                <a:gd name="csY14" fmla="*/ 2321 h 371419"/>
                <a:gd name="csX15" fmla="*/ 193336 w 213820"/>
                <a:gd name="csY15" fmla="*/ 5657 h 371419"/>
                <a:gd name="csX16" fmla="*/ 207546 w 213820"/>
                <a:gd name="csY16" fmla="*/ 12598 h 371419"/>
                <a:gd name="csX17" fmla="*/ 213132 w 213820"/>
                <a:gd name="csY17" fmla="*/ 30004 h 371419"/>
                <a:gd name="csX18" fmla="*/ 187630 w 213820"/>
                <a:gd name="csY18" fmla="*/ 96831 h 371419"/>
                <a:gd name="csX19" fmla="*/ 176562 w 213820"/>
                <a:gd name="csY19" fmla="*/ 115211 h 371419"/>
                <a:gd name="csX20" fmla="*/ 172870 w 213820"/>
                <a:gd name="csY20" fmla="*/ 123601 h 371419"/>
                <a:gd name="csX21" fmla="*/ 166261 w 213820"/>
                <a:gd name="csY21" fmla="*/ 157642 h 371419"/>
                <a:gd name="csX22" fmla="*/ 166219 w 213820"/>
                <a:gd name="csY22" fmla="*/ 169421 h 371419"/>
                <a:gd name="csX23" fmla="*/ 156436 w 213820"/>
                <a:gd name="csY23" fmla="*/ 177166 h 371419"/>
                <a:gd name="csX24" fmla="*/ 152486 w 213820"/>
                <a:gd name="csY24" fmla="*/ 184910 h 371419"/>
                <a:gd name="csX25" fmla="*/ 149724 w 213820"/>
                <a:gd name="csY25" fmla="*/ 180392 h 371419"/>
                <a:gd name="csX26" fmla="*/ 150673 w 213820"/>
                <a:gd name="csY26" fmla="*/ 190434 h 371419"/>
                <a:gd name="csX27" fmla="*/ 157540 w 213820"/>
                <a:gd name="csY27" fmla="*/ 189342 h 371419"/>
                <a:gd name="csX28" fmla="*/ 164336 w 213820"/>
                <a:gd name="csY28" fmla="*/ 186648 h 371419"/>
                <a:gd name="csX29" fmla="*/ 167794 w 213820"/>
                <a:gd name="csY29" fmla="*/ 183969 h 371419"/>
                <a:gd name="csX30" fmla="*/ 171021 w 213820"/>
                <a:gd name="csY30" fmla="*/ 181048 h 371419"/>
                <a:gd name="csX31" fmla="*/ 159467 w 213820"/>
                <a:gd name="csY31" fmla="*/ 208029 h 371419"/>
                <a:gd name="csX32" fmla="*/ 153370 w 213820"/>
                <a:gd name="csY32" fmla="*/ 220699 h 371419"/>
                <a:gd name="csX33" fmla="*/ 158583 w 213820"/>
                <a:gd name="csY33" fmla="*/ 221050 h 371419"/>
                <a:gd name="csX34" fmla="*/ 167434 w 213820"/>
                <a:gd name="csY34" fmla="*/ 216533 h 371419"/>
                <a:gd name="csX35" fmla="*/ 167794 w 213820"/>
                <a:gd name="csY35" fmla="*/ 224277 h 371419"/>
                <a:gd name="csX36" fmla="*/ 162477 w 213820"/>
                <a:gd name="csY36" fmla="*/ 240411 h 371419"/>
                <a:gd name="csX37" fmla="*/ 159980 w 213820"/>
                <a:gd name="csY37" fmla="*/ 264290 h 371419"/>
                <a:gd name="csX38" fmla="*/ 154702 w 213820"/>
                <a:gd name="csY38" fmla="*/ 297848 h 371419"/>
                <a:gd name="csX39" fmla="*/ 147143 w 213820"/>
                <a:gd name="csY39" fmla="*/ 319016 h 371419"/>
                <a:gd name="csX40" fmla="*/ 144561 w 213820"/>
                <a:gd name="csY40" fmla="*/ 314628 h 371419"/>
                <a:gd name="csX41" fmla="*/ 142397 w 213820"/>
                <a:gd name="csY41" fmla="*/ 312692 h 371419"/>
                <a:gd name="csX42" fmla="*/ 133654 w 213820"/>
                <a:gd name="csY42" fmla="*/ 296518 h 371419"/>
                <a:gd name="csX43" fmla="*/ 127870 w 213820"/>
                <a:gd name="csY43" fmla="*/ 279915 h 371419"/>
                <a:gd name="csX44" fmla="*/ 129246 w 213820"/>
                <a:gd name="csY44" fmla="*/ 255255 h 371419"/>
                <a:gd name="csX45" fmla="*/ 125242 w 213820"/>
                <a:gd name="csY45" fmla="*/ 260285 h 371419"/>
                <a:gd name="csX46" fmla="*/ 118479 w 213820"/>
                <a:gd name="csY46" fmla="*/ 266956 h 371419"/>
                <a:gd name="csX47" fmla="*/ 115990 w 213820"/>
                <a:gd name="csY47" fmla="*/ 271823 h 371419"/>
                <a:gd name="csX48" fmla="*/ 103625 w 213820"/>
                <a:gd name="csY48" fmla="*/ 299151 h 371419"/>
                <a:gd name="csX49" fmla="*/ 93086 w 213820"/>
                <a:gd name="csY49" fmla="*/ 304140 h 371419"/>
                <a:gd name="csX50" fmla="*/ 86910 w 213820"/>
                <a:gd name="csY50" fmla="*/ 313522 h 371419"/>
                <a:gd name="csX51" fmla="*/ 79326 w 213820"/>
                <a:gd name="csY51" fmla="*/ 328399 h 371419"/>
                <a:gd name="csX52" fmla="*/ 69895 w 213820"/>
                <a:gd name="csY52" fmla="*/ 347747 h 371419"/>
                <a:gd name="csX53" fmla="*/ 51629 w 213820"/>
                <a:gd name="csY53" fmla="*/ 357222 h 371419"/>
                <a:gd name="csX54" fmla="*/ 36622 w 213820"/>
                <a:gd name="csY54" fmla="*/ 363051 h 371419"/>
                <a:gd name="csX55" fmla="*/ 27100 w 213820"/>
                <a:gd name="csY55" fmla="*/ 371420 h 371419"/>
                <a:gd name="csX56" fmla="*/ 16950 w 213820"/>
                <a:gd name="csY56" fmla="*/ 360449 h 3714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Lst>
              <a:rect l="l" t="t" r="r" b="b"/>
              <a:pathLst>
                <a:path w="213820" h="371419">
                  <a:moveTo>
                    <a:pt x="16950" y="360449"/>
                  </a:moveTo>
                  <a:cubicBezTo>
                    <a:pt x="16160" y="354414"/>
                    <a:pt x="13687" y="326244"/>
                    <a:pt x="11453" y="297848"/>
                  </a:cubicBezTo>
                  <a:cubicBezTo>
                    <a:pt x="9219" y="269452"/>
                    <a:pt x="5728" y="235487"/>
                    <a:pt x="3696" y="222369"/>
                  </a:cubicBezTo>
                  <a:cubicBezTo>
                    <a:pt x="1663" y="209251"/>
                    <a:pt x="0" y="197958"/>
                    <a:pt x="0" y="197274"/>
                  </a:cubicBezTo>
                  <a:cubicBezTo>
                    <a:pt x="0" y="196590"/>
                    <a:pt x="8604" y="189898"/>
                    <a:pt x="19120" y="182403"/>
                  </a:cubicBezTo>
                  <a:cubicBezTo>
                    <a:pt x="45138" y="163860"/>
                    <a:pt x="131668" y="98706"/>
                    <a:pt x="138310" y="92657"/>
                  </a:cubicBezTo>
                  <a:cubicBezTo>
                    <a:pt x="147047" y="84700"/>
                    <a:pt x="155017" y="52884"/>
                    <a:pt x="152643" y="35441"/>
                  </a:cubicBezTo>
                  <a:lnTo>
                    <a:pt x="150658" y="20853"/>
                  </a:lnTo>
                  <a:lnTo>
                    <a:pt x="160369" y="19300"/>
                  </a:lnTo>
                  <a:cubicBezTo>
                    <a:pt x="165710" y="18446"/>
                    <a:pt x="170796" y="16589"/>
                    <a:pt x="171671" y="15173"/>
                  </a:cubicBezTo>
                  <a:cubicBezTo>
                    <a:pt x="174939" y="9885"/>
                    <a:pt x="170188" y="8173"/>
                    <a:pt x="158173" y="10308"/>
                  </a:cubicBezTo>
                  <a:cubicBezTo>
                    <a:pt x="149606" y="11830"/>
                    <a:pt x="141919" y="11424"/>
                    <a:pt x="132945" y="8975"/>
                  </a:cubicBezTo>
                  <a:lnTo>
                    <a:pt x="120037" y="5453"/>
                  </a:lnTo>
                  <a:lnTo>
                    <a:pt x="136817" y="5689"/>
                  </a:lnTo>
                  <a:cubicBezTo>
                    <a:pt x="146045" y="5819"/>
                    <a:pt x="160178" y="4304"/>
                    <a:pt x="168222" y="2321"/>
                  </a:cubicBezTo>
                  <a:cubicBezTo>
                    <a:pt x="182583" y="-1218"/>
                    <a:pt x="183037" y="-1158"/>
                    <a:pt x="193336" y="5657"/>
                  </a:cubicBezTo>
                  <a:cubicBezTo>
                    <a:pt x="199104" y="9475"/>
                    <a:pt x="205499" y="12598"/>
                    <a:pt x="207546" y="12598"/>
                  </a:cubicBezTo>
                  <a:cubicBezTo>
                    <a:pt x="210236" y="12598"/>
                    <a:pt x="211785" y="17427"/>
                    <a:pt x="213132" y="30004"/>
                  </a:cubicBezTo>
                  <a:cubicBezTo>
                    <a:pt x="216062" y="57367"/>
                    <a:pt x="210014" y="73217"/>
                    <a:pt x="187630" y="96831"/>
                  </a:cubicBezTo>
                  <a:cubicBezTo>
                    <a:pt x="182422" y="102326"/>
                    <a:pt x="177441" y="110596"/>
                    <a:pt x="176562" y="115211"/>
                  </a:cubicBezTo>
                  <a:cubicBezTo>
                    <a:pt x="175683" y="119825"/>
                    <a:pt x="174022" y="123601"/>
                    <a:pt x="172870" y="123601"/>
                  </a:cubicBezTo>
                  <a:cubicBezTo>
                    <a:pt x="168512" y="123601"/>
                    <a:pt x="164964" y="141879"/>
                    <a:pt x="166261" y="157642"/>
                  </a:cubicBezTo>
                  <a:cubicBezTo>
                    <a:pt x="166999" y="166605"/>
                    <a:pt x="166980" y="171906"/>
                    <a:pt x="166219" y="169421"/>
                  </a:cubicBezTo>
                  <a:cubicBezTo>
                    <a:pt x="163842" y="161666"/>
                    <a:pt x="160352" y="164428"/>
                    <a:pt x="156436" y="177166"/>
                  </a:cubicBezTo>
                  <a:cubicBezTo>
                    <a:pt x="154362" y="183910"/>
                    <a:pt x="152584" y="187395"/>
                    <a:pt x="152486" y="184910"/>
                  </a:cubicBezTo>
                  <a:cubicBezTo>
                    <a:pt x="152387" y="182425"/>
                    <a:pt x="151144" y="180392"/>
                    <a:pt x="149724" y="180392"/>
                  </a:cubicBezTo>
                  <a:cubicBezTo>
                    <a:pt x="145947" y="180392"/>
                    <a:pt x="146574" y="187032"/>
                    <a:pt x="150673" y="190434"/>
                  </a:cubicBezTo>
                  <a:cubicBezTo>
                    <a:pt x="153362" y="192666"/>
                    <a:pt x="154997" y="192406"/>
                    <a:pt x="157540" y="189342"/>
                  </a:cubicBezTo>
                  <a:cubicBezTo>
                    <a:pt x="159375" y="187130"/>
                    <a:pt x="162434" y="185918"/>
                    <a:pt x="164336" y="186648"/>
                  </a:cubicBezTo>
                  <a:cubicBezTo>
                    <a:pt x="166311" y="187405"/>
                    <a:pt x="167794" y="186256"/>
                    <a:pt x="167794" y="183969"/>
                  </a:cubicBezTo>
                  <a:cubicBezTo>
                    <a:pt x="167794" y="181765"/>
                    <a:pt x="169246" y="180451"/>
                    <a:pt x="171021" y="181048"/>
                  </a:cubicBezTo>
                  <a:cubicBezTo>
                    <a:pt x="178588" y="183594"/>
                    <a:pt x="167396" y="209728"/>
                    <a:pt x="159467" y="208029"/>
                  </a:cubicBezTo>
                  <a:cubicBezTo>
                    <a:pt x="155365" y="207150"/>
                    <a:pt x="151352" y="215489"/>
                    <a:pt x="153370" y="220699"/>
                  </a:cubicBezTo>
                  <a:cubicBezTo>
                    <a:pt x="155154" y="225305"/>
                    <a:pt x="155436" y="225324"/>
                    <a:pt x="158583" y="221050"/>
                  </a:cubicBezTo>
                  <a:cubicBezTo>
                    <a:pt x="160413" y="218566"/>
                    <a:pt x="164395" y="216533"/>
                    <a:pt x="167434" y="216533"/>
                  </a:cubicBezTo>
                  <a:cubicBezTo>
                    <a:pt x="174275" y="216533"/>
                    <a:pt x="174331" y="217740"/>
                    <a:pt x="167794" y="224277"/>
                  </a:cubicBezTo>
                  <a:cubicBezTo>
                    <a:pt x="164323" y="227748"/>
                    <a:pt x="162581" y="233035"/>
                    <a:pt x="162477" y="240411"/>
                  </a:cubicBezTo>
                  <a:cubicBezTo>
                    <a:pt x="162393" y="246445"/>
                    <a:pt x="161269" y="257191"/>
                    <a:pt x="159980" y="264290"/>
                  </a:cubicBezTo>
                  <a:cubicBezTo>
                    <a:pt x="158691" y="271389"/>
                    <a:pt x="156316" y="286490"/>
                    <a:pt x="154702" y="297848"/>
                  </a:cubicBezTo>
                  <a:cubicBezTo>
                    <a:pt x="152051" y="316511"/>
                    <a:pt x="147143" y="330254"/>
                    <a:pt x="147143" y="319016"/>
                  </a:cubicBezTo>
                  <a:cubicBezTo>
                    <a:pt x="147143" y="316603"/>
                    <a:pt x="145981" y="314628"/>
                    <a:pt x="144561" y="314628"/>
                  </a:cubicBezTo>
                  <a:cubicBezTo>
                    <a:pt x="143141" y="314628"/>
                    <a:pt x="142167" y="313757"/>
                    <a:pt x="142397" y="312692"/>
                  </a:cubicBezTo>
                  <a:cubicBezTo>
                    <a:pt x="143282" y="308582"/>
                    <a:pt x="136781" y="296556"/>
                    <a:pt x="133654" y="296518"/>
                  </a:cubicBezTo>
                  <a:cubicBezTo>
                    <a:pt x="125264" y="296417"/>
                    <a:pt x="123998" y="292782"/>
                    <a:pt x="127870" y="279915"/>
                  </a:cubicBezTo>
                  <a:cubicBezTo>
                    <a:pt x="132191" y="265558"/>
                    <a:pt x="132766" y="255255"/>
                    <a:pt x="129246" y="255255"/>
                  </a:cubicBezTo>
                  <a:cubicBezTo>
                    <a:pt x="127923" y="255255"/>
                    <a:pt x="126121" y="257518"/>
                    <a:pt x="125242" y="260285"/>
                  </a:cubicBezTo>
                  <a:cubicBezTo>
                    <a:pt x="124364" y="263052"/>
                    <a:pt x="121321" y="266054"/>
                    <a:pt x="118479" y="266956"/>
                  </a:cubicBezTo>
                  <a:cubicBezTo>
                    <a:pt x="114695" y="268157"/>
                    <a:pt x="114029" y="269460"/>
                    <a:pt x="115990" y="271823"/>
                  </a:cubicBezTo>
                  <a:cubicBezTo>
                    <a:pt x="120178" y="276868"/>
                    <a:pt x="111817" y="295346"/>
                    <a:pt x="103625" y="299151"/>
                  </a:cubicBezTo>
                  <a:cubicBezTo>
                    <a:pt x="99874" y="300894"/>
                    <a:pt x="95131" y="303139"/>
                    <a:pt x="93086" y="304140"/>
                  </a:cubicBezTo>
                  <a:cubicBezTo>
                    <a:pt x="91041" y="305142"/>
                    <a:pt x="88261" y="309364"/>
                    <a:pt x="86910" y="313522"/>
                  </a:cubicBezTo>
                  <a:cubicBezTo>
                    <a:pt x="85558" y="317680"/>
                    <a:pt x="82145" y="324374"/>
                    <a:pt x="79326" y="328399"/>
                  </a:cubicBezTo>
                  <a:cubicBezTo>
                    <a:pt x="76507" y="332423"/>
                    <a:pt x="72263" y="341130"/>
                    <a:pt x="69895" y="347747"/>
                  </a:cubicBezTo>
                  <a:cubicBezTo>
                    <a:pt x="65145" y="361024"/>
                    <a:pt x="59224" y="364095"/>
                    <a:pt x="51629" y="357222"/>
                  </a:cubicBezTo>
                  <a:cubicBezTo>
                    <a:pt x="44314" y="350602"/>
                    <a:pt x="37572" y="353221"/>
                    <a:pt x="36622" y="363051"/>
                  </a:cubicBezTo>
                  <a:cubicBezTo>
                    <a:pt x="35885" y="370676"/>
                    <a:pt x="35039" y="371420"/>
                    <a:pt x="27100" y="371420"/>
                  </a:cubicBezTo>
                  <a:cubicBezTo>
                    <a:pt x="18795" y="371420"/>
                    <a:pt x="18319" y="370905"/>
                    <a:pt x="16950" y="360449"/>
                  </a:cubicBezTo>
                  <a:close/>
                </a:path>
              </a:pathLst>
            </a:custGeom>
            <a:solidFill>
              <a:srgbClr val="B9B9B9"/>
            </a:solidFill>
            <a:ln w="5163" cap="flat">
              <a:noFill/>
              <a:prstDash val="solid"/>
              <a:miter/>
            </a:ln>
          </p:spPr>
          <p:txBody>
            <a:bodyPr/>
            <a:lstStyle/>
            <a:p>
              <a:endParaRPr lang="es-419" noProof="0" dirty="0"/>
            </a:p>
          </p:txBody>
        </p:sp>
        <p:sp>
          <p:nvSpPr>
            <p:cNvPr id="80" name="Forma libre: forma 79">
              <a:extLst>
                <a:ext uri="{FF2B5EF4-FFF2-40B4-BE49-F238E27FC236}">
                  <a16:creationId xmlns:a16="http://schemas.microsoft.com/office/drawing/2014/main" id="{771B55DE-77E1-E243-20D1-543A41509242}"/>
                </a:ext>
              </a:extLst>
            </p:cNvPr>
            <p:cNvSpPr/>
            <p:nvPr/>
          </p:nvSpPr>
          <p:spPr>
            <a:xfrm>
              <a:off x="2598432" y="2301328"/>
              <a:ext cx="4301" cy="5162"/>
            </a:xfrm>
            <a:custGeom>
              <a:avLst/>
              <a:gdLst>
                <a:gd name="csX0" fmla="*/ 429 w 4301"/>
                <a:gd name="csY0" fmla="*/ 2581 h 5162"/>
                <a:gd name="csX1" fmla="*/ 1567 w 4301"/>
                <a:gd name="csY1" fmla="*/ 0 h 5162"/>
                <a:gd name="csX2" fmla="*/ 4301 w 4301"/>
                <a:gd name="csY2" fmla="*/ 2581 h 5162"/>
                <a:gd name="csX3" fmla="*/ 3163 w 4301"/>
                <a:gd name="csY3" fmla="*/ 5163 h 5162"/>
                <a:gd name="csX4" fmla="*/ 429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429" y="2581"/>
                  </a:moveTo>
                  <a:cubicBezTo>
                    <a:pt x="-448" y="1162"/>
                    <a:pt x="64" y="0"/>
                    <a:pt x="1567" y="0"/>
                  </a:cubicBezTo>
                  <a:cubicBezTo>
                    <a:pt x="3071" y="0"/>
                    <a:pt x="4301" y="1162"/>
                    <a:pt x="4301" y="2581"/>
                  </a:cubicBezTo>
                  <a:cubicBezTo>
                    <a:pt x="4301" y="4001"/>
                    <a:pt x="3789" y="5163"/>
                    <a:pt x="3163" y="5163"/>
                  </a:cubicBezTo>
                  <a:cubicBezTo>
                    <a:pt x="2537" y="5163"/>
                    <a:pt x="1307" y="4001"/>
                    <a:pt x="429" y="2581"/>
                  </a:cubicBezTo>
                  <a:close/>
                </a:path>
              </a:pathLst>
            </a:custGeom>
            <a:solidFill>
              <a:srgbClr val="B9B9B9"/>
            </a:solidFill>
            <a:ln w="5163" cap="flat">
              <a:noFill/>
              <a:prstDash val="solid"/>
              <a:miter/>
            </a:ln>
          </p:spPr>
          <p:txBody>
            <a:bodyPr/>
            <a:lstStyle/>
            <a:p>
              <a:endParaRPr lang="es-419" noProof="0" dirty="0"/>
            </a:p>
          </p:txBody>
        </p:sp>
        <p:sp>
          <p:nvSpPr>
            <p:cNvPr id="81" name="Forma libre: forma 80">
              <a:extLst>
                <a:ext uri="{FF2B5EF4-FFF2-40B4-BE49-F238E27FC236}">
                  <a16:creationId xmlns:a16="http://schemas.microsoft.com/office/drawing/2014/main" id="{91F94C3F-FEC7-F13F-F71B-049A821A331A}"/>
                </a:ext>
              </a:extLst>
            </p:cNvPr>
            <p:cNvSpPr/>
            <p:nvPr/>
          </p:nvSpPr>
          <p:spPr>
            <a:xfrm>
              <a:off x="2631714" y="2178527"/>
              <a:ext cx="22197" cy="31992"/>
            </a:xfrm>
            <a:custGeom>
              <a:avLst/>
              <a:gdLst>
                <a:gd name="csX0" fmla="*/ 471 w 22197"/>
                <a:gd name="csY0" fmla="*/ 28899 h 31992"/>
                <a:gd name="csX1" fmla="*/ 9355 w 22197"/>
                <a:gd name="csY1" fmla="*/ 4976 h 31992"/>
                <a:gd name="csX2" fmla="*/ 18130 w 22197"/>
                <a:gd name="csY2" fmla="*/ 1262 h 31992"/>
                <a:gd name="csX3" fmla="*/ 15361 w 22197"/>
                <a:gd name="csY3" fmla="*/ 16772 h 31992"/>
                <a:gd name="csX4" fmla="*/ 471 w 22197"/>
                <a:gd name="csY4" fmla="*/ 28899 h 31992"/>
              </a:gdLst>
              <a:ahLst/>
              <a:cxnLst>
                <a:cxn ang="0">
                  <a:pos x="csX0" y="csY0"/>
                </a:cxn>
                <a:cxn ang="0">
                  <a:pos x="csX1" y="csY1"/>
                </a:cxn>
                <a:cxn ang="0">
                  <a:pos x="csX2" y="csY2"/>
                </a:cxn>
                <a:cxn ang="0">
                  <a:pos x="csX3" y="csY3"/>
                </a:cxn>
                <a:cxn ang="0">
                  <a:pos x="csX4" y="csY4"/>
                </a:cxn>
              </a:cxnLst>
              <a:rect l="l" t="t" r="r" b="b"/>
              <a:pathLst>
                <a:path w="22197" h="31992">
                  <a:moveTo>
                    <a:pt x="471" y="28899"/>
                  </a:moveTo>
                  <a:cubicBezTo>
                    <a:pt x="-1762" y="23078"/>
                    <a:pt x="4399" y="6487"/>
                    <a:pt x="9355" y="4976"/>
                  </a:cubicBezTo>
                  <a:cubicBezTo>
                    <a:pt x="11697" y="4262"/>
                    <a:pt x="15646" y="2591"/>
                    <a:pt x="18130" y="1262"/>
                  </a:cubicBezTo>
                  <a:cubicBezTo>
                    <a:pt x="24115" y="-1937"/>
                    <a:pt x="23741" y="160"/>
                    <a:pt x="15361" y="16772"/>
                  </a:cubicBezTo>
                  <a:cubicBezTo>
                    <a:pt x="7920" y="31524"/>
                    <a:pt x="3013" y="35521"/>
                    <a:pt x="471" y="28899"/>
                  </a:cubicBezTo>
                  <a:close/>
                </a:path>
              </a:pathLst>
            </a:custGeom>
            <a:solidFill>
              <a:srgbClr val="B9B9B9"/>
            </a:solidFill>
            <a:ln w="5163" cap="flat">
              <a:noFill/>
              <a:prstDash val="solid"/>
              <a:miter/>
            </a:ln>
          </p:spPr>
          <p:txBody>
            <a:bodyPr/>
            <a:lstStyle/>
            <a:p>
              <a:endParaRPr lang="es-419" noProof="0" dirty="0"/>
            </a:p>
          </p:txBody>
        </p:sp>
        <p:sp>
          <p:nvSpPr>
            <p:cNvPr id="82" name="Forma libre: forma 81">
              <a:extLst>
                <a:ext uri="{FF2B5EF4-FFF2-40B4-BE49-F238E27FC236}">
                  <a16:creationId xmlns:a16="http://schemas.microsoft.com/office/drawing/2014/main" id="{5234FF99-05BC-070C-265D-F4EC0BF11ADD}"/>
                </a:ext>
              </a:extLst>
            </p:cNvPr>
            <p:cNvSpPr/>
            <p:nvPr/>
          </p:nvSpPr>
          <p:spPr>
            <a:xfrm>
              <a:off x="2646618" y="2128371"/>
              <a:ext cx="5162" cy="6756"/>
            </a:xfrm>
            <a:custGeom>
              <a:avLst/>
              <a:gdLst>
                <a:gd name="csX0" fmla="*/ 0 w 5162"/>
                <a:gd name="csY0" fmla="*/ 4025 h 6756"/>
                <a:gd name="csX1" fmla="*/ 2581 w 5162"/>
                <a:gd name="csY1" fmla="*/ 0 h 6756"/>
                <a:gd name="csX2" fmla="*/ 5163 w 5162"/>
                <a:gd name="csY2" fmla="*/ 2429 h 6756"/>
                <a:gd name="csX3" fmla="*/ 2581 w 5162"/>
                <a:gd name="csY3" fmla="*/ 6454 h 6756"/>
                <a:gd name="csX4" fmla="*/ 0 w 5162"/>
                <a:gd name="csY4" fmla="*/ 4025 h 6756"/>
              </a:gdLst>
              <a:ahLst/>
              <a:cxnLst>
                <a:cxn ang="0">
                  <a:pos x="csX0" y="csY0"/>
                </a:cxn>
                <a:cxn ang="0">
                  <a:pos x="csX1" y="csY1"/>
                </a:cxn>
                <a:cxn ang="0">
                  <a:pos x="csX2" y="csY2"/>
                </a:cxn>
                <a:cxn ang="0">
                  <a:pos x="csX3" y="csY3"/>
                </a:cxn>
                <a:cxn ang="0">
                  <a:pos x="csX4" y="csY4"/>
                </a:cxn>
              </a:cxnLst>
              <a:rect l="l" t="t" r="r" b="b"/>
              <a:pathLst>
                <a:path w="5162" h="6756">
                  <a:moveTo>
                    <a:pt x="0" y="4025"/>
                  </a:moveTo>
                  <a:cubicBezTo>
                    <a:pt x="0" y="1811"/>
                    <a:pt x="1162" y="0"/>
                    <a:pt x="2581" y="0"/>
                  </a:cubicBezTo>
                  <a:cubicBezTo>
                    <a:pt x="4001" y="0"/>
                    <a:pt x="5163" y="1093"/>
                    <a:pt x="5163" y="2429"/>
                  </a:cubicBezTo>
                  <a:cubicBezTo>
                    <a:pt x="5163" y="3765"/>
                    <a:pt x="4001" y="5576"/>
                    <a:pt x="2581" y="6454"/>
                  </a:cubicBezTo>
                  <a:cubicBezTo>
                    <a:pt x="1162" y="7331"/>
                    <a:pt x="0" y="6238"/>
                    <a:pt x="0" y="4025"/>
                  </a:cubicBezTo>
                  <a:close/>
                </a:path>
              </a:pathLst>
            </a:custGeom>
            <a:solidFill>
              <a:srgbClr val="B9B9B9"/>
            </a:solidFill>
            <a:ln w="5163" cap="flat">
              <a:noFill/>
              <a:prstDash val="solid"/>
              <a:miter/>
            </a:ln>
          </p:spPr>
          <p:txBody>
            <a:bodyPr/>
            <a:lstStyle/>
            <a:p>
              <a:endParaRPr lang="es-419" noProof="0" dirty="0"/>
            </a:p>
          </p:txBody>
        </p:sp>
        <p:sp>
          <p:nvSpPr>
            <p:cNvPr id="83" name="Forma libre: forma 82">
              <a:extLst>
                <a:ext uri="{FF2B5EF4-FFF2-40B4-BE49-F238E27FC236}">
                  <a16:creationId xmlns:a16="http://schemas.microsoft.com/office/drawing/2014/main" id="{4260BC48-346D-4F42-C0EB-7F424A8D817E}"/>
                </a:ext>
              </a:extLst>
            </p:cNvPr>
            <p:cNvSpPr/>
            <p:nvPr/>
          </p:nvSpPr>
          <p:spPr>
            <a:xfrm>
              <a:off x="2646618" y="2110301"/>
              <a:ext cx="4301" cy="5162"/>
            </a:xfrm>
            <a:custGeom>
              <a:avLst/>
              <a:gdLst>
                <a:gd name="csX0" fmla="*/ 0 w 4301"/>
                <a:gd name="csY0" fmla="*/ 2581 h 5162"/>
                <a:gd name="csX1" fmla="*/ 1138 w 4301"/>
                <a:gd name="csY1" fmla="*/ 0 h 5162"/>
                <a:gd name="csX2" fmla="*/ 3872 w 4301"/>
                <a:gd name="csY2" fmla="*/ 2581 h 5162"/>
                <a:gd name="csX3" fmla="*/ 2734 w 4301"/>
                <a:gd name="csY3" fmla="*/ 5163 h 5162"/>
                <a:gd name="csX4" fmla="*/ 0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0" y="2581"/>
                  </a:moveTo>
                  <a:cubicBezTo>
                    <a:pt x="0" y="1162"/>
                    <a:pt x="512" y="0"/>
                    <a:pt x="1138" y="0"/>
                  </a:cubicBezTo>
                  <a:cubicBezTo>
                    <a:pt x="1765" y="0"/>
                    <a:pt x="2995" y="1162"/>
                    <a:pt x="3872" y="2581"/>
                  </a:cubicBezTo>
                  <a:cubicBezTo>
                    <a:pt x="4750" y="4001"/>
                    <a:pt x="4237" y="5163"/>
                    <a:pt x="2734" y="5163"/>
                  </a:cubicBezTo>
                  <a:cubicBezTo>
                    <a:pt x="1230" y="5163"/>
                    <a:pt x="0" y="4001"/>
                    <a:pt x="0" y="2581"/>
                  </a:cubicBezTo>
                  <a:close/>
                </a:path>
              </a:pathLst>
            </a:custGeom>
            <a:solidFill>
              <a:srgbClr val="B9B9B9"/>
            </a:solidFill>
            <a:ln w="5163" cap="flat">
              <a:noFill/>
              <a:prstDash val="solid"/>
              <a:miter/>
            </a:ln>
          </p:spPr>
          <p:txBody>
            <a:bodyPr/>
            <a:lstStyle/>
            <a:p>
              <a:endParaRPr lang="es-419" noProof="0" dirty="0"/>
            </a:p>
          </p:txBody>
        </p:sp>
      </p:grpSp>
      <p:grpSp>
        <p:nvGrpSpPr>
          <p:cNvPr id="84" name="Gráfico 39">
            <a:extLst>
              <a:ext uri="{FF2B5EF4-FFF2-40B4-BE49-F238E27FC236}">
                <a16:creationId xmlns:a16="http://schemas.microsoft.com/office/drawing/2014/main" id="{4A7413F3-468E-E53D-D803-FE056A90E63F}"/>
              </a:ext>
            </a:extLst>
          </p:cNvPr>
          <p:cNvGrpSpPr/>
          <p:nvPr/>
        </p:nvGrpSpPr>
        <p:grpSpPr>
          <a:xfrm>
            <a:off x="924790" y="1999612"/>
            <a:ext cx="235561" cy="223008"/>
            <a:chOff x="924790" y="1999612"/>
            <a:chExt cx="235561" cy="223008"/>
          </a:xfrm>
          <a:solidFill>
            <a:srgbClr val="B9B9B9"/>
          </a:solidFill>
        </p:grpSpPr>
        <p:sp>
          <p:nvSpPr>
            <p:cNvPr id="85" name="Forma libre: forma 84">
              <a:extLst>
                <a:ext uri="{FF2B5EF4-FFF2-40B4-BE49-F238E27FC236}">
                  <a16:creationId xmlns:a16="http://schemas.microsoft.com/office/drawing/2014/main" id="{D71CBF9A-1C68-73AE-6223-155419143FD3}"/>
                </a:ext>
              </a:extLst>
            </p:cNvPr>
            <p:cNvSpPr/>
            <p:nvPr/>
          </p:nvSpPr>
          <p:spPr>
            <a:xfrm>
              <a:off x="1018216" y="1999612"/>
              <a:ext cx="142135" cy="223008"/>
            </a:xfrm>
            <a:custGeom>
              <a:avLst/>
              <a:gdLst>
                <a:gd name="csX0" fmla="*/ 33142 w 142135"/>
                <a:gd name="csY0" fmla="*/ 222624 h 223008"/>
                <a:gd name="csX1" fmla="*/ 24030 w 142135"/>
                <a:gd name="csY1" fmla="*/ 217989 h 223008"/>
                <a:gd name="csX2" fmla="*/ 15077 w 142135"/>
                <a:gd name="csY2" fmla="*/ 214475 h 223008"/>
                <a:gd name="csX3" fmla="*/ 28065 w 142135"/>
                <a:gd name="csY3" fmla="*/ 199749 h 223008"/>
                <a:gd name="csX4" fmla="*/ 39623 w 142135"/>
                <a:gd name="csY4" fmla="*/ 181324 h 223008"/>
                <a:gd name="csX5" fmla="*/ 40552 w 142135"/>
                <a:gd name="csY5" fmla="*/ 163618 h 223008"/>
                <a:gd name="csX6" fmla="*/ 38270 w 142135"/>
                <a:gd name="csY6" fmla="*/ 146871 h 223008"/>
                <a:gd name="csX7" fmla="*/ 31342 w 142135"/>
                <a:gd name="csY7" fmla="*/ 141344 h 223008"/>
                <a:gd name="csX8" fmla="*/ 23064 w 142135"/>
                <a:gd name="csY8" fmla="*/ 130695 h 223008"/>
                <a:gd name="csX9" fmla="*/ 21238 w 142135"/>
                <a:gd name="csY9" fmla="*/ 121015 h 223008"/>
                <a:gd name="csX10" fmla="*/ 21448 w 142135"/>
                <a:gd name="csY10" fmla="*/ 110689 h 223008"/>
                <a:gd name="csX11" fmla="*/ 17417 w 142135"/>
                <a:gd name="csY11" fmla="*/ 113600 h 223008"/>
                <a:gd name="csX12" fmla="*/ 6090 w 142135"/>
                <a:gd name="csY12" fmla="*/ 75839 h 223008"/>
                <a:gd name="csX13" fmla="*/ 446 w 142135"/>
                <a:gd name="csY13" fmla="*/ 49379 h 223008"/>
                <a:gd name="csX14" fmla="*/ 1787 w 142135"/>
                <a:gd name="csY14" fmla="*/ 43571 h 223008"/>
                <a:gd name="csX15" fmla="*/ 4669 w 142135"/>
                <a:gd name="csY15" fmla="*/ 50173 h 223008"/>
                <a:gd name="csX16" fmla="*/ 15640 w 142135"/>
                <a:gd name="csY16" fmla="*/ 55981 h 223008"/>
                <a:gd name="csX17" fmla="*/ 25590 w 142135"/>
                <a:gd name="csY17" fmla="*/ 51315 h 223008"/>
                <a:gd name="csX18" fmla="*/ 21927 w 142135"/>
                <a:gd name="csY18" fmla="*/ 38128 h 223008"/>
                <a:gd name="csX19" fmla="*/ 25126 w 142135"/>
                <a:gd name="csY19" fmla="*/ 20612 h 223008"/>
                <a:gd name="csX20" fmla="*/ 29635 w 142135"/>
                <a:gd name="csY20" fmla="*/ 8944 h 223008"/>
                <a:gd name="csX21" fmla="*/ 56601 w 142135"/>
                <a:gd name="csY21" fmla="*/ 2664 h 223008"/>
                <a:gd name="csX22" fmla="*/ 68014 w 142135"/>
                <a:gd name="csY22" fmla="*/ 14926 h 223008"/>
                <a:gd name="csX23" fmla="*/ 70397 w 142135"/>
                <a:gd name="csY23" fmla="*/ 28730 h 223008"/>
                <a:gd name="csX24" fmla="*/ 64799 w 142135"/>
                <a:gd name="csY24" fmla="*/ 38367 h 223008"/>
                <a:gd name="csX25" fmla="*/ 76515 w 142135"/>
                <a:gd name="csY25" fmla="*/ 47199 h 223008"/>
                <a:gd name="csX26" fmla="*/ 95020 w 142135"/>
                <a:gd name="csY26" fmla="*/ 52596 h 223008"/>
                <a:gd name="csX27" fmla="*/ 116723 w 142135"/>
                <a:gd name="csY27" fmla="*/ 66052 h 223008"/>
                <a:gd name="csX28" fmla="*/ 125419 w 142135"/>
                <a:gd name="csY28" fmla="*/ 64641 h 223008"/>
                <a:gd name="csX29" fmla="*/ 121867 w 142135"/>
                <a:gd name="csY29" fmla="*/ 77984 h 223008"/>
                <a:gd name="csX30" fmla="*/ 126198 w 142135"/>
                <a:gd name="csY30" fmla="*/ 109560 h 223008"/>
                <a:gd name="csX31" fmla="*/ 132452 w 142135"/>
                <a:gd name="csY31" fmla="*/ 130811 h 223008"/>
                <a:gd name="csX32" fmla="*/ 137172 w 142135"/>
                <a:gd name="csY32" fmla="*/ 149525 h 223008"/>
                <a:gd name="csX33" fmla="*/ 126264 w 142135"/>
                <a:gd name="csY33" fmla="*/ 165042 h 223008"/>
                <a:gd name="csX34" fmla="*/ 119713 w 142135"/>
                <a:gd name="csY34" fmla="*/ 162318 h 223008"/>
                <a:gd name="csX35" fmla="*/ 122125 w 142135"/>
                <a:gd name="csY35" fmla="*/ 181310 h 223008"/>
                <a:gd name="csX36" fmla="*/ 122395 w 142135"/>
                <a:gd name="csY36" fmla="*/ 193071 h 223008"/>
                <a:gd name="csX37" fmla="*/ 117050 w 142135"/>
                <a:gd name="csY37" fmla="*/ 205350 h 223008"/>
                <a:gd name="csX38" fmla="*/ 115307 w 142135"/>
                <a:gd name="csY38" fmla="*/ 214639 h 223008"/>
                <a:gd name="csX39" fmla="*/ 105608 w 142135"/>
                <a:gd name="csY39" fmla="*/ 205168 h 223008"/>
                <a:gd name="csX40" fmla="*/ 70306 w 142135"/>
                <a:gd name="csY40" fmla="*/ 198146 h 223008"/>
                <a:gd name="csX41" fmla="*/ 57886 w 142135"/>
                <a:gd name="csY41" fmla="*/ 203581 h 223008"/>
                <a:gd name="csX42" fmla="*/ 42822 w 142135"/>
                <a:gd name="csY42" fmla="*/ 214552 h 223008"/>
                <a:gd name="csX43" fmla="*/ 33142 w 142135"/>
                <a:gd name="csY43" fmla="*/ 222624 h 2230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42135" h="223008">
                  <a:moveTo>
                    <a:pt x="33142" y="222624"/>
                  </a:moveTo>
                  <a:cubicBezTo>
                    <a:pt x="33100" y="221007"/>
                    <a:pt x="28999" y="218922"/>
                    <a:pt x="24030" y="217989"/>
                  </a:cubicBezTo>
                  <a:cubicBezTo>
                    <a:pt x="19061" y="217057"/>
                    <a:pt x="15032" y="215476"/>
                    <a:pt x="15077" y="214475"/>
                  </a:cubicBezTo>
                  <a:cubicBezTo>
                    <a:pt x="15123" y="213475"/>
                    <a:pt x="20967" y="206848"/>
                    <a:pt x="28065" y="199749"/>
                  </a:cubicBezTo>
                  <a:cubicBezTo>
                    <a:pt x="37756" y="190056"/>
                    <a:pt x="40635" y="185467"/>
                    <a:pt x="39623" y="181324"/>
                  </a:cubicBezTo>
                  <a:cubicBezTo>
                    <a:pt x="38882" y="178289"/>
                    <a:pt x="39300" y="170321"/>
                    <a:pt x="40552" y="163618"/>
                  </a:cubicBezTo>
                  <a:cubicBezTo>
                    <a:pt x="42457" y="153420"/>
                    <a:pt x="42085" y="150686"/>
                    <a:pt x="38270" y="146871"/>
                  </a:cubicBezTo>
                  <a:cubicBezTo>
                    <a:pt x="35762" y="144363"/>
                    <a:pt x="32644" y="141876"/>
                    <a:pt x="31342" y="141344"/>
                  </a:cubicBezTo>
                  <a:cubicBezTo>
                    <a:pt x="30039" y="140811"/>
                    <a:pt x="26314" y="136019"/>
                    <a:pt x="23064" y="130695"/>
                  </a:cubicBezTo>
                  <a:cubicBezTo>
                    <a:pt x="18146" y="122638"/>
                    <a:pt x="17840" y="121015"/>
                    <a:pt x="21238" y="121015"/>
                  </a:cubicBezTo>
                  <a:cubicBezTo>
                    <a:pt x="26407" y="121015"/>
                    <a:pt x="26532" y="114908"/>
                    <a:pt x="21448" y="110689"/>
                  </a:cubicBezTo>
                  <a:cubicBezTo>
                    <a:pt x="18195" y="107989"/>
                    <a:pt x="17551" y="108454"/>
                    <a:pt x="17417" y="113600"/>
                  </a:cubicBezTo>
                  <a:cubicBezTo>
                    <a:pt x="17202" y="121855"/>
                    <a:pt x="11362" y="102386"/>
                    <a:pt x="6090" y="75839"/>
                  </a:cubicBezTo>
                  <a:cubicBezTo>
                    <a:pt x="3834" y="64481"/>
                    <a:pt x="1295" y="52574"/>
                    <a:pt x="446" y="49379"/>
                  </a:cubicBezTo>
                  <a:cubicBezTo>
                    <a:pt x="-477" y="45903"/>
                    <a:pt x="61" y="43571"/>
                    <a:pt x="1787" y="43571"/>
                  </a:cubicBezTo>
                  <a:cubicBezTo>
                    <a:pt x="3372" y="43571"/>
                    <a:pt x="4669" y="46542"/>
                    <a:pt x="4669" y="50173"/>
                  </a:cubicBezTo>
                  <a:cubicBezTo>
                    <a:pt x="4669" y="56344"/>
                    <a:pt x="5386" y="56723"/>
                    <a:pt x="15640" y="55981"/>
                  </a:cubicBezTo>
                  <a:cubicBezTo>
                    <a:pt x="23894" y="55384"/>
                    <a:pt x="26358" y="54229"/>
                    <a:pt x="25590" y="51315"/>
                  </a:cubicBezTo>
                  <a:cubicBezTo>
                    <a:pt x="25028" y="49186"/>
                    <a:pt x="23380" y="43251"/>
                    <a:pt x="21927" y="38128"/>
                  </a:cubicBezTo>
                  <a:cubicBezTo>
                    <a:pt x="19644" y="30074"/>
                    <a:pt x="20076" y="27703"/>
                    <a:pt x="25126" y="20612"/>
                  </a:cubicBezTo>
                  <a:cubicBezTo>
                    <a:pt x="28338" y="16101"/>
                    <a:pt x="30367" y="10851"/>
                    <a:pt x="29635" y="8944"/>
                  </a:cubicBezTo>
                  <a:cubicBezTo>
                    <a:pt x="26306" y="269"/>
                    <a:pt x="38854" y="-2653"/>
                    <a:pt x="56601" y="2664"/>
                  </a:cubicBezTo>
                  <a:cubicBezTo>
                    <a:pt x="65243" y="5253"/>
                    <a:pt x="66731" y="6851"/>
                    <a:pt x="68014" y="14926"/>
                  </a:cubicBezTo>
                  <a:cubicBezTo>
                    <a:pt x="68826" y="20032"/>
                    <a:pt x="69898" y="26244"/>
                    <a:pt x="70397" y="28730"/>
                  </a:cubicBezTo>
                  <a:cubicBezTo>
                    <a:pt x="70908" y="31276"/>
                    <a:pt x="68463" y="35485"/>
                    <a:pt x="64799" y="38367"/>
                  </a:cubicBezTo>
                  <a:cubicBezTo>
                    <a:pt x="52677" y="47902"/>
                    <a:pt x="63675" y="56192"/>
                    <a:pt x="76515" y="47199"/>
                  </a:cubicBezTo>
                  <a:cubicBezTo>
                    <a:pt x="84862" y="41352"/>
                    <a:pt x="95020" y="44315"/>
                    <a:pt x="95020" y="52596"/>
                  </a:cubicBezTo>
                  <a:cubicBezTo>
                    <a:pt x="95020" y="61383"/>
                    <a:pt x="105491" y="67875"/>
                    <a:pt x="116723" y="66052"/>
                  </a:cubicBezTo>
                  <a:lnTo>
                    <a:pt x="125419" y="64641"/>
                  </a:lnTo>
                  <a:lnTo>
                    <a:pt x="121867" y="77984"/>
                  </a:lnTo>
                  <a:cubicBezTo>
                    <a:pt x="116766" y="97143"/>
                    <a:pt x="117305" y="101074"/>
                    <a:pt x="126198" y="109560"/>
                  </a:cubicBezTo>
                  <a:cubicBezTo>
                    <a:pt x="133696" y="116715"/>
                    <a:pt x="134049" y="117914"/>
                    <a:pt x="132452" y="130811"/>
                  </a:cubicBezTo>
                  <a:cubicBezTo>
                    <a:pt x="130905" y="143306"/>
                    <a:pt x="131310" y="144914"/>
                    <a:pt x="137172" y="149525"/>
                  </a:cubicBezTo>
                  <a:cubicBezTo>
                    <a:pt x="148350" y="158317"/>
                    <a:pt x="138877" y="171792"/>
                    <a:pt x="126264" y="165042"/>
                  </a:cubicBezTo>
                  <a:cubicBezTo>
                    <a:pt x="123464" y="163544"/>
                    <a:pt x="120516" y="162318"/>
                    <a:pt x="119713" y="162318"/>
                  </a:cubicBezTo>
                  <a:cubicBezTo>
                    <a:pt x="116537" y="162318"/>
                    <a:pt x="118487" y="177672"/>
                    <a:pt x="122125" y="181310"/>
                  </a:cubicBezTo>
                  <a:cubicBezTo>
                    <a:pt x="126947" y="186132"/>
                    <a:pt x="127019" y="189234"/>
                    <a:pt x="122395" y="193071"/>
                  </a:cubicBezTo>
                  <a:cubicBezTo>
                    <a:pt x="120414" y="194715"/>
                    <a:pt x="118009" y="200241"/>
                    <a:pt x="117050" y="205350"/>
                  </a:cubicBezTo>
                  <a:lnTo>
                    <a:pt x="115307" y="214639"/>
                  </a:lnTo>
                  <a:lnTo>
                    <a:pt x="105608" y="205168"/>
                  </a:lnTo>
                  <a:cubicBezTo>
                    <a:pt x="93087" y="192941"/>
                    <a:pt x="80185" y="190375"/>
                    <a:pt x="70306" y="198146"/>
                  </a:cubicBezTo>
                  <a:cubicBezTo>
                    <a:pt x="66478" y="201157"/>
                    <a:pt x="60889" y="203603"/>
                    <a:pt x="57886" y="203581"/>
                  </a:cubicBezTo>
                  <a:cubicBezTo>
                    <a:pt x="54649" y="203557"/>
                    <a:pt x="48516" y="208024"/>
                    <a:pt x="42822" y="214552"/>
                  </a:cubicBezTo>
                  <a:cubicBezTo>
                    <a:pt x="37540" y="220608"/>
                    <a:pt x="33184" y="224241"/>
                    <a:pt x="33142" y="222624"/>
                  </a:cubicBezTo>
                  <a:close/>
                </a:path>
              </a:pathLst>
            </a:custGeom>
            <a:solidFill>
              <a:srgbClr val="B9B9B9"/>
            </a:solidFill>
            <a:ln w="5163" cap="flat">
              <a:noFill/>
              <a:prstDash val="solid"/>
              <a:miter/>
            </a:ln>
          </p:spPr>
          <p:txBody>
            <a:bodyPr/>
            <a:lstStyle/>
            <a:p>
              <a:endParaRPr lang="es-419" noProof="0" dirty="0"/>
            </a:p>
          </p:txBody>
        </p:sp>
        <p:sp>
          <p:nvSpPr>
            <p:cNvPr id="86" name="Forma libre: forma 85">
              <a:extLst>
                <a:ext uri="{FF2B5EF4-FFF2-40B4-BE49-F238E27FC236}">
                  <a16:creationId xmlns:a16="http://schemas.microsoft.com/office/drawing/2014/main" id="{323197C5-E12B-80E3-AD88-64FB866E8B8F}"/>
                </a:ext>
              </a:extLst>
            </p:cNvPr>
            <p:cNvSpPr/>
            <p:nvPr/>
          </p:nvSpPr>
          <p:spPr>
            <a:xfrm>
              <a:off x="976738" y="2149266"/>
              <a:ext cx="9026" cy="7395"/>
            </a:xfrm>
            <a:custGeom>
              <a:avLst/>
              <a:gdLst>
                <a:gd name="csX0" fmla="*/ 866 w 9026"/>
                <a:gd name="csY0" fmla="*/ 4748 h 7395"/>
                <a:gd name="csX1" fmla="*/ 6187 w 9026"/>
                <a:gd name="csY1" fmla="*/ 710 h 7395"/>
                <a:gd name="csX2" fmla="*/ 8728 w 9026"/>
                <a:gd name="csY2" fmla="*/ 4901 h 7395"/>
                <a:gd name="csX3" fmla="*/ 866 w 9026"/>
                <a:gd name="csY3" fmla="*/ 4748 h 7395"/>
              </a:gdLst>
              <a:ahLst/>
              <a:cxnLst>
                <a:cxn ang="0">
                  <a:pos x="csX0" y="csY0"/>
                </a:cxn>
                <a:cxn ang="0">
                  <a:pos x="csX1" y="csY1"/>
                </a:cxn>
                <a:cxn ang="0">
                  <a:pos x="csX2" y="csY2"/>
                </a:cxn>
                <a:cxn ang="0">
                  <a:pos x="csX3" y="csY3"/>
                </a:cxn>
              </a:cxnLst>
              <a:rect l="l" t="t" r="r" b="b"/>
              <a:pathLst>
                <a:path w="9026" h="7395">
                  <a:moveTo>
                    <a:pt x="866" y="4748"/>
                  </a:moveTo>
                  <a:cubicBezTo>
                    <a:pt x="-1510" y="904"/>
                    <a:pt x="1245" y="-1186"/>
                    <a:pt x="6187" y="710"/>
                  </a:cubicBezTo>
                  <a:cubicBezTo>
                    <a:pt x="8468" y="1586"/>
                    <a:pt x="9611" y="3472"/>
                    <a:pt x="8728" y="4901"/>
                  </a:cubicBezTo>
                  <a:cubicBezTo>
                    <a:pt x="6635" y="8287"/>
                    <a:pt x="3009" y="8216"/>
                    <a:pt x="866" y="4748"/>
                  </a:cubicBezTo>
                  <a:close/>
                </a:path>
              </a:pathLst>
            </a:custGeom>
            <a:solidFill>
              <a:srgbClr val="B9B9B9"/>
            </a:solidFill>
            <a:ln w="5163" cap="flat">
              <a:noFill/>
              <a:prstDash val="solid"/>
              <a:miter/>
            </a:ln>
          </p:spPr>
          <p:txBody>
            <a:bodyPr/>
            <a:lstStyle/>
            <a:p>
              <a:endParaRPr lang="es-419" noProof="0" dirty="0"/>
            </a:p>
          </p:txBody>
        </p:sp>
        <p:sp>
          <p:nvSpPr>
            <p:cNvPr id="87" name="Forma libre: forma 86">
              <a:extLst>
                <a:ext uri="{FF2B5EF4-FFF2-40B4-BE49-F238E27FC236}">
                  <a16:creationId xmlns:a16="http://schemas.microsoft.com/office/drawing/2014/main" id="{795CAB0C-7DC0-4DB8-0FD1-8B00EA3FB358}"/>
                </a:ext>
              </a:extLst>
            </p:cNvPr>
            <p:cNvSpPr/>
            <p:nvPr/>
          </p:nvSpPr>
          <p:spPr>
            <a:xfrm>
              <a:off x="958388" y="2135665"/>
              <a:ext cx="19364" cy="11047"/>
            </a:xfrm>
            <a:custGeom>
              <a:avLst/>
              <a:gdLst>
                <a:gd name="csX0" fmla="*/ 0 w 19364"/>
                <a:gd name="csY0" fmla="*/ 8841 h 11047"/>
                <a:gd name="csX1" fmla="*/ 17408 w 19364"/>
                <a:gd name="csY1" fmla="*/ 154 h 11047"/>
                <a:gd name="csX2" fmla="*/ 17432 w 19364"/>
                <a:gd name="csY2" fmla="*/ 5614 h 11047"/>
                <a:gd name="csX3" fmla="*/ 0 w 19364"/>
                <a:gd name="csY3" fmla="*/ 8841 h 11047"/>
              </a:gdLst>
              <a:ahLst/>
              <a:cxnLst>
                <a:cxn ang="0">
                  <a:pos x="csX0" y="csY0"/>
                </a:cxn>
                <a:cxn ang="0">
                  <a:pos x="csX1" y="csY1"/>
                </a:cxn>
                <a:cxn ang="0">
                  <a:pos x="csX2" y="csY2"/>
                </a:cxn>
                <a:cxn ang="0">
                  <a:pos x="csX3" y="csY3"/>
                </a:cxn>
              </a:cxnLst>
              <a:rect l="l" t="t" r="r" b="b"/>
              <a:pathLst>
                <a:path w="19364" h="11047">
                  <a:moveTo>
                    <a:pt x="0" y="8841"/>
                  </a:moveTo>
                  <a:cubicBezTo>
                    <a:pt x="126" y="2682"/>
                    <a:pt x="7086" y="-791"/>
                    <a:pt x="17408" y="154"/>
                  </a:cubicBezTo>
                  <a:cubicBezTo>
                    <a:pt x="20010" y="392"/>
                    <a:pt x="20015" y="1478"/>
                    <a:pt x="17432" y="5614"/>
                  </a:cubicBezTo>
                  <a:cubicBezTo>
                    <a:pt x="14357" y="10538"/>
                    <a:pt x="-89" y="13212"/>
                    <a:pt x="0" y="8841"/>
                  </a:cubicBezTo>
                  <a:close/>
                </a:path>
              </a:pathLst>
            </a:custGeom>
            <a:solidFill>
              <a:srgbClr val="B9B9B9"/>
            </a:solidFill>
            <a:ln w="5163" cap="flat">
              <a:noFill/>
              <a:prstDash val="solid"/>
              <a:miter/>
            </a:ln>
          </p:spPr>
          <p:txBody>
            <a:bodyPr/>
            <a:lstStyle/>
            <a:p>
              <a:endParaRPr lang="es-419" noProof="0" dirty="0"/>
            </a:p>
          </p:txBody>
        </p:sp>
        <p:sp>
          <p:nvSpPr>
            <p:cNvPr id="88" name="Forma libre: forma 87">
              <a:extLst>
                <a:ext uri="{FF2B5EF4-FFF2-40B4-BE49-F238E27FC236}">
                  <a16:creationId xmlns:a16="http://schemas.microsoft.com/office/drawing/2014/main" id="{CAD42C3D-3854-F50F-3885-D3DDB65AF91F}"/>
                </a:ext>
              </a:extLst>
            </p:cNvPr>
            <p:cNvSpPr/>
            <p:nvPr/>
          </p:nvSpPr>
          <p:spPr>
            <a:xfrm>
              <a:off x="938010" y="2110987"/>
              <a:ext cx="18997" cy="19965"/>
            </a:xfrm>
            <a:custGeom>
              <a:avLst/>
              <a:gdLst>
                <a:gd name="csX0" fmla="*/ 2787 w 18997"/>
                <a:gd name="csY0" fmla="*/ 11392 h 19965"/>
                <a:gd name="csX1" fmla="*/ 4678 w 18997"/>
                <a:gd name="csY1" fmla="*/ 36 h 19965"/>
                <a:gd name="csX2" fmla="*/ 17544 w 18997"/>
                <a:gd name="csY2" fmla="*/ 12951 h 19965"/>
                <a:gd name="csX3" fmla="*/ 13049 w 18997"/>
                <a:gd name="csY3" fmla="*/ 19965 h 19965"/>
                <a:gd name="csX4" fmla="*/ 2787 w 18997"/>
                <a:gd name="csY4" fmla="*/ 11392 h 19965"/>
              </a:gdLst>
              <a:ahLst/>
              <a:cxnLst>
                <a:cxn ang="0">
                  <a:pos x="csX0" y="csY0"/>
                </a:cxn>
                <a:cxn ang="0">
                  <a:pos x="csX1" y="csY1"/>
                </a:cxn>
                <a:cxn ang="0">
                  <a:pos x="csX2" y="csY2"/>
                </a:cxn>
                <a:cxn ang="0">
                  <a:pos x="csX3" y="csY3"/>
                </a:cxn>
                <a:cxn ang="0">
                  <a:pos x="csX4" y="csY4"/>
                </a:cxn>
              </a:cxnLst>
              <a:rect l="l" t="t" r="r" b="b"/>
              <a:pathLst>
                <a:path w="18997" h="19965">
                  <a:moveTo>
                    <a:pt x="2787" y="11392"/>
                  </a:moveTo>
                  <a:cubicBezTo>
                    <a:pt x="-1192" y="389"/>
                    <a:pt x="-1207" y="479"/>
                    <a:pt x="4678" y="36"/>
                  </a:cubicBezTo>
                  <a:cubicBezTo>
                    <a:pt x="10396" y="-395"/>
                    <a:pt x="13750" y="2973"/>
                    <a:pt x="17544" y="12951"/>
                  </a:cubicBezTo>
                  <a:cubicBezTo>
                    <a:pt x="20048" y="19537"/>
                    <a:pt x="19774" y="19965"/>
                    <a:pt x="13049" y="19965"/>
                  </a:cubicBezTo>
                  <a:cubicBezTo>
                    <a:pt x="7281" y="19965"/>
                    <a:pt x="5284" y="18297"/>
                    <a:pt x="2787" y="11392"/>
                  </a:cubicBezTo>
                  <a:close/>
                </a:path>
              </a:pathLst>
            </a:custGeom>
            <a:solidFill>
              <a:srgbClr val="B9B9B9"/>
            </a:solidFill>
            <a:ln w="5163" cap="flat">
              <a:noFill/>
              <a:prstDash val="solid"/>
              <a:miter/>
            </a:ln>
          </p:spPr>
          <p:txBody>
            <a:bodyPr/>
            <a:lstStyle/>
            <a:p>
              <a:endParaRPr lang="es-419" noProof="0" dirty="0"/>
            </a:p>
          </p:txBody>
        </p:sp>
        <p:sp>
          <p:nvSpPr>
            <p:cNvPr id="89" name="Forma libre: forma 88">
              <a:extLst>
                <a:ext uri="{FF2B5EF4-FFF2-40B4-BE49-F238E27FC236}">
                  <a16:creationId xmlns:a16="http://schemas.microsoft.com/office/drawing/2014/main" id="{DED4BEEF-144C-9E42-DF15-C8C5D81BA975}"/>
                </a:ext>
              </a:extLst>
            </p:cNvPr>
            <p:cNvSpPr/>
            <p:nvPr/>
          </p:nvSpPr>
          <p:spPr>
            <a:xfrm>
              <a:off x="924790" y="2098451"/>
              <a:ext cx="5162" cy="9268"/>
            </a:xfrm>
            <a:custGeom>
              <a:avLst/>
              <a:gdLst>
                <a:gd name="csX0" fmla="*/ 0 w 5162"/>
                <a:gd name="csY0" fmla="*/ 3953 h 9268"/>
                <a:gd name="csX1" fmla="*/ 2581 w 5162"/>
                <a:gd name="csY1" fmla="*/ 233 h 9268"/>
                <a:gd name="csX2" fmla="*/ 5163 w 5162"/>
                <a:gd name="csY2" fmla="*/ 5549 h 9268"/>
                <a:gd name="csX3" fmla="*/ 2581 w 5162"/>
                <a:gd name="csY3" fmla="*/ 9269 h 9268"/>
                <a:gd name="csX4" fmla="*/ 0 w 5162"/>
                <a:gd name="csY4" fmla="*/ 3953 h 9268"/>
              </a:gdLst>
              <a:ahLst/>
              <a:cxnLst>
                <a:cxn ang="0">
                  <a:pos x="csX0" y="csY0"/>
                </a:cxn>
                <a:cxn ang="0">
                  <a:pos x="csX1" y="csY1"/>
                </a:cxn>
                <a:cxn ang="0">
                  <a:pos x="csX2" y="csY2"/>
                </a:cxn>
                <a:cxn ang="0">
                  <a:pos x="csX3" y="csY3"/>
                </a:cxn>
                <a:cxn ang="0">
                  <a:pos x="csX4" y="csY4"/>
                </a:cxn>
              </a:cxnLst>
              <a:rect l="l" t="t" r="r" b="b"/>
              <a:pathLst>
                <a:path w="5162" h="9268">
                  <a:moveTo>
                    <a:pt x="0" y="3953"/>
                  </a:moveTo>
                  <a:cubicBezTo>
                    <a:pt x="0" y="1030"/>
                    <a:pt x="1162" y="-644"/>
                    <a:pt x="2581" y="233"/>
                  </a:cubicBezTo>
                  <a:cubicBezTo>
                    <a:pt x="4001" y="1111"/>
                    <a:pt x="5163" y="3503"/>
                    <a:pt x="5163" y="5549"/>
                  </a:cubicBezTo>
                  <a:cubicBezTo>
                    <a:pt x="5163" y="7595"/>
                    <a:pt x="4001" y="9269"/>
                    <a:pt x="2581" y="9269"/>
                  </a:cubicBezTo>
                  <a:cubicBezTo>
                    <a:pt x="1162" y="9269"/>
                    <a:pt x="0" y="6877"/>
                    <a:pt x="0" y="3953"/>
                  </a:cubicBezTo>
                  <a:close/>
                </a:path>
              </a:pathLst>
            </a:custGeom>
            <a:solidFill>
              <a:srgbClr val="B9B9B9"/>
            </a:solidFill>
            <a:ln w="5163" cap="flat">
              <a:noFill/>
              <a:prstDash val="solid"/>
              <a:miter/>
            </a:ln>
          </p:spPr>
          <p:txBody>
            <a:bodyPr/>
            <a:lstStyle/>
            <a:p>
              <a:endParaRPr lang="es-419" noProof="0" dirty="0"/>
            </a:p>
          </p:txBody>
        </p:sp>
      </p:grpSp>
      <p:grpSp>
        <p:nvGrpSpPr>
          <p:cNvPr id="90" name="Gráfico 39">
            <a:extLst>
              <a:ext uri="{FF2B5EF4-FFF2-40B4-BE49-F238E27FC236}">
                <a16:creationId xmlns:a16="http://schemas.microsoft.com/office/drawing/2014/main" id="{3801E79A-7DE5-C033-AF08-52EF447F4768}"/>
              </a:ext>
            </a:extLst>
          </p:cNvPr>
          <p:cNvGrpSpPr/>
          <p:nvPr/>
        </p:nvGrpSpPr>
        <p:grpSpPr>
          <a:xfrm>
            <a:off x="281340" y="1474182"/>
            <a:ext cx="428841" cy="522535"/>
            <a:chOff x="281340" y="1474182"/>
            <a:chExt cx="428841" cy="522535"/>
          </a:xfrm>
          <a:solidFill>
            <a:srgbClr val="B9B9B9"/>
          </a:solidFill>
        </p:grpSpPr>
        <p:grpSp>
          <p:nvGrpSpPr>
            <p:cNvPr id="91" name="Gráfico 39">
              <a:extLst>
                <a:ext uri="{FF2B5EF4-FFF2-40B4-BE49-F238E27FC236}">
                  <a16:creationId xmlns:a16="http://schemas.microsoft.com/office/drawing/2014/main" id="{23272B50-5899-D68D-E7FE-280224DDFF73}"/>
                </a:ext>
              </a:extLst>
            </p:cNvPr>
            <p:cNvGrpSpPr/>
            <p:nvPr/>
          </p:nvGrpSpPr>
          <p:grpSpPr>
            <a:xfrm>
              <a:off x="281340" y="1474182"/>
              <a:ext cx="428841" cy="522535"/>
              <a:chOff x="281340" y="1474182"/>
              <a:chExt cx="428841" cy="522535"/>
            </a:xfrm>
            <a:solidFill>
              <a:srgbClr val="B9B9B9"/>
            </a:solidFill>
          </p:grpSpPr>
          <p:sp>
            <p:nvSpPr>
              <p:cNvPr id="92" name="Forma libre: forma 91">
                <a:extLst>
                  <a:ext uri="{FF2B5EF4-FFF2-40B4-BE49-F238E27FC236}">
                    <a16:creationId xmlns:a16="http://schemas.microsoft.com/office/drawing/2014/main" id="{26C963C1-883B-E9AA-BE1D-D7B190168513}"/>
                  </a:ext>
                </a:extLst>
              </p:cNvPr>
              <p:cNvSpPr/>
              <p:nvPr/>
            </p:nvSpPr>
            <p:spPr>
              <a:xfrm>
                <a:off x="281340" y="1474182"/>
                <a:ext cx="428841" cy="522535"/>
              </a:xfrm>
              <a:custGeom>
                <a:avLst/>
                <a:gdLst>
                  <a:gd name="csX0" fmla="*/ 375000 w 428841"/>
                  <a:gd name="csY0" fmla="*/ 516104 h 522535"/>
                  <a:gd name="csX1" fmla="*/ 367101 w 428841"/>
                  <a:gd name="csY1" fmla="*/ 496098 h 522535"/>
                  <a:gd name="csX2" fmla="*/ 357849 w 428841"/>
                  <a:gd name="csY2" fmla="*/ 467300 h 522535"/>
                  <a:gd name="csX3" fmla="*/ 337807 w 428841"/>
                  <a:gd name="csY3" fmla="*/ 445109 h 522535"/>
                  <a:gd name="csX4" fmla="*/ 320489 w 428841"/>
                  <a:gd name="csY4" fmla="*/ 429036 h 522535"/>
                  <a:gd name="csX5" fmla="*/ 269809 w 428841"/>
                  <a:gd name="csY5" fmla="*/ 379110 h 522535"/>
                  <a:gd name="csX6" fmla="*/ 248488 w 428841"/>
                  <a:gd name="csY6" fmla="*/ 370097 h 522535"/>
                  <a:gd name="csX7" fmla="*/ 256878 w 428841"/>
                  <a:gd name="csY7" fmla="*/ 370327 h 522535"/>
                  <a:gd name="csX8" fmla="*/ 265267 w 428841"/>
                  <a:gd name="csY8" fmla="*/ 372646 h 522535"/>
                  <a:gd name="csX9" fmla="*/ 258168 w 428841"/>
                  <a:gd name="csY9" fmla="*/ 366399 h 522535"/>
                  <a:gd name="csX10" fmla="*/ 251069 w 428841"/>
                  <a:gd name="csY10" fmla="*/ 355305 h 522535"/>
                  <a:gd name="csX11" fmla="*/ 237556 w 428841"/>
                  <a:gd name="csY11" fmla="*/ 353450 h 522535"/>
                  <a:gd name="csX12" fmla="*/ 235538 w 428841"/>
                  <a:gd name="csY12" fmla="*/ 349578 h 522535"/>
                  <a:gd name="csX13" fmla="*/ 231626 w 428841"/>
                  <a:gd name="csY13" fmla="*/ 338114 h 522535"/>
                  <a:gd name="csX14" fmla="*/ 227531 w 428841"/>
                  <a:gd name="csY14" fmla="*/ 327788 h 522535"/>
                  <a:gd name="csX15" fmla="*/ 225255 w 428841"/>
                  <a:gd name="csY15" fmla="*/ 330217 h 522535"/>
                  <a:gd name="csX16" fmla="*/ 222797 w 428841"/>
                  <a:gd name="csY16" fmla="*/ 331508 h 522535"/>
                  <a:gd name="csX17" fmla="*/ 220276 w 428841"/>
                  <a:gd name="csY17" fmla="*/ 330217 h 522535"/>
                  <a:gd name="csX18" fmla="*/ 216375 w 428841"/>
                  <a:gd name="csY18" fmla="*/ 326968 h 522535"/>
                  <a:gd name="csX19" fmla="*/ 212138 w 428841"/>
                  <a:gd name="csY19" fmla="*/ 320021 h 522535"/>
                  <a:gd name="csX20" fmla="*/ 209766 w 428841"/>
                  <a:gd name="csY20" fmla="*/ 317462 h 522535"/>
                  <a:gd name="csX21" fmla="*/ 212670 w 428841"/>
                  <a:gd name="csY21" fmla="*/ 314083 h 522535"/>
                  <a:gd name="csX22" fmla="*/ 216877 w 428841"/>
                  <a:gd name="csY22" fmla="*/ 311142 h 522535"/>
                  <a:gd name="csX23" fmla="*/ 215264 w 428841"/>
                  <a:gd name="csY23" fmla="*/ 309359 h 522535"/>
                  <a:gd name="csX24" fmla="*/ 217511 w 428841"/>
                  <a:gd name="csY24" fmla="*/ 291496 h 522535"/>
                  <a:gd name="csX25" fmla="*/ 222673 w 428841"/>
                  <a:gd name="csY25" fmla="*/ 271731 h 522535"/>
                  <a:gd name="csX26" fmla="*/ 225571 w 428841"/>
                  <a:gd name="csY26" fmla="*/ 266972 h 522535"/>
                  <a:gd name="csX27" fmla="*/ 225255 w 428841"/>
                  <a:gd name="csY27" fmla="*/ 263100 h 522535"/>
                  <a:gd name="csX28" fmla="*/ 224939 w 428841"/>
                  <a:gd name="csY28" fmla="*/ 259227 h 522535"/>
                  <a:gd name="csX29" fmla="*/ 227470 w 428841"/>
                  <a:gd name="csY29" fmla="*/ 246966 h 522535"/>
                  <a:gd name="csX30" fmla="*/ 227104 w 428841"/>
                  <a:gd name="csY30" fmla="*/ 234704 h 522535"/>
                  <a:gd name="csX31" fmla="*/ 225255 w 428841"/>
                  <a:gd name="csY31" fmla="*/ 245029 h 522535"/>
                  <a:gd name="csX32" fmla="*/ 222926 w 428841"/>
                  <a:gd name="csY32" fmla="*/ 241157 h 522535"/>
                  <a:gd name="csX33" fmla="*/ 213514 w 428841"/>
                  <a:gd name="csY33" fmla="*/ 204198 h 522535"/>
                  <a:gd name="csX34" fmla="*/ 207511 w 428841"/>
                  <a:gd name="csY34" fmla="*/ 195911 h 522535"/>
                  <a:gd name="csX35" fmla="*/ 199366 w 428841"/>
                  <a:gd name="csY35" fmla="*/ 188261 h 522535"/>
                  <a:gd name="csX36" fmla="*/ 189814 w 428841"/>
                  <a:gd name="csY36" fmla="*/ 185143 h 522535"/>
                  <a:gd name="csX37" fmla="*/ 177824 w 428841"/>
                  <a:gd name="csY37" fmla="*/ 176701 h 522535"/>
                  <a:gd name="csX38" fmla="*/ 173385 w 428841"/>
                  <a:gd name="csY38" fmla="*/ 171969 h 522535"/>
                  <a:gd name="csX39" fmla="*/ 172244 w 428841"/>
                  <a:gd name="csY39" fmla="*/ 166295 h 522535"/>
                  <a:gd name="csX40" fmla="*/ 157189 w 428841"/>
                  <a:gd name="csY40" fmla="*/ 154717 h 522535"/>
                  <a:gd name="csX41" fmla="*/ 154290 w 428841"/>
                  <a:gd name="csY41" fmla="*/ 143110 h 522535"/>
                  <a:gd name="csX42" fmla="*/ 153437 w 428841"/>
                  <a:gd name="csY42" fmla="*/ 130888 h 522535"/>
                  <a:gd name="csX43" fmla="*/ 150373 w 428841"/>
                  <a:gd name="csY43" fmla="*/ 128835 h 522535"/>
                  <a:gd name="csX44" fmla="*/ 148457 w 428841"/>
                  <a:gd name="csY44" fmla="*/ 125777 h 522535"/>
                  <a:gd name="csX45" fmla="*/ 150890 w 428841"/>
                  <a:gd name="csY45" fmla="*/ 109503 h 522535"/>
                  <a:gd name="csX46" fmla="*/ 144325 w 428841"/>
                  <a:gd name="csY46" fmla="*/ 119656 h 522535"/>
                  <a:gd name="csX47" fmla="*/ 132054 w 428841"/>
                  <a:gd name="csY47" fmla="*/ 127093 h 522535"/>
                  <a:gd name="csX48" fmla="*/ 125630 w 428841"/>
                  <a:gd name="csY48" fmla="*/ 120812 h 522535"/>
                  <a:gd name="csX49" fmla="*/ 123207 w 428841"/>
                  <a:gd name="csY49" fmla="*/ 117248 h 522535"/>
                  <a:gd name="csX50" fmla="*/ 119415 w 428841"/>
                  <a:gd name="csY50" fmla="*/ 121894 h 522535"/>
                  <a:gd name="csX51" fmla="*/ 116519 w 428841"/>
                  <a:gd name="csY51" fmla="*/ 129437 h 522535"/>
                  <a:gd name="csX52" fmla="*/ 107977 w 428841"/>
                  <a:gd name="csY52" fmla="*/ 127285 h 522535"/>
                  <a:gd name="csX53" fmla="*/ 105433 w 428841"/>
                  <a:gd name="csY53" fmla="*/ 123427 h 522535"/>
                  <a:gd name="csX54" fmla="*/ 96024 w 428841"/>
                  <a:gd name="csY54" fmla="*/ 113119 h 522535"/>
                  <a:gd name="csX55" fmla="*/ 84566 w 428841"/>
                  <a:gd name="csY55" fmla="*/ 104340 h 522535"/>
                  <a:gd name="csX56" fmla="*/ 73108 w 428841"/>
                  <a:gd name="csY56" fmla="*/ 95562 h 522535"/>
                  <a:gd name="csX57" fmla="*/ 56725 w 428841"/>
                  <a:gd name="csY57" fmla="*/ 85124 h 522535"/>
                  <a:gd name="csX58" fmla="*/ 41890 w 428841"/>
                  <a:gd name="csY58" fmla="*/ 66163 h 522535"/>
                  <a:gd name="csX59" fmla="*/ 28677 w 428841"/>
                  <a:gd name="csY59" fmla="*/ 46701 h 522535"/>
                  <a:gd name="csX60" fmla="*/ 19131 w 428841"/>
                  <a:gd name="csY60" fmla="*/ 37238 h 522535"/>
                  <a:gd name="csX61" fmla="*/ 12905 w 428841"/>
                  <a:gd name="csY61" fmla="*/ 29478 h 522535"/>
                  <a:gd name="csX62" fmla="*/ 565 w 428841"/>
                  <a:gd name="csY62" fmla="*/ 12763 h 522535"/>
                  <a:gd name="csX63" fmla="*/ 24931 w 428841"/>
                  <a:gd name="csY63" fmla="*/ 17586 h 522535"/>
                  <a:gd name="csX64" fmla="*/ 53740 w 428841"/>
                  <a:gd name="csY64" fmla="*/ 17944 h 522535"/>
                  <a:gd name="csX65" fmla="*/ 62623 w 428841"/>
                  <a:gd name="csY65" fmla="*/ 19236 h 522535"/>
                  <a:gd name="csX66" fmla="*/ 68432 w 428841"/>
                  <a:gd name="csY66" fmla="*/ 26677 h 522535"/>
                  <a:gd name="csX67" fmla="*/ 76711 w 428841"/>
                  <a:gd name="csY67" fmla="*/ 24137 h 522535"/>
                  <a:gd name="csX68" fmla="*/ 79251 w 428841"/>
                  <a:gd name="csY68" fmla="*/ 21734 h 522535"/>
                  <a:gd name="csX69" fmla="*/ 83275 w 428841"/>
                  <a:gd name="csY69" fmla="*/ 19103 h 522535"/>
                  <a:gd name="csX70" fmla="*/ 76792 w 428841"/>
                  <a:gd name="csY70" fmla="*/ 18100 h 522535"/>
                  <a:gd name="csX71" fmla="*/ 72078 w 428841"/>
                  <a:gd name="csY71" fmla="*/ 15119 h 522535"/>
                  <a:gd name="csX72" fmla="*/ 69501 w 428841"/>
                  <a:gd name="csY72" fmla="*/ 12179 h 522535"/>
                  <a:gd name="csX73" fmla="*/ 70989 w 428841"/>
                  <a:gd name="csY73" fmla="*/ 5916 h 522535"/>
                  <a:gd name="csX74" fmla="*/ 77646 w 428841"/>
                  <a:gd name="csY74" fmla="*/ 3402 h 522535"/>
                  <a:gd name="csX75" fmla="*/ 139275 w 428841"/>
                  <a:gd name="csY75" fmla="*/ 15638 h 522535"/>
                  <a:gd name="csX76" fmla="*/ 187630 w 428841"/>
                  <a:gd name="csY76" fmla="*/ 22047 h 522535"/>
                  <a:gd name="csX77" fmla="*/ 207209 w 428841"/>
                  <a:gd name="csY77" fmla="*/ 56596 h 522535"/>
                  <a:gd name="csX78" fmla="*/ 227114 w 428841"/>
                  <a:gd name="csY78" fmla="*/ 93147 h 522535"/>
                  <a:gd name="csX79" fmla="*/ 237157 w 428841"/>
                  <a:gd name="csY79" fmla="*/ 106748 h 522535"/>
                  <a:gd name="csX80" fmla="*/ 244314 w 428841"/>
                  <a:gd name="csY80" fmla="*/ 119404 h 522535"/>
                  <a:gd name="csX81" fmla="*/ 245646 w 428841"/>
                  <a:gd name="csY81" fmla="*/ 128703 h 522535"/>
                  <a:gd name="csX82" fmla="*/ 248545 w 428841"/>
                  <a:gd name="csY82" fmla="*/ 142569 h 522535"/>
                  <a:gd name="csX83" fmla="*/ 261330 w 428841"/>
                  <a:gd name="csY83" fmla="*/ 164801 h 522535"/>
                  <a:gd name="csX84" fmla="*/ 258888 w 428841"/>
                  <a:gd name="csY84" fmla="*/ 155359 h 522535"/>
                  <a:gd name="csX85" fmla="*/ 255800 w 428841"/>
                  <a:gd name="csY85" fmla="*/ 130155 h 522535"/>
                  <a:gd name="csX86" fmla="*/ 275961 w 428841"/>
                  <a:gd name="csY86" fmla="*/ 158456 h 522535"/>
                  <a:gd name="csX87" fmla="*/ 281077 w 428841"/>
                  <a:gd name="csY87" fmla="*/ 166295 h 522535"/>
                  <a:gd name="csX88" fmla="*/ 284516 w 428841"/>
                  <a:gd name="csY88" fmla="*/ 174685 h 522535"/>
                  <a:gd name="csX89" fmla="*/ 290330 w 428841"/>
                  <a:gd name="csY89" fmla="*/ 206853 h 522535"/>
                  <a:gd name="csX90" fmla="*/ 289732 w 428841"/>
                  <a:gd name="csY90" fmla="*/ 219395 h 522535"/>
                  <a:gd name="csX91" fmla="*/ 295284 w 428841"/>
                  <a:gd name="csY91" fmla="*/ 246624 h 522535"/>
                  <a:gd name="csX92" fmla="*/ 307839 w 428841"/>
                  <a:gd name="csY92" fmla="*/ 265674 h 522535"/>
                  <a:gd name="csX93" fmla="*/ 311998 w 428841"/>
                  <a:gd name="csY93" fmla="*/ 272749 h 522535"/>
                  <a:gd name="csX94" fmla="*/ 323310 w 428841"/>
                  <a:gd name="csY94" fmla="*/ 313772 h 522535"/>
                  <a:gd name="csX95" fmla="*/ 331080 w 428841"/>
                  <a:gd name="csY95" fmla="*/ 343142 h 522535"/>
                  <a:gd name="csX96" fmla="*/ 329774 w 428841"/>
                  <a:gd name="csY96" fmla="*/ 364390 h 522535"/>
                  <a:gd name="csX97" fmla="*/ 349986 w 428841"/>
                  <a:gd name="csY97" fmla="*/ 396248 h 522535"/>
                  <a:gd name="csX98" fmla="*/ 354973 w 428841"/>
                  <a:gd name="csY98" fmla="*/ 397754 h 522535"/>
                  <a:gd name="csX99" fmla="*/ 357026 w 428841"/>
                  <a:gd name="csY99" fmla="*/ 403789 h 522535"/>
                  <a:gd name="csX100" fmla="*/ 360843 w 428841"/>
                  <a:gd name="csY100" fmla="*/ 395399 h 522535"/>
                  <a:gd name="csX101" fmla="*/ 361835 w 428841"/>
                  <a:gd name="csY101" fmla="*/ 383279 h 522535"/>
                  <a:gd name="csX102" fmla="*/ 377379 w 428841"/>
                  <a:gd name="csY102" fmla="*/ 393272 h 522535"/>
                  <a:gd name="csX103" fmla="*/ 390468 w 428841"/>
                  <a:gd name="csY103" fmla="*/ 410555 h 522535"/>
                  <a:gd name="csX104" fmla="*/ 396921 w 428841"/>
                  <a:gd name="csY104" fmla="*/ 414114 h 522535"/>
                  <a:gd name="csX105" fmla="*/ 403375 w 428841"/>
                  <a:gd name="csY105" fmla="*/ 419847 h 522535"/>
                  <a:gd name="csX106" fmla="*/ 406602 w 428841"/>
                  <a:gd name="csY106" fmla="*/ 439662 h 522535"/>
                  <a:gd name="csX107" fmla="*/ 418087 w 428841"/>
                  <a:gd name="csY107" fmla="*/ 458630 h 522535"/>
                  <a:gd name="csX108" fmla="*/ 419011 w 428841"/>
                  <a:gd name="csY108" fmla="*/ 503820 h 522535"/>
                  <a:gd name="csX109" fmla="*/ 409820 w 428841"/>
                  <a:gd name="csY109" fmla="*/ 509628 h 522535"/>
                  <a:gd name="csX110" fmla="*/ 394580 w 428841"/>
                  <a:gd name="csY110" fmla="*/ 516082 h 522535"/>
                  <a:gd name="csX111" fmla="*/ 382031 w 428841"/>
                  <a:gd name="csY111" fmla="*/ 522535 h 522535"/>
                  <a:gd name="csX112" fmla="*/ 375000 w 428841"/>
                  <a:gd name="csY112" fmla="*/ 516104 h 5225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Lst>
                <a:rect l="l" t="t" r="r" b="b"/>
                <a:pathLst>
                  <a:path w="428841" h="522535">
                    <a:moveTo>
                      <a:pt x="375000" y="516104"/>
                    </a:moveTo>
                    <a:cubicBezTo>
                      <a:pt x="371085" y="511937"/>
                      <a:pt x="368304" y="504894"/>
                      <a:pt x="367101" y="496098"/>
                    </a:cubicBezTo>
                    <a:cubicBezTo>
                      <a:pt x="366079" y="488632"/>
                      <a:pt x="361916" y="475673"/>
                      <a:pt x="357849" y="467300"/>
                    </a:cubicBezTo>
                    <a:cubicBezTo>
                      <a:pt x="351802" y="454850"/>
                      <a:pt x="348152" y="450809"/>
                      <a:pt x="337807" y="445109"/>
                    </a:cubicBezTo>
                    <a:cubicBezTo>
                      <a:pt x="329743" y="440665"/>
                      <a:pt x="323467" y="434840"/>
                      <a:pt x="320489" y="429036"/>
                    </a:cubicBezTo>
                    <a:cubicBezTo>
                      <a:pt x="313727" y="415856"/>
                      <a:pt x="278311" y="380967"/>
                      <a:pt x="269809" y="379110"/>
                    </a:cubicBezTo>
                    <a:cubicBezTo>
                      <a:pt x="258622" y="376667"/>
                      <a:pt x="248488" y="372383"/>
                      <a:pt x="248488" y="370097"/>
                    </a:cubicBezTo>
                    <a:cubicBezTo>
                      <a:pt x="248488" y="368948"/>
                      <a:pt x="252263" y="369052"/>
                      <a:pt x="256878" y="370327"/>
                    </a:cubicBezTo>
                    <a:lnTo>
                      <a:pt x="265267" y="372646"/>
                    </a:lnTo>
                    <a:lnTo>
                      <a:pt x="258168" y="366399"/>
                    </a:lnTo>
                    <a:cubicBezTo>
                      <a:pt x="254264" y="362963"/>
                      <a:pt x="251069" y="357971"/>
                      <a:pt x="251069" y="355305"/>
                    </a:cubicBezTo>
                    <a:cubicBezTo>
                      <a:pt x="251069" y="350053"/>
                      <a:pt x="241061" y="348679"/>
                      <a:pt x="237556" y="353450"/>
                    </a:cubicBezTo>
                    <a:cubicBezTo>
                      <a:pt x="236513" y="354870"/>
                      <a:pt x="235605" y="353128"/>
                      <a:pt x="235538" y="349578"/>
                    </a:cubicBezTo>
                    <a:cubicBezTo>
                      <a:pt x="235471" y="346029"/>
                      <a:pt x="233711" y="340870"/>
                      <a:pt x="231626" y="338114"/>
                    </a:cubicBezTo>
                    <a:cubicBezTo>
                      <a:pt x="229542" y="335358"/>
                      <a:pt x="227699" y="330711"/>
                      <a:pt x="227531" y="327788"/>
                    </a:cubicBezTo>
                    <a:cubicBezTo>
                      <a:pt x="227316" y="324054"/>
                      <a:pt x="226639" y="324776"/>
                      <a:pt x="225255" y="330217"/>
                    </a:cubicBezTo>
                    <a:cubicBezTo>
                      <a:pt x="223398" y="337513"/>
                      <a:pt x="223256" y="337588"/>
                      <a:pt x="222797" y="331508"/>
                    </a:cubicBezTo>
                    <a:cubicBezTo>
                      <a:pt x="222352" y="325610"/>
                      <a:pt x="222136" y="325499"/>
                      <a:pt x="220276" y="330217"/>
                    </a:cubicBezTo>
                    <a:cubicBezTo>
                      <a:pt x="218499" y="334726"/>
                      <a:pt x="218005" y="334315"/>
                      <a:pt x="216375" y="326968"/>
                    </a:cubicBezTo>
                    <a:cubicBezTo>
                      <a:pt x="215349" y="322341"/>
                      <a:pt x="213442" y="319215"/>
                      <a:pt x="212138" y="320021"/>
                    </a:cubicBezTo>
                    <a:cubicBezTo>
                      <a:pt x="210833" y="320827"/>
                      <a:pt x="209766" y="319676"/>
                      <a:pt x="209766" y="317462"/>
                    </a:cubicBezTo>
                    <a:cubicBezTo>
                      <a:pt x="209766" y="315249"/>
                      <a:pt x="211073" y="313728"/>
                      <a:pt x="212670" y="314083"/>
                    </a:cubicBezTo>
                    <a:cubicBezTo>
                      <a:pt x="214268" y="314438"/>
                      <a:pt x="216161" y="313115"/>
                      <a:pt x="216877" y="311142"/>
                    </a:cubicBezTo>
                    <a:cubicBezTo>
                      <a:pt x="217675" y="308946"/>
                      <a:pt x="217050" y="308255"/>
                      <a:pt x="215264" y="309359"/>
                    </a:cubicBezTo>
                    <a:cubicBezTo>
                      <a:pt x="211189" y="311878"/>
                      <a:pt x="211586" y="308715"/>
                      <a:pt x="217511" y="291496"/>
                    </a:cubicBezTo>
                    <a:cubicBezTo>
                      <a:pt x="220350" y="283242"/>
                      <a:pt x="222673" y="274348"/>
                      <a:pt x="222673" y="271731"/>
                    </a:cubicBezTo>
                    <a:cubicBezTo>
                      <a:pt x="222673" y="269113"/>
                      <a:pt x="223977" y="266972"/>
                      <a:pt x="225571" y="266972"/>
                    </a:cubicBezTo>
                    <a:cubicBezTo>
                      <a:pt x="227573" y="266972"/>
                      <a:pt x="227475" y="265775"/>
                      <a:pt x="225255" y="263100"/>
                    </a:cubicBezTo>
                    <a:cubicBezTo>
                      <a:pt x="223035" y="260424"/>
                      <a:pt x="222937" y="259227"/>
                      <a:pt x="224939" y="259227"/>
                    </a:cubicBezTo>
                    <a:cubicBezTo>
                      <a:pt x="226726" y="259227"/>
                      <a:pt x="227696" y="254529"/>
                      <a:pt x="227470" y="246966"/>
                    </a:cubicBezTo>
                    <a:lnTo>
                      <a:pt x="227104" y="234704"/>
                    </a:lnTo>
                    <a:lnTo>
                      <a:pt x="225255" y="245029"/>
                    </a:lnTo>
                    <a:cubicBezTo>
                      <a:pt x="223422" y="255266"/>
                      <a:pt x="223402" y="255233"/>
                      <a:pt x="222926" y="241157"/>
                    </a:cubicBezTo>
                    <a:cubicBezTo>
                      <a:pt x="222330" y="223537"/>
                      <a:pt x="217100" y="203003"/>
                      <a:pt x="213514" y="204198"/>
                    </a:cubicBezTo>
                    <a:cubicBezTo>
                      <a:pt x="212038" y="204690"/>
                      <a:pt x="209337" y="200961"/>
                      <a:pt x="207511" y="195911"/>
                    </a:cubicBezTo>
                    <a:cubicBezTo>
                      <a:pt x="204912" y="188724"/>
                      <a:pt x="203143" y="187062"/>
                      <a:pt x="199366" y="188261"/>
                    </a:cubicBezTo>
                    <a:cubicBezTo>
                      <a:pt x="196479" y="189177"/>
                      <a:pt x="192643" y="187925"/>
                      <a:pt x="189814" y="185143"/>
                    </a:cubicBezTo>
                    <a:cubicBezTo>
                      <a:pt x="187213" y="182586"/>
                      <a:pt x="181818" y="178787"/>
                      <a:pt x="177824" y="176701"/>
                    </a:cubicBezTo>
                    <a:cubicBezTo>
                      <a:pt x="173830" y="174616"/>
                      <a:pt x="171833" y="172486"/>
                      <a:pt x="173385" y="171969"/>
                    </a:cubicBezTo>
                    <a:cubicBezTo>
                      <a:pt x="177632" y="170553"/>
                      <a:pt x="176775" y="166295"/>
                      <a:pt x="172244" y="166295"/>
                    </a:cubicBezTo>
                    <a:cubicBezTo>
                      <a:pt x="165904" y="166295"/>
                      <a:pt x="155744" y="158482"/>
                      <a:pt x="157189" y="154717"/>
                    </a:cubicBezTo>
                    <a:cubicBezTo>
                      <a:pt x="157916" y="152822"/>
                      <a:pt x="156611" y="147599"/>
                      <a:pt x="154290" y="143110"/>
                    </a:cubicBezTo>
                    <a:cubicBezTo>
                      <a:pt x="150789" y="136341"/>
                      <a:pt x="150644" y="134254"/>
                      <a:pt x="153437" y="130888"/>
                    </a:cubicBezTo>
                    <a:cubicBezTo>
                      <a:pt x="156396" y="127323"/>
                      <a:pt x="156023" y="127073"/>
                      <a:pt x="150373" y="128835"/>
                    </a:cubicBezTo>
                    <a:cubicBezTo>
                      <a:pt x="144136" y="130780"/>
                      <a:pt x="144078" y="130686"/>
                      <a:pt x="148457" y="125777"/>
                    </a:cubicBezTo>
                    <a:cubicBezTo>
                      <a:pt x="153040" y="120640"/>
                      <a:pt x="154705" y="109503"/>
                      <a:pt x="150890" y="109503"/>
                    </a:cubicBezTo>
                    <a:cubicBezTo>
                      <a:pt x="149743" y="109503"/>
                      <a:pt x="146789" y="114072"/>
                      <a:pt x="144325" y="119656"/>
                    </a:cubicBezTo>
                    <a:cubicBezTo>
                      <a:pt x="140017" y="129421"/>
                      <a:pt x="139548" y="129705"/>
                      <a:pt x="132054" y="127093"/>
                    </a:cubicBezTo>
                    <a:cubicBezTo>
                      <a:pt x="127075" y="125357"/>
                      <a:pt x="124756" y="123090"/>
                      <a:pt x="125630" y="120812"/>
                    </a:cubicBezTo>
                    <a:cubicBezTo>
                      <a:pt x="126411" y="118778"/>
                      <a:pt x="125370" y="117248"/>
                      <a:pt x="123207" y="117248"/>
                    </a:cubicBezTo>
                    <a:cubicBezTo>
                      <a:pt x="121121" y="117248"/>
                      <a:pt x="119415" y="119339"/>
                      <a:pt x="119415" y="121894"/>
                    </a:cubicBezTo>
                    <a:cubicBezTo>
                      <a:pt x="119415" y="124450"/>
                      <a:pt x="118112" y="127844"/>
                      <a:pt x="116519" y="129437"/>
                    </a:cubicBezTo>
                    <a:cubicBezTo>
                      <a:pt x="113230" y="132727"/>
                      <a:pt x="105775" y="130849"/>
                      <a:pt x="107977" y="127285"/>
                    </a:cubicBezTo>
                    <a:cubicBezTo>
                      <a:pt x="108769" y="126004"/>
                      <a:pt x="107624" y="124268"/>
                      <a:pt x="105433" y="123427"/>
                    </a:cubicBezTo>
                    <a:cubicBezTo>
                      <a:pt x="103242" y="122586"/>
                      <a:pt x="99008" y="117948"/>
                      <a:pt x="96024" y="113119"/>
                    </a:cubicBezTo>
                    <a:cubicBezTo>
                      <a:pt x="92358" y="107187"/>
                      <a:pt x="88642" y="104340"/>
                      <a:pt x="84566" y="104340"/>
                    </a:cubicBezTo>
                    <a:cubicBezTo>
                      <a:pt x="80490" y="104340"/>
                      <a:pt x="76774" y="101493"/>
                      <a:pt x="73108" y="95562"/>
                    </a:cubicBezTo>
                    <a:cubicBezTo>
                      <a:pt x="67387" y="86305"/>
                      <a:pt x="62222" y="83015"/>
                      <a:pt x="56725" y="85124"/>
                    </a:cubicBezTo>
                    <a:cubicBezTo>
                      <a:pt x="50606" y="87472"/>
                      <a:pt x="41978" y="76444"/>
                      <a:pt x="41890" y="66163"/>
                    </a:cubicBezTo>
                    <a:cubicBezTo>
                      <a:pt x="41792" y="54708"/>
                      <a:pt x="37917" y="49001"/>
                      <a:pt x="28677" y="46701"/>
                    </a:cubicBezTo>
                    <a:cubicBezTo>
                      <a:pt x="24172" y="45580"/>
                      <a:pt x="20912" y="42349"/>
                      <a:pt x="19131" y="37238"/>
                    </a:cubicBezTo>
                    <a:cubicBezTo>
                      <a:pt x="17643" y="32970"/>
                      <a:pt x="14841" y="29478"/>
                      <a:pt x="12905" y="29478"/>
                    </a:cubicBezTo>
                    <a:cubicBezTo>
                      <a:pt x="8305" y="29478"/>
                      <a:pt x="-2593" y="14715"/>
                      <a:pt x="565" y="12763"/>
                    </a:cubicBezTo>
                    <a:cubicBezTo>
                      <a:pt x="3818" y="10752"/>
                      <a:pt x="12858" y="12542"/>
                      <a:pt x="24931" y="17586"/>
                    </a:cubicBezTo>
                    <a:cubicBezTo>
                      <a:pt x="37286" y="22748"/>
                      <a:pt x="47225" y="22872"/>
                      <a:pt x="53740" y="17944"/>
                    </a:cubicBezTo>
                    <a:cubicBezTo>
                      <a:pt x="60581" y="12770"/>
                      <a:pt x="62623" y="13067"/>
                      <a:pt x="62623" y="19236"/>
                    </a:cubicBezTo>
                    <a:cubicBezTo>
                      <a:pt x="62623" y="22305"/>
                      <a:pt x="65034" y="25393"/>
                      <a:pt x="68432" y="26677"/>
                    </a:cubicBezTo>
                    <a:cubicBezTo>
                      <a:pt x="74871" y="29111"/>
                      <a:pt x="79002" y="27843"/>
                      <a:pt x="76711" y="24137"/>
                    </a:cubicBezTo>
                    <a:cubicBezTo>
                      <a:pt x="75894" y="22815"/>
                      <a:pt x="77037" y="21734"/>
                      <a:pt x="79251" y="21734"/>
                    </a:cubicBezTo>
                    <a:cubicBezTo>
                      <a:pt x="81464" y="21734"/>
                      <a:pt x="83275" y="20550"/>
                      <a:pt x="83275" y="19103"/>
                    </a:cubicBezTo>
                    <a:cubicBezTo>
                      <a:pt x="83275" y="17583"/>
                      <a:pt x="80538" y="17160"/>
                      <a:pt x="76792" y="18100"/>
                    </a:cubicBezTo>
                    <a:cubicBezTo>
                      <a:pt x="71329" y="19471"/>
                      <a:pt x="70588" y="19002"/>
                      <a:pt x="72078" y="15119"/>
                    </a:cubicBezTo>
                    <a:cubicBezTo>
                      <a:pt x="73452" y="11539"/>
                      <a:pt x="72877" y="10883"/>
                      <a:pt x="69501" y="12179"/>
                    </a:cubicBezTo>
                    <a:cubicBezTo>
                      <a:pt x="66052" y="13503"/>
                      <a:pt x="66358" y="12212"/>
                      <a:pt x="70989" y="5916"/>
                    </a:cubicBezTo>
                    <a:cubicBezTo>
                      <a:pt x="76351" y="-1376"/>
                      <a:pt x="76888" y="-1579"/>
                      <a:pt x="77646" y="3402"/>
                    </a:cubicBezTo>
                    <a:cubicBezTo>
                      <a:pt x="78672" y="10145"/>
                      <a:pt x="78784" y="10167"/>
                      <a:pt x="139275" y="15638"/>
                    </a:cubicBezTo>
                    <a:cubicBezTo>
                      <a:pt x="166526" y="18103"/>
                      <a:pt x="188286" y="20987"/>
                      <a:pt x="187630" y="22047"/>
                    </a:cubicBezTo>
                    <a:cubicBezTo>
                      <a:pt x="185081" y="26172"/>
                      <a:pt x="200296" y="53021"/>
                      <a:pt x="207209" y="56596"/>
                    </a:cubicBezTo>
                    <a:cubicBezTo>
                      <a:pt x="214767" y="60504"/>
                      <a:pt x="224810" y="78946"/>
                      <a:pt x="227114" y="93147"/>
                    </a:cubicBezTo>
                    <a:cubicBezTo>
                      <a:pt x="228108" y="99272"/>
                      <a:pt x="230904" y="103059"/>
                      <a:pt x="237157" y="106748"/>
                    </a:cubicBezTo>
                    <a:cubicBezTo>
                      <a:pt x="244668" y="111180"/>
                      <a:pt x="245621" y="112866"/>
                      <a:pt x="244314" y="119404"/>
                    </a:cubicBezTo>
                    <a:cubicBezTo>
                      <a:pt x="243448" y="123731"/>
                      <a:pt x="244017" y="127696"/>
                      <a:pt x="245646" y="128703"/>
                    </a:cubicBezTo>
                    <a:cubicBezTo>
                      <a:pt x="247209" y="129669"/>
                      <a:pt x="248514" y="135909"/>
                      <a:pt x="248545" y="142569"/>
                    </a:cubicBezTo>
                    <a:cubicBezTo>
                      <a:pt x="248610" y="156222"/>
                      <a:pt x="256380" y="169733"/>
                      <a:pt x="261330" y="164801"/>
                    </a:cubicBezTo>
                    <a:cubicBezTo>
                      <a:pt x="263334" y="162805"/>
                      <a:pt x="262643" y="160133"/>
                      <a:pt x="258888" y="155359"/>
                    </a:cubicBezTo>
                    <a:cubicBezTo>
                      <a:pt x="253728" y="148800"/>
                      <a:pt x="251444" y="130155"/>
                      <a:pt x="255800" y="130155"/>
                    </a:cubicBezTo>
                    <a:cubicBezTo>
                      <a:pt x="259829" y="130155"/>
                      <a:pt x="274389" y="150593"/>
                      <a:pt x="275961" y="158456"/>
                    </a:cubicBezTo>
                    <a:cubicBezTo>
                      <a:pt x="276824" y="162768"/>
                      <a:pt x="279126" y="166295"/>
                      <a:pt x="281077" y="166295"/>
                    </a:cubicBezTo>
                    <a:cubicBezTo>
                      <a:pt x="283382" y="166295"/>
                      <a:pt x="284587" y="169236"/>
                      <a:pt x="284516" y="174685"/>
                    </a:cubicBezTo>
                    <a:cubicBezTo>
                      <a:pt x="284361" y="186530"/>
                      <a:pt x="287367" y="203159"/>
                      <a:pt x="290330" y="206853"/>
                    </a:cubicBezTo>
                    <a:cubicBezTo>
                      <a:pt x="291973" y="208901"/>
                      <a:pt x="291767" y="213229"/>
                      <a:pt x="289732" y="219395"/>
                    </a:cubicBezTo>
                    <a:cubicBezTo>
                      <a:pt x="286869" y="228068"/>
                      <a:pt x="287307" y="230214"/>
                      <a:pt x="295284" y="246624"/>
                    </a:cubicBezTo>
                    <a:cubicBezTo>
                      <a:pt x="300047" y="256421"/>
                      <a:pt x="305697" y="264994"/>
                      <a:pt x="307839" y="265674"/>
                    </a:cubicBezTo>
                    <a:cubicBezTo>
                      <a:pt x="309981" y="266354"/>
                      <a:pt x="311853" y="269538"/>
                      <a:pt x="311998" y="272749"/>
                    </a:cubicBezTo>
                    <a:cubicBezTo>
                      <a:pt x="312747" y="289262"/>
                      <a:pt x="316417" y="302569"/>
                      <a:pt x="323310" y="313772"/>
                    </a:cubicBezTo>
                    <a:cubicBezTo>
                      <a:pt x="332864" y="329298"/>
                      <a:pt x="335210" y="338166"/>
                      <a:pt x="331080" y="343142"/>
                    </a:cubicBezTo>
                    <a:cubicBezTo>
                      <a:pt x="328823" y="345861"/>
                      <a:pt x="328447" y="351993"/>
                      <a:pt x="329774" y="364390"/>
                    </a:cubicBezTo>
                    <a:cubicBezTo>
                      <a:pt x="332100" y="386110"/>
                      <a:pt x="338349" y="395959"/>
                      <a:pt x="349986" y="396248"/>
                    </a:cubicBezTo>
                    <a:cubicBezTo>
                      <a:pt x="354503" y="396360"/>
                      <a:pt x="356748" y="397038"/>
                      <a:pt x="354973" y="397754"/>
                    </a:cubicBezTo>
                    <a:cubicBezTo>
                      <a:pt x="349867" y="399814"/>
                      <a:pt x="351219" y="403789"/>
                      <a:pt x="357026" y="403789"/>
                    </a:cubicBezTo>
                    <a:cubicBezTo>
                      <a:pt x="361562" y="403789"/>
                      <a:pt x="362100" y="402606"/>
                      <a:pt x="360843" y="395399"/>
                    </a:cubicBezTo>
                    <a:cubicBezTo>
                      <a:pt x="360039" y="390785"/>
                      <a:pt x="360485" y="385331"/>
                      <a:pt x="361835" y="383279"/>
                    </a:cubicBezTo>
                    <a:cubicBezTo>
                      <a:pt x="363800" y="380292"/>
                      <a:pt x="366898" y="382284"/>
                      <a:pt x="377379" y="393272"/>
                    </a:cubicBezTo>
                    <a:cubicBezTo>
                      <a:pt x="384578" y="400820"/>
                      <a:pt x="390468" y="408598"/>
                      <a:pt x="390468" y="410555"/>
                    </a:cubicBezTo>
                    <a:cubicBezTo>
                      <a:pt x="390468" y="412631"/>
                      <a:pt x="393158" y="414114"/>
                      <a:pt x="396921" y="414114"/>
                    </a:cubicBezTo>
                    <a:cubicBezTo>
                      <a:pt x="401868" y="414114"/>
                      <a:pt x="403375" y="415453"/>
                      <a:pt x="403375" y="419847"/>
                    </a:cubicBezTo>
                    <a:cubicBezTo>
                      <a:pt x="403375" y="423000"/>
                      <a:pt x="404827" y="431917"/>
                      <a:pt x="406602" y="439662"/>
                    </a:cubicBezTo>
                    <a:cubicBezTo>
                      <a:pt x="409222" y="451096"/>
                      <a:pt x="411381" y="454663"/>
                      <a:pt x="418087" y="458630"/>
                    </a:cubicBezTo>
                    <a:cubicBezTo>
                      <a:pt x="432031" y="466881"/>
                      <a:pt x="432496" y="489608"/>
                      <a:pt x="419011" y="503820"/>
                    </a:cubicBezTo>
                    <a:cubicBezTo>
                      <a:pt x="415980" y="507014"/>
                      <a:pt x="411844" y="509628"/>
                      <a:pt x="409820" y="509628"/>
                    </a:cubicBezTo>
                    <a:cubicBezTo>
                      <a:pt x="407796" y="509628"/>
                      <a:pt x="400938" y="512532"/>
                      <a:pt x="394580" y="516082"/>
                    </a:cubicBezTo>
                    <a:cubicBezTo>
                      <a:pt x="388222" y="519631"/>
                      <a:pt x="382575" y="522535"/>
                      <a:pt x="382031" y="522535"/>
                    </a:cubicBezTo>
                    <a:cubicBezTo>
                      <a:pt x="381487" y="522535"/>
                      <a:pt x="378323" y="519641"/>
                      <a:pt x="375000" y="516104"/>
                    </a:cubicBezTo>
                    <a:close/>
                  </a:path>
                </a:pathLst>
              </a:custGeom>
              <a:solidFill>
                <a:srgbClr val="B9B9B9"/>
              </a:solidFill>
              <a:ln w="5163" cap="flat">
                <a:noFill/>
                <a:prstDash val="solid"/>
                <a:miter/>
              </a:ln>
            </p:spPr>
            <p:txBody>
              <a:bodyPr/>
              <a:lstStyle/>
              <a:p>
                <a:endParaRPr lang="es-419" noProof="0" dirty="0"/>
              </a:p>
            </p:txBody>
          </p:sp>
          <p:sp>
            <p:nvSpPr>
              <p:cNvPr id="93" name="Forma libre: forma 92">
                <a:extLst>
                  <a:ext uri="{FF2B5EF4-FFF2-40B4-BE49-F238E27FC236}">
                    <a16:creationId xmlns:a16="http://schemas.microsoft.com/office/drawing/2014/main" id="{A2630DF5-2B32-9DA5-94F0-BFD9040CBF42}"/>
                  </a:ext>
                </a:extLst>
              </p:cNvPr>
              <p:cNvSpPr/>
              <p:nvPr/>
            </p:nvSpPr>
            <p:spPr>
              <a:xfrm>
                <a:off x="675648" y="1860606"/>
                <a:ext cx="11408" cy="19945"/>
              </a:xfrm>
              <a:custGeom>
                <a:avLst/>
                <a:gdLst>
                  <a:gd name="csX0" fmla="*/ 2146 w 11408"/>
                  <a:gd name="csY0" fmla="*/ 10289 h 19945"/>
                  <a:gd name="csX1" fmla="*/ 6337 w 11408"/>
                  <a:gd name="csY1" fmla="*/ 7392 h 19945"/>
                  <a:gd name="csX2" fmla="*/ 8408 w 11408"/>
                  <a:gd name="csY2" fmla="*/ 19945 h 19945"/>
                  <a:gd name="csX3" fmla="*/ 2146 w 11408"/>
                  <a:gd name="csY3" fmla="*/ 10289 h 19945"/>
                </a:gdLst>
                <a:ahLst/>
                <a:cxnLst>
                  <a:cxn ang="0">
                    <a:pos x="csX0" y="csY0"/>
                  </a:cxn>
                  <a:cxn ang="0">
                    <a:pos x="csX1" y="csY1"/>
                  </a:cxn>
                  <a:cxn ang="0">
                    <a:pos x="csX2" y="csY2"/>
                  </a:cxn>
                  <a:cxn ang="0">
                    <a:pos x="csX3" y="csY3"/>
                  </a:cxn>
                </a:cxnLst>
                <a:rect l="l" t="t" r="r" b="b"/>
                <a:pathLst>
                  <a:path w="11408" h="19945">
                    <a:moveTo>
                      <a:pt x="2146" y="10289"/>
                    </a:moveTo>
                    <a:cubicBezTo>
                      <a:pt x="-1802" y="-2324"/>
                      <a:pt x="-243" y="-3401"/>
                      <a:pt x="6337" y="7392"/>
                    </a:cubicBezTo>
                    <a:cubicBezTo>
                      <a:pt x="12476" y="17462"/>
                      <a:pt x="12886" y="19945"/>
                      <a:pt x="8408" y="19945"/>
                    </a:cubicBezTo>
                    <a:cubicBezTo>
                      <a:pt x="6626" y="19945"/>
                      <a:pt x="3808" y="15600"/>
                      <a:pt x="2146" y="10289"/>
                    </a:cubicBezTo>
                    <a:close/>
                  </a:path>
                </a:pathLst>
              </a:custGeom>
              <a:solidFill>
                <a:srgbClr val="B9B9B9"/>
              </a:solidFill>
              <a:ln w="5163" cap="flat">
                <a:noFill/>
                <a:prstDash val="solid"/>
                <a:miter/>
              </a:ln>
            </p:spPr>
            <p:txBody>
              <a:bodyPr/>
              <a:lstStyle/>
              <a:p>
                <a:endParaRPr lang="es-419" noProof="0" dirty="0"/>
              </a:p>
            </p:txBody>
          </p:sp>
          <p:sp>
            <p:nvSpPr>
              <p:cNvPr id="94" name="Forma libre: forma 93">
                <a:extLst>
                  <a:ext uri="{FF2B5EF4-FFF2-40B4-BE49-F238E27FC236}">
                    <a16:creationId xmlns:a16="http://schemas.microsoft.com/office/drawing/2014/main" id="{C9CC0F6E-5732-B848-F9BD-42D1EC9798C3}"/>
                  </a:ext>
                </a:extLst>
              </p:cNvPr>
              <p:cNvSpPr/>
              <p:nvPr/>
            </p:nvSpPr>
            <p:spPr>
              <a:xfrm>
                <a:off x="517039" y="1839249"/>
                <a:ext cx="11082" cy="12784"/>
              </a:xfrm>
              <a:custGeom>
                <a:avLst/>
                <a:gdLst>
                  <a:gd name="csX0" fmla="*/ 4154 w 11082"/>
                  <a:gd name="csY0" fmla="*/ 8186 h 12784"/>
                  <a:gd name="csX1" fmla="*/ 2167 w 11082"/>
                  <a:gd name="csY1" fmla="*/ 0 h 12784"/>
                  <a:gd name="csX2" fmla="*/ 8680 w 11082"/>
                  <a:gd name="csY2" fmla="*/ 6454 h 12784"/>
                  <a:gd name="csX3" fmla="*/ 4154 w 11082"/>
                  <a:gd name="csY3" fmla="*/ 8186 h 12784"/>
                </a:gdLst>
                <a:ahLst/>
                <a:cxnLst>
                  <a:cxn ang="0">
                    <a:pos x="csX0" y="csY0"/>
                  </a:cxn>
                  <a:cxn ang="0">
                    <a:pos x="csX1" y="csY1"/>
                  </a:cxn>
                  <a:cxn ang="0">
                    <a:pos x="csX2" y="csY2"/>
                  </a:cxn>
                  <a:cxn ang="0">
                    <a:pos x="csX3" y="csY3"/>
                  </a:cxn>
                </a:cxnLst>
                <a:rect l="l" t="t" r="r" b="b"/>
                <a:pathLst>
                  <a:path w="11082" h="12784">
                    <a:moveTo>
                      <a:pt x="4154" y="8186"/>
                    </a:moveTo>
                    <a:cubicBezTo>
                      <a:pt x="-584" y="2950"/>
                      <a:pt x="-1300" y="0"/>
                      <a:pt x="2167" y="0"/>
                    </a:cubicBezTo>
                    <a:cubicBezTo>
                      <a:pt x="3423" y="0"/>
                      <a:pt x="6354" y="2904"/>
                      <a:pt x="8680" y="6454"/>
                    </a:cubicBezTo>
                    <a:cubicBezTo>
                      <a:pt x="13580" y="13931"/>
                      <a:pt x="10441" y="15133"/>
                      <a:pt x="4154" y="8186"/>
                    </a:cubicBezTo>
                    <a:close/>
                  </a:path>
                </a:pathLst>
              </a:custGeom>
              <a:solidFill>
                <a:srgbClr val="B9B9B9"/>
              </a:solidFill>
              <a:ln w="5163" cap="flat">
                <a:noFill/>
                <a:prstDash val="solid"/>
                <a:miter/>
              </a:ln>
            </p:spPr>
            <p:txBody>
              <a:bodyPr/>
              <a:lstStyle/>
              <a:p>
                <a:endParaRPr lang="es-419" noProof="0" dirty="0"/>
              </a:p>
            </p:txBody>
          </p:sp>
          <p:sp>
            <p:nvSpPr>
              <p:cNvPr id="95" name="Forma libre: forma 94">
                <a:extLst>
                  <a:ext uri="{FF2B5EF4-FFF2-40B4-BE49-F238E27FC236}">
                    <a16:creationId xmlns:a16="http://schemas.microsoft.com/office/drawing/2014/main" id="{C807339E-A7DD-AD8E-A84E-9EA54ABBEED7}"/>
                  </a:ext>
                </a:extLst>
              </p:cNvPr>
              <p:cNvSpPr/>
              <p:nvPr/>
            </p:nvSpPr>
            <p:spPr>
              <a:xfrm>
                <a:off x="633440" y="1833111"/>
                <a:ext cx="12552" cy="18971"/>
              </a:xfrm>
              <a:custGeom>
                <a:avLst/>
                <a:gdLst>
                  <a:gd name="csX0" fmla="*/ 3996 w 12552"/>
                  <a:gd name="csY0" fmla="*/ 9922 h 18971"/>
                  <a:gd name="csX1" fmla="*/ 6099 w 12552"/>
                  <a:gd name="csY1" fmla="*/ 5082 h 18971"/>
                  <a:gd name="csX2" fmla="*/ 12553 w 12552"/>
                  <a:gd name="csY2" fmla="*/ 15290 h 18971"/>
                  <a:gd name="csX3" fmla="*/ 3996 w 12552"/>
                  <a:gd name="csY3" fmla="*/ 9922 h 18971"/>
                </a:gdLst>
                <a:ahLst/>
                <a:cxnLst>
                  <a:cxn ang="0">
                    <a:pos x="csX0" y="csY0"/>
                  </a:cxn>
                  <a:cxn ang="0">
                    <a:pos x="csX1" y="csY1"/>
                  </a:cxn>
                  <a:cxn ang="0">
                    <a:pos x="csX2" y="csY2"/>
                  </a:cxn>
                  <a:cxn ang="0">
                    <a:pos x="csX3" y="csY3"/>
                  </a:cxn>
                </a:cxnLst>
                <a:rect l="l" t="t" r="r" b="b"/>
                <a:pathLst>
                  <a:path w="12552" h="18971">
                    <a:moveTo>
                      <a:pt x="3996" y="9922"/>
                    </a:moveTo>
                    <a:cubicBezTo>
                      <a:pt x="-1733" y="-2091"/>
                      <a:pt x="-1533" y="-2550"/>
                      <a:pt x="6099" y="5082"/>
                    </a:cubicBezTo>
                    <a:cubicBezTo>
                      <a:pt x="9649" y="8631"/>
                      <a:pt x="12553" y="13225"/>
                      <a:pt x="12553" y="15290"/>
                    </a:cubicBezTo>
                    <a:cubicBezTo>
                      <a:pt x="12553" y="21885"/>
                      <a:pt x="8483" y="19332"/>
                      <a:pt x="3996" y="9922"/>
                    </a:cubicBezTo>
                    <a:close/>
                  </a:path>
                </a:pathLst>
              </a:custGeom>
              <a:solidFill>
                <a:srgbClr val="B9B9B9"/>
              </a:solidFill>
              <a:ln w="5163" cap="flat">
                <a:noFill/>
                <a:prstDash val="solid"/>
                <a:miter/>
              </a:ln>
            </p:spPr>
            <p:txBody>
              <a:bodyPr/>
              <a:lstStyle/>
              <a:p>
                <a:endParaRPr lang="es-419" noProof="0" dirty="0"/>
              </a:p>
            </p:txBody>
          </p:sp>
          <p:sp>
            <p:nvSpPr>
              <p:cNvPr id="96" name="Forma libre: forma 95">
                <a:extLst>
                  <a:ext uri="{FF2B5EF4-FFF2-40B4-BE49-F238E27FC236}">
                    <a16:creationId xmlns:a16="http://schemas.microsoft.com/office/drawing/2014/main" id="{1AD77067-4043-1A04-46FE-FD348F243AB1}"/>
                  </a:ext>
                </a:extLst>
              </p:cNvPr>
              <p:cNvSpPr/>
              <p:nvPr/>
            </p:nvSpPr>
            <p:spPr>
              <a:xfrm>
                <a:off x="499513" y="1824179"/>
                <a:ext cx="16487" cy="10786"/>
              </a:xfrm>
              <a:custGeom>
                <a:avLst/>
                <a:gdLst>
                  <a:gd name="csX0" fmla="*/ 5790 w 16487"/>
                  <a:gd name="csY0" fmla="*/ 5576 h 10786"/>
                  <a:gd name="csX1" fmla="*/ 4501 w 16487"/>
                  <a:gd name="csY1" fmla="*/ 936 h 10786"/>
                  <a:gd name="csX2" fmla="*/ 15719 w 16487"/>
                  <a:gd name="csY2" fmla="*/ 10646 h 10786"/>
                  <a:gd name="csX3" fmla="*/ 5790 w 16487"/>
                  <a:gd name="csY3" fmla="*/ 5576 h 10786"/>
                </a:gdLst>
                <a:ahLst/>
                <a:cxnLst>
                  <a:cxn ang="0">
                    <a:pos x="csX0" y="csY0"/>
                  </a:cxn>
                  <a:cxn ang="0">
                    <a:pos x="csX1" y="csY1"/>
                  </a:cxn>
                  <a:cxn ang="0">
                    <a:pos x="csX2" y="csY2"/>
                  </a:cxn>
                  <a:cxn ang="0">
                    <a:pos x="csX3" y="csY3"/>
                  </a:cxn>
                </a:cxnLst>
                <a:rect l="l" t="t" r="r" b="b"/>
                <a:pathLst>
                  <a:path w="16487" h="10786">
                    <a:moveTo>
                      <a:pt x="5790" y="5576"/>
                    </a:moveTo>
                    <a:cubicBezTo>
                      <a:pt x="-1676" y="-615"/>
                      <a:pt x="-1722" y="-781"/>
                      <a:pt x="4501" y="936"/>
                    </a:cubicBezTo>
                    <a:cubicBezTo>
                      <a:pt x="12209" y="3063"/>
                      <a:pt x="18782" y="8753"/>
                      <a:pt x="15719" y="10646"/>
                    </a:cubicBezTo>
                    <a:cubicBezTo>
                      <a:pt x="14517" y="11389"/>
                      <a:pt x="10049" y="9107"/>
                      <a:pt x="5790" y="5576"/>
                    </a:cubicBezTo>
                    <a:close/>
                  </a:path>
                </a:pathLst>
              </a:custGeom>
              <a:solidFill>
                <a:srgbClr val="B9B9B9"/>
              </a:solidFill>
              <a:ln w="5163" cap="flat">
                <a:noFill/>
                <a:prstDash val="solid"/>
                <a:miter/>
              </a:ln>
            </p:spPr>
            <p:txBody>
              <a:bodyPr/>
              <a:lstStyle/>
              <a:p>
                <a:endParaRPr lang="es-419" noProof="0" dirty="0"/>
              </a:p>
            </p:txBody>
          </p:sp>
          <p:sp>
            <p:nvSpPr>
              <p:cNvPr id="97" name="Forma libre: forma 96">
                <a:extLst>
                  <a:ext uri="{FF2B5EF4-FFF2-40B4-BE49-F238E27FC236}">
                    <a16:creationId xmlns:a16="http://schemas.microsoft.com/office/drawing/2014/main" id="{225B26C2-8080-82CA-0474-E5870AC3123B}"/>
                  </a:ext>
                </a:extLst>
              </p:cNvPr>
              <p:cNvSpPr/>
              <p:nvPr/>
            </p:nvSpPr>
            <p:spPr>
              <a:xfrm>
                <a:off x="478303" y="1760241"/>
                <a:ext cx="17819" cy="62484"/>
              </a:xfrm>
              <a:custGeom>
                <a:avLst/>
                <a:gdLst>
                  <a:gd name="csX0" fmla="*/ 12817 w 17819"/>
                  <a:gd name="csY0" fmla="*/ 59663 h 62484"/>
                  <a:gd name="csX1" fmla="*/ 8906 w 17819"/>
                  <a:gd name="csY1" fmla="*/ 49920 h 62484"/>
                  <a:gd name="csX2" fmla="*/ 3768 w 17819"/>
                  <a:gd name="csY2" fmla="*/ 41934 h 62484"/>
                  <a:gd name="csX3" fmla="*/ 2261 w 17819"/>
                  <a:gd name="csY3" fmla="*/ 33152 h 62484"/>
                  <a:gd name="csX4" fmla="*/ 8278 w 17819"/>
                  <a:gd name="csY4" fmla="*/ 19635 h 62484"/>
                  <a:gd name="csX5" fmla="*/ 14954 w 17819"/>
                  <a:gd name="csY5" fmla="*/ 4146 h 62484"/>
                  <a:gd name="csX6" fmla="*/ 16371 w 17819"/>
                  <a:gd name="csY6" fmla="*/ 6727 h 62484"/>
                  <a:gd name="csX7" fmla="*/ 10951 w 17819"/>
                  <a:gd name="csY7" fmla="*/ 23219 h 62484"/>
                  <a:gd name="csX8" fmla="*/ 9971 w 17819"/>
                  <a:gd name="csY8" fmla="*/ 36893 h 62484"/>
                  <a:gd name="csX9" fmla="*/ 12803 w 17819"/>
                  <a:gd name="csY9" fmla="*/ 48926 h 62484"/>
                  <a:gd name="csX10" fmla="*/ 15858 w 17819"/>
                  <a:gd name="csY10" fmla="*/ 57797 h 62484"/>
                  <a:gd name="csX11" fmla="*/ 17517 w 17819"/>
                  <a:gd name="csY11" fmla="*/ 62248 h 62484"/>
                  <a:gd name="csX12" fmla="*/ 12817 w 17819"/>
                  <a:gd name="csY12" fmla="*/ 59663 h 624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7819" h="62484">
                    <a:moveTo>
                      <a:pt x="12817" y="59663"/>
                    </a:moveTo>
                    <a:cubicBezTo>
                      <a:pt x="10999" y="57473"/>
                      <a:pt x="9240" y="53089"/>
                      <a:pt x="8906" y="49920"/>
                    </a:cubicBezTo>
                    <a:cubicBezTo>
                      <a:pt x="7921" y="40559"/>
                      <a:pt x="7808" y="40384"/>
                      <a:pt x="3768" y="41934"/>
                    </a:cubicBezTo>
                    <a:cubicBezTo>
                      <a:pt x="-606" y="43612"/>
                      <a:pt x="-1257" y="39820"/>
                      <a:pt x="2261" y="33152"/>
                    </a:cubicBezTo>
                    <a:cubicBezTo>
                      <a:pt x="3561" y="30687"/>
                      <a:pt x="6269" y="24604"/>
                      <a:pt x="8278" y="19635"/>
                    </a:cubicBezTo>
                    <a:cubicBezTo>
                      <a:pt x="10287" y="14665"/>
                      <a:pt x="13291" y="7695"/>
                      <a:pt x="14954" y="4146"/>
                    </a:cubicBezTo>
                    <a:cubicBezTo>
                      <a:pt x="17758" y="-1839"/>
                      <a:pt x="17861" y="-1651"/>
                      <a:pt x="16371" y="6727"/>
                    </a:cubicBezTo>
                    <a:cubicBezTo>
                      <a:pt x="15486" y="11697"/>
                      <a:pt x="13047" y="19118"/>
                      <a:pt x="10951" y="23219"/>
                    </a:cubicBezTo>
                    <a:cubicBezTo>
                      <a:pt x="8012" y="28966"/>
                      <a:pt x="7787" y="32101"/>
                      <a:pt x="9971" y="36893"/>
                    </a:cubicBezTo>
                    <a:cubicBezTo>
                      <a:pt x="11529" y="40313"/>
                      <a:pt x="12803" y="45728"/>
                      <a:pt x="12803" y="48926"/>
                    </a:cubicBezTo>
                    <a:cubicBezTo>
                      <a:pt x="12803" y="52125"/>
                      <a:pt x="14178" y="56117"/>
                      <a:pt x="15858" y="57797"/>
                    </a:cubicBezTo>
                    <a:cubicBezTo>
                      <a:pt x="17538" y="59477"/>
                      <a:pt x="18285" y="61480"/>
                      <a:pt x="17517" y="62248"/>
                    </a:cubicBezTo>
                    <a:cubicBezTo>
                      <a:pt x="16749" y="63016"/>
                      <a:pt x="14634" y="61852"/>
                      <a:pt x="12817" y="59663"/>
                    </a:cubicBezTo>
                    <a:close/>
                  </a:path>
                </a:pathLst>
              </a:custGeom>
              <a:solidFill>
                <a:srgbClr val="B9B9B9"/>
              </a:solidFill>
              <a:ln w="5163" cap="flat">
                <a:noFill/>
                <a:prstDash val="solid"/>
                <a:miter/>
              </a:ln>
            </p:spPr>
            <p:txBody>
              <a:bodyPr/>
              <a:lstStyle/>
              <a:p>
                <a:endParaRPr lang="es-419" noProof="0" dirty="0"/>
              </a:p>
            </p:txBody>
          </p:sp>
          <p:sp>
            <p:nvSpPr>
              <p:cNvPr id="98" name="Forma libre: forma 97">
                <a:extLst>
                  <a:ext uri="{FF2B5EF4-FFF2-40B4-BE49-F238E27FC236}">
                    <a16:creationId xmlns:a16="http://schemas.microsoft.com/office/drawing/2014/main" id="{B979FE94-E69B-2FB4-FE88-FF1E60AB22D2}"/>
                  </a:ext>
                </a:extLst>
              </p:cNvPr>
              <p:cNvSpPr/>
              <p:nvPr/>
            </p:nvSpPr>
            <p:spPr>
              <a:xfrm>
                <a:off x="610272" y="1785879"/>
                <a:ext cx="19431" cy="24201"/>
              </a:xfrm>
              <a:custGeom>
                <a:avLst/>
                <a:gdLst>
                  <a:gd name="csX0" fmla="*/ 12977 w 19431"/>
                  <a:gd name="csY0" fmla="*/ 20895 h 24201"/>
                  <a:gd name="csX1" fmla="*/ 7325 w 19431"/>
                  <a:gd name="csY1" fmla="*/ 14059 h 24201"/>
                  <a:gd name="csX2" fmla="*/ 3038 w 19431"/>
                  <a:gd name="csY2" fmla="*/ 6445 h 24201"/>
                  <a:gd name="csX3" fmla="*/ 7745 w 19431"/>
                  <a:gd name="csY3" fmla="*/ 1409 h 24201"/>
                  <a:gd name="csX4" fmla="*/ 17054 w 19431"/>
                  <a:gd name="csY4" fmla="*/ 13612 h 24201"/>
                  <a:gd name="csX5" fmla="*/ 19347 w 19431"/>
                  <a:gd name="csY5" fmla="*/ 24137 h 24201"/>
                  <a:gd name="csX6" fmla="*/ 12977 w 19431"/>
                  <a:gd name="csY6" fmla="*/ 20895 h 24201"/>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9431" h="24201">
                    <a:moveTo>
                      <a:pt x="12977" y="20895"/>
                    </a:moveTo>
                    <a:cubicBezTo>
                      <a:pt x="9869" y="18718"/>
                      <a:pt x="7325" y="15642"/>
                      <a:pt x="7325" y="14059"/>
                    </a:cubicBezTo>
                    <a:cubicBezTo>
                      <a:pt x="7325" y="12477"/>
                      <a:pt x="5396" y="9050"/>
                      <a:pt x="3038" y="6445"/>
                    </a:cubicBezTo>
                    <a:cubicBezTo>
                      <a:pt x="-2384" y="453"/>
                      <a:pt x="-388" y="-1683"/>
                      <a:pt x="7745" y="1409"/>
                    </a:cubicBezTo>
                    <a:cubicBezTo>
                      <a:pt x="11871" y="2978"/>
                      <a:pt x="15083" y="7189"/>
                      <a:pt x="17054" y="13612"/>
                    </a:cubicBezTo>
                    <a:cubicBezTo>
                      <a:pt x="18710" y="19007"/>
                      <a:pt x="19742" y="23743"/>
                      <a:pt x="19347" y="24137"/>
                    </a:cubicBezTo>
                    <a:cubicBezTo>
                      <a:pt x="18953" y="24532"/>
                      <a:pt x="16086" y="23073"/>
                      <a:pt x="12977" y="20895"/>
                    </a:cubicBezTo>
                    <a:close/>
                  </a:path>
                </a:pathLst>
              </a:custGeom>
              <a:solidFill>
                <a:srgbClr val="B9B9B9"/>
              </a:solidFill>
              <a:ln w="5163" cap="flat">
                <a:noFill/>
                <a:prstDash val="solid"/>
                <a:miter/>
              </a:ln>
            </p:spPr>
            <p:txBody>
              <a:bodyPr/>
              <a:lstStyle/>
              <a:p>
                <a:endParaRPr lang="es-419" noProof="0" dirty="0"/>
              </a:p>
            </p:txBody>
          </p:sp>
          <p:sp>
            <p:nvSpPr>
              <p:cNvPr id="99" name="Forma libre: forma 98">
                <a:extLst>
                  <a:ext uri="{FF2B5EF4-FFF2-40B4-BE49-F238E27FC236}">
                    <a16:creationId xmlns:a16="http://schemas.microsoft.com/office/drawing/2014/main" id="{E7FB2A06-0A37-1433-EC87-8D27A99CAFCA}"/>
                  </a:ext>
                </a:extLst>
              </p:cNvPr>
              <p:cNvSpPr/>
              <p:nvPr/>
            </p:nvSpPr>
            <p:spPr>
              <a:xfrm>
                <a:off x="615016" y="1765374"/>
                <a:ext cx="5162" cy="6756"/>
              </a:xfrm>
              <a:custGeom>
                <a:avLst/>
                <a:gdLst>
                  <a:gd name="csX0" fmla="*/ 0 w 5162"/>
                  <a:gd name="csY0" fmla="*/ 4328 h 6756"/>
                  <a:gd name="csX1" fmla="*/ 2581 w 5162"/>
                  <a:gd name="csY1" fmla="*/ 303 h 6756"/>
                  <a:gd name="csX2" fmla="*/ 5163 w 5162"/>
                  <a:gd name="csY2" fmla="*/ 2732 h 6756"/>
                  <a:gd name="csX3" fmla="*/ 2581 w 5162"/>
                  <a:gd name="csY3" fmla="*/ 6757 h 6756"/>
                  <a:gd name="csX4" fmla="*/ 0 w 5162"/>
                  <a:gd name="csY4" fmla="*/ 4328 h 6756"/>
                </a:gdLst>
                <a:ahLst/>
                <a:cxnLst>
                  <a:cxn ang="0">
                    <a:pos x="csX0" y="csY0"/>
                  </a:cxn>
                  <a:cxn ang="0">
                    <a:pos x="csX1" y="csY1"/>
                  </a:cxn>
                  <a:cxn ang="0">
                    <a:pos x="csX2" y="csY2"/>
                  </a:cxn>
                  <a:cxn ang="0">
                    <a:pos x="csX3" y="csY3"/>
                  </a:cxn>
                  <a:cxn ang="0">
                    <a:pos x="csX4" y="csY4"/>
                  </a:cxn>
                </a:cxnLst>
                <a:rect l="l" t="t" r="r" b="b"/>
                <a:pathLst>
                  <a:path w="5162" h="6756">
                    <a:moveTo>
                      <a:pt x="0" y="4328"/>
                    </a:moveTo>
                    <a:cubicBezTo>
                      <a:pt x="0" y="2992"/>
                      <a:pt x="1162" y="1181"/>
                      <a:pt x="2581" y="303"/>
                    </a:cubicBezTo>
                    <a:cubicBezTo>
                      <a:pt x="4001" y="-574"/>
                      <a:pt x="5163" y="519"/>
                      <a:pt x="5163" y="2732"/>
                    </a:cubicBezTo>
                    <a:cubicBezTo>
                      <a:pt x="5163" y="4946"/>
                      <a:pt x="4001" y="6757"/>
                      <a:pt x="2581" y="6757"/>
                    </a:cubicBezTo>
                    <a:cubicBezTo>
                      <a:pt x="1162" y="6757"/>
                      <a:pt x="0" y="5664"/>
                      <a:pt x="0" y="4328"/>
                    </a:cubicBezTo>
                    <a:close/>
                  </a:path>
                </a:pathLst>
              </a:custGeom>
              <a:solidFill>
                <a:srgbClr val="B9B9B9"/>
              </a:solidFill>
              <a:ln w="5163" cap="flat">
                <a:noFill/>
                <a:prstDash val="solid"/>
                <a:miter/>
              </a:ln>
            </p:spPr>
            <p:txBody>
              <a:bodyPr/>
              <a:lstStyle/>
              <a:p>
                <a:endParaRPr lang="es-419" noProof="0" dirty="0"/>
              </a:p>
            </p:txBody>
          </p:sp>
          <p:sp>
            <p:nvSpPr>
              <p:cNvPr id="100" name="Forma libre: forma 99">
                <a:extLst>
                  <a:ext uri="{FF2B5EF4-FFF2-40B4-BE49-F238E27FC236}">
                    <a16:creationId xmlns:a16="http://schemas.microsoft.com/office/drawing/2014/main" id="{747C5BB1-0015-2ACC-8652-BCDB0AA3852E}"/>
                  </a:ext>
                </a:extLst>
              </p:cNvPr>
              <p:cNvSpPr/>
              <p:nvPr/>
            </p:nvSpPr>
            <p:spPr>
              <a:xfrm>
                <a:off x="496444" y="1737058"/>
                <a:ext cx="4812" cy="15975"/>
              </a:xfrm>
              <a:custGeom>
                <a:avLst/>
                <a:gdLst>
                  <a:gd name="csX0" fmla="*/ 6 w 4812"/>
                  <a:gd name="csY0" fmla="*/ 12637 h 15975"/>
                  <a:gd name="csX1" fmla="*/ 2406 w 4812"/>
                  <a:gd name="csY1" fmla="*/ 2804 h 15975"/>
                  <a:gd name="csX2" fmla="*/ 4806 w 4812"/>
                  <a:gd name="csY2" fmla="*/ 5879 h 15975"/>
                  <a:gd name="csX3" fmla="*/ 2406 w 4812"/>
                  <a:gd name="csY3" fmla="*/ 15712 h 15975"/>
                  <a:gd name="csX4" fmla="*/ 6 w 4812"/>
                  <a:gd name="csY4" fmla="*/ 12637 h 15975"/>
                </a:gdLst>
                <a:ahLst/>
                <a:cxnLst>
                  <a:cxn ang="0">
                    <a:pos x="csX0" y="csY0"/>
                  </a:cxn>
                  <a:cxn ang="0">
                    <a:pos x="csX1" y="csY1"/>
                  </a:cxn>
                  <a:cxn ang="0">
                    <a:pos x="csX2" y="csY2"/>
                  </a:cxn>
                  <a:cxn ang="0">
                    <a:pos x="csX3" y="csY3"/>
                  </a:cxn>
                  <a:cxn ang="0">
                    <a:pos x="csX4" y="csY4"/>
                  </a:cxn>
                </a:cxnLst>
                <a:rect l="l" t="t" r="r" b="b"/>
                <a:pathLst>
                  <a:path w="4812" h="15975">
                    <a:moveTo>
                      <a:pt x="6" y="12637"/>
                    </a:moveTo>
                    <a:cubicBezTo>
                      <a:pt x="106" y="10069"/>
                      <a:pt x="1186" y="5644"/>
                      <a:pt x="2406" y="2804"/>
                    </a:cubicBezTo>
                    <a:cubicBezTo>
                      <a:pt x="4277" y="-1548"/>
                      <a:pt x="4653" y="-1065"/>
                      <a:pt x="4806" y="5879"/>
                    </a:cubicBezTo>
                    <a:cubicBezTo>
                      <a:pt x="4906" y="10409"/>
                      <a:pt x="3826" y="14834"/>
                      <a:pt x="2406" y="15712"/>
                    </a:cubicBezTo>
                    <a:cubicBezTo>
                      <a:pt x="987" y="16589"/>
                      <a:pt x="-93" y="15206"/>
                      <a:pt x="6" y="12637"/>
                    </a:cubicBezTo>
                    <a:close/>
                  </a:path>
                </a:pathLst>
              </a:custGeom>
              <a:solidFill>
                <a:srgbClr val="B9B9B9"/>
              </a:solidFill>
              <a:ln w="5163" cap="flat">
                <a:noFill/>
                <a:prstDash val="solid"/>
                <a:miter/>
              </a:ln>
            </p:spPr>
            <p:txBody>
              <a:bodyPr/>
              <a:lstStyle/>
              <a:p>
                <a:endParaRPr lang="es-419" noProof="0" dirty="0"/>
              </a:p>
            </p:txBody>
          </p:sp>
          <p:sp>
            <p:nvSpPr>
              <p:cNvPr id="101" name="Forma libre: forma 100">
                <a:extLst>
                  <a:ext uri="{FF2B5EF4-FFF2-40B4-BE49-F238E27FC236}">
                    <a16:creationId xmlns:a16="http://schemas.microsoft.com/office/drawing/2014/main" id="{7B06672C-66F3-CAA6-230A-129F144CA2EF}"/>
                  </a:ext>
                </a:extLst>
              </p:cNvPr>
              <p:cNvSpPr/>
              <p:nvPr/>
            </p:nvSpPr>
            <p:spPr>
              <a:xfrm>
                <a:off x="610293" y="1727161"/>
                <a:ext cx="5615" cy="11379"/>
              </a:xfrm>
              <a:custGeom>
                <a:avLst/>
                <a:gdLst>
                  <a:gd name="csX0" fmla="*/ 427 w 5615"/>
                  <a:gd name="csY0" fmla="*/ 7365 h 11379"/>
                  <a:gd name="csX1" fmla="*/ 1464 w 5615"/>
                  <a:gd name="csY1" fmla="*/ 731 h 11379"/>
                  <a:gd name="csX2" fmla="*/ 5321 w 5615"/>
                  <a:gd name="csY2" fmla="*/ 4777 h 11379"/>
                  <a:gd name="csX3" fmla="*/ 427 w 5615"/>
                  <a:gd name="csY3" fmla="*/ 7365 h 11379"/>
                </a:gdLst>
                <a:ahLst/>
                <a:cxnLst>
                  <a:cxn ang="0">
                    <a:pos x="csX0" y="csY0"/>
                  </a:cxn>
                  <a:cxn ang="0">
                    <a:pos x="csX1" y="csY1"/>
                  </a:cxn>
                  <a:cxn ang="0">
                    <a:pos x="csX2" y="csY2"/>
                  </a:cxn>
                  <a:cxn ang="0">
                    <a:pos x="csX3" y="csY3"/>
                  </a:cxn>
                </a:cxnLst>
                <a:rect l="l" t="t" r="r" b="b"/>
                <a:pathLst>
                  <a:path w="5615" h="11379">
                    <a:moveTo>
                      <a:pt x="427" y="7365"/>
                    </a:moveTo>
                    <a:cubicBezTo>
                      <a:pt x="-426" y="5140"/>
                      <a:pt x="40" y="2155"/>
                      <a:pt x="1464" y="731"/>
                    </a:cubicBezTo>
                    <a:cubicBezTo>
                      <a:pt x="3194" y="-1000"/>
                      <a:pt x="4473" y="341"/>
                      <a:pt x="5321" y="4777"/>
                    </a:cubicBezTo>
                    <a:cubicBezTo>
                      <a:pt x="6696" y="11973"/>
                      <a:pt x="2955" y="13952"/>
                      <a:pt x="427" y="7365"/>
                    </a:cubicBezTo>
                    <a:close/>
                  </a:path>
                </a:pathLst>
              </a:custGeom>
              <a:solidFill>
                <a:srgbClr val="B9B9B9"/>
              </a:solidFill>
              <a:ln w="5163" cap="flat">
                <a:noFill/>
                <a:prstDash val="solid"/>
                <a:miter/>
              </a:ln>
            </p:spPr>
            <p:txBody>
              <a:bodyPr/>
              <a:lstStyle/>
              <a:p>
                <a:endParaRPr lang="es-419" noProof="0" dirty="0"/>
              </a:p>
            </p:txBody>
          </p:sp>
          <p:sp>
            <p:nvSpPr>
              <p:cNvPr id="102" name="Forma libre: forma 101">
                <a:extLst>
                  <a:ext uri="{FF2B5EF4-FFF2-40B4-BE49-F238E27FC236}">
                    <a16:creationId xmlns:a16="http://schemas.microsoft.com/office/drawing/2014/main" id="{1D2878F8-46F9-9B08-371E-0B9E9A71193E}"/>
                  </a:ext>
                </a:extLst>
              </p:cNvPr>
              <p:cNvSpPr/>
              <p:nvPr/>
            </p:nvSpPr>
            <p:spPr>
              <a:xfrm>
                <a:off x="589201" y="1723083"/>
                <a:ext cx="5162" cy="7744"/>
              </a:xfrm>
              <a:custGeom>
                <a:avLst/>
                <a:gdLst>
                  <a:gd name="csX0" fmla="*/ 0 w 5162"/>
                  <a:gd name="csY0" fmla="*/ 3872 h 7744"/>
                  <a:gd name="csX1" fmla="*/ 2581 w 5162"/>
                  <a:gd name="csY1" fmla="*/ 0 h 7744"/>
                  <a:gd name="csX2" fmla="*/ 5163 w 5162"/>
                  <a:gd name="csY2" fmla="*/ 3872 h 7744"/>
                  <a:gd name="csX3" fmla="*/ 2581 w 5162"/>
                  <a:gd name="csY3" fmla="*/ 7744 h 7744"/>
                  <a:gd name="csX4" fmla="*/ 0 w 5162"/>
                  <a:gd name="csY4" fmla="*/ 3872 h 7744"/>
                </a:gdLst>
                <a:ahLst/>
                <a:cxnLst>
                  <a:cxn ang="0">
                    <a:pos x="csX0" y="csY0"/>
                  </a:cxn>
                  <a:cxn ang="0">
                    <a:pos x="csX1" y="csY1"/>
                  </a:cxn>
                  <a:cxn ang="0">
                    <a:pos x="csX2" y="csY2"/>
                  </a:cxn>
                  <a:cxn ang="0">
                    <a:pos x="csX3" y="csY3"/>
                  </a:cxn>
                  <a:cxn ang="0">
                    <a:pos x="csX4" y="csY4"/>
                  </a:cxn>
                </a:cxnLst>
                <a:rect l="l" t="t" r="r" b="b"/>
                <a:pathLst>
                  <a:path w="5162" h="7744">
                    <a:moveTo>
                      <a:pt x="0" y="3872"/>
                    </a:moveTo>
                    <a:cubicBezTo>
                      <a:pt x="0" y="1742"/>
                      <a:pt x="1162" y="0"/>
                      <a:pt x="2581" y="0"/>
                    </a:cubicBezTo>
                    <a:cubicBezTo>
                      <a:pt x="4001" y="0"/>
                      <a:pt x="5163" y="1742"/>
                      <a:pt x="5163" y="3872"/>
                    </a:cubicBezTo>
                    <a:cubicBezTo>
                      <a:pt x="5163" y="6002"/>
                      <a:pt x="4001" y="7744"/>
                      <a:pt x="2581" y="7744"/>
                    </a:cubicBezTo>
                    <a:cubicBezTo>
                      <a:pt x="1162" y="7744"/>
                      <a:pt x="0" y="6002"/>
                      <a:pt x="0" y="3872"/>
                    </a:cubicBezTo>
                    <a:close/>
                  </a:path>
                </a:pathLst>
              </a:custGeom>
              <a:solidFill>
                <a:srgbClr val="B9B9B9"/>
              </a:solidFill>
              <a:ln w="5163" cap="flat">
                <a:noFill/>
                <a:prstDash val="solid"/>
                <a:miter/>
              </a:ln>
            </p:spPr>
            <p:txBody>
              <a:bodyPr/>
              <a:lstStyle/>
              <a:p>
                <a:endParaRPr lang="es-419" noProof="0" dirty="0"/>
              </a:p>
            </p:txBody>
          </p:sp>
          <p:sp>
            <p:nvSpPr>
              <p:cNvPr id="103" name="Forma libre: forma 102">
                <a:extLst>
                  <a:ext uri="{FF2B5EF4-FFF2-40B4-BE49-F238E27FC236}">
                    <a16:creationId xmlns:a16="http://schemas.microsoft.com/office/drawing/2014/main" id="{4B1CFE11-3EC6-09C1-D334-3B8D32EEA9D3}"/>
                  </a:ext>
                </a:extLst>
              </p:cNvPr>
              <p:cNvSpPr/>
              <p:nvPr/>
            </p:nvSpPr>
            <p:spPr>
              <a:xfrm>
                <a:off x="576294" y="1689525"/>
                <a:ext cx="15348" cy="20423"/>
              </a:xfrm>
              <a:custGeom>
                <a:avLst/>
                <a:gdLst>
                  <a:gd name="csX0" fmla="*/ 0 w 15348"/>
                  <a:gd name="csY0" fmla="*/ 17942 h 20423"/>
                  <a:gd name="csX1" fmla="*/ 11683 w 15348"/>
                  <a:gd name="csY1" fmla="*/ 0 h 20423"/>
                  <a:gd name="csX2" fmla="*/ 8918 w 15348"/>
                  <a:gd name="csY2" fmla="*/ 14081 h 20423"/>
                  <a:gd name="csX3" fmla="*/ 0 w 15348"/>
                  <a:gd name="csY3" fmla="*/ 17942 h 20423"/>
                </a:gdLst>
                <a:ahLst/>
                <a:cxnLst>
                  <a:cxn ang="0">
                    <a:pos x="csX0" y="csY0"/>
                  </a:cxn>
                  <a:cxn ang="0">
                    <a:pos x="csX1" y="csY1"/>
                  </a:cxn>
                  <a:cxn ang="0">
                    <a:pos x="csX2" y="csY2"/>
                  </a:cxn>
                  <a:cxn ang="0">
                    <a:pos x="csX3" y="csY3"/>
                  </a:cxn>
                </a:cxnLst>
                <a:rect l="l" t="t" r="r" b="b"/>
                <a:pathLst>
                  <a:path w="15348" h="20423">
                    <a:moveTo>
                      <a:pt x="0" y="17942"/>
                    </a:moveTo>
                    <a:cubicBezTo>
                      <a:pt x="0" y="12328"/>
                      <a:pt x="8027" y="0"/>
                      <a:pt x="11683" y="0"/>
                    </a:cubicBezTo>
                    <a:cubicBezTo>
                      <a:pt x="17539" y="0"/>
                      <a:pt x="16205" y="6793"/>
                      <a:pt x="8918" y="14081"/>
                    </a:cubicBezTo>
                    <a:cubicBezTo>
                      <a:pt x="1711" y="21287"/>
                      <a:pt x="0" y="22028"/>
                      <a:pt x="0" y="17942"/>
                    </a:cubicBezTo>
                    <a:close/>
                  </a:path>
                </a:pathLst>
              </a:custGeom>
              <a:solidFill>
                <a:srgbClr val="B9B9B9"/>
              </a:solidFill>
              <a:ln w="5163" cap="flat">
                <a:noFill/>
                <a:prstDash val="solid"/>
                <a:miter/>
              </a:ln>
            </p:spPr>
            <p:txBody>
              <a:bodyPr/>
              <a:lstStyle/>
              <a:p>
                <a:endParaRPr lang="es-419" noProof="0" dirty="0"/>
              </a:p>
            </p:txBody>
          </p:sp>
        </p:grpSp>
        <p:sp>
          <p:nvSpPr>
            <p:cNvPr id="104" name="Forma libre: forma 103">
              <a:extLst>
                <a:ext uri="{FF2B5EF4-FFF2-40B4-BE49-F238E27FC236}">
                  <a16:creationId xmlns:a16="http://schemas.microsoft.com/office/drawing/2014/main" id="{92E462F4-6EB4-18CE-9C46-49BE0B14EFE0}"/>
                </a:ext>
              </a:extLst>
            </p:cNvPr>
            <p:cNvSpPr/>
            <p:nvPr/>
          </p:nvSpPr>
          <p:spPr>
            <a:xfrm>
              <a:off x="516921" y="1569184"/>
              <a:ext cx="5162" cy="6756"/>
            </a:xfrm>
            <a:custGeom>
              <a:avLst/>
              <a:gdLst>
                <a:gd name="csX0" fmla="*/ 0 w 5162"/>
                <a:gd name="csY0" fmla="*/ 2732 h 6756"/>
                <a:gd name="csX1" fmla="*/ 2581 w 5162"/>
                <a:gd name="csY1" fmla="*/ 303 h 6756"/>
                <a:gd name="csX2" fmla="*/ 5163 w 5162"/>
                <a:gd name="csY2" fmla="*/ 4328 h 6756"/>
                <a:gd name="csX3" fmla="*/ 2581 w 5162"/>
                <a:gd name="csY3" fmla="*/ 6757 h 6756"/>
                <a:gd name="csX4" fmla="*/ 0 w 5162"/>
                <a:gd name="csY4" fmla="*/ 2732 h 6756"/>
              </a:gdLst>
              <a:ahLst/>
              <a:cxnLst>
                <a:cxn ang="0">
                  <a:pos x="csX0" y="csY0"/>
                </a:cxn>
                <a:cxn ang="0">
                  <a:pos x="csX1" y="csY1"/>
                </a:cxn>
                <a:cxn ang="0">
                  <a:pos x="csX2" y="csY2"/>
                </a:cxn>
                <a:cxn ang="0">
                  <a:pos x="csX3" y="csY3"/>
                </a:cxn>
                <a:cxn ang="0">
                  <a:pos x="csX4" y="csY4"/>
                </a:cxn>
              </a:cxnLst>
              <a:rect l="l" t="t" r="r" b="b"/>
              <a:pathLst>
                <a:path w="5162" h="6756">
                  <a:moveTo>
                    <a:pt x="0" y="2732"/>
                  </a:moveTo>
                  <a:cubicBezTo>
                    <a:pt x="0" y="519"/>
                    <a:pt x="1162" y="-574"/>
                    <a:pt x="2581" y="303"/>
                  </a:cubicBezTo>
                  <a:cubicBezTo>
                    <a:pt x="4001" y="1181"/>
                    <a:pt x="5163" y="2992"/>
                    <a:pt x="5163" y="4328"/>
                  </a:cubicBezTo>
                  <a:cubicBezTo>
                    <a:pt x="5163" y="5664"/>
                    <a:pt x="4001" y="6757"/>
                    <a:pt x="2581" y="6757"/>
                  </a:cubicBezTo>
                  <a:cubicBezTo>
                    <a:pt x="1162" y="6757"/>
                    <a:pt x="0" y="4946"/>
                    <a:pt x="0" y="2732"/>
                  </a:cubicBezTo>
                  <a:close/>
                </a:path>
              </a:pathLst>
            </a:custGeom>
            <a:solidFill>
              <a:srgbClr val="B9B9B9"/>
            </a:solidFill>
            <a:ln w="5163" cap="flat">
              <a:noFill/>
              <a:prstDash val="solid"/>
              <a:miter/>
            </a:ln>
          </p:spPr>
          <p:txBody>
            <a:bodyPr/>
            <a:lstStyle/>
            <a:p>
              <a:endParaRPr lang="es-419" noProof="0" dirty="0"/>
            </a:p>
          </p:txBody>
        </p:sp>
      </p:grpSp>
      <p:sp>
        <p:nvSpPr>
          <p:cNvPr id="105" name="Forma libre: forma 104">
            <a:extLst>
              <a:ext uri="{FF2B5EF4-FFF2-40B4-BE49-F238E27FC236}">
                <a16:creationId xmlns:a16="http://schemas.microsoft.com/office/drawing/2014/main" id="{92660BA9-8148-E671-9AB6-870230E79F44}"/>
              </a:ext>
            </a:extLst>
          </p:cNvPr>
          <p:cNvSpPr/>
          <p:nvPr/>
        </p:nvSpPr>
        <p:spPr>
          <a:xfrm>
            <a:off x="466238" y="1431499"/>
            <a:ext cx="11558" cy="7543"/>
          </a:xfrm>
          <a:custGeom>
            <a:avLst/>
            <a:gdLst>
              <a:gd name="csX0" fmla="*/ 1635 w 11558"/>
              <a:gd name="csY0" fmla="*/ 3752 h 7543"/>
              <a:gd name="csX1" fmla="*/ 8241 w 11558"/>
              <a:gd name="csY1" fmla="*/ 3670 h 7543"/>
              <a:gd name="csX2" fmla="*/ 9050 w 11558"/>
              <a:gd name="csY2" fmla="*/ 7542 h 7543"/>
              <a:gd name="csX3" fmla="*/ 1635 w 11558"/>
              <a:gd name="csY3" fmla="*/ 3752 h 7543"/>
            </a:gdLst>
            <a:ahLst/>
            <a:cxnLst>
              <a:cxn ang="0">
                <a:pos x="csX0" y="csY0"/>
              </a:cxn>
              <a:cxn ang="0">
                <a:pos x="csX1" y="csY1"/>
              </a:cxn>
              <a:cxn ang="0">
                <a:pos x="csX2" y="csY2"/>
              </a:cxn>
              <a:cxn ang="0">
                <a:pos x="csX3" y="csY3"/>
              </a:cxn>
            </a:cxnLst>
            <a:rect l="l" t="t" r="r" b="b"/>
            <a:pathLst>
              <a:path w="11558" h="7543">
                <a:moveTo>
                  <a:pt x="1635" y="3752"/>
                </a:moveTo>
                <a:cubicBezTo>
                  <a:pt x="-2484" y="-1211"/>
                  <a:pt x="1718" y="-1263"/>
                  <a:pt x="8241" y="3670"/>
                </a:cubicBezTo>
                <a:cubicBezTo>
                  <a:pt x="12450" y="6854"/>
                  <a:pt x="12580" y="7473"/>
                  <a:pt x="9050" y="7542"/>
                </a:cubicBezTo>
                <a:cubicBezTo>
                  <a:pt x="6739" y="7587"/>
                  <a:pt x="3403" y="5882"/>
                  <a:pt x="1635" y="3752"/>
                </a:cubicBezTo>
                <a:close/>
              </a:path>
            </a:pathLst>
          </a:custGeom>
          <a:solidFill>
            <a:srgbClr val="B9B9B9"/>
          </a:solidFill>
          <a:ln w="5163" cap="flat">
            <a:noFill/>
            <a:prstDash val="solid"/>
            <a:miter/>
          </a:ln>
        </p:spPr>
        <p:txBody>
          <a:bodyPr/>
          <a:lstStyle/>
          <a:p>
            <a:endParaRPr lang="es-419" noProof="0" dirty="0"/>
          </a:p>
        </p:txBody>
      </p:sp>
      <p:grpSp>
        <p:nvGrpSpPr>
          <p:cNvPr id="106" name="Gráfico 39">
            <a:extLst>
              <a:ext uri="{FF2B5EF4-FFF2-40B4-BE49-F238E27FC236}">
                <a16:creationId xmlns:a16="http://schemas.microsoft.com/office/drawing/2014/main" id="{8D823557-A560-7D6A-3DF5-DA00C88BF0FF}"/>
              </a:ext>
            </a:extLst>
          </p:cNvPr>
          <p:cNvGrpSpPr/>
          <p:nvPr/>
        </p:nvGrpSpPr>
        <p:grpSpPr>
          <a:xfrm>
            <a:off x="73152" y="1028824"/>
            <a:ext cx="399884" cy="461679"/>
            <a:chOff x="73152" y="1028824"/>
            <a:chExt cx="399884" cy="461679"/>
          </a:xfrm>
          <a:solidFill>
            <a:srgbClr val="B9B9B9"/>
          </a:solidFill>
        </p:grpSpPr>
        <p:sp>
          <p:nvSpPr>
            <p:cNvPr id="107" name="Forma libre: forma 106">
              <a:extLst>
                <a:ext uri="{FF2B5EF4-FFF2-40B4-BE49-F238E27FC236}">
                  <a16:creationId xmlns:a16="http://schemas.microsoft.com/office/drawing/2014/main" id="{67232D10-D19B-DF5E-27B5-C6F23F2BACE9}"/>
                </a:ext>
              </a:extLst>
            </p:cNvPr>
            <p:cNvSpPr/>
            <p:nvPr/>
          </p:nvSpPr>
          <p:spPr>
            <a:xfrm>
              <a:off x="176169" y="1028824"/>
              <a:ext cx="296866" cy="461679"/>
            </a:xfrm>
            <a:custGeom>
              <a:avLst/>
              <a:gdLst>
                <a:gd name="csX0" fmla="*/ 234204 w 296866"/>
                <a:gd name="csY0" fmla="*/ 456793 h 461679"/>
                <a:gd name="csX1" fmla="*/ 189641 w 296866"/>
                <a:gd name="csY1" fmla="*/ 451076 h 461679"/>
                <a:gd name="csX2" fmla="*/ 192285 w 296866"/>
                <a:gd name="csY2" fmla="*/ 440463 h 461679"/>
                <a:gd name="csX3" fmla="*/ 192319 w 296866"/>
                <a:gd name="csY3" fmla="*/ 432599 h 461679"/>
                <a:gd name="csX4" fmla="*/ 190826 w 296866"/>
                <a:gd name="csY4" fmla="*/ 424368 h 461679"/>
                <a:gd name="csX5" fmla="*/ 194908 w 296866"/>
                <a:gd name="csY5" fmla="*/ 412652 h 461679"/>
                <a:gd name="csX6" fmla="*/ 188729 w 296866"/>
                <a:gd name="csY6" fmla="*/ 395950 h 461679"/>
                <a:gd name="csX7" fmla="*/ 175616 w 296866"/>
                <a:gd name="csY7" fmla="*/ 376348 h 461679"/>
                <a:gd name="csX8" fmla="*/ 165432 w 296866"/>
                <a:gd name="csY8" fmla="*/ 362612 h 461679"/>
                <a:gd name="csX9" fmla="*/ 157619 w 296866"/>
                <a:gd name="csY9" fmla="*/ 354047 h 461679"/>
                <a:gd name="csX10" fmla="*/ 123850 w 296866"/>
                <a:gd name="csY10" fmla="*/ 312204 h 461679"/>
                <a:gd name="csX11" fmla="*/ 110408 w 296866"/>
                <a:gd name="csY11" fmla="*/ 302524 h 461679"/>
                <a:gd name="csX12" fmla="*/ 90624 w 296866"/>
                <a:gd name="csY12" fmla="*/ 283830 h 461679"/>
                <a:gd name="csX13" fmla="*/ 80025 w 296866"/>
                <a:gd name="csY13" fmla="*/ 265391 h 461679"/>
                <a:gd name="csX14" fmla="*/ 76089 w 296866"/>
                <a:gd name="csY14" fmla="*/ 254455 h 461679"/>
                <a:gd name="csX15" fmla="*/ 73345 w 296866"/>
                <a:gd name="csY15" fmla="*/ 247079 h 461679"/>
                <a:gd name="csX16" fmla="*/ 72109 w 296866"/>
                <a:gd name="csY16" fmla="*/ 214519 h 461679"/>
                <a:gd name="csX17" fmla="*/ 68319 w 296866"/>
                <a:gd name="csY17" fmla="*/ 206510 h 461679"/>
                <a:gd name="csX18" fmla="*/ 67160 w 296866"/>
                <a:gd name="csY18" fmla="*/ 202519 h 461679"/>
                <a:gd name="csX19" fmla="*/ 64536 w 296866"/>
                <a:gd name="csY19" fmla="*/ 206365 h 461679"/>
                <a:gd name="csX20" fmla="*/ 61955 w 296866"/>
                <a:gd name="csY20" fmla="*/ 210237 h 461679"/>
                <a:gd name="csX21" fmla="*/ 59373 w 296866"/>
                <a:gd name="csY21" fmla="*/ 190811 h 461679"/>
                <a:gd name="csX22" fmla="*/ 48569 w 296866"/>
                <a:gd name="csY22" fmla="*/ 154736 h 461679"/>
                <a:gd name="csX23" fmla="*/ 46466 w 296866"/>
                <a:gd name="csY23" fmla="*/ 141789 h 461679"/>
                <a:gd name="csX24" fmla="*/ 38475 w 296866"/>
                <a:gd name="csY24" fmla="*/ 114684 h 461679"/>
                <a:gd name="csX25" fmla="*/ 28150 w 296866"/>
                <a:gd name="csY25" fmla="*/ 99082 h 461679"/>
                <a:gd name="csX26" fmla="*/ 25815 w 296866"/>
                <a:gd name="csY26" fmla="*/ 89273 h 461679"/>
                <a:gd name="csX27" fmla="*/ 22760 w 296866"/>
                <a:gd name="csY27" fmla="*/ 77852 h 461679"/>
                <a:gd name="csX28" fmla="*/ 21512 w 296866"/>
                <a:gd name="csY28" fmla="*/ 72990 h 461679"/>
                <a:gd name="csX29" fmla="*/ 26374 w 296866"/>
                <a:gd name="csY29" fmla="*/ 74238 h 461679"/>
                <a:gd name="csX30" fmla="*/ 33559 w 296866"/>
                <a:gd name="csY30" fmla="*/ 72129 h 461679"/>
                <a:gd name="csX31" fmla="*/ 29687 w 296866"/>
                <a:gd name="csY31" fmla="*/ 66967 h 461679"/>
                <a:gd name="csX32" fmla="*/ 25815 w 296866"/>
                <a:gd name="csY32" fmla="*/ 64277 h 461679"/>
                <a:gd name="csX33" fmla="*/ 20828 w 296866"/>
                <a:gd name="csY33" fmla="*/ 56236 h 461679"/>
                <a:gd name="csX34" fmla="*/ 14159 w 296866"/>
                <a:gd name="csY34" fmla="*/ 40210 h 461679"/>
                <a:gd name="csX35" fmla="*/ 6238 w 296866"/>
                <a:gd name="csY35" fmla="*/ 17321 h 461679"/>
                <a:gd name="csX36" fmla="*/ 0 w 296866"/>
                <a:gd name="csY36" fmla="*/ 2478 h 461679"/>
                <a:gd name="csX37" fmla="*/ 99386 w 296866"/>
                <a:gd name="csY37" fmla="*/ 3758 h 461679"/>
                <a:gd name="csX38" fmla="*/ 191027 w 296866"/>
                <a:gd name="csY38" fmla="*/ 12449 h 461679"/>
                <a:gd name="csX39" fmla="*/ 178059 w 296866"/>
                <a:gd name="csY39" fmla="*/ 27807 h 461679"/>
                <a:gd name="csX40" fmla="*/ 167369 w 296866"/>
                <a:gd name="csY40" fmla="*/ 45725 h 461679"/>
                <a:gd name="csX41" fmla="*/ 163079 w 296866"/>
                <a:gd name="csY41" fmla="*/ 80524 h 461679"/>
                <a:gd name="csX42" fmla="*/ 162631 w 296866"/>
                <a:gd name="csY42" fmla="*/ 83796 h 461679"/>
                <a:gd name="csX43" fmla="*/ 171021 w 296866"/>
                <a:gd name="csY43" fmla="*/ 93315 h 461679"/>
                <a:gd name="csX44" fmla="*/ 173406 w 296866"/>
                <a:gd name="csY44" fmla="*/ 109690 h 461679"/>
                <a:gd name="csX45" fmla="*/ 164850 w 296866"/>
                <a:gd name="csY45" fmla="*/ 145701 h 461679"/>
                <a:gd name="csX46" fmla="*/ 169084 w 296866"/>
                <a:gd name="csY46" fmla="*/ 169291 h 461679"/>
                <a:gd name="csX47" fmla="*/ 171477 w 296866"/>
                <a:gd name="csY47" fmla="*/ 213103 h 461679"/>
                <a:gd name="csX48" fmla="*/ 174210 w 296866"/>
                <a:gd name="csY48" fmla="*/ 257046 h 461679"/>
                <a:gd name="csX49" fmla="*/ 178120 w 296866"/>
                <a:gd name="csY49" fmla="*/ 261958 h 461679"/>
                <a:gd name="csX50" fmla="*/ 182243 w 296866"/>
                <a:gd name="csY50" fmla="*/ 269492 h 461679"/>
                <a:gd name="csX51" fmla="*/ 184937 w 296866"/>
                <a:gd name="csY51" fmla="*/ 277338 h 461679"/>
                <a:gd name="csX52" fmla="*/ 193415 w 296866"/>
                <a:gd name="csY52" fmla="*/ 285510 h 461679"/>
                <a:gd name="csX53" fmla="*/ 199664 w 296866"/>
                <a:gd name="csY53" fmla="*/ 290658 h 461679"/>
                <a:gd name="csX54" fmla="*/ 207927 w 296866"/>
                <a:gd name="csY54" fmla="*/ 300943 h 461679"/>
                <a:gd name="csX55" fmla="*/ 219722 w 296866"/>
                <a:gd name="csY55" fmla="*/ 315205 h 461679"/>
                <a:gd name="csX56" fmla="*/ 234342 w 296866"/>
                <a:gd name="csY56" fmla="*/ 331253 h 461679"/>
                <a:gd name="csX57" fmla="*/ 242348 w 296866"/>
                <a:gd name="csY57" fmla="*/ 342893 h 461679"/>
                <a:gd name="csX58" fmla="*/ 243886 w 296866"/>
                <a:gd name="csY58" fmla="*/ 354430 h 461679"/>
                <a:gd name="csX59" fmla="*/ 242906 w 296866"/>
                <a:gd name="csY59" fmla="*/ 363679 h 461679"/>
                <a:gd name="csX60" fmla="*/ 242638 w 296866"/>
                <a:gd name="csY60" fmla="*/ 372819 h 461679"/>
                <a:gd name="csX61" fmla="*/ 248980 w 296866"/>
                <a:gd name="csY61" fmla="*/ 375191 h 461679"/>
                <a:gd name="csX62" fmla="*/ 256854 w 296866"/>
                <a:gd name="csY62" fmla="*/ 380201 h 461679"/>
                <a:gd name="csX63" fmla="*/ 262017 w 296866"/>
                <a:gd name="csY63" fmla="*/ 385776 h 461679"/>
                <a:gd name="csX64" fmla="*/ 267554 w 296866"/>
                <a:gd name="csY64" fmla="*/ 396801 h 461679"/>
                <a:gd name="csX65" fmla="*/ 281559 w 296866"/>
                <a:gd name="csY65" fmla="*/ 416793 h 461679"/>
                <a:gd name="csX66" fmla="*/ 290755 w 296866"/>
                <a:gd name="csY66" fmla="*/ 428632 h 461679"/>
                <a:gd name="csX67" fmla="*/ 294624 w 296866"/>
                <a:gd name="csY67" fmla="*/ 440196 h 461679"/>
                <a:gd name="csX68" fmla="*/ 296867 w 296866"/>
                <a:gd name="csY68" fmla="*/ 451755 h 461679"/>
                <a:gd name="csX69" fmla="*/ 287186 w 296866"/>
                <a:gd name="csY69" fmla="*/ 461588 h 461679"/>
                <a:gd name="csX70" fmla="*/ 234204 w 296866"/>
                <a:gd name="csY70" fmla="*/ 456793 h 4616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Lst>
              <a:rect l="l" t="t" r="r" b="b"/>
              <a:pathLst>
                <a:path w="296866" h="461679">
                  <a:moveTo>
                    <a:pt x="234204" y="456793"/>
                  </a:moveTo>
                  <a:cubicBezTo>
                    <a:pt x="210389" y="454343"/>
                    <a:pt x="190335" y="451771"/>
                    <a:pt x="189641" y="451076"/>
                  </a:cubicBezTo>
                  <a:cubicBezTo>
                    <a:pt x="188946" y="450382"/>
                    <a:pt x="190136" y="445606"/>
                    <a:pt x="192285" y="440463"/>
                  </a:cubicBezTo>
                  <a:cubicBezTo>
                    <a:pt x="195748" y="432175"/>
                    <a:pt x="195752" y="431281"/>
                    <a:pt x="192319" y="432599"/>
                  </a:cubicBezTo>
                  <a:cubicBezTo>
                    <a:pt x="188021" y="434248"/>
                    <a:pt x="186953" y="428358"/>
                    <a:pt x="190826" y="424368"/>
                  </a:cubicBezTo>
                  <a:cubicBezTo>
                    <a:pt x="192136" y="423019"/>
                    <a:pt x="193972" y="417747"/>
                    <a:pt x="194908" y="412652"/>
                  </a:cubicBezTo>
                  <a:cubicBezTo>
                    <a:pt x="196394" y="404559"/>
                    <a:pt x="195613" y="402447"/>
                    <a:pt x="188729" y="395950"/>
                  </a:cubicBezTo>
                  <a:cubicBezTo>
                    <a:pt x="184395" y="391860"/>
                    <a:pt x="178494" y="383039"/>
                    <a:pt x="175616" y="376348"/>
                  </a:cubicBezTo>
                  <a:cubicBezTo>
                    <a:pt x="172738" y="369658"/>
                    <a:pt x="168155" y="363476"/>
                    <a:pt x="165432" y="362612"/>
                  </a:cubicBezTo>
                  <a:cubicBezTo>
                    <a:pt x="162709" y="361748"/>
                    <a:pt x="159193" y="357894"/>
                    <a:pt x="157619" y="354047"/>
                  </a:cubicBezTo>
                  <a:cubicBezTo>
                    <a:pt x="149821" y="334997"/>
                    <a:pt x="131426" y="312204"/>
                    <a:pt x="123850" y="312204"/>
                  </a:cubicBezTo>
                  <a:cubicBezTo>
                    <a:pt x="121509" y="312204"/>
                    <a:pt x="115460" y="307848"/>
                    <a:pt x="110408" y="302524"/>
                  </a:cubicBezTo>
                  <a:cubicBezTo>
                    <a:pt x="105356" y="297200"/>
                    <a:pt x="96453" y="288788"/>
                    <a:pt x="90624" y="283830"/>
                  </a:cubicBezTo>
                  <a:cubicBezTo>
                    <a:pt x="81794" y="276321"/>
                    <a:pt x="80025" y="273244"/>
                    <a:pt x="80025" y="265391"/>
                  </a:cubicBezTo>
                  <a:cubicBezTo>
                    <a:pt x="80025" y="259326"/>
                    <a:pt x="78622" y="255426"/>
                    <a:pt x="76089" y="254455"/>
                  </a:cubicBezTo>
                  <a:cubicBezTo>
                    <a:pt x="73596" y="253498"/>
                    <a:pt x="72591" y="250794"/>
                    <a:pt x="73345" y="247079"/>
                  </a:cubicBezTo>
                  <a:cubicBezTo>
                    <a:pt x="77548" y="226392"/>
                    <a:pt x="77309" y="220102"/>
                    <a:pt x="72109" y="214519"/>
                  </a:cubicBezTo>
                  <a:cubicBezTo>
                    <a:pt x="69219" y="211417"/>
                    <a:pt x="67513" y="207813"/>
                    <a:pt x="68319" y="206510"/>
                  </a:cubicBezTo>
                  <a:cubicBezTo>
                    <a:pt x="69124" y="205206"/>
                    <a:pt x="68603" y="203410"/>
                    <a:pt x="67160" y="202519"/>
                  </a:cubicBezTo>
                  <a:cubicBezTo>
                    <a:pt x="65698" y="201615"/>
                    <a:pt x="64536" y="203319"/>
                    <a:pt x="64536" y="206365"/>
                  </a:cubicBezTo>
                  <a:cubicBezTo>
                    <a:pt x="64536" y="209372"/>
                    <a:pt x="63375" y="211114"/>
                    <a:pt x="61955" y="210237"/>
                  </a:cubicBezTo>
                  <a:cubicBezTo>
                    <a:pt x="60535" y="209360"/>
                    <a:pt x="59373" y="200618"/>
                    <a:pt x="59373" y="190811"/>
                  </a:cubicBezTo>
                  <a:cubicBezTo>
                    <a:pt x="59373" y="173740"/>
                    <a:pt x="53682" y="154736"/>
                    <a:pt x="48569" y="154736"/>
                  </a:cubicBezTo>
                  <a:cubicBezTo>
                    <a:pt x="47413" y="154736"/>
                    <a:pt x="46466" y="148910"/>
                    <a:pt x="46466" y="141789"/>
                  </a:cubicBezTo>
                  <a:cubicBezTo>
                    <a:pt x="46466" y="132086"/>
                    <a:pt x="44464" y="125296"/>
                    <a:pt x="38475" y="114684"/>
                  </a:cubicBezTo>
                  <a:cubicBezTo>
                    <a:pt x="34080" y="106897"/>
                    <a:pt x="29434" y="99876"/>
                    <a:pt x="28150" y="99082"/>
                  </a:cubicBezTo>
                  <a:cubicBezTo>
                    <a:pt x="26865" y="98289"/>
                    <a:pt x="25815" y="93874"/>
                    <a:pt x="25815" y="89273"/>
                  </a:cubicBezTo>
                  <a:cubicBezTo>
                    <a:pt x="25815" y="84671"/>
                    <a:pt x="24440" y="79532"/>
                    <a:pt x="22760" y="77852"/>
                  </a:cubicBezTo>
                  <a:cubicBezTo>
                    <a:pt x="21080" y="76172"/>
                    <a:pt x="20518" y="73984"/>
                    <a:pt x="21512" y="72990"/>
                  </a:cubicBezTo>
                  <a:cubicBezTo>
                    <a:pt x="22506" y="71996"/>
                    <a:pt x="24694" y="72558"/>
                    <a:pt x="26374" y="74238"/>
                  </a:cubicBezTo>
                  <a:cubicBezTo>
                    <a:pt x="30884" y="78748"/>
                    <a:pt x="33559" y="77963"/>
                    <a:pt x="33559" y="72129"/>
                  </a:cubicBezTo>
                  <a:cubicBezTo>
                    <a:pt x="33559" y="69261"/>
                    <a:pt x="31838" y="66967"/>
                    <a:pt x="29687" y="66967"/>
                  </a:cubicBezTo>
                  <a:cubicBezTo>
                    <a:pt x="27557" y="66967"/>
                    <a:pt x="25815" y="65756"/>
                    <a:pt x="25815" y="64277"/>
                  </a:cubicBezTo>
                  <a:cubicBezTo>
                    <a:pt x="25815" y="62798"/>
                    <a:pt x="23571" y="59179"/>
                    <a:pt x="20828" y="56236"/>
                  </a:cubicBezTo>
                  <a:cubicBezTo>
                    <a:pt x="18086" y="53292"/>
                    <a:pt x="15085" y="46080"/>
                    <a:pt x="14159" y="40210"/>
                  </a:cubicBezTo>
                  <a:cubicBezTo>
                    <a:pt x="13233" y="34339"/>
                    <a:pt x="9669" y="24039"/>
                    <a:pt x="6238" y="17321"/>
                  </a:cubicBezTo>
                  <a:cubicBezTo>
                    <a:pt x="2807" y="10603"/>
                    <a:pt x="0" y="3924"/>
                    <a:pt x="0" y="2478"/>
                  </a:cubicBezTo>
                  <a:cubicBezTo>
                    <a:pt x="0" y="-1152"/>
                    <a:pt x="23478" y="-850"/>
                    <a:pt x="99386" y="3758"/>
                  </a:cubicBezTo>
                  <a:cubicBezTo>
                    <a:pt x="175010" y="8348"/>
                    <a:pt x="191027" y="9867"/>
                    <a:pt x="191027" y="12449"/>
                  </a:cubicBezTo>
                  <a:cubicBezTo>
                    <a:pt x="191027" y="13496"/>
                    <a:pt x="185192" y="20407"/>
                    <a:pt x="178059" y="27807"/>
                  </a:cubicBezTo>
                  <a:cubicBezTo>
                    <a:pt x="167978" y="38266"/>
                    <a:pt x="165598" y="42256"/>
                    <a:pt x="167369" y="45725"/>
                  </a:cubicBezTo>
                  <a:cubicBezTo>
                    <a:pt x="174634" y="59948"/>
                    <a:pt x="171699" y="83751"/>
                    <a:pt x="163079" y="80524"/>
                  </a:cubicBezTo>
                  <a:cubicBezTo>
                    <a:pt x="159180" y="79065"/>
                    <a:pt x="159137" y="79384"/>
                    <a:pt x="162631" y="83796"/>
                  </a:cubicBezTo>
                  <a:cubicBezTo>
                    <a:pt x="164761" y="86485"/>
                    <a:pt x="168536" y="90769"/>
                    <a:pt x="171021" y="93315"/>
                  </a:cubicBezTo>
                  <a:cubicBezTo>
                    <a:pt x="175834" y="98246"/>
                    <a:pt x="176913" y="105657"/>
                    <a:pt x="173406" y="109690"/>
                  </a:cubicBezTo>
                  <a:cubicBezTo>
                    <a:pt x="169336" y="114370"/>
                    <a:pt x="164942" y="132862"/>
                    <a:pt x="164850" y="145701"/>
                  </a:cubicBezTo>
                  <a:cubicBezTo>
                    <a:pt x="164711" y="165107"/>
                    <a:pt x="165194" y="167798"/>
                    <a:pt x="169084" y="169291"/>
                  </a:cubicBezTo>
                  <a:cubicBezTo>
                    <a:pt x="171992" y="170406"/>
                    <a:pt x="172437" y="178546"/>
                    <a:pt x="171477" y="213103"/>
                  </a:cubicBezTo>
                  <a:cubicBezTo>
                    <a:pt x="170471" y="249367"/>
                    <a:pt x="170869" y="255764"/>
                    <a:pt x="174210" y="257046"/>
                  </a:cubicBezTo>
                  <a:cubicBezTo>
                    <a:pt x="176360" y="257871"/>
                    <a:pt x="178120" y="260081"/>
                    <a:pt x="178120" y="261958"/>
                  </a:cubicBezTo>
                  <a:cubicBezTo>
                    <a:pt x="178120" y="263834"/>
                    <a:pt x="179975" y="267225"/>
                    <a:pt x="182243" y="269492"/>
                  </a:cubicBezTo>
                  <a:cubicBezTo>
                    <a:pt x="184511" y="271760"/>
                    <a:pt x="185723" y="275291"/>
                    <a:pt x="184937" y="277338"/>
                  </a:cubicBezTo>
                  <a:cubicBezTo>
                    <a:pt x="183466" y="281172"/>
                    <a:pt x="186953" y="284533"/>
                    <a:pt x="193415" y="285510"/>
                  </a:cubicBezTo>
                  <a:cubicBezTo>
                    <a:pt x="195439" y="285815"/>
                    <a:pt x="198251" y="288132"/>
                    <a:pt x="199664" y="290658"/>
                  </a:cubicBezTo>
                  <a:cubicBezTo>
                    <a:pt x="201078" y="293183"/>
                    <a:pt x="204796" y="297811"/>
                    <a:pt x="207927" y="300943"/>
                  </a:cubicBezTo>
                  <a:cubicBezTo>
                    <a:pt x="211058" y="304074"/>
                    <a:pt x="216366" y="310492"/>
                    <a:pt x="219722" y="315205"/>
                  </a:cubicBezTo>
                  <a:cubicBezTo>
                    <a:pt x="223078" y="319918"/>
                    <a:pt x="229657" y="327140"/>
                    <a:pt x="234342" y="331253"/>
                  </a:cubicBezTo>
                  <a:cubicBezTo>
                    <a:pt x="239027" y="335367"/>
                    <a:pt x="242630" y="340605"/>
                    <a:pt x="242348" y="342893"/>
                  </a:cubicBezTo>
                  <a:cubicBezTo>
                    <a:pt x="242066" y="345182"/>
                    <a:pt x="242758" y="350373"/>
                    <a:pt x="243886" y="354430"/>
                  </a:cubicBezTo>
                  <a:cubicBezTo>
                    <a:pt x="245242" y="359308"/>
                    <a:pt x="244910" y="362440"/>
                    <a:pt x="242906" y="363679"/>
                  </a:cubicBezTo>
                  <a:cubicBezTo>
                    <a:pt x="240669" y="365062"/>
                    <a:pt x="240599" y="367456"/>
                    <a:pt x="242638" y="372819"/>
                  </a:cubicBezTo>
                  <a:cubicBezTo>
                    <a:pt x="245274" y="379752"/>
                    <a:pt x="245565" y="379861"/>
                    <a:pt x="248980" y="375191"/>
                  </a:cubicBezTo>
                  <a:cubicBezTo>
                    <a:pt x="253071" y="369596"/>
                    <a:pt x="256854" y="372003"/>
                    <a:pt x="256854" y="380201"/>
                  </a:cubicBezTo>
                  <a:cubicBezTo>
                    <a:pt x="256854" y="384054"/>
                    <a:pt x="258448" y="385776"/>
                    <a:pt x="262017" y="385776"/>
                  </a:cubicBezTo>
                  <a:cubicBezTo>
                    <a:pt x="266316" y="385777"/>
                    <a:pt x="267243" y="387623"/>
                    <a:pt x="267554" y="396801"/>
                  </a:cubicBezTo>
                  <a:cubicBezTo>
                    <a:pt x="267995" y="409833"/>
                    <a:pt x="271290" y="414537"/>
                    <a:pt x="281559" y="416793"/>
                  </a:cubicBezTo>
                  <a:cubicBezTo>
                    <a:pt x="287964" y="418199"/>
                    <a:pt x="289378" y="420020"/>
                    <a:pt x="290755" y="428632"/>
                  </a:cubicBezTo>
                  <a:cubicBezTo>
                    <a:pt x="291650" y="434230"/>
                    <a:pt x="293391" y="439433"/>
                    <a:pt x="294624" y="440196"/>
                  </a:cubicBezTo>
                  <a:cubicBezTo>
                    <a:pt x="295858" y="440958"/>
                    <a:pt x="296867" y="446160"/>
                    <a:pt x="296867" y="451755"/>
                  </a:cubicBezTo>
                  <a:cubicBezTo>
                    <a:pt x="296867" y="461851"/>
                    <a:pt x="296793" y="461926"/>
                    <a:pt x="287186" y="461588"/>
                  </a:cubicBezTo>
                  <a:cubicBezTo>
                    <a:pt x="281862" y="461400"/>
                    <a:pt x="258020" y="459243"/>
                    <a:pt x="234204" y="456793"/>
                  </a:cubicBezTo>
                  <a:close/>
                </a:path>
              </a:pathLst>
            </a:custGeom>
            <a:solidFill>
              <a:srgbClr val="B9B9B9"/>
            </a:solidFill>
            <a:ln w="5163" cap="flat">
              <a:noFill/>
              <a:prstDash val="solid"/>
              <a:miter/>
            </a:ln>
          </p:spPr>
          <p:txBody>
            <a:bodyPr/>
            <a:lstStyle/>
            <a:p>
              <a:endParaRPr lang="es-419" noProof="0" dirty="0"/>
            </a:p>
          </p:txBody>
        </p:sp>
        <p:sp>
          <p:nvSpPr>
            <p:cNvPr id="108" name="Forma libre: forma 107">
              <a:extLst>
                <a:ext uri="{FF2B5EF4-FFF2-40B4-BE49-F238E27FC236}">
                  <a16:creationId xmlns:a16="http://schemas.microsoft.com/office/drawing/2014/main" id="{611DE52F-B2B2-F29C-6243-B779770AFBDA}"/>
                </a:ext>
              </a:extLst>
            </p:cNvPr>
            <p:cNvSpPr/>
            <p:nvPr/>
          </p:nvSpPr>
          <p:spPr>
            <a:xfrm>
              <a:off x="259777" y="1434618"/>
              <a:ext cx="20905" cy="34765"/>
            </a:xfrm>
            <a:custGeom>
              <a:avLst/>
              <a:gdLst>
                <a:gd name="csX0" fmla="*/ 7343 w 20905"/>
                <a:gd name="csY0" fmla="*/ 31742 h 34765"/>
                <a:gd name="csX1" fmla="*/ 5095 w 20905"/>
                <a:gd name="csY1" fmla="*/ 22712 h 34765"/>
                <a:gd name="csX2" fmla="*/ 11946 w 20905"/>
                <a:gd name="csY2" fmla="*/ 12959 h 34765"/>
                <a:gd name="csX3" fmla="*/ 17992 w 20905"/>
                <a:gd name="csY3" fmla="*/ 1997 h 34765"/>
                <a:gd name="csX4" fmla="*/ 19063 w 20905"/>
                <a:gd name="csY4" fmla="*/ 27093 h 34765"/>
                <a:gd name="csX5" fmla="*/ 7343 w 20905"/>
                <a:gd name="csY5" fmla="*/ 31742 h 34765"/>
              </a:gdLst>
              <a:ahLst/>
              <a:cxnLst>
                <a:cxn ang="0">
                  <a:pos x="csX0" y="csY0"/>
                </a:cxn>
                <a:cxn ang="0">
                  <a:pos x="csX1" y="csY1"/>
                </a:cxn>
                <a:cxn ang="0">
                  <a:pos x="csX2" y="csY2"/>
                </a:cxn>
                <a:cxn ang="0">
                  <a:pos x="csX3" y="csY3"/>
                </a:cxn>
                <a:cxn ang="0">
                  <a:pos x="csX4" y="csY4"/>
                </a:cxn>
                <a:cxn ang="0">
                  <a:pos x="csX5" y="csY5"/>
                </a:cxn>
              </a:cxnLst>
              <a:rect l="l" t="t" r="r" b="b"/>
              <a:pathLst>
                <a:path w="20905" h="34765">
                  <a:moveTo>
                    <a:pt x="7343" y="31742"/>
                  </a:moveTo>
                  <a:cubicBezTo>
                    <a:pt x="-1878" y="26647"/>
                    <a:pt x="-2170" y="25474"/>
                    <a:pt x="5095" y="22712"/>
                  </a:cubicBezTo>
                  <a:cubicBezTo>
                    <a:pt x="10179" y="20779"/>
                    <a:pt x="11916" y="18306"/>
                    <a:pt x="11946" y="12959"/>
                  </a:cubicBezTo>
                  <a:cubicBezTo>
                    <a:pt x="11996" y="3833"/>
                    <a:pt x="16177" y="-3749"/>
                    <a:pt x="17992" y="1997"/>
                  </a:cubicBezTo>
                  <a:cubicBezTo>
                    <a:pt x="21527" y="13191"/>
                    <a:pt x="21797" y="19522"/>
                    <a:pt x="19063" y="27093"/>
                  </a:cubicBezTo>
                  <a:cubicBezTo>
                    <a:pt x="15722" y="36343"/>
                    <a:pt x="15691" y="36355"/>
                    <a:pt x="7343" y="31742"/>
                  </a:cubicBezTo>
                  <a:close/>
                </a:path>
              </a:pathLst>
            </a:custGeom>
            <a:solidFill>
              <a:srgbClr val="B9B9B9"/>
            </a:solidFill>
            <a:ln w="5163" cap="flat">
              <a:noFill/>
              <a:prstDash val="solid"/>
              <a:miter/>
            </a:ln>
          </p:spPr>
          <p:txBody>
            <a:bodyPr/>
            <a:lstStyle/>
            <a:p>
              <a:endParaRPr lang="es-419" noProof="0" dirty="0"/>
            </a:p>
          </p:txBody>
        </p:sp>
        <p:sp>
          <p:nvSpPr>
            <p:cNvPr id="109" name="Forma libre: forma 108">
              <a:extLst>
                <a:ext uri="{FF2B5EF4-FFF2-40B4-BE49-F238E27FC236}">
                  <a16:creationId xmlns:a16="http://schemas.microsoft.com/office/drawing/2014/main" id="{358AD2A2-04E0-3E73-0AB6-5F87E6147692}"/>
                </a:ext>
              </a:extLst>
            </p:cNvPr>
            <p:cNvSpPr/>
            <p:nvPr/>
          </p:nvSpPr>
          <p:spPr>
            <a:xfrm>
              <a:off x="73152" y="1375664"/>
              <a:ext cx="14357" cy="42577"/>
            </a:xfrm>
            <a:custGeom>
              <a:avLst/>
              <a:gdLst>
                <a:gd name="csX0" fmla="*/ 7495 w 14357"/>
                <a:gd name="csY0" fmla="*/ 37645 h 42577"/>
                <a:gd name="csX1" fmla="*/ 3632 w 14357"/>
                <a:gd name="csY1" fmla="*/ 24738 h 42577"/>
                <a:gd name="csX2" fmla="*/ 3632 w 14357"/>
                <a:gd name="csY2" fmla="*/ 1505 h 42577"/>
                <a:gd name="csX3" fmla="*/ 7504 w 14357"/>
                <a:gd name="csY3" fmla="*/ 6137 h 42577"/>
                <a:gd name="csX4" fmla="*/ 10146 w 14357"/>
                <a:gd name="csY4" fmla="*/ 14863 h 42577"/>
                <a:gd name="csX5" fmla="*/ 11643 w 14357"/>
                <a:gd name="csY5" fmla="*/ 38936 h 42577"/>
                <a:gd name="csX6" fmla="*/ 7495 w 14357"/>
                <a:gd name="csY6" fmla="*/ 37645 h 42577"/>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4357" h="42577">
                  <a:moveTo>
                    <a:pt x="7495" y="37645"/>
                  </a:moveTo>
                  <a:cubicBezTo>
                    <a:pt x="7399" y="34096"/>
                    <a:pt x="5661" y="28288"/>
                    <a:pt x="3632" y="24738"/>
                  </a:cubicBezTo>
                  <a:cubicBezTo>
                    <a:pt x="-1211" y="16267"/>
                    <a:pt x="-1211" y="5524"/>
                    <a:pt x="3632" y="1505"/>
                  </a:cubicBezTo>
                  <a:cubicBezTo>
                    <a:pt x="6929" y="-1232"/>
                    <a:pt x="7504" y="-544"/>
                    <a:pt x="7504" y="6137"/>
                  </a:cubicBezTo>
                  <a:cubicBezTo>
                    <a:pt x="7504" y="10452"/>
                    <a:pt x="8693" y="14378"/>
                    <a:pt x="10146" y="14863"/>
                  </a:cubicBezTo>
                  <a:cubicBezTo>
                    <a:pt x="14898" y="16447"/>
                    <a:pt x="15948" y="33343"/>
                    <a:pt x="11643" y="38936"/>
                  </a:cubicBezTo>
                  <a:cubicBezTo>
                    <a:pt x="7745" y="44000"/>
                    <a:pt x="7665" y="43975"/>
                    <a:pt x="7495" y="37645"/>
                  </a:cubicBezTo>
                  <a:close/>
                </a:path>
              </a:pathLst>
            </a:custGeom>
            <a:solidFill>
              <a:srgbClr val="B9B9B9"/>
            </a:solidFill>
            <a:ln w="5163" cap="flat">
              <a:noFill/>
              <a:prstDash val="solid"/>
              <a:miter/>
            </a:ln>
          </p:spPr>
          <p:txBody>
            <a:bodyPr/>
            <a:lstStyle/>
            <a:p>
              <a:endParaRPr lang="es-419" noProof="0" dirty="0"/>
            </a:p>
          </p:txBody>
        </p:sp>
        <p:sp>
          <p:nvSpPr>
            <p:cNvPr id="110" name="Forma libre: forma 109">
              <a:extLst>
                <a:ext uri="{FF2B5EF4-FFF2-40B4-BE49-F238E27FC236}">
                  <a16:creationId xmlns:a16="http://schemas.microsoft.com/office/drawing/2014/main" id="{3638C774-8D78-3AC0-8288-DB05D2FF45C6}"/>
                </a:ext>
              </a:extLst>
            </p:cNvPr>
            <p:cNvSpPr/>
            <p:nvPr/>
          </p:nvSpPr>
          <p:spPr>
            <a:xfrm>
              <a:off x="420547" y="1341567"/>
              <a:ext cx="36589" cy="57857"/>
            </a:xfrm>
            <a:custGeom>
              <a:avLst/>
              <a:gdLst>
                <a:gd name="csX0" fmla="*/ 24033 w 36589"/>
                <a:gd name="csY0" fmla="*/ 48231 h 57857"/>
                <a:gd name="csX1" fmla="*/ 8875 w 36589"/>
                <a:gd name="csY1" fmla="*/ 31730 h 57857"/>
                <a:gd name="csX2" fmla="*/ 2815 w 36589"/>
                <a:gd name="csY2" fmla="*/ 140 h 57857"/>
                <a:gd name="csX3" fmla="*/ 18571 w 36589"/>
                <a:gd name="csY3" fmla="*/ 17532 h 57857"/>
                <a:gd name="csX4" fmla="*/ 26156 w 36589"/>
                <a:gd name="csY4" fmla="*/ 27858 h 57857"/>
                <a:gd name="csX5" fmla="*/ 32361 w 36589"/>
                <a:gd name="csY5" fmla="*/ 36599 h 57857"/>
                <a:gd name="csX6" fmla="*/ 34380 w 36589"/>
                <a:gd name="csY6" fmla="*/ 51018 h 57857"/>
                <a:gd name="csX7" fmla="*/ 24033 w 36589"/>
                <a:gd name="csY7" fmla="*/ 48231 h 578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6589" h="57857">
                  <a:moveTo>
                    <a:pt x="24033" y="48231"/>
                  </a:moveTo>
                  <a:cubicBezTo>
                    <a:pt x="18251" y="41995"/>
                    <a:pt x="11430" y="34569"/>
                    <a:pt x="8875" y="31730"/>
                  </a:cubicBezTo>
                  <a:cubicBezTo>
                    <a:pt x="870" y="22831"/>
                    <a:pt x="-3051" y="2391"/>
                    <a:pt x="2815" y="140"/>
                  </a:cubicBezTo>
                  <a:cubicBezTo>
                    <a:pt x="7073" y="-1494"/>
                    <a:pt x="18931" y="11596"/>
                    <a:pt x="18571" y="17532"/>
                  </a:cubicBezTo>
                  <a:cubicBezTo>
                    <a:pt x="18043" y="26212"/>
                    <a:pt x="19252" y="27858"/>
                    <a:pt x="26156" y="27858"/>
                  </a:cubicBezTo>
                  <a:cubicBezTo>
                    <a:pt x="32848" y="27858"/>
                    <a:pt x="33306" y="28504"/>
                    <a:pt x="32361" y="36599"/>
                  </a:cubicBezTo>
                  <a:cubicBezTo>
                    <a:pt x="31800" y="41406"/>
                    <a:pt x="32708" y="47895"/>
                    <a:pt x="34380" y="51018"/>
                  </a:cubicBezTo>
                  <a:cubicBezTo>
                    <a:pt x="39819" y="61181"/>
                    <a:pt x="34782" y="59825"/>
                    <a:pt x="24033" y="48231"/>
                  </a:cubicBezTo>
                  <a:close/>
                </a:path>
              </a:pathLst>
            </a:custGeom>
            <a:solidFill>
              <a:srgbClr val="B9B9B9"/>
            </a:solidFill>
            <a:ln w="5163" cap="flat">
              <a:noFill/>
              <a:prstDash val="solid"/>
              <a:miter/>
            </a:ln>
          </p:spPr>
          <p:txBody>
            <a:bodyPr/>
            <a:lstStyle/>
            <a:p>
              <a:endParaRPr lang="es-419" noProof="0" dirty="0"/>
            </a:p>
          </p:txBody>
        </p:sp>
      </p:grpSp>
      <p:grpSp>
        <p:nvGrpSpPr>
          <p:cNvPr id="111" name="Gráfico 39">
            <a:extLst>
              <a:ext uri="{FF2B5EF4-FFF2-40B4-BE49-F238E27FC236}">
                <a16:creationId xmlns:a16="http://schemas.microsoft.com/office/drawing/2014/main" id="{E07581BA-87E8-8638-7F9C-763DBBAE0D7B}"/>
              </a:ext>
            </a:extLst>
          </p:cNvPr>
          <p:cNvGrpSpPr/>
          <p:nvPr/>
        </p:nvGrpSpPr>
        <p:grpSpPr>
          <a:xfrm>
            <a:off x="347681" y="1057339"/>
            <a:ext cx="481325" cy="621418"/>
            <a:chOff x="347681" y="1057339"/>
            <a:chExt cx="481325" cy="621418"/>
          </a:xfrm>
          <a:solidFill>
            <a:srgbClr val="B9B9B9"/>
          </a:solidFill>
        </p:grpSpPr>
        <p:grpSp>
          <p:nvGrpSpPr>
            <p:cNvPr id="112" name="Gráfico 39">
              <a:extLst>
                <a:ext uri="{FF2B5EF4-FFF2-40B4-BE49-F238E27FC236}">
                  <a16:creationId xmlns:a16="http://schemas.microsoft.com/office/drawing/2014/main" id="{99CF7BBA-EF36-DFB1-876D-51B9C0C8B548}"/>
                </a:ext>
              </a:extLst>
            </p:cNvPr>
            <p:cNvGrpSpPr/>
            <p:nvPr/>
          </p:nvGrpSpPr>
          <p:grpSpPr>
            <a:xfrm>
              <a:off x="492211" y="1384222"/>
              <a:ext cx="33498" cy="51895"/>
              <a:chOff x="492211" y="1384222"/>
              <a:chExt cx="33498" cy="51895"/>
            </a:xfrm>
            <a:solidFill>
              <a:srgbClr val="B9B9B9"/>
            </a:solidFill>
          </p:grpSpPr>
          <p:sp>
            <p:nvSpPr>
              <p:cNvPr id="113" name="Forma libre: forma 112">
                <a:extLst>
                  <a:ext uri="{FF2B5EF4-FFF2-40B4-BE49-F238E27FC236}">
                    <a16:creationId xmlns:a16="http://schemas.microsoft.com/office/drawing/2014/main" id="{DB9C1E8C-B393-31BC-E4FF-71A945B70C3F}"/>
                  </a:ext>
                </a:extLst>
              </p:cNvPr>
              <p:cNvSpPr/>
              <p:nvPr/>
            </p:nvSpPr>
            <p:spPr>
              <a:xfrm>
                <a:off x="492211" y="1428798"/>
                <a:ext cx="6246" cy="7319"/>
              </a:xfrm>
              <a:custGeom>
                <a:avLst/>
                <a:gdLst>
                  <a:gd name="csX0" fmla="*/ 460 w 6246"/>
                  <a:gd name="csY0" fmla="*/ 4088 h 7319"/>
                  <a:gd name="csX1" fmla="*/ 4549 w 6246"/>
                  <a:gd name="csY1" fmla="*/ 0 h 7319"/>
                  <a:gd name="csX2" fmla="*/ 1959 w 6246"/>
                  <a:gd name="csY2" fmla="*/ 7153 h 7319"/>
                  <a:gd name="csX3" fmla="*/ 460 w 6246"/>
                  <a:gd name="csY3" fmla="*/ 4088 h 7319"/>
                </a:gdLst>
                <a:ahLst/>
                <a:cxnLst>
                  <a:cxn ang="0">
                    <a:pos x="csX0" y="csY0"/>
                  </a:cxn>
                  <a:cxn ang="0">
                    <a:pos x="csX1" y="csY1"/>
                  </a:cxn>
                  <a:cxn ang="0">
                    <a:pos x="csX2" y="csY2"/>
                  </a:cxn>
                  <a:cxn ang="0">
                    <a:pos x="csX3" y="csY3"/>
                  </a:cxn>
                </a:cxnLst>
                <a:rect l="l" t="t" r="r" b="b"/>
                <a:pathLst>
                  <a:path w="6246" h="7319">
                    <a:moveTo>
                      <a:pt x="460" y="4088"/>
                    </a:moveTo>
                    <a:cubicBezTo>
                      <a:pt x="1323" y="1840"/>
                      <a:pt x="3163" y="0"/>
                      <a:pt x="4549" y="0"/>
                    </a:cubicBezTo>
                    <a:cubicBezTo>
                      <a:pt x="7942" y="0"/>
                      <a:pt x="5818" y="5867"/>
                      <a:pt x="1959" y="7153"/>
                    </a:cubicBezTo>
                    <a:cubicBezTo>
                      <a:pt x="72" y="7782"/>
                      <a:pt x="-505" y="6602"/>
                      <a:pt x="460" y="4088"/>
                    </a:cubicBezTo>
                    <a:close/>
                  </a:path>
                </a:pathLst>
              </a:custGeom>
              <a:solidFill>
                <a:srgbClr val="B9B9B9"/>
              </a:solidFill>
              <a:ln w="5163" cap="flat">
                <a:noFill/>
                <a:prstDash val="solid"/>
                <a:miter/>
              </a:ln>
            </p:spPr>
            <p:txBody>
              <a:bodyPr/>
              <a:lstStyle/>
              <a:p>
                <a:endParaRPr lang="es-419" noProof="0" dirty="0"/>
              </a:p>
            </p:txBody>
          </p:sp>
          <p:sp>
            <p:nvSpPr>
              <p:cNvPr id="114" name="Forma libre: forma 113">
                <a:extLst>
                  <a:ext uri="{FF2B5EF4-FFF2-40B4-BE49-F238E27FC236}">
                    <a16:creationId xmlns:a16="http://schemas.microsoft.com/office/drawing/2014/main" id="{2BEF0AAF-4966-C9E4-1A16-EBC00CFA673A}"/>
                  </a:ext>
                </a:extLst>
              </p:cNvPr>
              <p:cNvSpPr/>
              <p:nvPr/>
            </p:nvSpPr>
            <p:spPr>
              <a:xfrm>
                <a:off x="495379" y="1384222"/>
                <a:ext cx="30331" cy="44105"/>
              </a:xfrm>
              <a:custGeom>
                <a:avLst/>
                <a:gdLst>
                  <a:gd name="csX0" fmla="*/ 10578 w 30331"/>
                  <a:gd name="csY0" fmla="*/ 40845 h 44105"/>
                  <a:gd name="csX1" fmla="*/ 3426 w 30331"/>
                  <a:gd name="csY1" fmla="*/ 27268 h 44105"/>
                  <a:gd name="csX2" fmla="*/ 8634 w 30331"/>
                  <a:gd name="csY2" fmla="*/ 13316 h 44105"/>
                  <a:gd name="csX3" fmla="*/ 25629 w 30331"/>
                  <a:gd name="csY3" fmla="*/ 1695 h 44105"/>
                  <a:gd name="csX4" fmla="*/ 27283 w 30331"/>
                  <a:gd name="csY4" fmla="*/ 34769 h 44105"/>
                  <a:gd name="csX5" fmla="*/ 10578 w 30331"/>
                  <a:gd name="csY5" fmla="*/ 40845 h 44105"/>
                </a:gdLst>
                <a:ahLst/>
                <a:cxnLst>
                  <a:cxn ang="0">
                    <a:pos x="csX0" y="csY0"/>
                  </a:cxn>
                  <a:cxn ang="0">
                    <a:pos x="csX1" y="csY1"/>
                  </a:cxn>
                  <a:cxn ang="0">
                    <a:pos x="csX2" y="csY2"/>
                  </a:cxn>
                  <a:cxn ang="0">
                    <a:pos x="csX3" y="csY3"/>
                  </a:cxn>
                  <a:cxn ang="0">
                    <a:pos x="csX4" y="csY4"/>
                  </a:cxn>
                  <a:cxn ang="0">
                    <a:pos x="csX5" y="csY5"/>
                  </a:cxn>
                </a:cxnLst>
                <a:rect l="l" t="t" r="r" b="b"/>
                <a:pathLst>
                  <a:path w="30331" h="44105">
                    <a:moveTo>
                      <a:pt x="10578" y="40845"/>
                    </a:moveTo>
                    <a:cubicBezTo>
                      <a:pt x="-1917" y="34327"/>
                      <a:pt x="-2001" y="34167"/>
                      <a:pt x="3426" y="27268"/>
                    </a:cubicBezTo>
                    <a:cubicBezTo>
                      <a:pt x="6291" y="23626"/>
                      <a:pt x="8634" y="17348"/>
                      <a:pt x="8634" y="13316"/>
                    </a:cubicBezTo>
                    <a:cubicBezTo>
                      <a:pt x="8634" y="4586"/>
                      <a:pt x="20679" y="-3650"/>
                      <a:pt x="25629" y="1695"/>
                    </a:cubicBezTo>
                    <a:cubicBezTo>
                      <a:pt x="31123" y="7627"/>
                      <a:pt x="31970" y="24580"/>
                      <a:pt x="27283" y="34769"/>
                    </a:cubicBezTo>
                    <a:cubicBezTo>
                      <a:pt x="22315" y="45567"/>
                      <a:pt x="20734" y="46142"/>
                      <a:pt x="10578" y="40845"/>
                    </a:cubicBezTo>
                    <a:close/>
                  </a:path>
                </a:pathLst>
              </a:custGeom>
              <a:solidFill>
                <a:srgbClr val="B9B9B9"/>
              </a:solidFill>
              <a:ln w="5163" cap="flat">
                <a:noFill/>
                <a:prstDash val="solid"/>
                <a:miter/>
              </a:ln>
            </p:spPr>
            <p:txBody>
              <a:bodyPr/>
              <a:lstStyle/>
              <a:p>
                <a:endParaRPr lang="es-419" noProof="0" dirty="0"/>
              </a:p>
            </p:txBody>
          </p:sp>
        </p:grpSp>
        <p:grpSp>
          <p:nvGrpSpPr>
            <p:cNvPr id="115" name="Gráfico 39">
              <a:extLst>
                <a:ext uri="{FF2B5EF4-FFF2-40B4-BE49-F238E27FC236}">
                  <a16:creationId xmlns:a16="http://schemas.microsoft.com/office/drawing/2014/main" id="{5384D0F8-110A-0078-799F-72E1C069BD17}"/>
                </a:ext>
              </a:extLst>
            </p:cNvPr>
            <p:cNvGrpSpPr/>
            <p:nvPr/>
          </p:nvGrpSpPr>
          <p:grpSpPr>
            <a:xfrm>
              <a:off x="347681" y="1057339"/>
              <a:ext cx="481325" cy="621418"/>
              <a:chOff x="347681" y="1057339"/>
              <a:chExt cx="481325" cy="621418"/>
            </a:xfrm>
            <a:solidFill>
              <a:srgbClr val="B9B9B9"/>
            </a:solidFill>
          </p:grpSpPr>
          <p:sp>
            <p:nvSpPr>
              <p:cNvPr id="116" name="Forma libre: forma 115">
                <a:extLst>
                  <a:ext uri="{FF2B5EF4-FFF2-40B4-BE49-F238E27FC236}">
                    <a16:creationId xmlns:a16="http://schemas.microsoft.com/office/drawing/2014/main" id="{91756677-9C2A-8983-8A56-FC3FCD679E42}"/>
                  </a:ext>
                </a:extLst>
              </p:cNvPr>
              <p:cNvSpPr/>
              <p:nvPr/>
            </p:nvSpPr>
            <p:spPr>
              <a:xfrm>
                <a:off x="347681" y="1057339"/>
                <a:ext cx="481325" cy="621418"/>
              </a:xfrm>
              <a:custGeom>
                <a:avLst/>
                <a:gdLst>
                  <a:gd name="csX0" fmla="*/ 392709 w 481325"/>
                  <a:gd name="csY0" fmla="*/ 609477 h 621418"/>
                  <a:gd name="csX1" fmla="*/ 388957 w 481325"/>
                  <a:gd name="csY1" fmla="*/ 594848 h 621418"/>
                  <a:gd name="csX2" fmla="*/ 382520 w 481325"/>
                  <a:gd name="csY2" fmla="*/ 582680 h 621418"/>
                  <a:gd name="csX3" fmla="*/ 381003 w 481325"/>
                  <a:gd name="csY3" fmla="*/ 575394 h 621418"/>
                  <a:gd name="csX4" fmla="*/ 376772 w 481325"/>
                  <a:gd name="csY4" fmla="*/ 573517 h 621418"/>
                  <a:gd name="csX5" fmla="*/ 372471 w 481325"/>
                  <a:gd name="csY5" fmla="*/ 575078 h 621418"/>
                  <a:gd name="csX6" fmla="*/ 371638 w 481325"/>
                  <a:gd name="csY6" fmla="*/ 577600 h 621418"/>
                  <a:gd name="csX7" fmla="*/ 373727 w 481325"/>
                  <a:gd name="csY7" fmla="*/ 583138 h 621418"/>
                  <a:gd name="csX8" fmla="*/ 369193 w 481325"/>
                  <a:gd name="csY8" fmla="*/ 580381 h 621418"/>
                  <a:gd name="csX9" fmla="*/ 364289 w 481325"/>
                  <a:gd name="csY9" fmla="*/ 578851 h 621418"/>
                  <a:gd name="csX10" fmla="*/ 358202 w 481325"/>
                  <a:gd name="csY10" fmla="*/ 578294 h 621418"/>
                  <a:gd name="csX11" fmla="*/ 344811 w 481325"/>
                  <a:gd name="csY11" fmla="*/ 546998 h 621418"/>
                  <a:gd name="csX12" fmla="*/ 347360 w 481325"/>
                  <a:gd name="csY12" fmla="*/ 544424 h 621418"/>
                  <a:gd name="csX13" fmla="*/ 329284 w 481325"/>
                  <a:gd name="csY13" fmla="*/ 536840 h 621418"/>
                  <a:gd name="csX14" fmla="*/ 312504 w 481325"/>
                  <a:gd name="csY14" fmla="*/ 531378 h 621418"/>
                  <a:gd name="csX15" fmla="*/ 299274 w 481325"/>
                  <a:gd name="csY15" fmla="*/ 523870 h 621418"/>
                  <a:gd name="csX16" fmla="*/ 298267 w 481325"/>
                  <a:gd name="csY16" fmla="*/ 519838 h 621418"/>
                  <a:gd name="csX17" fmla="*/ 294146 w 481325"/>
                  <a:gd name="csY17" fmla="*/ 506308 h 621418"/>
                  <a:gd name="csX18" fmla="*/ 290635 w 481325"/>
                  <a:gd name="csY18" fmla="*/ 495822 h 621418"/>
                  <a:gd name="csX19" fmla="*/ 290295 w 481325"/>
                  <a:gd name="csY19" fmla="*/ 485043 h 621418"/>
                  <a:gd name="csX20" fmla="*/ 292460 w 481325"/>
                  <a:gd name="csY20" fmla="*/ 479235 h 621418"/>
                  <a:gd name="csX21" fmla="*/ 293954 w 481325"/>
                  <a:gd name="csY21" fmla="*/ 469554 h 621418"/>
                  <a:gd name="csX22" fmla="*/ 288754 w 481325"/>
                  <a:gd name="csY22" fmla="*/ 460702 h 621418"/>
                  <a:gd name="csX23" fmla="*/ 283583 w 481325"/>
                  <a:gd name="csY23" fmla="*/ 460065 h 621418"/>
                  <a:gd name="csX24" fmla="*/ 278874 w 481325"/>
                  <a:gd name="csY24" fmla="*/ 460231 h 621418"/>
                  <a:gd name="csX25" fmla="*/ 272498 w 481325"/>
                  <a:gd name="csY25" fmla="*/ 449744 h 621418"/>
                  <a:gd name="csX26" fmla="*/ 269740 w 481325"/>
                  <a:gd name="csY26" fmla="*/ 445139 h 621418"/>
                  <a:gd name="csX27" fmla="*/ 268211 w 481325"/>
                  <a:gd name="csY27" fmla="*/ 450043 h 621418"/>
                  <a:gd name="csX28" fmla="*/ 267044 w 481325"/>
                  <a:gd name="csY28" fmla="*/ 456881 h 621418"/>
                  <a:gd name="csX29" fmla="*/ 259538 w 481325"/>
                  <a:gd name="csY29" fmla="*/ 454425 h 621418"/>
                  <a:gd name="csX30" fmla="*/ 254428 w 481325"/>
                  <a:gd name="csY30" fmla="*/ 444654 h 621418"/>
                  <a:gd name="csX31" fmla="*/ 249421 w 481325"/>
                  <a:gd name="csY31" fmla="*/ 443656 h 621418"/>
                  <a:gd name="csX32" fmla="*/ 238700 w 481325"/>
                  <a:gd name="csY32" fmla="*/ 428558 h 621418"/>
                  <a:gd name="csX33" fmla="*/ 224166 w 481325"/>
                  <a:gd name="csY33" fmla="*/ 409935 h 621418"/>
                  <a:gd name="csX34" fmla="*/ 213124 w 481325"/>
                  <a:gd name="csY34" fmla="*/ 401065 h 621418"/>
                  <a:gd name="csX35" fmla="*/ 206671 w 481325"/>
                  <a:gd name="csY35" fmla="*/ 388468 h 621418"/>
                  <a:gd name="csX36" fmla="*/ 204242 w 481325"/>
                  <a:gd name="csY36" fmla="*/ 374041 h 621418"/>
                  <a:gd name="csX37" fmla="*/ 206562 w 481325"/>
                  <a:gd name="csY37" fmla="*/ 371283 h 621418"/>
                  <a:gd name="csX38" fmla="*/ 201394 w 481325"/>
                  <a:gd name="csY38" fmla="*/ 369855 h 621418"/>
                  <a:gd name="csX39" fmla="*/ 181743 w 481325"/>
                  <a:gd name="csY39" fmla="*/ 350072 h 621418"/>
                  <a:gd name="csX40" fmla="*/ 180840 w 481325"/>
                  <a:gd name="csY40" fmla="*/ 340015 h 621418"/>
                  <a:gd name="csX41" fmla="*/ 168342 w 481325"/>
                  <a:gd name="csY41" fmla="*/ 316750 h 621418"/>
                  <a:gd name="csX42" fmla="*/ 162786 w 481325"/>
                  <a:gd name="csY42" fmla="*/ 304341 h 621418"/>
                  <a:gd name="csX43" fmla="*/ 153959 w 481325"/>
                  <a:gd name="csY43" fmla="*/ 280463 h 621418"/>
                  <a:gd name="csX44" fmla="*/ 143231 w 481325"/>
                  <a:gd name="csY44" fmla="*/ 268201 h 621418"/>
                  <a:gd name="csX45" fmla="*/ 141096 w 481325"/>
                  <a:gd name="csY45" fmla="*/ 246493 h 621418"/>
                  <a:gd name="csX46" fmla="*/ 133510 w 481325"/>
                  <a:gd name="csY46" fmla="*/ 215932 h 621418"/>
                  <a:gd name="csX47" fmla="*/ 125786 w 481325"/>
                  <a:gd name="csY47" fmla="*/ 201792 h 621418"/>
                  <a:gd name="csX48" fmla="*/ 113580 w 481325"/>
                  <a:gd name="csY48" fmla="*/ 175023 h 621418"/>
                  <a:gd name="csX49" fmla="*/ 104703 w 481325"/>
                  <a:gd name="csY49" fmla="*/ 151035 h 621418"/>
                  <a:gd name="csX50" fmla="*/ 100240 w 481325"/>
                  <a:gd name="csY50" fmla="*/ 135893 h 621418"/>
                  <a:gd name="csX51" fmla="*/ 100240 w 481325"/>
                  <a:gd name="csY51" fmla="*/ 128463 h 621418"/>
                  <a:gd name="csX52" fmla="*/ 99247 w 481325"/>
                  <a:gd name="csY52" fmla="*/ 115142 h 621418"/>
                  <a:gd name="csX53" fmla="*/ 93791 w 481325"/>
                  <a:gd name="csY53" fmla="*/ 109442 h 621418"/>
                  <a:gd name="csX54" fmla="*/ 95549 w 481325"/>
                  <a:gd name="csY54" fmla="*/ 115250 h 621418"/>
                  <a:gd name="csX55" fmla="*/ 90800 w 481325"/>
                  <a:gd name="csY55" fmla="*/ 117023 h 621418"/>
                  <a:gd name="csX56" fmla="*/ 87172 w 481325"/>
                  <a:gd name="csY56" fmla="*/ 114272 h 621418"/>
                  <a:gd name="csX57" fmla="*/ 67148 w 481325"/>
                  <a:gd name="csY57" fmla="*/ 111209 h 621418"/>
                  <a:gd name="csX58" fmla="*/ 49971 w 481325"/>
                  <a:gd name="csY58" fmla="*/ 100232 h 621418"/>
                  <a:gd name="csX59" fmla="*/ 44090 w 481325"/>
                  <a:gd name="csY59" fmla="*/ 90574 h 621418"/>
                  <a:gd name="csX60" fmla="*/ 35863 w 481325"/>
                  <a:gd name="csY60" fmla="*/ 83433 h 621418"/>
                  <a:gd name="csX61" fmla="*/ 32588 w 481325"/>
                  <a:gd name="csY61" fmla="*/ 82069 h 621418"/>
                  <a:gd name="csX62" fmla="*/ 11771 w 481325"/>
                  <a:gd name="csY62" fmla="*/ 68233 h 621418"/>
                  <a:gd name="csX63" fmla="*/ 5348 w 481325"/>
                  <a:gd name="csY63" fmla="*/ 59589 h 621418"/>
                  <a:gd name="csX64" fmla="*/ 1583 w 481325"/>
                  <a:gd name="csY64" fmla="*/ 46912 h 621418"/>
                  <a:gd name="csX65" fmla="*/ 325 w 481325"/>
                  <a:gd name="csY65" fmla="*/ 17525 h 621418"/>
                  <a:gd name="csX66" fmla="*/ 4538 w 481325"/>
                  <a:gd name="csY66" fmla="*/ 6689 h 621418"/>
                  <a:gd name="csX67" fmla="*/ 10480 w 481325"/>
                  <a:gd name="csY67" fmla="*/ 0 h 621418"/>
                  <a:gd name="csX68" fmla="*/ 53074 w 481325"/>
                  <a:gd name="csY68" fmla="*/ 22147 h 621418"/>
                  <a:gd name="csX69" fmla="*/ 133099 w 481325"/>
                  <a:gd name="csY69" fmla="*/ 64285 h 621418"/>
                  <a:gd name="csX70" fmla="*/ 308638 w 481325"/>
                  <a:gd name="csY70" fmla="*/ 150152 h 621418"/>
                  <a:gd name="csX71" fmla="*/ 460324 w 481325"/>
                  <a:gd name="csY71" fmla="*/ 163865 h 621418"/>
                  <a:gd name="csX72" fmla="*/ 466125 w 481325"/>
                  <a:gd name="csY72" fmla="*/ 170071 h 621418"/>
                  <a:gd name="csX73" fmla="*/ 465714 w 481325"/>
                  <a:gd name="csY73" fmla="*/ 176317 h 621418"/>
                  <a:gd name="csX74" fmla="*/ 471176 w 481325"/>
                  <a:gd name="csY74" fmla="*/ 205515 h 621418"/>
                  <a:gd name="csX75" fmla="*/ 478356 w 481325"/>
                  <a:gd name="csY75" fmla="*/ 244968 h 621418"/>
                  <a:gd name="csX76" fmla="*/ 480666 w 481325"/>
                  <a:gd name="csY76" fmla="*/ 291434 h 621418"/>
                  <a:gd name="csX77" fmla="*/ 471606 w 481325"/>
                  <a:gd name="csY77" fmla="*/ 339879 h 621418"/>
                  <a:gd name="csX78" fmla="*/ 467718 w 481325"/>
                  <a:gd name="csY78" fmla="*/ 346935 h 621418"/>
                  <a:gd name="csX79" fmla="*/ 468256 w 481325"/>
                  <a:gd name="csY79" fmla="*/ 419216 h 621418"/>
                  <a:gd name="csX80" fmla="*/ 469120 w 481325"/>
                  <a:gd name="csY80" fmla="*/ 434705 h 621418"/>
                  <a:gd name="csX81" fmla="*/ 451760 w 481325"/>
                  <a:gd name="csY81" fmla="*/ 439004 h 621418"/>
                  <a:gd name="csX82" fmla="*/ 430017 w 481325"/>
                  <a:gd name="csY82" fmla="*/ 458164 h 621418"/>
                  <a:gd name="csX83" fmla="*/ 441207 w 481325"/>
                  <a:gd name="csY83" fmla="*/ 484914 h 621418"/>
                  <a:gd name="csX84" fmla="*/ 455538 w 481325"/>
                  <a:gd name="csY84" fmla="*/ 533438 h 621418"/>
                  <a:gd name="csX85" fmla="*/ 463393 w 481325"/>
                  <a:gd name="csY85" fmla="*/ 557324 h 621418"/>
                  <a:gd name="csX86" fmla="*/ 466107 w 481325"/>
                  <a:gd name="csY86" fmla="*/ 564704 h 621418"/>
                  <a:gd name="csX87" fmla="*/ 427332 w 481325"/>
                  <a:gd name="csY87" fmla="*/ 607875 h 621418"/>
                  <a:gd name="csX88" fmla="*/ 408378 w 481325"/>
                  <a:gd name="csY88" fmla="*/ 619278 h 621418"/>
                  <a:gd name="csX89" fmla="*/ 406733 w 481325"/>
                  <a:gd name="csY89" fmla="*/ 612610 h 621418"/>
                  <a:gd name="csX90" fmla="*/ 398989 w 481325"/>
                  <a:gd name="csY90" fmla="*/ 614115 h 621418"/>
                  <a:gd name="csX91" fmla="*/ 394277 w 481325"/>
                  <a:gd name="csY91" fmla="*/ 621279 h 621418"/>
                  <a:gd name="csX92" fmla="*/ 392709 w 481325"/>
                  <a:gd name="csY92" fmla="*/ 609477 h 62141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Lst>
                <a:rect l="l" t="t" r="r" b="b"/>
                <a:pathLst>
                  <a:path w="481325" h="621418">
                    <a:moveTo>
                      <a:pt x="392709" y="609477"/>
                    </a:moveTo>
                    <a:cubicBezTo>
                      <a:pt x="394253" y="597840"/>
                      <a:pt x="393887" y="596413"/>
                      <a:pt x="388957" y="594848"/>
                    </a:cubicBezTo>
                    <a:cubicBezTo>
                      <a:pt x="381454" y="592467"/>
                      <a:pt x="376874" y="583809"/>
                      <a:pt x="382520" y="582680"/>
                    </a:cubicBezTo>
                    <a:cubicBezTo>
                      <a:pt x="386074" y="581969"/>
                      <a:pt x="385853" y="580904"/>
                      <a:pt x="381003" y="575394"/>
                    </a:cubicBezTo>
                    <a:cubicBezTo>
                      <a:pt x="377016" y="570863"/>
                      <a:pt x="375755" y="570304"/>
                      <a:pt x="376772" y="573517"/>
                    </a:cubicBezTo>
                    <a:cubicBezTo>
                      <a:pt x="378038" y="577517"/>
                      <a:pt x="377495" y="577714"/>
                      <a:pt x="372471" y="575078"/>
                    </a:cubicBezTo>
                    <a:cubicBezTo>
                      <a:pt x="366755" y="572079"/>
                      <a:pt x="366750" y="572094"/>
                      <a:pt x="371638" y="577600"/>
                    </a:cubicBezTo>
                    <a:cubicBezTo>
                      <a:pt x="374343" y="580646"/>
                      <a:pt x="375283" y="583138"/>
                      <a:pt x="373727" y="583138"/>
                    </a:cubicBezTo>
                    <a:cubicBezTo>
                      <a:pt x="372171" y="583138"/>
                      <a:pt x="370131" y="581897"/>
                      <a:pt x="369193" y="580381"/>
                    </a:cubicBezTo>
                    <a:cubicBezTo>
                      <a:pt x="368256" y="578864"/>
                      <a:pt x="366049" y="578176"/>
                      <a:pt x="364289" y="578851"/>
                    </a:cubicBezTo>
                    <a:cubicBezTo>
                      <a:pt x="362530" y="579526"/>
                      <a:pt x="359790" y="579276"/>
                      <a:pt x="358202" y="578294"/>
                    </a:cubicBezTo>
                    <a:cubicBezTo>
                      <a:pt x="354056" y="575732"/>
                      <a:pt x="341762" y="546998"/>
                      <a:pt x="344811" y="546998"/>
                    </a:cubicBezTo>
                    <a:cubicBezTo>
                      <a:pt x="346213" y="546998"/>
                      <a:pt x="347360" y="545839"/>
                      <a:pt x="347360" y="544424"/>
                    </a:cubicBezTo>
                    <a:cubicBezTo>
                      <a:pt x="347360" y="541126"/>
                      <a:pt x="331006" y="534265"/>
                      <a:pt x="329284" y="536840"/>
                    </a:cubicBezTo>
                    <a:cubicBezTo>
                      <a:pt x="328570" y="537907"/>
                      <a:pt x="321020" y="535449"/>
                      <a:pt x="312504" y="531378"/>
                    </a:cubicBezTo>
                    <a:cubicBezTo>
                      <a:pt x="303989" y="527306"/>
                      <a:pt x="298035" y="523928"/>
                      <a:pt x="299274" y="523870"/>
                    </a:cubicBezTo>
                    <a:cubicBezTo>
                      <a:pt x="300512" y="523812"/>
                      <a:pt x="300059" y="521998"/>
                      <a:pt x="298267" y="519838"/>
                    </a:cubicBezTo>
                    <a:cubicBezTo>
                      <a:pt x="296474" y="517678"/>
                      <a:pt x="294620" y="511589"/>
                      <a:pt x="294146" y="506308"/>
                    </a:cubicBezTo>
                    <a:cubicBezTo>
                      <a:pt x="293672" y="501026"/>
                      <a:pt x="292092" y="496307"/>
                      <a:pt x="290635" y="495822"/>
                    </a:cubicBezTo>
                    <a:cubicBezTo>
                      <a:pt x="287387" y="494739"/>
                      <a:pt x="287081" y="485043"/>
                      <a:pt x="290295" y="485043"/>
                    </a:cubicBezTo>
                    <a:cubicBezTo>
                      <a:pt x="291564" y="485043"/>
                      <a:pt x="292539" y="482429"/>
                      <a:pt x="292460" y="479235"/>
                    </a:cubicBezTo>
                    <a:cubicBezTo>
                      <a:pt x="292381" y="476040"/>
                      <a:pt x="293054" y="471684"/>
                      <a:pt x="293954" y="469554"/>
                    </a:cubicBezTo>
                    <a:cubicBezTo>
                      <a:pt x="294994" y="467095"/>
                      <a:pt x="293096" y="463864"/>
                      <a:pt x="288754" y="460702"/>
                    </a:cubicBezTo>
                    <a:cubicBezTo>
                      <a:pt x="282831" y="456387"/>
                      <a:pt x="282139" y="456302"/>
                      <a:pt x="283583" y="460065"/>
                    </a:cubicBezTo>
                    <a:cubicBezTo>
                      <a:pt x="285131" y="464099"/>
                      <a:pt x="284795" y="464110"/>
                      <a:pt x="278874" y="460231"/>
                    </a:cubicBezTo>
                    <a:cubicBezTo>
                      <a:pt x="274972" y="457675"/>
                      <a:pt x="272498" y="453605"/>
                      <a:pt x="272498" y="449744"/>
                    </a:cubicBezTo>
                    <a:cubicBezTo>
                      <a:pt x="272498" y="445927"/>
                      <a:pt x="271409" y="444108"/>
                      <a:pt x="269740" y="445139"/>
                    </a:cubicBezTo>
                    <a:cubicBezTo>
                      <a:pt x="268224" y="446077"/>
                      <a:pt x="267535" y="448283"/>
                      <a:pt x="268211" y="450043"/>
                    </a:cubicBezTo>
                    <a:cubicBezTo>
                      <a:pt x="268886" y="451803"/>
                      <a:pt x="268361" y="454880"/>
                      <a:pt x="267044" y="456881"/>
                    </a:cubicBezTo>
                    <a:cubicBezTo>
                      <a:pt x="265087" y="459853"/>
                      <a:pt x="263712" y="459403"/>
                      <a:pt x="259538" y="454425"/>
                    </a:cubicBezTo>
                    <a:cubicBezTo>
                      <a:pt x="256727" y="451073"/>
                      <a:pt x="254428" y="446676"/>
                      <a:pt x="254428" y="444654"/>
                    </a:cubicBezTo>
                    <a:cubicBezTo>
                      <a:pt x="254428" y="441815"/>
                      <a:pt x="253286" y="441587"/>
                      <a:pt x="249421" y="443656"/>
                    </a:cubicBezTo>
                    <a:cubicBezTo>
                      <a:pt x="243479" y="446836"/>
                      <a:pt x="243193" y="446433"/>
                      <a:pt x="238700" y="428558"/>
                    </a:cubicBezTo>
                    <a:cubicBezTo>
                      <a:pt x="235500" y="415829"/>
                      <a:pt x="234285" y="414272"/>
                      <a:pt x="224166" y="409935"/>
                    </a:cubicBezTo>
                    <a:cubicBezTo>
                      <a:pt x="217728" y="407175"/>
                      <a:pt x="213124" y="403477"/>
                      <a:pt x="213124" y="401065"/>
                    </a:cubicBezTo>
                    <a:cubicBezTo>
                      <a:pt x="213124" y="398790"/>
                      <a:pt x="210220" y="393122"/>
                      <a:pt x="206671" y="388468"/>
                    </a:cubicBezTo>
                    <a:cubicBezTo>
                      <a:pt x="199265" y="378758"/>
                      <a:pt x="198471" y="374041"/>
                      <a:pt x="204242" y="374041"/>
                    </a:cubicBezTo>
                    <a:cubicBezTo>
                      <a:pt x="206455" y="374041"/>
                      <a:pt x="207499" y="372800"/>
                      <a:pt x="206562" y="371283"/>
                    </a:cubicBezTo>
                    <a:cubicBezTo>
                      <a:pt x="205625" y="369767"/>
                      <a:pt x="203299" y="369124"/>
                      <a:pt x="201394" y="369855"/>
                    </a:cubicBezTo>
                    <a:cubicBezTo>
                      <a:pt x="197850" y="371215"/>
                      <a:pt x="182472" y="355734"/>
                      <a:pt x="181743" y="350072"/>
                    </a:cubicBezTo>
                    <a:cubicBezTo>
                      <a:pt x="181521" y="348347"/>
                      <a:pt x="181114" y="343821"/>
                      <a:pt x="180840" y="340015"/>
                    </a:cubicBezTo>
                    <a:cubicBezTo>
                      <a:pt x="179988" y="328208"/>
                      <a:pt x="174287" y="317597"/>
                      <a:pt x="168342" y="316750"/>
                    </a:cubicBezTo>
                    <a:cubicBezTo>
                      <a:pt x="163596" y="316073"/>
                      <a:pt x="162786" y="314266"/>
                      <a:pt x="162786" y="304341"/>
                    </a:cubicBezTo>
                    <a:cubicBezTo>
                      <a:pt x="162786" y="295229"/>
                      <a:pt x="160883" y="290082"/>
                      <a:pt x="153959" y="280463"/>
                    </a:cubicBezTo>
                    <a:cubicBezTo>
                      <a:pt x="149104" y="273719"/>
                      <a:pt x="144276" y="268201"/>
                      <a:pt x="143231" y="268201"/>
                    </a:cubicBezTo>
                    <a:cubicBezTo>
                      <a:pt x="142186" y="268201"/>
                      <a:pt x="141225" y="258432"/>
                      <a:pt x="141096" y="246493"/>
                    </a:cubicBezTo>
                    <a:cubicBezTo>
                      <a:pt x="140831" y="221943"/>
                      <a:pt x="139743" y="217562"/>
                      <a:pt x="133510" y="215932"/>
                    </a:cubicBezTo>
                    <a:cubicBezTo>
                      <a:pt x="130755" y="215211"/>
                      <a:pt x="127873" y="209936"/>
                      <a:pt x="125786" y="201792"/>
                    </a:cubicBezTo>
                    <a:cubicBezTo>
                      <a:pt x="123955" y="194647"/>
                      <a:pt x="118462" y="182601"/>
                      <a:pt x="113580" y="175023"/>
                    </a:cubicBezTo>
                    <a:cubicBezTo>
                      <a:pt x="107284" y="165251"/>
                      <a:pt x="104703" y="158277"/>
                      <a:pt x="104703" y="151035"/>
                    </a:cubicBezTo>
                    <a:cubicBezTo>
                      <a:pt x="104703" y="144982"/>
                      <a:pt x="102887" y="138818"/>
                      <a:pt x="100240" y="135893"/>
                    </a:cubicBezTo>
                    <a:cubicBezTo>
                      <a:pt x="96009" y="131218"/>
                      <a:pt x="96009" y="130831"/>
                      <a:pt x="100240" y="128463"/>
                    </a:cubicBezTo>
                    <a:cubicBezTo>
                      <a:pt x="106103" y="125181"/>
                      <a:pt x="105871" y="122062"/>
                      <a:pt x="99247" y="115142"/>
                    </a:cubicBezTo>
                    <a:lnTo>
                      <a:pt x="93791" y="109442"/>
                    </a:lnTo>
                    <a:lnTo>
                      <a:pt x="95549" y="115250"/>
                    </a:lnTo>
                    <a:cubicBezTo>
                      <a:pt x="97517" y="121752"/>
                      <a:pt x="93229" y="123352"/>
                      <a:pt x="90800" y="117023"/>
                    </a:cubicBezTo>
                    <a:cubicBezTo>
                      <a:pt x="89948" y="114803"/>
                      <a:pt x="88316" y="113565"/>
                      <a:pt x="87172" y="114272"/>
                    </a:cubicBezTo>
                    <a:cubicBezTo>
                      <a:pt x="86029" y="114978"/>
                      <a:pt x="77018" y="113600"/>
                      <a:pt x="67148" y="111209"/>
                    </a:cubicBezTo>
                    <a:cubicBezTo>
                      <a:pt x="50330" y="107134"/>
                      <a:pt x="49251" y="106444"/>
                      <a:pt x="49971" y="100232"/>
                    </a:cubicBezTo>
                    <a:cubicBezTo>
                      <a:pt x="50552" y="95214"/>
                      <a:pt x="49124" y="92867"/>
                      <a:pt x="44090" y="90574"/>
                    </a:cubicBezTo>
                    <a:cubicBezTo>
                      <a:pt x="40433" y="88908"/>
                      <a:pt x="36731" y="85694"/>
                      <a:pt x="35863" y="83433"/>
                    </a:cubicBezTo>
                    <a:cubicBezTo>
                      <a:pt x="34873" y="80853"/>
                      <a:pt x="33654" y="80345"/>
                      <a:pt x="32588" y="82069"/>
                    </a:cubicBezTo>
                    <a:cubicBezTo>
                      <a:pt x="30403" y="85606"/>
                      <a:pt x="11771" y="73222"/>
                      <a:pt x="11771" y="68233"/>
                    </a:cubicBezTo>
                    <a:cubicBezTo>
                      <a:pt x="11771" y="66258"/>
                      <a:pt x="8881" y="62368"/>
                      <a:pt x="5348" y="59589"/>
                    </a:cubicBezTo>
                    <a:cubicBezTo>
                      <a:pt x="-304" y="55143"/>
                      <a:pt x="-756" y="53621"/>
                      <a:pt x="1583" y="46912"/>
                    </a:cubicBezTo>
                    <a:cubicBezTo>
                      <a:pt x="4225" y="39332"/>
                      <a:pt x="3631" y="25451"/>
                      <a:pt x="325" y="17525"/>
                    </a:cubicBezTo>
                    <a:cubicBezTo>
                      <a:pt x="-744" y="14961"/>
                      <a:pt x="864" y="10824"/>
                      <a:pt x="4538" y="6689"/>
                    </a:cubicBezTo>
                    <a:lnTo>
                      <a:pt x="10480" y="0"/>
                    </a:lnTo>
                    <a:lnTo>
                      <a:pt x="53074" y="22147"/>
                    </a:lnTo>
                    <a:cubicBezTo>
                      <a:pt x="76501" y="34328"/>
                      <a:pt x="112512" y="53290"/>
                      <a:pt x="133099" y="64285"/>
                    </a:cubicBezTo>
                    <a:cubicBezTo>
                      <a:pt x="293633" y="150024"/>
                      <a:pt x="290844" y="148660"/>
                      <a:pt x="308638" y="150152"/>
                    </a:cubicBezTo>
                    <a:cubicBezTo>
                      <a:pt x="379829" y="156121"/>
                      <a:pt x="453326" y="162765"/>
                      <a:pt x="460324" y="163865"/>
                    </a:cubicBezTo>
                    <a:cubicBezTo>
                      <a:pt x="467642" y="165014"/>
                      <a:pt x="468398" y="165824"/>
                      <a:pt x="466125" y="170071"/>
                    </a:cubicBezTo>
                    <a:cubicBezTo>
                      <a:pt x="464688" y="172758"/>
                      <a:pt x="464502" y="175568"/>
                      <a:pt x="465714" y="176317"/>
                    </a:cubicBezTo>
                    <a:cubicBezTo>
                      <a:pt x="466925" y="177066"/>
                      <a:pt x="469383" y="190205"/>
                      <a:pt x="471176" y="205515"/>
                    </a:cubicBezTo>
                    <a:cubicBezTo>
                      <a:pt x="472969" y="220825"/>
                      <a:pt x="476200" y="238579"/>
                      <a:pt x="478356" y="244968"/>
                    </a:cubicBezTo>
                    <a:cubicBezTo>
                      <a:pt x="481464" y="254178"/>
                      <a:pt x="481943" y="263804"/>
                      <a:pt x="480666" y="291434"/>
                    </a:cubicBezTo>
                    <a:cubicBezTo>
                      <a:pt x="478736" y="333232"/>
                      <a:pt x="477318" y="340812"/>
                      <a:pt x="471606" y="339879"/>
                    </a:cubicBezTo>
                    <a:cubicBezTo>
                      <a:pt x="468443" y="339362"/>
                      <a:pt x="467477" y="341115"/>
                      <a:pt x="467718" y="346935"/>
                    </a:cubicBezTo>
                    <a:cubicBezTo>
                      <a:pt x="467998" y="353675"/>
                      <a:pt x="468241" y="386395"/>
                      <a:pt x="468256" y="419216"/>
                    </a:cubicBezTo>
                    <a:cubicBezTo>
                      <a:pt x="468259" y="424895"/>
                      <a:pt x="468647" y="431865"/>
                      <a:pt x="469120" y="434705"/>
                    </a:cubicBezTo>
                    <a:cubicBezTo>
                      <a:pt x="469922" y="439526"/>
                      <a:pt x="468775" y="439811"/>
                      <a:pt x="451760" y="439004"/>
                    </a:cubicBezTo>
                    <a:cubicBezTo>
                      <a:pt x="428789" y="437915"/>
                      <a:pt x="426025" y="440351"/>
                      <a:pt x="430017" y="458164"/>
                    </a:cubicBezTo>
                    <a:cubicBezTo>
                      <a:pt x="431548" y="464996"/>
                      <a:pt x="436584" y="477034"/>
                      <a:pt x="441207" y="484914"/>
                    </a:cubicBezTo>
                    <a:cubicBezTo>
                      <a:pt x="456169" y="510414"/>
                      <a:pt x="459720" y="522439"/>
                      <a:pt x="455538" y="533438"/>
                    </a:cubicBezTo>
                    <a:cubicBezTo>
                      <a:pt x="452990" y="540141"/>
                      <a:pt x="458641" y="557324"/>
                      <a:pt x="463393" y="557324"/>
                    </a:cubicBezTo>
                    <a:cubicBezTo>
                      <a:pt x="464886" y="557324"/>
                      <a:pt x="466107" y="560645"/>
                      <a:pt x="466107" y="564704"/>
                    </a:cubicBezTo>
                    <a:cubicBezTo>
                      <a:pt x="466107" y="574709"/>
                      <a:pt x="449340" y="593376"/>
                      <a:pt x="427332" y="607875"/>
                    </a:cubicBezTo>
                    <a:cubicBezTo>
                      <a:pt x="417812" y="614147"/>
                      <a:pt x="409283" y="619278"/>
                      <a:pt x="408378" y="619278"/>
                    </a:cubicBezTo>
                    <a:cubicBezTo>
                      <a:pt x="407473" y="619278"/>
                      <a:pt x="406733" y="616277"/>
                      <a:pt x="406733" y="612610"/>
                    </a:cubicBezTo>
                    <a:cubicBezTo>
                      <a:pt x="406733" y="604379"/>
                      <a:pt x="401025" y="605489"/>
                      <a:pt x="398989" y="614115"/>
                    </a:cubicBezTo>
                    <a:cubicBezTo>
                      <a:pt x="398201" y="617454"/>
                      <a:pt x="396080" y="620678"/>
                      <a:pt x="394277" y="621279"/>
                    </a:cubicBezTo>
                    <a:cubicBezTo>
                      <a:pt x="391773" y="622114"/>
                      <a:pt x="391403" y="619327"/>
                      <a:pt x="392709" y="609477"/>
                    </a:cubicBezTo>
                    <a:close/>
                  </a:path>
                </a:pathLst>
              </a:custGeom>
              <a:solidFill>
                <a:srgbClr val="B9B9B9"/>
              </a:solidFill>
              <a:ln w="5163" cap="flat">
                <a:noFill/>
                <a:prstDash val="solid"/>
                <a:miter/>
              </a:ln>
            </p:spPr>
            <p:txBody>
              <a:bodyPr/>
              <a:lstStyle/>
              <a:p>
                <a:endParaRPr lang="es-419" noProof="0" dirty="0"/>
              </a:p>
            </p:txBody>
          </p:sp>
          <p:sp>
            <p:nvSpPr>
              <p:cNvPr id="117" name="Forma libre: forma 116">
                <a:extLst>
                  <a:ext uri="{FF2B5EF4-FFF2-40B4-BE49-F238E27FC236}">
                    <a16:creationId xmlns:a16="http://schemas.microsoft.com/office/drawing/2014/main" id="{B93472BD-881A-77FB-BA7B-93C87C39E646}"/>
                  </a:ext>
                </a:extLst>
              </p:cNvPr>
              <p:cNvSpPr/>
              <p:nvPr/>
            </p:nvSpPr>
            <p:spPr>
              <a:xfrm>
                <a:off x="356836" y="1137381"/>
                <a:ext cx="20516" cy="20135"/>
              </a:xfrm>
              <a:custGeom>
                <a:avLst/>
                <a:gdLst>
                  <a:gd name="csX0" fmla="*/ 3031 w 20516"/>
                  <a:gd name="csY0" fmla="*/ 13790 h 20135"/>
                  <a:gd name="csX1" fmla="*/ 11787 w 20516"/>
                  <a:gd name="csY1" fmla="*/ 6812 h 20135"/>
                  <a:gd name="csX2" fmla="*/ 16388 w 20516"/>
                  <a:gd name="csY2" fmla="*/ 8970 h 20135"/>
                  <a:gd name="csX3" fmla="*/ 17667 w 20516"/>
                  <a:gd name="csY3" fmla="*/ 5896 h 20135"/>
                  <a:gd name="csX4" fmla="*/ 16630 w 20516"/>
                  <a:gd name="csY4" fmla="*/ 16309 h 20135"/>
                  <a:gd name="csX5" fmla="*/ 3031 w 20516"/>
                  <a:gd name="csY5" fmla="*/ 13790 h 20135"/>
                </a:gdLst>
                <a:ahLst/>
                <a:cxnLst>
                  <a:cxn ang="0">
                    <a:pos x="csX0" y="csY0"/>
                  </a:cxn>
                  <a:cxn ang="0">
                    <a:pos x="csX1" y="csY1"/>
                  </a:cxn>
                  <a:cxn ang="0">
                    <a:pos x="csX2" y="csY2"/>
                  </a:cxn>
                  <a:cxn ang="0">
                    <a:pos x="csX3" y="csY3"/>
                  </a:cxn>
                  <a:cxn ang="0">
                    <a:pos x="csX4" y="csY4"/>
                  </a:cxn>
                  <a:cxn ang="0">
                    <a:pos x="csX5" y="csY5"/>
                  </a:cxn>
                </a:cxnLst>
                <a:rect l="l" t="t" r="r" b="b"/>
                <a:pathLst>
                  <a:path w="20516" h="20135">
                    <a:moveTo>
                      <a:pt x="3031" y="13790"/>
                    </a:moveTo>
                    <a:cubicBezTo>
                      <a:pt x="-3651" y="-875"/>
                      <a:pt x="1356" y="-4865"/>
                      <a:pt x="11787" y="6812"/>
                    </a:cubicBezTo>
                    <a:cubicBezTo>
                      <a:pt x="16355" y="11926"/>
                      <a:pt x="17642" y="12530"/>
                      <a:pt x="16388" y="8970"/>
                    </a:cubicBezTo>
                    <a:cubicBezTo>
                      <a:pt x="15184" y="5554"/>
                      <a:pt x="15578" y="4605"/>
                      <a:pt x="17667" y="5896"/>
                    </a:cubicBezTo>
                    <a:cubicBezTo>
                      <a:pt x="21766" y="8429"/>
                      <a:pt x="21462" y="11477"/>
                      <a:pt x="16630" y="16309"/>
                    </a:cubicBezTo>
                    <a:cubicBezTo>
                      <a:pt x="10809" y="22130"/>
                      <a:pt x="6464" y="21325"/>
                      <a:pt x="3031" y="13790"/>
                    </a:cubicBezTo>
                    <a:close/>
                  </a:path>
                </a:pathLst>
              </a:custGeom>
              <a:solidFill>
                <a:srgbClr val="B9B9B9"/>
              </a:solidFill>
              <a:ln w="5163" cap="flat">
                <a:noFill/>
                <a:prstDash val="solid"/>
                <a:miter/>
              </a:ln>
            </p:spPr>
            <p:txBody>
              <a:bodyPr/>
              <a:lstStyle/>
              <a:p>
                <a:endParaRPr lang="es-419" noProof="0" dirty="0"/>
              </a:p>
            </p:txBody>
          </p:sp>
        </p:grpSp>
      </p:grpSp>
      <p:grpSp>
        <p:nvGrpSpPr>
          <p:cNvPr id="36" name="Group 45">
            <a:extLst>
              <a:ext uri="{FF2B5EF4-FFF2-40B4-BE49-F238E27FC236}">
                <a16:creationId xmlns:a16="http://schemas.microsoft.com/office/drawing/2014/main" id="{77981FF5-6BBC-269C-02CB-EF909CB842A0}"/>
              </a:ext>
            </a:extLst>
          </p:cNvPr>
          <p:cNvGrpSpPr>
            <a:grpSpLocks noChangeAspect="1"/>
          </p:cNvGrpSpPr>
          <p:nvPr/>
        </p:nvGrpSpPr>
        <p:grpSpPr>
          <a:xfrm>
            <a:off x="1227609" y="2027857"/>
            <a:ext cx="213038" cy="337620"/>
            <a:chOff x="0" y="26670"/>
            <a:chExt cx="3924300" cy="6219190"/>
          </a:xfrm>
        </p:grpSpPr>
        <p:sp>
          <p:nvSpPr>
            <p:cNvPr id="37" name="Freeform 46">
              <a:extLst>
                <a:ext uri="{FF2B5EF4-FFF2-40B4-BE49-F238E27FC236}">
                  <a16:creationId xmlns:a16="http://schemas.microsoft.com/office/drawing/2014/main" id="{98915B03-C4F1-0601-0496-46E93EA1217B}"/>
                </a:ext>
              </a:extLst>
            </p:cNvPr>
            <p:cNvSpPr/>
            <p:nvPr/>
          </p:nvSpPr>
          <p:spPr>
            <a:xfrm>
              <a:off x="0" y="26670"/>
              <a:ext cx="3924300" cy="6219190"/>
            </a:xfrm>
            <a:custGeom>
              <a:avLst/>
              <a:gdLst/>
              <a:ahLst/>
              <a:cxnLst/>
              <a:rect l="l" t="t" r="r" b="b"/>
              <a:pathLst>
                <a:path w="3924300" h="6219190">
                  <a:moveTo>
                    <a:pt x="3924300" y="1962150"/>
                  </a:moveTo>
                  <a:cubicBezTo>
                    <a:pt x="3924300" y="878840"/>
                    <a:pt x="3045460" y="0"/>
                    <a:pt x="1962150" y="0"/>
                  </a:cubicBezTo>
                  <a:cubicBezTo>
                    <a:pt x="878840" y="0"/>
                    <a:pt x="0" y="878840"/>
                    <a:pt x="0" y="1962150"/>
                  </a:cubicBezTo>
                  <a:cubicBezTo>
                    <a:pt x="0" y="2974340"/>
                    <a:pt x="765810" y="3807460"/>
                    <a:pt x="1750060" y="3912870"/>
                  </a:cubicBezTo>
                  <a:lnTo>
                    <a:pt x="1962150" y="6219190"/>
                  </a:lnTo>
                  <a:lnTo>
                    <a:pt x="2174240" y="3912870"/>
                  </a:lnTo>
                  <a:cubicBezTo>
                    <a:pt x="3158490" y="3807460"/>
                    <a:pt x="3924300" y="2974340"/>
                    <a:pt x="3924300" y="1962150"/>
                  </a:cubicBezTo>
                  <a:close/>
                </a:path>
              </a:pathLst>
            </a:custGeom>
            <a:solidFill>
              <a:srgbClr val="EB6C01"/>
            </a:solidFill>
          </p:spPr>
          <p:txBody>
            <a:bodyPr/>
            <a:lstStyle/>
            <a:p>
              <a:endParaRPr lang="es-419" noProof="0" dirty="0"/>
            </a:p>
          </p:txBody>
        </p:sp>
        <p:sp>
          <p:nvSpPr>
            <p:cNvPr id="38" name="Freeform 47">
              <a:extLst>
                <a:ext uri="{FF2B5EF4-FFF2-40B4-BE49-F238E27FC236}">
                  <a16:creationId xmlns:a16="http://schemas.microsoft.com/office/drawing/2014/main" id="{1F470CE8-009B-D913-8094-47A1F4E5F0F1}"/>
                </a:ext>
              </a:extLst>
            </p:cNvPr>
            <p:cNvSpPr/>
            <p:nvPr/>
          </p:nvSpPr>
          <p:spPr>
            <a:xfrm>
              <a:off x="340744" y="374636"/>
              <a:ext cx="3242813" cy="3228370"/>
            </a:xfrm>
            <a:custGeom>
              <a:avLst/>
              <a:gdLst/>
              <a:ahLst/>
              <a:cxnLst/>
              <a:rect l="l" t="t" r="r" b="b"/>
              <a:pathLst>
                <a:path w="3242810" h="3228373">
                  <a:moveTo>
                    <a:pt x="1621405" y="16"/>
                  </a:moveTo>
                  <a:cubicBezTo>
                    <a:pt x="1042998" y="-2571"/>
                    <a:pt x="507417" y="304521"/>
                    <a:pt x="217465" y="805010"/>
                  </a:cubicBezTo>
                  <a:cubicBezTo>
                    <a:pt x="-72488" y="1305499"/>
                    <a:pt x="-72488" y="1922874"/>
                    <a:pt x="217465" y="2423362"/>
                  </a:cubicBezTo>
                  <a:cubicBezTo>
                    <a:pt x="507417" y="2923851"/>
                    <a:pt x="1042998" y="3230943"/>
                    <a:pt x="1621405" y="3228356"/>
                  </a:cubicBezTo>
                  <a:cubicBezTo>
                    <a:pt x="2199812" y="3230943"/>
                    <a:pt x="2735392" y="2923851"/>
                    <a:pt x="3025345" y="2423362"/>
                  </a:cubicBezTo>
                  <a:cubicBezTo>
                    <a:pt x="3315298" y="1922874"/>
                    <a:pt x="3315298" y="1305499"/>
                    <a:pt x="3025345" y="805010"/>
                  </a:cubicBezTo>
                  <a:cubicBezTo>
                    <a:pt x="2735392" y="304522"/>
                    <a:pt x="2199812" y="-2571"/>
                    <a:pt x="1621405" y="16"/>
                  </a:cubicBezTo>
                  <a:close/>
                </a:path>
              </a:pathLst>
            </a:custGeom>
            <a:blipFill>
              <a:blip r:embed="rId5"/>
              <a:stretch>
                <a:fillRect l="-28801" r="-28801" b="-58308"/>
              </a:stretch>
            </a:blipFill>
          </p:spPr>
          <p:txBody>
            <a:bodyPr/>
            <a:lstStyle/>
            <a:p>
              <a:endParaRPr lang="es-419" noProof="0" dirty="0"/>
            </a:p>
          </p:txBody>
        </p:sp>
      </p:grpSp>
    </p:spTree>
    <p:extLst>
      <p:ext uri="{BB962C8B-B14F-4D97-AF65-F5344CB8AC3E}">
        <p14:creationId xmlns:p14="http://schemas.microsoft.com/office/powerpoint/2010/main" val="38954895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nodeType="with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wipe(down)">
                                      <p:cBhvr>
                                        <p:cTn id="7" dur="580">
                                          <p:stCondLst>
                                            <p:cond delay="0"/>
                                          </p:stCondLst>
                                        </p:cTn>
                                        <p:tgtEl>
                                          <p:spTgt spid="36"/>
                                        </p:tgtEl>
                                      </p:cBhvr>
                                    </p:animEffect>
                                    <p:anim calcmode="lin" valueType="num">
                                      <p:cBhvr>
                                        <p:cTn id="8" dur="1822" tmFilter="0,0; 0.14,0.36; 0.43,0.73; 0.71,0.91; 1.0,1.0">
                                          <p:stCondLst>
                                            <p:cond delay="0"/>
                                          </p:stCondLst>
                                        </p:cTn>
                                        <p:tgtEl>
                                          <p:spTgt spid="36"/>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36"/>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36"/>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36"/>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36"/>
                                        </p:tgtEl>
                                        <p:attrNameLst>
                                          <p:attrName>ppt_y</p:attrName>
                                        </p:attrNameLst>
                                      </p:cBhvr>
                                      <p:tavLst>
                                        <p:tav tm="0" fmla="#ppt_y-sin(pi*$)/81">
                                          <p:val>
                                            <p:fltVal val="0"/>
                                          </p:val>
                                        </p:tav>
                                        <p:tav tm="100000">
                                          <p:val>
                                            <p:fltVal val="1"/>
                                          </p:val>
                                        </p:tav>
                                      </p:tavLst>
                                    </p:anim>
                                    <p:animScale>
                                      <p:cBhvr>
                                        <p:cTn id="13" dur="26">
                                          <p:stCondLst>
                                            <p:cond delay="650"/>
                                          </p:stCondLst>
                                        </p:cTn>
                                        <p:tgtEl>
                                          <p:spTgt spid="36"/>
                                        </p:tgtEl>
                                      </p:cBhvr>
                                      <p:to x="100000" y="60000"/>
                                    </p:animScale>
                                    <p:animScale>
                                      <p:cBhvr>
                                        <p:cTn id="14" dur="166" decel="50000">
                                          <p:stCondLst>
                                            <p:cond delay="676"/>
                                          </p:stCondLst>
                                        </p:cTn>
                                        <p:tgtEl>
                                          <p:spTgt spid="36"/>
                                        </p:tgtEl>
                                      </p:cBhvr>
                                      <p:to x="100000" y="100000"/>
                                    </p:animScale>
                                    <p:animScale>
                                      <p:cBhvr>
                                        <p:cTn id="15" dur="26">
                                          <p:stCondLst>
                                            <p:cond delay="1312"/>
                                          </p:stCondLst>
                                        </p:cTn>
                                        <p:tgtEl>
                                          <p:spTgt spid="36"/>
                                        </p:tgtEl>
                                      </p:cBhvr>
                                      <p:to x="100000" y="80000"/>
                                    </p:animScale>
                                    <p:animScale>
                                      <p:cBhvr>
                                        <p:cTn id="16" dur="166" decel="50000">
                                          <p:stCondLst>
                                            <p:cond delay="1338"/>
                                          </p:stCondLst>
                                        </p:cTn>
                                        <p:tgtEl>
                                          <p:spTgt spid="36"/>
                                        </p:tgtEl>
                                      </p:cBhvr>
                                      <p:to x="100000" y="100000"/>
                                    </p:animScale>
                                    <p:animScale>
                                      <p:cBhvr>
                                        <p:cTn id="17" dur="26">
                                          <p:stCondLst>
                                            <p:cond delay="1642"/>
                                          </p:stCondLst>
                                        </p:cTn>
                                        <p:tgtEl>
                                          <p:spTgt spid="36"/>
                                        </p:tgtEl>
                                      </p:cBhvr>
                                      <p:to x="100000" y="90000"/>
                                    </p:animScale>
                                    <p:animScale>
                                      <p:cBhvr>
                                        <p:cTn id="18" dur="166" decel="50000">
                                          <p:stCondLst>
                                            <p:cond delay="1668"/>
                                          </p:stCondLst>
                                        </p:cTn>
                                        <p:tgtEl>
                                          <p:spTgt spid="36"/>
                                        </p:tgtEl>
                                      </p:cBhvr>
                                      <p:to x="100000" y="100000"/>
                                    </p:animScale>
                                    <p:animScale>
                                      <p:cBhvr>
                                        <p:cTn id="19" dur="26">
                                          <p:stCondLst>
                                            <p:cond delay="1808"/>
                                          </p:stCondLst>
                                        </p:cTn>
                                        <p:tgtEl>
                                          <p:spTgt spid="36"/>
                                        </p:tgtEl>
                                      </p:cBhvr>
                                      <p:to x="100000" y="95000"/>
                                    </p:animScale>
                                    <p:animScale>
                                      <p:cBhvr>
                                        <p:cTn id="20" dur="166" decel="50000">
                                          <p:stCondLst>
                                            <p:cond delay="1834"/>
                                          </p:stCondLst>
                                        </p:cTn>
                                        <p:tgtEl>
                                          <p:spTgt spid="36"/>
                                        </p:tgtEl>
                                      </p:cBhvr>
                                      <p:to x="100000" y="100000"/>
                                    </p:animScale>
                                  </p:childTnLst>
                                </p:cTn>
                              </p:par>
                            </p:childTnLst>
                          </p:cTn>
                        </p:par>
                        <p:par>
                          <p:cTn id="21" fill="hold">
                            <p:stCondLst>
                              <p:cond delay="2000"/>
                            </p:stCondLst>
                            <p:childTnLst>
                              <p:par>
                                <p:cTn id="22" presetID="35" presetClass="emph" presetSubtype="0" repeatCount="indefinite" fill="hold" nodeType="afterEffect">
                                  <p:stCondLst>
                                    <p:cond delay="0"/>
                                  </p:stCondLst>
                                  <p:childTnLst>
                                    <p:anim calcmode="discrete" valueType="str">
                                      <p:cBhvr>
                                        <p:cTn id="23" dur="1000" fill="hold"/>
                                        <p:tgtEl>
                                          <p:spTgt spid="65"/>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bg>
      <p:bgPr>
        <a:solidFill>
          <a:srgbClr val="F0F6FC"/>
        </a:solidFill>
        <a:effectLst/>
      </p:bgPr>
    </p:bg>
    <p:spTree>
      <p:nvGrpSpPr>
        <p:cNvPr id="1" name="">
          <a:extLst>
            <a:ext uri="{FF2B5EF4-FFF2-40B4-BE49-F238E27FC236}">
              <a16:creationId xmlns:a16="http://schemas.microsoft.com/office/drawing/2014/main" id="{3D333C5D-663C-53CC-AD88-2CE37DD0E7BA}"/>
            </a:ext>
          </a:extLst>
        </p:cNvPr>
        <p:cNvGrpSpPr/>
        <p:nvPr/>
      </p:nvGrpSpPr>
      <p:grpSpPr>
        <a:xfrm>
          <a:off x="0" y="0"/>
          <a:ext cx="0" cy="0"/>
          <a:chOff x="0" y="0"/>
          <a:chExt cx="0" cy="0"/>
        </a:xfrm>
      </p:grpSpPr>
      <p:sp>
        <p:nvSpPr>
          <p:cNvPr id="2" name="Shape 0">
            <a:extLst>
              <a:ext uri="{FF2B5EF4-FFF2-40B4-BE49-F238E27FC236}">
                <a16:creationId xmlns:a16="http://schemas.microsoft.com/office/drawing/2014/main" id="{F2369383-5456-8DA6-3D37-758E9C0C5820}"/>
              </a:ext>
            </a:extLst>
          </p:cNvPr>
          <p:cNvSpPr/>
          <p:nvPr/>
        </p:nvSpPr>
        <p:spPr>
          <a:xfrm>
            <a:off x="0" y="0"/>
            <a:ext cx="9144000" cy="38405"/>
          </a:xfrm>
          <a:prstGeom prst="rect">
            <a:avLst/>
          </a:prstGeom>
          <a:solidFill>
            <a:srgbClr val="EB6C01"/>
          </a:solidFill>
          <a:ln w="12700">
            <a:solidFill>
              <a:srgbClr val="EB6C01"/>
            </a:solidFill>
            <a:prstDash val="solid"/>
          </a:ln>
        </p:spPr>
        <p:txBody>
          <a:bodyPr/>
          <a:lstStyle/>
          <a:p>
            <a:endParaRPr lang="es-419" noProof="0" dirty="0"/>
          </a:p>
        </p:txBody>
      </p:sp>
      <p:sp>
        <p:nvSpPr>
          <p:cNvPr id="3" name="Shape 1">
            <a:extLst>
              <a:ext uri="{FF2B5EF4-FFF2-40B4-BE49-F238E27FC236}">
                <a16:creationId xmlns:a16="http://schemas.microsoft.com/office/drawing/2014/main" id="{9AD5B950-31AB-A6FF-7AB8-D59D43D0A1DA}"/>
              </a:ext>
            </a:extLst>
          </p:cNvPr>
          <p:cNvSpPr/>
          <p:nvPr/>
        </p:nvSpPr>
        <p:spPr>
          <a:xfrm>
            <a:off x="0" y="38405"/>
            <a:ext cx="9144000" cy="667512"/>
          </a:xfrm>
          <a:prstGeom prst="rect">
            <a:avLst/>
          </a:prstGeom>
          <a:solidFill>
            <a:srgbClr val="1A3464"/>
          </a:solidFill>
          <a:ln w="12700">
            <a:solidFill>
              <a:srgbClr val="1A3464"/>
            </a:solidFill>
            <a:prstDash val="solid"/>
          </a:ln>
        </p:spPr>
        <p:txBody>
          <a:bodyPr/>
          <a:lstStyle/>
          <a:p>
            <a:endParaRPr lang="es-419" noProof="0" dirty="0"/>
          </a:p>
        </p:txBody>
      </p:sp>
      <p:sp>
        <p:nvSpPr>
          <p:cNvPr id="4" name="Shape 2">
            <a:extLst>
              <a:ext uri="{FF2B5EF4-FFF2-40B4-BE49-F238E27FC236}">
                <a16:creationId xmlns:a16="http://schemas.microsoft.com/office/drawing/2014/main" id="{59820FF5-77D4-EEBE-FD2D-073F796959C5}"/>
              </a:ext>
            </a:extLst>
          </p:cNvPr>
          <p:cNvSpPr/>
          <p:nvPr/>
        </p:nvSpPr>
        <p:spPr>
          <a:xfrm>
            <a:off x="384048" y="117043"/>
            <a:ext cx="685800" cy="237744"/>
          </a:xfrm>
          <a:prstGeom prst="rect">
            <a:avLst/>
          </a:prstGeom>
          <a:solidFill>
            <a:srgbClr val="EB6C01"/>
          </a:solidFill>
          <a:ln w="12700">
            <a:solidFill>
              <a:srgbClr val="EB6C01"/>
            </a:solidFill>
            <a:prstDash val="solid"/>
          </a:ln>
        </p:spPr>
        <p:txBody>
          <a:bodyPr/>
          <a:lstStyle/>
          <a:p>
            <a:endParaRPr lang="es-419" noProof="0" dirty="0"/>
          </a:p>
        </p:txBody>
      </p:sp>
      <p:sp>
        <p:nvSpPr>
          <p:cNvPr id="5" name="Text 3">
            <a:extLst>
              <a:ext uri="{FF2B5EF4-FFF2-40B4-BE49-F238E27FC236}">
                <a16:creationId xmlns:a16="http://schemas.microsoft.com/office/drawing/2014/main" id="{03A20356-5A75-9825-F871-373559C85445}"/>
              </a:ext>
            </a:extLst>
          </p:cNvPr>
          <p:cNvSpPr/>
          <p:nvPr/>
        </p:nvSpPr>
        <p:spPr>
          <a:xfrm>
            <a:off x="384048" y="117043"/>
            <a:ext cx="685800" cy="237744"/>
          </a:xfrm>
          <a:prstGeom prst="rect">
            <a:avLst/>
          </a:prstGeom>
          <a:noFill/>
          <a:ln/>
        </p:spPr>
        <p:txBody>
          <a:bodyPr wrap="square" lIns="0" tIns="0" rIns="0" bIns="0" rtlCol="0" anchor="ctr"/>
          <a:lstStyle/>
          <a:p>
            <a:pPr marL="0" indent="0" algn="ctr">
              <a:buNone/>
            </a:pPr>
            <a:r>
              <a:rPr lang="es-419" sz="650" b="1" kern="0" spc="150" noProof="0" dirty="0">
                <a:solidFill>
                  <a:srgbClr val="FFFFFF"/>
                </a:solidFill>
                <a:latin typeface="Montserrat" pitchFamily="34" charset="0"/>
                <a:ea typeface="Montserrat" pitchFamily="34" charset="-122"/>
                <a:cs typeface="Montserrat" pitchFamily="34" charset="-120"/>
              </a:rPr>
              <a:t>T. MÉXICO</a:t>
            </a:r>
            <a:endParaRPr lang="es-419" sz="650" noProof="0" dirty="0"/>
          </a:p>
        </p:txBody>
      </p:sp>
      <p:sp>
        <p:nvSpPr>
          <p:cNvPr id="6" name="Text 4">
            <a:extLst>
              <a:ext uri="{FF2B5EF4-FFF2-40B4-BE49-F238E27FC236}">
                <a16:creationId xmlns:a16="http://schemas.microsoft.com/office/drawing/2014/main" id="{5DC8C58D-61BD-ED9F-C6C9-D6B1C2302DDE}"/>
              </a:ext>
            </a:extLst>
          </p:cNvPr>
          <p:cNvSpPr/>
          <p:nvPr/>
        </p:nvSpPr>
        <p:spPr>
          <a:xfrm>
            <a:off x="1170432" y="91440"/>
            <a:ext cx="5029200" cy="402336"/>
          </a:xfrm>
          <a:prstGeom prst="rect">
            <a:avLst/>
          </a:prstGeom>
          <a:noFill/>
          <a:ln/>
        </p:spPr>
        <p:txBody>
          <a:bodyPr wrap="square" lIns="0" tIns="0" rIns="0" bIns="0" rtlCol="0" anchor="ctr"/>
          <a:lstStyle/>
          <a:p>
            <a:pPr marL="0" indent="0">
              <a:buNone/>
            </a:pPr>
            <a:r>
              <a:rPr lang="es-419" sz="2000" b="1" noProof="0" dirty="0">
                <a:solidFill>
                  <a:srgbClr val="FFFFFF"/>
                </a:solidFill>
                <a:latin typeface="Montserrat" pitchFamily="34" charset="0"/>
                <a:ea typeface="Montserrat" pitchFamily="34" charset="-122"/>
                <a:cs typeface="Montserrat" pitchFamily="34" charset="-120"/>
              </a:rPr>
              <a:t>MA PUEBLA </a:t>
            </a:r>
            <a:endParaRPr lang="es-419" sz="2000" noProof="0" dirty="0"/>
          </a:p>
        </p:txBody>
      </p:sp>
      <p:sp>
        <p:nvSpPr>
          <p:cNvPr id="7" name="Text 5">
            <a:extLst>
              <a:ext uri="{FF2B5EF4-FFF2-40B4-BE49-F238E27FC236}">
                <a16:creationId xmlns:a16="http://schemas.microsoft.com/office/drawing/2014/main" id="{D7C75131-DBA6-8185-6A96-BC841FE5CD3A}"/>
              </a:ext>
            </a:extLst>
          </p:cNvPr>
          <p:cNvSpPr/>
          <p:nvPr/>
        </p:nvSpPr>
        <p:spPr>
          <a:xfrm>
            <a:off x="1170432" y="475488"/>
            <a:ext cx="3200400" cy="182880"/>
          </a:xfrm>
          <a:prstGeom prst="rect">
            <a:avLst/>
          </a:prstGeom>
          <a:noFill/>
          <a:ln/>
        </p:spPr>
        <p:txBody>
          <a:bodyPr wrap="square" lIns="0" tIns="0" rIns="0" bIns="0" rtlCol="0" anchor="ctr"/>
          <a:lstStyle/>
          <a:p>
            <a:pPr marL="0" indent="0">
              <a:buNone/>
            </a:pPr>
            <a:r>
              <a:rPr lang="es-419" sz="950" noProof="0" dirty="0">
                <a:solidFill>
                  <a:srgbClr val="8FAECB"/>
                </a:solidFill>
                <a:latin typeface="Montserrat" pitchFamily="34" charset="0"/>
              </a:rPr>
              <a:t>Puebla </a:t>
            </a:r>
            <a:endParaRPr lang="es-419" sz="950" noProof="0" dirty="0"/>
          </a:p>
        </p:txBody>
      </p:sp>
      <p:sp>
        <p:nvSpPr>
          <p:cNvPr id="8" name="Text 6">
            <a:extLst>
              <a:ext uri="{FF2B5EF4-FFF2-40B4-BE49-F238E27FC236}">
                <a16:creationId xmlns:a16="http://schemas.microsoft.com/office/drawing/2014/main" id="{A37C1B1D-1789-725F-AAEC-1BF1C41992F9}"/>
              </a:ext>
            </a:extLst>
          </p:cNvPr>
          <p:cNvSpPr/>
          <p:nvPr/>
        </p:nvSpPr>
        <p:spPr>
          <a:xfrm>
            <a:off x="7132320" y="246888"/>
            <a:ext cx="1828800" cy="182880"/>
          </a:xfrm>
          <a:prstGeom prst="rect">
            <a:avLst/>
          </a:prstGeom>
          <a:noFill/>
          <a:ln/>
        </p:spPr>
        <p:txBody>
          <a:bodyPr wrap="square" lIns="0" tIns="0" rIns="0" bIns="0" rtlCol="0" anchor="ctr"/>
          <a:lstStyle/>
          <a:p>
            <a:pPr marL="0" indent="0" algn="r">
              <a:buNone/>
            </a:pPr>
            <a:r>
              <a:rPr lang="es-419" sz="700" b="1" kern="0" spc="150" noProof="0" dirty="0">
                <a:solidFill>
                  <a:srgbClr val="EB6C01"/>
                </a:solidFill>
                <a:latin typeface="Montserrat" pitchFamily="34" charset="0"/>
                <a:ea typeface="Montserrat" pitchFamily="34" charset="-122"/>
                <a:cs typeface="Montserrat" pitchFamily="34" charset="-120"/>
              </a:rPr>
              <a:t>SEMANA 18  ·  2025</a:t>
            </a:r>
            <a:endParaRPr lang="es-419" sz="700" noProof="0" dirty="0"/>
          </a:p>
        </p:txBody>
      </p:sp>
      <p:sp>
        <p:nvSpPr>
          <p:cNvPr id="9" name="Shape 7">
            <a:extLst>
              <a:ext uri="{FF2B5EF4-FFF2-40B4-BE49-F238E27FC236}">
                <a16:creationId xmlns:a16="http://schemas.microsoft.com/office/drawing/2014/main" id="{091F5E96-F3C3-6D6C-DC77-757F5F15B718}"/>
              </a:ext>
            </a:extLst>
          </p:cNvPr>
          <p:cNvSpPr/>
          <p:nvPr/>
        </p:nvSpPr>
        <p:spPr>
          <a:xfrm>
            <a:off x="0" y="705917"/>
            <a:ext cx="2779776" cy="4163263"/>
          </a:xfrm>
          <a:prstGeom prst="rect">
            <a:avLst/>
          </a:prstGeom>
          <a:solidFill>
            <a:srgbClr val="FFFFFF"/>
          </a:solidFill>
          <a:ln w="12700">
            <a:solidFill>
              <a:srgbClr val="D4E4F2"/>
            </a:solidFill>
            <a:prstDash val="solid"/>
          </a:ln>
        </p:spPr>
        <p:txBody>
          <a:bodyPr/>
          <a:lstStyle/>
          <a:p>
            <a:endParaRPr lang="es-419" noProof="0" dirty="0"/>
          </a:p>
        </p:txBody>
      </p:sp>
      <p:sp>
        <p:nvSpPr>
          <p:cNvPr id="10" name="Text 8">
            <a:extLst>
              <a:ext uri="{FF2B5EF4-FFF2-40B4-BE49-F238E27FC236}">
                <a16:creationId xmlns:a16="http://schemas.microsoft.com/office/drawing/2014/main" id="{3C7F897F-08B3-16A9-67D1-88063BE68637}"/>
              </a:ext>
            </a:extLst>
          </p:cNvPr>
          <p:cNvSpPr/>
          <p:nvPr/>
        </p:nvSpPr>
        <p:spPr>
          <a:xfrm>
            <a:off x="118872" y="768096"/>
            <a:ext cx="2468880" cy="146304"/>
          </a:xfrm>
          <a:prstGeom prst="rect">
            <a:avLst/>
          </a:prstGeom>
          <a:noFill/>
          <a:ln/>
        </p:spPr>
        <p:txBody>
          <a:bodyPr wrap="square" lIns="0" tIns="0" rIns="0" bIns="0" rtlCol="0" anchor="ctr"/>
          <a:lstStyle/>
          <a:p>
            <a:pPr marL="0" indent="0">
              <a:buNone/>
            </a:pPr>
            <a:r>
              <a:rPr lang="es-419" sz="650" b="1" kern="0" spc="250" noProof="0" dirty="0">
                <a:solidFill>
                  <a:srgbClr val="8FAECB"/>
                </a:solidFill>
                <a:latin typeface="Montserrat" pitchFamily="34" charset="0"/>
                <a:ea typeface="Montserrat" pitchFamily="34" charset="-122"/>
                <a:cs typeface="Montserrat" pitchFamily="34" charset="-120"/>
              </a:rPr>
              <a:t>UBICACIÓN EN MÉXICO</a:t>
            </a:r>
            <a:endParaRPr lang="es-419" sz="650" noProof="0" dirty="0"/>
          </a:p>
        </p:txBody>
      </p:sp>
      <p:sp>
        <p:nvSpPr>
          <p:cNvPr id="12" name="Text 9">
            <a:extLst>
              <a:ext uri="{FF2B5EF4-FFF2-40B4-BE49-F238E27FC236}">
                <a16:creationId xmlns:a16="http://schemas.microsoft.com/office/drawing/2014/main" id="{1581A765-9289-78F5-9139-B60EFFB36E00}"/>
              </a:ext>
            </a:extLst>
          </p:cNvPr>
          <p:cNvSpPr/>
          <p:nvPr/>
        </p:nvSpPr>
        <p:spPr>
          <a:xfrm>
            <a:off x="73152" y="2944368"/>
            <a:ext cx="2633472" cy="182880"/>
          </a:xfrm>
          <a:prstGeom prst="rect">
            <a:avLst/>
          </a:prstGeom>
          <a:noFill/>
          <a:ln/>
        </p:spPr>
        <p:txBody>
          <a:bodyPr wrap="square" lIns="0" tIns="0" rIns="0" bIns="0" rtlCol="0" anchor="ctr"/>
          <a:lstStyle/>
          <a:p>
            <a:pPr marL="0" indent="0" algn="ctr">
              <a:buNone/>
            </a:pPr>
            <a:r>
              <a:rPr lang="es-419" sz="750" b="1" kern="0" spc="200" noProof="0" dirty="0">
                <a:solidFill>
                  <a:srgbClr val="EB6C01"/>
                </a:solidFill>
                <a:latin typeface="Montserrat" pitchFamily="34" charset="0"/>
              </a:rPr>
              <a:t>PUEBLA </a:t>
            </a:r>
            <a:endParaRPr lang="es-419" sz="750" noProof="0" dirty="0"/>
          </a:p>
        </p:txBody>
      </p:sp>
      <p:sp>
        <p:nvSpPr>
          <p:cNvPr id="13" name="Text 10">
            <a:extLst>
              <a:ext uri="{FF2B5EF4-FFF2-40B4-BE49-F238E27FC236}">
                <a16:creationId xmlns:a16="http://schemas.microsoft.com/office/drawing/2014/main" id="{7FEDD663-5163-4663-B8C6-C00076D1E076}"/>
              </a:ext>
            </a:extLst>
          </p:cNvPr>
          <p:cNvSpPr/>
          <p:nvPr/>
        </p:nvSpPr>
        <p:spPr>
          <a:xfrm>
            <a:off x="2944368" y="859536"/>
            <a:ext cx="1353312" cy="164592"/>
          </a:xfrm>
          <a:prstGeom prst="rect">
            <a:avLst/>
          </a:prstGeom>
          <a:noFill/>
          <a:ln/>
        </p:spPr>
        <p:txBody>
          <a:bodyPr wrap="square" lIns="0" tIns="0" rIns="0" bIns="0" rtlCol="0" anchor="ctr"/>
          <a:lstStyle/>
          <a:p>
            <a:pPr marL="0" indent="0">
              <a:buNone/>
            </a:pPr>
            <a:r>
              <a:rPr lang="es-419" sz="650" b="1" kern="0" spc="250" noProof="0" dirty="0">
                <a:solidFill>
                  <a:srgbClr val="EB6C01"/>
                </a:solidFill>
                <a:latin typeface="Montserrat" pitchFamily="34" charset="0"/>
                <a:ea typeface="Montserrat" pitchFamily="34" charset="-122"/>
                <a:cs typeface="Montserrat" pitchFamily="34" charset="-120"/>
              </a:rPr>
              <a:t>PROYECTO ACTIVO</a:t>
            </a:r>
            <a:endParaRPr lang="es-419" sz="650" noProof="0" dirty="0"/>
          </a:p>
        </p:txBody>
      </p:sp>
      <p:sp>
        <p:nvSpPr>
          <p:cNvPr id="14" name="Shape 11">
            <a:extLst>
              <a:ext uri="{FF2B5EF4-FFF2-40B4-BE49-F238E27FC236}">
                <a16:creationId xmlns:a16="http://schemas.microsoft.com/office/drawing/2014/main" id="{1C1DAAC4-1CAA-4285-D9D0-6003BA9378E5}"/>
              </a:ext>
            </a:extLst>
          </p:cNvPr>
          <p:cNvSpPr/>
          <p:nvPr/>
        </p:nvSpPr>
        <p:spPr>
          <a:xfrm>
            <a:off x="2944368" y="1024128"/>
            <a:ext cx="987552" cy="16459"/>
          </a:xfrm>
          <a:prstGeom prst="rect">
            <a:avLst/>
          </a:prstGeom>
          <a:solidFill>
            <a:srgbClr val="EB6C01"/>
          </a:solidFill>
          <a:ln w="12700">
            <a:solidFill>
              <a:srgbClr val="EB6C01"/>
            </a:solidFill>
            <a:prstDash val="solid"/>
          </a:ln>
        </p:spPr>
        <p:txBody>
          <a:bodyPr/>
          <a:lstStyle/>
          <a:p>
            <a:endParaRPr lang="es-419" noProof="0" dirty="0"/>
          </a:p>
        </p:txBody>
      </p:sp>
      <p:sp>
        <p:nvSpPr>
          <p:cNvPr id="15" name="Shape 12">
            <a:extLst>
              <a:ext uri="{FF2B5EF4-FFF2-40B4-BE49-F238E27FC236}">
                <a16:creationId xmlns:a16="http://schemas.microsoft.com/office/drawing/2014/main" id="{2B903CA5-24C6-4B91-85C0-09D12FC7FD1F}"/>
              </a:ext>
            </a:extLst>
          </p:cNvPr>
          <p:cNvSpPr/>
          <p:nvPr/>
        </p:nvSpPr>
        <p:spPr>
          <a:xfrm>
            <a:off x="2944368" y="1115568"/>
            <a:ext cx="6035040" cy="603504"/>
          </a:xfrm>
          <a:prstGeom prst="rect">
            <a:avLst/>
          </a:prstGeom>
          <a:solidFill>
            <a:srgbClr val="E5EFF8"/>
          </a:solidFill>
          <a:ln w="12700">
            <a:solidFill>
              <a:srgbClr val="A8C0D8"/>
            </a:solidFill>
            <a:prstDash val="solid"/>
          </a:ln>
        </p:spPr>
        <p:txBody>
          <a:bodyPr/>
          <a:lstStyle/>
          <a:p>
            <a:endParaRPr lang="es-419" noProof="0" dirty="0"/>
          </a:p>
        </p:txBody>
      </p:sp>
      <p:sp>
        <p:nvSpPr>
          <p:cNvPr id="16" name="Text 13">
            <a:extLst>
              <a:ext uri="{FF2B5EF4-FFF2-40B4-BE49-F238E27FC236}">
                <a16:creationId xmlns:a16="http://schemas.microsoft.com/office/drawing/2014/main" id="{537F47C2-253A-FD86-AFB6-958861B861BC}"/>
              </a:ext>
            </a:extLst>
          </p:cNvPr>
          <p:cNvSpPr/>
          <p:nvPr/>
        </p:nvSpPr>
        <p:spPr>
          <a:xfrm>
            <a:off x="3054096" y="1170432"/>
            <a:ext cx="5815584" cy="493776"/>
          </a:xfrm>
          <a:prstGeom prst="rect">
            <a:avLst/>
          </a:prstGeom>
          <a:noFill/>
          <a:ln/>
        </p:spPr>
        <p:txBody>
          <a:bodyPr wrap="square" lIns="0" tIns="0" rIns="0" bIns="0" rtlCol="0" anchor="ctr"/>
          <a:lstStyle/>
          <a:p>
            <a:pPr marL="0" indent="0">
              <a:buNone/>
            </a:pPr>
            <a:r>
              <a:rPr lang="es-419" sz="1500" b="1" noProof="0" dirty="0">
                <a:solidFill>
                  <a:srgbClr val="9BB5CC"/>
                </a:solidFill>
                <a:latin typeface="Montserrat" pitchFamily="34" charset="0"/>
                <a:ea typeface="Montserrat" pitchFamily="34" charset="-122"/>
                <a:cs typeface="Montserrat" pitchFamily="34" charset="-120"/>
              </a:rPr>
              <a:t>[Nombre del Proyecto / Actividad]</a:t>
            </a:r>
            <a:endParaRPr lang="es-419" sz="1500" noProof="0" dirty="0"/>
          </a:p>
        </p:txBody>
      </p:sp>
      <p:sp>
        <p:nvSpPr>
          <p:cNvPr id="17" name="Shape 14">
            <a:extLst>
              <a:ext uri="{FF2B5EF4-FFF2-40B4-BE49-F238E27FC236}">
                <a16:creationId xmlns:a16="http://schemas.microsoft.com/office/drawing/2014/main" id="{60A9627F-BB9C-A258-C2B4-7A1AC804EFD5}"/>
              </a:ext>
            </a:extLst>
          </p:cNvPr>
          <p:cNvSpPr/>
          <p:nvPr/>
        </p:nvSpPr>
        <p:spPr>
          <a:xfrm>
            <a:off x="2944368" y="1837944"/>
            <a:ext cx="91440" cy="91440"/>
          </a:xfrm>
          <a:prstGeom prst="ellipse">
            <a:avLst/>
          </a:prstGeom>
          <a:solidFill>
            <a:srgbClr val="A8C0D8"/>
          </a:solidFill>
          <a:ln w="12700">
            <a:solidFill>
              <a:srgbClr val="A8C0D8"/>
            </a:solidFill>
            <a:prstDash val="solid"/>
          </a:ln>
        </p:spPr>
        <p:txBody>
          <a:bodyPr/>
          <a:lstStyle/>
          <a:p>
            <a:endParaRPr lang="es-419" noProof="0" dirty="0"/>
          </a:p>
        </p:txBody>
      </p:sp>
      <p:sp>
        <p:nvSpPr>
          <p:cNvPr id="18" name="Text 15">
            <a:extLst>
              <a:ext uri="{FF2B5EF4-FFF2-40B4-BE49-F238E27FC236}">
                <a16:creationId xmlns:a16="http://schemas.microsoft.com/office/drawing/2014/main" id="{A04FAD75-1F23-B444-A623-B9061497D915}"/>
              </a:ext>
            </a:extLst>
          </p:cNvPr>
          <p:cNvSpPr/>
          <p:nvPr/>
        </p:nvSpPr>
        <p:spPr>
          <a:xfrm>
            <a:off x="3099816" y="1819656"/>
            <a:ext cx="2743200" cy="137160"/>
          </a:xfrm>
          <a:prstGeom prst="rect">
            <a:avLst/>
          </a:prstGeom>
          <a:noFill/>
          <a:ln/>
        </p:spPr>
        <p:txBody>
          <a:bodyPr wrap="square" lIns="0" tIns="0" rIns="0" bIns="0" rtlCol="0" anchor="ctr"/>
          <a:lstStyle/>
          <a:p>
            <a:pPr marL="0" indent="0">
              <a:buNone/>
            </a:pPr>
            <a:r>
              <a:rPr lang="es-419" sz="850" b="1" kern="0" spc="100" noProof="0" dirty="0">
                <a:solidFill>
                  <a:srgbClr val="A8C0D8"/>
                </a:solidFill>
                <a:latin typeface="Montserrat" pitchFamily="34" charset="0"/>
                <a:ea typeface="Montserrat" pitchFamily="34" charset="-122"/>
                <a:cs typeface="Montserrat" pitchFamily="34" charset="-120"/>
              </a:rPr>
              <a:t>[ESTADO DEL PROYECTO]</a:t>
            </a:r>
            <a:endParaRPr lang="es-419" sz="850" noProof="0" dirty="0"/>
          </a:p>
        </p:txBody>
      </p:sp>
      <p:sp>
        <p:nvSpPr>
          <p:cNvPr id="19" name="Shape 16">
            <a:extLst>
              <a:ext uri="{FF2B5EF4-FFF2-40B4-BE49-F238E27FC236}">
                <a16:creationId xmlns:a16="http://schemas.microsoft.com/office/drawing/2014/main" id="{8368FDC2-FB1D-6B9C-3B7F-8BA793DD83E4}"/>
              </a:ext>
            </a:extLst>
          </p:cNvPr>
          <p:cNvSpPr/>
          <p:nvPr/>
        </p:nvSpPr>
        <p:spPr>
          <a:xfrm>
            <a:off x="2944368" y="2057400"/>
            <a:ext cx="25603" cy="658368"/>
          </a:xfrm>
          <a:prstGeom prst="rect">
            <a:avLst/>
          </a:prstGeom>
          <a:solidFill>
            <a:srgbClr val="A8C0D8"/>
          </a:solidFill>
          <a:ln w="12700">
            <a:solidFill>
              <a:srgbClr val="A8C0D8"/>
            </a:solidFill>
            <a:prstDash val="solid"/>
          </a:ln>
        </p:spPr>
        <p:txBody>
          <a:bodyPr/>
          <a:lstStyle/>
          <a:p>
            <a:endParaRPr lang="es-419" noProof="0" dirty="0"/>
          </a:p>
        </p:txBody>
      </p:sp>
      <p:sp>
        <p:nvSpPr>
          <p:cNvPr id="20" name="Text 17">
            <a:extLst>
              <a:ext uri="{FF2B5EF4-FFF2-40B4-BE49-F238E27FC236}">
                <a16:creationId xmlns:a16="http://schemas.microsoft.com/office/drawing/2014/main" id="{6A8EBBD3-65B7-2E16-E102-1CC353A3656B}"/>
              </a:ext>
            </a:extLst>
          </p:cNvPr>
          <p:cNvSpPr/>
          <p:nvPr/>
        </p:nvSpPr>
        <p:spPr>
          <a:xfrm>
            <a:off x="3035808" y="2057400"/>
            <a:ext cx="5925312" cy="658368"/>
          </a:xfrm>
          <a:prstGeom prst="rect">
            <a:avLst/>
          </a:prstGeom>
          <a:noFill/>
          <a:ln/>
        </p:spPr>
        <p:txBody>
          <a:bodyPr wrap="square" rtlCol="0" anchor="ctr"/>
          <a:lstStyle/>
          <a:p>
            <a:pPr marL="0" indent="0">
              <a:buNone/>
            </a:pPr>
            <a:r>
              <a:rPr lang="es-419" sz="950" i="1" noProof="0" dirty="0">
                <a:solidFill>
                  <a:srgbClr val="A8BDD0"/>
                </a:solidFill>
                <a:latin typeface="Montserrat" pitchFamily="34" charset="0"/>
                <a:ea typeface="Montserrat" pitchFamily="34" charset="-122"/>
                <a:cs typeface="Montserrat" pitchFamily="34" charset="-120"/>
              </a:rPr>
              <a:t>Describa aquí el avance semanal, actividades realizadas,</a:t>
            </a:r>
            <a:endParaRPr lang="es-419" sz="950" noProof="0" dirty="0"/>
          </a:p>
          <a:p>
            <a:pPr marL="0" indent="0">
              <a:buNone/>
            </a:pPr>
            <a:r>
              <a:rPr lang="es-419" sz="950" i="1" noProof="0" dirty="0">
                <a:solidFill>
                  <a:srgbClr val="A8BDD0"/>
                </a:solidFill>
                <a:latin typeface="Montserrat" pitchFamily="34" charset="0"/>
                <a:ea typeface="Montserrat" pitchFamily="34" charset="-122"/>
                <a:cs typeface="Montserrat" pitchFamily="34" charset="-120"/>
              </a:rPr>
              <a:t>pagos, documentación o incidencias del proyecto.</a:t>
            </a:r>
            <a:endParaRPr lang="es-419" sz="950" noProof="0" dirty="0"/>
          </a:p>
        </p:txBody>
      </p:sp>
      <p:sp>
        <p:nvSpPr>
          <p:cNvPr id="21" name="Text 18">
            <a:extLst>
              <a:ext uri="{FF2B5EF4-FFF2-40B4-BE49-F238E27FC236}">
                <a16:creationId xmlns:a16="http://schemas.microsoft.com/office/drawing/2014/main" id="{AC23954F-98A6-3FC6-2084-CE376654D4F5}"/>
              </a:ext>
            </a:extLst>
          </p:cNvPr>
          <p:cNvSpPr/>
          <p:nvPr/>
        </p:nvSpPr>
        <p:spPr>
          <a:xfrm>
            <a:off x="2944368" y="2834640"/>
            <a:ext cx="1828800" cy="164592"/>
          </a:xfrm>
          <a:prstGeom prst="rect">
            <a:avLst/>
          </a:prstGeom>
          <a:noFill/>
          <a:ln/>
        </p:spPr>
        <p:txBody>
          <a:bodyPr wrap="square" lIns="0" tIns="0" rIns="0" bIns="0" rtlCol="0" anchor="ctr"/>
          <a:lstStyle/>
          <a:p>
            <a:pPr marL="0" indent="0">
              <a:buNone/>
            </a:pPr>
            <a:r>
              <a:rPr lang="es-419" sz="650" b="1" kern="0" spc="250" noProof="0" dirty="0">
                <a:solidFill>
                  <a:srgbClr val="EB6C01"/>
                </a:solidFill>
                <a:latin typeface="Montserrat" pitchFamily="34" charset="0"/>
                <a:ea typeface="Montserrat" pitchFamily="34" charset="-122"/>
                <a:cs typeface="Montserrat" pitchFamily="34" charset="-120"/>
              </a:rPr>
              <a:t>FOTOGRAFÍAS DE AVANCE</a:t>
            </a:r>
            <a:endParaRPr lang="es-419" sz="650" noProof="0" dirty="0"/>
          </a:p>
        </p:txBody>
      </p:sp>
      <p:sp>
        <p:nvSpPr>
          <p:cNvPr id="22" name="Shape 19">
            <a:extLst>
              <a:ext uri="{FF2B5EF4-FFF2-40B4-BE49-F238E27FC236}">
                <a16:creationId xmlns:a16="http://schemas.microsoft.com/office/drawing/2014/main" id="{330BE5C4-FE5F-0C39-7005-21546DD164FD}"/>
              </a:ext>
            </a:extLst>
          </p:cNvPr>
          <p:cNvSpPr/>
          <p:nvPr/>
        </p:nvSpPr>
        <p:spPr>
          <a:xfrm>
            <a:off x="2944368" y="3008376"/>
            <a:ext cx="1481328" cy="16459"/>
          </a:xfrm>
          <a:prstGeom prst="rect">
            <a:avLst/>
          </a:prstGeom>
          <a:solidFill>
            <a:srgbClr val="EB6C01"/>
          </a:solidFill>
          <a:ln w="12700">
            <a:solidFill>
              <a:srgbClr val="EB6C01"/>
            </a:solidFill>
            <a:prstDash val="solid"/>
          </a:ln>
        </p:spPr>
        <p:txBody>
          <a:bodyPr/>
          <a:lstStyle/>
          <a:p>
            <a:endParaRPr lang="es-419" noProof="0" dirty="0"/>
          </a:p>
        </p:txBody>
      </p:sp>
      <p:sp>
        <p:nvSpPr>
          <p:cNvPr id="23" name="Shape 20">
            <a:extLst>
              <a:ext uri="{FF2B5EF4-FFF2-40B4-BE49-F238E27FC236}">
                <a16:creationId xmlns:a16="http://schemas.microsoft.com/office/drawing/2014/main" id="{18E2E08B-4913-4467-79C8-092C6C9B5BB2}"/>
              </a:ext>
            </a:extLst>
          </p:cNvPr>
          <p:cNvSpPr/>
          <p:nvPr/>
        </p:nvSpPr>
        <p:spPr>
          <a:xfrm>
            <a:off x="2944368"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24" name="Image 1" descr="preencoded.png">
            <a:extLst>
              <a:ext uri="{FF2B5EF4-FFF2-40B4-BE49-F238E27FC236}">
                <a16:creationId xmlns:a16="http://schemas.microsoft.com/office/drawing/2014/main" id="{1FFB9864-5248-53BD-E6CF-4835D24B7BAF}"/>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797808" y="3593592"/>
            <a:ext cx="256032" cy="256032"/>
          </a:xfrm>
          <a:prstGeom prst="rect">
            <a:avLst/>
          </a:prstGeom>
        </p:spPr>
      </p:pic>
      <p:sp>
        <p:nvSpPr>
          <p:cNvPr id="25" name="Text 21">
            <a:extLst>
              <a:ext uri="{FF2B5EF4-FFF2-40B4-BE49-F238E27FC236}">
                <a16:creationId xmlns:a16="http://schemas.microsoft.com/office/drawing/2014/main" id="{38EE9490-F3A9-3676-8345-C3E4BEF161D8}"/>
              </a:ext>
            </a:extLst>
          </p:cNvPr>
          <p:cNvSpPr/>
          <p:nvPr/>
        </p:nvSpPr>
        <p:spPr>
          <a:xfrm>
            <a:off x="2944368"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26" name="Shape 22">
            <a:extLst>
              <a:ext uri="{FF2B5EF4-FFF2-40B4-BE49-F238E27FC236}">
                <a16:creationId xmlns:a16="http://schemas.microsoft.com/office/drawing/2014/main" id="{BA731B5A-650C-2500-1DB6-2D0728297FFB}"/>
              </a:ext>
            </a:extLst>
          </p:cNvPr>
          <p:cNvSpPr/>
          <p:nvPr/>
        </p:nvSpPr>
        <p:spPr>
          <a:xfrm>
            <a:off x="4980432"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27" name="Image 2" descr="preencoded.png">
            <a:extLst>
              <a:ext uri="{FF2B5EF4-FFF2-40B4-BE49-F238E27FC236}">
                <a16:creationId xmlns:a16="http://schemas.microsoft.com/office/drawing/2014/main" id="{323270CF-DB72-36D3-1A43-0C4B45FBB8C1}"/>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833872" y="3593592"/>
            <a:ext cx="256032" cy="256032"/>
          </a:xfrm>
          <a:prstGeom prst="rect">
            <a:avLst/>
          </a:prstGeom>
        </p:spPr>
      </p:pic>
      <p:sp>
        <p:nvSpPr>
          <p:cNvPr id="28" name="Text 23">
            <a:extLst>
              <a:ext uri="{FF2B5EF4-FFF2-40B4-BE49-F238E27FC236}">
                <a16:creationId xmlns:a16="http://schemas.microsoft.com/office/drawing/2014/main" id="{9057F51A-8BE8-2CFB-62C4-B5EBB58078C2}"/>
              </a:ext>
            </a:extLst>
          </p:cNvPr>
          <p:cNvSpPr/>
          <p:nvPr/>
        </p:nvSpPr>
        <p:spPr>
          <a:xfrm>
            <a:off x="4980432"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29" name="Shape 24">
            <a:extLst>
              <a:ext uri="{FF2B5EF4-FFF2-40B4-BE49-F238E27FC236}">
                <a16:creationId xmlns:a16="http://schemas.microsoft.com/office/drawing/2014/main" id="{8DAA7B83-FDE4-9916-3B4C-4E9B7D5322A7}"/>
              </a:ext>
            </a:extLst>
          </p:cNvPr>
          <p:cNvSpPr/>
          <p:nvPr/>
        </p:nvSpPr>
        <p:spPr>
          <a:xfrm>
            <a:off x="7016496"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30" name="Image 3" descr="preencoded.png">
            <a:extLst>
              <a:ext uri="{FF2B5EF4-FFF2-40B4-BE49-F238E27FC236}">
                <a16:creationId xmlns:a16="http://schemas.microsoft.com/office/drawing/2014/main" id="{1DC76C44-18A8-F38C-9A4D-9EB9FE87710A}"/>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7869936" y="3593592"/>
            <a:ext cx="256032" cy="256032"/>
          </a:xfrm>
          <a:prstGeom prst="rect">
            <a:avLst/>
          </a:prstGeom>
        </p:spPr>
      </p:pic>
      <p:sp>
        <p:nvSpPr>
          <p:cNvPr id="31" name="Text 25">
            <a:extLst>
              <a:ext uri="{FF2B5EF4-FFF2-40B4-BE49-F238E27FC236}">
                <a16:creationId xmlns:a16="http://schemas.microsoft.com/office/drawing/2014/main" id="{4316CB50-BDFC-8E30-50B1-9E363D3370BE}"/>
              </a:ext>
            </a:extLst>
          </p:cNvPr>
          <p:cNvSpPr/>
          <p:nvPr/>
        </p:nvSpPr>
        <p:spPr>
          <a:xfrm>
            <a:off x="7016496"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32" name="Shape 26">
            <a:extLst>
              <a:ext uri="{FF2B5EF4-FFF2-40B4-BE49-F238E27FC236}">
                <a16:creationId xmlns:a16="http://schemas.microsoft.com/office/drawing/2014/main" id="{19F2C32E-A619-A94F-EA43-F0632772FD35}"/>
              </a:ext>
            </a:extLst>
          </p:cNvPr>
          <p:cNvSpPr/>
          <p:nvPr/>
        </p:nvSpPr>
        <p:spPr>
          <a:xfrm>
            <a:off x="0" y="4873752"/>
            <a:ext cx="9144000" cy="269748"/>
          </a:xfrm>
          <a:prstGeom prst="rect">
            <a:avLst/>
          </a:prstGeom>
          <a:solidFill>
            <a:srgbClr val="1A3464"/>
          </a:solidFill>
          <a:ln w="12700">
            <a:solidFill>
              <a:srgbClr val="1A3464"/>
            </a:solidFill>
            <a:prstDash val="solid"/>
          </a:ln>
        </p:spPr>
        <p:txBody>
          <a:bodyPr/>
          <a:lstStyle/>
          <a:p>
            <a:endParaRPr lang="es-419" noProof="0" dirty="0"/>
          </a:p>
        </p:txBody>
      </p:sp>
      <p:sp>
        <p:nvSpPr>
          <p:cNvPr id="33" name="Text 27">
            <a:extLst>
              <a:ext uri="{FF2B5EF4-FFF2-40B4-BE49-F238E27FC236}">
                <a16:creationId xmlns:a16="http://schemas.microsoft.com/office/drawing/2014/main" id="{92D3715D-170B-33BC-001B-A05461F90162}"/>
              </a:ext>
            </a:extLst>
          </p:cNvPr>
          <p:cNvSpPr/>
          <p:nvPr/>
        </p:nvSpPr>
        <p:spPr>
          <a:xfrm>
            <a:off x="384048" y="4901184"/>
            <a:ext cx="5029200" cy="182880"/>
          </a:xfrm>
          <a:prstGeom prst="rect">
            <a:avLst/>
          </a:prstGeom>
          <a:noFill/>
          <a:ln/>
        </p:spPr>
        <p:txBody>
          <a:bodyPr wrap="square" lIns="0" tIns="0" rIns="0" bIns="0" rtlCol="0" anchor="ctr"/>
          <a:lstStyle/>
          <a:p>
            <a:pPr marL="0" indent="0">
              <a:buNone/>
            </a:pPr>
            <a:r>
              <a:rPr lang="es-419" sz="700" kern="0" spc="150" noProof="0" dirty="0">
                <a:solidFill>
                  <a:srgbClr val="8FAECB"/>
                </a:solidFill>
                <a:latin typeface="Montserrat" pitchFamily="34" charset="0"/>
                <a:ea typeface="Montserrat" pitchFamily="34" charset="-122"/>
                <a:cs typeface="Montserrat" pitchFamily="34" charset="-120"/>
              </a:rPr>
              <a:t>COORDINACIÓN DE OBRAS Y MANTENIMIENTO RCMA</a:t>
            </a:r>
            <a:endParaRPr lang="es-419" sz="700" noProof="0" dirty="0"/>
          </a:p>
        </p:txBody>
      </p:sp>
      <p:sp>
        <p:nvSpPr>
          <p:cNvPr id="34" name="Shape 28">
            <a:extLst>
              <a:ext uri="{FF2B5EF4-FFF2-40B4-BE49-F238E27FC236}">
                <a16:creationId xmlns:a16="http://schemas.microsoft.com/office/drawing/2014/main" id="{7A117469-E7A3-A057-FDD6-7BF16BA4663D}"/>
              </a:ext>
            </a:extLst>
          </p:cNvPr>
          <p:cNvSpPr/>
          <p:nvPr/>
        </p:nvSpPr>
        <p:spPr>
          <a:xfrm>
            <a:off x="5559552" y="4974336"/>
            <a:ext cx="5486" cy="100584"/>
          </a:xfrm>
          <a:prstGeom prst="rect">
            <a:avLst/>
          </a:prstGeom>
          <a:solidFill>
            <a:srgbClr val="8FAECB"/>
          </a:solidFill>
          <a:ln w="12700">
            <a:solidFill>
              <a:srgbClr val="8FAECB"/>
            </a:solidFill>
            <a:prstDash val="solid"/>
          </a:ln>
        </p:spPr>
        <p:txBody>
          <a:bodyPr/>
          <a:lstStyle/>
          <a:p>
            <a:endParaRPr lang="es-419" noProof="0" dirty="0"/>
          </a:p>
        </p:txBody>
      </p:sp>
      <p:sp>
        <p:nvSpPr>
          <p:cNvPr id="35" name="Text 29">
            <a:extLst>
              <a:ext uri="{FF2B5EF4-FFF2-40B4-BE49-F238E27FC236}">
                <a16:creationId xmlns:a16="http://schemas.microsoft.com/office/drawing/2014/main" id="{ECA3F236-BF24-CF90-EB2B-712ECD2B5941}"/>
              </a:ext>
            </a:extLst>
          </p:cNvPr>
          <p:cNvSpPr/>
          <p:nvPr/>
        </p:nvSpPr>
        <p:spPr>
          <a:xfrm>
            <a:off x="5650992" y="4901184"/>
            <a:ext cx="2286000" cy="182880"/>
          </a:xfrm>
          <a:prstGeom prst="rect">
            <a:avLst/>
          </a:prstGeom>
          <a:noFill/>
          <a:ln/>
        </p:spPr>
        <p:txBody>
          <a:bodyPr wrap="square" lIns="0" tIns="0" rIns="0" bIns="0" rtlCol="0" anchor="ctr"/>
          <a:lstStyle/>
          <a:p>
            <a:pPr marL="0" indent="0">
              <a:buNone/>
            </a:pPr>
            <a:r>
              <a:rPr lang="es-419" sz="700" kern="0" spc="150" noProof="0" dirty="0">
                <a:solidFill>
                  <a:srgbClr val="8FAECB"/>
                </a:solidFill>
                <a:latin typeface="Montserrat" pitchFamily="34" charset="0"/>
                <a:ea typeface="Montserrat" pitchFamily="34" charset="-122"/>
                <a:cs typeface="Montserrat" pitchFamily="34" charset="-120"/>
              </a:rPr>
              <a:t>Mano Amiga</a:t>
            </a:r>
            <a:endParaRPr lang="es-419" sz="700" noProof="0" dirty="0"/>
          </a:p>
        </p:txBody>
      </p:sp>
      <p:sp>
        <p:nvSpPr>
          <p:cNvPr id="43" name="Forma libre: forma 42">
            <a:extLst>
              <a:ext uri="{FF2B5EF4-FFF2-40B4-BE49-F238E27FC236}">
                <a16:creationId xmlns:a16="http://schemas.microsoft.com/office/drawing/2014/main" id="{74B2A58B-B25B-D972-070E-D57A84694257}"/>
              </a:ext>
            </a:extLst>
          </p:cNvPr>
          <p:cNvSpPr/>
          <p:nvPr/>
        </p:nvSpPr>
        <p:spPr>
          <a:xfrm>
            <a:off x="1596105" y="2222074"/>
            <a:ext cx="193086" cy="261624"/>
          </a:xfrm>
          <a:custGeom>
            <a:avLst/>
            <a:gdLst>
              <a:gd name="csX0" fmla="*/ 47363 w 193086"/>
              <a:gd name="csY0" fmla="*/ 258865 h 261624"/>
              <a:gd name="csX1" fmla="*/ 34066 w 193086"/>
              <a:gd name="csY1" fmla="*/ 253627 h 261624"/>
              <a:gd name="csX2" fmla="*/ 25677 w 193086"/>
              <a:gd name="csY2" fmla="*/ 249703 h 261624"/>
              <a:gd name="csX3" fmla="*/ 12838 w 193086"/>
              <a:gd name="csY3" fmla="*/ 237813 h 261624"/>
              <a:gd name="csX4" fmla="*/ 0 w 193086"/>
              <a:gd name="csY4" fmla="*/ 228023 h 261624"/>
              <a:gd name="csX5" fmla="*/ 10590 w 193086"/>
              <a:gd name="csY5" fmla="*/ 222007 h 261624"/>
              <a:gd name="csX6" fmla="*/ 24311 w 193086"/>
              <a:gd name="csY6" fmla="*/ 218591 h 261624"/>
              <a:gd name="csX7" fmla="*/ 30840 w 193086"/>
              <a:gd name="csY7" fmla="*/ 210994 h 261624"/>
              <a:gd name="csX8" fmla="*/ 34002 w 193086"/>
              <a:gd name="csY8" fmla="*/ 201034 h 261624"/>
              <a:gd name="csX9" fmla="*/ 34055 w 193086"/>
              <a:gd name="csY9" fmla="*/ 192894 h 261624"/>
              <a:gd name="csX10" fmla="*/ 33474 w 193086"/>
              <a:gd name="csY10" fmla="*/ 186352 h 261624"/>
              <a:gd name="csX11" fmla="*/ 36002 w 193086"/>
              <a:gd name="csY11" fmla="*/ 155255 h 261624"/>
              <a:gd name="csX12" fmla="*/ 40814 w 193086"/>
              <a:gd name="csY12" fmla="*/ 125721 h 261624"/>
              <a:gd name="csX13" fmla="*/ 52906 w 193086"/>
              <a:gd name="csY13" fmla="*/ 136226 h 261624"/>
              <a:gd name="csX14" fmla="*/ 67584 w 193086"/>
              <a:gd name="csY14" fmla="*/ 150557 h 261624"/>
              <a:gd name="csX15" fmla="*/ 85050 w 193086"/>
              <a:gd name="csY15" fmla="*/ 148575 h 261624"/>
              <a:gd name="csX16" fmla="*/ 92615 w 193086"/>
              <a:gd name="csY16" fmla="*/ 147623 h 261624"/>
              <a:gd name="csX17" fmla="*/ 103162 w 193086"/>
              <a:gd name="csY17" fmla="*/ 143713 h 261624"/>
              <a:gd name="csX18" fmla="*/ 110991 w 193086"/>
              <a:gd name="csY18" fmla="*/ 139409 h 261624"/>
              <a:gd name="csX19" fmla="*/ 118857 w 193086"/>
              <a:gd name="csY19" fmla="*/ 137039 h 261624"/>
              <a:gd name="csX20" fmla="*/ 114946 w 193086"/>
              <a:gd name="csY20" fmla="*/ 126979 h 261624"/>
              <a:gd name="csX21" fmla="*/ 104278 w 193086"/>
              <a:gd name="csY21" fmla="*/ 120558 h 261624"/>
              <a:gd name="csX22" fmla="*/ 100539 w 193086"/>
              <a:gd name="csY22" fmla="*/ 116814 h 261624"/>
              <a:gd name="csX23" fmla="*/ 87769 w 193086"/>
              <a:gd name="csY23" fmla="*/ 107211 h 261624"/>
              <a:gd name="csX24" fmla="*/ 75649 w 193086"/>
              <a:gd name="csY24" fmla="*/ 82459 h 261624"/>
              <a:gd name="csX25" fmla="*/ 81162 w 193086"/>
              <a:gd name="csY25" fmla="*/ 66581 h 261624"/>
              <a:gd name="csX26" fmla="*/ 76956 w 193086"/>
              <a:gd name="csY26" fmla="*/ 53086 h 261624"/>
              <a:gd name="csX27" fmla="*/ 74281 w 193086"/>
              <a:gd name="csY27" fmla="*/ 48335 h 261624"/>
              <a:gd name="csX28" fmla="*/ 98388 w 193086"/>
              <a:gd name="csY28" fmla="*/ 21931 h 261624"/>
              <a:gd name="csX29" fmla="*/ 99033 w 193086"/>
              <a:gd name="csY29" fmla="*/ 12782 h 261624"/>
              <a:gd name="csX30" fmla="*/ 112340 w 193086"/>
              <a:gd name="csY30" fmla="*/ 234 h 261624"/>
              <a:gd name="csX31" fmla="*/ 115367 w 193086"/>
              <a:gd name="csY31" fmla="*/ 7384 h 261624"/>
              <a:gd name="csX32" fmla="*/ 123019 w 193086"/>
              <a:gd name="csY32" fmla="*/ 18442 h 261624"/>
              <a:gd name="csX33" fmla="*/ 122268 w 193086"/>
              <a:gd name="csY33" fmla="*/ 30221 h 261624"/>
              <a:gd name="csX34" fmla="*/ 113949 w 193086"/>
              <a:gd name="csY34" fmla="*/ 45287 h 261624"/>
              <a:gd name="csX35" fmla="*/ 120402 w 193086"/>
              <a:gd name="csY35" fmla="*/ 65276 h 261624"/>
              <a:gd name="csX36" fmla="*/ 138506 w 193086"/>
              <a:gd name="csY36" fmla="*/ 64867 h 261624"/>
              <a:gd name="csX37" fmla="*/ 143345 w 193086"/>
              <a:gd name="csY37" fmla="*/ 58224 h 261624"/>
              <a:gd name="csX38" fmla="*/ 152274 w 193086"/>
              <a:gd name="csY38" fmla="*/ 62931 h 261624"/>
              <a:gd name="csX39" fmla="*/ 162130 w 193086"/>
              <a:gd name="csY39" fmla="*/ 68135 h 261624"/>
              <a:gd name="csX40" fmla="*/ 158059 w 193086"/>
              <a:gd name="csY40" fmla="*/ 75879 h 261624"/>
              <a:gd name="csX41" fmla="*/ 142387 w 193086"/>
              <a:gd name="csY41" fmla="*/ 123139 h 261624"/>
              <a:gd name="csX42" fmla="*/ 161574 w 193086"/>
              <a:gd name="csY42" fmla="*/ 140138 h 261624"/>
              <a:gd name="csX43" fmla="*/ 162505 w 193086"/>
              <a:gd name="csY43" fmla="*/ 150542 h 261624"/>
              <a:gd name="csX44" fmla="*/ 151065 w 193086"/>
              <a:gd name="csY44" fmla="*/ 162165 h 261624"/>
              <a:gd name="csX45" fmla="*/ 147000 w 193086"/>
              <a:gd name="csY45" fmla="*/ 176069 h 261624"/>
              <a:gd name="csX46" fmla="*/ 151074 w 193086"/>
              <a:gd name="csY46" fmla="*/ 198795 h 261624"/>
              <a:gd name="csX47" fmla="*/ 161382 w 193086"/>
              <a:gd name="csY47" fmla="*/ 209212 h 261624"/>
              <a:gd name="csX48" fmla="*/ 180801 w 193086"/>
              <a:gd name="csY48" fmla="*/ 215310 h 261624"/>
              <a:gd name="csX49" fmla="*/ 191062 w 193086"/>
              <a:gd name="csY49" fmla="*/ 220266 h 261624"/>
              <a:gd name="csX50" fmla="*/ 186266 w 193086"/>
              <a:gd name="csY50" fmla="*/ 234411 h 261624"/>
              <a:gd name="csX51" fmla="*/ 146648 w 193086"/>
              <a:gd name="csY51" fmla="*/ 241973 h 261624"/>
              <a:gd name="csX52" fmla="*/ 130308 w 193086"/>
              <a:gd name="csY52" fmla="*/ 244333 h 261624"/>
              <a:gd name="csX53" fmla="*/ 120069 w 193086"/>
              <a:gd name="csY53" fmla="*/ 230760 h 261624"/>
              <a:gd name="csX54" fmla="*/ 99204 w 193086"/>
              <a:gd name="csY54" fmla="*/ 236809 h 261624"/>
              <a:gd name="csX55" fmla="*/ 99051 w 193086"/>
              <a:gd name="csY55" fmla="*/ 250983 h 261624"/>
              <a:gd name="csX56" fmla="*/ 92202 w 193086"/>
              <a:gd name="csY56" fmla="*/ 257021 h 261624"/>
              <a:gd name="csX57" fmla="*/ 61602 w 193086"/>
              <a:gd name="csY57" fmla="*/ 257374 h 261624"/>
              <a:gd name="csX58" fmla="*/ 47363 w 193086"/>
              <a:gd name="csY58" fmla="*/ 258865 h 2616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Lst>
            <a:rect l="l" t="t" r="r" b="b"/>
            <a:pathLst>
              <a:path w="193086" h="261624">
                <a:moveTo>
                  <a:pt x="47363" y="258865"/>
                </a:moveTo>
                <a:cubicBezTo>
                  <a:pt x="44664" y="256988"/>
                  <a:pt x="38681" y="254631"/>
                  <a:pt x="34066" y="253627"/>
                </a:cubicBezTo>
                <a:cubicBezTo>
                  <a:pt x="29452" y="252623"/>
                  <a:pt x="25677" y="250857"/>
                  <a:pt x="25677" y="249703"/>
                </a:cubicBezTo>
                <a:cubicBezTo>
                  <a:pt x="25677" y="248548"/>
                  <a:pt x="19899" y="243198"/>
                  <a:pt x="12838" y="237813"/>
                </a:cubicBezTo>
                <a:lnTo>
                  <a:pt x="0" y="228023"/>
                </a:lnTo>
                <a:lnTo>
                  <a:pt x="10590" y="222007"/>
                </a:lnTo>
                <a:cubicBezTo>
                  <a:pt x="17972" y="217814"/>
                  <a:pt x="22129" y="216779"/>
                  <a:pt x="24311" y="218591"/>
                </a:cubicBezTo>
                <a:cubicBezTo>
                  <a:pt x="28477" y="222048"/>
                  <a:pt x="30840" y="219299"/>
                  <a:pt x="30840" y="210994"/>
                </a:cubicBezTo>
                <a:cubicBezTo>
                  <a:pt x="30840" y="207256"/>
                  <a:pt x="32263" y="202774"/>
                  <a:pt x="34002" y="201034"/>
                </a:cubicBezTo>
                <a:cubicBezTo>
                  <a:pt x="36474" y="198562"/>
                  <a:pt x="36486" y="196787"/>
                  <a:pt x="34055" y="192894"/>
                </a:cubicBezTo>
                <a:cubicBezTo>
                  <a:pt x="32093" y="189753"/>
                  <a:pt x="31879" y="187338"/>
                  <a:pt x="33474" y="186352"/>
                </a:cubicBezTo>
                <a:cubicBezTo>
                  <a:pt x="34886" y="185479"/>
                  <a:pt x="36002" y="171748"/>
                  <a:pt x="36002" y="155255"/>
                </a:cubicBezTo>
                <a:cubicBezTo>
                  <a:pt x="36002" y="128160"/>
                  <a:pt x="36400" y="125721"/>
                  <a:pt x="40814" y="125721"/>
                </a:cubicBezTo>
                <a:cubicBezTo>
                  <a:pt x="43528" y="125721"/>
                  <a:pt x="48800" y="130301"/>
                  <a:pt x="52906" y="136226"/>
                </a:cubicBezTo>
                <a:cubicBezTo>
                  <a:pt x="56911" y="142004"/>
                  <a:pt x="63516" y="148453"/>
                  <a:pt x="67584" y="150557"/>
                </a:cubicBezTo>
                <a:cubicBezTo>
                  <a:pt x="75108" y="154448"/>
                  <a:pt x="85050" y="153319"/>
                  <a:pt x="85050" y="148575"/>
                </a:cubicBezTo>
                <a:cubicBezTo>
                  <a:pt x="85050" y="147029"/>
                  <a:pt x="88138" y="146640"/>
                  <a:pt x="92615" y="147623"/>
                </a:cubicBezTo>
                <a:cubicBezTo>
                  <a:pt x="98706" y="148961"/>
                  <a:pt x="100761" y="148199"/>
                  <a:pt x="103162" y="143713"/>
                </a:cubicBezTo>
                <a:cubicBezTo>
                  <a:pt x="105115" y="140063"/>
                  <a:pt x="107816" y="138578"/>
                  <a:pt x="110991" y="139409"/>
                </a:cubicBezTo>
                <a:cubicBezTo>
                  <a:pt x="113656" y="140106"/>
                  <a:pt x="117196" y="139039"/>
                  <a:pt x="118857" y="137039"/>
                </a:cubicBezTo>
                <a:cubicBezTo>
                  <a:pt x="121254" y="134150"/>
                  <a:pt x="120449" y="132080"/>
                  <a:pt x="114946" y="126979"/>
                </a:cubicBezTo>
                <a:cubicBezTo>
                  <a:pt x="111135" y="123448"/>
                  <a:pt x="106335" y="120558"/>
                  <a:pt x="104278" y="120558"/>
                </a:cubicBezTo>
                <a:cubicBezTo>
                  <a:pt x="102221" y="120558"/>
                  <a:pt x="100539" y="118873"/>
                  <a:pt x="100539" y="116814"/>
                </a:cubicBezTo>
                <a:cubicBezTo>
                  <a:pt x="100539" y="114754"/>
                  <a:pt x="94792" y="110433"/>
                  <a:pt x="87769" y="107211"/>
                </a:cubicBezTo>
                <a:cubicBezTo>
                  <a:pt x="73337" y="100591"/>
                  <a:pt x="69935" y="93642"/>
                  <a:pt x="75649" y="82459"/>
                </a:cubicBezTo>
                <a:cubicBezTo>
                  <a:pt x="77638" y="78567"/>
                  <a:pt x="80119" y="71422"/>
                  <a:pt x="81162" y="66581"/>
                </a:cubicBezTo>
                <a:cubicBezTo>
                  <a:pt x="82769" y="59128"/>
                  <a:pt x="82125" y="57061"/>
                  <a:pt x="76956" y="53086"/>
                </a:cubicBezTo>
                <a:cubicBezTo>
                  <a:pt x="73561" y="50475"/>
                  <a:pt x="72374" y="48366"/>
                  <a:pt x="74281" y="48335"/>
                </a:cubicBezTo>
                <a:cubicBezTo>
                  <a:pt x="79014" y="48255"/>
                  <a:pt x="97860" y="27614"/>
                  <a:pt x="98388" y="21931"/>
                </a:cubicBezTo>
                <a:cubicBezTo>
                  <a:pt x="98624" y="19384"/>
                  <a:pt x="98915" y="15267"/>
                  <a:pt x="99033" y="12782"/>
                </a:cubicBezTo>
                <a:cubicBezTo>
                  <a:pt x="99328" y="6580"/>
                  <a:pt x="107875" y="-1480"/>
                  <a:pt x="112340" y="234"/>
                </a:cubicBezTo>
                <a:cubicBezTo>
                  <a:pt x="114351" y="1006"/>
                  <a:pt x="115714" y="4223"/>
                  <a:pt x="115367" y="7384"/>
                </a:cubicBezTo>
                <a:cubicBezTo>
                  <a:pt x="114925" y="11414"/>
                  <a:pt x="117211" y="14717"/>
                  <a:pt x="123019" y="18442"/>
                </a:cubicBezTo>
                <a:cubicBezTo>
                  <a:pt x="132830" y="24734"/>
                  <a:pt x="132594" y="28432"/>
                  <a:pt x="122268" y="30221"/>
                </a:cubicBezTo>
                <a:cubicBezTo>
                  <a:pt x="115180" y="31449"/>
                  <a:pt x="114690" y="32336"/>
                  <a:pt x="113949" y="45287"/>
                </a:cubicBezTo>
                <a:cubicBezTo>
                  <a:pt x="113241" y="57646"/>
                  <a:pt x="113899" y="59682"/>
                  <a:pt x="120402" y="65276"/>
                </a:cubicBezTo>
                <a:cubicBezTo>
                  <a:pt x="129577" y="73166"/>
                  <a:pt x="132509" y="73100"/>
                  <a:pt x="138506" y="64867"/>
                </a:cubicBezTo>
                <a:lnTo>
                  <a:pt x="143345" y="58224"/>
                </a:lnTo>
                <a:lnTo>
                  <a:pt x="152274" y="62931"/>
                </a:lnTo>
                <a:cubicBezTo>
                  <a:pt x="157185" y="65520"/>
                  <a:pt x="161620" y="67861"/>
                  <a:pt x="162130" y="68135"/>
                </a:cubicBezTo>
                <a:cubicBezTo>
                  <a:pt x="162640" y="68408"/>
                  <a:pt x="160808" y="71893"/>
                  <a:pt x="158059" y="75879"/>
                </a:cubicBezTo>
                <a:cubicBezTo>
                  <a:pt x="151713" y="85081"/>
                  <a:pt x="141902" y="114664"/>
                  <a:pt x="142387" y="123139"/>
                </a:cubicBezTo>
                <a:cubicBezTo>
                  <a:pt x="142935" y="132744"/>
                  <a:pt x="146254" y="135684"/>
                  <a:pt x="161574" y="140138"/>
                </a:cubicBezTo>
                <a:cubicBezTo>
                  <a:pt x="177125" y="144659"/>
                  <a:pt x="177438" y="148154"/>
                  <a:pt x="162505" y="150542"/>
                </a:cubicBezTo>
                <a:cubicBezTo>
                  <a:pt x="152866" y="152083"/>
                  <a:pt x="147932" y="157096"/>
                  <a:pt x="151065" y="162165"/>
                </a:cubicBezTo>
                <a:cubicBezTo>
                  <a:pt x="151887" y="163495"/>
                  <a:pt x="150058" y="169752"/>
                  <a:pt x="147000" y="176069"/>
                </a:cubicBezTo>
                <a:cubicBezTo>
                  <a:pt x="140040" y="190447"/>
                  <a:pt x="141019" y="195911"/>
                  <a:pt x="151074" y="198795"/>
                </a:cubicBezTo>
                <a:cubicBezTo>
                  <a:pt x="156834" y="200447"/>
                  <a:pt x="159631" y="203274"/>
                  <a:pt x="161382" y="209212"/>
                </a:cubicBezTo>
                <a:cubicBezTo>
                  <a:pt x="163891" y="217725"/>
                  <a:pt x="167253" y="218781"/>
                  <a:pt x="180801" y="215310"/>
                </a:cubicBezTo>
                <a:cubicBezTo>
                  <a:pt x="186270" y="213909"/>
                  <a:pt x="188145" y="214815"/>
                  <a:pt x="191062" y="220266"/>
                </a:cubicBezTo>
                <a:cubicBezTo>
                  <a:pt x="194411" y="226524"/>
                  <a:pt x="194115" y="227399"/>
                  <a:pt x="186266" y="234411"/>
                </a:cubicBezTo>
                <a:cubicBezTo>
                  <a:pt x="177581" y="242171"/>
                  <a:pt x="173505" y="242950"/>
                  <a:pt x="146648" y="241973"/>
                </a:cubicBezTo>
                <a:cubicBezTo>
                  <a:pt x="138138" y="241664"/>
                  <a:pt x="131353" y="242644"/>
                  <a:pt x="130308" y="244333"/>
                </a:cubicBezTo>
                <a:cubicBezTo>
                  <a:pt x="127797" y="248397"/>
                  <a:pt x="118188" y="235660"/>
                  <a:pt x="120069" y="230760"/>
                </a:cubicBezTo>
                <a:cubicBezTo>
                  <a:pt x="124398" y="219478"/>
                  <a:pt x="105303" y="225013"/>
                  <a:pt x="99204" y="236809"/>
                </a:cubicBezTo>
                <a:cubicBezTo>
                  <a:pt x="95428" y="244110"/>
                  <a:pt x="95414" y="245432"/>
                  <a:pt x="99051" y="250983"/>
                </a:cubicBezTo>
                <a:cubicBezTo>
                  <a:pt x="103916" y="258408"/>
                  <a:pt x="100434" y="261478"/>
                  <a:pt x="92202" y="257021"/>
                </a:cubicBezTo>
                <a:cubicBezTo>
                  <a:pt x="83927" y="252540"/>
                  <a:pt x="66492" y="252742"/>
                  <a:pt x="61602" y="257374"/>
                </a:cubicBezTo>
                <a:cubicBezTo>
                  <a:pt x="56090" y="262596"/>
                  <a:pt x="53167" y="262902"/>
                  <a:pt x="47363" y="258865"/>
                </a:cubicBezTo>
                <a:close/>
              </a:path>
            </a:pathLst>
          </a:custGeom>
          <a:solidFill>
            <a:srgbClr val="B9B9B9"/>
          </a:solidFill>
          <a:ln w="5163" cap="flat">
            <a:noFill/>
            <a:prstDash val="solid"/>
            <a:miter/>
          </a:ln>
        </p:spPr>
        <p:txBody>
          <a:bodyPr/>
          <a:lstStyle/>
          <a:p>
            <a:endParaRPr lang="es-419" noProof="0" dirty="0"/>
          </a:p>
        </p:txBody>
      </p:sp>
      <p:sp>
        <p:nvSpPr>
          <p:cNvPr id="44" name="Forma libre: forma 43">
            <a:extLst>
              <a:ext uri="{FF2B5EF4-FFF2-40B4-BE49-F238E27FC236}">
                <a16:creationId xmlns:a16="http://schemas.microsoft.com/office/drawing/2014/main" id="{837A27D6-F486-4552-D9F7-109AC71C64E2}"/>
              </a:ext>
            </a:extLst>
          </p:cNvPr>
          <p:cNvSpPr/>
          <p:nvPr/>
        </p:nvSpPr>
        <p:spPr>
          <a:xfrm>
            <a:off x="1103504" y="2345749"/>
            <a:ext cx="95653" cy="64838"/>
          </a:xfrm>
          <a:custGeom>
            <a:avLst/>
            <a:gdLst>
              <a:gd name="csX0" fmla="*/ 71219 w 95653"/>
              <a:gd name="csY0" fmla="*/ 62506 h 64838"/>
              <a:gd name="csX1" fmla="*/ 62655 w 95653"/>
              <a:gd name="csY1" fmla="*/ 53685 h 64838"/>
              <a:gd name="csX2" fmla="*/ 57443 w 95653"/>
              <a:gd name="csY2" fmla="*/ 48511 h 64838"/>
              <a:gd name="csX3" fmla="*/ 51242 w 95653"/>
              <a:gd name="csY3" fmla="*/ 43994 h 64838"/>
              <a:gd name="csX4" fmla="*/ 48532 w 95653"/>
              <a:gd name="csY4" fmla="*/ 43994 h 64838"/>
              <a:gd name="csX5" fmla="*/ 36926 w 95653"/>
              <a:gd name="csY5" fmla="*/ 44510 h 64838"/>
              <a:gd name="csX6" fmla="*/ 28785 w 95653"/>
              <a:gd name="csY6" fmla="*/ 36765 h 64838"/>
              <a:gd name="csX7" fmla="*/ 27076 w 95653"/>
              <a:gd name="csY7" fmla="*/ 32629 h 64838"/>
              <a:gd name="csX8" fmla="*/ 11500 w 95653"/>
              <a:gd name="csY8" fmla="*/ 28262 h 64838"/>
              <a:gd name="csX9" fmla="*/ 1174 w 95653"/>
              <a:gd name="csY9" fmla="*/ 25068 h 64838"/>
              <a:gd name="csX10" fmla="*/ 31004 w 95653"/>
              <a:gd name="csY10" fmla="*/ 14820 h 64838"/>
              <a:gd name="csX11" fmla="*/ 49970 w 95653"/>
              <a:gd name="csY11" fmla="*/ 6499 h 64838"/>
              <a:gd name="csX12" fmla="*/ 60293 w 95653"/>
              <a:gd name="csY12" fmla="*/ 3207 h 64838"/>
              <a:gd name="csX13" fmla="*/ 79487 w 95653"/>
              <a:gd name="csY13" fmla="*/ 1724 h 64838"/>
              <a:gd name="csX14" fmla="*/ 95469 w 95653"/>
              <a:gd name="csY14" fmla="*/ 24677 h 64838"/>
              <a:gd name="csX15" fmla="*/ 92590 w 95653"/>
              <a:gd name="csY15" fmla="*/ 45837 h 64838"/>
              <a:gd name="csX16" fmla="*/ 88748 w 95653"/>
              <a:gd name="csY16" fmla="*/ 52688 h 64838"/>
              <a:gd name="csX17" fmla="*/ 82592 w 95653"/>
              <a:gd name="csY17" fmla="*/ 62155 h 64838"/>
              <a:gd name="csX18" fmla="*/ 71219 w 95653"/>
              <a:gd name="csY18" fmla="*/ 62506 h 648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95653" h="64838">
                <a:moveTo>
                  <a:pt x="71219" y="62506"/>
                </a:moveTo>
                <a:cubicBezTo>
                  <a:pt x="67412" y="60499"/>
                  <a:pt x="63558" y="56530"/>
                  <a:pt x="62655" y="53685"/>
                </a:cubicBezTo>
                <a:cubicBezTo>
                  <a:pt x="61752" y="50839"/>
                  <a:pt x="59407" y="48511"/>
                  <a:pt x="57443" y="48511"/>
                </a:cubicBezTo>
                <a:cubicBezTo>
                  <a:pt x="55480" y="48511"/>
                  <a:pt x="52689" y="46478"/>
                  <a:pt x="51242" y="43994"/>
                </a:cubicBezTo>
                <a:cubicBezTo>
                  <a:pt x="48736" y="39691"/>
                  <a:pt x="48607" y="39691"/>
                  <a:pt x="48532" y="43994"/>
                </a:cubicBezTo>
                <a:cubicBezTo>
                  <a:pt x="48437" y="49469"/>
                  <a:pt x="48761" y="49455"/>
                  <a:pt x="36926" y="44510"/>
                </a:cubicBezTo>
                <a:cubicBezTo>
                  <a:pt x="30451" y="41804"/>
                  <a:pt x="27814" y="39296"/>
                  <a:pt x="28785" y="36765"/>
                </a:cubicBezTo>
                <a:cubicBezTo>
                  <a:pt x="29575" y="34707"/>
                  <a:pt x="28806" y="32846"/>
                  <a:pt x="27076" y="32629"/>
                </a:cubicBezTo>
                <a:cubicBezTo>
                  <a:pt x="21029" y="31874"/>
                  <a:pt x="18714" y="31225"/>
                  <a:pt x="11500" y="28262"/>
                </a:cubicBezTo>
                <a:cubicBezTo>
                  <a:pt x="7503" y="26621"/>
                  <a:pt x="2857" y="25183"/>
                  <a:pt x="1174" y="25068"/>
                </a:cubicBezTo>
                <a:cubicBezTo>
                  <a:pt x="-4949" y="24646"/>
                  <a:pt x="14045" y="18121"/>
                  <a:pt x="31004" y="14820"/>
                </a:cubicBezTo>
                <a:cubicBezTo>
                  <a:pt x="44060" y="12279"/>
                  <a:pt x="48794" y="10202"/>
                  <a:pt x="49970" y="6499"/>
                </a:cubicBezTo>
                <a:cubicBezTo>
                  <a:pt x="51256" y="2445"/>
                  <a:pt x="53098" y="1858"/>
                  <a:pt x="60293" y="3207"/>
                </a:cubicBezTo>
                <a:cubicBezTo>
                  <a:pt x="65110" y="4111"/>
                  <a:pt x="73747" y="3443"/>
                  <a:pt x="79487" y="1724"/>
                </a:cubicBezTo>
                <a:cubicBezTo>
                  <a:pt x="94315" y="-2719"/>
                  <a:pt x="96385" y="255"/>
                  <a:pt x="95469" y="24677"/>
                </a:cubicBezTo>
                <a:cubicBezTo>
                  <a:pt x="95060" y="35554"/>
                  <a:pt x="93765" y="45076"/>
                  <a:pt x="92590" y="45837"/>
                </a:cubicBezTo>
                <a:cubicBezTo>
                  <a:pt x="91414" y="46598"/>
                  <a:pt x="89686" y="49681"/>
                  <a:pt x="88748" y="52688"/>
                </a:cubicBezTo>
                <a:cubicBezTo>
                  <a:pt x="87811" y="55696"/>
                  <a:pt x="85041" y="59955"/>
                  <a:pt x="82592" y="62155"/>
                </a:cubicBezTo>
                <a:cubicBezTo>
                  <a:pt x="78702" y="65649"/>
                  <a:pt x="77268" y="65693"/>
                  <a:pt x="71219" y="62506"/>
                </a:cubicBezTo>
                <a:close/>
              </a:path>
            </a:pathLst>
          </a:custGeom>
          <a:solidFill>
            <a:srgbClr val="B9B9B9"/>
          </a:solidFill>
          <a:ln w="5163" cap="flat">
            <a:noFill/>
            <a:prstDash val="solid"/>
            <a:miter/>
          </a:ln>
        </p:spPr>
        <p:txBody>
          <a:bodyPr/>
          <a:lstStyle/>
          <a:p>
            <a:endParaRPr lang="es-419" noProof="0" dirty="0"/>
          </a:p>
        </p:txBody>
      </p:sp>
      <p:sp>
        <p:nvSpPr>
          <p:cNvPr id="45" name="Forma libre: forma 44">
            <a:extLst>
              <a:ext uri="{FF2B5EF4-FFF2-40B4-BE49-F238E27FC236}">
                <a16:creationId xmlns:a16="http://schemas.microsoft.com/office/drawing/2014/main" id="{87AD0814-B3BA-3543-540F-6E24B333355F}"/>
              </a:ext>
            </a:extLst>
          </p:cNvPr>
          <p:cNvSpPr/>
          <p:nvPr/>
        </p:nvSpPr>
        <p:spPr>
          <a:xfrm>
            <a:off x="1015863" y="2030672"/>
            <a:ext cx="364335" cy="362024"/>
          </a:xfrm>
          <a:custGeom>
            <a:avLst/>
            <a:gdLst>
              <a:gd name="csX0" fmla="*/ 185142 w 364335"/>
              <a:gd name="csY0" fmla="*/ 358570 h 362024"/>
              <a:gd name="csX1" fmla="*/ 187621 w 364335"/>
              <a:gd name="csY1" fmla="*/ 340898 h 362024"/>
              <a:gd name="csX2" fmla="*/ 186283 w 364335"/>
              <a:gd name="csY2" fmla="*/ 320178 h 362024"/>
              <a:gd name="csX3" fmla="*/ 182466 w 364335"/>
              <a:gd name="csY3" fmla="*/ 312528 h 362024"/>
              <a:gd name="csX4" fmla="*/ 160064 w 364335"/>
              <a:gd name="csY4" fmla="*/ 313164 h 362024"/>
              <a:gd name="csX5" fmla="*/ 135394 w 364335"/>
              <a:gd name="csY5" fmla="*/ 318882 h 362024"/>
              <a:gd name="csX6" fmla="*/ 107653 w 364335"/>
              <a:gd name="csY6" fmla="*/ 328620 h 362024"/>
              <a:gd name="csX7" fmla="*/ 77975 w 364335"/>
              <a:gd name="csY7" fmla="*/ 329071 h 362024"/>
              <a:gd name="csX8" fmla="*/ 69734 w 364335"/>
              <a:gd name="csY8" fmla="*/ 324866 h 362024"/>
              <a:gd name="csX9" fmla="*/ 48325 w 364335"/>
              <a:gd name="csY9" fmla="*/ 303007 h 362024"/>
              <a:gd name="csX10" fmla="*/ 38186 w 364335"/>
              <a:gd name="csY10" fmla="*/ 292203 h 362024"/>
              <a:gd name="csX11" fmla="*/ 25184 w 364335"/>
              <a:gd name="csY11" fmla="*/ 273778 h 362024"/>
              <a:gd name="csX12" fmla="*/ 11540 w 364335"/>
              <a:gd name="csY12" fmla="*/ 253016 h 362024"/>
              <a:gd name="csX13" fmla="*/ 9603 w 364335"/>
              <a:gd name="csY13" fmla="*/ 246065 h 362024"/>
              <a:gd name="csX14" fmla="*/ 4075 w 364335"/>
              <a:gd name="csY14" fmla="*/ 230604 h 362024"/>
              <a:gd name="csX15" fmla="*/ 2870 w 364335"/>
              <a:gd name="csY15" fmla="*/ 216903 h 362024"/>
              <a:gd name="csX16" fmla="*/ 19099 w 364335"/>
              <a:gd name="csY16" fmla="*/ 209992 h 362024"/>
              <a:gd name="csX17" fmla="*/ 33857 w 364335"/>
              <a:gd name="csY17" fmla="*/ 202727 h 362024"/>
              <a:gd name="csX18" fmla="*/ 62323 w 364335"/>
              <a:gd name="csY18" fmla="*/ 175142 h 362024"/>
              <a:gd name="csX19" fmla="*/ 75732 w 364335"/>
              <a:gd name="csY19" fmla="*/ 169793 h 362024"/>
              <a:gd name="csX20" fmla="*/ 107485 w 364335"/>
              <a:gd name="csY20" fmla="*/ 178512 h 362024"/>
              <a:gd name="csX21" fmla="*/ 118888 w 364335"/>
              <a:gd name="csY21" fmla="*/ 188952 h 362024"/>
              <a:gd name="csX22" fmla="*/ 122369 w 364335"/>
              <a:gd name="csY22" fmla="*/ 177011 h 362024"/>
              <a:gd name="csX23" fmla="*/ 128391 w 364335"/>
              <a:gd name="csY23" fmla="*/ 163500 h 362024"/>
              <a:gd name="csX24" fmla="*/ 127169 w 364335"/>
              <a:gd name="csY24" fmla="*/ 147778 h 362024"/>
              <a:gd name="csX25" fmla="*/ 130389 w 364335"/>
              <a:gd name="csY25" fmla="*/ 138750 h 362024"/>
              <a:gd name="csX26" fmla="*/ 147714 w 364335"/>
              <a:gd name="csY26" fmla="*/ 129037 h 362024"/>
              <a:gd name="csX27" fmla="*/ 142395 w 364335"/>
              <a:gd name="csY27" fmla="*/ 116273 h 362024"/>
              <a:gd name="csX28" fmla="*/ 138322 w 364335"/>
              <a:gd name="csY28" fmla="*/ 100445 h 362024"/>
              <a:gd name="csX29" fmla="*/ 132219 w 364335"/>
              <a:gd name="csY29" fmla="*/ 77384 h 362024"/>
              <a:gd name="csX30" fmla="*/ 123182 w 364335"/>
              <a:gd name="csY30" fmla="*/ 67380 h 362024"/>
              <a:gd name="csX31" fmla="*/ 127316 w 364335"/>
              <a:gd name="csY31" fmla="*/ 49072 h 362024"/>
              <a:gd name="csX32" fmla="*/ 149002 w 364335"/>
              <a:gd name="csY32" fmla="*/ 26791 h 362024"/>
              <a:gd name="csX33" fmla="*/ 156308 w 364335"/>
              <a:gd name="csY33" fmla="*/ 19245 h 362024"/>
              <a:gd name="csX34" fmla="*/ 153995 w 364335"/>
              <a:gd name="csY34" fmla="*/ 9825 h 362024"/>
              <a:gd name="csX35" fmla="*/ 161050 w 364335"/>
              <a:gd name="csY35" fmla="*/ 76 h 362024"/>
              <a:gd name="csX36" fmla="*/ 166583 w 364335"/>
              <a:gd name="csY36" fmla="*/ 7348 h 362024"/>
              <a:gd name="csX37" fmla="*/ 154998 w 364335"/>
              <a:gd name="csY37" fmla="*/ 39300 h 362024"/>
              <a:gd name="csX38" fmla="*/ 157050 w 364335"/>
              <a:gd name="csY38" fmla="*/ 45546 h 362024"/>
              <a:gd name="csX39" fmla="*/ 169737 w 364335"/>
              <a:gd name="csY39" fmla="*/ 24492 h 362024"/>
              <a:gd name="csX40" fmla="*/ 176182 w 364335"/>
              <a:gd name="csY40" fmla="*/ 20317 h 362024"/>
              <a:gd name="csX41" fmla="*/ 177678 w 364335"/>
              <a:gd name="csY41" fmla="*/ 26406 h 362024"/>
              <a:gd name="csX42" fmla="*/ 173510 w 364335"/>
              <a:gd name="csY42" fmla="*/ 43871 h 362024"/>
              <a:gd name="csX43" fmla="*/ 171706 w 364335"/>
              <a:gd name="csY43" fmla="*/ 58451 h 362024"/>
              <a:gd name="csX44" fmla="*/ 179820 w 364335"/>
              <a:gd name="csY44" fmla="*/ 60233 h 362024"/>
              <a:gd name="csX45" fmla="*/ 195468 w 364335"/>
              <a:gd name="csY45" fmla="*/ 47665 h 362024"/>
              <a:gd name="csX46" fmla="*/ 212893 w 364335"/>
              <a:gd name="csY46" fmla="*/ 36256 h 362024"/>
              <a:gd name="csX47" fmla="*/ 215787 w 364335"/>
              <a:gd name="csY47" fmla="*/ 59322 h 362024"/>
              <a:gd name="csX48" fmla="*/ 202515 w 364335"/>
              <a:gd name="csY48" fmla="*/ 73785 h 362024"/>
              <a:gd name="csX49" fmla="*/ 193598 w 364335"/>
              <a:gd name="csY49" fmla="*/ 76402 h 362024"/>
              <a:gd name="csX50" fmla="*/ 196544 w 364335"/>
              <a:gd name="csY50" fmla="*/ 79629 h 362024"/>
              <a:gd name="csX51" fmla="*/ 200631 w 364335"/>
              <a:gd name="csY51" fmla="*/ 82161 h 362024"/>
              <a:gd name="csX52" fmla="*/ 183851 w 364335"/>
              <a:gd name="csY52" fmla="*/ 86694 h 362024"/>
              <a:gd name="csX53" fmla="*/ 179447 w 364335"/>
              <a:gd name="csY53" fmla="*/ 90600 h 362024"/>
              <a:gd name="csX54" fmla="*/ 177337 w 364335"/>
              <a:gd name="csY54" fmla="*/ 95117 h 362024"/>
              <a:gd name="csX55" fmla="*/ 175970 w 364335"/>
              <a:gd name="csY55" fmla="*/ 99847 h 362024"/>
              <a:gd name="csX56" fmla="*/ 172279 w 364335"/>
              <a:gd name="csY56" fmla="*/ 109275 h 362024"/>
              <a:gd name="csX57" fmla="*/ 162736 w 364335"/>
              <a:gd name="csY57" fmla="*/ 127778 h 362024"/>
              <a:gd name="csX58" fmla="*/ 154984 w 364335"/>
              <a:gd name="csY58" fmla="*/ 141584 h 362024"/>
              <a:gd name="csX59" fmla="*/ 157382 w 364335"/>
              <a:gd name="csY59" fmla="*/ 150820 h 362024"/>
              <a:gd name="csX60" fmla="*/ 166003 w 364335"/>
              <a:gd name="csY60" fmla="*/ 156522 h 362024"/>
              <a:gd name="csX61" fmla="*/ 178921 w 364335"/>
              <a:gd name="csY61" fmla="*/ 158229 h 362024"/>
              <a:gd name="csX62" fmla="*/ 200631 w 364335"/>
              <a:gd name="csY62" fmla="*/ 155851 h 362024"/>
              <a:gd name="csX63" fmla="*/ 253127 w 364335"/>
              <a:gd name="csY63" fmla="*/ 145110 h 362024"/>
              <a:gd name="csX64" fmla="*/ 260004 w 364335"/>
              <a:gd name="csY64" fmla="*/ 117060 h 362024"/>
              <a:gd name="csX65" fmla="*/ 261186 w 364335"/>
              <a:gd name="csY65" fmla="*/ 105023 h 362024"/>
              <a:gd name="csX66" fmla="*/ 280779 w 364335"/>
              <a:gd name="csY66" fmla="*/ 107831 h 362024"/>
              <a:gd name="csX67" fmla="*/ 316123 w 364335"/>
              <a:gd name="csY67" fmla="*/ 101238 h 362024"/>
              <a:gd name="csX68" fmla="*/ 332436 w 364335"/>
              <a:gd name="csY68" fmla="*/ 86525 h 362024"/>
              <a:gd name="csX69" fmla="*/ 340656 w 364335"/>
              <a:gd name="csY69" fmla="*/ 79224 h 362024"/>
              <a:gd name="csX70" fmla="*/ 348855 w 364335"/>
              <a:gd name="csY70" fmla="*/ 87171 h 362024"/>
              <a:gd name="csX71" fmla="*/ 361269 w 364335"/>
              <a:gd name="csY71" fmla="*/ 95117 h 362024"/>
              <a:gd name="csX72" fmla="*/ 363171 w 364335"/>
              <a:gd name="csY72" fmla="*/ 103178 h 362024"/>
              <a:gd name="csX73" fmla="*/ 356290 w 364335"/>
              <a:gd name="csY73" fmla="*/ 118022 h 362024"/>
              <a:gd name="csX74" fmla="*/ 352528 w 364335"/>
              <a:gd name="csY74" fmla="*/ 135380 h 362024"/>
              <a:gd name="csX75" fmla="*/ 345616 w 364335"/>
              <a:gd name="csY75" fmla="*/ 149152 h 362024"/>
              <a:gd name="csX76" fmla="*/ 336399 w 364335"/>
              <a:gd name="csY76" fmla="*/ 158318 h 362024"/>
              <a:gd name="csX77" fmla="*/ 325505 w 364335"/>
              <a:gd name="csY77" fmla="*/ 175523 h 362024"/>
              <a:gd name="csX78" fmla="*/ 315430 w 364335"/>
              <a:gd name="csY78" fmla="*/ 204352 h 362024"/>
              <a:gd name="csX79" fmla="*/ 313994 w 364335"/>
              <a:gd name="csY79" fmla="*/ 218773 h 362024"/>
              <a:gd name="csX80" fmla="*/ 296375 w 364335"/>
              <a:gd name="csY80" fmla="*/ 228175 h 362024"/>
              <a:gd name="csX81" fmla="*/ 265231 w 364335"/>
              <a:gd name="csY81" fmla="*/ 238311 h 362024"/>
              <a:gd name="csX82" fmla="*/ 244951 w 364335"/>
              <a:gd name="csY82" fmla="*/ 244768 h 362024"/>
              <a:gd name="csX83" fmla="*/ 219261 w 364335"/>
              <a:gd name="csY83" fmla="*/ 258588 h 362024"/>
              <a:gd name="csX84" fmla="*/ 224662 w 364335"/>
              <a:gd name="csY84" fmla="*/ 270643 h 362024"/>
              <a:gd name="csX85" fmla="*/ 242353 w 364335"/>
              <a:gd name="csY85" fmla="*/ 274944 h 362024"/>
              <a:gd name="csX86" fmla="*/ 251900 w 364335"/>
              <a:gd name="csY86" fmla="*/ 285801 h 362024"/>
              <a:gd name="csX87" fmla="*/ 252381 w 364335"/>
              <a:gd name="csY87" fmla="*/ 304719 h 362024"/>
              <a:gd name="csX88" fmla="*/ 261267 w 364335"/>
              <a:gd name="csY88" fmla="*/ 315608 h 362024"/>
              <a:gd name="csX89" fmla="*/ 268876 w 364335"/>
              <a:gd name="csY89" fmla="*/ 316858 h 362024"/>
              <a:gd name="csX90" fmla="*/ 252027 w 364335"/>
              <a:gd name="csY90" fmla="*/ 336142 h 362024"/>
              <a:gd name="csX91" fmla="*/ 230251 w 364335"/>
              <a:gd name="csY91" fmla="*/ 349333 h 362024"/>
              <a:gd name="csX92" fmla="*/ 209844 w 364335"/>
              <a:gd name="csY92" fmla="*/ 359530 h 362024"/>
              <a:gd name="csX93" fmla="*/ 194478 w 364335"/>
              <a:gd name="csY93" fmla="*/ 360594 h 362024"/>
              <a:gd name="csX94" fmla="*/ 185142 w 364335"/>
              <a:gd name="csY94" fmla="*/ 358570 h 362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364335" h="362024">
                <a:moveTo>
                  <a:pt x="185142" y="358570"/>
                </a:moveTo>
                <a:cubicBezTo>
                  <a:pt x="185142" y="356038"/>
                  <a:pt x="186257" y="348086"/>
                  <a:pt x="187621" y="340898"/>
                </a:cubicBezTo>
                <a:cubicBezTo>
                  <a:pt x="189559" y="330679"/>
                  <a:pt x="189267" y="326160"/>
                  <a:pt x="186283" y="320178"/>
                </a:cubicBezTo>
                <a:lnTo>
                  <a:pt x="182466" y="312528"/>
                </a:lnTo>
                <a:lnTo>
                  <a:pt x="160064" y="313164"/>
                </a:lnTo>
                <a:cubicBezTo>
                  <a:pt x="140617" y="313716"/>
                  <a:pt x="137363" y="314470"/>
                  <a:pt x="135394" y="318882"/>
                </a:cubicBezTo>
                <a:cubicBezTo>
                  <a:pt x="133601" y="322902"/>
                  <a:pt x="127800" y="324938"/>
                  <a:pt x="107653" y="328620"/>
                </a:cubicBezTo>
                <a:cubicBezTo>
                  <a:pt x="84116" y="332921"/>
                  <a:pt x="81860" y="332955"/>
                  <a:pt x="77975" y="329071"/>
                </a:cubicBezTo>
                <a:cubicBezTo>
                  <a:pt x="75663" y="326758"/>
                  <a:pt x="71954" y="324866"/>
                  <a:pt x="69734" y="324866"/>
                </a:cubicBezTo>
                <a:cubicBezTo>
                  <a:pt x="64790" y="324866"/>
                  <a:pt x="53564" y="313404"/>
                  <a:pt x="48325" y="303007"/>
                </a:cubicBezTo>
                <a:cubicBezTo>
                  <a:pt x="46195" y="298781"/>
                  <a:pt x="41633" y="293919"/>
                  <a:pt x="38186" y="292203"/>
                </a:cubicBezTo>
                <a:cubicBezTo>
                  <a:pt x="31831" y="289039"/>
                  <a:pt x="25350" y="279856"/>
                  <a:pt x="25184" y="273778"/>
                </a:cubicBezTo>
                <a:cubicBezTo>
                  <a:pt x="25085" y="270192"/>
                  <a:pt x="14730" y="254434"/>
                  <a:pt x="11540" y="253016"/>
                </a:cubicBezTo>
                <a:cubicBezTo>
                  <a:pt x="10475" y="252543"/>
                  <a:pt x="9603" y="249415"/>
                  <a:pt x="9603" y="246065"/>
                </a:cubicBezTo>
                <a:cubicBezTo>
                  <a:pt x="9603" y="242715"/>
                  <a:pt x="7116" y="235757"/>
                  <a:pt x="4075" y="230604"/>
                </a:cubicBezTo>
                <a:cubicBezTo>
                  <a:pt x="-1096" y="221839"/>
                  <a:pt x="-1174" y="220953"/>
                  <a:pt x="2870" y="216903"/>
                </a:cubicBezTo>
                <a:cubicBezTo>
                  <a:pt x="5247" y="214522"/>
                  <a:pt x="12551" y="211412"/>
                  <a:pt x="19099" y="209992"/>
                </a:cubicBezTo>
                <a:cubicBezTo>
                  <a:pt x="25650" y="208572"/>
                  <a:pt x="32288" y="205304"/>
                  <a:pt x="33857" y="202727"/>
                </a:cubicBezTo>
                <a:cubicBezTo>
                  <a:pt x="40254" y="192222"/>
                  <a:pt x="57879" y="175142"/>
                  <a:pt x="62323" y="175142"/>
                </a:cubicBezTo>
                <a:cubicBezTo>
                  <a:pt x="64938" y="175142"/>
                  <a:pt x="70972" y="172735"/>
                  <a:pt x="75732" y="169793"/>
                </a:cubicBezTo>
                <a:cubicBezTo>
                  <a:pt x="86563" y="163099"/>
                  <a:pt x="92402" y="164703"/>
                  <a:pt x="107485" y="178512"/>
                </a:cubicBezTo>
                <a:lnTo>
                  <a:pt x="118888" y="188952"/>
                </a:lnTo>
                <a:lnTo>
                  <a:pt x="122369" y="177011"/>
                </a:lnTo>
                <a:cubicBezTo>
                  <a:pt x="124284" y="170444"/>
                  <a:pt x="126994" y="164364"/>
                  <a:pt x="128391" y="163500"/>
                </a:cubicBezTo>
                <a:cubicBezTo>
                  <a:pt x="132170" y="161165"/>
                  <a:pt x="131464" y="152072"/>
                  <a:pt x="127169" y="147778"/>
                </a:cubicBezTo>
                <a:cubicBezTo>
                  <a:pt x="122214" y="142823"/>
                  <a:pt x="124785" y="135614"/>
                  <a:pt x="130389" y="138750"/>
                </a:cubicBezTo>
                <a:cubicBezTo>
                  <a:pt x="136409" y="142119"/>
                  <a:pt x="145744" y="136885"/>
                  <a:pt x="147714" y="129037"/>
                </a:cubicBezTo>
                <a:cubicBezTo>
                  <a:pt x="149051" y="123709"/>
                  <a:pt x="147940" y="121043"/>
                  <a:pt x="142395" y="116273"/>
                </a:cubicBezTo>
                <a:cubicBezTo>
                  <a:pt x="135828" y="110625"/>
                  <a:pt x="135571" y="109625"/>
                  <a:pt x="138322" y="100445"/>
                </a:cubicBezTo>
                <a:cubicBezTo>
                  <a:pt x="142194" y="87522"/>
                  <a:pt x="142531" y="88798"/>
                  <a:pt x="132219" y="77384"/>
                </a:cubicBezTo>
                <a:lnTo>
                  <a:pt x="123182" y="67380"/>
                </a:lnTo>
                <a:lnTo>
                  <a:pt x="127316" y="49072"/>
                </a:lnTo>
                <a:cubicBezTo>
                  <a:pt x="131667" y="29805"/>
                  <a:pt x="134422" y="26975"/>
                  <a:pt x="149002" y="26791"/>
                </a:cubicBezTo>
                <a:cubicBezTo>
                  <a:pt x="154177" y="26725"/>
                  <a:pt x="155624" y="25231"/>
                  <a:pt x="156308" y="19245"/>
                </a:cubicBezTo>
                <a:cubicBezTo>
                  <a:pt x="156776" y="15139"/>
                  <a:pt x="155736" y="10900"/>
                  <a:pt x="153995" y="9825"/>
                </a:cubicBezTo>
                <a:cubicBezTo>
                  <a:pt x="148346" y="6334"/>
                  <a:pt x="153520" y="-815"/>
                  <a:pt x="161050" y="76"/>
                </a:cubicBezTo>
                <a:cubicBezTo>
                  <a:pt x="168082" y="908"/>
                  <a:pt x="172982" y="7348"/>
                  <a:pt x="166583" y="7348"/>
                </a:cubicBezTo>
                <a:cubicBezTo>
                  <a:pt x="163388" y="7348"/>
                  <a:pt x="159114" y="19135"/>
                  <a:pt x="154998" y="39300"/>
                </a:cubicBezTo>
                <a:cubicBezTo>
                  <a:pt x="153853" y="44911"/>
                  <a:pt x="154355" y="46439"/>
                  <a:pt x="157050" y="45546"/>
                </a:cubicBezTo>
                <a:cubicBezTo>
                  <a:pt x="160851" y="44288"/>
                  <a:pt x="165520" y="36539"/>
                  <a:pt x="169737" y="24492"/>
                </a:cubicBezTo>
                <a:cubicBezTo>
                  <a:pt x="171898" y="18321"/>
                  <a:pt x="172952" y="17637"/>
                  <a:pt x="176182" y="20317"/>
                </a:cubicBezTo>
                <a:cubicBezTo>
                  <a:pt x="178636" y="22355"/>
                  <a:pt x="179182" y="24572"/>
                  <a:pt x="177678" y="26406"/>
                </a:cubicBezTo>
                <a:cubicBezTo>
                  <a:pt x="176378" y="27992"/>
                  <a:pt x="174502" y="35852"/>
                  <a:pt x="173510" y="43871"/>
                </a:cubicBezTo>
                <a:lnTo>
                  <a:pt x="171706" y="58451"/>
                </a:lnTo>
                <a:lnTo>
                  <a:pt x="179820" y="60233"/>
                </a:lnTo>
                <a:cubicBezTo>
                  <a:pt x="190172" y="62507"/>
                  <a:pt x="195468" y="58253"/>
                  <a:pt x="195468" y="47665"/>
                </a:cubicBezTo>
                <a:cubicBezTo>
                  <a:pt x="195468" y="37295"/>
                  <a:pt x="201609" y="33273"/>
                  <a:pt x="212893" y="36256"/>
                </a:cubicBezTo>
                <a:cubicBezTo>
                  <a:pt x="222809" y="38877"/>
                  <a:pt x="222920" y="39758"/>
                  <a:pt x="215787" y="59322"/>
                </a:cubicBezTo>
                <a:cubicBezTo>
                  <a:pt x="210635" y="73452"/>
                  <a:pt x="209804" y="74357"/>
                  <a:pt x="202515" y="73785"/>
                </a:cubicBezTo>
                <a:cubicBezTo>
                  <a:pt x="198132" y="73441"/>
                  <a:pt x="194241" y="74583"/>
                  <a:pt x="193598" y="76402"/>
                </a:cubicBezTo>
                <a:cubicBezTo>
                  <a:pt x="192970" y="78177"/>
                  <a:pt x="194295" y="79629"/>
                  <a:pt x="196544" y="79629"/>
                </a:cubicBezTo>
                <a:cubicBezTo>
                  <a:pt x="198791" y="79629"/>
                  <a:pt x="200631" y="80768"/>
                  <a:pt x="200631" y="82161"/>
                </a:cubicBezTo>
                <a:cubicBezTo>
                  <a:pt x="200631" y="85088"/>
                  <a:pt x="191380" y="87587"/>
                  <a:pt x="183851" y="86694"/>
                </a:cubicBezTo>
                <a:cubicBezTo>
                  <a:pt x="180197" y="86261"/>
                  <a:pt x="178910" y="87403"/>
                  <a:pt x="179447" y="90600"/>
                </a:cubicBezTo>
                <a:cubicBezTo>
                  <a:pt x="179864" y="93084"/>
                  <a:pt x="178915" y="95117"/>
                  <a:pt x="177337" y="95117"/>
                </a:cubicBezTo>
                <a:cubicBezTo>
                  <a:pt x="175731" y="95117"/>
                  <a:pt x="175129" y="97199"/>
                  <a:pt x="175970" y="99847"/>
                </a:cubicBezTo>
                <a:cubicBezTo>
                  <a:pt x="176899" y="102775"/>
                  <a:pt x="175493" y="106367"/>
                  <a:pt x="172279" y="109275"/>
                </a:cubicBezTo>
                <a:cubicBezTo>
                  <a:pt x="169424" y="111859"/>
                  <a:pt x="165130" y="120185"/>
                  <a:pt x="162736" y="127778"/>
                </a:cubicBezTo>
                <a:cubicBezTo>
                  <a:pt x="160343" y="135371"/>
                  <a:pt x="156854" y="141584"/>
                  <a:pt x="154984" y="141584"/>
                </a:cubicBezTo>
                <a:cubicBezTo>
                  <a:pt x="149300" y="141584"/>
                  <a:pt x="151188" y="148854"/>
                  <a:pt x="157382" y="150820"/>
                </a:cubicBezTo>
                <a:cubicBezTo>
                  <a:pt x="160571" y="151832"/>
                  <a:pt x="164451" y="154398"/>
                  <a:pt x="166003" y="156522"/>
                </a:cubicBezTo>
                <a:cubicBezTo>
                  <a:pt x="168191" y="159513"/>
                  <a:pt x="171101" y="159898"/>
                  <a:pt x="178921" y="158229"/>
                </a:cubicBezTo>
                <a:cubicBezTo>
                  <a:pt x="184472" y="157045"/>
                  <a:pt x="194242" y="155975"/>
                  <a:pt x="200631" y="155851"/>
                </a:cubicBezTo>
                <a:cubicBezTo>
                  <a:pt x="239506" y="155102"/>
                  <a:pt x="240586" y="154881"/>
                  <a:pt x="253127" y="145110"/>
                </a:cubicBezTo>
                <a:cubicBezTo>
                  <a:pt x="266671" y="134558"/>
                  <a:pt x="268972" y="125175"/>
                  <a:pt x="260004" y="117060"/>
                </a:cubicBezTo>
                <a:cubicBezTo>
                  <a:pt x="253254" y="110951"/>
                  <a:pt x="253492" y="108529"/>
                  <a:pt x="261186" y="105023"/>
                </a:cubicBezTo>
                <a:cubicBezTo>
                  <a:pt x="266361" y="102665"/>
                  <a:pt x="269974" y="103183"/>
                  <a:pt x="280779" y="107831"/>
                </a:cubicBezTo>
                <a:cubicBezTo>
                  <a:pt x="296129" y="114435"/>
                  <a:pt x="303140" y="113127"/>
                  <a:pt x="316123" y="101238"/>
                </a:cubicBezTo>
                <a:cubicBezTo>
                  <a:pt x="320574" y="97162"/>
                  <a:pt x="327915" y="90541"/>
                  <a:pt x="332436" y="86525"/>
                </a:cubicBezTo>
                <a:lnTo>
                  <a:pt x="340656" y="79224"/>
                </a:lnTo>
                <a:lnTo>
                  <a:pt x="348855" y="87171"/>
                </a:lnTo>
                <a:cubicBezTo>
                  <a:pt x="353365" y="91541"/>
                  <a:pt x="358951" y="95117"/>
                  <a:pt x="361269" y="95117"/>
                </a:cubicBezTo>
                <a:cubicBezTo>
                  <a:pt x="364761" y="95117"/>
                  <a:pt x="365087" y="96499"/>
                  <a:pt x="363171" y="103178"/>
                </a:cubicBezTo>
                <a:cubicBezTo>
                  <a:pt x="361900" y="107612"/>
                  <a:pt x="358803" y="114292"/>
                  <a:pt x="356290" y="118022"/>
                </a:cubicBezTo>
                <a:cubicBezTo>
                  <a:pt x="353286" y="122482"/>
                  <a:pt x="351997" y="128425"/>
                  <a:pt x="352528" y="135380"/>
                </a:cubicBezTo>
                <a:cubicBezTo>
                  <a:pt x="353262" y="145010"/>
                  <a:pt x="352644" y="146241"/>
                  <a:pt x="345616" y="149152"/>
                </a:cubicBezTo>
                <a:cubicBezTo>
                  <a:pt x="341239" y="150965"/>
                  <a:pt x="337248" y="154934"/>
                  <a:pt x="336399" y="158318"/>
                </a:cubicBezTo>
                <a:cubicBezTo>
                  <a:pt x="335575" y="161601"/>
                  <a:pt x="330673" y="169343"/>
                  <a:pt x="325505" y="175523"/>
                </a:cubicBezTo>
                <a:cubicBezTo>
                  <a:pt x="311850" y="191852"/>
                  <a:pt x="310247" y="196441"/>
                  <a:pt x="315430" y="204352"/>
                </a:cubicBezTo>
                <a:cubicBezTo>
                  <a:pt x="319567" y="210666"/>
                  <a:pt x="319502" y="211324"/>
                  <a:pt x="313994" y="218773"/>
                </a:cubicBezTo>
                <a:cubicBezTo>
                  <a:pt x="309522" y="224822"/>
                  <a:pt x="305556" y="226939"/>
                  <a:pt x="296375" y="228175"/>
                </a:cubicBezTo>
                <a:cubicBezTo>
                  <a:pt x="280209" y="230353"/>
                  <a:pt x="268738" y="234086"/>
                  <a:pt x="265231" y="238311"/>
                </a:cubicBezTo>
                <a:cubicBezTo>
                  <a:pt x="263619" y="240253"/>
                  <a:pt x="254493" y="243158"/>
                  <a:pt x="244951" y="244768"/>
                </a:cubicBezTo>
                <a:cubicBezTo>
                  <a:pt x="224827" y="248162"/>
                  <a:pt x="223542" y="248854"/>
                  <a:pt x="219261" y="258588"/>
                </a:cubicBezTo>
                <a:cubicBezTo>
                  <a:pt x="215450" y="267254"/>
                  <a:pt x="216976" y="270661"/>
                  <a:pt x="224662" y="270643"/>
                </a:cubicBezTo>
                <a:cubicBezTo>
                  <a:pt x="227772" y="270636"/>
                  <a:pt x="235733" y="272571"/>
                  <a:pt x="242353" y="274944"/>
                </a:cubicBezTo>
                <a:cubicBezTo>
                  <a:pt x="253677" y="279002"/>
                  <a:pt x="254241" y="279644"/>
                  <a:pt x="251900" y="285801"/>
                </a:cubicBezTo>
                <a:cubicBezTo>
                  <a:pt x="250237" y="290175"/>
                  <a:pt x="250396" y="296447"/>
                  <a:pt x="252381" y="304719"/>
                </a:cubicBezTo>
                <a:cubicBezTo>
                  <a:pt x="255038" y="315794"/>
                  <a:pt x="255971" y="316937"/>
                  <a:pt x="261267" y="315608"/>
                </a:cubicBezTo>
                <a:cubicBezTo>
                  <a:pt x="264522" y="314791"/>
                  <a:pt x="267946" y="315353"/>
                  <a:pt x="268876" y="316858"/>
                </a:cubicBezTo>
                <a:cubicBezTo>
                  <a:pt x="271618" y="321295"/>
                  <a:pt x="260047" y="334538"/>
                  <a:pt x="252027" y="336142"/>
                </a:cubicBezTo>
                <a:cubicBezTo>
                  <a:pt x="247958" y="336956"/>
                  <a:pt x="238159" y="342892"/>
                  <a:pt x="230251" y="349333"/>
                </a:cubicBezTo>
                <a:cubicBezTo>
                  <a:pt x="219279" y="358270"/>
                  <a:pt x="214445" y="360685"/>
                  <a:pt x="209844" y="359530"/>
                </a:cubicBezTo>
                <a:cubicBezTo>
                  <a:pt x="206527" y="358698"/>
                  <a:pt x="199613" y="359176"/>
                  <a:pt x="194478" y="360594"/>
                </a:cubicBezTo>
                <a:cubicBezTo>
                  <a:pt x="186278" y="362858"/>
                  <a:pt x="185142" y="362612"/>
                  <a:pt x="185142" y="358570"/>
                </a:cubicBezTo>
                <a:close/>
              </a:path>
            </a:pathLst>
          </a:custGeom>
          <a:solidFill>
            <a:srgbClr val="B9B9B9"/>
          </a:solidFill>
          <a:ln w="5163" cap="flat">
            <a:noFill/>
            <a:prstDash val="solid"/>
            <a:miter/>
          </a:ln>
        </p:spPr>
        <p:txBody>
          <a:bodyPr/>
          <a:lstStyle/>
          <a:p>
            <a:endParaRPr lang="es-419" noProof="0" dirty="0"/>
          </a:p>
        </p:txBody>
      </p:sp>
      <p:sp>
        <p:nvSpPr>
          <p:cNvPr id="46" name="Forma libre: forma 45">
            <a:extLst>
              <a:ext uri="{FF2B5EF4-FFF2-40B4-BE49-F238E27FC236}">
                <a16:creationId xmlns:a16="http://schemas.microsoft.com/office/drawing/2014/main" id="{CA18D4C5-7B85-AAA9-DD08-C953ADADA4F4}"/>
              </a:ext>
            </a:extLst>
          </p:cNvPr>
          <p:cNvSpPr/>
          <p:nvPr/>
        </p:nvSpPr>
        <p:spPr>
          <a:xfrm>
            <a:off x="1331227" y="2128697"/>
            <a:ext cx="198884" cy="167193"/>
          </a:xfrm>
          <a:custGeom>
            <a:avLst/>
            <a:gdLst>
              <a:gd name="csX0" fmla="*/ 102761 w 198884"/>
              <a:gd name="csY0" fmla="*/ 161938 h 167193"/>
              <a:gd name="csX1" fmla="*/ 88269 w 198884"/>
              <a:gd name="csY1" fmla="*/ 157454 h 167193"/>
              <a:gd name="csX2" fmla="*/ 69481 w 198884"/>
              <a:gd name="csY2" fmla="*/ 161146 h 167193"/>
              <a:gd name="csX3" fmla="*/ 60039 w 198884"/>
              <a:gd name="csY3" fmla="*/ 160242 h 167193"/>
              <a:gd name="csX4" fmla="*/ 55236 w 198884"/>
              <a:gd name="csY4" fmla="*/ 148107 h 167193"/>
              <a:gd name="csX5" fmla="*/ 50480 w 198884"/>
              <a:gd name="csY5" fmla="*/ 138608 h 167193"/>
              <a:gd name="csX6" fmla="*/ 28907 w 198884"/>
              <a:gd name="csY6" fmla="*/ 140363 h 167193"/>
              <a:gd name="csX7" fmla="*/ 11289 w 198884"/>
              <a:gd name="csY7" fmla="*/ 137781 h 167193"/>
              <a:gd name="csX8" fmla="*/ 6827 w 198884"/>
              <a:gd name="csY8" fmla="*/ 131288 h 167193"/>
              <a:gd name="csX9" fmla="*/ 1775 w 198884"/>
              <a:gd name="csY9" fmla="*/ 129012 h 167193"/>
              <a:gd name="csX10" fmla="*/ 4158 w 198884"/>
              <a:gd name="csY10" fmla="*/ 118778 h 167193"/>
              <a:gd name="csX11" fmla="*/ 5752 w 198884"/>
              <a:gd name="csY11" fmla="*/ 106007 h 167193"/>
              <a:gd name="csX12" fmla="*/ 11789 w 198884"/>
              <a:gd name="csY12" fmla="*/ 81269 h 167193"/>
              <a:gd name="csX13" fmla="*/ 23630 w 198884"/>
              <a:gd name="csY13" fmla="*/ 62821 h 167193"/>
              <a:gd name="csX14" fmla="*/ 32410 w 198884"/>
              <a:gd name="csY14" fmla="*/ 53884 h 167193"/>
              <a:gd name="csX15" fmla="*/ 41084 w 198884"/>
              <a:gd name="csY15" fmla="*/ 33929 h 167193"/>
              <a:gd name="csX16" fmla="*/ 44790 w 198884"/>
              <a:gd name="csY16" fmla="*/ 21065 h 167193"/>
              <a:gd name="csX17" fmla="*/ 50866 w 198884"/>
              <a:gd name="csY17" fmla="*/ 7384 h 167193"/>
              <a:gd name="csX18" fmla="*/ 69085 w 198884"/>
              <a:gd name="csY18" fmla="*/ 3371 h 167193"/>
              <a:gd name="csX19" fmla="*/ 83968 w 198884"/>
              <a:gd name="csY19" fmla="*/ 7430 h 167193"/>
              <a:gd name="csX20" fmla="*/ 103250 w 198884"/>
              <a:gd name="csY20" fmla="*/ 16788 h 167193"/>
              <a:gd name="csX21" fmla="*/ 120904 w 198884"/>
              <a:gd name="csY21" fmla="*/ 28277 h 167193"/>
              <a:gd name="csX22" fmla="*/ 134887 w 198884"/>
              <a:gd name="csY22" fmla="*/ 23438 h 167193"/>
              <a:gd name="csX23" fmla="*/ 159058 w 198884"/>
              <a:gd name="csY23" fmla="*/ 20032 h 167193"/>
              <a:gd name="csX24" fmla="*/ 176483 w 198884"/>
              <a:gd name="csY24" fmla="*/ 28515 h 167193"/>
              <a:gd name="csX25" fmla="*/ 192460 w 198884"/>
              <a:gd name="csY25" fmla="*/ 37014 h 167193"/>
              <a:gd name="csX26" fmla="*/ 196332 w 198884"/>
              <a:gd name="csY26" fmla="*/ 44480 h 167193"/>
              <a:gd name="csX27" fmla="*/ 196153 w 198884"/>
              <a:gd name="csY27" fmla="*/ 52404 h 167193"/>
              <a:gd name="csX28" fmla="*/ 187288 w 198884"/>
              <a:gd name="csY28" fmla="*/ 53879 h 167193"/>
              <a:gd name="csX29" fmla="*/ 174390 w 198884"/>
              <a:gd name="csY29" fmla="*/ 56149 h 167193"/>
              <a:gd name="csX30" fmla="*/ 170518 w 198884"/>
              <a:gd name="csY30" fmla="*/ 64210 h 167193"/>
              <a:gd name="csX31" fmla="*/ 166645 w 198884"/>
              <a:gd name="csY31" fmla="*/ 72206 h 167193"/>
              <a:gd name="csX32" fmla="*/ 158901 w 198884"/>
              <a:gd name="csY32" fmla="*/ 75439 h 167193"/>
              <a:gd name="csX33" fmla="*/ 151157 w 198884"/>
              <a:gd name="csY33" fmla="*/ 76992 h 167193"/>
              <a:gd name="csX34" fmla="*/ 142182 w 198884"/>
              <a:gd name="csY34" fmla="*/ 79321 h 167193"/>
              <a:gd name="csX35" fmla="*/ 127056 w 198884"/>
              <a:gd name="csY35" fmla="*/ 97769 h 167193"/>
              <a:gd name="csX36" fmla="*/ 130544 w 198884"/>
              <a:gd name="csY36" fmla="*/ 109385 h 167193"/>
              <a:gd name="csX37" fmla="*/ 134269 w 198884"/>
              <a:gd name="csY37" fmla="*/ 120288 h 167193"/>
              <a:gd name="csX38" fmla="*/ 148765 w 198884"/>
              <a:gd name="csY38" fmla="*/ 140043 h 167193"/>
              <a:gd name="csX39" fmla="*/ 155377 w 198884"/>
              <a:gd name="csY39" fmla="*/ 157142 h 167193"/>
              <a:gd name="csX40" fmla="*/ 143045 w 198884"/>
              <a:gd name="csY40" fmla="*/ 162040 h 167193"/>
              <a:gd name="csX41" fmla="*/ 102761 w 198884"/>
              <a:gd name="csY41" fmla="*/ 161938 h 167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Lst>
            <a:rect l="l" t="t" r="r" b="b"/>
            <a:pathLst>
              <a:path w="198884" h="167193">
                <a:moveTo>
                  <a:pt x="102761" y="161938"/>
                </a:moveTo>
                <a:cubicBezTo>
                  <a:pt x="101767" y="158136"/>
                  <a:pt x="99022" y="157287"/>
                  <a:pt x="88269" y="157454"/>
                </a:cubicBezTo>
                <a:cubicBezTo>
                  <a:pt x="80973" y="157567"/>
                  <a:pt x="72518" y="159228"/>
                  <a:pt x="69481" y="161146"/>
                </a:cubicBezTo>
                <a:cubicBezTo>
                  <a:pt x="64710" y="164157"/>
                  <a:pt x="63423" y="164033"/>
                  <a:pt x="60039" y="160242"/>
                </a:cubicBezTo>
                <a:cubicBezTo>
                  <a:pt x="57884" y="157827"/>
                  <a:pt x="55723" y="152366"/>
                  <a:pt x="55236" y="148107"/>
                </a:cubicBezTo>
                <a:cubicBezTo>
                  <a:pt x="54750" y="143848"/>
                  <a:pt x="52610" y="139573"/>
                  <a:pt x="50480" y="138608"/>
                </a:cubicBezTo>
                <a:cubicBezTo>
                  <a:pt x="43634" y="135506"/>
                  <a:pt x="32890" y="136379"/>
                  <a:pt x="28907" y="140363"/>
                </a:cubicBezTo>
                <a:cubicBezTo>
                  <a:pt x="22942" y="146328"/>
                  <a:pt x="14628" y="145109"/>
                  <a:pt x="11289" y="137781"/>
                </a:cubicBezTo>
                <a:cubicBezTo>
                  <a:pt x="9671" y="134232"/>
                  <a:pt x="7664" y="131310"/>
                  <a:pt x="6827" y="131288"/>
                </a:cubicBezTo>
                <a:cubicBezTo>
                  <a:pt x="5990" y="131266"/>
                  <a:pt x="3716" y="130242"/>
                  <a:pt x="1775" y="129012"/>
                </a:cubicBezTo>
                <a:cubicBezTo>
                  <a:pt x="-1083" y="127202"/>
                  <a:pt x="-629" y="125253"/>
                  <a:pt x="4158" y="118778"/>
                </a:cubicBezTo>
                <a:cubicBezTo>
                  <a:pt x="9713" y="111264"/>
                  <a:pt x="9810" y="110491"/>
                  <a:pt x="5752" y="106007"/>
                </a:cubicBezTo>
                <a:cubicBezTo>
                  <a:pt x="-610" y="98977"/>
                  <a:pt x="325" y="95142"/>
                  <a:pt x="11789" y="81269"/>
                </a:cubicBezTo>
                <a:cubicBezTo>
                  <a:pt x="17485" y="74376"/>
                  <a:pt x="22814" y="66074"/>
                  <a:pt x="23630" y="62821"/>
                </a:cubicBezTo>
                <a:cubicBezTo>
                  <a:pt x="24447" y="59568"/>
                  <a:pt x="28398" y="55546"/>
                  <a:pt x="32410" y="53884"/>
                </a:cubicBezTo>
                <a:cubicBezTo>
                  <a:pt x="40181" y="50665"/>
                  <a:pt x="43478" y="43081"/>
                  <a:pt x="41084" y="33929"/>
                </a:cubicBezTo>
                <a:cubicBezTo>
                  <a:pt x="40186" y="30493"/>
                  <a:pt x="41619" y="25519"/>
                  <a:pt x="44790" y="21065"/>
                </a:cubicBezTo>
                <a:cubicBezTo>
                  <a:pt x="47634" y="17072"/>
                  <a:pt x="50368" y="10915"/>
                  <a:pt x="50866" y="7384"/>
                </a:cubicBezTo>
                <a:cubicBezTo>
                  <a:pt x="51978" y="-503"/>
                  <a:pt x="60785" y="-2442"/>
                  <a:pt x="69085" y="3371"/>
                </a:cubicBezTo>
                <a:cubicBezTo>
                  <a:pt x="72262" y="5597"/>
                  <a:pt x="78960" y="7424"/>
                  <a:pt x="83968" y="7430"/>
                </a:cubicBezTo>
                <a:cubicBezTo>
                  <a:pt x="90827" y="7440"/>
                  <a:pt x="95585" y="9748"/>
                  <a:pt x="103250" y="16788"/>
                </a:cubicBezTo>
                <a:cubicBezTo>
                  <a:pt x="108847" y="21927"/>
                  <a:pt x="116791" y="27098"/>
                  <a:pt x="120904" y="28277"/>
                </a:cubicBezTo>
                <a:cubicBezTo>
                  <a:pt x="127215" y="30087"/>
                  <a:pt x="129398" y="29332"/>
                  <a:pt x="134887" y="23438"/>
                </a:cubicBezTo>
                <a:cubicBezTo>
                  <a:pt x="142030" y="15767"/>
                  <a:pt x="156507" y="13727"/>
                  <a:pt x="159058" y="20032"/>
                </a:cubicBezTo>
                <a:cubicBezTo>
                  <a:pt x="159855" y="22000"/>
                  <a:pt x="167696" y="25818"/>
                  <a:pt x="176483" y="28515"/>
                </a:cubicBezTo>
                <a:cubicBezTo>
                  <a:pt x="186066" y="31457"/>
                  <a:pt x="192460" y="34858"/>
                  <a:pt x="192460" y="37014"/>
                </a:cubicBezTo>
                <a:cubicBezTo>
                  <a:pt x="192460" y="38991"/>
                  <a:pt x="194203" y="42351"/>
                  <a:pt x="196332" y="44480"/>
                </a:cubicBezTo>
                <a:cubicBezTo>
                  <a:pt x="199774" y="47922"/>
                  <a:pt x="199754" y="48803"/>
                  <a:pt x="196153" y="52404"/>
                </a:cubicBezTo>
                <a:cubicBezTo>
                  <a:pt x="193159" y="55398"/>
                  <a:pt x="190845" y="55783"/>
                  <a:pt x="187288" y="53879"/>
                </a:cubicBezTo>
                <a:cubicBezTo>
                  <a:pt x="179800" y="49872"/>
                  <a:pt x="174390" y="50824"/>
                  <a:pt x="174390" y="56149"/>
                </a:cubicBezTo>
                <a:cubicBezTo>
                  <a:pt x="174390" y="58815"/>
                  <a:pt x="172647" y="62442"/>
                  <a:pt x="170518" y="64210"/>
                </a:cubicBezTo>
                <a:cubicBezTo>
                  <a:pt x="168388" y="65977"/>
                  <a:pt x="166645" y="69575"/>
                  <a:pt x="166645" y="72206"/>
                </a:cubicBezTo>
                <a:cubicBezTo>
                  <a:pt x="166645" y="76143"/>
                  <a:pt x="165276" y="76714"/>
                  <a:pt x="158901" y="75439"/>
                </a:cubicBezTo>
                <a:cubicBezTo>
                  <a:pt x="153734" y="74406"/>
                  <a:pt x="151157" y="74922"/>
                  <a:pt x="151157" y="76992"/>
                </a:cubicBezTo>
                <a:cubicBezTo>
                  <a:pt x="151157" y="78961"/>
                  <a:pt x="147877" y="79812"/>
                  <a:pt x="142182" y="79321"/>
                </a:cubicBezTo>
                <a:cubicBezTo>
                  <a:pt x="130428" y="78308"/>
                  <a:pt x="124889" y="85064"/>
                  <a:pt x="127056" y="97769"/>
                </a:cubicBezTo>
                <a:cubicBezTo>
                  <a:pt x="127904" y="102738"/>
                  <a:pt x="129473" y="107965"/>
                  <a:pt x="130544" y="109385"/>
                </a:cubicBezTo>
                <a:cubicBezTo>
                  <a:pt x="131614" y="110805"/>
                  <a:pt x="133291" y="115711"/>
                  <a:pt x="134269" y="120288"/>
                </a:cubicBezTo>
                <a:cubicBezTo>
                  <a:pt x="135415" y="125645"/>
                  <a:pt x="140578" y="132682"/>
                  <a:pt x="148765" y="140043"/>
                </a:cubicBezTo>
                <a:cubicBezTo>
                  <a:pt x="162833" y="152691"/>
                  <a:pt x="164554" y="157142"/>
                  <a:pt x="155377" y="157142"/>
                </a:cubicBezTo>
                <a:cubicBezTo>
                  <a:pt x="152019" y="157142"/>
                  <a:pt x="146470" y="159346"/>
                  <a:pt x="143045" y="162040"/>
                </a:cubicBezTo>
                <a:cubicBezTo>
                  <a:pt x="134241" y="168966"/>
                  <a:pt x="104579" y="168891"/>
                  <a:pt x="102761" y="161938"/>
                </a:cubicBezTo>
                <a:close/>
              </a:path>
            </a:pathLst>
          </a:custGeom>
          <a:solidFill>
            <a:srgbClr val="B9B9B9"/>
          </a:solidFill>
          <a:ln w="5163" cap="flat">
            <a:noFill/>
            <a:prstDash val="solid"/>
            <a:miter/>
          </a:ln>
        </p:spPr>
        <p:txBody>
          <a:bodyPr/>
          <a:lstStyle/>
          <a:p>
            <a:endParaRPr lang="es-419" noProof="0" dirty="0"/>
          </a:p>
        </p:txBody>
      </p:sp>
      <p:sp>
        <p:nvSpPr>
          <p:cNvPr id="47" name="Forma libre: forma 46">
            <a:extLst>
              <a:ext uri="{FF2B5EF4-FFF2-40B4-BE49-F238E27FC236}">
                <a16:creationId xmlns:a16="http://schemas.microsoft.com/office/drawing/2014/main" id="{F78FB286-0D02-CA1D-19ED-BC433F49116E}"/>
              </a:ext>
            </a:extLst>
          </p:cNvPr>
          <p:cNvSpPr/>
          <p:nvPr/>
        </p:nvSpPr>
        <p:spPr>
          <a:xfrm>
            <a:off x="1461542" y="2144566"/>
            <a:ext cx="129500" cy="144710"/>
          </a:xfrm>
          <a:custGeom>
            <a:avLst/>
            <a:gdLst>
              <a:gd name="csX0" fmla="*/ 39451 w 129500"/>
              <a:gd name="csY0" fmla="*/ 143362 h 144710"/>
              <a:gd name="csX1" fmla="*/ 36297 w 129500"/>
              <a:gd name="csY1" fmla="*/ 137530 h 144710"/>
              <a:gd name="csX2" fmla="*/ 22310 w 129500"/>
              <a:gd name="csY2" fmla="*/ 122582 h 144710"/>
              <a:gd name="csX3" fmla="*/ 6555 w 129500"/>
              <a:gd name="csY3" fmla="*/ 101930 h 144710"/>
              <a:gd name="csX4" fmla="*/ 2723 w 129500"/>
              <a:gd name="csY4" fmla="*/ 90935 h 144710"/>
              <a:gd name="csX5" fmla="*/ 1214 w 129500"/>
              <a:gd name="csY5" fmla="*/ 71343 h 144710"/>
              <a:gd name="csX6" fmla="*/ 12550 w 129500"/>
              <a:gd name="csY6" fmla="*/ 66880 h 144710"/>
              <a:gd name="csX7" fmla="*/ 22940 w 129500"/>
              <a:gd name="csY7" fmla="*/ 63986 h 144710"/>
              <a:gd name="csX8" fmla="*/ 31348 w 129500"/>
              <a:gd name="csY8" fmla="*/ 62963 h 144710"/>
              <a:gd name="csX9" fmla="*/ 38911 w 129500"/>
              <a:gd name="csY9" fmla="*/ 59306 h 144710"/>
              <a:gd name="csX10" fmla="*/ 42783 w 129500"/>
              <a:gd name="csY10" fmla="*/ 50923 h 144710"/>
              <a:gd name="csX11" fmla="*/ 46656 w 129500"/>
              <a:gd name="csY11" fmla="*/ 42586 h 144710"/>
              <a:gd name="csX12" fmla="*/ 51173 w 129500"/>
              <a:gd name="csY12" fmla="*/ 39323 h 144710"/>
              <a:gd name="csX13" fmla="*/ 69566 w 129500"/>
              <a:gd name="csY13" fmla="*/ 37767 h 144710"/>
              <a:gd name="csX14" fmla="*/ 69872 w 129500"/>
              <a:gd name="csY14" fmla="*/ 27120 h 144710"/>
              <a:gd name="csX15" fmla="*/ 67231 w 129500"/>
              <a:gd name="csY15" fmla="*/ 13692 h 144710"/>
              <a:gd name="csX16" fmla="*/ 69736 w 129500"/>
              <a:gd name="csY16" fmla="*/ 7102 h 144710"/>
              <a:gd name="csX17" fmla="*/ 81814 w 129500"/>
              <a:gd name="csY17" fmla="*/ 13524 h 144710"/>
              <a:gd name="csX18" fmla="*/ 100866 w 129500"/>
              <a:gd name="csY18" fmla="*/ 15068 h 144710"/>
              <a:gd name="csX19" fmla="*/ 113355 w 129500"/>
              <a:gd name="csY19" fmla="*/ 326 h 144710"/>
              <a:gd name="csX20" fmla="*/ 116355 w 129500"/>
              <a:gd name="csY20" fmla="*/ 6085 h 144710"/>
              <a:gd name="csX21" fmla="*/ 122928 w 129500"/>
              <a:gd name="csY21" fmla="*/ 21207 h 144710"/>
              <a:gd name="csX22" fmla="*/ 129501 w 129500"/>
              <a:gd name="csY22" fmla="*/ 32422 h 144710"/>
              <a:gd name="csX23" fmla="*/ 122289 w 129500"/>
              <a:gd name="csY23" fmla="*/ 39110 h 144710"/>
              <a:gd name="csX24" fmla="*/ 114210 w 129500"/>
              <a:gd name="csY24" fmla="*/ 43197 h 144710"/>
              <a:gd name="csX25" fmla="*/ 100996 w 129500"/>
              <a:gd name="csY25" fmla="*/ 50277 h 144710"/>
              <a:gd name="csX26" fmla="*/ 91480 w 129500"/>
              <a:gd name="csY26" fmla="*/ 69527 h 144710"/>
              <a:gd name="csX27" fmla="*/ 86825 w 129500"/>
              <a:gd name="csY27" fmla="*/ 82667 h 144710"/>
              <a:gd name="csX28" fmla="*/ 75170 w 129500"/>
              <a:gd name="csY28" fmla="*/ 92424 h 144710"/>
              <a:gd name="csX29" fmla="*/ 62144 w 129500"/>
              <a:gd name="csY29" fmla="*/ 108405 h 144710"/>
              <a:gd name="csX30" fmla="*/ 58272 w 129500"/>
              <a:gd name="csY30" fmla="*/ 119688 h 144710"/>
              <a:gd name="csX31" fmla="*/ 54400 w 129500"/>
              <a:gd name="csY31" fmla="*/ 127352 h 144710"/>
              <a:gd name="csX32" fmla="*/ 52416 w 129500"/>
              <a:gd name="csY32" fmla="*/ 133529 h 144710"/>
              <a:gd name="csX33" fmla="*/ 46503 w 129500"/>
              <a:gd name="csY33" fmla="*/ 140006 h 144710"/>
              <a:gd name="csX34" fmla="*/ 39451 w 129500"/>
              <a:gd name="csY34" fmla="*/ 143362 h 1447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129500" h="144710">
                <a:moveTo>
                  <a:pt x="39451" y="143362"/>
                </a:moveTo>
                <a:cubicBezTo>
                  <a:pt x="37734" y="141645"/>
                  <a:pt x="36315" y="139021"/>
                  <a:pt x="36297" y="137530"/>
                </a:cubicBezTo>
                <a:cubicBezTo>
                  <a:pt x="36279" y="136040"/>
                  <a:pt x="29985" y="129313"/>
                  <a:pt x="22310" y="122582"/>
                </a:cubicBezTo>
                <a:cubicBezTo>
                  <a:pt x="12868" y="114302"/>
                  <a:pt x="7773" y="107623"/>
                  <a:pt x="6555" y="101930"/>
                </a:cubicBezTo>
                <a:cubicBezTo>
                  <a:pt x="5566" y="97303"/>
                  <a:pt x="3842" y="92355"/>
                  <a:pt x="2723" y="90935"/>
                </a:cubicBezTo>
                <a:cubicBezTo>
                  <a:pt x="-91" y="87360"/>
                  <a:pt x="-945" y="76286"/>
                  <a:pt x="1214" y="71343"/>
                </a:cubicBezTo>
                <a:cubicBezTo>
                  <a:pt x="2338" y="68767"/>
                  <a:pt x="6560" y="67105"/>
                  <a:pt x="12550" y="66880"/>
                </a:cubicBezTo>
                <a:cubicBezTo>
                  <a:pt x="17800" y="66683"/>
                  <a:pt x="22476" y="65380"/>
                  <a:pt x="22940" y="63986"/>
                </a:cubicBezTo>
                <a:cubicBezTo>
                  <a:pt x="23405" y="62591"/>
                  <a:pt x="27189" y="62131"/>
                  <a:pt x="31348" y="62963"/>
                </a:cubicBezTo>
                <a:cubicBezTo>
                  <a:pt x="37697" y="64232"/>
                  <a:pt x="38911" y="63645"/>
                  <a:pt x="38911" y="59306"/>
                </a:cubicBezTo>
                <a:cubicBezTo>
                  <a:pt x="38911" y="56463"/>
                  <a:pt x="40654" y="52690"/>
                  <a:pt x="42783" y="50923"/>
                </a:cubicBezTo>
                <a:cubicBezTo>
                  <a:pt x="44913" y="49155"/>
                  <a:pt x="46656" y="45404"/>
                  <a:pt x="46656" y="42586"/>
                </a:cubicBezTo>
                <a:cubicBezTo>
                  <a:pt x="46656" y="38720"/>
                  <a:pt x="47764" y="37919"/>
                  <a:pt x="51173" y="39323"/>
                </a:cubicBezTo>
                <a:cubicBezTo>
                  <a:pt x="61512" y="43579"/>
                  <a:pt x="64377" y="43337"/>
                  <a:pt x="69566" y="37767"/>
                </a:cubicBezTo>
                <a:cubicBezTo>
                  <a:pt x="75009" y="31925"/>
                  <a:pt x="75010" y="31906"/>
                  <a:pt x="69872" y="27120"/>
                </a:cubicBezTo>
                <a:cubicBezTo>
                  <a:pt x="63882" y="21540"/>
                  <a:pt x="64007" y="22172"/>
                  <a:pt x="67231" y="13692"/>
                </a:cubicBezTo>
                <a:lnTo>
                  <a:pt x="69736" y="7102"/>
                </a:lnTo>
                <a:lnTo>
                  <a:pt x="81814" y="13524"/>
                </a:lnTo>
                <a:cubicBezTo>
                  <a:pt x="96277" y="21214"/>
                  <a:pt x="100866" y="21586"/>
                  <a:pt x="100866" y="15068"/>
                </a:cubicBezTo>
                <a:cubicBezTo>
                  <a:pt x="100866" y="8386"/>
                  <a:pt x="109640" y="-1970"/>
                  <a:pt x="113355" y="326"/>
                </a:cubicBezTo>
                <a:cubicBezTo>
                  <a:pt x="115005" y="1346"/>
                  <a:pt x="116355" y="3937"/>
                  <a:pt x="116355" y="6085"/>
                </a:cubicBezTo>
                <a:cubicBezTo>
                  <a:pt x="116355" y="8233"/>
                  <a:pt x="119313" y="15038"/>
                  <a:pt x="122928" y="21207"/>
                </a:cubicBezTo>
                <a:lnTo>
                  <a:pt x="129501" y="32422"/>
                </a:lnTo>
                <a:lnTo>
                  <a:pt x="122289" y="39110"/>
                </a:lnTo>
                <a:cubicBezTo>
                  <a:pt x="118322" y="42788"/>
                  <a:pt x="114687" y="44627"/>
                  <a:pt x="114210" y="43197"/>
                </a:cubicBezTo>
                <a:cubicBezTo>
                  <a:pt x="112111" y="36901"/>
                  <a:pt x="104310" y="41081"/>
                  <a:pt x="100996" y="50277"/>
                </a:cubicBezTo>
                <a:cubicBezTo>
                  <a:pt x="99077" y="55602"/>
                  <a:pt x="94795" y="64264"/>
                  <a:pt x="91480" y="69527"/>
                </a:cubicBezTo>
                <a:cubicBezTo>
                  <a:pt x="88166" y="74789"/>
                  <a:pt x="86071" y="80703"/>
                  <a:pt x="86825" y="82667"/>
                </a:cubicBezTo>
                <a:cubicBezTo>
                  <a:pt x="87734" y="85037"/>
                  <a:pt x="83812" y="88321"/>
                  <a:pt x="75170" y="92424"/>
                </a:cubicBezTo>
                <a:cubicBezTo>
                  <a:pt x="62898" y="98250"/>
                  <a:pt x="62144" y="99174"/>
                  <a:pt x="62144" y="108405"/>
                </a:cubicBezTo>
                <a:cubicBezTo>
                  <a:pt x="62144" y="114732"/>
                  <a:pt x="60773" y="118729"/>
                  <a:pt x="58272" y="119688"/>
                </a:cubicBezTo>
                <a:cubicBezTo>
                  <a:pt x="56143" y="120506"/>
                  <a:pt x="54400" y="123954"/>
                  <a:pt x="54400" y="127352"/>
                </a:cubicBezTo>
                <a:cubicBezTo>
                  <a:pt x="54400" y="130749"/>
                  <a:pt x="53507" y="133529"/>
                  <a:pt x="52416" y="133529"/>
                </a:cubicBezTo>
                <a:cubicBezTo>
                  <a:pt x="51325" y="133529"/>
                  <a:pt x="48664" y="136444"/>
                  <a:pt x="46503" y="140006"/>
                </a:cubicBezTo>
                <a:cubicBezTo>
                  <a:pt x="43429" y="145071"/>
                  <a:pt x="41892" y="145803"/>
                  <a:pt x="39451" y="143362"/>
                </a:cubicBezTo>
                <a:close/>
              </a:path>
            </a:pathLst>
          </a:custGeom>
          <a:solidFill>
            <a:srgbClr val="B9B9B9"/>
          </a:solidFill>
          <a:ln w="5163" cap="flat">
            <a:noFill/>
            <a:prstDash val="solid"/>
            <a:miter/>
          </a:ln>
        </p:spPr>
        <p:txBody>
          <a:bodyPr/>
          <a:lstStyle/>
          <a:p>
            <a:endParaRPr lang="es-419" noProof="0" dirty="0"/>
          </a:p>
        </p:txBody>
      </p:sp>
      <p:sp>
        <p:nvSpPr>
          <p:cNvPr id="48" name="Forma libre: forma 47">
            <a:extLst>
              <a:ext uri="{FF2B5EF4-FFF2-40B4-BE49-F238E27FC236}">
                <a16:creationId xmlns:a16="http://schemas.microsoft.com/office/drawing/2014/main" id="{A290A230-408A-86E8-E9B5-B1E83C2DD633}"/>
              </a:ext>
            </a:extLst>
          </p:cNvPr>
          <p:cNvSpPr/>
          <p:nvPr/>
        </p:nvSpPr>
        <p:spPr>
          <a:xfrm>
            <a:off x="2333829" y="2099494"/>
            <a:ext cx="245950" cy="186219"/>
          </a:xfrm>
          <a:custGeom>
            <a:avLst/>
            <a:gdLst>
              <a:gd name="csX0" fmla="*/ 63193 w 245950"/>
              <a:gd name="csY0" fmla="*/ 151536 h 186219"/>
              <a:gd name="csX1" fmla="*/ 28715 w 245950"/>
              <a:gd name="csY1" fmla="*/ 120621 h 186219"/>
              <a:gd name="csX2" fmla="*/ 15073 w 245950"/>
              <a:gd name="csY2" fmla="*/ 124390 h 186219"/>
              <a:gd name="csX3" fmla="*/ 5596 w 245950"/>
              <a:gd name="csY3" fmla="*/ 124390 h 186219"/>
              <a:gd name="csX4" fmla="*/ 5596 w 245950"/>
              <a:gd name="csY4" fmla="*/ 107763 h 186219"/>
              <a:gd name="csX5" fmla="*/ 3015 w 245950"/>
              <a:gd name="csY5" fmla="*/ 89541 h 186219"/>
              <a:gd name="csX6" fmla="*/ 11404 w 245950"/>
              <a:gd name="csY6" fmla="*/ 63244 h 186219"/>
              <a:gd name="csX7" fmla="*/ 106611 w 245950"/>
              <a:gd name="csY7" fmla="*/ 25070 h 186219"/>
              <a:gd name="csX8" fmla="*/ 133716 w 245950"/>
              <a:gd name="csY8" fmla="*/ 14252 h 186219"/>
              <a:gd name="csX9" fmla="*/ 160483 w 245950"/>
              <a:gd name="csY9" fmla="*/ 1908 h 186219"/>
              <a:gd name="csX10" fmla="*/ 238554 w 245950"/>
              <a:gd name="csY10" fmla="*/ 11931 h 186219"/>
              <a:gd name="csX11" fmla="*/ 245107 w 245950"/>
              <a:gd name="csY11" fmla="*/ 29136 h 186219"/>
              <a:gd name="csX12" fmla="*/ 240861 w 245950"/>
              <a:gd name="csY12" fmla="*/ 62435 h 186219"/>
              <a:gd name="csX13" fmla="*/ 234529 w 245950"/>
              <a:gd name="csY13" fmla="*/ 81796 h 186219"/>
              <a:gd name="csX14" fmla="*/ 183096 w 245950"/>
              <a:gd name="csY14" fmla="*/ 120518 h 186219"/>
              <a:gd name="csX15" fmla="*/ 112584 w 245950"/>
              <a:gd name="csY15" fmla="*/ 172730 h 186219"/>
              <a:gd name="csX16" fmla="*/ 93505 w 245950"/>
              <a:gd name="csY16" fmla="*/ 186220 h 186219"/>
              <a:gd name="csX17" fmla="*/ 63193 w 245950"/>
              <a:gd name="csY17" fmla="*/ 151536 h 1862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245950" h="186219">
                <a:moveTo>
                  <a:pt x="63193" y="151536"/>
                </a:moveTo>
                <a:cubicBezTo>
                  <a:pt x="35962" y="120379"/>
                  <a:pt x="32456" y="117236"/>
                  <a:pt x="28715" y="120621"/>
                </a:cubicBezTo>
                <a:cubicBezTo>
                  <a:pt x="26425" y="122694"/>
                  <a:pt x="20286" y="124390"/>
                  <a:pt x="15073" y="124390"/>
                </a:cubicBezTo>
                <a:lnTo>
                  <a:pt x="5596" y="124390"/>
                </a:lnTo>
                <a:lnTo>
                  <a:pt x="5596" y="107763"/>
                </a:lnTo>
                <a:cubicBezTo>
                  <a:pt x="5596" y="98618"/>
                  <a:pt x="4435" y="90418"/>
                  <a:pt x="3015" y="89541"/>
                </a:cubicBezTo>
                <a:cubicBezTo>
                  <a:pt x="-3245" y="85672"/>
                  <a:pt x="575" y="73700"/>
                  <a:pt x="11404" y="63244"/>
                </a:cubicBezTo>
                <a:cubicBezTo>
                  <a:pt x="30218" y="45081"/>
                  <a:pt x="67101" y="30293"/>
                  <a:pt x="106611" y="25070"/>
                </a:cubicBezTo>
                <a:cubicBezTo>
                  <a:pt x="113529" y="24155"/>
                  <a:pt x="124948" y="19598"/>
                  <a:pt x="133716" y="14252"/>
                </a:cubicBezTo>
                <a:cubicBezTo>
                  <a:pt x="142049" y="9172"/>
                  <a:pt x="154094" y="3617"/>
                  <a:pt x="160483" y="1908"/>
                </a:cubicBezTo>
                <a:cubicBezTo>
                  <a:pt x="179743" y="-3243"/>
                  <a:pt x="225908" y="2684"/>
                  <a:pt x="238554" y="11931"/>
                </a:cubicBezTo>
                <a:cubicBezTo>
                  <a:pt x="241216" y="13878"/>
                  <a:pt x="243864" y="20830"/>
                  <a:pt x="245107" y="29136"/>
                </a:cubicBezTo>
                <a:cubicBezTo>
                  <a:pt x="246841" y="40720"/>
                  <a:pt x="246124" y="46345"/>
                  <a:pt x="240861" y="62435"/>
                </a:cubicBezTo>
                <a:lnTo>
                  <a:pt x="234529" y="81796"/>
                </a:lnTo>
                <a:lnTo>
                  <a:pt x="183096" y="120518"/>
                </a:lnTo>
                <a:cubicBezTo>
                  <a:pt x="154808" y="141815"/>
                  <a:pt x="123078" y="165310"/>
                  <a:pt x="112584" y="172730"/>
                </a:cubicBezTo>
                <a:lnTo>
                  <a:pt x="93505" y="186220"/>
                </a:lnTo>
                <a:lnTo>
                  <a:pt x="63193" y="151536"/>
                </a:lnTo>
                <a:close/>
              </a:path>
            </a:pathLst>
          </a:custGeom>
          <a:solidFill>
            <a:srgbClr val="B9B9B9"/>
          </a:solidFill>
          <a:ln w="5163" cap="flat">
            <a:noFill/>
            <a:prstDash val="solid"/>
            <a:miter/>
          </a:ln>
        </p:spPr>
        <p:txBody>
          <a:bodyPr/>
          <a:lstStyle/>
          <a:p>
            <a:endParaRPr lang="es-419" noProof="0" dirty="0"/>
          </a:p>
        </p:txBody>
      </p:sp>
      <p:sp>
        <p:nvSpPr>
          <p:cNvPr id="49" name="Forma libre: forma 48">
            <a:extLst>
              <a:ext uri="{FF2B5EF4-FFF2-40B4-BE49-F238E27FC236}">
                <a16:creationId xmlns:a16="http://schemas.microsoft.com/office/drawing/2014/main" id="{6C8452E2-4933-A54B-8F9C-F06783BAC863}"/>
              </a:ext>
            </a:extLst>
          </p:cNvPr>
          <p:cNvSpPr/>
          <p:nvPr/>
        </p:nvSpPr>
        <p:spPr>
          <a:xfrm>
            <a:off x="2334670" y="2196667"/>
            <a:ext cx="1839" cy="7968"/>
          </a:xfrm>
          <a:custGeom>
            <a:avLst/>
            <a:gdLst>
              <a:gd name="csX0" fmla="*/ 0 w 1839"/>
              <a:gd name="csY0" fmla="*/ 3984 h 7968"/>
              <a:gd name="csX1" fmla="*/ 1302 w 1839"/>
              <a:gd name="csY1" fmla="*/ 757 h 7968"/>
              <a:gd name="csX2" fmla="*/ 1302 w 1839"/>
              <a:gd name="csY2" fmla="*/ 7211 h 7968"/>
              <a:gd name="csX3" fmla="*/ 0 w 1839"/>
              <a:gd name="csY3" fmla="*/ 3984 h 7968"/>
            </a:gdLst>
            <a:ahLst/>
            <a:cxnLst>
              <a:cxn ang="0">
                <a:pos x="csX0" y="csY0"/>
              </a:cxn>
              <a:cxn ang="0">
                <a:pos x="csX1" y="csY1"/>
              </a:cxn>
              <a:cxn ang="0">
                <a:pos x="csX2" y="csY2"/>
              </a:cxn>
              <a:cxn ang="0">
                <a:pos x="csX3" y="csY3"/>
              </a:cxn>
            </a:cxnLst>
            <a:rect l="l" t="t" r="r" b="b"/>
            <a:pathLst>
              <a:path w="1839" h="7968">
                <a:moveTo>
                  <a:pt x="0" y="3984"/>
                </a:moveTo>
                <a:cubicBezTo>
                  <a:pt x="0" y="435"/>
                  <a:pt x="586" y="-1017"/>
                  <a:pt x="1302" y="757"/>
                </a:cubicBezTo>
                <a:cubicBezTo>
                  <a:pt x="2018" y="2532"/>
                  <a:pt x="2018" y="5436"/>
                  <a:pt x="1302" y="7211"/>
                </a:cubicBezTo>
                <a:cubicBezTo>
                  <a:pt x="586" y="8986"/>
                  <a:pt x="0" y="7534"/>
                  <a:pt x="0" y="3984"/>
                </a:cubicBezTo>
                <a:close/>
              </a:path>
            </a:pathLst>
          </a:custGeom>
          <a:solidFill>
            <a:srgbClr val="B9B9B9"/>
          </a:solidFill>
          <a:ln w="5163" cap="flat">
            <a:noFill/>
            <a:prstDash val="solid"/>
            <a:miter/>
          </a:ln>
        </p:spPr>
        <p:txBody>
          <a:bodyPr/>
          <a:lstStyle/>
          <a:p>
            <a:endParaRPr lang="es-419" noProof="0" dirty="0"/>
          </a:p>
        </p:txBody>
      </p:sp>
      <p:sp>
        <p:nvSpPr>
          <p:cNvPr id="50" name="Forma libre: forma 49">
            <a:extLst>
              <a:ext uri="{FF2B5EF4-FFF2-40B4-BE49-F238E27FC236}">
                <a16:creationId xmlns:a16="http://schemas.microsoft.com/office/drawing/2014/main" id="{57C22D4C-B605-202C-EAFB-70627D572506}"/>
              </a:ext>
            </a:extLst>
          </p:cNvPr>
          <p:cNvSpPr/>
          <p:nvPr/>
        </p:nvSpPr>
        <p:spPr>
          <a:xfrm>
            <a:off x="1309468" y="1877186"/>
            <a:ext cx="342958" cy="300162"/>
          </a:xfrm>
          <a:custGeom>
            <a:avLst/>
            <a:gdLst>
              <a:gd name="csX0" fmla="*/ 295686 w 342958"/>
              <a:gd name="csY0" fmla="*/ 296278 h 300162"/>
              <a:gd name="csX1" fmla="*/ 285863 w 342958"/>
              <a:gd name="csY1" fmla="*/ 292488 h 300162"/>
              <a:gd name="csX2" fmla="*/ 274573 w 342958"/>
              <a:gd name="csY2" fmla="*/ 278339 h 300162"/>
              <a:gd name="csX3" fmla="*/ 265490 w 342958"/>
              <a:gd name="csY3" fmla="*/ 262580 h 300162"/>
              <a:gd name="csX4" fmla="*/ 250359 w 342958"/>
              <a:gd name="csY4" fmla="*/ 277449 h 300162"/>
              <a:gd name="csX5" fmla="*/ 232353 w 342958"/>
              <a:gd name="csY5" fmla="*/ 275755 h 300162"/>
              <a:gd name="csX6" fmla="*/ 216800 w 342958"/>
              <a:gd name="csY6" fmla="*/ 278780 h 300162"/>
              <a:gd name="csX7" fmla="*/ 197688 w 342958"/>
              <a:gd name="csY7" fmla="*/ 275445 h 300162"/>
              <a:gd name="csX8" fmla="*/ 186717 w 342958"/>
              <a:gd name="csY8" fmla="*/ 271836 h 300162"/>
              <a:gd name="csX9" fmla="*/ 183241 w 342958"/>
              <a:gd name="csY9" fmla="*/ 267964 h 300162"/>
              <a:gd name="csX10" fmla="*/ 171812 w 342958"/>
              <a:gd name="csY10" fmla="*/ 264092 h 300162"/>
              <a:gd name="csX11" fmla="*/ 155307 w 342958"/>
              <a:gd name="csY11" fmla="*/ 270545 h 300162"/>
              <a:gd name="csX12" fmla="*/ 128918 w 342958"/>
              <a:gd name="csY12" fmla="*/ 266264 h 300162"/>
              <a:gd name="csX13" fmla="*/ 106345 w 342958"/>
              <a:gd name="csY13" fmla="*/ 255141 h 300162"/>
              <a:gd name="csX14" fmla="*/ 91555 w 342958"/>
              <a:gd name="csY14" fmla="*/ 250269 h 300162"/>
              <a:gd name="csX15" fmla="*/ 81548 w 342958"/>
              <a:gd name="csY15" fmla="*/ 247474 h 300162"/>
              <a:gd name="csX16" fmla="*/ 78435 w 342958"/>
              <a:gd name="csY16" fmla="*/ 239429 h 300162"/>
              <a:gd name="csX17" fmla="*/ 82408 w 342958"/>
              <a:gd name="csY17" fmla="*/ 200657 h 300162"/>
              <a:gd name="csX18" fmla="*/ 83563 w 342958"/>
              <a:gd name="csY18" fmla="*/ 189030 h 300162"/>
              <a:gd name="csX19" fmla="*/ 79311 w 342958"/>
              <a:gd name="csY19" fmla="*/ 164140 h 300162"/>
              <a:gd name="csX20" fmla="*/ 69658 w 342958"/>
              <a:gd name="csY20" fmla="*/ 165664 h 300162"/>
              <a:gd name="csX21" fmla="*/ 52863 w 342958"/>
              <a:gd name="csY21" fmla="*/ 178880 h 300162"/>
              <a:gd name="csX22" fmla="*/ 46310 w 342958"/>
              <a:gd name="csY22" fmla="*/ 180840 h 300162"/>
              <a:gd name="csX23" fmla="*/ 41273 w 342958"/>
              <a:gd name="csY23" fmla="*/ 176042 h 300162"/>
              <a:gd name="csX24" fmla="*/ 28735 w 342958"/>
              <a:gd name="csY24" fmla="*/ 163573 h 300162"/>
              <a:gd name="csX25" fmla="*/ 8346 w 342958"/>
              <a:gd name="csY25" fmla="*/ 134458 h 300162"/>
              <a:gd name="csX26" fmla="*/ 3097 w 342958"/>
              <a:gd name="csY26" fmla="*/ 117621 h 300162"/>
              <a:gd name="csX27" fmla="*/ 147 w 342958"/>
              <a:gd name="csY27" fmla="*/ 113613 h 300162"/>
              <a:gd name="csX28" fmla="*/ 21165 w 342958"/>
              <a:gd name="csY28" fmla="*/ 104003 h 300162"/>
              <a:gd name="csX29" fmla="*/ 72335 w 342958"/>
              <a:gd name="csY29" fmla="*/ 73250 h 300162"/>
              <a:gd name="csX30" fmla="*/ 93508 w 342958"/>
              <a:gd name="csY30" fmla="*/ 38847 h 300162"/>
              <a:gd name="csX31" fmla="*/ 97565 w 342958"/>
              <a:gd name="csY31" fmla="*/ 29800 h 300162"/>
              <a:gd name="csX32" fmla="*/ 109742 w 342958"/>
              <a:gd name="csY32" fmla="*/ 18194 h 300162"/>
              <a:gd name="csX33" fmla="*/ 113822 w 342958"/>
              <a:gd name="csY33" fmla="*/ 11110 h 300162"/>
              <a:gd name="csX34" fmla="*/ 121678 w 342958"/>
              <a:gd name="csY34" fmla="*/ 5555 h 300162"/>
              <a:gd name="csX35" fmla="*/ 127233 w 342958"/>
              <a:gd name="csY35" fmla="*/ 0 h 300162"/>
              <a:gd name="csX36" fmla="*/ 134516 w 342958"/>
              <a:gd name="csY36" fmla="*/ 8782 h 300162"/>
              <a:gd name="csX37" fmla="*/ 141869 w 342958"/>
              <a:gd name="csY37" fmla="*/ 33944 h 300162"/>
              <a:gd name="csX38" fmla="*/ 147505 w 342958"/>
              <a:gd name="csY38" fmla="*/ 58144 h 300162"/>
              <a:gd name="csX39" fmla="*/ 152804 w 342958"/>
              <a:gd name="csY39" fmla="*/ 90810 h 300162"/>
              <a:gd name="csX40" fmla="*/ 162764 w 342958"/>
              <a:gd name="csY40" fmla="*/ 124694 h 300162"/>
              <a:gd name="csX41" fmla="*/ 170334 w 342958"/>
              <a:gd name="csY41" fmla="*/ 121832 h 300162"/>
              <a:gd name="csX42" fmla="*/ 185393 w 342958"/>
              <a:gd name="csY42" fmla="*/ 124884 h 300162"/>
              <a:gd name="csX43" fmla="*/ 190271 w 342958"/>
              <a:gd name="csY43" fmla="*/ 127275 h 300162"/>
              <a:gd name="csX44" fmla="*/ 201229 w 342958"/>
              <a:gd name="csY44" fmla="*/ 139721 h 300162"/>
              <a:gd name="csX45" fmla="*/ 197439 w 342958"/>
              <a:gd name="csY45" fmla="*/ 147005 h 300162"/>
              <a:gd name="csX46" fmla="*/ 196794 w 342958"/>
              <a:gd name="csY46" fmla="*/ 162615 h 300162"/>
              <a:gd name="csX47" fmla="*/ 220205 w 342958"/>
              <a:gd name="csY47" fmla="*/ 171185 h 300162"/>
              <a:gd name="csX48" fmla="*/ 242581 w 342958"/>
              <a:gd name="csY48" fmla="*/ 173796 h 300162"/>
              <a:gd name="csX49" fmla="*/ 259092 w 342958"/>
              <a:gd name="csY49" fmla="*/ 186698 h 300162"/>
              <a:gd name="csX50" fmla="*/ 273592 w 342958"/>
              <a:gd name="csY50" fmla="*/ 197707 h 300162"/>
              <a:gd name="csX51" fmla="*/ 304244 w 342958"/>
              <a:gd name="csY51" fmla="*/ 198591 h 300162"/>
              <a:gd name="csX52" fmla="*/ 333285 w 342958"/>
              <a:gd name="csY52" fmla="*/ 203946 h 300162"/>
              <a:gd name="csX53" fmla="*/ 339205 w 342958"/>
              <a:gd name="csY53" fmla="*/ 216060 h 300162"/>
              <a:gd name="csX54" fmla="*/ 336274 w 342958"/>
              <a:gd name="csY54" fmla="*/ 220854 h 300162"/>
              <a:gd name="csX55" fmla="*/ 328850 w 342958"/>
              <a:gd name="csY55" fmla="*/ 233114 h 300162"/>
              <a:gd name="csX56" fmla="*/ 326965 w 342958"/>
              <a:gd name="csY56" fmla="*/ 236341 h 300162"/>
              <a:gd name="csX57" fmla="*/ 329181 w 342958"/>
              <a:gd name="csY57" fmla="*/ 240859 h 300162"/>
              <a:gd name="csX58" fmla="*/ 331403 w 342958"/>
              <a:gd name="csY58" fmla="*/ 248187 h 300162"/>
              <a:gd name="csX59" fmla="*/ 328049 w 342958"/>
              <a:gd name="csY59" fmla="*/ 258014 h 300162"/>
              <a:gd name="csX60" fmla="*/ 326532 w 342958"/>
              <a:gd name="csY60" fmla="*/ 276244 h 300162"/>
              <a:gd name="csX61" fmla="*/ 325085 w 342958"/>
              <a:gd name="csY61" fmla="*/ 283496 h 300162"/>
              <a:gd name="csX62" fmla="*/ 321398 w 342958"/>
              <a:gd name="csY62" fmla="*/ 292711 h 300162"/>
              <a:gd name="csX63" fmla="*/ 311874 w 342958"/>
              <a:gd name="csY63" fmla="*/ 300150 h 300162"/>
              <a:gd name="csX64" fmla="*/ 295686 w 342958"/>
              <a:gd name="csY64" fmla="*/ 296278 h 3001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Lst>
            <a:rect l="l" t="t" r="r" b="b"/>
            <a:pathLst>
              <a:path w="342958" h="300162">
                <a:moveTo>
                  <a:pt x="295686" y="296278"/>
                </a:moveTo>
                <a:cubicBezTo>
                  <a:pt x="292930" y="294193"/>
                  <a:pt x="288510" y="292488"/>
                  <a:pt x="285863" y="292488"/>
                </a:cubicBezTo>
                <a:cubicBezTo>
                  <a:pt x="282541" y="292488"/>
                  <a:pt x="279045" y="288107"/>
                  <a:pt x="274573" y="278339"/>
                </a:cubicBezTo>
                <a:cubicBezTo>
                  <a:pt x="271011" y="270557"/>
                  <a:pt x="266923" y="263466"/>
                  <a:pt x="265490" y="262580"/>
                </a:cubicBezTo>
                <a:cubicBezTo>
                  <a:pt x="261887" y="260353"/>
                  <a:pt x="250359" y="271682"/>
                  <a:pt x="250359" y="277449"/>
                </a:cubicBezTo>
                <a:cubicBezTo>
                  <a:pt x="250359" y="284106"/>
                  <a:pt x="242694" y="283385"/>
                  <a:pt x="232353" y="275755"/>
                </a:cubicBezTo>
                <a:cubicBezTo>
                  <a:pt x="223375" y="269132"/>
                  <a:pt x="216800" y="270410"/>
                  <a:pt x="216800" y="278780"/>
                </a:cubicBezTo>
                <a:cubicBezTo>
                  <a:pt x="216800" y="282868"/>
                  <a:pt x="211006" y="281857"/>
                  <a:pt x="197688" y="275445"/>
                </a:cubicBezTo>
                <a:cubicBezTo>
                  <a:pt x="193566" y="273460"/>
                  <a:pt x="188628" y="271836"/>
                  <a:pt x="186717" y="271836"/>
                </a:cubicBezTo>
                <a:cubicBezTo>
                  <a:pt x="184805" y="271836"/>
                  <a:pt x="183241" y="270094"/>
                  <a:pt x="183241" y="267964"/>
                </a:cubicBezTo>
                <a:cubicBezTo>
                  <a:pt x="183241" y="265105"/>
                  <a:pt x="180251" y="264092"/>
                  <a:pt x="171812" y="264092"/>
                </a:cubicBezTo>
                <a:cubicBezTo>
                  <a:pt x="162696" y="264092"/>
                  <a:pt x="159356" y="265398"/>
                  <a:pt x="155307" y="270545"/>
                </a:cubicBezTo>
                <a:cubicBezTo>
                  <a:pt x="148138" y="279659"/>
                  <a:pt x="141633" y="278604"/>
                  <a:pt x="128918" y="266264"/>
                </a:cubicBezTo>
                <a:cubicBezTo>
                  <a:pt x="119547" y="257171"/>
                  <a:pt x="116097" y="255470"/>
                  <a:pt x="106345" y="255141"/>
                </a:cubicBezTo>
                <a:cubicBezTo>
                  <a:pt x="98734" y="254884"/>
                  <a:pt x="93722" y="253233"/>
                  <a:pt x="91555" y="250269"/>
                </a:cubicBezTo>
                <a:cubicBezTo>
                  <a:pt x="89207" y="247058"/>
                  <a:pt x="86367" y="246265"/>
                  <a:pt x="81548" y="247474"/>
                </a:cubicBezTo>
                <a:cubicBezTo>
                  <a:pt x="74001" y="249368"/>
                  <a:pt x="73102" y="247043"/>
                  <a:pt x="78435" y="239429"/>
                </a:cubicBezTo>
                <a:cubicBezTo>
                  <a:pt x="83856" y="231688"/>
                  <a:pt x="86528" y="205621"/>
                  <a:pt x="82408" y="200657"/>
                </a:cubicBezTo>
                <a:cubicBezTo>
                  <a:pt x="79647" y="197331"/>
                  <a:pt x="79847" y="195321"/>
                  <a:pt x="83563" y="189030"/>
                </a:cubicBezTo>
                <a:cubicBezTo>
                  <a:pt x="88650" y="180419"/>
                  <a:pt x="87374" y="172952"/>
                  <a:pt x="79311" y="164140"/>
                </a:cubicBezTo>
                <a:cubicBezTo>
                  <a:pt x="73608" y="157907"/>
                  <a:pt x="69658" y="158530"/>
                  <a:pt x="69658" y="165664"/>
                </a:cubicBezTo>
                <a:cubicBezTo>
                  <a:pt x="69658" y="171138"/>
                  <a:pt x="55140" y="182563"/>
                  <a:pt x="52863" y="178880"/>
                </a:cubicBezTo>
                <a:cubicBezTo>
                  <a:pt x="50323" y="174770"/>
                  <a:pt x="46434" y="175933"/>
                  <a:pt x="46310" y="180840"/>
                </a:cubicBezTo>
                <a:cubicBezTo>
                  <a:pt x="46241" y="183582"/>
                  <a:pt x="44262" y="181697"/>
                  <a:pt x="41273" y="176042"/>
                </a:cubicBezTo>
                <a:cubicBezTo>
                  <a:pt x="38533" y="170858"/>
                  <a:pt x="32973" y="165329"/>
                  <a:pt x="28735" y="163573"/>
                </a:cubicBezTo>
                <a:cubicBezTo>
                  <a:pt x="15748" y="158193"/>
                  <a:pt x="9667" y="149510"/>
                  <a:pt x="8346" y="134458"/>
                </a:cubicBezTo>
                <a:cubicBezTo>
                  <a:pt x="7635" y="126353"/>
                  <a:pt x="5506" y="119523"/>
                  <a:pt x="3097" y="117621"/>
                </a:cubicBezTo>
                <a:cubicBezTo>
                  <a:pt x="868" y="115861"/>
                  <a:pt x="-459" y="114058"/>
                  <a:pt x="147" y="113613"/>
                </a:cubicBezTo>
                <a:cubicBezTo>
                  <a:pt x="7952" y="107892"/>
                  <a:pt x="16388" y="104034"/>
                  <a:pt x="21165" y="104003"/>
                </a:cubicBezTo>
                <a:cubicBezTo>
                  <a:pt x="38718" y="103886"/>
                  <a:pt x="49596" y="97348"/>
                  <a:pt x="72335" y="73250"/>
                </a:cubicBezTo>
                <a:cubicBezTo>
                  <a:pt x="94445" y="49819"/>
                  <a:pt x="94883" y="49106"/>
                  <a:pt x="93508" y="38847"/>
                </a:cubicBezTo>
                <a:cubicBezTo>
                  <a:pt x="92208" y="29159"/>
                  <a:pt x="92513" y="28479"/>
                  <a:pt x="97565" y="29800"/>
                </a:cubicBezTo>
                <a:cubicBezTo>
                  <a:pt x="103852" y="31444"/>
                  <a:pt x="107223" y="28231"/>
                  <a:pt x="109742" y="18194"/>
                </a:cubicBezTo>
                <a:cubicBezTo>
                  <a:pt x="110720" y="14298"/>
                  <a:pt x="112556" y="11110"/>
                  <a:pt x="113822" y="11110"/>
                </a:cubicBezTo>
                <a:cubicBezTo>
                  <a:pt x="115088" y="11110"/>
                  <a:pt x="118623" y="8610"/>
                  <a:pt x="121678" y="5555"/>
                </a:cubicBezTo>
                <a:lnTo>
                  <a:pt x="127233" y="0"/>
                </a:lnTo>
                <a:lnTo>
                  <a:pt x="134516" y="8782"/>
                </a:lnTo>
                <a:cubicBezTo>
                  <a:pt x="140793" y="16350"/>
                  <a:pt x="141809" y="19826"/>
                  <a:pt x="141869" y="33944"/>
                </a:cubicBezTo>
                <a:cubicBezTo>
                  <a:pt x="141922" y="46507"/>
                  <a:pt x="143236" y="52147"/>
                  <a:pt x="147505" y="58144"/>
                </a:cubicBezTo>
                <a:cubicBezTo>
                  <a:pt x="152339" y="64931"/>
                  <a:pt x="153038" y="69240"/>
                  <a:pt x="152804" y="90810"/>
                </a:cubicBezTo>
                <a:cubicBezTo>
                  <a:pt x="152465" y="122159"/>
                  <a:pt x="153210" y="124694"/>
                  <a:pt x="162764" y="124694"/>
                </a:cubicBezTo>
                <a:cubicBezTo>
                  <a:pt x="166927" y="124694"/>
                  <a:pt x="170334" y="123406"/>
                  <a:pt x="170334" y="121832"/>
                </a:cubicBezTo>
                <a:cubicBezTo>
                  <a:pt x="170334" y="118431"/>
                  <a:pt x="184072" y="121216"/>
                  <a:pt x="185393" y="124884"/>
                </a:cubicBezTo>
                <a:cubicBezTo>
                  <a:pt x="185866" y="126199"/>
                  <a:pt x="188061" y="127275"/>
                  <a:pt x="190271" y="127275"/>
                </a:cubicBezTo>
                <a:cubicBezTo>
                  <a:pt x="194758" y="127275"/>
                  <a:pt x="201103" y="134482"/>
                  <a:pt x="201229" y="139721"/>
                </a:cubicBezTo>
                <a:cubicBezTo>
                  <a:pt x="201275" y="141597"/>
                  <a:pt x="199569" y="144875"/>
                  <a:pt x="197439" y="147005"/>
                </a:cubicBezTo>
                <a:cubicBezTo>
                  <a:pt x="192728" y="151716"/>
                  <a:pt x="192413" y="159339"/>
                  <a:pt x="196794" y="162615"/>
                </a:cubicBezTo>
                <a:cubicBezTo>
                  <a:pt x="198569" y="163942"/>
                  <a:pt x="209104" y="167799"/>
                  <a:pt x="220205" y="171185"/>
                </a:cubicBezTo>
                <a:cubicBezTo>
                  <a:pt x="236917" y="176284"/>
                  <a:pt x="240766" y="176733"/>
                  <a:pt x="242581" y="173796"/>
                </a:cubicBezTo>
                <a:cubicBezTo>
                  <a:pt x="245948" y="168348"/>
                  <a:pt x="255565" y="175863"/>
                  <a:pt x="259092" y="186698"/>
                </a:cubicBezTo>
                <a:cubicBezTo>
                  <a:pt x="261627" y="194485"/>
                  <a:pt x="263378" y="195815"/>
                  <a:pt x="273592" y="197707"/>
                </a:cubicBezTo>
                <a:cubicBezTo>
                  <a:pt x="279981" y="198890"/>
                  <a:pt x="293775" y="199289"/>
                  <a:pt x="304244" y="198591"/>
                </a:cubicBezTo>
                <a:cubicBezTo>
                  <a:pt x="321502" y="197442"/>
                  <a:pt x="324213" y="197942"/>
                  <a:pt x="333285" y="203946"/>
                </a:cubicBezTo>
                <a:cubicBezTo>
                  <a:pt x="344213" y="211177"/>
                  <a:pt x="345431" y="213671"/>
                  <a:pt x="339205" y="216060"/>
                </a:cubicBezTo>
                <a:cubicBezTo>
                  <a:pt x="336957" y="216923"/>
                  <a:pt x="335638" y="219080"/>
                  <a:pt x="336274" y="220854"/>
                </a:cubicBezTo>
                <a:cubicBezTo>
                  <a:pt x="337968" y="225576"/>
                  <a:pt x="333403" y="233114"/>
                  <a:pt x="328850" y="233114"/>
                </a:cubicBezTo>
                <a:cubicBezTo>
                  <a:pt x="326331" y="233114"/>
                  <a:pt x="325653" y="234275"/>
                  <a:pt x="326965" y="236341"/>
                </a:cubicBezTo>
                <a:cubicBezTo>
                  <a:pt x="328092" y="238116"/>
                  <a:pt x="329089" y="240149"/>
                  <a:pt x="329181" y="240859"/>
                </a:cubicBezTo>
                <a:cubicBezTo>
                  <a:pt x="329272" y="241569"/>
                  <a:pt x="330272" y="244866"/>
                  <a:pt x="331403" y="248187"/>
                </a:cubicBezTo>
                <a:cubicBezTo>
                  <a:pt x="332991" y="252852"/>
                  <a:pt x="332229" y="255087"/>
                  <a:pt x="328049" y="258014"/>
                </a:cubicBezTo>
                <a:cubicBezTo>
                  <a:pt x="321663" y="262487"/>
                  <a:pt x="321157" y="268570"/>
                  <a:pt x="326532" y="276244"/>
                </a:cubicBezTo>
                <a:cubicBezTo>
                  <a:pt x="330115" y="281360"/>
                  <a:pt x="330000" y="281936"/>
                  <a:pt x="325085" y="283496"/>
                </a:cubicBezTo>
                <a:cubicBezTo>
                  <a:pt x="320727" y="284879"/>
                  <a:pt x="320050" y="286571"/>
                  <a:pt x="321398" y="292711"/>
                </a:cubicBezTo>
                <a:cubicBezTo>
                  <a:pt x="323026" y="300123"/>
                  <a:pt x="322888" y="300231"/>
                  <a:pt x="311874" y="300150"/>
                </a:cubicBezTo>
                <a:cubicBezTo>
                  <a:pt x="305727" y="300105"/>
                  <a:pt x="298443" y="298362"/>
                  <a:pt x="295686" y="296278"/>
                </a:cubicBezTo>
                <a:close/>
              </a:path>
            </a:pathLst>
          </a:custGeom>
          <a:solidFill>
            <a:srgbClr val="B9B9B9"/>
          </a:solidFill>
          <a:ln w="5163" cap="flat">
            <a:noFill/>
            <a:prstDash val="solid"/>
            <a:miter/>
          </a:ln>
        </p:spPr>
        <p:txBody>
          <a:bodyPr/>
          <a:lstStyle/>
          <a:p>
            <a:endParaRPr lang="es-419" noProof="0" dirty="0"/>
          </a:p>
        </p:txBody>
      </p:sp>
      <p:sp>
        <p:nvSpPr>
          <p:cNvPr id="51" name="Forma libre: forma 50">
            <a:extLst>
              <a:ext uri="{FF2B5EF4-FFF2-40B4-BE49-F238E27FC236}">
                <a16:creationId xmlns:a16="http://schemas.microsoft.com/office/drawing/2014/main" id="{3A9C5859-3690-A46A-DB2C-C779E8544448}"/>
              </a:ext>
            </a:extLst>
          </p:cNvPr>
          <p:cNvSpPr/>
          <p:nvPr/>
        </p:nvSpPr>
        <p:spPr>
          <a:xfrm>
            <a:off x="1257795" y="2071057"/>
            <a:ext cx="87522" cy="67430"/>
          </a:xfrm>
          <a:custGeom>
            <a:avLst/>
            <a:gdLst>
              <a:gd name="csX0" fmla="*/ 3976 w 87522"/>
              <a:gd name="csY0" fmla="*/ 62589 h 67430"/>
              <a:gd name="csX1" fmla="*/ 1611 w 87522"/>
              <a:gd name="csY1" fmla="*/ 35473 h 67430"/>
              <a:gd name="csX2" fmla="*/ 13354 w 87522"/>
              <a:gd name="csY2" fmla="*/ 26110 h 67430"/>
              <a:gd name="csX3" fmla="*/ 24928 w 87522"/>
              <a:gd name="csY3" fmla="*/ 17185 h 67430"/>
              <a:gd name="csX4" fmla="*/ 28816 w 87522"/>
              <a:gd name="csY4" fmla="*/ 13430 h 67430"/>
              <a:gd name="csX5" fmla="*/ 55396 w 87522"/>
              <a:gd name="csY5" fmla="*/ 696 h 67430"/>
              <a:gd name="csX6" fmla="*/ 76595 w 87522"/>
              <a:gd name="csY6" fmla="*/ 27413 h 67430"/>
              <a:gd name="csX7" fmla="*/ 81474 w 87522"/>
              <a:gd name="csY7" fmla="*/ 35237 h 67430"/>
              <a:gd name="csX8" fmla="*/ 81963 w 87522"/>
              <a:gd name="csY8" fmla="*/ 49346 h 67430"/>
              <a:gd name="csX9" fmla="*/ 69036 w 87522"/>
              <a:gd name="csY9" fmla="*/ 59608 h 67430"/>
              <a:gd name="csX10" fmla="*/ 36947 w 87522"/>
              <a:gd name="csY10" fmla="*/ 62618 h 67430"/>
              <a:gd name="csX11" fmla="*/ 17042 w 87522"/>
              <a:gd name="csY11" fmla="*/ 62345 h 67430"/>
              <a:gd name="csX12" fmla="*/ 3976 w 87522"/>
              <a:gd name="csY12" fmla="*/ 62589 h 67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7522" h="67430">
                <a:moveTo>
                  <a:pt x="3976" y="62589"/>
                </a:moveTo>
                <a:cubicBezTo>
                  <a:pt x="-42" y="58150"/>
                  <a:pt x="-1347" y="43182"/>
                  <a:pt x="1611" y="35473"/>
                </a:cubicBezTo>
                <a:cubicBezTo>
                  <a:pt x="2496" y="33167"/>
                  <a:pt x="7780" y="28954"/>
                  <a:pt x="13354" y="26110"/>
                </a:cubicBezTo>
                <a:cubicBezTo>
                  <a:pt x="18927" y="23267"/>
                  <a:pt x="24135" y="19251"/>
                  <a:pt x="24928" y="17185"/>
                </a:cubicBezTo>
                <a:cubicBezTo>
                  <a:pt x="25721" y="15120"/>
                  <a:pt x="27470" y="13430"/>
                  <a:pt x="28816" y="13430"/>
                </a:cubicBezTo>
                <a:cubicBezTo>
                  <a:pt x="32726" y="13430"/>
                  <a:pt x="53752" y="3357"/>
                  <a:pt x="55396" y="696"/>
                </a:cubicBezTo>
                <a:cubicBezTo>
                  <a:pt x="58624" y="-4526"/>
                  <a:pt x="78997" y="21152"/>
                  <a:pt x="76595" y="27413"/>
                </a:cubicBezTo>
                <a:cubicBezTo>
                  <a:pt x="75767" y="29569"/>
                  <a:pt x="77801" y="32831"/>
                  <a:pt x="81474" y="35237"/>
                </a:cubicBezTo>
                <a:cubicBezTo>
                  <a:pt x="89349" y="40396"/>
                  <a:pt x="89558" y="46431"/>
                  <a:pt x="81963" y="49346"/>
                </a:cubicBezTo>
                <a:cubicBezTo>
                  <a:pt x="78769" y="50572"/>
                  <a:pt x="72952" y="55190"/>
                  <a:pt x="69036" y="59608"/>
                </a:cubicBezTo>
                <a:cubicBezTo>
                  <a:pt x="60658" y="69060"/>
                  <a:pt x="52768" y="69801"/>
                  <a:pt x="36947" y="62618"/>
                </a:cubicBezTo>
                <a:cubicBezTo>
                  <a:pt x="26493" y="57872"/>
                  <a:pt x="25833" y="57863"/>
                  <a:pt x="17042" y="62345"/>
                </a:cubicBezTo>
                <a:cubicBezTo>
                  <a:pt x="8489" y="66705"/>
                  <a:pt x="7714" y="66720"/>
                  <a:pt x="3976" y="62589"/>
                </a:cubicBezTo>
                <a:close/>
              </a:path>
            </a:pathLst>
          </a:custGeom>
          <a:solidFill>
            <a:srgbClr val="B9B9B9"/>
          </a:solidFill>
          <a:ln w="5163" cap="flat">
            <a:noFill/>
            <a:prstDash val="solid"/>
            <a:miter/>
          </a:ln>
        </p:spPr>
        <p:txBody>
          <a:bodyPr/>
          <a:lstStyle/>
          <a:p>
            <a:endParaRPr lang="es-419" noProof="0" dirty="0"/>
          </a:p>
        </p:txBody>
      </p:sp>
      <p:sp>
        <p:nvSpPr>
          <p:cNvPr id="52" name="Forma libre: forma 51">
            <a:extLst>
              <a:ext uri="{FF2B5EF4-FFF2-40B4-BE49-F238E27FC236}">
                <a16:creationId xmlns:a16="http://schemas.microsoft.com/office/drawing/2014/main" id="{EA3780A3-C7D9-E881-C372-C6FEDE05F5A8}"/>
              </a:ext>
            </a:extLst>
          </p:cNvPr>
          <p:cNvSpPr/>
          <p:nvPr/>
        </p:nvSpPr>
        <p:spPr>
          <a:xfrm>
            <a:off x="1498388" y="1582666"/>
            <a:ext cx="245235" cy="503912"/>
          </a:xfrm>
          <a:custGeom>
            <a:avLst/>
            <a:gdLst>
              <a:gd name="csX0" fmla="*/ 181623 w 245235"/>
              <a:gd name="csY0" fmla="*/ 494203 h 503912"/>
              <a:gd name="csX1" fmla="*/ 158452 w 245235"/>
              <a:gd name="csY1" fmla="*/ 485687 h 503912"/>
              <a:gd name="csX2" fmla="*/ 148342 w 245235"/>
              <a:gd name="csY2" fmla="*/ 487770 h 503912"/>
              <a:gd name="csX3" fmla="*/ 119521 w 245235"/>
              <a:gd name="csY3" fmla="*/ 489801 h 503912"/>
              <a:gd name="csX4" fmla="*/ 87472 w 245235"/>
              <a:gd name="csY4" fmla="*/ 489620 h 503912"/>
              <a:gd name="csX5" fmla="*/ 73190 w 245235"/>
              <a:gd name="csY5" fmla="*/ 478988 h 503912"/>
              <a:gd name="csX6" fmla="*/ 52773 w 245235"/>
              <a:gd name="csY6" fmla="*/ 460575 h 503912"/>
              <a:gd name="csX7" fmla="*/ 49575 w 245235"/>
              <a:gd name="csY7" fmla="*/ 464677 h 503912"/>
              <a:gd name="csX8" fmla="*/ 47915 w 245235"/>
              <a:gd name="csY8" fmla="*/ 467591 h 503912"/>
              <a:gd name="csX9" fmla="*/ 13036 w 245235"/>
              <a:gd name="csY9" fmla="*/ 456319 h 503912"/>
              <a:gd name="csX10" fmla="*/ 12217 w 245235"/>
              <a:gd name="csY10" fmla="*/ 442447 h 503912"/>
              <a:gd name="csX11" fmla="*/ 16234 w 245235"/>
              <a:gd name="csY11" fmla="*/ 437376 h 503912"/>
              <a:gd name="csX12" fmla="*/ 3077 w 245235"/>
              <a:gd name="csY12" fmla="*/ 417673 h 503912"/>
              <a:gd name="csX13" fmla="*/ 0 w 245235"/>
              <a:gd name="csY13" fmla="*/ 409784 h 503912"/>
              <a:gd name="csX14" fmla="*/ 6196 w 245235"/>
              <a:gd name="csY14" fmla="*/ 402269 h 503912"/>
              <a:gd name="csX15" fmla="*/ 12532 w 245235"/>
              <a:gd name="csY15" fmla="*/ 401839 h 503912"/>
              <a:gd name="csX16" fmla="*/ 13332 w 245235"/>
              <a:gd name="csY16" fmla="*/ 389178 h 503912"/>
              <a:gd name="csX17" fmla="*/ 18583 w 245235"/>
              <a:gd name="csY17" fmla="*/ 371495 h 503912"/>
              <a:gd name="csX18" fmla="*/ 33934 w 245235"/>
              <a:gd name="csY18" fmla="*/ 366100 h 503912"/>
              <a:gd name="csX19" fmla="*/ 49768 w 245235"/>
              <a:gd name="csY19" fmla="*/ 361841 h 503912"/>
              <a:gd name="csX20" fmla="*/ 46692 w 245235"/>
              <a:gd name="csY20" fmla="*/ 337409 h 503912"/>
              <a:gd name="csX21" fmla="*/ 42031 w 245235"/>
              <a:gd name="csY21" fmla="*/ 321770 h 503912"/>
              <a:gd name="csX22" fmla="*/ 39524 w 245235"/>
              <a:gd name="csY22" fmla="*/ 295336 h 503912"/>
              <a:gd name="csX23" fmla="*/ 41858 w 245235"/>
              <a:gd name="csY23" fmla="*/ 287644 h 503912"/>
              <a:gd name="csX24" fmla="*/ 57042 w 245235"/>
              <a:gd name="csY24" fmla="*/ 277265 h 503912"/>
              <a:gd name="csX25" fmla="*/ 69737 w 245235"/>
              <a:gd name="csY25" fmla="*/ 269502 h 503912"/>
              <a:gd name="csX26" fmla="*/ 79509 w 245235"/>
              <a:gd name="csY26" fmla="*/ 253317 h 503912"/>
              <a:gd name="csX27" fmla="*/ 95370 w 245235"/>
              <a:gd name="csY27" fmla="*/ 241529 h 503912"/>
              <a:gd name="csX28" fmla="*/ 141543 w 245235"/>
              <a:gd name="csY28" fmla="*/ 207386 h 503912"/>
              <a:gd name="csX29" fmla="*/ 135987 w 245235"/>
              <a:gd name="csY29" fmla="*/ 199791 h 503912"/>
              <a:gd name="csX30" fmla="*/ 127900 w 245235"/>
              <a:gd name="csY30" fmla="*/ 166538 h 503912"/>
              <a:gd name="csX31" fmla="*/ 127266 w 245235"/>
              <a:gd name="csY31" fmla="*/ 150064 h 503912"/>
              <a:gd name="csX32" fmla="*/ 118230 w 245235"/>
              <a:gd name="csY32" fmla="*/ 149351 h 503912"/>
              <a:gd name="csX33" fmla="*/ 106311 w 245235"/>
              <a:gd name="csY33" fmla="*/ 151014 h 503912"/>
              <a:gd name="csX34" fmla="*/ 100187 w 245235"/>
              <a:gd name="csY34" fmla="*/ 149485 h 503912"/>
              <a:gd name="csX35" fmla="*/ 89795 w 245235"/>
              <a:gd name="csY35" fmla="*/ 145581 h 503912"/>
              <a:gd name="csX36" fmla="*/ 79509 w 245235"/>
              <a:gd name="csY36" fmla="*/ 132462 h 503912"/>
              <a:gd name="csX37" fmla="*/ 74746 w 245235"/>
              <a:gd name="csY37" fmla="*/ 127510 h 503912"/>
              <a:gd name="csX38" fmla="*/ 61439 w 245235"/>
              <a:gd name="csY38" fmla="*/ 106041 h 503912"/>
              <a:gd name="csX39" fmla="*/ 51376 w 245235"/>
              <a:gd name="csY39" fmla="*/ 92403 h 503912"/>
              <a:gd name="csX40" fmla="*/ 43631 w 245235"/>
              <a:gd name="csY40" fmla="*/ 82710 h 503912"/>
              <a:gd name="csX41" fmla="*/ 40756 w 245235"/>
              <a:gd name="csY41" fmla="*/ 70719 h 503912"/>
              <a:gd name="csX42" fmla="*/ 37174 w 245235"/>
              <a:gd name="csY42" fmla="*/ 60642 h 503912"/>
              <a:gd name="csX43" fmla="*/ 23391 w 245235"/>
              <a:gd name="csY43" fmla="*/ 17685 h 503912"/>
              <a:gd name="csX44" fmla="*/ 16983 w 245235"/>
              <a:gd name="csY44" fmla="*/ 12409 h 503912"/>
              <a:gd name="csX45" fmla="*/ 27512 w 245235"/>
              <a:gd name="csY45" fmla="*/ 5441 h 503912"/>
              <a:gd name="csX46" fmla="*/ 44577 w 245235"/>
              <a:gd name="csY46" fmla="*/ 1452 h 503912"/>
              <a:gd name="csX47" fmla="*/ 51418 w 245235"/>
              <a:gd name="csY47" fmla="*/ 21016 h 503912"/>
              <a:gd name="csX48" fmla="*/ 53995 w 245235"/>
              <a:gd name="csY48" fmla="*/ 32559 h 503912"/>
              <a:gd name="csX49" fmla="*/ 56749 w 245235"/>
              <a:gd name="csY49" fmla="*/ 46824 h 503912"/>
              <a:gd name="csX50" fmla="*/ 61515 w 245235"/>
              <a:gd name="csY50" fmla="*/ 64401 h 503912"/>
              <a:gd name="csX51" fmla="*/ 66783 w 245235"/>
              <a:gd name="csY51" fmla="*/ 80478 h 503912"/>
              <a:gd name="csX52" fmla="*/ 69183 w 245235"/>
              <a:gd name="csY52" fmla="*/ 82335 h 503912"/>
              <a:gd name="csX53" fmla="*/ 72797 w 245235"/>
              <a:gd name="csY53" fmla="*/ 89434 h 503912"/>
              <a:gd name="csX54" fmla="*/ 77368 w 245235"/>
              <a:gd name="csY54" fmla="*/ 95891 h 503912"/>
              <a:gd name="csX55" fmla="*/ 83382 w 245235"/>
              <a:gd name="csY55" fmla="*/ 106862 h 503912"/>
              <a:gd name="csX56" fmla="*/ 91209 w 245235"/>
              <a:gd name="csY56" fmla="*/ 114603 h 503912"/>
              <a:gd name="csX57" fmla="*/ 115649 w 245235"/>
              <a:gd name="csY57" fmla="*/ 125394 h 503912"/>
              <a:gd name="csX58" fmla="*/ 132428 w 245235"/>
              <a:gd name="csY58" fmla="*/ 131624 h 503912"/>
              <a:gd name="csX59" fmla="*/ 150553 w 245235"/>
              <a:gd name="csY59" fmla="*/ 139348 h 503912"/>
              <a:gd name="csX60" fmla="*/ 176368 w 245235"/>
              <a:gd name="csY60" fmla="*/ 146927 h 503912"/>
              <a:gd name="csX61" fmla="*/ 211382 w 245235"/>
              <a:gd name="csY61" fmla="*/ 156343 h 503912"/>
              <a:gd name="csX62" fmla="*/ 230401 w 245235"/>
              <a:gd name="csY62" fmla="*/ 161456 h 503912"/>
              <a:gd name="csX63" fmla="*/ 244475 w 245235"/>
              <a:gd name="csY63" fmla="*/ 154799 h 503912"/>
              <a:gd name="csX64" fmla="*/ 229656 w 245235"/>
              <a:gd name="csY64" fmla="*/ 212698 h 503912"/>
              <a:gd name="csX65" fmla="*/ 216833 w 245235"/>
              <a:gd name="csY65" fmla="*/ 242385 h 503912"/>
              <a:gd name="csX66" fmla="*/ 205960 w 245235"/>
              <a:gd name="csY66" fmla="*/ 288674 h 503912"/>
              <a:gd name="csX67" fmla="*/ 203418 w 245235"/>
              <a:gd name="csY67" fmla="*/ 300468 h 503912"/>
              <a:gd name="csX68" fmla="*/ 200956 w 245235"/>
              <a:gd name="csY68" fmla="*/ 300468 h 503912"/>
              <a:gd name="csX69" fmla="*/ 214917 w 245235"/>
              <a:gd name="csY69" fmla="*/ 237240 h 503912"/>
              <a:gd name="csX70" fmla="*/ 224070 w 245235"/>
              <a:gd name="csY70" fmla="*/ 211401 h 503912"/>
              <a:gd name="csX71" fmla="*/ 218637 w 245235"/>
              <a:gd name="csY71" fmla="*/ 205384 h 503912"/>
              <a:gd name="csX72" fmla="*/ 214956 w 245235"/>
              <a:gd name="csY72" fmla="*/ 204826 h 503912"/>
              <a:gd name="csX73" fmla="*/ 214905 w 245235"/>
              <a:gd name="csY73" fmla="*/ 215873 h 503912"/>
              <a:gd name="csX74" fmla="*/ 213101 w 245235"/>
              <a:gd name="csY74" fmla="*/ 224084 h 503912"/>
              <a:gd name="csX75" fmla="*/ 208491 w 245235"/>
              <a:gd name="csY75" fmla="*/ 218391 h 503912"/>
              <a:gd name="csX76" fmla="*/ 197466 w 245235"/>
              <a:gd name="csY76" fmla="*/ 218019 h 503912"/>
              <a:gd name="csX77" fmla="*/ 199747 w 245235"/>
              <a:gd name="csY77" fmla="*/ 224749 h 503912"/>
              <a:gd name="csX78" fmla="*/ 203418 w 245235"/>
              <a:gd name="csY78" fmla="*/ 228616 h 503912"/>
              <a:gd name="csX79" fmla="*/ 201015 w 245235"/>
              <a:gd name="csY79" fmla="*/ 229588 h 503912"/>
              <a:gd name="csX80" fmla="*/ 196991 w 245235"/>
              <a:gd name="csY80" fmla="*/ 230726 h 503912"/>
              <a:gd name="csX81" fmla="*/ 198308 w 245235"/>
              <a:gd name="csY81" fmla="*/ 233350 h 503912"/>
              <a:gd name="csX82" fmla="*/ 199523 w 245235"/>
              <a:gd name="csY82" fmla="*/ 241200 h 503912"/>
              <a:gd name="csX83" fmla="*/ 200899 w 245235"/>
              <a:gd name="csY83" fmla="*/ 252786 h 503912"/>
              <a:gd name="csX84" fmla="*/ 200228 w 245235"/>
              <a:gd name="csY84" fmla="*/ 257969 h 503912"/>
              <a:gd name="csX85" fmla="*/ 197509 w 245235"/>
              <a:gd name="csY85" fmla="*/ 272843 h 503912"/>
              <a:gd name="csX86" fmla="*/ 194340 w 245235"/>
              <a:gd name="csY86" fmla="*/ 281107 h 503912"/>
              <a:gd name="csX87" fmla="*/ 191370 w 245235"/>
              <a:gd name="csY87" fmla="*/ 292273 h 503912"/>
              <a:gd name="csX88" fmla="*/ 195674 w 245235"/>
              <a:gd name="csY88" fmla="*/ 307167 h 503912"/>
              <a:gd name="csX89" fmla="*/ 199681 w 245235"/>
              <a:gd name="csY89" fmla="*/ 306687 h 503912"/>
              <a:gd name="csX90" fmla="*/ 200986 w 245235"/>
              <a:gd name="csY90" fmla="*/ 320424 h 503912"/>
              <a:gd name="csX91" fmla="*/ 197882 w 245235"/>
              <a:gd name="csY91" fmla="*/ 340480 h 503912"/>
              <a:gd name="csX92" fmla="*/ 197480 w 245235"/>
              <a:gd name="csY92" fmla="*/ 350806 h 503912"/>
              <a:gd name="csX93" fmla="*/ 195674 w 245235"/>
              <a:gd name="csY93" fmla="*/ 339189 h 503912"/>
              <a:gd name="csX94" fmla="*/ 193480 w 245235"/>
              <a:gd name="csY94" fmla="*/ 360201 h 503912"/>
              <a:gd name="csX95" fmla="*/ 197184 w 245235"/>
              <a:gd name="csY95" fmla="*/ 414396 h 503912"/>
              <a:gd name="csX96" fmla="*/ 198086 w 245235"/>
              <a:gd name="csY96" fmla="*/ 450991 h 503912"/>
              <a:gd name="csX97" fmla="*/ 192986 w 245235"/>
              <a:gd name="csY97" fmla="*/ 462927 h 503912"/>
              <a:gd name="csX98" fmla="*/ 186260 w 245235"/>
              <a:gd name="csY98" fmla="*/ 476652 h 503912"/>
              <a:gd name="csX99" fmla="*/ 187756 w 245235"/>
              <a:gd name="csY99" fmla="*/ 481169 h 503912"/>
              <a:gd name="csX100" fmla="*/ 190891 w 245235"/>
              <a:gd name="csY100" fmla="*/ 476652 h 503912"/>
              <a:gd name="csX101" fmla="*/ 193026 w 245235"/>
              <a:gd name="csY101" fmla="*/ 487623 h 503912"/>
              <a:gd name="csX102" fmla="*/ 194241 w 245235"/>
              <a:gd name="csY102" fmla="*/ 503884 h 503912"/>
              <a:gd name="csX103" fmla="*/ 181623 w 245235"/>
              <a:gd name="csY103" fmla="*/ 494203 h 5039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Lst>
            <a:rect l="l" t="t" r="r" b="b"/>
            <a:pathLst>
              <a:path w="245235" h="503912">
                <a:moveTo>
                  <a:pt x="181623" y="494203"/>
                </a:moveTo>
                <a:cubicBezTo>
                  <a:pt x="170080" y="484213"/>
                  <a:pt x="162664" y="481487"/>
                  <a:pt x="158452" y="485687"/>
                </a:cubicBezTo>
                <a:cubicBezTo>
                  <a:pt x="157384" y="486752"/>
                  <a:pt x="152834" y="487689"/>
                  <a:pt x="148342" y="487770"/>
                </a:cubicBezTo>
                <a:cubicBezTo>
                  <a:pt x="143849" y="487851"/>
                  <a:pt x="130880" y="488765"/>
                  <a:pt x="119521" y="489801"/>
                </a:cubicBezTo>
                <a:cubicBezTo>
                  <a:pt x="108163" y="490837"/>
                  <a:pt x="93741" y="490755"/>
                  <a:pt x="87472" y="489620"/>
                </a:cubicBezTo>
                <a:cubicBezTo>
                  <a:pt x="77605" y="487832"/>
                  <a:pt x="75687" y="486404"/>
                  <a:pt x="73190" y="478988"/>
                </a:cubicBezTo>
                <a:cubicBezTo>
                  <a:pt x="70001" y="469517"/>
                  <a:pt x="60184" y="460664"/>
                  <a:pt x="52773" y="460575"/>
                </a:cubicBezTo>
                <a:cubicBezTo>
                  <a:pt x="49415" y="460535"/>
                  <a:pt x="48457" y="461764"/>
                  <a:pt x="49575" y="464677"/>
                </a:cubicBezTo>
                <a:cubicBezTo>
                  <a:pt x="50616" y="467390"/>
                  <a:pt x="50039" y="468403"/>
                  <a:pt x="47915" y="467591"/>
                </a:cubicBezTo>
                <a:cubicBezTo>
                  <a:pt x="43178" y="465778"/>
                  <a:pt x="16822" y="457260"/>
                  <a:pt x="13036" y="456319"/>
                </a:cubicBezTo>
                <a:cubicBezTo>
                  <a:pt x="9334" y="455399"/>
                  <a:pt x="8569" y="442447"/>
                  <a:pt x="12217" y="442447"/>
                </a:cubicBezTo>
                <a:cubicBezTo>
                  <a:pt x="13541" y="442447"/>
                  <a:pt x="15349" y="440165"/>
                  <a:pt x="16234" y="437376"/>
                </a:cubicBezTo>
                <a:cubicBezTo>
                  <a:pt x="18137" y="431382"/>
                  <a:pt x="7778" y="415870"/>
                  <a:pt x="3077" y="417673"/>
                </a:cubicBezTo>
                <a:cubicBezTo>
                  <a:pt x="1055" y="418449"/>
                  <a:pt x="0" y="415744"/>
                  <a:pt x="0" y="409784"/>
                </a:cubicBezTo>
                <a:cubicBezTo>
                  <a:pt x="0" y="401499"/>
                  <a:pt x="536" y="400849"/>
                  <a:pt x="6196" y="402269"/>
                </a:cubicBezTo>
                <a:cubicBezTo>
                  <a:pt x="9603" y="403124"/>
                  <a:pt x="12454" y="402931"/>
                  <a:pt x="12532" y="401839"/>
                </a:cubicBezTo>
                <a:cubicBezTo>
                  <a:pt x="12609" y="400747"/>
                  <a:pt x="12969" y="395050"/>
                  <a:pt x="13332" y="389178"/>
                </a:cubicBezTo>
                <a:cubicBezTo>
                  <a:pt x="13694" y="383307"/>
                  <a:pt x="16057" y="375349"/>
                  <a:pt x="18583" y="371495"/>
                </a:cubicBezTo>
                <a:cubicBezTo>
                  <a:pt x="22726" y="365172"/>
                  <a:pt x="24227" y="364644"/>
                  <a:pt x="33934" y="366100"/>
                </a:cubicBezTo>
                <a:cubicBezTo>
                  <a:pt x="43066" y="367469"/>
                  <a:pt x="45460" y="366825"/>
                  <a:pt x="49768" y="361841"/>
                </a:cubicBezTo>
                <a:cubicBezTo>
                  <a:pt x="55970" y="354665"/>
                  <a:pt x="55203" y="348567"/>
                  <a:pt x="46692" y="337409"/>
                </a:cubicBezTo>
                <a:cubicBezTo>
                  <a:pt x="41680" y="330837"/>
                  <a:pt x="40608" y="327241"/>
                  <a:pt x="42031" y="321770"/>
                </a:cubicBezTo>
                <a:cubicBezTo>
                  <a:pt x="45168" y="309711"/>
                  <a:pt x="44306" y="300620"/>
                  <a:pt x="39524" y="295336"/>
                </a:cubicBezTo>
                <a:cubicBezTo>
                  <a:pt x="35095" y="290442"/>
                  <a:pt x="35173" y="290185"/>
                  <a:pt x="41858" y="287644"/>
                </a:cubicBezTo>
                <a:cubicBezTo>
                  <a:pt x="45661" y="286198"/>
                  <a:pt x="52494" y="281527"/>
                  <a:pt x="57042" y="277265"/>
                </a:cubicBezTo>
                <a:cubicBezTo>
                  <a:pt x="61590" y="273002"/>
                  <a:pt x="67303" y="269509"/>
                  <a:pt x="69737" y="269502"/>
                </a:cubicBezTo>
                <a:cubicBezTo>
                  <a:pt x="74976" y="269488"/>
                  <a:pt x="79509" y="261980"/>
                  <a:pt x="79509" y="253317"/>
                </a:cubicBezTo>
                <a:cubicBezTo>
                  <a:pt x="79509" y="246749"/>
                  <a:pt x="88587" y="240002"/>
                  <a:pt x="95370" y="241529"/>
                </a:cubicBezTo>
                <a:cubicBezTo>
                  <a:pt x="99614" y="242485"/>
                  <a:pt x="137917" y="214161"/>
                  <a:pt x="141543" y="207386"/>
                </a:cubicBezTo>
                <a:cubicBezTo>
                  <a:pt x="144262" y="202307"/>
                  <a:pt x="142422" y="199791"/>
                  <a:pt x="135987" y="199791"/>
                </a:cubicBezTo>
                <a:cubicBezTo>
                  <a:pt x="130714" y="199791"/>
                  <a:pt x="128893" y="192306"/>
                  <a:pt x="127900" y="166538"/>
                </a:cubicBezTo>
                <a:lnTo>
                  <a:pt x="127266" y="150064"/>
                </a:lnTo>
                <a:lnTo>
                  <a:pt x="118230" y="149351"/>
                </a:lnTo>
                <a:cubicBezTo>
                  <a:pt x="113261" y="148959"/>
                  <a:pt x="107898" y="149707"/>
                  <a:pt x="106311" y="151014"/>
                </a:cubicBezTo>
                <a:cubicBezTo>
                  <a:pt x="104470" y="152530"/>
                  <a:pt x="102255" y="151977"/>
                  <a:pt x="100187" y="149485"/>
                </a:cubicBezTo>
                <a:cubicBezTo>
                  <a:pt x="98405" y="147337"/>
                  <a:pt x="93728" y="145581"/>
                  <a:pt x="89795" y="145581"/>
                </a:cubicBezTo>
                <a:cubicBezTo>
                  <a:pt x="82532" y="145581"/>
                  <a:pt x="79509" y="141725"/>
                  <a:pt x="79509" y="132462"/>
                </a:cubicBezTo>
                <a:cubicBezTo>
                  <a:pt x="79509" y="129370"/>
                  <a:pt x="77720" y="127510"/>
                  <a:pt x="74746" y="127510"/>
                </a:cubicBezTo>
                <a:cubicBezTo>
                  <a:pt x="66661" y="127510"/>
                  <a:pt x="61439" y="119085"/>
                  <a:pt x="61439" y="106041"/>
                </a:cubicBezTo>
                <a:cubicBezTo>
                  <a:pt x="61439" y="94056"/>
                  <a:pt x="61402" y="94007"/>
                  <a:pt x="51376" y="92403"/>
                </a:cubicBezTo>
                <a:cubicBezTo>
                  <a:pt x="41507" y="90825"/>
                  <a:pt x="41357" y="90638"/>
                  <a:pt x="43631" y="82710"/>
                </a:cubicBezTo>
                <a:cubicBezTo>
                  <a:pt x="46841" y="71517"/>
                  <a:pt x="46650" y="70719"/>
                  <a:pt x="40756" y="70719"/>
                </a:cubicBezTo>
                <a:cubicBezTo>
                  <a:pt x="36165" y="70719"/>
                  <a:pt x="35750" y="69551"/>
                  <a:pt x="37174" y="60642"/>
                </a:cubicBezTo>
                <a:cubicBezTo>
                  <a:pt x="39267" y="47555"/>
                  <a:pt x="31942" y="24727"/>
                  <a:pt x="23391" y="17685"/>
                </a:cubicBezTo>
                <a:lnTo>
                  <a:pt x="16983" y="12409"/>
                </a:lnTo>
                <a:lnTo>
                  <a:pt x="27512" y="5441"/>
                </a:lnTo>
                <a:cubicBezTo>
                  <a:pt x="36589" y="-566"/>
                  <a:pt x="38942" y="-1116"/>
                  <a:pt x="44577" y="1452"/>
                </a:cubicBezTo>
                <a:cubicBezTo>
                  <a:pt x="50920" y="4342"/>
                  <a:pt x="52469" y="8771"/>
                  <a:pt x="51418" y="21016"/>
                </a:cubicBezTo>
                <a:cubicBezTo>
                  <a:pt x="51144" y="24205"/>
                  <a:pt x="52304" y="29399"/>
                  <a:pt x="53995" y="32559"/>
                </a:cubicBezTo>
                <a:cubicBezTo>
                  <a:pt x="55686" y="35718"/>
                  <a:pt x="56925" y="42138"/>
                  <a:pt x="56749" y="46824"/>
                </a:cubicBezTo>
                <a:cubicBezTo>
                  <a:pt x="56573" y="51511"/>
                  <a:pt x="58717" y="59420"/>
                  <a:pt x="61515" y="64401"/>
                </a:cubicBezTo>
                <a:cubicBezTo>
                  <a:pt x="64313" y="69382"/>
                  <a:pt x="66683" y="76616"/>
                  <a:pt x="66783" y="80478"/>
                </a:cubicBezTo>
                <a:cubicBezTo>
                  <a:pt x="66944" y="86723"/>
                  <a:pt x="67209" y="86928"/>
                  <a:pt x="69183" y="82335"/>
                </a:cubicBezTo>
                <a:cubicBezTo>
                  <a:pt x="71476" y="76999"/>
                  <a:pt x="71863" y="77758"/>
                  <a:pt x="72797" y="89434"/>
                </a:cubicBezTo>
                <a:cubicBezTo>
                  <a:pt x="72939" y="91209"/>
                  <a:pt x="74996" y="94114"/>
                  <a:pt x="77368" y="95891"/>
                </a:cubicBezTo>
                <a:cubicBezTo>
                  <a:pt x="79740" y="97667"/>
                  <a:pt x="82447" y="102604"/>
                  <a:pt x="83382" y="106862"/>
                </a:cubicBezTo>
                <a:cubicBezTo>
                  <a:pt x="84688" y="112811"/>
                  <a:pt x="86501" y="114603"/>
                  <a:pt x="91209" y="114603"/>
                </a:cubicBezTo>
                <a:cubicBezTo>
                  <a:pt x="99379" y="114603"/>
                  <a:pt x="110872" y="119677"/>
                  <a:pt x="115649" y="125394"/>
                </a:cubicBezTo>
                <a:cubicBezTo>
                  <a:pt x="117952" y="128149"/>
                  <a:pt x="124752" y="130674"/>
                  <a:pt x="132428" y="131624"/>
                </a:cubicBezTo>
                <a:cubicBezTo>
                  <a:pt x="141521" y="132750"/>
                  <a:pt x="146878" y="135032"/>
                  <a:pt x="150553" y="139348"/>
                </a:cubicBezTo>
                <a:cubicBezTo>
                  <a:pt x="154982" y="144548"/>
                  <a:pt x="158885" y="145694"/>
                  <a:pt x="176368" y="146927"/>
                </a:cubicBezTo>
                <a:cubicBezTo>
                  <a:pt x="205380" y="148973"/>
                  <a:pt x="204499" y="148736"/>
                  <a:pt x="211382" y="156343"/>
                </a:cubicBezTo>
                <a:cubicBezTo>
                  <a:pt x="219859" y="165712"/>
                  <a:pt x="228327" y="167989"/>
                  <a:pt x="230401" y="161456"/>
                </a:cubicBezTo>
                <a:cubicBezTo>
                  <a:pt x="231901" y="156729"/>
                  <a:pt x="241748" y="152072"/>
                  <a:pt x="244475" y="154799"/>
                </a:cubicBezTo>
                <a:cubicBezTo>
                  <a:pt x="248005" y="158329"/>
                  <a:pt x="238595" y="195092"/>
                  <a:pt x="229656" y="212698"/>
                </a:cubicBezTo>
                <a:cubicBezTo>
                  <a:pt x="224250" y="223347"/>
                  <a:pt x="218479" y="236706"/>
                  <a:pt x="216833" y="242385"/>
                </a:cubicBezTo>
                <a:cubicBezTo>
                  <a:pt x="208092" y="272545"/>
                  <a:pt x="205996" y="281464"/>
                  <a:pt x="205960" y="288674"/>
                </a:cubicBezTo>
                <a:cubicBezTo>
                  <a:pt x="205939" y="293031"/>
                  <a:pt x="204795" y="298338"/>
                  <a:pt x="203418" y="300468"/>
                </a:cubicBezTo>
                <a:cubicBezTo>
                  <a:pt x="201194" y="303910"/>
                  <a:pt x="200920" y="303910"/>
                  <a:pt x="200956" y="300468"/>
                </a:cubicBezTo>
                <a:cubicBezTo>
                  <a:pt x="201123" y="284393"/>
                  <a:pt x="207229" y="256741"/>
                  <a:pt x="214917" y="237240"/>
                </a:cubicBezTo>
                <a:cubicBezTo>
                  <a:pt x="219951" y="224471"/>
                  <a:pt x="224070" y="212844"/>
                  <a:pt x="224070" y="211401"/>
                </a:cubicBezTo>
                <a:cubicBezTo>
                  <a:pt x="224070" y="209958"/>
                  <a:pt x="221625" y="207250"/>
                  <a:pt x="218637" y="205384"/>
                </a:cubicBezTo>
                <a:cubicBezTo>
                  <a:pt x="215583" y="203477"/>
                  <a:pt x="213971" y="203233"/>
                  <a:pt x="214956" y="204826"/>
                </a:cubicBezTo>
                <a:cubicBezTo>
                  <a:pt x="215920" y="206386"/>
                  <a:pt x="215897" y="211356"/>
                  <a:pt x="214905" y="215873"/>
                </a:cubicBezTo>
                <a:lnTo>
                  <a:pt x="213101" y="224084"/>
                </a:lnTo>
                <a:lnTo>
                  <a:pt x="208491" y="218391"/>
                </a:lnTo>
                <a:cubicBezTo>
                  <a:pt x="202731" y="211277"/>
                  <a:pt x="199260" y="211160"/>
                  <a:pt x="197466" y="218019"/>
                </a:cubicBezTo>
                <a:cubicBezTo>
                  <a:pt x="196615" y="221276"/>
                  <a:pt x="197499" y="223887"/>
                  <a:pt x="199747" y="224749"/>
                </a:cubicBezTo>
                <a:cubicBezTo>
                  <a:pt x="201766" y="225524"/>
                  <a:pt x="203418" y="227264"/>
                  <a:pt x="203418" y="228616"/>
                </a:cubicBezTo>
                <a:cubicBezTo>
                  <a:pt x="203418" y="229967"/>
                  <a:pt x="202337" y="230405"/>
                  <a:pt x="201015" y="229588"/>
                </a:cubicBezTo>
                <a:cubicBezTo>
                  <a:pt x="199694" y="228771"/>
                  <a:pt x="197882" y="229283"/>
                  <a:pt x="196991" y="230726"/>
                </a:cubicBezTo>
                <a:cubicBezTo>
                  <a:pt x="196099" y="232169"/>
                  <a:pt x="196692" y="233350"/>
                  <a:pt x="198308" y="233350"/>
                </a:cubicBezTo>
                <a:cubicBezTo>
                  <a:pt x="200240" y="233350"/>
                  <a:pt x="200656" y="236041"/>
                  <a:pt x="199523" y="241200"/>
                </a:cubicBezTo>
                <a:cubicBezTo>
                  <a:pt x="198474" y="245978"/>
                  <a:pt x="199012" y="250512"/>
                  <a:pt x="200899" y="252786"/>
                </a:cubicBezTo>
                <a:cubicBezTo>
                  <a:pt x="203352" y="255741"/>
                  <a:pt x="203212" y="256824"/>
                  <a:pt x="200228" y="257969"/>
                </a:cubicBezTo>
                <a:cubicBezTo>
                  <a:pt x="197388" y="259059"/>
                  <a:pt x="196716" y="262734"/>
                  <a:pt x="197509" y="272843"/>
                </a:cubicBezTo>
                <a:cubicBezTo>
                  <a:pt x="198508" y="285590"/>
                  <a:pt x="198348" y="286008"/>
                  <a:pt x="194340" y="281107"/>
                </a:cubicBezTo>
                <a:cubicBezTo>
                  <a:pt x="190355" y="276233"/>
                  <a:pt x="190188" y="276860"/>
                  <a:pt x="191370" y="292273"/>
                </a:cubicBezTo>
                <a:cubicBezTo>
                  <a:pt x="192505" y="307076"/>
                  <a:pt x="195674" y="318043"/>
                  <a:pt x="195674" y="307167"/>
                </a:cubicBezTo>
                <a:cubicBezTo>
                  <a:pt x="195674" y="303112"/>
                  <a:pt x="196059" y="303066"/>
                  <a:pt x="199681" y="306687"/>
                </a:cubicBezTo>
                <a:cubicBezTo>
                  <a:pt x="202942" y="309948"/>
                  <a:pt x="203185" y="312507"/>
                  <a:pt x="200986" y="320424"/>
                </a:cubicBezTo>
                <a:cubicBezTo>
                  <a:pt x="199500" y="325776"/>
                  <a:pt x="198103" y="334801"/>
                  <a:pt x="197882" y="340480"/>
                </a:cubicBezTo>
                <a:lnTo>
                  <a:pt x="197480" y="350806"/>
                </a:lnTo>
                <a:lnTo>
                  <a:pt x="195674" y="339189"/>
                </a:lnTo>
                <a:cubicBezTo>
                  <a:pt x="194403" y="331014"/>
                  <a:pt x="193753" y="337239"/>
                  <a:pt x="193480" y="360201"/>
                </a:cubicBezTo>
                <a:cubicBezTo>
                  <a:pt x="193236" y="380786"/>
                  <a:pt x="194603" y="400790"/>
                  <a:pt x="197184" y="414396"/>
                </a:cubicBezTo>
                <a:cubicBezTo>
                  <a:pt x="200612" y="432468"/>
                  <a:pt x="200758" y="438399"/>
                  <a:pt x="198086" y="450991"/>
                </a:cubicBezTo>
                <a:cubicBezTo>
                  <a:pt x="196258" y="459605"/>
                  <a:pt x="194082" y="464699"/>
                  <a:pt x="192986" y="462927"/>
                </a:cubicBezTo>
                <a:cubicBezTo>
                  <a:pt x="191158" y="459970"/>
                  <a:pt x="190587" y="461135"/>
                  <a:pt x="186260" y="476652"/>
                </a:cubicBezTo>
                <a:cubicBezTo>
                  <a:pt x="185567" y="479136"/>
                  <a:pt x="186240" y="481169"/>
                  <a:pt x="187756" y="481169"/>
                </a:cubicBezTo>
                <a:cubicBezTo>
                  <a:pt x="189271" y="481169"/>
                  <a:pt x="190682" y="479136"/>
                  <a:pt x="190891" y="476652"/>
                </a:cubicBezTo>
                <a:cubicBezTo>
                  <a:pt x="191099" y="474167"/>
                  <a:pt x="192060" y="479104"/>
                  <a:pt x="193026" y="487623"/>
                </a:cubicBezTo>
                <a:cubicBezTo>
                  <a:pt x="193992" y="496142"/>
                  <a:pt x="194538" y="503459"/>
                  <a:pt x="194241" y="503884"/>
                </a:cubicBezTo>
                <a:cubicBezTo>
                  <a:pt x="193943" y="504308"/>
                  <a:pt x="188265" y="499952"/>
                  <a:pt x="181623" y="494203"/>
                </a:cubicBezTo>
                <a:close/>
              </a:path>
            </a:pathLst>
          </a:custGeom>
          <a:solidFill>
            <a:srgbClr val="B9B9B9"/>
          </a:solidFill>
          <a:ln w="5163" cap="flat">
            <a:noFill/>
            <a:prstDash val="solid"/>
            <a:miter/>
          </a:ln>
        </p:spPr>
        <p:txBody>
          <a:bodyPr/>
          <a:lstStyle/>
          <a:p>
            <a:endParaRPr lang="es-419" noProof="0" dirty="0"/>
          </a:p>
        </p:txBody>
      </p:sp>
      <p:sp>
        <p:nvSpPr>
          <p:cNvPr id="53" name="Forma libre: forma 52">
            <a:extLst>
              <a:ext uri="{FF2B5EF4-FFF2-40B4-BE49-F238E27FC236}">
                <a16:creationId xmlns:a16="http://schemas.microsoft.com/office/drawing/2014/main" id="{D1537013-D2ED-3EA5-5587-47513D0A6C26}"/>
              </a:ext>
            </a:extLst>
          </p:cNvPr>
          <p:cNvSpPr/>
          <p:nvPr/>
        </p:nvSpPr>
        <p:spPr>
          <a:xfrm>
            <a:off x="920115" y="1646957"/>
            <a:ext cx="379561" cy="415583"/>
          </a:xfrm>
          <a:custGeom>
            <a:avLst/>
            <a:gdLst>
              <a:gd name="csX0" fmla="*/ 203090 w 379561"/>
              <a:gd name="csY0" fmla="*/ 414284 h 415583"/>
              <a:gd name="csX1" fmla="*/ 197077 w 379561"/>
              <a:gd name="csY1" fmla="*/ 404675 h 415583"/>
              <a:gd name="csX2" fmla="*/ 192271 w 379561"/>
              <a:gd name="csY2" fmla="*/ 395646 h 415583"/>
              <a:gd name="csX3" fmla="*/ 171007 w 379561"/>
              <a:gd name="csY3" fmla="*/ 397866 h 415583"/>
              <a:gd name="csX4" fmla="*/ 166946 w 379561"/>
              <a:gd name="csY4" fmla="*/ 392738 h 415583"/>
              <a:gd name="csX5" fmla="*/ 171214 w 379561"/>
              <a:gd name="csY5" fmla="*/ 375323 h 415583"/>
              <a:gd name="csX6" fmla="*/ 168526 w 379561"/>
              <a:gd name="csY6" fmla="*/ 359903 h 415583"/>
              <a:gd name="csX7" fmla="*/ 135682 w 379561"/>
              <a:gd name="csY7" fmla="*/ 348579 h 415583"/>
              <a:gd name="csX8" fmla="*/ 130456 w 379561"/>
              <a:gd name="csY8" fmla="*/ 344743 h 415583"/>
              <a:gd name="csX9" fmla="*/ 123707 w 379561"/>
              <a:gd name="csY9" fmla="*/ 339434 h 415583"/>
              <a:gd name="csX10" fmla="*/ 111898 w 379561"/>
              <a:gd name="csY10" fmla="*/ 326710 h 415583"/>
              <a:gd name="csX11" fmla="*/ 102819 w 379561"/>
              <a:gd name="csY11" fmla="*/ 312359 h 415583"/>
              <a:gd name="csX12" fmla="*/ 100189 w 379561"/>
              <a:gd name="csY12" fmla="*/ 303716 h 415583"/>
              <a:gd name="csX13" fmla="*/ 96495 w 379561"/>
              <a:gd name="csY13" fmla="*/ 291424 h 415583"/>
              <a:gd name="csX14" fmla="*/ 91114 w 379561"/>
              <a:gd name="csY14" fmla="*/ 269668 h 415583"/>
              <a:gd name="csX15" fmla="*/ 73368 w 379561"/>
              <a:gd name="csY15" fmla="*/ 228658 h 415583"/>
              <a:gd name="csX16" fmla="*/ 56149 w 379561"/>
              <a:gd name="csY16" fmla="*/ 225592 h 415583"/>
              <a:gd name="csX17" fmla="*/ 38234 w 379561"/>
              <a:gd name="csY17" fmla="*/ 218995 h 415583"/>
              <a:gd name="csX18" fmla="*/ 14702 w 379561"/>
              <a:gd name="csY18" fmla="*/ 179229 h 415583"/>
              <a:gd name="csX19" fmla="*/ 4675 w 379561"/>
              <a:gd name="csY19" fmla="*/ 165798 h 415583"/>
              <a:gd name="csX20" fmla="*/ 1771 w 379561"/>
              <a:gd name="csY20" fmla="*/ 155184 h 415583"/>
              <a:gd name="csX21" fmla="*/ 712 w 379561"/>
              <a:gd name="csY21" fmla="*/ 126667 h 415583"/>
              <a:gd name="csX22" fmla="*/ 2557 w 379561"/>
              <a:gd name="csY22" fmla="*/ 104522 h 415583"/>
              <a:gd name="csX23" fmla="*/ 16402 w 379561"/>
              <a:gd name="csY23" fmla="*/ 104522 h 415583"/>
              <a:gd name="csX24" fmla="*/ 46584 w 379561"/>
              <a:gd name="csY24" fmla="*/ 95540 h 415583"/>
              <a:gd name="csX25" fmla="*/ 48520 w 379561"/>
              <a:gd name="csY25" fmla="*/ 81044 h 415583"/>
              <a:gd name="csX26" fmla="*/ 53693 w 379561"/>
              <a:gd name="csY26" fmla="*/ 64536 h 415583"/>
              <a:gd name="csX27" fmla="*/ 57236 w 379561"/>
              <a:gd name="csY27" fmla="*/ 49938 h 415583"/>
              <a:gd name="csX28" fmla="*/ 61307 w 379561"/>
              <a:gd name="csY28" fmla="*/ 39986 h 415583"/>
              <a:gd name="csX29" fmla="*/ 72238 w 379561"/>
              <a:gd name="csY29" fmla="*/ 37166 h 415583"/>
              <a:gd name="csX30" fmla="*/ 75921 w 379561"/>
              <a:gd name="csY30" fmla="*/ 26420 h 415583"/>
              <a:gd name="csX31" fmla="*/ 86217 w 379561"/>
              <a:gd name="csY31" fmla="*/ 9008 h 415583"/>
              <a:gd name="csX32" fmla="*/ 91229 w 379561"/>
              <a:gd name="csY32" fmla="*/ 3610 h 415583"/>
              <a:gd name="csX33" fmla="*/ 100572 w 379561"/>
              <a:gd name="csY33" fmla="*/ 6016 h 415583"/>
              <a:gd name="csX34" fmla="*/ 115842 w 379561"/>
              <a:gd name="csY34" fmla="*/ 15498 h 415583"/>
              <a:gd name="csX35" fmla="*/ 130061 w 379561"/>
              <a:gd name="csY35" fmla="*/ 25801 h 415583"/>
              <a:gd name="csX36" fmla="*/ 153502 w 379561"/>
              <a:gd name="csY36" fmla="*/ 36020 h 415583"/>
              <a:gd name="csX37" fmla="*/ 166647 w 379561"/>
              <a:gd name="csY37" fmla="*/ 35196 h 415583"/>
              <a:gd name="csX38" fmla="*/ 177014 w 379561"/>
              <a:gd name="csY38" fmla="*/ 35079 h 415583"/>
              <a:gd name="csX39" fmla="*/ 199575 w 379561"/>
              <a:gd name="csY39" fmla="*/ 42570 h 415583"/>
              <a:gd name="csX40" fmla="*/ 223114 w 379561"/>
              <a:gd name="csY40" fmla="*/ 30983 h 415583"/>
              <a:gd name="csX41" fmla="*/ 243392 w 379561"/>
              <a:gd name="csY41" fmla="*/ 13562 h 415583"/>
              <a:gd name="csX42" fmla="*/ 257664 w 379561"/>
              <a:gd name="csY42" fmla="*/ 14175 h 415583"/>
              <a:gd name="csX43" fmla="*/ 270020 w 379561"/>
              <a:gd name="csY43" fmla="*/ 16753 h 415583"/>
              <a:gd name="csX44" fmla="*/ 290519 w 379561"/>
              <a:gd name="csY44" fmla="*/ 30455 h 415583"/>
              <a:gd name="csX45" fmla="*/ 307913 w 379561"/>
              <a:gd name="csY45" fmla="*/ 52734 h 415583"/>
              <a:gd name="csX46" fmla="*/ 307918 w 379561"/>
              <a:gd name="csY46" fmla="*/ 71135 h 415583"/>
              <a:gd name="csX47" fmla="*/ 305239 w 379561"/>
              <a:gd name="csY47" fmla="*/ 92635 h 415583"/>
              <a:gd name="csX48" fmla="*/ 300393 w 379561"/>
              <a:gd name="csY48" fmla="*/ 116124 h 415583"/>
              <a:gd name="csX49" fmla="*/ 296534 w 379561"/>
              <a:gd name="csY49" fmla="*/ 139467 h 415583"/>
              <a:gd name="csX50" fmla="*/ 294862 w 379561"/>
              <a:gd name="csY50" fmla="*/ 144381 h 415583"/>
              <a:gd name="csX51" fmla="*/ 302443 w 379561"/>
              <a:gd name="csY51" fmla="*/ 174221 h 415583"/>
              <a:gd name="csX52" fmla="*/ 331579 w 379561"/>
              <a:gd name="csY52" fmla="*/ 200036 h 415583"/>
              <a:gd name="csX53" fmla="*/ 345885 w 379561"/>
              <a:gd name="csY53" fmla="*/ 204322 h 415583"/>
              <a:gd name="csX54" fmla="*/ 358173 w 379561"/>
              <a:gd name="csY54" fmla="*/ 192088 h 415583"/>
              <a:gd name="csX55" fmla="*/ 365209 w 379561"/>
              <a:gd name="csY55" fmla="*/ 177533 h 415583"/>
              <a:gd name="csX56" fmla="*/ 378528 w 379561"/>
              <a:gd name="csY56" fmla="*/ 217259 h 415583"/>
              <a:gd name="csX57" fmla="*/ 379561 w 379561"/>
              <a:gd name="csY57" fmla="*/ 233192 h 415583"/>
              <a:gd name="csX58" fmla="*/ 368302 w 379561"/>
              <a:gd name="csY58" fmla="*/ 234810 h 415583"/>
              <a:gd name="csX59" fmla="*/ 342845 w 379561"/>
              <a:gd name="csY59" fmla="*/ 234877 h 415583"/>
              <a:gd name="csX60" fmla="*/ 294625 w 379561"/>
              <a:gd name="csY60" fmla="*/ 235311 h 415583"/>
              <a:gd name="csX61" fmla="*/ 265550 w 379561"/>
              <a:gd name="csY61" fmla="*/ 264572 h 415583"/>
              <a:gd name="csX62" fmla="*/ 257155 w 379561"/>
              <a:gd name="csY62" fmla="*/ 290178 h 415583"/>
              <a:gd name="csX63" fmla="*/ 253059 w 379561"/>
              <a:gd name="csY63" fmla="*/ 303293 h 415583"/>
              <a:gd name="csX64" fmla="*/ 248021 w 379561"/>
              <a:gd name="csY64" fmla="*/ 307811 h 415583"/>
              <a:gd name="csX65" fmla="*/ 241573 w 379561"/>
              <a:gd name="csY65" fmla="*/ 316201 h 415583"/>
              <a:gd name="csX66" fmla="*/ 230054 w 379561"/>
              <a:gd name="csY66" fmla="*/ 378609 h 415583"/>
              <a:gd name="csX67" fmla="*/ 225886 w 379561"/>
              <a:gd name="csY67" fmla="*/ 411224 h 415583"/>
              <a:gd name="csX68" fmla="*/ 203090 w 379561"/>
              <a:gd name="csY68" fmla="*/ 414284 h 4155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Lst>
            <a:rect l="l" t="t" r="r" b="b"/>
            <a:pathLst>
              <a:path w="379561" h="415583">
                <a:moveTo>
                  <a:pt x="203090" y="414284"/>
                </a:moveTo>
                <a:cubicBezTo>
                  <a:pt x="200763" y="412907"/>
                  <a:pt x="198058" y="408583"/>
                  <a:pt x="197077" y="404675"/>
                </a:cubicBezTo>
                <a:cubicBezTo>
                  <a:pt x="196096" y="400766"/>
                  <a:pt x="193933" y="396703"/>
                  <a:pt x="192271" y="395646"/>
                </a:cubicBezTo>
                <a:cubicBezTo>
                  <a:pt x="187214" y="392429"/>
                  <a:pt x="177806" y="393412"/>
                  <a:pt x="171007" y="397866"/>
                </a:cubicBezTo>
                <a:cubicBezTo>
                  <a:pt x="162395" y="403509"/>
                  <a:pt x="159848" y="400293"/>
                  <a:pt x="166946" y="392738"/>
                </a:cubicBezTo>
                <a:cubicBezTo>
                  <a:pt x="171625" y="387757"/>
                  <a:pt x="172379" y="384679"/>
                  <a:pt x="171214" y="375323"/>
                </a:cubicBezTo>
                <a:cubicBezTo>
                  <a:pt x="170436" y="369072"/>
                  <a:pt x="169226" y="362133"/>
                  <a:pt x="168526" y="359903"/>
                </a:cubicBezTo>
                <a:cubicBezTo>
                  <a:pt x="167058" y="355229"/>
                  <a:pt x="141404" y="346384"/>
                  <a:pt x="135682" y="348579"/>
                </a:cubicBezTo>
                <a:cubicBezTo>
                  <a:pt x="133235" y="349518"/>
                  <a:pt x="131342" y="348128"/>
                  <a:pt x="130456" y="344743"/>
                </a:cubicBezTo>
                <a:cubicBezTo>
                  <a:pt x="129618" y="341535"/>
                  <a:pt x="126946" y="339434"/>
                  <a:pt x="123707" y="339434"/>
                </a:cubicBezTo>
                <a:cubicBezTo>
                  <a:pt x="119877" y="339434"/>
                  <a:pt x="116504" y="335800"/>
                  <a:pt x="111898" y="326710"/>
                </a:cubicBezTo>
                <a:cubicBezTo>
                  <a:pt x="108351" y="319711"/>
                  <a:pt x="104266" y="313253"/>
                  <a:pt x="102819" y="312359"/>
                </a:cubicBezTo>
                <a:cubicBezTo>
                  <a:pt x="101373" y="311465"/>
                  <a:pt x="100189" y="307575"/>
                  <a:pt x="100189" y="303716"/>
                </a:cubicBezTo>
                <a:cubicBezTo>
                  <a:pt x="100189" y="299856"/>
                  <a:pt x="98526" y="294325"/>
                  <a:pt x="96495" y="291424"/>
                </a:cubicBezTo>
                <a:cubicBezTo>
                  <a:pt x="94463" y="288523"/>
                  <a:pt x="92041" y="278733"/>
                  <a:pt x="91114" y="269668"/>
                </a:cubicBezTo>
                <a:cubicBezTo>
                  <a:pt x="89247" y="251425"/>
                  <a:pt x="83480" y="238096"/>
                  <a:pt x="73368" y="228658"/>
                </a:cubicBezTo>
                <a:cubicBezTo>
                  <a:pt x="67157" y="222862"/>
                  <a:pt x="65968" y="222650"/>
                  <a:pt x="56149" y="225592"/>
                </a:cubicBezTo>
                <a:cubicBezTo>
                  <a:pt x="44901" y="228962"/>
                  <a:pt x="38234" y="226507"/>
                  <a:pt x="38234" y="218995"/>
                </a:cubicBezTo>
                <a:cubicBezTo>
                  <a:pt x="38234" y="211509"/>
                  <a:pt x="24381" y="188100"/>
                  <a:pt x="14702" y="179229"/>
                </a:cubicBezTo>
                <a:cubicBezTo>
                  <a:pt x="9187" y="174175"/>
                  <a:pt x="4675" y="168131"/>
                  <a:pt x="4675" y="165798"/>
                </a:cubicBezTo>
                <a:cubicBezTo>
                  <a:pt x="4675" y="163466"/>
                  <a:pt x="3368" y="158689"/>
                  <a:pt x="1771" y="155184"/>
                </a:cubicBezTo>
                <a:cubicBezTo>
                  <a:pt x="-157" y="150952"/>
                  <a:pt x="-513" y="141373"/>
                  <a:pt x="712" y="126667"/>
                </a:cubicBezTo>
                <a:lnTo>
                  <a:pt x="2557" y="104522"/>
                </a:lnTo>
                <a:lnTo>
                  <a:pt x="16402" y="104522"/>
                </a:lnTo>
                <a:cubicBezTo>
                  <a:pt x="30035" y="104522"/>
                  <a:pt x="42866" y="100703"/>
                  <a:pt x="46584" y="95540"/>
                </a:cubicBezTo>
                <a:cubicBezTo>
                  <a:pt x="47627" y="94091"/>
                  <a:pt x="48499" y="87568"/>
                  <a:pt x="48520" y="81044"/>
                </a:cubicBezTo>
                <a:cubicBezTo>
                  <a:pt x="48549" y="72518"/>
                  <a:pt x="50004" y="67875"/>
                  <a:pt x="53693" y="64536"/>
                </a:cubicBezTo>
                <a:cubicBezTo>
                  <a:pt x="57798" y="60822"/>
                  <a:pt x="58508" y="57895"/>
                  <a:pt x="57236" y="49938"/>
                </a:cubicBezTo>
                <a:cubicBezTo>
                  <a:pt x="55795" y="40930"/>
                  <a:pt x="56182" y="39986"/>
                  <a:pt x="61307" y="39986"/>
                </a:cubicBezTo>
                <a:cubicBezTo>
                  <a:pt x="64421" y="39986"/>
                  <a:pt x="69340" y="38717"/>
                  <a:pt x="72238" y="37166"/>
                </a:cubicBezTo>
                <a:cubicBezTo>
                  <a:pt x="76432" y="34922"/>
                  <a:pt x="77183" y="32731"/>
                  <a:pt x="75921" y="26420"/>
                </a:cubicBezTo>
                <a:cubicBezTo>
                  <a:pt x="74260" y="18119"/>
                  <a:pt x="79648" y="9008"/>
                  <a:pt x="86217" y="9008"/>
                </a:cubicBezTo>
                <a:cubicBezTo>
                  <a:pt x="88031" y="9008"/>
                  <a:pt x="90286" y="6579"/>
                  <a:pt x="91229" y="3610"/>
                </a:cubicBezTo>
                <a:cubicBezTo>
                  <a:pt x="92878" y="-1587"/>
                  <a:pt x="93226" y="-1498"/>
                  <a:pt x="100572" y="6016"/>
                </a:cubicBezTo>
                <a:cubicBezTo>
                  <a:pt x="104769" y="10308"/>
                  <a:pt x="111640" y="14575"/>
                  <a:pt x="115842" y="15498"/>
                </a:cubicBezTo>
                <a:cubicBezTo>
                  <a:pt x="120151" y="16445"/>
                  <a:pt x="126350" y="20937"/>
                  <a:pt x="130061" y="25801"/>
                </a:cubicBezTo>
                <a:cubicBezTo>
                  <a:pt x="137904" y="36084"/>
                  <a:pt x="151245" y="41900"/>
                  <a:pt x="153502" y="36020"/>
                </a:cubicBezTo>
                <a:cubicBezTo>
                  <a:pt x="155231" y="31515"/>
                  <a:pt x="162509" y="31058"/>
                  <a:pt x="166647" y="35196"/>
                </a:cubicBezTo>
                <a:cubicBezTo>
                  <a:pt x="168865" y="37413"/>
                  <a:pt x="171448" y="37384"/>
                  <a:pt x="177014" y="35079"/>
                </a:cubicBezTo>
                <a:cubicBezTo>
                  <a:pt x="186293" y="31236"/>
                  <a:pt x="197119" y="34830"/>
                  <a:pt x="199575" y="42570"/>
                </a:cubicBezTo>
                <a:cubicBezTo>
                  <a:pt x="202586" y="52057"/>
                  <a:pt x="211392" y="47722"/>
                  <a:pt x="223114" y="30983"/>
                </a:cubicBezTo>
                <a:cubicBezTo>
                  <a:pt x="231922" y="18404"/>
                  <a:pt x="235698" y="15160"/>
                  <a:pt x="243392" y="13562"/>
                </a:cubicBezTo>
                <a:cubicBezTo>
                  <a:pt x="248841" y="12430"/>
                  <a:pt x="254889" y="12690"/>
                  <a:pt x="257664" y="14175"/>
                </a:cubicBezTo>
                <a:cubicBezTo>
                  <a:pt x="260313" y="15593"/>
                  <a:pt x="265874" y="16753"/>
                  <a:pt x="270020" y="16753"/>
                </a:cubicBezTo>
                <a:cubicBezTo>
                  <a:pt x="275778" y="16753"/>
                  <a:pt x="280624" y="19992"/>
                  <a:pt x="290519" y="30455"/>
                </a:cubicBezTo>
                <a:cubicBezTo>
                  <a:pt x="297647" y="37991"/>
                  <a:pt x="305474" y="48017"/>
                  <a:pt x="307913" y="52734"/>
                </a:cubicBezTo>
                <a:cubicBezTo>
                  <a:pt x="312104" y="60839"/>
                  <a:pt x="312105" y="61851"/>
                  <a:pt x="307918" y="71135"/>
                </a:cubicBezTo>
                <a:cubicBezTo>
                  <a:pt x="304686" y="78303"/>
                  <a:pt x="303961" y="84117"/>
                  <a:pt x="305239" y="92635"/>
                </a:cubicBezTo>
                <a:cubicBezTo>
                  <a:pt x="306699" y="102374"/>
                  <a:pt x="305896" y="106269"/>
                  <a:pt x="300393" y="116124"/>
                </a:cubicBezTo>
                <a:cubicBezTo>
                  <a:pt x="293385" y="128678"/>
                  <a:pt x="292058" y="136701"/>
                  <a:pt x="296534" y="139467"/>
                </a:cubicBezTo>
                <a:cubicBezTo>
                  <a:pt x="298276" y="140544"/>
                  <a:pt x="297669" y="142329"/>
                  <a:pt x="294862" y="144381"/>
                </a:cubicBezTo>
                <a:cubicBezTo>
                  <a:pt x="289162" y="148549"/>
                  <a:pt x="291010" y="155821"/>
                  <a:pt x="302443" y="174221"/>
                </a:cubicBezTo>
                <a:cubicBezTo>
                  <a:pt x="315893" y="195868"/>
                  <a:pt x="320598" y="200036"/>
                  <a:pt x="331579" y="200036"/>
                </a:cubicBezTo>
                <a:cubicBezTo>
                  <a:pt x="336873" y="200036"/>
                  <a:pt x="343264" y="201951"/>
                  <a:pt x="345885" y="204322"/>
                </a:cubicBezTo>
                <a:cubicBezTo>
                  <a:pt x="351730" y="209612"/>
                  <a:pt x="352148" y="209195"/>
                  <a:pt x="358173" y="192088"/>
                </a:cubicBezTo>
                <a:cubicBezTo>
                  <a:pt x="360854" y="184473"/>
                  <a:pt x="364021" y="177924"/>
                  <a:pt x="365209" y="177533"/>
                </a:cubicBezTo>
                <a:cubicBezTo>
                  <a:pt x="369150" y="176239"/>
                  <a:pt x="377478" y="201079"/>
                  <a:pt x="378528" y="217259"/>
                </a:cubicBezTo>
                <a:lnTo>
                  <a:pt x="379561" y="233192"/>
                </a:lnTo>
                <a:lnTo>
                  <a:pt x="368302" y="234810"/>
                </a:lnTo>
                <a:cubicBezTo>
                  <a:pt x="362110" y="235699"/>
                  <a:pt x="350654" y="235730"/>
                  <a:pt x="342845" y="234877"/>
                </a:cubicBezTo>
                <a:cubicBezTo>
                  <a:pt x="300900" y="230295"/>
                  <a:pt x="296475" y="230334"/>
                  <a:pt x="294625" y="235311"/>
                </a:cubicBezTo>
                <a:cubicBezTo>
                  <a:pt x="292370" y="241375"/>
                  <a:pt x="269321" y="264572"/>
                  <a:pt x="265550" y="264572"/>
                </a:cubicBezTo>
                <a:cubicBezTo>
                  <a:pt x="261474" y="264572"/>
                  <a:pt x="258070" y="274955"/>
                  <a:pt x="257155" y="290178"/>
                </a:cubicBezTo>
                <a:cubicBezTo>
                  <a:pt x="256642" y="298710"/>
                  <a:pt x="255211" y="303293"/>
                  <a:pt x="253059" y="303293"/>
                </a:cubicBezTo>
                <a:cubicBezTo>
                  <a:pt x="251239" y="303294"/>
                  <a:pt x="248973" y="305327"/>
                  <a:pt x="248021" y="307811"/>
                </a:cubicBezTo>
                <a:cubicBezTo>
                  <a:pt x="247070" y="310296"/>
                  <a:pt x="244168" y="314071"/>
                  <a:pt x="241573" y="316201"/>
                </a:cubicBezTo>
                <a:cubicBezTo>
                  <a:pt x="235220" y="321415"/>
                  <a:pt x="231367" y="342287"/>
                  <a:pt x="230054" y="378609"/>
                </a:cubicBezTo>
                <a:cubicBezTo>
                  <a:pt x="229366" y="397612"/>
                  <a:pt x="227827" y="409663"/>
                  <a:pt x="225886" y="411224"/>
                </a:cubicBezTo>
                <a:cubicBezTo>
                  <a:pt x="220922" y="415217"/>
                  <a:pt x="207671" y="416995"/>
                  <a:pt x="203090" y="414284"/>
                </a:cubicBezTo>
                <a:close/>
              </a:path>
            </a:pathLst>
          </a:custGeom>
          <a:solidFill>
            <a:srgbClr val="B9B9B9"/>
          </a:solidFill>
          <a:ln w="5163" cap="flat">
            <a:noFill/>
            <a:prstDash val="solid"/>
            <a:miter/>
          </a:ln>
        </p:spPr>
        <p:txBody>
          <a:bodyPr/>
          <a:lstStyle/>
          <a:p>
            <a:endParaRPr lang="es-419" noProof="0" dirty="0"/>
          </a:p>
        </p:txBody>
      </p:sp>
      <p:sp>
        <p:nvSpPr>
          <p:cNvPr id="54" name="Forma libre: forma 53">
            <a:extLst>
              <a:ext uri="{FF2B5EF4-FFF2-40B4-BE49-F238E27FC236}">
                <a16:creationId xmlns:a16="http://schemas.microsoft.com/office/drawing/2014/main" id="{2111759A-2801-5FEF-3B9C-D24B66E6EBFE}"/>
              </a:ext>
            </a:extLst>
          </p:cNvPr>
          <p:cNvSpPr/>
          <p:nvPr/>
        </p:nvSpPr>
        <p:spPr>
          <a:xfrm>
            <a:off x="845627" y="1846993"/>
            <a:ext cx="4301" cy="5162"/>
          </a:xfrm>
          <a:custGeom>
            <a:avLst/>
            <a:gdLst>
              <a:gd name="csX0" fmla="*/ 4301 w 4301"/>
              <a:gd name="csY0" fmla="*/ 2581 h 5162"/>
              <a:gd name="csX1" fmla="*/ 1567 w 4301"/>
              <a:gd name="csY1" fmla="*/ 0 h 5162"/>
              <a:gd name="csX2" fmla="*/ 429 w 4301"/>
              <a:gd name="csY2" fmla="*/ 2581 h 5162"/>
              <a:gd name="csX3" fmla="*/ 3163 w 4301"/>
              <a:gd name="csY3" fmla="*/ 5163 h 5162"/>
              <a:gd name="csX4" fmla="*/ 4301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4301" y="2581"/>
                </a:moveTo>
                <a:cubicBezTo>
                  <a:pt x="4301" y="1162"/>
                  <a:pt x="3071" y="0"/>
                  <a:pt x="1567" y="0"/>
                </a:cubicBezTo>
                <a:cubicBezTo>
                  <a:pt x="64" y="0"/>
                  <a:pt x="-449" y="1162"/>
                  <a:pt x="429" y="2581"/>
                </a:cubicBezTo>
                <a:cubicBezTo>
                  <a:pt x="1306" y="4001"/>
                  <a:pt x="2537" y="5163"/>
                  <a:pt x="3163" y="5163"/>
                </a:cubicBezTo>
                <a:cubicBezTo>
                  <a:pt x="3789" y="5163"/>
                  <a:pt x="4301" y="4001"/>
                  <a:pt x="4301" y="2581"/>
                </a:cubicBezTo>
                <a:close/>
              </a:path>
            </a:pathLst>
          </a:custGeom>
          <a:solidFill>
            <a:srgbClr val="00C100"/>
          </a:solidFill>
          <a:ln w="5163" cap="flat">
            <a:noFill/>
            <a:prstDash val="solid"/>
            <a:miter/>
          </a:ln>
        </p:spPr>
        <p:txBody>
          <a:bodyPr/>
          <a:lstStyle/>
          <a:p>
            <a:endParaRPr lang="es-419" noProof="0" dirty="0"/>
          </a:p>
        </p:txBody>
      </p:sp>
      <p:sp>
        <p:nvSpPr>
          <p:cNvPr id="55" name="Forma libre: forma 54">
            <a:extLst>
              <a:ext uri="{FF2B5EF4-FFF2-40B4-BE49-F238E27FC236}">
                <a16:creationId xmlns:a16="http://schemas.microsoft.com/office/drawing/2014/main" id="{0CFBCB99-3B7B-11E9-EAB5-201FD7654F1F}"/>
              </a:ext>
            </a:extLst>
          </p:cNvPr>
          <p:cNvSpPr/>
          <p:nvPr/>
        </p:nvSpPr>
        <p:spPr>
          <a:xfrm>
            <a:off x="1407174" y="1572075"/>
            <a:ext cx="229470" cy="427142"/>
          </a:xfrm>
          <a:custGeom>
            <a:avLst/>
            <a:gdLst>
              <a:gd name="csX0" fmla="*/ 59479 w 229470"/>
              <a:gd name="csY0" fmla="*/ 423996 h 427142"/>
              <a:gd name="csX1" fmla="*/ 59694 w 229470"/>
              <a:gd name="csY1" fmla="*/ 396698 h 427142"/>
              <a:gd name="csX2" fmla="*/ 53195 w 229470"/>
              <a:gd name="csY2" fmla="*/ 362114 h 427142"/>
              <a:gd name="csX3" fmla="*/ 47446 w 229470"/>
              <a:gd name="csY3" fmla="*/ 337138 h 427142"/>
              <a:gd name="csX4" fmla="*/ 40306 w 229470"/>
              <a:gd name="csY4" fmla="*/ 312349 h 427142"/>
              <a:gd name="csX5" fmla="*/ 32609 w 229470"/>
              <a:gd name="csY5" fmla="*/ 289116 h 427142"/>
              <a:gd name="csX6" fmla="*/ 35070 w 229470"/>
              <a:gd name="csY6" fmla="*/ 271899 h 427142"/>
              <a:gd name="csX7" fmla="*/ 32418 w 229470"/>
              <a:gd name="csY7" fmla="*/ 260780 h 427142"/>
              <a:gd name="csX8" fmla="*/ 33172 w 229470"/>
              <a:gd name="csY8" fmla="*/ 247019 h 427142"/>
              <a:gd name="csX9" fmla="*/ 57856 w 229470"/>
              <a:gd name="csY9" fmla="*/ 240981 h 427142"/>
              <a:gd name="csX10" fmla="*/ 80243 w 229470"/>
              <a:gd name="csY10" fmla="*/ 236439 h 427142"/>
              <a:gd name="csX11" fmla="*/ 76436 w 229470"/>
              <a:gd name="csY11" fmla="*/ 228427 h 427142"/>
              <a:gd name="csX12" fmla="*/ 66283 w 229470"/>
              <a:gd name="csY12" fmla="*/ 225870 h 427142"/>
              <a:gd name="csX13" fmla="*/ 61369 w 229470"/>
              <a:gd name="csY13" fmla="*/ 221998 h 427142"/>
              <a:gd name="csX14" fmla="*/ 54487 w 229470"/>
              <a:gd name="csY14" fmla="*/ 218126 h 427142"/>
              <a:gd name="csX15" fmla="*/ 50882 w 229470"/>
              <a:gd name="csY15" fmla="*/ 215226 h 427142"/>
              <a:gd name="csX16" fmla="*/ 39078 w 229470"/>
              <a:gd name="csY16" fmla="*/ 199827 h 427142"/>
              <a:gd name="csX17" fmla="*/ 27028 w 229470"/>
              <a:gd name="csY17" fmla="*/ 179593 h 427142"/>
              <a:gd name="csX18" fmla="*/ 26078 w 229470"/>
              <a:gd name="csY18" fmla="*/ 170317 h 427142"/>
              <a:gd name="csX19" fmla="*/ 23581 w 229470"/>
              <a:gd name="csY19" fmla="*/ 162984 h 427142"/>
              <a:gd name="csX20" fmla="*/ 11790 w 229470"/>
              <a:gd name="csY20" fmla="*/ 145065 h 427142"/>
              <a:gd name="csX21" fmla="*/ 0 w 229470"/>
              <a:gd name="csY21" fmla="*/ 132934 h 427142"/>
              <a:gd name="csX22" fmla="*/ 16266 w 229470"/>
              <a:gd name="csY22" fmla="*/ 118970 h 427142"/>
              <a:gd name="csX23" fmla="*/ 37313 w 229470"/>
              <a:gd name="csY23" fmla="*/ 107565 h 427142"/>
              <a:gd name="csX24" fmla="*/ 42526 w 229470"/>
              <a:gd name="csY24" fmla="*/ 109268 h 427142"/>
              <a:gd name="csX25" fmla="*/ 48759 w 229470"/>
              <a:gd name="csY25" fmla="*/ 100129 h 427142"/>
              <a:gd name="csX26" fmla="*/ 49251 w 229470"/>
              <a:gd name="csY26" fmla="*/ 64399 h 427142"/>
              <a:gd name="csX27" fmla="*/ 38960 w 229470"/>
              <a:gd name="csY27" fmla="*/ 62708 h 427142"/>
              <a:gd name="csX28" fmla="*/ 28744 w 229470"/>
              <a:gd name="csY28" fmla="*/ 61040 h 427142"/>
              <a:gd name="csX29" fmla="*/ 53379 w 229470"/>
              <a:gd name="csY29" fmla="*/ 39197 h 427142"/>
              <a:gd name="csX30" fmla="*/ 71905 w 229470"/>
              <a:gd name="csY30" fmla="*/ 19485 h 427142"/>
              <a:gd name="csX31" fmla="*/ 90959 w 229470"/>
              <a:gd name="csY31" fmla="*/ 8717 h 427142"/>
              <a:gd name="csX32" fmla="*/ 109824 w 229470"/>
              <a:gd name="csY32" fmla="*/ 6256 h 427142"/>
              <a:gd name="csX33" fmla="*/ 121001 w 229470"/>
              <a:gd name="csY33" fmla="*/ 2822 h 427142"/>
              <a:gd name="csX34" fmla="*/ 122428 w 229470"/>
              <a:gd name="csY34" fmla="*/ 8347 h 427142"/>
              <a:gd name="csX35" fmla="*/ 111269 w 229470"/>
              <a:gd name="csY35" fmla="*/ 31492 h 427142"/>
              <a:gd name="csX36" fmla="*/ 125654 w 229470"/>
              <a:gd name="csY36" fmla="*/ 68353 h 427142"/>
              <a:gd name="csX37" fmla="*/ 129394 w 229470"/>
              <a:gd name="csY37" fmla="*/ 83822 h 427142"/>
              <a:gd name="csX38" fmla="*/ 132621 w 229470"/>
              <a:gd name="csY38" fmla="*/ 87380 h 427142"/>
              <a:gd name="csX39" fmla="*/ 129420 w 229470"/>
              <a:gd name="csY39" fmla="*/ 96950 h 427142"/>
              <a:gd name="csX40" fmla="*/ 135228 w 229470"/>
              <a:gd name="csY40" fmla="*/ 104581 h 427142"/>
              <a:gd name="csX41" fmla="*/ 149666 w 229470"/>
              <a:gd name="csY41" fmla="*/ 122913 h 427142"/>
              <a:gd name="csX42" fmla="*/ 159752 w 229470"/>
              <a:gd name="csY42" fmla="*/ 139280 h 427142"/>
              <a:gd name="csX43" fmla="*/ 168181 w 229470"/>
              <a:gd name="csY43" fmla="*/ 148315 h 427142"/>
              <a:gd name="csX44" fmla="*/ 179067 w 229470"/>
              <a:gd name="csY44" fmla="*/ 159986 h 427142"/>
              <a:gd name="csX45" fmla="*/ 189769 w 229470"/>
              <a:gd name="csY45" fmla="*/ 164249 h 427142"/>
              <a:gd name="csX46" fmla="*/ 197030 w 229470"/>
              <a:gd name="csY46" fmla="*/ 167037 h 427142"/>
              <a:gd name="csX47" fmla="*/ 208574 w 229470"/>
              <a:gd name="csY47" fmla="*/ 163915 h 427142"/>
              <a:gd name="csX48" fmla="*/ 216996 w 229470"/>
              <a:gd name="csY48" fmla="*/ 163915 h 427142"/>
              <a:gd name="csX49" fmla="*/ 217738 w 229470"/>
              <a:gd name="csY49" fmla="*/ 187794 h 427142"/>
              <a:gd name="csX50" fmla="*/ 224437 w 229470"/>
              <a:gd name="csY50" fmla="*/ 212516 h 427142"/>
              <a:gd name="csX51" fmla="*/ 229386 w 229470"/>
              <a:gd name="csY51" fmla="*/ 216389 h 427142"/>
              <a:gd name="csX52" fmla="*/ 185958 w 229470"/>
              <a:gd name="csY52" fmla="*/ 248433 h 427142"/>
              <a:gd name="csX53" fmla="*/ 168142 w 229470"/>
              <a:gd name="csY53" fmla="*/ 261325 h 427142"/>
              <a:gd name="csX54" fmla="*/ 158371 w 229470"/>
              <a:gd name="csY54" fmla="*/ 277501 h 427142"/>
              <a:gd name="csX55" fmla="*/ 143795 w 229470"/>
              <a:gd name="csY55" fmla="*/ 286536 h 427142"/>
              <a:gd name="csX56" fmla="*/ 128870 w 229470"/>
              <a:gd name="csY56" fmla="*/ 295569 h 427142"/>
              <a:gd name="csX57" fmla="*/ 127129 w 229470"/>
              <a:gd name="csY57" fmla="*/ 308193 h 427142"/>
              <a:gd name="csX58" fmla="*/ 130400 w 229470"/>
              <a:gd name="csY58" fmla="*/ 326436 h 427142"/>
              <a:gd name="csX59" fmla="*/ 134994 w 229470"/>
              <a:gd name="csY59" fmla="*/ 349937 h 427142"/>
              <a:gd name="csX60" fmla="*/ 142327 w 229470"/>
              <a:gd name="csY60" fmla="*/ 362849 h 427142"/>
              <a:gd name="csX61" fmla="*/ 123210 w 229470"/>
              <a:gd name="csY61" fmla="*/ 373013 h 427142"/>
              <a:gd name="csX62" fmla="*/ 101651 w 229470"/>
              <a:gd name="csY62" fmla="*/ 397639 h 427142"/>
              <a:gd name="csX63" fmla="*/ 95883 w 229470"/>
              <a:gd name="csY63" fmla="*/ 407869 h 427142"/>
              <a:gd name="csX64" fmla="*/ 86571 w 229470"/>
              <a:gd name="csY64" fmla="*/ 418453 h 427142"/>
              <a:gd name="csX65" fmla="*/ 80167 w 229470"/>
              <a:gd name="csY65" fmla="*/ 421479 h 427142"/>
              <a:gd name="csX66" fmla="*/ 70822 w 229470"/>
              <a:gd name="csY66" fmla="*/ 423763 h 427142"/>
              <a:gd name="csX67" fmla="*/ 59479 w 229470"/>
              <a:gd name="csY67" fmla="*/ 423996 h 42714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Lst>
            <a:rect l="l" t="t" r="r" b="b"/>
            <a:pathLst>
              <a:path w="229470" h="427142">
                <a:moveTo>
                  <a:pt x="59479" y="423996"/>
                </a:moveTo>
                <a:cubicBezTo>
                  <a:pt x="59345" y="422222"/>
                  <a:pt x="59442" y="409937"/>
                  <a:pt x="59694" y="396698"/>
                </a:cubicBezTo>
                <a:cubicBezTo>
                  <a:pt x="60117" y="374482"/>
                  <a:pt x="59616" y="371817"/>
                  <a:pt x="53195" y="362114"/>
                </a:cubicBezTo>
                <a:cubicBezTo>
                  <a:pt x="47165" y="353002"/>
                  <a:pt x="46399" y="349674"/>
                  <a:pt x="47446" y="337138"/>
                </a:cubicBezTo>
                <a:cubicBezTo>
                  <a:pt x="48558" y="323819"/>
                  <a:pt x="47993" y="321857"/>
                  <a:pt x="40306" y="312349"/>
                </a:cubicBezTo>
                <a:cubicBezTo>
                  <a:pt x="33058" y="303383"/>
                  <a:pt x="32044" y="300323"/>
                  <a:pt x="32609" y="289116"/>
                </a:cubicBezTo>
                <a:cubicBezTo>
                  <a:pt x="32967" y="282017"/>
                  <a:pt x="34074" y="274269"/>
                  <a:pt x="35070" y="271899"/>
                </a:cubicBezTo>
                <a:cubicBezTo>
                  <a:pt x="36124" y="269390"/>
                  <a:pt x="35017" y="264746"/>
                  <a:pt x="32418" y="260780"/>
                </a:cubicBezTo>
                <a:cubicBezTo>
                  <a:pt x="28144" y="254257"/>
                  <a:pt x="28176" y="253678"/>
                  <a:pt x="33172" y="247019"/>
                </a:cubicBezTo>
                <a:cubicBezTo>
                  <a:pt x="38159" y="240374"/>
                  <a:pt x="39247" y="240108"/>
                  <a:pt x="57856" y="240981"/>
                </a:cubicBezTo>
                <a:cubicBezTo>
                  <a:pt x="75524" y="241809"/>
                  <a:pt x="77593" y="241390"/>
                  <a:pt x="80243" y="236439"/>
                </a:cubicBezTo>
                <a:cubicBezTo>
                  <a:pt x="82790" y="231679"/>
                  <a:pt x="82305" y="230659"/>
                  <a:pt x="76436" y="228427"/>
                </a:cubicBezTo>
                <a:cubicBezTo>
                  <a:pt x="72737" y="227021"/>
                  <a:pt x="68168" y="225870"/>
                  <a:pt x="66283" y="225870"/>
                </a:cubicBezTo>
                <a:cubicBezTo>
                  <a:pt x="64397" y="225870"/>
                  <a:pt x="62186" y="224127"/>
                  <a:pt x="61369" y="221998"/>
                </a:cubicBezTo>
                <a:cubicBezTo>
                  <a:pt x="60552" y="219868"/>
                  <a:pt x="57455" y="218126"/>
                  <a:pt x="54487" y="218126"/>
                </a:cubicBezTo>
                <a:cubicBezTo>
                  <a:pt x="51152" y="218126"/>
                  <a:pt x="49775" y="217018"/>
                  <a:pt x="50882" y="215226"/>
                </a:cubicBezTo>
                <a:cubicBezTo>
                  <a:pt x="51914" y="213556"/>
                  <a:pt x="46909" y="207027"/>
                  <a:pt x="39078" y="199827"/>
                </a:cubicBezTo>
                <a:cubicBezTo>
                  <a:pt x="27017" y="188739"/>
                  <a:pt x="25656" y="186453"/>
                  <a:pt x="27028" y="179593"/>
                </a:cubicBezTo>
                <a:cubicBezTo>
                  <a:pt x="27878" y="175340"/>
                  <a:pt x="27451" y="171165"/>
                  <a:pt x="26078" y="170317"/>
                </a:cubicBezTo>
                <a:cubicBezTo>
                  <a:pt x="24704" y="169468"/>
                  <a:pt x="23581" y="166168"/>
                  <a:pt x="23581" y="162984"/>
                </a:cubicBezTo>
                <a:cubicBezTo>
                  <a:pt x="23581" y="159602"/>
                  <a:pt x="18679" y="152152"/>
                  <a:pt x="11790" y="145065"/>
                </a:cubicBezTo>
                <a:lnTo>
                  <a:pt x="0" y="132934"/>
                </a:lnTo>
                <a:lnTo>
                  <a:pt x="16266" y="118970"/>
                </a:lnTo>
                <a:cubicBezTo>
                  <a:pt x="29571" y="107549"/>
                  <a:pt x="33403" y="105472"/>
                  <a:pt x="37313" y="107565"/>
                </a:cubicBezTo>
                <a:cubicBezTo>
                  <a:pt x="39942" y="108972"/>
                  <a:pt x="42288" y="109738"/>
                  <a:pt x="42526" y="109268"/>
                </a:cubicBezTo>
                <a:cubicBezTo>
                  <a:pt x="42764" y="108799"/>
                  <a:pt x="45569" y="104686"/>
                  <a:pt x="48759" y="100129"/>
                </a:cubicBezTo>
                <a:cubicBezTo>
                  <a:pt x="56473" y="89108"/>
                  <a:pt x="56720" y="71159"/>
                  <a:pt x="49251" y="64399"/>
                </a:cubicBezTo>
                <a:cubicBezTo>
                  <a:pt x="44880" y="60443"/>
                  <a:pt x="43064" y="60145"/>
                  <a:pt x="38960" y="62708"/>
                </a:cubicBezTo>
                <a:cubicBezTo>
                  <a:pt x="31928" y="67099"/>
                  <a:pt x="28744" y="66579"/>
                  <a:pt x="28744" y="61040"/>
                </a:cubicBezTo>
                <a:cubicBezTo>
                  <a:pt x="28744" y="53145"/>
                  <a:pt x="42480" y="40966"/>
                  <a:pt x="53379" y="39197"/>
                </a:cubicBezTo>
                <a:cubicBezTo>
                  <a:pt x="66115" y="37130"/>
                  <a:pt x="70109" y="32880"/>
                  <a:pt x="71905" y="19485"/>
                </a:cubicBezTo>
                <a:cubicBezTo>
                  <a:pt x="73827" y="5162"/>
                  <a:pt x="82115" y="478"/>
                  <a:pt x="90959" y="8717"/>
                </a:cubicBezTo>
                <a:cubicBezTo>
                  <a:pt x="98823" y="16043"/>
                  <a:pt x="101930" y="15638"/>
                  <a:pt x="109824" y="6256"/>
                </a:cubicBezTo>
                <a:cubicBezTo>
                  <a:pt x="116173" y="-1290"/>
                  <a:pt x="116721" y="-1458"/>
                  <a:pt x="121001" y="2822"/>
                </a:cubicBezTo>
                <a:cubicBezTo>
                  <a:pt x="124083" y="5904"/>
                  <a:pt x="124533" y="7646"/>
                  <a:pt x="122428" y="8347"/>
                </a:cubicBezTo>
                <a:cubicBezTo>
                  <a:pt x="108913" y="12852"/>
                  <a:pt x="101196" y="28858"/>
                  <a:pt x="111269" y="31492"/>
                </a:cubicBezTo>
                <a:cubicBezTo>
                  <a:pt x="117751" y="33187"/>
                  <a:pt x="127868" y="59114"/>
                  <a:pt x="125654" y="68353"/>
                </a:cubicBezTo>
                <a:cubicBezTo>
                  <a:pt x="122658" y="80848"/>
                  <a:pt x="122997" y="82249"/>
                  <a:pt x="129394" y="83822"/>
                </a:cubicBezTo>
                <a:cubicBezTo>
                  <a:pt x="133741" y="84890"/>
                  <a:pt x="134786" y="86042"/>
                  <a:pt x="132621" y="87380"/>
                </a:cubicBezTo>
                <a:cubicBezTo>
                  <a:pt x="130861" y="88468"/>
                  <a:pt x="129420" y="92774"/>
                  <a:pt x="129420" y="96950"/>
                </a:cubicBezTo>
                <a:cubicBezTo>
                  <a:pt x="129420" y="103090"/>
                  <a:pt x="130531" y="104549"/>
                  <a:pt x="135228" y="104581"/>
                </a:cubicBezTo>
                <a:cubicBezTo>
                  <a:pt x="144939" y="104647"/>
                  <a:pt x="147895" y="108401"/>
                  <a:pt x="149666" y="122913"/>
                </a:cubicBezTo>
                <a:cubicBezTo>
                  <a:pt x="151241" y="135814"/>
                  <a:pt x="151964" y="136987"/>
                  <a:pt x="159752" y="139280"/>
                </a:cubicBezTo>
                <a:cubicBezTo>
                  <a:pt x="166352" y="141223"/>
                  <a:pt x="168150" y="143150"/>
                  <a:pt x="168181" y="148315"/>
                </a:cubicBezTo>
                <a:cubicBezTo>
                  <a:pt x="168242" y="158306"/>
                  <a:pt x="171565" y="161869"/>
                  <a:pt x="179067" y="159986"/>
                </a:cubicBezTo>
                <a:cubicBezTo>
                  <a:pt x="184111" y="158720"/>
                  <a:pt x="186588" y="159706"/>
                  <a:pt x="189769" y="164249"/>
                </a:cubicBezTo>
                <a:cubicBezTo>
                  <a:pt x="193006" y="168870"/>
                  <a:pt x="194589" y="169478"/>
                  <a:pt x="197030" y="167037"/>
                </a:cubicBezTo>
                <a:cubicBezTo>
                  <a:pt x="198747" y="165320"/>
                  <a:pt x="203942" y="163915"/>
                  <a:pt x="208574" y="163915"/>
                </a:cubicBezTo>
                <a:lnTo>
                  <a:pt x="216996" y="163915"/>
                </a:lnTo>
                <a:lnTo>
                  <a:pt x="217738" y="187794"/>
                </a:lnTo>
                <a:cubicBezTo>
                  <a:pt x="218444" y="210514"/>
                  <a:pt x="218769" y="211713"/>
                  <a:pt x="224437" y="212516"/>
                </a:cubicBezTo>
                <a:cubicBezTo>
                  <a:pt x="227714" y="212981"/>
                  <a:pt x="229940" y="214723"/>
                  <a:pt x="229386" y="216389"/>
                </a:cubicBezTo>
                <a:cubicBezTo>
                  <a:pt x="227670" y="221537"/>
                  <a:pt x="190328" y="249091"/>
                  <a:pt x="185958" y="248433"/>
                </a:cubicBezTo>
                <a:cubicBezTo>
                  <a:pt x="178411" y="247297"/>
                  <a:pt x="168142" y="254728"/>
                  <a:pt x="168142" y="261325"/>
                </a:cubicBezTo>
                <a:cubicBezTo>
                  <a:pt x="168142" y="269993"/>
                  <a:pt x="163608" y="277499"/>
                  <a:pt x="158371" y="277501"/>
                </a:cubicBezTo>
                <a:cubicBezTo>
                  <a:pt x="155936" y="277502"/>
                  <a:pt x="149377" y="281568"/>
                  <a:pt x="143795" y="286536"/>
                </a:cubicBezTo>
                <a:cubicBezTo>
                  <a:pt x="138212" y="291504"/>
                  <a:pt x="131496" y="295569"/>
                  <a:pt x="128870" y="295569"/>
                </a:cubicBezTo>
                <a:cubicBezTo>
                  <a:pt x="121381" y="295569"/>
                  <a:pt x="120392" y="302737"/>
                  <a:pt x="127129" y="308193"/>
                </a:cubicBezTo>
                <a:cubicBezTo>
                  <a:pt x="132769" y="312760"/>
                  <a:pt x="132971" y="313884"/>
                  <a:pt x="130400" y="326436"/>
                </a:cubicBezTo>
                <a:cubicBezTo>
                  <a:pt x="127799" y="339132"/>
                  <a:pt x="128033" y="340327"/>
                  <a:pt x="134994" y="349937"/>
                </a:cubicBezTo>
                <a:cubicBezTo>
                  <a:pt x="139027" y="355505"/>
                  <a:pt x="142327" y="361315"/>
                  <a:pt x="142327" y="362849"/>
                </a:cubicBezTo>
                <a:cubicBezTo>
                  <a:pt x="142327" y="368872"/>
                  <a:pt x="134539" y="373013"/>
                  <a:pt x="123210" y="373013"/>
                </a:cubicBezTo>
                <a:cubicBezTo>
                  <a:pt x="109180" y="373013"/>
                  <a:pt x="103724" y="379244"/>
                  <a:pt x="101651" y="397639"/>
                </a:cubicBezTo>
                <a:cubicBezTo>
                  <a:pt x="100573" y="407198"/>
                  <a:pt x="99540" y="409030"/>
                  <a:pt x="95883" y="407869"/>
                </a:cubicBezTo>
                <a:cubicBezTo>
                  <a:pt x="90324" y="406105"/>
                  <a:pt x="84411" y="412825"/>
                  <a:pt x="86571" y="418453"/>
                </a:cubicBezTo>
                <a:cubicBezTo>
                  <a:pt x="87898" y="421912"/>
                  <a:pt x="86764" y="422448"/>
                  <a:pt x="80167" y="421479"/>
                </a:cubicBezTo>
                <a:cubicBezTo>
                  <a:pt x="74953" y="420714"/>
                  <a:pt x="71686" y="421512"/>
                  <a:pt x="70822" y="423763"/>
                </a:cubicBezTo>
                <a:cubicBezTo>
                  <a:pt x="69146" y="428132"/>
                  <a:pt x="59804" y="428324"/>
                  <a:pt x="59479" y="423996"/>
                </a:cubicBezTo>
                <a:close/>
              </a:path>
            </a:pathLst>
          </a:custGeom>
          <a:solidFill>
            <a:srgbClr val="B9B9B9"/>
          </a:solidFill>
          <a:ln w="5163" cap="flat">
            <a:noFill/>
            <a:prstDash val="solid"/>
            <a:miter/>
          </a:ln>
        </p:spPr>
        <p:txBody>
          <a:bodyPr/>
          <a:lstStyle/>
          <a:p>
            <a:endParaRPr lang="es-419" noProof="0" dirty="0"/>
          </a:p>
        </p:txBody>
      </p:sp>
      <p:sp>
        <p:nvSpPr>
          <p:cNvPr id="56" name="Forma libre: forma 55">
            <a:extLst>
              <a:ext uri="{FF2B5EF4-FFF2-40B4-BE49-F238E27FC236}">
                <a16:creationId xmlns:a16="http://schemas.microsoft.com/office/drawing/2014/main" id="{AA283DFC-ABB5-0241-8EF7-479C6B15766B}"/>
              </a:ext>
            </a:extLst>
          </p:cNvPr>
          <p:cNvSpPr/>
          <p:nvPr/>
        </p:nvSpPr>
        <p:spPr>
          <a:xfrm>
            <a:off x="1184880" y="1375117"/>
            <a:ext cx="334306" cy="498738"/>
          </a:xfrm>
          <a:custGeom>
            <a:avLst/>
            <a:gdLst>
              <a:gd name="csX0" fmla="*/ 247743 w 334306"/>
              <a:gd name="csY0" fmla="*/ 496867 h 498738"/>
              <a:gd name="csX1" fmla="*/ 240505 w 334306"/>
              <a:gd name="csY1" fmla="*/ 493884 h 498738"/>
              <a:gd name="csX2" fmla="*/ 219827 w 334306"/>
              <a:gd name="csY2" fmla="*/ 476477 h 498738"/>
              <a:gd name="csX3" fmla="*/ 204292 w 334306"/>
              <a:gd name="csY3" fmla="*/ 470138 h 498738"/>
              <a:gd name="csX4" fmla="*/ 191180 w 334306"/>
              <a:gd name="csY4" fmla="*/ 465927 h 498738"/>
              <a:gd name="csX5" fmla="*/ 185245 w 334306"/>
              <a:gd name="csY5" fmla="*/ 460255 h 498738"/>
              <a:gd name="csX6" fmla="*/ 179372 w 334306"/>
              <a:gd name="csY6" fmla="*/ 456383 h 498738"/>
              <a:gd name="csX7" fmla="*/ 119384 w 334306"/>
              <a:gd name="csY7" fmla="*/ 437991 h 498738"/>
              <a:gd name="csX8" fmla="*/ 89617 w 334306"/>
              <a:gd name="csY8" fmla="*/ 463480 h 498738"/>
              <a:gd name="csX9" fmla="*/ 81270 w 334306"/>
              <a:gd name="csY9" fmla="*/ 471310 h 498738"/>
              <a:gd name="csX10" fmla="*/ 65769 w 334306"/>
              <a:gd name="csY10" fmla="*/ 466800 h 498738"/>
              <a:gd name="csX11" fmla="*/ 41569 w 334306"/>
              <a:gd name="csY11" fmla="*/ 444771 h 498738"/>
              <a:gd name="csX12" fmla="*/ 29063 w 334306"/>
              <a:gd name="csY12" fmla="*/ 422183 h 498738"/>
              <a:gd name="csX13" fmla="*/ 35486 w 334306"/>
              <a:gd name="csY13" fmla="*/ 420247 h 498738"/>
              <a:gd name="csX14" fmla="*/ 36311 w 334306"/>
              <a:gd name="csY14" fmla="*/ 410716 h 498738"/>
              <a:gd name="csX15" fmla="*/ 30682 w 334306"/>
              <a:gd name="csY15" fmla="*/ 404725 h 498738"/>
              <a:gd name="csX16" fmla="*/ 36945 w 334306"/>
              <a:gd name="csY16" fmla="*/ 393771 h 498738"/>
              <a:gd name="csX17" fmla="*/ 44969 w 334306"/>
              <a:gd name="csY17" fmla="*/ 363455 h 498738"/>
              <a:gd name="csX18" fmla="*/ 48481 w 334306"/>
              <a:gd name="csY18" fmla="*/ 335841 h 498738"/>
              <a:gd name="csX19" fmla="*/ 28755 w 334306"/>
              <a:gd name="csY19" fmla="*/ 300210 h 498738"/>
              <a:gd name="csX20" fmla="*/ 9477 w 334306"/>
              <a:gd name="csY20" fmla="*/ 236920 h 498738"/>
              <a:gd name="csX21" fmla="*/ 0 w 334306"/>
              <a:gd name="csY21" fmla="*/ 183956 h 498738"/>
              <a:gd name="csX22" fmla="*/ 8603 w 334306"/>
              <a:gd name="csY22" fmla="*/ 171093 h 498738"/>
              <a:gd name="csX23" fmla="*/ 19247 w 334306"/>
              <a:gd name="csY23" fmla="*/ 157370 h 498738"/>
              <a:gd name="csX24" fmla="*/ 21288 w 334306"/>
              <a:gd name="csY24" fmla="*/ 154226 h 498738"/>
              <a:gd name="csX25" fmla="*/ 42935 w 334306"/>
              <a:gd name="csY25" fmla="*/ 118946 h 498738"/>
              <a:gd name="csX26" fmla="*/ 66467 w 334306"/>
              <a:gd name="csY26" fmla="*/ 79496 h 498738"/>
              <a:gd name="csX27" fmla="*/ 76541 w 334306"/>
              <a:gd name="csY27" fmla="*/ 65175 h 498738"/>
              <a:gd name="csX28" fmla="*/ 97572 w 334306"/>
              <a:gd name="csY28" fmla="*/ 34163 h 498738"/>
              <a:gd name="csX29" fmla="*/ 112627 w 334306"/>
              <a:gd name="csY29" fmla="*/ 9814 h 498738"/>
              <a:gd name="csX30" fmla="*/ 119648 w 334306"/>
              <a:gd name="csY30" fmla="*/ 4329 h 498738"/>
              <a:gd name="csX31" fmla="*/ 132858 w 334306"/>
              <a:gd name="csY31" fmla="*/ 713 h 498738"/>
              <a:gd name="csX32" fmla="*/ 193546 w 334306"/>
              <a:gd name="csY32" fmla="*/ 5578 h 498738"/>
              <a:gd name="csX33" fmla="*/ 220060 w 334306"/>
              <a:gd name="csY33" fmla="*/ 20523 h 498738"/>
              <a:gd name="csX34" fmla="*/ 224578 w 334306"/>
              <a:gd name="csY34" fmla="*/ 25298 h 498738"/>
              <a:gd name="csX35" fmla="*/ 221567 w 334306"/>
              <a:gd name="csY35" fmla="*/ 31335 h 498738"/>
              <a:gd name="csX36" fmla="*/ 217338 w 334306"/>
              <a:gd name="csY36" fmla="*/ 39397 h 498738"/>
              <a:gd name="csX37" fmla="*/ 222891 w 334306"/>
              <a:gd name="csY37" fmla="*/ 37878 h 498738"/>
              <a:gd name="csX38" fmla="*/ 225189 w 334306"/>
              <a:gd name="csY38" fmla="*/ 36902 h 498738"/>
              <a:gd name="csX39" fmla="*/ 234581 w 334306"/>
              <a:gd name="csY39" fmla="*/ 40152 h 498738"/>
              <a:gd name="csX40" fmla="*/ 261177 w 334306"/>
              <a:gd name="csY40" fmla="*/ 57181 h 498738"/>
              <a:gd name="csX41" fmla="*/ 267817 w 334306"/>
              <a:gd name="csY41" fmla="*/ 67059 h 498738"/>
              <a:gd name="csX42" fmla="*/ 274280 w 334306"/>
              <a:gd name="csY42" fmla="*/ 79049 h 498738"/>
              <a:gd name="csX43" fmla="*/ 279443 w 334306"/>
              <a:gd name="csY43" fmla="*/ 91820 h 498738"/>
              <a:gd name="csX44" fmla="*/ 284596 w 334306"/>
              <a:gd name="csY44" fmla="*/ 105775 h 498738"/>
              <a:gd name="csX45" fmla="*/ 291417 w 334306"/>
              <a:gd name="csY45" fmla="*/ 120219 h 498738"/>
              <a:gd name="csX46" fmla="*/ 298659 w 334306"/>
              <a:gd name="csY46" fmla="*/ 133370 h 498738"/>
              <a:gd name="csX47" fmla="*/ 314425 w 334306"/>
              <a:gd name="csY47" fmla="*/ 156674 h 498738"/>
              <a:gd name="csX48" fmla="*/ 323321 w 334306"/>
              <a:gd name="csY48" fmla="*/ 164371 h 498738"/>
              <a:gd name="csX49" fmla="*/ 329277 w 334306"/>
              <a:gd name="csY49" fmla="*/ 172896 h 498738"/>
              <a:gd name="csX50" fmla="*/ 327346 w 334306"/>
              <a:gd name="csY50" fmla="*/ 203260 h 498738"/>
              <a:gd name="csX51" fmla="*/ 321564 w 334306"/>
              <a:gd name="csY51" fmla="*/ 208691 h 498738"/>
              <a:gd name="csX52" fmla="*/ 314839 w 334306"/>
              <a:gd name="csY52" fmla="*/ 201967 h 498738"/>
              <a:gd name="csX53" fmla="*/ 300945 w 334306"/>
              <a:gd name="csY53" fmla="*/ 198679 h 498738"/>
              <a:gd name="csX54" fmla="*/ 291854 w 334306"/>
              <a:gd name="csY54" fmla="*/ 213362 h 498738"/>
              <a:gd name="csX55" fmla="*/ 273477 w 334306"/>
              <a:gd name="csY55" fmla="*/ 233193 h 498738"/>
              <a:gd name="csX56" fmla="*/ 248561 w 334306"/>
              <a:gd name="csY56" fmla="*/ 258261 h 498738"/>
              <a:gd name="csX57" fmla="*/ 254757 w 334306"/>
              <a:gd name="csY57" fmla="*/ 265360 h 498738"/>
              <a:gd name="csX58" fmla="*/ 262758 w 334306"/>
              <a:gd name="csY58" fmla="*/ 262611 h 498738"/>
              <a:gd name="csX59" fmla="*/ 269300 w 334306"/>
              <a:gd name="csY59" fmla="*/ 264243 h 498738"/>
              <a:gd name="csX60" fmla="*/ 257492 w 334306"/>
              <a:gd name="csY60" fmla="*/ 300210 h 498738"/>
              <a:gd name="csX61" fmla="*/ 220205 w 334306"/>
              <a:gd name="csY61" fmla="*/ 329428 h 498738"/>
              <a:gd name="csX62" fmla="*/ 231476 w 334306"/>
              <a:gd name="csY62" fmla="*/ 344578 h 498738"/>
              <a:gd name="csX63" fmla="*/ 244540 w 334306"/>
              <a:gd name="csY63" fmla="*/ 369570 h 498738"/>
              <a:gd name="csX64" fmla="*/ 259568 w 334306"/>
              <a:gd name="csY64" fmla="*/ 400936 h 498738"/>
              <a:gd name="csX65" fmla="*/ 267812 w 334306"/>
              <a:gd name="csY65" fmla="*/ 410972 h 498738"/>
              <a:gd name="csX66" fmla="*/ 272980 w 334306"/>
              <a:gd name="csY66" fmla="*/ 418667 h 498738"/>
              <a:gd name="csX67" fmla="*/ 279745 w 334306"/>
              <a:gd name="csY67" fmla="*/ 423732 h 498738"/>
              <a:gd name="csX68" fmla="*/ 289553 w 334306"/>
              <a:gd name="csY68" fmla="*/ 427604 h 498738"/>
              <a:gd name="csX69" fmla="*/ 298277 w 334306"/>
              <a:gd name="csY69" fmla="*/ 431864 h 498738"/>
              <a:gd name="csX70" fmla="*/ 272913 w 334306"/>
              <a:gd name="csY70" fmla="*/ 433099 h 498738"/>
              <a:gd name="csX71" fmla="*/ 253686 w 334306"/>
              <a:gd name="csY71" fmla="*/ 440109 h 498738"/>
              <a:gd name="csX72" fmla="*/ 252360 w 334306"/>
              <a:gd name="csY72" fmla="*/ 461577 h 498738"/>
              <a:gd name="csX73" fmla="*/ 253346 w 334306"/>
              <a:gd name="csY73" fmla="*/ 468333 h 498738"/>
              <a:gd name="csX74" fmla="*/ 251680 w 334306"/>
              <a:gd name="csY74" fmla="*/ 476637 h 498738"/>
              <a:gd name="csX75" fmla="*/ 251259 w 334306"/>
              <a:gd name="csY75" fmla="*/ 491494 h 498738"/>
              <a:gd name="csX76" fmla="*/ 247743 w 334306"/>
              <a:gd name="csY76" fmla="*/ 496867 h 4987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Lst>
            <a:rect l="l" t="t" r="r" b="b"/>
            <a:pathLst>
              <a:path w="334306" h="498738">
                <a:moveTo>
                  <a:pt x="247743" y="496867"/>
                </a:moveTo>
                <a:cubicBezTo>
                  <a:pt x="246424" y="493506"/>
                  <a:pt x="244367" y="492659"/>
                  <a:pt x="240505" y="493884"/>
                </a:cubicBezTo>
                <a:cubicBezTo>
                  <a:pt x="234008" y="495946"/>
                  <a:pt x="224617" y="488040"/>
                  <a:pt x="219827" y="476477"/>
                </a:cubicBezTo>
                <a:cubicBezTo>
                  <a:pt x="216729" y="468997"/>
                  <a:pt x="216097" y="468739"/>
                  <a:pt x="204292" y="470138"/>
                </a:cubicBezTo>
                <a:cubicBezTo>
                  <a:pt x="193057" y="471468"/>
                  <a:pt x="191916" y="471102"/>
                  <a:pt x="191180" y="465927"/>
                </a:cubicBezTo>
                <a:cubicBezTo>
                  <a:pt x="190659" y="462266"/>
                  <a:pt x="188558" y="460258"/>
                  <a:pt x="185245" y="460255"/>
                </a:cubicBezTo>
                <a:cubicBezTo>
                  <a:pt x="182424" y="460253"/>
                  <a:pt x="179781" y="458510"/>
                  <a:pt x="179372" y="456383"/>
                </a:cubicBezTo>
                <a:cubicBezTo>
                  <a:pt x="178300" y="450818"/>
                  <a:pt x="133997" y="437235"/>
                  <a:pt x="119384" y="437991"/>
                </a:cubicBezTo>
                <a:cubicBezTo>
                  <a:pt x="99217" y="439035"/>
                  <a:pt x="100133" y="438251"/>
                  <a:pt x="89617" y="463480"/>
                </a:cubicBezTo>
                <a:cubicBezTo>
                  <a:pt x="85806" y="472621"/>
                  <a:pt x="84419" y="473923"/>
                  <a:pt x="81270" y="471310"/>
                </a:cubicBezTo>
                <a:cubicBezTo>
                  <a:pt x="79194" y="469587"/>
                  <a:pt x="72218" y="467557"/>
                  <a:pt x="65769" y="466800"/>
                </a:cubicBezTo>
                <a:cubicBezTo>
                  <a:pt x="54283" y="465451"/>
                  <a:pt x="53791" y="465003"/>
                  <a:pt x="41569" y="444771"/>
                </a:cubicBezTo>
                <a:cubicBezTo>
                  <a:pt x="34707" y="433413"/>
                  <a:pt x="29080" y="423248"/>
                  <a:pt x="29063" y="422183"/>
                </a:cubicBezTo>
                <a:cubicBezTo>
                  <a:pt x="29046" y="421119"/>
                  <a:pt x="31937" y="420247"/>
                  <a:pt x="35486" y="420247"/>
                </a:cubicBezTo>
                <a:cubicBezTo>
                  <a:pt x="43403" y="420247"/>
                  <a:pt x="43560" y="418433"/>
                  <a:pt x="36311" y="410716"/>
                </a:cubicBezTo>
                <a:lnTo>
                  <a:pt x="30682" y="404725"/>
                </a:lnTo>
                <a:lnTo>
                  <a:pt x="36945" y="393771"/>
                </a:lnTo>
                <a:cubicBezTo>
                  <a:pt x="41241" y="386255"/>
                  <a:pt x="43760" y="376739"/>
                  <a:pt x="44969" y="363455"/>
                </a:cubicBezTo>
                <a:cubicBezTo>
                  <a:pt x="45939" y="352807"/>
                  <a:pt x="47519" y="340381"/>
                  <a:pt x="48481" y="335841"/>
                </a:cubicBezTo>
                <a:cubicBezTo>
                  <a:pt x="50445" y="326577"/>
                  <a:pt x="45773" y="318139"/>
                  <a:pt x="28755" y="300210"/>
                </a:cubicBezTo>
                <a:cubicBezTo>
                  <a:pt x="18993" y="289925"/>
                  <a:pt x="18916" y="289673"/>
                  <a:pt x="9477" y="236920"/>
                </a:cubicBezTo>
                <a:lnTo>
                  <a:pt x="0" y="183956"/>
                </a:lnTo>
                <a:lnTo>
                  <a:pt x="8603" y="171093"/>
                </a:lnTo>
                <a:cubicBezTo>
                  <a:pt x="13334" y="164019"/>
                  <a:pt x="18124" y="157843"/>
                  <a:pt x="19247" y="157370"/>
                </a:cubicBezTo>
                <a:cubicBezTo>
                  <a:pt x="20370" y="156896"/>
                  <a:pt x="21288" y="155482"/>
                  <a:pt x="21288" y="154226"/>
                </a:cubicBezTo>
                <a:cubicBezTo>
                  <a:pt x="21288" y="152970"/>
                  <a:pt x="31029" y="137094"/>
                  <a:pt x="42935" y="118946"/>
                </a:cubicBezTo>
                <a:cubicBezTo>
                  <a:pt x="54840" y="100798"/>
                  <a:pt x="65430" y="83045"/>
                  <a:pt x="66467" y="79496"/>
                </a:cubicBezTo>
                <a:cubicBezTo>
                  <a:pt x="67505" y="75946"/>
                  <a:pt x="72038" y="69502"/>
                  <a:pt x="76541" y="65175"/>
                </a:cubicBezTo>
                <a:cubicBezTo>
                  <a:pt x="87950" y="54213"/>
                  <a:pt x="95497" y="43084"/>
                  <a:pt x="97572" y="34163"/>
                </a:cubicBezTo>
                <a:cubicBezTo>
                  <a:pt x="99599" y="25448"/>
                  <a:pt x="109249" y="9841"/>
                  <a:pt x="112627" y="9814"/>
                </a:cubicBezTo>
                <a:cubicBezTo>
                  <a:pt x="113880" y="9805"/>
                  <a:pt x="117040" y="7336"/>
                  <a:pt x="119648" y="4329"/>
                </a:cubicBezTo>
                <a:cubicBezTo>
                  <a:pt x="123477" y="-86"/>
                  <a:pt x="126019" y="-782"/>
                  <a:pt x="132858" y="713"/>
                </a:cubicBezTo>
                <a:cubicBezTo>
                  <a:pt x="141063" y="2507"/>
                  <a:pt x="160286" y="4048"/>
                  <a:pt x="193546" y="5578"/>
                </a:cubicBezTo>
                <a:cubicBezTo>
                  <a:pt x="210737" y="6368"/>
                  <a:pt x="220060" y="11623"/>
                  <a:pt x="220060" y="20523"/>
                </a:cubicBezTo>
                <a:cubicBezTo>
                  <a:pt x="220060" y="23333"/>
                  <a:pt x="221912" y="25291"/>
                  <a:pt x="224578" y="25298"/>
                </a:cubicBezTo>
                <a:cubicBezTo>
                  <a:pt x="228025" y="25308"/>
                  <a:pt x="227313" y="26737"/>
                  <a:pt x="221567" y="31335"/>
                </a:cubicBezTo>
                <a:cubicBezTo>
                  <a:pt x="216052" y="35748"/>
                  <a:pt x="214921" y="37903"/>
                  <a:pt x="217338" y="39397"/>
                </a:cubicBezTo>
                <a:cubicBezTo>
                  <a:pt x="219279" y="40596"/>
                  <a:pt x="221565" y="39971"/>
                  <a:pt x="222891" y="37878"/>
                </a:cubicBezTo>
                <a:cubicBezTo>
                  <a:pt x="224130" y="35921"/>
                  <a:pt x="225164" y="35482"/>
                  <a:pt x="225189" y="36902"/>
                </a:cubicBezTo>
                <a:cubicBezTo>
                  <a:pt x="225213" y="38322"/>
                  <a:pt x="229440" y="39784"/>
                  <a:pt x="234581" y="40152"/>
                </a:cubicBezTo>
                <a:cubicBezTo>
                  <a:pt x="243367" y="40781"/>
                  <a:pt x="260731" y="51899"/>
                  <a:pt x="261177" y="57181"/>
                </a:cubicBezTo>
                <a:cubicBezTo>
                  <a:pt x="261279" y="58396"/>
                  <a:pt x="264267" y="62841"/>
                  <a:pt x="267817" y="67059"/>
                </a:cubicBezTo>
                <a:cubicBezTo>
                  <a:pt x="271366" y="71278"/>
                  <a:pt x="274275" y="76673"/>
                  <a:pt x="274280" y="79049"/>
                </a:cubicBezTo>
                <a:cubicBezTo>
                  <a:pt x="274285" y="81424"/>
                  <a:pt x="276609" y="87172"/>
                  <a:pt x="279443" y="91820"/>
                </a:cubicBezTo>
                <a:cubicBezTo>
                  <a:pt x="282277" y="96469"/>
                  <a:pt x="284596" y="102748"/>
                  <a:pt x="284596" y="105775"/>
                </a:cubicBezTo>
                <a:cubicBezTo>
                  <a:pt x="284596" y="108801"/>
                  <a:pt x="287666" y="115301"/>
                  <a:pt x="291417" y="120219"/>
                </a:cubicBezTo>
                <a:cubicBezTo>
                  <a:pt x="295169" y="125138"/>
                  <a:pt x="298428" y="131056"/>
                  <a:pt x="298659" y="133370"/>
                </a:cubicBezTo>
                <a:cubicBezTo>
                  <a:pt x="299477" y="141547"/>
                  <a:pt x="305637" y="150653"/>
                  <a:pt x="314425" y="156674"/>
                </a:cubicBezTo>
                <a:cubicBezTo>
                  <a:pt x="319316" y="160026"/>
                  <a:pt x="323320" y="163489"/>
                  <a:pt x="323321" y="164371"/>
                </a:cubicBezTo>
                <a:cubicBezTo>
                  <a:pt x="323323" y="165253"/>
                  <a:pt x="326003" y="169089"/>
                  <a:pt x="329277" y="172896"/>
                </a:cubicBezTo>
                <a:cubicBezTo>
                  <a:pt x="336682" y="181505"/>
                  <a:pt x="335803" y="195314"/>
                  <a:pt x="327346" y="203260"/>
                </a:cubicBezTo>
                <a:lnTo>
                  <a:pt x="321564" y="208691"/>
                </a:lnTo>
                <a:lnTo>
                  <a:pt x="314839" y="201967"/>
                </a:lnTo>
                <a:cubicBezTo>
                  <a:pt x="308661" y="195789"/>
                  <a:pt x="307532" y="195522"/>
                  <a:pt x="300945" y="198679"/>
                </a:cubicBezTo>
                <a:cubicBezTo>
                  <a:pt x="295346" y="201363"/>
                  <a:pt x="293353" y="204582"/>
                  <a:pt x="291854" y="213362"/>
                </a:cubicBezTo>
                <a:cubicBezTo>
                  <a:pt x="289357" y="227993"/>
                  <a:pt x="286547" y="231025"/>
                  <a:pt x="273477" y="233193"/>
                </a:cubicBezTo>
                <a:cubicBezTo>
                  <a:pt x="260663" y="235319"/>
                  <a:pt x="248722" y="247333"/>
                  <a:pt x="248561" y="258261"/>
                </a:cubicBezTo>
                <a:cubicBezTo>
                  <a:pt x="248475" y="264096"/>
                  <a:pt x="249579" y="265360"/>
                  <a:pt x="254757" y="265360"/>
                </a:cubicBezTo>
                <a:cubicBezTo>
                  <a:pt x="258223" y="265360"/>
                  <a:pt x="261823" y="264123"/>
                  <a:pt x="262758" y="262611"/>
                </a:cubicBezTo>
                <a:cubicBezTo>
                  <a:pt x="263872" y="260808"/>
                  <a:pt x="266124" y="261370"/>
                  <a:pt x="269300" y="264243"/>
                </a:cubicBezTo>
                <a:cubicBezTo>
                  <a:pt x="279445" y="273424"/>
                  <a:pt x="270651" y="300210"/>
                  <a:pt x="257492" y="300210"/>
                </a:cubicBezTo>
                <a:cubicBezTo>
                  <a:pt x="250513" y="300210"/>
                  <a:pt x="220446" y="323770"/>
                  <a:pt x="220205" y="329428"/>
                </a:cubicBezTo>
                <a:cubicBezTo>
                  <a:pt x="220125" y="331300"/>
                  <a:pt x="225197" y="338118"/>
                  <a:pt x="231476" y="344578"/>
                </a:cubicBezTo>
                <a:cubicBezTo>
                  <a:pt x="241029" y="354406"/>
                  <a:pt x="243162" y="358486"/>
                  <a:pt x="244540" y="369570"/>
                </a:cubicBezTo>
                <a:cubicBezTo>
                  <a:pt x="246852" y="388171"/>
                  <a:pt x="250097" y="394944"/>
                  <a:pt x="259568" y="400936"/>
                </a:cubicBezTo>
                <a:cubicBezTo>
                  <a:pt x="264099" y="403804"/>
                  <a:pt x="267809" y="408320"/>
                  <a:pt x="267812" y="410972"/>
                </a:cubicBezTo>
                <a:cubicBezTo>
                  <a:pt x="267815" y="413625"/>
                  <a:pt x="270140" y="417087"/>
                  <a:pt x="272980" y="418667"/>
                </a:cubicBezTo>
                <a:cubicBezTo>
                  <a:pt x="275819" y="420246"/>
                  <a:pt x="278864" y="422525"/>
                  <a:pt x="279745" y="423732"/>
                </a:cubicBezTo>
                <a:cubicBezTo>
                  <a:pt x="280626" y="424939"/>
                  <a:pt x="285040" y="426681"/>
                  <a:pt x="289553" y="427604"/>
                </a:cubicBezTo>
                <a:cubicBezTo>
                  <a:pt x="294067" y="428527"/>
                  <a:pt x="297992" y="430444"/>
                  <a:pt x="298277" y="431864"/>
                </a:cubicBezTo>
                <a:cubicBezTo>
                  <a:pt x="299018" y="435562"/>
                  <a:pt x="277163" y="436626"/>
                  <a:pt x="272913" y="433099"/>
                </a:cubicBezTo>
                <a:cubicBezTo>
                  <a:pt x="268101" y="429105"/>
                  <a:pt x="260026" y="432049"/>
                  <a:pt x="253686" y="440109"/>
                </a:cubicBezTo>
                <a:cubicBezTo>
                  <a:pt x="247489" y="447987"/>
                  <a:pt x="246928" y="457069"/>
                  <a:pt x="252360" y="461577"/>
                </a:cubicBezTo>
                <a:cubicBezTo>
                  <a:pt x="255321" y="464035"/>
                  <a:pt x="255560" y="465666"/>
                  <a:pt x="253346" y="468333"/>
                </a:cubicBezTo>
                <a:cubicBezTo>
                  <a:pt x="251741" y="470267"/>
                  <a:pt x="250992" y="474004"/>
                  <a:pt x="251680" y="476637"/>
                </a:cubicBezTo>
                <a:cubicBezTo>
                  <a:pt x="252369" y="479271"/>
                  <a:pt x="252179" y="485956"/>
                  <a:pt x="251259" y="491494"/>
                </a:cubicBezTo>
                <a:cubicBezTo>
                  <a:pt x="249997" y="499087"/>
                  <a:pt x="249133" y="500409"/>
                  <a:pt x="247743" y="496867"/>
                </a:cubicBezTo>
                <a:close/>
              </a:path>
            </a:pathLst>
          </a:custGeom>
          <a:solidFill>
            <a:srgbClr val="B9B9B9"/>
          </a:solidFill>
          <a:ln w="5163" cap="flat">
            <a:noFill/>
            <a:prstDash val="solid"/>
            <a:miter/>
          </a:ln>
        </p:spPr>
        <p:txBody>
          <a:bodyPr/>
          <a:lstStyle/>
          <a:p>
            <a:endParaRPr lang="es-419" noProof="0" dirty="0"/>
          </a:p>
        </p:txBody>
      </p:sp>
      <p:grpSp>
        <p:nvGrpSpPr>
          <p:cNvPr id="57" name="Gráfico 39">
            <a:extLst>
              <a:ext uri="{FF2B5EF4-FFF2-40B4-BE49-F238E27FC236}">
                <a16:creationId xmlns:a16="http://schemas.microsoft.com/office/drawing/2014/main" id="{950DF4A3-7A3E-4D6C-A69E-530DFA9E5A7F}"/>
              </a:ext>
            </a:extLst>
          </p:cNvPr>
          <p:cNvGrpSpPr/>
          <p:nvPr/>
        </p:nvGrpSpPr>
        <p:grpSpPr>
          <a:xfrm>
            <a:off x="726816" y="1624037"/>
            <a:ext cx="321478" cy="429471"/>
            <a:chOff x="726816" y="1624037"/>
            <a:chExt cx="321478" cy="429471"/>
          </a:xfrm>
          <a:solidFill>
            <a:srgbClr val="B9B9B9"/>
          </a:solidFill>
        </p:grpSpPr>
        <p:sp>
          <p:nvSpPr>
            <p:cNvPr id="58" name="Forma libre: forma 57">
              <a:extLst>
                <a:ext uri="{FF2B5EF4-FFF2-40B4-BE49-F238E27FC236}">
                  <a16:creationId xmlns:a16="http://schemas.microsoft.com/office/drawing/2014/main" id="{96A6CF02-44C5-3AFD-5936-A682EAD523EC}"/>
                </a:ext>
              </a:extLst>
            </p:cNvPr>
            <p:cNvSpPr/>
            <p:nvPr/>
          </p:nvSpPr>
          <p:spPr>
            <a:xfrm>
              <a:off x="726816" y="1624037"/>
              <a:ext cx="321478" cy="429471"/>
            </a:xfrm>
            <a:custGeom>
              <a:avLst/>
              <a:gdLst>
                <a:gd name="csX0" fmla="*/ 298651 w 321478"/>
                <a:gd name="csY0" fmla="*/ 424657 h 429471"/>
                <a:gd name="csX1" fmla="*/ 285240 w 321478"/>
                <a:gd name="csY1" fmla="*/ 406239 h 429471"/>
                <a:gd name="csX2" fmla="*/ 285795 w 321478"/>
                <a:gd name="csY2" fmla="*/ 410173 h 429471"/>
                <a:gd name="csX3" fmla="*/ 287678 w 321478"/>
                <a:gd name="csY3" fmla="*/ 415491 h 429471"/>
                <a:gd name="csX4" fmla="*/ 268647 w 321478"/>
                <a:gd name="csY4" fmla="*/ 394065 h 429471"/>
                <a:gd name="csX5" fmla="*/ 249603 w 321478"/>
                <a:gd name="csY5" fmla="*/ 371546 h 429471"/>
                <a:gd name="csX6" fmla="*/ 255246 w 321478"/>
                <a:gd name="csY6" fmla="*/ 382701 h 429471"/>
                <a:gd name="csX7" fmla="*/ 260888 w 321478"/>
                <a:gd name="csY7" fmla="*/ 392041 h 429471"/>
                <a:gd name="csX8" fmla="*/ 254982 w 321478"/>
                <a:gd name="csY8" fmla="*/ 386884 h 429471"/>
                <a:gd name="csX9" fmla="*/ 245088 w 321478"/>
                <a:gd name="csY9" fmla="*/ 373977 h 429471"/>
                <a:gd name="csX10" fmla="*/ 227283 w 321478"/>
                <a:gd name="csY10" fmla="*/ 350451 h 429471"/>
                <a:gd name="csX11" fmla="*/ 213463 w 321478"/>
                <a:gd name="csY11" fmla="*/ 331266 h 429471"/>
                <a:gd name="csX12" fmla="*/ 191325 w 321478"/>
                <a:gd name="csY12" fmla="*/ 295282 h 429471"/>
                <a:gd name="csX13" fmla="*/ 182351 w 321478"/>
                <a:gd name="csY13" fmla="*/ 288640 h 429471"/>
                <a:gd name="csX14" fmla="*/ 181003 w 321478"/>
                <a:gd name="csY14" fmla="*/ 283904 h 429471"/>
                <a:gd name="csX15" fmla="*/ 179966 w 321478"/>
                <a:gd name="csY15" fmla="*/ 277802 h 429471"/>
                <a:gd name="csX16" fmla="*/ 170951 w 321478"/>
                <a:gd name="csY16" fmla="*/ 271038 h 429471"/>
                <a:gd name="csX17" fmla="*/ 164513 w 321478"/>
                <a:gd name="csY17" fmla="*/ 268249 h 429471"/>
                <a:gd name="csX18" fmla="*/ 156542 w 321478"/>
                <a:gd name="csY18" fmla="*/ 264259 h 429471"/>
                <a:gd name="csX19" fmla="*/ 146588 w 321478"/>
                <a:gd name="csY19" fmla="*/ 257160 h 429471"/>
                <a:gd name="csX20" fmla="*/ 135566 w 321478"/>
                <a:gd name="csY20" fmla="*/ 244331 h 429471"/>
                <a:gd name="csX21" fmla="*/ 140198 w 321478"/>
                <a:gd name="csY21" fmla="*/ 240806 h 429471"/>
                <a:gd name="csX22" fmla="*/ 149956 w 321478"/>
                <a:gd name="csY22" fmla="*/ 243611 h 429471"/>
                <a:gd name="csX23" fmla="*/ 139967 w 321478"/>
                <a:gd name="csY23" fmla="*/ 232769 h 429471"/>
                <a:gd name="csX24" fmla="*/ 129672 w 321478"/>
                <a:gd name="csY24" fmla="*/ 230788 h 429471"/>
                <a:gd name="csX25" fmla="*/ 122631 w 321478"/>
                <a:gd name="csY25" fmla="*/ 229456 h 429471"/>
                <a:gd name="csX26" fmla="*/ 114075 w 321478"/>
                <a:gd name="csY26" fmla="*/ 225535 h 429471"/>
                <a:gd name="csX27" fmla="*/ 112561 w 321478"/>
                <a:gd name="csY27" fmla="*/ 210989 h 429471"/>
                <a:gd name="csX28" fmla="*/ 113046 w 321478"/>
                <a:gd name="csY28" fmla="*/ 198950 h 429471"/>
                <a:gd name="csX29" fmla="*/ 110205 w 321478"/>
                <a:gd name="csY29" fmla="*/ 203079 h 429471"/>
                <a:gd name="csX30" fmla="*/ 107624 w 321478"/>
                <a:gd name="csY30" fmla="*/ 210049 h 429471"/>
                <a:gd name="csX31" fmla="*/ 105042 w 321478"/>
                <a:gd name="csY31" fmla="*/ 205992 h 429471"/>
                <a:gd name="csX32" fmla="*/ 101146 w 321478"/>
                <a:gd name="csY32" fmla="*/ 198040 h 429471"/>
                <a:gd name="csX33" fmla="*/ 106495 w 321478"/>
                <a:gd name="csY33" fmla="*/ 192040 h 429471"/>
                <a:gd name="csX34" fmla="*/ 110185 w 321478"/>
                <a:gd name="csY34" fmla="*/ 189360 h 429471"/>
                <a:gd name="csX35" fmla="*/ 105416 w 321478"/>
                <a:gd name="csY35" fmla="*/ 184234 h 429471"/>
                <a:gd name="csX36" fmla="*/ 94806 w 321478"/>
                <a:gd name="csY36" fmla="*/ 176570 h 429471"/>
                <a:gd name="csX37" fmla="*/ 84222 w 321478"/>
                <a:gd name="csY37" fmla="*/ 170141 h 429471"/>
                <a:gd name="csX38" fmla="*/ 77400 w 321478"/>
                <a:gd name="csY38" fmla="*/ 165246 h 429471"/>
                <a:gd name="csX39" fmla="*/ 66830 w 321478"/>
                <a:gd name="csY39" fmla="*/ 157291 h 429471"/>
                <a:gd name="csX40" fmla="*/ 62321 w 321478"/>
                <a:gd name="csY40" fmla="*/ 153462 h 429471"/>
                <a:gd name="csX41" fmla="*/ 58487 w 321478"/>
                <a:gd name="csY41" fmla="*/ 146011 h 429471"/>
                <a:gd name="csX42" fmla="*/ 53413 w 321478"/>
                <a:gd name="csY42" fmla="*/ 136585 h 429471"/>
                <a:gd name="csX43" fmla="*/ 46519 w 321478"/>
                <a:gd name="csY43" fmla="*/ 136694 h 429471"/>
                <a:gd name="csX44" fmla="*/ 42767 w 321478"/>
                <a:gd name="csY44" fmla="*/ 137339 h 429471"/>
                <a:gd name="csX45" fmla="*/ 40545 w 321478"/>
                <a:gd name="csY45" fmla="*/ 138358 h 429471"/>
                <a:gd name="csX46" fmla="*/ 34194 w 321478"/>
                <a:gd name="csY46" fmla="*/ 139945 h 429471"/>
                <a:gd name="csX47" fmla="*/ 30312 w 321478"/>
                <a:gd name="csY47" fmla="*/ 128691 h 429471"/>
                <a:gd name="csX48" fmla="*/ 32982 w 321478"/>
                <a:gd name="csY48" fmla="*/ 121125 h 429471"/>
                <a:gd name="csX49" fmla="*/ 29550 w 321478"/>
                <a:gd name="csY49" fmla="*/ 122878 h 429471"/>
                <a:gd name="csX50" fmla="*/ 21151 w 321478"/>
                <a:gd name="csY50" fmla="*/ 122752 h 429471"/>
                <a:gd name="csX51" fmla="*/ 17154 w 321478"/>
                <a:gd name="csY51" fmla="*/ 123427 h 429471"/>
                <a:gd name="csX52" fmla="*/ 6342 w 321478"/>
                <a:gd name="csY52" fmla="*/ 119543 h 429471"/>
                <a:gd name="csX53" fmla="*/ 4365 w 321478"/>
                <a:gd name="csY53" fmla="*/ 113226 h 429471"/>
                <a:gd name="csX54" fmla="*/ 10819 w 321478"/>
                <a:gd name="csY54" fmla="*/ 114808 h 429471"/>
                <a:gd name="csX55" fmla="*/ 4707 w 321478"/>
                <a:gd name="csY55" fmla="*/ 109494 h 429471"/>
                <a:gd name="csX56" fmla="*/ 1796 w 321478"/>
                <a:gd name="csY56" fmla="*/ 100322 h 429471"/>
                <a:gd name="csX57" fmla="*/ 1838 w 321478"/>
                <a:gd name="csY57" fmla="*/ 92658 h 429471"/>
                <a:gd name="csX58" fmla="*/ 4233 w 321478"/>
                <a:gd name="csY58" fmla="*/ 77378 h 429471"/>
                <a:gd name="csX59" fmla="*/ 13902 w 321478"/>
                <a:gd name="csY59" fmla="*/ 62490 h 429471"/>
                <a:gd name="csX60" fmla="*/ 16192 w 321478"/>
                <a:gd name="csY60" fmla="*/ 65508 h 429471"/>
                <a:gd name="csX61" fmla="*/ 14368 w 321478"/>
                <a:gd name="csY61" fmla="*/ 71941 h 429471"/>
                <a:gd name="csX62" fmla="*/ 19324 w 321478"/>
                <a:gd name="csY62" fmla="*/ 65780 h 429471"/>
                <a:gd name="csX63" fmla="*/ 24280 w 321478"/>
                <a:gd name="csY63" fmla="*/ 59619 h 429471"/>
                <a:gd name="csX64" fmla="*/ 25989 w 321478"/>
                <a:gd name="csY64" fmla="*/ 66426 h 429471"/>
                <a:gd name="csX65" fmla="*/ 30049 w 321478"/>
                <a:gd name="csY65" fmla="*/ 73232 h 429471"/>
                <a:gd name="csX66" fmla="*/ 30241 w 321478"/>
                <a:gd name="csY66" fmla="*/ 65700 h 429471"/>
                <a:gd name="csX67" fmla="*/ 47033 w 321478"/>
                <a:gd name="csY67" fmla="*/ 46164 h 429471"/>
                <a:gd name="csX68" fmla="*/ 89508 w 321478"/>
                <a:gd name="csY68" fmla="*/ 4943 h 429471"/>
                <a:gd name="csX69" fmla="*/ 99998 w 321478"/>
                <a:gd name="csY69" fmla="*/ 2688 h 429471"/>
                <a:gd name="csX70" fmla="*/ 114706 w 321478"/>
                <a:gd name="csY70" fmla="*/ 3716 h 429471"/>
                <a:gd name="csX71" fmla="*/ 123108 w 321478"/>
                <a:gd name="csY71" fmla="*/ 2764 h 429471"/>
                <a:gd name="csX72" fmla="*/ 137332 w 321478"/>
                <a:gd name="csY72" fmla="*/ 60759 h 429471"/>
                <a:gd name="csX73" fmla="*/ 159468 w 321478"/>
                <a:gd name="csY73" fmla="*/ 80313 h 429471"/>
                <a:gd name="csX74" fmla="*/ 174324 w 321478"/>
                <a:gd name="csY74" fmla="*/ 89973 h 429471"/>
                <a:gd name="csX75" fmla="*/ 184004 w 321478"/>
                <a:gd name="csY75" fmla="*/ 107383 h 429471"/>
                <a:gd name="csX76" fmla="*/ 190190 w 321478"/>
                <a:gd name="csY76" fmla="*/ 148735 h 429471"/>
                <a:gd name="csX77" fmla="*/ 191494 w 321478"/>
                <a:gd name="csY77" fmla="*/ 177131 h 429471"/>
                <a:gd name="csX78" fmla="*/ 195355 w 321478"/>
                <a:gd name="csY78" fmla="*/ 191824 h 429471"/>
                <a:gd name="csX79" fmla="*/ 205385 w 321478"/>
                <a:gd name="csY79" fmla="*/ 204731 h 429471"/>
                <a:gd name="csX80" fmla="*/ 224780 w 321478"/>
                <a:gd name="csY80" fmla="*/ 233927 h 429471"/>
                <a:gd name="csX81" fmla="*/ 251313 w 321478"/>
                <a:gd name="csY81" fmla="*/ 251602 h 429471"/>
                <a:gd name="csX82" fmla="*/ 265826 w 321478"/>
                <a:gd name="csY82" fmla="*/ 256119 h 429471"/>
                <a:gd name="csX83" fmla="*/ 280190 w 321478"/>
                <a:gd name="csY83" fmla="*/ 283901 h 429471"/>
                <a:gd name="csX84" fmla="*/ 287275 w 321478"/>
                <a:gd name="csY84" fmla="*/ 317016 h 429471"/>
                <a:gd name="csX85" fmla="*/ 290907 w 321478"/>
                <a:gd name="csY85" fmla="*/ 329217 h 429471"/>
                <a:gd name="csX86" fmla="*/ 293537 w 321478"/>
                <a:gd name="csY86" fmla="*/ 337861 h 429471"/>
                <a:gd name="csX87" fmla="*/ 302616 w 321478"/>
                <a:gd name="csY87" fmla="*/ 352211 h 429471"/>
                <a:gd name="csX88" fmla="*/ 314264 w 321478"/>
                <a:gd name="csY88" fmla="*/ 364936 h 429471"/>
                <a:gd name="csX89" fmla="*/ 319645 w 321478"/>
                <a:gd name="csY89" fmla="*/ 375951 h 429471"/>
                <a:gd name="csX90" fmla="*/ 316721 w 321478"/>
                <a:gd name="csY90" fmla="*/ 384238 h 429471"/>
                <a:gd name="csX91" fmla="*/ 312540 w 321478"/>
                <a:gd name="csY91" fmla="*/ 395571 h 429471"/>
                <a:gd name="csX92" fmla="*/ 312871 w 321478"/>
                <a:gd name="csY92" fmla="*/ 424954 h 429471"/>
                <a:gd name="csX93" fmla="*/ 306671 w 321478"/>
                <a:gd name="csY93" fmla="*/ 429472 h 429471"/>
                <a:gd name="csX94" fmla="*/ 298651 w 321478"/>
                <a:gd name="csY94" fmla="*/ 424657 h 4294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321478" h="429471">
                  <a:moveTo>
                    <a:pt x="298651" y="424657"/>
                  </a:moveTo>
                  <a:cubicBezTo>
                    <a:pt x="298651" y="419121"/>
                    <a:pt x="289271" y="406239"/>
                    <a:pt x="285240" y="406239"/>
                  </a:cubicBezTo>
                  <a:cubicBezTo>
                    <a:pt x="283590" y="406239"/>
                    <a:pt x="283808" y="407778"/>
                    <a:pt x="285795" y="410173"/>
                  </a:cubicBezTo>
                  <a:cubicBezTo>
                    <a:pt x="287591" y="412337"/>
                    <a:pt x="288438" y="414730"/>
                    <a:pt x="287678" y="415491"/>
                  </a:cubicBezTo>
                  <a:cubicBezTo>
                    <a:pt x="285539" y="417629"/>
                    <a:pt x="270321" y="400495"/>
                    <a:pt x="268647" y="394065"/>
                  </a:cubicBezTo>
                  <a:cubicBezTo>
                    <a:pt x="267226" y="388605"/>
                    <a:pt x="249603" y="367767"/>
                    <a:pt x="249603" y="371546"/>
                  </a:cubicBezTo>
                  <a:cubicBezTo>
                    <a:pt x="249603" y="372545"/>
                    <a:pt x="252142" y="377564"/>
                    <a:pt x="255246" y="382701"/>
                  </a:cubicBezTo>
                  <a:lnTo>
                    <a:pt x="260888" y="392041"/>
                  </a:lnTo>
                  <a:lnTo>
                    <a:pt x="254982" y="386884"/>
                  </a:lnTo>
                  <a:cubicBezTo>
                    <a:pt x="251733" y="384048"/>
                    <a:pt x="247281" y="378240"/>
                    <a:pt x="245088" y="373977"/>
                  </a:cubicBezTo>
                  <a:cubicBezTo>
                    <a:pt x="242896" y="369714"/>
                    <a:pt x="234883" y="359128"/>
                    <a:pt x="227283" y="350451"/>
                  </a:cubicBezTo>
                  <a:cubicBezTo>
                    <a:pt x="219682" y="341775"/>
                    <a:pt x="213463" y="333142"/>
                    <a:pt x="213463" y="331266"/>
                  </a:cubicBezTo>
                  <a:cubicBezTo>
                    <a:pt x="213463" y="326133"/>
                    <a:pt x="194515" y="295333"/>
                    <a:pt x="191325" y="295282"/>
                  </a:cubicBezTo>
                  <a:cubicBezTo>
                    <a:pt x="189798" y="295257"/>
                    <a:pt x="185760" y="292268"/>
                    <a:pt x="182351" y="288640"/>
                  </a:cubicBezTo>
                  <a:cubicBezTo>
                    <a:pt x="177259" y="283219"/>
                    <a:pt x="177019" y="282375"/>
                    <a:pt x="181003" y="283904"/>
                  </a:cubicBezTo>
                  <a:cubicBezTo>
                    <a:pt x="185315" y="285558"/>
                    <a:pt x="185200" y="284882"/>
                    <a:pt x="179966" y="277802"/>
                  </a:cubicBezTo>
                  <a:cubicBezTo>
                    <a:pt x="176728" y="273422"/>
                    <a:pt x="172671" y="270378"/>
                    <a:pt x="170951" y="271038"/>
                  </a:cubicBezTo>
                  <a:cubicBezTo>
                    <a:pt x="169231" y="271698"/>
                    <a:pt x="166334" y="270443"/>
                    <a:pt x="164513" y="268249"/>
                  </a:cubicBezTo>
                  <a:cubicBezTo>
                    <a:pt x="162692" y="266054"/>
                    <a:pt x="159105" y="264259"/>
                    <a:pt x="156542" y="264259"/>
                  </a:cubicBezTo>
                  <a:cubicBezTo>
                    <a:pt x="153980" y="264259"/>
                    <a:pt x="149500" y="261065"/>
                    <a:pt x="146588" y="257160"/>
                  </a:cubicBezTo>
                  <a:cubicBezTo>
                    <a:pt x="143676" y="253256"/>
                    <a:pt x="138716" y="247482"/>
                    <a:pt x="135566" y="244331"/>
                  </a:cubicBezTo>
                  <a:cubicBezTo>
                    <a:pt x="127839" y="236597"/>
                    <a:pt x="131401" y="233886"/>
                    <a:pt x="140198" y="240806"/>
                  </a:cubicBezTo>
                  <a:cubicBezTo>
                    <a:pt x="145135" y="244689"/>
                    <a:pt x="148042" y="245525"/>
                    <a:pt x="149956" y="243611"/>
                  </a:cubicBezTo>
                  <a:cubicBezTo>
                    <a:pt x="154558" y="239009"/>
                    <a:pt x="147985" y="231874"/>
                    <a:pt x="139967" y="232769"/>
                  </a:cubicBezTo>
                  <a:cubicBezTo>
                    <a:pt x="136133" y="233196"/>
                    <a:pt x="131500" y="232305"/>
                    <a:pt x="129672" y="230788"/>
                  </a:cubicBezTo>
                  <a:cubicBezTo>
                    <a:pt x="127844" y="229271"/>
                    <a:pt x="124675" y="228672"/>
                    <a:pt x="122631" y="229456"/>
                  </a:cubicBezTo>
                  <a:cubicBezTo>
                    <a:pt x="120587" y="230241"/>
                    <a:pt x="116736" y="228476"/>
                    <a:pt x="114075" y="225535"/>
                  </a:cubicBezTo>
                  <a:cubicBezTo>
                    <a:pt x="109769" y="220777"/>
                    <a:pt x="109602" y="219173"/>
                    <a:pt x="112561" y="210989"/>
                  </a:cubicBezTo>
                  <a:cubicBezTo>
                    <a:pt x="114982" y="204297"/>
                    <a:pt x="115114" y="201018"/>
                    <a:pt x="113046" y="198950"/>
                  </a:cubicBezTo>
                  <a:cubicBezTo>
                    <a:pt x="110979" y="196883"/>
                    <a:pt x="110205" y="198007"/>
                    <a:pt x="110205" y="203079"/>
                  </a:cubicBezTo>
                  <a:cubicBezTo>
                    <a:pt x="110205" y="206912"/>
                    <a:pt x="109043" y="210049"/>
                    <a:pt x="107624" y="210049"/>
                  </a:cubicBezTo>
                  <a:cubicBezTo>
                    <a:pt x="106204" y="210049"/>
                    <a:pt x="105042" y="208223"/>
                    <a:pt x="105042" y="205992"/>
                  </a:cubicBezTo>
                  <a:cubicBezTo>
                    <a:pt x="105042" y="203761"/>
                    <a:pt x="103289" y="200182"/>
                    <a:pt x="101146" y="198040"/>
                  </a:cubicBezTo>
                  <a:cubicBezTo>
                    <a:pt x="95668" y="192562"/>
                    <a:pt x="98756" y="189098"/>
                    <a:pt x="106495" y="192040"/>
                  </a:cubicBezTo>
                  <a:cubicBezTo>
                    <a:pt x="112388" y="194281"/>
                    <a:pt x="112698" y="194056"/>
                    <a:pt x="110185" y="189360"/>
                  </a:cubicBezTo>
                  <a:cubicBezTo>
                    <a:pt x="108676" y="186541"/>
                    <a:pt x="106530" y="184234"/>
                    <a:pt x="105416" y="184234"/>
                  </a:cubicBezTo>
                  <a:cubicBezTo>
                    <a:pt x="104302" y="184234"/>
                    <a:pt x="99527" y="180785"/>
                    <a:pt x="94806" y="176570"/>
                  </a:cubicBezTo>
                  <a:cubicBezTo>
                    <a:pt x="90084" y="172354"/>
                    <a:pt x="85321" y="169461"/>
                    <a:pt x="84222" y="170141"/>
                  </a:cubicBezTo>
                  <a:cubicBezTo>
                    <a:pt x="83122" y="170820"/>
                    <a:pt x="80052" y="168617"/>
                    <a:pt x="77400" y="165246"/>
                  </a:cubicBezTo>
                  <a:cubicBezTo>
                    <a:pt x="74748" y="161874"/>
                    <a:pt x="69991" y="158294"/>
                    <a:pt x="66830" y="157291"/>
                  </a:cubicBezTo>
                  <a:cubicBezTo>
                    <a:pt x="63669" y="156287"/>
                    <a:pt x="61640" y="154564"/>
                    <a:pt x="62321" y="153462"/>
                  </a:cubicBezTo>
                  <a:cubicBezTo>
                    <a:pt x="63003" y="152359"/>
                    <a:pt x="61277" y="149007"/>
                    <a:pt x="58487" y="146011"/>
                  </a:cubicBezTo>
                  <a:cubicBezTo>
                    <a:pt x="55696" y="143016"/>
                    <a:pt x="53413" y="138774"/>
                    <a:pt x="53413" y="136585"/>
                  </a:cubicBezTo>
                  <a:cubicBezTo>
                    <a:pt x="53413" y="131375"/>
                    <a:pt x="48531" y="131452"/>
                    <a:pt x="46519" y="136694"/>
                  </a:cubicBezTo>
                  <a:cubicBezTo>
                    <a:pt x="45256" y="139986"/>
                    <a:pt x="44525" y="140111"/>
                    <a:pt x="42767" y="137339"/>
                  </a:cubicBezTo>
                  <a:cubicBezTo>
                    <a:pt x="41090" y="134693"/>
                    <a:pt x="40576" y="134929"/>
                    <a:pt x="40545" y="138358"/>
                  </a:cubicBezTo>
                  <a:cubicBezTo>
                    <a:pt x="40512" y="142152"/>
                    <a:pt x="39561" y="142390"/>
                    <a:pt x="34194" y="139945"/>
                  </a:cubicBezTo>
                  <a:cubicBezTo>
                    <a:pt x="25899" y="136165"/>
                    <a:pt x="24011" y="130691"/>
                    <a:pt x="30312" y="128691"/>
                  </a:cubicBezTo>
                  <a:cubicBezTo>
                    <a:pt x="35660" y="126994"/>
                    <a:pt x="36881" y="123535"/>
                    <a:pt x="32982" y="121125"/>
                  </a:cubicBezTo>
                  <a:cubicBezTo>
                    <a:pt x="31683" y="120322"/>
                    <a:pt x="30139" y="121111"/>
                    <a:pt x="29550" y="122878"/>
                  </a:cubicBezTo>
                  <a:cubicBezTo>
                    <a:pt x="28702" y="125423"/>
                    <a:pt x="26957" y="125397"/>
                    <a:pt x="21151" y="122752"/>
                  </a:cubicBezTo>
                  <a:cubicBezTo>
                    <a:pt x="14600" y="119767"/>
                    <a:pt x="14176" y="119839"/>
                    <a:pt x="17154" y="123427"/>
                  </a:cubicBezTo>
                  <a:cubicBezTo>
                    <a:pt x="23195" y="130706"/>
                    <a:pt x="15185" y="127829"/>
                    <a:pt x="6342" y="119543"/>
                  </a:cubicBezTo>
                  <a:cubicBezTo>
                    <a:pt x="-1702" y="112007"/>
                    <a:pt x="-1792" y="111717"/>
                    <a:pt x="4365" y="113226"/>
                  </a:cubicBezTo>
                  <a:lnTo>
                    <a:pt x="10819" y="114808"/>
                  </a:lnTo>
                  <a:lnTo>
                    <a:pt x="4707" y="109494"/>
                  </a:lnTo>
                  <a:cubicBezTo>
                    <a:pt x="-312" y="105131"/>
                    <a:pt x="-833" y="103490"/>
                    <a:pt x="1796" y="100322"/>
                  </a:cubicBezTo>
                  <a:cubicBezTo>
                    <a:pt x="4323" y="97278"/>
                    <a:pt x="4332" y="95662"/>
                    <a:pt x="1838" y="92658"/>
                  </a:cubicBezTo>
                  <a:cubicBezTo>
                    <a:pt x="-700" y="89600"/>
                    <a:pt x="-229" y="86595"/>
                    <a:pt x="4233" y="77378"/>
                  </a:cubicBezTo>
                  <a:cubicBezTo>
                    <a:pt x="7287" y="71068"/>
                    <a:pt x="11639" y="64368"/>
                    <a:pt x="13902" y="62490"/>
                  </a:cubicBezTo>
                  <a:cubicBezTo>
                    <a:pt x="17532" y="59477"/>
                    <a:pt x="17802" y="59833"/>
                    <a:pt x="16192" y="65508"/>
                  </a:cubicBezTo>
                  <a:lnTo>
                    <a:pt x="14368" y="71941"/>
                  </a:lnTo>
                  <a:lnTo>
                    <a:pt x="19324" y="65780"/>
                  </a:lnTo>
                  <a:lnTo>
                    <a:pt x="24280" y="59619"/>
                  </a:lnTo>
                  <a:lnTo>
                    <a:pt x="25989" y="66426"/>
                  </a:lnTo>
                  <a:cubicBezTo>
                    <a:pt x="26928" y="70169"/>
                    <a:pt x="28755" y="73232"/>
                    <a:pt x="30049" y="73232"/>
                  </a:cubicBezTo>
                  <a:cubicBezTo>
                    <a:pt x="31420" y="73232"/>
                    <a:pt x="31500" y="70091"/>
                    <a:pt x="30241" y="65700"/>
                  </a:cubicBezTo>
                  <a:cubicBezTo>
                    <a:pt x="28162" y="58450"/>
                    <a:pt x="28788" y="57720"/>
                    <a:pt x="47033" y="46164"/>
                  </a:cubicBezTo>
                  <a:cubicBezTo>
                    <a:pt x="66934" y="33559"/>
                    <a:pt x="85466" y="15573"/>
                    <a:pt x="89508" y="4943"/>
                  </a:cubicBezTo>
                  <a:cubicBezTo>
                    <a:pt x="91833" y="-1172"/>
                    <a:pt x="92131" y="-1236"/>
                    <a:pt x="99998" y="2688"/>
                  </a:cubicBezTo>
                  <a:cubicBezTo>
                    <a:pt x="106503" y="5933"/>
                    <a:pt x="109396" y="6135"/>
                    <a:pt x="114706" y="3716"/>
                  </a:cubicBezTo>
                  <a:cubicBezTo>
                    <a:pt x="118341" y="2059"/>
                    <a:pt x="122122" y="1631"/>
                    <a:pt x="123108" y="2764"/>
                  </a:cubicBezTo>
                  <a:cubicBezTo>
                    <a:pt x="125561" y="5583"/>
                    <a:pt x="135461" y="45948"/>
                    <a:pt x="137332" y="60759"/>
                  </a:cubicBezTo>
                  <a:cubicBezTo>
                    <a:pt x="139199" y="75538"/>
                    <a:pt x="141734" y="77777"/>
                    <a:pt x="159468" y="80313"/>
                  </a:cubicBezTo>
                  <a:cubicBezTo>
                    <a:pt x="172513" y="82178"/>
                    <a:pt x="173509" y="82826"/>
                    <a:pt x="174324" y="89973"/>
                  </a:cubicBezTo>
                  <a:cubicBezTo>
                    <a:pt x="174804" y="94187"/>
                    <a:pt x="179160" y="102021"/>
                    <a:pt x="184004" y="107383"/>
                  </a:cubicBezTo>
                  <a:cubicBezTo>
                    <a:pt x="193664" y="118075"/>
                    <a:pt x="194152" y="121338"/>
                    <a:pt x="190190" y="148735"/>
                  </a:cubicBezTo>
                  <a:cubicBezTo>
                    <a:pt x="188197" y="162515"/>
                    <a:pt x="188470" y="168448"/>
                    <a:pt x="191494" y="177131"/>
                  </a:cubicBezTo>
                  <a:cubicBezTo>
                    <a:pt x="193597" y="183167"/>
                    <a:pt x="195335" y="189779"/>
                    <a:pt x="195355" y="191824"/>
                  </a:cubicBezTo>
                  <a:cubicBezTo>
                    <a:pt x="195376" y="193868"/>
                    <a:pt x="199889" y="199676"/>
                    <a:pt x="205385" y="204731"/>
                  </a:cubicBezTo>
                  <a:cubicBezTo>
                    <a:pt x="211344" y="210212"/>
                    <a:pt x="219172" y="221995"/>
                    <a:pt x="224780" y="233927"/>
                  </a:cubicBezTo>
                  <a:cubicBezTo>
                    <a:pt x="234706" y="255043"/>
                    <a:pt x="236093" y="255967"/>
                    <a:pt x="251313" y="251602"/>
                  </a:cubicBezTo>
                  <a:cubicBezTo>
                    <a:pt x="258379" y="249575"/>
                    <a:pt x="260277" y="250166"/>
                    <a:pt x="265826" y="256119"/>
                  </a:cubicBezTo>
                  <a:cubicBezTo>
                    <a:pt x="272628" y="263417"/>
                    <a:pt x="281243" y="280080"/>
                    <a:pt x="280190" y="283901"/>
                  </a:cubicBezTo>
                  <a:cubicBezTo>
                    <a:pt x="278841" y="288796"/>
                    <a:pt x="283826" y="312090"/>
                    <a:pt x="287275" y="317016"/>
                  </a:cubicBezTo>
                  <a:cubicBezTo>
                    <a:pt x="289273" y="319867"/>
                    <a:pt x="290907" y="325358"/>
                    <a:pt x="290907" y="329217"/>
                  </a:cubicBezTo>
                  <a:cubicBezTo>
                    <a:pt x="290907" y="333077"/>
                    <a:pt x="292090" y="336967"/>
                    <a:pt x="293537" y="337861"/>
                  </a:cubicBezTo>
                  <a:cubicBezTo>
                    <a:pt x="294984" y="338755"/>
                    <a:pt x="299069" y="345213"/>
                    <a:pt x="302616" y="352211"/>
                  </a:cubicBezTo>
                  <a:cubicBezTo>
                    <a:pt x="307126" y="361111"/>
                    <a:pt x="310627" y="364936"/>
                    <a:pt x="314264" y="364936"/>
                  </a:cubicBezTo>
                  <a:cubicBezTo>
                    <a:pt x="320436" y="364936"/>
                    <a:pt x="323792" y="371805"/>
                    <a:pt x="319645" y="375951"/>
                  </a:cubicBezTo>
                  <a:cubicBezTo>
                    <a:pt x="318037" y="377560"/>
                    <a:pt x="316721" y="381289"/>
                    <a:pt x="316721" y="384238"/>
                  </a:cubicBezTo>
                  <a:cubicBezTo>
                    <a:pt x="316721" y="387188"/>
                    <a:pt x="314840" y="392287"/>
                    <a:pt x="312540" y="395571"/>
                  </a:cubicBezTo>
                  <a:cubicBezTo>
                    <a:pt x="308425" y="401445"/>
                    <a:pt x="308570" y="414286"/>
                    <a:pt x="312871" y="424954"/>
                  </a:cubicBezTo>
                  <a:cubicBezTo>
                    <a:pt x="314372" y="428678"/>
                    <a:pt x="313283" y="429472"/>
                    <a:pt x="306671" y="429472"/>
                  </a:cubicBezTo>
                  <a:cubicBezTo>
                    <a:pt x="300565" y="429472"/>
                    <a:pt x="298651" y="428323"/>
                    <a:pt x="298651" y="424657"/>
                  </a:cubicBezTo>
                  <a:close/>
                </a:path>
              </a:pathLst>
            </a:custGeom>
            <a:solidFill>
              <a:srgbClr val="B9B9B9"/>
            </a:solidFill>
            <a:ln w="5163" cap="flat">
              <a:noFill/>
              <a:prstDash val="solid"/>
              <a:miter/>
            </a:ln>
          </p:spPr>
          <p:txBody>
            <a:bodyPr/>
            <a:lstStyle/>
            <a:p>
              <a:endParaRPr lang="es-419" noProof="0" dirty="0"/>
            </a:p>
          </p:txBody>
        </p:sp>
        <p:sp>
          <p:nvSpPr>
            <p:cNvPr id="59" name="Forma libre: forma 58">
              <a:extLst>
                <a:ext uri="{FF2B5EF4-FFF2-40B4-BE49-F238E27FC236}">
                  <a16:creationId xmlns:a16="http://schemas.microsoft.com/office/drawing/2014/main" id="{42653282-69B8-3607-31E0-0D3D0EBFE7AE}"/>
                </a:ext>
              </a:extLst>
            </p:cNvPr>
            <p:cNvSpPr/>
            <p:nvPr/>
          </p:nvSpPr>
          <p:spPr>
            <a:xfrm>
              <a:off x="812163" y="1806340"/>
              <a:ext cx="15955" cy="30179"/>
            </a:xfrm>
            <a:custGeom>
              <a:avLst/>
              <a:gdLst>
                <a:gd name="csX0" fmla="*/ 12859 w 15955"/>
                <a:gd name="csY0" fmla="*/ 27128 h 30179"/>
                <a:gd name="csX1" fmla="*/ 45 w 15955"/>
                <a:gd name="csY1" fmla="*/ 70 h 30179"/>
                <a:gd name="csX2" fmla="*/ 15145 w 15955"/>
                <a:gd name="csY2" fmla="*/ 24519 h 30179"/>
                <a:gd name="csX3" fmla="*/ 12859 w 15955"/>
                <a:gd name="csY3" fmla="*/ 27128 h 30179"/>
              </a:gdLst>
              <a:ahLst/>
              <a:cxnLst>
                <a:cxn ang="0">
                  <a:pos x="csX0" y="csY0"/>
                </a:cxn>
                <a:cxn ang="0">
                  <a:pos x="csX1" y="csY1"/>
                </a:cxn>
                <a:cxn ang="0">
                  <a:pos x="csX2" y="csY2"/>
                </a:cxn>
                <a:cxn ang="0">
                  <a:pos x="csX3" y="csY3"/>
                </a:cxn>
              </a:cxnLst>
              <a:rect l="l" t="t" r="r" b="b"/>
              <a:pathLst>
                <a:path w="15955" h="30179">
                  <a:moveTo>
                    <a:pt x="12859" y="27128"/>
                  </a:moveTo>
                  <a:cubicBezTo>
                    <a:pt x="8119" y="19457"/>
                    <a:pt x="-707" y="822"/>
                    <a:pt x="45" y="70"/>
                  </a:cubicBezTo>
                  <a:cubicBezTo>
                    <a:pt x="1430" y="-1315"/>
                    <a:pt x="13563" y="18330"/>
                    <a:pt x="15145" y="24519"/>
                  </a:cubicBezTo>
                  <a:cubicBezTo>
                    <a:pt x="16793" y="30962"/>
                    <a:pt x="15876" y="32008"/>
                    <a:pt x="12859" y="27128"/>
                  </a:cubicBezTo>
                  <a:close/>
                </a:path>
              </a:pathLst>
            </a:custGeom>
            <a:solidFill>
              <a:srgbClr val="B9B9B9"/>
            </a:solidFill>
            <a:ln w="5163" cap="flat">
              <a:noFill/>
              <a:prstDash val="solid"/>
              <a:miter/>
            </a:ln>
          </p:spPr>
          <p:txBody>
            <a:bodyPr/>
            <a:lstStyle/>
            <a:p>
              <a:endParaRPr lang="es-419" noProof="0" dirty="0"/>
            </a:p>
          </p:txBody>
        </p:sp>
      </p:grpSp>
      <p:sp>
        <p:nvSpPr>
          <p:cNvPr id="60" name="Forma libre: forma 59">
            <a:extLst>
              <a:ext uri="{FF2B5EF4-FFF2-40B4-BE49-F238E27FC236}">
                <a16:creationId xmlns:a16="http://schemas.microsoft.com/office/drawing/2014/main" id="{53A472E1-16CF-91C7-6557-7871A44767FB}"/>
              </a:ext>
            </a:extLst>
          </p:cNvPr>
          <p:cNvSpPr/>
          <p:nvPr/>
        </p:nvSpPr>
        <p:spPr>
          <a:xfrm>
            <a:off x="781520" y="1178397"/>
            <a:ext cx="460893" cy="570101"/>
          </a:xfrm>
          <a:custGeom>
            <a:avLst/>
            <a:gdLst>
              <a:gd name="csX0" fmla="*/ 151660 w 460893"/>
              <a:gd name="csY0" fmla="*/ 568610 h 570101"/>
              <a:gd name="csX1" fmla="*/ 140689 w 460893"/>
              <a:gd name="csY1" fmla="*/ 563178 h 570101"/>
              <a:gd name="csX2" fmla="*/ 131877 w 460893"/>
              <a:gd name="csY2" fmla="*/ 549661 h 570101"/>
              <a:gd name="csX3" fmla="*/ 122196 w 460893"/>
              <a:gd name="csY3" fmla="*/ 532968 h 570101"/>
              <a:gd name="csX4" fmla="*/ 107130 w 460893"/>
              <a:gd name="csY4" fmla="*/ 523131 h 570101"/>
              <a:gd name="csX5" fmla="*/ 89869 w 460893"/>
              <a:gd name="csY5" fmla="*/ 518421 h 570101"/>
              <a:gd name="csX6" fmla="*/ 85076 w 460893"/>
              <a:gd name="csY6" fmla="*/ 501266 h 570101"/>
              <a:gd name="csX7" fmla="*/ 77677 w 460893"/>
              <a:gd name="csY7" fmla="*/ 465952 h 570101"/>
              <a:gd name="csX8" fmla="*/ 72006 w 460893"/>
              <a:gd name="csY8" fmla="*/ 445300 h 570101"/>
              <a:gd name="csX9" fmla="*/ 58957 w 460893"/>
              <a:gd name="csY9" fmla="*/ 446095 h 570101"/>
              <a:gd name="csX10" fmla="*/ 35144 w 460893"/>
              <a:gd name="csY10" fmla="*/ 436548 h 570101"/>
              <a:gd name="csX11" fmla="*/ 24381 w 460893"/>
              <a:gd name="csY11" fmla="*/ 426207 h 570101"/>
              <a:gd name="csX12" fmla="*/ 26114 w 460893"/>
              <a:gd name="csY12" fmla="*/ 405421 h 570101"/>
              <a:gd name="csX13" fmla="*/ 25165 w 460893"/>
              <a:gd name="csY13" fmla="*/ 384636 h 570101"/>
              <a:gd name="csX14" fmla="*/ 17520 w 460893"/>
              <a:gd name="csY14" fmla="*/ 374956 h 570101"/>
              <a:gd name="csX15" fmla="*/ 6475 w 460893"/>
              <a:gd name="csY15" fmla="*/ 353942 h 570101"/>
              <a:gd name="csX16" fmla="*/ 196 w 460893"/>
              <a:gd name="csY16" fmla="*/ 332000 h 570101"/>
              <a:gd name="csX17" fmla="*/ 0 w 460893"/>
              <a:gd name="csY17" fmla="*/ 321391 h 570101"/>
              <a:gd name="csX18" fmla="*/ 20006 w 460893"/>
              <a:gd name="csY18" fmla="*/ 322209 h 570101"/>
              <a:gd name="csX19" fmla="*/ 37306 w 460893"/>
              <a:gd name="csY19" fmla="*/ 304003 h 570101"/>
              <a:gd name="csX20" fmla="*/ 36933 w 460893"/>
              <a:gd name="csY20" fmla="*/ 289805 h 570101"/>
              <a:gd name="csX21" fmla="*/ 37690 w 460893"/>
              <a:gd name="csY21" fmla="*/ 253719 h 570101"/>
              <a:gd name="csX22" fmla="*/ 41303 w 460893"/>
              <a:gd name="csY22" fmla="*/ 221451 h 570101"/>
              <a:gd name="csX23" fmla="*/ 48412 w 460893"/>
              <a:gd name="csY23" fmla="*/ 202644 h 570101"/>
              <a:gd name="csX24" fmla="*/ 48257 w 460893"/>
              <a:gd name="csY24" fmla="*/ 124622 h 570101"/>
              <a:gd name="csX25" fmla="*/ 40464 w 460893"/>
              <a:gd name="csY25" fmla="*/ 83859 h 570101"/>
              <a:gd name="csX26" fmla="*/ 52830 w 460893"/>
              <a:gd name="csY26" fmla="*/ 45160 h 570101"/>
              <a:gd name="csX27" fmla="*/ 63246 w 460893"/>
              <a:gd name="csY27" fmla="*/ 46920 h 570101"/>
              <a:gd name="csX28" fmla="*/ 63246 w 460893"/>
              <a:gd name="csY28" fmla="*/ 23460 h 570101"/>
              <a:gd name="csX29" fmla="*/ 66672 w 460893"/>
              <a:gd name="csY29" fmla="*/ 0 h 570101"/>
              <a:gd name="csX30" fmla="*/ 126691 w 460893"/>
              <a:gd name="csY30" fmla="*/ 3798 h 570101"/>
              <a:gd name="csX31" fmla="*/ 203405 w 460893"/>
              <a:gd name="csY31" fmla="*/ 8311 h 570101"/>
              <a:gd name="csX32" fmla="*/ 223527 w 460893"/>
              <a:gd name="csY32" fmla="*/ 9026 h 570101"/>
              <a:gd name="csX33" fmla="*/ 229665 w 460893"/>
              <a:gd name="csY33" fmla="*/ 21938 h 570101"/>
              <a:gd name="csX34" fmla="*/ 254984 w 460893"/>
              <a:gd name="csY34" fmla="*/ 54210 h 570101"/>
              <a:gd name="csX35" fmla="*/ 267180 w 460893"/>
              <a:gd name="csY35" fmla="*/ 65624 h 570101"/>
              <a:gd name="csX36" fmla="*/ 283960 w 460893"/>
              <a:gd name="csY36" fmla="*/ 83994 h 570101"/>
              <a:gd name="csX37" fmla="*/ 300739 w 460893"/>
              <a:gd name="csY37" fmla="*/ 103278 h 570101"/>
              <a:gd name="csX38" fmla="*/ 307688 w 460893"/>
              <a:gd name="csY38" fmla="*/ 107024 h 570101"/>
              <a:gd name="csX39" fmla="*/ 338320 w 460893"/>
              <a:gd name="csY39" fmla="*/ 140082 h 570101"/>
              <a:gd name="csX40" fmla="*/ 345307 w 460893"/>
              <a:gd name="csY40" fmla="*/ 156757 h 570101"/>
              <a:gd name="csX41" fmla="*/ 350264 w 460893"/>
              <a:gd name="csY41" fmla="*/ 174757 h 570101"/>
              <a:gd name="csX42" fmla="*/ 353728 w 460893"/>
              <a:gd name="csY42" fmla="*/ 192882 h 570101"/>
              <a:gd name="csX43" fmla="*/ 357557 w 460893"/>
              <a:gd name="csY43" fmla="*/ 206186 h 570101"/>
              <a:gd name="csX44" fmla="*/ 373046 w 460893"/>
              <a:gd name="csY44" fmla="*/ 221653 h 570101"/>
              <a:gd name="csX45" fmla="*/ 388508 w 460893"/>
              <a:gd name="csY45" fmla="*/ 235073 h 570101"/>
              <a:gd name="csX46" fmla="*/ 408536 w 460893"/>
              <a:gd name="csY46" fmla="*/ 251563 h 570101"/>
              <a:gd name="csX47" fmla="*/ 419486 w 460893"/>
              <a:gd name="csY47" fmla="*/ 258145 h 570101"/>
              <a:gd name="csX48" fmla="*/ 429612 w 460893"/>
              <a:gd name="csY48" fmla="*/ 264555 h 570101"/>
              <a:gd name="csX49" fmla="*/ 440498 w 460893"/>
              <a:gd name="csY49" fmla="*/ 270196 h 570101"/>
              <a:gd name="csX50" fmla="*/ 458638 w 460893"/>
              <a:gd name="csY50" fmla="*/ 279871 h 570101"/>
              <a:gd name="csX51" fmla="*/ 433706 w 460893"/>
              <a:gd name="csY51" fmla="*/ 328123 h 570101"/>
              <a:gd name="csX52" fmla="*/ 401785 w 460893"/>
              <a:gd name="csY52" fmla="*/ 376892 h 570101"/>
              <a:gd name="csX53" fmla="*/ 408173 w 460893"/>
              <a:gd name="csY53" fmla="*/ 427230 h 570101"/>
              <a:gd name="csX54" fmla="*/ 407224 w 460893"/>
              <a:gd name="csY54" fmla="*/ 481463 h 570101"/>
              <a:gd name="csX55" fmla="*/ 357001 w 460893"/>
              <a:gd name="csY55" fmla="*/ 500599 h 570101"/>
              <a:gd name="csX56" fmla="*/ 339993 w 460893"/>
              <a:gd name="csY56" fmla="*/ 507393 h 570101"/>
              <a:gd name="csX57" fmla="*/ 315871 w 460893"/>
              <a:gd name="csY57" fmla="*/ 500146 h 570101"/>
              <a:gd name="csX58" fmla="*/ 305685 w 460893"/>
              <a:gd name="csY58" fmla="*/ 499249 h 570101"/>
              <a:gd name="csX59" fmla="*/ 291896 w 460893"/>
              <a:gd name="csY59" fmla="*/ 499687 h 570101"/>
              <a:gd name="csX60" fmla="*/ 270870 w 460893"/>
              <a:gd name="csY60" fmla="*/ 491757 h 570101"/>
              <a:gd name="csX61" fmla="*/ 256706 w 460893"/>
              <a:gd name="csY61" fmla="*/ 481408 h 570101"/>
              <a:gd name="csX62" fmla="*/ 242051 w 460893"/>
              <a:gd name="csY62" fmla="*/ 472207 h 570101"/>
              <a:gd name="csX63" fmla="*/ 227525 w 460893"/>
              <a:gd name="csY63" fmla="*/ 468533 h 570101"/>
              <a:gd name="csX64" fmla="*/ 222731 w 460893"/>
              <a:gd name="csY64" fmla="*/ 472486 h 570101"/>
              <a:gd name="csX65" fmla="*/ 210984 w 460893"/>
              <a:gd name="csY65" fmla="*/ 493362 h 570101"/>
              <a:gd name="csX66" fmla="*/ 200162 w 460893"/>
              <a:gd name="csY66" fmla="*/ 504374 h 570101"/>
              <a:gd name="csX67" fmla="*/ 192160 w 460893"/>
              <a:gd name="csY67" fmla="*/ 516880 h 570101"/>
              <a:gd name="csX68" fmla="*/ 189436 w 460893"/>
              <a:gd name="csY68" fmla="*/ 530760 h 570101"/>
              <a:gd name="csX69" fmla="*/ 184534 w 460893"/>
              <a:gd name="csY69" fmla="*/ 547022 h 570101"/>
              <a:gd name="csX70" fmla="*/ 182598 w 460893"/>
              <a:gd name="csY70" fmla="*/ 561518 h 570101"/>
              <a:gd name="csX71" fmla="*/ 164446 w 460893"/>
              <a:gd name="csY71" fmla="*/ 570049 h 570101"/>
              <a:gd name="csX72" fmla="*/ 151660 w 460893"/>
              <a:gd name="csY72" fmla="*/ 568610 h 5701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Lst>
            <a:rect l="l" t="t" r="r" b="b"/>
            <a:pathLst>
              <a:path w="460893" h="570101">
                <a:moveTo>
                  <a:pt x="151660" y="568610"/>
                </a:moveTo>
                <a:cubicBezTo>
                  <a:pt x="143384" y="567865"/>
                  <a:pt x="140689" y="566530"/>
                  <a:pt x="140689" y="563178"/>
                </a:cubicBezTo>
                <a:cubicBezTo>
                  <a:pt x="140689" y="560733"/>
                  <a:pt x="136724" y="554651"/>
                  <a:pt x="131877" y="549661"/>
                </a:cubicBezTo>
                <a:cubicBezTo>
                  <a:pt x="126875" y="544511"/>
                  <a:pt x="122689" y="537293"/>
                  <a:pt x="122196" y="532968"/>
                </a:cubicBezTo>
                <a:cubicBezTo>
                  <a:pt x="121389" y="525881"/>
                  <a:pt x="120335" y="525192"/>
                  <a:pt x="107130" y="523131"/>
                </a:cubicBezTo>
                <a:cubicBezTo>
                  <a:pt x="99321" y="521912"/>
                  <a:pt x="91554" y="519792"/>
                  <a:pt x="89869" y="518421"/>
                </a:cubicBezTo>
                <a:cubicBezTo>
                  <a:pt x="88184" y="517050"/>
                  <a:pt x="86027" y="509330"/>
                  <a:pt x="85076" y="501266"/>
                </a:cubicBezTo>
                <a:cubicBezTo>
                  <a:pt x="84126" y="493202"/>
                  <a:pt x="80796" y="477310"/>
                  <a:pt x="77677" y="465952"/>
                </a:cubicBezTo>
                <a:lnTo>
                  <a:pt x="72006" y="445300"/>
                </a:lnTo>
                <a:lnTo>
                  <a:pt x="58957" y="446095"/>
                </a:lnTo>
                <a:cubicBezTo>
                  <a:pt x="46778" y="446836"/>
                  <a:pt x="45189" y="446199"/>
                  <a:pt x="35144" y="436548"/>
                </a:cubicBezTo>
                <a:lnTo>
                  <a:pt x="24381" y="426207"/>
                </a:lnTo>
                <a:lnTo>
                  <a:pt x="26114" y="405421"/>
                </a:lnTo>
                <a:cubicBezTo>
                  <a:pt x="27263" y="391650"/>
                  <a:pt x="26942" y="384636"/>
                  <a:pt x="25165" y="384636"/>
                </a:cubicBezTo>
                <a:cubicBezTo>
                  <a:pt x="23689" y="384636"/>
                  <a:pt x="20249" y="380280"/>
                  <a:pt x="17520" y="374956"/>
                </a:cubicBezTo>
                <a:cubicBezTo>
                  <a:pt x="14791" y="369631"/>
                  <a:pt x="9821" y="360175"/>
                  <a:pt x="6475" y="353942"/>
                </a:cubicBezTo>
                <a:cubicBezTo>
                  <a:pt x="3106" y="347664"/>
                  <a:pt x="305" y="337877"/>
                  <a:pt x="196" y="332000"/>
                </a:cubicBezTo>
                <a:lnTo>
                  <a:pt x="0" y="321391"/>
                </a:lnTo>
                <a:lnTo>
                  <a:pt x="20006" y="322209"/>
                </a:lnTo>
                <a:cubicBezTo>
                  <a:pt x="42391" y="323125"/>
                  <a:pt x="42565" y="322942"/>
                  <a:pt x="37306" y="304003"/>
                </a:cubicBezTo>
                <a:cubicBezTo>
                  <a:pt x="35685" y="298169"/>
                  <a:pt x="35538" y="292562"/>
                  <a:pt x="36933" y="289805"/>
                </a:cubicBezTo>
                <a:cubicBezTo>
                  <a:pt x="38201" y="287300"/>
                  <a:pt x="38542" y="271061"/>
                  <a:pt x="37690" y="253719"/>
                </a:cubicBezTo>
                <a:cubicBezTo>
                  <a:pt x="36207" y="223555"/>
                  <a:pt x="36364" y="222156"/>
                  <a:pt x="41303" y="221451"/>
                </a:cubicBezTo>
                <a:cubicBezTo>
                  <a:pt x="45680" y="220826"/>
                  <a:pt x="46762" y="217964"/>
                  <a:pt x="48412" y="202644"/>
                </a:cubicBezTo>
                <a:cubicBezTo>
                  <a:pt x="51806" y="171127"/>
                  <a:pt x="51726" y="130863"/>
                  <a:pt x="48257" y="124622"/>
                </a:cubicBezTo>
                <a:cubicBezTo>
                  <a:pt x="46501" y="121464"/>
                  <a:pt x="42994" y="103121"/>
                  <a:pt x="40464" y="83859"/>
                </a:cubicBezTo>
                <a:cubicBezTo>
                  <a:pt x="35209" y="43860"/>
                  <a:pt x="35717" y="42269"/>
                  <a:pt x="52830" y="45160"/>
                </a:cubicBezTo>
                <a:lnTo>
                  <a:pt x="63246" y="46920"/>
                </a:lnTo>
                <a:lnTo>
                  <a:pt x="63246" y="23460"/>
                </a:lnTo>
                <a:cubicBezTo>
                  <a:pt x="63246" y="5683"/>
                  <a:pt x="64076" y="0"/>
                  <a:pt x="66672" y="0"/>
                </a:cubicBezTo>
                <a:cubicBezTo>
                  <a:pt x="68557" y="0"/>
                  <a:pt x="95565" y="1709"/>
                  <a:pt x="126691" y="3798"/>
                </a:cubicBezTo>
                <a:cubicBezTo>
                  <a:pt x="157817" y="5887"/>
                  <a:pt x="192338" y="7917"/>
                  <a:pt x="203405" y="8311"/>
                </a:cubicBezTo>
                <a:lnTo>
                  <a:pt x="223527" y="9026"/>
                </a:lnTo>
                <a:lnTo>
                  <a:pt x="229665" y="21938"/>
                </a:lnTo>
                <a:cubicBezTo>
                  <a:pt x="235583" y="34389"/>
                  <a:pt x="251134" y="54210"/>
                  <a:pt x="254984" y="54210"/>
                </a:cubicBezTo>
                <a:cubicBezTo>
                  <a:pt x="256963" y="54210"/>
                  <a:pt x="267180" y="63772"/>
                  <a:pt x="267180" y="65624"/>
                </a:cubicBezTo>
                <a:cubicBezTo>
                  <a:pt x="267180" y="66222"/>
                  <a:pt x="274731" y="74489"/>
                  <a:pt x="283960" y="83994"/>
                </a:cubicBezTo>
                <a:cubicBezTo>
                  <a:pt x="293188" y="93499"/>
                  <a:pt x="300739" y="102177"/>
                  <a:pt x="300739" y="103278"/>
                </a:cubicBezTo>
                <a:cubicBezTo>
                  <a:pt x="300739" y="104379"/>
                  <a:pt x="303866" y="106065"/>
                  <a:pt x="307688" y="107024"/>
                </a:cubicBezTo>
                <a:cubicBezTo>
                  <a:pt x="316754" y="109299"/>
                  <a:pt x="336159" y="130241"/>
                  <a:pt x="338320" y="140082"/>
                </a:cubicBezTo>
                <a:cubicBezTo>
                  <a:pt x="339250" y="144316"/>
                  <a:pt x="342394" y="151820"/>
                  <a:pt x="345307" y="156757"/>
                </a:cubicBezTo>
                <a:cubicBezTo>
                  <a:pt x="348253" y="161749"/>
                  <a:pt x="350453" y="169738"/>
                  <a:pt x="350264" y="174757"/>
                </a:cubicBezTo>
                <a:cubicBezTo>
                  <a:pt x="350078" y="179720"/>
                  <a:pt x="351636" y="187876"/>
                  <a:pt x="353728" y="192882"/>
                </a:cubicBezTo>
                <a:cubicBezTo>
                  <a:pt x="355820" y="197888"/>
                  <a:pt x="357543" y="203875"/>
                  <a:pt x="357557" y="206186"/>
                </a:cubicBezTo>
                <a:cubicBezTo>
                  <a:pt x="357572" y="208497"/>
                  <a:pt x="364542" y="215457"/>
                  <a:pt x="373046" y="221653"/>
                </a:cubicBezTo>
                <a:cubicBezTo>
                  <a:pt x="381550" y="227849"/>
                  <a:pt x="388508" y="233888"/>
                  <a:pt x="388508" y="235073"/>
                </a:cubicBezTo>
                <a:cubicBezTo>
                  <a:pt x="388508" y="239850"/>
                  <a:pt x="400638" y="249837"/>
                  <a:pt x="408536" y="251563"/>
                </a:cubicBezTo>
                <a:cubicBezTo>
                  <a:pt x="413162" y="252574"/>
                  <a:pt x="418090" y="255536"/>
                  <a:pt x="419486" y="258145"/>
                </a:cubicBezTo>
                <a:cubicBezTo>
                  <a:pt x="420882" y="260754"/>
                  <a:pt x="425439" y="263638"/>
                  <a:pt x="429612" y="264555"/>
                </a:cubicBezTo>
                <a:cubicBezTo>
                  <a:pt x="433785" y="265471"/>
                  <a:pt x="438684" y="268010"/>
                  <a:pt x="440498" y="270196"/>
                </a:cubicBezTo>
                <a:cubicBezTo>
                  <a:pt x="443409" y="273704"/>
                  <a:pt x="453843" y="279268"/>
                  <a:pt x="458638" y="279871"/>
                </a:cubicBezTo>
                <a:cubicBezTo>
                  <a:pt x="464237" y="280575"/>
                  <a:pt x="460647" y="287523"/>
                  <a:pt x="433706" y="328123"/>
                </a:cubicBezTo>
                <a:cubicBezTo>
                  <a:pt x="417320" y="352816"/>
                  <a:pt x="402956" y="374762"/>
                  <a:pt x="401785" y="376892"/>
                </a:cubicBezTo>
                <a:cubicBezTo>
                  <a:pt x="400523" y="379188"/>
                  <a:pt x="403122" y="399673"/>
                  <a:pt x="408173" y="427230"/>
                </a:cubicBezTo>
                <a:cubicBezTo>
                  <a:pt x="419157" y="487163"/>
                  <a:pt x="419215" y="483871"/>
                  <a:pt x="407224" y="481463"/>
                </a:cubicBezTo>
                <a:cubicBezTo>
                  <a:pt x="377101" y="475416"/>
                  <a:pt x="375238" y="476126"/>
                  <a:pt x="357001" y="500599"/>
                </a:cubicBezTo>
                <a:cubicBezTo>
                  <a:pt x="346599" y="514558"/>
                  <a:pt x="343773" y="515687"/>
                  <a:pt x="339993" y="507393"/>
                </a:cubicBezTo>
                <a:cubicBezTo>
                  <a:pt x="336462" y="499643"/>
                  <a:pt x="325739" y="496421"/>
                  <a:pt x="315871" y="500146"/>
                </a:cubicBezTo>
                <a:cubicBezTo>
                  <a:pt x="310307" y="502246"/>
                  <a:pt x="308004" y="502043"/>
                  <a:pt x="305685" y="499249"/>
                </a:cubicBezTo>
                <a:cubicBezTo>
                  <a:pt x="301762" y="494522"/>
                  <a:pt x="296907" y="494676"/>
                  <a:pt x="291896" y="499687"/>
                </a:cubicBezTo>
                <a:cubicBezTo>
                  <a:pt x="286395" y="505188"/>
                  <a:pt x="278982" y="502392"/>
                  <a:pt x="270870" y="491757"/>
                </a:cubicBezTo>
                <a:cubicBezTo>
                  <a:pt x="267159" y="486892"/>
                  <a:pt x="260921" y="482334"/>
                  <a:pt x="256706" y="481408"/>
                </a:cubicBezTo>
                <a:cubicBezTo>
                  <a:pt x="252563" y="480498"/>
                  <a:pt x="245969" y="476358"/>
                  <a:pt x="242051" y="472207"/>
                </a:cubicBezTo>
                <a:cubicBezTo>
                  <a:pt x="234140" y="463825"/>
                  <a:pt x="229757" y="462717"/>
                  <a:pt x="227525" y="468533"/>
                </a:cubicBezTo>
                <a:cubicBezTo>
                  <a:pt x="226708" y="470663"/>
                  <a:pt x="224550" y="472442"/>
                  <a:pt x="222731" y="472486"/>
                </a:cubicBezTo>
                <a:cubicBezTo>
                  <a:pt x="216831" y="472631"/>
                  <a:pt x="209780" y="485162"/>
                  <a:pt x="210984" y="493362"/>
                </a:cubicBezTo>
                <a:cubicBezTo>
                  <a:pt x="212266" y="502098"/>
                  <a:pt x="211304" y="503076"/>
                  <a:pt x="200162" y="504374"/>
                </a:cubicBezTo>
                <a:cubicBezTo>
                  <a:pt x="189734" y="505588"/>
                  <a:pt x="189645" y="505728"/>
                  <a:pt x="192160" y="516880"/>
                </a:cubicBezTo>
                <a:cubicBezTo>
                  <a:pt x="193910" y="524639"/>
                  <a:pt x="193416" y="527159"/>
                  <a:pt x="189436" y="530760"/>
                </a:cubicBezTo>
                <a:cubicBezTo>
                  <a:pt x="186033" y="533840"/>
                  <a:pt x="184562" y="538720"/>
                  <a:pt x="184534" y="547022"/>
                </a:cubicBezTo>
                <a:cubicBezTo>
                  <a:pt x="184512" y="553546"/>
                  <a:pt x="183641" y="560069"/>
                  <a:pt x="182598" y="561518"/>
                </a:cubicBezTo>
                <a:cubicBezTo>
                  <a:pt x="180445" y="564508"/>
                  <a:pt x="167199" y="570734"/>
                  <a:pt x="164446" y="570049"/>
                </a:cubicBezTo>
                <a:cubicBezTo>
                  <a:pt x="163448" y="569801"/>
                  <a:pt x="157694" y="569154"/>
                  <a:pt x="151660" y="568610"/>
                </a:cubicBezTo>
                <a:close/>
              </a:path>
            </a:pathLst>
          </a:custGeom>
          <a:solidFill>
            <a:srgbClr val="B9B9B9"/>
          </a:solidFill>
          <a:ln w="5163" cap="flat">
            <a:noFill/>
            <a:prstDash val="solid"/>
            <a:miter/>
          </a:ln>
        </p:spPr>
        <p:txBody>
          <a:bodyPr/>
          <a:lstStyle/>
          <a:p>
            <a:endParaRPr lang="es-419" noProof="0" dirty="0"/>
          </a:p>
        </p:txBody>
      </p:sp>
      <p:sp>
        <p:nvSpPr>
          <p:cNvPr id="61" name="Forma libre: forma 60">
            <a:extLst>
              <a:ext uri="{FF2B5EF4-FFF2-40B4-BE49-F238E27FC236}">
                <a16:creationId xmlns:a16="http://schemas.microsoft.com/office/drawing/2014/main" id="{B4B1B55D-5CDA-0B79-1C6A-DAD3E1319247}"/>
              </a:ext>
            </a:extLst>
          </p:cNvPr>
          <p:cNvSpPr/>
          <p:nvPr/>
        </p:nvSpPr>
        <p:spPr>
          <a:xfrm>
            <a:off x="2038384" y="2469122"/>
            <a:ext cx="332998" cy="314936"/>
          </a:xfrm>
          <a:custGeom>
            <a:avLst/>
            <a:gdLst>
              <a:gd name="csX0" fmla="*/ 150508 w 332998"/>
              <a:gd name="csY0" fmla="*/ 295153 h 314936"/>
              <a:gd name="csX1" fmla="*/ 122921 w 332998"/>
              <a:gd name="csY1" fmla="*/ 269012 h 314936"/>
              <a:gd name="csX2" fmla="*/ 122279 w 332998"/>
              <a:gd name="csY2" fmla="*/ 264031 h 314936"/>
              <a:gd name="csX3" fmla="*/ 126546 w 332998"/>
              <a:gd name="csY3" fmla="*/ 262908 h 314936"/>
              <a:gd name="csX4" fmla="*/ 106954 w 332998"/>
              <a:gd name="csY4" fmla="*/ 254224 h 314936"/>
              <a:gd name="csX5" fmla="*/ 78561 w 332998"/>
              <a:gd name="csY5" fmla="*/ 232541 h 314936"/>
              <a:gd name="csX6" fmla="*/ 60903 w 332998"/>
              <a:gd name="csY6" fmla="*/ 216842 h 314936"/>
              <a:gd name="csX7" fmla="*/ 60455 w 332998"/>
              <a:gd name="csY7" fmla="*/ 213585 h 314936"/>
              <a:gd name="csX8" fmla="*/ 56711 w 332998"/>
              <a:gd name="csY8" fmla="*/ 207285 h 314936"/>
              <a:gd name="csX9" fmla="*/ 53349 w 332998"/>
              <a:gd name="csY9" fmla="*/ 207961 h 314936"/>
              <a:gd name="csX10" fmla="*/ 34703 w 332998"/>
              <a:gd name="csY10" fmla="*/ 200142 h 314936"/>
              <a:gd name="csX11" fmla="*/ 16028 w 332998"/>
              <a:gd name="csY11" fmla="*/ 187234 h 314936"/>
              <a:gd name="csX12" fmla="*/ 16436 w 332998"/>
              <a:gd name="csY12" fmla="*/ 184359 h 314936"/>
              <a:gd name="csX13" fmla="*/ 14549 w 332998"/>
              <a:gd name="csY13" fmla="*/ 178120 h 314936"/>
              <a:gd name="csX14" fmla="*/ 7908 w 332998"/>
              <a:gd name="csY14" fmla="*/ 171021 h 314936"/>
              <a:gd name="csX15" fmla="*/ 2407 w 332998"/>
              <a:gd name="csY15" fmla="*/ 154470 h 314936"/>
              <a:gd name="csX16" fmla="*/ 6812 w 332998"/>
              <a:gd name="csY16" fmla="*/ 119621 h 314936"/>
              <a:gd name="csX17" fmla="*/ 17071 w 332998"/>
              <a:gd name="csY17" fmla="*/ 91641 h 314936"/>
              <a:gd name="csX18" fmla="*/ 20635 w 332998"/>
              <a:gd name="csY18" fmla="*/ 82008 h 314936"/>
              <a:gd name="csX19" fmla="*/ 29523 w 332998"/>
              <a:gd name="csY19" fmla="*/ 71230 h 314936"/>
              <a:gd name="csX20" fmla="*/ 42896 w 332998"/>
              <a:gd name="csY20" fmla="*/ 48085 h 314936"/>
              <a:gd name="csX21" fmla="*/ 49532 w 332998"/>
              <a:gd name="csY21" fmla="*/ 35969 h 314936"/>
              <a:gd name="csX22" fmla="*/ 54906 w 332998"/>
              <a:gd name="csY22" fmla="*/ 23257 h 314936"/>
              <a:gd name="csX23" fmla="*/ 66531 w 332998"/>
              <a:gd name="csY23" fmla="*/ 0 h 314936"/>
              <a:gd name="csX24" fmla="*/ 82468 w 332998"/>
              <a:gd name="csY24" fmla="*/ 19425 h 314936"/>
              <a:gd name="csX25" fmla="*/ 95351 w 332998"/>
              <a:gd name="csY25" fmla="*/ 43885 h 314936"/>
              <a:gd name="csX26" fmla="*/ 106141 w 332998"/>
              <a:gd name="csY26" fmla="*/ 49048 h 314936"/>
              <a:gd name="csX27" fmla="*/ 113640 w 332998"/>
              <a:gd name="csY27" fmla="*/ 54166 h 314936"/>
              <a:gd name="csX28" fmla="*/ 132249 w 332998"/>
              <a:gd name="csY28" fmla="*/ 34653 h 314936"/>
              <a:gd name="csX29" fmla="*/ 156404 w 332998"/>
              <a:gd name="csY29" fmla="*/ 10326 h 314936"/>
              <a:gd name="csX30" fmla="*/ 168334 w 332998"/>
              <a:gd name="csY30" fmla="*/ 6060 h 314936"/>
              <a:gd name="csX31" fmla="*/ 186389 w 332998"/>
              <a:gd name="csY31" fmla="*/ 9933 h 314936"/>
              <a:gd name="csX32" fmla="*/ 200349 w 332998"/>
              <a:gd name="csY32" fmla="*/ 18070 h 314936"/>
              <a:gd name="csX33" fmla="*/ 204999 w 332998"/>
              <a:gd name="csY33" fmla="*/ 30473 h 314936"/>
              <a:gd name="csX34" fmla="*/ 218185 w 332998"/>
              <a:gd name="csY34" fmla="*/ 43802 h 314936"/>
              <a:gd name="csX35" fmla="*/ 227241 w 332998"/>
              <a:gd name="csY35" fmla="*/ 50036 h 314936"/>
              <a:gd name="csX36" fmla="*/ 238424 w 332998"/>
              <a:gd name="csY36" fmla="*/ 60571 h 314936"/>
              <a:gd name="csX37" fmla="*/ 261581 w 332998"/>
              <a:gd name="csY37" fmla="*/ 79599 h 314936"/>
              <a:gd name="csX38" fmla="*/ 276424 w 332998"/>
              <a:gd name="csY38" fmla="*/ 89453 h 314936"/>
              <a:gd name="csX39" fmla="*/ 280389 w 332998"/>
              <a:gd name="csY39" fmla="*/ 90232 h 314936"/>
              <a:gd name="csX40" fmla="*/ 288978 w 332998"/>
              <a:gd name="csY40" fmla="*/ 95366 h 314936"/>
              <a:gd name="csX41" fmla="*/ 309784 w 332998"/>
              <a:gd name="csY41" fmla="*/ 117828 h 314936"/>
              <a:gd name="csX42" fmla="*/ 323208 w 332998"/>
              <a:gd name="csY42" fmla="*/ 127731 h 314936"/>
              <a:gd name="csX43" fmla="*/ 330610 w 332998"/>
              <a:gd name="csY43" fmla="*/ 136947 h 314936"/>
              <a:gd name="csX44" fmla="*/ 327230 w 332998"/>
              <a:gd name="csY44" fmla="*/ 153094 h 314936"/>
              <a:gd name="csX45" fmla="*/ 328146 w 332998"/>
              <a:gd name="csY45" fmla="*/ 164492 h 314936"/>
              <a:gd name="csX46" fmla="*/ 285552 w 332998"/>
              <a:gd name="csY46" fmla="*/ 166189 h 314936"/>
              <a:gd name="csX47" fmla="*/ 228050 w 332998"/>
              <a:gd name="csY47" fmla="*/ 169472 h 314936"/>
              <a:gd name="csX48" fmla="*/ 213142 w 332998"/>
              <a:gd name="csY48" fmla="*/ 171057 h 314936"/>
              <a:gd name="csX49" fmla="*/ 197915 w 332998"/>
              <a:gd name="csY49" fmla="*/ 199758 h 314936"/>
              <a:gd name="csX50" fmla="*/ 180329 w 332998"/>
              <a:gd name="csY50" fmla="*/ 231127 h 314936"/>
              <a:gd name="csX51" fmla="*/ 181055 w 332998"/>
              <a:gd name="csY51" fmla="*/ 253031 h 314936"/>
              <a:gd name="csX52" fmla="*/ 185000 w 332998"/>
              <a:gd name="csY52" fmla="*/ 272477 h 314936"/>
              <a:gd name="csX53" fmla="*/ 182260 w 332998"/>
              <a:gd name="csY53" fmla="*/ 301769 h 314936"/>
              <a:gd name="csX54" fmla="*/ 174070 w 332998"/>
              <a:gd name="csY54" fmla="*/ 314937 h 314936"/>
              <a:gd name="csX55" fmla="*/ 150508 w 332998"/>
              <a:gd name="csY55" fmla="*/ 295153 h 3149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Lst>
            <a:rect l="l" t="t" r="r" b="b"/>
            <a:pathLst>
              <a:path w="332998" h="314936">
                <a:moveTo>
                  <a:pt x="150508" y="295153"/>
                </a:moveTo>
                <a:cubicBezTo>
                  <a:pt x="138884" y="284272"/>
                  <a:pt x="126470" y="272508"/>
                  <a:pt x="122921" y="269012"/>
                </a:cubicBezTo>
                <a:cubicBezTo>
                  <a:pt x="116541" y="262727"/>
                  <a:pt x="116534" y="262670"/>
                  <a:pt x="122279" y="264031"/>
                </a:cubicBezTo>
                <a:cubicBezTo>
                  <a:pt x="125681" y="264837"/>
                  <a:pt x="127450" y="264371"/>
                  <a:pt x="126546" y="262908"/>
                </a:cubicBezTo>
                <a:cubicBezTo>
                  <a:pt x="124960" y="260342"/>
                  <a:pt x="114693" y="255791"/>
                  <a:pt x="106954" y="254224"/>
                </a:cubicBezTo>
                <a:cubicBezTo>
                  <a:pt x="98738" y="252560"/>
                  <a:pt x="93040" y="248209"/>
                  <a:pt x="78561" y="232541"/>
                </a:cubicBezTo>
                <a:cubicBezTo>
                  <a:pt x="70581" y="223906"/>
                  <a:pt x="62635" y="216842"/>
                  <a:pt x="60903" y="216842"/>
                </a:cubicBezTo>
                <a:cubicBezTo>
                  <a:pt x="58660" y="216842"/>
                  <a:pt x="58531" y="215904"/>
                  <a:pt x="60455" y="213585"/>
                </a:cubicBezTo>
                <a:cubicBezTo>
                  <a:pt x="62461" y="211169"/>
                  <a:pt x="61494" y="209543"/>
                  <a:pt x="56711" y="207285"/>
                </a:cubicBezTo>
                <a:cubicBezTo>
                  <a:pt x="51186" y="204678"/>
                  <a:pt x="50705" y="204775"/>
                  <a:pt x="53349" y="207961"/>
                </a:cubicBezTo>
                <a:cubicBezTo>
                  <a:pt x="59572" y="215458"/>
                  <a:pt x="50558" y="211678"/>
                  <a:pt x="34703" y="200142"/>
                </a:cubicBezTo>
                <a:cubicBezTo>
                  <a:pt x="25983" y="193796"/>
                  <a:pt x="17579" y="187988"/>
                  <a:pt x="16028" y="187234"/>
                </a:cubicBezTo>
                <a:cubicBezTo>
                  <a:pt x="14108" y="186301"/>
                  <a:pt x="14238" y="185384"/>
                  <a:pt x="16436" y="184359"/>
                </a:cubicBezTo>
                <a:cubicBezTo>
                  <a:pt x="21429" y="182028"/>
                  <a:pt x="20247" y="178120"/>
                  <a:pt x="14549" y="178120"/>
                </a:cubicBezTo>
                <a:cubicBezTo>
                  <a:pt x="11062" y="178120"/>
                  <a:pt x="8950" y="175862"/>
                  <a:pt x="7908" y="171021"/>
                </a:cubicBezTo>
                <a:cubicBezTo>
                  <a:pt x="7068" y="167117"/>
                  <a:pt x="4593" y="159669"/>
                  <a:pt x="2407" y="154470"/>
                </a:cubicBezTo>
                <a:cubicBezTo>
                  <a:pt x="-1401" y="145413"/>
                  <a:pt x="-1217" y="143959"/>
                  <a:pt x="6812" y="119621"/>
                </a:cubicBezTo>
                <a:cubicBezTo>
                  <a:pt x="11420" y="105652"/>
                  <a:pt x="16036" y="93061"/>
                  <a:pt x="17071" y="91641"/>
                </a:cubicBezTo>
                <a:cubicBezTo>
                  <a:pt x="18105" y="90222"/>
                  <a:pt x="19709" y="85887"/>
                  <a:pt x="20635" y="82008"/>
                </a:cubicBezTo>
                <a:cubicBezTo>
                  <a:pt x="21600" y="77965"/>
                  <a:pt x="25393" y="73366"/>
                  <a:pt x="29523" y="71230"/>
                </a:cubicBezTo>
                <a:cubicBezTo>
                  <a:pt x="37293" y="67213"/>
                  <a:pt x="42896" y="57515"/>
                  <a:pt x="42896" y="48085"/>
                </a:cubicBezTo>
                <a:cubicBezTo>
                  <a:pt x="42896" y="44850"/>
                  <a:pt x="45882" y="39398"/>
                  <a:pt x="49532" y="35969"/>
                </a:cubicBezTo>
                <a:cubicBezTo>
                  <a:pt x="54317" y="31473"/>
                  <a:pt x="55816" y="27929"/>
                  <a:pt x="54906" y="23257"/>
                </a:cubicBezTo>
                <a:cubicBezTo>
                  <a:pt x="53161" y="14292"/>
                  <a:pt x="60305" y="0"/>
                  <a:pt x="66531" y="0"/>
                </a:cubicBezTo>
                <a:cubicBezTo>
                  <a:pt x="74307" y="0"/>
                  <a:pt x="80918" y="8058"/>
                  <a:pt x="82468" y="19425"/>
                </a:cubicBezTo>
                <a:cubicBezTo>
                  <a:pt x="84849" y="36891"/>
                  <a:pt x="88533" y="43885"/>
                  <a:pt x="95351" y="43885"/>
                </a:cubicBezTo>
                <a:cubicBezTo>
                  <a:pt x="98716" y="43885"/>
                  <a:pt x="103572" y="46208"/>
                  <a:pt x="106141" y="49048"/>
                </a:cubicBezTo>
                <a:cubicBezTo>
                  <a:pt x="108711" y="51887"/>
                  <a:pt x="112086" y="54190"/>
                  <a:pt x="113640" y="54166"/>
                </a:cubicBezTo>
                <a:cubicBezTo>
                  <a:pt x="117209" y="54110"/>
                  <a:pt x="125915" y="44980"/>
                  <a:pt x="132249" y="34653"/>
                </a:cubicBezTo>
                <a:cubicBezTo>
                  <a:pt x="141121" y="20185"/>
                  <a:pt x="150911" y="10326"/>
                  <a:pt x="156404" y="10326"/>
                </a:cubicBezTo>
                <a:cubicBezTo>
                  <a:pt x="159385" y="10326"/>
                  <a:pt x="164754" y="8406"/>
                  <a:pt x="168334" y="6060"/>
                </a:cubicBezTo>
                <a:cubicBezTo>
                  <a:pt x="174611" y="1948"/>
                  <a:pt x="175258" y="2087"/>
                  <a:pt x="186389" y="9933"/>
                </a:cubicBezTo>
                <a:cubicBezTo>
                  <a:pt x="192739" y="14408"/>
                  <a:pt x="199021" y="18070"/>
                  <a:pt x="200349" y="18070"/>
                </a:cubicBezTo>
                <a:cubicBezTo>
                  <a:pt x="204669" y="18070"/>
                  <a:pt x="208141" y="27331"/>
                  <a:pt x="204999" y="30473"/>
                </a:cubicBezTo>
                <a:cubicBezTo>
                  <a:pt x="200842" y="34630"/>
                  <a:pt x="205908" y="39750"/>
                  <a:pt x="218185" y="43802"/>
                </a:cubicBezTo>
                <a:cubicBezTo>
                  <a:pt x="223767" y="45645"/>
                  <a:pt x="227842" y="48450"/>
                  <a:pt x="227241" y="50036"/>
                </a:cubicBezTo>
                <a:cubicBezTo>
                  <a:pt x="226639" y="51622"/>
                  <a:pt x="231671" y="56363"/>
                  <a:pt x="238424" y="60571"/>
                </a:cubicBezTo>
                <a:cubicBezTo>
                  <a:pt x="245177" y="64780"/>
                  <a:pt x="255598" y="73342"/>
                  <a:pt x="261581" y="79599"/>
                </a:cubicBezTo>
                <a:cubicBezTo>
                  <a:pt x="268586" y="86925"/>
                  <a:pt x="273870" y="90433"/>
                  <a:pt x="276424" y="89453"/>
                </a:cubicBezTo>
                <a:cubicBezTo>
                  <a:pt x="278605" y="88616"/>
                  <a:pt x="280389" y="88966"/>
                  <a:pt x="280389" y="90232"/>
                </a:cubicBezTo>
                <a:cubicBezTo>
                  <a:pt x="280389" y="91497"/>
                  <a:pt x="284254" y="93807"/>
                  <a:pt x="288978" y="95366"/>
                </a:cubicBezTo>
                <a:cubicBezTo>
                  <a:pt x="297678" y="98238"/>
                  <a:pt x="306636" y="107909"/>
                  <a:pt x="309784" y="117828"/>
                </a:cubicBezTo>
                <a:cubicBezTo>
                  <a:pt x="310845" y="121169"/>
                  <a:pt x="316015" y="124983"/>
                  <a:pt x="323208" y="127731"/>
                </a:cubicBezTo>
                <a:cubicBezTo>
                  <a:pt x="334331" y="131978"/>
                  <a:pt x="334696" y="132432"/>
                  <a:pt x="330610" y="136947"/>
                </a:cubicBezTo>
                <a:cubicBezTo>
                  <a:pt x="327588" y="140286"/>
                  <a:pt x="326585" y="145078"/>
                  <a:pt x="327230" y="153094"/>
                </a:cubicBezTo>
                <a:lnTo>
                  <a:pt x="328146" y="164492"/>
                </a:lnTo>
                <a:lnTo>
                  <a:pt x="285552" y="166189"/>
                </a:lnTo>
                <a:cubicBezTo>
                  <a:pt x="262126" y="167123"/>
                  <a:pt x="236250" y="168600"/>
                  <a:pt x="228050" y="169472"/>
                </a:cubicBezTo>
                <a:lnTo>
                  <a:pt x="213142" y="171057"/>
                </a:lnTo>
                <a:lnTo>
                  <a:pt x="197915" y="199758"/>
                </a:lnTo>
                <a:cubicBezTo>
                  <a:pt x="189539" y="215543"/>
                  <a:pt x="181626" y="229659"/>
                  <a:pt x="180329" y="231127"/>
                </a:cubicBezTo>
                <a:cubicBezTo>
                  <a:pt x="174323" y="237923"/>
                  <a:pt x="174624" y="246989"/>
                  <a:pt x="181055" y="253031"/>
                </a:cubicBezTo>
                <a:cubicBezTo>
                  <a:pt x="187596" y="259176"/>
                  <a:pt x="189401" y="268075"/>
                  <a:pt x="185000" y="272477"/>
                </a:cubicBezTo>
                <a:cubicBezTo>
                  <a:pt x="182808" y="274669"/>
                  <a:pt x="182167" y="281522"/>
                  <a:pt x="182260" y="301769"/>
                </a:cubicBezTo>
                <a:cubicBezTo>
                  <a:pt x="182290" y="308297"/>
                  <a:pt x="178160" y="314937"/>
                  <a:pt x="174070" y="314937"/>
                </a:cubicBezTo>
                <a:cubicBezTo>
                  <a:pt x="172734" y="314937"/>
                  <a:pt x="162131" y="306034"/>
                  <a:pt x="150508" y="295153"/>
                </a:cubicBezTo>
                <a:close/>
              </a:path>
            </a:pathLst>
          </a:custGeom>
          <a:solidFill>
            <a:srgbClr val="B9B9B9"/>
          </a:solidFill>
          <a:ln w="5163" cap="flat">
            <a:noFill/>
            <a:prstDash val="solid"/>
            <a:miter/>
          </a:ln>
        </p:spPr>
        <p:txBody>
          <a:bodyPr/>
          <a:lstStyle/>
          <a:p>
            <a:endParaRPr lang="es-419" noProof="0" dirty="0"/>
          </a:p>
        </p:txBody>
      </p:sp>
      <p:sp>
        <p:nvSpPr>
          <p:cNvPr id="62" name="Forma libre: forma 61">
            <a:extLst>
              <a:ext uri="{FF2B5EF4-FFF2-40B4-BE49-F238E27FC236}">
                <a16:creationId xmlns:a16="http://schemas.microsoft.com/office/drawing/2014/main" id="{5369CBAD-B739-813A-94E9-066FE6F16BA6}"/>
              </a:ext>
            </a:extLst>
          </p:cNvPr>
          <p:cNvSpPr/>
          <p:nvPr/>
        </p:nvSpPr>
        <p:spPr>
          <a:xfrm>
            <a:off x="1645015" y="2415517"/>
            <a:ext cx="409424" cy="276749"/>
          </a:xfrm>
          <a:custGeom>
            <a:avLst/>
            <a:gdLst>
              <a:gd name="csX0" fmla="*/ 169694 w 409424"/>
              <a:gd name="csY0" fmla="*/ 275279 h 276749"/>
              <a:gd name="csX1" fmla="*/ 152536 w 409424"/>
              <a:gd name="csY1" fmla="*/ 270490 h 276749"/>
              <a:gd name="csX2" fmla="*/ 128939 w 409424"/>
              <a:gd name="csY2" fmla="*/ 261017 h 276749"/>
              <a:gd name="csX3" fmla="*/ 97253 w 409424"/>
              <a:gd name="csY3" fmla="*/ 251980 h 276749"/>
              <a:gd name="csX4" fmla="*/ 66316 w 409424"/>
              <a:gd name="csY4" fmla="*/ 248914 h 276749"/>
              <a:gd name="csX5" fmla="*/ 49536 w 409424"/>
              <a:gd name="csY5" fmla="*/ 241356 h 276749"/>
              <a:gd name="csX6" fmla="*/ 12262 w 409424"/>
              <a:gd name="csY6" fmla="*/ 223990 h 276749"/>
              <a:gd name="csX7" fmla="*/ 0 w 409424"/>
              <a:gd name="csY7" fmla="*/ 222341 h 276749"/>
              <a:gd name="csX8" fmla="*/ 5808 w 409424"/>
              <a:gd name="csY8" fmla="*/ 214784 h 276749"/>
              <a:gd name="csX9" fmla="*/ 14198 w 409424"/>
              <a:gd name="csY9" fmla="*/ 206134 h 276749"/>
              <a:gd name="csX10" fmla="*/ 30441 w 409424"/>
              <a:gd name="csY10" fmla="*/ 191104 h 276749"/>
              <a:gd name="csX11" fmla="*/ 44102 w 409424"/>
              <a:gd name="csY11" fmla="*/ 178805 h 276749"/>
              <a:gd name="csX12" fmla="*/ 41686 w 409424"/>
              <a:gd name="csY12" fmla="*/ 166228 h 276749"/>
              <a:gd name="csX13" fmla="*/ 27640 w 409424"/>
              <a:gd name="csY13" fmla="*/ 142994 h 276749"/>
              <a:gd name="csX14" fmla="*/ 10050 w 409424"/>
              <a:gd name="csY14" fmla="*/ 94836 h 276749"/>
              <a:gd name="csX15" fmla="*/ 25607 w 409424"/>
              <a:gd name="csY15" fmla="*/ 63931 h 276749"/>
              <a:gd name="csX16" fmla="*/ 43054 w 409424"/>
              <a:gd name="csY16" fmla="*/ 67030 h 276749"/>
              <a:gd name="csX17" fmla="*/ 54130 w 409424"/>
              <a:gd name="csY17" fmla="*/ 57326 h 276749"/>
              <a:gd name="csX18" fmla="*/ 54400 w 409424"/>
              <a:gd name="csY18" fmla="*/ 43740 h 276749"/>
              <a:gd name="csX19" fmla="*/ 67118 w 409424"/>
              <a:gd name="csY19" fmla="*/ 40356 h 276749"/>
              <a:gd name="csX20" fmla="*/ 69858 w 409424"/>
              <a:gd name="csY20" fmla="*/ 47250 h 276749"/>
              <a:gd name="csX21" fmla="*/ 74957 w 409424"/>
              <a:gd name="csY21" fmla="*/ 55146 h 276749"/>
              <a:gd name="csX22" fmla="*/ 85078 w 409424"/>
              <a:gd name="csY22" fmla="*/ 56392 h 276749"/>
              <a:gd name="csX23" fmla="*/ 108275 w 409424"/>
              <a:gd name="csY23" fmla="*/ 51828 h 276749"/>
              <a:gd name="csX24" fmla="*/ 135859 w 409424"/>
              <a:gd name="csY24" fmla="*/ 46965 h 276749"/>
              <a:gd name="csX25" fmla="*/ 159928 w 409424"/>
              <a:gd name="csY25" fmla="*/ 4926 h 276749"/>
              <a:gd name="csX26" fmla="*/ 164133 w 409424"/>
              <a:gd name="csY26" fmla="*/ 409 h 276749"/>
              <a:gd name="csX27" fmla="*/ 170486 w 409424"/>
              <a:gd name="csY27" fmla="*/ 1976 h 276749"/>
              <a:gd name="csX28" fmla="*/ 183283 w 409424"/>
              <a:gd name="csY28" fmla="*/ 17951 h 276749"/>
              <a:gd name="csX29" fmla="*/ 185999 w 409424"/>
              <a:gd name="csY29" fmla="*/ 22627 h 276749"/>
              <a:gd name="csX30" fmla="*/ 191478 w 409424"/>
              <a:gd name="csY30" fmla="*/ 30556 h 276749"/>
              <a:gd name="csX31" fmla="*/ 217371 w 409424"/>
              <a:gd name="csY31" fmla="*/ 43279 h 276749"/>
              <a:gd name="csX32" fmla="*/ 231319 w 409424"/>
              <a:gd name="csY32" fmla="*/ 47797 h 276749"/>
              <a:gd name="csX33" fmla="*/ 231065 w 409424"/>
              <a:gd name="csY33" fmla="*/ 71654 h 276749"/>
              <a:gd name="csX34" fmla="*/ 232914 w 409424"/>
              <a:gd name="csY34" fmla="*/ 94162 h 276749"/>
              <a:gd name="csX35" fmla="*/ 264097 w 409424"/>
              <a:gd name="csY35" fmla="*/ 98422 h 276749"/>
              <a:gd name="csX36" fmla="*/ 290859 w 409424"/>
              <a:gd name="csY36" fmla="*/ 85458 h 276749"/>
              <a:gd name="csX37" fmla="*/ 289553 w 409424"/>
              <a:gd name="csY37" fmla="*/ 87164 h 276749"/>
              <a:gd name="csX38" fmla="*/ 313001 w 409424"/>
              <a:gd name="csY38" fmla="*/ 117924 h 276749"/>
              <a:gd name="csX39" fmla="*/ 320100 w 409424"/>
              <a:gd name="csY39" fmla="*/ 125822 h 276749"/>
              <a:gd name="csX40" fmla="*/ 323327 w 409424"/>
              <a:gd name="csY40" fmla="*/ 131062 h 276749"/>
              <a:gd name="csX41" fmla="*/ 409403 w 409424"/>
              <a:gd name="csY41" fmla="*/ 134303 h 276749"/>
              <a:gd name="csX42" fmla="*/ 398626 w 409424"/>
              <a:gd name="csY42" fmla="*/ 166622 h 276749"/>
              <a:gd name="csX43" fmla="*/ 387152 w 409424"/>
              <a:gd name="csY43" fmla="*/ 198243 h 276749"/>
              <a:gd name="csX44" fmla="*/ 392348 w 409424"/>
              <a:gd name="csY44" fmla="*/ 208428 h 276749"/>
              <a:gd name="csX45" fmla="*/ 395238 w 409424"/>
              <a:gd name="csY45" fmla="*/ 226562 h 276749"/>
              <a:gd name="csX46" fmla="*/ 391384 w 409424"/>
              <a:gd name="csY46" fmla="*/ 222526 h 276749"/>
              <a:gd name="csX47" fmla="*/ 386991 w 409424"/>
              <a:gd name="csY47" fmla="*/ 220249 h 276749"/>
              <a:gd name="csX48" fmla="*/ 376751 w 409424"/>
              <a:gd name="csY48" fmla="*/ 216540 h 276749"/>
              <a:gd name="csX49" fmla="*/ 366566 w 409424"/>
              <a:gd name="csY49" fmla="*/ 215027 h 276749"/>
              <a:gd name="csX50" fmla="*/ 371084 w 409424"/>
              <a:gd name="csY50" fmla="*/ 220497 h 276749"/>
              <a:gd name="csX51" fmla="*/ 400125 w 409424"/>
              <a:gd name="csY51" fmla="*/ 234526 h 276749"/>
              <a:gd name="csX52" fmla="*/ 382700 w 409424"/>
              <a:gd name="csY52" fmla="*/ 228973 h 276749"/>
              <a:gd name="csX53" fmla="*/ 356240 w 409424"/>
              <a:gd name="csY53" fmla="*/ 221430 h 276749"/>
              <a:gd name="csX54" fmla="*/ 344640 w 409424"/>
              <a:gd name="csY54" fmla="*/ 215296 h 276749"/>
              <a:gd name="csX55" fmla="*/ 351310 w 409424"/>
              <a:gd name="csY55" fmla="*/ 215089 h 276749"/>
              <a:gd name="csX56" fmla="*/ 353659 w 409424"/>
              <a:gd name="csY56" fmla="*/ 213898 h 276749"/>
              <a:gd name="csX57" fmla="*/ 348281 w 409424"/>
              <a:gd name="csY57" fmla="*/ 208377 h 276749"/>
              <a:gd name="csX58" fmla="*/ 338397 w 409424"/>
              <a:gd name="csY58" fmla="*/ 209577 h 276749"/>
              <a:gd name="csX59" fmla="*/ 330426 w 409424"/>
              <a:gd name="csY59" fmla="*/ 208411 h 276749"/>
              <a:gd name="csX60" fmla="*/ 317751 w 409424"/>
              <a:gd name="csY60" fmla="*/ 206264 h 276749"/>
              <a:gd name="csX61" fmla="*/ 320963 w 409424"/>
              <a:gd name="csY61" fmla="*/ 214760 h 276749"/>
              <a:gd name="csX62" fmla="*/ 323972 w 409424"/>
              <a:gd name="csY62" fmla="*/ 215747 h 276749"/>
              <a:gd name="csX63" fmla="*/ 314937 w 409424"/>
              <a:gd name="csY63" fmla="*/ 219599 h 276749"/>
              <a:gd name="csX64" fmla="*/ 321391 w 409424"/>
              <a:gd name="csY64" fmla="*/ 219864 h 276749"/>
              <a:gd name="csX65" fmla="*/ 330426 w 409424"/>
              <a:gd name="csY65" fmla="*/ 221426 h 276749"/>
              <a:gd name="csX66" fmla="*/ 310754 w 409424"/>
              <a:gd name="csY66" fmla="*/ 223941 h 276749"/>
              <a:gd name="csX67" fmla="*/ 284939 w 409424"/>
              <a:gd name="csY67" fmla="*/ 234304 h 276749"/>
              <a:gd name="csX68" fmla="*/ 270316 w 409424"/>
              <a:gd name="csY68" fmla="*/ 244630 h 276749"/>
              <a:gd name="csX69" fmla="*/ 259397 w 409424"/>
              <a:gd name="csY69" fmla="*/ 248767 h 276749"/>
              <a:gd name="csX70" fmla="*/ 242736 w 409424"/>
              <a:gd name="csY70" fmla="*/ 255227 h 276749"/>
              <a:gd name="csX71" fmla="*/ 220097 w 409424"/>
              <a:gd name="csY71" fmla="*/ 265079 h 276749"/>
              <a:gd name="csX72" fmla="*/ 198772 w 409424"/>
              <a:gd name="csY72" fmla="*/ 274061 h 276749"/>
              <a:gd name="csX73" fmla="*/ 169694 w 409424"/>
              <a:gd name="csY73" fmla="*/ 275279 h 2767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Lst>
            <a:rect l="l" t="t" r="r" b="b"/>
            <a:pathLst>
              <a:path w="409424" h="276749">
                <a:moveTo>
                  <a:pt x="169694" y="275279"/>
                </a:moveTo>
                <a:cubicBezTo>
                  <a:pt x="167412" y="274002"/>
                  <a:pt x="159691" y="271847"/>
                  <a:pt x="152536" y="270490"/>
                </a:cubicBezTo>
                <a:cubicBezTo>
                  <a:pt x="145381" y="269133"/>
                  <a:pt x="134762" y="264870"/>
                  <a:pt x="128939" y="261017"/>
                </a:cubicBezTo>
                <a:cubicBezTo>
                  <a:pt x="120697" y="255563"/>
                  <a:pt x="113680" y="253561"/>
                  <a:pt x="97253" y="251980"/>
                </a:cubicBezTo>
                <a:cubicBezTo>
                  <a:pt x="85648" y="250863"/>
                  <a:pt x="71726" y="249483"/>
                  <a:pt x="66316" y="248914"/>
                </a:cubicBezTo>
                <a:cubicBezTo>
                  <a:pt x="60430" y="248295"/>
                  <a:pt x="53691" y="245260"/>
                  <a:pt x="49536" y="241356"/>
                </a:cubicBezTo>
                <a:cubicBezTo>
                  <a:pt x="36860" y="229445"/>
                  <a:pt x="25174" y="224000"/>
                  <a:pt x="12262" y="223990"/>
                </a:cubicBezTo>
                <a:cubicBezTo>
                  <a:pt x="5518" y="223985"/>
                  <a:pt x="0" y="223243"/>
                  <a:pt x="0" y="222341"/>
                </a:cubicBezTo>
                <a:cubicBezTo>
                  <a:pt x="0" y="221438"/>
                  <a:pt x="2614" y="218038"/>
                  <a:pt x="5808" y="214784"/>
                </a:cubicBezTo>
                <a:cubicBezTo>
                  <a:pt x="9003" y="211529"/>
                  <a:pt x="12778" y="207637"/>
                  <a:pt x="14198" y="206134"/>
                </a:cubicBezTo>
                <a:cubicBezTo>
                  <a:pt x="15618" y="204632"/>
                  <a:pt x="22927" y="197868"/>
                  <a:pt x="30441" y="191104"/>
                </a:cubicBezTo>
                <a:lnTo>
                  <a:pt x="44102" y="178805"/>
                </a:lnTo>
                <a:lnTo>
                  <a:pt x="41686" y="166228"/>
                </a:lnTo>
                <a:cubicBezTo>
                  <a:pt x="39751" y="156152"/>
                  <a:pt x="36957" y="151530"/>
                  <a:pt x="27640" y="142994"/>
                </a:cubicBezTo>
                <a:cubicBezTo>
                  <a:pt x="14024" y="130519"/>
                  <a:pt x="10714" y="121458"/>
                  <a:pt x="10050" y="94836"/>
                </a:cubicBezTo>
                <a:cubicBezTo>
                  <a:pt x="9450" y="70766"/>
                  <a:pt x="12891" y="63931"/>
                  <a:pt x="25607" y="63931"/>
                </a:cubicBezTo>
                <a:cubicBezTo>
                  <a:pt x="30489" y="63931"/>
                  <a:pt x="38340" y="65326"/>
                  <a:pt x="43054" y="67030"/>
                </a:cubicBezTo>
                <a:cubicBezTo>
                  <a:pt x="54638" y="71219"/>
                  <a:pt x="59354" y="67087"/>
                  <a:pt x="54130" y="57326"/>
                </a:cubicBezTo>
                <a:cubicBezTo>
                  <a:pt x="51035" y="51543"/>
                  <a:pt x="51072" y="49668"/>
                  <a:pt x="54400" y="43740"/>
                </a:cubicBezTo>
                <a:cubicBezTo>
                  <a:pt x="59239" y="35118"/>
                  <a:pt x="67118" y="33022"/>
                  <a:pt x="67118" y="40356"/>
                </a:cubicBezTo>
                <a:cubicBezTo>
                  <a:pt x="67118" y="43216"/>
                  <a:pt x="68351" y="46318"/>
                  <a:pt x="69858" y="47250"/>
                </a:cubicBezTo>
                <a:cubicBezTo>
                  <a:pt x="71366" y="48181"/>
                  <a:pt x="73660" y="51735"/>
                  <a:pt x="74957" y="55146"/>
                </a:cubicBezTo>
                <a:cubicBezTo>
                  <a:pt x="77803" y="62631"/>
                  <a:pt x="81496" y="63085"/>
                  <a:pt x="85078" y="56392"/>
                </a:cubicBezTo>
                <a:cubicBezTo>
                  <a:pt x="87383" y="52084"/>
                  <a:pt x="90423" y="51486"/>
                  <a:pt x="108275" y="51828"/>
                </a:cubicBezTo>
                <a:cubicBezTo>
                  <a:pt x="125309" y="52154"/>
                  <a:pt x="130021" y="51323"/>
                  <a:pt x="135859" y="46965"/>
                </a:cubicBezTo>
                <a:cubicBezTo>
                  <a:pt x="144210" y="40730"/>
                  <a:pt x="159754" y="13580"/>
                  <a:pt x="159928" y="4926"/>
                </a:cubicBezTo>
                <a:cubicBezTo>
                  <a:pt x="160018" y="462"/>
                  <a:pt x="161137" y="-741"/>
                  <a:pt x="164133" y="409"/>
                </a:cubicBezTo>
                <a:cubicBezTo>
                  <a:pt x="166379" y="1271"/>
                  <a:pt x="169238" y="1976"/>
                  <a:pt x="170486" y="1976"/>
                </a:cubicBezTo>
                <a:cubicBezTo>
                  <a:pt x="174404" y="1976"/>
                  <a:pt x="183283" y="13060"/>
                  <a:pt x="183283" y="17951"/>
                </a:cubicBezTo>
                <a:cubicBezTo>
                  <a:pt x="183283" y="20523"/>
                  <a:pt x="184505" y="22627"/>
                  <a:pt x="185999" y="22627"/>
                </a:cubicBezTo>
                <a:cubicBezTo>
                  <a:pt x="187493" y="22627"/>
                  <a:pt x="189958" y="26195"/>
                  <a:pt x="191478" y="30556"/>
                </a:cubicBezTo>
                <a:cubicBezTo>
                  <a:pt x="194632" y="39603"/>
                  <a:pt x="202114" y="43279"/>
                  <a:pt x="217371" y="43279"/>
                </a:cubicBezTo>
                <a:cubicBezTo>
                  <a:pt x="224361" y="43279"/>
                  <a:pt x="229040" y="44794"/>
                  <a:pt x="231319" y="47797"/>
                </a:cubicBezTo>
                <a:cubicBezTo>
                  <a:pt x="235951" y="53900"/>
                  <a:pt x="235804" y="67721"/>
                  <a:pt x="231065" y="71654"/>
                </a:cubicBezTo>
                <a:cubicBezTo>
                  <a:pt x="227042" y="74993"/>
                  <a:pt x="227738" y="83470"/>
                  <a:pt x="232914" y="94162"/>
                </a:cubicBezTo>
                <a:cubicBezTo>
                  <a:pt x="236944" y="102487"/>
                  <a:pt x="256280" y="105129"/>
                  <a:pt x="264097" y="98422"/>
                </a:cubicBezTo>
                <a:cubicBezTo>
                  <a:pt x="272137" y="91525"/>
                  <a:pt x="288836" y="83435"/>
                  <a:pt x="290859" y="85458"/>
                </a:cubicBezTo>
                <a:cubicBezTo>
                  <a:pt x="291797" y="86396"/>
                  <a:pt x="291209" y="87164"/>
                  <a:pt x="289553" y="87164"/>
                </a:cubicBezTo>
                <a:cubicBezTo>
                  <a:pt x="278849" y="87164"/>
                  <a:pt x="297992" y="112276"/>
                  <a:pt x="313001" y="117924"/>
                </a:cubicBezTo>
                <a:cubicBezTo>
                  <a:pt x="317528" y="119627"/>
                  <a:pt x="320100" y="122488"/>
                  <a:pt x="320100" y="125822"/>
                </a:cubicBezTo>
                <a:cubicBezTo>
                  <a:pt x="320100" y="128696"/>
                  <a:pt x="321552" y="131055"/>
                  <a:pt x="323327" y="131062"/>
                </a:cubicBezTo>
                <a:cubicBezTo>
                  <a:pt x="338940" y="131129"/>
                  <a:pt x="408862" y="133762"/>
                  <a:pt x="409403" y="134303"/>
                </a:cubicBezTo>
                <a:cubicBezTo>
                  <a:pt x="409786" y="134687"/>
                  <a:pt x="404937" y="149230"/>
                  <a:pt x="398626" y="166622"/>
                </a:cubicBezTo>
                <a:lnTo>
                  <a:pt x="387152" y="198243"/>
                </a:lnTo>
                <a:lnTo>
                  <a:pt x="392348" y="208428"/>
                </a:lnTo>
                <a:cubicBezTo>
                  <a:pt x="397867" y="219247"/>
                  <a:pt x="399033" y="226562"/>
                  <a:pt x="395238" y="226562"/>
                </a:cubicBezTo>
                <a:cubicBezTo>
                  <a:pt x="393970" y="226562"/>
                  <a:pt x="392236" y="224746"/>
                  <a:pt x="391384" y="222526"/>
                </a:cubicBezTo>
                <a:cubicBezTo>
                  <a:pt x="390533" y="220307"/>
                  <a:pt x="388555" y="219282"/>
                  <a:pt x="386991" y="220249"/>
                </a:cubicBezTo>
                <a:cubicBezTo>
                  <a:pt x="385426" y="221216"/>
                  <a:pt x="380818" y="219547"/>
                  <a:pt x="376751" y="216540"/>
                </a:cubicBezTo>
                <a:cubicBezTo>
                  <a:pt x="367939" y="210026"/>
                  <a:pt x="366566" y="209821"/>
                  <a:pt x="366566" y="215027"/>
                </a:cubicBezTo>
                <a:cubicBezTo>
                  <a:pt x="366566" y="217201"/>
                  <a:pt x="368599" y="219663"/>
                  <a:pt x="371084" y="220497"/>
                </a:cubicBezTo>
                <a:cubicBezTo>
                  <a:pt x="382593" y="224364"/>
                  <a:pt x="400125" y="232833"/>
                  <a:pt x="400125" y="234526"/>
                </a:cubicBezTo>
                <a:cubicBezTo>
                  <a:pt x="400125" y="235560"/>
                  <a:pt x="392284" y="233061"/>
                  <a:pt x="382700" y="228973"/>
                </a:cubicBezTo>
                <a:cubicBezTo>
                  <a:pt x="373117" y="224884"/>
                  <a:pt x="361210" y="221490"/>
                  <a:pt x="356240" y="221430"/>
                </a:cubicBezTo>
                <a:cubicBezTo>
                  <a:pt x="344962" y="221293"/>
                  <a:pt x="338255" y="217747"/>
                  <a:pt x="344640" y="215296"/>
                </a:cubicBezTo>
                <a:cubicBezTo>
                  <a:pt x="347017" y="214384"/>
                  <a:pt x="350019" y="214291"/>
                  <a:pt x="351310" y="215089"/>
                </a:cubicBezTo>
                <a:cubicBezTo>
                  <a:pt x="352602" y="215888"/>
                  <a:pt x="353659" y="215352"/>
                  <a:pt x="353659" y="213898"/>
                </a:cubicBezTo>
                <a:cubicBezTo>
                  <a:pt x="353659" y="212444"/>
                  <a:pt x="351239" y="209960"/>
                  <a:pt x="348281" y="208377"/>
                </a:cubicBezTo>
                <a:cubicBezTo>
                  <a:pt x="344050" y="206113"/>
                  <a:pt x="341943" y="206369"/>
                  <a:pt x="338397" y="209577"/>
                </a:cubicBezTo>
                <a:cubicBezTo>
                  <a:pt x="332399" y="215006"/>
                  <a:pt x="330426" y="214717"/>
                  <a:pt x="330426" y="208411"/>
                </a:cubicBezTo>
                <a:cubicBezTo>
                  <a:pt x="330426" y="200483"/>
                  <a:pt x="323396" y="199293"/>
                  <a:pt x="317751" y="206264"/>
                </a:cubicBezTo>
                <a:cubicBezTo>
                  <a:pt x="311888" y="213504"/>
                  <a:pt x="313243" y="217088"/>
                  <a:pt x="320963" y="214760"/>
                </a:cubicBezTo>
                <a:cubicBezTo>
                  <a:pt x="324787" y="213607"/>
                  <a:pt x="325738" y="213919"/>
                  <a:pt x="323972" y="215747"/>
                </a:cubicBezTo>
                <a:cubicBezTo>
                  <a:pt x="322552" y="217218"/>
                  <a:pt x="318487" y="218951"/>
                  <a:pt x="314937" y="219599"/>
                </a:cubicBezTo>
                <a:cubicBezTo>
                  <a:pt x="311388" y="220248"/>
                  <a:pt x="314292" y="220366"/>
                  <a:pt x="321391" y="219864"/>
                </a:cubicBezTo>
                <a:cubicBezTo>
                  <a:pt x="330318" y="219231"/>
                  <a:pt x="333104" y="219713"/>
                  <a:pt x="330426" y="221426"/>
                </a:cubicBezTo>
                <a:cubicBezTo>
                  <a:pt x="328296" y="222787"/>
                  <a:pt x="319444" y="223919"/>
                  <a:pt x="310754" y="223941"/>
                </a:cubicBezTo>
                <a:cubicBezTo>
                  <a:pt x="295733" y="223979"/>
                  <a:pt x="294460" y="224490"/>
                  <a:pt x="284939" y="234304"/>
                </a:cubicBezTo>
                <a:cubicBezTo>
                  <a:pt x="279431" y="239982"/>
                  <a:pt x="272851" y="244629"/>
                  <a:pt x="270316" y="244630"/>
                </a:cubicBezTo>
                <a:cubicBezTo>
                  <a:pt x="267782" y="244631"/>
                  <a:pt x="262868" y="246493"/>
                  <a:pt x="259397" y="248767"/>
                </a:cubicBezTo>
                <a:cubicBezTo>
                  <a:pt x="255927" y="251041"/>
                  <a:pt x="248429" y="253948"/>
                  <a:pt x="242736" y="255227"/>
                </a:cubicBezTo>
                <a:cubicBezTo>
                  <a:pt x="237044" y="256506"/>
                  <a:pt x="226856" y="260940"/>
                  <a:pt x="220097" y="265079"/>
                </a:cubicBezTo>
                <a:cubicBezTo>
                  <a:pt x="213337" y="269219"/>
                  <a:pt x="203741" y="273261"/>
                  <a:pt x="198772" y="274061"/>
                </a:cubicBezTo>
                <a:cubicBezTo>
                  <a:pt x="178742" y="277289"/>
                  <a:pt x="173664" y="277501"/>
                  <a:pt x="169694" y="275279"/>
                </a:cubicBezTo>
                <a:close/>
              </a:path>
            </a:pathLst>
          </a:custGeom>
          <a:solidFill>
            <a:srgbClr val="B9B9B9"/>
          </a:solidFill>
          <a:ln w="5163" cap="flat">
            <a:noFill/>
            <a:prstDash val="solid"/>
            <a:miter/>
          </a:ln>
        </p:spPr>
        <p:txBody>
          <a:bodyPr/>
          <a:lstStyle/>
          <a:p>
            <a:endParaRPr lang="es-419" noProof="0" dirty="0"/>
          </a:p>
        </p:txBody>
      </p:sp>
      <p:sp>
        <p:nvSpPr>
          <p:cNvPr id="63" name="Forma libre: forma 62">
            <a:extLst>
              <a:ext uri="{FF2B5EF4-FFF2-40B4-BE49-F238E27FC236}">
                <a16:creationId xmlns:a16="http://schemas.microsoft.com/office/drawing/2014/main" id="{82F7593C-F26D-BF7C-4EA6-F41C2384405C}"/>
              </a:ext>
            </a:extLst>
          </p:cNvPr>
          <p:cNvSpPr/>
          <p:nvPr/>
        </p:nvSpPr>
        <p:spPr>
          <a:xfrm>
            <a:off x="1324915" y="2412330"/>
            <a:ext cx="357764" cy="223095"/>
          </a:xfrm>
          <a:custGeom>
            <a:avLst/>
            <a:gdLst>
              <a:gd name="csX0" fmla="*/ 310749 w 357764"/>
              <a:gd name="csY0" fmla="*/ 220821 h 223095"/>
              <a:gd name="csX1" fmla="*/ 306750 w 357764"/>
              <a:gd name="csY1" fmla="*/ 216842 h 223095"/>
              <a:gd name="csX2" fmla="*/ 298107 w 357764"/>
              <a:gd name="csY2" fmla="*/ 209508 h 223095"/>
              <a:gd name="csX3" fmla="*/ 280348 w 357764"/>
              <a:gd name="csY3" fmla="*/ 201999 h 223095"/>
              <a:gd name="csX4" fmla="*/ 262845 w 357764"/>
              <a:gd name="csY4" fmla="*/ 196313 h 223095"/>
              <a:gd name="csX5" fmla="*/ 256032 w 357764"/>
              <a:gd name="csY5" fmla="*/ 193496 h 223095"/>
              <a:gd name="csX6" fmla="*/ 242886 w 357764"/>
              <a:gd name="csY6" fmla="*/ 190679 h 223095"/>
              <a:gd name="csX7" fmla="*/ 229978 w 357764"/>
              <a:gd name="csY7" fmla="*/ 186722 h 223095"/>
              <a:gd name="csX8" fmla="*/ 220854 w 357764"/>
              <a:gd name="csY8" fmla="*/ 186091 h 223095"/>
              <a:gd name="csX9" fmla="*/ 209097 w 357764"/>
              <a:gd name="csY9" fmla="*/ 183130 h 223095"/>
              <a:gd name="csX10" fmla="*/ 214906 w 357764"/>
              <a:gd name="csY10" fmla="*/ 187877 h 223095"/>
              <a:gd name="csX11" fmla="*/ 215222 w 357764"/>
              <a:gd name="csY11" fmla="*/ 190853 h 223095"/>
              <a:gd name="csX12" fmla="*/ 206349 w 357764"/>
              <a:gd name="csY12" fmla="*/ 186954 h 223095"/>
              <a:gd name="csX13" fmla="*/ 189899 w 357764"/>
              <a:gd name="csY13" fmla="*/ 176334 h 223095"/>
              <a:gd name="csX14" fmla="*/ 172154 w 357764"/>
              <a:gd name="csY14" fmla="*/ 165667 h 223095"/>
              <a:gd name="csX15" fmla="*/ 165494 w 357764"/>
              <a:gd name="csY15" fmla="*/ 164758 h 223095"/>
              <a:gd name="csX16" fmla="*/ 154887 w 357764"/>
              <a:gd name="csY16" fmla="*/ 162867 h 223095"/>
              <a:gd name="csX17" fmla="*/ 146116 w 357764"/>
              <a:gd name="csY17" fmla="*/ 160825 h 223095"/>
              <a:gd name="csX18" fmla="*/ 117490 w 357764"/>
              <a:gd name="csY18" fmla="*/ 151278 h 223095"/>
              <a:gd name="csX19" fmla="*/ 95284 w 357764"/>
              <a:gd name="csY19" fmla="*/ 141980 h 223095"/>
              <a:gd name="csX20" fmla="*/ 92932 w 357764"/>
              <a:gd name="csY20" fmla="*/ 138216 h 223095"/>
              <a:gd name="csX21" fmla="*/ 81316 w 357764"/>
              <a:gd name="csY21" fmla="*/ 127645 h 223095"/>
              <a:gd name="csX22" fmla="*/ 69699 w 357764"/>
              <a:gd name="csY22" fmla="*/ 117508 h 223095"/>
              <a:gd name="csX23" fmla="*/ 49682 w 357764"/>
              <a:gd name="csY23" fmla="*/ 104238 h 223095"/>
              <a:gd name="csX24" fmla="*/ 33940 w 357764"/>
              <a:gd name="csY24" fmla="*/ 91155 h 223095"/>
              <a:gd name="csX25" fmla="*/ 3571 w 357764"/>
              <a:gd name="csY25" fmla="*/ 73330 h 223095"/>
              <a:gd name="csX26" fmla="*/ 0 w 357764"/>
              <a:gd name="csY26" fmla="*/ 65812 h 223095"/>
              <a:gd name="csX27" fmla="*/ 7287 w 357764"/>
              <a:gd name="csY27" fmla="*/ 53156 h 223095"/>
              <a:gd name="csX28" fmla="*/ 18044 w 357764"/>
              <a:gd name="csY28" fmla="*/ 33495 h 223095"/>
              <a:gd name="csX29" fmla="*/ 19421 w 357764"/>
              <a:gd name="csY29" fmla="*/ 20586 h 223095"/>
              <a:gd name="csX30" fmla="*/ 43911 w 357764"/>
              <a:gd name="csY30" fmla="*/ 20678 h 223095"/>
              <a:gd name="csX31" fmla="*/ 60045 w 357764"/>
              <a:gd name="csY31" fmla="*/ 24079 h 223095"/>
              <a:gd name="csX32" fmla="*/ 132045 w 357764"/>
              <a:gd name="csY32" fmla="*/ 29780 h 223095"/>
              <a:gd name="csX33" fmla="*/ 140624 w 357764"/>
              <a:gd name="csY33" fmla="*/ 26018 h 223095"/>
              <a:gd name="csX34" fmla="*/ 141619 w 357764"/>
              <a:gd name="csY34" fmla="*/ 13502 h 223095"/>
              <a:gd name="csX35" fmla="*/ 147260 w 357764"/>
              <a:gd name="csY35" fmla="*/ 0 h 223095"/>
              <a:gd name="csX36" fmla="*/ 157468 w 357764"/>
              <a:gd name="csY36" fmla="*/ 24790 h 223095"/>
              <a:gd name="csX37" fmla="*/ 164323 w 357764"/>
              <a:gd name="csY37" fmla="*/ 32600 h 223095"/>
              <a:gd name="csX38" fmla="*/ 177876 w 357764"/>
              <a:gd name="csY38" fmla="*/ 26172 h 223095"/>
              <a:gd name="csX39" fmla="*/ 195232 w 357764"/>
              <a:gd name="csY39" fmla="*/ 18047 h 223095"/>
              <a:gd name="csX40" fmla="*/ 208905 w 357764"/>
              <a:gd name="csY40" fmla="*/ 10791 h 223095"/>
              <a:gd name="csX41" fmla="*/ 219887 w 357764"/>
              <a:gd name="csY41" fmla="*/ 4680 h 223095"/>
              <a:gd name="csX42" fmla="*/ 238661 w 357764"/>
              <a:gd name="csY42" fmla="*/ 20265 h 223095"/>
              <a:gd name="csX43" fmla="*/ 254397 w 357764"/>
              <a:gd name="csY43" fmla="*/ 25712 h 223095"/>
              <a:gd name="csX44" fmla="*/ 258145 w 357764"/>
              <a:gd name="csY44" fmla="*/ 24934 h 223095"/>
              <a:gd name="csX45" fmla="*/ 286337 w 357764"/>
              <a:gd name="csY45" fmla="*/ 54210 h 223095"/>
              <a:gd name="csX46" fmla="*/ 292234 w 357764"/>
              <a:gd name="csY46" fmla="*/ 58728 h 223095"/>
              <a:gd name="csX47" fmla="*/ 311147 w 357764"/>
              <a:gd name="csY47" fmla="*/ 69699 h 223095"/>
              <a:gd name="csX48" fmla="*/ 321808 w 357764"/>
              <a:gd name="csY48" fmla="*/ 76335 h 223095"/>
              <a:gd name="csX49" fmla="*/ 326980 w 357764"/>
              <a:gd name="csY49" fmla="*/ 102795 h 223095"/>
              <a:gd name="csX50" fmla="*/ 329261 w 357764"/>
              <a:gd name="csY50" fmla="*/ 127630 h 223095"/>
              <a:gd name="csX51" fmla="*/ 333007 w 357764"/>
              <a:gd name="csY51" fmla="*/ 137310 h 223095"/>
              <a:gd name="csX52" fmla="*/ 335120 w 357764"/>
              <a:gd name="csY52" fmla="*/ 141980 h 223095"/>
              <a:gd name="csX53" fmla="*/ 346410 w 357764"/>
              <a:gd name="csY53" fmla="*/ 150369 h 223095"/>
              <a:gd name="csX54" fmla="*/ 357125 w 357764"/>
              <a:gd name="csY54" fmla="*/ 170794 h 223095"/>
              <a:gd name="csX55" fmla="*/ 348644 w 357764"/>
              <a:gd name="csY55" fmla="*/ 191877 h 223095"/>
              <a:gd name="csX56" fmla="*/ 333236 w 357764"/>
              <a:gd name="csY56" fmla="*/ 203812 h 223095"/>
              <a:gd name="csX57" fmla="*/ 327844 w 357764"/>
              <a:gd name="csY57" fmla="*/ 209994 h 223095"/>
              <a:gd name="csX58" fmla="*/ 320060 w 357764"/>
              <a:gd name="csY58" fmla="*/ 219045 h 223095"/>
              <a:gd name="csX59" fmla="*/ 310749 w 357764"/>
              <a:gd name="csY59" fmla="*/ 220821 h 2230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Lst>
            <a:rect l="l" t="t" r="r" b="b"/>
            <a:pathLst>
              <a:path w="357764" h="223095">
                <a:moveTo>
                  <a:pt x="310749" y="220821"/>
                </a:moveTo>
                <a:cubicBezTo>
                  <a:pt x="309909" y="218632"/>
                  <a:pt x="308109" y="216842"/>
                  <a:pt x="306750" y="216842"/>
                </a:cubicBezTo>
                <a:cubicBezTo>
                  <a:pt x="305390" y="216842"/>
                  <a:pt x="301501" y="213542"/>
                  <a:pt x="298107" y="209508"/>
                </a:cubicBezTo>
                <a:cubicBezTo>
                  <a:pt x="293077" y="203531"/>
                  <a:pt x="289793" y="202142"/>
                  <a:pt x="280348" y="201999"/>
                </a:cubicBezTo>
                <a:cubicBezTo>
                  <a:pt x="272259" y="201877"/>
                  <a:pt x="266975" y="200160"/>
                  <a:pt x="262845" y="196313"/>
                </a:cubicBezTo>
                <a:cubicBezTo>
                  <a:pt x="259591" y="193282"/>
                  <a:pt x="256525" y="192014"/>
                  <a:pt x="256032" y="193496"/>
                </a:cubicBezTo>
                <a:cubicBezTo>
                  <a:pt x="254564" y="197900"/>
                  <a:pt x="248378" y="196574"/>
                  <a:pt x="242886" y="190679"/>
                </a:cubicBezTo>
                <a:cubicBezTo>
                  <a:pt x="238972" y="186478"/>
                  <a:pt x="235903" y="185537"/>
                  <a:pt x="229978" y="186722"/>
                </a:cubicBezTo>
                <a:cubicBezTo>
                  <a:pt x="225703" y="187577"/>
                  <a:pt x="221597" y="187293"/>
                  <a:pt x="220854" y="186091"/>
                </a:cubicBezTo>
                <a:cubicBezTo>
                  <a:pt x="219048" y="183170"/>
                  <a:pt x="209097" y="180663"/>
                  <a:pt x="209097" y="183130"/>
                </a:cubicBezTo>
                <a:cubicBezTo>
                  <a:pt x="209097" y="184200"/>
                  <a:pt x="211711" y="186336"/>
                  <a:pt x="214906" y="187877"/>
                </a:cubicBezTo>
                <a:cubicBezTo>
                  <a:pt x="220644" y="190644"/>
                  <a:pt x="220647" y="190680"/>
                  <a:pt x="215222" y="190853"/>
                </a:cubicBezTo>
                <a:cubicBezTo>
                  <a:pt x="212201" y="190949"/>
                  <a:pt x="208208" y="189194"/>
                  <a:pt x="206349" y="186954"/>
                </a:cubicBezTo>
                <a:cubicBezTo>
                  <a:pt x="204489" y="184713"/>
                  <a:pt x="197087" y="179934"/>
                  <a:pt x="189899" y="176334"/>
                </a:cubicBezTo>
                <a:cubicBezTo>
                  <a:pt x="182711" y="172733"/>
                  <a:pt x="174726" y="167933"/>
                  <a:pt x="172154" y="165667"/>
                </a:cubicBezTo>
                <a:cubicBezTo>
                  <a:pt x="168546" y="162487"/>
                  <a:pt x="167026" y="162279"/>
                  <a:pt x="165494" y="164758"/>
                </a:cubicBezTo>
                <a:cubicBezTo>
                  <a:pt x="163542" y="167916"/>
                  <a:pt x="154887" y="166373"/>
                  <a:pt x="154887" y="162867"/>
                </a:cubicBezTo>
                <a:cubicBezTo>
                  <a:pt x="154887" y="161880"/>
                  <a:pt x="150940" y="160961"/>
                  <a:pt x="146116" y="160825"/>
                </a:cubicBezTo>
                <a:cubicBezTo>
                  <a:pt x="141292" y="160688"/>
                  <a:pt x="128410" y="156392"/>
                  <a:pt x="117490" y="151278"/>
                </a:cubicBezTo>
                <a:cubicBezTo>
                  <a:pt x="106570" y="146164"/>
                  <a:pt x="96577" y="141980"/>
                  <a:pt x="95284" y="141980"/>
                </a:cubicBezTo>
                <a:cubicBezTo>
                  <a:pt x="93990" y="141980"/>
                  <a:pt x="92932" y="140286"/>
                  <a:pt x="92932" y="138216"/>
                </a:cubicBezTo>
                <a:cubicBezTo>
                  <a:pt x="92932" y="136147"/>
                  <a:pt x="87705" y="131390"/>
                  <a:pt x="81316" y="127645"/>
                </a:cubicBezTo>
                <a:cubicBezTo>
                  <a:pt x="74927" y="123901"/>
                  <a:pt x="69699" y="119339"/>
                  <a:pt x="69699" y="117508"/>
                </a:cubicBezTo>
                <a:cubicBezTo>
                  <a:pt x="69699" y="113290"/>
                  <a:pt x="58936" y="106155"/>
                  <a:pt x="49682" y="104238"/>
                </a:cubicBezTo>
                <a:cubicBezTo>
                  <a:pt x="45282" y="103326"/>
                  <a:pt x="39312" y="98365"/>
                  <a:pt x="33940" y="91155"/>
                </a:cubicBezTo>
                <a:cubicBezTo>
                  <a:pt x="25287" y="79543"/>
                  <a:pt x="10302" y="70747"/>
                  <a:pt x="3571" y="73330"/>
                </a:cubicBezTo>
                <a:cubicBezTo>
                  <a:pt x="957" y="74333"/>
                  <a:pt x="0" y="72319"/>
                  <a:pt x="0" y="65812"/>
                </a:cubicBezTo>
                <a:cubicBezTo>
                  <a:pt x="0" y="58672"/>
                  <a:pt x="1433" y="56184"/>
                  <a:pt x="7287" y="53156"/>
                </a:cubicBezTo>
                <a:cubicBezTo>
                  <a:pt x="19411" y="46887"/>
                  <a:pt x="21790" y="42538"/>
                  <a:pt x="18044" y="33495"/>
                </a:cubicBezTo>
                <a:cubicBezTo>
                  <a:pt x="15244" y="26735"/>
                  <a:pt x="15429" y="24996"/>
                  <a:pt x="19421" y="20586"/>
                </a:cubicBezTo>
                <a:cubicBezTo>
                  <a:pt x="25368" y="14014"/>
                  <a:pt x="37292" y="14059"/>
                  <a:pt x="43911" y="20678"/>
                </a:cubicBezTo>
                <a:cubicBezTo>
                  <a:pt x="48190" y="24957"/>
                  <a:pt x="51021" y="25553"/>
                  <a:pt x="60045" y="24079"/>
                </a:cubicBezTo>
                <a:cubicBezTo>
                  <a:pt x="79921" y="20832"/>
                  <a:pt x="103607" y="22707"/>
                  <a:pt x="132045" y="29780"/>
                </a:cubicBezTo>
                <a:cubicBezTo>
                  <a:pt x="137569" y="31154"/>
                  <a:pt x="139225" y="30428"/>
                  <a:pt x="140624" y="26018"/>
                </a:cubicBezTo>
                <a:cubicBezTo>
                  <a:pt x="141578" y="23013"/>
                  <a:pt x="142026" y="17381"/>
                  <a:pt x="141619" y="13502"/>
                </a:cubicBezTo>
                <a:cubicBezTo>
                  <a:pt x="140830" y="5985"/>
                  <a:pt x="143331" y="0"/>
                  <a:pt x="147260" y="0"/>
                </a:cubicBezTo>
                <a:cubicBezTo>
                  <a:pt x="150433" y="0"/>
                  <a:pt x="157468" y="17085"/>
                  <a:pt x="157468" y="24790"/>
                </a:cubicBezTo>
                <a:cubicBezTo>
                  <a:pt x="157468" y="29227"/>
                  <a:pt x="159328" y="31346"/>
                  <a:pt x="164323" y="32600"/>
                </a:cubicBezTo>
                <a:cubicBezTo>
                  <a:pt x="169965" y="34015"/>
                  <a:pt x="172364" y="32878"/>
                  <a:pt x="177876" y="26172"/>
                </a:cubicBezTo>
                <a:cubicBezTo>
                  <a:pt x="183430" y="19415"/>
                  <a:pt x="186393" y="18028"/>
                  <a:pt x="195232" y="18047"/>
                </a:cubicBezTo>
                <a:cubicBezTo>
                  <a:pt x="204499" y="18067"/>
                  <a:pt x="206283" y="17120"/>
                  <a:pt x="208905" y="10791"/>
                </a:cubicBezTo>
                <a:cubicBezTo>
                  <a:pt x="211484" y="4565"/>
                  <a:pt x="213074" y="3680"/>
                  <a:pt x="219887" y="4680"/>
                </a:cubicBezTo>
                <a:cubicBezTo>
                  <a:pt x="228665" y="5969"/>
                  <a:pt x="236077" y="12121"/>
                  <a:pt x="238661" y="20265"/>
                </a:cubicBezTo>
                <a:cubicBezTo>
                  <a:pt x="240752" y="26852"/>
                  <a:pt x="249411" y="29849"/>
                  <a:pt x="254397" y="25712"/>
                </a:cubicBezTo>
                <a:cubicBezTo>
                  <a:pt x="256458" y="24001"/>
                  <a:pt x="258145" y="23651"/>
                  <a:pt x="258145" y="24934"/>
                </a:cubicBezTo>
                <a:cubicBezTo>
                  <a:pt x="258145" y="28142"/>
                  <a:pt x="283247" y="54210"/>
                  <a:pt x="286337" y="54210"/>
                </a:cubicBezTo>
                <a:cubicBezTo>
                  <a:pt x="287708" y="54210"/>
                  <a:pt x="290362" y="56243"/>
                  <a:pt x="292234" y="58728"/>
                </a:cubicBezTo>
                <a:cubicBezTo>
                  <a:pt x="296425" y="64288"/>
                  <a:pt x="305753" y="69699"/>
                  <a:pt x="311147" y="69699"/>
                </a:cubicBezTo>
                <a:cubicBezTo>
                  <a:pt x="313361" y="69699"/>
                  <a:pt x="318158" y="72685"/>
                  <a:pt x="321808" y="76335"/>
                </a:cubicBezTo>
                <a:cubicBezTo>
                  <a:pt x="328098" y="82626"/>
                  <a:pt x="328367" y="84002"/>
                  <a:pt x="326980" y="102795"/>
                </a:cubicBezTo>
                <a:cubicBezTo>
                  <a:pt x="325865" y="117888"/>
                  <a:pt x="326410" y="123815"/>
                  <a:pt x="329261" y="127630"/>
                </a:cubicBezTo>
                <a:cubicBezTo>
                  <a:pt x="331322" y="130386"/>
                  <a:pt x="333007" y="134742"/>
                  <a:pt x="333007" y="137310"/>
                </a:cubicBezTo>
                <a:cubicBezTo>
                  <a:pt x="333007" y="139879"/>
                  <a:pt x="333958" y="141980"/>
                  <a:pt x="335120" y="141980"/>
                </a:cubicBezTo>
                <a:cubicBezTo>
                  <a:pt x="336282" y="141980"/>
                  <a:pt x="341362" y="145755"/>
                  <a:pt x="346410" y="150369"/>
                </a:cubicBezTo>
                <a:cubicBezTo>
                  <a:pt x="353607" y="156948"/>
                  <a:pt x="355920" y="161358"/>
                  <a:pt x="357125" y="170794"/>
                </a:cubicBezTo>
                <a:cubicBezTo>
                  <a:pt x="358591" y="182285"/>
                  <a:pt x="358209" y="183236"/>
                  <a:pt x="348644" y="191877"/>
                </a:cubicBezTo>
                <a:cubicBezTo>
                  <a:pt x="343134" y="196855"/>
                  <a:pt x="336201" y="202226"/>
                  <a:pt x="333236" y="203812"/>
                </a:cubicBezTo>
                <a:cubicBezTo>
                  <a:pt x="330270" y="205399"/>
                  <a:pt x="327844" y="208181"/>
                  <a:pt x="327844" y="209994"/>
                </a:cubicBezTo>
                <a:cubicBezTo>
                  <a:pt x="327844" y="211806"/>
                  <a:pt x="324341" y="215879"/>
                  <a:pt x="320060" y="219045"/>
                </a:cubicBezTo>
                <a:cubicBezTo>
                  <a:pt x="313416" y="223957"/>
                  <a:pt x="312052" y="224217"/>
                  <a:pt x="310749" y="220821"/>
                </a:cubicBezTo>
                <a:close/>
              </a:path>
            </a:pathLst>
          </a:custGeom>
          <a:solidFill>
            <a:srgbClr val="B9B9B9"/>
          </a:solidFill>
          <a:ln w="5163" cap="flat">
            <a:noFill/>
            <a:prstDash val="solid"/>
            <a:miter/>
          </a:ln>
        </p:spPr>
        <p:txBody>
          <a:bodyPr/>
          <a:lstStyle/>
          <a:p>
            <a:endParaRPr lang="es-419" noProof="0" dirty="0"/>
          </a:p>
        </p:txBody>
      </p:sp>
      <p:sp>
        <p:nvSpPr>
          <p:cNvPr id="64" name="Forma libre: forma 63">
            <a:extLst>
              <a:ext uri="{FF2B5EF4-FFF2-40B4-BE49-F238E27FC236}">
                <a16:creationId xmlns:a16="http://schemas.microsoft.com/office/drawing/2014/main" id="{6D4325E3-1ECD-4E9E-E9FE-77ACEF173CB3}"/>
              </a:ext>
            </a:extLst>
          </p:cNvPr>
          <p:cNvSpPr/>
          <p:nvPr/>
        </p:nvSpPr>
        <p:spPr>
          <a:xfrm>
            <a:off x="2030531" y="2394260"/>
            <a:ext cx="276109" cy="131653"/>
          </a:xfrm>
          <a:custGeom>
            <a:avLst/>
            <a:gdLst>
              <a:gd name="csX0" fmla="*/ 240916 w 276109"/>
              <a:gd name="csY0" fmla="*/ 129933 h 131653"/>
              <a:gd name="csX1" fmla="*/ 239195 w 276109"/>
              <a:gd name="csY1" fmla="*/ 124013 h 131653"/>
              <a:gd name="csX2" fmla="*/ 228223 w 276109"/>
              <a:gd name="csY2" fmla="*/ 115744 h 131653"/>
              <a:gd name="csX3" fmla="*/ 217897 w 276109"/>
              <a:gd name="csY3" fmla="*/ 106005 h 131653"/>
              <a:gd name="csX4" fmla="*/ 210063 w 276109"/>
              <a:gd name="csY4" fmla="*/ 90246 h 131653"/>
              <a:gd name="csX5" fmla="*/ 197989 w 276109"/>
              <a:gd name="csY5" fmla="*/ 82502 h 131653"/>
              <a:gd name="csX6" fmla="*/ 171181 w 276109"/>
              <a:gd name="csY6" fmla="*/ 78639 h 131653"/>
              <a:gd name="csX7" fmla="*/ 162540 w 276109"/>
              <a:gd name="csY7" fmla="*/ 80766 h 131653"/>
              <a:gd name="csX8" fmla="*/ 140024 w 276109"/>
              <a:gd name="csY8" fmla="*/ 103258 h 131653"/>
              <a:gd name="csX9" fmla="*/ 121107 w 276109"/>
              <a:gd name="csY9" fmla="*/ 123910 h 131653"/>
              <a:gd name="csX10" fmla="*/ 115285 w 276109"/>
              <a:gd name="csY10" fmla="*/ 120037 h 131653"/>
              <a:gd name="csX11" fmla="*/ 106086 w 276109"/>
              <a:gd name="csY11" fmla="*/ 116165 h 131653"/>
              <a:gd name="csX12" fmla="*/ 95488 w 276109"/>
              <a:gd name="csY12" fmla="*/ 97511 h 131653"/>
              <a:gd name="csX13" fmla="*/ 74161 w 276109"/>
              <a:gd name="csY13" fmla="*/ 72281 h 131653"/>
              <a:gd name="csX14" fmla="*/ 62180 w 276109"/>
              <a:gd name="csY14" fmla="*/ 80383 h 131653"/>
              <a:gd name="csX15" fmla="*/ 59403 w 276109"/>
              <a:gd name="csY15" fmla="*/ 95543 h 131653"/>
              <a:gd name="csX16" fmla="*/ 54777 w 276109"/>
              <a:gd name="csY16" fmla="*/ 108274 h 131653"/>
              <a:gd name="csX17" fmla="*/ 46950 w 276109"/>
              <a:gd name="csY17" fmla="*/ 122154 h 131653"/>
              <a:gd name="csX18" fmla="*/ 45160 w 276109"/>
              <a:gd name="csY18" fmla="*/ 130363 h 131653"/>
              <a:gd name="csX19" fmla="*/ 42524 w 276109"/>
              <a:gd name="csY19" fmla="*/ 123910 h 131653"/>
              <a:gd name="csX20" fmla="*/ 27585 w 276109"/>
              <a:gd name="csY20" fmla="*/ 101648 h 131653"/>
              <a:gd name="csX21" fmla="*/ 3541 w 276109"/>
              <a:gd name="csY21" fmla="*/ 71617 h 131653"/>
              <a:gd name="csX22" fmla="*/ 489 w 276109"/>
              <a:gd name="csY22" fmla="*/ 57859 h 131653"/>
              <a:gd name="csX23" fmla="*/ 5896 w 276109"/>
              <a:gd name="csY23" fmla="*/ 47783 h 131653"/>
              <a:gd name="csX24" fmla="*/ 14046 w 276109"/>
              <a:gd name="csY24" fmla="*/ 46070 h 131653"/>
              <a:gd name="csX25" fmla="*/ 24934 w 276109"/>
              <a:gd name="csY25" fmla="*/ 43885 h 131653"/>
              <a:gd name="csX26" fmla="*/ 35503 w 276109"/>
              <a:gd name="csY26" fmla="*/ 38722 h 131653"/>
              <a:gd name="csX27" fmla="*/ 41946 w 276109"/>
              <a:gd name="csY27" fmla="*/ 35764 h 131653"/>
              <a:gd name="csX28" fmla="*/ 25819 w 276109"/>
              <a:gd name="csY28" fmla="*/ 37615 h 131653"/>
              <a:gd name="csX29" fmla="*/ 26045 w 276109"/>
              <a:gd name="csY29" fmla="*/ 35947 h 131653"/>
              <a:gd name="csX30" fmla="*/ 73982 w 276109"/>
              <a:gd name="csY30" fmla="*/ 25857 h 131653"/>
              <a:gd name="csX31" fmla="*/ 76916 w 276109"/>
              <a:gd name="csY31" fmla="*/ 28123 h 131653"/>
              <a:gd name="csX32" fmla="*/ 76893 w 276109"/>
              <a:gd name="csY32" fmla="*/ 31518 h 131653"/>
              <a:gd name="csX33" fmla="*/ 83755 w 276109"/>
              <a:gd name="csY33" fmla="*/ 29317 h 131653"/>
              <a:gd name="csX34" fmla="*/ 96686 w 276109"/>
              <a:gd name="csY34" fmla="*/ 23336 h 131653"/>
              <a:gd name="csX35" fmla="*/ 114106 w 276109"/>
              <a:gd name="csY35" fmla="*/ 13587 h 131653"/>
              <a:gd name="csX36" fmla="*/ 134447 w 276109"/>
              <a:gd name="csY36" fmla="*/ 0 h 131653"/>
              <a:gd name="csX37" fmla="*/ 136418 w 276109"/>
              <a:gd name="csY37" fmla="*/ 8390 h 131653"/>
              <a:gd name="csX38" fmla="*/ 147553 w 276109"/>
              <a:gd name="csY38" fmla="*/ 17557 h 131653"/>
              <a:gd name="csX39" fmla="*/ 164372 w 276109"/>
              <a:gd name="csY39" fmla="*/ 37279 h 131653"/>
              <a:gd name="csX40" fmla="*/ 179001 w 276109"/>
              <a:gd name="csY40" fmla="*/ 58990 h 131653"/>
              <a:gd name="csX41" fmla="*/ 191415 w 276109"/>
              <a:gd name="csY41" fmla="*/ 67081 h 131653"/>
              <a:gd name="csX42" fmla="*/ 215539 w 276109"/>
              <a:gd name="csY42" fmla="*/ 67434 h 131653"/>
              <a:gd name="csX43" fmla="*/ 218120 w 276109"/>
              <a:gd name="csY43" fmla="*/ 59084 h 131653"/>
              <a:gd name="csX44" fmla="*/ 224155 w 276109"/>
              <a:gd name="csY44" fmla="*/ 52122 h 131653"/>
              <a:gd name="csX45" fmla="*/ 241477 w 276109"/>
              <a:gd name="csY45" fmla="*/ 56639 h 131653"/>
              <a:gd name="csX46" fmla="*/ 260758 w 276109"/>
              <a:gd name="csY46" fmla="*/ 61955 h 131653"/>
              <a:gd name="csX47" fmla="*/ 271115 w 276109"/>
              <a:gd name="csY47" fmla="*/ 65853 h 131653"/>
              <a:gd name="csX48" fmla="*/ 274360 w 276109"/>
              <a:gd name="csY48" fmla="*/ 100702 h 131653"/>
              <a:gd name="csX49" fmla="*/ 276110 w 276109"/>
              <a:gd name="csY49" fmla="*/ 131654 h 131653"/>
              <a:gd name="csX50" fmla="*/ 259373 w 276109"/>
              <a:gd name="csY50" fmla="*/ 131654 h 131653"/>
              <a:gd name="csX51" fmla="*/ 240916 w 276109"/>
              <a:gd name="csY51" fmla="*/ 129933 h 1316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Lst>
            <a:rect l="l" t="t" r="r" b="b"/>
            <a:pathLst>
              <a:path w="276109" h="131653">
                <a:moveTo>
                  <a:pt x="240916" y="129933"/>
                </a:moveTo>
                <a:cubicBezTo>
                  <a:pt x="239969" y="128986"/>
                  <a:pt x="239195" y="126322"/>
                  <a:pt x="239195" y="124013"/>
                </a:cubicBezTo>
                <a:cubicBezTo>
                  <a:pt x="239195" y="121432"/>
                  <a:pt x="234966" y="118245"/>
                  <a:pt x="228223" y="115744"/>
                </a:cubicBezTo>
                <a:cubicBezTo>
                  <a:pt x="219440" y="112485"/>
                  <a:pt x="217381" y="110543"/>
                  <a:pt x="217897" y="106005"/>
                </a:cubicBezTo>
                <a:cubicBezTo>
                  <a:pt x="218682" y="99107"/>
                  <a:pt x="214348" y="90389"/>
                  <a:pt x="210063" y="90246"/>
                </a:cubicBezTo>
                <a:cubicBezTo>
                  <a:pt x="208338" y="90188"/>
                  <a:pt x="202905" y="86703"/>
                  <a:pt x="197989" y="82502"/>
                </a:cubicBezTo>
                <a:cubicBezTo>
                  <a:pt x="188345" y="74258"/>
                  <a:pt x="178782" y="72880"/>
                  <a:pt x="171181" y="78639"/>
                </a:cubicBezTo>
                <a:cubicBezTo>
                  <a:pt x="168558" y="80626"/>
                  <a:pt x="164670" y="81583"/>
                  <a:pt x="162540" y="80766"/>
                </a:cubicBezTo>
                <a:cubicBezTo>
                  <a:pt x="158541" y="79232"/>
                  <a:pt x="151258" y="86508"/>
                  <a:pt x="140024" y="103258"/>
                </a:cubicBezTo>
                <a:cubicBezTo>
                  <a:pt x="131601" y="115819"/>
                  <a:pt x="124189" y="123910"/>
                  <a:pt x="121107" y="123910"/>
                </a:cubicBezTo>
                <a:cubicBezTo>
                  <a:pt x="119672" y="123910"/>
                  <a:pt x="117052" y="122167"/>
                  <a:pt x="115285" y="120037"/>
                </a:cubicBezTo>
                <a:cubicBezTo>
                  <a:pt x="113517" y="117908"/>
                  <a:pt x="109378" y="116165"/>
                  <a:pt x="106086" y="116165"/>
                </a:cubicBezTo>
                <a:cubicBezTo>
                  <a:pt x="98470" y="116165"/>
                  <a:pt x="97317" y="114137"/>
                  <a:pt x="95488" y="97511"/>
                </a:cubicBezTo>
                <a:cubicBezTo>
                  <a:pt x="93708" y="81325"/>
                  <a:pt x="86063" y="72281"/>
                  <a:pt x="74161" y="72281"/>
                </a:cubicBezTo>
                <a:cubicBezTo>
                  <a:pt x="68039" y="72281"/>
                  <a:pt x="65473" y="74016"/>
                  <a:pt x="62180" y="80383"/>
                </a:cubicBezTo>
                <a:cubicBezTo>
                  <a:pt x="59748" y="85087"/>
                  <a:pt x="58583" y="91445"/>
                  <a:pt x="59403" y="95543"/>
                </a:cubicBezTo>
                <a:cubicBezTo>
                  <a:pt x="60452" y="100790"/>
                  <a:pt x="59265" y="104058"/>
                  <a:pt x="54777" y="108274"/>
                </a:cubicBezTo>
                <a:cubicBezTo>
                  <a:pt x="51457" y="111393"/>
                  <a:pt x="47935" y="117640"/>
                  <a:pt x="46950" y="122154"/>
                </a:cubicBezTo>
                <a:lnTo>
                  <a:pt x="45160" y="130363"/>
                </a:lnTo>
                <a:lnTo>
                  <a:pt x="42524" y="123910"/>
                </a:lnTo>
                <a:cubicBezTo>
                  <a:pt x="37073" y="110563"/>
                  <a:pt x="32979" y="104462"/>
                  <a:pt x="27585" y="101648"/>
                </a:cubicBezTo>
                <a:cubicBezTo>
                  <a:pt x="17943" y="96616"/>
                  <a:pt x="4895" y="80319"/>
                  <a:pt x="3541" y="71617"/>
                </a:cubicBezTo>
                <a:cubicBezTo>
                  <a:pt x="2825" y="67013"/>
                  <a:pt x="1452" y="60822"/>
                  <a:pt x="489" y="57859"/>
                </a:cubicBezTo>
                <a:cubicBezTo>
                  <a:pt x="-848" y="53746"/>
                  <a:pt x="431" y="51364"/>
                  <a:pt x="5896" y="47783"/>
                </a:cubicBezTo>
                <a:cubicBezTo>
                  <a:pt x="10761" y="44595"/>
                  <a:pt x="13372" y="44047"/>
                  <a:pt x="14046" y="46070"/>
                </a:cubicBezTo>
                <a:cubicBezTo>
                  <a:pt x="15462" y="50316"/>
                  <a:pt x="18138" y="49779"/>
                  <a:pt x="24934" y="43885"/>
                </a:cubicBezTo>
                <a:cubicBezTo>
                  <a:pt x="28208" y="41045"/>
                  <a:pt x="32964" y="38722"/>
                  <a:pt x="35503" y="38722"/>
                </a:cubicBezTo>
                <a:cubicBezTo>
                  <a:pt x="38041" y="38722"/>
                  <a:pt x="40941" y="37391"/>
                  <a:pt x="41946" y="35764"/>
                </a:cubicBezTo>
                <a:cubicBezTo>
                  <a:pt x="43722" y="32890"/>
                  <a:pt x="39180" y="33412"/>
                  <a:pt x="25819" y="37615"/>
                </a:cubicBezTo>
                <a:cubicBezTo>
                  <a:pt x="21516" y="38969"/>
                  <a:pt x="21538" y="38810"/>
                  <a:pt x="26045" y="35947"/>
                </a:cubicBezTo>
                <a:cubicBezTo>
                  <a:pt x="31416" y="32535"/>
                  <a:pt x="63427" y="25797"/>
                  <a:pt x="73982" y="25857"/>
                </a:cubicBezTo>
                <a:cubicBezTo>
                  <a:pt x="78607" y="25883"/>
                  <a:pt x="79439" y="26525"/>
                  <a:pt x="76916" y="28123"/>
                </a:cubicBezTo>
                <a:cubicBezTo>
                  <a:pt x="73965" y="29993"/>
                  <a:pt x="73961" y="30540"/>
                  <a:pt x="76893" y="31518"/>
                </a:cubicBezTo>
                <a:cubicBezTo>
                  <a:pt x="78816" y="32159"/>
                  <a:pt x="81904" y="31168"/>
                  <a:pt x="83755" y="29317"/>
                </a:cubicBezTo>
                <a:cubicBezTo>
                  <a:pt x="85607" y="27466"/>
                  <a:pt x="91425" y="24774"/>
                  <a:pt x="96686" y="23336"/>
                </a:cubicBezTo>
                <a:cubicBezTo>
                  <a:pt x="101946" y="21898"/>
                  <a:pt x="109785" y="17511"/>
                  <a:pt x="114106" y="13587"/>
                </a:cubicBezTo>
                <a:cubicBezTo>
                  <a:pt x="121455" y="6915"/>
                  <a:pt x="131807" y="0"/>
                  <a:pt x="134447" y="0"/>
                </a:cubicBezTo>
                <a:cubicBezTo>
                  <a:pt x="135087" y="0"/>
                  <a:pt x="135973" y="3775"/>
                  <a:pt x="136418" y="8390"/>
                </a:cubicBezTo>
                <a:cubicBezTo>
                  <a:pt x="137168" y="16168"/>
                  <a:pt x="137980" y="16836"/>
                  <a:pt x="147553" y="17557"/>
                </a:cubicBezTo>
                <a:cubicBezTo>
                  <a:pt x="160105" y="18501"/>
                  <a:pt x="164320" y="23444"/>
                  <a:pt x="164372" y="37279"/>
                </a:cubicBezTo>
                <a:cubicBezTo>
                  <a:pt x="164422" y="50382"/>
                  <a:pt x="165667" y="52231"/>
                  <a:pt x="179001" y="58990"/>
                </a:cubicBezTo>
                <a:cubicBezTo>
                  <a:pt x="184939" y="62000"/>
                  <a:pt x="190525" y="65641"/>
                  <a:pt x="191415" y="67081"/>
                </a:cubicBezTo>
                <a:cubicBezTo>
                  <a:pt x="193368" y="70242"/>
                  <a:pt x="210709" y="70495"/>
                  <a:pt x="215539" y="67434"/>
                </a:cubicBezTo>
                <a:cubicBezTo>
                  <a:pt x="217436" y="66231"/>
                  <a:pt x="218597" y="62474"/>
                  <a:pt x="218120" y="59084"/>
                </a:cubicBezTo>
                <a:cubicBezTo>
                  <a:pt x="217412" y="54054"/>
                  <a:pt x="218522" y="52773"/>
                  <a:pt x="224155" y="52122"/>
                </a:cubicBezTo>
                <a:cubicBezTo>
                  <a:pt x="227952" y="51683"/>
                  <a:pt x="235747" y="53716"/>
                  <a:pt x="241477" y="56639"/>
                </a:cubicBezTo>
                <a:cubicBezTo>
                  <a:pt x="247208" y="59563"/>
                  <a:pt x="255884" y="61955"/>
                  <a:pt x="260758" y="61955"/>
                </a:cubicBezTo>
                <a:cubicBezTo>
                  <a:pt x="266280" y="61955"/>
                  <a:pt x="270184" y="63424"/>
                  <a:pt x="271115" y="65853"/>
                </a:cubicBezTo>
                <a:cubicBezTo>
                  <a:pt x="271938" y="67996"/>
                  <a:pt x="273398" y="83679"/>
                  <a:pt x="274360" y="100702"/>
                </a:cubicBezTo>
                <a:lnTo>
                  <a:pt x="276110" y="131654"/>
                </a:lnTo>
                <a:lnTo>
                  <a:pt x="259373" y="131654"/>
                </a:lnTo>
                <a:cubicBezTo>
                  <a:pt x="250168" y="131654"/>
                  <a:pt x="241862" y="130880"/>
                  <a:pt x="240916" y="129933"/>
                </a:cubicBezTo>
                <a:close/>
              </a:path>
            </a:pathLst>
          </a:custGeom>
          <a:solidFill>
            <a:srgbClr val="B9B9B9"/>
          </a:solidFill>
          <a:ln w="5163" cap="flat">
            <a:noFill/>
            <a:prstDash val="solid"/>
            <a:miter/>
          </a:ln>
        </p:spPr>
        <p:txBody>
          <a:bodyPr/>
          <a:lstStyle/>
          <a:p>
            <a:endParaRPr lang="es-419" noProof="0" dirty="0"/>
          </a:p>
        </p:txBody>
      </p:sp>
      <p:sp>
        <p:nvSpPr>
          <p:cNvPr id="65" name="Forma libre: forma 64">
            <a:extLst>
              <a:ext uri="{FF2B5EF4-FFF2-40B4-BE49-F238E27FC236}">
                <a16:creationId xmlns:a16="http://schemas.microsoft.com/office/drawing/2014/main" id="{2E9865DA-94E3-18DD-E2D2-EA68C372EA9C}"/>
              </a:ext>
            </a:extLst>
          </p:cNvPr>
          <p:cNvSpPr/>
          <p:nvPr/>
        </p:nvSpPr>
        <p:spPr>
          <a:xfrm>
            <a:off x="1184484" y="2261861"/>
            <a:ext cx="318490" cy="227740"/>
          </a:xfrm>
          <a:custGeom>
            <a:avLst/>
            <a:gdLst>
              <a:gd name="csX0" fmla="*/ 114616 w 318490"/>
              <a:gd name="csY0" fmla="*/ 224041 h 227740"/>
              <a:gd name="csX1" fmla="*/ 98063 w 318490"/>
              <a:gd name="csY1" fmla="*/ 220365 h 227740"/>
              <a:gd name="csX2" fmla="*/ 78702 w 318490"/>
              <a:gd name="csY2" fmla="*/ 212689 h 227740"/>
              <a:gd name="csX3" fmla="*/ 52720 w 318490"/>
              <a:gd name="csY3" fmla="*/ 202264 h 227740"/>
              <a:gd name="csX4" fmla="*/ 16521 w 318490"/>
              <a:gd name="csY4" fmla="*/ 184010 h 227740"/>
              <a:gd name="csX5" fmla="*/ 9212 w 318490"/>
              <a:gd name="csY5" fmla="*/ 173147 h 227740"/>
              <a:gd name="csX6" fmla="*/ 4642 w 318490"/>
              <a:gd name="csY6" fmla="*/ 147730 h 227740"/>
              <a:gd name="csX7" fmla="*/ 11809 w 318490"/>
              <a:gd name="csY7" fmla="*/ 137502 h 227740"/>
              <a:gd name="csX8" fmla="*/ 21183 w 318490"/>
              <a:gd name="csY8" fmla="*/ 134430 h 227740"/>
              <a:gd name="csX9" fmla="*/ 31013 w 318490"/>
              <a:gd name="csY9" fmla="*/ 131925 h 227740"/>
              <a:gd name="csX10" fmla="*/ 40878 w 318490"/>
              <a:gd name="csY10" fmla="*/ 131248 h 227740"/>
              <a:gd name="csX11" fmla="*/ 63873 w 318490"/>
              <a:gd name="csY11" fmla="*/ 121001 h 227740"/>
              <a:gd name="csX12" fmla="*/ 83748 w 318490"/>
              <a:gd name="csY12" fmla="*/ 109166 h 227740"/>
              <a:gd name="csX13" fmla="*/ 103738 w 318490"/>
              <a:gd name="csY13" fmla="*/ 85934 h 227740"/>
              <a:gd name="csX14" fmla="*/ 95901 w 318490"/>
              <a:gd name="csY14" fmla="*/ 79966 h 227740"/>
              <a:gd name="csX15" fmla="*/ 88802 w 318490"/>
              <a:gd name="csY15" fmla="*/ 74674 h 227740"/>
              <a:gd name="csX16" fmla="*/ 86125 w 318490"/>
              <a:gd name="csY16" fmla="*/ 66219 h 227740"/>
              <a:gd name="csX17" fmla="*/ 86125 w 318490"/>
              <a:gd name="csY17" fmla="*/ 56499 h 227740"/>
              <a:gd name="csX18" fmla="*/ 88802 w 318490"/>
              <a:gd name="csY18" fmla="*/ 47540 h 227740"/>
              <a:gd name="csX19" fmla="*/ 60913 w 318490"/>
              <a:gd name="csY19" fmla="*/ 35309 h 227740"/>
              <a:gd name="csX20" fmla="*/ 56419 w 318490"/>
              <a:gd name="csY20" fmla="*/ 24926 h 227740"/>
              <a:gd name="csX21" fmla="*/ 74769 w 318490"/>
              <a:gd name="csY21" fmla="*/ 18056 h 227740"/>
              <a:gd name="csX22" fmla="*/ 99155 w 318490"/>
              <a:gd name="csY22" fmla="*/ 10069 h 227740"/>
              <a:gd name="csX23" fmla="*/ 128747 w 318490"/>
              <a:gd name="csY23" fmla="*/ 1794 h 227740"/>
              <a:gd name="csX24" fmla="*/ 148545 w 318490"/>
              <a:gd name="csY24" fmla="*/ 0 h 227740"/>
              <a:gd name="csX25" fmla="*/ 155959 w 318490"/>
              <a:gd name="csY25" fmla="*/ 8117 h 227740"/>
              <a:gd name="csX26" fmla="*/ 176571 w 318490"/>
              <a:gd name="csY26" fmla="*/ 11071 h 227740"/>
              <a:gd name="csX27" fmla="*/ 199804 w 318490"/>
              <a:gd name="csY27" fmla="*/ 21145 h 227740"/>
              <a:gd name="csX28" fmla="*/ 218086 w 318490"/>
              <a:gd name="csY28" fmla="*/ 31610 h 227740"/>
              <a:gd name="csX29" fmla="*/ 246412 w 318490"/>
              <a:gd name="csY29" fmla="*/ 32163 h 227740"/>
              <a:gd name="csX30" fmla="*/ 266539 w 318490"/>
              <a:gd name="csY30" fmla="*/ 37891 h 227740"/>
              <a:gd name="csX31" fmla="*/ 290777 w 318490"/>
              <a:gd name="csY31" fmla="*/ 32555 h 227740"/>
              <a:gd name="csX32" fmla="*/ 315453 w 318490"/>
              <a:gd name="csY32" fmla="*/ 29658 h 227740"/>
              <a:gd name="csX33" fmla="*/ 315970 w 318490"/>
              <a:gd name="csY33" fmla="*/ 49793 h 227740"/>
              <a:gd name="csX34" fmla="*/ 313388 w 318490"/>
              <a:gd name="csY34" fmla="*/ 54741 h 227740"/>
              <a:gd name="csX35" fmla="*/ 311088 w 318490"/>
              <a:gd name="csY35" fmla="*/ 60549 h 227740"/>
              <a:gd name="csX36" fmla="*/ 306292 w 318490"/>
              <a:gd name="csY36" fmla="*/ 87865 h 227740"/>
              <a:gd name="csX37" fmla="*/ 284623 w 318490"/>
              <a:gd name="csY37" fmla="*/ 147819 h 227740"/>
              <a:gd name="csX38" fmla="*/ 277248 w 318490"/>
              <a:gd name="csY38" fmla="*/ 167736 h 227740"/>
              <a:gd name="csX39" fmla="*/ 272730 w 318490"/>
              <a:gd name="csY39" fmla="*/ 177484 h 227740"/>
              <a:gd name="csX40" fmla="*/ 214235 w 318490"/>
              <a:gd name="csY40" fmla="*/ 170076 h 227740"/>
              <a:gd name="csX41" fmla="*/ 184978 w 318490"/>
              <a:gd name="csY41" fmla="*/ 166604 h 227740"/>
              <a:gd name="csX42" fmla="*/ 157292 w 318490"/>
              <a:gd name="csY42" fmla="*/ 168449 h 227740"/>
              <a:gd name="csX43" fmla="*/ 156212 w 318490"/>
              <a:gd name="csY43" fmla="*/ 189010 h 227740"/>
              <a:gd name="csX44" fmla="*/ 147530 w 318490"/>
              <a:gd name="csY44" fmla="*/ 199123 h 227740"/>
              <a:gd name="csX45" fmla="*/ 137850 w 318490"/>
              <a:gd name="csY45" fmla="*/ 216729 h 227740"/>
              <a:gd name="csX46" fmla="*/ 130751 w 318490"/>
              <a:gd name="csY46" fmla="*/ 227717 h 227740"/>
              <a:gd name="csX47" fmla="*/ 114616 w 318490"/>
              <a:gd name="csY47" fmla="*/ 224041 h 2277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Lst>
            <a:rect l="l" t="t" r="r" b="b"/>
            <a:pathLst>
              <a:path w="318490" h="227740">
                <a:moveTo>
                  <a:pt x="114616" y="224041"/>
                </a:moveTo>
                <a:cubicBezTo>
                  <a:pt x="109647" y="222127"/>
                  <a:pt x="102198" y="220473"/>
                  <a:pt x="98063" y="220365"/>
                </a:cubicBezTo>
                <a:cubicBezTo>
                  <a:pt x="93928" y="220257"/>
                  <a:pt x="85216" y="216803"/>
                  <a:pt x="78702" y="212689"/>
                </a:cubicBezTo>
                <a:cubicBezTo>
                  <a:pt x="72189" y="208575"/>
                  <a:pt x="60497" y="203884"/>
                  <a:pt x="52720" y="202264"/>
                </a:cubicBezTo>
                <a:cubicBezTo>
                  <a:pt x="38260" y="199253"/>
                  <a:pt x="16521" y="188291"/>
                  <a:pt x="16521" y="184010"/>
                </a:cubicBezTo>
                <a:cubicBezTo>
                  <a:pt x="16521" y="182699"/>
                  <a:pt x="13232" y="177811"/>
                  <a:pt x="9212" y="173147"/>
                </a:cubicBezTo>
                <a:cubicBezTo>
                  <a:pt x="-1729" y="160453"/>
                  <a:pt x="-2493" y="156209"/>
                  <a:pt x="4642" y="147730"/>
                </a:cubicBezTo>
                <a:cubicBezTo>
                  <a:pt x="8064" y="143663"/>
                  <a:pt x="11290" y="139060"/>
                  <a:pt x="11809" y="137502"/>
                </a:cubicBezTo>
                <a:cubicBezTo>
                  <a:pt x="12328" y="135944"/>
                  <a:pt x="16546" y="134562"/>
                  <a:pt x="21183" y="134430"/>
                </a:cubicBezTo>
                <a:cubicBezTo>
                  <a:pt x="25819" y="134298"/>
                  <a:pt x="30243" y="133171"/>
                  <a:pt x="31013" y="131925"/>
                </a:cubicBezTo>
                <a:cubicBezTo>
                  <a:pt x="31783" y="130679"/>
                  <a:pt x="36222" y="130374"/>
                  <a:pt x="40878" y="131248"/>
                </a:cubicBezTo>
                <a:cubicBezTo>
                  <a:pt x="48236" y="132628"/>
                  <a:pt x="51244" y="131288"/>
                  <a:pt x="63873" y="121001"/>
                </a:cubicBezTo>
                <a:cubicBezTo>
                  <a:pt x="71865" y="114492"/>
                  <a:pt x="80808" y="109166"/>
                  <a:pt x="83748" y="109166"/>
                </a:cubicBezTo>
                <a:cubicBezTo>
                  <a:pt x="91503" y="109166"/>
                  <a:pt x="104649" y="93888"/>
                  <a:pt x="103738" y="85934"/>
                </a:cubicBezTo>
                <a:cubicBezTo>
                  <a:pt x="103134" y="80649"/>
                  <a:pt x="101713" y="79568"/>
                  <a:pt x="95901" y="79966"/>
                </a:cubicBezTo>
                <a:cubicBezTo>
                  <a:pt x="90126" y="80361"/>
                  <a:pt x="88802" y="79374"/>
                  <a:pt x="88802" y="74674"/>
                </a:cubicBezTo>
                <a:cubicBezTo>
                  <a:pt x="88802" y="71496"/>
                  <a:pt x="87597" y="67691"/>
                  <a:pt x="86125" y="66219"/>
                </a:cubicBezTo>
                <a:cubicBezTo>
                  <a:pt x="84276" y="64370"/>
                  <a:pt x="84276" y="61362"/>
                  <a:pt x="86125" y="56499"/>
                </a:cubicBezTo>
                <a:cubicBezTo>
                  <a:pt x="87597" y="52626"/>
                  <a:pt x="88802" y="48595"/>
                  <a:pt x="88802" y="47540"/>
                </a:cubicBezTo>
                <a:cubicBezTo>
                  <a:pt x="88802" y="45033"/>
                  <a:pt x="71424" y="37411"/>
                  <a:pt x="60913" y="35309"/>
                </a:cubicBezTo>
                <a:cubicBezTo>
                  <a:pt x="51581" y="33443"/>
                  <a:pt x="51150" y="32448"/>
                  <a:pt x="56419" y="24926"/>
                </a:cubicBezTo>
                <a:cubicBezTo>
                  <a:pt x="59183" y="20980"/>
                  <a:pt x="64034" y="19164"/>
                  <a:pt x="74769" y="18056"/>
                </a:cubicBezTo>
                <a:cubicBezTo>
                  <a:pt x="84042" y="17099"/>
                  <a:pt x="92933" y="14187"/>
                  <a:pt x="99155" y="10069"/>
                </a:cubicBezTo>
                <a:cubicBezTo>
                  <a:pt x="106450" y="5242"/>
                  <a:pt x="114000" y="3130"/>
                  <a:pt x="128747" y="1794"/>
                </a:cubicBezTo>
                <a:lnTo>
                  <a:pt x="148545" y="0"/>
                </a:lnTo>
                <a:lnTo>
                  <a:pt x="155959" y="8117"/>
                </a:lnTo>
                <a:cubicBezTo>
                  <a:pt x="164608" y="17586"/>
                  <a:pt x="168428" y="18134"/>
                  <a:pt x="176571" y="11071"/>
                </a:cubicBezTo>
                <a:cubicBezTo>
                  <a:pt x="187391" y="1687"/>
                  <a:pt x="199804" y="7069"/>
                  <a:pt x="199804" y="21145"/>
                </a:cubicBezTo>
                <a:cubicBezTo>
                  <a:pt x="199804" y="30772"/>
                  <a:pt x="209395" y="36261"/>
                  <a:pt x="218086" y="31610"/>
                </a:cubicBezTo>
                <a:cubicBezTo>
                  <a:pt x="228270" y="26160"/>
                  <a:pt x="241869" y="26426"/>
                  <a:pt x="246412" y="32163"/>
                </a:cubicBezTo>
                <a:cubicBezTo>
                  <a:pt x="249505" y="36068"/>
                  <a:pt x="254126" y="37384"/>
                  <a:pt x="266539" y="37891"/>
                </a:cubicBezTo>
                <a:cubicBezTo>
                  <a:pt x="279978" y="38440"/>
                  <a:pt x="284000" y="37555"/>
                  <a:pt x="290777" y="32555"/>
                </a:cubicBezTo>
                <a:cubicBezTo>
                  <a:pt x="299613" y="26036"/>
                  <a:pt x="310548" y="24752"/>
                  <a:pt x="315453" y="29658"/>
                </a:cubicBezTo>
                <a:cubicBezTo>
                  <a:pt x="319191" y="33396"/>
                  <a:pt x="319612" y="49793"/>
                  <a:pt x="315970" y="49793"/>
                </a:cubicBezTo>
                <a:cubicBezTo>
                  <a:pt x="314550" y="49793"/>
                  <a:pt x="313388" y="52020"/>
                  <a:pt x="313388" y="54741"/>
                </a:cubicBezTo>
                <a:cubicBezTo>
                  <a:pt x="313388" y="57462"/>
                  <a:pt x="312353" y="60076"/>
                  <a:pt x="311088" y="60549"/>
                </a:cubicBezTo>
                <a:cubicBezTo>
                  <a:pt x="309822" y="61023"/>
                  <a:pt x="307664" y="73315"/>
                  <a:pt x="306292" y="87865"/>
                </a:cubicBezTo>
                <a:cubicBezTo>
                  <a:pt x="303509" y="117372"/>
                  <a:pt x="292552" y="147689"/>
                  <a:pt x="284623" y="147819"/>
                </a:cubicBezTo>
                <a:cubicBezTo>
                  <a:pt x="279191" y="147908"/>
                  <a:pt x="277248" y="153157"/>
                  <a:pt x="277248" y="167736"/>
                </a:cubicBezTo>
                <a:cubicBezTo>
                  <a:pt x="277248" y="177878"/>
                  <a:pt x="276652" y="179163"/>
                  <a:pt x="272730" y="177484"/>
                </a:cubicBezTo>
                <a:cubicBezTo>
                  <a:pt x="262382" y="173052"/>
                  <a:pt x="240695" y="170306"/>
                  <a:pt x="214235" y="170076"/>
                </a:cubicBezTo>
                <a:cubicBezTo>
                  <a:pt x="194190" y="169901"/>
                  <a:pt x="185756" y="168900"/>
                  <a:pt x="184978" y="166604"/>
                </a:cubicBezTo>
                <a:cubicBezTo>
                  <a:pt x="183149" y="161204"/>
                  <a:pt x="162610" y="162574"/>
                  <a:pt x="157292" y="168449"/>
                </a:cubicBezTo>
                <a:cubicBezTo>
                  <a:pt x="153074" y="173111"/>
                  <a:pt x="152885" y="176707"/>
                  <a:pt x="156212" y="189010"/>
                </a:cubicBezTo>
                <a:cubicBezTo>
                  <a:pt x="156777" y="191099"/>
                  <a:pt x="153007" y="195490"/>
                  <a:pt x="147530" y="199123"/>
                </a:cubicBezTo>
                <a:cubicBezTo>
                  <a:pt x="138821" y="204900"/>
                  <a:pt x="137850" y="206668"/>
                  <a:pt x="137850" y="216729"/>
                </a:cubicBezTo>
                <a:cubicBezTo>
                  <a:pt x="137850" y="227257"/>
                  <a:pt x="137433" y="227902"/>
                  <a:pt x="130751" y="227717"/>
                </a:cubicBezTo>
                <a:cubicBezTo>
                  <a:pt x="126846" y="227609"/>
                  <a:pt x="119586" y="225955"/>
                  <a:pt x="114616" y="224041"/>
                </a:cubicBezTo>
                <a:close/>
              </a:path>
            </a:pathLst>
          </a:custGeom>
          <a:solidFill>
            <a:srgbClr val="B9B9B9"/>
          </a:solidFill>
          <a:ln w="5163" cap="flat">
            <a:noFill/>
            <a:prstDash val="solid"/>
            <a:miter/>
          </a:ln>
        </p:spPr>
        <p:txBody>
          <a:bodyPr/>
          <a:lstStyle/>
          <a:p>
            <a:endParaRPr lang="es-419" noProof="0" dirty="0"/>
          </a:p>
        </p:txBody>
      </p:sp>
      <p:sp>
        <p:nvSpPr>
          <p:cNvPr id="66" name="Forma libre: forma 65">
            <a:extLst>
              <a:ext uri="{FF2B5EF4-FFF2-40B4-BE49-F238E27FC236}">
                <a16:creationId xmlns:a16="http://schemas.microsoft.com/office/drawing/2014/main" id="{DC47D310-1991-5AE6-5117-A123B5B0C78F}"/>
              </a:ext>
            </a:extLst>
          </p:cNvPr>
          <p:cNvSpPr/>
          <p:nvPr/>
        </p:nvSpPr>
        <p:spPr>
          <a:xfrm>
            <a:off x="1557246" y="2384328"/>
            <a:ext cx="70794" cy="61560"/>
          </a:xfrm>
          <a:custGeom>
            <a:avLst/>
            <a:gdLst>
              <a:gd name="csX0" fmla="*/ 30977 w 70794"/>
              <a:gd name="csY0" fmla="*/ 53817 h 61560"/>
              <a:gd name="csX1" fmla="*/ 18070 w 70794"/>
              <a:gd name="csY1" fmla="*/ 49863 h 61560"/>
              <a:gd name="csX2" fmla="*/ 14198 w 70794"/>
              <a:gd name="csY2" fmla="*/ 52169 h 61560"/>
              <a:gd name="csX3" fmla="*/ 10326 w 70794"/>
              <a:gd name="csY3" fmla="*/ 47062 h 61560"/>
              <a:gd name="csX4" fmla="*/ 5163 w 70794"/>
              <a:gd name="csY4" fmla="*/ 39020 h 61560"/>
              <a:gd name="csX5" fmla="*/ 0 w 70794"/>
              <a:gd name="csY5" fmla="*/ 32748 h 61560"/>
              <a:gd name="csX6" fmla="*/ 10326 w 70794"/>
              <a:gd name="csY6" fmla="*/ 18967 h 61560"/>
              <a:gd name="csX7" fmla="*/ 20652 w 70794"/>
              <a:gd name="csY7" fmla="*/ 3034 h 61560"/>
              <a:gd name="csX8" fmla="*/ 30332 w 70794"/>
              <a:gd name="csY8" fmla="*/ 698 h 61560"/>
              <a:gd name="csX9" fmla="*/ 54210 w 70794"/>
              <a:gd name="csY9" fmla="*/ 10137 h 61560"/>
              <a:gd name="csX10" fmla="*/ 63267 w 70794"/>
              <a:gd name="csY10" fmla="*/ 15095 h 61560"/>
              <a:gd name="csX11" fmla="*/ 69100 w 70794"/>
              <a:gd name="csY11" fmla="*/ 20258 h 61560"/>
              <a:gd name="csX12" fmla="*/ 69100 w 70794"/>
              <a:gd name="csY12" fmla="*/ 30584 h 61560"/>
              <a:gd name="csX13" fmla="*/ 69721 w 70794"/>
              <a:gd name="csY13" fmla="*/ 35746 h 61560"/>
              <a:gd name="csX14" fmla="*/ 67118 w 70794"/>
              <a:gd name="csY14" fmla="*/ 44803 h 61560"/>
              <a:gd name="csX15" fmla="*/ 61618 w 70794"/>
              <a:gd name="csY15" fmla="*/ 50612 h 61560"/>
              <a:gd name="csX16" fmla="*/ 54931 w 70794"/>
              <a:gd name="csY16" fmla="*/ 50644 h 61560"/>
              <a:gd name="csX17" fmla="*/ 37735 w 70794"/>
              <a:gd name="csY17" fmla="*/ 61561 h 61560"/>
              <a:gd name="csX18" fmla="*/ 30977 w 70794"/>
              <a:gd name="csY18" fmla="*/ 53817 h 615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70794" h="61560">
                <a:moveTo>
                  <a:pt x="30977" y="53817"/>
                </a:moveTo>
                <a:cubicBezTo>
                  <a:pt x="25158" y="45644"/>
                  <a:pt x="18070" y="43473"/>
                  <a:pt x="18070" y="49863"/>
                </a:cubicBezTo>
                <a:cubicBezTo>
                  <a:pt x="18070" y="52173"/>
                  <a:pt x="16557" y="53074"/>
                  <a:pt x="14198" y="52169"/>
                </a:cubicBezTo>
                <a:cubicBezTo>
                  <a:pt x="12068" y="51351"/>
                  <a:pt x="10326" y="49053"/>
                  <a:pt x="10326" y="47062"/>
                </a:cubicBezTo>
                <a:cubicBezTo>
                  <a:pt x="10326" y="45070"/>
                  <a:pt x="8003" y="41451"/>
                  <a:pt x="5163" y="39020"/>
                </a:cubicBezTo>
                <a:cubicBezTo>
                  <a:pt x="2323" y="36588"/>
                  <a:pt x="0" y="33766"/>
                  <a:pt x="0" y="32748"/>
                </a:cubicBezTo>
                <a:cubicBezTo>
                  <a:pt x="0" y="31730"/>
                  <a:pt x="4647" y="25529"/>
                  <a:pt x="10326" y="18967"/>
                </a:cubicBezTo>
                <a:cubicBezTo>
                  <a:pt x="16005" y="12405"/>
                  <a:pt x="20652" y="5235"/>
                  <a:pt x="20652" y="3034"/>
                </a:cubicBezTo>
                <a:cubicBezTo>
                  <a:pt x="20652" y="-166"/>
                  <a:pt x="22592" y="-634"/>
                  <a:pt x="30332" y="698"/>
                </a:cubicBezTo>
                <a:cubicBezTo>
                  <a:pt x="52748" y="4557"/>
                  <a:pt x="54210" y="5134"/>
                  <a:pt x="54210" y="10137"/>
                </a:cubicBezTo>
                <a:cubicBezTo>
                  <a:pt x="54210" y="14084"/>
                  <a:pt x="56056" y="15095"/>
                  <a:pt x="63267" y="15095"/>
                </a:cubicBezTo>
                <a:cubicBezTo>
                  <a:pt x="71678" y="15095"/>
                  <a:pt x="72094" y="15463"/>
                  <a:pt x="69100" y="20258"/>
                </a:cubicBezTo>
                <a:cubicBezTo>
                  <a:pt x="66522" y="24386"/>
                  <a:pt x="66522" y="26456"/>
                  <a:pt x="69100" y="30584"/>
                </a:cubicBezTo>
                <a:cubicBezTo>
                  <a:pt x="71011" y="33644"/>
                  <a:pt x="71264" y="35746"/>
                  <a:pt x="69721" y="35746"/>
                </a:cubicBezTo>
                <a:cubicBezTo>
                  <a:pt x="68289" y="35746"/>
                  <a:pt x="67118" y="39822"/>
                  <a:pt x="67118" y="44803"/>
                </a:cubicBezTo>
                <a:cubicBezTo>
                  <a:pt x="67118" y="53341"/>
                  <a:pt x="66802" y="53674"/>
                  <a:pt x="61618" y="50612"/>
                </a:cubicBezTo>
                <a:cubicBezTo>
                  <a:pt x="57188" y="47995"/>
                  <a:pt x="55886" y="48002"/>
                  <a:pt x="54931" y="50644"/>
                </a:cubicBezTo>
                <a:cubicBezTo>
                  <a:pt x="53898" y="53500"/>
                  <a:pt x="41201" y="61561"/>
                  <a:pt x="37735" y="61561"/>
                </a:cubicBezTo>
                <a:cubicBezTo>
                  <a:pt x="37051" y="61561"/>
                  <a:pt x="34010" y="58076"/>
                  <a:pt x="30977" y="53817"/>
                </a:cubicBezTo>
                <a:close/>
              </a:path>
            </a:pathLst>
          </a:custGeom>
          <a:solidFill>
            <a:srgbClr val="B9B9B9"/>
          </a:solidFill>
          <a:ln w="5163" cap="flat">
            <a:noFill/>
            <a:prstDash val="solid"/>
            <a:miter/>
          </a:ln>
        </p:spPr>
        <p:txBody>
          <a:bodyPr/>
          <a:lstStyle/>
          <a:p>
            <a:endParaRPr lang="es-419" noProof="0" dirty="0"/>
          </a:p>
        </p:txBody>
      </p:sp>
      <p:sp>
        <p:nvSpPr>
          <p:cNvPr id="67" name="Forma libre: forma 66">
            <a:extLst>
              <a:ext uri="{FF2B5EF4-FFF2-40B4-BE49-F238E27FC236}">
                <a16:creationId xmlns:a16="http://schemas.microsoft.com/office/drawing/2014/main" id="{95075CE0-04B9-4E1C-D674-90F867970F72}"/>
              </a:ext>
            </a:extLst>
          </p:cNvPr>
          <p:cNvSpPr/>
          <p:nvPr/>
        </p:nvSpPr>
        <p:spPr>
          <a:xfrm>
            <a:off x="1478193" y="2273156"/>
            <a:ext cx="153622" cy="170128"/>
          </a:xfrm>
          <a:custGeom>
            <a:avLst/>
            <a:gdLst>
              <a:gd name="csX0" fmla="*/ 8493 w 153622"/>
              <a:gd name="csY0" fmla="*/ 168431 h 170128"/>
              <a:gd name="csX1" fmla="*/ 6772 w 153622"/>
              <a:gd name="csY1" fmla="*/ 161418 h 170128"/>
              <a:gd name="csX2" fmla="*/ 2681 w 153622"/>
              <a:gd name="csY2" fmla="*/ 145415 h 170128"/>
              <a:gd name="csX3" fmla="*/ 5459 w 153622"/>
              <a:gd name="csY3" fmla="*/ 121148 h 170128"/>
              <a:gd name="csX4" fmla="*/ 14777 w 153622"/>
              <a:gd name="csY4" fmla="*/ 82726 h 170128"/>
              <a:gd name="csX5" fmla="*/ 25155 w 153622"/>
              <a:gd name="csY5" fmla="*/ 43661 h 170128"/>
              <a:gd name="csX6" fmla="*/ 27423 w 153622"/>
              <a:gd name="csY6" fmla="*/ 32229 h 170128"/>
              <a:gd name="csX7" fmla="*/ 31172 w 153622"/>
              <a:gd name="csY7" fmla="*/ 17047 h 170128"/>
              <a:gd name="csX8" fmla="*/ 33221 w 153622"/>
              <a:gd name="csY8" fmla="*/ 11598 h 170128"/>
              <a:gd name="csX9" fmla="*/ 37362 w 153622"/>
              <a:gd name="csY9" fmla="*/ 8370 h 170128"/>
              <a:gd name="csX10" fmla="*/ 41848 w 153622"/>
              <a:gd name="csY10" fmla="*/ 3309 h 170128"/>
              <a:gd name="csX11" fmla="*/ 51947 w 153622"/>
              <a:gd name="csY11" fmla="*/ 4939 h 170128"/>
              <a:gd name="csX12" fmla="*/ 67990 w 153622"/>
              <a:gd name="csY12" fmla="*/ 10085 h 170128"/>
              <a:gd name="csX13" fmla="*/ 82983 w 153622"/>
              <a:gd name="csY13" fmla="*/ 28865 h 170128"/>
              <a:gd name="csX14" fmla="*/ 93236 w 153622"/>
              <a:gd name="csY14" fmla="*/ 38498 h 170128"/>
              <a:gd name="csX15" fmla="*/ 103025 w 153622"/>
              <a:gd name="csY15" fmla="*/ 33366 h 170128"/>
              <a:gd name="csX16" fmla="*/ 120832 w 153622"/>
              <a:gd name="csY16" fmla="*/ 24595 h 170128"/>
              <a:gd name="csX17" fmla="*/ 122064 w 153622"/>
              <a:gd name="csY17" fmla="*/ 33182 h 170128"/>
              <a:gd name="csX18" fmla="*/ 135261 w 153622"/>
              <a:gd name="csY18" fmla="*/ 39968 h 170128"/>
              <a:gd name="csX19" fmla="*/ 152396 w 153622"/>
              <a:gd name="csY19" fmla="*/ 46930 h 170128"/>
              <a:gd name="csX20" fmla="*/ 149002 w 153622"/>
              <a:gd name="csY20" fmla="*/ 58232 h 170128"/>
              <a:gd name="csX21" fmla="*/ 146552 w 153622"/>
              <a:gd name="csY21" fmla="*/ 64545 h 170128"/>
              <a:gd name="csX22" fmla="*/ 148358 w 153622"/>
              <a:gd name="csY22" fmla="*/ 121402 h 170128"/>
              <a:gd name="csX23" fmla="*/ 135844 w 153622"/>
              <a:gd name="csY23" fmla="*/ 118523 h 170128"/>
              <a:gd name="csX24" fmla="*/ 131972 w 153622"/>
              <a:gd name="csY24" fmla="*/ 113360 h 170128"/>
              <a:gd name="csX25" fmla="*/ 128062 w 153622"/>
              <a:gd name="csY25" fmla="*/ 103679 h 170128"/>
              <a:gd name="csX26" fmla="*/ 124378 w 153622"/>
              <a:gd name="csY26" fmla="*/ 87545 h 170128"/>
              <a:gd name="csX27" fmla="*/ 116378 w 153622"/>
              <a:gd name="csY27" fmla="*/ 72702 h 170128"/>
              <a:gd name="csX28" fmla="*/ 107448 w 153622"/>
              <a:gd name="csY28" fmla="*/ 67912 h 170128"/>
              <a:gd name="csX29" fmla="*/ 99376 w 153622"/>
              <a:gd name="csY29" fmla="*/ 80152 h 170128"/>
              <a:gd name="csX30" fmla="*/ 94468 w 153622"/>
              <a:gd name="csY30" fmla="*/ 101141 h 170128"/>
              <a:gd name="csX31" fmla="*/ 81766 w 153622"/>
              <a:gd name="csY31" fmla="*/ 133635 h 170128"/>
              <a:gd name="csX32" fmla="*/ 65090 w 153622"/>
              <a:gd name="csY32" fmla="*/ 140680 h 170128"/>
              <a:gd name="csX33" fmla="*/ 53260 w 153622"/>
              <a:gd name="csY33" fmla="*/ 146865 h 170128"/>
              <a:gd name="csX34" fmla="*/ 38902 w 153622"/>
              <a:gd name="csY34" fmla="*/ 154663 h 170128"/>
              <a:gd name="csX35" fmla="*/ 22260 w 153622"/>
              <a:gd name="csY35" fmla="*/ 162407 h 170128"/>
              <a:gd name="csX36" fmla="*/ 8493 w 153622"/>
              <a:gd name="csY36" fmla="*/ 168431 h 17012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Lst>
            <a:rect l="l" t="t" r="r" b="b"/>
            <a:pathLst>
              <a:path w="153622" h="170128">
                <a:moveTo>
                  <a:pt x="8493" y="168431"/>
                </a:moveTo>
                <a:cubicBezTo>
                  <a:pt x="7546" y="167484"/>
                  <a:pt x="6772" y="164329"/>
                  <a:pt x="6772" y="161418"/>
                </a:cubicBezTo>
                <a:cubicBezTo>
                  <a:pt x="6772" y="158508"/>
                  <a:pt x="4931" y="151306"/>
                  <a:pt x="2681" y="145415"/>
                </a:cubicBezTo>
                <a:cubicBezTo>
                  <a:pt x="-1298" y="134996"/>
                  <a:pt x="-1222" y="134332"/>
                  <a:pt x="5459" y="121148"/>
                </a:cubicBezTo>
                <a:cubicBezTo>
                  <a:pt x="10516" y="111168"/>
                  <a:pt x="12973" y="101035"/>
                  <a:pt x="14777" y="82726"/>
                </a:cubicBezTo>
                <a:cubicBezTo>
                  <a:pt x="17244" y="57676"/>
                  <a:pt x="20967" y="43661"/>
                  <a:pt x="25155" y="43661"/>
                </a:cubicBezTo>
                <a:cubicBezTo>
                  <a:pt x="26403" y="43661"/>
                  <a:pt x="27423" y="38516"/>
                  <a:pt x="27423" y="32229"/>
                </a:cubicBezTo>
                <a:cubicBezTo>
                  <a:pt x="27423" y="25675"/>
                  <a:pt x="29023" y="19196"/>
                  <a:pt x="31172" y="17047"/>
                </a:cubicBezTo>
                <a:cubicBezTo>
                  <a:pt x="33235" y="14985"/>
                  <a:pt x="34156" y="12533"/>
                  <a:pt x="33221" y="11598"/>
                </a:cubicBezTo>
                <a:cubicBezTo>
                  <a:pt x="32286" y="10662"/>
                  <a:pt x="34150" y="9210"/>
                  <a:pt x="37362" y="8370"/>
                </a:cubicBezTo>
                <a:cubicBezTo>
                  <a:pt x="40925" y="7438"/>
                  <a:pt x="42675" y="5464"/>
                  <a:pt x="41848" y="3309"/>
                </a:cubicBezTo>
                <a:cubicBezTo>
                  <a:pt x="39982" y="-1555"/>
                  <a:pt x="42837" y="-1094"/>
                  <a:pt x="51947" y="4939"/>
                </a:cubicBezTo>
                <a:cubicBezTo>
                  <a:pt x="56206" y="7760"/>
                  <a:pt x="63426" y="10076"/>
                  <a:pt x="67990" y="10085"/>
                </a:cubicBezTo>
                <a:cubicBezTo>
                  <a:pt x="77231" y="10104"/>
                  <a:pt x="80149" y="13759"/>
                  <a:pt x="82983" y="28865"/>
                </a:cubicBezTo>
                <a:cubicBezTo>
                  <a:pt x="84632" y="37657"/>
                  <a:pt x="85527" y="38498"/>
                  <a:pt x="93236" y="38498"/>
                </a:cubicBezTo>
                <a:cubicBezTo>
                  <a:pt x="99495" y="38498"/>
                  <a:pt x="102031" y="37168"/>
                  <a:pt x="103025" y="33366"/>
                </a:cubicBezTo>
                <a:cubicBezTo>
                  <a:pt x="104466" y="27855"/>
                  <a:pt x="116509" y="21923"/>
                  <a:pt x="120832" y="24595"/>
                </a:cubicBezTo>
                <a:cubicBezTo>
                  <a:pt x="122276" y="25487"/>
                  <a:pt x="122830" y="29351"/>
                  <a:pt x="122064" y="33182"/>
                </a:cubicBezTo>
                <a:cubicBezTo>
                  <a:pt x="120679" y="40107"/>
                  <a:pt x="120757" y="40147"/>
                  <a:pt x="135261" y="39968"/>
                </a:cubicBezTo>
                <a:cubicBezTo>
                  <a:pt x="148934" y="39800"/>
                  <a:pt x="150012" y="40238"/>
                  <a:pt x="152396" y="46930"/>
                </a:cubicBezTo>
                <a:cubicBezTo>
                  <a:pt x="154575" y="53045"/>
                  <a:pt x="154087" y="54670"/>
                  <a:pt x="149002" y="58232"/>
                </a:cubicBezTo>
                <a:cubicBezTo>
                  <a:pt x="144363" y="61481"/>
                  <a:pt x="143827" y="62863"/>
                  <a:pt x="146552" y="64545"/>
                </a:cubicBezTo>
                <a:cubicBezTo>
                  <a:pt x="151618" y="67671"/>
                  <a:pt x="153227" y="118317"/>
                  <a:pt x="148358" y="121402"/>
                </a:cubicBezTo>
                <a:cubicBezTo>
                  <a:pt x="142062" y="125392"/>
                  <a:pt x="135844" y="123962"/>
                  <a:pt x="135844" y="118523"/>
                </a:cubicBezTo>
                <a:cubicBezTo>
                  <a:pt x="135844" y="115655"/>
                  <a:pt x="134123" y="113360"/>
                  <a:pt x="131972" y="113360"/>
                </a:cubicBezTo>
                <a:cubicBezTo>
                  <a:pt x="129225" y="113360"/>
                  <a:pt x="128089" y="110546"/>
                  <a:pt x="128062" y="103679"/>
                </a:cubicBezTo>
                <a:cubicBezTo>
                  <a:pt x="128041" y="98355"/>
                  <a:pt x="126383" y="91095"/>
                  <a:pt x="124378" y="87545"/>
                </a:cubicBezTo>
                <a:cubicBezTo>
                  <a:pt x="122373" y="83996"/>
                  <a:pt x="118773" y="77316"/>
                  <a:pt x="116378" y="72702"/>
                </a:cubicBezTo>
                <a:cubicBezTo>
                  <a:pt x="111867" y="64011"/>
                  <a:pt x="107448" y="61641"/>
                  <a:pt x="107448" y="67912"/>
                </a:cubicBezTo>
                <a:cubicBezTo>
                  <a:pt x="107448" y="69891"/>
                  <a:pt x="103816" y="75399"/>
                  <a:pt x="99376" y="80152"/>
                </a:cubicBezTo>
                <a:cubicBezTo>
                  <a:pt x="91445" y="88642"/>
                  <a:pt x="91359" y="89010"/>
                  <a:pt x="94468" y="101141"/>
                </a:cubicBezTo>
                <a:cubicBezTo>
                  <a:pt x="97988" y="114877"/>
                  <a:pt x="97068" y="117230"/>
                  <a:pt x="81766" y="133635"/>
                </a:cubicBezTo>
                <a:cubicBezTo>
                  <a:pt x="74766" y="141139"/>
                  <a:pt x="72544" y="142078"/>
                  <a:pt x="65090" y="140680"/>
                </a:cubicBezTo>
                <a:cubicBezTo>
                  <a:pt x="57313" y="139221"/>
                  <a:pt x="56181" y="139812"/>
                  <a:pt x="53260" y="146865"/>
                </a:cubicBezTo>
                <a:cubicBezTo>
                  <a:pt x="50372" y="153836"/>
                  <a:pt x="48850" y="154663"/>
                  <a:pt x="38902" y="154663"/>
                </a:cubicBezTo>
                <a:cubicBezTo>
                  <a:pt x="29485" y="154663"/>
                  <a:pt x="26927" y="155853"/>
                  <a:pt x="22260" y="162407"/>
                </a:cubicBezTo>
                <a:cubicBezTo>
                  <a:pt x="16933" y="169889"/>
                  <a:pt x="12076" y="172014"/>
                  <a:pt x="8493" y="168431"/>
                </a:cubicBezTo>
                <a:close/>
              </a:path>
            </a:pathLst>
          </a:custGeom>
          <a:solidFill>
            <a:srgbClr val="B9B9B9"/>
          </a:solidFill>
          <a:ln w="5163" cap="flat">
            <a:noFill/>
            <a:prstDash val="solid"/>
            <a:miter/>
          </a:ln>
        </p:spPr>
        <p:txBody>
          <a:bodyPr/>
          <a:lstStyle/>
          <a:p>
            <a:endParaRPr lang="es-419" noProof="0" dirty="0"/>
          </a:p>
        </p:txBody>
      </p:sp>
      <p:grpSp>
        <p:nvGrpSpPr>
          <p:cNvPr id="68" name="Gráfico 39">
            <a:extLst>
              <a:ext uri="{FF2B5EF4-FFF2-40B4-BE49-F238E27FC236}">
                <a16:creationId xmlns:a16="http://schemas.microsoft.com/office/drawing/2014/main" id="{224C568F-16B6-8D92-EF88-12F40F149CF6}"/>
              </a:ext>
            </a:extLst>
          </p:cNvPr>
          <p:cNvGrpSpPr/>
          <p:nvPr/>
        </p:nvGrpSpPr>
        <p:grpSpPr>
          <a:xfrm>
            <a:off x="2169009" y="2212045"/>
            <a:ext cx="273705" cy="260208"/>
            <a:chOff x="2169009" y="2212045"/>
            <a:chExt cx="273705" cy="260208"/>
          </a:xfrm>
          <a:solidFill>
            <a:srgbClr val="B9B9B9"/>
          </a:solidFill>
        </p:grpSpPr>
        <p:sp>
          <p:nvSpPr>
            <p:cNvPr id="69" name="Forma libre: forma 68">
              <a:extLst>
                <a:ext uri="{FF2B5EF4-FFF2-40B4-BE49-F238E27FC236}">
                  <a16:creationId xmlns:a16="http://schemas.microsoft.com/office/drawing/2014/main" id="{375B9E89-FC0A-1584-6126-3187C1951985}"/>
                </a:ext>
              </a:extLst>
            </p:cNvPr>
            <p:cNvSpPr/>
            <p:nvPr/>
          </p:nvSpPr>
          <p:spPr>
            <a:xfrm>
              <a:off x="2169009" y="2212045"/>
              <a:ext cx="273705" cy="260208"/>
            </a:xfrm>
            <a:custGeom>
              <a:avLst/>
              <a:gdLst>
                <a:gd name="csX0" fmla="*/ 136396 w 273705"/>
                <a:gd name="csY0" fmla="*/ 251544 h 260208"/>
                <a:gd name="csX1" fmla="*/ 123951 w 273705"/>
                <a:gd name="csY1" fmla="*/ 241399 h 260208"/>
                <a:gd name="csX2" fmla="*/ 100178 w 273705"/>
                <a:gd name="csY2" fmla="*/ 233837 h 260208"/>
                <a:gd name="csX3" fmla="*/ 81199 w 273705"/>
                <a:gd name="csY3" fmla="*/ 230865 h 260208"/>
                <a:gd name="csX4" fmla="*/ 75979 w 273705"/>
                <a:gd name="csY4" fmla="*/ 240363 h 260208"/>
                <a:gd name="csX5" fmla="*/ 67894 w 273705"/>
                <a:gd name="csY5" fmla="*/ 246752 h 260208"/>
                <a:gd name="csX6" fmla="*/ 29911 w 273705"/>
                <a:gd name="csY6" fmla="*/ 227450 h 260208"/>
                <a:gd name="csX7" fmla="*/ 28472 w 273705"/>
                <a:gd name="csY7" fmla="*/ 213064 h 260208"/>
                <a:gd name="csX8" fmla="*/ 12481 w 273705"/>
                <a:gd name="csY8" fmla="*/ 197704 h 260208"/>
                <a:gd name="csX9" fmla="*/ 1103 w 273705"/>
                <a:gd name="csY9" fmla="*/ 191257 h 260208"/>
                <a:gd name="csX10" fmla="*/ 24560 w 273705"/>
                <a:gd name="csY10" fmla="*/ 177413 h 260208"/>
                <a:gd name="csX11" fmla="*/ 49357 w 273705"/>
                <a:gd name="csY11" fmla="*/ 181249 h 260208"/>
                <a:gd name="csX12" fmla="*/ 33383 w 273705"/>
                <a:gd name="csY12" fmla="*/ 188440 h 260208"/>
                <a:gd name="csX13" fmla="*/ 18111 w 273705"/>
                <a:gd name="csY13" fmla="*/ 189801 h 260208"/>
                <a:gd name="csX14" fmla="*/ 23379 w 273705"/>
                <a:gd name="csY14" fmla="*/ 191217 h 260208"/>
                <a:gd name="csX15" fmla="*/ 42338 w 273705"/>
                <a:gd name="csY15" fmla="*/ 193852 h 260208"/>
                <a:gd name="csX16" fmla="*/ 54801 w 273705"/>
                <a:gd name="csY16" fmla="*/ 205031 h 260208"/>
                <a:gd name="csX17" fmla="*/ 53572 w 273705"/>
                <a:gd name="csY17" fmla="*/ 211902 h 260208"/>
                <a:gd name="csX18" fmla="*/ 58745 w 273705"/>
                <a:gd name="csY18" fmla="*/ 206739 h 260208"/>
                <a:gd name="csX19" fmla="*/ 62804 w 273705"/>
                <a:gd name="csY19" fmla="*/ 199640 h 260208"/>
                <a:gd name="csX20" fmla="*/ 78923 w 273705"/>
                <a:gd name="csY20" fmla="*/ 200342 h 260208"/>
                <a:gd name="csX21" fmla="*/ 84524 w 273705"/>
                <a:gd name="csY21" fmla="*/ 197871 h 260208"/>
                <a:gd name="csX22" fmla="*/ 91725 w 273705"/>
                <a:gd name="csY22" fmla="*/ 189946 h 260208"/>
                <a:gd name="csX23" fmla="*/ 100403 w 273705"/>
                <a:gd name="csY23" fmla="*/ 165765 h 260208"/>
                <a:gd name="csX24" fmla="*/ 96700 w 273705"/>
                <a:gd name="csY24" fmla="*/ 159218 h 260208"/>
                <a:gd name="csX25" fmla="*/ 94398 w 273705"/>
                <a:gd name="csY25" fmla="*/ 157998 h 260208"/>
                <a:gd name="csX26" fmla="*/ 90392 w 273705"/>
                <a:gd name="csY26" fmla="*/ 161840 h 260208"/>
                <a:gd name="csX27" fmla="*/ 87810 w 273705"/>
                <a:gd name="csY27" fmla="*/ 164145 h 260208"/>
                <a:gd name="csX28" fmla="*/ 100799 w 273705"/>
                <a:gd name="csY28" fmla="*/ 149016 h 260208"/>
                <a:gd name="csX29" fmla="*/ 118746 w 273705"/>
                <a:gd name="csY29" fmla="*/ 138331 h 260208"/>
                <a:gd name="csX30" fmla="*/ 133646 w 273705"/>
                <a:gd name="csY30" fmla="*/ 125809 h 260208"/>
                <a:gd name="csX31" fmla="*/ 149004 w 273705"/>
                <a:gd name="csY31" fmla="*/ 91807 h 260208"/>
                <a:gd name="csX32" fmla="*/ 157715 w 273705"/>
                <a:gd name="csY32" fmla="*/ 65895 h 260208"/>
                <a:gd name="csX33" fmla="*/ 163243 w 273705"/>
                <a:gd name="csY33" fmla="*/ 33397 h 260208"/>
                <a:gd name="csX34" fmla="*/ 165326 w 273705"/>
                <a:gd name="csY34" fmla="*/ 1486 h 260208"/>
                <a:gd name="csX35" fmla="*/ 167796 w 273705"/>
                <a:gd name="csY35" fmla="*/ 6032 h 260208"/>
                <a:gd name="csX36" fmla="*/ 180226 w 273705"/>
                <a:gd name="csY36" fmla="*/ 14421 h 260208"/>
                <a:gd name="csX37" fmla="*/ 195070 w 273705"/>
                <a:gd name="csY37" fmla="*/ 12027 h 260208"/>
                <a:gd name="csX38" fmla="*/ 227557 w 273705"/>
                <a:gd name="csY38" fmla="*/ 43889 h 260208"/>
                <a:gd name="csX39" fmla="*/ 257592 w 273705"/>
                <a:gd name="csY39" fmla="*/ 78146 h 260208"/>
                <a:gd name="csX40" fmla="*/ 261681 w 273705"/>
                <a:gd name="csY40" fmla="*/ 107593 h 260208"/>
                <a:gd name="csX41" fmla="*/ 273489 w 273705"/>
                <a:gd name="csY41" fmla="*/ 250266 h 260208"/>
                <a:gd name="csX42" fmla="*/ 218174 w 273705"/>
                <a:gd name="csY42" fmla="*/ 254247 h 260208"/>
                <a:gd name="csX43" fmla="*/ 150594 w 273705"/>
                <a:gd name="csY43" fmla="*/ 258722 h 260208"/>
                <a:gd name="csX44" fmla="*/ 137226 w 273705"/>
                <a:gd name="csY44" fmla="*/ 260208 h 260208"/>
                <a:gd name="csX45" fmla="*/ 136396 w 273705"/>
                <a:gd name="csY45" fmla="*/ 251544 h 2602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Lst>
              <a:rect l="l" t="t" r="r" b="b"/>
              <a:pathLst>
                <a:path w="273705" h="260208">
                  <a:moveTo>
                    <a:pt x="136396" y="251544"/>
                  </a:moveTo>
                  <a:cubicBezTo>
                    <a:pt x="135615" y="243380"/>
                    <a:pt x="134897" y="242794"/>
                    <a:pt x="123951" y="241399"/>
                  </a:cubicBezTo>
                  <a:cubicBezTo>
                    <a:pt x="117562" y="240584"/>
                    <a:pt x="106864" y="237181"/>
                    <a:pt x="100178" y="233837"/>
                  </a:cubicBezTo>
                  <a:cubicBezTo>
                    <a:pt x="89763" y="228627"/>
                    <a:pt x="87046" y="228201"/>
                    <a:pt x="81199" y="230865"/>
                  </a:cubicBezTo>
                  <a:cubicBezTo>
                    <a:pt x="75659" y="233390"/>
                    <a:pt x="74677" y="235176"/>
                    <a:pt x="75979" y="240363"/>
                  </a:cubicBezTo>
                  <a:cubicBezTo>
                    <a:pt x="77472" y="246311"/>
                    <a:pt x="76914" y="246752"/>
                    <a:pt x="67894" y="246752"/>
                  </a:cubicBezTo>
                  <a:cubicBezTo>
                    <a:pt x="55809" y="246752"/>
                    <a:pt x="31822" y="234563"/>
                    <a:pt x="29911" y="227450"/>
                  </a:cubicBezTo>
                  <a:cubicBezTo>
                    <a:pt x="29139" y="224578"/>
                    <a:pt x="28492" y="218104"/>
                    <a:pt x="28472" y="213064"/>
                  </a:cubicBezTo>
                  <a:cubicBezTo>
                    <a:pt x="28427" y="201349"/>
                    <a:pt x="24633" y="197704"/>
                    <a:pt x="12481" y="197704"/>
                  </a:cubicBezTo>
                  <a:cubicBezTo>
                    <a:pt x="4225" y="197704"/>
                    <a:pt x="2471" y="196710"/>
                    <a:pt x="1103" y="191257"/>
                  </a:cubicBezTo>
                  <a:cubicBezTo>
                    <a:pt x="-2114" y="178441"/>
                    <a:pt x="578" y="176853"/>
                    <a:pt x="24560" y="177413"/>
                  </a:cubicBezTo>
                  <a:cubicBezTo>
                    <a:pt x="38820" y="177746"/>
                    <a:pt x="47574" y="179100"/>
                    <a:pt x="49357" y="181249"/>
                  </a:cubicBezTo>
                  <a:cubicBezTo>
                    <a:pt x="54736" y="187730"/>
                    <a:pt x="49187" y="190228"/>
                    <a:pt x="33383" y="188440"/>
                  </a:cubicBezTo>
                  <a:cubicBezTo>
                    <a:pt x="22288" y="187184"/>
                    <a:pt x="18111" y="187556"/>
                    <a:pt x="18111" y="189801"/>
                  </a:cubicBezTo>
                  <a:cubicBezTo>
                    <a:pt x="18111" y="191735"/>
                    <a:pt x="20080" y="192265"/>
                    <a:pt x="23379" y="191217"/>
                  </a:cubicBezTo>
                  <a:cubicBezTo>
                    <a:pt x="26276" y="190298"/>
                    <a:pt x="34808" y="191483"/>
                    <a:pt x="42338" y="193852"/>
                  </a:cubicBezTo>
                  <a:cubicBezTo>
                    <a:pt x="54989" y="197831"/>
                    <a:pt x="55937" y="198681"/>
                    <a:pt x="54801" y="205031"/>
                  </a:cubicBezTo>
                  <a:lnTo>
                    <a:pt x="53572" y="211902"/>
                  </a:lnTo>
                  <a:lnTo>
                    <a:pt x="58745" y="206739"/>
                  </a:lnTo>
                  <a:cubicBezTo>
                    <a:pt x="61590" y="203900"/>
                    <a:pt x="63416" y="200705"/>
                    <a:pt x="62804" y="199640"/>
                  </a:cubicBezTo>
                  <a:cubicBezTo>
                    <a:pt x="61196" y="196843"/>
                    <a:pt x="70823" y="197262"/>
                    <a:pt x="78923" y="200342"/>
                  </a:cubicBezTo>
                  <a:cubicBezTo>
                    <a:pt x="85153" y="202711"/>
                    <a:pt x="85724" y="202459"/>
                    <a:pt x="84524" y="197871"/>
                  </a:cubicBezTo>
                  <a:cubicBezTo>
                    <a:pt x="83478" y="193868"/>
                    <a:pt x="85034" y="192154"/>
                    <a:pt x="91725" y="189946"/>
                  </a:cubicBezTo>
                  <a:cubicBezTo>
                    <a:pt x="104380" y="185769"/>
                    <a:pt x="109318" y="172009"/>
                    <a:pt x="100403" y="165765"/>
                  </a:cubicBezTo>
                  <a:cubicBezTo>
                    <a:pt x="97428" y="163681"/>
                    <a:pt x="95762" y="160736"/>
                    <a:pt x="96700" y="159218"/>
                  </a:cubicBezTo>
                  <a:cubicBezTo>
                    <a:pt x="97747" y="157525"/>
                    <a:pt x="96859" y="157053"/>
                    <a:pt x="94398" y="157998"/>
                  </a:cubicBezTo>
                  <a:cubicBezTo>
                    <a:pt x="92194" y="158843"/>
                    <a:pt x="90392" y="160572"/>
                    <a:pt x="90392" y="161840"/>
                  </a:cubicBezTo>
                  <a:cubicBezTo>
                    <a:pt x="90392" y="163108"/>
                    <a:pt x="89230" y="164145"/>
                    <a:pt x="87810" y="164145"/>
                  </a:cubicBezTo>
                  <a:cubicBezTo>
                    <a:pt x="81811" y="164145"/>
                    <a:pt x="86198" y="159036"/>
                    <a:pt x="100799" y="149016"/>
                  </a:cubicBezTo>
                  <a:cubicBezTo>
                    <a:pt x="109362" y="143139"/>
                    <a:pt x="117438" y="138331"/>
                    <a:pt x="118746" y="138331"/>
                  </a:cubicBezTo>
                  <a:cubicBezTo>
                    <a:pt x="120053" y="138331"/>
                    <a:pt x="126758" y="132696"/>
                    <a:pt x="133646" y="125809"/>
                  </a:cubicBezTo>
                  <a:cubicBezTo>
                    <a:pt x="145786" y="113669"/>
                    <a:pt x="146254" y="112631"/>
                    <a:pt x="149004" y="91807"/>
                  </a:cubicBezTo>
                  <a:cubicBezTo>
                    <a:pt x="151298" y="74430"/>
                    <a:pt x="152962" y="69481"/>
                    <a:pt x="157715" y="65895"/>
                  </a:cubicBezTo>
                  <a:cubicBezTo>
                    <a:pt x="163239" y="61729"/>
                    <a:pt x="163570" y="59784"/>
                    <a:pt x="163243" y="33397"/>
                  </a:cubicBezTo>
                  <a:cubicBezTo>
                    <a:pt x="163052" y="17960"/>
                    <a:pt x="163989" y="3600"/>
                    <a:pt x="165326" y="1486"/>
                  </a:cubicBezTo>
                  <a:cubicBezTo>
                    <a:pt x="167138" y="-1380"/>
                    <a:pt x="167766" y="-224"/>
                    <a:pt x="167796" y="6032"/>
                  </a:cubicBezTo>
                  <a:cubicBezTo>
                    <a:pt x="167835" y="14326"/>
                    <a:pt x="167976" y="14421"/>
                    <a:pt x="180226" y="14421"/>
                  </a:cubicBezTo>
                  <a:cubicBezTo>
                    <a:pt x="187041" y="14421"/>
                    <a:pt x="193721" y="13344"/>
                    <a:pt x="195070" y="12027"/>
                  </a:cubicBezTo>
                  <a:cubicBezTo>
                    <a:pt x="196598" y="10534"/>
                    <a:pt x="208840" y="22541"/>
                    <a:pt x="227557" y="43889"/>
                  </a:cubicBezTo>
                  <a:lnTo>
                    <a:pt x="257592" y="78146"/>
                  </a:lnTo>
                  <a:lnTo>
                    <a:pt x="261681" y="107593"/>
                  </a:lnTo>
                  <a:cubicBezTo>
                    <a:pt x="266251" y="140497"/>
                    <a:pt x="275208" y="248724"/>
                    <a:pt x="273489" y="250266"/>
                  </a:cubicBezTo>
                  <a:cubicBezTo>
                    <a:pt x="272881" y="250811"/>
                    <a:pt x="247989" y="252602"/>
                    <a:pt x="218174" y="254247"/>
                  </a:cubicBezTo>
                  <a:cubicBezTo>
                    <a:pt x="188358" y="255891"/>
                    <a:pt x="157947" y="257905"/>
                    <a:pt x="150594" y="258722"/>
                  </a:cubicBezTo>
                  <a:lnTo>
                    <a:pt x="137226" y="260208"/>
                  </a:lnTo>
                  <a:lnTo>
                    <a:pt x="136396" y="251544"/>
                  </a:lnTo>
                  <a:close/>
                </a:path>
              </a:pathLst>
            </a:custGeom>
            <a:solidFill>
              <a:srgbClr val="B9B9B9"/>
            </a:solidFill>
            <a:ln w="5163" cap="flat">
              <a:noFill/>
              <a:prstDash val="solid"/>
              <a:miter/>
            </a:ln>
          </p:spPr>
          <p:txBody>
            <a:bodyPr/>
            <a:lstStyle/>
            <a:p>
              <a:endParaRPr lang="es-419" noProof="0" dirty="0"/>
            </a:p>
          </p:txBody>
        </p:sp>
        <p:sp>
          <p:nvSpPr>
            <p:cNvPr id="70" name="Forma libre: forma 69">
              <a:extLst>
                <a:ext uri="{FF2B5EF4-FFF2-40B4-BE49-F238E27FC236}">
                  <a16:creationId xmlns:a16="http://schemas.microsoft.com/office/drawing/2014/main" id="{F9188EB0-D3B2-BB28-49F2-16D6076B7FD7}"/>
                </a:ext>
              </a:extLst>
            </p:cNvPr>
            <p:cNvSpPr/>
            <p:nvPr/>
          </p:nvSpPr>
          <p:spPr>
            <a:xfrm>
              <a:off x="2221969" y="2379232"/>
              <a:ext cx="29491" cy="17638"/>
            </a:xfrm>
            <a:custGeom>
              <a:avLst/>
              <a:gdLst>
                <a:gd name="csX0" fmla="*/ 10326 w 29491"/>
                <a:gd name="csY0" fmla="*/ 11251 h 17638"/>
                <a:gd name="csX1" fmla="*/ 23663 w 29491"/>
                <a:gd name="csY1" fmla="*/ 4783 h 17638"/>
                <a:gd name="csX2" fmla="*/ 27977 w 29491"/>
                <a:gd name="csY2" fmla="*/ 1475 h 17638"/>
                <a:gd name="csX3" fmla="*/ 29483 w 29491"/>
                <a:gd name="csY3" fmla="*/ 1025 h 17638"/>
                <a:gd name="csX4" fmla="*/ 8425 w 29491"/>
                <a:gd name="csY4" fmla="*/ 16751 h 17638"/>
                <a:gd name="csX5" fmla="*/ 0 w 29491"/>
                <a:gd name="csY5" fmla="*/ 17639 h 17638"/>
                <a:gd name="csX6" fmla="*/ 10326 w 29491"/>
                <a:gd name="csY6" fmla="*/ 11251 h 17638"/>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9491" h="17638">
                  <a:moveTo>
                    <a:pt x="10326" y="11251"/>
                  </a:moveTo>
                  <a:cubicBezTo>
                    <a:pt x="16005" y="7738"/>
                    <a:pt x="22007" y="4827"/>
                    <a:pt x="23663" y="4783"/>
                  </a:cubicBezTo>
                  <a:cubicBezTo>
                    <a:pt x="25320" y="4738"/>
                    <a:pt x="27261" y="3250"/>
                    <a:pt x="27977" y="1475"/>
                  </a:cubicBezTo>
                  <a:cubicBezTo>
                    <a:pt x="28693" y="-299"/>
                    <a:pt x="29371" y="-502"/>
                    <a:pt x="29483" y="1025"/>
                  </a:cubicBezTo>
                  <a:cubicBezTo>
                    <a:pt x="29861" y="6183"/>
                    <a:pt x="16907" y="15857"/>
                    <a:pt x="8425" y="16751"/>
                  </a:cubicBezTo>
                  <a:lnTo>
                    <a:pt x="0" y="17639"/>
                  </a:lnTo>
                  <a:lnTo>
                    <a:pt x="10326" y="11251"/>
                  </a:lnTo>
                  <a:close/>
                </a:path>
              </a:pathLst>
            </a:custGeom>
            <a:solidFill>
              <a:srgbClr val="B9B9B9"/>
            </a:solidFill>
            <a:ln w="5163" cap="flat">
              <a:noFill/>
              <a:prstDash val="solid"/>
              <a:miter/>
            </a:ln>
          </p:spPr>
          <p:txBody>
            <a:bodyPr/>
            <a:lstStyle/>
            <a:p>
              <a:endParaRPr lang="es-419" noProof="0" dirty="0"/>
            </a:p>
          </p:txBody>
        </p:sp>
      </p:grpSp>
      <p:sp>
        <p:nvSpPr>
          <p:cNvPr id="71" name="Forma libre: forma 70">
            <a:extLst>
              <a:ext uri="{FF2B5EF4-FFF2-40B4-BE49-F238E27FC236}">
                <a16:creationId xmlns:a16="http://schemas.microsoft.com/office/drawing/2014/main" id="{1A6F433D-68AA-03BF-E306-5F906B86F73A}"/>
              </a:ext>
            </a:extLst>
          </p:cNvPr>
          <p:cNvSpPr/>
          <p:nvPr/>
        </p:nvSpPr>
        <p:spPr>
          <a:xfrm>
            <a:off x="1574029" y="2346575"/>
            <a:ext cx="28491" cy="35790"/>
          </a:xfrm>
          <a:custGeom>
            <a:avLst/>
            <a:gdLst>
              <a:gd name="csX0" fmla="*/ 11768 w 28491"/>
              <a:gd name="csY0" fmla="*/ 34872 h 35790"/>
              <a:gd name="csX1" fmla="*/ 805 w 28491"/>
              <a:gd name="csY1" fmla="*/ 25413 h 35790"/>
              <a:gd name="csX2" fmla="*/ 7669 w 28491"/>
              <a:gd name="csY2" fmla="*/ 7571 h 35790"/>
              <a:gd name="csX3" fmla="*/ 18379 w 28491"/>
              <a:gd name="csY3" fmla="*/ 2738 h 35790"/>
              <a:gd name="csX4" fmla="*/ 23574 w 28491"/>
              <a:gd name="csY4" fmla="*/ 11696 h 35790"/>
              <a:gd name="csX5" fmla="*/ 28193 w 28491"/>
              <a:gd name="csY5" fmla="*/ 24987 h 35790"/>
              <a:gd name="csX6" fmla="*/ 11768 w 28491"/>
              <a:gd name="csY6" fmla="*/ 34872 h 35790"/>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8491" h="35790">
                <a:moveTo>
                  <a:pt x="11768" y="34872"/>
                </a:moveTo>
                <a:cubicBezTo>
                  <a:pt x="4464" y="33733"/>
                  <a:pt x="2519" y="32055"/>
                  <a:pt x="805" y="25413"/>
                </a:cubicBezTo>
                <a:cubicBezTo>
                  <a:pt x="-1017" y="18356"/>
                  <a:pt x="-153" y="16110"/>
                  <a:pt x="7669" y="7571"/>
                </a:cubicBezTo>
                <a:cubicBezTo>
                  <a:pt x="15700" y="-1197"/>
                  <a:pt x="16797" y="-1692"/>
                  <a:pt x="18379" y="2738"/>
                </a:cubicBezTo>
                <a:cubicBezTo>
                  <a:pt x="19348" y="5452"/>
                  <a:pt x="21686" y="9483"/>
                  <a:pt x="23574" y="11696"/>
                </a:cubicBezTo>
                <a:cubicBezTo>
                  <a:pt x="25461" y="13908"/>
                  <a:pt x="27540" y="19890"/>
                  <a:pt x="28193" y="24987"/>
                </a:cubicBezTo>
                <a:cubicBezTo>
                  <a:pt x="29539" y="35505"/>
                  <a:pt x="26717" y="37203"/>
                  <a:pt x="11768" y="34872"/>
                </a:cubicBezTo>
                <a:close/>
              </a:path>
            </a:pathLst>
          </a:custGeom>
          <a:solidFill>
            <a:srgbClr val="CCCCCC"/>
          </a:solidFill>
          <a:ln w="5163" cap="flat">
            <a:noFill/>
            <a:prstDash val="solid"/>
            <a:miter/>
          </a:ln>
        </p:spPr>
        <p:txBody>
          <a:bodyPr/>
          <a:lstStyle/>
          <a:p>
            <a:endParaRPr lang="es-419" noProof="0" dirty="0"/>
          </a:p>
        </p:txBody>
      </p:sp>
      <p:sp>
        <p:nvSpPr>
          <p:cNvPr id="72" name="Forma libre: forma 71">
            <a:extLst>
              <a:ext uri="{FF2B5EF4-FFF2-40B4-BE49-F238E27FC236}">
                <a16:creationId xmlns:a16="http://schemas.microsoft.com/office/drawing/2014/main" id="{9EB8684E-1BA6-53A2-0E7B-1FF75ED78F14}"/>
              </a:ext>
            </a:extLst>
          </p:cNvPr>
          <p:cNvSpPr/>
          <p:nvPr/>
        </p:nvSpPr>
        <p:spPr>
          <a:xfrm>
            <a:off x="1629800" y="2326596"/>
            <a:ext cx="82332" cy="45198"/>
          </a:xfrm>
          <a:custGeom>
            <a:avLst/>
            <a:gdLst>
              <a:gd name="csX0" fmla="*/ 35828 w 82332"/>
              <a:gd name="csY0" fmla="*/ 43172 h 45198"/>
              <a:gd name="csX1" fmla="*/ 20861 w 82332"/>
              <a:gd name="csY1" fmla="*/ 27939 h 45198"/>
              <a:gd name="csX2" fmla="*/ 6710 w 82332"/>
              <a:gd name="csY2" fmla="*/ 16733 h 45198"/>
              <a:gd name="csX3" fmla="*/ 200 w 82332"/>
              <a:gd name="csY3" fmla="*/ 11518 h 45198"/>
              <a:gd name="csX4" fmla="*/ 11960 w 82332"/>
              <a:gd name="csY4" fmla="*/ 5709 h 45198"/>
              <a:gd name="csX5" fmla="*/ 29437 w 82332"/>
              <a:gd name="csY5" fmla="*/ 2139 h 45198"/>
              <a:gd name="csX6" fmla="*/ 38320 w 82332"/>
              <a:gd name="csY6" fmla="*/ 692 h 45198"/>
              <a:gd name="csX7" fmla="*/ 49592 w 82332"/>
              <a:gd name="csY7" fmla="*/ 4355 h 45198"/>
              <a:gd name="csX8" fmla="*/ 61209 w 82332"/>
              <a:gd name="csY8" fmla="*/ 13550 h 45198"/>
              <a:gd name="csX9" fmla="*/ 68838 w 82332"/>
              <a:gd name="csY9" fmla="*/ 19970 h 45198"/>
              <a:gd name="csX10" fmla="*/ 82332 w 82332"/>
              <a:gd name="csY10" fmla="*/ 30233 h 45198"/>
              <a:gd name="csX11" fmla="*/ 75901 w 82332"/>
              <a:gd name="csY11" fmla="*/ 31524 h 45198"/>
              <a:gd name="csX12" fmla="*/ 66358 w 82332"/>
              <a:gd name="csY12" fmla="*/ 36506 h 45198"/>
              <a:gd name="csX13" fmla="*/ 58348 w 82332"/>
              <a:gd name="csY13" fmla="*/ 38866 h 45198"/>
              <a:gd name="csX14" fmla="*/ 47885 w 82332"/>
              <a:gd name="csY14" fmla="*/ 41425 h 45198"/>
              <a:gd name="csX15" fmla="*/ 35828 w 82332"/>
              <a:gd name="csY15" fmla="*/ 43172 h 4519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82332" h="45198">
                <a:moveTo>
                  <a:pt x="35828" y="43172"/>
                </a:moveTo>
                <a:cubicBezTo>
                  <a:pt x="32257" y="41284"/>
                  <a:pt x="25522" y="34429"/>
                  <a:pt x="20861" y="27939"/>
                </a:cubicBezTo>
                <a:cubicBezTo>
                  <a:pt x="14698" y="19357"/>
                  <a:pt x="10840" y="16301"/>
                  <a:pt x="6710" y="16733"/>
                </a:cubicBezTo>
                <a:cubicBezTo>
                  <a:pt x="2564" y="17166"/>
                  <a:pt x="809" y="15760"/>
                  <a:pt x="200" y="11518"/>
                </a:cubicBezTo>
                <a:cubicBezTo>
                  <a:pt x="-566" y="6174"/>
                  <a:pt x="375" y="5709"/>
                  <a:pt x="11960" y="5709"/>
                </a:cubicBezTo>
                <a:cubicBezTo>
                  <a:pt x="18887" y="5709"/>
                  <a:pt x="26751" y="4102"/>
                  <a:pt x="29437" y="2139"/>
                </a:cubicBezTo>
                <a:cubicBezTo>
                  <a:pt x="32427" y="-48"/>
                  <a:pt x="35871" y="-609"/>
                  <a:pt x="38320" y="692"/>
                </a:cubicBezTo>
                <a:cubicBezTo>
                  <a:pt x="40520" y="1860"/>
                  <a:pt x="45592" y="3509"/>
                  <a:pt x="49592" y="4355"/>
                </a:cubicBezTo>
                <a:cubicBezTo>
                  <a:pt x="53972" y="5282"/>
                  <a:pt x="58593" y="8940"/>
                  <a:pt x="61209" y="13550"/>
                </a:cubicBezTo>
                <a:cubicBezTo>
                  <a:pt x="63598" y="17761"/>
                  <a:pt x="67032" y="20650"/>
                  <a:pt x="68838" y="19970"/>
                </a:cubicBezTo>
                <a:cubicBezTo>
                  <a:pt x="71755" y="18872"/>
                  <a:pt x="82332" y="26917"/>
                  <a:pt x="82332" y="30233"/>
                </a:cubicBezTo>
                <a:cubicBezTo>
                  <a:pt x="82332" y="30943"/>
                  <a:pt x="79438" y="31524"/>
                  <a:pt x="75901" y="31524"/>
                </a:cubicBezTo>
                <a:cubicBezTo>
                  <a:pt x="72343" y="31524"/>
                  <a:pt x="68079" y="33750"/>
                  <a:pt x="66358" y="36506"/>
                </a:cubicBezTo>
                <a:cubicBezTo>
                  <a:pt x="63915" y="40418"/>
                  <a:pt x="62194" y="40925"/>
                  <a:pt x="58348" y="38866"/>
                </a:cubicBezTo>
                <a:cubicBezTo>
                  <a:pt x="54563" y="36841"/>
                  <a:pt x="52184" y="37422"/>
                  <a:pt x="47885" y="41425"/>
                </a:cubicBezTo>
                <a:cubicBezTo>
                  <a:pt x="42972" y="45999"/>
                  <a:pt x="41560" y="46204"/>
                  <a:pt x="35828" y="43172"/>
                </a:cubicBezTo>
                <a:close/>
              </a:path>
            </a:pathLst>
          </a:custGeom>
          <a:solidFill>
            <a:srgbClr val="B9B9B9"/>
          </a:solidFill>
          <a:ln w="5163" cap="flat">
            <a:noFill/>
            <a:prstDash val="solid"/>
            <a:miter/>
          </a:ln>
        </p:spPr>
        <p:txBody>
          <a:bodyPr/>
          <a:lstStyle/>
          <a:p>
            <a:endParaRPr lang="es-419" noProof="0" dirty="0"/>
          </a:p>
        </p:txBody>
      </p:sp>
      <p:sp>
        <p:nvSpPr>
          <p:cNvPr id="73" name="Forma libre: forma 72">
            <a:extLst>
              <a:ext uri="{FF2B5EF4-FFF2-40B4-BE49-F238E27FC236}">
                <a16:creationId xmlns:a16="http://schemas.microsoft.com/office/drawing/2014/main" id="{BDDF6BBA-6900-7688-326F-6956E6AD15E9}"/>
              </a:ext>
            </a:extLst>
          </p:cNvPr>
          <p:cNvSpPr/>
          <p:nvPr/>
        </p:nvSpPr>
        <p:spPr>
          <a:xfrm>
            <a:off x="1522864" y="2163021"/>
            <a:ext cx="166771" cy="166600"/>
          </a:xfrm>
          <a:custGeom>
            <a:avLst/>
            <a:gdLst>
              <a:gd name="csX0" fmla="*/ 112825 w 166771"/>
              <a:gd name="csY0" fmla="*/ 162186 h 166600"/>
              <a:gd name="csX1" fmla="*/ 93810 w 166771"/>
              <a:gd name="csY1" fmla="*/ 146052 h 166600"/>
              <a:gd name="csX2" fmla="*/ 80847 w 166771"/>
              <a:gd name="csY2" fmla="*/ 139517 h 166600"/>
              <a:gd name="csX3" fmla="*/ 77061 w 166771"/>
              <a:gd name="csY3" fmla="*/ 131529 h 166600"/>
              <a:gd name="csX4" fmla="*/ 56324 w 166771"/>
              <a:gd name="csY4" fmla="*/ 140503 h 166600"/>
              <a:gd name="csX5" fmla="*/ 40835 w 166771"/>
              <a:gd name="csY5" fmla="*/ 134435 h 166600"/>
              <a:gd name="csX6" fmla="*/ 25839 w 166771"/>
              <a:gd name="csY6" fmla="*/ 117575 h 166600"/>
              <a:gd name="csX7" fmla="*/ 603 w 166771"/>
              <a:gd name="csY7" fmla="*/ 103594 h 166600"/>
              <a:gd name="csX8" fmla="*/ 3427 w 166771"/>
              <a:gd name="csY8" fmla="*/ 92334 h 166600"/>
              <a:gd name="csX9" fmla="*/ 16980 w 166771"/>
              <a:gd name="csY9" fmla="*/ 76064 h 166600"/>
              <a:gd name="csX10" fmla="*/ 29744 w 166771"/>
              <a:gd name="csY10" fmla="*/ 65065 h 166600"/>
              <a:gd name="csX11" fmla="*/ 36843 w 166771"/>
              <a:gd name="csY11" fmla="*/ 46479 h 166600"/>
              <a:gd name="csX12" fmla="*/ 44707 w 166771"/>
              <a:gd name="csY12" fmla="*/ 28415 h 166600"/>
              <a:gd name="csX13" fmla="*/ 49507 w 166771"/>
              <a:gd name="csY13" fmla="*/ 27678 h 166600"/>
              <a:gd name="csX14" fmla="*/ 60947 w 166771"/>
              <a:gd name="csY14" fmla="*/ 25763 h 166600"/>
              <a:gd name="csX15" fmla="*/ 70323 w 166771"/>
              <a:gd name="csY15" fmla="*/ 14969 h 166600"/>
              <a:gd name="csX16" fmla="*/ 78890 w 166771"/>
              <a:gd name="csY16" fmla="*/ 12726 h 166600"/>
              <a:gd name="csX17" fmla="*/ 98544 w 166771"/>
              <a:gd name="csY17" fmla="*/ 17873 h 166600"/>
              <a:gd name="csX18" fmla="*/ 112369 w 166771"/>
              <a:gd name="csY18" fmla="*/ 19382 h 166600"/>
              <a:gd name="csX19" fmla="*/ 111333 w 166771"/>
              <a:gd name="csY19" fmla="*/ 10510 h 166600"/>
              <a:gd name="csX20" fmla="*/ 113560 w 166771"/>
              <a:gd name="csY20" fmla="*/ 387 h 166600"/>
              <a:gd name="csX21" fmla="*/ 117960 w 166771"/>
              <a:gd name="csY21" fmla="*/ 7843 h 166600"/>
              <a:gd name="csX22" fmla="*/ 132949 w 166771"/>
              <a:gd name="csY22" fmla="*/ 23283 h 166600"/>
              <a:gd name="csX23" fmla="*/ 137639 w 166771"/>
              <a:gd name="csY23" fmla="*/ 24249 h 166600"/>
              <a:gd name="csX24" fmla="*/ 142971 w 166771"/>
              <a:gd name="csY24" fmla="*/ 28097 h 166600"/>
              <a:gd name="csX25" fmla="*/ 144280 w 166771"/>
              <a:gd name="csY25" fmla="*/ 37270 h 166600"/>
              <a:gd name="csX26" fmla="*/ 141806 w 166771"/>
              <a:gd name="csY26" fmla="*/ 49084 h 166600"/>
              <a:gd name="csX27" fmla="*/ 134976 w 166771"/>
              <a:gd name="csY27" fmla="*/ 50495 h 166600"/>
              <a:gd name="csX28" fmla="*/ 125814 w 166771"/>
              <a:gd name="csY28" fmla="*/ 54367 h 166600"/>
              <a:gd name="csX29" fmla="*/ 117982 w 166771"/>
              <a:gd name="csY29" fmla="*/ 60864 h 166600"/>
              <a:gd name="csX30" fmla="*/ 114406 w 166771"/>
              <a:gd name="csY30" fmla="*/ 64736 h 166600"/>
              <a:gd name="csX31" fmla="*/ 118081 w 166771"/>
              <a:gd name="csY31" fmla="*/ 68608 h 166600"/>
              <a:gd name="csX32" fmla="*/ 117880 w 166771"/>
              <a:gd name="csY32" fmla="*/ 76375 h 166600"/>
              <a:gd name="csX33" fmla="*/ 120902 w 166771"/>
              <a:gd name="csY33" fmla="*/ 101250 h 166600"/>
              <a:gd name="csX34" fmla="*/ 146578 w 166771"/>
              <a:gd name="csY34" fmla="*/ 85070 h 166600"/>
              <a:gd name="csX35" fmla="*/ 165866 w 166771"/>
              <a:gd name="csY35" fmla="*/ 78619 h 166600"/>
              <a:gd name="csX36" fmla="*/ 158858 w 166771"/>
              <a:gd name="csY36" fmla="*/ 93393 h 166600"/>
              <a:gd name="csX37" fmla="*/ 145606 w 166771"/>
              <a:gd name="csY37" fmla="*/ 103389 h 166600"/>
              <a:gd name="csX38" fmla="*/ 146405 w 166771"/>
              <a:gd name="csY38" fmla="*/ 113844 h 166600"/>
              <a:gd name="csX39" fmla="*/ 151373 w 166771"/>
              <a:gd name="csY39" fmla="*/ 126271 h 166600"/>
              <a:gd name="csX40" fmla="*/ 146320 w 166771"/>
              <a:gd name="csY40" fmla="*/ 138511 h 166600"/>
              <a:gd name="csX41" fmla="*/ 142802 w 166771"/>
              <a:gd name="csY41" fmla="*/ 150216 h 166600"/>
              <a:gd name="csX42" fmla="*/ 135305 w 166771"/>
              <a:gd name="csY42" fmla="*/ 162275 h 166600"/>
              <a:gd name="csX43" fmla="*/ 112825 w 166771"/>
              <a:gd name="csY43" fmla="*/ 162186 h 1666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66771" h="166600">
                <a:moveTo>
                  <a:pt x="112825" y="162186"/>
                </a:moveTo>
                <a:cubicBezTo>
                  <a:pt x="107924" y="146593"/>
                  <a:pt x="107287" y="146052"/>
                  <a:pt x="93810" y="146052"/>
                </a:cubicBezTo>
                <a:cubicBezTo>
                  <a:pt x="81661" y="146052"/>
                  <a:pt x="80847" y="145641"/>
                  <a:pt x="80847" y="139517"/>
                </a:cubicBezTo>
                <a:cubicBezTo>
                  <a:pt x="80847" y="135923"/>
                  <a:pt x="79143" y="132329"/>
                  <a:pt x="77061" y="131529"/>
                </a:cubicBezTo>
                <a:cubicBezTo>
                  <a:pt x="70944" y="129182"/>
                  <a:pt x="59116" y="134300"/>
                  <a:pt x="56324" y="140503"/>
                </a:cubicBezTo>
                <a:cubicBezTo>
                  <a:pt x="52116" y="149848"/>
                  <a:pt x="43882" y="146622"/>
                  <a:pt x="40835" y="134435"/>
                </a:cubicBezTo>
                <a:cubicBezTo>
                  <a:pt x="37208" y="119926"/>
                  <a:pt x="35198" y="117667"/>
                  <a:pt x="25839" y="117575"/>
                </a:cubicBezTo>
                <a:cubicBezTo>
                  <a:pt x="16487" y="117484"/>
                  <a:pt x="-3740" y="106278"/>
                  <a:pt x="603" y="103594"/>
                </a:cubicBezTo>
                <a:cubicBezTo>
                  <a:pt x="2143" y="102641"/>
                  <a:pt x="3414" y="97575"/>
                  <a:pt x="3427" y="92334"/>
                </a:cubicBezTo>
                <a:cubicBezTo>
                  <a:pt x="3448" y="83428"/>
                  <a:pt x="4333" y="82366"/>
                  <a:pt x="16980" y="76064"/>
                </a:cubicBezTo>
                <a:cubicBezTo>
                  <a:pt x="26201" y="71468"/>
                  <a:pt x="30266" y="67966"/>
                  <a:pt x="29744" y="65065"/>
                </a:cubicBezTo>
                <a:cubicBezTo>
                  <a:pt x="29324" y="62724"/>
                  <a:pt x="32518" y="54360"/>
                  <a:pt x="36843" y="46479"/>
                </a:cubicBezTo>
                <a:cubicBezTo>
                  <a:pt x="41168" y="38598"/>
                  <a:pt x="44707" y="30469"/>
                  <a:pt x="44707" y="28415"/>
                </a:cubicBezTo>
                <a:cubicBezTo>
                  <a:pt x="44707" y="25420"/>
                  <a:pt x="45659" y="25274"/>
                  <a:pt x="49507" y="27678"/>
                </a:cubicBezTo>
                <a:cubicBezTo>
                  <a:pt x="53370" y="30090"/>
                  <a:pt x="55603" y="29716"/>
                  <a:pt x="60947" y="25763"/>
                </a:cubicBezTo>
                <a:cubicBezTo>
                  <a:pt x="64599" y="23062"/>
                  <a:pt x="68819" y="18205"/>
                  <a:pt x="70323" y="14969"/>
                </a:cubicBezTo>
                <a:cubicBezTo>
                  <a:pt x="72821" y="9600"/>
                  <a:pt x="73567" y="9404"/>
                  <a:pt x="78890" y="12726"/>
                </a:cubicBezTo>
                <a:cubicBezTo>
                  <a:pt x="82096" y="14727"/>
                  <a:pt x="90941" y="17044"/>
                  <a:pt x="98544" y="17873"/>
                </a:cubicBezTo>
                <a:lnTo>
                  <a:pt x="112369" y="19382"/>
                </a:lnTo>
                <a:lnTo>
                  <a:pt x="111333" y="10510"/>
                </a:lnTo>
                <a:cubicBezTo>
                  <a:pt x="110680" y="4917"/>
                  <a:pt x="111503" y="1176"/>
                  <a:pt x="113560" y="387"/>
                </a:cubicBezTo>
                <a:cubicBezTo>
                  <a:pt x="117812" y="-1245"/>
                  <a:pt x="120015" y="2488"/>
                  <a:pt x="117960" y="7843"/>
                </a:cubicBezTo>
                <a:cubicBezTo>
                  <a:pt x="115692" y="13753"/>
                  <a:pt x="126829" y="25225"/>
                  <a:pt x="132949" y="23283"/>
                </a:cubicBezTo>
                <a:cubicBezTo>
                  <a:pt x="135529" y="22464"/>
                  <a:pt x="137639" y="22899"/>
                  <a:pt x="137639" y="24249"/>
                </a:cubicBezTo>
                <a:cubicBezTo>
                  <a:pt x="137639" y="25599"/>
                  <a:pt x="140039" y="27330"/>
                  <a:pt x="142971" y="28097"/>
                </a:cubicBezTo>
                <a:cubicBezTo>
                  <a:pt x="148037" y="29422"/>
                  <a:pt x="148102" y="29879"/>
                  <a:pt x="144280" y="37270"/>
                </a:cubicBezTo>
                <a:cubicBezTo>
                  <a:pt x="142067" y="41548"/>
                  <a:pt x="140954" y="46864"/>
                  <a:pt x="141806" y="49084"/>
                </a:cubicBezTo>
                <a:cubicBezTo>
                  <a:pt x="143608" y="53779"/>
                  <a:pt x="141808" y="54151"/>
                  <a:pt x="134976" y="50495"/>
                </a:cubicBezTo>
                <a:cubicBezTo>
                  <a:pt x="130992" y="48362"/>
                  <a:pt x="129272" y="49089"/>
                  <a:pt x="125814" y="54367"/>
                </a:cubicBezTo>
                <a:cubicBezTo>
                  <a:pt x="123473" y="57940"/>
                  <a:pt x="119948" y="60864"/>
                  <a:pt x="117982" y="60864"/>
                </a:cubicBezTo>
                <a:cubicBezTo>
                  <a:pt x="116015" y="60864"/>
                  <a:pt x="114406" y="62606"/>
                  <a:pt x="114406" y="64736"/>
                </a:cubicBezTo>
                <a:cubicBezTo>
                  <a:pt x="114406" y="66866"/>
                  <a:pt x="116060" y="68608"/>
                  <a:pt x="118081" y="68608"/>
                </a:cubicBezTo>
                <a:cubicBezTo>
                  <a:pt x="121214" y="68608"/>
                  <a:pt x="121185" y="69751"/>
                  <a:pt x="117880" y="76375"/>
                </a:cubicBezTo>
                <a:cubicBezTo>
                  <a:pt x="113557" y="85043"/>
                  <a:pt x="115262" y="99086"/>
                  <a:pt x="120902" y="101250"/>
                </a:cubicBezTo>
                <a:cubicBezTo>
                  <a:pt x="125974" y="103196"/>
                  <a:pt x="134577" y="97775"/>
                  <a:pt x="146578" y="85070"/>
                </a:cubicBezTo>
                <a:cubicBezTo>
                  <a:pt x="158352" y="72606"/>
                  <a:pt x="161996" y="71387"/>
                  <a:pt x="165866" y="78619"/>
                </a:cubicBezTo>
                <a:cubicBezTo>
                  <a:pt x="167980" y="82568"/>
                  <a:pt x="166683" y="85304"/>
                  <a:pt x="158858" y="93393"/>
                </a:cubicBezTo>
                <a:cubicBezTo>
                  <a:pt x="153577" y="98853"/>
                  <a:pt x="147613" y="103351"/>
                  <a:pt x="145606" y="103389"/>
                </a:cubicBezTo>
                <a:cubicBezTo>
                  <a:pt x="139218" y="103509"/>
                  <a:pt x="139670" y="109432"/>
                  <a:pt x="146405" y="113844"/>
                </a:cubicBezTo>
                <a:cubicBezTo>
                  <a:pt x="151813" y="117388"/>
                  <a:pt x="152650" y="119482"/>
                  <a:pt x="151373" y="126271"/>
                </a:cubicBezTo>
                <a:cubicBezTo>
                  <a:pt x="150529" y="130761"/>
                  <a:pt x="148255" y="136269"/>
                  <a:pt x="146320" y="138511"/>
                </a:cubicBezTo>
                <a:cubicBezTo>
                  <a:pt x="144385" y="140752"/>
                  <a:pt x="142802" y="146020"/>
                  <a:pt x="142802" y="150216"/>
                </a:cubicBezTo>
                <a:cubicBezTo>
                  <a:pt x="142802" y="155900"/>
                  <a:pt x="140890" y="158975"/>
                  <a:pt x="135305" y="162275"/>
                </a:cubicBezTo>
                <a:cubicBezTo>
                  <a:pt x="125481" y="168078"/>
                  <a:pt x="114663" y="168035"/>
                  <a:pt x="112825" y="162186"/>
                </a:cubicBezTo>
                <a:close/>
              </a:path>
            </a:pathLst>
          </a:custGeom>
          <a:solidFill>
            <a:srgbClr val="B9B9B9"/>
          </a:solidFill>
          <a:ln w="5163" cap="flat">
            <a:noFill/>
            <a:prstDash val="solid"/>
            <a:miter/>
          </a:ln>
        </p:spPr>
        <p:txBody>
          <a:bodyPr/>
          <a:lstStyle/>
          <a:p>
            <a:endParaRPr lang="es-419" noProof="0" dirty="0"/>
          </a:p>
        </p:txBody>
      </p:sp>
      <p:sp>
        <p:nvSpPr>
          <p:cNvPr id="74" name="Forma libre: forma 73">
            <a:extLst>
              <a:ext uri="{FF2B5EF4-FFF2-40B4-BE49-F238E27FC236}">
                <a16:creationId xmlns:a16="http://schemas.microsoft.com/office/drawing/2014/main" id="{109A0A3B-F950-EBB9-0C32-AD899268F903}"/>
              </a:ext>
            </a:extLst>
          </p:cNvPr>
          <p:cNvSpPr/>
          <p:nvPr/>
        </p:nvSpPr>
        <p:spPr>
          <a:xfrm>
            <a:off x="1152549" y="1816032"/>
            <a:ext cx="278306" cy="369963"/>
          </a:xfrm>
          <a:custGeom>
            <a:avLst/>
            <a:gdLst>
              <a:gd name="csX0" fmla="*/ 34904 w 278306"/>
              <a:gd name="csY0" fmla="*/ 369743 h 369963"/>
              <a:gd name="csX1" fmla="*/ 30386 w 278306"/>
              <a:gd name="csY1" fmla="*/ 366534 h 369963"/>
              <a:gd name="csX2" fmla="*/ 24882 w 278306"/>
              <a:gd name="csY2" fmla="*/ 362569 h 369963"/>
              <a:gd name="csX3" fmla="*/ 21927 w 278306"/>
              <a:gd name="csY3" fmla="*/ 359169 h 369963"/>
              <a:gd name="csX4" fmla="*/ 27578 w 278306"/>
              <a:gd name="csY4" fmla="*/ 347996 h 369963"/>
              <a:gd name="csX5" fmla="*/ 35410 w 278306"/>
              <a:gd name="csY5" fmla="*/ 332463 h 369963"/>
              <a:gd name="csX6" fmla="*/ 46301 w 278306"/>
              <a:gd name="csY6" fmla="*/ 305733 h 369963"/>
              <a:gd name="csX7" fmla="*/ 51274 w 278306"/>
              <a:gd name="csY7" fmla="*/ 305469 h 369963"/>
              <a:gd name="csX8" fmla="*/ 85602 w 278306"/>
              <a:gd name="csY8" fmla="*/ 259605 h 369963"/>
              <a:gd name="csX9" fmla="*/ 77041 w 278306"/>
              <a:gd name="csY9" fmla="*/ 247151 h 369963"/>
              <a:gd name="csX10" fmla="*/ 56201 w 278306"/>
              <a:gd name="csY10" fmla="*/ 259540 h 369963"/>
              <a:gd name="csX11" fmla="*/ 43804 w 278306"/>
              <a:gd name="csY11" fmla="*/ 271918 h 369963"/>
              <a:gd name="csX12" fmla="*/ 42369 w 278306"/>
              <a:gd name="csY12" fmla="*/ 249815 h 369963"/>
              <a:gd name="csX13" fmla="*/ 41724 w 278306"/>
              <a:gd name="csY13" fmla="*/ 231013 h 369963"/>
              <a:gd name="csX14" fmla="*/ 29106 w 278306"/>
              <a:gd name="csY14" fmla="*/ 240028 h 369963"/>
              <a:gd name="csX15" fmla="*/ 22444 w 278306"/>
              <a:gd name="csY15" fmla="*/ 254379 h 369963"/>
              <a:gd name="csX16" fmla="*/ 24802 w 278306"/>
              <a:gd name="csY16" fmla="*/ 241025 h 369963"/>
              <a:gd name="csX17" fmla="*/ 33753 w 278306"/>
              <a:gd name="csY17" fmla="*/ 223416 h 369963"/>
              <a:gd name="csX18" fmla="*/ 20060 w 278306"/>
              <a:gd name="csY18" fmla="*/ 211002 h 369963"/>
              <a:gd name="csX19" fmla="*/ 12798 w 278306"/>
              <a:gd name="csY19" fmla="*/ 218762 h 369963"/>
              <a:gd name="csX20" fmla="*/ 14913 w 278306"/>
              <a:gd name="csY20" fmla="*/ 227151 h 369963"/>
              <a:gd name="csX21" fmla="*/ 17013 w 278306"/>
              <a:gd name="csY21" fmla="*/ 232960 h 369963"/>
              <a:gd name="csX22" fmla="*/ 9735 w 278306"/>
              <a:gd name="csY22" fmla="*/ 237857 h 369963"/>
              <a:gd name="csX23" fmla="*/ 1293 w 278306"/>
              <a:gd name="csY23" fmla="*/ 233984 h 369963"/>
              <a:gd name="csX24" fmla="*/ 5050 w 278306"/>
              <a:gd name="csY24" fmla="*/ 166825 h 369963"/>
              <a:gd name="csX25" fmla="*/ 13098 w 278306"/>
              <a:gd name="csY25" fmla="*/ 148470 h 369963"/>
              <a:gd name="csX26" fmla="*/ 17479 w 278306"/>
              <a:gd name="csY26" fmla="*/ 142324 h 369963"/>
              <a:gd name="csX27" fmla="*/ 23957 w 278306"/>
              <a:gd name="csY27" fmla="*/ 139382 h 369963"/>
              <a:gd name="csX28" fmla="*/ 29365 w 278306"/>
              <a:gd name="csY28" fmla="*/ 127120 h 369963"/>
              <a:gd name="csX29" fmla="*/ 37749 w 278306"/>
              <a:gd name="csY29" fmla="*/ 97729 h 369963"/>
              <a:gd name="csX30" fmla="*/ 49507 w 278306"/>
              <a:gd name="csY30" fmla="*/ 88122 h 369963"/>
              <a:gd name="csX31" fmla="*/ 58774 w 278306"/>
              <a:gd name="csY31" fmla="*/ 77796 h 369963"/>
              <a:gd name="csX32" fmla="*/ 64863 w 278306"/>
              <a:gd name="csY32" fmla="*/ 68721 h 369963"/>
              <a:gd name="csX33" fmla="*/ 80119 w 278306"/>
              <a:gd name="csY33" fmla="*/ 65404 h 369963"/>
              <a:gd name="csX34" fmla="*/ 105248 w 278306"/>
              <a:gd name="csY34" fmla="*/ 69057 h 369963"/>
              <a:gd name="csX35" fmla="*/ 132354 w 278306"/>
              <a:gd name="csY35" fmla="*/ 69793 h 369963"/>
              <a:gd name="csX36" fmla="*/ 147842 w 278306"/>
              <a:gd name="csY36" fmla="*/ 68392 h 369963"/>
              <a:gd name="csX37" fmla="*/ 148600 w 278306"/>
              <a:gd name="csY37" fmla="*/ 51194 h 369963"/>
              <a:gd name="csX38" fmla="*/ 143045 w 278306"/>
              <a:gd name="csY38" fmla="*/ 18458 h 369963"/>
              <a:gd name="csX39" fmla="*/ 138200 w 278306"/>
              <a:gd name="csY39" fmla="*/ 1452 h 369963"/>
              <a:gd name="csX40" fmla="*/ 176238 w 278306"/>
              <a:gd name="csY40" fmla="*/ 4099 h 369963"/>
              <a:gd name="csX41" fmla="*/ 200117 w 278306"/>
              <a:gd name="csY41" fmla="*/ 11594 h 369963"/>
              <a:gd name="csX42" fmla="*/ 208506 w 278306"/>
              <a:gd name="csY42" fmla="*/ 17328 h 369963"/>
              <a:gd name="csX43" fmla="*/ 213126 w 278306"/>
              <a:gd name="csY43" fmla="*/ 22327 h 369963"/>
              <a:gd name="csX44" fmla="*/ 220224 w 278306"/>
              <a:gd name="csY44" fmla="*/ 29184 h 369963"/>
              <a:gd name="csX45" fmla="*/ 234966 w 278306"/>
              <a:gd name="csY45" fmla="*/ 33975 h 369963"/>
              <a:gd name="csX46" fmla="*/ 247228 w 278306"/>
              <a:gd name="csY46" fmla="*/ 35904 h 369963"/>
              <a:gd name="csX47" fmla="*/ 256714 w 278306"/>
              <a:gd name="csY47" fmla="*/ 49191 h 369963"/>
              <a:gd name="csX48" fmla="*/ 272203 w 278306"/>
              <a:gd name="csY48" fmla="*/ 58184 h 369963"/>
              <a:gd name="csX49" fmla="*/ 271714 w 278306"/>
              <a:gd name="csY49" fmla="*/ 67589 h 369963"/>
              <a:gd name="csX50" fmla="*/ 263105 w 278306"/>
              <a:gd name="csY50" fmla="*/ 78504 h 369963"/>
              <a:gd name="csX51" fmla="*/ 254303 w 278306"/>
              <a:gd name="csY51" fmla="*/ 85750 h 369963"/>
              <a:gd name="csX52" fmla="*/ 246105 w 278306"/>
              <a:gd name="csY52" fmla="*/ 101699 h 369963"/>
              <a:gd name="csX53" fmla="*/ 227494 w 278306"/>
              <a:gd name="csY53" fmla="*/ 130702 h 369963"/>
              <a:gd name="csX54" fmla="*/ 183924 w 278306"/>
              <a:gd name="csY54" fmla="*/ 160034 h 369963"/>
              <a:gd name="csX55" fmla="*/ 153537 w 278306"/>
              <a:gd name="csY55" fmla="*/ 173778 h 369963"/>
              <a:gd name="csX56" fmla="*/ 157053 w 278306"/>
              <a:gd name="csY56" fmla="*/ 181528 h 369963"/>
              <a:gd name="csX57" fmla="*/ 160436 w 278306"/>
              <a:gd name="csY57" fmla="*/ 193225 h 369963"/>
              <a:gd name="csX58" fmla="*/ 180263 w 278306"/>
              <a:gd name="csY58" fmla="*/ 225950 h 369963"/>
              <a:gd name="csX59" fmla="*/ 194663 w 278306"/>
              <a:gd name="csY59" fmla="*/ 239264 h 369963"/>
              <a:gd name="csX60" fmla="*/ 204770 w 278306"/>
              <a:gd name="csY60" fmla="*/ 247088 h 369963"/>
              <a:gd name="csX61" fmla="*/ 210897 w 278306"/>
              <a:gd name="csY61" fmla="*/ 244424 h 369963"/>
              <a:gd name="csX62" fmla="*/ 229158 w 278306"/>
              <a:gd name="csY62" fmla="*/ 228391 h 369963"/>
              <a:gd name="csX63" fmla="*/ 234321 w 278306"/>
              <a:gd name="csY63" fmla="*/ 228442 h 369963"/>
              <a:gd name="csX64" fmla="*/ 234966 w 278306"/>
              <a:gd name="csY64" fmla="*/ 250091 h 369963"/>
              <a:gd name="csX65" fmla="*/ 235014 w 278306"/>
              <a:gd name="csY65" fmla="*/ 261191 h 369963"/>
              <a:gd name="csX66" fmla="*/ 230353 w 278306"/>
              <a:gd name="csY66" fmla="*/ 300578 h 369963"/>
              <a:gd name="csX67" fmla="*/ 224337 w 278306"/>
              <a:gd name="csY67" fmla="*/ 308123 h 369963"/>
              <a:gd name="csX68" fmla="*/ 215823 w 278306"/>
              <a:gd name="csY68" fmla="*/ 299799 h 369963"/>
              <a:gd name="csX69" fmla="*/ 202099 w 278306"/>
              <a:gd name="csY69" fmla="*/ 292094 h 369963"/>
              <a:gd name="csX70" fmla="*/ 185246 w 278306"/>
              <a:gd name="csY70" fmla="*/ 278805 h 369963"/>
              <a:gd name="csX71" fmla="*/ 173928 w 278306"/>
              <a:gd name="csY71" fmla="*/ 260086 h 369963"/>
              <a:gd name="csX72" fmla="*/ 159486 w 278306"/>
              <a:gd name="csY72" fmla="*/ 251642 h 369963"/>
              <a:gd name="csX73" fmla="*/ 135920 w 278306"/>
              <a:gd name="csY73" fmla="*/ 263292 h 369963"/>
              <a:gd name="csX74" fmla="*/ 128496 w 278306"/>
              <a:gd name="csY74" fmla="*/ 268428 h 369963"/>
              <a:gd name="csX75" fmla="*/ 118324 w 278306"/>
              <a:gd name="csY75" fmla="*/ 277403 h 369963"/>
              <a:gd name="csX76" fmla="*/ 102749 w 278306"/>
              <a:gd name="csY76" fmla="*/ 302843 h 369963"/>
              <a:gd name="csX77" fmla="*/ 111986 w 278306"/>
              <a:gd name="csY77" fmla="*/ 325389 h 369963"/>
              <a:gd name="csX78" fmla="*/ 124791 w 278306"/>
              <a:gd name="csY78" fmla="*/ 345325 h 369963"/>
              <a:gd name="csX79" fmla="*/ 112525 w 278306"/>
              <a:gd name="csY79" fmla="*/ 358252 h 369963"/>
              <a:gd name="csX80" fmla="*/ 61364 w 278306"/>
              <a:gd name="csY80" fmla="*/ 367059 h 369963"/>
              <a:gd name="csX81" fmla="*/ 45875 w 278306"/>
              <a:gd name="csY81" fmla="*/ 368630 h 369963"/>
              <a:gd name="csX82" fmla="*/ 34904 w 278306"/>
              <a:gd name="csY82" fmla="*/ 369743 h 3699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Lst>
            <a:rect l="l" t="t" r="r" b="b"/>
            <a:pathLst>
              <a:path w="278306" h="369963">
                <a:moveTo>
                  <a:pt x="34904" y="369743"/>
                </a:moveTo>
                <a:cubicBezTo>
                  <a:pt x="32419" y="369198"/>
                  <a:pt x="30386" y="367754"/>
                  <a:pt x="30386" y="366534"/>
                </a:cubicBezTo>
                <a:cubicBezTo>
                  <a:pt x="30386" y="365314"/>
                  <a:pt x="27909" y="363530"/>
                  <a:pt x="24882" y="362569"/>
                </a:cubicBezTo>
                <a:cubicBezTo>
                  <a:pt x="21855" y="361609"/>
                  <a:pt x="20525" y="360078"/>
                  <a:pt x="21927" y="359169"/>
                </a:cubicBezTo>
                <a:cubicBezTo>
                  <a:pt x="23328" y="358259"/>
                  <a:pt x="25871" y="353231"/>
                  <a:pt x="27578" y="347996"/>
                </a:cubicBezTo>
                <a:cubicBezTo>
                  <a:pt x="29284" y="342760"/>
                  <a:pt x="32809" y="335771"/>
                  <a:pt x="35410" y="332463"/>
                </a:cubicBezTo>
                <a:cubicBezTo>
                  <a:pt x="41776" y="324371"/>
                  <a:pt x="48428" y="308044"/>
                  <a:pt x="46301" y="305733"/>
                </a:cubicBezTo>
                <a:cubicBezTo>
                  <a:pt x="45357" y="304708"/>
                  <a:pt x="47595" y="304589"/>
                  <a:pt x="51274" y="305469"/>
                </a:cubicBezTo>
                <a:cubicBezTo>
                  <a:pt x="65489" y="308870"/>
                  <a:pt x="84946" y="282874"/>
                  <a:pt x="85602" y="259605"/>
                </a:cubicBezTo>
                <a:cubicBezTo>
                  <a:pt x="85868" y="250143"/>
                  <a:pt x="85296" y="249310"/>
                  <a:pt x="77041" y="247151"/>
                </a:cubicBezTo>
                <a:cubicBezTo>
                  <a:pt x="64390" y="243842"/>
                  <a:pt x="56201" y="248710"/>
                  <a:pt x="56201" y="259540"/>
                </a:cubicBezTo>
                <a:cubicBezTo>
                  <a:pt x="56201" y="269382"/>
                  <a:pt x="51616" y="273960"/>
                  <a:pt x="43804" y="271918"/>
                </a:cubicBezTo>
                <a:cubicBezTo>
                  <a:pt x="37009" y="270141"/>
                  <a:pt x="36944" y="269149"/>
                  <a:pt x="42369" y="249815"/>
                </a:cubicBezTo>
                <a:cubicBezTo>
                  <a:pt x="46434" y="235327"/>
                  <a:pt x="46408" y="234559"/>
                  <a:pt x="41724" y="231013"/>
                </a:cubicBezTo>
                <a:cubicBezTo>
                  <a:pt x="34464" y="225517"/>
                  <a:pt x="33758" y="226021"/>
                  <a:pt x="29106" y="240028"/>
                </a:cubicBezTo>
                <a:cubicBezTo>
                  <a:pt x="26753" y="247111"/>
                  <a:pt x="23756" y="253568"/>
                  <a:pt x="22444" y="254379"/>
                </a:cubicBezTo>
                <a:cubicBezTo>
                  <a:pt x="19454" y="256227"/>
                  <a:pt x="19357" y="256781"/>
                  <a:pt x="24802" y="241025"/>
                </a:cubicBezTo>
                <a:cubicBezTo>
                  <a:pt x="27318" y="233748"/>
                  <a:pt x="31345" y="225823"/>
                  <a:pt x="33753" y="223416"/>
                </a:cubicBezTo>
                <a:cubicBezTo>
                  <a:pt x="41536" y="215633"/>
                  <a:pt x="38403" y="212792"/>
                  <a:pt x="20060" y="211002"/>
                </a:cubicBezTo>
                <a:cubicBezTo>
                  <a:pt x="14508" y="210460"/>
                  <a:pt x="13494" y="211544"/>
                  <a:pt x="12798" y="218762"/>
                </a:cubicBezTo>
                <a:cubicBezTo>
                  <a:pt x="12315" y="223766"/>
                  <a:pt x="13169" y="227151"/>
                  <a:pt x="14913" y="227151"/>
                </a:cubicBezTo>
                <a:cubicBezTo>
                  <a:pt x="16522" y="227151"/>
                  <a:pt x="17467" y="229765"/>
                  <a:pt x="17013" y="232960"/>
                </a:cubicBezTo>
                <a:cubicBezTo>
                  <a:pt x="16365" y="237521"/>
                  <a:pt x="14803" y="238572"/>
                  <a:pt x="9735" y="237857"/>
                </a:cubicBezTo>
                <a:cubicBezTo>
                  <a:pt x="6185" y="237355"/>
                  <a:pt x="2386" y="235613"/>
                  <a:pt x="1293" y="233984"/>
                </a:cubicBezTo>
                <a:cubicBezTo>
                  <a:pt x="-1682" y="229553"/>
                  <a:pt x="858" y="184145"/>
                  <a:pt x="5050" y="166825"/>
                </a:cubicBezTo>
                <a:cubicBezTo>
                  <a:pt x="7067" y="158491"/>
                  <a:pt x="10689" y="150232"/>
                  <a:pt x="13098" y="148470"/>
                </a:cubicBezTo>
                <a:cubicBezTo>
                  <a:pt x="15508" y="146708"/>
                  <a:pt x="17479" y="143943"/>
                  <a:pt x="17479" y="142324"/>
                </a:cubicBezTo>
                <a:cubicBezTo>
                  <a:pt x="17479" y="140706"/>
                  <a:pt x="20394" y="139382"/>
                  <a:pt x="23957" y="139382"/>
                </a:cubicBezTo>
                <a:cubicBezTo>
                  <a:pt x="30115" y="139382"/>
                  <a:pt x="30383" y="138776"/>
                  <a:pt x="29365" y="127120"/>
                </a:cubicBezTo>
                <a:cubicBezTo>
                  <a:pt x="27807" y="109281"/>
                  <a:pt x="29957" y="101744"/>
                  <a:pt x="37749" y="97729"/>
                </a:cubicBezTo>
                <a:cubicBezTo>
                  <a:pt x="41508" y="95792"/>
                  <a:pt x="46799" y="91468"/>
                  <a:pt x="49507" y="88122"/>
                </a:cubicBezTo>
                <a:cubicBezTo>
                  <a:pt x="52214" y="84775"/>
                  <a:pt x="56385" y="80128"/>
                  <a:pt x="58774" y="77796"/>
                </a:cubicBezTo>
                <a:cubicBezTo>
                  <a:pt x="61163" y="75463"/>
                  <a:pt x="63903" y="71380"/>
                  <a:pt x="64863" y="68721"/>
                </a:cubicBezTo>
                <a:cubicBezTo>
                  <a:pt x="66368" y="64550"/>
                  <a:pt x="68459" y="64095"/>
                  <a:pt x="80119" y="65404"/>
                </a:cubicBezTo>
                <a:cubicBezTo>
                  <a:pt x="87551" y="66238"/>
                  <a:pt x="98859" y="67882"/>
                  <a:pt x="105248" y="69057"/>
                </a:cubicBezTo>
                <a:cubicBezTo>
                  <a:pt x="111637" y="70233"/>
                  <a:pt x="123835" y="70564"/>
                  <a:pt x="132354" y="69793"/>
                </a:cubicBezTo>
                <a:lnTo>
                  <a:pt x="147842" y="68392"/>
                </a:lnTo>
                <a:lnTo>
                  <a:pt x="148600" y="51194"/>
                </a:lnTo>
                <a:cubicBezTo>
                  <a:pt x="149196" y="37679"/>
                  <a:pt x="148006" y="30668"/>
                  <a:pt x="143045" y="18458"/>
                </a:cubicBezTo>
                <a:cubicBezTo>
                  <a:pt x="139573" y="9912"/>
                  <a:pt x="137392" y="2259"/>
                  <a:pt x="138200" y="1452"/>
                </a:cubicBezTo>
                <a:cubicBezTo>
                  <a:pt x="141102" y="-1451"/>
                  <a:pt x="166125" y="290"/>
                  <a:pt x="176238" y="4099"/>
                </a:cubicBezTo>
                <a:cubicBezTo>
                  <a:pt x="189419" y="9062"/>
                  <a:pt x="190086" y="9272"/>
                  <a:pt x="200117" y="11594"/>
                </a:cubicBezTo>
                <a:cubicBezTo>
                  <a:pt x="204892" y="12700"/>
                  <a:pt x="208506" y="15170"/>
                  <a:pt x="208506" y="17328"/>
                </a:cubicBezTo>
                <a:cubicBezTo>
                  <a:pt x="208506" y="19413"/>
                  <a:pt x="210585" y="21662"/>
                  <a:pt x="213126" y="22327"/>
                </a:cubicBezTo>
                <a:cubicBezTo>
                  <a:pt x="215666" y="22991"/>
                  <a:pt x="218861" y="26077"/>
                  <a:pt x="220224" y="29184"/>
                </a:cubicBezTo>
                <a:cubicBezTo>
                  <a:pt x="222363" y="34057"/>
                  <a:pt x="224390" y="34715"/>
                  <a:pt x="234966" y="33975"/>
                </a:cubicBezTo>
                <a:cubicBezTo>
                  <a:pt x="242553" y="33444"/>
                  <a:pt x="247228" y="34179"/>
                  <a:pt x="247228" y="35904"/>
                </a:cubicBezTo>
                <a:cubicBezTo>
                  <a:pt x="247228" y="37437"/>
                  <a:pt x="251497" y="43416"/>
                  <a:pt x="256714" y="49191"/>
                </a:cubicBezTo>
                <a:cubicBezTo>
                  <a:pt x="264193" y="57469"/>
                  <a:pt x="267470" y="59372"/>
                  <a:pt x="272203" y="58184"/>
                </a:cubicBezTo>
                <a:cubicBezTo>
                  <a:pt x="280616" y="56072"/>
                  <a:pt x="280219" y="63714"/>
                  <a:pt x="271714" y="67589"/>
                </a:cubicBezTo>
                <a:cubicBezTo>
                  <a:pt x="267863" y="69343"/>
                  <a:pt x="264361" y="73784"/>
                  <a:pt x="263105" y="78504"/>
                </a:cubicBezTo>
                <a:cubicBezTo>
                  <a:pt x="261351" y="85098"/>
                  <a:pt x="259842" y="86340"/>
                  <a:pt x="254303" y="85750"/>
                </a:cubicBezTo>
                <a:cubicBezTo>
                  <a:pt x="246592" y="84928"/>
                  <a:pt x="243436" y="91067"/>
                  <a:pt x="246105" y="101699"/>
                </a:cubicBezTo>
                <a:cubicBezTo>
                  <a:pt x="247533" y="107389"/>
                  <a:pt x="244867" y="111544"/>
                  <a:pt x="227494" y="130702"/>
                </a:cubicBezTo>
                <a:cubicBezTo>
                  <a:pt x="207371" y="152893"/>
                  <a:pt x="196764" y="160034"/>
                  <a:pt x="183924" y="160034"/>
                </a:cubicBezTo>
                <a:cubicBezTo>
                  <a:pt x="175394" y="160034"/>
                  <a:pt x="155328" y="169109"/>
                  <a:pt x="153537" y="173778"/>
                </a:cubicBezTo>
                <a:cubicBezTo>
                  <a:pt x="152784" y="175740"/>
                  <a:pt x="154366" y="179227"/>
                  <a:pt x="157053" y="181528"/>
                </a:cubicBezTo>
                <a:cubicBezTo>
                  <a:pt x="160618" y="184580"/>
                  <a:pt x="161532" y="187741"/>
                  <a:pt x="160436" y="193225"/>
                </a:cubicBezTo>
                <a:cubicBezTo>
                  <a:pt x="158065" y="205081"/>
                  <a:pt x="165477" y="217314"/>
                  <a:pt x="180263" y="225950"/>
                </a:cubicBezTo>
                <a:cubicBezTo>
                  <a:pt x="187814" y="230360"/>
                  <a:pt x="193823" y="235916"/>
                  <a:pt x="194663" y="239264"/>
                </a:cubicBezTo>
                <a:cubicBezTo>
                  <a:pt x="196711" y="247420"/>
                  <a:pt x="202826" y="252154"/>
                  <a:pt x="204770" y="247088"/>
                </a:cubicBezTo>
                <a:cubicBezTo>
                  <a:pt x="205617" y="244882"/>
                  <a:pt x="208258" y="243734"/>
                  <a:pt x="210897" y="244424"/>
                </a:cubicBezTo>
                <a:cubicBezTo>
                  <a:pt x="216566" y="245906"/>
                  <a:pt x="229158" y="234851"/>
                  <a:pt x="229158" y="228391"/>
                </a:cubicBezTo>
                <a:cubicBezTo>
                  <a:pt x="229158" y="223967"/>
                  <a:pt x="229378" y="223969"/>
                  <a:pt x="234321" y="228442"/>
                </a:cubicBezTo>
                <a:cubicBezTo>
                  <a:pt x="240730" y="234242"/>
                  <a:pt x="241099" y="246636"/>
                  <a:pt x="234966" y="250091"/>
                </a:cubicBezTo>
                <a:cubicBezTo>
                  <a:pt x="230667" y="252513"/>
                  <a:pt x="230669" y="253050"/>
                  <a:pt x="235014" y="261191"/>
                </a:cubicBezTo>
                <a:cubicBezTo>
                  <a:pt x="240871" y="272165"/>
                  <a:pt x="238755" y="290041"/>
                  <a:pt x="230353" y="300578"/>
                </a:cubicBezTo>
                <a:lnTo>
                  <a:pt x="224337" y="308123"/>
                </a:lnTo>
                <a:lnTo>
                  <a:pt x="215823" y="299799"/>
                </a:lnTo>
                <a:cubicBezTo>
                  <a:pt x="210927" y="295013"/>
                  <a:pt x="205095" y="291738"/>
                  <a:pt x="202099" y="292094"/>
                </a:cubicBezTo>
                <a:cubicBezTo>
                  <a:pt x="194035" y="293052"/>
                  <a:pt x="185277" y="286146"/>
                  <a:pt x="185246" y="278805"/>
                </a:cubicBezTo>
                <a:cubicBezTo>
                  <a:pt x="185229" y="274767"/>
                  <a:pt x="180965" y="267715"/>
                  <a:pt x="173928" y="260086"/>
                </a:cubicBezTo>
                <a:cubicBezTo>
                  <a:pt x="164333" y="249682"/>
                  <a:pt x="162165" y="248415"/>
                  <a:pt x="159486" y="251642"/>
                </a:cubicBezTo>
                <a:cubicBezTo>
                  <a:pt x="155362" y="256612"/>
                  <a:pt x="141849" y="263292"/>
                  <a:pt x="135920" y="263292"/>
                </a:cubicBezTo>
                <a:cubicBezTo>
                  <a:pt x="133348" y="263292"/>
                  <a:pt x="130007" y="265603"/>
                  <a:pt x="128496" y="268428"/>
                </a:cubicBezTo>
                <a:cubicBezTo>
                  <a:pt x="126984" y="271253"/>
                  <a:pt x="122406" y="275292"/>
                  <a:pt x="118324" y="277403"/>
                </a:cubicBezTo>
                <a:cubicBezTo>
                  <a:pt x="105333" y="284120"/>
                  <a:pt x="102661" y="288486"/>
                  <a:pt x="102749" y="302843"/>
                </a:cubicBezTo>
                <a:cubicBezTo>
                  <a:pt x="102826" y="315405"/>
                  <a:pt x="106784" y="325066"/>
                  <a:pt x="111986" y="325389"/>
                </a:cubicBezTo>
                <a:cubicBezTo>
                  <a:pt x="116589" y="325676"/>
                  <a:pt x="126252" y="340721"/>
                  <a:pt x="124791" y="345325"/>
                </a:cubicBezTo>
                <a:cubicBezTo>
                  <a:pt x="123983" y="347870"/>
                  <a:pt x="118463" y="353688"/>
                  <a:pt x="112525" y="358252"/>
                </a:cubicBezTo>
                <a:cubicBezTo>
                  <a:pt x="101535" y="366699"/>
                  <a:pt x="89725" y="368732"/>
                  <a:pt x="61364" y="367059"/>
                </a:cubicBezTo>
                <a:cubicBezTo>
                  <a:pt x="56394" y="366766"/>
                  <a:pt x="49424" y="367473"/>
                  <a:pt x="45875" y="368630"/>
                </a:cubicBezTo>
                <a:cubicBezTo>
                  <a:pt x="42325" y="369787"/>
                  <a:pt x="37388" y="370288"/>
                  <a:pt x="34904" y="369743"/>
                </a:cubicBezTo>
                <a:close/>
              </a:path>
            </a:pathLst>
          </a:custGeom>
          <a:solidFill>
            <a:srgbClr val="B9B9B9"/>
          </a:solidFill>
          <a:ln w="5163" cap="flat">
            <a:noFill/>
            <a:prstDash val="solid"/>
            <a:miter/>
          </a:ln>
        </p:spPr>
        <p:txBody>
          <a:bodyPr/>
          <a:lstStyle/>
          <a:p>
            <a:endParaRPr lang="es-419" noProof="0" dirty="0"/>
          </a:p>
        </p:txBody>
      </p:sp>
      <p:grpSp>
        <p:nvGrpSpPr>
          <p:cNvPr id="75" name="Gráfico 39">
            <a:extLst>
              <a:ext uri="{FF2B5EF4-FFF2-40B4-BE49-F238E27FC236}">
                <a16:creationId xmlns:a16="http://schemas.microsoft.com/office/drawing/2014/main" id="{2AA4367F-C07A-CF59-2AC3-26CB57B11E19}"/>
              </a:ext>
            </a:extLst>
          </p:cNvPr>
          <p:cNvGrpSpPr/>
          <p:nvPr/>
        </p:nvGrpSpPr>
        <p:grpSpPr>
          <a:xfrm>
            <a:off x="1634957" y="2069316"/>
            <a:ext cx="438046" cy="474569"/>
            <a:chOff x="1634957" y="2069316"/>
            <a:chExt cx="438046" cy="474569"/>
          </a:xfrm>
        </p:grpSpPr>
        <p:sp>
          <p:nvSpPr>
            <p:cNvPr id="76" name="Forma libre: forma 75">
              <a:extLst>
                <a:ext uri="{FF2B5EF4-FFF2-40B4-BE49-F238E27FC236}">
                  <a16:creationId xmlns:a16="http://schemas.microsoft.com/office/drawing/2014/main" id="{7A398659-F538-7D87-8BDA-4A48B729D788}"/>
                </a:ext>
              </a:extLst>
            </p:cNvPr>
            <p:cNvSpPr/>
            <p:nvPr/>
          </p:nvSpPr>
          <p:spPr>
            <a:xfrm>
              <a:off x="1634957" y="2069316"/>
              <a:ext cx="438046" cy="474569"/>
            </a:xfrm>
            <a:custGeom>
              <a:avLst/>
              <a:gdLst>
                <a:gd name="csX0" fmla="*/ 332739 w 438046"/>
                <a:gd name="csY0" fmla="*/ 469202 h 474569"/>
                <a:gd name="csX1" fmla="*/ 324349 w 438046"/>
                <a:gd name="csY1" fmla="*/ 460541 h 474569"/>
                <a:gd name="csX2" fmla="*/ 306954 w 438046"/>
                <a:gd name="csY2" fmla="*/ 447652 h 474569"/>
                <a:gd name="csX3" fmla="*/ 301522 w 438046"/>
                <a:gd name="csY3" fmla="*/ 436095 h 474569"/>
                <a:gd name="csX4" fmla="*/ 298287 w 438046"/>
                <a:gd name="csY4" fmla="*/ 425621 h 474569"/>
                <a:gd name="csX5" fmla="*/ 291436 w 438046"/>
                <a:gd name="csY5" fmla="*/ 429493 h 474569"/>
                <a:gd name="csX6" fmla="*/ 284162 w 438046"/>
                <a:gd name="csY6" fmla="*/ 433365 h 474569"/>
                <a:gd name="csX7" fmla="*/ 273181 w 438046"/>
                <a:gd name="csY7" fmla="*/ 439996 h 474569"/>
                <a:gd name="csX8" fmla="*/ 246542 w 438046"/>
                <a:gd name="csY8" fmla="*/ 415677 h 474569"/>
                <a:gd name="csX9" fmla="*/ 247543 w 438046"/>
                <a:gd name="csY9" fmla="*/ 398488 h 474569"/>
                <a:gd name="csX10" fmla="*/ 227242 w 438046"/>
                <a:gd name="csY10" fmla="*/ 385770 h 474569"/>
                <a:gd name="csX11" fmla="*/ 216574 w 438046"/>
                <a:gd name="csY11" fmla="*/ 384267 h 474569"/>
                <a:gd name="csX12" fmla="*/ 211411 w 438046"/>
                <a:gd name="csY12" fmla="*/ 381736 h 474569"/>
                <a:gd name="csX13" fmla="*/ 206248 w 438046"/>
                <a:gd name="csY13" fmla="*/ 377864 h 474569"/>
                <a:gd name="csX14" fmla="*/ 201085 w 438046"/>
                <a:gd name="csY14" fmla="*/ 368829 h 474569"/>
                <a:gd name="csX15" fmla="*/ 195840 w 438046"/>
                <a:gd name="csY15" fmla="*/ 360439 h 474569"/>
                <a:gd name="csX16" fmla="*/ 179383 w 438046"/>
                <a:gd name="csY16" fmla="*/ 344572 h 474569"/>
                <a:gd name="csX17" fmla="*/ 166056 w 438046"/>
                <a:gd name="csY17" fmla="*/ 347532 h 474569"/>
                <a:gd name="csX18" fmla="*/ 162127 w 438046"/>
                <a:gd name="csY18" fmla="*/ 363514 h 474569"/>
                <a:gd name="csX19" fmla="*/ 156676 w 438046"/>
                <a:gd name="csY19" fmla="*/ 372397 h 474569"/>
                <a:gd name="csX20" fmla="*/ 152333 w 438046"/>
                <a:gd name="csY20" fmla="*/ 366640 h 474569"/>
                <a:gd name="csX21" fmla="*/ 138487 w 438046"/>
                <a:gd name="csY21" fmla="*/ 364853 h 474569"/>
                <a:gd name="csX22" fmla="*/ 126312 w 438046"/>
                <a:gd name="csY22" fmla="*/ 363833 h 474569"/>
                <a:gd name="csX23" fmla="*/ 123641 w 438046"/>
                <a:gd name="csY23" fmla="*/ 355006 h 474569"/>
                <a:gd name="csX24" fmla="*/ 115723 w 438046"/>
                <a:gd name="csY24" fmla="*/ 349430 h 474569"/>
                <a:gd name="csX25" fmla="*/ 110493 w 438046"/>
                <a:gd name="csY25" fmla="*/ 333027 h 474569"/>
                <a:gd name="csX26" fmla="*/ 115897 w 438046"/>
                <a:gd name="csY26" fmla="*/ 317692 h 474569"/>
                <a:gd name="csX27" fmla="*/ 126868 w 438046"/>
                <a:gd name="csY27" fmla="*/ 306474 h 474569"/>
                <a:gd name="csX28" fmla="*/ 128005 w 438046"/>
                <a:gd name="csY28" fmla="*/ 290864 h 474569"/>
                <a:gd name="csX29" fmla="*/ 107467 w 438046"/>
                <a:gd name="csY29" fmla="*/ 276906 h 474569"/>
                <a:gd name="csX30" fmla="*/ 125531 w 438046"/>
                <a:gd name="csY30" fmla="*/ 228226 h 474569"/>
                <a:gd name="csX31" fmla="*/ 128516 w 438046"/>
                <a:gd name="csY31" fmla="*/ 218872 h 474569"/>
                <a:gd name="csX32" fmla="*/ 122054 w 438046"/>
                <a:gd name="csY32" fmla="*/ 216563 h 474569"/>
                <a:gd name="csX33" fmla="*/ 112602 w 438046"/>
                <a:gd name="csY33" fmla="*/ 211354 h 474569"/>
                <a:gd name="csX34" fmla="*/ 97827 w 438046"/>
                <a:gd name="csY34" fmla="*/ 212411 h 474569"/>
                <a:gd name="csX35" fmla="*/ 87566 w 438046"/>
                <a:gd name="csY35" fmla="*/ 216588 h 474569"/>
                <a:gd name="csX36" fmla="*/ 80430 w 438046"/>
                <a:gd name="csY36" fmla="*/ 211038 h 474569"/>
                <a:gd name="csX37" fmla="*/ 79784 w 438046"/>
                <a:gd name="csY37" fmla="*/ 198453 h 474569"/>
                <a:gd name="csX38" fmla="*/ 82015 w 438046"/>
                <a:gd name="csY38" fmla="*/ 188949 h 474569"/>
                <a:gd name="csX39" fmla="*/ 89966 w 438046"/>
                <a:gd name="csY39" fmla="*/ 185629 h 474569"/>
                <a:gd name="csX40" fmla="*/ 87641 w 438046"/>
                <a:gd name="csY40" fmla="*/ 169636 h 474569"/>
                <a:gd name="csX41" fmla="*/ 79292 w 438046"/>
                <a:gd name="csY41" fmla="*/ 156728 h 474569"/>
                <a:gd name="csX42" fmla="*/ 72462 w 438046"/>
                <a:gd name="csY42" fmla="*/ 148956 h 474569"/>
                <a:gd name="csX43" fmla="*/ 56524 w 438046"/>
                <a:gd name="csY43" fmla="*/ 163920 h 474569"/>
                <a:gd name="csX44" fmla="*/ 52658 w 438046"/>
                <a:gd name="csY44" fmla="*/ 164900 h 474569"/>
                <a:gd name="csX45" fmla="*/ 39697 w 438046"/>
                <a:gd name="csY45" fmla="*/ 168628 h 474569"/>
                <a:gd name="csX46" fmla="*/ 26748 w 438046"/>
                <a:gd name="csY46" fmla="*/ 181448 h 474569"/>
                <a:gd name="csX47" fmla="*/ 16403 w 438046"/>
                <a:gd name="csY47" fmla="*/ 190289 h 474569"/>
                <a:gd name="csX48" fmla="*/ 7343 w 438046"/>
                <a:gd name="csY48" fmla="*/ 186486 h 474569"/>
                <a:gd name="csX49" fmla="*/ 9965 w 438046"/>
                <a:gd name="csY49" fmla="*/ 170925 h 474569"/>
                <a:gd name="csX50" fmla="*/ 15158 w 438046"/>
                <a:gd name="csY50" fmla="*/ 162124 h 474569"/>
                <a:gd name="csX51" fmla="*/ 9381 w 438046"/>
                <a:gd name="csY51" fmla="*/ 159801 h 474569"/>
                <a:gd name="csX52" fmla="*/ 7807 w 438046"/>
                <a:gd name="csY52" fmla="*/ 157314 h 474569"/>
                <a:gd name="csX53" fmla="*/ 15681 w 438046"/>
                <a:gd name="csY53" fmla="*/ 151621 h 474569"/>
                <a:gd name="csX54" fmla="*/ 24691 w 438046"/>
                <a:gd name="csY54" fmla="*/ 148948 h 474569"/>
                <a:gd name="csX55" fmla="*/ 33291 w 438046"/>
                <a:gd name="csY55" fmla="*/ 142643 h 474569"/>
                <a:gd name="csX56" fmla="*/ 36252 w 438046"/>
                <a:gd name="csY56" fmla="*/ 130243 h 474569"/>
                <a:gd name="csX57" fmla="*/ 35959 w 438046"/>
                <a:gd name="csY57" fmla="*/ 119824 h 474569"/>
                <a:gd name="csX58" fmla="*/ 30417 w 438046"/>
                <a:gd name="csY58" fmla="*/ 117319 h 474569"/>
                <a:gd name="csX59" fmla="*/ 28128 w 438046"/>
                <a:gd name="csY59" fmla="*/ 114535 h 474569"/>
                <a:gd name="csX60" fmla="*/ 22780 w 438046"/>
                <a:gd name="csY60" fmla="*/ 112034 h 474569"/>
                <a:gd name="csX61" fmla="*/ 9335 w 438046"/>
                <a:gd name="csY61" fmla="*/ 100263 h 474569"/>
                <a:gd name="csX62" fmla="*/ 5316 w 438046"/>
                <a:gd name="csY62" fmla="*/ 85099 h 474569"/>
                <a:gd name="csX63" fmla="*/ 0 w 438046"/>
                <a:gd name="csY63" fmla="*/ 74899 h 474569"/>
                <a:gd name="csX64" fmla="*/ 5230 w 438046"/>
                <a:gd name="csY64" fmla="*/ 68250 h 474569"/>
                <a:gd name="csX65" fmla="*/ 8777 w 438046"/>
                <a:gd name="csY65" fmla="*/ 53938 h 474569"/>
                <a:gd name="csX66" fmla="*/ 11157 w 438046"/>
                <a:gd name="csY66" fmla="*/ 40474 h 474569"/>
                <a:gd name="csX67" fmla="*/ 15221 w 438046"/>
                <a:gd name="csY67" fmla="*/ 30361 h 474569"/>
                <a:gd name="csX68" fmla="*/ 19093 w 438046"/>
                <a:gd name="csY68" fmla="*/ 24563 h 474569"/>
                <a:gd name="csX69" fmla="*/ 13331 w 438046"/>
                <a:gd name="csY69" fmla="*/ 11391 h 474569"/>
                <a:gd name="csX70" fmla="*/ 15610 w 438046"/>
                <a:gd name="csY70" fmla="*/ 4739 h 474569"/>
                <a:gd name="csX71" fmla="*/ 24152 w 438046"/>
                <a:gd name="csY71" fmla="*/ 2431 h 474569"/>
                <a:gd name="csX72" fmla="*/ 42643 w 438046"/>
                <a:gd name="csY72" fmla="*/ 10008 h 474569"/>
                <a:gd name="csX73" fmla="*/ 58021 w 438046"/>
                <a:gd name="csY73" fmla="*/ 20333 h 474569"/>
                <a:gd name="csX74" fmla="*/ 76259 w 438046"/>
                <a:gd name="csY74" fmla="*/ 58909 h 474569"/>
                <a:gd name="csX75" fmla="*/ 87417 w 438046"/>
                <a:gd name="csY75" fmla="*/ 80908 h 474569"/>
                <a:gd name="csX76" fmla="*/ 99122 w 438046"/>
                <a:gd name="csY76" fmla="*/ 102996 h 474569"/>
                <a:gd name="csX77" fmla="*/ 103913 w 438046"/>
                <a:gd name="csY77" fmla="*/ 110684 h 474569"/>
                <a:gd name="csX78" fmla="*/ 102362 w 438046"/>
                <a:gd name="csY78" fmla="*/ 90033 h 474569"/>
                <a:gd name="csX79" fmla="*/ 92203 w 438046"/>
                <a:gd name="csY79" fmla="*/ 66799 h 474569"/>
                <a:gd name="csX80" fmla="*/ 83568 w 438046"/>
                <a:gd name="csY80" fmla="*/ 60346 h 474569"/>
                <a:gd name="csX81" fmla="*/ 86838 w 438046"/>
                <a:gd name="csY81" fmla="*/ 69381 h 474569"/>
                <a:gd name="csX82" fmla="*/ 85111 w 438046"/>
                <a:gd name="csY82" fmla="*/ 70354 h 474569"/>
                <a:gd name="csX83" fmla="*/ 81250 w 438046"/>
                <a:gd name="csY83" fmla="*/ 58738 h 474569"/>
                <a:gd name="csX84" fmla="*/ 73693 w 438046"/>
                <a:gd name="csY84" fmla="*/ 39979 h 474569"/>
                <a:gd name="csX85" fmla="*/ 66850 w 438046"/>
                <a:gd name="csY85" fmla="*/ 27201 h 474569"/>
                <a:gd name="csX86" fmla="*/ 80920 w 438046"/>
                <a:gd name="csY86" fmla="*/ 44489 h 474569"/>
                <a:gd name="csX87" fmla="*/ 99162 w 438046"/>
                <a:gd name="csY87" fmla="*/ 64586 h 474569"/>
                <a:gd name="csX88" fmla="*/ 107565 w 438046"/>
                <a:gd name="csY88" fmla="*/ 86419 h 474569"/>
                <a:gd name="csX89" fmla="*/ 116108 w 438046"/>
                <a:gd name="csY89" fmla="*/ 138203 h 474569"/>
                <a:gd name="csX90" fmla="*/ 121060 w 438046"/>
                <a:gd name="csY90" fmla="*/ 151411 h 474569"/>
                <a:gd name="csX91" fmla="*/ 135828 w 438046"/>
                <a:gd name="csY91" fmla="*/ 169580 h 474569"/>
                <a:gd name="csX92" fmla="*/ 173747 w 438046"/>
                <a:gd name="csY92" fmla="*/ 217637 h 474569"/>
                <a:gd name="csX93" fmla="*/ 186052 w 438046"/>
                <a:gd name="csY93" fmla="*/ 237240 h 474569"/>
                <a:gd name="csX94" fmla="*/ 192809 w 438046"/>
                <a:gd name="csY94" fmla="*/ 259193 h 474569"/>
                <a:gd name="csX95" fmla="*/ 202887 w 438046"/>
                <a:gd name="csY95" fmla="*/ 280570 h 474569"/>
                <a:gd name="csX96" fmla="*/ 215434 w 438046"/>
                <a:gd name="csY96" fmla="*/ 294429 h 474569"/>
                <a:gd name="csX97" fmla="*/ 223898 w 438046"/>
                <a:gd name="csY97" fmla="*/ 302869 h 474569"/>
                <a:gd name="csX98" fmla="*/ 231639 w 438046"/>
                <a:gd name="csY98" fmla="*/ 310848 h 474569"/>
                <a:gd name="csX99" fmla="*/ 241066 w 438046"/>
                <a:gd name="csY99" fmla="*/ 319770 h 474569"/>
                <a:gd name="csX100" fmla="*/ 242388 w 438046"/>
                <a:gd name="csY100" fmla="*/ 323654 h 474569"/>
                <a:gd name="csX101" fmla="*/ 237225 w 438046"/>
                <a:gd name="csY101" fmla="*/ 324770 h 474569"/>
                <a:gd name="csX102" fmla="*/ 239807 w 438046"/>
                <a:gd name="csY102" fmla="*/ 327526 h 474569"/>
                <a:gd name="csX103" fmla="*/ 241743 w 438046"/>
                <a:gd name="csY103" fmla="*/ 330724 h 474569"/>
                <a:gd name="csX104" fmla="*/ 248333 w 438046"/>
                <a:gd name="csY104" fmla="*/ 333103 h 474569"/>
                <a:gd name="csX105" fmla="*/ 259724 w 438046"/>
                <a:gd name="csY105" fmla="*/ 335713 h 474569"/>
                <a:gd name="csX106" fmla="*/ 262612 w 438046"/>
                <a:gd name="csY106" fmla="*/ 335270 h 474569"/>
                <a:gd name="csX107" fmla="*/ 255739 w 438046"/>
                <a:gd name="csY107" fmla="*/ 330573 h 474569"/>
                <a:gd name="csX108" fmla="*/ 250133 w 438046"/>
                <a:gd name="csY108" fmla="*/ 327461 h 474569"/>
                <a:gd name="csX109" fmla="*/ 260301 w 438046"/>
                <a:gd name="csY109" fmla="*/ 328761 h 474569"/>
                <a:gd name="csX110" fmla="*/ 284960 w 438046"/>
                <a:gd name="csY110" fmla="*/ 330853 h 474569"/>
                <a:gd name="csX111" fmla="*/ 308115 w 438046"/>
                <a:gd name="csY111" fmla="*/ 337754 h 474569"/>
                <a:gd name="csX112" fmla="*/ 325378 w 438046"/>
                <a:gd name="csY112" fmla="*/ 347910 h 474569"/>
                <a:gd name="csX113" fmla="*/ 336932 w 438046"/>
                <a:gd name="csY113" fmla="*/ 355594 h 474569"/>
                <a:gd name="csX114" fmla="*/ 342564 w 438046"/>
                <a:gd name="csY114" fmla="*/ 364198 h 474569"/>
                <a:gd name="csX115" fmla="*/ 343743 w 438046"/>
                <a:gd name="csY115" fmla="*/ 371080 h 474569"/>
                <a:gd name="csX116" fmla="*/ 344358 w 438046"/>
                <a:gd name="csY116" fmla="*/ 373363 h 474569"/>
                <a:gd name="csX117" fmla="*/ 350269 w 438046"/>
                <a:gd name="csY117" fmla="*/ 376862 h 474569"/>
                <a:gd name="csX118" fmla="*/ 372627 w 438046"/>
                <a:gd name="csY118" fmla="*/ 380540 h 474569"/>
                <a:gd name="csX119" fmla="*/ 391189 w 438046"/>
                <a:gd name="csY119" fmla="*/ 378801 h 474569"/>
                <a:gd name="csX120" fmla="*/ 394232 w 438046"/>
                <a:gd name="csY120" fmla="*/ 388958 h 474569"/>
                <a:gd name="csX121" fmla="*/ 397318 w 438046"/>
                <a:gd name="csY121" fmla="*/ 403978 h 474569"/>
                <a:gd name="csX122" fmla="*/ 409224 w 438046"/>
                <a:gd name="csY122" fmla="*/ 419167 h 474569"/>
                <a:gd name="csX123" fmla="*/ 434929 w 438046"/>
                <a:gd name="csY123" fmla="*/ 450207 h 474569"/>
                <a:gd name="csX124" fmla="*/ 429332 w 438046"/>
                <a:gd name="csY124" fmla="*/ 469288 h 474569"/>
                <a:gd name="csX125" fmla="*/ 376412 w 438046"/>
                <a:gd name="csY125" fmla="*/ 474534 h 474569"/>
                <a:gd name="csX126" fmla="*/ 332739 w 438046"/>
                <a:gd name="csY126" fmla="*/ 469202 h 47456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438046" h="474569">
                  <a:moveTo>
                    <a:pt x="332739" y="469202"/>
                  </a:moveTo>
                  <a:cubicBezTo>
                    <a:pt x="332739" y="465869"/>
                    <a:pt x="329807" y="462843"/>
                    <a:pt x="324349" y="460541"/>
                  </a:cubicBezTo>
                  <a:cubicBezTo>
                    <a:pt x="319735" y="458594"/>
                    <a:pt x="311907" y="452795"/>
                    <a:pt x="306954" y="447652"/>
                  </a:cubicBezTo>
                  <a:cubicBezTo>
                    <a:pt x="299888" y="440316"/>
                    <a:pt x="298719" y="437828"/>
                    <a:pt x="301522" y="436095"/>
                  </a:cubicBezTo>
                  <a:cubicBezTo>
                    <a:pt x="305823" y="433437"/>
                    <a:pt x="303408" y="425621"/>
                    <a:pt x="298287" y="425621"/>
                  </a:cubicBezTo>
                  <a:cubicBezTo>
                    <a:pt x="296286" y="425621"/>
                    <a:pt x="293203" y="427364"/>
                    <a:pt x="291436" y="429493"/>
                  </a:cubicBezTo>
                  <a:cubicBezTo>
                    <a:pt x="289668" y="431623"/>
                    <a:pt x="286395" y="433365"/>
                    <a:pt x="284162" y="433365"/>
                  </a:cubicBezTo>
                  <a:cubicBezTo>
                    <a:pt x="281929" y="433365"/>
                    <a:pt x="276987" y="436349"/>
                    <a:pt x="273181" y="439996"/>
                  </a:cubicBezTo>
                  <a:cubicBezTo>
                    <a:pt x="256469" y="456007"/>
                    <a:pt x="233183" y="434749"/>
                    <a:pt x="246542" y="415677"/>
                  </a:cubicBezTo>
                  <a:cubicBezTo>
                    <a:pt x="250094" y="410606"/>
                    <a:pt x="250239" y="408115"/>
                    <a:pt x="247543" y="398488"/>
                  </a:cubicBezTo>
                  <a:cubicBezTo>
                    <a:pt x="243936" y="385603"/>
                    <a:pt x="241942" y="384354"/>
                    <a:pt x="227242" y="385770"/>
                  </a:cubicBezTo>
                  <a:cubicBezTo>
                    <a:pt x="221295" y="386343"/>
                    <a:pt x="216574" y="385678"/>
                    <a:pt x="216574" y="384267"/>
                  </a:cubicBezTo>
                  <a:cubicBezTo>
                    <a:pt x="216574" y="382875"/>
                    <a:pt x="214251" y="381736"/>
                    <a:pt x="211411" y="381736"/>
                  </a:cubicBezTo>
                  <a:cubicBezTo>
                    <a:pt x="208543" y="381736"/>
                    <a:pt x="206248" y="380015"/>
                    <a:pt x="206248" y="377864"/>
                  </a:cubicBezTo>
                  <a:cubicBezTo>
                    <a:pt x="206248" y="375735"/>
                    <a:pt x="203925" y="371669"/>
                    <a:pt x="201085" y="368829"/>
                  </a:cubicBezTo>
                  <a:cubicBezTo>
                    <a:pt x="198245" y="365990"/>
                    <a:pt x="195885" y="362214"/>
                    <a:pt x="195840" y="360439"/>
                  </a:cubicBezTo>
                  <a:cubicBezTo>
                    <a:pt x="195695" y="354744"/>
                    <a:pt x="189552" y="348821"/>
                    <a:pt x="179383" y="344572"/>
                  </a:cubicBezTo>
                  <a:cubicBezTo>
                    <a:pt x="165908" y="338942"/>
                    <a:pt x="164292" y="339301"/>
                    <a:pt x="166056" y="347532"/>
                  </a:cubicBezTo>
                  <a:cubicBezTo>
                    <a:pt x="167087" y="352339"/>
                    <a:pt x="165818" y="357500"/>
                    <a:pt x="162127" y="363514"/>
                  </a:cubicBezTo>
                  <a:lnTo>
                    <a:pt x="156676" y="372397"/>
                  </a:lnTo>
                  <a:lnTo>
                    <a:pt x="152333" y="366640"/>
                  </a:lnTo>
                  <a:cubicBezTo>
                    <a:pt x="148166" y="361115"/>
                    <a:pt x="147605" y="361043"/>
                    <a:pt x="138487" y="364853"/>
                  </a:cubicBezTo>
                  <a:cubicBezTo>
                    <a:pt x="129534" y="368594"/>
                    <a:pt x="128828" y="368535"/>
                    <a:pt x="126312" y="363833"/>
                  </a:cubicBezTo>
                  <a:cubicBezTo>
                    <a:pt x="124843" y="361088"/>
                    <a:pt x="123641" y="357116"/>
                    <a:pt x="123641" y="355006"/>
                  </a:cubicBezTo>
                  <a:cubicBezTo>
                    <a:pt x="123641" y="352823"/>
                    <a:pt x="120228" y="350420"/>
                    <a:pt x="115723" y="349430"/>
                  </a:cubicBezTo>
                  <a:cubicBezTo>
                    <a:pt x="105375" y="347157"/>
                    <a:pt x="103846" y="342362"/>
                    <a:pt x="110493" y="333027"/>
                  </a:cubicBezTo>
                  <a:cubicBezTo>
                    <a:pt x="113465" y="328853"/>
                    <a:pt x="115897" y="321952"/>
                    <a:pt x="115897" y="317692"/>
                  </a:cubicBezTo>
                  <a:cubicBezTo>
                    <a:pt x="115897" y="310844"/>
                    <a:pt x="117170" y="309543"/>
                    <a:pt x="126868" y="306474"/>
                  </a:cubicBezTo>
                  <a:cubicBezTo>
                    <a:pt x="141640" y="301799"/>
                    <a:pt x="142221" y="293818"/>
                    <a:pt x="128005" y="290864"/>
                  </a:cubicBezTo>
                  <a:cubicBezTo>
                    <a:pt x="113703" y="287893"/>
                    <a:pt x="108950" y="284662"/>
                    <a:pt x="107467" y="276906"/>
                  </a:cubicBezTo>
                  <a:cubicBezTo>
                    <a:pt x="105739" y="267867"/>
                    <a:pt x="117059" y="237363"/>
                    <a:pt x="125531" y="228226"/>
                  </a:cubicBezTo>
                  <a:cubicBezTo>
                    <a:pt x="130828" y="222513"/>
                    <a:pt x="131406" y="220702"/>
                    <a:pt x="128516" y="218872"/>
                  </a:cubicBezTo>
                  <a:cubicBezTo>
                    <a:pt x="126545" y="217624"/>
                    <a:pt x="123637" y="216585"/>
                    <a:pt x="122054" y="216563"/>
                  </a:cubicBezTo>
                  <a:cubicBezTo>
                    <a:pt x="120470" y="216541"/>
                    <a:pt x="116217" y="214197"/>
                    <a:pt x="112602" y="211354"/>
                  </a:cubicBezTo>
                  <a:cubicBezTo>
                    <a:pt x="105961" y="206129"/>
                    <a:pt x="97827" y="206711"/>
                    <a:pt x="97827" y="212411"/>
                  </a:cubicBezTo>
                  <a:cubicBezTo>
                    <a:pt x="97827" y="219059"/>
                    <a:pt x="92291" y="221313"/>
                    <a:pt x="87566" y="216588"/>
                  </a:cubicBezTo>
                  <a:cubicBezTo>
                    <a:pt x="85046" y="214068"/>
                    <a:pt x="81835" y="211570"/>
                    <a:pt x="80430" y="211038"/>
                  </a:cubicBezTo>
                  <a:cubicBezTo>
                    <a:pt x="78870" y="210447"/>
                    <a:pt x="78619" y="205549"/>
                    <a:pt x="79784" y="198453"/>
                  </a:cubicBezTo>
                  <a:cubicBezTo>
                    <a:pt x="80834" y="192064"/>
                    <a:pt x="81838" y="187787"/>
                    <a:pt x="82015" y="188949"/>
                  </a:cubicBezTo>
                  <a:cubicBezTo>
                    <a:pt x="82193" y="190110"/>
                    <a:pt x="85771" y="188616"/>
                    <a:pt x="89966" y="185629"/>
                  </a:cubicBezTo>
                  <a:cubicBezTo>
                    <a:pt x="98750" y="179374"/>
                    <a:pt x="98211" y="175668"/>
                    <a:pt x="87641" y="169636"/>
                  </a:cubicBezTo>
                  <a:cubicBezTo>
                    <a:pt x="82102" y="166474"/>
                    <a:pt x="79900" y="163069"/>
                    <a:pt x="79292" y="156728"/>
                  </a:cubicBezTo>
                  <a:cubicBezTo>
                    <a:pt x="78587" y="149374"/>
                    <a:pt x="77588" y="148238"/>
                    <a:pt x="72462" y="148956"/>
                  </a:cubicBezTo>
                  <a:cubicBezTo>
                    <a:pt x="65224" y="149970"/>
                    <a:pt x="56524" y="158137"/>
                    <a:pt x="56524" y="163920"/>
                  </a:cubicBezTo>
                  <a:cubicBezTo>
                    <a:pt x="56524" y="167347"/>
                    <a:pt x="55821" y="167525"/>
                    <a:pt x="52658" y="164900"/>
                  </a:cubicBezTo>
                  <a:cubicBezTo>
                    <a:pt x="49486" y="162267"/>
                    <a:pt x="47159" y="162936"/>
                    <a:pt x="39697" y="168628"/>
                  </a:cubicBezTo>
                  <a:cubicBezTo>
                    <a:pt x="34695" y="172443"/>
                    <a:pt x="28868" y="178212"/>
                    <a:pt x="26748" y="181448"/>
                  </a:cubicBezTo>
                  <a:cubicBezTo>
                    <a:pt x="24627" y="184684"/>
                    <a:pt x="19972" y="188663"/>
                    <a:pt x="16403" y="190289"/>
                  </a:cubicBezTo>
                  <a:cubicBezTo>
                    <a:pt x="10541" y="192960"/>
                    <a:pt x="9664" y="192592"/>
                    <a:pt x="7343" y="186486"/>
                  </a:cubicBezTo>
                  <a:cubicBezTo>
                    <a:pt x="5309" y="181137"/>
                    <a:pt x="5857" y="177888"/>
                    <a:pt x="9965" y="170925"/>
                  </a:cubicBezTo>
                  <a:lnTo>
                    <a:pt x="15158" y="162124"/>
                  </a:lnTo>
                  <a:lnTo>
                    <a:pt x="9381" y="159801"/>
                  </a:lnTo>
                  <a:cubicBezTo>
                    <a:pt x="5449" y="158219"/>
                    <a:pt x="4946" y="157425"/>
                    <a:pt x="7807" y="157314"/>
                  </a:cubicBezTo>
                  <a:cubicBezTo>
                    <a:pt x="10118" y="157224"/>
                    <a:pt x="13662" y="154662"/>
                    <a:pt x="15681" y="151621"/>
                  </a:cubicBezTo>
                  <a:cubicBezTo>
                    <a:pt x="18731" y="147026"/>
                    <a:pt x="20256" y="146574"/>
                    <a:pt x="24691" y="148948"/>
                  </a:cubicBezTo>
                  <a:cubicBezTo>
                    <a:pt x="31018" y="152334"/>
                    <a:pt x="33291" y="150668"/>
                    <a:pt x="33291" y="142643"/>
                  </a:cubicBezTo>
                  <a:cubicBezTo>
                    <a:pt x="33291" y="139397"/>
                    <a:pt x="34623" y="133817"/>
                    <a:pt x="36252" y="130243"/>
                  </a:cubicBezTo>
                  <a:cubicBezTo>
                    <a:pt x="38533" y="125236"/>
                    <a:pt x="38466" y="122844"/>
                    <a:pt x="35959" y="119824"/>
                  </a:cubicBezTo>
                  <a:cubicBezTo>
                    <a:pt x="34170" y="117668"/>
                    <a:pt x="31676" y="116540"/>
                    <a:pt x="30417" y="117319"/>
                  </a:cubicBezTo>
                  <a:cubicBezTo>
                    <a:pt x="29158" y="118097"/>
                    <a:pt x="28128" y="116844"/>
                    <a:pt x="28128" y="114535"/>
                  </a:cubicBezTo>
                  <a:cubicBezTo>
                    <a:pt x="28128" y="111463"/>
                    <a:pt x="26693" y="110792"/>
                    <a:pt x="22780" y="112034"/>
                  </a:cubicBezTo>
                  <a:cubicBezTo>
                    <a:pt x="15848" y="114234"/>
                    <a:pt x="7575" y="106991"/>
                    <a:pt x="9335" y="100263"/>
                  </a:cubicBezTo>
                  <a:cubicBezTo>
                    <a:pt x="10049" y="97533"/>
                    <a:pt x="8241" y="90709"/>
                    <a:pt x="5316" y="85099"/>
                  </a:cubicBezTo>
                  <a:lnTo>
                    <a:pt x="0" y="74899"/>
                  </a:lnTo>
                  <a:lnTo>
                    <a:pt x="5230" y="68250"/>
                  </a:lnTo>
                  <a:cubicBezTo>
                    <a:pt x="9068" y="63371"/>
                    <a:pt x="10012" y="59562"/>
                    <a:pt x="8777" y="53938"/>
                  </a:cubicBezTo>
                  <a:cubicBezTo>
                    <a:pt x="7655" y="48830"/>
                    <a:pt x="8449" y="44342"/>
                    <a:pt x="11157" y="40474"/>
                  </a:cubicBezTo>
                  <a:cubicBezTo>
                    <a:pt x="13392" y="37284"/>
                    <a:pt x="15221" y="32733"/>
                    <a:pt x="15221" y="30361"/>
                  </a:cubicBezTo>
                  <a:cubicBezTo>
                    <a:pt x="15221" y="27989"/>
                    <a:pt x="16963" y="25380"/>
                    <a:pt x="19093" y="24563"/>
                  </a:cubicBezTo>
                  <a:cubicBezTo>
                    <a:pt x="25297" y="22182"/>
                    <a:pt x="23642" y="18398"/>
                    <a:pt x="13331" y="11391"/>
                  </a:cubicBezTo>
                  <a:cubicBezTo>
                    <a:pt x="3467" y="4689"/>
                    <a:pt x="3713" y="3972"/>
                    <a:pt x="15610" y="4739"/>
                  </a:cubicBezTo>
                  <a:cubicBezTo>
                    <a:pt x="19374" y="4981"/>
                    <a:pt x="23217" y="3943"/>
                    <a:pt x="24152" y="2431"/>
                  </a:cubicBezTo>
                  <a:cubicBezTo>
                    <a:pt x="26872" y="-1970"/>
                    <a:pt x="29405" y="-932"/>
                    <a:pt x="42643" y="10008"/>
                  </a:cubicBezTo>
                  <a:cubicBezTo>
                    <a:pt x="49515" y="15687"/>
                    <a:pt x="56436" y="20333"/>
                    <a:pt x="58021" y="20333"/>
                  </a:cubicBezTo>
                  <a:cubicBezTo>
                    <a:pt x="61009" y="20333"/>
                    <a:pt x="65792" y="30450"/>
                    <a:pt x="76259" y="58909"/>
                  </a:cubicBezTo>
                  <a:cubicBezTo>
                    <a:pt x="79624" y="68058"/>
                    <a:pt x="84645" y="77957"/>
                    <a:pt x="87417" y="80908"/>
                  </a:cubicBezTo>
                  <a:cubicBezTo>
                    <a:pt x="90189" y="83859"/>
                    <a:pt x="95457" y="93799"/>
                    <a:pt x="99122" y="102996"/>
                  </a:cubicBezTo>
                  <a:cubicBezTo>
                    <a:pt x="103054" y="112863"/>
                    <a:pt x="105019" y="116015"/>
                    <a:pt x="103913" y="110684"/>
                  </a:cubicBezTo>
                  <a:cubicBezTo>
                    <a:pt x="102883" y="105715"/>
                    <a:pt x="102185" y="96422"/>
                    <a:pt x="102362" y="90033"/>
                  </a:cubicBezTo>
                  <a:cubicBezTo>
                    <a:pt x="102644" y="79863"/>
                    <a:pt x="101378" y="76968"/>
                    <a:pt x="92203" y="66799"/>
                  </a:cubicBezTo>
                  <a:cubicBezTo>
                    <a:pt x="86438" y="60410"/>
                    <a:pt x="82553" y="57506"/>
                    <a:pt x="83568" y="60346"/>
                  </a:cubicBezTo>
                  <a:cubicBezTo>
                    <a:pt x="84584" y="63185"/>
                    <a:pt x="86055" y="67251"/>
                    <a:pt x="86838" y="69381"/>
                  </a:cubicBezTo>
                  <a:cubicBezTo>
                    <a:pt x="87916" y="72315"/>
                    <a:pt x="87498" y="72550"/>
                    <a:pt x="85111" y="70354"/>
                  </a:cubicBezTo>
                  <a:cubicBezTo>
                    <a:pt x="83379" y="68760"/>
                    <a:pt x="81641" y="63533"/>
                    <a:pt x="81250" y="58738"/>
                  </a:cubicBezTo>
                  <a:cubicBezTo>
                    <a:pt x="80858" y="53943"/>
                    <a:pt x="77457" y="45502"/>
                    <a:pt x="73693" y="39979"/>
                  </a:cubicBezTo>
                  <a:cubicBezTo>
                    <a:pt x="69929" y="34457"/>
                    <a:pt x="66850" y="28707"/>
                    <a:pt x="66850" y="27201"/>
                  </a:cubicBezTo>
                  <a:cubicBezTo>
                    <a:pt x="66850" y="23517"/>
                    <a:pt x="69162" y="26358"/>
                    <a:pt x="80920" y="44489"/>
                  </a:cubicBezTo>
                  <a:cubicBezTo>
                    <a:pt x="86314" y="52805"/>
                    <a:pt x="94522" y="61849"/>
                    <a:pt x="99162" y="64586"/>
                  </a:cubicBezTo>
                  <a:cubicBezTo>
                    <a:pt x="108835" y="70294"/>
                    <a:pt x="111618" y="77524"/>
                    <a:pt x="107565" y="86419"/>
                  </a:cubicBezTo>
                  <a:cubicBezTo>
                    <a:pt x="104001" y="94242"/>
                    <a:pt x="108931" y="124125"/>
                    <a:pt x="116108" y="138203"/>
                  </a:cubicBezTo>
                  <a:cubicBezTo>
                    <a:pt x="118832" y="143545"/>
                    <a:pt x="121060" y="149489"/>
                    <a:pt x="121060" y="151411"/>
                  </a:cubicBezTo>
                  <a:cubicBezTo>
                    <a:pt x="121060" y="153333"/>
                    <a:pt x="127706" y="161509"/>
                    <a:pt x="135828" y="169580"/>
                  </a:cubicBezTo>
                  <a:cubicBezTo>
                    <a:pt x="153391" y="187033"/>
                    <a:pt x="164572" y="201203"/>
                    <a:pt x="173747" y="217637"/>
                  </a:cubicBezTo>
                  <a:cubicBezTo>
                    <a:pt x="177457" y="224283"/>
                    <a:pt x="182994" y="233104"/>
                    <a:pt x="186052" y="237240"/>
                  </a:cubicBezTo>
                  <a:cubicBezTo>
                    <a:pt x="189610" y="242051"/>
                    <a:pt x="192043" y="249958"/>
                    <a:pt x="192809" y="259193"/>
                  </a:cubicBezTo>
                  <a:cubicBezTo>
                    <a:pt x="193864" y="271919"/>
                    <a:pt x="195056" y="274447"/>
                    <a:pt x="202887" y="280570"/>
                  </a:cubicBezTo>
                  <a:cubicBezTo>
                    <a:pt x="207772" y="284389"/>
                    <a:pt x="213418" y="290626"/>
                    <a:pt x="215434" y="294429"/>
                  </a:cubicBezTo>
                  <a:cubicBezTo>
                    <a:pt x="217449" y="298233"/>
                    <a:pt x="221258" y="302031"/>
                    <a:pt x="223898" y="302869"/>
                  </a:cubicBezTo>
                  <a:cubicBezTo>
                    <a:pt x="226538" y="303707"/>
                    <a:pt x="230021" y="307297"/>
                    <a:pt x="231639" y="310848"/>
                  </a:cubicBezTo>
                  <a:cubicBezTo>
                    <a:pt x="233257" y="314399"/>
                    <a:pt x="237499" y="318413"/>
                    <a:pt x="241066" y="319770"/>
                  </a:cubicBezTo>
                  <a:cubicBezTo>
                    <a:pt x="248737" y="322686"/>
                    <a:pt x="249875" y="326030"/>
                    <a:pt x="242388" y="323654"/>
                  </a:cubicBezTo>
                  <a:cubicBezTo>
                    <a:pt x="239427" y="322714"/>
                    <a:pt x="237225" y="323190"/>
                    <a:pt x="237225" y="324770"/>
                  </a:cubicBezTo>
                  <a:cubicBezTo>
                    <a:pt x="237225" y="326286"/>
                    <a:pt x="238387" y="327526"/>
                    <a:pt x="239807" y="327526"/>
                  </a:cubicBezTo>
                  <a:cubicBezTo>
                    <a:pt x="241227" y="327526"/>
                    <a:pt x="242098" y="328965"/>
                    <a:pt x="241743" y="330724"/>
                  </a:cubicBezTo>
                  <a:cubicBezTo>
                    <a:pt x="241323" y="332806"/>
                    <a:pt x="243624" y="333637"/>
                    <a:pt x="248333" y="333103"/>
                  </a:cubicBezTo>
                  <a:cubicBezTo>
                    <a:pt x="252313" y="332652"/>
                    <a:pt x="257439" y="333827"/>
                    <a:pt x="259724" y="335713"/>
                  </a:cubicBezTo>
                  <a:cubicBezTo>
                    <a:pt x="263236" y="338612"/>
                    <a:pt x="263683" y="338543"/>
                    <a:pt x="262612" y="335270"/>
                  </a:cubicBezTo>
                  <a:cubicBezTo>
                    <a:pt x="261915" y="333141"/>
                    <a:pt x="258822" y="331027"/>
                    <a:pt x="255739" y="330573"/>
                  </a:cubicBezTo>
                  <a:cubicBezTo>
                    <a:pt x="252655" y="330119"/>
                    <a:pt x="250133" y="328719"/>
                    <a:pt x="250133" y="327461"/>
                  </a:cubicBezTo>
                  <a:cubicBezTo>
                    <a:pt x="250133" y="326203"/>
                    <a:pt x="254708" y="326788"/>
                    <a:pt x="260301" y="328761"/>
                  </a:cubicBezTo>
                  <a:cubicBezTo>
                    <a:pt x="266891" y="331086"/>
                    <a:pt x="275567" y="331822"/>
                    <a:pt x="284960" y="330853"/>
                  </a:cubicBezTo>
                  <a:cubicBezTo>
                    <a:pt x="298714" y="329433"/>
                    <a:pt x="299892" y="329784"/>
                    <a:pt x="308115" y="337754"/>
                  </a:cubicBezTo>
                  <a:cubicBezTo>
                    <a:pt x="312880" y="342373"/>
                    <a:pt x="320648" y="346943"/>
                    <a:pt x="325378" y="347910"/>
                  </a:cubicBezTo>
                  <a:cubicBezTo>
                    <a:pt x="330622" y="348983"/>
                    <a:pt x="335130" y="351981"/>
                    <a:pt x="336932" y="355594"/>
                  </a:cubicBezTo>
                  <a:cubicBezTo>
                    <a:pt x="338556" y="358853"/>
                    <a:pt x="341091" y="362725"/>
                    <a:pt x="342564" y="364198"/>
                  </a:cubicBezTo>
                  <a:cubicBezTo>
                    <a:pt x="344037" y="365671"/>
                    <a:pt x="344568" y="368768"/>
                    <a:pt x="343743" y="371080"/>
                  </a:cubicBezTo>
                  <a:cubicBezTo>
                    <a:pt x="342917" y="373391"/>
                    <a:pt x="343194" y="374419"/>
                    <a:pt x="344358" y="373363"/>
                  </a:cubicBezTo>
                  <a:cubicBezTo>
                    <a:pt x="345522" y="372307"/>
                    <a:pt x="348182" y="373882"/>
                    <a:pt x="350269" y="376862"/>
                  </a:cubicBezTo>
                  <a:cubicBezTo>
                    <a:pt x="353742" y="381821"/>
                    <a:pt x="355637" y="382132"/>
                    <a:pt x="372627" y="380540"/>
                  </a:cubicBezTo>
                  <a:lnTo>
                    <a:pt x="391189" y="378801"/>
                  </a:lnTo>
                  <a:lnTo>
                    <a:pt x="394232" y="388958"/>
                  </a:lnTo>
                  <a:cubicBezTo>
                    <a:pt x="395906" y="394544"/>
                    <a:pt x="397295" y="401303"/>
                    <a:pt x="397318" y="403978"/>
                  </a:cubicBezTo>
                  <a:cubicBezTo>
                    <a:pt x="397342" y="406653"/>
                    <a:pt x="402699" y="413488"/>
                    <a:pt x="409224" y="419167"/>
                  </a:cubicBezTo>
                  <a:cubicBezTo>
                    <a:pt x="427997" y="435508"/>
                    <a:pt x="431130" y="439291"/>
                    <a:pt x="434929" y="450207"/>
                  </a:cubicBezTo>
                  <a:cubicBezTo>
                    <a:pt x="439665" y="463816"/>
                    <a:pt x="439887" y="463061"/>
                    <a:pt x="429332" y="469288"/>
                  </a:cubicBezTo>
                  <a:cubicBezTo>
                    <a:pt x="420856" y="474289"/>
                    <a:pt x="416443" y="474727"/>
                    <a:pt x="376412" y="474534"/>
                  </a:cubicBezTo>
                  <a:cubicBezTo>
                    <a:pt x="334645" y="474334"/>
                    <a:pt x="332739" y="474101"/>
                    <a:pt x="332739" y="469202"/>
                  </a:cubicBezTo>
                  <a:close/>
                </a:path>
              </a:pathLst>
            </a:custGeom>
            <a:solidFill>
              <a:srgbClr val="B9B9B9"/>
            </a:solidFill>
            <a:ln w="5163" cap="flat">
              <a:noFill/>
              <a:prstDash val="solid"/>
              <a:miter/>
            </a:ln>
          </p:spPr>
          <p:txBody>
            <a:bodyPr/>
            <a:lstStyle/>
            <a:p>
              <a:endParaRPr lang="es-419" noProof="0" dirty="0"/>
            </a:p>
          </p:txBody>
        </p:sp>
        <p:sp>
          <p:nvSpPr>
            <p:cNvPr id="77" name="Forma libre: forma 76">
              <a:extLst>
                <a:ext uri="{FF2B5EF4-FFF2-40B4-BE49-F238E27FC236}">
                  <a16:creationId xmlns:a16="http://schemas.microsoft.com/office/drawing/2014/main" id="{BC942603-9612-DE3D-1BF4-06BF914C7463}"/>
                </a:ext>
              </a:extLst>
            </p:cNvPr>
            <p:cNvSpPr/>
            <p:nvPr/>
          </p:nvSpPr>
          <p:spPr>
            <a:xfrm>
              <a:off x="1730874" y="2149721"/>
              <a:ext cx="4491" cy="9472"/>
            </a:xfrm>
            <a:custGeom>
              <a:avLst/>
              <a:gdLst>
                <a:gd name="csX0" fmla="*/ 480 w 4491"/>
                <a:gd name="csY0" fmla="*/ 6821 h 9472"/>
                <a:gd name="csX1" fmla="*/ 1619 w 4491"/>
                <a:gd name="csY1" fmla="*/ 1142 h 9472"/>
                <a:gd name="csX2" fmla="*/ 4491 w 4491"/>
                <a:gd name="csY2" fmla="*/ 3948 h 9472"/>
                <a:gd name="csX3" fmla="*/ 480 w 4491"/>
                <a:gd name="csY3" fmla="*/ 6821 h 9472"/>
              </a:gdLst>
              <a:ahLst/>
              <a:cxnLst>
                <a:cxn ang="0">
                  <a:pos x="csX0" y="csY0"/>
                </a:cxn>
                <a:cxn ang="0">
                  <a:pos x="csX1" y="csY1"/>
                </a:cxn>
                <a:cxn ang="0">
                  <a:pos x="csX2" y="csY2"/>
                </a:cxn>
                <a:cxn ang="0">
                  <a:pos x="csX3" y="csY3"/>
                </a:cxn>
              </a:cxnLst>
              <a:rect l="l" t="t" r="r" b="b"/>
              <a:pathLst>
                <a:path w="4491" h="9472">
                  <a:moveTo>
                    <a:pt x="480" y="6821"/>
                  </a:moveTo>
                  <a:cubicBezTo>
                    <a:pt x="-474" y="5277"/>
                    <a:pt x="39" y="2722"/>
                    <a:pt x="1619" y="1142"/>
                  </a:cubicBezTo>
                  <a:cubicBezTo>
                    <a:pt x="3728" y="-968"/>
                    <a:pt x="4491" y="-222"/>
                    <a:pt x="4491" y="3948"/>
                  </a:cubicBezTo>
                  <a:cubicBezTo>
                    <a:pt x="4491" y="10181"/>
                    <a:pt x="3150" y="11141"/>
                    <a:pt x="480" y="6821"/>
                  </a:cubicBezTo>
                  <a:close/>
                </a:path>
              </a:pathLst>
            </a:custGeom>
            <a:solidFill>
              <a:srgbClr val="00C100"/>
            </a:solidFill>
            <a:ln w="5163" cap="flat">
              <a:noFill/>
              <a:prstDash val="solid"/>
              <a:miter/>
            </a:ln>
          </p:spPr>
          <p:txBody>
            <a:bodyPr/>
            <a:lstStyle/>
            <a:p>
              <a:endParaRPr lang="es-419" noProof="0" dirty="0"/>
            </a:p>
          </p:txBody>
        </p:sp>
      </p:grpSp>
      <p:grpSp>
        <p:nvGrpSpPr>
          <p:cNvPr id="78" name="Gráfico 39">
            <a:extLst>
              <a:ext uri="{FF2B5EF4-FFF2-40B4-BE49-F238E27FC236}">
                <a16:creationId xmlns:a16="http://schemas.microsoft.com/office/drawing/2014/main" id="{F9FA4B1E-C705-E309-CCF6-49A9ED86329C}"/>
              </a:ext>
            </a:extLst>
          </p:cNvPr>
          <p:cNvGrpSpPr/>
          <p:nvPr/>
        </p:nvGrpSpPr>
        <p:grpSpPr>
          <a:xfrm>
            <a:off x="2429776" y="2092540"/>
            <a:ext cx="224135" cy="371419"/>
            <a:chOff x="2429776" y="2092540"/>
            <a:chExt cx="224135" cy="371419"/>
          </a:xfrm>
          <a:solidFill>
            <a:srgbClr val="B9B9B9"/>
          </a:solidFill>
        </p:grpSpPr>
        <p:sp>
          <p:nvSpPr>
            <p:cNvPr id="79" name="Forma libre: forma 78">
              <a:extLst>
                <a:ext uri="{FF2B5EF4-FFF2-40B4-BE49-F238E27FC236}">
                  <a16:creationId xmlns:a16="http://schemas.microsoft.com/office/drawing/2014/main" id="{A949E2C1-6B8F-F09C-AA0A-D000D8AEEBEC}"/>
                </a:ext>
              </a:extLst>
            </p:cNvPr>
            <p:cNvSpPr/>
            <p:nvPr/>
          </p:nvSpPr>
          <p:spPr>
            <a:xfrm>
              <a:off x="2429776" y="2092540"/>
              <a:ext cx="213820" cy="371419"/>
            </a:xfrm>
            <a:custGeom>
              <a:avLst/>
              <a:gdLst>
                <a:gd name="csX0" fmla="*/ 16950 w 213820"/>
                <a:gd name="csY0" fmla="*/ 360449 h 371419"/>
                <a:gd name="csX1" fmla="*/ 11453 w 213820"/>
                <a:gd name="csY1" fmla="*/ 297848 h 371419"/>
                <a:gd name="csX2" fmla="*/ 3696 w 213820"/>
                <a:gd name="csY2" fmla="*/ 222369 h 371419"/>
                <a:gd name="csX3" fmla="*/ 0 w 213820"/>
                <a:gd name="csY3" fmla="*/ 197274 h 371419"/>
                <a:gd name="csX4" fmla="*/ 19120 w 213820"/>
                <a:gd name="csY4" fmla="*/ 182403 h 371419"/>
                <a:gd name="csX5" fmla="*/ 138310 w 213820"/>
                <a:gd name="csY5" fmla="*/ 92657 h 371419"/>
                <a:gd name="csX6" fmla="*/ 152643 w 213820"/>
                <a:gd name="csY6" fmla="*/ 35441 h 371419"/>
                <a:gd name="csX7" fmla="*/ 150658 w 213820"/>
                <a:gd name="csY7" fmla="*/ 20853 h 371419"/>
                <a:gd name="csX8" fmla="*/ 160369 w 213820"/>
                <a:gd name="csY8" fmla="*/ 19300 h 371419"/>
                <a:gd name="csX9" fmla="*/ 171671 w 213820"/>
                <a:gd name="csY9" fmla="*/ 15173 h 371419"/>
                <a:gd name="csX10" fmla="*/ 158173 w 213820"/>
                <a:gd name="csY10" fmla="*/ 10308 h 371419"/>
                <a:gd name="csX11" fmla="*/ 132945 w 213820"/>
                <a:gd name="csY11" fmla="*/ 8975 h 371419"/>
                <a:gd name="csX12" fmla="*/ 120037 w 213820"/>
                <a:gd name="csY12" fmla="*/ 5453 h 371419"/>
                <a:gd name="csX13" fmla="*/ 136817 w 213820"/>
                <a:gd name="csY13" fmla="*/ 5689 h 371419"/>
                <a:gd name="csX14" fmla="*/ 168222 w 213820"/>
                <a:gd name="csY14" fmla="*/ 2321 h 371419"/>
                <a:gd name="csX15" fmla="*/ 193336 w 213820"/>
                <a:gd name="csY15" fmla="*/ 5657 h 371419"/>
                <a:gd name="csX16" fmla="*/ 207546 w 213820"/>
                <a:gd name="csY16" fmla="*/ 12598 h 371419"/>
                <a:gd name="csX17" fmla="*/ 213132 w 213820"/>
                <a:gd name="csY17" fmla="*/ 30004 h 371419"/>
                <a:gd name="csX18" fmla="*/ 187630 w 213820"/>
                <a:gd name="csY18" fmla="*/ 96831 h 371419"/>
                <a:gd name="csX19" fmla="*/ 176562 w 213820"/>
                <a:gd name="csY19" fmla="*/ 115211 h 371419"/>
                <a:gd name="csX20" fmla="*/ 172870 w 213820"/>
                <a:gd name="csY20" fmla="*/ 123601 h 371419"/>
                <a:gd name="csX21" fmla="*/ 166261 w 213820"/>
                <a:gd name="csY21" fmla="*/ 157642 h 371419"/>
                <a:gd name="csX22" fmla="*/ 166219 w 213820"/>
                <a:gd name="csY22" fmla="*/ 169421 h 371419"/>
                <a:gd name="csX23" fmla="*/ 156436 w 213820"/>
                <a:gd name="csY23" fmla="*/ 177166 h 371419"/>
                <a:gd name="csX24" fmla="*/ 152486 w 213820"/>
                <a:gd name="csY24" fmla="*/ 184910 h 371419"/>
                <a:gd name="csX25" fmla="*/ 149724 w 213820"/>
                <a:gd name="csY25" fmla="*/ 180392 h 371419"/>
                <a:gd name="csX26" fmla="*/ 150673 w 213820"/>
                <a:gd name="csY26" fmla="*/ 190434 h 371419"/>
                <a:gd name="csX27" fmla="*/ 157540 w 213820"/>
                <a:gd name="csY27" fmla="*/ 189342 h 371419"/>
                <a:gd name="csX28" fmla="*/ 164336 w 213820"/>
                <a:gd name="csY28" fmla="*/ 186648 h 371419"/>
                <a:gd name="csX29" fmla="*/ 167794 w 213820"/>
                <a:gd name="csY29" fmla="*/ 183969 h 371419"/>
                <a:gd name="csX30" fmla="*/ 171021 w 213820"/>
                <a:gd name="csY30" fmla="*/ 181048 h 371419"/>
                <a:gd name="csX31" fmla="*/ 159467 w 213820"/>
                <a:gd name="csY31" fmla="*/ 208029 h 371419"/>
                <a:gd name="csX32" fmla="*/ 153370 w 213820"/>
                <a:gd name="csY32" fmla="*/ 220699 h 371419"/>
                <a:gd name="csX33" fmla="*/ 158583 w 213820"/>
                <a:gd name="csY33" fmla="*/ 221050 h 371419"/>
                <a:gd name="csX34" fmla="*/ 167434 w 213820"/>
                <a:gd name="csY34" fmla="*/ 216533 h 371419"/>
                <a:gd name="csX35" fmla="*/ 167794 w 213820"/>
                <a:gd name="csY35" fmla="*/ 224277 h 371419"/>
                <a:gd name="csX36" fmla="*/ 162477 w 213820"/>
                <a:gd name="csY36" fmla="*/ 240411 h 371419"/>
                <a:gd name="csX37" fmla="*/ 159980 w 213820"/>
                <a:gd name="csY37" fmla="*/ 264290 h 371419"/>
                <a:gd name="csX38" fmla="*/ 154702 w 213820"/>
                <a:gd name="csY38" fmla="*/ 297848 h 371419"/>
                <a:gd name="csX39" fmla="*/ 147143 w 213820"/>
                <a:gd name="csY39" fmla="*/ 319016 h 371419"/>
                <a:gd name="csX40" fmla="*/ 144561 w 213820"/>
                <a:gd name="csY40" fmla="*/ 314628 h 371419"/>
                <a:gd name="csX41" fmla="*/ 142397 w 213820"/>
                <a:gd name="csY41" fmla="*/ 312692 h 371419"/>
                <a:gd name="csX42" fmla="*/ 133654 w 213820"/>
                <a:gd name="csY42" fmla="*/ 296518 h 371419"/>
                <a:gd name="csX43" fmla="*/ 127870 w 213820"/>
                <a:gd name="csY43" fmla="*/ 279915 h 371419"/>
                <a:gd name="csX44" fmla="*/ 129246 w 213820"/>
                <a:gd name="csY44" fmla="*/ 255255 h 371419"/>
                <a:gd name="csX45" fmla="*/ 125242 w 213820"/>
                <a:gd name="csY45" fmla="*/ 260285 h 371419"/>
                <a:gd name="csX46" fmla="*/ 118479 w 213820"/>
                <a:gd name="csY46" fmla="*/ 266956 h 371419"/>
                <a:gd name="csX47" fmla="*/ 115990 w 213820"/>
                <a:gd name="csY47" fmla="*/ 271823 h 371419"/>
                <a:gd name="csX48" fmla="*/ 103625 w 213820"/>
                <a:gd name="csY48" fmla="*/ 299151 h 371419"/>
                <a:gd name="csX49" fmla="*/ 93086 w 213820"/>
                <a:gd name="csY49" fmla="*/ 304140 h 371419"/>
                <a:gd name="csX50" fmla="*/ 86910 w 213820"/>
                <a:gd name="csY50" fmla="*/ 313522 h 371419"/>
                <a:gd name="csX51" fmla="*/ 79326 w 213820"/>
                <a:gd name="csY51" fmla="*/ 328399 h 371419"/>
                <a:gd name="csX52" fmla="*/ 69895 w 213820"/>
                <a:gd name="csY52" fmla="*/ 347747 h 371419"/>
                <a:gd name="csX53" fmla="*/ 51629 w 213820"/>
                <a:gd name="csY53" fmla="*/ 357222 h 371419"/>
                <a:gd name="csX54" fmla="*/ 36622 w 213820"/>
                <a:gd name="csY54" fmla="*/ 363051 h 371419"/>
                <a:gd name="csX55" fmla="*/ 27100 w 213820"/>
                <a:gd name="csY55" fmla="*/ 371420 h 371419"/>
                <a:gd name="csX56" fmla="*/ 16950 w 213820"/>
                <a:gd name="csY56" fmla="*/ 360449 h 3714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Lst>
              <a:rect l="l" t="t" r="r" b="b"/>
              <a:pathLst>
                <a:path w="213820" h="371419">
                  <a:moveTo>
                    <a:pt x="16950" y="360449"/>
                  </a:moveTo>
                  <a:cubicBezTo>
                    <a:pt x="16160" y="354414"/>
                    <a:pt x="13687" y="326244"/>
                    <a:pt x="11453" y="297848"/>
                  </a:cubicBezTo>
                  <a:cubicBezTo>
                    <a:pt x="9219" y="269452"/>
                    <a:pt x="5728" y="235487"/>
                    <a:pt x="3696" y="222369"/>
                  </a:cubicBezTo>
                  <a:cubicBezTo>
                    <a:pt x="1663" y="209251"/>
                    <a:pt x="0" y="197958"/>
                    <a:pt x="0" y="197274"/>
                  </a:cubicBezTo>
                  <a:cubicBezTo>
                    <a:pt x="0" y="196590"/>
                    <a:pt x="8604" y="189898"/>
                    <a:pt x="19120" y="182403"/>
                  </a:cubicBezTo>
                  <a:cubicBezTo>
                    <a:pt x="45138" y="163860"/>
                    <a:pt x="131668" y="98706"/>
                    <a:pt x="138310" y="92657"/>
                  </a:cubicBezTo>
                  <a:cubicBezTo>
                    <a:pt x="147047" y="84700"/>
                    <a:pt x="155017" y="52884"/>
                    <a:pt x="152643" y="35441"/>
                  </a:cubicBezTo>
                  <a:lnTo>
                    <a:pt x="150658" y="20853"/>
                  </a:lnTo>
                  <a:lnTo>
                    <a:pt x="160369" y="19300"/>
                  </a:lnTo>
                  <a:cubicBezTo>
                    <a:pt x="165710" y="18446"/>
                    <a:pt x="170796" y="16589"/>
                    <a:pt x="171671" y="15173"/>
                  </a:cubicBezTo>
                  <a:cubicBezTo>
                    <a:pt x="174939" y="9885"/>
                    <a:pt x="170188" y="8173"/>
                    <a:pt x="158173" y="10308"/>
                  </a:cubicBezTo>
                  <a:cubicBezTo>
                    <a:pt x="149606" y="11830"/>
                    <a:pt x="141919" y="11424"/>
                    <a:pt x="132945" y="8975"/>
                  </a:cubicBezTo>
                  <a:lnTo>
                    <a:pt x="120037" y="5453"/>
                  </a:lnTo>
                  <a:lnTo>
                    <a:pt x="136817" y="5689"/>
                  </a:lnTo>
                  <a:cubicBezTo>
                    <a:pt x="146045" y="5819"/>
                    <a:pt x="160178" y="4304"/>
                    <a:pt x="168222" y="2321"/>
                  </a:cubicBezTo>
                  <a:cubicBezTo>
                    <a:pt x="182583" y="-1218"/>
                    <a:pt x="183037" y="-1158"/>
                    <a:pt x="193336" y="5657"/>
                  </a:cubicBezTo>
                  <a:cubicBezTo>
                    <a:pt x="199104" y="9475"/>
                    <a:pt x="205499" y="12598"/>
                    <a:pt x="207546" y="12598"/>
                  </a:cubicBezTo>
                  <a:cubicBezTo>
                    <a:pt x="210236" y="12598"/>
                    <a:pt x="211785" y="17427"/>
                    <a:pt x="213132" y="30004"/>
                  </a:cubicBezTo>
                  <a:cubicBezTo>
                    <a:pt x="216062" y="57367"/>
                    <a:pt x="210014" y="73217"/>
                    <a:pt x="187630" y="96831"/>
                  </a:cubicBezTo>
                  <a:cubicBezTo>
                    <a:pt x="182422" y="102326"/>
                    <a:pt x="177441" y="110596"/>
                    <a:pt x="176562" y="115211"/>
                  </a:cubicBezTo>
                  <a:cubicBezTo>
                    <a:pt x="175683" y="119825"/>
                    <a:pt x="174022" y="123601"/>
                    <a:pt x="172870" y="123601"/>
                  </a:cubicBezTo>
                  <a:cubicBezTo>
                    <a:pt x="168512" y="123601"/>
                    <a:pt x="164964" y="141879"/>
                    <a:pt x="166261" y="157642"/>
                  </a:cubicBezTo>
                  <a:cubicBezTo>
                    <a:pt x="166999" y="166605"/>
                    <a:pt x="166980" y="171906"/>
                    <a:pt x="166219" y="169421"/>
                  </a:cubicBezTo>
                  <a:cubicBezTo>
                    <a:pt x="163842" y="161666"/>
                    <a:pt x="160352" y="164428"/>
                    <a:pt x="156436" y="177166"/>
                  </a:cubicBezTo>
                  <a:cubicBezTo>
                    <a:pt x="154362" y="183910"/>
                    <a:pt x="152584" y="187395"/>
                    <a:pt x="152486" y="184910"/>
                  </a:cubicBezTo>
                  <a:cubicBezTo>
                    <a:pt x="152387" y="182425"/>
                    <a:pt x="151144" y="180392"/>
                    <a:pt x="149724" y="180392"/>
                  </a:cubicBezTo>
                  <a:cubicBezTo>
                    <a:pt x="145947" y="180392"/>
                    <a:pt x="146574" y="187032"/>
                    <a:pt x="150673" y="190434"/>
                  </a:cubicBezTo>
                  <a:cubicBezTo>
                    <a:pt x="153362" y="192666"/>
                    <a:pt x="154997" y="192406"/>
                    <a:pt x="157540" y="189342"/>
                  </a:cubicBezTo>
                  <a:cubicBezTo>
                    <a:pt x="159375" y="187130"/>
                    <a:pt x="162434" y="185918"/>
                    <a:pt x="164336" y="186648"/>
                  </a:cubicBezTo>
                  <a:cubicBezTo>
                    <a:pt x="166311" y="187405"/>
                    <a:pt x="167794" y="186256"/>
                    <a:pt x="167794" y="183969"/>
                  </a:cubicBezTo>
                  <a:cubicBezTo>
                    <a:pt x="167794" y="181765"/>
                    <a:pt x="169246" y="180451"/>
                    <a:pt x="171021" y="181048"/>
                  </a:cubicBezTo>
                  <a:cubicBezTo>
                    <a:pt x="178588" y="183594"/>
                    <a:pt x="167396" y="209728"/>
                    <a:pt x="159467" y="208029"/>
                  </a:cubicBezTo>
                  <a:cubicBezTo>
                    <a:pt x="155365" y="207150"/>
                    <a:pt x="151352" y="215489"/>
                    <a:pt x="153370" y="220699"/>
                  </a:cubicBezTo>
                  <a:cubicBezTo>
                    <a:pt x="155154" y="225305"/>
                    <a:pt x="155436" y="225324"/>
                    <a:pt x="158583" y="221050"/>
                  </a:cubicBezTo>
                  <a:cubicBezTo>
                    <a:pt x="160413" y="218566"/>
                    <a:pt x="164395" y="216533"/>
                    <a:pt x="167434" y="216533"/>
                  </a:cubicBezTo>
                  <a:cubicBezTo>
                    <a:pt x="174275" y="216533"/>
                    <a:pt x="174331" y="217740"/>
                    <a:pt x="167794" y="224277"/>
                  </a:cubicBezTo>
                  <a:cubicBezTo>
                    <a:pt x="164323" y="227748"/>
                    <a:pt x="162581" y="233035"/>
                    <a:pt x="162477" y="240411"/>
                  </a:cubicBezTo>
                  <a:cubicBezTo>
                    <a:pt x="162393" y="246445"/>
                    <a:pt x="161269" y="257191"/>
                    <a:pt x="159980" y="264290"/>
                  </a:cubicBezTo>
                  <a:cubicBezTo>
                    <a:pt x="158691" y="271389"/>
                    <a:pt x="156316" y="286490"/>
                    <a:pt x="154702" y="297848"/>
                  </a:cubicBezTo>
                  <a:cubicBezTo>
                    <a:pt x="152051" y="316511"/>
                    <a:pt x="147143" y="330254"/>
                    <a:pt x="147143" y="319016"/>
                  </a:cubicBezTo>
                  <a:cubicBezTo>
                    <a:pt x="147143" y="316603"/>
                    <a:pt x="145981" y="314628"/>
                    <a:pt x="144561" y="314628"/>
                  </a:cubicBezTo>
                  <a:cubicBezTo>
                    <a:pt x="143141" y="314628"/>
                    <a:pt x="142167" y="313757"/>
                    <a:pt x="142397" y="312692"/>
                  </a:cubicBezTo>
                  <a:cubicBezTo>
                    <a:pt x="143282" y="308582"/>
                    <a:pt x="136781" y="296556"/>
                    <a:pt x="133654" y="296518"/>
                  </a:cubicBezTo>
                  <a:cubicBezTo>
                    <a:pt x="125264" y="296417"/>
                    <a:pt x="123998" y="292782"/>
                    <a:pt x="127870" y="279915"/>
                  </a:cubicBezTo>
                  <a:cubicBezTo>
                    <a:pt x="132191" y="265558"/>
                    <a:pt x="132766" y="255255"/>
                    <a:pt x="129246" y="255255"/>
                  </a:cubicBezTo>
                  <a:cubicBezTo>
                    <a:pt x="127923" y="255255"/>
                    <a:pt x="126121" y="257518"/>
                    <a:pt x="125242" y="260285"/>
                  </a:cubicBezTo>
                  <a:cubicBezTo>
                    <a:pt x="124364" y="263052"/>
                    <a:pt x="121321" y="266054"/>
                    <a:pt x="118479" y="266956"/>
                  </a:cubicBezTo>
                  <a:cubicBezTo>
                    <a:pt x="114695" y="268157"/>
                    <a:pt x="114029" y="269460"/>
                    <a:pt x="115990" y="271823"/>
                  </a:cubicBezTo>
                  <a:cubicBezTo>
                    <a:pt x="120178" y="276868"/>
                    <a:pt x="111817" y="295346"/>
                    <a:pt x="103625" y="299151"/>
                  </a:cubicBezTo>
                  <a:cubicBezTo>
                    <a:pt x="99874" y="300894"/>
                    <a:pt x="95131" y="303139"/>
                    <a:pt x="93086" y="304140"/>
                  </a:cubicBezTo>
                  <a:cubicBezTo>
                    <a:pt x="91041" y="305142"/>
                    <a:pt x="88261" y="309364"/>
                    <a:pt x="86910" y="313522"/>
                  </a:cubicBezTo>
                  <a:cubicBezTo>
                    <a:pt x="85558" y="317680"/>
                    <a:pt x="82145" y="324374"/>
                    <a:pt x="79326" y="328399"/>
                  </a:cubicBezTo>
                  <a:cubicBezTo>
                    <a:pt x="76507" y="332423"/>
                    <a:pt x="72263" y="341130"/>
                    <a:pt x="69895" y="347747"/>
                  </a:cubicBezTo>
                  <a:cubicBezTo>
                    <a:pt x="65145" y="361024"/>
                    <a:pt x="59224" y="364095"/>
                    <a:pt x="51629" y="357222"/>
                  </a:cubicBezTo>
                  <a:cubicBezTo>
                    <a:pt x="44314" y="350602"/>
                    <a:pt x="37572" y="353221"/>
                    <a:pt x="36622" y="363051"/>
                  </a:cubicBezTo>
                  <a:cubicBezTo>
                    <a:pt x="35885" y="370676"/>
                    <a:pt x="35039" y="371420"/>
                    <a:pt x="27100" y="371420"/>
                  </a:cubicBezTo>
                  <a:cubicBezTo>
                    <a:pt x="18795" y="371420"/>
                    <a:pt x="18319" y="370905"/>
                    <a:pt x="16950" y="360449"/>
                  </a:cubicBezTo>
                  <a:close/>
                </a:path>
              </a:pathLst>
            </a:custGeom>
            <a:solidFill>
              <a:srgbClr val="B9B9B9"/>
            </a:solidFill>
            <a:ln w="5163" cap="flat">
              <a:noFill/>
              <a:prstDash val="solid"/>
              <a:miter/>
            </a:ln>
          </p:spPr>
          <p:txBody>
            <a:bodyPr/>
            <a:lstStyle/>
            <a:p>
              <a:endParaRPr lang="es-419" noProof="0" dirty="0"/>
            </a:p>
          </p:txBody>
        </p:sp>
        <p:sp>
          <p:nvSpPr>
            <p:cNvPr id="80" name="Forma libre: forma 79">
              <a:extLst>
                <a:ext uri="{FF2B5EF4-FFF2-40B4-BE49-F238E27FC236}">
                  <a16:creationId xmlns:a16="http://schemas.microsoft.com/office/drawing/2014/main" id="{F82CCE42-C8E7-7903-189B-84FCC3BD5DD9}"/>
                </a:ext>
              </a:extLst>
            </p:cNvPr>
            <p:cNvSpPr/>
            <p:nvPr/>
          </p:nvSpPr>
          <p:spPr>
            <a:xfrm>
              <a:off x="2598432" y="2301328"/>
              <a:ext cx="4301" cy="5162"/>
            </a:xfrm>
            <a:custGeom>
              <a:avLst/>
              <a:gdLst>
                <a:gd name="csX0" fmla="*/ 429 w 4301"/>
                <a:gd name="csY0" fmla="*/ 2581 h 5162"/>
                <a:gd name="csX1" fmla="*/ 1567 w 4301"/>
                <a:gd name="csY1" fmla="*/ 0 h 5162"/>
                <a:gd name="csX2" fmla="*/ 4301 w 4301"/>
                <a:gd name="csY2" fmla="*/ 2581 h 5162"/>
                <a:gd name="csX3" fmla="*/ 3163 w 4301"/>
                <a:gd name="csY3" fmla="*/ 5163 h 5162"/>
                <a:gd name="csX4" fmla="*/ 429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429" y="2581"/>
                  </a:moveTo>
                  <a:cubicBezTo>
                    <a:pt x="-448" y="1162"/>
                    <a:pt x="64" y="0"/>
                    <a:pt x="1567" y="0"/>
                  </a:cubicBezTo>
                  <a:cubicBezTo>
                    <a:pt x="3071" y="0"/>
                    <a:pt x="4301" y="1162"/>
                    <a:pt x="4301" y="2581"/>
                  </a:cubicBezTo>
                  <a:cubicBezTo>
                    <a:pt x="4301" y="4001"/>
                    <a:pt x="3789" y="5163"/>
                    <a:pt x="3163" y="5163"/>
                  </a:cubicBezTo>
                  <a:cubicBezTo>
                    <a:pt x="2537" y="5163"/>
                    <a:pt x="1307" y="4001"/>
                    <a:pt x="429" y="2581"/>
                  </a:cubicBezTo>
                  <a:close/>
                </a:path>
              </a:pathLst>
            </a:custGeom>
            <a:solidFill>
              <a:srgbClr val="B9B9B9"/>
            </a:solidFill>
            <a:ln w="5163" cap="flat">
              <a:noFill/>
              <a:prstDash val="solid"/>
              <a:miter/>
            </a:ln>
          </p:spPr>
          <p:txBody>
            <a:bodyPr/>
            <a:lstStyle/>
            <a:p>
              <a:endParaRPr lang="es-419" noProof="0" dirty="0"/>
            </a:p>
          </p:txBody>
        </p:sp>
        <p:sp>
          <p:nvSpPr>
            <p:cNvPr id="81" name="Forma libre: forma 80">
              <a:extLst>
                <a:ext uri="{FF2B5EF4-FFF2-40B4-BE49-F238E27FC236}">
                  <a16:creationId xmlns:a16="http://schemas.microsoft.com/office/drawing/2014/main" id="{E11E5CF8-8574-3BE8-0521-BACBF2D1CC2A}"/>
                </a:ext>
              </a:extLst>
            </p:cNvPr>
            <p:cNvSpPr/>
            <p:nvPr/>
          </p:nvSpPr>
          <p:spPr>
            <a:xfrm>
              <a:off x="2631714" y="2178527"/>
              <a:ext cx="22197" cy="31992"/>
            </a:xfrm>
            <a:custGeom>
              <a:avLst/>
              <a:gdLst>
                <a:gd name="csX0" fmla="*/ 471 w 22197"/>
                <a:gd name="csY0" fmla="*/ 28899 h 31992"/>
                <a:gd name="csX1" fmla="*/ 9355 w 22197"/>
                <a:gd name="csY1" fmla="*/ 4976 h 31992"/>
                <a:gd name="csX2" fmla="*/ 18130 w 22197"/>
                <a:gd name="csY2" fmla="*/ 1262 h 31992"/>
                <a:gd name="csX3" fmla="*/ 15361 w 22197"/>
                <a:gd name="csY3" fmla="*/ 16772 h 31992"/>
                <a:gd name="csX4" fmla="*/ 471 w 22197"/>
                <a:gd name="csY4" fmla="*/ 28899 h 31992"/>
              </a:gdLst>
              <a:ahLst/>
              <a:cxnLst>
                <a:cxn ang="0">
                  <a:pos x="csX0" y="csY0"/>
                </a:cxn>
                <a:cxn ang="0">
                  <a:pos x="csX1" y="csY1"/>
                </a:cxn>
                <a:cxn ang="0">
                  <a:pos x="csX2" y="csY2"/>
                </a:cxn>
                <a:cxn ang="0">
                  <a:pos x="csX3" y="csY3"/>
                </a:cxn>
                <a:cxn ang="0">
                  <a:pos x="csX4" y="csY4"/>
                </a:cxn>
              </a:cxnLst>
              <a:rect l="l" t="t" r="r" b="b"/>
              <a:pathLst>
                <a:path w="22197" h="31992">
                  <a:moveTo>
                    <a:pt x="471" y="28899"/>
                  </a:moveTo>
                  <a:cubicBezTo>
                    <a:pt x="-1762" y="23078"/>
                    <a:pt x="4399" y="6487"/>
                    <a:pt x="9355" y="4976"/>
                  </a:cubicBezTo>
                  <a:cubicBezTo>
                    <a:pt x="11697" y="4262"/>
                    <a:pt x="15646" y="2591"/>
                    <a:pt x="18130" y="1262"/>
                  </a:cubicBezTo>
                  <a:cubicBezTo>
                    <a:pt x="24115" y="-1937"/>
                    <a:pt x="23741" y="160"/>
                    <a:pt x="15361" y="16772"/>
                  </a:cubicBezTo>
                  <a:cubicBezTo>
                    <a:pt x="7920" y="31524"/>
                    <a:pt x="3013" y="35521"/>
                    <a:pt x="471" y="28899"/>
                  </a:cubicBezTo>
                  <a:close/>
                </a:path>
              </a:pathLst>
            </a:custGeom>
            <a:solidFill>
              <a:srgbClr val="B9B9B9"/>
            </a:solidFill>
            <a:ln w="5163" cap="flat">
              <a:noFill/>
              <a:prstDash val="solid"/>
              <a:miter/>
            </a:ln>
          </p:spPr>
          <p:txBody>
            <a:bodyPr/>
            <a:lstStyle/>
            <a:p>
              <a:endParaRPr lang="es-419" noProof="0" dirty="0"/>
            </a:p>
          </p:txBody>
        </p:sp>
        <p:sp>
          <p:nvSpPr>
            <p:cNvPr id="82" name="Forma libre: forma 81">
              <a:extLst>
                <a:ext uri="{FF2B5EF4-FFF2-40B4-BE49-F238E27FC236}">
                  <a16:creationId xmlns:a16="http://schemas.microsoft.com/office/drawing/2014/main" id="{1E26FA41-846B-0D5C-EF6F-EC943E82D0C5}"/>
                </a:ext>
              </a:extLst>
            </p:cNvPr>
            <p:cNvSpPr/>
            <p:nvPr/>
          </p:nvSpPr>
          <p:spPr>
            <a:xfrm>
              <a:off x="2646618" y="2128371"/>
              <a:ext cx="5162" cy="6756"/>
            </a:xfrm>
            <a:custGeom>
              <a:avLst/>
              <a:gdLst>
                <a:gd name="csX0" fmla="*/ 0 w 5162"/>
                <a:gd name="csY0" fmla="*/ 4025 h 6756"/>
                <a:gd name="csX1" fmla="*/ 2581 w 5162"/>
                <a:gd name="csY1" fmla="*/ 0 h 6756"/>
                <a:gd name="csX2" fmla="*/ 5163 w 5162"/>
                <a:gd name="csY2" fmla="*/ 2429 h 6756"/>
                <a:gd name="csX3" fmla="*/ 2581 w 5162"/>
                <a:gd name="csY3" fmla="*/ 6454 h 6756"/>
                <a:gd name="csX4" fmla="*/ 0 w 5162"/>
                <a:gd name="csY4" fmla="*/ 4025 h 6756"/>
              </a:gdLst>
              <a:ahLst/>
              <a:cxnLst>
                <a:cxn ang="0">
                  <a:pos x="csX0" y="csY0"/>
                </a:cxn>
                <a:cxn ang="0">
                  <a:pos x="csX1" y="csY1"/>
                </a:cxn>
                <a:cxn ang="0">
                  <a:pos x="csX2" y="csY2"/>
                </a:cxn>
                <a:cxn ang="0">
                  <a:pos x="csX3" y="csY3"/>
                </a:cxn>
                <a:cxn ang="0">
                  <a:pos x="csX4" y="csY4"/>
                </a:cxn>
              </a:cxnLst>
              <a:rect l="l" t="t" r="r" b="b"/>
              <a:pathLst>
                <a:path w="5162" h="6756">
                  <a:moveTo>
                    <a:pt x="0" y="4025"/>
                  </a:moveTo>
                  <a:cubicBezTo>
                    <a:pt x="0" y="1811"/>
                    <a:pt x="1162" y="0"/>
                    <a:pt x="2581" y="0"/>
                  </a:cubicBezTo>
                  <a:cubicBezTo>
                    <a:pt x="4001" y="0"/>
                    <a:pt x="5163" y="1093"/>
                    <a:pt x="5163" y="2429"/>
                  </a:cubicBezTo>
                  <a:cubicBezTo>
                    <a:pt x="5163" y="3765"/>
                    <a:pt x="4001" y="5576"/>
                    <a:pt x="2581" y="6454"/>
                  </a:cubicBezTo>
                  <a:cubicBezTo>
                    <a:pt x="1162" y="7331"/>
                    <a:pt x="0" y="6238"/>
                    <a:pt x="0" y="4025"/>
                  </a:cubicBezTo>
                  <a:close/>
                </a:path>
              </a:pathLst>
            </a:custGeom>
            <a:solidFill>
              <a:srgbClr val="B9B9B9"/>
            </a:solidFill>
            <a:ln w="5163" cap="flat">
              <a:noFill/>
              <a:prstDash val="solid"/>
              <a:miter/>
            </a:ln>
          </p:spPr>
          <p:txBody>
            <a:bodyPr/>
            <a:lstStyle/>
            <a:p>
              <a:endParaRPr lang="es-419" noProof="0" dirty="0"/>
            </a:p>
          </p:txBody>
        </p:sp>
        <p:sp>
          <p:nvSpPr>
            <p:cNvPr id="83" name="Forma libre: forma 82">
              <a:extLst>
                <a:ext uri="{FF2B5EF4-FFF2-40B4-BE49-F238E27FC236}">
                  <a16:creationId xmlns:a16="http://schemas.microsoft.com/office/drawing/2014/main" id="{9453F3C3-D33C-68EF-C3CD-3DDCDA81A0A7}"/>
                </a:ext>
              </a:extLst>
            </p:cNvPr>
            <p:cNvSpPr/>
            <p:nvPr/>
          </p:nvSpPr>
          <p:spPr>
            <a:xfrm>
              <a:off x="2646618" y="2110301"/>
              <a:ext cx="4301" cy="5162"/>
            </a:xfrm>
            <a:custGeom>
              <a:avLst/>
              <a:gdLst>
                <a:gd name="csX0" fmla="*/ 0 w 4301"/>
                <a:gd name="csY0" fmla="*/ 2581 h 5162"/>
                <a:gd name="csX1" fmla="*/ 1138 w 4301"/>
                <a:gd name="csY1" fmla="*/ 0 h 5162"/>
                <a:gd name="csX2" fmla="*/ 3872 w 4301"/>
                <a:gd name="csY2" fmla="*/ 2581 h 5162"/>
                <a:gd name="csX3" fmla="*/ 2734 w 4301"/>
                <a:gd name="csY3" fmla="*/ 5163 h 5162"/>
                <a:gd name="csX4" fmla="*/ 0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0" y="2581"/>
                  </a:moveTo>
                  <a:cubicBezTo>
                    <a:pt x="0" y="1162"/>
                    <a:pt x="512" y="0"/>
                    <a:pt x="1138" y="0"/>
                  </a:cubicBezTo>
                  <a:cubicBezTo>
                    <a:pt x="1765" y="0"/>
                    <a:pt x="2995" y="1162"/>
                    <a:pt x="3872" y="2581"/>
                  </a:cubicBezTo>
                  <a:cubicBezTo>
                    <a:pt x="4750" y="4001"/>
                    <a:pt x="4237" y="5163"/>
                    <a:pt x="2734" y="5163"/>
                  </a:cubicBezTo>
                  <a:cubicBezTo>
                    <a:pt x="1230" y="5163"/>
                    <a:pt x="0" y="4001"/>
                    <a:pt x="0" y="2581"/>
                  </a:cubicBezTo>
                  <a:close/>
                </a:path>
              </a:pathLst>
            </a:custGeom>
            <a:solidFill>
              <a:srgbClr val="B9B9B9"/>
            </a:solidFill>
            <a:ln w="5163" cap="flat">
              <a:noFill/>
              <a:prstDash val="solid"/>
              <a:miter/>
            </a:ln>
          </p:spPr>
          <p:txBody>
            <a:bodyPr/>
            <a:lstStyle/>
            <a:p>
              <a:endParaRPr lang="es-419" noProof="0" dirty="0"/>
            </a:p>
          </p:txBody>
        </p:sp>
      </p:grpSp>
      <p:grpSp>
        <p:nvGrpSpPr>
          <p:cNvPr id="84" name="Gráfico 39">
            <a:extLst>
              <a:ext uri="{FF2B5EF4-FFF2-40B4-BE49-F238E27FC236}">
                <a16:creationId xmlns:a16="http://schemas.microsoft.com/office/drawing/2014/main" id="{6C62539A-5B8C-FA22-C0A1-51C01CDA6924}"/>
              </a:ext>
            </a:extLst>
          </p:cNvPr>
          <p:cNvGrpSpPr/>
          <p:nvPr/>
        </p:nvGrpSpPr>
        <p:grpSpPr>
          <a:xfrm>
            <a:off x="924790" y="1999612"/>
            <a:ext cx="235561" cy="223008"/>
            <a:chOff x="924790" y="1999612"/>
            <a:chExt cx="235561" cy="223008"/>
          </a:xfrm>
          <a:solidFill>
            <a:srgbClr val="B9B9B9"/>
          </a:solidFill>
        </p:grpSpPr>
        <p:sp>
          <p:nvSpPr>
            <p:cNvPr id="85" name="Forma libre: forma 84">
              <a:extLst>
                <a:ext uri="{FF2B5EF4-FFF2-40B4-BE49-F238E27FC236}">
                  <a16:creationId xmlns:a16="http://schemas.microsoft.com/office/drawing/2014/main" id="{778C7EE1-BD76-A21E-21B0-CAAE56B6BC07}"/>
                </a:ext>
              </a:extLst>
            </p:cNvPr>
            <p:cNvSpPr/>
            <p:nvPr/>
          </p:nvSpPr>
          <p:spPr>
            <a:xfrm>
              <a:off x="1018216" y="1999612"/>
              <a:ext cx="142135" cy="223008"/>
            </a:xfrm>
            <a:custGeom>
              <a:avLst/>
              <a:gdLst>
                <a:gd name="csX0" fmla="*/ 33142 w 142135"/>
                <a:gd name="csY0" fmla="*/ 222624 h 223008"/>
                <a:gd name="csX1" fmla="*/ 24030 w 142135"/>
                <a:gd name="csY1" fmla="*/ 217989 h 223008"/>
                <a:gd name="csX2" fmla="*/ 15077 w 142135"/>
                <a:gd name="csY2" fmla="*/ 214475 h 223008"/>
                <a:gd name="csX3" fmla="*/ 28065 w 142135"/>
                <a:gd name="csY3" fmla="*/ 199749 h 223008"/>
                <a:gd name="csX4" fmla="*/ 39623 w 142135"/>
                <a:gd name="csY4" fmla="*/ 181324 h 223008"/>
                <a:gd name="csX5" fmla="*/ 40552 w 142135"/>
                <a:gd name="csY5" fmla="*/ 163618 h 223008"/>
                <a:gd name="csX6" fmla="*/ 38270 w 142135"/>
                <a:gd name="csY6" fmla="*/ 146871 h 223008"/>
                <a:gd name="csX7" fmla="*/ 31342 w 142135"/>
                <a:gd name="csY7" fmla="*/ 141344 h 223008"/>
                <a:gd name="csX8" fmla="*/ 23064 w 142135"/>
                <a:gd name="csY8" fmla="*/ 130695 h 223008"/>
                <a:gd name="csX9" fmla="*/ 21238 w 142135"/>
                <a:gd name="csY9" fmla="*/ 121015 h 223008"/>
                <a:gd name="csX10" fmla="*/ 21448 w 142135"/>
                <a:gd name="csY10" fmla="*/ 110689 h 223008"/>
                <a:gd name="csX11" fmla="*/ 17417 w 142135"/>
                <a:gd name="csY11" fmla="*/ 113600 h 223008"/>
                <a:gd name="csX12" fmla="*/ 6090 w 142135"/>
                <a:gd name="csY12" fmla="*/ 75839 h 223008"/>
                <a:gd name="csX13" fmla="*/ 446 w 142135"/>
                <a:gd name="csY13" fmla="*/ 49379 h 223008"/>
                <a:gd name="csX14" fmla="*/ 1787 w 142135"/>
                <a:gd name="csY14" fmla="*/ 43571 h 223008"/>
                <a:gd name="csX15" fmla="*/ 4669 w 142135"/>
                <a:gd name="csY15" fmla="*/ 50173 h 223008"/>
                <a:gd name="csX16" fmla="*/ 15640 w 142135"/>
                <a:gd name="csY16" fmla="*/ 55981 h 223008"/>
                <a:gd name="csX17" fmla="*/ 25590 w 142135"/>
                <a:gd name="csY17" fmla="*/ 51315 h 223008"/>
                <a:gd name="csX18" fmla="*/ 21927 w 142135"/>
                <a:gd name="csY18" fmla="*/ 38128 h 223008"/>
                <a:gd name="csX19" fmla="*/ 25126 w 142135"/>
                <a:gd name="csY19" fmla="*/ 20612 h 223008"/>
                <a:gd name="csX20" fmla="*/ 29635 w 142135"/>
                <a:gd name="csY20" fmla="*/ 8944 h 223008"/>
                <a:gd name="csX21" fmla="*/ 56601 w 142135"/>
                <a:gd name="csY21" fmla="*/ 2664 h 223008"/>
                <a:gd name="csX22" fmla="*/ 68014 w 142135"/>
                <a:gd name="csY22" fmla="*/ 14926 h 223008"/>
                <a:gd name="csX23" fmla="*/ 70397 w 142135"/>
                <a:gd name="csY23" fmla="*/ 28730 h 223008"/>
                <a:gd name="csX24" fmla="*/ 64799 w 142135"/>
                <a:gd name="csY24" fmla="*/ 38367 h 223008"/>
                <a:gd name="csX25" fmla="*/ 76515 w 142135"/>
                <a:gd name="csY25" fmla="*/ 47199 h 223008"/>
                <a:gd name="csX26" fmla="*/ 95020 w 142135"/>
                <a:gd name="csY26" fmla="*/ 52596 h 223008"/>
                <a:gd name="csX27" fmla="*/ 116723 w 142135"/>
                <a:gd name="csY27" fmla="*/ 66052 h 223008"/>
                <a:gd name="csX28" fmla="*/ 125419 w 142135"/>
                <a:gd name="csY28" fmla="*/ 64641 h 223008"/>
                <a:gd name="csX29" fmla="*/ 121867 w 142135"/>
                <a:gd name="csY29" fmla="*/ 77984 h 223008"/>
                <a:gd name="csX30" fmla="*/ 126198 w 142135"/>
                <a:gd name="csY30" fmla="*/ 109560 h 223008"/>
                <a:gd name="csX31" fmla="*/ 132452 w 142135"/>
                <a:gd name="csY31" fmla="*/ 130811 h 223008"/>
                <a:gd name="csX32" fmla="*/ 137172 w 142135"/>
                <a:gd name="csY32" fmla="*/ 149525 h 223008"/>
                <a:gd name="csX33" fmla="*/ 126264 w 142135"/>
                <a:gd name="csY33" fmla="*/ 165042 h 223008"/>
                <a:gd name="csX34" fmla="*/ 119713 w 142135"/>
                <a:gd name="csY34" fmla="*/ 162318 h 223008"/>
                <a:gd name="csX35" fmla="*/ 122125 w 142135"/>
                <a:gd name="csY35" fmla="*/ 181310 h 223008"/>
                <a:gd name="csX36" fmla="*/ 122395 w 142135"/>
                <a:gd name="csY36" fmla="*/ 193071 h 223008"/>
                <a:gd name="csX37" fmla="*/ 117050 w 142135"/>
                <a:gd name="csY37" fmla="*/ 205350 h 223008"/>
                <a:gd name="csX38" fmla="*/ 115307 w 142135"/>
                <a:gd name="csY38" fmla="*/ 214639 h 223008"/>
                <a:gd name="csX39" fmla="*/ 105608 w 142135"/>
                <a:gd name="csY39" fmla="*/ 205168 h 223008"/>
                <a:gd name="csX40" fmla="*/ 70306 w 142135"/>
                <a:gd name="csY40" fmla="*/ 198146 h 223008"/>
                <a:gd name="csX41" fmla="*/ 57886 w 142135"/>
                <a:gd name="csY41" fmla="*/ 203581 h 223008"/>
                <a:gd name="csX42" fmla="*/ 42822 w 142135"/>
                <a:gd name="csY42" fmla="*/ 214552 h 223008"/>
                <a:gd name="csX43" fmla="*/ 33142 w 142135"/>
                <a:gd name="csY43" fmla="*/ 222624 h 2230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42135" h="223008">
                  <a:moveTo>
                    <a:pt x="33142" y="222624"/>
                  </a:moveTo>
                  <a:cubicBezTo>
                    <a:pt x="33100" y="221007"/>
                    <a:pt x="28999" y="218922"/>
                    <a:pt x="24030" y="217989"/>
                  </a:cubicBezTo>
                  <a:cubicBezTo>
                    <a:pt x="19061" y="217057"/>
                    <a:pt x="15032" y="215476"/>
                    <a:pt x="15077" y="214475"/>
                  </a:cubicBezTo>
                  <a:cubicBezTo>
                    <a:pt x="15123" y="213475"/>
                    <a:pt x="20967" y="206848"/>
                    <a:pt x="28065" y="199749"/>
                  </a:cubicBezTo>
                  <a:cubicBezTo>
                    <a:pt x="37756" y="190056"/>
                    <a:pt x="40635" y="185467"/>
                    <a:pt x="39623" y="181324"/>
                  </a:cubicBezTo>
                  <a:cubicBezTo>
                    <a:pt x="38882" y="178289"/>
                    <a:pt x="39300" y="170321"/>
                    <a:pt x="40552" y="163618"/>
                  </a:cubicBezTo>
                  <a:cubicBezTo>
                    <a:pt x="42457" y="153420"/>
                    <a:pt x="42085" y="150686"/>
                    <a:pt x="38270" y="146871"/>
                  </a:cubicBezTo>
                  <a:cubicBezTo>
                    <a:pt x="35762" y="144363"/>
                    <a:pt x="32644" y="141876"/>
                    <a:pt x="31342" y="141344"/>
                  </a:cubicBezTo>
                  <a:cubicBezTo>
                    <a:pt x="30039" y="140811"/>
                    <a:pt x="26314" y="136019"/>
                    <a:pt x="23064" y="130695"/>
                  </a:cubicBezTo>
                  <a:cubicBezTo>
                    <a:pt x="18146" y="122638"/>
                    <a:pt x="17840" y="121015"/>
                    <a:pt x="21238" y="121015"/>
                  </a:cubicBezTo>
                  <a:cubicBezTo>
                    <a:pt x="26407" y="121015"/>
                    <a:pt x="26532" y="114908"/>
                    <a:pt x="21448" y="110689"/>
                  </a:cubicBezTo>
                  <a:cubicBezTo>
                    <a:pt x="18195" y="107989"/>
                    <a:pt x="17551" y="108454"/>
                    <a:pt x="17417" y="113600"/>
                  </a:cubicBezTo>
                  <a:cubicBezTo>
                    <a:pt x="17202" y="121855"/>
                    <a:pt x="11362" y="102386"/>
                    <a:pt x="6090" y="75839"/>
                  </a:cubicBezTo>
                  <a:cubicBezTo>
                    <a:pt x="3834" y="64481"/>
                    <a:pt x="1295" y="52574"/>
                    <a:pt x="446" y="49379"/>
                  </a:cubicBezTo>
                  <a:cubicBezTo>
                    <a:pt x="-477" y="45903"/>
                    <a:pt x="61" y="43571"/>
                    <a:pt x="1787" y="43571"/>
                  </a:cubicBezTo>
                  <a:cubicBezTo>
                    <a:pt x="3372" y="43571"/>
                    <a:pt x="4669" y="46542"/>
                    <a:pt x="4669" y="50173"/>
                  </a:cubicBezTo>
                  <a:cubicBezTo>
                    <a:pt x="4669" y="56344"/>
                    <a:pt x="5386" y="56723"/>
                    <a:pt x="15640" y="55981"/>
                  </a:cubicBezTo>
                  <a:cubicBezTo>
                    <a:pt x="23894" y="55384"/>
                    <a:pt x="26358" y="54229"/>
                    <a:pt x="25590" y="51315"/>
                  </a:cubicBezTo>
                  <a:cubicBezTo>
                    <a:pt x="25028" y="49186"/>
                    <a:pt x="23380" y="43251"/>
                    <a:pt x="21927" y="38128"/>
                  </a:cubicBezTo>
                  <a:cubicBezTo>
                    <a:pt x="19644" y="30074"/>
                    <a:pt x="20076" y="27703"/>
                    <a:pt x="25126" y="20612"/>
                  </a:cubicBezTo>
                  <a:cubicBezTo>
                    <a:pt x="28338" y="16101"/>
                    <a:pt x="30367" y="10851"/>
                    <a:pt x="29635" y="8944"/>
                  </a:cubicBezTo>
                  <a:cubicBezTo>
                    <a:pt x="26306" y="269"/>
                    <a:pt x="38854" y="-2653"/>
                    <a:pt x="56601" y="2664"/>
                  </a:cubicBezTo>
                  <a:cubicBezTo>
                    <a:pt x="65243" y="5253"/>
                    <a:pt x="66731" y="6851"/>
                    <a:pt x="68014" y="14926"/>
                  </a:cubicBezTo>
                  <a:cubicBezTo>
                    <a:pt x="68826" y="20032"/>
                    <a:pt x="69898" y="26244"/>
                    <a:pt x="70397" y="28730"/>
                  </a:cubicBezTo>
                  <a:cubicBezTo>
                    <a:pt x="70908" y="31276"/>
                    <a:pt x="68463" y="35485"/>
                    <a:pt x="64799" y="38367"/>
                  </a:cubicBezTo>
                  <a:cubicBezTo>
                    <a:pt x="52677" y="47902"/>
                    <a:pt x="63675" y="56192"/>
                    <a:pt x="76515" y="47199"/>
                  </a:cubicBezTo>
                  <a:cubicBezTo>
                    <a:pt x="84862" y="41352"/>
                    <a:pt x="95020" y="44315"/>
                    <a:pt x="95020" y="52596"/>
                  </a:cubicBezTo>
                  <a:cubicBezTo>
                    <a:pt x="95020" y="61383"/>
                    <a:pt x="105491" y="67875"/>
                    <a:pt x="116723" y="66052"/>
                  </a:cubicBezTo>
                  <a:lnTo>
                    <a:pt x="125419" y="64641"/>
                  </a:lnTo>
                  <a:lnTo>
                    <a:pt x="121867" y="77984"/>
                  </a:lnTo>
                  <a:cubicBezTo>
                    <a:pt x="116766" y="97143"/>
                    <a:pt x="117305" y="101074"/>
                    <a:pt x="126198" y="109560"/>
                  </a:cubicBezTo>
                  <a:cubicBezTo>
                    <a:pt x="133696" y="116715"/>
                    <a:pt x="134049" y="117914"/>
                    <a:pt x="132452" y="130811"/>
                  </a:cubicBezTo>
                  <a:cubicBezTo>
                    <a:pt x="130905" y="143306"/>
                    <a:pt x="131310" y="144914"/>
                    <a:pt x="137172" y="149525"/>
                  </a:cubicBezTo>
                  <a:cubicBezTo>
                    <a:pt x="148350" y="158317"/>
                    <a:pt x="138877" y="171792"/>
                    <a:pt x="126264" y="165042"/>
                  </a:cubicBezTo>
                  <a:cubicBezTo>
                    <a:pt x="123464" y="163544"/>
                    <a:pt x="120516" y="162318"/>
                    <a:pt x="119713" y="162318"/>
                  </a:cubicBezTo>
                  <a:cubicBezTo>
                    <a:pt x="116537" y="162318"/>
                    <a:pt x="118487" y="177672"/>
                    <a:pt x="122125" y="181310"/>
                  </a:cubicBezTo>
                  <a:cubicBezTo>
                    <a:pt x="126947" y="186132"/>
                    <a:pt x="127019" y="189234"/>
                    <a:pt x="122395" y="193071"/>
                  </a:cubicBezTo>
                  <a:cubicBezTo>
                    <a:pt x="120414" y="194715"/>
                    <a:pt x="118009" y="200241"/>
                    <a:pt x="117050" y="205350"/>
                  </a:cubicBezTo>
                  <a:lnTo>
                    <a:pt x="115307" y="214639"/>
                  </a:lnTo>
                  <a:lnTo>
                    <a:pt x="105608" y="205168"/>
                  </a:lnTo>
                  <a:cubicBezTo>
                    <a:pt x="93087" y="192941"/>
                    <a:pt x="80185" y="190375"/>
                    <a:pt x="70306" y="198146"/>
                  </a:cubicBezTo>
                  <a:cubicBezTo>
                    <a:pt x="66478" y="201157"/>
                    <a:pt x="60889" y="203603"/>
                    <a:pt x="57886" y="203581"/>
                  </a:cubicBezTo>
                  <a:cubicBezTo>
                    <a:pt x="54649" y="203557"/>
                    <a:pt x="48516" y="208024"/>
                    <a:pt x="42822" y="214552"/>
                  </a:cubicBezTo>
                  <a:cubicBezTo>
                    <a:pt x="37540" y="220608"/>
                    <a:pt x="33184" y="224241"/>
                    <a:pt x="33142" y="222624"/>
                  </a:cubicBezTo>
                  <a:close/>
                </a:path>
              </a:pathLst>
            </a:custGeom>
            <a:solidFill>
              <a:srgbClr val="B9B9B9"/>
            </a:solidFill>
            <a:ln w="5163" cap="flat">
              <a:noFill/>
              <a:prstDash val="solid"/>
              <a:miter/>
            </a:ln>
          </p:spPr>
          <p:txBody>
            <a:bodyPr/>
            <a:lstStyle/>
            <a:p>
              <a:endParaRPr lang="es-419" noProof="0" dirty="0"/>
            </a:p>
          </p:txBody>
        </p:sp>
        <p:sp>
          <p:nvSpPr>
            <p:cNvPr id="86" name="Forma libre: forma 85">
              <a:extLst>
                <a:ext uri="{FF2B5EF4-FFF2-40B4-BE49-F238E27FC236}">
                  <a16:creationId xmlns:a16="http://schemas.microsoft.com/office/drawing/2014/main" id="{A1AB733F-E4C2-A13D-69B5-15802E8D9FAF}"/>
                </a:ext>
              </a:extLst>
            </p:cNvPr>
            <p:cNvSpPr/>
            <p:nvPr/>
          </p:nvSpPr>
          <p:spPr>
            <a:xfrm>
              <a:off x="976738" y="2149266"/>
              <a:ext cx="9026" cy="7395"/>
            </a:xfrm>
            <a:custGeom>
              <a:avLst/>
              <a:gdLst>
                <a:gd name="csX0" fmla="*/ 866 w 9026"/>
                <a:gd name="csY0" fmla="*/ 4748 h 7395"/>
                <a:gd name="csX1" fmla="*/ 6187 w 9026"/>
                <a:gd name="csY1" fmla="*/ 710 h 7395"/>
                <a:gd name="csX2" fmla="*/ 8728 w 9026"/>
                <a:gd name="csY2" fmla="*/ 4901 h 7395"/>
                <a:gd name="csX3" fmla="*/ 866 w 9026"/>
                <a:gd name="csY3" fmla="*/ 4748 h 7395"/>
              </a:gdLst>
              <a:ahLst/>
              <a:cxnLst>
                <a:cxn ang="0">
                  <a:pos x="csX0" y="csY0"/>
                </a:cxn>
                <a:cxn ang="0">
                  <a:pos x="csX1" y="csY1"/>
                </a:cxn>
                <a:cxn ang="0">
                  <a:pos x="csX2" y="csY2"/>
                </a:cxn>
                <a:cxn ang="0">
                  <a:pos x="csX3" y="csY3"/>
                </a:cxn>
              </a:cxnLst>
              <a:rect l="l" t="t" r="r" b="b"/>
              <a:pathLst>
                <a:path w="9026" h="7395">
                  <a:moveTo>
                    <a:pt x="866" y="4748"/>
                  </a:moveTo>
                  <a:cubicBezTo>
                    <a:pt x="-1510" y="904"/>
                    <a:pt x="1245" y="-1186"/>
                    <a:pt x="6187" y="710"/>
                  </a:cubicBezTo>
                  <a:cubicBezTo>
                    <a:pt x="8468" y="1586"/>
                    <a:pt x="9611" y="3472"/>
                    <a:pt x="8728" y="4901"/>
                  </a:cubicBezTo>
                  <a:cubicBezTo>
                    <a:pt x="6635" y="8287"/>
                    <a:pt x="3009" y="8216"/>
                    <a:pt x="866" y="4748"/>
                  </a:cubicBezTo>
                  <a:close/>
                </a:path>
              </a:pathLst>
            </a:custGeom>
            <a:solidFill>
              <a:srgbClr val="B9B9B9"/>
            </a:solidFill>
            <a:ln w="5163" cap="flat">
              <a:noFill/>
              <a:prstDash val="solid"/>
              <a:miter/>
            </a:ln>
          </p:spPr>
          <p:txBody>
            <a:bodyPr/>
            <a:lstStyle/>
            <a:p>
              <a:endParaRPr lang="es-419" noProof="0" dirty="0"/>
            </a:p>
          </p:txBody>
        </p:sp>
        <p:sp>
          <p:nvSpPr>
            <p:cNvPr id="87" name="Forma libre: forma 86">
              <a:extLst>
                <a:ext uri="{FF2B5EF4-FFF2-40B4-BE49-F238E27FC236}">
                  <a16:creationId xmlns:a16="http://schemas.microsoft.com/office/drawing/2014/main" id="{500CC6B4-9EF5-4BA9-E29F-EF4B855655E6}"/>
                </a:ext>
              </a:extLst>
            </p:cNvPr>
            <p:cNvSpPr/>
            <p:nvPr/>
          </p:nvSpPr>
          <p:spPr>
            <a:xfrm>
              <a:off x="958388" y="2135665"/>
              <a:ext cx="19364" cy="11047"/>
            </a:xfrm>
            <a:custGeom>
              <a:avLst/>
              <a:gdLst>
                <a:gd name="csX0" fmla="*/ 0 w 19364"/>
                <a:gd name="csY0" fmla="*/ 8841 h 11047"/>
                <a:gd name="csX1" fmla="*/ 17408 w 19364"/>
                <a:gd name="csY1" fmla="*/ 154 h 11047"/>
                <a:gd name="csX2" fmla="*/ 17432 w 19364"/>
                <a:gd name="csY2" fmla="*/ 5614 h 11047"/>
                <a:gd name="csX3" fmla="*/ 0 w 19364"/>
                <a:gd name="csY3" fmla="*/ 8841 h 11047"/>
              </a:gdLst>
              <a:ahLst/>
              <a:cxnLst>
                <a:cxn ang="0">
                  <a:pos x="csX0" y="csY0"/>
                </a:cxn>
                <a:cxn ang="0">
                  <a:pos x="csX1" y="csY1"/>
                </a:cxn>
                <a:cxn ang="0">
                  <a:pos x="csX2" y="csY2"/>
                </a:cxn>
                <a:cxn ang="0">
                  <a:pos x="csX3" y="csY3"/>
                </a:cxn>
              </a:cxnLst>
              <a:rect l="l" t="t" r="r" b="b"/>
              <a:pathLst>
                <a:path w="19364" h="11047">
                  <a:moveTo>
                    <a:pt x="0" y="8841"/>
                  </a:moveTo>
                  <a:cubicBezTo>
                    <a:pt x="126" y="2682"/>
                    <a:pt x="7086" y="-791"/>
                    <a:pt x="17408" y="154"/>
                  </a:cubicBezTo>
                  <a:cubicBezTo>
                    <a:pt x="20010" y="392"/>
                    <a:pt x="20015" y="1478"/>
                    <a:pt x="17432" y="5614"/>
                  </a:cubicBezTo>
                  <a:cubicBezTo>
                    <a:pt x="14357" y="10538"/>
                    <a:pt x="-89" y="13212"/>
                    <a:pt x="0" y="8841"/>
                  </a:cubicBezTo>
                  <a:close/>
                </a:path>
              </a:pathLst>
            </a:custGeom>
            <a:solidFill>
              <a:srgbClr val="B9B9B9"/>
            </a:solidFill>
            <a:ln w="5163" cap="flat">
              <a:noFill/>
              <a:prstDash val="solid"/>
              <a:miter/>
            </a:ln>
          </p:spPr>
          <p:txBody>
            <a:bodyPr/>
            <a:lstStyle/>
            <a:p>
              <a:endParaRPr lang="es-419" noProof="0" dirty="0"/>
            </a:p>
          </p:txBody>
        </p:sp>
        <p:sp>
          <p:nvSpPr>
            <p:cNvPr id="88" name="Forma libre: forma 87">
              <a:extLst>
                <a:ext uri="{FF2B5EF4-FFF2-40B4-BE49-F238E27FC236}">
                  <a16:creationId xmlns:a16="http://schemas.microsoft.com/office/drawing/2014/main" id="{DC81314A-1671-7190-2A77-EA78E9BAFF45}"/>
                </a:ext>
              </a:extLst>
            </p:cNvPr>
            <p:cNvSpPr/>
            <p:nvPr/>
          </p:nvSpPr>
          <p:spPr>
            <a:xfrm>
              <a:off x="938010" y="2110987"/>
              <a:ext cx="18997" cy="19965"/>
            </a:xfrm>
            <a:custGeom>
              <a:avLst/>
              <a:gdLst>
                <a:gd name="csX0" fmla="*/ 2787 w 18997"/>
                <a:gd name="csY0" fmla="*/ 11392 h 19965"/>
                <a:gd name="csX1" fmla="*/ 4678 w 18997"/>
                <a:gd name="csY1" fmla="*/ 36 h 19965"/>
                <a:gd name="csX2" fmla="*/ 17544 w 18997"/>
                <a:gd name="csY2" fmla="*/ 12951 h 19965"/>
                <a:gd name="csX3" fmla="*/ 13049 w 18997"/>
                <a:gd name="csY3" fmla="*/ 19965 h 19965"/>
                <a:gd name="csX4" fmla="*/ 2787 w 18997"/>
                <a:gd name="csY4" fmla="*/ 11392 h 19965"/>
              </a:gdLst>
              <a:ahLst/>
              <a:cxnLst>
                <a:cxn ang="0">
                  <a:pos x="csX0" y="csY0"/>
                </a:cxn>
                <a:cxn ang="0">
                  <a:pos x="csX1" y="csY1"/>
                </a:cxn>
                <a:cxn ang="0">
                  <a:pos x="csX2" y="csY2"/>
                </a:cxn>
                <a:cxn ang="0">
                  <a:pos x="csX3" y="csY3"/>
                </a:cxn>
                <a:cxn ang="0">
                  <a:pos x="csX4" y="csY4"/>
                </a:cxn>
              </a:cxnLst>
              <a:rect l="l" t="t" r="r" b="b"/>
              <a:pathLst>
                <a:path w="18997" h="19965">
                  <a:moveTo>
                    <a:pt x="2787" y="11392"/>
                  </a:moveTo>
                  <a:cubicBezTo>
                    <a:pt x="-1192" y="389"/>
                    <a:pt x="-1207" y="479"/>
                    <a:pt x="4678" y="36"/>
                  </a:cubicBezTo>
                  <a:cubicBezTo>
                    <a:pt x="10396" y="-395"/>
                    <a:pt x="13750" y="2973"/>
                    <a:pt x="17544" y="12951"/>
                  </a:cubicBezTo>
                  <a:cubicBezTo>
                    <a:pt x="20048" y="19537"/>
                    <a:pt x="19774" y="19965"/>
                    <a:pt x="13049" y="19965"/>
                  </a:cubicBezTo>
                  <a:cubicBezTo>
                    <a:pt x="7281" y="19965"/>
                    <a:pt x="5284" y="18297"/>
                    <a:pt x="2787" y="11392"/>
                  </a:cubicBezTo>
                  <a:close/>
                </a:path>
              </a:pathLst>
            </a:custGeom>
            <a:solidFill>
              <a:srgbClr val="B9B9B9"/>
            </a:solidFill>
            <a:ln w="5163" cap="flat">
              <a:noFill/>
              <a:prstDash val="solid"/>
              <a:miter/>
            </a:ln>
          </p:spPr>
          <p:txBody>
            <a:bodyPr/>
            <a:lstStyle/>
            <a:p>
              <a:endParaRPr lang="es-419" noProof="0" dirty="0"/>
            </a:p>
          </p:txBody>
        </p:sp>
        <p:sp>
          <p:nvSpPr>
            <p:cNvPr id="89" name="Forma libre: forma 88">
              <a:extLst>
                <a:ext uri="{FF2B5EF4-FFF2-40B4-BE49-F238E27FC236}">
                  <a16:creationId xmlns:a16="http://schemas.microsoft.com/office/drawing/2014/main" id="{CCE5F6CA-1532-69A3-C026-7E6BF654D0DC}"/>
                </a:ext>
              </a:extLst>
            </p:cNvPr>
            <p:cNvSpPr/>
            <p:nvPr/>
          </p:nvSpPr>
          <p:spPr>
            <a:xfrm>
              <a:off x="924790" y="2098451"/>
              <a:ext cx="5162" cy="9268"/>
            </a:xfrm>
            <a:custGeom>
              <a:avLst/>
              <a:gdLst>
                <a:gd name="csX0" fmla="*/ 0 w 5162"/>
                <a:gd name="csY0" fmla="*/ 3953 h 9268"/>
                <a:gd name="csX1" fmla="*/ 2581 w 5162"/>
                <a:gd name="csY1" fmla="*/ 233 h 9268"/>
                <a:gd name="csX2" fmla="*/ 5163 w 5162"/>
                <a:gd name="csY2" fmla="*/ 5549 h 9268"/>
                <a:gd name="csX3" fmla="*/ 2581 w 5162"/>
                <a:gd name="csY3" fmla="*/ 9269 h 9268"/>
                <a:gd name="csX4" fmla="*/ 0 w 5162"/>
                <a:gd name="csY4" fmla="*/ 3953 h 9268"/>
              </a:gdLst>
              <a:ahLst/>
              <a:cxnLst>
                <a:cxn ang="0">
                  <a:pos x="csX0" y="csY0"/>
                </a:cxn>
                <a:cxn ang="0">
                  <a:pos x="csX1" y="csY1"/>
                </a:cxn>
                <a:cxn ang="0">
                  <a:pos x="csX2" y="csY2"/>
                </a:cxn>
                <a:cxn ang="0">
                  <a:pos x="csX3" y="csY3"/>
                </a:cxn>
                <a:cxn ang="0">
                  <a:pos x="csX4" y="csY4"/>
                </a:cxn>
              </a:cxnLst>
              <a:rect l="l" t="t" r="r" b="b"/>
              <a:pathLst>
                <a:path w="5162" h="9268">
                  <a:moveTo>
                    <a:pt x="0" y="3953"/>
                  </a:moveTo>
                  <a:cubicBezTo>
                    <a:pt x="0" y="1030"/>
                    <a:pt x="1162" y="-644"/>
                    <a:pt x="2581" y="233"/>
                  </a:cubicBezTo>
                  <a:cubicBezTo>
                    <a:pt x="4001" y="1111"/>
                    <a:pt x="5163" y="3503"/>
                    <a:pt x="5163" y="5549"/>
                  </a:cubicBezTo>
                  <a:cubicBezTo>
                    <a:pt x="5163" y="7595"/>
                    <a:pt x="4001" y="9269"/>
                    <a:pt x="2581" y="9269"/>
                  </a:cubicBezTo>
                  <a:cubicBezTo>
                    <a:pt x="1162" y="9269"/>
                    <a:pt x="0" y="6877"/>
                    <a:pt x="0" y="3953"/>
                  </a:cubicBezTo>
                  <a:close/>
                </a:path>
              </a:pathLst>
            </a:custGeom>
            <a:solidFill>
              <a:srgbClr val="B9B9B9"/>
            </a:solidFill>
            <a:ln w="5163" cap="flat">
              <a:noFill/>
              <a:prstDash val="solid"/>
              <a:miter/>
            </a:ln>
          </p:spPr>
          <p:txBody>
            <a:bodyPr/>
            <a:lstStyle/>
            <a:p>
              <a:endParaRPr lang="es-419" noProof="0" dirty="0"/>
            </a:p>
          </p:txBody>
        </p:sp>
      </p:grpSp>
      <p:grpSp>
        <p:nvGrpSpPr>
          <p:cNvPr id="90" name="Gráfico 39">
            <a:extLst>
              <a:ext uri="{FF2B5EF4-FFF2-40B4-BE49-F238E27FC236}">
                <a16:creationId xmlns:a16="http://schemas.microsoft.com/office/drawing/2014/main" id="{D93ED44C-5E28-99D7-FB27-7AF5D4E97BB3}"/>
              </a:ext>
            </a:extLst>
          </p:cNvPr>
          <p:cNvGrpSpPr/>
          <p:nvPr/>
        </p:nvGrpSpPr>
        <p:grpSpPr>
          <a:xfrm>
            <a:off x="281340" y="1474182"/>
            <a:ext cx="428841" cy="522535"/>
            <a:chOff x="281340" y="1474182"/>
            <a:chExt cx="428841" cy="522535"/>
          </a:xfrm>
          <a:solidFill>
            <a:srgbClr val="B9B9B9"/>
          </a:solidFill>
        </p:grpSpPr>
        <p:grpSp>
          <p:nvGrpSpPr>
            <p:cNvPr id="91" name="Gráfico 39">
              <a:extLst>
                <a:ext uri="{FF2B5EF4-FFF2-40B4-BE49-F238E27FC236}">
                  <a16:creationId xmlns:a16="http://schemas.microsoft.com/office/drawing/2014/main" id="{EBB9FF7A-A24C-6733-C980-BB8ADE332768}"/>
                </a:ext>
              </a:extLst>
            </p:cNvPr>
            <p:cNvGrpSpPr/>
            <p:nvPr/>
          </p:nvGrpSpPr>
          <p:grpSpPr>
            <a:xfrm>
              <a:off x="281340" y="1474182"/>
              <a:ext cx="428841" cy="522535"/>
              <a:chOff x="281340" y="1474182"/>
              <a:chExt cx="428841" cy="522535"/>
            </a:xfrm>
            <a:solidFill>
              <a:srgbClr val="B9B9B9"/>
            </a:solidFill>
          </p:grpSpPr>
          <p:sp>
            <p:nvSpPr>
              <p:cNvPr id="92" name="Forma libre: forma 91">
                <a:extLst>
                  <a:ext uri="{FF2B5EF4-FFF2-40B4-BE49-F238E27FC236}">
                    <a16:creationId xmlns:a16="http://schemas.microsoft.com/office/drawing/2014/main" id="{51E057EB-1B83-F6E7-2F74-800B561C7E69}"/>
                  </a:ext>
                </a:extLst>
              </p:cNvPr>
              <p:cNvSpPr/>
              <p:nvPr/>
            </p:nvSpPr>
            <p:spPr>
              <a:xfrm>
                <a:off x="281340" y="1474182"/>
                <a:ext cx="428841" cy="522535"/>
              </a:xfrm>
              <a:custGeom>
                <a:avLst/>
                <a:gdLst>
                  <a:gd name="csX0" fmla="*/ 375000 w 428841"/>
                  <a:gd name="csY0" fmla="*/ 516104 h 522535"/>
                  <a:gd name="csX1" fmla="*/ 367101 w 428841"/>
                  <a:gd name="csY1" fmla="*/ 496098 h 522535"/>
                  <a:gd name="csX2" fmla="*/ 357849 w 428841"/>
                  <a:gd name="csY2" fmla="*/ 467300 h 522535"/>
                  <a:gd name="csX3" fmla="*/ 337807 w 428841"/>
                  <a:gd name="csY3" fmla="*/ 445109 h 522535"/>
                  <a:gd name="csX4" fmla="*/ 320489 w 428841"/>
                  <a:gd name="csY4" fmla="*/ 429036 h 522535"/>
                  <a:gd name="csX5" fmla="*/ 269809 w 428841"/>
                  <a:gd name="csY5" fmla="*/ 379110 h 522535"/>
                  <a:gd name="csX6" fmla="*/ 248488 w 428841"/>
                  <a:gd name="csY6" fmla="*/ 370097 h 522535"/>
                  <a:gd name="csX7" fmla="*/ 256878 w 428841"/>
                  <a:gd name="csY7" fmla="*/ 370327 h 522535"/>
                  <a:gd name="csX8" fmla="*/ 265267 w 428841"/>
                  <a:gd name="csY8" fmla="*/ 372646 h 522535"/>
                  <a:gd name="csX9" fmla="*/ 258168 w 428841"/>
                  <a:gd name="csY9" fmla="*/ 366399 h 522535"/>
                  <a:gd name="csX10" fmla="*/ 251069 w 428841"/>
                  <a:gd name="csY10" fmla="*/ 355305 h 522535"/>
                  <a:gd name="csX11" fmla="*/ 237556 w 428841"/>
                  <a:gd name="csY11" fmla="*/ 353450 h 522535"/>
                  <a:gd name="csX12" fmla="*/ 235538 w 428841"/>
                  <a:gd name="csY12" fmla="*/ 349578 h 522535"/>
                  <a:gd name="csX13" fmla="*/ 231626 w 428841"/>
                  <a:gd name="csY13" fmla="*/ 338114 h 522535"/>
                  <a:gd name="csX14" fmla="*/ 227531 w 428841"/>
                  <a:gd name="csY14" fmla="*/ 327788 h 522535"/>
                  <a:gd name="csX15" fmla="*/ 225255 w 428841"/>
                  <a:gd name="csY15" fmla="*/ 330217 h 522535"/>
                  <a:gd name="csX16" fmla="*/ 222797 w 428841"/>
                  <a:gd name="csY16" fmla="*/ 331508 h 522535"/>
                  <a:gd name="csX17" fmla="*/ 220276 w 428841"/>
                  <a:gd name="csY17" fmla="*/ 330217 h 522535"/>
                  <a:gd name="csX18" fmla="*/ 216375 w 428841"/>
                  <a:gd name="csY18" fmla="*/ 326968 h 522535"/>
                  <a:gd name="csX19" fmla="*/ 212138 w 428841"/>
                  <a:gd name="csY19" fmla="*/ 320021 h 522535"/>
                  <a:gd name="csX20" fmla="*/ 209766 w 428841"/>
                  <a:gd name="csY20" fmla="*/ 317462 h 522535"/>
                  <a:gd name="csX21" fmla="*/ 212670 w 428841"/>
                  <a:gd name="csY21" fmla="*/ 314083 h 522535"/>
                  <a:gd name="csX22" fmla="*/ 216877 w 428841"/>
                  <a:gd name="csY22" fmla="*/ 311142 h 522535"/>
                  <a:gd name="csX23" fmla="*/ 215264 w 428841"/>
                  <a:gd name="csY23" fmla="*/ 309359 h 522535"/>
                  <a:gd name="csX24" fmla="*/ 217511 w 428841"/>
                  <a:gd name="csY24" fmla="*/ 291496 h 522535"/>
                  <a:gd name="csX25" fmla="*/ 222673 w 428841"/>
                  <a:gd name="csY25" fmla="*/ 271731 h 522535"/>
                  <a:gd name="csX26" fmla="*/ 225571 w 428841"/>
                  <a:gd name="csY26" fmla="*/ 266972 h 522535"/>
                  <a:gd name="csX27" fmla="*/ 225255 w 428841"/>
                  <a:gd name="csY27" fmla="*/ 263100 h 522535"/>
                  <a:gd name="csX28" fmla="*/ 224939 w 428841"/>
                  <a:gd name="csY28" fmla="*/ 259227 h 522535"/>
                  <a:gd name="csX29" fmla="*/ 227470 w 428841"/>
                  <a:gd name="csY29" fmla="*/ 246966 h 522535"/>
                  <a:gd name="csX30" fmla="*/ 227104 w 428841"/>
                  <a:gd name="csY30" fmla="*/ 234704 h 522535"/>
                  <a:gd name="csX31" fmla="*/ 225255 w 428841"/>
                  <a:gd name="csY31" fmla="*/ 245029 h 522535"/>
                  <a:gd name="csX32" fmla="*/ 222926 w 428841"/>
                  <a:gd name="csY32" fmla="*/ 241157 h 522535"/>
                  <a:gd name="csX33" fmla="*/ 213514 w 428841"/>
                  <a:gd name="csY33" fmla="*/ 204198 h 522535"/>
                  <a:gd name="csX34" fmla="*/ 207511 w 428841"/>
                  <a:gd name="csY34" fmla="*/ 195911 h 522535"/>
                  <a:gd name="csX35" fmla="*/ 199366 w 428841"/>
                  <a:gd name="csY35" fmla="*/ 188261 h 522535"/>
                  <a:gd name="csX36" fmla="*/ 189814 w 428841"/>
                  <a:gd name="csY36" fmla="*/ 185143 h 522535"/>
                  <a:gd name="csX37" fmla="*/ 177824 w 428841"/>
                  <a:gd name="csY37" fmla="*/ 176701 h 522535"/>
                  <a:gd name="csX38" fmla="*/ 173385 w 428841"/>
                  <a:gd name="csY38" fmla="*/ 171969 h 522535"/>
                  <a:gd name="csX39" fmla="*/ 172244 w 428841"/>
                  <a:gd name="csY39" fmla="*/ 166295 h 522535"/>
                  <a:gd name="csX40" fmla="*/ 157189 w 428841"/>
                  <a:gd name="csY40" fmla="*/ 154717 h 522535"/>
                  <a:gd name="csX41" fmla="*/ 154290 w 428841"/>
                  <a:gd name="csY41" fmla="*/ 143110 h 522535"/>
                  <a:gd name="csX42" fmla="*/ 153437 w 428841"/>
                  <a:gd name="csY42" fmla="*/ 130888 h 522535"/>
                  <a:gd name="csX43" fmla="*/ 150373 w 428841"/>
                  <a:gd name="csY43" fmla="*/ 128835 h 522535"/>
                  <a:gd name="csX44" fmla="*/ 148457 w 428841"/>
                  <a:gd name="csY44" fmla="*/ 125777 h 522535"/>
                  <a:gd name="csX45" fmla="*/ 150890 w 428841"/>
                  <a:gd name="csY45" fmla="*/ 109503 h 522535"/>
                  <a:gd name="csX46" fmla="*/ 144325 w 428841"/>
                  <a:gd name="csY46" fmla="*/ 119656 h 522535"/>
                  <a:gd name="csX47" fmla="*/ 132054 w 428841"/>
                  <a:gd name="csY47" fmla="*/ 127093 h 522535"/>
                  <a:gd name="csX48" fmla="*/ 125630 w 428841"/>
                  <a:gd name="csY48" fmla="*/ 120812 h 522535"/>
                  <a:gd name="csX49" fmla="*/ 123207 w 428841"/>
                  <a:gd name="csY49" fmla="*/ 117248 h 522535"/>
                  <a:gd name="csX50" fmla="*/ 119415 w 428841"/>
                  <a:gd name="csY50" fmla="*/ 121894 h 522535"/>
                  <a:gd name="csX51" fmla="*/ 116519 w 428841"/>
                  <a:gd name="csY51" fmla="*/ 129437 h 522535"/>
                  <a:gd name="csX52" fmla="*/ 107977 w 428841"/>
                  <a:gd name="csY52" fmla="*/ 127285 h 522535"/>
                  <a:gd name="csX53" fmla="*/ 105433 w 428841"/>
                  <a:gd name="csY53" fmla="*/ 123427 h 522535"/>
                  <a:gd name="csX54" fmla="*/ 96024 w 428841"/>
                  <a:gd name="csY54" fmla="*/ 113119 h 522535"/>
                  <a:gd name="csX55" fmla="*/ 84566 w 428841"/>
                  <a:gd name="csY55" fmla="*/ 104340 h 522535"/>
                  <a:gd name="csX56" fmla="*/ 73108 w 428841"/>
                  <a:gd name="csY56" fmla="*/ 95562 h 522535"/>
                  <a:gd name="csX57" fmla="*/ 56725 w 428841"/>
                  <a:gd name="csY57" fmla="*/ 85124 h 522535"/>
                  <a:gd name="csX58" fmla="*/ 41890 w 428841"/>
                  <a:gd name="csY58" fmla="*/ 66163 h 522535"/>
                  <a:gd name="csX59" fmla="*/ 28677 w 428841"/>
                  <a:gd name="csY59" fmla="*/ 46701 h 522535"/>
                  <a:gd name="csX60" fmla="*/ 19131 w 428841"/>
                  <a:gd name="csY60" fmla="*/ 37238 h 522535"/>
                  <a:gd name="csX61" fmla="*/ 12905 w 428841"/>
                  <a:gd name="csY61" fmla="*/ 29478 h 522535"/>
                  <a:gd name="csX62" fmla="*/ 565 w 428841"/>
                  <a:gd name="csY62" fmla="*/ 12763 h 522535"/>
                  <a:gd name="csX63" fmla="*/ 24931 w 428841"/>
                  <a:gd name="csY63" fmla="*/ 17586 h 522535"/>
                  <a:gd name="csX64" fmla="*/ 53740 w 428841"/>
                  <a:gd name="csY64" fmla="*/ 17944 h 522535"/>
                  <a:gd name="csX65" fmla="*/ 62623 w 428841"/>
                  <a:gd name="csY65" fmla="*/ 19236 h 522535"/>
                  <a:gd name="csX66" fmla="*/ 68432 w 428841"/>
                  <a:gd name="csY66" fmla="*/ 26677 h 522535"/>
                  <a:gd name="csX67" fmla="*/ 76711 w 428841"/>
                  <a:gd name="csY67" fmla="*/ 24137 h 522535"/>
                  <a:gd name="csX68" fmla="*/ 79251 w 428841"/>
                  <a:gd name="csY68" fmla="*/ 21734 h 522535"/>
                  <a:gd name="csX69" fmla="*/ 83275 w 428841"/>
                  <a:gd name="csY69" fmla="*/ 19103 h 522535"/>
                  <a:gd name="csX70" fmla="*/ 76792 w 428841"/>
                  <a:gd name="csY70" fmla="*/ 18100 h 522535"/>
                  <a:gd name="csX71" fmla="*/ 72078 w 428841"/>
                  <a:gd name="csY71" fmla="*/ 15119 h 522535"/>
                  <a:gd name="csX72" fmla="*/ 69501 w 428841"/>
                  <a:gd name="csY72" fmla="*/ 12179 h 522535"/>
                  <a:gd name="csX73" fmla="*/ 70989 w 428841"/>
                  <a:gd name="csY73" fmla="*/ 5916 h 522535"/>
                  <a:gd name="csX74" fmla="*/ 77646 w 428841"/>
                  <a:gd name="csY74" fmla="*/ 3402 h 522535"/>
                  <a:gd name="csX75" fmla="*/ 139275 w 428841"/>
                  <a:gd name="csY75" fmla="*/ 15638 h 522535"/>
                  <a:gd name="csX76" fmla="*/ 187630 w 428841"/>
                  <a:gd name="csY76" fmla="*/ 22047 h 522535"/>
                  <a:gd name="csX77" fmla="*/ 207209 w 428841"/>
                  <a:gd name="csY77" fmla="*/ 56596 h 522535"/>
                  <a:gd name="csX78" fmla="*/ 227114 w 428841"/>
                  <a:gd name="csY78" fmla="*/ 93147 h 522535"/>
                  <a:gd name="csX79" fmla="*/ 237157 w 428841"/>
                  <a:gd name="csY79" fmla="*/ 106748 h 522535"/>
                  <a:gd name="csX80" fmla="*/ 244314 w 428841"/>
                  <a:gd name="csY80" fmla="*/ 119404 h 522535"/>
                  <a:gd name="csX81" fmla="*/ 245646 w 428841"/>
                  <a:gd name="csY81" fmla="*/ 128703 h 522535"/>
                  <a:gd name="csX82" fmla="*/ 248545 w 428841"/>
                  <a:gd name="csY82" fmla="*/ 142569 h 522535"/>
                  <a:gd name="csX83" fmla="*/ 261330 w 428841"/>
                  <a:gd name="csY83" fmla="*/ 164801 h 522535"/>
                  <a:gd name="csX84" fmla="*/ 258888 w 428841"/>
                  <a:gd name="csY84" fmla="*/ 155359 h 522535"/>
                  <a:gd name="csX85" fmla="*/ 255800 w 428841"/>
                  <a:gd name="csY85" fmla="*/ 130155 h 522535"/>
                  <a:gd name="csX86" fmla="*/ 275961 w 428841"/>
                  <a:gd name="csY86" fmla="*/ 158456 h 522535"/>
                  <a:gd name="csX87" fmla="*/ 281077 w 428841"/>
                  <a:gd name="csY87" fmla="*/ 166295 h 522535"/>
                  <a:gd name="csX88" fmla="*/ 284516 w 428841"/>
                  <a:gd name="csY88" fmla="*/ 174685 h 522535"/>
                  <a:gd name="csX89" fmla="*/ 290330 w 428841"/>
                  <a:gd name="csY89" fmla="*/ 206853 h 522535"/>
                  <a:gd name="csX90" fmla="*/ 289732 w 428841"/>
                  <a:gd name="csY90" fmla="*/ 219395 h 522535"/>
                  <a:gd name="csX91" fmla="*/ 295284 w 428841"/>
                  <a:gd name="csY91" fmla="*/ 246624 h 522535"/>
                  <a:gd name="csX92" fmla="*/ 307839 w 428841"/>
                  <a:gd name="csY92" fmla="*/ 265674 h 522535"/>
                  <a:gd name="csX93" fmla="*/ 311998 w 428841"/>
                  <a:gd name="csY93" fmla="*/ 272749 h 522535"/>
                  <a:gd name="csX94" fmla="*/ 323310 w 428841"/>
                  <a:gd name="csY94" fmla="*/ 313772 h 522535"/>
                  <a:gd name="csX95" fmla="*/ 331080 w 428841"/>
                  <a:gd name="csY95" fmla="*/ 343142 h 522535"/>
                  <a:gd name="csX96" fmla="*/ 329774 w 428841"/>
                  <a:gd name="csY96" fmla="*/ 364390 h 522535"/>
                  <a:gd name="csX97" fmla="*/ 349986 w 428841"/>
                  <a:gd name="csY97" fmla="*/ 396248 h 522535"/>
                  <a:gd name="csX98" fmla="*/ 354973 w 428841"/>
                  <a:gd name="csY98" fmla="*/ 397754 h 522535"/>
                  <a:gd name="csX99" fmla="*/ 357026 w 428841"/>
                  <a:gd name="csY99" fmla="*/ 403789 h 522535"/>
                  <a:gd name="csX100" fmla="*/ 360843 w 428841"/>
                  <a:gd name="csY100" fmla="*/ 395399 h 522535"/>
                  <a:gd name="csX101" fmla="*/ 361835 w 428841"/>
                  <a:gd name="csY101" fmla="*/ 383279 h 522535"/>
                  <a:gd name="csX102" fmla="*/ 377379 w 428841"/>
                  <a:gd name="csY102" fmla="*/ 393272 h 522535"/>
                  <a:gd name="csX103" fmla="*/ 390468 w 428841"/>
                  <a:gd name="csY103" fmla="*/ 410555 h 522535"/>
                  <a:gd name="csX104" fmla="*/ 396921 w 428841"/>
                  <a:gd name="csY104" fmla="*/ 414114 h 522535"/>
                  <a:gd name="csX105" fmla="*/ 403375 w 428841"/>
                  <a:gd name="csY105" fmla="*/ 419847 h 522535"/>
                  <a:gd name="csX106" fmla="*/ 406602 w 428841"/>
                  <a:gd name="csY106" fmla="*/ 439662 h 522535"/>
                  <a:gd name="csX107" fmla="*/ 418087 w 428841"/>
                  <a:gd name="csY107" fmla="*/ 458630 h 522535"/>
                  <a:gd name="csX108" fmla="*/ 419011 w 428841"/>
                  <a:gd name="csY108" fmla="*/ 503820 h 522535"/>
                  <a:gd name="csX109" fmla="*/ 409820 w 428841"/>
                  <a:gd name="csY109" fmla="*/ 509628 h 522535"/>
                  <a:gd name="csX110" fmla="*/ 394580 w 428841"/>
                  <a:gd name="csY110" fmla="*/ 516082 h 522535"/>
                  <a:gd name="csX111" fmla="*/ 382031 w 428841"/>
                  <a:gd name="csY111" fmla="*/ 522535 h 522535"/>
                  <a:gd name="csX112" fmla="*/ 375000 w 428841"/>
                  <a:gd name="csY112" fmla="*/ 516104 h 5225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Lst>
                <a:rect l="l" t="t" r="r" b="b"/>
                <a:pathLst>
                  <a:path w="428841" h="522535">
                    <a:moveTo>
                      <a:pt x="375000" y="516104"/>
                    </a:moveTo>
                    <a:cubicBezTo>
                      <a:pt x="371085" y="511937"/>
                      <a:pt x="368304" y="504894"/>
                      <a:pt x="367101" y="496098"/>
                    </a:cubicBezTo>
                    <a:cubicBezTo>
                      <a:pt x="366079" y="488632"/>
                      <a:pt x="361916" y="475673"/>
                      <a:pt x="357849" y="467300"/>
                    </a:cubicBezTo>
                    <a:cubicBezTo>
                      <a:pt x="351802" y="454850"/>
                      <a:pt x="348152" y="450809"/>
                      <a:pt x="337807" y="445109"/>
                    </a:cubicBezTo>
                    <a:cubicBezTo>
                      <a:pt x="329743" y="440665"/>
                      <a:pt x="323467" y="434840"/>
                      <a:pt x="320489" y="429036"/>
                    </a:cubicBezTo>
                    <a:cubicBezTo>
                      <a:pt x="313727" y="415856"/>
                      <a:pt x="278311" y="380967"/>
                      <a:pt x="269809" y="379110"/>
                    </a:cubicBezTo>
                    <a:cubicBezTo>
                      <a:pt x="258622" y="376667"/>
                      <a:pt x="248488" y="372383"/>
                      <a:pt x="248488" y="370097"/>
                    </a:cubicBezTo>
                    <a:cubicBezTo>
                      <a:pt x="248488" y="368948"/>
                      <a:pt x="252263" y="369052"/>
                      <a:pt x="256878" y="370327"/>
                    </a:cubicBezTo>
                    <a:lnTo>
                      <a:pt x="265267" y="372646"/>
                    </a:lnTo>
                    <a:lnTo>
                      <a:pt x="258168" y="366399"/>
                    </a:lnTo>
                    <a:cubicBezTo>
                      <a:pt x="254264" y="362963"/>
                      <a:pt x="251069" y="357971"/>
                      <a:pt x="251069" y="355305"/>
                    </a:cubicBezTo>
                    <a:cubicBezTo>
                      <a:pt x="251069" y="350053"/>
                      <a:pt x="241061" y="348679"/>
                      <a:pt x="237556" y="353450"/>
                    </a:cubicBezTo>
                    <a:cubicBezTo>
                      <a:pt x="236513" y="354870"/>
                      <a:pt x="235605" y="353128"/>
                      <a:pt x="235538" y="349578"/>
                    </a:cubicBezTo>
                    <a:cubicBezTo>
                      <a:pt x="235471" y="346029"/>
                      <a:pt x="233711" y="340870"/>
                      <a:pt x="231626" y="338114"/>
                    </a:cubicBezTo>
                    <a:cubicBezTo>
                      <a:pt x="229542" y="335358"/>
                      <a:pt x="227699" y="330711"/>
                      <a:pt x="227531" y="327788"/>
                    </a:cubicBezTo>
                    <a:cubicBezTo>
                      <a:pt x="227316" y="324054"/>
                      <a:pt x="226639" y="324776"/>
                      <a:pt x="225255" y="330217"/>
                    </a:cubicBezTo>
                    <a:cubicBezTo>
                      <a:pt x="223398" y="337513"/>
                      <a:pt x="223256" y="337588"/>
                      <a:pt x="222797" y="331508"/>
                    </a:cubicBezTo>
                    <a:cubicBezTo>
                      <a:pt x="222352" y="325610"/>
                      <a:pt x="222136" y="325499"/>
                      <a:pt x="220276" y="330217"/>
                    </a:cubicBezTo>
                    <a:cubicBezTo>
                      <a:pt x="218499" y="334726"/>
                      <a:pt x="218005" y="334315"/>
                      <a:pt x="216375" y="326968"/>
                    </a:cubicBezTo>
                    <a:cubicBezTo>
                      <a:pt x="215349" y="322341"/>
                      <a:pt x="213442" y="319215"/>
                      <a:pt x="212138" y="320021"/>
                    </a:cubicBezTo>
                    <a:cubicBezTo>
                      <a:pt x="210833" y="320827"/>
                      <a:pt x="209766" y="319676"/>
                      <a:pt x="209766" y="317462"/>
                    </a:cubicBezTo>
                    <a:cubicBezTo>
                      <a:pt x="209766" y="315249"/>
                      <a:pt x="211073" y="313728"/>
                      <a:pt x="212670" y="314083"/>
                    </a:cubicBezTo>
                    <a:cubicBezTo>
                      <a:pt x="214268" y="314438"/>
                      <a:pt x="216161" y="313115"/>
                      <a:pt x="216877" y="311142"/>
                    </a:cubicBezTo>
                    <a:cubicBezTo>
                      <a:pt x="217675" y="308946"/>
                      <a:pt x="217050" y="308255"/>
                      <a:pt x="215264" y="309359"/>
                    </a:cubicBezTo>
                    <a:cubicBezTo>
                      <a:pt x="211189" y="311878"/>
                      <a:pt x="211586" y="308715"/>
                      <a:pt x="217511" y="291496"/>
                    </a:cubicBezTo>
                    <a:cubicBezTo>
                      <a:pt x="220350" y="283242"/>
                      <a:pt x="222673" y="274348"/>
                      <a:pt x="222673" y="271731"/>
                    </a:cubicBezTo>
                    <a:cubicBezTo>
                      <a:pt x="222673" y="269113"/>
                      <a:pt x="223977" y="266972"/>
                      <a:pt x="225571" y="266972"/>
                    </a:cubicBezTo>
                    <a:cubicBezTo>
                      <a:pt x="227573" y="266972"/>
                      <a:pt x="227475" y="265775"/>
                      <a:pt x="225255" y="263100"/>
                    </a:cubicBezTo>
                    <a:cubicBezTo>
                      <a:pt x="223035" y="260424"/>
                      <a:pt x="222937" y="259227"/>
                      <a:pt x="224939" y="259227"/>
                    </a:cubicBezTo>
                    <a:cubicBezTo>
                      <a:pt x="226726" y="259227"/>
                      <a:pt x="227696" y="254529"/>
                      <a:pt x="227470" y="246966"/>
                    </a:cubicBezTo>
                    <a:lnTo>
                      <a:pt x="227104" y="234704"/>
                    </a:lnTo>
                    <a:lnTo>
                      <a:pt x="225255" y="245029"/>
                    </a:lnTo>
                    <a:cubicBezTo>
                      <a:pt x="223422" y="255266"/>
                      <a:pt x="223402" y="255233"/>
                      <a:pt x="222926" y="241157"/>
                    </a:cubicBezTo>
                    <a:cubicBezTo>
                      <a:pt x="222330" y="223537"/>
                      <a:pt x="217100" y="203003"/>
                      <a:pt x="213514" y="204198"/>
                    </a:cubicBezTo>
                    <a:cubicBezTo>
                      <a:pt x="212038" y="204690"/>
                      <a:pt x="209337" y="200961"/>
                      <a:pt x="207511" y="195911"/>
                    </a:cubicBezTo>
                    <a:cubicBezTo>
                      <a:pt x="204912" y="188724"/>
                      <a:pt x="203143" y="187062"/>
                      <a:pt x="199366" y="188261"/>
                    </a:cubicBezTo>
                    <a:cubicBezTo>
                      <a:pt x="196479" y="189177"/>
                      <a:pt x="192643" y="187925"/>
                      <a:pt x="189814" y="185143"/>
                    </a:cubicBezTo>
                    <a:cubicBezTo>
                      <a:pt x="187213" y="182586"/>
                      <a:pt x="181818" y="178787"/>
                      <a:pt x="177824" y="176701"/>
                    </a:cubicBezTo>
                    <a:cubicBezTo>
                      <a:pt x="173830" y="174616"/>
                      <a:pt x="171833" y="172486"/>
                      <a:pt x="173385" y="171969"/>
                    </a:cubicBezTo>
                    <a:cubicBezTo>
                      <a:pt x="177632" y="170553"/>
                      <a:pt x="176775" y="166295"/>
                      <a:pt x="172244" y="166295"/>
                    </a:cubicBezTo>
                    <a:cubicBezTo>
                      <a:pt x="165904" y="166295"/>
                      <a:pt x="155744" y="158482"/>
                      <a:pt x="157189" y="154717"/>
                    </a:cubicBezTo>
                    <a:cubicBezTo>
                      <a:pt x="157916" y="152822"/>
                      <a:pt x="156611" y="147599"/>
                      <a:pt x="154290" y="143110"/>
                    </a:cubicBezTo>
                    <a:cubicBezTo>
                      <a:pt x="150789" y="136341"/>
                      <a:pt x="150644" y="134254"/>
                      <a:pt x="153437" y="130888"/>
                    </a:cubicBezTo>
                    <a:cubicBezTo>
                      <a:pt x="156396" y="127323"/>
                      <a:pt x="156023" y="127073"/>
                      <a:pt x="150373" y="128835"/>
                    </a:cubicBezTo>
                    <a:cubicBezTo>
                      <a:pt x="144136" y="130780"/>
                      <a:pt x="144078" y="130686"/>
                      <a:pt x="148457" y="125777"/>
                    </a:cubicBezTo>
                    <a:cubicBezTo>
                      <a:pt x="153040" y="120640"/>
                      <a:pt x="154705" y="109503"/>
                      <a:pt x="150890" y="109503"/>
                    </a:cubicBezTo>
                    <a:cubicBezTo>
                      <a:pt x="149743" y="109503"/>
                      <a:pt x="146789" y="114072"/>
                      <a:pt x="144325" y="119656"/>
                    </a:cubicBezTo>
                    <a:cubicBezTo>
                      <a:pt x="140017" y="129421"/>
                      <a:pt x="139548" y="129705"/>
                      <a:pt x="132054" y="127093"/>
                    </a:cubicBezTo>
                    <a:cubicBezTo>
                      <a:pt x="127075" y="125357"/>
                      <a:pt x="124756" y="123090"/>
                      <a:pt x="125630" y="120812"/>
                    </a:cubicBezTo>
                    <a:cubicBezTo>
                      <a:pt x="126411" y="118778"/>
                      <a:pt x="125370" y="117248"/>
                      <a:pt x="123207" y="117248"/>
                    </a:cubicBezTo>
                    <a:cubicBezTo>
                      <a:pt x="121121" y="117248"/>
                      <a:pt x="119415" y="119339"/>
                      <a:pt x="119415" y="121894"/>
                    </a:cubicBezTo>
                    <a:cubicBezTo>
                      <a:pt x="119415" y="124450"/>
                      <a:pt x="118112" y="127844"/>
                      <a:pt x="116519" y="129437"/>
                    </a:cubicBezTo>
                    <a:cubicBezTo>
                      <a:pt x="113230" y="132727"/>
                      <a:pt x="105775" y="130849"/>
                      <a:pt x="107977" y="127285"/>
                    </a:cubicBezTo>
                    <a:cubicBezTo>
                      <a:pt x="108769" y="126004"/>
                      <a:pt x="107624" y="124268"/>
                      <a:pt x="105433" y="123427"/>
                    </a:cubicBezTo>
                    <a:cubicBezTo>
                      <a:pt x="103242" y="122586"/>
                      <a:pt x="99008" y="117948"/>
                      <a:pt x="96024" y="113119"/>
                    </a:cubicBezTo>
                    <a:cubicBezTo>
                      <a:pt x="92358" y="107187"/>
                      <a:pt x="88642" y="104340"/>
                      <a:pt x="84566" y="104340"/>
                    </a:cubicBezTo>
                    <a:cubicBezTo>
                      <a:pt x="80490" y="104340"/>
                      <a:pt x="76774" y="101493"/>
                      <a:pt x="73108" y="95562"/>
                    </a:cubicBezTo>
                    <a:cubicBezTo>
                      <a:pt x="67387" y="86305"/>
                      <a:pt x="62222" y="83015"/>
                      <a:pt x="56725" y="85124"/>
                    </a:cubicBezTo>
                    <a:cubicBezTo>
                      <a:pt x="50606" y="87472"/>
                      <a:pt x="41978" y="76444"/>
                      <a:pt x="41890" y="66163"/>
                    </a:cubicBezTo>
                    <a:cubicBezTo>
                      <a:pt x="41792" y="54708"/>
                      <a:pt x="37917" y="49001"/>
                      <a:pt x="28677" y="46701"/>
                    </a:cubicBezTo>
                    <a:cubicBezTo>
                      <a:pt x="24172" y="45580"/>
                      <a:pt x="20912" y="42349"/>
                      <a:pt x="19131" y="37238"/>
                    </a:cubicBezTo>
                    <a:cubicBezTo>
                      <a:pt x="17643" y="32970"/>
                      <a:pt x="14841" y="29478"/>
                      <a:pt x="12905" y="29478"/>
                    </a:cubicBezTo>
                    <a:cubicBezTo>
                      <a:pt x="8305" y="29478"/>
                      <a:pt x="-2593" y="14715"/>
                      <a:pt x="565" y="12763"/>
                    </a:cubicBezTo>
                    <a:cubicBezTo>
                      <a:pt x="3818" y="10752"/>
                      <a:pt x="12858" y="12542"/>
                      <a:pt x="24931" y="17586"/>
                    </a:cubicBezTo>
                    <a:cubicBezTo>
                      <a:pt x="37286" y="22748"/>
                      <a:pt x="47225" y="22872"/>
                      <a:pt x="53740" y="17944"/>
                    </a:cubicBezTo>
                    <a:cubicBezTo>
                      <a:pt x="60581" y="12770"/>
                      <a:pt x="62623" y="13067"/>
                      <a:pt x="62623" y="19236"/>
                    </a:cubicBezTo>
                    <a:cubicBezTo>
                      <a:pt x="62623" y="22305"/>
                      <a:pt x="65034" y="25393"/>
                      <a:pt x="68432" y="26677"/>
                    </a:cubicBezTo>
                    <a:cubicBezTo>
                      <a:pt x="74871" y="29111"/>
                      <a:pt x="79002" y="27843"/>
                      <a:pt x="76711" y="24137"/>
                    </a:cubicBezTo>
                    <a:cubicBezTo>
                      <a:pt x="75894" y="22815"/>
                      <a:pt x="77037" y="21734"/>
                      <a:pt x="79251" y="21734"/>
                    </a:cubicBezTo>
                    <a:cubicBezTo>
                      <a:pt x="81464" y="21734"/>
                      <a:pt x="83275" y="20550"/>
                      <a:pt x="83275" y="19103"/>
                    </a:cubicBezTo>
                    <a:cubicBezTo>
                      <a:pt x="83275" y="17583"/>
                      <a:pt x="80538" y="17160"/>
                      <a:pt x="76792" y="18100"/>
                    </a:cubicBezTo>
                    <a:cubicBezTo>
                      <a:pt x="71329" y="19471"/>
                      <a:pt x="70588" y="19002"/>
                      <a:pt x="72078" y="15119"/>
                    </a:cubicBezTo>
                    <a:cubicBezTo>
                      <a:pt x="73452" y="11539"/>
                      <a:pt x="72877" y="10883"/>
                      <a:pt x="69501" y="12179"/>
                    </a:cubicBezTo>
                    <a:cubicBezTo>
                      <a:pt x="66052" y="13503"/>
                      <a:pt x="66358" y="12212"/>
                      <a:pt x="70989" y="5916"/>
                    </a:cubicBezTo>
                    <a:cubicBezTo>
                      <a:pt x="76351" y="-1376"/>
                      <a:pt x="76888" y="-1579"/>
                      <a:pt x="77646" y="3402"/>
                    </a:cubicBezTo>
                    <a:cubicBezTo>
                      <a:pt x="78672" y="10145"/>
                      <a:pt x="78784" y="10167"/>
                      <a:pt x="139275" y="15638"/>
                    </a:cubicBezTo>
                    <a:cubicBezTo>
                      <a:pt x="166526" y="18103"/>
                      <a:pt x="188286" y="20987"/>
                      <a:pt x="187630" y="22047"/>
                    </a:cubicBezTo>
                    <a:cubicBezTo>
                      <a:pt x="185081" y="26172"/>
                      <a:pt x="200296" y="53021"/>
                      <a:pt x="207209" y="56596"/>
                    </a:cubicBezTo>
                    <a:cubicBezTo>
                      <a:pt x="214767" y="60504"/>
                      <a:pt x="224810" y="78946"/>
                      <a:pt x="227114" y="93147"/>
                    </a:cubicBezTo>
                    <a:cubicBezTo>
                      <a:pt x="228108" y="99272"/>
                      <a:pt x="230904" y="103059"/>
                      <a:pt x="237157" y="106748"/>
                    </a:cubicBezTo>
                    <a:cubicBezTo>
                      <a:pt x="244668" y="111180"/>
                      <a:pt x="245621" y="112866"/>
                      <a:pt x="244314" y="119404"/>
                    </a:cubicBezTo>
                    <a:cubicBezTo>
                      <a:pt x="243448" y="123731"/>
                      <a:pt x="244017" y="127696"/>
                      <a:pt x="245646" y="128703"/>
                    </a:cubicBezTo>
                    <a:cubicBezTo>
                      <a:pt x="247209" y="129669"/>
                      <a:pt x="248514" y="135909"/>
                      <a:pt x="248545" y="142569"/>
                    </a:cubicBezTo>
                    <a:cubicBezTo>
                      <a:pt x="248610" y="156222"/>
                      <a:pt x="256380" y="169733"/>
                      <a:pt x="261330" y="164801"/>
                    </a:cubicBezTo>
                    <a:cubicBezTo>
                      <a:pt x="263334" y="162805"/>
                      <a:pt x="262643" y="160133"/>
                      <a:pt x="258888" y="155359"/>
                    </a:cubicBezTo>
                    <a:cubicBezTo>
                      <a:pt x="253728" y="148800"/>
                      <a:pt x="251444" y="130155"/>
                      <a:pt x="255800" y="130155"/>
                    </a:cubicBezTo>
                    <a:cubicBezTo>
                      <a:pt x="259829" y="130155"/>
                      <a:pt x="274389" y="150593"/>
                      <a:pt x="275961" y="158456"/>
                    </a:cubicBezTo>
                    <a:cubicBezTo>
                      <a:pt x="276824" y="162768"/>
                      <a:pt x="279126" y="166295"/>
                      <a:pt x="281077" y="166295"/>
                    </a:cubicBezTo>
                    <a:cubicBezTo>
                      <a:pt x="283382" y="166295"/>
                      <a:pt x="284587" y="169236"/>
                      <a:pt x="284516" y="174685"/>
                    </a:cubicBezTo>
                    <a:cubicBezTo>
                      <a:pt x="284361" y="186530"/>
                      <a:pt x="287367" y="203159"/>
                      <a:pt x="290330" y="206853"/>
                    </a:cubicBezTo>
                    <a:cubicBezTo>
                      <a:pt x="291973" y="208901"/>
                      <a:pt x="291767" y="213229"/>
                      <a:pt x="289732" y="219395"/>
                    </a:cubicBezTo>
                    <a:cubicBezTo>
                      <a:pt x="286869" y="228068"/>
                      <a:pt x="287307" y="230214"/>
                      <a:pt x="295284" y="246624"/>
                    </a:cubicBezTo>
                    <a:cubicBezTo>
                      <a:pt x="300047" y="256421"/>
                      <a:pt x="305697" y="264994"/>
                      <a:pt x="307839" y="265674"/>
                    </a:cubicBezTo>
                    <a:cubicBezTo>
                      <a:pt x="309981" y="266354"/>
                      <a:pt x="311853" y="269538"/>
                      <a:pt x="311998" y="272749"/>
                    </a:cubicBezTo>
                    <a:cubicBezTo>
                      <a:pt x="312747" y="289262"/>
                      <a:pt x="316417" y="302569"/>
                      <a:pt x="323310" y="313772"/>
                    </a:cubicBezTo>
                    <a:cubicBezTo>
                      <a:pt x="332864" y="329298"/>
                      <a:pt x="335210" y="338166"/>
                      <a:pt x="331080" y="343142"/>
                    </a:cubicBezTo>
                    <a:cubicBezTo>
                      <a:pt x="328823" y="345861"/>
                      <a:pt x="328447" y="351993"/>
                      <a:pt x="329774" y="364390"/>
                    </a:cubicBezTo>
                    <a:cubicBezTo>
                      <a:pt x="332100" y="386110"/>
                      <a:pt x="338349" y="395959"/>
                      <a:pt x="349986" y="396248"/>
                    </a:cubicBezTo>
                    <a:cubicBezTo>
                      <a:pt x="354503" y="396360"/>
                      <a:pt x="356748" y="397038"/>
                      <a:pt x="354973" y="397754"/>
                    </a:cubicBezTo>
                    <a:cubicBezTo>
                      <a:pt x="349867" y="399814"/>
                      <a:pt x="351219" y="403789"/>
                      <a:pt x="357026" y="403789"/>
                    </a:cubicBezTo>
                    <a:cubicBezTo>
                      <a:pt x="361562" y="403789"/>
                      <a:pt x="362100" y="402606"/>
                      <a:pt x="360843" y="395399"/>
                    </a:cubicBezTo>
                    <a:cubicBezTo>
                      <a:pt x="360039" y="390785"/>
                      <a:pt x="360485" y="385331"/>
                      <a:pt x="361835" y="383279"/>
                    </a:cubicBezTo>
                    <a:cubicBezTo>
                      <a:pt x="363800" y="380292"/>
                      <a:pt x="366898" y="382284"/>
                      <a:pt x="377379" y="393272"/>
                    </a:cubicBezTo>
                    <a:cubicBezTo>
                      <a:pt x="384578" y="400820"/>
                      <a:pt x="390468" y="408598"/>
                      <a:pt x="390468" y="410555"/>
                    </a:cubicBezTo>
                    <a:cubicBezTo>
                      <a:pt x="390468" y="412631"/>
                      <a:pt x="393158" y="414114"/>
                      <a:pt x="396921" y="414114"/>
                    </a:cubicBezTo>
                    <a:cubicBezTo>
                      <a:pt x="401868" y="414114"/>
                      <a:pt x="403375" y="415453"/>
                      <a:pt x="403375" y="419847"/>
                    </a:cubicBezTo>
                    <a:cubicBezTo>
                      <a:pt x="403375" y="423000"/>
                      <a:pt x="404827" y="431917"/>
                      <a:pt x="406602" y="439662"/>
                    </a:cubicBezTo>
                    <a:cubicBezTo>
                      <a:pt x="409222" y="451096"/>
                      <a:pt x="411381" y="454663"/>
                      <a:pt x="418087" y="458630"/>
                    </a:cubicBezTo>
                    <a:cubicBezTo>
                      <a:pt x="432031" y="466881"/>
                      <a:pt x="432496" y="489608"/>
                      <a:pt x="419011" y="503820"/>
                    </a:cubicBezTo>
                    <a:cubicBezTo>
                      <a:pt x="415980" y="507014"/>
                      <a:pt x="411844" y="509628"/>
                      <a:pt x="409820" y="509628"/>
                    </a:cubicBezTo>
                    <a:cubicBezTo>
                      <a:pt x="407796" y="509628"/>
                      <a:pt x="400938" y="512532"/>
                      <a:pt x="394580" y="516082"/>
                    </a:cubicBezTo>
                    <a:cubicBezTo>
                      <a:pt x="388222" y="519631"/>
                      <a:pt x="382575" y="522535"/>
                      <a:pt x="382031" y="522535"/>
                    </a:cubicBezTo>
                    <a:cubicBezTo>
                      <a:pt x="381487" y="522535"/>
                      <a:pt x="378323" y="519641"/>
                      <a:pt x="375000" y="516104"/>
                    </a:cubicBezTo>
                    <a:close/>
                  </a:path>
                </a:pathLst>
              </a:custGeom>
              <a:solidFill>
                <a:srgbClr val="B9B9B9"/>
              </a:solidFill>
              <a:ln w="5163" cap="flat">
                <a:noFill/>
                <a:prstDash val="solid"/>
                <a:miter/>
              </a:ln>
            </p:spPr>
            <p:txBody>
              <a:bodyPr/>
              <a:lstStyle/>
              <a:p>
                <a:endParaRPr lang="es-419" noProof="0" dirty="0"/>
              </a:p>
            </p:txBody>
          </p:sp>
          <p:sp>
            <p:nvSpPr>
              <p:cNvPr id="93" name="Forma libre: forma 92">
                <a:extLst>
                  <a:ext uri="{FF2B5EF4-FFF2-40B4-BE49-F238E27FC236}">
                    <a16:creationId xmlns:a16="http://schemas.microsoft.com/office/drawing/2014/main" id="{0B52F711-78A5-1C0A-BAF5-7228D9C8D4F9}"/>
                  </a:ext>
                </a:extLst>
              </p:cNvPr>
              <p:cNvSpPr/>
              <p:nvPr/>
            </p:nvSpPr>
            <p:spPr>
              <a:xfrm>
                <a:off x="675648" y="1860606"/>
                <a:ext cx="11408" cy="19945"/>
              </a:xfrm>
              <a:custGeom>
                <a:avLst/>
                <a:gdLst>
                  <a:gd name="csX0" fmla="*/ 2146 w 11408"/>
                  <a:gd name="csY0" fmla="*/ 10289 h 19945"/>
                  <a:gd name="csX1" fmla="*/ 6337 w 11408"/>
                  <a:gd name="csY1" fmla="*/ 7392 h 19945"/>
                  <a:gd name="csX2" fmla="*/ 8408 w 11408"/>
                  <a:gd name="csY2" fmla="*/ 19945 h 19945"/>
                  <a:gd name="csX3" fmla="*/ 2146 w 11408"/>
                  <a:gd name="csY3" fmla="*/ 10289 h 19945"/>
                </a:gdLst>
                <a:ahLst/>
                <a:cxnLst>
                  <a:cxn ang="0">
                    <a:pos x="csX0" y="csY0"/>
                  </a:cxn>
                  <a:cxn ang="0">
                    <a:pos x="csX1" y="csY1"/>
                  </a:cxn>
                  <a:cxn ang="0">
                    <a:pos x="csX2" y="csY2"/>
                  </a:cxn>
                  <a:cxn ang="0">
                    <a:pos x="csX3" y="csY3"/>
                  </a:cxn>
                </a:cxnLst>
                <a:rect l="l" t="t" r="r" b="b"/>
                <a:pathLst>
                  <a:path w="11408" h="19945">
                    <a:moveTo>
                      <a:pt x="2146" y="10289"/>
                    </a:moveTo>
                    <a:cubicBezTo>
                      <a:pt x="-1802" y="-2324"/>
                      <a:pt x="-243" y="-3401"/>
                      <a:pt x="6337" y="7392"/>
                    </a:cubicBezTo>
                    <a:cubicBezTo>
                      <a:pt x="12476" y="17462"/>
                      <a:pt x="12886" y="19945"/>
                      <a:pt x="8408" y="19945"/>
                    </a:cubicBezTo>
                    <a:cubicBezTo>
                      <a:pt x="6626" y="19945"/>
                      <a:pt x="3808" y="15600"/>
                      <a:pt x="2146" y="10289"/>
                    </a:cubicBezTo>
                    <a:close/>
                  </a:path>
                </a:pathLst>
              </a:custGeom>
              <a:solidFill>
                <a:srgbClr val="B9B9B9"/>
              </a:solidFill>
              <a:ln w="5163" cap="flat">
                <a:noFill/>
                <a:prstDash val="solid"/>
                <a:miter/>
              </a:ln>
            </p:spPr>
            <p:txBody>
              <a:bodyPr/>
              <a:lstStyle/>
              <a:p>
                <a:endParaRPr lang="es-419" noProof="0" dirty="0"/>
              </a:p>
            </p:txBody>
          </p:sp>
          <p:sp>
            <p:nvSpPr>
              <p:cNvPr id="94" name="Forma libre: forma 93">
                <a:extLst>
                  <a:ext uri="{FF2B5EF4-FFF2-40B4-BE49-F238E27FC236}">
                    <a16:creationId xmlns:a16="http://schemas.microsoft.com/office/drawing/2014/main" id="{7C7C85D3-D275-0670-B062-21734245C27F}"/>
                  </a:ext>
                </a:extLst>
              </p:cNvPr>
              <p:cNvSpPr/>
              <p:nvPr/>
            </p:nvSpPr>
            <p:spPr>
              <a:xfrm>
                <a:off x="517039" y="1839249"/>
                <a:ext cx="11082" cy="12784"/>
              </a:xfrm>
              <a:custGeom>
                <a:avLst/>
                <a:gdLst>
                  <a:gd name="csX0" fmla="*/ 4154 w 11082"/>
                  <a:gd name="csY0" fmla="*/ 8186 h 12784"/>
                  <a:gd name="csX1" fmla="*/ 2167 w 11082"/>
                  <a:gd name="csY1" fmla="*/ 0 h 12784"/>
                  <a:gd name="csX2" fmla="*/ 8680 w 11082"/>
                  <a:gd name="csY2" fmla="*/ 6454 h 12784"/>
                  <a:gd name="csX3" fmla="*/ 4154 w 11082"/>
                  <a:gd name="csY3" fmla="*/ 8186 h 12784"/>
                </a:gdLst>
                <a:ahLst/>
                <a:cxnLst>
                  <a:cxn ang="0">
                    <a:pos x="csX0" y="csY0"/>
                  </a:cxn>
                  <a:cxn ang="0">
                    <a:pos x="csX1" y="csY1"/>
                  </a:cxn>
                  <a:cxn ang="0">
                    <a:pos x="csX2" y="csY2"/>
                  </a:cxn>
                  <a:cxn ang="0">
                    <a:pos x="csX3" y="csY3"/>
                  </a:cxn>
                </a:cxnLst>
                <a:rect l="l" t="t" r="r" b="b"/>
                <a:pathLst>
                  <a:path w="11082" h="12784">
                    <a:moveTo>
                      <a:pt x="4154" y="8186"/>
                    </a:moveTo>
                    <a:cubicBezTo>
                      <a:pt x="-584" y="2950"/>
                      <a:pt x="-1300" y="0"/>
                      <a:pt x="2167" y="0"/>
                    </a:cubicBezTo>
                    <a:cubicBezTo>
                      <a:pt x="3423" y="0"/>
                      <a:pt x="6354" y="2904"/>
                      <a:pt x="8680" y="6454"/>
                    </a:cubicBezTo>
                    <a:cubicBezTo>
                      <a:pt x="13580" y="13931"/>
                      <a:pt x="10441" y="15133"/>
                      <a:pt x="4154" y="8186"/>
                    </a:cubicBezTo>
                    <a:close/>
                  </a:path>
                </a:pathLst>
              </a:custGeom>
              <a:solidFill>
                <a:srgbClr val="B9B9B9"/>
              </a:solidFill>
              <a:ln w="5163" cap="flat">
                <a:noFill/>
                <a:prstDash val="solid"/>
                <a:miter/>
              </a:ln>
            </p:spPr>
            <p:txBody>
              <a:bodyPr/>
              <a:lstStyle/>
              <a:p>
                <a:endParaRPr lang="es-419" noProof="0" dirty="0"/>
              </a:p>
            </p:txBody>
          </p:sp>
          <p:sp>
            <p:nvSpPr>
              <p:cNvPr id="95" name="Forma libre: forma 94">
                <a:extLst>
                  <a:ext uri="{FF2B5EF4-FFF2-40B4-BE49-F238E27FC236}">
                    <a16:creationId xmlns:a16="http://schemas.microsoft.com/office/drawing/2014/main" id="{E9496964-414D-70EF-B3E4-C4F73A76C674}"/>
                  </a:ext>
                </a:extLst>
              </p:cNvPr>
              <p:cNvSpPr/>
              <p:nvPr/>
            </p:nvSpPr>
            <p:spPr>
              <a:xfrm>
                <a:off x="633440" y="1833111"/>
                <a:ext cx="12552" cy="18971"/>
              </a:xfrm>
              <a:custGeom>
                <a:avLst/>
                <a:gdLst>
                  <a:gd name="csX0" fmla="*/ 3996 w 12552"/>
                  <a:gd name="csY0" fmla="*/ 9922 h 18971"/>
                  <a:gd name="csX1" fmla="*/ 6099 w 12552"/>
                  <a:gd name="csY1" fmla="*/ 5082 h 18971"/>
                  <a:gd name="csX2" fmla="*/ 12553 w 12552"/>
                  <a:gd name="csY2" fmla="*/ 15290 h 18971"/>
                  <a:gd name="csX3" fmla="*/ 3996 w 12552"/>
                  <a:gd name="csY3" fmla="*/ 9922 h 18971"/>
                </a:gdLst>
                <a:ahLst/>
                <a:cxnLst>
                  <a:cxn ang="0">
                    <a:pos x="csX0" y="csY0"/>
                  </a:cxn>
                  <a:cxn ang="0">
                    <a:pos x="csX1" y="csY1"/>
                  </a:cxn>
                  <a:cxn ang="0">
                    <a:pos x="csX2" y="csY2"/>
                  </a:cxn>
                  <a:cxn ang="0">
                    <a:pos x="csX3" y="csY3"/>
                  </a:cxn>
                </a:cxnLst>
                <a:rect l="l" t="t" r="r" b="b"/>
                <a:pathLst>
                  <a:path w="12552" h="18971">
                    <a:moveTo>
                      <a:pt x="3996" y="9922"/>
                    </a:moveTo>
                    <a:cubicBezTo>
                      <a:pt x="-1733" y="-2091"/>
                      <a:pt x="-1533" y="-2550"/>
                      <a:pt x="6099" y="5082"/>
                    </a:cubicBezTo>
                    <a:cubicBezTo>
                      <a:pt x="9649" y="8631"/>
                      <a:pt x="12553" y="13225"/>
                      <a:pt x="12553" y="15290"/>
                    </a:cubicBezTo>
                    <a:cubicBezTo>
                      <a:pt x="12553" y="21885"/>
                      <a:pt x="8483" y="19332"/>
                      <a:pt x="3996" y="9922"/>
                    </a:cubicBezTo>
                    <a:close/>
                  </a:path>
                </a:pathLst>
              </a:custGeom>
              <a:solidFill>
                <a:srgbClr val="B9B9B9"/>
              </a:solidFill>
              <a:ln w="5163" cap="flat">
                <a:noFill/>
                <a:prstDash val="solid"/>
                <a:miter/>
              </a:ln>
            </p:spPr>
            <p:txBody>
              <a:bodyPr/>
              <a:lstStyle/>
              <a:p>
                <a:endParaRPr lang="es-419" noProof="0" dirty="0"/>
              </a:p>
            </p:txBody>
          </p:sp>
          <p:sp>
            <p:nvSpPr>
              <p:cNvPr id="96" name="Forma libre: forma 95">
                <a:extLst>
                  <a:ext uri="{FF2B5EF4-FFF2-40B4-BE49-F238E27FC236}">
                    <a16:creationId xmlns:a16="http://schemas.microsoft.com/office/drawing/2014/main" id="{C9DF6B4B-307A-8B76-B8D6-1CBD4A7673A1}"/>
                  </a:ext>
                </a:extLst>
              </p:cNvPr>
              <p:cNvSpPr/>
              <p:nvPr/>
            </p:nvSpPr>
            <p:spPr>
              <a:xfrm>
                <a:off x="499513" y="1824179"/>
                <a:ext cx="16487" cy="10786"/>
              </a:xfrm>
              <a:custGeom>
                <a:avLst/>
                <a:gdLst>
                  <a:gd name="csX0" fmla="*/ 5790 w 16487"/>
                  <a:gd name="csY0" fmla="*/ 5576 h 10786"/>
                  <a:gd name="csX1" fmla="*/ 4501 w 16487"/>
                  <a:gd name="csY1" fmla="*/ 936 h 10786"/>
                  <a:gd name="csX2" fmla="*/ 15719 w 16487"/>
                  <a:gd name="csY2" fmla="*/ 10646 h 10786"/>
                  <a:gd name="csX3" fmla="*/ 5790 w 16487"/>
                  <a:gd name="csY3" fmla="*/ 5576 h 10786"/>
                </a:gdLst>
                <a:ahLst/>
                <a:cxnLst>
                  <a:cxn ang="0">
                    <a:pos x="csX0" y="csY0"/>
                  </a:cxn>
                  <a:cxn ang="0">
                    <a:pos x="csX1" y="csY1"/>
                  </a:cxn>
                  <a:cxn ang="0">
                    <a:pos x="csX2" y="csY2"/>
                  </a:cxn>
                  <a:cxn ang="0">
                    <a:pos x="csX3" y="csY3"/>
                  </a:cxn>
                </a:cxnLst>
                <a:rect l="l" t="t" r="r" b="b"/>
                <a:pathLst>
                  <a:path w="16487" h="10786">
                    <a:moveTo>
                      <a:pt x="5790" y="5576"/>
                    </a:moveTo>
                    <a:cubicBezTo>
                      <a:pt x="-1676" y="-615"/>
                      <a:pt x="-1722" y="-781"/>
                      <a:pt x="4501" y="936"/>
                    </a:cubicBezTo>
                    <a:cubicBezTo>
                      <a:pt x="12209" y="3063"/>
                      <a:pt x="18782" y="8753"/>
                      <a:pt x="15719" y="10646"/>
                    </a:cubicBezTo>
                    <a:cubicBezTo>
                      <a:pt x="14517" y="11389"/>
                      <a:pt x="10049" y="9107"/>
                      <a:pt x="5790" y="5576"/>
                    </a:cubicBezTo>
                    <a:close/>
                  </a:path>
                </a:pathLst>
              </a:custGeom>
              <a:solidFill>
                <a:srgbClr val="B9B9B9"/>
              </a:solidFill>
              <a:ln w="5163" cap="flat">
                <a:noFill/>
                <a:prstDash val="solid"/>
                <a:miter/>
              </a:ln>
            </p:spPr>
            <p:txBody>
              <a:bodyPr/>
              <a:lstStyle/>
              <a:p>
                <a:endParaRPr lang="es-419" noProof="0" dirty="0"/>
              </a:p>
            </p:txBody>
          </p:sp>
          <p:sp>
            <p:nvSpPr>
              <p:cNvPr id="97" name="Forma libre: forma 96">
                <a:extLst>
                  <a:ext uri="{FF2B5EF4-FFF2-40B4-BE49-F238E27FC236}">
                    <a16:creationId xmlns:a16="http://schemas.microsoft.com/office/drawing/2014/main" id="{4B0C92B2-CBCD-5DFA-8F29-8D5FC89C6D9D}"/>
                  </a:ext>
                </a:extLst>
              </p:cNvPr>
              <p:cNvSpPr/>
              <p:nvPr/>
            </p:nvSpPr>
            <p:spPr>
              <a:xfrm>
                <a:off x="478303" y="1760241"/>
                <a:ext cx="17819" cy="62484"/>
              </a:xfrm>
              <a:custGeom>
                <a:avLst/>
                <a:gdLst>
                  <a:gd name="csX0" fmla="*/ 12817 w 17819"/>
                  <a:gd name="csY0" fmla="*/ 59663 h 62484"/>
                  <a:gd name="csX1" fmla="*/ 8906 w 17819"/>
                  <a:gd name="csY1" fmla="*/ 49920 h 62484"/>
                  <a:gd name="csX2" fmla="*/ 3768 w 17819"/>
                  <a:gd name="csY2" fmla="*/ 41934 h 62484"/>
                  <a:gd name="csX3" fmla="*/ 2261 w 17819"/>
                  <a:gd name="csY3" fmla="*/ 33152 h 62484"/>
                  <a:gd name="csX4" fmla="*/ 8278 w 17819"/>
                  <a:gd name="csY4" fmla="*/ 19635 h 62484"/>
                  <a:gd name="csX5" fmla="*/ 14954 w 17819"/>
                  <a:gd name="csY5" fmla="*/ 4146 h 62484"/>
                  <a:gd name="csX6" fmla="*/ 16371 w 17819"/>
                  <a:gd name="csY6" fmla="*/ 6727 h 62484"/>
                  <a:gd name="csX7" fmla="*/ 10951 w 17819"/>
                  <a:gd name="csY7" fmla="*/ 23219 h 62484"/>
                  <a:gd name="csX8" fmla="*/ 9971 w 17819"/>
                  <a:gd name="csY8" fmla="*/ 36893 h 62484"/>
                  <a:gd name="csX9" fmla="*/ 12803 w 17819"/>
                  <a:gd name="csY9" fmla="*/ 48926 h 62484"/>
                  <a:gd name="csX10" fmla="*/ 15858 w 17819"/>
                  <a:gd name="csY10" fmla="*/ 57797 h 62484"/>
                  <a:gd name="csX11" fmla="*/ 17517 w 17819"/>
                  <a:gd name="csY11" fmla="*/ 62248 h 62484"/>
                  <a:gd name="csX12" fmla="*/ 12817 w 17819"/>
                  <a:gd name="csY12" fmla="*/ 59663 h 624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7819" h="62484">
                    <a:moveTo>
                      <a:pt x="12817" y="59663"/>
                    </a:moveTo>
                    <a:cubicBezTo>
                      <a:pt x="10999" y="57473"/>
                      <a:pt x="9240" y="53089"/>
                      <a:pt x="8906" y="49920"/>
                    </a:cubicBezTo>
                    <a:cubicBezTo>
                      <a:pt x="7921" y="40559"/>
                      <a:pt x="7808" y="40384"/>
                      <a:pt x="3768" y="41934"/>
                    </a:cubicBezTo>
                    <a:cubicBezTo>
                      <a:pt x="-606" y="43612"/>
                      <a:pt x="-1257" y="39820"/>
                      <a:pt x="2261" y="33152"/>
                    </a:cubicBezTo>
                    <a:cubicBezTo>
                      <a:pt x="3561" y="30687"/>
                      <a:pt x="6269" y="24604"/>
                      <a:pt x="8278" y="19635"/>
                    </a:cubicBezTo>
                    <a:cubicBezTo>
                      <a:pt x="10287" y="14665"/>
                      <a:pt x="13291" y="7695"/>
                      <a:pt x="14954" y="4146"/>
                    </a:cubicBezTo>
                    <a:cubicBezTo>
                      <a:pt x="17758" y="-1839"/>
                      <a:pt x="17861" y="-1651"/>
                      <a:pt x="16371" y="6727"/>
                    </a:cubicBezTo>
                    <a:cubicBezTo>
                      <a:pt x="15486" y="11697"/>
                      <a:pt x="13047" y="19118"/>
                      <a:pt x="10951" y="23219"/>
                    </a:cubicBezTo>
                    <a:cubicBezTo>
                      <a:pt x="8012" y="28966"/>
                      <a:pt x="7787" y="32101"/>
                      <a:pt x="9971" y="36893"/>
                    </a:cubicBezTo>
                    <a:cubicBezTo>
                      <a:pt x="11529" y="40313"/>
                      <a:pt x="12803" y="45728"/>
                      <a:pt x="12803" y="48926"/>
                    </a:cubicBezTo>
                    <a:cubicBezTo>
                      <a:pt x="12803" y="52125"/>
                      <a:pt x="14178" y="56117"/>
                      <a:pt x="15858" y="57797"/>
                    </a:cubicBezTo>
                    <a:cubicBezTo>
                      <a:pt x="17538" y="59477"/>
                      <a:pt x="18285" y="61480"/>
                      <a:pt x="17517" y="62248"/>
                    </a:cubicBezTo>
                    <a:cubicBezTo>
                      <a:pt x="16749" y="63016"/>
                      <a:pt x="14634" y="61852"/>
                      <a:pt x="12817" y="59663"/>
                    </a:cubicBezTo>
                    <a:close/>
                  </a:path>
                </a:pathLst>
              </a:custGeom>
              <a:solidFill>
                <a:srgbClr val="B9B9B9"/>
              </a:solidFill>
              <a:ln w="5163" cap="flat">
                <a:noFill/>
                <a:prstDash val="solid"/>
                <a:miter/>
              </a:ln>
            </p:spPr>
            <p:txBody>
              <a:bodyPr/>
              <a:lstStyle/>
              <a:p>
                <a:endParaRPr lang="es-419" noProof="0" dirty="0"/>
              </a:p>
            </p:txBody>
          </p:sp>
          <p:sp>
            <p:nvSpPr>
              <p:cNvPr id="98" name="Forma libre: forma 97">
                <a:extLst>
                  <a:ext uri="{FF2B5EF4-FFF2-40B4-BE49-F238E27FC236}">
                    <a16:creationId xmlns:a16="http://schemas.microsoft.com/office/drawing/2014/main" id="{D1D1DE39-2B27-B395-A30D-3E2BA2D5CFCB}"/>
                  </a:ext>
                </a:extLst>
              </p:cNvPr>
              <p:cNvSpPr/>
              <p:nvPr/>
            </p:nvSpPr>
            <p:spPr>
              <a:xfrm>
                <a:off x="610272" y="1785879"/>
                <a:ext cx="19431" cy="24201"/>
              </a:xfrm>
              <a:custGeom>
                <a:avLst/>
                <a:gdLst>
                  <a:gd name="csX0" fmla="*/ 12977 w 19431"/>
                  <a:gd name="csY0" fmla="*/ 20895 h 24201"/>
                  <a:gd name="csX1" fmla="*/ 7325 w 19431"/>
                  <a:gd name="csY1" fmla="*/ 14059 h 24201"/>
                  <a:gd name="csX2" fmla="*/ 3038 w 19431"/>
                  <a:gd name="csY2" fmla="*/ 6445 h 24201"/>
                  <a:gd name="csX3" fmla="*/ 7745 w 19431"/>
                  <a:gd name="csY3" fmla="*/ 1409 h 24201"/>
                  <a:gd name="csX4" fmla="*/ 17054 w 19431"/>
                  <a:gd name="csY4" fmla="*/ 13612 h 24201"/>
                  <a:gd name="csX5" fmla="*/ 19347 w 19431"/>
                  <a:gd name="csY5" fmla="*/ 24137 h 24201"/>
                  <a:gd name="csX6" fmla="*/ 12977 w 19431"/>
                  <a:gd name="csY6" fmla="*/ 20895 h 24201"/>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9431" h="24201">
                    <a:moveTo>
                      <a:pt x="12977" y="20895"/>
                    </a:moveTo>
                    <a:cubicBezTo>
                      <a:pt x="9869" y="18718"/>
                      <a:pt x="7325" y="15642"/>
                      <a:pt x="7325" y="14059"/>
                    </a:cubicBezTo>
                    <a:cubicBezTo>
                      <a:pt x="7325" y="12477"/>
                      <a:pt x="5396" y="9050"/>
                      <a:pt x="3038" y="6445"/>
                    </a:cubicBezTo>
                    <a:cubicBezTo>
                      <a:pt x="-2384" y="453"/>
                      <a:pt x="-388" y="-1683"/>
                      <a:pt x="7745" y="1409"/>
                    </a:cubicBezTo>
                    <a:cubicBezTo>
                      <a:pt x="11871" y="2978"/>
                      <a:pt x="15083" y="7189"/>
                      <a:pt x="17054" y="13612"/>
                    </a:cubicBezTo>
                    <a:cubicBezTo>
                      <a:pt x="18710" y="19007"/>
                      <a:pt x="19742" y="23743"/>
                      <a:pt x="19347" y="24137"/>
                    </a:cubicBezTo>
                    <a:cubicBezTo>
                      <a:pt x="18953" y="24532"/>
                      <a:pt x="16086" y="23073"/>
                      <a:pt x="12977" y="20895"/>
                    </a:cubicBezTo>
                    <a:close/>
                  </a:path>
                </a:pathLst>
              </a:custGeom>
              <a:solidFill>
                <a:srgbClr val="B9B9B9"/>
              </a:solidFill>
              <a:ln w="5163" cap="flat">
                <a:noFill/>
                <a:prstDash val="solid"/>
                <a:miter/>
              </a:ln>
            </p:spPr>
            <p:txBody>
              <a:bodyPr/>
              <a:lstStyle/>
              <a:p>
                <a:endParaRPr lang="es-419" noProof="0" dirty="0"/>
              </a:p>
            </p:txBody>
          </p:sp>
          <p:sp>
            <p:nvSpPr>
              <p:cNvPr id="99" name="Forma libre: forma 98">
                <a:extLst>
                  <a:ext uri="{FF2B5EF4-FFF2-40B4-BE49-F238E27FC236}">
                    <a16:creationId xmlns:a16="http://schemas.microsoft.com/office/drawing/2014/main" id="{44B264D1-EB20-5E54-C53C-BDEF199598AB}"/>
                  </a:ext>
                </a:extLst>
              </p:cNvPr>
              <p:cNvSpPr/>
              <p:nvPr/>
            </p:nvSpPr>
            <p:spPr>
              <a:xfrm>
                <a:off x="615016" y="1765374"/>
                <a:ext cx="5162" cy="6756"/>
              </a:xfrm>
              <a:custGeom>
                <a:avLst/>
                <a:gdLst>
                  <a:gd name="csX0" fmla="*/ 0 w 5162"/>
                  <a:gd name="csY0" fmla="*/ 4328 h 6756"/>
                  <a:gd name="csX1" fmla="*/ 2581 w 5162"/>
                  <a:gd name="csY1" fmla="*/ 303 h 6756"/>
                  <a:gd name="csX2" fmla="*/ 5163 w 5162"/>
                  <a:gd name="csY2" fmla="*/ 2732 h 6756"/>
                  <a:gd name="csX3" fmla="*/ 2581 w 5162"/>
                  <a:gd name="csY3" fmla="*/ 6757 h 6756"/>
                  <a:gd name="csX4" fmla="*/ 0 w 5162"/>
                  <a:gd name="csY4" fmla="*/ 4328 h 6756"/>
                </a:gdLst>
                <a:ahLst/>
                <a:cxnLst>
                  <a:cxn ang="0">
                    <a:pos x="csX0" y="csY0"/>
                  </a:cxn>
                  <a:cxn ang="0">
                    <a:pos x="csX1" y="csY1"/>
                  </a:cxn>
                  <a:cxn ang="0">
                    <a:pos x="csX2" y="csY2"/>
                  </a:cxn>
                  <a:cxn ang="0">
                    <a:pos x="csX3" y="csY3"/>
                  </a:cxn>
                  <a:cxn ang="0">
                    <a:pos x="csX4" y="csY4"/>
                  </a:cxn>
                </a:cxnLst>
                <a:rect l="l" t="t" r="r" b="b"/>
                <a:pathLst>
                  <a:path w="5162" h="6756">
                    <a:moveTo>
                      <a:pt x="0" y="4328"/>
                    </a:moveTo>
                    <a:cubicBezTo>
                      <a:pt x="0" y="2992"/>
                      <a:pt x="1162" y="1181"/>
                      <a:pt x="2581" y="303"/>
                    </a:cubicBezTo>
                    <a:cubicBezTo>
                      <a:pt x="4001" y="-574"/>
                      <a:pt x="5163" y="519"/>
                      <a:pt x="5163" y="2732"/>
                    </a:cubicBezTo>
                    <a:cubicBezTo>
                      <a:pt x="5163" y="4946"/>
                      <a:pt x="4001" y="6757"/>
                      <a:pt x="2581" y="6757"/>
                    </a:cubicBezTo>
                    <a:cubicBezTo>
                      <a:pt x="1162" y="6757"/>
                      <a:pt x="0" y="5664"/>
                      <a:pt x="0" y="4328"/>
                    </a:cubicBezTo>
                    <a:close/>
                  </a:path>
                </a:pathLst>
              </a:custGeom>
              <a:solidFill>
                <a:srgbClr val="B9B9B9"/>
              </a:solidFill>
              <a:ln w="5163" cap="flat">
                <a:noFill/>
                <a:prstDash val="solid"/>
                <a:miter/>
              </a:ln>
            </p:spPr>
            <p:txBody>
              <a:bodyPr/>
              <a:lstStyle/>
              <a:p>
                <a:endParaRPr lang="es-419" noProof="0" dirty="0"/>
              </a:p>
            </p:txBody>
          </p:sp>
          <p:sp>
            <p:nvSpPr>
              <p:cNvPr id="100" name="Forma libre: forma 99">
                <a:extLst>
                  <a:ext uri="{FF2B5EF4-FFF2-40B4-BE49-F238E27FC236}">
                    <a16:creationId xmlns:a16="http://schemas.microsoft.com/office/drawing/2014/main" id="{B91D0D57-7540-6A34-6518-2C1B3A75BEDE}"/>
                  </a:ext>
                </a:extLst>
              </p:cNvPr>
              <p:cNvSpPr/>
              <p:nvPr/>
            </p:nvSpPr>
            <p:spPr>
              <a:xfrm>
                <a:off x="496444" y="1737058"/>
                <a:ext cx="4812" cy="15975"/>
              </a:xfrm>
              <a:custGeom>
                <a:avLst/>
                <a:gdLst>
                  <a:gd name="csX0" fmla="*/ 6 w 4812"/>
                  <a:gd name="csY0" fmla="*/ 12637 h 15975"/>
                  <a:gd name="csX1" fmla="*/ 2406 w 4812"/>
                  <a:gd name="csY1" fmla="*/ 2804 h 15975"/>
                  <a:gd name="csX2" fmla="*/ 4806 w 4812"/>
                  <a:gd name="csY2" fmla="*/ 5879 h 15975"/>
                  <a:gd name="csX3" fmla="*/ 2406 w 4812"/>
                  <a:gd name="csY3" fmla="*/ 15712 h 15975"/>
                  <a:gd name="csX4" fmla="*/ 6 w 4812"/>
                  <a:gd name="csY4" fmla="*/ 12637 h 15975"/>
                </a:gdLst>
                <a:ahLst/>
                <a:cxnLst>
                  <a:cxn ang="0">
                    <a:pos x="csX0" y="csY0"/>
                  </a:cxn>
                  <a:cxn ang="0">
                    <a:pos x="csX1" y="csY1"/>
                  </a:cxn>
                  <a:cxn ang="0">
                    <a:pos x="csX2" y="csY2"/>
                  </a:cxn>
                  <a:cxn ang="0">
                    <a:pos x="csX3" y="csY3"/>
                  </a:cxn>
                  <a:cxn ang="0">
                    <a:pos x="csX4" y="csY4"/>
                  </a:cxn>
                </a:cxnLst>
                <a:rect l="l" t="t" r="r" b="b"/>
                <a:pathLst>
                  <a:path w="4812" h="15975">
                    <a:moveTo>
                      <a:pt x="6" y="12637"/>
                    </a:moveTo>
                    <a:cubicBezTo>
                      <a:pt x="106" y="10069"/>
                      <a:pt x="1186" y="5644"/>
                      <a:pt x="2406" y="2804"/>
                    </a:cubicBezTo>
                    <a:cubicBezTo>
                      <a:pt x="4277" y="-1548"/>
                      <a:pt x="4653" y="-1065"/>
                      <a:pt x="4806" y="5879"/>
                    </a:cubicBezTo>
                    <a:cubicBezTo>
                      <a:pt x="4906" y="10409"/>
                      <a:pt x="3826" y="14834"/>
                      <a:pt x="2406" y="15712"/>
                    </a:cubicBezTo>
                    <a:cubicBezTo>
                      <a:pt x="987" y="16589"/>
                      <a:pt x="-93" y="15206"/>
                      <a:pt x="6" y="12637"/>
                    </a:cubicBezTo>
                    <a:close/>
                  </a:path>
                </a:pathLst>
              </a:custGeom>
              <a:solidFill>
                <a:srgbClr val="B9B9B9"/>
              </a:solidFill>
              <a:ln w="5163" cap="flat">
                <a:noFill/>
                <a:prstDash val="solid"/>
                <a:miter/>
              </a:ln>
            </p:spPr>
            <p:txBody>
              <a:bodyPr/>
              <a:lstStyle/>
              <a:p>
                <a:endParaRPr lang="es-419" noProof="0" dirty="0"/>
              </a:p>
            </p:txBody>
          </p:sp>
          <p:sp>
            <p:nvSpPr>
              <p:cNvPr id="101" name="Forma libre: forma 100">
                <a:extLst>
                  <a:ext uri="{FF2B5EF4-FFF2-40B4-BE49-F238E27FC236}">
                    <a16:creationId xmlns:a16="http://schemas.microsoft.com/office/drawing/2014/main" id="{963A47D5-71DD-DDED-EBFC-FF0160939147}"/>
                  </a:ext>
                </a:extLst>
              </p:cNvPr>
              <p:cNvSpPr/>
              <p:nvPr/>
            </p:nvSpPr>
            <p:spPr>
              <a:xfrm>
                <a:off x="610293" y="1727161"/>
                <a:ext cx="5615" cy="11379"/>
              </a:xfrm>
              <a:custGeom>
                <a:avLst/>
                <a:gdLst>
                  <a:gd name="csX0" fmla="*/ 427 w 5615"/>
                  <a:gd name="csY0" fmla="*/ 7365 h 11379"/>
                  <a:gd name="csX1" fmla="*/ 1464 w 5615"/>
                  <a:gd name="csY1" fmla="*/ 731 h 11379"/>
                  <a:gd name="csX2" fmla="*/ 5321 w 5615"/>
                  <a:gd name="csY2" fmla="*/ 4777 h 11379"/>
                  <a:gd name="csX3" fmla="*/ 427 w 5615"/>
                  <a:gd name="csY3" fmla="*/ 7365 h 11379"/>
                </a:gdLst>
                <a:ahLst/>
                <a:cxnLst>
                  <a:cxn ang="0">
                    <a:pos x="csX0" y="csY0"/>
                  </a:cxn>
                  <a:cxn ang="0">
                    <a:pos x="csX1" y="csY1"/>
                  </a:cxn>
                  <a:cxn ang="0">
                    <a:pos x="csX2" y="csY2"/>
                  </a:cxn>
                  <a:cxn ang="0">
                    <a:pos x="csX3" y="csY3"/>
                  </a:cxn>
                </a:cxnLst>
                <a:rect l="l" t="t" r="r" b="b"/>
                <a:pathLst>
                  <a:path w="5615" h="11379">
                    <a:moveTo>
                      <a:pt x="427" y="7365"/>
                    </a:moveTo>
                    <a:cubicBezTo>
                      <a:pt x="-426" y="5140"/>
                      <a:pt x="40" y="2155"/>
                      <a:pt x="1464" y="731"/>
                    </a:cubicBezTo>
                    <a:cubicBezTo>
                      <a:pt x="3194" y="-1000"/>
                      <a:pt x="4473" y="341"/>
                      <a:pt x="5321" y="4777"/>
                    </a:cubicBezTo>
                    <a:cubicBezTo>
                      <a:pt x="6696" y="11973"/>
                      <a:pt x="2955" y="13952"/>
                      <a:pt x="427" y="7365"/>
                    </a:cubicBezTo>
                    <a:close/>
                  </a:path>
                </a:pathLst>
              </a:custGeom>
              <a:solidFill>
                <a:srgbClr val="B9B9B9"/>
              </a:solidFill>
              <a:ln w="5163" cap="flat">
                <a:noFill/>
                <a:prstDash val="solid"/>
                <a:miter/>
              </a:ln>
            </p:spPr>
            <p:txBody>
              <a:bodyPr/>
              <a:lstStyle/>
              <a:p>
                <a:endParaRPr lang="es-419" noProof="0" dirty="0"/>
              </a:p>
            </p:txBody>
          </p:sp>
          <p:sp>
            <p:nvSpPr>
              <p:cNvPr id="102" name="Forma libre: forma 101">
                <a:extLst>
                  <a:ext uri="{FF2B5EF4-FFF2-40B4-BE49-F238E27FC236}">
                    <a16:creationId xmlns:a16="http://schemas.microsoft.com/office/drawing/2014/main" id="{019B62F5-3445-FC5A-0ABF-06F5B5C71F83}"/>
                  </a:ext>
                </a:extLst>
              </p:cNvPr>
              <p:cNvSpPr/>
              <p:nvPr/>
            </p:nvSpPr>
            <p:spPr>
              <a:xfrm>
                <a:off x="589201" y="1723083"/>
                <a:ext cx="5162" cy="7744"/>
              </a:xfrm>
              <a:custGeom>
                <a:avLst/>
                <a:gdLst>
                  <a:gd name="csX0" fmla="*/ 0 w 5162"/>
                  <a:gd name="csY0" fmla="*/ 3872 h 7744"/>
                  <a:gd name="csX1" fmla="*/ 2581 w 5162"/>
                  <a:gd name="csY1" fmla="*/ 0 h 7744"/>
                  <a:gd name="csX2" fmla="*/ 5163 w 5162"/>
                  <a:gd name="csY2" fmla="*/ 3872 h 7744"/>
                  <a:gd name="csX3" fmla="*/ 2581 w 5162"/>
                  <a:gd name="csY3" fmla="*/ 7744 h 7744"/>
                  <a:gd name="csX4" fmla="*/ 0 w 5162"/>
                  <a:gd name="csY4" fmla="*/ 3872 h 7744"/>
                </a:gdLst>
                <a:ahLst/>
                <a:cxnLst>
                  <a:cxn ang="0">
                    <a:pos x="csX0" y="csY0"/>
                  </a:cxn>
                  <a:cxn ang="0">
                    <a:pos x="csX1" y="csY1"/>
                  </a:cxn>
                  <a:cxn ang="0">
                    <a:pos x="csX2" y="csY2"/>
                  </a:cxn>
                  <a:cxn ang="0">
                    <a:pos x="csX3" y="csY3"/>
                  </a:cxn>
                  <a:cxn ang="0">
                    <a:pos x="csX4" y="csY4"/>
                  </a:cxn>
                </a:cxnLst>
                <a:rect l="l" t="t" r="r" b="b"/>
                <a:pathLst>
                  <a:path w="5162" h="7744">
                    <a:moveTo>
                      <a:pt x="0" y="3872"/>
                    </a:moveTo>
                    <a:cubicBezTo>
                      <a:pt x="0" y="1742"/>
                      <a:pt x="1162" y="0"/>
                      <a:pt x="2581" y="0"/>
                    </a:cubicBezTo>
                    <a:cubicBezTo>
                      <a:pt x="4001" y="0"/>
                      <a:pt x="5163" y="1742"/>
                      <a:pt x="5163" y="3872"/>
                    </a:cubicBezTo>
                    <a:cubicBezTo>
                      <a:pt x="5163" y="6002"/>
                      <a:pt x="4001" y="7744"/>
                      <a:pt x="2581" y="7744"/>
                    </a:cubicBezTo>
                    <a:cubicBezTo>
                      <a:pt x="1162" y="7744"/>
                      <a:pt x="0" y="6002"/>
                      <a:pt x="0" y="3872"/>
                    </a:cubicBezTo>
                    <a:close/>
                  </a:path>
                </a:pathLst>
              </a:custGeom>
              <a:solidFill>
                <a:srgbClr val="B9B9B9"/>
              </a:solidFill>
              <a:ln w="5163" cap="flat">
                <a:noFill/>
                <a:prstDash val="solid"/>
                <a:miter/>
              </a:ln>
            </p:spPr>
            <p:txBody>
              <a:bodyPr/>
              <a:lstStyle/>
              <a:p>
                <a:endParaRPr lang="es-419" noProof="0" dirty="0"/>
              </a:p>
            </p:txBody>
          </p:sp>
          <p:sp>
            <p:nvSpPr>
              <p:cNvPr id="103" name="Forma libre: forma 102">
                <a:extLst>
                  <a:ext uri="{FF2B5EF4-FFF2-40B4-BE49-F238E27FC236}">
                    <a16:creationId xmlns:a16="http://schemas.microsoft.com/office/drawing/2014/main" id="{891024A2-F902-99EC-FB8A-421B83AF9A22}"/>
                  </a:ext>
                </a:extLst>
              </p:cNvPr>
              <p:cNvSpPr/>
              <p:nvPr/>
            </p:nvSpPr>
            <p:spPr>
              <a:xfrm>
                <a:off x="576294" y="1689525"/>
                <a:ext cx="15348" cy="20423"/>
              </a:xfrm>
              <a:custGeom>
                <a:avLst/>
                <a:gdLst>
                  <a:gd name="csX0" fmla="*/ 0 w 15348"/>
                  <a:gd name="csY0" fmla="*/ 17942 h 20423"/>
                  <a:gd name="csX1" fmla="*/ 11683 w 15348"/>
                  <a:gd name="csY1" fmla="*/ 0 h 20423"/>
                  <a:gd name="csX2" fmla="*/ 8918 w 15348"/>
                  <a:gd name="csY2" fmla="*/ 14081 h 20423"/>
                  <a:gd name="csX3" fmla="*/ 0 w 15348"/>
                  <a:gd name="csY3" fmla="*/ 17942 h 20423"/>
                </a:gdLst>
                <a:ahLst/>
                <a:cxnLst>
                  <a:cxn ang="0">
                    <a:pos x="csX0" y="csY0"/>
                  </a:cxn>
                  <a:cxn ang="0">
                    <a:pos x="csX1" y="csY1"/>
                  </a:cxn>
                  <a:cxn ang="0">
                    <a:pos x="csX2" y="csY2"/>
                  </a:cxn>
                  <a:cxn ang="0">
                    <a:pos x="csX3" y="csY3"/>
                  </a:cxn>
                </a:cxnLst>
                <a:rect l="l" t="t" r="r" b="b"/>
                <a:pathLst>
                  <a:path w="15348" h="20423">
                    <a:moveTo>
                      <a:pt x="0" y="17942"/>
                    </a:moveTo>
                    <a:cubicBezTo>
                      <a:pt x="0" y="12328"/>
                      <a:pt x="8027" y="0"/>
                      <a:pt x="11683" y="0"/>
                    </a:cubicBezTo>
                    <a:cubicBezTo>
                      <a:pt x="17539" y="0"/>
                      <a:pt x="16205" y="6793"/>
                      <a:pt x="8918" y="14081"/>
                    </a:cubicBezTo>
                    <a:cubicBezTo>
                      <a:pt x="1711" y="21287"/>
                      <a:pt x="0" y="22028"/>
                      <a:pt x="0" y="17942"/>
                    </a:cubicBezTo>
                    <a:close/>
                  </a:path>
                </a:pathLst>
              </a:custGeom>
              <a:solidFill>
                <a:srgbClr val="B9B9B9"/>
              </a:solidFill>
              <a:ln w="5163" cap="flat">
                <a:noFill/>
                <a:prstDash val="solid"/>
                <a:miter/>
              </a:ln>
            </p:spPr>
            <p:txBody>
              <a:bodyPr/>
              <a:lstStyle/>
              <a:p>
                <a:endParaRPr lang="es-419" noProof="0" dirty="0"/>
              </a:p>
            </p:txBody>
          </p:sp>
        </p:grpSp>
        <p:sp>
          <p:nvSpPr>
            <p:cNvPr id="104" name="Forma libre: forma 103">
              <a:extLst>
                <a:ext uri="{FF2B5EF4-FFF2-40B4-BE49-F238E27FC236}">
                  <a16:creationId xmlns:a16="http://schemas.microsoft.com/office/drawing/2014/main" id="{6197B8DF-83D6-51D0-FB45-A1020E38DA95}"/>
                </a:ext>
              </a:extLst>
            </p:cNvPr>
            <p:cNvSpPr/>
            <p:nvPr/>
          </p:nvSpPr>
          <p:spPr>
            <a:xfrm>
              <a:off x="516921" y="1569184"/>
              <a:ext cx="5162" cy="6756"/>
            </a:xfrm>
            <a:custGeom>
              <a:avLst/>
              <a:gdLst>
                <a:gd name="csX0" fmla="*/ 0 w 5162"/>
                <a:gd name="csY0" fmla="*/ 2732 h 6756"/>
                <a:gd name="csX1" fmla="*/ 2581 w 5162"/>
                <a:gd name="csY1" fmla="*/ 303 h 6756"/>
                <a:gd name="csX2" fmla="*/ 5163 w 5162"/>
                <a:gd name="csY2" fmla="*/ 4328 h 6756"/>
                <a:gd name="csX3" fmla="*/ 2581 w 5162"/>
                <a:gd name="csY3" fmla="*/ 6757 h 6756"/>
                <a:gd name="csX4" fmla="*/ 0 w 5162"/>
                <a:gd name="csY4" fmla="*/ 2732 h 6756"/>
              </a:gdLst>
              <a:ahLst/>
              <a:cxnLst>
                <a:cxn ang="0">
                  <a:pos x="csX0" y="csY0"/>
                </a:cxn>
                <a:cxn ang="0">
                  <a:pos x="csX1" y="csY1"/>
                </a:cxn>
                <a:cxn ang="0">
                  <a:pos x="csX2" y="csY2"/>
                </a:cxn>
                <a:cxn ang="0">
                  <a:pos x="csX3" y="csY3"/>
                </a:cxn>
                <a:cxn ang="0">
                  <a:pos x="csX4" y="csY4"/>
                </a:cxn>
              </a:cxnLst>
              <a:rect l="l" t="t" r="r" b="b"/>
              <a:pathLst>
                <a:path w="5162" h="6756">
                  <a:moveTo>
                    <a:pt x="0" y="2732"/>
                  </a:moveTo>
                  <a:cubicBezTo>
                    <a:pt x="0" y="519"/>
                    <a:pt x="1162" y="-574"/>
                    <a:pt x="2581" y="303"/>
                  </a:cubicBezTo>
                  <a:cubicBezTo>
                    <a:pt x="4001" y="1181"/>
                    <a:pt x="5163" y="2992"/>
                    <a:pt x="5163" y="4328"/>
                  </a:cubicBezTo>
                  <a:cubicBezTo>
                    <a:pt x="5163" y="5664"/>
                    <a:pt x="4001" y="6757"/>
                    <a:pt x="2581" y="6757"/>
                  </a:cubicBezTo>
                  <a:cubicBezTo>
                    <a:pt x="1162" y="6757"/>
                    <a:pt x="0" y="4946"/>
                    <a:pt x="0" y="2732"/>
                  </a:cubicBezTo>
                  <a:close/>
                </a:path>
              </a:pathLst>
            </a:custGeom>
            <a:solidFill>
              <a:srgbClr val="B9B9B9"/>
            </a:solidFill>
            <a:ln w="5163" cap="flat">
              <a:noFill/>
              <a:prstDash val="solid"/>
              <a:miter/>
            </a:ln>
          </p:spPr>
          <p:txBody>
            <a:bodyPr/>
            <a:lstStyle/>
            <a:p>
              <a:endParaRPr lang="es-419" noProof="0" dirty="0"/>
            </a:p>
          </p:txBody>
        </p:sp>
      </p:grpSp>
      <p:sp>
        <p:nvSpPr>
          <p:cNvPr id="105" name="Forma libre: forma 104">
            <a:extLst>
              <a:ext uri="{FF2B5EF4-FFF2-40B4-BE49-F238E27FC236}">
                <a16:creationId xmlns:a16="http://schemas.microsoft.com/office/drawing/2014/main" id="{E48D20AC-AC7A-C1DD-6891-BEFDE3B9A943}"/>
              </a:ext>
            </a:extLst>
          </p:cNvPr>
          <p:cNvSpPr/>
          <p:nvPr/>
        </p:nvSpPr>
        <p:spPr>
          <a:xfrm>
            <a:off x="466238" y="1431499"/>
            <a:ext cx="11558" cy="7543"/>
          </a:xfrm>
          <a:custGeom>
            <a:avLst/>
            <a:gdLst>
              <a:gd name="csX0" fmla="*/ 1635 w 11558"/>
              <a:gd name="csY0" fmla="*/ 3752 h 7543"/>
              <a:gd name="csX1" fmla="*/ 8241 w 11558"/>
              <a:gd name="csY1" fmla="*/ 3670 h 7543"/>
              <a:gd name="csX2" fmla="*/ 9050 w 11558"/>
              <a:gd name="csY2" fmla="*/ 7542 h 7543"/>
              <a:gd name="csX3" fmla="*/ 1635 w 11558"/>
              <a:gd name="csY3" fmla="*/ 3752 h 7543"/>
            </a:gdLst>
            <a:ahLst/>
            <a:cxnLst>
              <a:cxn ang="0">
                <a:pos x="csX0" y="csY0"/>
              </a:cxn>
              <a:cxn ang="0">
                <a:pos x="csX1" y="csY1"/>
              </a:cxn>
              <a:cxn ang="0">
                <a:pos x="csX2" y="csY2"/>
              </a:cxn>
              <a:cxn ang="0">
                <a:pos x="csX3" y="csY3"/>
              </a:cxn>
            </a:cxnLst>
            <a:rect l="l" t="t" r="r" b="b"/>
            <a:pathLst>
              <a:path w="11558" h="7543">
                <a:moveTo>
                  <a:pt x="1635" y="3752"/>
                </a:moveTo>
                <a:cubicBezTo>
                  <a:pt x="-2484" y="-1211"/>
                  <a:pt x="1718" y="-1263"/>
                  <a:pt x="8241" y="3670"/>
                </a:cubicBezTo>
                <a:cubicBezTo>
                  <a:pt x="12450" y="6854"/>
                  <a:pt x="12580" y="7473"/>
                  <a:pt x="9050" y="7542"/>
                </a:cubicBezTo>
                <a:cubicBezTo>
                  <a:pt x="6739" y="7587"/>
                  <a:pt x="3403" y="5882"/>
                  <a:pt x="1635" y="3752"/>
                </a:cubicBezTo>
                <a:close/>
              </a:path>
            </a:pathLst>
          </a:custGeom>
          <a:solidFill>
            <a:srgbClr val="B9B9B9"/>
          </a:solidFill>
          <a:ln w="5163" cap="flat">
            <a:noFill/>
            <a:prstDash val="solid"/>
            <a:miter/>
          </a:ln>
        </p:spPr>
        <p:txBody>
          <a:bodyPr/>
          <a:lstStyle/>
          <a:p>
            <a:endParaRPr lang="es-419" noProof="0" dirty="0"/>
          </a:p>
        </p:txBody>
      </p:sp>
      <p:grpSp>
        <p:nvGrpSpPr>
          <p:cNvPr id="106" name="Gráfico 39">
            <a:extLst>
              <a:ext uri="{FF2B5EF4-FFF2-40B4-BE49-F238E27FC236}">
                <a16:creationId xmlns:a16="http://schemas.microsoft.com/office/drawing/2014/main" id="{B95B3183-6D3F-F4FB-786B-B0397E69532A}"/>
              </a:ext>
            </a:extLst>
          </p:cNvPr>
          <p:cNvGrpSpPr/>
          <p:nvPr/>
        </p:nvGrpSpPr>
        <p:grpSpPr>
          <a:xfrm>
            <a:off x="73152" y="1028824"/>
            <a:ext cx="399884" cy="461679"/>
            <a:chOff x="73152" y="1028824"/>
            <a:chExt cx="399884" cy="461679"/>
          </a:xfrm>
          <a:solidFill>
            <a:srgbClr val="B9B9B9"/>
          </a:solidFill>
        </p:grpSpPr>
        <p:sp>
          <p:nvSpPr>
            <p:cNvPr id="107" name="Forma libre: forma 106">
              <a:extLst>
                <a:ext uri="{FF2B5EF4-FFF2-40B4-BE49-F238E27FC236}">
                  <a16:creationId xmlns:a16="http://schemas.microsoft.com/office/drawing/2014/main" id="{B68A6D53-36EC-DADF-AC32-6326C795F288}"/>
                </a:ext>
              </a:extLst>
            </p:cNvPr>
            <p:cNvSpPr/>
            <p:nvPr/>
          </p:nvSpPr>
          <p:spPr>
            <a:xfrm>
              <a:off x="176169" y="1028824"/>
              <a:ext cx="296866" cy="461679"/>
            </a:xfrm>
            <a:custGeom>
              <a:avLst/>
              <a:gdLst>
                <a:gd name="csX0" fmla="*/ 234204 w 296866"/>
                <a:gd name="csY0" fmla="*/ 456793 h 461679"/>
                <a:gd name="csX1" fmla="*/ 189641 w 296866"/>
                <a:gd name="csY1" fmla="*/ 451076 h 461679"/>
                <a:gd name="csX2" fmla="*/ 192285 w 296866"/>
                <a:gd name="csY2" fmla="*/ 440463 h 461679"/>
                <a:gd name="csX3" fmla="*/ 192319 w 296866"/>
                <a:gd name="csY3" fmla="*/ 432599 h 461679"/>
                <a:gd name="csX4" fmla="*/ 190826 w 296866"/>
                <a:gd name="csY4" fmla="*/ 424368 h 461679"/>
                <a:gd name="csX5" fmla="*/ 194908 w 296866"/>
                <a:gd name="csY5" fmla="*/ 412652 h 461679"/>
                <a:gd name="csX6" fmla="*/ 188729 w 296866"/>
                <a:gd name="csY6" fmla="*/ 395950 h 461679"/>
                <a:gd name="csX7" fmla="*/ 175616 w 296866"/>
                <a:gd name="csY7" fmla="*/ 376348 h 461679"/>
                <a:gd name="csX8" fmla="*/ 165432 w 296866"/>
                <a:gd name="csY8" fmla="*/ 362612 h 461679"/>
                <a:gd name="csX9" fmla="*/ 157619 w 296866"/>
                <a:gd name="csY9" fmla="*/ 354047 h 461679"/>
                <a:gd name="csX10" fmla="*/ 123850 w 296866"/>
                <a:gd name="csY10" fmla="*/ 312204 h 461679"/>
                <a:gd name="csX11" fmla="*/ 110408 w 296866"/>
                <a:gd name="csY11" fmla="*/ 302524 h 461679"/>
                <a:gd name="csX12" fmla="*/ 90624 w 296866"/>
                <a:gd name="csY12" fmla="*/ 283830 h 461679"/>
                <a:gd name="csX13" fmla="*/ 80025 w 296866"/>
                <a:gd name="csY13" fmla="*/ 265391 h 461679"/>
                <a:gd name="csX14" fmla="*/ 76089 w 296866"/>
                <a:gd name="csY14" fmla="*/ 254455 h 461679"/>
                <a:gd name="csX15" fmla="*/ 73345 w 296866"/>
                <a:gd name="csY15" fmla="*/ 247079 h 461679"/>
                <a:gd name="csX16" fmla="*/ 72109 w 296866"/>
                <a:gd name="csY16" fmla="*/ 214519 h 461679"/>
                <a:gd name="csX17" fmla="*/ 68319 w 296866"/>
                <a:gd name="csY17" fmla="*/ 206510 h 461679"/>
                <a:gd name="csX18" fmla="*/ 67160 w 296866"/>
                <a:gd name="csY18" fmla="*/ 202519 h 461679"/>
                <a:gd name="csX19" fmla="*/ 64536 w 296866"/>
                <a:gd name="csY19" fmla="*/ 206365 h 461679"/>
                <a:gd name="csX20" fmla="*/ 61955 w 296866"/>
                <a:gd name="csY20" fmla="*/ 210237 h 461679"/>
                <a:gd name="csX21" fmla="*/ 59373 w 296866"/>
                <a:gd name="csY21" fmla="*/ 190811 h 461679"/>
                <a:gd name="csX22" fmla="*/ 48569 w 296866"/>
                <a:gd name="csY22" fmla="*/ 154736 h 461679"/>
                <a:gd name="csX23" fmla="*/ 46466 w 296866"/>
                <a:gd name="csY23" fmla="*/ 141789 h 461679"/>
                <a:gd name="csX24" fmla="*/ 38475 w 296866"/>
                <a:gd name="csY24" fmla="*/ 114684 h 461679"/>
                <a:gd name="csX25" fmla="*/ 28150 w 296866"/>
                <a:gd name="csY25" fmla="*/ 99082 h 461679"/>
                <a:gd name="csX26" fmla="*/ 25815 w 296866"/>
                <a:gd name="csY26" fmla="*/ 89273 h 461679"/>
                <a:gd name="csX27" fmla="*/ 22760 w 296866"/>
                <a:gd name="csY27" fmla="*/ 77852 h 461679"/>
                <a:gd name="csX28" fmla="*/ 21512 w 296866"/>
                <a:gd name="csY28" fmla="*/ 72990 h 461679"/>
                <a:gd name="csX29" fmla="*/ 26374 w 296866"/>
                <a:gd name="csY29" fmla="*/ 74238 h 461679"/>
                <a:gd name="csX30" fmla="*/ 33559 w 296866"/>
                <a:gd name="csY30" fmla="*/ 72129 h 461679"/>
                <a:gd name="csX31" fmla="*/ 29687 w 296866"/>
                <a:gd name="csY31" fmla="*/ 66967 h 461679"/>
                <a:gd name="csX32" fmla="*/ 25815 w 296866"/>
                <a:gd name="csY32" fmla="*/ 64277 h 461679"/>
                <a:gd name="csX33" fmla="*/ 20828 w 296866"/>
                <a:gd name="csY33" fmla="*/ 56236 h 461679"/>
                <a:gd name="csX34" fmla="*/ 14159 w 296866"/>
                <a:gd name="csY34" fmla="*/ 40210 h 461679"/>
                <a:gd name="csX35" fmla="*/ 6238 w 296866"/>
                <a:gd name="csY35" fmla="*/ 17321 h 461679"/>
                <a:gd name="csX36" fmla="*/ 0 w 296866"/>
                <a:gd name="csY36" fmla="*/ 2478 h 461679"/>
                <a:gd name="csX37" fmla="*/ 99386 w 296866"/>
                <a:gd name="csY37" fmla="*/ 3758 h 461679"/>
                <a:gd name="csX38" fmla="*/ 191027 w 296866"/>
                <a:gd name="csY38" fmla="*/ 12449 h 461679"/>
                <a:gd name="csX39" fmla="*/ 178059 w 296866"/>
                <a:gd name="csY39" fmla="*/ 27807 h 461679"/>
                <a:gd name="csX40" fmla="*/ 167369 w 296866"/>
                <a:gd name="csY40" fmla="*/ 45725 h 461679"/>
                <a:gd name="csX41" fmla="*/ 163079 w 296866"/>
                <a:gd name="csY41" fmla="*/ 80524 h 461679"/>
                <a:gd name="csX42" fmla="*/ 162631 w 296866"/>
                <a:gd name="csY42" fmla="*/ 83796 h 461679"/>
                <a:gd name="csX43" fmla="*/ 171021 w 296866"/>
                <a:gd name="csY43" fmla="*/ 93315 h 461679"/>
                <a:gd name="csX44" fmla="*/ 173406 w 296866"/>
                <a:gd name="csY44" fmla="*/ 109690 h 461679"/>
                <a:gd name="csX45" fmla="*/ 164850 w 296866"/>
                <a:gd name="csY45" fmla="*/ 145701 h 461679"/>
                <a:gd name="csX46" fmla="*/ 169084 w 296866"/>
                <a:gd name="csY46" fmla="*/ 169291 h 461679"/>
                <a:gd name="csX47" fmla="*/ 171477 w 296866"/>
                <a:gd name="csY47" fmla="*/ 213103 h 461679"/>
                <a:gd name="csX48" fmla="*/ 174210 w 296866"/>
                <a:gd name="csY48" fmla="*/ 257046 h 461679"/>
                <a:gd name="csX49" fmla="*/ 178120 w 296866"/>
                <a:gd name="csY49" fmla="*/ 261958 h 461679"/>
                <a:gd name="csX50" fmla="*/ 182243 w 296866"/>
                <a:gd name="csY50" fmla="*/ 269492 h 461679"/>
                <a:gd name="csX51" fmla="*/ 184937 w 296866"/>
                <a:gd name="csY51" fmla="*/ 277338 h 461679"/>
                <a:gd name="csX52" fmla="*/ 193415 w 296866"/>
                <a:gd name="csY52" fmla="*/ 285510 h 461679"/>
                <a:gd name="csX53" fmla="*/ 199664 w 296866"/>
                <a:gd name="csY53" fmla="*/ 290658 h 461679"/>
                <a:gd name="csX54" fmla="*/ 207927 w 296866"/>
                <a:gd name="csY54" fmla="*/ 300943 h 461679"/>
                <a:gd name="csX55" fmla="*/ 219722 w 296866"/>
                <a:gd name="csY55" fmla="*/ 315205 h 461679"/>
                <a:gd name="csX56" fmla="*/ 234342 w 296866"/>
                <a:gd name="csY56" fmla="*/ 331253 h 461679"/>
                <a:gd name="csX57" fmla="*/ 242348 w 296866"/>
                <a:gd name="csY57" fmla="*/ 342893 h 461679"/>
                <a:gd name="csX58" fmla="*/ 243886 w 296866"/>
                <a:gd name="csY58" fmla="*/ 354430 h 461679"/>
                <a:gd name="csX59" fmla="*/ 242906 w 296866"/>
                <a:gd name="csY59" fmla="*/ 363679 h 461679"/>
                <a:gd name="csX60" fmla="*/ 242638 w 296866"/>
                <a:gd name="csY60" fmla="*/ 372819 h 461679"/>
                <a:gd name="csX61" fmla="*/ 248980 w 296866"/>
                <a:gd name="csY61" fmla="*/ 375191 h 461679"/>
                <a:gd name="csX62" fmla="*/ 256854 w 296866"/>
                <a:gd name="csY62" fmla="*/ 380201 h 461679"/>
                <a:gd name="csX63" fmla="*/ 262017 w 296866"/>
                <a:gd name="csY63" fmla="*/ 385776 h 461679"/>
                <a:gd name="csX64" fmla="*/ 267554 w 296866"/>
                <a:gd name="csY64" fmla="*/ 396801 h 461679"/>
                <a:gd name="csX65" fmla="*/ 281559 w 296866"/>
                <a:gd name="csY65" fmla="*/ 416793 h 461679"/>
                <a:gd name="csX66" fmla="*/ 290755 w 296866"/>
                <a:gd name="csY66" fmla="*/ 428632 h 461679"/>
                <a:gd name="csX67" fmla="*/ 294624 w 296866"/>
                <a:gd name="csY67" fmla="*/ 440196 h 461679"/>
                <a:gd name="csX68" fmla="*/ 296867 w 296866"/>
                <a:gd name="csY68" fmla="*/ 451755 h 461679"/>
                <a:gd name="csX69" fmla="*/ 287186 w 296866"/>
                <a:gd name="csY69" fmla="*/ 461588 h 461679"/>
                <a:gd name="csX70" fmla="*/ 234204 w 296866"/>
                <a:gd name="csY70" fmla="*/ 456793 h 4616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Lst>
              <a:rect l="l" t="t" r="r" b="b"/>
              <a:pathLst>
                <a:path w="296866" h="461679">
                  <a:moveTo>
                    <a:pt x="234204" y="456793"/>
                  </a:moveTo>
                  <a:cubicBezTo>
                    <a:pt x="210389" y="454343"/>
                    <a:pt x="190335" y="451771"/>
                    <a:pt x="189641" y="451076"/>
                  </a:cubicBezTo>
                  <a:cubicBezTo>
                    <a:pt x="188946" y="450382"/>
                    <a:pt x="190136" y="445606"/>
                    <a:pt x="192285" y="440463"/>
                  </a:cubicBezTo>
                  <a:cubicBezTo>
                    <a:pt x="195748" y="432175"/>
                    <a:pt x="195752" y="431281"/>
                    <a:pt x="192319" y="432599"/>
                  </a:cubicBezTo>
                  <a:cubicBezTo>
                    <a:pt x="188021" y="434248"/>
                    <a:pt x="186953" y="428358"/>
                    <a:pt x="190826" y="424368"/>
                  </a:cubicBezTo>
                  <a:cubicBezTo>
                    <a:pt x="192136" y="423019"/>
                    <a:pt x="193972" y="417747"/>
                    <a:pt x="194908" y="412652"/>
                  </a:cubicBezTo>
                  <a:cubicBezTo>
                    <a:pt x="196394" y="404559"/>
                    <a:pt x="195613" y="402447"/>
                    <a:pt x="188729" y="395950"/>
                  </a:cubicBezTo>
                  <a:cubicBezTo>
                    <a:pt x="184395" y="391860"/>
                    <a:pt x="178494" y="383039"/>
                    <a:pt x="175616" y="376348"/>
                  </a:cubicBezTo>
                  <a:cubicBezTo>
                    <a:pt x="172738" y="369658"/>
                    <a:pt x="168155" y="363476"/>
                    <a:pt x="165432" y="362612"/>
                  </a:cubicBezTo>
                  <a:cubicBezTo>
                    <a:pt x="162709" y="361748"/>
                    <a:pt x="159193" y="357894"/>
                    <a:pt x="157619" y="354047"/>
                  </a:cubicBezTo>
                  <a:cubicBezTo>
                    <a:pt x="149821" y="334997"/>
                    <a:pt x="131426" y="312204"/>
                    <a:pt x="123850" y="312204"/>
                  </a:cubicBezTo>
                  <a:cubicBezTo>
                    <a:pt x="121509" y="312204"/>
                    <a:pt x="115460" y="307848"/>
                    <a:pt x="110408" y="302524"/>
                  </a:cubicBezTo>
                  <a:cubicBezTo>
                    <a:pt x="105356" y="297200"/>
                    <a:pt x="96453" y="288788"/>
                    <a:pt x="90624" y="283830"/>
                  </a:cubicBezTo>
                  <a:cubicBezTo>
                    <a:pt x="81794" y="276321"/>
                    <a:pt x="80025" y="273244"/>
                    <a:pt x="80025" y="265391"/>
                  </a:cubicBezTo>
                  <a:cubicBezTo>
                    <a:pt x="80025" y="259326"/>
                    <a:pt x="78622" y="255426"/>
                    <a:pt x="76089" y="254455"/>
                  </a:cubicBezTo>
                  <a:cubicBezTo>
                    <a:pt x="73596" y="253498"/>
                    <a:pt x="72591" y="250794"/>
                    <a:pt x="73345" y="247079"/>
                  </a:cubicBezTo>
                  <a:cubicBezTo>
                    <a:pt x="77548" y="226392"/>
                    <a:pt x="77309" y="220102"/>
                    <a:pt x="72109" y="214519"/>
                  </a:cubicBezTo>
                  <a:cubicBezTo>
                    <a:pt x="69219" y="211417"/>
                    <a:pt x="67513" y="207813"/>
                    <a:pt x="68319" y="206510"/>
                  </a:cubicBezTo>
                  <a:cubicBezTo>
                    <a:pt x="69124" y="205206"/>
                    <a:pt x="68603" y="203410"/>
                    <a:pt x="67160" y="202519"/>
                  </a:cubicBezTo>
                  <a:cubicBezTo>
                    <a:pt x="65698" y="201615"/>
                    <a:pt x="64536" y="203319"/>
                    <a:pt x="64536" y="206365"/>
                  </a:cubicBezTo>
                  <a:cubicBezTo>
                    <a:pt x="64536" y="209372"/>
                    <a:pt x="63375" y="211114"/>
                    <a:pt x="61955" y="210237"/>
                  </a:cubicBezTo>
                  <a:cubicBezTo>
                    <a:pt x="60535" y="209360"/>
                    <a:pt x="59373" y="200618"/>
                    <a:pt x="59373" y="190811"/>
                  </a:cubicBezTo>
                  <a:cubicBezTo>
                    <a:pt x="59373" y="173740"/>
                    <a:pt x="53682" y="154736"/>
                    <a:pt x="48569" y="154736"/>
                  </a:cubicBezTo>
                  <a:cubicBezTo>
                    <a:pt x="47413" y="154736"/>
                    <a:pt x="46466" y="148910"/>
                    <a:pt x="46466" y="141789"/>
                  </a:cubicBezTo>
                  <a:cubicBezTo>
                    <a:pt x="46466" y="132086"/>
                    <a:pt x="44464" y="125296"/>
                    <a:pt x="38475" y="114684"/>
                  </a:cubicBezTo>
                  <a:cubicBezTo>
                    <a:pt x="34080" y="106897"/>
                    <a:pt x="29434" y="99876"/>
                    <a:pt x="28150" y="99082"/>
                  </a:cubicBezTo>
                  <a:cubicBezTo>
                    <a:pt x="26865" y="98289"/>
                    <a:pt x="25815" y="93874"/>
                    <a:pt x="25815" y="89273"/>
                  </a:cubicBezTo>
                  <a:cubicBezTo>
                    <a:pt x="25815" y="84671"/>
                    <a:pt x="24440" y="79532"/>
                    <a:pt x="22760" y="77852"/>
                  </a:cubicBezTo>
                  <a:cubicBezTo>
                    <a:pt x="21080" y="76172"/>
                    <a:pt x="20518" y="73984"/>
                    <a:pt x="21512" y="72990"/>
                  </a:cubicBezTo>
                  <a:cubicBezTo>
                    <a:pt x="22506" y="71996"/>
                    <a:pt x="24694" y="72558"/>
                    <a:pt x="26374" y="74238"/>
                  </a:cubicBezTo>
                  <a:cubicBezTo>
                    <a:pt x="30884" y="78748"/>
                    <a:pt x="33559" y="77963"/>
                    <a:pt x="33559" y="72129"/>
                  </a:cubicBezTo>
                  <a:cubicBezTo>
                    <a:pt x="33559" y="69261"/>
                    <a:pt x="31838" y="66967"/>
                    <a:pt x="29687" y="66967"/>
                  </a:cubicBezTo>
                  <a:cubicBezTo>
                    <a:pt x="27557" y="66967"/>
                    <a:pt x="25815" y="65756"/>
                    <a:pt x="25815" y="64277"/>
                  </a:cubicBezTo>
                  <a:cubicBezTo>
                    <a:pt x="25815" y="62798"/>
                    <a:pt x="23571" y="59179"/>
                    <a:pt x="20828" y="56236"/>
                  </a:cubicBezTo>
                  <a:cubicBezTo>
                    <a:pt x="18086" y="53292"/>
                    <a:pt x="15085" y="46080"/>
                    <a:pt x="14159" y="40210"/>
                  </a:cubicBezTo>
                  <a:cubicBezTo>
                    <a:pt x="13233" y="34339"/>
                    <a:pt x="9669" y="24039"/>
                    <a:pt x="6238" y="17321"/>
                  </a:cubicBezTo>
                  <a:cubicBezTo>
                    <a:pt x="2807" y="10603"/>
                    <a:pt x="0" y="3924"/>
                    <a:pt x="0" y="2478"/>
                  </a:cubicBezTo>
                  <a:cubicBezTo>
                    <a:pt x="0" y="-1152"/>
                    <a:pt x="23478" y="-850"/>
                    <a:pt x="99386" y="3758"/>
                  </a:cubicBezTo>
                  <a:cubicBezTo>
                    <a:pt x="175010" y="8348"/>
                    <a:pt x="191027" y="9867"/>
                    <a:pt x="191027" y="12449"/>
                  </a:cubicBezTo>
                  <a:cubicBezTo>
                    <a:pt x="191027" y="13496"/>
                    <a:pt x="185192" y="20407"/>
                    <a:pt x="178059" y="27807"/>
                  </a:cubicBezTo>
                  <a:cubicBezTo>
                    <a:pt x="167978" y="38266"/>
                    <a:pt x="165598" y="42256"/>
                    <a:pt x="167369" y="45725"/>
                  </a:cubicBezTo>
                  <a:cubicBezTo>
                    <a:pt x="174634" y="59948"/>
                    <a:pt x="171699" y="83751"/>
                    <a:pt x="163079" y="80524"/>
                  </a:cubicBezTo>
                  <a:cubicBezTo>
                    <a:pt x="159180" y="79065"/>
                    <a:pt x="159137" y="79384"/>
                    <a:pt x="162631" y="83796"/>
                  </a:cubicBezTo>
                  <a:cubicBezTo>
                    <a:pt x="164761" y="86485"/>
                    <a:pt x="168536" y="90769"/>
                    <a:pt x="171021" y="93315"/>
                  </a:cubicBezTo>
                  <a:cubicBezTo>
                    <a:pt x="175834" y="98246"/>
                    <a:pt x="176913" y="105657"/>
                    <a:pt x="173406" y="109690"/>
                  </a:cubicBezTo>
                  <a:cubicBezTo>
                    <a:pt x="169336" y="114370"/>
                    <a:pt x="164942" y="132862"/>
                    <a:pt x="164850" y="145701"/>
                  </a:cubicBezTo>
                  <a:cubicBezTo>
                    <a:pt x="164711" y="165107"/>
                    <a:pt x="165194" y="167798"/>
                    <a:pt x="169084" y="169291"/>
                  </a:cubicBezTo>
                  <a:cubicBezTo>
                    <a:pt x="171992" y="170406"/>
                    <a:pt x="172437" y="178546"/>
                    <a:pt x="171477" y="213103"/>
                  </a:cubicBezTo>
                  <a:cubicBezTo>
                    <a:pt x="170471" y="249367"/>
                    <a:pt x="170869" y="255764"/>
                    <a:pt x="174210" y="257046"/>
                  </a:cubicBezTo>
                  <a:cubicBezTo>
                    <a:pt x="176360" y="257871"/>
                    <a:pt x="178120" y="260081"/>
                    <a:pt x="178120" y="261958"/>
                  </a:cubicBezTo>
                  <a:cubicBezTo>
                    <a:pt x="178120" y="263834"/>
                    <a:pt x="179975" y="267225"/>
                    <a:pt x="182243" y="269492"/>
                  </a:cubicBezTo>
                  <a:cubicBezTo>
                    <a:pt x="184511" y="271760"/>
                    <a:pt x="185723" y="275291"/>
                    <a:pt x="184937" y="277338"/>
                  </a:cubicBezTo>
                  <a:cubicBezTo>
                    <a:pt x="183466" y="281172"/>
                    <a:pt x="186953" y="284533"/>
                    <a:pt x="193415" y="285510"/>
                  </a:cubicBezTo>
                  <a:cubicBezTo>
                    <a:pt x="195439" y="285815"/>
                    <a:pt x="198251" y="288132"/>
                    <a:pt x="199664" y="290658"/>
                  </a:cubicBezTo>
                  <a:cubicBezTo>
                    <a:pt x="201078" y="293183"/>
                    <a:pt x="204796" y="297811"/>
                    <a:pt x="207927" y="300943"/>
                  </a:cubicBezTo>
                  <a:cubicBezTo>
                    <a:pt x="211058" y="304074"/>
                    <a:pt x="216366" y="310492"/>
                    <a:pt x="219722" y="315205"/>
                  </a:cubicBezTo>
                  <a:cubicBezTo>
                    <a:pt x="223078" y="319918"/>
                    <a:pt x="229657" y="327140"/>
                    <a:pt x="234342" y="331253"/>
                  </a:cubicBezTo>
                  <a:cubicBezTo>
                    <a:pt x="239027" y="335367"/>
                    <a:pt x="242630" y="340605"/>
                    <a:pt x="242348" y="342893"/>
                  </a:cubicBezTo>
                  <a:cubicBezTo>
                    <a:pt x="242066" y="345182"/>
                    <a:pt x="242758" y="350373"/>
                    <a:pt x="243886" y="354430"/>
                  </a:cubicBezTo>
                  <a:cubicBezTo>
                    <a:pt x="245242" y="359308"/>
                    <a:pt x="244910" y="362440"/>
                    <a:pt x="242906" y="363679"/>
                  </a:cubicBezTo>
                  <a:cubicBezTo>
                    <a:pt x="240669" y="365062"/>
                    <a:pt x="240599" y="367456"/>
                    <a:pt x="242638" y="372819"/>
                  </a:cubicBezTo>
                  <a:cubicBezTo>
                    <a:pt x="245274" y="379752"/>
                    <a:pt x="245565" y="379861"/>
                    <a:pt x="248980" y="375191"/>
                  </a:cubicBezTo>
                  <a:cubicBezTo>
                    <a:pt x="253071" y="369596"/>
                    <a:pt x="256854" y="372003"/>
                    <a:pt x="256854" y="380201"/>
                  </a:cubicBezTo>
                  <a:cubicBezTo>
                    <a:pt x="256854" y="384054"/>
                    <a:pt x="258448" y="385776"/>
                    <a:pt x="262017" y="385776"/>
                  </a:cubicBezTo>
                  <a:cubicBezTo>
                    <a:pt x="266316" y="385777"/>
                    <a:pt x="267243" y="387623"/>
                    <a:pt x="267554" y="396801"/>
                  </a:cubicBezTo>
                  <a:cubicBezTo>
                    <a:pt x="267995" y="409833"/>
                    <a:pt x="271290" y="414537"/>
                    <a:pt x="281559" y="416793"/>
                  </a:cubicBezTo>
                  <a:cubicBezTo>
                    <a:pt x="287964" y="418199"/>
                    <a:pt x="289378" y="420020"/>
                    <a:pt x="290755" y="428632"/>
                  </a:cubicBezTo>
                  <a:cubicBezTo>
                    <a:pt x="291650" y="434230"/>
                    <a:pt x="293391" y="439433"/>
                    <a:pt x="294624" y="440196"/>
                  </a:cubicBezTo>
                  <a:cubicBezTo>
                    <a:pt x="295858" y="440958"/>
                    <a:pt x="296867" y="446160"/>
                    <a:pt x="296867" y="451755"/>
                  </a:cubicBezTo>
                  <a:cubicBezTo>
                    <a:pt x="296867" y="461851"/>
                    <a:pt x="296793" y="461926"/>
                    <a:pt x="287186" y="461588"/>
                  </a:cubicBezTo>
                  <a:cubicBezTo>
                    <a:pt x="281862" y="461400"/>
                    <a:pt x="258020" y="459243"/>
                    <a:pt x="234204" y="456793"/>
                  </a:cubicBezTo>
                  <a:close/>
                </a:path>
              </a:pathLst>
            </a:custGeom>
            <a:solidFill>
              <a:srgbClr val="B9B9B9"/>
            </a:solidFill>
            <a:ln w="5163" cap="flat">
              <a:noFill/>
              <a:prstDash val="solid"/>
              <a:miter/>
            </a:ln>
          </p:spPr>
          <p:txBody>
            <a:bodyPr/>
            <a:lstStyle/>
            <a:p>
              <a:endParaRPr lang="es-419" noProof="0" dirty="0"/>
            </a:p>
          </p:txBody>
        </p:sp>
        <p:sp>
          <p:nvSpPr>
            <p:cNvPr id="108" name="Forma libre: forma 107">
              <a:extLst>
                <a:ext uri="{FF2B5EF4-FFF2-40B4-BE49-F238E27FC236}">
                  <a16:creationId xmlns:a16="http://schemas.microsoft.com/office/drawing/2014/main" id="{EAD23C16-B581-DE27-7D41-6E27B63B5C2A}"/>
                </a:ext>
              </a:extLst>
            </p:cNvPr>
            <p:cNvSpPr/>
            <p:nvPr/>
          </p:nvSpPr>
          <p:spPr>
            <a:xfrm>
              <a:off x="259777" y="1434618"/>
              <a:ext cx="20905" cy="34765"/>
            </a:xfrm>
            <a:custGeom>
              <a:avLst/>
              <a:gdLst>
                <a:gd name="csX0" fmla="*/ 7343 w 20905"/>
                <a:gd name="csY0" fmla="*/ 31742 h 34765"/>
                <a:gd name="csX1" fmla="*/ 5095 w 20905"/>
                <a:gd name="csY1" fmla="*/ 22712 h 34765"/>
                <a:gd name="csX2" fmla="*/ 11946 w 20905"/>
                <a:gd name="csY2" fmla="*/ 12959 h 34765"/>
                <a:gd name="csX3" fmla="*/ 17992 w 20905"/>
                <a:gd name="csY3" fmla="*/ 1997 h 34765"/>
                <a:gd name="csX4" fmla="*/ 19063 w 20905"/>
                <a:gd name="csY4" fmla="*/ 27093 h 34765"/>
                <a:gd name="csX5" fmla="*/ 7343 w 20905"/>
                <a:gd name="csY5" fmla="*/ 31742 h 34765"/>
              </a:gdLst>
              <a:ahLst/>
              <a:cxnLst>
                <a:cxn ang="0">
                  <a:pos x="csX0" y="csY0"/>
                </a:cxn>
                <a:cxn ang="0">
                  <a:pos x="csX1" y="csY1"/>
                </a:cxn>
                <a:cxn ang="0">
                  <a:pos x="csX2" y="csY2"/>
                </a:cxn>
                <a:cxn ang="0">
                  <a:pos x="csX3" y="csY3"/>
                </a:cxn>
                <a:cxn ang="0">
                  <a:pos x="csX4" y="csY4"/>
                </a:cxn>
                <a:cxn ang="0">
                  <a:pos x="csX5" y="csY5"/>
                </a:cxn>
              </a:cxnLst>
              <a:rect l="l" t="t" r="r" b="b"/>
              <a:pathLst>
                <a:path w="20905" h="34765">
                  <a:moveTo>
                    <a:pt x="7343" y="31742"/>
                  </a:moveTo>
                  <a:cubicBezTo>
                    <a:pt x="-1878" y="26647"/>
                    <a:pt x="-2170" y="25474"/>
                    <a:pt x="5095" y="22712"/>
                  </a:cubicBezTo>
                  <a:cubicBezTo>
                    <a:pt x="10179" y="20779"/>
                    <a:pt x="11916" y="18306"/>
                    <a:pt x="11946" y="12959"/>
                  </a:cubicBezTo>
                  <a:cubicBezTo>
                    <a:pt x="11996" y="3833"/>
                    <a:pt x="16177" y="-3749"/>
                    <a:pt x="17992" y="1997"/>
                  </a:cubicBezTo>
                  <a:cubicBezTo>
                    <a:pt x="21527" y="13191"/>
                    <a:pt x="21797" y="19522"/>
                    <a:pt x="19063" y="27093"/>
                  </a:cubicBezTo>
                  <a:cubicBezTo>
                    <a:pt x="15722" y="36343"/>
                    <a:pt x="15691" y="36355"/>
                    <a:pt x="7343" y="31742"/>
                  </a:cubicBezTo>
                  <a:close/>
                </a:path>
              </a:pathLst>
            </a:custGeom>
            <a:solidFill>
              <a:srgbClr val="B9B9B9"/>
            </a:solidFill>
            <a:ln w="5163" cap="flat">
              <a:noFill/>
              <a:prstDash val="solid"/>
              <a:miter/>
            </a:ln>
          </p:spPr>
          <p:txBody>
            <a:bodyPr/>
            <a:lstStyle/>
            <a:p>
              <a:endParaRPr lang="es-419" noProof="0" dirty="0"/>
            </a:p>
          </p:txBody>
        </p:sp>
        <p:sp>
          <p:nvSpPr>
            <p:cNvPr id="109" name="Forma libre: forma 108">
              <a:extLst>
                <a:ext uri="{FF2B5EF4-FFF2-40B4-BE49-F238E27FC236}">
                  <a16:creationId xmlns:a16="http://schemas.microsoft.com/office/drawing/2014/main" id="{3E346950-905B-3A37-4FAB-528A59FA109A}"/>
                </a:ext>
              </a:extLst>
            </p:cNvPr>
            <p:cNvSpPr/>
            <p:nvPr/>
          </p:nvSpPr>
          <p:spPr>
            <a:xfrm>
              <a:off x="73152" y="1375664"/>
              <a:ext cx="14357" cy="42577"/>
            </a:xfrm>
            <a:custGeom>
              <a:avLst/>
              <a:gdLst>
                <a:gd name="csX0" fmla="*/ 7495 w 14357"/>
                <a:gd name="csY0" fmla="*/ 37645 h 42577"/>
                <a:gd name="csX1" fmla="*/ 3632 w 14357"/>
                <a:gd name="csY1" fmla="*/ 24738 h 42577"/>
                <a:gd name="csX2" fmla="*/ 3632 w 14357"/>
                <a:gd name="csY2" fmla="*/ 1505 h 42577"/>
                <a:gd name="csX3" fmla="*/ 7504 w 14357"/>
                <a:gd name="csY3" fmla="*/ 6137 h 42577"/>
                <a:gd name="csX4" fmla="*/ 10146 w 14357"/>
                <a:gd name="csY4" fmla="*/ 14863 h 42577"/>
                <a:gd name="csX5" fmla="*/ 11643 w 14357"/>
                <a:gd name="csY5" fmla="*/ 38936 h 42577"/>
                <a:gd name="csX6" fmla="*/ 7495 w 14357"/>
                <a:gd name="csY6" fmla="*/ 37645 h 42577"/>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4357" h="42577">
                  <a:moveTo>
                    <a:pt x="7495" y="37645"/>
                  </a:moveTo>
                  <a:cubicBezTo>
                    <a:pt x="7399" y="34096"/>
                    <a:pt x="5661" y="28288"/>
                    <a:pt x="3632" y="24738"/>
                  </a:cubicBezTo>
                  <a:cubicBezTo>
                    <a:pt x="-1211" y="16267"/>
                    <a:pt x="-1211" y="5524"/>
                    <a:pt x="3632" y="1505"/>
                  </a:cubicBezTo>
                  <a:cubicBezTo>
                    <a:pt x="6929" y="-1232"/>
                    <a:pt x="7504" y="-544"/>
                    <a:pt x="7504" y="6137"/>
                  </a:cubicBezTo>
                  <a:cubicBezTo>
                    <a:pt x="7504" y="10452"/>
                    <a:pt x="8693" y="14378"/>
                    <a:pt x="10146" y="14863"/>
                  </a:cubicBezTo>
                  <a:cubicBezTo>
                    <a:pt x="14898" y="16447"/>
                    <a:pt x="15948" y="33343"/>
                    <a:pt x="11643" y="38936"/>
                  </a:cubicBezTo>
                  <a:cubicBezTo>
                    <a:pt x="7745" y="44000"/>
                    <a:pt x="7665" y="43975"/>
                    <a:pt x="7495" y="37645"/>
                  </a:cubicBezTo>
                  <a:close/>
                </a:path>
              </a:pathLst>
            </a:custGeom>
            <a:solidFill>
              <a:srgbClr val="B9B9B9"/>
            </a:solidFill>
            <a:ln w="5163" cap="flat">
              <a:noFill/>
              <a:prstDash val="solid"/>
              <a:miter/>
            </a:ln>
          </p:spPr>
          <p:txBody>
            <a:bodyPr/>
            <a:lstStyle/>
            <a:p>
              <a:endParaRPr lang="es-419" noProof="0" dirty="0"/>
            </a:p>
          </p:txBody>
        </p:sp>
        <p:sp>
          <p:nvSpPr>
            <p:cNvPr id="110" name="Forma libre: forma 109">
              <a:extLst>
                <a:ext uri="{FF2B5EF4-FFF2-40B4-BE49-F238E27FC236}">
                  <a16:creationId xmlns:a16="http://schemas.microsoft.com/office/drawing/2014/main" id="{8036BB76-2B09-210B-B4BF-1AF3F6FA14BC}"/>
                </a:ext>
              </a:extLst>
            </p:cNvPr>
            <p:cNvSpPr/>
            <p:nvPr/>
          </p:nvSpPr>
          <p:spPr>
            <a:xfrm>
              <a:off x="420547" y="1341567"/>
              <a:ext cx="36589" cy="57857"/>
            </a:xfrm>
            <a:custGeom>
              <a:avLst/>
              <a:gdLst>
                <a:gd name="csX0" fmla="*/ 24033 w 36589"/>
                <a:gd name="csY0" fmla="*/ 48231 h 57857"/>
                <a:gd name="csX1" fmla="*/ 8875 w 36589"/>
                <a:gd name="csY1" fmla="*/ 31730 h 57857"/>
                <a:gd name="csX2" fmla="*/ 2815 w 36589"/>
                <a:gd name="csY2" fmla="*/ 140 h 57857"/>
                <a:gd name="csX3" fmla="*/ 18571 w 36589"/>
                <a:gd name="csY3" fmla="*/ 17532 h 57857"/>
                <a:gd name="csX4" fmla="*/ 26156 w 36589"/>
                <a:gd name="csY4" fmla="*/ 27858 h 57857"/>
                <a:gd name="csX5" fmla="*/ 32361 w 36589"/>
                <a:gd name="csY5" fmla="*/ 36599 h 57857"/>
                <a:gd name="csX6" fmla="*/ 34380 w 36589"/>
                <a:gd name="csY6" fmla="*/ 51018 h 57857"/>
                <a:gd name="csX7" fmla="*/ 24033 w 36589"/>
                <a:gd name="csY7" fmla="*/ 48231 h 578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6589" h="57857">
                  <a:moveTo>
                    <a:pt x="24033" y="48231"/>
                  </a:moveTo>
                  <a:cubicBezTo>
                    <a:pt x="18251" y="41995"/>
                    <a:pt x="11430" y="34569"/>
                    <a:pt x="8875" y="31730"/>
                  </a:cubicBezTo>
                  <a:cubicBezTo>
                    <a:pt x="870" y="22831"/>
                    <a:pt x="-3051" y="2391"/>
                    <a:pt x="2815" y="140"/>
                  </a:cubicBezTo>
                  <a:cubicBezTo>
                    <a:pt x="7073" y="-1494"/>
                    <a:pt x="18931" y="11596"/>
                    <a:pt x="18571" y="17532"/>
                  </a:cubicBezTo>
                  <a:cubicBezTo>
                    <a:pt x="18043" y="26212"/>
                    <a:pt x="19252" y="27858"/>
                    <a:pt x="26156" y="27858"/>
                  </a:cubicBezTo>
                  <a:cubicBezTo>
                    <a:pt x="32848" y="27858"/>
                    <a:pt x="33306" y="28504"/>
                    <a:pt x="32361" y="36599"/>
                  </a:cubicBezTo>
                  <a:cubicBezTo>
                    <a:pt x="31800" y="41406"/>
                    <a:pt x="32708" y="47895"/>
                    <a:pt x="34380" y="51018"/>
                  </a:cubicBezTo>
                  <a:cubicBezTo>
                    <a:pt x="39819" y="61181"/>
                    <a:pt x="34782" y="59825"/>
                    <a:pt x="24033" y="48231"/>
                  </a:cubicBezTo>
                  <a:close/>
                </a:path>
              </a:pathLst>
            </a:custGeom>
            <a:solidFill>
              <a:srgbClr val="B9B9B9"/>
            </a:solidFill>
            <a:ln w="5163" cap="flat">
              <a:noFill/>
              <a:prstDash val="solid"/>
              <a:miter/>
            </a:ln>
          </p:spPr>
          <p:txBody>
            <a:bodyPr/>
            <a:lstStyle/>
            <a:p>
              <a:endParaRPr lang="es-419" noProof="0" dirty="0"/>
            </a:p>
          </p:txBody>
        </p:sp>
      </p:grpSp>
      <p:grpSp>
        <p:nvGrpSpPr>
          <p:cNvPr id="111" name="Gráfico 39">
            <a:extLst>
              <a:ext uri="{FF2B5EF4-FFF2-40B4-BE49-F238E27FC236}">
                <a16:creationId xmlns:a16="http://schemas.microsoft.com/office/drawing/2014/main" id="{E7BEFAF7-6C67-37CE-D27D-344389389B7F}"/>
              </a:ext>
            </a:extLst>
          </p:cNvPr>
          <p:cNvGrpSpPr/>
          <p:nvPr/>
        </p:nvGrpSpPr>
        <p:grpSpPr>
          <a:xfrm>
            <a:off x="347681" y="1057339"/>
            <a:ext cx="481325" cy="621418"/>
            <a:chOff x="347681" y="1057339"/>
            <a:chExt cx="481325" cy="621418"/>
          </a:xfrm>
          <a:solidFill>
            <a:srgbClr val="B9B9B9"/>
          </a:solidFill>
        </p:grpSpPr>
        <p:grpSp>
          <p:nvGrpSpPr>
            <p:cNvPr id="112" name="Gráfico 39">
              <a:extLst>
                <a:ext uri="{FF2B5EF4-FFF2-40B4-BE49-F238E27FC236}">
                  <a16:creationId xmlns:a16="http://schemas.microsoft.com/office/drawing/2014/main" id="{9DC79572-AB8C-9AB0-9753-7CA616D5F0FD}"/>
                </a:ext>
              </a:extLst>
            </p:cNvPr>
            <p:cNvGrpSpPr/>
            <p:nvPr/>
          </p:nvGrpSpPr>
          <p:grpSpPr>
            <a:xfrm>
              <a:off x="492211" y="1384222"/>
              <a:ext cx="33498" cy="51895"/>
              <a:chOff x="492211" y="1384222"/>
              <a:chExt cx="33498" cy="51895"/>
            </a:xfrm>
            <a:solidFill>
              <a:srgbClr val="B9B9B9"/>
            </a:solidFill>
          </p:grpSpPr>
          <p:sp>
            <p:nvSpPr>
              <p:cNvPr id="113" name="Forma libre: forma 112">
                <a:extLst>
                  <a:ext uri="{FF2B5EF4-FFF2-40B4-BE49-F238E27FC236}">
                    <a16:creationId xmlns:a16="http://schemas.microsoft.com/office/drawing/2014/main" id="{5C51B410-93A0-C011-278B-3D1BB04E6EED}"/>
                  </a:ext>
                </a:extLst>
              </p:cNvPr>
              <p:cNvSpPr/>
              <p:nvPr/>
            </p:nvSpPr>
            <p:spPr>
              <a:xfrm>
                <a:off x="492211" y="1428798"/>
                <a:ext cx="6246" cy="7319"/>
              </a:xfrm>
              <a:custGeom>
                <a:avLst/>
                <a:gdLst>
                  <a:gd name="csX0" fmla="*/ 460 w 6246"/>
                  <a:gd name="csY0" fmla="*/ 4088 h 7319"/>
                  <a:gd name="csX1" fmla="*/ 4549 w 6246"/>
                  <a:gd name="csY1" fmla="*/ 0 h 7319"/>
                  <a:gd name="csX2" fmla="*/ 1959 w 6246"/>
                  <a:gd name="csY2" fmla="*/ 7153 h 7319"/>
                  <a:gd name="csX3" fmla="*/ 460 w 6246"/>
                  <a:gd name="csY3" fmla="*/ 4088 h 7319"/>
                </a:gdLst>
                <a:ahLst/>
                <a:cxnLst>
                  <a:cxn ang="0">
                    <a:pos x="csX0" y="csY0"/>
                  </a:cxn>
                  <a:cxn ang="0">
                    <a:pos x="csX1" y="csY1"/>
                  </a:cxn>
                  <a:cxn ang="0">
                    <a:pos x="csX2" y="csY2"/>
                  </a:cxn>
                  <a:cxn ang="0">
                    <a:pos x="csX3" y="csY3"/>
                  </a:cxn>
                </a:cxnLst>
                <a:rect l="l" t="t" r="r" b="b"/>
                <a:pathLst>
                  <a:path w="6246" h="7319">
                    <a:moveTo>
                      <a:pt x="460" y="4088"/>
                    </a:moveTo>
                    <a:cubicBezTo>
                      <a:pt x="1323" y="1840"/>
                      <a:pt x="3163" y="0"/>
                      <a:pt x="4549" y="0"/>
                    </a:cubicBezTo>
                    <a:cubicBezTo>
                      <a:pt x="7942" y="0"/>
                      <a:pt x="5818" y="5867"/>
                      <a:pt x="1959" y="7153"/>
                    </a:cubicBezTo>
                    <a:cubicBezTo>
                      <a:pt x="72" y="7782"/>
                      <a:pt x="-505" y="6602"/>
                      <a:pt x="460" y="4088"/>
                    </a:cubicBezTo>
                    <a:close/>
                  </a:path>
                </a:pathLst>
              </a:custGeom>
              <a:solidFill>
                <a:srgbClr val="B9B9B9"/>
              </a:solidFill>
              <a:ln w="5163" cap="flat">
                <a:noFill/>
                <a:prstDash val="solid"/>
                <a:miter/>
              </a:ln>
            </p:spPr>
            <p:txBody>
              <a:bodyPr/>
              <a:lstStyle/>
              <a:p>
                <a:endParaRPr lang="es-419" noProof="0" dirty="0"/>
              </a:p>
            </p:txBody>
          </p:sp>
          <p:sp>
            <p:nvSpPr>
              <p:cNvPr id="114" name="Forma libre: forma 113">
                <a:extLst>
                  <a:ext uri="{FF2B5EF4-FFF2-40B4-BE49-F238E27FC236}">
                    <a16:creationId xmlns:a16="http://schemas.microsoft.com/office/drawing/2014/main" id="{C9161A09-0B2B-CF84-7FF1-BB9AE26DBDF9}"/>
                  </a:ext>
                </a:extLst>
              </p:cNvPr>
              <p:cNvSpPr/>
              <p:nvPr/>
            </p:nvSpPr>
            <p:spPr>
              <a:xfrm>
                <a:off x="495379" y="1384222"/>
                <a:ext cx="30331" cy="44105"/>
              </a:xfrm>
              <a:custGeom>
                <a:avLst/>
                <a:gdLst>
                  <a:gd name="csX0" fmla="*/ 10578 w 30331"/>
                  <a:gd name="csY0" fmla="*/ 40845 h 44105"/>
                  <a:gd name="csX1" fmla="*/ 3426 w 30331"/>
                  <a:gd name="csY1" fmla="*/ 27268 h 44105"/>
                  <a:gd name="csX2" fmla="*/ 8634 w 30331"/>
                  <a:gd name="csY2" fmla="*/ 13316 h 44105"/>
                  <a:gd name="csX3" fmla="*/ 25629 w 30331"/>
                  <a:gd name="csY3" fmla="*/ 1695 h 44105"/>
                  <a:gd name="csX4" fmla="*/ 27283 w 30331"/>
                  <a:gd name="csY4" fmla="*/ 34769 h 44105"/>
                  <a:gd name="csX5" fmla="*/ 10578 w 30331"/>
                  <a:gd name="csY5" fmla="*/ 40845 h 44105"/>
                </a:gdLst>
                <a:ahLst/>
                <a:cxnLst>
                  <a:cxn ang="0">
                    <a:pos x="csX0" y="csY0"/>
                  </a:cxn>
                  <a:cxn ang="0">
                    <a:pos x="csX1" y="csY1"/>
                  </a:cxn>
                  <a:cxn ang="0">
                    <a:pos x="csX2" y="csY2"/>
                  </a:cxn>
                  <a:cxn ang="0">
                    <a:pos x="csX3" y="csY3"/>
                  </a:cxn>
                  <a:cxn ang="0">
                    <a:pos x="csX4" y="csY4"/>
                  </a:cxn>
                  <a:cxn ang="0">
                    <a:pos x="csX5" y="csY5"/>
                  </a:cxn>
                </a:cxnLst>
                <a:rect l="l" t="t" r="r" b="b"/>
                <a:pathLst>
                  <a:path w="30331" h="44105">
                    <a:moveTo>
                      <a:pt x="10578" y="40845"/>
                    </a:moveTo>
                    <a:cubicBezTo>
                      <a:pt x="-1917" y="34327"/>
                      <a:pt x="-2001" y="34167"/>
                      <a:pt x="3426" y="27268"/>
                    </a:cubicBezTo>
                    <a:cubicBezTo>
                      <a:pt x="6291" y="23626"/>
                      <a:pt x="8634" y="17348"/>
                      <a:pt x="8634" y="13316"/>
                    </a:cubicBezTo>
                    <a:cubicBezTo>
                      <a:pt x="8634" y="4586"/>
                      <a:pt x="20679" y="-3650"/>
                      <a:pt x="25629" y="1695"/>
                    </a:cubicBezTo>
                    <a:cubicBezTo>
                      <a:pt x="31123" y="7627"/>
                      <a:pt x="31970" y="24580"/>
                      <a:pt x="27283" y="34769"/>
                    </a:cubicBezTo>
                    <a:cubicBezTo>
                      <a:pt x="22315" y="45567"/>
                      <a:pt x="20734" y="46142"/>
                      <a:pt x="10578" y="40845"/>
                    </a:cubicBezTo>
                    <a:close/>
                  </a:path>
                </a:pathLst>
              </a:custGeom>
              <a:solidFill>
                <a:srgbClr val="B9B9B9"/>
              </a:solidFill>
              <a:ln w="5163" cap="flat">
                <a:noFill/>
                <a:prstDash val="solid"/>
                <a:miter/>
              </a:ln>
            </p:spPr>
            <p:txBody>
              <a:bodyPr/>
              <a:lstStyle/>
              <a:p>
                <a:endParaRPr lang="es-419" noProof="0" dirty="0"/>
              </a:p>
            </p:txBody>
          </p:sp>
        </p:grpSp>
        <p:grpSp>
          <p:nvGrpSpPr>
            <p:cNvPr id="115" name="Gráfico 39">
              <a:extLst>
                <a:ext uri="{FF2B5EF4-FFF2-40B4-BE49-F238E27FC236}">
                  <a16:creationId xmlns:a16="http://schemas.microsoft.com/office/drawing/2014/main" id="{CDAA88D5-3F96-9178-9A18-9FE2B739034D}"/>
                </a:ext>
              </a:extLst>
            </p:cNvPr>
            <p:cNvGrpSpPr/>
            <p:nvPr/>
          </p:nvGrpSpPr>
          <p:grpSpPr>
            <a:xfrm>
              <a:off x="347681" y="1057339"/>
              <a:ext cx="481325" cy="621418"/>
              <a:chOff x="347681" y="1057339"/>
              <a:chExt cx="481325" cy="621418"/>
            </a:xfrm>
            <a:solidFill>
              <a:srgbClr val="B9B9B9"/>
            </a:solidFill>
          </p:grpSpPr>
          <p:sp>
            <p:nvSpPr>
              <p:cNvPr id="116" name="Forma libre: forma 115">
                <a:extLst>
                  <a:ext uri="{FF2B5EF4-FFF2-40B4-BE49-F238E27FC236}">
                    <a16:creationId xmlns:a16="http://schemas.microsoft.com/office/drawing/2014/main" id="{EE9A07A9-2851-E6D3-3913-647EB9832995}"/>
                  </a:ext>
                </a:extLst>
              </p:cNvPr>
              <p:cNvSpPr/>
              <p:nvPr/>
            </p:nvSpPr>
            <p:spPr>
              <a:xfrm>
                <a:off x="347681" y="1057339"/>
                <a:ext cx="481325" cy="621418"/>
              </a:xfrm>
              <a:custGeom>
                <a:avLst/>
                <a:gdLst>
                  <a:gd name="csX0" fmla="*/ 392709 w 481325"/>
                  <a:gd name="csY0" fmla="*/ 609477 h 621418"/>
                  <a:gd name="csX1" fmla="*/ 388957 w 481325"/>
                  <a:gd name="csY1" fmla="*/ 594848 h 621418"/>
                  <a:gd name="csX2" fmla="*/ 382520 w 481325"/>
                  <a:gd name="csY2" fmla="*/ 582680 h 621418"/>
                  <a:gd name="csX3" fmla="*/ 381003 w 481325"/>
                  <a:gd name="csY3" fmla="*/ 575394 h 621418"/>
                  <a:gd name="csX4" fmla="*/ 376772 w 481325"/>
                  <a:gd name="csY4" fmla="*/ 573517 h 621418"/>
                  <a:gd name="csX5" fmla="*/ 372471 w 481325"/>
                  <a:gd name="csY5" fmla="*/ 575078 h 621418"/>
                  <a:gd name="csX6" fmla="*/ 371638 w 481325"/>
                  <a:gd name="csY6" fmla="*/ 577600 h 621418"/>
                  <a:gd name="csX7" fmla="*/ 373727 w 481325"/>
                  <a:gd name="csY7" fmla="*/ 583138 h 621418"/>
                  <a:gd name="csX8" fmla="*/ 369193 w 481325"/>
                  <a:gd name="csY8" fmla="*/ 580381 h 621418"/>
                  <a:gd name="csX9" fmla="*/ 364289 w 481325"/>
                  <a:gd name="csY9" fmla="*/ 578851 h 621418"/>
                  <a:gd name="csX10" fmla="*/ 358202 w 481325"/>
                  <a:gd name="csY10" fmla="*/ 578294 h 621418"/>
                  <a:gd name="csX11" fmla="*/ 344811 w 481325"/>
                  <a:gd name="csY11" fmla="*/ 546998 h 621418"/>
                  <a:gd name="csX12" fmla="*/ 347360 w 481325"/>
                  <a:gd name="csY12" fmla="*/ 544424 h 621418"/>
                  <a:gd name="csX13" fmla="*/ 329284 w 481325"/>
                  <a:gd name="csY13" fmla="*/ 536840 h 621418"/>
                  <a:gd name="csX14" fmla="*/ 312504 w 481325"/>
                  <a:gd name="csY14" fmla="*/ 531378 h 621418"/>
                  <a:gd name="csX15" fmla="*/ 299274 w 481325"/>
                  <a:gd name="csY15" fmla="*/ 523870 h 621418"/>
                  <a:gd name="csX16" fmla="*/ 298267 w 481325"/>
                  <a:gd name="csY16" fmla="*/ 519838 h 621418"/>
                  <a:gd name="csX17" fmla="*/ 294146 w 481325"/>
                  <a:gd name="csY17" fmla="*/ 506308 h 621418"/>
                  <a:gd name="csX18" fmla="*/ 290635 w 481325"/>
                  <a:gd name="csY18" fmla="*/ 495822 h 621418"/>
                  <a:gd name="csX19" fmla="*/ 290295 w 481325"/>
                  <a:gd name="csY19" fmla="*/ 485043 h 621418"/>
                  <a:gd name="csX20" fmla="*/ 292460 w 481325"/>
                  <a:gd name="csY20" fmla="*/ 479235 h 621418"/>
                  <a:gd name="csX21" fmla="*/ 293954 w 481325"/>
                  <a:gd name="csY21" fmla="*/ 469554 h 621418"/>
                  <a:gd name="csX22" fmla="*/ 288754 w 481325"/>
                  <a:gd name="csY22" fmla="*/ 460702 h 621418"/>
                  <a:gd name="csX23" fmla="*/ 283583 w 481325"/>
                  <a:gd name="csY23" fmla="*/ 460065 h 621418"/>
                  <a:gd name="csX24" fmla="*/ 278874 w 481325"/>
                  <a:gd name="csY24" fmla="*/ 460231 h 621418"/>
                  <a:gd name="csX25" fmla="*/ 272498 w 481325"/>
                  <a:gd name="csY25" fmla="*/ 449744 h 621418"/>
                  <a:gd name="csX26" fmla="*/ 269740 w 481325"/>
                  <a:gd name="csY26" fmla="*/ 445139 h 621418"/>
                  <a:gd name="csX27" fmla="*/ 268211 w 481325"/>
                  <a:gd name="csY27" fmla="*/ 450043 h 621418"/>
                  <a:gd name="csX28" fmla="*/ 267044 w 481325"/>
                  <a:gd name="csY28" fmla="*/ 456881 h 621418"/>
                  <a:gd name="csX29" fmla="*/ 259538 w 481325"/>
                  <a:gd name="csY29" fmla="*/ 454425 h 621418"/>
                  <a:gd name="csX30" fmla="*/ 254428 w 481325"/>
                  <a:gd name="csY30" fmla="*/ 444654 h 621418"/>
                  <a:gd name="csX31" fmla="*/ 249421 w 481325"/>
                  <a:gd name="csY31" fmla="*/ 443656 h 621418"/>
                  <a:gd name="csX32" fmla="*/ 238700 w 481325"/>
                  <a:gd name="csY32" fmla="*/ 428558 h 621418"/>
                  <a:gd name="csX33" fmla="*/ 224166 w 481325"/>
                  <a:gd name="csY33" fmla="*/ 409935 h 621418"/>
                  <a:gd name="csX34" fmla="*/ 213124 w 481325"/>
                  <a:gd name="csY34" fmla="*/ 401065 h 621418"/>
                  <a:gd name="csX35" fmla="*/ 206671 w 481325"/>
                  <a:gd name="csY35" fmla="*/ 388468 h 621418"/>
                  <a:gd name="csX36" fmla="*/ 204242 w 481325"/>
                  <a:gd name="csY36" fmla="*/ 374041 h 621418"/>
                  <a:gd name="csX37" fmla="*/ 206562 w 481325"/>
                  <a:gd name="csY37" fmla="*/ 371283 h 621418"/>
                  <a:gd name="csX38" fmla="*/ 201394 w 481325"/>
                  <a:gd name="csY38" fmla="*/ 369855 h 621418"/>
                  <a:gd name="csX39" fmla="*/ 181743 w 481325"/>
                  <a:gd name="csY39" fmla="*/ 350072 h 621418"/>
                  <a:gd name="csX40" fmla="*/ 180840 w 481325"/>
                  <a:gd name="csY40" fmla="*/ 340015 h 621418"/>
                  <a:gd name="csX41" fmla="*/ 168342 w 481325"/>
                  <a:gd name="csY41" fmla="*/ 316750 h 621418"/>
                  <a:gd name="csX42" fmla="*/ 162786 w 481325"/>
                  <a:gd name="csY42" fmla="*/ 304341 h 621418"/>
                  <a:gd name="csX43" fmla="*/ 153959 w 481325"/>
                  <a:gd name="csY43" fmla="*/ 280463 h 621418"/>
                  <a:gd name="csX44" fmla="*/ 143231 w 481325"/>
                  <a:gd name="csY44" fmla="*/ 268201 h 621418"/>
                  <a:gd name="csX45" fmla="*/ 141096 w 481325"/>
                  <a:gd name="csY45" fmla="*/ 246493 h 621418"/>
                  <a:gd name="csX46" fmla="*/ 133510 w 481325"/>
                  <a:gd name="csY46" fmla="*/ 215932 h 621418"/>
                  <a:gd name="csX47" fmla="*/ 125786 w 481325"/>
                  <a:gd name="csY47" fmla="*/ 201792 h 621418"/>
                  <a:gd name="csX48" fmla="*/ 113580 w 481325"/>
                  <a:gd name="csY48" fmla="*/ 175023 h 621418"/>
                  <a:gd name="csX49" fmla="*/ 104703 w 481325"/>
                  <a:gd name="csY49" fmla="*/ 151035 h 621418"/>
                  <a:gd name="csX50" fmla="*/ 100240 w 481325"/>
                  <a:gd name="csY50" fmla="*/ 135893 h 621418"/>
                  <a:gd name="csX51" fmla="*/ 100240 w 481325"/>
                  <a:gd name="csY51" fmla="*/ 128463 h 621418"/>
                  <a:gd name="csX52" fmla="*/ 99247 w 481325"/>
                  <a:gd name="csY52" fmla="*/ 115142 h 621418"/>
                  <a:gd name="csX53" fmla="*/ 93791 w 481325"/>
                  <a:gd name="csY53" fmla="*/ 109442 h 621418"/>
                  <a:gd name="csX54" fmla="*/ 95549 w 481325"/>
                  <a:gd name="csY54" fmla="*/ 115250 h 621418"/>
                  <a:gd name="csX55" fmla="*/ 90800 w 481325"/>
                  <a:gd name="csY55" fmla="*/ 117023 h 621418"/>
                  <a:gd name="csX56" fmla="*/ 87172 w 481325"/>
                  <a:gd name="csY56" fmla="*/ 114272 h 621418"/>
                  <a:gd name="csX57" fmla="*/ 67148 w 481325"/>
                  <a:gd name="csY57" fmla="*/ 111209 h 621418"/>
                  <a:gd name="csX58" fmla="*/ 49971 w 481325"/>
                  <a:gd name="csY58" fmla="*/ 100232 h 621418"/>
                  <a:gd name="csX59" fmla="*/ 44090 w 481325"/>
                  <a:gd name="csY59" fmla="*/ 90574 h 621418"/>
                  <a:gd name="csX60" fmla="*/ 35863 w 481325"/>
                  <a:gd name="csY60" fmla="*/ 83433 h 621418"/>
                  <a:gd name="csX61" fmla="*/ 32588 w 481325"/>
                  <a:gd name="csY61" fmla="*/ 82069 h 621418"/>
                  <a:gd name="csX62" fmla="*/ 11771 w 481325"/>
                  <a:gd name="csY62" fmla="*/ 68233 h 621418"/>
                  <a:gd name="csX63" fmla="*/ 5348 w 481325"/>
                  <a:gd name="csY63" fmla="*/ 59589 h 621418"/>
                  <a:gd name="csX64" fmla="*/ 1583 w 481325"/>
                  <a:gd name="csY64" fmla="*/ 46912 h 621418"/>
                  <a:gd name="csX65" fmla="*/ 325 w 481325"/>
                  <a:gd name="csY65" fmla="*/ 17525 h 621418"/>
                  <a:gd name="csX66" fmla="*/ 4538 w 481325"/>
                  <a:gd name="csY66" fmla="*/ 6689 h 621418"/>
                  <a:gd name="csX67" fmla="*/ 10480 w 481325"/>
                  <a:gd name="csY67" fmla="*/ 0 h 621418"/>
                  <a:gd name="csX68" fmla="*/ 53074 w 481325"/>
                  <a:gd name="csY68" fmla="*/ 22147 h 621418"/>
                  <a:gd name="csX69" fmla="*/ 133099 w 481325"/>
                  <a:gd name="csY69" fmla="*/ 64285 h 621418"/>
                  <a:gd name="csX70" fmla="*/ 308638 w 481325"/>
                  <a:gd name="csY70" fmla="*/ 150152 h 621418"/>
                  <a:gd name="csX71" fmla="*/ 460324 w 481325"/>
                  <a:gd name="csY71" fmla="*/ 163865 h 621418"/>
                  <a:gd name="csX72" fmla="*/ 466125 w 481325"/>
                  <a:gd name="csY72" fmla="*/ 170071 h 621418"/>
                  <a:gd name="csX73" fmla="*/ 465714 w 481325"/>
                  <a:gd name="csY73" fmla="*/ 176317 h 621418"/>
                  <a:gd name="csX74" fmla="*/ 471176 w 481325"/>
                  <a:gd name="csY74" fmla="*/ 205515 h 621418"/>
                  <a:gd name="csX75" fmla="*/ 478356 w 481325"/>
                  <a:gd name="csY75" fmla="*/ 244968 h 621418"/>
                  <a:gd name="csX76" fmla="*/ 480666 w 481325"/>
                  <a:gd name="csY76" fmla="*/ 291434 h 621418"/>
                  <a:gd name="csX77" fmla="*/ 471606 w 481325"/>
                  <a:gd name="csY77" fmla="*/ 339879 h 621418"/>
                  <a:gd name="csX78" fmla="*/ 467718 w 481325"/>
                  <a:gd name="csY78" fmla="*/ 346935 h 621418"/>
                  <a:gd name="csX79" fmla="*/ 468256 w 481325"/>
                  <a:gd name="csY79" fmla="*/ 419216 h 621418"/>
                  <a:gd name="csX80" fmla="*/ 469120 w 481325"/>
                  <a:gd name="csY80" fmla="*/ 434705 h 621418"/>
                  <a:gd name="csX81" fmla="*/ 451760 w 481325"/>
                  <a:gd name="csY81" fmla="*/ 439004 h 621418"/>
                  <a:gd name="csX82" fmla="*/ 430017 w 481325"/>
                  <a:gd name="csY82" fmla="*/ 458164 h 621418"/>
                  <a:gd name="csX83" fmla="*/ 441207 w 481325"/>
                  <a:gd name="csY83" fmla="*/ 484914 h 621418"/>
                  <a:gd name="csX84" fmla="*/ 455538 w 481325"/>
                  <a:gd name="csY84" fmla="*/ 533438 h 621418"/>
                  <a:gd name="csX85" fmla="*/ 463393 w 481325"/>
                  <a:gd name="csY85" fmla="*/ 557324 h 621418"/>
                  <a:gd name="csX86" fmla="*/ 466107 w 481325"/>
                  <a:gd name="csY86" fmla="*/ 564704 h 621418"/>
                  <a:gd name="csX87" fmla="*/ 427332 w 481325"/>
                  <a:gd name="csY87" fmla="*/ 607875 h 621418"/>
                  <a:gd name="csX88" fmla="*/ 408378 w 481325"/>
                  <a:gd name="csY88" fmla="*/ 619278 h 621418"/>
                  <a:gd name="csX89" fmla="*/ 406733 w 481325"/>
                  <a:gd name="csY89" fmla="*/ 612610 h 621418"/>
                  <a:gd name="csX90" fmla="*/ 398989 w 481325"/>
                  <a:gd name="csY90" fmla="*/ 614115 h 621418"/>
                  <a:gd name="csX91" fmla="*/ 394277 w 481325"/>
                  <a:gd name="csY91" fmla="*/ 621279 h 621418"/>
                  <a:gd name="csX92" fmla="*/ 392709 w 481325"/>
                  <a:gd name="csY92" fmla="*/ 609477 h 62141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Lst>
                <a:rect l="l" t="t" r="r" b="b"/>
                <a:pathLst>
                  <a:path w="481325" h="621418">
                    <a:moveTo>
                      <a:pt x="392709" y="609477"/>
                    </a:moveTo>
                    <a:cubicBezTo>
                      <a:pt x="394253" y="597840"/>
                      <a:pt x="393887" y="596413"/>
                      <a:pt x="388957" y="594848"/>
                    </a:cubicBezTo>
                    <a:cubicBezTo>
                      <a:pt x="381454" y="592467"/>
                      <a:pt x="376874" y="583809"/>
                      <a:pt x="382520" y="582680"/>
                    </a:cubicBezTo>
                    <a:cubicBezTo>
                      <a:pt x="386074" y="581969"/>
                      <a:pt x="385853" y="580904"/>
                      <a:pt x="381003" y="575394"/>
                    </a:cubicBezTo>
                    <a:cubicBezTo>
                      <a:pt x="377016" y="570863"/>
                      <a:pt x="375755" y="570304"/>
                      <a:pt x="376772" y="573517"/>
                    </a:cubicBezTo>
                    <a:cubicBezTo>
                      <a:pt x="378038" y="577517"/>
                      <a:pt x="377495" y="577714"/>
                      <a:pt x="372471" y="575078"/>
                    </a:cubicBezTo>
                    <a:cubicBezTo>
                      <a:pt x="366755" y="572079"/>
                      <a:pt x="366750" y="572094"/>
                      <a:pt x="371638" y="577600"/>
                    </a:cubicBezTo>
                    <a:cubicBezTo>
                      <a:pt x="374343" y="580646"/>
                      <a:pt x="375283" y="583138"/>
                      <a:pt x="373727" y="583138"/>
                    </a:cubicBezTo>
                    <a:cubicBezTo>
                      <a:pt x="372171" y="583138"/>
                      <a:pt x="370131" y="581897"/>
                      <a:pt x="369193" y="580381"/>
                    </a:cubicBezTo>
                    <a:cubicBezTo>
                      <a:pt x="368256" y="578864"/>
                      <a:pt x="366049" y="578176"/>
                      <a:pt x="364289" y="578851"/>
                    </a:cubicBezTo>
                    <a:cubicBezTo>
                      <a:pt x="362530" y="579526"/>
                      <a:pt x="359790" y="579276"/>
                      <a:pt x="358202" y="578294"/>
                    </a:cubicBezTo>
                    <a:cubicBezTo>
                      <a:pt x="354056" y="575732"/>
                      <a:pt x="341762" y="546998"/>
                      <a:pt x="344811" y="546998"/>
                    </a:cubicBezTo>
                    <a:cubicBezTo>
                      <a:pt x="346213" y="546998"/>
                      <a:pt x="347360" y="545839"/>
                      <a:pt x="347360" y="544424"/>
                    </a:cubicBezTo>
                    <a:cubicBezTo>
                      <a:pt x="347360" y="541126"/>
                      <a:pt x="331006" y="534265"/>
                      <a:pt x="329284" y="536840"/>
                    </a:cubicBezTo>
                    <a:cubicBezTo>
                      <a:pt x="328570" y="537907"/>
                      <a:pt x="321020" y="535449"/>
                      <a:pt x="312504" y="531378"/>
                    </a:cubicBezTo>
                    <a:cubicBezTo>
                      <a:pt x="303989" y="527306"/>
                      <a:pt x="298035" y="523928"/>
                      <a:pt x="299274" y="523870"/>
                    </a:cubicBezTo>
                    <a:cubicBezTo>
                      <a:pt x="300512" y="523812"/>
                      <a:pt x="300059" y="521998"/>
                      <a:pt x="298267" y="519838"/>
                    </a:cubicBezTo>
                    <a:cubicBezTo>
                      <a:pt x="296474" y="517678"/>
                      <a:pt x="294620" y="511589"/>
                      <a:pt x="294146" y="506308"/>
                    </a:cubicBezTo>
                    <a:cubicBezTo>
                      <a:pt x="293672" y="501026"/>
                      <a:pt x="292092" y="496307"/>
                      <a:pt x="290635" y="495822"/>
                    </a:cubicBezTo>
                    <a:cubicBezTo>
                      <a:pt x="287387" y="494739"/>
                      <a:pt x="287081" y="485043"/>
                      <a:pt x="290295" y="485043"/>
                    </a:cubicBezTo>
                    <a:cubicBezTo>
                      <a:pt x="291564" y="485043"/>
                      <a:pt x="292539" y="482429"/>
                      <a:pt x="292460" y="479235"/>
                    </a:cubicBezTo>
                    <a:cubicBezTo>
                      <a:pt x="292381" y="476040"/>
                      <a:pt x="293054" y="471684"/>
                      <a:pt x="293954" y="469554"/>
                    </a:cubicBezTo>
                    <a:cubicBezTo>
                      <a:pt x="294994" y="467095"/>
                      <a:pt x="293096" y="463864"/>
                      <a:pt x="288754" y="460702"/>
                    </a:cubicBezTo>
                    <a:cubicBezTo>
                      <a:pt x="282831" y="456387"/>
                      <a:pt x="282139" y="456302"/>
                      <a:pt x="283583" y="460065"/>
                    </a:cubicBezTo>
                    <a:cubicBezTo>
                      <a:pt x="285131" y="464099"/>
                      <a:pt x="284795" y="464110"/>
                      <a:pt x="278874" y="460231"/>
                    </a:cubicBezTo>
                    <a:cubicBezTo>
                      <a:pt x="274972" y="457675"/>
                      <a:pt x="272498" y="453605"/>
                      <a:pt x="272498" y="449744"/>
                    </a:cubicBezTo>
                    <a:cubicBezTo>
                      <a:pt x="272498" y="445927"/>
                      <a:pt x="271409" y="444108"/>
                      <a:pt x="269740" y="445139"/>
                    </a:cubicBezTo>
                    <a:cubicBezTo>
                      <a:pt x="268224" y="446077"/>
                      <a:pt x="267535" y="448283"/>
                      <a:pt x="268211" y="450043"/>
                    </a:cubicBezTo>
                    <a:cubicBezTo>
                      <a:pt x="268886" y="451803"/>
                      <a:pt x="268361" y="454880"/>
                      <a:pt x="267044" y="456881"/>
                    </a:cubicBezTo>
                    <a:cubicBezTo>
                      <a:pt x="265087" y="459853"/>
                      <a:pt x="263712" y="459403"/>
                      <a:pt x="259538" y="454425"/>
                    </a:cubicBezTo>
                    <a:cubicBezTo>
                      <a:pt x="256727" y="451073"/>
                      <a:pt x="254428" y="446676"/>
                      <a:pt x="254428" y="444654"/>
                    </a:cubicBezTo>
                    <a:cubicBezTo>
                      <a:pt x="254428" y="441815"/>
                      <a:pt x="253286" y="441587"/>
                      <a:pt x="249421" y="443656"/>
                    </a:cubicBezTo>
                    <a:cubicBezTo>
                      <a:pt x="243479" y="446836"/>
                      <a:pt x="243193" y="446433"/>
                      <a:pt x="238700" y="428558"/>
                    </a:cubicBezTo>
                    <a:cubicBezTo>
                      <a:pt x="235500" y="415829"/>
                      <a:pt x="234285" y="414272"/>
                      <a:pt x="224166" y="409935"/>
                    </a:cubicBezTo>
                    <a:cubicBezTo>
                      <a:pt x="217728" y="407175"/>
                      <a:pt x="213124" y="403477"/>
                      <a:pt x="213124" y="401065"/>
                    </a:cubicBezTo>
                    <a:cubicBezTo>
                      <a:pt x="213124" y="398790"/>
                      <a:pt x="210220" y="393122"/>
                      <a:pt x="206671" y="388468"/>
                    </a:cubicBezTo>
                    <a:cubicBezTo>
                      <a:pt x="199265" y="378758"/>
                      <a:pt x="198471" y="374041"/>
                      <a:pt x="204242" y="374041"/>
                    </a:cubicBezTo>
                    <a:cubicBezTo>
                      <a:pt x="206455" y="374041"/>
                      <a:pt x="207499" y="372800"/>
                      <a:pt x="206562" y="371283"/>
                    </a:cubicBezTo>
                    <a:cubicBezTo>
                      <a:pt x="205625" y="369767"/>
                      <a:pt x="203299" y="369124"/>
                      <a:pt x="201394" y="369855"/>
                    </a:cubicBezTo>
                    <a:cubicBezTo>
                      <a:pt x="197850" y="371215"/>
                      <a:pt x="182472" y="355734"/>
                      <a:pt x="181743" y="350072"/>
                    </a:cubicBezTo>
                    <a:cubicBezTo>
                      <a:pt x="181521" y="348347"/>
                      <a:pt x="181114" y="343821"/>
                      <a:pt x="180840" y="340015"/>
                    </a:cubicBezTo>
                    <a:cubicBezTo>
                      <a:pt x="179988" y="328208"/>
                      <a:pt x="174287" y="317597"/>
                      <a:pt x="168342" y="316750"/>
                    </a:cubicBezTo>
                    <a:cubicBezTo>
                      <a:pt x="163596" y="316073"/>
                      <a:pt x="162786" y="314266"/>
                      <a:pt x="162786" y="304341"/>
                    </a:cubicBezTo>
                    <a:cubicBezTo>
                      <a:pt x="162786" y="295229"/>
                      <a:pt x="160883" y="290082"/>
                      <a:pt x="153959" y="280463"/>
                    </a:cubicBezTo>
                    <a:cubicBezTo>
                      <a:pt x="149104" y="273719"/>
                      <a:pt x="144276" y="268201"/>
                      <a:pt x="143231" y="268201"/>
                    </a:cubicBezTo>
                    <a:cubicBezTo>
                      <a:pt x="142186" y="268201"/>
                      <a:pt x="141225" y="258432"/>
                      <a:pt x="141096" y="246493"/>
                    </a:cubicBezTo>
                    <a:cubicBezTo>
                      <a:pt x="140831" y="221943"/>
                      <a:pt x="139743" y="217562"/>
                      <a:pt x="133510" y="215932"/>
                    </a:cubicBezTo>
                    <a:cubicBezTo>
                      <a:pt x="130755" y="215211"/>
                      <a:pt x="127873" y="209936"/>
                      <a:pt x="125786" y="201792"/>
                    </a:cubicBezTo>
                    <a:cubicBezTo>
                      <a:pt x="123955" y="194647"/>
                      <a:pt x="118462" y="182601"/>
                      <a:pt x="113580" y="175023"/>
                    </a:cubicBezTo>
                    <a:cubicBezTo>
                      <a:pt x="107284" y="165251"/>
                      <a:pt x="104703" y="158277"/>
                      <a:pt x="104703" y="151035"/>
                    </a:cubicBezTo>
                    <a:cubicBezTo>
                      <a:pt x="104703" y="144982"/>
                      <a:pt x="102887" y="138818"/>
                      <a:pt x="100240" y="135893"/>
                    </a:cubicBezTo>
                    <a:cubicBezTo>
                      <a:pt x="96009" y="131218"/>
                      <a:pt x="96009" y="130831"/>
                      <a:pt x="100240" y="128463"/>
                    </a:cubicBezTo>
                    <a:cubicBezTo>
                      <a:pt x="106103" y="125181"/>
                      <a:pt x="105871" y="122062"/>
                      <a:pt x="99247" y="115142"/>
                    </a:cubicBezTo>
                    <a:lnTo>
                      <a:pt x="93791" y="109442"/>
                    </a:lnTo>
                    <a:lnTo>
                      <a:pt x="95549" y="115250"/>
                    </a:lnTo>
                    <a:cubicBezTo>
                      <a:pt x="97517" y="121752"/>
                      <a:pt x="93229" y="123352"/>
                      <a:pt x="90800" y="117023"/>
                    </a:cubicBezTo>
                    <a:cubicBezTo>
                      <a:pt x="89948" y="114803"/>
                      <a:pt x="88316" y="113565"/>
                      <a:pt x="87172" y="114272"/>
                    </a:cubicBezTo>
                    <a:cubicBezTo>
                      <a:pt x="86029" y="114978"/>
                      <a:pt x="77018" y="113600"/>
                      <a:pt x="67148" y="111209"/>
                    </a:cubicBezTo>
                    <a:cubicBezTo>
                      <a:pt x="50330" y="107134"/>
                      <a:pt x="49251" y="106444"/>
                      <a:pt x="49971" y="100232"/>
                    </a:cubicBezTo>
                    <a:cubicBezTo>
                      <a:pt x="50552" y="95214"/>
                      <a:pt x="49124" y="92867"/>
                      <a:pt x="44090" y="90574"/>
                    </a:cubicBezTo>
                    <a:cubicBezTo>
                      <a:pt x="40433" y="88908"/>
                      <a:pt x="36731" y="85694"/>
                      <a:pt x="35863" y="83433"/>
                    </a:cubicBezTo>
                    <a:cubicBezTo>
                      <a:pt x="34873" y="80853"/>
                      <a:pt x="33654" y="80345"/>
                      <a:pt x="32588" y="82069"/>
                    </a:cubicBezTo>
                    <a:cubicBezTo>
                      <a:pt x="30403" y="85606"/>
                      <a:pt x="11771" y="73222"/>
                      <a:pt x="11771" y="68233"/>
                    </a:cubicBezTo>
                    <a:cubicBezTo>
                      <a:pt x="11771" y="66258"/>
                      <a:pt x="8881" y="62368"/>
                      <a:pt x="5348" y="59589"/>
                    </a:cubicBezTo>
                    <a:cubicBezTo>
                      <a:pt x="-304" y="55143"/>
                      <a:pt x="-756" y="53621"/>
                      <a:pt x="1583" y="46912"/>
                    </a:cubicBezTo>
                    <a:cubicBezTo>
                      <a:pt x="4225" y="39332"/>
                      <a:pt x="3631" y="25451"/>
                      <a:pt x="325" y="17525"/>
                    </a:cubicBezTo>
                    <a:cubicBezTo>
                      <a:pt x="-744" y="14961"/>
                      <a:pt x="864" y="10824"/>
                      <a:pt x="4538" y="6689"/>
                    </a:cubicBezTo>
                    <a:lnTo>
                      <a:pt x="10480" y="0"/>
                    </a:lnTo>
                    <a:lnTo>
                      <a:pt x="53074" y="22147"/>
                    </a:lnTo>
                    <a:cubicBezTo>
                      <a:pt x="76501" y="34328"/>
                      <a:pt x="112512" y="53290"/>
                      <a:pt x="133099" y="64285"/>
                    </a:cubicBezTo>
                    <a:cubicBezTo>
                      <a:pt x="293633" y="150024"/>
                      <a:pt x="290844" y="148660"/>
                      <a:pt x="308638" y="150152"/>
                    </a:cubicBezTo>
                    <a:cubicBezTo>
                      <a:pt x="379829" y="156121"/>
                      <a:pt x="453326" y="162765"/>
                      <a:pt x="460324" y="163865"/>
                    </a:cubicBezTo>
                    <a:cubicBezTo>
                      <a:pt x="467642" y="165014"/>
                      <a:pt x="468398" y="165824"/>
                      <a:pt x="466125" y="170071"/>
                    </a:cubicBezTo>
                    <a:cubicBezTo>
                      <a:pt x="464688" y="172758"/>
                      <a:pt x="464502" y="175568"/>
                      <a:pt x="465714" y="176317"/>
                    </a:cubicBezTo>
                    <a:cubicBezTo>
                      <a:pt x="466925" y="177066"/>
                      <a:pt x="469383" y="190205"/>
                      <a:pt x="471176" y="205515"/>
                    </a:cubicBezTo>
                    <a:cubicBezTo>
                      <a:pt x="472969" y="220825"/>
                      <a:pt x="476200" y="238579"/>
                      <a:pt x="478356" y="244968"/>
                    </a:cubicBezTo>
                    <a:cubicBezTo>
                      <a:pt x="481464" y="254178"/>
                      <a:pt x="481943" y="263804"/>
                      <a:pt x="480666" y="291434"/>
                    </a:cubicBezTo>
                    <a:cubicBezTo>
                      <a:pt x="478736" y="333232"/>
                      <a:pt x="477318" y="340812"/>
                      <a:pt x="471606" y="339879"/>
                    </a:cubicBezTo>
                    <a:cubicBezTo>
                      <a:pt x="468443" y="339362"/>
                      <a:pt x="467477" y="341115"/>
                      <a:pt x="467718" y="346935"/>
                    </a:cubicBezTo>
                    <a:cubicBezTo>
                      <a:pt x="467998" y="353675"/>
                      <a:pt x="468241" y="386395"/>
                      <a:pt x="468256" y="419216"/>
                    </a:cubicBezTo>
                    <a:cubicBezTo>
                      <a:pt x="468259" y="424895"/>
                      <a:pt x="468647" y="431865"/>
                      <a:pt x="469120" y="434705"/>
                    </a:cubicBezTo>
                    <a:cubicBezTo>
                      <a:pt x="469922" y="439526"/>
                      <a:pt x="468775" y="439811"/>
                      <a:pt x="451760" y="439004"/>
                    </a:cubicBezTo>
                    <a:cubicBezTo>
                      <a:pt x="428789" y="437915"/>
                      <a:pt x="426025" y="440351"/>
                      <a:pt x="430017" y="458164"/>
                    </a:cubicBezTo>
                    <a:cubicBezTo>
                      <a:pt x="431548" y="464996"/>
                      <a:pt x="436584" y="477034"/>
                      <a:pt x="441207" y="484914"/>
                    </a:cubicBezTo>
                    <a:cubicBezTo>
                      <a:pt x="456169" y="510414"/>
                      <a:pt x="459720" y="522439"/>
                      <a:pt x="455538" y="533438"/>
                    </a:cubicBezTo>
                    <a:cubicBezTo>
                      <a:pt x="452990" y="540141"/>
                      <a:pt x="458641" y="557324"/>
                      <a:pt x="463393" y="557324"/>
                    </a:cubicBezTo>
                    <a:cubicBezTo>
                      <a:pt x="464886" y="557324"/>
                      <a:pt x="466107" y="560645"/>
                      <a:pt x="466107" y="564704"/>
                    </a:cubicBezTo>
                    <a:cubicBezTo>
                      <a:pt x="466107" y="574709"/>
                      <a:pt x="449340" y="593376"/>
                      <a:pt x="427332" y="607875"/>
                    </a:cubicBezTo>
                    <a:cubicBezTo>
                      <a:pt x="417812" y="614147"/>
                      <a:pt x="409283" y="619278"/>
                      <a:pt x="408378" y="619278"/>
                    </a:cubicBezTo>
                    <a:cubicBezTo>
                      <a:pt x="407473" y="619278"/>
                      <a:pt x="406733" y="616277"/>
                      <a:pt x="406733" y="612610"/>
                    </a:cubicBezTo>
                    <a:cubicBezTo>
                      <a:pt x="406733" y="604379"/>
                      <a:pt x="401025" y="605489"/>
                      <a:pt x="398989" y="614115"/>
                    </a:cubicBezTo>
                    <a:cubicBezTo>
                      <a:pt x="398201" y="617454"/>
                      <a:pt x="396080" y="620678"/>
                      <a:pt x="394277" y="621279"/>
                    </a:cubicBezTo>
                    <a:cubicBezTo>
                      <a:pt x="391773" y="622114"/>
                      <a:pt x="391403" y="619327"/>
                      <a:pt x="392709" y="609477"/>
                    </a:cubicBezTo>
                    <a:close/>
                  </a:path>
                </a:pathLst>
              </a:custGeom>
              <a:solidFill>
                <a:srgbClr val="B9B9B9"/>
              </a:solidFill>
              <a:ln w="5163" cap="flat">
                <a:noFill/>
                <a:prstDash val="solid"/>
                <a:miter/>
              </a:ln>
            </p:spPr>
            <p:txBody>
              <a:bodyPr/>
              <a:lstStyle/>
              <a:p>
                <a:endParaRPr lang="es-419" noProof="0" dirty="0"/>
              </a:p>
            </p:txBody>
          </p:sp>
          <p:sp>
            <p:nvSpPr>
              <p:cNvPr id="117" name="Forma libre: forma 116">
                <a:extLst>
                  <a:ext uri="{FF2B5EF4-FFF2-40B4-BE49-F238E27FC236}">
                    <a16:creationId xmlns:a16="http://schemas.microsoft.com/office/drawing/2014/main" id="{3009DC67-D151-E4C4-8DB0-5266639805AB}"/>
                  </a:ext>
                </a:extLst>
              </p:cNvPr>
              <p:cNvSpPr/>
              <p:nvPr/>
            </p:nvSpPr>
            <p:spPr>
              <a:xfrm>
                <a:off x="356836" y="1137381"/>
                <a:ext cx="20516" cy="20135"/>
              </a:xfrm>
              <a:custGeom>
                <a:avLst/>
                <a:gdLst>
                  <a:gd name="csX0" fmla="*/ 3031 w 20516"/>
                  <a:gd name="csY0" fmla="*/ 13790 h 20135"/>
                  <a:gd name="csX1" fmla="*/ 11787 w 20516"/>
                  <a:gd name="csY1" fmla="*/ 6812 h 20135"/>
                  <a:gd name="csX2" fmla="*/ 16388 w 20516"/>
                  <a:gd name="csY2" fmla="*/ 8970 h 20135"/>
                  <a:gd name="csX3" fmla="*/ 17667 w 20516"/>
                  <a:gd name="csY3" fmla="*/ 5896 h 20135"/>
                  <a:gd name="csX4" fmla="*/ 16630 w 20516"/>
                  <a:gd name="csY4" fmla="*/ 16309 h 20135"/>
                  <a:gd name="csX5" fmla="*/ 3031 w 20516"/>
                  <a:gd name="csY5" fmla="*/ 13790 h 20135"/>
                </a:gdLst>
                <a:ahLst/>
                <a:cxnLst>
                  <a:cxn ang="0">
                    <a:pos x="csX0" y="csY0"/>
                  </a:cxn>
                  <a:cxn ang="0">
                    <a:pos x="csX1" y="csY1"/>
                  </a:cxn>
                  <a:cxn ang="0">
                    <a:pos x="csX2" y="csY2"/>
                  </a:cxn>
                  <a:cxn ang="0">
                    <a:pos x="csX3" y="csY3"/>
                  </a:cxn>
                  <a:cxn ang="0">
                    <a:pos x="csX4" y="csY4"/>
                  </a:cxn>
                  <a:cxn ang="0">
                    <a:pos x="csX5" y="csY5"/>
                  </a:cxn>
                </a:cxnLst>
                <a:rect l="l" t="t" r="r" b="b"/>
                <a:pathLst>
                  <a:path w="20516" h="20135">
                    <a:moveTo>
                      <a:pt x="3031" y="13790"/>
                    </a:moveTo>
                    <a:cubicBezTo>
                      <a:pt x="-3651" y="-875"/>
                      <a:pt x="1356" y="-4865"/>
                      <a:pt x="11787" y="6812"/>
                    </a:cubicBezTo>
                    <a:cubicBezTo>
                      <a:pt x="16355" y="11926"/>
                      <a:pt x="17642" y="12530"/>
                      <a:pt x="16388" y="8970"/>
                    </a:cubicBezTo>
                    <a:cubicBezTo>
                      <a:pt x="15184" y="5554"/>
                      <a:pt x="15578" y="4605"/>
                      <a:pt x="17667" y="5896"/>
                    </a:cubicBezTo>
                    <a:cubicBezTo>
                      <a:pt x="21766" y="8429"/>
                      <a:pt x="21462" y="11477"/>
                      <a:pt x="16630" y="16309"/>
                    </a:cubicBezTo>
                    <a:cubicBezTo>
                      <a:pt x="10809" y="22130"/>
                      <a:pt x="6464" y="21325"/>
                      <a:pt x="3031" y="13790"/>
                    </a:cubicBezTo>
                    <a:close/>
                  </a:path>
                </a:pathLst>
              </a:custGeom>
              <a:solidFill>
                <a:srgbClr val="B9B9B9"/>
              </a:solidFill>
              <a:ln w="5163" cap="flat">
                <a:noFill/>
                <a:prstDash val="solid"/>
                <a:miter/>
              </a:ln>
            </p:spPr>
            <p:txBody>
              <a:bodyPr/>
              <a:lstStyle/>
              <a:p>
                <a:endParaRPr lang="es-419" noProof="0" dirty="0"/>
              </a:p>
            </p:txBody>
          </p:sp>
        </p:grpSp>
      </p:grpSp>
      <p:grpSp>
        <p:nvGrpSpPr>
          <p:cNvPr id="36" name="Group 45">
            <a:extLst>
              <a:ext uri="{FF2B5EF4-FFF2-40B4-BE49-F238E27FC236}">
                <a16:creationId xmlns:a16="http://schemas.microsoft.com/office/drawing/2014/main" id="{BA5CE53B-788C-AAEA-D534-63DEAD1EA9A4}"/>
              </a:ext>
            </a:extLst>
          </p:cNvPr>
          <p:cNvGrpSpPr>
            <a:grpSpLocks noChangeAspect="1"/>
          </p:cNvGrpSpPr>
          <p:nvPr/>
        </p:nvGrpSpPr>
        <p:grpSpPr>
          <a:xfrm>
            <a:off x="1606039" y="2058699"/>
            <a:ext cx="213038" cy="337620"/>
            <a:chOff x="0" y="26670"/>
            <a:chExt cx="3924300" cy="6219190"/>
          </a:xfrm>
        </p:grpSpPr>
        <p:sp>
          <p:nvSpPr>
            <p:cNvPr id="37" name="Freeform 46">
              <a:extLst>
                <a:ext uri="{FF2B5EF4-FFF2-40B4-BE49-F238E27FC236}">
                  <a16:creationId xmlns:a16="http://schemas.microsoft.com/office/drawing/2014/main" id="{40648FE5-CE41-C626-C6F1-DD3C9B69A447}"/>
                </a:ext>
              </a:extLst>
            </p:cNvPr>
            <p:cNvSpPr/>
            <p:nvPr/>
          </p:nvSpPr>
          <p:spPr>
            <a:xfrm>
              <a:off x="0" y="26670"/>
              <a:ext cx="3924300" cy="6219190"/>
            </a:xfrm>
            <a:custGeom>
              <a:avLst/>
              <a:gdLst/>
              <a:ahLst/>
              <a:cxnLst/>
              <a:rect l="l" t="t" r="r" b="b"/>
              <a:pathLst>
                <a:path w="3924300" h="6219190">
                  <a:moveTo>
                    <a:pt x="3924300" y="1962150"/>
                  </a:moveTo>
                  <a:cubicBezTo>
                    <a:pt x="3924300" y="878840"/>
                    <a:pt x="3045460" y="0"/>
                    <a:pt x="1962150" y="0"/>
                  </a:cubicBezTo>
                  <a:cubicBezTo>
                    <a:pt x="878840" y="0"/>
                    <a:pt x="0" y="878840"/>
                    <a:pt x="0" y="1962150"/>
                  </a:cubicBezTo>
                  <a:cubicBezTo>
                    <a:pt x="0" y="2974340"/>
                    <a:pt x="765810" y="3807460"/>
                    <a:pt x="1750060" y="3912870"/>
                  </a:cubicBezTo>
                  <a:lnTo>
                    <a:pt x="1962150" y="6219190"/>
                  </a:lnTo>
                  <a:lnTo>
                    <a:pt x="2174240" y="3912870"/>
                  </a:lnTo>
                  <a:cubicBezTo>
                    <a:pt x="3158490" y="3807460"/>
                    <a:pt x="3924300" y="2974340"/>
                    <a:pt x="3924300" y="1962150"/>
                  </a:cubicBezTo>
                  <a:close/>
                </a:path>
              </a:pathLst>
            </a:custGeom>
            <a:solidFill>
              <a:srgbClr val="EB6C01"/>
            </a:solidFill>
          </p:spPr>
          <p:txBody>
            <a:bodyPr/>
            <a:lstStyle/>
            <a:p>
              <a:endParaRPr lang="es-419" noProof="0" dirty="0"/>
            </a:p>
          </p:txBody>
        </p:sp>
        <p:sp>
          <p:nvSpPr>
            <p:cNvPr id="38" name="Freeform 47">
              <a:extLst>
                <a:ext uri="{FF2B5EF4-FFF2-40B4-BE49-F238E27FC236}">
                  <a16:creationId xmlns:a16="http://schemas.microsoft.com/office/drawing/2014/main" id="{16CF143F-A889-D765-164F-588DDBE7956E}"/>
                </a:ext>
              </a:extLst>
            </p:cNvPr>
            <p:cNvSpPr/>
            <p:nvPr/>
          </p:nvSpPr>
          <p:spPr>
            <a:xfrm>
              <a:off x="340744" y="374636"/>
              <a:ext cx="3242813" cy="3228370"/>
            </a:xfrm>
            <a:custGeom>
              <a:avLst/>
              <a:gdLst/>
              <a:ahLst/>
              <a:cxnLst/>
              <a:rect l="l" t="t" r="r" b="b"/>
              <a:pathLst>
                <a:path w="3242810" h="3228373">
                  <a:moveTo>
                    <a:pt x="1621405" y="16"/>
                  </a:moveTo>
                  <a:cubicBezTo>
                    <a:pt x="1042998" y="-2571"/>
                    <a:pt x="507417" y="304521"/>
                    <a:pt x="217465" y="805010"/>
                  </a:cubicBezTo>
                  <a:cubicBezTo>
                    <a:pt x="-72488" y="1305499"/>
                    <a:pt x="-72488" y="1922874"/>
                    <a:pt x="217465" y="2423362"/>
                  </a:cubicBezTo>
                  <a:cubicBezTo>
                    <a:pt x="507417" y="2923851"/>
                    <a:pt x="1042998" y="3230943"/>
                    <a:pt x="1621405" y="3228356"/>
                  </a:cubicBezTo>
                  <a:cubicBezTo>
                    <a:pt x="2199812" y="3230943"/>
                    <a:pt x="2735392" y="2923851"/>
                    <a:pt x="3025345" y="2423362"/>
                  </a:cubicBezTo>
                  <a:cubicBezTo>
                    <a:pt x="3315298" y="1922874"/>
                    <a:pt x="3315298" y="1305499"/>
                    <a:pt x="3025345" y="805010"/>
                  </a:cubicBezTo>
                  <a:cubicBezTo>
                    <a:pt x="2735392" y="304522"/>
                    <a:pt x="2199812" y="-2571"/>
                    <a:pt x="1621405" y="16"/>
                  </a:cubicBezTo>
                  <a:close/>
                </a:path>
              </a:pathLst>
            </a:custGeom>
            <a:blipFill>
              <a:blip r:embed="rId5"/>
              <a:stretch>
                <a:fillRect l="-28801" r="-28801" b="-58308"/>
              </a:stretch>
            </a:blipFill>
          </p:spPr>
          <p:txBody>
            <a:bodyPr/>
            <a:lstStyle/>
            <a:p>
              <a:endParaRPr lang="es-419" noProof="0" dirty="0"/>
            </a:p>
          </p:txBody>
        </p:sp>
      </p:grpSp>
    </p:spTree>
    <p:extLst>
      <p:ext uri="{BB962C8B-B14F-4D97-AF65-F5344CB8AC3E}">
        <p14:creationId xmlns:p14="http://schemas.microsoft.com/office/powerpoint/2010/main" val="2673849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nodeType="with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wipe(down)">
                                      <p:cBhvr>
                                        <p:cTn id="7" dur="580">
                                          <p:stCondLst>
                                            <p:cond delay="0"/>
                                          </p:stCondLst>
                                        </p:cTn>
                                        <p:tgtEl>
                                          <p:spTgt spid="36"/>
                                        </p:tgtEl>
                                      </p:cBhvr>
                                    </p:animEffect>
                                    <p:anim calcmode="lin" valueType="num">
                                      <p:cBhvr>
                                        <p:cTn id="8" dur="1822" tmFilter="0,0; 0.14,0.36; 0.43,0.73; 0.71,0.91; 1.0,1.0">
                                          <p:stCondLst>
                                            <p:cond delay="0"/>
                                          </p:stCondLst>
                                        </p:cTn>
                                        <p:tgtEl>
                                          <p:spTgt spid="36"/>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36"/>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36"/>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36"/>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36"/>
                                        </p:tgtEl>
                                        <p:attrNameLst>
                                          <p:attrName>ppt_y</p:attrName>
                                        </p:attrNameLst>
                                      </p:cBhvr>
                                      <p:tavLst>
                                        <p:tav tm="0" fmla="#ppt_y-sin(pi*$)/81">
                                          <p:val>
                                            <p:fltVal val="0"/>
                                          </p:val>
                                        </p:tav>
                                        <p:tav tm="100000">
                                          <p:val>
                                            <p:fltVal val="1"/>
                                          </p:val>
                                        </p:tav>
                                      </p:tavLst>
                                    </p:anim>
                                    <p:animScale>
                                      <p:cBhvr>
                                        <p:cTn id="13" dur="26">
                                          <p:stCondLst>
                                            <p:cond delay="650"/>
                                          </p:stCondLst>
                                        </p:cTn>
                                        <p:tgtEl>
                                          <p:spTgt spid="36"/>
                                        </p:tgtEl>
                                      </p:cBhvr>
                                      <p:to x="100000" y="60000"/>
                                    </p:animScale>
                                    <p:animScale>
                                      <p:cBhvr>
                                        <p:cTn id="14" dur="166" decel="50000">
                                          <p:stCondLst>
                                            <p:cond delay="676"/>
                                          </p:stCondLst>
                                        </p:cTn>
                                        <p:tgtEl>
                                          <p:spTgt spid="36"/>
                                        </p:tgtEl>
                                      </p:cBhvr>
                                      <p:to x="100000" y="100000"/>
                                    </p:animScale>
                                    <p:animScale>
                                      <p:cBhvr>
                                        <p:cTn id="15" dur="26">
                                          <p:stCondLst>
                                            <p:cond delay="1312"/>
                                          </p:stCondLst>
                                        </p:cTn>
                                        <p:tgtEl>
                                          <p:spTgt spid="36"/>
                                        </p:tgtEl>
                                      </p:cBhvr>
                                      <p:to x="100000" y="80000"/>
                                    </p:animScale>
                                    <p:animScale>
                                      <p:cBhvr>
                                        <p:cTn id="16" dur="166" decel="50000">
                                          <p:stCondLst>
                                            <p:cond delay="1338"/>
                                          </p:stCondLst>
                                        </p:cTn>
                                        <p:tgtEl>
                                          <p:spTgt spid="36"/>
                                        </p:tgtEl>
                                      </p:cBhvr>
                                      <p:to x="100000" y="100000"/>
                                    </p:animScale>
                                    <p:animScale>
                                      <p:cBhvr>
                                        <p:cTn id="17" dur="26">
                                          <p:stCondLst>
                                            <p:cond delay="1642"/>
                                          </p:stCondLst>
                                        </p:cTn>
                                        <p:tgtEl>
                                          <p:spTgt spid="36"/>
                                        </p:tgtEl>
                                      </p:cBhvr>
                                      <p:to x="100000" y="90000"/>
                                    </p:animScale>
                                    <p:animScale>
                                      <p:cBhvr>
                                        <p:cTn id="18" dur="166" decel="50000">
                                          <p:stCondLst>
                                            <p:cond delay="1668"/>
                                          </p:stCondLst>
                                        </p:cTn>
                                        <p:tgtEl>
                                          <p:spTgt spid="36"/>
                                        </p:tgtEl>
                                      </p:cBhvr>
                                      <p:to x="100000" y="100000"/>
                                    </p:animScale>
                                    <p:animScale>
                                      <p:cBhvr>
                                        <p:cTn id="19" dur="26">
                                          <p:stCondLst>
                                            <p:cond delay="1808"/>
                                          </p:stCondLst>
                                        </p:cTn>
                                        <p:tgtEl>
                                          <p:spTgt spid="36"/>
                                        </p:tgtEl>
                                      </p:cBhvr>
                                      <p:to x="100000" y="95000"/>
                                    </p:animScale>
                                    <p:animScale>
                                      <p:cBhvr>
                                        <p:cTn id="20" dur="166" decel="50000">
                                          <p:stCondLst>
                                            <p:cond delay="1834"/>
                                          </p:stCondLst>
                                        </p:cTn>
                                        <p:tgtEl>
                                          <p:spTgt spid="36"/>
                                        </p:tgtEl>
                                      </p:cBhvr>
                                      <p:to x="100000" y="100000"/>
                                    </p:animScale>
                                  </p:childTnLst>
                                </p:cTn>
                              </p:par>
                            </p:childTnLst>
                          </p:cTn>
                        </p:par>
                        <p:par>
                          <p:cTn id="21" fill="hold">
                            <p:stCondLst>
                              <p:cond delay="2000"/>
                            </p:stCondLst>
                            <p:childTnLst>
                              <p:par>
                                <p:cTn id="22" presetID="35" presetClass="emph" presetSubtype="0" repeatCount="indefinite" fill="hold" grpId="0" nodeType="afterEffect">
                                  <p:stCondLst>
                                    <p:cond delay="0"/>
                                  </p:stCondLst>
                                  <p:childTnLst>
                                    <p:anim calcmode="discrete" valueType="str">
                                      <p:cBhvr>
                                        <p:cTn id="23" dur="1000" fill="hold"/>
                                        <p:tgtEl>
                                          <p:spTgt spid="4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bg>
      <p:bgPr>
        <a:solidFill>
          <a:srgbClr val="F0F6FC"/>
        </a:solidFill>
        <a:effectLst/>
      </p:bgPr>
    </p:bg>
    <p:spTree>
      <p:nvGrpSpPr>
        <p:cNvPr id="1" name="">
          <a:extLst>
            <a:ext uri="{FF2B5EF4-FFF2-40B4-BE49-F238E27FC236}">
              <a16:creationId xmlns:a16="http://schemas.microsoft.com/office/drawing/2014/main" id="{6D121D5A-B5E6-2946-6313-522307455E79}"/>
            </a:ext>
          </a:extLst>
        </p:cNvPr>
        <p:cNvGrpSpPr/>
        <p:nvPr/>
      </p:nvGrpSpPr>
      <p:grpSpPr>
        <a:xfrm>
          <a:off x="0" y="0"/>
          <a:ext cx="0" cy="0"/>
          <a:chOff x="0" y="0"/>
          <a:chExt cx="0" cy="0"/>
        </a:xfrm>
      </p:grpSpPr>
      <p:sp>
        <p:nvSpPr>
          <p:cNvPr id="2" name="Shape 0">
            <a:extLst>
              <a:ext uri="{FF2B5EF4-FFF2-40B4-BE49-F238E27FC236}">
                <a16:creationId xmlns:a16="http://schemas.microsoft.com/office/drawing/2014/main" id="{8BB56C6A-8C41-5D0E-94FD-36D3ACB9AE6A}"/>
              </a:ext>
            </a:extLst>
          </p:cNvPr>
          <p:cNvSpPr/>
          <p:nvPr/>
        </p:nvSpPr>
        <p:spPr>
          <a:xfrm>
            <a:off x="0" y="0"/>
            <a:ext cx="9144000" cy="38405"/>
          </a:xfrm>
          <a:prstGeom prst="rect">
            <a:avLst/>
          </a:prstGeom>
          <a:solidFill>
            <a:srgbClr val="EB6C01"/>
          </a:solidFill>
          <a:ln w="12700">
            <a:solidFill>
              <a:srgbClr val="EB6C01"/>
            </a:solidFill>
            <a:prstDash val="solid"/>
          </a:ln>
        </p:spPr>
        <p:txBody>
          <a:bodyPr/>
          <a:lstStyle/>
          <a:p>
            <a:endParaRPr lang="es-419" noProof="0" dirty="0"/>
          </a:p>
        </p:txBody>
      </p:sp>
      <p:sp>
        <p:nvSpPr>
          <p:cNvPr id="3" name="Shape 1">
            <a:extLst>
              <a:ext uri="{FF2B5EF4-FFF2-40B4-BE49-F238E27FC236}">
                <a16:creationId xmlns:a16="http://schemas.microsoft.com/office/drawing/2014/main" id="{58EC8DC8-2FB6-FA13-AD04-27DEA5850B1F}"/>
              </a:ext>
            </a:extLst>
          </p:cNvPr>
          <p:cNvSpPr/>
          <p:nvPr/>
        </p:nvSpPr>
        <p:spPr>
          <a:xfrm>
            <a:off x="0" y="38405"/>
            <a:ext cx="9144000" cy="667512"/>
          </a:xfrm>
          <a:prstGeom prst="rect">
            <a:avLst/>
          </a:prstGeom>
          <a:solidFill>
            <a:srgbClr val="1A3464"/>
          </a:solidFill>
          <a:ln w="12700">
            <a:solidFill>
              <a:srgbClr val="1A3464"/>
            </a:solidFill>
            <a:prstDash val="solid"/>
          </a:ln>
        </p:spPr>
        <p:txBody>
          <a:bodyPr/>
          <a:lstStyle/>
          <a:p>
            <a:endParaRPr lang="es-419" noProof="0" dirty="0"/>
          </a:p>
        </p:txBody>
      </p:sp>
      <p:sp>
        <p:nvSpPr>
          <p:cNvPr id="4" name="Shape 2">
            <a:extLst>
              <a:ext uri="{FF2B5EF4-FFF2-40B4-BE49-F238E27FC236}">
                <a16:creationId xmlns:a16="http://schemas.microsoft.com/office/drawing/2014/main" id="{F72FD75A-B566-44CE-295E-B390D450F90E}"/>
              </a:ext>
            </a:extLst>
          </p:cNvPr>
          <p:cNvSpPr/>
          <p:nvPr/>
        </p:nvSpPr>
        <p:spPr>
          <a:xfrm>
            <a:off x="384048" y="117043"/>
            <a:ext cx="685800" cy="237744"/>
          </a:xfrm>
          <a:prstGeom prst="rect">
            <a:avLst/>
          </a:prstGeom>
          <a:solidFill>
            <a:srgbClr val="EB6C01"/>
          </a:solidFill>
          <a:ln w="12700">
            <a:solidFill>
              <a:srgbClr val="EB6C01"/>
            </a:solidFill>
            <a:prstDash val="solid"/>
          </a:ln>
        </p:spPr>
        <p:txBody>
          <a:bodyPr/>
          <a:lstStyle/>
          <a:p>
            <a:endParaRPr lang="es-419" noProof="0" dirty="0"/>
          </a:p>
        </p:txBody>
      </p:sp>
      <p:sp>
        <p:nvSpPr>
          <p:cNvPr id="5" name="Text 3">
            <a:extLst>
              <a:ext uri="{FF2B5EF4-FFF2-40B4-BE49-F238E27FC236}">
                <a16:creationId xmlns:a16="http://schemas.microsoft.com/office/drawing/2014/main" id="{684F74A4-95AD-B4C9-9B00-DAAFBD688C26}"/>
              </a:ext>
            </a:extLst>
          </p:cNvPr>
          <p:cNvSpPr/>
          <p:nvPr/>
        </p:nvSpPr>
        <p:spPr>
          <a:xfrm>
            <a:off x="384048" y="117043"/>
            <a:ext cx="685800" cy="237744"/>
          </a:xfrm>
          <a:prstGeom prst="rect">
            <a:avLst/>
          </a:prstGeom>
          <a:noFill/>
          <a:ln/>
        </p:spPr>
        <p:txBody>
          <a:bodyPr wrap="square" lIns="0" tIns="0" rIns="0" bIns="0" rtlCol="0" anchor="ctr"/>
          <a:lstStyle/>
          <a:p>
            <a:pPr marL="0" indent="0" algn="ctr">
              <a:buNone/>
            </a:pPr>
            <a:r>
              <a:rPr lang="es-419" sz="650" b="1" kern="0" spc="150" noProof="0" dirty="0">
                <a:solidFill>
                  <a:srgbClr val="FFFFFF"/>
                </a:solidFill>
                <a:latin typeface="Montserrat" pitchFamily="34" charset="0"/>
                <a:ea typeface="Montserrat" pitchFamily="34" charset="-122"/>
                <a:cs typeface="Montserrat" pitchFamily="34" charset="-120"/>
              </a:rPr>
              <a:t>T. MÉXICO</a:t>
            </a:r>
            <a:endParaRPr lang="es-419" sz="650" noProof="0" dirty="0"/>
          </a:p>
        </p:txBody>
      </p:sp>
      <p:sp>
        <p:nvSpPr>
          <p:cNvPr id="6" name="Text 4">
            <a:extLst>
              <a:ext uri="{FF2B5EF4-FFF2-40B4-BE49-F238E27FC236}">
                <a16:creationId xmlns:a16="http://schemas.microsoft.com/office/drawing/2014/main" id="{32CFBAA3-2187-F335-4FEB-55337D01D4F0}"/>
              </a:ext>
            </a:extLst>
          </p:cNvPr>
          <p:cNvSpPr/>
          <p:nvPr/>
        </p:nvSpPr>
        <p:spPr>
          <a:xfrm>
            <a:off x="1170432" y="91440"/>
            <a:ext cx="5029200" cy="402336"/>
          </a:xfrm>
          <a:prstGeom prst="rect">
            <a:avLst/>
          </a:prstGeom>
          <a:noFill/>
          <a:ln/>
        </p:spPr>
        <p:txBody>
          <a:bodyPr wrap="square" lIns="0" tIns="0" rIns="0" bIns="0" rtlCol="0" anchor="ctr"/>
          <a:lstStyle/>
          <a:p>
            <a:pPr marL="0" indent="0">
              <a:buNone/>
            </a:pPr>
            <a:r>
              <a:rPr lang="es-419" sz="2000" b="1" noProof="0" dirty="0">
                <a:solidFill>
                  <a:srgbClr val="FFFFFF"/>
                </a:solidFill>
                <a:latin typeface="Montserrat" pitchFamily="34" charset="0"/>
                <a:ea typeface="Montserrat" pitchFamily="34" charset="-122"/>
                <a:cs typeface="Montserrat" pitchFamily="34" charset="-120"/>
              </a:rPr>
              <a:t>MA QUERÉTARO </a:t>
            </a:r>
            <a:endParaRPr lang="es-419" sz="2000" noProof="0" dirty="0"/>
          </a:p>
        </p:txBody>
      </p:sp>
      <p:sp>
        <p:nvSpPr>
          <p:cNvPr id="7" name="Text 5">
            <a:extLst>
              <a:ext uri="{FF2B5EF4-FFF2-40B4-BE49-F238E27FC236}">
                <a16:creationId xmlns:a16="http://schemas.microsoft.com/office/drawing/2014/main" id="{3A30BB18-AE7A-9ED5-7F31-5081AF9DF396}"/>
              </a:ext>
            </a:extLst>
          </p:cNvPr>
          <p:cNvSpPr/>
          <p:nvPr/>
        </p:nvSpPr>
        <p:spPr>
          <a:xfrm>
            <a:off x="1170432" y="475488"/>
            <a:ext cx="3200400" cy="182880"/>
          </a:xfrm>
          <a:prstGeom prst="rect">
            <a:avLst/>
          </a:prstGeom>
          <a:noFill/>
          <a:ln/>
        </p:spPr>
        <p:txBody>
          <a:bodyPr wrap="square" lIns="0" tIns="0" rIns="0" bIns="0" rtlCol="0" anchor="ctr"/>
          <a:lstStyle/>
          <a:p>
            <a:pPr marL="0" indent="0">
              <a:buNone/>
            </a:pPr>
            <a:r>
              <a:rPr lang="es-419" sz="950" noProof="0" dirty="0">
                <a:solidFill>
                  <a:srgbClr val="8FAECB"/>
                </a:solidFill>
                <a:latin typeface="Montserrat" pitchFamily="34" charset="0"/>
              </a:rPr>
              <a:t>Querétaro </a:t>
            </a:r>
            <a:endParaRPr lang="es-419" sz="950" noProof="0" dirty="0"/>
          </a:p>
        </p:txBody>
      </p:sp>
      <p:sp>
        <p:nvSpPr>
          <p:cNvPr id="8" name="Text 6">
            <a:extLst>
              <a:ext uri="{FF2B5EF4-FFF2-40B4-BE49-F238E27FC236}">
                <a16:creationId xmlns:a16="http://schemas.microsoft.com/office/drawing/2014/main" id="{79C65353-F65D-2D8C-A064-AFD94DF2A5BE}"/>
              </a:ext>
            </a:extLst>
          </p:cNvPr>
          <p:cNvSpPr/>
          <p:nvPr/>
        </p:nvSpPr>
        <p:spPr>
          <a:xfrm>
            <a:off x="7132320" y="246888"/>
            <a:ext cx="1828800" cy="182880"/>
          </a:xfrm>
          <a:prstGeom prst="rect">
            <a:avLst/>
          </a:prstGeom>
          <a:noFill/>
          <a:ln/>
        </p:spPr>
        <p:txBody>
          <a:bodyPr wrap="square" lIns="0" tIns="0" rIns="0" bIns="0" rtlCol="0" anchor="ctr"/>
          <a:lstStyle/>
          <a:p>
            <a:pPr marL="0" indent="0" algn="r">
              <a:buNone/>
            </a:pPr>
            <a:r>
              <a:rPr lang="es-419" sz="700" b="1" kern="0" spc="150" noProof="0" dirty="0">
                <a:solidFill>
                  <a:srgbClr val="EB6C01"/>
                </a:solidFill>
                <a:latin typeface="Montserrat" pitchFamily="34" charset="0"/>
                <a:ea typeface="Montserrat" pitchFamily="34" charset="-122"/>
                <a:cs typeface="Montserrat" pitchFamily="34" charset="-120"/>
              </a:rPr>
              <a:t>SEMANA 18  ·  2025</a:t>
            </a:r>
            <a:endParaRPr lang="es-419" sz="700" noProof="0" dirty="0"/>
          </a:p>
        </p:txBody>
      </p:sp>
      <p:sp>
        <p:nvSpPr>
          <p:cNvPr id="9" name="Shape 7">
            <a:extLst>
              <a:ext uri="{FF2B5EF4-FFF2-40B4-BE49-F238E27FC236}">
                <a16:creationId xmlns:a16="http://schemas.microsoft.com/office/drawing/2014/main" id="{F2E8E4F2-4824-B925-D9B8-C6C219E3E3E2}"/>
              </a:ext>
            </a:extLst>
          </p:cNvPr>
          <p:cNvSpPr/>
          <p:nvPr/>
        </p:nvSpPr>
        <p:spPr>
          <a:xfrm>
            <a:off x="0" y="705917"/>
            <a:ext cx="2779776" cy="4163263"/>
          </a:xfrm>
          <a:prstGeom prst="rect">
            <a:avLst/>
          </a:prstGeom>
          <a:solidFill>
            <a:srgbClr val="FFFFFF"/>
          </a:solidFill>
          <a:ln w="12700">
            <a:solidFill>
              <a:srgbClr val="D4E4F2"/>
            </a:solidFill>
            <a:prstDash val="solid"/>
          </a:ln>
        </p:spPr>
        <p:txBody>
          <a:bodyPr/>
          <a:lstStyle/>
          <a:p>
            <a:endParaRPr lang="es-419" noProof="0" dirty="0"/>
          </a:p>
        </p:txBody>
      </p:sp>
      <p:sp>
        <p:nvSpPr>
          <p:cNvPr id="10" name="Text 8">
            <a:extLst>
              <a:ext uri="{FF2B5EF4-FFF2-40B4-BE49-F238E27FC236}">
                <a16:creationId xmlns:a16="http://schemas.microsoft.com/office/drawing/2014/main" id="{B2985887-0B37-8781-040A-12F6DBCF4F3E}"/>
              </a:ext>
            </a:extLst>
          </p:cNvPr>
          <p:cNvSpPr/>
          <p:nvPr/>
        </p:nvSpPr>
        <p:spPr>
          <a:xfrm>
            <a:off x="118872" y="768096"/>
            <a:ext cx="2468880" cy="146304"/>
          </a:xfrm>
          <a:prstGeom prst="rect">
            <a:avLst/>
          </a:prstGeom>
          <a:noFill/>
          <a:ln/>
        </p:spPr>
        <p:txBody>
          <a:bodyPr wrap="square" lIns="0" tIns="0" rIns="0" bIns="0" rtlCol="0" anchor="ctr"/>
          <a:lstStyle/>
          <a:p>
            <a:pPr marL="0" indent="0">
              <a:buNone/>
            </a:pPr>
            <a:r>
              <a:rPr lang="es-419" sz="650" b="1" kern="0" spc="250" noProof="0" dirty="0">
                <a:solidFill>
                  <a:srgbClr val="8FAECB"/>
                </a:solidFill>
                <a:latin typeface="Montserrat" pitchFamily="34" charset="0"/>
                <a:ea typeface="Montserrat" pitchFamily="34" charset="-122"/>
                <a:cs typeface="Montserrat" pitchFamily="34" charset="-120"/>
              </a:rPr>
              <a:t>UBICACIÓN EN MÉXICO</a:t>
            </a:r>
            <a:endParaRPr lang="es-419" sz="650" noProof="0" dirty="0"/>
          </a:p>
        </p:txBody>
      </p:sp>
      <p:sp>
        <p:nvSpPr>
          <p:cNvPr id="12" name="Text 9">
            <a:extLst>
              <a:ext uri="{FF2B5EF4-FFF2-40B4-BE49-F238E27FC236}">
                <a16:creationId xmlns:a16="http://schemas.microsoft.com/office/drawing/2014/main" id="{55E2AA7F-9CCB-088B-DD7E-E6F280E7C949}"/>
              </a:ext>
            </a:extLst>
          </p:cNvPr>
          <p:cNvSpPr/>
          <p:nvPr/>
        </p:nvSpPr>
        <p:spPr>
          <a:xfrm>
            <a:off x="73152" y="2944368"/>
            <a:ext cx="2633472" cy="182880"/>
          </a:xfrm>
          <a:prstGeom prst="rect">
            <a:avLst/>
          </a:prstGeom>
          <a:noFill/>
          <a:ln/>
        </p:spPr>
        <p:txBody>
          <a:bodyPr wrap="square" lIns="0" tIns="0" rIns="0" bIns="0" rtlCol="0" anchor="ctr"/>
          <a:lstStyle/>
          <a:p>
            <a:pPr marL="0" indent="0" algn="ctr">
              <a:buNone/>
            </a:pPr>
            <a:r>
              <a:rPr lang="es-419" sz="750" b="1" kern="0" spc="200" noProof="0" dirty="0">
                <a:solidFill>
                  <a:srgbClr val="EB6C01"/>
                </a:solidFill>
                <a:latin typeface="Montserrat" pitchFamily="34" charset="0"/>
              </a:rPr>
              <a:t>QUERÉTARO </a:t>
            </a:r>
            <a:endParaRPr lang="es-419" sz="750" noProof="0" dirty="0"/>
          </a:p>
        </p:txBody>
      </p:sp>
      <p:sp>
        <p:nvSpPr>
          <p:cNvPr id="13" name="Text 10">
            <a:extLst>
              <a:ext uri="{FF2B5EF4-FFF2-40B4-BE49-F238E27FC236}">
                <a16:creationId xmlns:a16="http://schemas.microsoft.com/office/drawing/2014/main" id="{DD1A8A78-1A61-0AC9-8DD1-41949BB89D90}"/>
              </a:ext>
            </a:extLst>
          </p:cNvPr>
          <p:cNvSpPr/>
          <p:nvPr/>
        </p:nvSpPr>
        <p:spPr>
          <a:xfrm>
            <a:off x="2944368" y="859536"/>
            <a:ext cx="1353312" cy="164592"/>
          </a:xfrm>
          <a:prstGeom prst="rect">
            <a:avLst/>
          </a:prstGeom>
          <a:noFill/>
          <a:ln/>
        </p:spPr>
        <p:txBody>
          <a:bodyPr wrap="square" lIns="0" tIns="0" rIns="0" bIns="0" rtlCol="0" anchor="ctr"/>
          <a:lstStyle/>
          <a:p>
            <a:pPr marL="0" indent="0">
              <a:buNone/>
            </a:pPr>
            <a:r>
              <a:rPr lang="es-419" sz="650" b="1" kern="0" spc="250" noProof="0" dirty="0">
                <a:solidFill>
                  <a:srgbClr val="EB6C01"/>
                </a:solidFill>
                <a:latin typeface="Montserrat" pitchFamily="34" charset="0"/>
                <a:ea typeface="Montserrat" pitchFamily="34" charset="-122"/>
                <a:cs typeface="Montserrat" pitchFamily="34" charset="-120"/>
              </a:rPr>
              <a:t>PROYECTO ACTIVO</a:t>
            </a:r>
            <a:endParaRPr lang="es-419" sz="650" noProof="0" dirty="0"/>
          </a:p>
        </p:txBody>
      </p:sp>
      <p:sp>
        <p:nvSpPr>
          <p:cNvPr id="14" name="Shape 11">
            <a:extLst>
              <a:ext uri="{FF2B5EF4-FFF2-40B4-BE49-F238E27FC236}">
                <a16:creationId xmlns:a16="http://schemas.microsoft.com/office/drawing/2014/main" id="{A457936B-39F4-0137-A3EF-EA0BBC162F7D}"/>
              </a:ext>
            </a:extLst>
          </p:cNvPr>
          <p:cNvSpPr/>
          <p:nvPr/>
        </p:nvSpPr>
        <p:spPr>
          <a:xfrm>
            <a:off x="2944368" y="1024128"/>
            <a:ext cx="987552" cy="16459"/>
          </a:xfrm>
          <a:prstGeom prst="rect">
            <a:avLst/>
          </a:prstGeom>
          <a:solidFill>
            <a:srgbClr val="EB6C01"/>
          </a:solidFill>
          <a:ln w="12700">
            <a:solidFill>
              <a:srgbClr val="EB6C01"/>
            </a:solidFill>
            <a:prstDash val="solid"/>
          </a:ln>
        </p:spPr>
        <p:txBody>
          <a:bodyPr/>
          <a:lstStyle/>
          <a:p>
            <a:endParaRPr lang="es-419" noProof="0" dirty="0"/>
          </a:p>
        </p:txBody>
      </p:sp>
      <p:sp>
        <p:nvSpPr>
          <p:cNvPr id="15" name="Shape 12">
            <a:extLst>
              <a:ext uri="{FF2B5EF4-FFF2-40B4-BE49-F238E27FC236}">
                <a16:creationId xmlns:a16="http://schemas.microsoft.com/office/drawing/2014/main" id="{7DC24598-3798-1018-C983-BC3C1B4D4235}"/>
              </a:ext>
            </a:extLst>
          </p:cNvPr>
          <p:cNvSpPr/>
          <p:nvPr/>
        </p:nvSpPr>
        <p:spPr>
          <a:xfrm>
            <a:off x="2944368" y="1115568"/>
            <a:ext cx="6035040" cy="603504"/>
          </a:xfrm>
          <a:prstGeom prst="rect">
            <a:avLst/>
          </a:prstGeom>
          <a:solidFill>
            <a:srgbClr val="E5EFF8"/>
          </a:solidFill>
          <a:ln w="12700">
            <a:solidFill>
              <a:srgbClr val="A8C0D8"/>
            </a:solidFill>
            <a:prstDash val="solid"/>
          </a:ln>
        </p:spPr>
        <p:txBody>
          <a:bodyPr/>
          <a:lstStyle/>
          <a:p>
            <a:endParaRPr lang="es-419" noProof="0" dirty="0"/>
          </a:p>
        </p:txBody>
      </p:sp>
      <p:sp>
        <p:nvSpPr>
          <p:cNvPr id="16" name="Text 13">
            <a:extLst>
              <a:ext uri="{FF2B5EF4-FFF2-40B4-BE49-F238E27FC236}">
                <a16:creationId xmlns:a16="http://schemas.microsoft.com/office/drawing/2014/main" id="{6C418E2A-C647-FEB3-414D-FF8ED3D7069F}"/>
              </a:ext>
            </a:extLst>
          </p:cNvPr>
          <p:cNvSpPr/>
          <p:nvPr/>
        </p:nvSpPr>
        <p:spPr>
          <a:xfrm>
            <a:off x="3054096" y="1170432"/>
            <a:ext cx="5815584" cy="493776"/>
          </a:xfrm>
          <a:prstGeom prst="rect">
            <a:avLst/>
          </a:prstGeom>
          <a:noFill/>
          <a:ln/>
        </p:spPr>
        <p:txBody>
          <a:bodyPr wrap="square" lIns="0" tIns="0" rIns="0" bIns="0" rtlCol="0" anchor="ctr"/>
          <a:lstStyle/>
          <a:p>
            <a:pPr marL="0" indent="0">
              <a:buNone/>
            </a:pPr>
            <a:r>
              <a:rPr lang="es-419" sz="1500" b="1" noProof="0" dirty="0">
                <a:solidFill>
                  <a:srgbClr val="9BB5CC"/>
                </a:solidFill>
                <a:latin typeface="Montserrat" pitchFamily="34" charset="0"/>
                <a:ea typeface="Montserrat" pitchFamily="34" charset="-122"/>
                <a:cs typeface="Montserrat" pitchFamily="34" charset="-120"/>
              </a:rPr>
              <a:t>[Nombre del Proyecto / Actividad]</a:t>
            </a:r>
            <a:endParaRPr lang="es-419" sz="1500" noProof="0" dirty="0"/>
          </a:p>
        </p:txBody>
      </p:sp>
      <p:sp>
        <p:nvSpPr>
          <p:cNvPr id="17" name="Shape 14">
            <a:extLst>
              <a:ext uri="{FF2B5EF4-FFF2-40B4-BE49-F238E27FC236}">
                <a16:creationId xmlns:a16="http://schemas.microsoft.com/office/drawing/2014/main" id="{4CBA36D0-B70E-B825-A804-DF1758123A9E}"/>
              </a:ext>
            </a:extLst>
          </p:cNvPr>
          <p:cNvSpPr/>
          <p:nvPr/>
        </p:nvSpPr>
        <p:spPr>
          <a:xfrm>
            <a:off x="2944368" y="1837944"/>
            <a:ext cx="91440" cy="91440"/>
          </a:xfrm>
          <a:prstGeom prst="ellipse">
            <a:avLst/>
          </a:prstGeom>
          <a:solidFill>
            <a:srgbClr val="A8C0D8"/>
          </a:solidFill>
          <a:ln w="12700">
            <a:solidFill>
              <a:srgbClr val="A8C0D8"/>
            </a:solidFill>
            <a:prstDash val="solid"/>
          </a:ln>
        </p:spPr>
        <p:txBody>
          <a:bodyPr/>
          <a:lstStyle/>
          <a:p>
            <a:endParaRPr lang="es-419" noProof="0" dirty="0"/>
          </a:p>
        </p:txBody>
      </p:sp>
      <p:sp>
        <p:nvSpPr>
          <p:cNvPr id="18" name="Text 15">
            <a:extLst>
              <a:ext uri="{FF2B5EF4-FFF2-40B4-BE49-F238E27FC236}">
                <a16:creationId xmlns:a16="http://schemas.microsoft.com/office/drawing/2014/main" id="{04D73688-523A-8162-1FB5-CFDF3DD44F43}"/>
              </a:ext>
            </a:extLst>
          </p:cNvPr>
          <p:cNvSpPr/>
          <p:nvPr/>
        </p:nvSpPr>
        <p:spPr>
          <a:xfrm>
            <a:off x="3099816" y="1819656"/>
            <a:ext cx="2743200" cy="137160"/>
          </a:xfrm>
          <a:prstGeom prst="rect">
            <a:avLst/>
          </a:prstGeom>
          <a:noFill/>
          <a:ln/>
        </p:spPr>
        <p:txBody>
          <a:bodyPr wrap="square" lIns="0" tIns="0" rIns="0" bIns="0" rtlCol="0" anchor="ctr"/>
          <a:lstStyle/>
          <a:p>
            <a:pPr marL="0" indent="0">
              <a:buNone/>
            </a:pPr>
            <a:r>
              <a:rPr lang="es-419" sz="850" b="1" kern="0" spc="100" noProof="0" dirty="0">
                <a:solidFill>
                  <a:srgbClr val="A8C0D8"/>
                </a:solidFill>
                <a:latin typeface="Montserrat" pitchFamily="34" charset="0"/>
                <a:ea typeface="Montserrat" pitchFamily="34" charset="-122"/>
                <a:cs typeface="Montserrat" pitchFamily="34" charset="-120"/>
              </a:rPr>
              <a:t>[ESTADO DEL PROYECTO]</a:t>
            </a:r>
            <a:endParaRPr lang="es-419" sz="850" noProof="0" dirty="0"/>
          </a:p>
        </p:txBody>
      </p:sp>
      <p:sp>
        <p:nvSpPr>
          <p:cNvPr id="19" name="Shape 16">
            <a:extLst>
              <a:ext uri="{FF2B5EF4-FFF2-40B4-BE49-F238E27FC236}">
                <a16:creationId xmlns:a16="http://schemas.microsoft.com/office/drawing/2014/main" id="{1DA7EFD2-4A53-357B-AF87-692B2D3A2F53}"/>
              </a:ext>
            </a:extLst>
          </p:cNvPr>
          <p:cNvSpPr/>
          <p:nvPr/>
        </p:nvSpPr>
        <p:spPr>
          <a:xfrm>
            <a:off x="2944368" y="2057400"/>
            <a:ext cx="25603" cy="658368"/>
          </a:xfrm>
          <a:prstGeom prst="rect">
            <a:avLst/>
          </a:prstGeom>
          <a:solidFill>
            <a:srgbClr val="A8C0D8"/>
          </a:solidFill>
          <a:ln w="12700">
            <a:solidFill>
              <a:srgbClr val="A8C0D8"/>
            </a:solidFill>
            <a:prstDash val="solid"/>
          </a:ln>
        </p:spPr>
        <p:txBody>
          <a:bodyPr/>
          <a:lstStyle/>
          <a:p>
            <a:endParaRPr lang="es-419" noProof="0" dirty="0"/>
          </a:p>
        </p:txBody>
      </p:sp>
      <p:sp>
        <p:nvSpPr>
          <p:cNvPr id="20" name="Text 17">
            <a:extLst>
              <a:ext uri="{FF2B5EF4-FFF2-40B4-BE49-F238E27FC236}">
                <a16:creationId xmlns:a16="http://schemas.microsoft.com/office/drawing/2014/main" id="{E26527C6-1FE9-DF00-F7AC-445B51B4FFC4}"/>
              </a:ext>
            </a:extLst>
          </p:cNvPr>
          <p:cNvSpPr/>
          <p:nvPr/>
        </p:nvSpPr>
        <p:spPr>
          <a:xfrm>
            <a:off x="3035808" y="2057400"/>
            <a:ext cx="5925312" cy="658368"/>
          </a:xfrm>
          <a:prstGeom prst="rect">
            <a:avLst/>
          </a:prstGeom>
          <a:noFill/>
          <a:ln/>
        </p:spPr>
        <p:txBody>
          <a:bodyPr wrap="square" rtlCol="0" anchor="ctr"/>
          <a:lstStyle/>
          <a:p>
            <a:pPr marL="0" indent="0">
              <a:buNone/>
            </a:pPr>
            <a:r>
              <a:rPr lang="es-419" sz="950" i="1" noProof="0" dirty="0">
                <a:solidFill>
                  <a:srgbClr val="A8BDD0"/>
                </a:solidFill>
                <a:latin typeface="Montserrat" pitchFamily="34" charset="0"/>
                <a:ea typeface="Montserrat" pitchFamily="34" charset="-122"/>
                <a:cs typeface="Montserrat" pitchFamily="34" charset="-120"/>
              </a:rPr>
              <a:t>Describa aquí el avance semanal, actividades realizadas,</a:t>
            </a:r>
            <a:endParaRPr lang="es-419" sz="950" noProof="0" dirty="0"/>
          </a:p>
          <a:p>
            <a:pPr marL="0" indent="0">
              <a:buNone/>
            </a:pPr>
            <a:r>
              <a:rPr lang="es-419" sz="950" i="1" noProof="0" dirty="0">
                <a:solidFill>
                  <a:srgbClr val="A8BDD0"/>
                </a:solidFill>
                <a:latin typeface="Montserrat" pitchFamily="34" charset="0"/>
                <a:ea typeface="Montserrat" pitchFamily="34" charset="-122"/>
                <a:cs typeface="Montserrat" pitchFamily="34" charset="-120"/>
              </a:rPr>
              <a:t>pagos, documentación o incidencias del proyecto.</a:t>
            </a:r>
            <a:endParaRPr lang="es-419" sz="950" noProof="0" dirty="0"/>
          </a:p>
        </p:txBody>
      </p:sp>
      <p:sp>
        <p:nvSpPr>
          <p:cNvPr id="21" name="Text 18">
            <a:extLst>
              <a:ext uri="{FF2B5EF4-FFF2-40B4-BE49-F238E27FC236}">
                <a16:creationId xmlns:a16="http://schemas.microsoft.com/office/drawing/2014/main" id="{3A2E43B2-AB45-F563-419D-0E61122A35A7}"/>
              </a:ext>
            </a:extLst>
          </p:cNvPr>
          <p:cNvSpPr/>
          <p:nvPr/>
        </p:nvSpPr>
        <p:spPr>
          <a:xfrm>
            <a:off x="2944368" y="2834640"/>
            <a:ext cx="1828800" cy="164592"/>
          </a:xfrm>
          <a:prstGeom prst="rect">
            <a:avLst/>
          </a:prstGeom>
          <a:noFill/>
          <a:ln/>
        </p:spPr>
        <p:txBody>
          <a:bodyPr wrap="square" lIns="0" tIns="0" rIns="0" bIns="0" rtlCol="0" anchor="ctr"/>
          <a:lstStyle/>
          <a:p>
            <a:pPr marL="0" indent="0">
              <a:buNone/>
            </a:pPr>
            <a:r>
              <a:rPr lang="es-419" sz="650" b="1" kern="0" spc="250" noProof="0" dirty="0">
                <a:solidFill>
                  <a:srgbClr val="EB6C01"/>
                </a:solidFill>
                <a:latin typeface="Montserrat" pitchFamily="34" charset="0"/>
                <a:ea typeface="Montserrat" pitchFamily="34" charset="-122"/>
                <a:cs typeface="Montserrat" pitchFamily="34" charset="-120"/>
              </a:rPr>
              <a:t>FOTOGRAFÍAS DE AVANCE</a:t>
            </a:r>
            <a:endParaRPr lang="es-419" sz="650" noProof="0" dirty="0"/>
          </a:p>
        </p:txBody>
      </p:sp>
      <p:sp>
        <p:nvSpPr>
          <p:cNvPr id="22" name="Shape 19">
            <a:extLst>
              <a:ext uri="{FF2B5EF4-FFF2-40B4-BE49-F238E27FC236}">
                <a16:creationId xmlns:a16="http://schemas.microsoft.com/office/drawing/2014/main" id="{8A6A8C14-1767-974C-BB72-C46808C99C5F}"/>
              </a:ext>
            </a:extLst>
          </p:cNvPr>
          <p:cNvSpPr/>
          <p:nvPr/>
        </p:nvSpPr>
        <p:spPr>
          <a:xfrm>
            <a:off x="2944368" y="3008376"/>
            <a:ext cx="1481328" cy="16459"/>
          </a:xfrm>
          <a:prstGeom prst="rect">
            <a:avLst/>
          </a:prstGeom>
          <a:solidFill>
            <a:srgbClr val="EB6C01"/>
          </a:solidFill>
          <a:ln w="12700">
            <a:solidFill>
              <a:srgbClr val="EB6C01"/>
            </a:solidFill>
            <a:prstDash val="solid"/>
          </a:ln>
        </p:spPr>
        <p:txBody>
          <a:bodyPr/>
          <a:lstStyle/>
          <a:p>
            <a:endParaRPr lang="es-419" noProof="0" dirty="0"/>
          </a:p>
        </p:txBody>
      </p:sp>
      <p:sp>
        <p:nvSpPr>
          <p:cNvPr id="23" name="Shape 20">
            <a:extLst>
              <a:ext uri="{FF2B5EF4-FFF2-40B4-BE49-F238E27FC236}">
                <a16:creationId xmlns:a16="http://schemas.microsoft.com/office/drawing/2014/main" id="{0CD257D7-4229-D8BA-0A36-65BA97505DCE}"/>
              </a:ext>
            </a:extLst>
          </p:cNvPr>
          <p:cNvSpPr/>
          <p:nvPr/>
        </p:nvSpPr>
        <p:spPr>
          <a:xfrm>
            <a:off x="2944368"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24" name="Image 1" descr="preencoded.png">
            <a:extLst>
              <a:ext uri="{FF2B5EF4-FFF2-40B4-BE49-F238E27FC236}">
                <a16:creationId xmlns:a16="http://schemas.microsoft.com/office/drawing/2014/main" id="{021DDEC9-1DE8-18EC-16DE-D8F1D45BBFC9}"/>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797808" y="3593592"/>
            <a:ext cx="256032" cy="256032"/>
          </a:xfrm>
          <a:prstGeom prst="rect">
            <a:avLst/>
          </a:prstGeom>
        </p:spPr>
      </p:pic>
      <p:sp>
        <p:nvSpPr>
          <p:cNvPr id="25" name="Text 21">
            <a:extLst>
              <a:ext uri="{FF2B5EF4-FFF2-40B4-BE49-F238E27FC236}">
                <a16:creationId xmlns:a16="http://schemas.microsoft.com/office/drawing/2014/main" id="{D22626B0-C05E-8B39-D6E2-83287FF5D7E4}"/>
              </a:ext>
            </a:extLst>
          </p:cNvPr>
          <p:cNvSpPr/>
          <p:nvPr/>
        </p:nvSpPr>
        <p:spPr>
          <a:xfrm>
            <a:off x="2944368"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26" name="Shape 22">
            <a:extLst>
              <a:ext uri="{FF2B5EF4-FFF2-40B4-BE49-F238E27FC236}">
                <a16:creationId xmlns:a16="http://schemas.microsoft.com/office/drawing/2014/main" id="{E2C1B4B6-2A15-D215-39A3-D928652E2A3A}"/>
              </a:ext>
            </a:extLst>
          </p:cNvPr>
          <p:cNvSpPr/>
          <p:nvPr/>
        </p:nvSpPr>
        <p:spPr>
          <a:xfrm>
            <a:off x="4980432"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27" name="Image 2" descr="preencoded.png">
            <a:extLst>
              <a:ext uri="{FF2B5EF4-FFF2-40B4-BE49-F238E27FC236}">
                <a16:creationId xmlns:a16="http://schemas.microsoft.com/office/drawing/2014/main" id="{2DF6675B-A2C7-4F93-F52D-3D7E1571567B}"/>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833872" y="3593592"/>
            <a:ext cx="256032" cy="256032"/>
          </a:xfrm>
          <a:prstGeom prst="rect">
            <a:avLst/>
          </a:prstGeom>
        </p:spPr>
      </p:pic>
      <p:sp>
        <p:nvSpPr>
          <p:cNvPr id="28" name="Text 23">
            <a:extLst>
              <a:ext uri="{FF2B5EF4-FFF2-40B4-BE49-F238E27FC236}">
                <a16:creationId xmlns:a16="http://schemas.microsoft.com/office/drawing/2014/main" id="{F5036773-AB13-9ADF-A49E-26BDC120B837}"/>
              </a:ext>
            </a:extLst>
          </p:cNvPr>
          <p:cNvSpPr/>
          <p:nvPr/>
        </p:nvSpPr>
        <p:spPr>
          <a:xfrm>
            <a:off x="4980432"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29" name="Shape 24">
            <a:extLst>
              <a:ext uri="{FF2B5EF4-FFF2-40B4-BE49-F238E27FC236}">
                <a16:creationId xmlns:a16="http://schemas.microsoft.com/office/drawing/2014/main" id="{9AC10E1B-0C53-36B4-C86E-2CA60D5EE70F}"/>
              </a:ext>
            </a:extLst>
          </p:cNvPr>
          <p:cNvSpPr/>
          <p:nvPr/>
        </p:nvSpPr>
        <p:spPr>
          <a:xfrm>
            <a:off x="7016496"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30" name="Image 3" descr="preencoded.png">
            <a:extLst>
              <a:ext uri="{FF2B5EF4-FFF2-40B4-BE49-F238E27FC236}">
                <a16:creationId xmlns:a16="http://schemas.microsoft.com/office/drawing/2014/main" id="{0CB437F2-8BEE-A076-E970-DF3AF44BBDEF}"/>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7869936" y="3593592"/>
            <a:ext cx="256032" cy="256032"/>
          </a:xfrm>
          <a:prstGeom prst="rect">
            <a:avLst/>
          </a:prstGeom>
        </p:spPr>
      </p:pic>
      <p:sp>
        <p:nvSpPr>
          <p:cNvPr id="31" name="Text 25">
            <a:extLst>
              <a:ext uri="{FF2B5EF4-FFF2-40B4-BE49-F238E27FC236}">
                <a16:creationId xmlns:a16="http://schemas.microsoft.com/office/drawing/2014/main" id="{5F2595DD-D2CC-4561-EA2D-325D03090FF3}"/>
              </a:ext>
            </a:extLst>
          </p:cNvPr>
          <p:cNvSpPr/>
          <p:nvPr/>
        </p:nvSpPr>
        <p:spPr>
          <a:xfrm>
            <a:off x="7016496"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32" name="Shape 26">
            <a:extLst>
              <a:ext uri="{FF2B5EF4-FFF2-40B4-BE49-F238E27FC236}">
                <a16:creationId xmlns:a16="http://schemas.microsoft.com/office/drawing/2014/main" id="{DA69A4A2-88AD-BE30-2071-8DA90DDEDF9E}"/>
              </a:ext>
            </a:extLst>
          </p:cNvPr>
          <p:cNvSpPr/>
          <p:nvPr/>
        </p:nvSpPr>
        <p:spPr>
          <a:xfrm>
            <a:off x="0" y="4873752"/>
            <a:ext cx="9144000" cy="269748"/>
          </a:xfrm>
          <a:prstGeom prst="rect">
            <a:avLst/>
          </a:prstGeom>
          <a:solidFill>
            <a:srgbClr val="1A3464"/>
          </a:solidFill>
          <a:ln w="12700">
            <a:solidFill>
              <a:srgbClr val="1A3464"/>
            </a:solidFill>
            <a:prstDash val="solid"/>
          </a:ln>
        </p:spPr>
        <p:txBody>
          <a:bodyPr/>
          <a:lstStyle/>
          <a:p>
            <a:endParaRPr lang="es-419" noProof="0" dirty="0"/>
          </a:p>
        </p:txBody>
      </p:sp>
      <p:sp>
        <p:nvSpPr>
          <p:cNvPr id="33" name="Text 27">
            <a:extLst>
              <a:ext uri="{FF2B5EF4-FFF2-40B4-BE49-F238E27FC236}">
                <a16:creationId xmlns:a16="http://schemas.microsoft.com/office/drawing/2014/main" id="{135BD4BC-D97F-8F4A-7234-6C456B31FA16}"/>
              </a:ext>
            </a:extLst>
          </p:cNvPr>
          <p:cNvSpPr/>
          <p:nvPr/>
        </p:nvSpPr>
        <p:spPr>
          <a:xfrm>
            <a:off x="384048" y="4901184"/>
            <a:ext cx="5029200" cy="182880"/>
          </a:xfrm>
          <a:prstGeom prst="rect">
            <a:avLst/>
          </a:prstGeom>
          <a:noFill/>
          <a:ln/>
        </p:spPr>
        <p:txBody>
          <a:bodyPr wrap="square" lIns="0" tIns="0" rIns="0" bIns="0" rtlCol="0" anchor="ctr"/>
          <a:lstStyle/>
          <a:p>
            <a:pPr marL="0" indent="0">
              <a:buNone/>
            </a:pPr>
            <a:r>
              <a:rPr lang="es-419" sz="700" kern="0" spc="150" noProof="0" dirty="0">
                <a:solidFill>
                  <a:srgbClr val="8FAECB"/>
                </a:solidFill>
                <a:latin typeface="Montserrat" pitchFamily="34" charset="0"/>
                <a:ea typeface="Montserrat" pitchFamily="34" charset="-122"/>
                <a:cs typeface="Montserrat" pitchFamily="34" charset="-120"/>
              </a:rPr>
              <a:t>COORDINACIÓN DE OBRAS Y MANTENIMIENTO RCMA</a:t>
            </a:r>
            <a:endParaRPr lang="es-419" sz="700" noProof="0" dirty="0"/>
          </a:p>
        </p:txBody>
      </p:sp>
      <p:sp>
        <p:nvSpPr>
          <p:cNvPr id="34" name="Shape 28">
            <a:extLst>
              <a:ext uri="{FF2B5EF4-FFF2-40B4-BE49-F238E27FC236}">
                <a16:creationId xmlns:a16="http://schemas.microsoft.com/office/drawing/2014/main" id="{FE35C99B-DF6E-024E-1FC1-459E31676116}"/>
              </a:ext>
            </a:extLst>
          </p:cNvPr>
          <p:cNvSpPr/>
          <p:nvPr/>
        </p:nvSpPr>
        <p:spPr>
          <a:xfrm>
            <a:off x="5559552" y="4974336"/>
            <a:ext cx="5486" cy="100584"/>
          </a:xfrm>
          <a:prstGeom prst="rect">
            <a:avLst/>
          </a:prstGeom>
          <a:solidFill>
            <a:srgbClr val="8FAECB"/>
          </a:solidFill>
          <a:ln w="12700">
            <a:solidFill>
              <a:srgbClr val="8FAECB"/>
            </a:solidFill>
            <a:prstDash val="solid"/>
          </a:ln>
        </p:spPr>
        <p:txBody>
          <a:bodyPr/>
          <a:lstStyle/>
          <a:p>
            <a:endParaRPr lang="es-419" noProof="0" dirty="0"/>
          </a:p>
        </p:txBody>
      </p:sp>
      <p:sp>
        <p:nvSpPr>
          <p:cNvPr id="35" name="Text 29">
            <a:extLst>
              <a:ext uri="{FF2B5EF4-FFF2-40B4-BE49-F238E27FC236}">
                <a16:creationId xmlns:a16="http://schemas.microsoft.com/office/drawing/2014/main" id="{F1D9A6A7-A248-A8C6-39D5-DC20594C83A3}"/>
              </a:ext>
            </a:extLst>
          </p:cNvPr>
          <p:cNvSpPr/>
          <p:nvPr/>
        </p:nvSpPr>
        <p:spPr>
          <a:xfrm>
            <a:off x="5650992" y="4901184"/>
            <a:ext cx="2286000" cy="182880"/>
          </a:xfrm>
          <a:prstGeom prst="rect">
            <a:avLst/>
          </a:prstGeom>
          <a:noFill/>
          <a:ln/>
        </p:spPr>
        <p:txBody>
          <a:bodyPr wrap="square" lIns="0" tIns="0" rIns="0" bIns="0" rtlCol="0" anchor="ctr"/>
          <a:lstStyle/>
          <a:p>
            <a:pPr marL="0" indent="0">
              <a:buNone/>
            </a:pPr>
            <a:r>
              <a:rPr lang="es-419" sz="700" kern="0" spc="150" noProof="0" dirty="0">
                <a:solidFill>
                  <a:srgbClr val="8FAECB"/>
                </a:solidFill>
                <a:latin typeface="Montserrat" pitchFamily="34" charset="0"/>
                <a:ea typeface="Montserrat" pitchFamily="34" charset="-122"/>
                <a:cs typeface="Montserrat" pitchFamily="34" charset="-120"/>
              </a:rPr>
              <a:t>Mano Amiga</a:t>
            </a:r>
            <a:endParaRPr lang="es-419" sz="700" noProof="0" dirty="0"/>
          </a:p>
        </p:txBody>
      </p:sp>
      <p:sp>
        <p:nvSpPr>
          <p:cNvPr id="43" name="Forma libre: forma 42">
            <a:extLst>
              <a:ext uri="{FF2B5EF4-FFF2-40B4-BE49-F238E27FC236}">
                <a16:creationId xmlns:a16="http://schemas.microsoft.com/office/drawing/2014/main" id="{0EC1CD2E-087C-B7FC-B5C8-0CD1E307BAB3}"/>
              </a:ext>
            </a:extLst>
          </p:cNvPr>
          <p:cNvSpPr/>
          <p:nvPr/>
        </p:nvSpPr>
        <p:spPr>
          <a:xfrm>
            <a:off x="1596105" y="2222074"/>
            <a:ext cx="193086" cy="261624"/>
          </a:xfrm>
          <a:custGeom>
            <a:avLst/>
            <a:gdLst>
              <a:gd name="csX0" fmla="*/ 47363 w 193086"/>
              <a:gd name="csY0" fmla="*/ 258865 h 261624"/>
              <a:gd name="csX1" fmla="*/ 34066 w 193086"/>
              <a:gd name="csY1" fmla="*/ 253627 h 261624"/>
              <a:gd name="csX2" fmla="*/ 25677 w 193086"/>
              <a:gd name="csY2" fmla="*/ 249703 h 261624"/>
              <a:gd name="csX3" fmla="*/ 12838 w 193086"/>
              <a:gd name="csY3" fmla="*/ 237813 h 261624"/>
              <a:gd name="csX4" fmla="*/ 0 w 193086"/>
              <a:gd name="csY4" fmla="*/ 228023 h 261624"/>
              <a:gd name="csX5" fmla="*/ 10590 w 193086"/>
              <a:gd name="csY5" fmla="*/ 222007 h 261624"/>
              <a:gd name="csX6" fmla="*/ 24311 w 193086"/>
              <a:gd name="csY6" fmla="*/ 218591 h 261624"/>
              <a:gd name="csX7" fmla="*/ 30840 w 193086"/>
              <a:gd name="csY7" fmla="*/ 210994 h 261624"/>
              <a:gd name="csX8" fmla="*/ 34002 w 193086"/>
              <a:gd name="csY8" fmla="*/ 201034 h 261624"/>
              <a:gd name="csX9" fmla="*/ 34055 w 193086"/>
              <a:gd name="csY9" fmla="*/ 192894 h 261624"/>
              <a:gd name="csX10" fmla="*/ 33474 w 193086"/>
              <a:gd name="csY10" fmla="*/ 186352 h 261624"/>
              <a:gd name="csX11" fmla="*/ 36002 w 193086"/>
              <a:gd name="csY11" fmla="*/ 155255 h 261624"/>
              <a:gd name="csX12" fmla="*/ 40814 w 193086"/>
              <a:gd name="csY12" fmla="*/ 125721 h 261624"/>
              <a:gd name="csX13" fmla="*/ 52906 w 193086"/>
              <a:gd name="csY13" fmla="*/ 136226 h 261624"/>
              <a:gd name="csX14" fmla="*/ 67584 w 193086"/>
              <a:gd name="csY14" fmla="*/ 150557 h 261624"/>
              <a:gd name="csX15" fmla="*/ 85050 w 193086"/>
              <a:gd name="csY15" fmla="*/ 148575 h 261624"/>
              <a:gd name="csX16" fmla="*/ 92615 w 193086"/>
              <a:gd name="csY16" fmla="*/ 147623 h 261624"/>
              <a:gd name="csX17" fmla="*/ 103162 w 193086"/>
              <a:gd name="csY17" fmla="*/ 143713 h 261624"/>
              <a:gd name="csX18" fmla="*/ 110991 w 193086"/>
              <a:gd name="csY18" fmla="*/ 139409 h 261624"/>
              <a:gd name="csX19" fmla="*/ 118857 w 193086"/>
              <a:gd name="csY19" fmla="*/ 137039 h 261624"/>
              <a:gd name="csX20" fmla="*/ 114946 w 193086"/>
              <a:gd name="csY20" fmla="*/ 126979 h 261624"/>
              <a:gd name="csX21" fmla="*/ 104278 w 193086"/>
              <a:gd name="csY21" fmla="*/ 120558 h 261624"/>
              <a:gd name="csX22" fmla="*/ 100539 w 193086"/>
              <a:gd name="csY22" fmla="*/ 116814 h 261624"/>
              <a:gd name="csX23" fmla="*/ 87769 w 193086"/>
              <a:gd name="csY23" fmla="*/ 107211 h 261624"/>
              <a:gd name="csX24" fmla="*/ 75649 w 193086"/>
              <a:gd name="csY24" fmla="*/ 82459 h 261624"/>
              <a:gd name="csX25" fmla="*/ 81162 w 193086"/>
              <a:gd name="csY25" fmla="*/ 66581 h 261624"/>
              <a:gd name="csX26" fmla="*/ 76956 w 193086"/>
              <a:gd name="csY26" fmla="*/ 53086 h 261624"/>
              <a:gd name="csX27" fmla="*/ 74281 w 193086"/>
              <a:gd name="csY27" fmla="*/ 48335 h 261624"/>
              <a:gd name="csX28" fmla="*/ 98388 w 193086"/>
              <a:gd name="csY28" fmla="*/ 21931 h 261624"/>
              <a:gd name="csX29" fmla="*/ 99033 w 193086"/>
              <a:gd name="csY29" fmla="*/ 12782 h 261624"/>
              <a:gd name="csX30" fmla="*/ 112340 w 193086"/>
              <a:gd name="csY30" fmla="*/ 234 h 261624"/>
              <a:gd name="csX31" fmla="*/ 115367 w 193086"/>
              <a:gd name="csY31" fmla="*/ 7384 h 261624"/>
              <a:gd name="csX32" fmla="*/ 123019 w 193086"/>
              <a:gd name="csY32" fmla="*/ 18442 h 261624"/>
              <a:gd name="csX33" fmla="*/ 122268 w 193086"/>
              <a:gd name="csY33" fmla="*/ 30221 h 261624"/>
              <a:gd name="csX34" fmla="*/ 113949 w 193086"/>
              <a:gd name="csY34" fmla="*/ 45287 h 261624"/>
              <a:gd name="csX35" fmla="*/ 120402 w 193086"/>
              <a:gd name="csY35" fmla="*/ 65276 h 261624"/>
              <a:gd name="csX36" fmla="*/ 138506 w 193086"/>
              <a:gd name="csY36" fmla="*/ 64867 h 261624"/>
              <a:gd name="csX37" fmla="*/ 143345 w 193086"/>
              <a:gd name="csY37" fmla="*/ 58224 h 261624"/>
              <a:gd name="csX38" fmla="*/ 152274 w 193086"/>
              <a:gd name="csY38" fmla="*/ 62931 h 261624"/>
              <a:gd name="csX39" fmla="*/ 162130 w 193086"/>
              <a:gd name="csY39" fmla="*/ 68135 h 261624"/>
              <a:gd name="csX40" fmla="*/ 158059 w 193086"/>
              <a:gd name="csY40" fmla="*/ 75879 h 261624"/>
              <a:gd name="csX41" fmla="*/ 142387 w 193086"/>
              <a:gd name="csY41" fmla="*/ 123139 h 261624"/>
              <a:gd name="csX42" fmla="*/ 161574 w 193086"/>
              <a:gd name="csY42" fmla="*/ 140138 h 261624"/>
              <a:gd name="csX43" fmla="*/ 162505 w 193086"/>
              <a:gd name="csY43" fmla="*/ 150542 h 261624"/>
              <a:gd name="csX44" fmla="*/ 151065 w 193086"/>
              <a:gd name="csY44" fmla="*/ 162165 h 261624"/>
              <a:gd name="csX45" fmla="*/ 147000 w 193086"/>
              <a:gd name="csY45" fmla="*/ 176069 h 261624"/>
              <a:gd name="csX46" fmla="*/ 151074 w 193086"/>
              <a:gd name="csY46" fmla="*/ 198795 h 261624"/>
              <a:gd name="csX47" fmla="*/ 161382 w 193086"/>
              <a:gd name="csY47" fmla="*/ 209212 h 261624"/>
              <a:gd name="csX48" fmla="*/ 180801 w 193086"/>
              <a:gd name="csY48" fmla="*/ 215310 h 261624"/>
              <a:gd name="csX49" fmla="*/ 191062 w 193086"/>
              <a:gd name="csY49" fmla="*/ 220266 h 261624"/>
              <a:gd name="csX50" fmla="*/ 186266 w 193086"/>
              <a:gd name="csY50" fmla="*/ 234411 h 261624"/>
              <a:gd name="csX51" fmla="*/ 146648 w 193086"/>
              <a:gd name="csY51" fmla="*/ 241973 h 261624"/>
              <a:gd name="csX52" fmla="*/ 130308 w 193086"/>
              <a:gd name="csY52" fmla="*/ 244333 h 261624"/>
              <a:gd name="csX53" fmla="*/ 120069 w 193086"/>
              <a:gd name="csY53" fmla="*/ 230760 h 261624"/>
              <a:gd name="csX54" fmla="*/ 99204 w 193086"/>
              <a:gd name="csY54" fmla="*/ 236809 h 261624"/>
              <a:gd name="csX55" fmla="*/ 99051 w 193086"/>
              <a:gd name="csY55" fmla="*/ 250983 h 261624"/>
              <a:gd name="csX56" fmla="*/ 92202 w 193086"/>
              <a:gd name="csY56" fmla="*/ 257021 h 261624"/>
              <a:gd name="csX57" fmla="*/ 61602 w 193086"/>
              <a:gd name="csY57" fmla="*/ 257374 h 261624"/>
              <a:gd name="csX58" fmla="*/ 47363 w 193086"/>
              <a:gd name="csY58" fmla="*/ 258865 h 2616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Lst>
            <a:rect l="l" t="t" r="r" b="b"/>
            <a:pathLst>
              <a:path w="193086" h="261624">
                <a:moveTo>
                  <a:pt x="47363" y="258865"/>
                </a:moveTo>
                <a:cubicBezTo>
                  <a:pt x="44664" y="256988"/>
                  <a:pt x="38681" y="254631"/>
                  <a:pt x="34066" y="253627"/>
                </a:cubicBezTo>
                <a:cubicBezTo>
                  <a:pt x="29452" y="252623"/>
                  <a:pt x="25677" y="250857"/>
                  <a:pt x="25677" y="249703"/>
                </a:cubicBezTo>
                <a:cubicBezTo>
                  <a:pt x="25677" y="248548"/>
                  <a:pt x="19899" y="243198"/>
                  <a:pt x="12838" y="237813"/>
                </a:cubicBezTo>
                <a:lnTo>
                  <a:pt x="0" y="228023"/>
                </a:lnTo>
                <a:lnTo>
                  <a:pt x="10590" y="222007"/>
                </a:lnTo>
                <a:cubicBezTo>
                  <a:pt x="17972" y="217814"/>
                  <a:pt x="22129" y="216779"/>
                  <a:pt x="24311" y="218591"/>
                </a:cubicBezTo>
                <a:cubicBezTo>
                  <a:pt x="28477" y="222048"/>
                  <a:pt x="30840" y="219299"/>
                  <a:pt x="30840" y="210994"/>
                </a:cubicBezTo>
                <a:cubicBezTo>
                  <a:pt x="30840" y="207256"/>
                  <a:pt x="32263" y="202774"/>
                  <a:pt x="34002" y="201034"/>
                </a:cubicBezTo>
                <a:cubicBezTo>
                  <a:pt x="36474" y="198562"/>
                  <a:pt x="36486" y="196787"/>
                  <a:pt x="34055" y="192894"/>
                </a:cubicBezTo>
                <a:cubicBezTo>
                  <a:pt x="32093" y="189753"/>
                  <a:pt x="31879" y="187338"/>
                  <a:pt x="33474" y="186352"/>
                </a:cubicBezTo>
                <a:cubicBezTo>
                  <a:pt x="34886" y="185479"/>
                  <a:pt x="36002" y="171748"/>
                  <a:pt x="36002" y="155255"/>
                </a:cubicBezTo>
                <a:cubicBezTo>
                  <a:pt x="36002" y="128160"/>
                  <a:pt x="36400" y="125721"/>
                  <a:pt x="40814" y="125721"/>
                </a:cubicBezTo>
                <a:cubicBezTo>
                  <a:pt x="43528" y="125721"/>
                  <a:pt x="48800" y="130301"/>
                  <a:pt x="52906" y="136226"/>
                </a:cubicBezTo>
                <a:cubicBezTo>
                  <a:pt x="56911" y="142004"/>
                  <a:pt x="63516" y="148453"/>
                  <a:pt x="67584" y="150557"/>
                </a:cubicBezTo>
                <a:cubicBezTo>
                  <a:pt x="75108" y="154448"/>
                  <a:pt x="85050" y="153319"/>
                  <a:pt x="85050" y="148575"/>
                </a:cubicBezTo>
                <a:cubicBezTo>
                  <a:pt x="85050" y="147029"/>
                  <a:pt x="88138" y="146640"/>
                  <a:pt x="92615" y="147623"/>
                </a:cubicBezTo>
                <a:cubicBezTo>
                  <a:pt x="98706" y="148961"/>
                  <a:pt x="100761" y="148199"/>
                  <a:pt x="103162" y="143713"/>
                </a:cubicBezTo>
                <a:cubicBezTo>
                  <a:pt x="105115" y="140063"/>
                  <a:pt x="107816" y="138578"/>
                  <a:pt x="110991" y="139409"/>
                </a:cubicBezTo>
                <a:cubicBezTo>
                  <a:pt x="113656" y="140106"/>
                  <a:pt x="117196" y="139039"/>
                  <a:pt x="118857" y="137039"/>
                </a:cubicBezTo>
                <a:cubicBezTo>
                  <a:pt x="121254" y="134150"/>
                  <a:pt x="120449" y="132080"/>
                  <a:pt x="114946" y="126979"/>
                </a:cubicBezTo>
                <a:cubicBezTo>
                  <a:pt x="111135" y="123448"/>
                  <a:pt x="106335" y="120558"/>
                  <a:pt x="104278" y="120558"/>
                </a:cubicBezTo>
                <a:cubicBezTo>
                  <a:pt x="102221" y="120558"/>
                  <a:pt x="100539" y="118873"/>
                  <a:pt x="100539" y="116814"/>
                </a:cubicBezTo>
                <a:cubicBezTo>
                  <a:pt x="100539" y="114754"/>
                  <a:pt x="94792" y="110433"/>
                  <a:pt x="87769" y="107211"/>
                </a:cubicBezTo>
                <a:cubicBezTo>
                  <a:pt x="73337" y="100591"/>
                  <a:pt x="69935" y="93642"/>
                  <a:pt x="75649" y="82459"/>
                </a:cubicBezTo>
                <a:cubicBezTo>
                  <a:pt x="77638" y="78567"/>
                  <a:pt x="80119" y="71422"/>
                  <a:pt x="81162" y="66581"/>
                </a:cubicBezTo>
                <a:cubicBezTo>
                  <a:pt x="82769" y="59128"/>
                  <a:pt x="82125" y="57061"/>
                  <a:pt x="76956" y="53086"/>
                </a:cubicBezTo>
                <a:cubicBezTo>
                  <a:pt x="73561" y="50475"/>
                  <a:pt x="72374" y="48366"/>
                  <a:pt x="74281" y="48335"/>
                </a:cubicBezTo>
                <a:cubicBezTo>
                  <a:pt x="79014" y="48255"/>
                  <a:pt x="97860" y="27614"/>
                  <a:pt x="98388" y="21931"/>
                </a:cubicBezTo>
                <a:cubicBezTo>
                  <a:pt x="98624" y="19384"/>
                  <a:pt x="98915" y="15267"/>
                  <a:pt x="99033" y="12782"/>
                </a:cubicBezTo>
                <a:cubicBezTo>
                  <a:pt x="99328" y="6580"/>
                  <a:pt x="107875" y="-1480"/>
                  <a:pt x="112340" y="234"/>
                </a:cubicBezTo>
                <a:cubicBezTo>
                  <a:pt x="114351" y="1006"/>
                  <a:pt x="115714" y="4223"/>
                  <a:pt x="115367" y="7384"/>
                </a:cubicBezTo>
                <a:cubicBezTo>
                  <a:pt x="114925" y="11414"/>
                  <a:pt x="117211" y="14717"/>
                  <a:pt x="123019" y="18442"/>
                </a:cubicBezTo>
                <a:cubicBezTo>
                  <a:pt x="132830" y="24734"/>
                  <a:pt x="132594" y="28432"/>
                  <a:pt x="122268" y="30221"/>
                </a:cubicBezTo>
                <a:cubicBezTo>
                  <a:pt x="115180" y="31449"/>
                  <a:pt x="114690" y="32336"/>
                  <a:pt x="113949" y="45287"/>
                </a:cubicBezTo>
                <a:cubicBezTo>
                  <a:pt x="113241" y="57646"/>
                  <a:pt x="113899" y="59682"/>
                  <a:pt x="120402" y="65276"/>
                </a:cubicBezTo>
                <a:cubicBezTo>
                  <a:pt x="129577" y="73166"/>
                  <a:pt x="132509" y="73100"/>
                  <a:pt x="138506" y="64867"/>
                </a:cubicBezTo>
                <a:lnTo>
                  <a:pt x="143345" y="58224"/>
                </a:lnTo>
                <a:lnTo>
                  <a:pt x="152274" y="62931"/>
                </a:lnTo>
                <a:cubicBezTo>
                  <a:pt x="157185" y="65520"/>
                  <a:pt x="161620" y="67861"/>
                  <a:pt x="162130" y="68135"/>
                </a:cubicBezTo>
                <a:cubicBezTo>
                  <a:pt x="162640" y="68408"/>
                  <a:pt x="160808" y="71893"/>
                  <a:pt x="158059" y="75879"/>
                </a:cubicBezTo>
                <a:cubicBezTo>
                  <a:pt x="151713" y="85081"/>
                  <a:pt x="141902" y="114664"/>
                  <a:pt x="142387" y="123139"/>
                </a:cubicBezTo>
                <a:cubicBezTo>
                  <a:pt x="142935" y="132744"/>
                  <a:pt x="146254" y="135684"/>
                  <a:pt x="161574" y="140138"/>
                </a:cubicBezTo>
                <a:cubicBezTo>
                  <a:pt x="177125" y="144659"/>
                  <a:pt x="177438" y="148154"/>
                  <a:pt x="162505" y="150542"/>
                </a:cubicBezTo>
                <a:cubicBezTo>
                  <a:pt x="152866" y="152083"/>
                  <a:pt x="147932" y="157096"/>
                  <a:pt x="151065" y="162165"/>
                </a:cubicBezTo>
                <a:cubicBezTo>
                  <a:pt x="151887" y="163495"/>
                  <a:pt x="150058" y="169752"/>
                  <a:pt x="147000" y="176069"/>
                </a:cubicBezTo>
                <a:cubicBezTo>
                  <a:pt x="140040" y="190447"/>
                  <a:pt x="141019" y="195911"/>
                  <a:pt x="151074" y="198795"/>
                </a:cubicBezTo>
                <a:cubicBezTo>
                  <a:pt x="156834" y="200447"/>
                  <a:pt x="159631" y="203274"/>
                  <a:pt x="161382" y="209212"/>
                </a:cubicBezTo>
                <a:cubicBezTo>
                  <a:pt x="163891" y="217725"/>
                  <a:pt x="167253" y="218781"/>
                  <a:pt x="180801" y="215310"/>
                </a:cubicBezTo>
                <a:cubicBezTo>
                  <a:pt x="186270" y="213909"/>
                  <a:pt x="188145" y="214815"/>
                  <a:pt x="191062" y="220266"/>
                </a:cubicBezTo>
                <a:cubicBezTo>
                  <a:pt x="194411" y="226524"/>
                  <a:pt x="194115" y="227399"/>
                  <a:pt x="186266" y="234411"/>
                </a:cubicBezTo>
                <a:cubicBezTo>
                  <a:pt x="177581" y="242171"/>
                  <a:pt x="173505" y="242950"/>
                  <a:pt x="146648" y="241973"/>
                </a:cubicBezTo>
                <a:cubicBezTo>
                  <a:pt x="138138" y="241664"/>
                  <a:pt x="131353" y="242644"/>
                  <a:pt x="130308" y="244333"/>
                </a:cubicBezTo>
                <a:cubicBezTo>
                  <a:pt x="127797" y="248397"/>
                  <a:pt x="118188" y="235660"/>
                  <a:pt x="120069" y="230760"/>
                </a:cubicBezTo>
                <a:cubicBezTo>
                  <a:pt x="124398" y="219478"/>
                  <a:pt x="105303" y="225013"/>
                  <a:pt x="99204" y="236809"/>
                </a:cubicBezTo>
                <a:cubicBezTo>
                  <a:pt x="95428" y="244110"/>
                  <a:pt x="95414" y="245432"/>
                  <a:pt x="99051" y="250983"/>
                </a:cubicBezTo>
                <a:cubicBezTo>
                  <a:pt x="103916" y="258408"/>
                  <a:pt x="100434" y="261478"/>
                  <a:pt x="92202" y="257021"/>
                </a:cubicBezTo>
                <a:cubicBezTo>
                  <a:pt x="83927" y="252540"/>
                  <a:pt x="66492" y="252742"/>
                  <a:pt x="61602" y="257374"/>
                </a:cubicBezTo>
                <a:cubicBezTo>
                  <a:pt x="56090" y="262596"/>
                  <a:pt x="53167" y="262902"/>
                  <a:pt x="47363" y="258865"/>
                </a:cubicBezTo>
                <a:close/>
              </a:path>
            </a:pathLst>
          </a:custGeom>
          <a:solidFill>
            <a:srgbClr val="B9B9B9"/>
          </a:solidFill>
          <a:ln w="5163" cap="flat">
            <a:noFill/>
            <a:prstDash val="solid"/>
            <a:miter/>
          </a:ln>
        </p:spPr>
        <p:txBody>
          <a:bodyPr/>
          <a:lstStyle/>
          <a:p>
            <a:endParaRPr lang="es-419" noProof="0" dirty="0"/>
          </a:p>
        </p:txBody>
      </p:sp>
      <p:sp>
        <p:nvSpPr>
          <p:cNvPr id="44" name="Forma libre: forma 43">
            <a:extLst>
              <a:ext uri="{FF2B5EF4-FFF2-40B4-BE49-F238E27FC236}">
                <a16:creationId xmlns:a16="http://schemas.microsoft.com/office/drawing/2014/main" id="{5B97F66C-1E17-FE7A-EA2E-782A5D186FB0}"/>
              </a:ext>
            </a:extLst>
          </p:cNvPr>
          <p:cNvSpPr/>
          <p:nvPr/>
        </p:nvSpPr>
        <p:spPr>
          <a:xfrm>
            <a:off x="1103504" y="2345749"/>
            <a:ext cx="95653" cy="64838"/>
          </a:xfrm>
          <a:custGeom>
            <a:avLst/>
            <a:gdLst>
              <a:gd name="csX0" fmla="*/ 71219 w 95653"/>
              <a:gd name="csY0" fmla="*/ 62506 h 64838"/>
              <a:gd name="csX1" fmla="*/ 62655 w 95653"/>
              <a:gd name="csY1" fmla="*/ 53685 h 64838"/>
              <a:gd name="csX2" fmla="*/ 57443 w 95653"/>
              <a:gd name="csY2" fmla="*/ 48511 h 64838"/>
              <a:gd name="csX3" fmla="*/ 51242 w 95653"/>
              <a:gd name="csY3" fmla="*/ 43994 h 64838"/>
              <a:gd name="csX4" fmla="*/ 48532 w 95653"/>
              <a:gd name="csY4" fmla="*/ 43994 h 64838"/>
              <a:gd name="csX5" fmla="*/ 36926 w 95653"/>
              <a:gd name="csY5" fmla="*/ 44510 h 64838"/>
              <a:gd name="csX6" fmla="*/ 28785 w 95653"/>
              <a:gd name="csY6" fmla="*/ 36765 h 64838"/>
              <a:gd name="csX7" fmla="*/ 27076 w 95653"/>
              <a:gd name="csY7" fmla="*/ 32629 h 64838"/>
              <a:gd name="csX8" fmla="*/ 11500 w 95653"/>
              <a:gd name="csY8" fmla="*/ 28262 h 64838"/>
              <a:gd name="csX9" fmla="*/ 1174 w 95653"/>
              <a:gd name="csY9" fmla="*/ 25068 h 64838"/>
              <a:gd name="csX10" fmla="*/ 31004 w 95653"/>
              <a:gd name="csY10" fmla="*/ 14820 h 64838"/>
              <a:gd name="csX11" fmla="*/ 49970 w 95653"/>
              <a:gd name="csY11" fmla="*/ 6499 h 64838"/>
              <a:gd name="csX12" fmla="*/ 60293 w 95653"/>
              <a:gd name="csY12" fmla="*/ 3207 h 64838"/>
              <a:gd name="csX13" fmla="*/ 79487 w 95653"/>
              <a:gd name="csY13" fmla="*/ 1724 h 64838"/>
              <a:gd name="csX14" fmla="*/ 95469 w 95653"/>
              <a:gd name="csY14" fmla="*/ 24677 h 64838"/>
              <a:gd name="csX15" fmla="*/ 92590 w 95653"/>
              <a:gd name="csY15" fmla="*/ 45837 h 64838"/>
              <a:gd name="csX16" fmla="*/ 88748 w 95653"/>
              <a:gd name="csY16" fmla="*/ 52688 h 64838"/>
              <a:gd name="csX17" fmla="*/ 82592 w 95653"/>
              <a:gd name="csY17" fmla="*/ 62155 h 64838"/>
              <a:gd name="csX18" fmla="*/ 71219 w 95653"/>
              <a:gd name="csY18" fmla="*/ 62506 h 648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95653" h="64838">
                <a:moveTo>
                  <a:pt x="71219" y="62506"/>
                </a:moveTo>
                <a:cubicBezTo>
                  <a:pt x="67412" y="60499"/>
                  <a:pt x="63558" y="56530"/>
                  <a:pt x="62655" y="53685"/>
                </a:cubicBezTo>
                <a:cubicBezTo>
                  <a:pt x="61752" y="50839"/>
                  <a:pt x="59407" y="48511"/>
                  <a:pt x="57443" y="48511"/>
                </a:cubicBezTo>
                <a:cubicBezTo>
                  <a:pt x="55480" y="48511"/>
                  <a:pt x="52689" y="46478"/>
                  <a:pt x="51242" y="43994"/>
                </a:cubicBezTo>
                <a:cubicBezTo>
                  <a:pt x="48736" y="39691"/>
                  <a:pt x="48607" y="39691"/>
                  <a:pt x="48532" y="43994"/>
                </a:cubicBezTo>
                <a:cubicBezTo>
                  <a:pt x="48437" y="49469"/>
                  <a:pt x="48761" y="49455"/>
                  <a:pt x="36926" y="44510"/>
                </a:cubicBezTo>
                <a:cubicBezTo>
                  <a:pt x="30451" y="41804"/>
                  <a:pt x="27814" y="39296"/>
                  <a:pt x="28785" y="36765"/>
                </a:cubicBezTo>
                <a:cubicBezTo>
                  <a:pt x="29575" y="34707"/>
                  <a:pt x="28806" y="32846"/>
                  <a:pt x="27076" y="32629"/>
                </a:cubicBezTo>
                <a:cubicBezTo>
                  <a:pt x="21029" y="31874"/>
                  <a:pt x="18714" y="31225"/>
                  <a:pt x="11500" y="28262"/>
                </a:cubicBezTo>
                <a:cubicBezTo>
                  <a:pt x="7503" y="26621"/>
                  <a:pt x="2857" y="25183"/>
                  <a:pt x="1174" y="25068"/>
                </a:cubicBezTo>
                <a:cubicBezTo>
                  <a:pt x="-4949" y="24646"/>
                  <a:pt x="14045" y="18121"/>
                  <a:pt x="31004" y="14820"/>
                </a:cubicBezTo>
                <a:cubicBezTo>
                  <a:pt x="44060" y="12279"/>
                  <a:pt x="48794" y="10202"/>
                  <a:pt x="49970" y="6499"/>
                </a:cubicBezTo>
                <a:cubicBezTo>
                  <a:pt x="51256" y="2445"/>
                  <a:pt x="53098" y="1858"/>
                  <a:pt x="60293" y="3207"/>
                </a:cubicBezTo>
                <a:cubicBezTo>
                  <a:pt x="65110" y="4111"/>
                  <a:pt x="73747" y="3443"/>
                  <a:pt x="79487" y="1724"/>
                </a:cubicBezTo>
                <a:cubicBezTo>
                  <a:pt x="94315" y="-2719"/>
                  <a:pt x="96385" y="255"/>
                  <a:pt x="95469" y="24677"/>
                </a:cubicBezTo>
                <a:cubicBezTo>
                  <a:pt x="95060" y="35554"/>
                  <a:pt x="93765" y="45076"/>
                  <a:pt x="92590" y="45837"/>
                </a:cubicBezTo>
                <a:cubicBezTo>
                  <a:pt x="91414" y="46598"/>
                  <a:pt x="89686" y="49681"/>
                  <a:pt x="88748" y="52688"/>
                </a:cubicBezTo>
                <a:cubicBezTo>
                  <a:pt x="87811" y="55696"/>
                  <a:pt x="85041" y="59955"/>
                  <a:pt x="82592" y="62155"/>
                </a:cubicBezTo>
                <a:cubicBezTo>
                  <a:pt x="78702" y="65649"/>
                  <a:pt x="77268" y="65693"/>
                  <a:pt x="71219" y="62506"/>
                </a:cubicBezTo>
                <a:close/>
              </a:path>
            </a:pathLst>
          </a:custGeom>
          <a:solidFill>
            <a:srgbClr val="B9B9B9"/>
          </a:solidFill>
          <a:ln w="5163" cap="flat">
            <a:noFill/>
            <a:prstDash val="solid"/>
            <a:miter/>
          </a:ln>
        </p:spPr>
        <p:txBody>
          <a:bodyPr/>
          <a:lstStyle/>
          <a:p>
            <a:endParaRPr lang="es-419" noProof="0" dirty="0"/>
          </a:p>
        </p:txBody>
      </p:sp>
      <p:sp>
        <p:nvSpPr>
          <p:cNvPr id="45" name="Forma libre: forma 44">
            <a:extLst>
              <a:ext uri="{FF2B5EF4-FFF2-40B4-BE49-F238E27FC236}">
                <a16:creationId xmlns:a16="http://schemas.microsoft.com/office/drawing/2014/main" id="{4D16B870-362C-F553-E01B-C503F8271538}"/>
              </a:ext>
            </a:extLst>
          </p:cNvPr>
          <p:cNvSpPr/>
          <p:nvPr/>
        </p:nvSpPr>
        <p:spPr>
          <a:xfrm>
            <a:off x="1015863" y="2030672"/>
            <a:ext cx="364335" cy="362024"/>
          </a:xfrm>
          <a:custGeom>
            <a:avLst/>
            <a:gdLst>
              <a:gd name="csX0" fmla="*/ 185142 w 364335"/>
              <a:gd name="csY0" fmla="*/ 358570 h 362024"/>
              <a:gd name="csX1" fmla="*/ 187621 w 364335"/>
              <a:gd name="csY1" fmla="*/ 340898 h 362024"/>
              <a:gd name="csX2" fmla="*/ 186283 w 364335"/>
              <a:gd name="csY2" fmla="*/ 320178 h 362024"/>
              <a:gd name="csX3" fmla="*/ 182466 w 364335"/>
              <a:gd name="csY3" fmla="*/ 312528 h 362024"/>
              <a:gd name="csX4" fmla="*/ 160064 w 364335"/>
              <a:gd name="csY4" fmla="*/ 313164 h 362024"/>
              <a:gd name="csX5" fmla="*/ 135394 w 364335"/>
              <a:gd name="csY5" fmla="*/ 318882 h 362024"/>
              <a:gd name="csX6" fmla="*/ 107653 w 364335"/>
              <a:gd name="csY6" fmla="*/ 328620 h 362024"/>
              <a:gd name="csX7" fmla="*/ 77975 w 364335"/>
              <a:gd name="csY7" fmla="*/ 329071 h 362024"/>
              <a:gd name="csX8" fmla="*/ 69734 w 364335"/>
              <a:gd name="csY8" fmla="*/ 324866 h 362024"/>
              <a:gd name="csX9" fmla="*/ 48325 w 364335"/>
              <a:gd name="csY9" fmla="*/ 303007 h 362024"/>
              <a:gd name="csX10" fmla="*/ 38186 w 364335"/>
              <a:gd name="csY10" fmla="*/ 292203 h 362024"/>
              <a:gd name="csX11" fmla="*/ 25184 w 364335"/>
              <a:gd name="csY11" fmla="*/ 273778 h 362024"/>
              <a:gd name="csX12" fmla="*/ 11540 w 364335"/>
              <a:gd name="csY12" fmla="*/ 253016 h 362024"/>
              <a:gd name="csX13" fmla="*/ 9603 w 364335"/>
              <a:gd name="csY13" fmla="*/ 246065 h 362024"/>
              <a:gd name="csX14" fmla="*/ 4075 w 364335"/>
              <a:gd name="csY14" fmla="*/ 230604 h 362024"/>
              <a:gd name="csX15" fmla="*/ 2870 w 364335"/>
              <a:gd name="csY15" fmla="*/ 216903 h 362024"/>
              <a:gd name="csX16" fmla="*/ 19099 w 364335"/>
              <a:gd name="csY16" fmla="*/ 209992 h 362024"/>
              <a:gd name="csX17" fmla="*/ 33857 w 364335"/>
              <a:gd name="csY17" fmla="*/ 202727 h 362024"/>
              <a:gd name="csX18" fmla="*/ 62323 w 364335"/>
              <a:gd name="csY18" fmla="*/ 175142 h 362024"/>
              <a:gd name="csX19" fmla="*/ 75732 w 364335"/>
              <a:gd name="csY19" fmla="*/ 169793 h 362024"/>
              <a:gd name="csX20" fmla="*/ 107485 w 364335"/>
              <a:gd name="csY20" fmla="*/ 178512 h 362024"/>
              <a:gd name="csX21" fmla="*/ 118888 w 364335"/>
              <a:gd name="csY21" fmla="*/ 188952 h 362024"/>
              <a:gd name="csX22" fmla="*/ 122369 w 364335"/>
              <a:gd name="csY22" fmla="*/ 177011 h 362024"/>
              <a:gd name="csX23" fmla="*/ 128391 w 364335"/>
              <a:gd name="csY23" fmla="*/ 163500 h 362024"/>
              <a:gd name="csX24" fmla="*/ 127169 w 364335"/>
              <a:gd name="csY24" fmla="*/ 147778 h 362024"/>
              <a:gd name="csX25" fmla="*/ 130389 w 364335"/>
              <a:gd name="csY25" fmla="*/ 138750 h 362024"/>
              <a:gd name="csX26" fmla="*/ 147714 w 364335"/>
              <a:gd name="csY26" fmla="*/ 129037 h 362024"/>
              <a:gd name="csX27" fmla="*/ 142395 w 364335"/>
              <a:gd name="csY27" fmla="*/ 116273 h 362024"/>
              <a:gd name="csX28" fmla="*/ 138322 w 364335"/>
              <a:gd name="csY28" fmla="*/ 100445 h 362024"/>
              <a:gd name="csX29" fmla="*/ 132219 w 364335"/>
              <a:gd name="csY29" fmla="*/ 77384 h 362024"/>
              <a:gd name="csX30" fmla="*/ 123182 w 364335"/>
              <a:gd name="csY30" fmla="*/ 67380 h 362024"/>
              <a:gd name="csX31" fmla="*/ 127316 w 364335"/>
              <a:gd name="csY31" fmla="*/ 49072 h 362024"/>
              <a:gd name="csX32" fmla="*/ 149002 w 364335"/>
              <a:gd name="csY32" fmla="*/ 26791 h 362024"/>
              <a:gd name="csX33" fmla="*/ 156308 w 364335"/>
              <a:gd name="csY33" fmla="*/ 19245 h 362024"/>
              <a:gd name="csX34" fmla="*/ 153995 w 364335"/>
              <a:gd name="csY34" fmla="*/ 9825 h 362024"/>
              <a:gd name="csX35" fmla="*/ 161050 w 364335"/>
              <a:gd name="csY35" fmla="*/ 76 h 362024"/>
              <a:gd name="csX36" fmla="*/ 166583 w 364335"/>
              <a:gd name="csY36" fmla="*/ 7348 h 362024"/>
              <a:gd name="csX37" fmla="*/ 154998 w 364335"/>
              <a:gd name="csY37" fmla="*/ 39300 h 362024"/>
              <a:gd name="csX38" fmla="*/ 157050 w 364335"/>
              <a:gd name="csY38" fmla="*/ 45546 h 362024"/>
              <a:gd name="csX39" fmla="*/ 169737 w 364335"/>
              <a:gd name="csY39" fmla="*/ 24492 h 362024"/>
              <a:gd name="csX40" fmla="*/ 176182 w 364335"/>
              <a:gd name="csY40" fmla="*/ 20317 h 362024"/>
              <a:gd name="csX41" fmla="*/ 177678 w 364335"/>
              <a:gd name="csY41" fmla="*/ 26406 h 362024"/>
              <a:gd name="csX42" fmla="*/ 173510 w 364335"/>
              <a:gd name="csY42" fmla="*/ 43871 h 362024"/>
              <a:gd name="csX43" fmla="*/ 171706 w 364335"/>
              <a:gd name="csY43" fmla="*/ 58451 h 362024"/>
              <a:gd name="csX44" fmla="*/ 179820 w 364335"/>
              <a:gd name="csY44" fmla="*/ 60233 h 362024"/>
              <a:gd name="csX45" fmla="*/ 195468 w 364335"/>
              <a:gd name="csY45" fmla="*/ 47665 h 362024"/>
              <a:gd name="csX46" fmla="*/ 212893 w 364335"/>
              <a:gd name="csY46" fmla="*/ 36256 h 362024"/>
              <a:gd name="csX47" fmla="*/ 215787 w 364335"/>
              <a:gd name="csY47" fmla="*/ 59322 h 362024"/>
              <a:gd name="csX48" fmla="*/ 202515 w 364335"/>
              <a:gd name="csY48" fmla="*/ 73785 h 362024"/>
              <a:gd name="csX49" fmla="*/ 193598 w 364335"/>
              <a:gd name="csY49" fmla="*/ 76402 h 362024"/>
              <a:gd name="csX50" fmla="*/ 196544 w 364335"/>
              <a:gd name="csY50" fmla="*/ 79629 h 362024"/>
              <a:gd name="csX51" fmla="*/ 200631 w 364335"/>
              <a:gd name="csY51" fmla="*/ 82161 h 362024"/>
              <a:gd name="csX52" fmla="*/ 183851 w 364335"/>
              <a:gd name="csY52" fmla="*/ 86694 h 362024"/>
              <a:gd name="csX53" fmla="*/ 179447 w 364335"/>
              <a:gd name="csY53" fmla="*/ 90600 h 362024"/>
              <a:gd name="csX54" fmla="*/ 177337 w 364335"/>
              <a:gd name="csY54" fmla="*/ 95117 h 362024"/>
              <a:gd name="csX55" fmla="*/ 175970 w 364335"/>
              <a:gd name="csY55" fmla="*/ 99847 h 362024"/>
              <a:gd name="csX56" fmla="*/ 172279 w 364335"/>
              <a:gd name="csY56" fmla="*/ 109275 h 362024"/>
              <a:gd name="csX57" fmla="*/ 162736 w 364335"/>
              <a:gd name="csY57" fmla="*/ 127778 h 362024"/>
              <a:gd name="csX58" fmla="*/ 154984 w 364335"/>
              <a:gd name="csY58" fmla="*/ 141584 h 362024"/>
              <a:gd name="csX59" fmla="*/ 157382 w 364335"/>
              <a:gd name="csY59" fmla="*/ 150820 h 362024"/>
              <a:gd name="csX60" fmla="*/ 166003 w 364335"/>
              <a:gd name="csY60" fmla="*/ 156522 h 362024"/>
              <a:gd name="csX61" fmla="*/ 178921 w 364335"/>
              <a:gd name="csY61" fmla="*/ 158229 h 362024"/>
              <a:gd name="csX62" fmla="*/ 200631 w 364335"/>
              <a:gd name="csY62" fmla="*/ 155851 h 362024"/>
              <a:gd name="csX63" fmla="*/ 253127 w 364335"/>
              <a:gd name="csY63" fmla="*/ 145110 h 362024"/>
              <a:gd name="csX64" fmla="*/ 260004 w 364335"/>
              <a:gd name="csY64" fmla="*/ 117060 h 362024"/>
              <a:gd name="csX65" fmla="*/ 261186 w 364335"/>
              <a:gd name="csY65" fmla="*/ 105023 h 362024"/>
              <a:gd name="csX66" fmla="*/ 280779 w 364335"/>
              <a:gd name="csY66" fmla="*/ 107831 h 362024"/>
              <a:gd name="csX67" fmla="*/ 316123 w 364335"/>
              <a:gd name="csY67" fmla="*/ 101238 h 362024"/>
              <a:gd name="csX68" fmla="*/ 332436 w 364335"/>
              <a:gd name="csY68" fmla="*/ 86525 h 362024"/>
              <a:gd name="csX69" fmla="*/ 340656 w 364335"/>
              <a:gd name="csY69" fmla="*/ 79224 h 362024"/>
              <a:gd name="csX70" fmla="*/ 348855 w 364335"/>
              <a:gd name="csY70" fmla="*/ 87171 h 362024"/>
              <a:gd name="csX71" fmla="*/ 361269 w 364335"/>
              <a:gd name="csY71" fmla="*/ 95117 h 362024"/>
              <a:gd name="csX72" fmla="*/ 363171 w 364335"/>
              <a:gd name="csY72" fmla="*/ 103178 h 362024"/>
              <a:gd name="csX73" fmla="*/ 356290 w 364335"/>
              <a:gd name="csY73" fmla="*/ 118022 h 362024"/>
              <a:gd name="csX74" fmla="*/ 352528 w 364335"/>
              <a:gd name="csY74" fmla="*/ 135380 h 362024"/>
              <a:gd name="csX75" fmla="*/ 345616 w 364335"/>
              <a:gd name="csY75" fmla="*/ 149152 h 362024"/>
              <a:gd name="csX76" fmla="*/ 336399 w 364335"/>
              <a:gd name="csY76" fmla="*/ 158318 h 362024"/>
              <a:gd name="csX77" fmla="*/ 325505 w 364335"/>
              <a:gd name="csY77" fmla="*/ 175523 h 362024"/>
              <a:gd name="csX78" fmla="*/ 315430 w 364335"/>
              <a:gd name="csY78" fmla="*/ 204352 h 362024"/>
              <a:gd name="csX79" fmla="*/ 313994 w 364335"/>
              <a:gd name="csY79" fmla="*/ 218773 h 362024"/>
              <a:gd name="csX80" fmla="*/ 296375 w 364335"/>
              <a:gd name="csY80" fmla="*/ 228175 h 362024"/>
              <a:gd name="csX81" fmla="*/ 265231 w 364335"/>
              <a:gd name="csY81" fmla="*/ 238311 h 362024"/>
              <a:gd name="csX82" fmla="*/ 244951 w 364335"/>
              <a:gd name="csY82" fmla="*/ 244768 h 362024"/>
              <a:gd name="csX83" fmla="*/ 219261 w 364335"/>
              <a:gd name="csY83" fmla="*/ 258588 h 362024"/>
              <a:gd name="csX84" fmla="*/ 224662 w 364335"/>
              <a:gd name="csY84" fmla="*/ 270643 h 362024"/>
              <a:gd name="csX85" fmla="*/ 242353 w 364335"/>
              <a:gd name="csY85" fmla="*/ 274944 h 362024"/>
              <a:gd name="csX86" fmla="*/ 251900 w 364335"/>
              <a:gd name="csY86" fmla="*/ 285801 h 362024"/>
              <a:gd name="csX87" fmla="*/ 252381 w 364335"/>
              <a:gd name="csY87" fmla="*/ 304719 h 362024"/>
              <a:gd name="csX88" fmla="*/ 261267 w 364335"/>
              <a:gd name="csY88" fmla="*/ 315608 h 362024"/>
              <a:gd name="csX89" fmla="*/ 268876 w 364335"/>
              <a:gd name="csY89" fmla="*/ 316858 h 362024"/>
              <a:gd name="csX90" fmla="*/ 252027 w 364335"/>
              <a:gd name="csY90" fmla="*/ 336142 h 362024"/>
              <a:gd name="csX91" fmla="*/ 230251 w 364335"/>
              <a:gd name="csY91" fmla="*/ 349333 h 362024"/>
              <a:gd name="csX92" fmla="*/ 209844 w 364335"/>
              <a:gd name="csY92" fmla="*/ 359530 h 362024"/>
              <a:gd name="csX93" fmla="*/ 194478 w 364335"/>
              <a:gd name="csY93" fmla="*/ 360594 h 362024"/>
              <a:gd name="csX94" fmla="*/ 185142 w 364335"/>
              <a:gd name="csY94" fmla="*/ 358570 h 362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364335" h="362024">
                <a:moveTo>
                  <a:pt x="185142" y="358570"/>
                </a:moveTo>
                <a:cubicBezTo>
                  <a:pt x="185142" y="356038"/>
                  <a:pt x="186257" y="348086"/>
                  <a:pt x="187621" y="340898"/>
                </a:cubicBezTo>
                <a:cubicBezTo>
                  <a:pt x="189559" y="330679"/>
                  <a:pt x="189267" y="326160"/>
                  <a:pt x="186283" y="320178"/>
                </a:cubicBezTo>
                <a:lnTo>
                  <a:pt x="182466" y="312528"/>
                </a:lnTo>
                <a:lnTo>
                  <a:pt x="160064" y="313164"/>
                </a:lnTo>
                <a:cubicBezTo>
                  <a:pt x="140617" y="313716"/>
                  <a:pt x="137363" y="314470"/>
                  <a:pt x="135394" y="318882"/>
                </a:cubicBezTo>
                <a:cubicBezTo>
                  <a:pt x="133601" y="322902"/>
                  <a:pt x="127800" y="324938"/>
                  <a:pt x="107653" y="328620"/>
                </a:cubicBezTo>
                <a:cubicBezTo>
                  <a:pt x="84116" y="332921"/>
                  <a:pt x="81860" y="332955"/>
                  <a:pt x="77975" y="329071"/>
                </a:cubicBezTo>
                <a:cubicBezTo>
                  <a:pt x="75663" y="326758"/>
                  <a:pt x="71954" y="324866"/>
                  <a:pt x="69734" y="324866"/>
                </a:cubicBezTo>
                <a:cubicBezTo>
                  <a:pt x="64790" y="324866"/>
                  <a:pt x="53564" y="313404"/>
                  <a:pt x="48325" y="303007"/>
                </a:cubicBezTo>
                <a:cubicBezTo>
                  <a:pt x="46195" y="298781"/>
                  <a:pt x="41633" y="293919"/>
                  <a:pt x="38186" y="292203"/>
                </a:cubicBezTo>
                <a:cubicBezTo>
                  <a:pt x="31831" y="289039"/>
                  <a:pt x="25350" y="279856"/>
                  <a:pt x="25184" y="273778"/>
                </a:cubicBezTo>
                <a:cubicBezTo>
                  <a:pt x="25085" y="270192"/>
                  <a:pt x="14730" y="254434"/>
                  <a:pt x="11540" y="253016"/>
                </a:cubicBezTo>
                <a:cubicBezTo>
                  <a:pt x="10475" y="252543"/>
                  <a:pt x="9603" y="249415"/>
                  <a:pt x="9603" y="246065"/>
                </a:cubicBezTo>
                <a:cubicBezTo>
                  <a:pt x="9603" y="242715"/>
                  <a:pt x="7116" y="235757"/>
                  <a:pt x="4075" y="230604"/>
                </a:cubicBezTo>
                <a:cubicBezTo>
                  <a:pt x="-1096" y="221839"/>
                  <a:pt x="-1174" y="220953"/>
                  <a:pt x="2870" y="216903"/>
                </a:cubicBezTo>
                <a:cubicBezTo>
                  <a:pt x="5247" y="214522"/>
                  <a:pt x="12551" y="211412"/>
                  <a:pt x="19099" y="209992"/>
                </a:cubicBezTo>
                <a:cubicBezTo>
                  <a:pt x="25650" y="208572"/>
                  <a:pt x="32288" y="205304"/>
                  <a:pt x="33857" y="202727"/>
                </a:cubicBezTo>
                <a:cubicBezTo>
                  <a:pt x="40254" y="192222"/>
                  <a:pt x="57879" y="175142"/>
                  <a:pt x="62323" y="175142"/>
                </a:cubicBezTo>
                <a:cubicBezTo>
                  <a:pt x="64938" y="175142"/>
                  <a:pt x="70972" y="172735"/>
                  <a:pt x="75732" y="169793"/>
                </a:cubicBezTo>
                <a:cubicBezTo>
                  <a:pt x="86563" y="163099"/>
                  <a:pt x="92402" y="164703"/>
                  <a:pt x="107485" y="178512"/>
                </a:cubicBezTo>
                <a:lnTo>
                  <a:pt x="118888" y="188952"/>
                </a:lnTo>
                <a:lnTo>
                  <a:pt x="122369" y="177011"/>
                </a:lnTo>
                <a:cubicBezTo>
                  <a:pt x="124284" y="170444"/>
                  <a:pt x="126994" y="164364"/>
                  <a:pt x="128391" y="163500"/>
                </a:cubicBezTo>
                <a:cubicBezTo>
                  <a:pt x="132170" y="161165"/>
                  <a:pt x="131464" y="152072"/>
                  <a:pt x="127169" y="147778"/>
                </a:cubicBezTo>
                <a:cubicBezTo>
                  <a:pt x="122214" y="142823"/>
                  <a:pt x="124785" y="135614"/>
                  <a:pt x="130389" y="138750"/>
                </a:cubicBezTo>
                <a:cubicBezTo>
                  <a:pt x="136409" y="142119"/>
                  <a:pt x="145744" y="136885"/>
                  <a:pt x="147714" y="129037"/>
                </a:cubicBezTo>
                <a:cubicBezTo>
                  <a:pt x="149051" y="123709"/>
                  <a:pt x="147940" y="121043"/>
                  <a:pt x="142395" y="116273"/>
                </a:cubicBezTo>
                <a:cubicBezTo>
                  <a:pt x="135828" y="110625"/>
                  <a:pt x="135571" y="109625"/>
                  <a:pt x="138322" y="100445"/>
                </a:cubicBezTo>
                <a:cubicBezTo>
                  <a:pt x="142194" y="87522"/>
                  <a:pt x="142531" y="88798"/>
                  <a:pt x="132219" y="77384"/>
                </a:cubicBezTo>
                <a:lnTo>
                  <a:pt x="123182" y="67380"/>
                </a:lnTo>
                <a:lnTo>
                  <a:pt x="127316" y="49072"/>
                </a:lnTo>
                <a:cubicBezTo>
                  <a:pt x="131667" y="29805"/>
                  <a:pt x="134422" y="26975"/>
                  <a:pt x="149002" y="26791"/>
                </a:cubicBezTo>
                <a:cubicBezTo>
                  <a:pt x="154177" y="26725"/>
                  <a:pt x="155624" y="25231"/>
                  <a:pt x="156308" y="19245"/>
                </a:cubicBezTo>
                <a:cubicBezTo>
                  <a:pt x="156776" y="15139"/>
                  <a:pt x="155736" y="10900"/>
                  <a:pt x="153995" y="9825"/>
                </a:cubicBezTo>
                <a:cubicBezTo>
                  <a:pt x="148346" y="6334"/>
                  <a:pt x="153520" y="-815"/>
                  <a:pt x="161050" y="76"/>
                </a:cubicBezTo>
                <a:cubicBezTo>
                  <a:pt x="168082" y="908"/>
                  <a:pt x="172982" y="7348"/>
                  <a:pt x="166583" y="7348"/>
                </a:cubicBezTo>
                <a:cubicBezTo>
                  <a:pt x="163388" y="7348"/>
                  <a:pt x="159114" y="19135"/>
                  <a:pt x="154998" y="39300"/>
                </a:cubicBezTo>
                <a:cubicBezTo>
                  <a:pt x="153853" y="44911"/>
                  <a:pt x="154355" y="46439"/>
                  <a:pt x="157050" y="45546"/>
                </a:cubicBezTo>
                <a:cubicBezTo>
                  <a:pt x="160851" y="44288"/>
                  <a:pt x="165520" y="36539"/>
                  <a:pt x="169737" y="24492"/>
                </a:cubicBezTo>
                <a:cubicBezTo>
                  <a:pt x="171898" y="18321"/>
                  <a:pt x="172952" y="17637"/>
                  <a:pt x="176182" y="20317"/>
                </a:cubicBezTo>
                <a:cubicBezTo>
                  <a:pt x="178636" y="22355"/>
                  <a:pt x="179182" y="24572"/>
                  <a:pt x="177678" y="26406"/>
                </a:cubicBezTo>
                <a:cubicBezTo>
                  <a:pt x="176378" y="27992"/>
                  <a:pt x="174502" y="35852"/>
                  <a:pt x="173510" y="43871"/>
                </a:cubicBezTo>
                <a:lnTo>
                  <a:pt x="171706" y="58451"/>
                </a:lnTo>
                <a:lnTo>
                  <a:pt x="179820" y="60233"/>
                </a:lnTo>
                <a:cubicBezTo>
                  <a:pt x="190172" y="62507"/>
                  <a:pt x="195468" y="58253"/>
                  <a:pt x="195468" y="47665"/>
                </a:cubicBezTo>
                <a:cubicBezTo>
                  <a:pt x="195468" y="37295"/>
                  <a:pt x="201609" y="33273"/>
                  <a:pt x="212893" y="36256"/>
                </a:cubicBezTo>
                <a:cubicBezTo>
                  <a:pt x="222809" y="38877"/>
                  <a:pt x="222920" y="39758"/>
                  <a:pt x="215787" y="59322"/>
                </a:cubicBezTo>
                <a:cubicBezTo>
                  <a:pt x="210635" y="73452"/>
                  <a:pt x="209804" y="74357"/>
                  <a:pt x="202515" y="73785"/>
                </a:cubicBezTo>
                <a:cubicBezTo>
                  <a:pt x="198132" y="73441"/>
                  <a:pt x="194241" y="74583"/>
                  <a:pt x="193598" y="76402"/>
                </a:cubicBezTo>
                <a:cubicBezTo>
                  <a:pt x="192970" y="78177"/>
                  <a:pt x="194295" y="79629"/>
                  <a:pt x="196544" y="79629"/>
                </a:cubicBezTo>
                <a:cubicBezTo>
                  <a:pt x="198791" y="79629"/>
                  <a:pt x="200631" y="80768"/>
                  <a:pt x="200631" y="82161"/>
                </a:cubicBezTo>
                <a:cubicBezTo>
                  <a:pt x="200631" y="85088"/>
                  <a:pt x="191380" y="87587"/>
                  <a:pt x="183851" y="86694"/>
                </a:cubicBezTo>
                <a:cubicBezTo>
                  <a:pt x="180197" y="86261"/>
                  <a:pt x="178910" y="87403"/>
                  <a:pt x="179447" y="90600"/>
                </a:cubicBezTo>
                <a:cubicBezTo>
                  <a:pt x="179864" y="93084"/>
                  <a:pt x="178915" y="95117"/>
                  <a:pt x="177337" y="95117"/>
                </a:cubicBezTo>
                <a:cubicBezTo>
                  <a:pt x="175731" y="95117"/>
                  <a:pt x="175129" y="97199"/>
                  <a:pt x="175970" y="99847"/>
                </a:cubicBezTo>
                <a:cubicBezTo>
                  <a:pt x="176899" y="102775"/>
                  <a:pt x="175493" y="106367"/>
                  <a:pt x="172279" y="109275"/>
                </a:cubicBezTo>
                <a:cubicBezTo>
                  <a:pt x="169424" y="111859"/>
                  <a:pt x="165130" y="120185"/>
                  <a:pt x="162736" y="127778"/>
                </a:cubicBezTo>
                <a:cubicBezTo>
                  <a:pt x="160343" y="135371"/>
                  <a:pt x="156854" y="141584"/>
                  <a:pt x="154984" y="141584"/>
                </a:cubicBezTo>
                <a:cubicBezTo>
                  <a:pt x="149300" y="141584"/>
                  <a:pt x="151188" y="148854"/>
                  <a:pt x="157382" y="150820"/>
                </a:cubicBezTo>
                <a:cubicBezTo>
                  <a:pt x="160571" y="151832"/>
                  <a:pt x="164451" y="154398"/>
                  <a:pt x="166003" y="156522"/>
                </a:cubicBezTo>
                <a:cubicBezTo>
                  <a:pt x="168191" y="159513"/>
                  <a:pt x="171101" y="159898"/>
                  <a:pt x="178921" y="158229"/>
                </a:cubicBezTo>
                <a:cubicBezTo>
                  <a:pt x="184472" y="157045"/>
                  <a:pt x="194242" y="155975"/>
                  <a:pt x="200631" y="155851"/>
                </a:cubicBezTo>
                <a:cubicBezTo>
                  <a:pt x="239506" y="155102"/>
                  <a:pt x="240586" y="154881"/>
                  <a:pt x="253127" y="145110"/>
                </a:cubicBezTo>
                <a:cubicBezTo>
                  <a:pt x="266671" y="134558"/>
                  <a:pt x="268972" y="125175"/>
                  <a:pt x="260004" y="117060"/>
                </a:cubicBezTo>
                <a:cubicBezTo>
                  <a:pt x="253254" y="110951"/>
                  <a:pt x="253492" y="108529"/>
                  <a:pt x="261186" y="105023"/>
                </a:cubicBezTo>
                <a:cubicBezTo>
                  <a:pt x="266361" y="102665"/>
                  <a:pt x="269974" y="103183"/>
                  <a:pt x="280779" y="107831"/>
                </a:cubicBezTo>
                <a:cubicBezTo>
                  <a:pt x="296129" y="114435"/>
                  <a:pt x="303140" y="113127"/>
                  <a:pt x="316123" y="101238"/>
                </a:cubicBezTo>
                <a:cubicBezTo>
                  <a:pt x="320574" y="97162"/>
                  <a:pt x="327915" y="90541"/>
                  <a:pt x="332436" y="86525"/>
                </a:cubicBezTo>
                <a:lnTo>
                  <a:pt x="340656" y="79224"/>
                </a:lnTo>
                <a:lnTo>
                  <a:pt x="348855" y="87171"/>
                </a:lnTo>
                <a:cubicBezTo>
                  <a:pt x="353365" y="91541"/>
                  <a:pt x="358951" y="95117"/>
                  <a:pt x="361269" y="95117"/>
                </a:cubicBezTo>
                <a:cubicBezTo>
                  <a:pt x="364761" y="95117"/>
                  <a:pt x="365087" y="96499"/>
                  <a:pt x="363171" y="103178"/>
                </a:cubicBezTo>
                <a:cubicBezTo>
                  <a:pt x="361900" y="107612"/>
                  <a:pt x="358803" y="114292"/>
                  <a:pt x="356290" y="118022"/>
                </a:cubicBezTo>
                <a:cubicBezTo>
                  <a:pt x="353286" y="122482"/>
                  <a:pt x="351997" y="128425"/>
                  <a:pt x="352528" y="135380"/>
                </a:cubicBezTo>
                <a:cubicBezTo>
                  <a:pt x="353262" y="145010"/>
                  <a:pt x="352644" y="146241"/>
                  <a:pt x="345616" y="149152"/>
                </a:cubicBezTo>
                <a:cubicBezTo>
                  <a:pt x="341239" y="150965"/>
                  <a:pt x="337248" y="154934"/>
                  <a:pt x="336399" y="158318"/>
                </a:cubicBezTo>
                <a:cubicBezTo>
                  <a:pt x="335575" y="161601"/>
                  <a:pt x="330673" y="169343"/>
                  <a:pt x="325505" y="175523"/>
                </a:cubicBezTo>
                <a:cubicBezTo>
                  <a:pt x="311850" y="191852"/>
                  <a:pt x="310247" y="196441"/>
                  <a:pt x="315430" y="204352"/>
                </a:cubicBezTo>
                <a:cubicBezTo>
                  <a:pt x="319567" y="210666"/>
                  <a:pt x="319502" y="211324"/>
                  <a:pt x="313994" y="218773"/>
                </a:cubicBezTo>
                <a:cubicBezTo>
                  <a:pt x="309522" y="224822"/>
                  <a:pt x="305556" y="226939"/>
                  <a:pt x="296375" y="228175"/>
                </a:cubicBezTo>
                <a:cubicBezTo>
                  <a:pt x="280209" y="230353"/>
                  <a:pt x="268738" y="234086"/>
                  <a:pt x="265231" y="238311"/>
                </a:cubicBezTo>
                <a:cubicBezTo>
                  <a:pt x="263619" y="240253"/>
                  <a:pt x="254493" y="243158"/>
                  <a:pt x="244951" y="244768"/>
                </a:cubicBezTo>
                <a:cubicBezTo>
                  <a:pt x="224827" y="248162"/>
                  <a:pt x="223542" y="248854"/>
                  <a:pt x="219261" y="258588"/>
                </a:cubicBezTo>
                <a:cubicBezTo>
                  <a:pt x="215450" y="267254"/>
                  <a:pt x="216976" y="270661"/>
                  <a:pt x="224662" y="270643"/>
                </a:cubicBezTo>
                <a:cubicBezTo>
                  <a:pt x="227772" y="270636"/>
                  <a:pt x="235733" y="272571"/>
                  <a:pt x="242353" y="274944"/>
                </a:cubicBezTo>
                <a:cubicBezTo>
                  <a:pt x="253677" y="279002"/>
                  <a:pt x="254241" y="279644"/>
                  <a:pt x="251900" y="285801"/>
                </a:cubicBezTo>
                <a:cubicBezTo>
                  <a:pt x="250237" y="290175"/>
                  <a:pt x="250396" y="296447"/>
                  <a:pt x="252381" y="304719"/>
                </a:cubicBezTo>
                <a:cubicBezTo>
                  <a:pt x="255038" y="315794"/>
                  <a:pt x="255971" y="316937"/>
                  <a:pt x="261267" y="315608"/>
                </a:cubicBezTo>
                <a:cubicBezTo>
                  <a:pt x="264522" y="314791"/>
                  <a:pt x="267946" y="315353"/>
                  <a:pt x="268876" y="316858"/>
                </a:cubicBezTo>
                <a:cubicBezTo>
                  <a:pt x="271618" y="321295"/>
                  <a:pt x="260047" y="334538"/>
                  <a:pt x="252027" y="336142"/>
                </a:cubicBezTo>
                <a:cubicBezTo>
                  <a:pt x="247958" y="336956"/>
                  <a:pt x="238159" y="342892"/>
                  <a:pt x="230251" y="349333"/>
                </a:cubicBezTo>
                <a:cubicBezTo>
                  <a:pt x="219279" y="358270"/>
                  <a:pt x="214445" y="360685"/>
                  <a:pt x="209844" y="359530"/>
                </a:cubicBezTo>
                <a:cubicBezTo>
                  <a:pt x="206527" y="358698"/>
                  <a:pt x="199613" y="359176"/>
                  <a:pt x="194478" y="360594"/>
                </a:cubicBezTo>
                <a:cubicBezTo>
                  <a:pt x="186278" y="362858"/>
                  <a:pt x="185142" y="362612"/>
                  <a:pt x="185142" y="358570"/>
                </a:cubicBezTo>
                <a:close/>
              </a:path>
            </a:pathLst>
          </a:custGeom>
          <a:solidFill>
            <a:srgbClr val="B9B9B9"/>
          </a:solidFill>
          <a:ln w="5163" cap="flat">
            <a:noFill/>
            <a:prstDash val="solid"/>
            <a:miter/>
          </a:ln>
        </p:spPr>
        <p:txBody>
          <a:bodyPr/>
          <a:lstStyle/>
          <a:p>
            <a:endParaRPr lang="es-419" noProof="0" dirty="0"/>
          </a:p>
        </p:txBody>
      </p:sp>
      <p:sp>
        <p:nvSpPr>
          <p:cNvPr id="46" name="Forma libre: forma 45">
            <a:extLst>
              <a:ext uri="{FF2B5EF4-FFF2-40B4-BE49-F238E27FC236}">
                <a16:creationId xmlns:a16="http://schemas.microsoft.com/office/drawing/2014/main" id="{92D0F83F-12C7-7343-5971-F2E203A7A583}"/>
              </a:ext>
            </a:extLst>
          </p:cNvPr>
          <p:cNvSpPr/>
          <p:nvPr/>
        </p:nvSpPr>
        <p:spPr>
          <a:xfrm>
            <a:off x="1331227" y="2128697"/>
            <a:ext cx="198884" cy="167193"/>
          </a:xfrm>
          <a:custGeom>
            <a:avLst/>
            <a:gdLst>
              <a:gd name="csX0" fmla="*/ 102761 w 198884"/>
              <a:gd name="csY0" fmla="*/ 161938 h 167193"/>
              <a:gd name="csX1" fmla="*/ 88269 w 198884"/>
              <a:gd name="csY1" fmla="*/ 157454 h 167193"/>
              <a:gd name="csX2" fmla="*/ 69481 w 198884"/>
              <a:gd name="csY2" fmla="*/ 161146 h 167193"/>
              <a:gd name="csX3" fmla="*/ 60039 w 198884"/>
              <a:gd name="csY3" fmla="*/ 160242 h 167193"/>
              <a:gd name="csX4" fmla="*/ 55236 w 198884"/>
              <a:gd name="csY4" fmla="*/ 148107 h 167193"/>
              <a:gd name="csX5" fmla="*/ 50480 w 198884"/>
              <a:gd name="csY5" fmla="*/ 138608 h 167193"/>
              <a:gd name="csX6" fmla="*/ 28907 w 198884"/>
              <a:gd name="csY6" fmla="*/ 140363 h 167193"/>
              <a:gd name="csX7" fmla="*/ 11289 w 198884"/>
              <a:gd name="csY7" fmla="*/ 137781 h 167193"/>
              <a:gd name="csX8" fmla="*/ 6827 w 198884"/>
              <a:gd name="csY8" fmla="*/ 131288 h 167193"/>
              <a:gd name="csX9" fmla="*/ 1775 w 198884"/>
              <a:gd name="csY9" fmla="*/ 129012 h 167193"/>
              <a:gd name="csX10" fmla="*/ 4158 w 198884"/>
              <a:gd name="csY10" fmla="*/ 118778 h 167193"/>
              <a:gd name="csX11" fmla="*/ 5752 w 198884"/>
              <a:gd name="csY11" fmla="*/ 106007 h 167193"/>
              <a:gd name="csX12" fmla="*/ 11789 w 198884"/>
              <a:gd name="csY12" fmla="*/ 81269 h 167193"/>
              <a:gd name="csX13" fmla="*/ 23630 w 198884"/>
              <a:gd name="csY13" fmla="*/ 62821 h 167193"/>
              <a:gd name="csX14" fmla="*/ 32410 w 198884"/>
              <a:gd name="csY14" fmla="*/ 53884 h 167193"/>
              <a:gd name="csX15" fmla="*/ 41084 w 198884"/>
              <a:gd name="csY15" fmla="*/ 33929 h 167193"/>
              <a:gd name="csX16" fmla="*/ 44790 w 198884"/>
              <a:gd name="csY16" fmla="*/ 21065 h 167193"/>
              <a:gd name="csX17" fmla="*/ 50866 w 198884"/>
              <a:gd name="csY17" fmla="*/ 7384 h 167193"/>
              <a:gd name="csX18" fmla="*/ 69085 w 198884"/>
              <a:gd name="csY18" fmla="*/ 3371 h 167193"/>
              <a:gd name="csX19" fmla="*/ 83968 w 198884"/>
              <a:gd name="csY19" fmla="*/ 7430 h 167193"/>
              <a:gd name="csX20" fmla="*/ 103250 w 198884"/>
              <a:gd name="csY20" fmla="*/ 16788 h 167193"/>
              <a:gd name="csX21" fmla="*/ 120904 w 198884"/>
              <a:gd name="csY21" fmla="*/ 28277 h 167193"/>
              <a:gd name="csX22" fmla="*/ 134887 w 198884"/>
              <a:gd name="csY22" fmla="*/ 23438 h 167193"/>
              <a:gd name="csX23" fmla="*/ 159058 w 198884"/>
              <a:gd name="csY23" fmla="*/ 20032 h 167193"/>
              <a:gd name="csX24" fmla="*/ 176483 w 198884"/>
              <a:gd name="csY24" fmla="*/ 28515 h 167193"/>
              <a:gd name="csX25" fmla="*/ 192460 w 198884"/>
              <a:gd name="csY25" fmla="*/ 37014 h 167193"/>
              <a:gd name="csX26" fmla="*/ 196332 w 198884"/>
              <a:gd name="csY26" fmla="*/ 44480 h 167193"/>
              <a:gd name="csX27" fmla="*/ 196153 w 198884"/>
              <a:gd name="csY27" fmla="*/ 52404 h 167193"/>
              <a:gd name="csX28" fmla="*/ 187288 w 198884"/>
              <a:gd name="csY28" fmla="*/ 53879 h 167193"/>
              <a:gd name="csX29" fmla="*/ 174390 w 198884"/>
              <a:gd name="csY29" fmla="*/ 56149 h 167193"/>
              <a:gd name="csX30" fmla="*/ 170518 w 198884"/>
              <a:gd name="csY30" fmla="*/ 64210 h 167193"/>
              <a:gd name="csX31" fmla="*/ 166645 w 198884"/>
              <a:gd name="csY31" fmla="*/ 72206 h 167193"/>
              <a:gd name="csX32" fmla="*/ 158901 w 198884"/>
              <a:gd name="csY32" fmla="*/ 75439 h 167193"/>
              <a:gd name="csX33" fmla="*/ 151157 w 198884"/>
              <a:gd name="csY33" fmla="*/ 76992 h 167193"/>
              <a:gd name="csX34" fmla="*/ 142182 w 198884"/>
              <a:gd name="csY34" fmla="*/ 79321 h 167193"/>
              <a:gd name="csX35" fmla="*/ 127056 w 198884"/>
              <a:gd name="csY35" fmla="*/ 97769 h 167193"/>
              <a:gd name="csX36" fmla="*/ 130544 w 198884"/>
              <a:gd name="csY36" fmla="*/ 109385 h 167193"/>
              <a:gd name="csX37" fmla="*/ 134269 w 198884"/>
              <a:gd name="csY37" fmla="*/ 120288 h 167193"/>
              <a:gd name="csX38" fmla="*/ 148765 w 198884"/>
              <a:gd name="csY38" fmla="*/ 140043 h 167193"/>
              <a:gd name="csX39" fmla="*/ 155377 w 198884"/>
              <a:gd name="csY39" fmla="*/ 157142 h 167193"/>
              <a:gd name="csX40" fmla="*/ 143045 w 198884"/>
              <a:gd name="csY40" fmla="*/ 162040 h 167193"/>
              <a:gd name="csX41" fmla="*/ 102761 w 198884"/>
              <a:gd name="csY41" fmla="*/ 161938 h 167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Lst>
            <a:rect l="l" t="t" r="r" b="b"/>
            <a:pathLst>
              <a:path w="198884" h="167193">
                <a:moveTo>
                  <a:pt x="102761" y="161938"/>
                </a:moveTo>
                <a:cubicBezTo>
                  <a:pt x="101767" y="158136"/>
                  <a:pt x="99022" y="157287"/>
                  <a:pt x="88269" y="157454"/>
                </a:cubicBezTo>
                <a:cubicBezTo>
                  <a:pt x="80973" y="157567"/>
                  <a:pt x="72518" y="159228"/>
                  <a:pt x="69481" y="161146"/>
                </a:cubicBezTo>
                <a:cubicBezTo>
                  <a:pt x="64710" y="164157"/>
                  <a:pt x="63423" y="164033"/>
                  <a:pt x="60039" y="160242"/>
                </a:cubicBezTo>
                <a:cubicBezTo>
                  <a:pt x="57884" y="157827"/>
                  <a:pt x="55723" y="152366"/>
                  <a:pt x="55236" y="148107"/>
                </a:cubicBezTo>
                <a:cubicBezTo>
                  <a:pt x="54750" y="143848"/>
                  <a:pt x="52610" y="139573"/>
                  <a:pt x="50480" y="138608"/>
                </a:cubicBezTo>
                <a:cubicBezTo>
                  <a:pt x="43634" y="135506"/>
                  <a:pt x="32890" y="136379"/>
                  <a:pt x="28907" y="140363"/>
                </a:cubicBezTo>
                <a:cubicBezTo>
                  <a:pt x="22942" y="146328"/>
                  <a:pt x="14628" y="145109"/>
                  <a:pt x="11289" y="137781"/>
                </a:cubicBezTo>
                <a:cubicBezTo>
                  <a:pt x="9671" y="134232"/>
                  <a:pt x="7664" y="131310"/>
                  <a:pt x="6827" y="131288"/>
                </a:cubicBezTo>
                <a:cubicBezTo>
                  <a:pt x="5990" y="131266"/>
                  <a:pt x="3716" y="130242"/>
                  <a:pt x="1775" y="129012"/>
                </a:cubicBezTo>
                <a:cubicBezTo>
                  <a:pt x="-1083" y="127202"/>
                  <a:pt x="-629" y="125253"/>
                  <a:pt x="4158" y="118778"/>
                </a:cubicBezTo>
                <a:cubicBezTo>
                  <a:pt x="9713" y="111264"/>
                  <a:pt x="9810" y="110491"/>
                  <a:pt x="5752" y="106007"/>
                </a:cubicBezTo>
                <a:cubicBezTo>
                  <a:pt x="-610" y="98977"/>
                  <a:pt x="325" y="95142"/>
                  <a:pt x="11789" y="81269"/>
                </a:cubicBezTo>
                <a:cubicBezTo>
                  <a:pt x="17485" y="74376"/>
                  <a:pt x="22814" y="66074"/>
                  <a:pt x="23630" y="62821"/>
                </a:cubicBezTo>
                <a:cubicBezTo>
                  <a:pt x="24447" y="59568"/>
                  <a:pt x="28398" y="55546"/>
                  <a:pt x="32410" y="53884"/>
                </a:cubicBezTo>
                <a:cubicBezTo>
                  <a:pt x="40181" y="50665"/>
                  <a:pt x="43478" y="43081"/>
                  <a:pt x="41084" y="33929"/>
                </a:cubicBezTo>
                <a:cubicBezTo>
                  <a:pt x="40186" y="30493"/>
                  <a:pt x="41619" y="25519"/>
                  <a:pt x="44790" y="21065"/>
                </a:cubicBezTo>
                <a:cubicBezTo>
                  <a:pt x="47634" y="17072"/>
                  <a:pt x="50368" y="10915"/>
                  <a:pt x="50866" y="7384"/>
                </a:cubicBezTo>
                <a:cubicBezTo>
                  <a:pt x="51978" y="-503"/>
                  <a:pt x="60785" y="-2442"/>
                  <a:pt x="69085" y="3371"/>
                </a:cubicBezTo>
                <a:cubicBezTo>
                  <a:pt x="72262" y="5597"/>
                  <a:pt x="78960" y="7424"/>
                  <a:pt x="83968" y="7430"/>
                </a:cubicBezTo>
                <a:cubicBezTo>
                  <a:pt x="90827" y="7440"/>
                  <a:pt x="95585" y="9748"/>
                  <a:pt x="103250" y="16788"/>
                </a:cubicBezTo>
                <a:cubicBezTo>
                  <a:pt x="108847" y="21927"/>
                  <a:pt x="116791" y="27098"/>
                  <a:pt x="120904" y="28277"/>
                </a:cubicBezTo>
                <a:cubicBezTo>
                  <a:pt x="127215" y="30087"/>
                  <a:pt x="129398" y="29332"/>
                  <a:pt x="134887" y="23438"/>
                </a:cubicBezTo>
                <a:cubicBezTo>
                  <a:pt x="142030" y="15767"/>
                  <a:pt x="156507" y="13727"/>
                  <a:pt x="159058" y="20032"/>
                </a:cubicBezTo>
                <a:cubicBezTo>
                  <a:pt x="159855" y="22000"/>
                  <a:pt x="167696" y="25818"/>
                  <a:pt x="176483" y="28515"/>
                </a:cubicBezTo>
                <a:cubicBezTo>
                  <a:pt x="186066" y="31457"/>
                  <a:pt x="192460" y="34858"/>
                  <a:pt x="192460" y="37014"/>
                </a:cubicBezTo>
                <a:cubicBezTo>
                  <a:pt x="192460" y="38991"/>
                  <a:pt x="194203" y="42351"/>
                  <a:pt x="196332" y="44480"/>
                </a:cubicBezTo>
                <a:cubicBezTo>
                  <a:pt x="199774" y="47922"/>
                  <a:pt x="199754" y="48803"/>
                  <a:pt x="196153" y="52404"/>
                </a:cubicBezTo>
                <a:cubicBezTo>
                  <a:pt x="193159" y="55398"/>
                  <a:pt x="190845" y="55783"/>
                  <a:pt x="187288" y="53879"/>
                </a:cubicBezTo>
                <a:cubicBezTo>
                  <a:pt x="179800" y="49872"/>
                  <a:pt x="174390" y="50824"/>
                  <a:pt x="174390" y="56149"/>
                </a:cubicBezTo>
                <a:cubicBezTo>
                  <a:pt x="174390" y="58815"/>
                  <a:pt x="172647" y="62442"/>
                  <a:pt x="170518" y="64210"/>
                </a:cubicBezTo>
                <a:cubicBezTo>
                  <a:pt x="168388" y="65977"/>
                  <a:pt x="166645" y="69575"/>
                  <a:pt x="166645" y="72206"/>
                </a:cubicBezTo>
                <a:cubicBezTo>
                  <a:pt x="166645" y="76143"/>
                  <a:pt x="165276" y="76714"/>
                  <a:pt x="158901" y="75439"/>
                </a:cubicBezTo>
                <a:cubicBezTo>
                  <a:pt x="153734" y="74406"/>
                  <a:pt x="151157" y="74922"/>
                  <a:pt x="151157" y="76992"/>
                </a:cubicBezTo>
                <a:cubicBezTo>
                  <a:pt x="151157" y="78961"/>
                  <a:pt x="147877" y="79812"/>
                  <a:pt x="142182" y="79321"/>
                </a:cubicBezTo>
                <a:cubicBezTo>
                  <a:pt x="130428" y="78308"/>
                  <a:pt x="124889" y="85064"/>
                  <a:pt x="127056" y="97769"/>
                </a:cubicBezTo>
                <a:cubicBezTo>
                  <a:pt x="127904" y="102738"/>
                  <a:pt x="129473" y="107965"/>
                  <a:pt x="130544" y="109385"/>
                </a:cubicBezTo>
                <a:cubicBezTo>
                  <a:pt x="131614" y="110805"/>
                  <a:pt x="133291" y="115711"/>
                  <a:pt x="134269" y="120288"/>
                </a:cubicBezTo>
                <a:cubicBezTo>
                  <a:pt x="135415" y="125645"/>
                  <a:pt x="140578" y="132682"/>
                  <a:pt x="148765" y="140043"/>
                </a:cubicBezTo>
                <a:cubicBezTo>
                  <a:pt x="162833" y="152691"/>
                  <a:pt x="164554" y="157142"/>
                  <a:pt x="155377" y="157142"/>
                </a:cubicBezTo>
                <a:cubicBezTo>
                  <a:pt x="152019" y="157142"/>
                  <a:pt x="146470" y="159346"/>
                  <a:pt x="143045" y="162040"/>
                </a:cubicBezTo>
                <a:cubicBezTo>
                  <a:pt x="134241" y="168966"/>
                  <a:pt x="104579" y="168891"/>
                  <a:pt x="102761" y="161938"/>
                </a:cubicBezTo>
                <a:close/>
              </a:path>
            </a:pathLst>
          </a:custGeom>
          <a:solidFill>
            <a:srgbClr val="B9B9B9"/>
          </a:solidFill>
          <a:ln w="5163" cap="flat">
            <a:noFill/>
            <a:prstDash val="solid"/>
            <a:miter/>
          </a:ln>
        </p:spPr>
        <p:txBody>
          <a:bodyPr/>
          <a:lstStyle/>
          <a:p>
            <a:endParaRPr lang="es-419" noProof="0" dirty="0"/>
          </a:p>
        </p:txBody>
      </p:sp>
      <p:sp>
        <p:nvSpPr>
          <p:cNvPr id="47" name="Forma libre: forma 46">
            <a:extLst>
              <a:ext uri="{FF2B5EF4-FFF2-40B4-BE49-F238E27FC236}">
                <a16:creationId xmlns:a16="http://schemas.microsoft.com/office/drawing/2014/main" id="{AEEF6A67-A061-BAC9-A05C-679C7DB0DD44}"/>
              </a:ext>
            </a:extLst>
          </p:cNvPr>
          <p:cNvSpPr/>
          <p:nvPr/>
        </p:nvSpPr>
        <p:spPr>
          <a:xfrm>
            <a:off x="1461542" y="2144566"/>
            <a:ext cx="129500" cy="144710"/>
          </a:xfrm>
          <a:custGeom>
            <a:avLst/>
            <a:gdLst>
              <a:gd name="csX0" fmla="*/ 39451 w 129500"/>
              <a:gd name="csY0" fmla="*/ 143362 h 144710"/>
              <a:gd name="csX1" fmla="*/ 36297 w 129500"/>
              <a:gd name="csY1" fmla="*/ 137530 h 144710"/>
              <a:gd name="csX2" fmla="*/ 22310 w 129500"/>
              <a:gd name="csY2" fmla="*/ 122582 h 144710"/>
              <a:gd name="csX3" fmla="*/ 6555 w 129500"/>
              <a:gd name="csY3" fmla="*/ 101930 h 144710"/>
              <a:gd name="csX4" fmla="*/ 2723 w 129500"/>
              <a:gd name="csY4" fmla="*/ 90935 h 144710"/>
              <a:gd name="csX5" fmla="*/ 1214 w 129500"/>
              <a:gd name="csY5" fmla="*/ 71343 h 144710"/>
              <a:gd name="csX6" fmla="*/ 12550 w 129500"/>
              <a:gd name="csY6" fmla="*/ 66880 h 144710"/>
              <a:gd name="csX7" fmla="*/ 22940 w 129500"/>
              <a:gd name="csY7" fmla="*/ 63986 h 144710"/>
              <a:gd name="csX8" fmla="*/ 31348 w 129500"/>
              <a:gd name="csY8" fmla="*/ 62963 h 144710"/>
              <a:gd name="csX9" fmla="*/ 38911 w 129500"/>
              <a:gd name="csY9" fmla="*/ 59306 h 144710"/>
              <a:gd name="csX10" fmla="*/ 42783 w 129500"/>
              <a:gd name="csY10" fmla="*/ 50923 h 144710"/>
              <a:gd name="csX11" fmla="*/ 46656 w 129500"/>
              <a:gd name="csY11" fmla="*/ 42586 h 144710"/>
              <a:gd name="csX12" fmla="*/ 51173 w 129500"/>
              <a:gd name="csY12" fmla="*/ 39323 h 144710"/>
              <a:gd name="csX13" fmla="*/ 69566 w 129500"/>
              <a:gd name="csY13" fmla="*/ 37767 h 144710"/>
              <a:gd name="csX14" fmla="*/ 69872 w 129500"/>
              <a:gd name="csY14" fmla="*/ 27120 h 144710"/>
              <a:gd name="csX15" fmla="*/ 67231 w 129500"/>
              <a:gd name="csY15" fmla="*/ 13692 h 144710"/>
              <a:gd name="csX16" fmla="*/ 69736 w 129500"/>
              <a:gd name="csY16" fmla="*/ 7102 h 144710"/>
              <a:gd name="csX17" fmla="*/ 81814 w 129500"/>
              <a:gd name="csY17" fmla="*/ 13524 h 144710"/>
              <a:gd name="csX18" fmla="*/ 100866 w 129500"/>
              <a:gd name="csY18" fmla="*/ 15068 h 144710"/>
              <a:gd name="csX19" fmla="*/ 113355 w 129500"/>
              <a:gd name="csY19" fmla="*/ 326 h 144710"/>
              <a:gd name="csX20" fmla="*/ 116355 w 129500"/>
              <a:gd name="csY20" fmla="*/ 6085 h 144710"/>
              <a:gd name="csX21" fmla="*/ 122928 w 129500"/>
              <a:gd name="csY21" fmla="*/ 21207 h 144710"/>
              <a:gd name="csX22" fmla="*/ 129501 w 129500"/>
              <a:gd name="csY22" fmla="*/ 32422 h 144710"/>
              <a:gd name="csX23" fmla="*/ 122289 w 129500"/>
              <a:gd name="csY23" fmla="*/ 39110 h 144710"/>
              <a:gd name="csX24" fmla="*/ 114210 w 129500"/>
              <a:gd name="csY24" fmla="*/ 43197 h 144710"/>
              <a:gd name="csX25" fmla="*/ 100996 w 129500"/>
              <a:gd name="csY25" fmla="*/ 50277 h 144710"/>
              <a:gd name="csX26" fmla="*/ 91480 w 129500"/>
              <a:gd name="csY26" fmla="*/ 69527 h 144710"/>
              <a:gd name="csX27" fmla="*/ 86825 w 129500"/>
              <a:gd name="csY27" fmla="*/ 82667 h 144710"/>
              <a:gd name="csX28" fmla="*/ 75170 w 129500"/>
              <a:gd name="csY28" fmla="*/ 92424 h 144710"/>
              <a:gd name="csX29" fmla="*/ 62144 w 129500"/>
              <a:gd name="csY29" fmla="*/ 108405 h 144710"/>
              <a:gd name="csX30" fmla="*/ 58272 w 129500"/>
              <a:gd name="csY30" fmla="*/ 119688 h 144710"/>
              <a:gd name="csX31" fmla="*/ 54400 w 129500"/>
              <a:gd name="csY31" fmla="*/ 127352 h 144710"/>
              <a:gd name="csX32" fmla="*/ 52416 w 129500"/>
              <a:gd name="csY32" fmla="*/ 133529 h 144710"/>
              <a:gd name="csX33" fmla="*/ 46503 w 129500"/>
              <a:gd name="csY33" fmla="*/ 140006 h 144710"/>
              <a:gd name="csX34" fmla="*/ 39451 w 129500"/>
              <a:gd name="csY34" fmla="*/ 143362 h 1447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129500" h="144710">
                <a:moveTo>
                  <a:pt x="39451" y="143362"/>
                </a:moveTo>
                <a:cubicBezTo>
                  <a:pt x="37734" y="141645"/>
                  <a:pt x="36315" y="139021"/>
                  <a:pt x="36297" y="137530"/>
                </a:cubicBezTo>
                <a:cubicBezTo>
                  <a:pt x="36279" y="136040"/>
                  <a:pt x="29985" y="129313"/>
                  <a:pt x="22310" y="122582"/>
                </a:cubicBezTo>
                <a:cubicBezTo>
                  <a:pt x="12868" y="114302"/>
                  <a:pt x="7773" y="107623"/>
                  <a:pt x="6555" y="101930"/>
                </a:cubicBezTo>
                <a:cubicBezTo>
                  <a:pt x="5566" y="97303"/>
                  <a:pt x="3842" y="92355"/>
                  <a:pt x="2723" y="90935"/>
                </a:cubicBezTo>
                <a:cubicBezTo>
                  <a:pt x="-91" y="87360"/>
                  <a:pt x="-945" y="76286"/>
                  <a:pt x="1214" y="71343"/>
                </a:cubicBezTo>
                <a:cubicBezTo>
                  <a:pt x="2338" y="68767"/>
                  <a:pt x="6560" y="67105"/>
                  <a:pt x="12550" y="66880"/>
                </a:cubicBezTo>
                <a:cubicBezTo>
                  <a:pt x="17800" y="66683"/>
                  <a:pt x="22476" y="65380"/>
                  <a:pt x="22940" y="63986"/>
                </a:cubicBezTo>
                <a:cubicBezTo>
                  <a:pt x="23405" y="62591"/>
                  <a:pt x="27189" y="62131"/>
                  <a:pt x="31348" y="62963"/>
                </a:cubicBezTo>
                <a:cubicBezTo>
                  <a:pt x="37697" y="64232"/>
                  <a:pt x="38911" y="63645"/>
                  <a:pt x="38911" y="59306"/>
                </a:cubicBezTo>
                <a:cubicBezTo>
                  <a:pt x="38911" y="56463"/>
                  <a:pt x="40654" y="52690"/>
                  <a:pt x="42783" y="50923"/>
                </a:cubicBezTo>
                <a:cubicBezTo>
                  <a:pt x="44913" y="49155"/>
                  <a:pt x="46656" y="45404"/>
                  <a:pt x="46656" y="42586"/>
                </a:cubicBezTo>
                <a:cubicBezTo>
                  <a:pt x="46656" y="38720"/>
                  <a:pt x="47764" y="37919"/>
                  <a:pt x="51173" y="39323"/>
                </a:cubicBezTo>
                <a:cubicBezTo>
                  <a:pt x="61512" y="43579"/>
                  <a:pt x="64377" y="43337"/>
                  <a:pt x="69566" y="37767"/>
                </a:cubicBezTo>
                <a:cubicBezTo>
                  <a:pt x="75009" y="31925"/>
                  <a:pt x="75010" y="31906"/>
                  <a:pt x="69872" y="27120"/>
                </a:cubicBezTo>
                <a:cubicBezTo>
                  <a:pt x="63882" y="21540"/>
                  <a:pt x="64007" y="22172"/>
                  <a:pt x="67231" y="13692"/>
                </a:cubicBezTo>
                <a:lnTo>
                  <a:pt x="69736" y="7102"/>
                </a:lnTo>
                <a:lnTo>
                  <a:pt x="81814" y="13524"/>
                </a:lnTo>
                <a:cubicBezTo>
                  <a:pt x="96277" y="21214"/>
                  <a:pt x="100866" y="21586"/>
                  <a:pt x="100866" y="15068"/>
                </a:cubicBezTo>
                <a:cubicBezTo>
                  <a:pt x="100866" y="8386"/>
                  <a:pt x="109640" y="-1970"/>
                  <a:pt x="113355" y="326"/>
                </a:cubicBezTo>
                <a:cubicBezTo>
                  <a:pt x="115005" y="1346"/>
                  <a:pt x="116355" y="3937"/>
                  <a:pt x="116355" y="6085"/>
                </a:cubicBezTo>
                <a:cubicBezTo>
                  <a:pt x="116355" y="8233"/>
                  <a:pt x="119313" y="15038"/>
                  <a:pt x="122928" y="21207"/>
                </a:cubicBezTo>
                <a:lnTo>
                  <a:pt x="129501" y="32422"/>
                </a:lnTo>
                <a:lnTo>
                  <a:pt x="122289" y="39110"/>
                </a:lnTo>
                <a:cubicBezTo>
                  <a:pt x="118322" y="42788"/>
                  <a:pt x="114687" y="44627"/>
                  <a:pt x="114210" y="43197"/>
                </a:cubicBezTo>
                <a:cubicBezTo>
                  <a:pt x="112111" y="36901"/>
                  <a:pt x="104310" y="41081"/>
                  <a:pt x="100996" y="50277"/>
                </a:cubicBezTo>
                <a:cubicBezTo>
                  <a:pt x="99077" y="55602"/>
                  <a:pt x="94795" y="64264"/>
                  <a:pt x="91480" y="69527"/>
                </a:cubicBezTo>
                <a:cubicBezTo>
                  <a:pt x="88166" y="74789"/>
                  <a:pt x="86071" y="80703"/>
                  <a:pt x="86825" y="82667"/>
                </a:cubicBezTo>
                <a:cubicBezTo>
                  <a:pt x="87734" y="85037"/>
                  <a:pt x="83812" y="88321"/>
                  <a:pt x="75170" y="92424"/>
                </a:cubicBezTo>
                <a:cubicBezTo>
                  <a:pt x="62898" y="98250"/>
                  <a:pt x="62144" y="99174"/>
                  <a:pt x="62144" y="108405"/>
                </a:cubicBezTo>
                <a:cubicBezTo>
                  <a:pt x="62144" y="114732"/>
                  <a:pt x="60773" y="118729"/>
                  <a:pt x="58272" y="119688"/>
                </a:cubicBezTo>
                <a:cubicBezTo>
                  <a:pt x="56143" y="120506"/>
                  <a:pt x="54400" y="123954"/>
                  <a:pt x="54400" y="127352"/>
                </a:cubicBezTo>
                <a:cubicBezTo>
                  <a:pt x="54400" y="130749"/>
                  <a:pt x="53507" y="133529"/>
                  <a:pt x="52416" y="133529"/>
                </a:cubicBezTo>
                <a:cubicBezTo>
                  <a:pt x="51325" y="133529"/>
                  <a:pt x="48664" y="136444"/>
                  <a:pt x="46503" y="140006"/>
                </a:cubicBezTo>
                <a:cubicBezTo>
                  <a:pt x="43429" y="145071"/>
                  <a:pt x="41892" y="145803"/>
                  <a:pt x="39451" y="143362"/>
                </a:cubicBezTo>
                <a:close/>
              </a:path>
            </a:pathLst>
          </a:custGeom>
          <a:solidFill>
            <a:srgbClr val="B9B9B9"/>
          </a:solidFill>
          <a:ln w="5163" cap="flat">
            <a:noFill/>
            <a:prstDash val="solid"/>
            <a:miter/>
          </a:ln>
        </p:spPr>
        <p:txBody>
          <a:bodyPr/>
          <a:lstStyle/>
          <a:p>
            <a:endParaRPr lang="es-419" noProof="0" dirty="0"/>
          </a:p>
        </p:txBody>
      </p:sp>
      <p:sp>
        <p:nvSpPr>
          <p:cNvPr id="48" name="Forma libre: forma 47">
            <a:extLst>
              <a:ext uri="{FF2B5EF4-FFF2-40B4-BE49-F238E27FC236}">
                <a16:creationId xmlns:a16="http://schemas.microsoft.com/office/drawing/2014/main" id="{EAC0207C-AA51-3716-63EF-F942A706AFC7}"/>
              </a:ext>
            </a:extLst>
          </p:cNvPr>
          <p:cNvSpPr/>
          <p:nvPr/>
        </p:nvSpPr>
        <p:spPr>
          <a:xfrm>
            <a:off x="2333829" y="2099494"/>
            <a:ext cx="245950" cy="186219"/>
          </a:xfrm>
          <a:custGeom>
            <a:avLst/>
            <a:gdLst>
              <a:gd name="csX0" fmla="*/ 63193 w 245950"/>
              <a:gd name="csY0" fmla="*/ 151536 h 186219"/>
              <a:gd name="csX1" fmla="*/ 28715 w 245950"/>
              <a:gd name="csY1" fmla="*/ 120621 h 186219"/>
              <a:gd name="csX2" fmla="*/ 15073 w 245950"/>
              <a:gd name="csY2" fmla="*/ 124390 h 186219"/>
              <a:gd name="csX3" fmla="*/ 5596 w 245950"/>
              <a:gd name="csY3" fmla="*/ 124390 h 186219"/>
              <a:gd name="csX4" fmla="*/ 5596 w 245950"/>
              <a:gd name="csY4" fmla="*/ 107763 h 186219"/>
              <a:gd name="csX5" fmla="*/ 3015 w 245950"/>
              <a:gd name="csY5" fmla="*/ 89541 h 186219"/>
              <a:gd name="csX6" fmla="*/ 11404 w 245950"/>
              <a:gd name="csY6" fmla="*/ 63244 h 186219"/>
              <a:gd name="csX7" fmla="*/ 106611 w 245950"/>
              <a:gd name="csY7" fmla="*/ 25070 h 186219"/>
              <a:gd name="csX8" fmla="*/ 133716 w 245950"/>
              <a:gd name="csY8" fmla="*/ 14252 h 186219"/>
              <a:gd name="csX9" fmla="*/ 160483 w 245950"/>
              <a:gd name="csY9" fmla="*/ 1908 h 186219"/>
              <a:gd name="csX10" fmla="*/ 238554 w 245950"/>
              <a:gd name="csY10" fmla="*/ 11931 h 186219"/>
              <a:gd name="csX11" fmla="*/ 245107 w 245950"/>
              <a:gd name="csY11" fmla="*/ 29136 h 186219"/>
              <a:gd name="csX12" fmla="*/ 240861 w 245950"/>
              <a:gd name="csY12" fmla="*/ 62435 h 186219"/>
              <a:gd name="csX13" fmla="*/ 234529 w 245950"/>
              <a:gd name="csY13" fmla="*/ 81796 h 186219"/>
              <a:gd name="csX14" fmla="*/ 183096 w 245950"/>
              <a:gd name="csY14" fmla="*/ 120518 h 186219"/>
              <a:gd name="csX15" fmla="*/ 112584 w 245950"/>
              <a:gd name="csY15" fmla="*/ 172730 h 186219"/>
              <a:gd name="csX16" fmla="*/ 93505 w 245950"/>
              <a:gd name="csY16" fmla="*/ 186220 h 186219"/>
              <a:gd name="csX17" fmla="*/ 63193 w 245950"/>
              <a:gd name="csY17" fmla="*/ 151536 h 1862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245950" h="186219">
                <a:moveTo>
                  <a:pt x="63193" y="151536"/>
                </a:moveTo>
                <a:cubicBezTo>
                  <a:pt x="35962" y="120379"/>
                  <a:pt x="32456" y="117236"/>
                  <a:pt x="28715" y="120621"/>
                </a:cubicBezTo>
                <a:cubicBezTo>
                  <a:pt x="26425" y="122694"/>
                  <a:pt x="20286" y="124390"/>
                  <a:pt x="15073" y="124390"/>
                </a:cubicBezTo>
                <a:lnTo>
                  <a:pt x="5596" y="124390"/>
                </a:lnTo>
                <a:lnTo>
                  <a:pt x="5596" y="107763"/>
                </a:lnTo>
                <a:cubicBezTo>
                  <a:pt x="5596" y="98618"/>
                  <a:pt x="4435" y="90418"/>
                  <a:pt x="3015" y="89541"/>
                </a:cubicBezTo>
                <a:cubicBezTo>
                  <a:pt x="-3245" y="85672"/>
                  <a:pt x="575" y="73700"/>
                  <a:pt x="11404" y="63244"/>
                </a:cubicBezTo>
                <a:cubicBezTo>
                  <a:pt x="30218" y="45081"/>
                  <a:pt x="67101" y="30293"/>
                  <a:pt x="106611" y="25070"/>
                </a:cubicBezTo>
                <a:cubicBezTo>
                  <a:pt x="113529" y="24155"/>
                  <a:pt x="124948" y="19598"/>
                  <a:pt x="133716" y="14252"/>
                </a:cubicBezTo>
                <a:cubicBezTo>
                  <a:pt x="142049" y="9172"/>
                  <a:pt x="154094" y="3617"/>
                  <a:pt x="160483" y="1908"/>
                </a:cubicBezTo>
                <a:cubicBezTo>
                  <a:pt x="179743" y="-3243"/>
                  <a:pt x="225908" y="2684"/>
                  <a:pt x="238554" y="11931"/>
                </a:cubicBezTo>
                <a:cubicBezTo>
                  <a:pt x="241216" y="13878"/>
                  <a:pt x="243864" y="20830"/>
                  <a:pt x="245107" y="29136"/>
                </a:cubicBezTo>
                <a:cubicBezTo>
                  <a:pt x="246841" y="40720"/>
                  <a:pt x="246124" y="46345"/>
                  <a:pt x="240861" y="62435"/>
                </a:cubicBezTo>
                <a:lnTo>
                  <a:pt x="234529" y="81796"/>
                </a:lnTo>
                <a:lnTo>
                  <a:pt x="183096" y="120518"/>
                </a:lnTo>
                <a:cubicBezTo>
                  <a:pt x="154808" y="141815"/>
                  <a:pt x="123078" y="165310"/>
                  <a:pt x="112584" y="172730"/>
                </a:cubicBezTo>
                <a:lnTo>
                  <a:pt x="93505" y="186220"/>
                </a:lnTo>
                <a:lnTo>
                  <a:pt x="63193" y="151536"/>
                </a:lnTo>
                <a:close/>
              </a:path>
            </a:pathLst>
          </a:custGeom>
          <a:solidFill>
            <a:srgbClr val="B9B9B9"/>
          </a:solidFill>
          <a:ln w="5163" cap="flat">
            <a:noFill/>
            <a:prstDash val="solid"/>
            <a:miter/>
          </a:ln>
        </p:spPr>
        <p:txBody>
          <a:bodyPr/>
          <a:lstStyle/>
          <a:p>
            <a:endParaRPr lang="es-419" noProof="0" dirty="0"/>
          </a:p>
        </p:txBody>
      </p:sp>
      <p:sp>
        <p:nvSpPr>
          <p:cNvPr id="49" name="Forma libre: forma 48">
            <a:extLst>
              <a:ext uri="{FF2B5EF4-FFF2-40B4-BE49-F238E27FC236}">
                <a16:creationId xmlns:a16="http://schemas.microsoft.com/office/drawing/2014/main" id="{FFD34FC6-4B75-E35C-6311-6E529448BEBC}"/>
              </a:ext>
            </a:extLst>
          </p:cNvPr>
          <p:cNvSpPr/>
          <p:nvPr/>
        </p:nvSpPr>
        <p:spPr>
          <a:xfrm>
            <a:off x="2334670" y="2196667"/>
            <a:ext cx="1839" cy="7968"/>
          </a:xfrm>
          <a:custGeom>
            <a:avLst/>
            <a:gdLst>
              <a:gd name="csX0" fmla="*/ 0 w 1839"/>
              <a:gd name="csY0" fmla="*/ 3984 h 7968"/>
              <a:gd name="csX1" fmla="*/ 1302 w 1839"/>
              <a:gd name="csY1" fmla="*/ 757 h 7968"/>
              <a:gd name="csX2" fmla="*/ 1302 w 1839"/>
              <a:gd name="csY2" fmla="*/ 7211 h 7968"/>
              <a:gd name="csX3" fmla="*/ 0 w 1839"/>
              <a:gd name="csY3" fmla="*/ 3984 h 7968"/>
            </a:gdLst>
            <a:ahLst/>
            <a:cxnLst>
              <a:cxn ang="0">
                <a:pos x="csX0" y="csY0"/>
              </a:cxn>
              <a:cxn ang="0">
                <a:pos x="csX1" y="csY1"/>
              </a:cxn>
              <a:cxn ang="0">
                <a:pos x="csX2" y="csY2"/>
              </a:cxn>
              <a:cxn ang="0">
                <a:pos x="csX3" y="csY3"/>
              </a:cxn>
            </a:cxnLst>
            <a:rect l="l" t="t" r="r" b="b"/>
            <a:pathLst>
              <a:path w="1839" h="7968">
                <a:moveTo>
                  <a:pt x="0" y="3984"/>
                </a:moveTo>
                <a:cubicBezTo>
                  <a:pt x="0" y="435"/>
                  <a:pt x="586" y="-1017"/>
                  <a:pt x="1302" y="757"/>
                </a:cubicBezTo>
                <a:cubicBezTo>
                  <a:pt x="2018" y="2532"/>
                  <a:pt x="2018" y="5436"/>
                  <a:pt x="1302" y="7211"/>
                </a:cubicBezTo>
                <a:cubicBezTo>
                  <a:pt x="586" y="8986"/>
                  <a:pt x="0" y="7534"/>
                  <a:pt x="0" y="3984"/>
                </a:cubicBezTo>
                <a:close/>
              </a:path>
            </a:pathLst>
          </a:custGeom>
          <a:solidFill>
            <a:srgbClr val="B9B9B9"/>
          </a:solidFill>
          <a:ln w="5163" cap="flat">
            <a:noFill/>
            <a:prstDash val="solid"/>
            <a:miter/>
          </a:ln>
        </p:spPr>
        <p:txBody>
          <a:bodyPr/>
          <a:lstStyle/>
          <a:p>
            <a:endParaRPr lang="es-419" noProof="0" dirty="0"/>
          </a:p>
        </p:txBody>
      </p:sp>
      <p:sp>
        <p:nvSpPr>
          <p:cNvPr id="50" name="Forma libre: forma 49">
            <a:extLst>
              <a:ext uri="{FF2B5EF4-FFF2-40B4-BE49-F238E27FC236}">
                <a16:creationId xmlns:a16="http://schemas.microsoft.com/office/drawing/2014/main" id="{179A59FB-C471-47F2-2DDA-8A1A8B769B6F}"/>
              </a:ext>
            </a:extLst>
          </p:cNvPr>
          <p:cNvSpPr/>
          <p:nvPr/>
        </p:nvSpPr>
        <p:spPr>
          <a:xfrm>
            <a:off x="1309468" y="1877186"/>
            <a:ext cx="342958" cy="300162"/>
          </a:xfrm>
          <a:custGeom>
            <a:avLst/>
            <a:gdLst>
              <a:gd name="csX0" fmla="*/ 295686 w 342958"/>
              <a:gd name="csY0" fmla="*/ 296278 h 300162"/>
              <a:gd name="csX1" fmla="*/ 285863 w 342958"/>
              <a:gd name="csY1" fmla="*/ 292488 h 300162"/>
              <a:gd name="csX2" fmla="*/ 274573 w 342958"/>
              <a:gd name="csY2" fmla="*/ 278339 h 300162"/>
              <a:gd name="csX3" fmla="*/ 265490 w 342958"/>
              <a:gd name="csY3" fmla="*/ 262580 h 300162"/>
              <a:gd name="csX4" fmla="*/ 250359 w 342958"/>
              <a:gd name="csY4" fmla="*/ 277449 h 300162"/>
              <a:gd name="csX5" fmla="*/ 232353 w 342958"/>
              <a:gd name="csY5" fmla="*/ 275755 h 300162"/>
              <a:gd name="csX6" fmla="*/ 216800 w 342958"/>
              <a:gd name="csY6" fmla="*/ 278780 h 300162"/>
              <a:gd name="csX7" fmla="*/ 197688 w 342958"/>
              <a:gd name="csY7" fmla="*/ 275445 h 300162"/>
              <a:gd name="csX8" fmla="*/ 186717 w 342958"/>
              <a:gd name="csY8" fmla="*/ 271836 h 300162"/>
              <a:gd name="csX9" fmla="*/ 183241 w 342958"/>
              <a:gd name="csY9" fmla="*/ 267964 h 300162"/>
              <a:gd name="csX10" fmla="*/ 171812 w 342958"/>
              <a:gd name="csY10" fmla="*/ 264092 h 300162"/>
              <a:gd name="csX11" fmla="*/ 155307 w 342958"/>
              <a:gd name="csY11" fmla="*/ 270545 h 300162"/>
              <a:gd name="csX12" fmla="*/ 128918 w 342958"/>
              <a:gd name="csY12" fmla="*/ 266264 h 300162"/>
              <a:gd name="csX13" fmla="*/ 106345 w 342958"/>
              <a:gd name="csY13" fmla="*/ 255141 h 300162"/>
              <a:gd name="csX14" fmla="*/ 91555 w 342958"/>
              <a:gd name="csY14" fmla="*/ 250269 h 300162"/>
              <a:gd name="csX15" fmla="*/ 81548 w 342958"/>
              <a:gd name="csY15" fmla="*/ 247474 h 300162"/>
              <a:gd name="csX16" fmla="*/ 78435 w 342958"/>
              <a:gd name="csY16" fmla="*/ 239429 h 300162"/>
              <a:gd name="csX17" fmla="*/ 82408 w 342958"/>
              <a:gd name="csY17" fmla="*/ 200657 h 300162"/>
              <a:gd name="csX18" fmla="*/ 83563 w 342958"/>
              <a:gd name="csY18" fmla="*/ 189030 h 300162"/>
              <a:gd name="csX19" fmla="*/ 79311 w 342958"/>
              <a:gd name="csY19" fmla="*/ 164140 h 300162"/>
              <a:gd name="csX20" fmla="*/ 69658 w 342958"/>
              <a:gd name="csY20" fmla="*/ 165664 h 300162"/>
              <a:gd name="csX21" fmla="*/ 52863 w 342958"/>
              <a:gd name="csY21" fmla="*/ 178880 h 300162"/>
              <a:gd name="csX22" fmla="*/ 46310 w 342958"/>
              <a:gd name="csY22" fmla="*/ 180840 h 300162"/>
              <a:gd name="csX23" fmla="*/ 41273 w 342958"/>
              <a:gd name="csY23" fmla="*/ 176042 h 300162"/>
              <a:gd name="csX24" fmla="*/ 28735 w 342958"/>
              <a:gd name="csY24" fmla="*/ 163573 h 300162"/>
              <a:gd name="csX25" fmla="*/ 8346 w 342958"/>
              <a:gd name="csY25" fmla="*/ 134458 h 300162"/>
              <a:gd name="csX26" fmla="*/ 3097 w 342958"/>
              <a:gd name="csY26" fmla="*/ 117621 h 300162"/>
              <a:gd name="csX27" fmla="*/ 147 w 342958"/>
              <a:gd name="csY27" fmla="*/ 113613 h 300162"/>
              <a:gd name="csX28" fmla="*/ 21165 w 342958"/>
              <a:gd name="csY28" fmla="*/ 104003 h 300162"/>
              <a:gd name="csX29" fmla="*/ 72335 w 342958"/>
              <a:gd name="csY29" fmla="*/ 73250 h 300162"/>
              <a:gd name="csX30" fmla="*/ 93508 w 342958"/>
              <a:gd name="csY30" fmla="*/ 38847 h 300162"/>
              <a:gd name="csX31" fmla="*/ 97565 w 342958"/>
              <a:gd name="csY31" fmla="*/ 29800 h 300162"/>
              <a:gd name="csX32" fmla="*/ 109742 w 342958"/>
              <a:gd name="csY32" fmla="*/ 18194 h 300162"/>
              <a:gd name="csX33" fmla="*/ 113822 w 342958"/>
              <a:gd name="csY33" fmla="*/ 11110 h 300162"/>
              <a:gd name="csX34" fmla="*/ 121678 w 342958"/>
              <a:gd name="csY34" fmla="*/ 5555 h 300162"/>
              <a:gd name="csX35" fmla="*/ 127233 w 342958"/>
              <a:gd name="csY35" fmla="*/ 0 h 300162"/>
              <a:gd name="csX36" fmla="*/ 134516 w 342958"/>
              <a:gd name="csY36" fmla="*/ 8782 h 300162"/>
              <a:gd name="csX37" fmla="*/ 141869 w 342958"/>
              <a:gd name="csY37" fmla="*/ 33944 h 300162"/>
              <a:gd name="csX38" fmla="*/ 147505 w 342958"/>
              <a:gd name="csY38" fmla="*/ 58144 h 300162"/>
              <a:gd name="csX39" fmla="*/ 152804 w 342958"/>
              <a:gd name="csY39" fmla="*/ 90810 h 300162"/>
              <a:gd name="csX40" fmla="*/ 162764 w 342958"/>
              <a:gd name="csY40" fmla="*/ 124694 h 300162"/>
              <a:gd name="csX41" fmla="*/ 170334 w 342958"/>
              <a:gd name="csY41" fmla="*/ 121832 h 300162"/>
              <a:gd name="csX42" fmla="*/ 185393 w 342958"/>
              <a:gd name="csY42" fmla="*/ 124884 h 300162"/>
              <a:gd name="csX43" fmla="*/ 190271 w 342958"/>
              <a:gd name="csY43" fmla="*/ 127275 h 300162"/>
              <a:gd name="csX44" fmla="*/ 201229 w 342958"/>
              <a:gd name="csY44" fmla="*/ 139721 h 300162"/>
              <a:gd name="csX45" fmla="*/ 197439 w 342958"/>
              <a:gd name="csY45" fmla="*/ 147005 h 300162"/>
              <a:gd name="csX46" fmla="*/ 196794 w 342958"/>
              <a:gd name="csY46" fmla="*/ 162615 h 300162"/>
              <a:gd name="csX47" fmla="*/ 220205 w 342958"/>
              <a:gd name="csY47" fmla="*/ 171185 h 300162"/>
              <a:gd name="csX48" fmla="*/ 242581 w 342958"/>
              <a:gd name="csY48" fmla="*/ 173796 h 300162"/>
              <a:gd name="csX49" fmla="*/ 259092 w 342958"/>
              <a:gd name="csY49" fmla="*/ 186698 h 300162"/>
              <a:gd name="csX50" fmla="*/ 273592 w 342958"/>
              <a:gd name="csY50" fmla="*/ 197707 h 300162"/>
              <a:gd name="csX51" fmla="*/ 304244 w 342958"/>
              <a:gd name="csY51" fmla="*/ 198591 h 300162"/>
              <a:gd name="csX52" fmla="*/ 333285 w 342958"/>
              <a:gd name="csY52" fmla="*/ 203946 h 300162"/>
              <a:gd name="csX53" fmla="*/ 339205 w 342958"/>
              <a:gd name="csY53" fmla="*/ 216060 h 300162"/>
              <a:gd name="csX54" fmla="*/ 336274 w 342958"/>
              <a:gd name="csY54" fmla="*/ 220854 h 300162"/>
              <a:gd name="csX55" fmla="*/ 328850 w 342958"/>
              <a:gd name="csY55" fmla="*/ 233114 h 300162"/>
              <a:gd name="csX56" fmla="*/ 326965 w 342958"/>
              <a:gd name="csY56" fmla="*/ 236341 h 300162"/>
              <a:gd name="csX57" fmla="*/ 329181 w 342958"/>
              <a:gd name="csY57" fmla="*/ 240859 h 300162"/>
              <a:gd name="csX58" fmla="*/ 331403 w 342958"/>
              <a:gd name="csY58" fmla="*/ 248187 h 300162"/>
              <a:gd name="csX59" fmla="*/ 328049 w 342958"/>
              <a:gd name="csY59" fmla="*/ 258014 h 300162"/>
              <a:gd name="csX60" fmla="*/ 326532 w 342958"/>
              <a:gd name="csY60" fmla="*/ 276244 h 300162"/>
              <a:gd name="csX61" fmla="*/ 325085 w 342958"/>
              <a:gd name="csY61" fmla="*/ 283496 h 300162"/>
              <a:gd name="csX62" fmla="*/ 321398 w 342958"/>
              <a:gd name="csY62" fmla="*/ 292711 h 300162"/>
              <a:gd name="csX63" fmla="*/ 311874 w 342958"/>
              <a:gd name="csY63" fmla="*/ 300150 h 300162"/>
              <a:gd name="csX64" fmla="*/ 295686 w 342958"/>
              <a:gd name="csY64" fmla="*/ 296278 h 3001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Lst>
            <a:rect l="l" t="t" r="r" b="b"/>
            <a:pathLst>
              <a:path w="342958" h="300162">
                <a:moveTo>
                  <a:pt x="295686" y="296278"/>
                </a:moveTo>
                <a:cubicBezTo>
                  <a:pt x="292930" y="294193"/>
                  <a:pt x="288510" y="292488"/>
                  <a:pt x="285863" y="292488"/>
                </a:cubicBezTo>
                <a:cubicBezTo>
                  <a:pt x="282541" y="292488"/>
                  <a:pt x="279045" y="288107"/>
                  <a:pt x="274573" y="278339"/>
                </a:cubicBezTo>
                <a:cubicBezTo>
                  <a:pt x="271011" y="270557"/>
                  <a:pt x="266923" y="263466"/>
                  <a:pt x="265490" y="262580"/>
                </a:cubicBezTo>
                <a:cubicBezTo>
                  <a:pt x="261887" y="260353"/>
                  <a:pt x="250359" y="271682"/>
                  <a:pt x="250359" y="277449"/>
                </a:cubicBezTo>
                <a:cubicBezTo>
                  <a:pt x="250359" y="284106"/>
                  <a:pt x="242694" y="283385"/>
                  <a:pt x="232353" y="275755"/>
                </a:cubicBezTo>
                <a:cubicBezTo>
                  <a:pt x="223375" y="269132"/>
                  <a:pt x="216800" y="270410"/>
                  <a:pt x="216800" y="278780"/>
                </a:cubicBezTo>
                <a:cubicBezTo>
                  <a:pt x="216800" y="282868"/>
                  <a:pt x="211006" y="281857"/>
                  <a:pt x="197688" y="275445"/>
                </a:cubicBezTo>
                <a:cubicBezTo>
                  <a:pt x="193566" y="273460"/>
                  <a:pt x="188628" y="271836"/>
                  <a:pt x="186717" y="271836"/>
                </a:cubicBezTo>
                <a:cubicBezTo>
                  <a:pt x="184805" y="271836"/>
                  <a:pt x="183241" y="270094"/>
                  <a:pt x="183241" y="267964"/>
                </a:cubicBezTo>
                <a:cubicBezTo>
                  <a:pt x="183241" y="265105"/>
                  <a:pt x="180251" y="264092"/>
                  <a:pt x="171812" y="264092"/>
                </a:cubicBezTo>
                <a:cubicBezTo>
                  <a:pt x="162696" y="264092"/>
                  <a:pt x="159356" y="265398"/>
                  <a:pt x="155307" y="270545"/>
                </a:cubicBezTo>
                <a:cubicBezTo>
                  <a:pt x="148138" y="279659"/>
                  <a:pt x="141633" y="278604"/>
                  <a:pt x="128918" y="266264"/>
                </a:cubicBezTo>
                <a:cubicBezTo>
                  <a:pt x="119547" y="257171"/>
                  <a:pt x="116097" y="255470"/>
                  <a:pt x="106345" y="255141"/>
                </a:cubicBezTo>
                <a:cubicBezTo>
                  <a:pt x="98734" y="254884"/>
                  <a:pt x="93722" y="253233"/>
                  <a:pt x="91555" y="250269"/>
                </a:cubicBezTo>
                <a:cubicBezTo>
                  <a:pt x="89207" y="247058"/>
                  <a:pt x="86367" y="246265"/>
                  <a:pt x="81548" y="247474"/>
                </a:cubicBezTo>
                <a:cubicBezTo>
                  <a:pt x="74001" y="249368"/>
                  <a:pt x="73102" y="247043"/>
                  <a:pt x="78435" y="239429"/>
                </a:cubicBezTo>
                <a:cubicBezTo>
                  <a:pt x="83856" y="231688"/>
                  <a:pt x="86528" y="205621"/>
                  <a:pt x="82408" y="200657"/>
                </a:cubicBezTo>
                <a:cubicBezTo>
                  <a:pt x="79647" y="197331"/>
                  <a:pt x="79847" y="195321"/>
                  <a:pt x="83563" y="189030"/>
                </a:cubicBezTo>
                <a:cubicBezTo>
                  <a:pt x="88650" y="180419"/>
                  <a:pt x="87374" y="172952"/>
                  <a:pt x="79311" y="164140"/>
                </a:cubicBezTo>
                <a:cubicBezTo>
                  <a:pt x="73608" y="157907"/>
                  <a:pt x="69658" y="158530"/>
                  <a:pt x="69658" y="165664"/>
                </a:cubicBezTo>
                <a:cubicBezTo>
                  <a:pt x="69658" y="171138"/>
                  <a:pt x="55140" y="182563"/>
                  <a:pt x="52863" y="178880"/>
                </a:cubicBezTo>
                <a:cubicBezTo>
                  <a:pt x="50323" y="174770"/>
                  <a:pt x="46434" y="175933"/>
                  <a:pt x="46310" y="180840"/>
                </a:cubicBezTo>
                <a:cubicBezTo>
                  <a:pt x="46241" y="183582"/>
                  <a:pt x="44262" y="181697"/>
                  <a:pt x="41273" y="176042"/>
                </a:cubicBezTo>
                <a:cubicBezTo>
                  <a:pt x="38533" y="170858"/>
                  <a:pt x="32973" y="165329"/>
                  <a:pt x="28735" y="163573"/>
                </a:cubicBezTo>
                <a:cubicBezTo>
                  <a:pt x="15748" y="158193"/>
                  <a:pt x="9667" y="149510"/>
                  <a:pt x="8346" y="134458"/>
                </a:cubicBezTo>
                <a:cubicBezTo>
                  <a:pt x="7635" y="126353"/>
                  <a:pt x="5506" y="119523"/>
                  <a:pt x="3097" y="117621"/>
                </a:cubicBezTo>
                <a:cubicBezTo>
                  <a:pt x="868" y="115861"/>
                  <a:pt x="-459" y="114058"/>
                  <a:pt x="147" y="113613"/>
                </a:cubicBezTo>
                <a:cubicBezTo>
                  <a:pt x="7952" y="107892"/>
                  <a:pt x="16388" y="104034"/>
                  <a:pt x="21165" y="104003"/>
                </a:cubicBezTo>
                <a:cubicBezTo>
                  <a:pt x="38718" y="103886"/>
                  <a:pt x="49596" y="97348"/>
                  <a:pt x="72335" y="73250"/>
                </a:cubicBezTo>
                <a:cubicBezTo>
                  <a:pt x="94445" y="49819"/>
                  <a:pt x="94883" y="49106"/>
                  <a:pt x="93508" y="38847"/>
                </a:cubicBezTo>
                <a:cubicBezTo>
                  <a:pt x="92208" y="29159"/>
                  <a:pt x="92513" y="28479"/>
                  <a:pt x="97565" y="29800"/>
                </a:cubicBezTo>
                <a:cubicBezTo>
                  <a:pt x="103852" y="31444"/>
                  <a:pt x="107223" y="28231"/>
                  <a:pt x="109742" y="18194"/>
                </a:cubicBezTo>
                <a:cubicBezTo>
                  <a:pt x="110720" y="14298"/>
                  <a:pt x="112556" y="11110"/>
                  <a:pt x="113822" y="11110"/>
                </a:cubicBezTo>
                <a:cubicBezTo>
                  <a:pt x="115088" y="11110"/>
                  <a:pt x="118623" y="8610"/>
                  <a:pt x="121678" y="5555"/>
                </a:cubicBezTo>
                <a:lnTo>
                  <a:pt x="127233" y="0"/>
                </a:lnTo>
                <a:lnTo>
                  <a:pt x="134516" y="8782"/>
                </a:lnTo>
                <a:cubicBezTo>
                  <a:pt x="140793" y="16350"/>
                  <a:pt x="141809" y="19826"/>
                  <a:pt x="141869" y="33944"/>
                </a:cubicBezTo>
                <a:cubicBezTo>
                  <a:pt x="141922" y="46507"/>
                  <a:pt x="143236" y="52147"/>
                  <a:pt x="147505" y="58144"/>
                </a:cubicBezTo>
                <a:cubicBezTo>
                  <a:pt x="152339" y="64931"/>
                  <a:pt x="153038" y="69240"/>
                  <a:pt x="152804" y="90810"/>
                </a:cubicBezTo>
                <a:cubicBezTo>
                  <a:pt x="152465" y="122159"/>
                  <a:pt x="153210" y="124694"/>
                  <a:pt x="162764" y="124694"/>
                </a:cubicBezTo>
                <a:cubicBezTo>
                  <a:pt x="166927" y="124694"/>
                  <a:pt x="170334" y="123406"/>
                  <a:pt x="170334" y="121832"/>
                </a:cubicBezTo>
                <a:cubicBezTo>
                  <a:pt x="170334" y="118431"/>
                  <a:pt x="184072" y="121216"/>
                  <a:pt x="185393" y="124884"/>
                </a:cubicBezTo>
                <a:cubicBezTo>
                  <a:pt x="185866" y="126199"/>
                  <a:pt x="188061" y="127275"/>
                  <a:pt x="190271" y="127275"/>
                </a:cubicBezTo>
                <a:cubicBezTo>
                  <a:pt x="194758" y="127275"/>
                  <a:pt x="201103" y="134482"/>
                  <a:pt x="201229" y="139721"/>
                </a:cubicBezTo>
                <a:cubicBezTo>
                  <a:pt x="201275" y="141597"/>
                  <a:pt x="199569" y="144875"/>
                  <a:pt x="197439" y="147005"/>
                </a:cubicBezTo>
                <a:cubicBezTo>
                  <a:pt x="192728" y="151716"/>
                  <a:pt x="192413" y="159339"/>
                  <a:pt x="196794" y="162615"/>
                </a:cubicBezTo>
                <a:cubicBezTo>
                  <a:pt x="198569" y="163942"/>
                  <a:pt x="209104" y="167799"/>
                  <a:pt x="220205" y="171185"/>
                </a:cubicBezTo>
                <a:cubicBezTo>
                  <a:pt x="236917" y="176284"/>
                  <a:pt x="240766" y="176733"/>
                  <a:pt x="242581" y="173796"/>
                </a:cubicBezTo>
                <a:cubicBezTo>
                  <a:pt x="245948" y="168348"/>
                  <a:pt x="255565" y="175863"/>
                  <a:pt x="259092" y="186698"/>
                </a:cubicBezTo>
                <a:cubicBezTo>
                  <a:pt x="261627" y="194485"/>
                  <a:pt x="263378" y="195815"/>
                  <a:pt x="273592" y="197707"/>
                </a:cubicBezTo>
                <a:cubicBezTo>
                  <a:pt x="279981" y="198890"/>
                  <a:pt x="293775" y="199289"/>
                  <a:pt x="304244" y="198591"/>
                </a:cubicBezTo>
                <a:cubicBezTo>
                  <a:pt x="321502" y="197442"/>
                  <a:pt x="324213" y="197942"/>
                  <a:pt x="333285" y="203946"/>
                </a:cubicBezTo>
                <a:cubicBezTo>
                  <a:pt x="344213" y="211177"/>
                  <a:pt x="345431" y="213671"/>
                  <a:pt x="339205" y="216060"/>
                </a:cubicBezTo>
                <a:cubicBezTo>
                  <a:pt x="336957" y="216923"/>
                  <a:pt x="335638" y="219080"/>
                  <a:pt x="336274" y="220854"/>
                </a:cubicBezTo>
                <a:cubicBezTo>
                  <a:pt x="337968" y="225576"/>
                  <a:pt x="333403" y="233114"/>
                  <a:pt x="328850" y="233114"/>
                </a:cubicBezTo>
                <a:cubicBezTo>
                  <a:pt x="326331" y="233114"/>
                  <a:pt x="325653" y="234275"/>
                  <a:pt x="326965" y="236341"/>
                </a:cubicBezTo>
                <a:cubicBezTo>
                  <a:pt x="328092" y="238116"/>
                  <a:pt x="329089" y="240149"/>
                  <a:pt x="329181" y="240859"/>
                </a:cubicBezTo>
                <a:cubicBezTo>
                  <a:pt x="329272" y="241569"/>
                  <a:pt x="330272" y="244866"/>
                  <a:pt x="331403" y="248187"/>
                </a:cubicBezTo>
                <a:cubicBezTo>
                  <a:pt x="332991" y="252852"/>
                  <a:pt x="332229" y="255087"/>
                  <a:pt x="328049" y="258014"/>
                </a:cubicBezTo>
                <a:cubicBezTo>
                  <a:pt x="321663" y="262487"/>
                  <a:pt x="321157" y="268570"/>
                  <a:pt x="326532" y="276244"/>
                </a:cubicBezTo>
                <a:cubicBezTo>
                  <a:pt x="330115" y="281360"/>
                  <a:pt x="330000" y="281936"/>
                  <a:pt x="325085" y="283496"/>
                </a:cubicBezTo>
                <a:cubicBezTo>
                  <a:pt x="320727" y="284879"/>
                  <a:pt x="320050" y="286571"/>
                  <a:pt x="321398" y="292711"/>
                </a:cubicBezTo>
                <a:cubicBezTo>
                  <a:pt x="323026" y="300123"/>
                  <a:pt x="322888" y="300231"/>
                  <a:pt x="311874" y="300150"/>
                </a:cubicBezTo>
                <a:cubicBezTo>
                  <a:pt x="305727" y="300105"/>
                  <a:pt x="298443" y="298362"/>
                  <a:pt x="295686" y="296278"/>
                </a:cubicBezTo>
                <a:close/>
              </a:path>
            </a:pathLst>
          </a:custGeom>
          <a:solidFill>
            <a:srgbClr val="B9B9B9"/>
          </a:solidFill>
          <a:ln w="5163" cap="flat">
            <a:noFill/>
            <a:prstDash val="solid"/>
            <a:miter/>
          </a:ln>
        </p:spPr>
        <p:txBody>
          <a:bodyPr/>
          <a:lstStyle/>
          <a:p>
            <a:endParaRPr lang="es-419" noProof="0" dirty="0"/>
          </a:p>
        </p:txBody>
      </p:sp>
      <p:sp>
        <p:nvSpPr>
          <p:cNvPr id="51" name="Forma libre: forma 50">
            <a:extLst>
              <a:ext uri="{FF2B5EF4-FFF2-40B4-BE49-F238E27FC236}">
                <a16:creationId xmlns:a16="http://schemas.microsoft.com/office/drawing/2014/main" id="{3566354E-08AE-6731-050F-068D752F56B2}"/>
              </a:ext>
            </a:extLst>
          </p:cNvPr>
          <p:cNvSpPr/>
          <p:nvPr/>
        </p:nvSpPr>
        <p:spPr>
          <a:xfrm>
            <a:off x="1257795" y="2071057"/>
            <a:ext cx="87522" cy="67430"/>
          </a:xfrm>
          <a:custGeom>
            <a:avLst/>
            <a:gdLst>
              <a:gd name="csX0" fmla="*/ 3976 w 87522"/>
              <a:gd name="csY0" fmla="*/ 62589 h 67430"/>
              <a:gd name="csX1" fmla="*/ 1611 w 87522"/>
              <a:gd name="csY1" fmla="*/ 35473 h 67430"/>
              <a:gd name="csX2" fmla="*/ 13354 w 87522"/>
              <a:gd name="csY2" fmla="*/ 26110 h 67430"/>
              <a:gd name="csX3" fmla="*/ 24928 w 87522"/>
              <a:gd name="csY3" fmla="*/ 17185 h 67430"/>
              <a:gd name="csX4" fmla="*/ 28816 w 87522"/>
              <a:gd name="csY4" fmla="*/ 13430 h 67430"/>
              <a:gd name="csX5" fmla="*/ 55396 w 87522"/>
              <a:gd name="csY5" fmla="*/ 696 h 67430"/>
              <a:gd name="csX6" fmla="*/ 76595 w 87522"/>
              <a:gd name="csY6" fmla="*/ 27413 h 67430"/>
              <a:gd name="csX7" fmla="*/ 81474 w 87522"/>
              <a:gd name="csY7" fmla="*/ 35237 h 67430"/>
              <a:gd name="csX8" fmla="*/ 81963 w 87522"/>
              <a:gd name="csY8" fmla="*/ 49346 h 67430"/>
              <a:gd name="csX9" fmla="*/ 69036 w 87522"/>
              <a:gd name="csY9" fmla="*/ 59608 h 67430"/>
              <a:gd name="csX10" fmla="*/ 36947 w 87522"/>
              <a:gd name="csY10" fmla="*/ 62618 h 67430"/>
              <a:gd name="csX11" fmla="*/ 17042 w 87522"/>
              <a:gd name="csY11" fmla="*/ 62345 h 67430"/>
              <a:gd name="csX12" fmla="*/ 3976 w 87522"/>
              <a:gd name="csY12" fmla="*/ 62589 h 67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7522" h="67430">
                <a:moveTo>
                  <a:pt x="3976" y="62589"/>
                </a:moveTo>
                <a:cubicBezTo>
                  <a:pt x="-42" y="58150"/>
                  <a:pt x="-1347" y="43182"/>
                  <a:pt x="1611" y="35473"/>
                </a:cubicBezTo>
                <a:cubicBezTo>
                  <a:pt x="2496" y="33167"/>
                  <a:pt x="7780" y="28954"/>
                  <a:pt x="13354" y="26110"/>
                </a:cubicBezTo>
                <a:cubicBezTo>
                  <a:pt x="18927" y="23267"/>
                  <a:pt x="24135" y="19251"/>
                  <a:pt x="24928" y="17185"/>
                </a:cubicBezTo>
                <a:cubicBezTo>
                  <a:pt x="25721" y="15120"/>
                  <a:pt x="27470" y="13430"/>
                  <a:pt x="28816" y="13430"/>
                </a:cubicBezTo>
                <a:cubicBezTo>
                  <a:pt x="32726" y="13430"/>
                  <a:pt x="53752" y="3357"/>
                  <a:pt x="55396" y="696"/>
                </a:cubicBezTo>
                <a:cubicBezTo>
                  <a:pt x="58624" y="-4526"/>
                  <a:pt x="78997" y="21152"/>
                  <a:pt x="76595" y="27413"/>
                </a:cubicBezTo>
                <a:cubicBezTo>
                  <a:pt x="75767" y="29569"/>
                  <a:pt x="77801" y="32831"/>
                  <a:pt x="81474" y="35237"/>
                </a:cubicBezTo>
                <a:cubicBezTo>
                  <a:pt x="89349" y="40396"/>
                  <a:pt x="89558" y="46431"/>
                  <a:pt x="81963" y="49346"/>
                </a:cubicBezTo>
                <a:cubicBezTo>
                  <a:pt x="78769" y="50572"/>
                  <a:pt x="72952" y="55190"/>
                  <a:pt x="69036" y="59608"/>
                </a:cubicBezTo>
                <a:cubicBezTo>
                  <a:pt x="60658" y="69060"/>
                  <a:pt x="52768" y="69801"/>
                  <a:pt x="36947" y="62618"/>
                </a:cubicBezTo>
                <a:cubicBezTo>
                  <a:pt x="26493" y="57872"/>
                  <a:pt x="25833" y="57863"/>
                  <a:pt x="17042" y="62345"/>
                </a:cubicBezTo>
                <a:cubicBezTo>
                  <a:pt x="8489" y="66705"/>
                  <a:pt x="7714" y="66720"/>
                  <a:pt x="3976" y="62589"/>
                </a:cubicBezTo>
                <a:close/>
              </a:path>
            </a:pathLst>
          </a:custGeom>
          <a:solidFill>
            <a:srgbClr val="B9B9B9"/>
          </a:solidFill>
          <a:ln w="5163" cap="flat">
            <a:noFill/>
            <a:prstDash val="solid"/>
            <a:miter/>
          </a:ln>
        </p:spPr>
        <p:txBody>
          <a:bodyPr/>
          <a:lstStyle/>
          <a:p>
            <a:endParaRPr lang="es-419" noProof="0" dirty="0"/>
          </a:p>
        </p:txBody>
      </p:sp>
      <p:sp>
        <p:nvSpPr>
          <p:cNvPr id="52" name="Forma libre: forma 51">
            <a:extLst>
              <a:ext uri="{FF2B5EF4-FFF2-40B4-BE49-F238E27FC236}">
                <a16:creationId xmlns:a16="http://schemas.microsoft.com/office/drawing/2014/main" id="{FF6A37AC-76D4-7E4A-9BDA-9C8E0271B589}"/>
              </a:ext>
            </a:extLst>
          </p:cNvPr>
          <p:cNvSpPr/>
          <p:nvPr/>
        </p:nvSpPr>
        <p:spPr>
          <a:xfrm>
            <a:off x="1498388" y="1582666"/>
            <a:ext cx="245235" cy="503912"/>
          </a:xfrm>
          <a:custGeom>
            <a:avLst/>
            <a:gdLst>
              <a:gd name="csX0" fmla="*/ 181623 w 245235"/>
              <a:gd name="csY0" fmla="*/ 494203 h 503912"/>
              <a:gd name="csX1" fmla="*/ 158452 w 245235"/>
              <a:gd name="csY1" fmla="*/ 485687 h 503912"/>
              <a:gd name="csX2" fmla="*/ 148342 w 245235"/>
              <a:gd name="csY2" fmla="*/ 487770 h 503912"/>
              <a:gd name="csX3" fmla="*/ 119521 w 245235"/>
              <a:gd name="csY3" fmla="*/ 489801 h 503912"/>
              <a:gd name="csX4" fmla="*/ 87472 w 245235"/>
              <a:gd name="csY4" fmla="*/ 489620 h 503912"/>
              <a:gd name="csX5" fmla="*/ 73190 w 245235"/>
              <a:gd name="csY5" fmla="*/ 478988 h 503912"/>
              <a:gd name="csX6" fmla="*/ 52773 w 245235"/>
              <a:gd name="csY6" fmla="*/ 460575 h 503912"/>
              <a:gd name="csX7" fmla="*/ 49575 w 245235"/>
              <a:gd name="csY7" fmla="*/ 464677 h 503912"/>
              <a:gd name="csX8" fmla="*/ 47915 w 245235"/>
              <a:gd name="csY8" fmla="*/ 467591 h 503912"/>
              <a:gd name="csX9" fmla="*/ 13036 w 245235"/>
              <a:gd name="csY9" fmla="*/ 456319 h 503912"/>
              <a:gd name="csX10" fmla="*/ 12217 w 245235"/>
              <a:gd name="csY10" fmla="*/ 442447 h 503912"/>
              <a:gd name="csX11" fmla="*/ 16234 w 245235"/>
              <a:gd name="csY11" fmla="*/ 437376 h 503912"/>
              <a:gd name="csX12" fmla="*/ 3077 w 245235"/>
              <a:gd name="csY12" fmla="*/ 417673 h 503912"/>
              <a:gd name="csX13" fmla="*/ 0 w 245235"/>
              <a:gd name="csY13" fmla="*/ 409784 h 503912"/>
              <a:gd name="csX14" fmla="*/ 6196 w 245235"/>
              <a:gd name="csY14" fmla="*/ 402269 h 503912"/>
              <a:gd name="csX15" fmla="*/ 12532 w 245235"/>
              <a:gd name="csY15" fmla="*/ 401839 h 503912"/>
              <a:gd name="csX16" fmla="*/ 13332 w 245235"/>
              <a:gd name="csY16" fmla="*/ 389178 h 503912"/>
              <a:gd name="csX17" fmla="*/ 18583 w 245235"/>
              <a:gd name="csY17" fmla="*/ 371495 h 503912"/>
              <a:gd name="csX18" fmla="*/ 33934 w 245235"/>
              <a:gd name="csY18" fmla="*/ 366100 h 503912"/>
              <a:gd name="csX19" fmla="*/ 49768 w 245235"/>
              <a:gd name="csY19" fmla="*/ 361841 h 503912"/>
              <a:gd name="csX20" fmla="*/ 46692 w 245235"/>
              <a:gd name="csY20" fmla="*/ 337409 h 503912"/>
              <a:gd name="csX21" fmla="*/ 42031 w 245235"/>
              <a:gd name="csY21" fmla="*/ 321770 h 503912"/>
              <a:gd name="csX22" fmla="*/ 39524 w 245235"/>
              <a:gd name="csY22" fmla="*/ 295336 h 503912"/>
              <a:gd name="csX23" fmla="*/ 41858 w 245235"/>
              <a:gd name="csY23" fmla="*/ 287644 h 503912"/>
              <a:gd name="csX24" fmla="*/ 57042 w 245235"/>
              <a:gd name="csY24" fmla="*/ 277265 h 503912"/>
              <a:gd name="csX25" fmla="*/ 69737 w 245235"/>
              <a:gd name="csY25" fmla="*/ 269502 h 503912"/>
              <a:gd name="csX26" fmla="*/ 79509 w 245235"/>
              <a:gd name="csY26" fmla="*/ 253317 h 503912"/>
              <a:gd name="csX27" fmla="*/ 95370 w 245235"/>
              <a:gd name="csY27" fmla="*/ 241529 h 503912"/>
              <a:gd name="csX28" fmla="*/ 141543 w 245235"/>
              <a:gd name="csY28" fmla="*/ 207386 h 503912"/>
              <a:gd name="csX29" fmla="*/ 135987 w 245235"/>
              <a:gd name="csY29" fmla="*/ 199791 h 503912"/>
              <a:gd name="csX30" fmla="*/ 127900 w 245235"/>
              <a:gd name="csY30" fmla="*/ 166538 h 503912"/>
              <a:gd name="csX31" fmla="*/ 127266 w 245235"/>
              <a:gd name="csY31" fmla="*/ 150064 h 503912"/>
              <a:gd name="csX32" fmla="*/ 118230 w 245235"/>
              <a:gd name="csY32" fmla="*/ 149351 h 503912"/>
              <a:gd name="csX33" fmla="*/ 106311 w 245235"/>
              <a:gd name="csY33" fmla="*/ 151014 h 503912"/>
              <a:gd name="csX34" fmla="*/ 100187 w 245235"/>
              <a:gd name="csY34" fmla="*/ 149485 h 503912"/>
              <a:gd name="csX35" fmla="*/ 89795 w 245235"/>
              <a:gd name="csY35" fmla="*/ 145581 h 503912"/>
              <a:gd name="csX36" fmla="*/ 79509 w 245235"/>
              <a:gd name="csY36" fmla="*/ 132462 h 503912"/>
              <a:gd name="csX37" fmla="*/ 74746 w 245235"/>
              <a:gd name="csY37" fmla="*/ 127510 h 503912"/>
              <a:gd name="csX38" fmla="*/ 61439 w 245235"/>
              <a:gd name="csY38" fmla="*/ 106041 h 503912"/>
              <a:gd name="csX39" fmla="*/ 51376 w 245235"/>
              <a:gd name="csY39" fmla="*/ 92403 h 503912"/>
              <a:gd name="csX40" fmla="*/ 43631 w 245235"/>
              <a:gd name="csY40" fmla="*/ 82710 h 503912"/>
              <a:gd name="csX41" fmla="*/ 40756 w 245235"/>
              <a:gd name="csY41" fmla="*/ 70719 h 503912"/>
              <a:gd name="csX42" fmla="*/ 37174 w 245235"/>
              <a:gd name="csY42" fmla="*/ 60642 h 503912"/>
              <a:gd name="csX43" fmla="*/ 23391 w 245235"/>
              <a:gd name="csY43" fmla="*/ 17685 h 503912"/>
              <a:gd name="csX44" fmla="*/ 16983 w 245235"/>
              <a:gd name="csY44" fmla="*/ 12409 h 503912"/>
              <a:gd name="csX45" fmla="*/ 27512 w 245235"/>
              <a:gd name="csY45" fmla="*/ 5441 h 503912"/>
              <a:gd name="csX46" fmla="*/ 44577 w 245235"/>
              <a:gd name="csY46" fmla="*/ 1452 h 503912"/>
              <a:gd name="csX47" fmla="*/ 51418 w 245235"/>
              <a:gd name="csY47" fmla="*/ 21016 h 503912"/>
              <a:gd name="csX48" fmla="*/ 53995 w 245235"/>
              <a:gd name="csY48" fmla="*/ 32559 h 503912"/>
              <a:gd name="csX49" fmla="*/ 56749 w 245235"/>
              <a:gd name="csY49" fmla="*/ 46824 h 503912"/>
              <a:gd name="csX50" fmla="*/ 61515 w 245235"/>
              <a:gd name="csY50" fmla="*/ 64401 h 503912"/>
              <a:gd name="csX51" fmla="*/ 66783 w 245235"/>
              <a:gd name="csY51" fmla="*/ 80478 h 503912"/>
              <a:gd name="csX52" fmla="*/ 69183 w 245235"/>
              <a:gd name="csY52" fmla="*/ 82335 h 503912"/>
              <a:gd name="csX53" fmla="*/ 72797 w 245235"/>
              <a:gd name="csY53" fmla="*/ 89434 h 503912"/>
              <a:gd name="csX54" fmla="*/ 77368 w 245235"/>
              <a:gd name="csY54" fmla="*/ 95891 h 503912"/>
              <a:gd name="csX55" fmla="*/ 83382 w 245235"/>
              <a:gd name="csY55" fmla="*/ 106862 h 503912"/>
              <a:gd name="csX56" fmla="*/ 91209 w 245235"/>
              <a:gd name="csY56" fmla="*/ 114603 h 503912"/>
              <a:gd name="csX57" fmla="*/ 115649 w 245235"/>
              <a:gd name="csY57" fmla="*/ 125394 h 503912"/>
              <a:gd name="csX58" fmla="*/ 132428 w 245235"/>
              <a:gd name="csY58" fmla="*/ 131624 h 503912"/>
              <a:gd name="csX59" fmla="*/ 150553 w 245235"/>
              <a:gd name="csY59" fmla="*/ 139348 h 503912"/>
              <a:gd name="csX60" fmla="*/ 176368 w 245235"/>
              <a:gd name="csY60" fmla="*/ 146927 h 503912"/>
              <a:gd name="csX61" fmla="*/ 211382 w 245235"/>
              <a:gd name="csY61" fmla="*/ 156343 h 503912"/>
              <a:gd name="csX62" fmla="*/ 230401 w 245235"/>
              <a:gd name="csY62" fmla="*/ 161456 h 503912"/>
              <a:gd name="csX63" fmla="*/ 244475 w 245235"/>
              <a:gd name="csY63" fmla="*/ 154799 h 503912"/>
              <a:gd name="csX64" fmla="*/ 229656 w 245235"/>
              <a:gd name="csY64" fmla="*/ 212698 h 503912"/>
              <a:gd name="csX65" fmla="*/ 216833 w 245235"/>
              <a:gd name="csY65" fmla="*/ 242385 h 503912"/>
              <a:gd name="csX66" fmla="*/ 205960 w 245235"/>
              <a:gd name="csY66" fmla="*/ 288674 h 503912"/>
              <a:gd name="csX67" fmla="*/ 203418 w 245235"/>
              <a:gd name="csY67" fmla="*/ 300468 h 503912"/>
              <a:gd name="csX68" fmla="*/ 200956 w 245235"/>
              <a:gd name="csY68" fmla="*/ 300468 h 503912"/>
              <a:gd name="csX69" fmla="*/ 214917 w 245235"/>
              <a:gd name="csY69" fmla="*/ 237240 h 503912"/>
              <a:gd name="csX70" fmla="*/ 224070 w 245235"/>
              <a:gd name="csY70" fmla="*/ 211401 h 503912"/>
              <a:gd name="csX71" fmla="*/ 218637 w 245235"/>
              <a:gd name="csY71" fmla="*/ 205384 h 503912"/>
              <a:gd name="csX72" fmla="*/ 214956 w 245235"/>
              <a:gd name="csY72" fmla="*/ 204826 h 503912"/>
              <a:gd name="csX73" fmla="*/ 214905 w 245235"/>
              <a:gd name="csY73" fmla="*/ 215873 h 503912"/>
              <a:gd name="csX74" fmla="*/ 213101 w 245235"/>
              <a:gd name="csY74" fmla="*/ 224084 h 503912"/>
              <a:gd name="csX75" fmla="*/ 208491 w 245235"/>
              <a:gd name="csY75" fmla="*/ 218391 h 503912"/>
              <a:gd name="csX76" fmla="*/ 197466 w 245235"/>
              <a:gd name="csY76" fmla="*/ 218019 h 503912"/>
              <a:gd name="csX77" fmla="*/ 199747 w 245235"/>
              <a:gd name="csY77" fmla="*/ 224749 h 503912"/>
              <a:gd name="csX78" fmla="*/ 203418 w 245235"/>
              <a:gd name="csY78" fmla="*/ 228616 h 503912"/>
              <a:gd name="csX79" fmla="*/ 201015 w 245235"/>
              <a:gd name="csY79" fmla="*/ 229588 h 503912"/>
              <a:gd name="csX80" fmla="*/ 196991 w 245235"/>
              <a:gd name="csY80" fmla="*/ 230726 h 503912"/>
              <a:gd name="csX81" fmla="*/ 198308 w 245235"/>
              <a:gd name="csY81" fmla="*/ 233350 h 503912"/>
              <a:gd name="csX82" fmla="*/ 199523 w 245235"/>
              <a:gd name="csY82" fmla="*/ 241200 h 503912"/>
              <a:gd name="csX83" fmla="*/ 200899 w 245235"/>
              <a:gd name="csY83" fmla="*/ 252786 h 503912"/>
              <a:gd name="csX84" fmla="*/ 200228 w 245235"/>
              <a:gd name="csY84" fmla="*/ 257969 h 503912"/>
              <a:gd name="csX85" fmla="*/ 197509 w 245235"/>
              <a:gd name="csY85" fmla="*/ 272843 h 503912"/>
              <a:gd name="csX86" fmla="*/ 194340 w 245235"/>
              <a:gd name="csY86" fmla="*/ 281107 h 503912"/>
              <a:gd name="csX87" fmla="*/ 191370 w 245235"/>
              <a:gd name="csY87" fmla="*/ 292273 h 503912"/>
              <a:gd name="csX88" fmla="*/ 195674 w 245235"/>
              <a:gd name="csY88" fmla="*/ 307167 h 503912"/>
              <a:gd name="csX89" fmla="*/ 199681 w 245235"/>
              <a:gd name="csY89" fmla="*/ 306687 h 503912"/>
              <a:gd name="csX90" fmla="*/ 200986 w 245235"/>
              <a:gd name="csY90" fmla="*/ 320424 h 503912"/>
              <a:gd name="csX91" fmla="*/ 197882 w 245235"/>
              <a:gd name="csY91" fmla="*/ 340480 h 503912"/>
              <a:gd name="csX92" fmla="*/ 197480 w 245235"/>
              <a:gd name="csY92" fmla="*/ 350806 h 503912"/>
              <a:gd name="csX93" fmla="*/ 195674 w 245235"/>
              <a:gd name="csY93" fmla="*/ 339189 h 503912"/>
              <a:gd name="csX94" fmla="*/ 193480 w 245235"/>
              <a:gd name="csY94" fmla="*/ 360201 h 503912"/>
              <a:gd name="csX95" fmla="*/ 197184 w 245235"/>
              <a:gd name="csY95" fmla="*/ 414396 h 503912"/>
              <a:gd name="csX96" fmla="*/ 198086 w 245235"/>
              <a:gd name="csY96" fmla="*/ 450991 h 503912"/>
              <a:gd name="csX97" fmla="*/ 192986 w 245235"/>
              <a:gd name="csY97" fmla="*/ 462927 h 503912"/>
              <a:gd name="csX98" fmla="*/ 186260 w 245235"/>
              <a:gd name="csY98" fmla="*/ 476652 h 503912"/>
              <a:gd name="csX99" fmla="*/ 187756 w 245235"/>
              <a:gd name="csY99" fmla="*/ 481169 h 503912"/>
              <a:gd name="csX100" fmla="*/ 190891 w 245235"/>
              <a:gd name="csY100" fmla="*/ 476652 h 503912"/>
              <a:gd name="csX101" fmla="*/ 193026 w 245235"/>
              <a:gd name="csY101" fmla="*/ 487623 h 503912"/>
              <a:gd name="csX102" fmla="*/ 194241 w 245235"/>
              <a:gd name="csY102" fmla="*/ 503884 h 503912"/>
              <a:gd name="csX103" fmla="*/ 181623 w 245235"/>
              <a:gd name="csY103" fmla="*/ 494203 h 5039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Lst>
            <a:rect l="l" t="t" r="r" b="b"/>
            <a:pathLst>
              <a:path w="245235" h="503912">
                <a:moveTo>
                  <a:pt x="181623" y="494203"/>
                </a:moveTo>
                <a:cubicBezTo>
                  <a:pt x="170080" y="484213"/>
                  <a:pt x="162664" y="481487"/>
                  <a:pt x="158452" y="485687"/>
                </a:cubicBezTo>
                <a:cubicBezTo>
                  <a:pt x="157384" y="486752"/>
                  <a:pt x="152834" y="487689"/>
                  <a:pt x="148342" y="487770"/>
                </a:cubicBezTo>
                <a:cubicBezTo>
                  <a:pt x="143849" y="487851"/>
                  <a:pt x="130880" y="488765"/>
                  <a:pt x="119521" y="489801"/>
                </a:cubicBezTo>
                <a:cubicBezTo>
                  <a:pt x="108163" y="490837"/>
                  <a:pt x="93741" y="490755"/>
                  <a:pt x="87472" y="489620"/>
                </a:cubicBezTo>
                <a:cubicBezTo>
                  <a:pt x="77605" y="487832"/>
                  <a:pt x="75687" y="486404"/>
                  <a:pt x="73190" y="478988"/>
                </a:cubicBezTo>
                <a:cubicBezTo>
                  <a:pt x="70001" y="469517"/>
                  <a:pt x="60184" y="460664"/>
                  <a:pt x="52773" y="460575"/>
                </a:cubicBezTo>
                <a:cubicBezTo>
                  <a:pt x="49415" y="460535"/>
                  <a:pt x="48457" y="461764"/>
                  <a:pt x="49575" y="464677"/>
                </a:cubicBezTo>
                <a:cubicBezTo>
                  <a:pt x="50616" y="467390"/>
                  <a:pt x="50039" y="468403"/>
                  <a:pt x="47915" y="467591"/>
                </a:cubicBezTo>
                <a:cubicBezTo>
                  <a:pt x="43178" y="465778"/>
                  <a:pt x="16822" y="457260"/>
                  <a:pt x="13036" y="456319"/>
                </a:cubicBezTo>
                <a:cubicBezTo>
                  <a:pt x="9334" y="455399"/>
                  <a:pt x="8569" y="442447"/>
                  <a:pt x="12217" y="442447"/>
                </a:cubicBezTo>
                <a:cubicBezTo>
                  <a:pt x="13541" y="442447"/>
                  <a:pt x="15349" y="440165"/>
                  <a:pt x="16234" y="437376"/>
                </a:cubicBezTo>
                <a:cubicBezTo>
                  <a:pt x="18137" y="431382"/>
                  <a:pt x="7778" y="415870"/>
                  <a:pt x="3077" y="417673"/>
                </a:cubicBezTo>
                <a:cubicBezTo>
                  <a:pt x="1055" y="418449"/>
                  <a:pt x="0" y="415744"/>
                  <a:pt x="0" y="409784"/>
                </a:cubicBezTo>
                <a:cubicBezTo>
                  <a:pt x="0" y="401499"/>
                  <a:pt x="536" y="400849"/>
                  <a:pt x="6196" y="402269"/>
                </a:cubicBezTo>
                <a:cubicBezTo>
                  <a:pt x="9603" y="403124"/>
                  <a:pt x="12454" y="402931"/>
                  <a:pt x="12532" y="401839"/>
                </a:cubicBezTo>
                <a:cubicBezTo>
                  <a:pt x="12609" y="400747"/>
                  <a:pt x="12969" y="395050"/>
                  <a:pt x="13332" y="389178"/>
                </a:cubicBezTo>
                <a:cubicBezTo>
                  <a:pt x="13694" y="383307"/>
                  <a:pt x="16057" y="375349"/>
                  <a:pt x="18583" y="371495"/>
                </a:cubicBezTo>
                <a:cubicBezTo>
                  <a:pt x="22726" y="365172"/>
                  <a:pt x="24227" y="364644"/>
                  <a:pt x="33934" y="366100"/>
                </a:cubicBezTo>
                <a:cubicBezTo>
                  <a:pt x="43066" y="367469"/>
                  <a:pt x="45460" y="366825"/>
                  <a:pt x="49768" y="361841"/>
                </a:cubicBezTo>
                <a:cubicBezTo>
                  <a:pt x="55970" y="354665"/>
                  <a:pt x="55203" y="348567"/>
                  <a:pt x="46692" y="337409"/>
                </a:cubicBezTo>
                <a:cubicBezTo>
                  <a:pt x="41680" y="330837"/>
                  <a:pt x="40608" y="327241"/>
                  <a:pt x="42031" y="321770"/>
                </a:cubicBezTo>
                <a:cubicBezTo>
                  <a:pt x="45168" y="309711"/>
                  <a:pt x="44306" y="300620"/>
                  <a:pt x="39524" y="295336"/>
                </a:cubicBezTo>
                <a:cubicBezTo>
                  <a:pt x="35095" y="290442"/>
                  <a:pt x="35173" y="290185"/>
                  <a:pt x="41858" y="287644"/>
                </a:cubicBezTo>
                <a:cubicBezTo>
                  <a:pt x="45661" y="286198"/>
                  <a:pt x="52494" y="281527"/>
                  <a:pt x="57042" y="277265"/>
                </a:cubicBezTo>
                <a:cubicBezTo>
                  <a:pt x="61590" y="273002"/>
                  <a:pt x="67303" y="269509"/>
                  <a:pt x="69737" y="269502"/>
                </a:cubicBezTo>
                <a:cubicBezTo>
                  <a:pt x="74976" y="269488"/>
                  <a:pt x="79509" y="261980"/>
                  <a:pt x="79509" y="253317"/>
                </a:cubicBezTo>
                <a:cubicBezTo>
                  <a:pt x="79509" y="246749"/>
                  <a:pt x="88587" y="240002"/>
                  <a:pt x="95370" y="241529"/>
                </a:cubicBezTo>
                <a:cubicBezTo>
                  <a:pt x="99614" y="242485"/>
                  <a:pt x="137917" y="214161"/>
                  <a:pt x="141543" y="207386"/>
                </a:cubicBezTo>
                <a:cubicBezTo>
                  <a:pt x="144262" y="202307"/>
                  <a:pt x="142422" y="199791"/>
                  <a:pt x="135987" y="199791"/>
                </a:cubicBezTo>
                <a:cubicBezTo>
                  <a:pt x="130714" y="199791"/>
                  <a:pt x="128893" y="192306"/>
                  <a:pt x="127900" y="166538"/>
                </a:cubicBezTo>
                <a:lnTo>
                  <a:pt x="127266" y="150064"/>
                </a:lnTo>
                <a:lnTo>
                  <a:pt x="118230" y="149351"/>
                </a:lnTo>
                <a:cubicBezTo>
                  <a:pt x="113261" y="148959"/>
                  <a:pt x="107898" y="149707"/>
                  <a:pt x="106311" y="151014"/>
                </a:cubicBezTo>
                <a:cubicBezTo>
                  <a:pt x="104470" y="152530"/>
                  <a:pt x="102255" y="151977"/>
                  <a:pt x="100187" y="149485"/>
                </a:cubicBezTo>
                <a:cubicBezTo>
                  <a:pt x="98405" y="147337"/>
                  <a:pt x="93728" y="145581"/>
                  <a:pt x="89795" y="145581"/>
                </a:cubicBezTo>
                <a:cubicBezTo>
                  <a:pt x="82532" y="145581"/>
                  <a:pt x="79509" y="141725"/>
                  <a:pt x="79509" y="132462"/>
                </a:cubicBezTo>
                <a:cubicBezTo>
                  <a:pt x="79509" y="129370"/>
                  <a:pt x="77720" y="127510"/>
                  <a:pt x="74746" y="127510"/>
                </a:cubicBezTo>
                <a:cubicBezTo>
                  <a:pt x="66661" y="127510"/>
                  <a:pt x="61439" y="119085"/>
                  <a:pt x="61439" y="106041"/>
                </a:cubicBezTo>
                <a:cubicBezTo>
                  <a:pt x="61439" y="94056"/>
                  <a:pt x="61402" y="94007"/>
                  <a:pt x="51376" y="92403"/>
                </a:cubicBezTo>
                <a:cubicBezTo>
                  <a:pt x="41507" y="90825"/>
                  <a:pt x="41357" y="90638"/>
                  <a:pt x="43631" y="82710"/>
                </a:cubicBezTo>
                <a:cubicBezTo>
                  <a:pt x="46841" y="71517"/>
                  <a:pt x="46650" y="70719"/>
                  <a:pt x="40756" y="70719"/>
                </a:cubicBezTo>
                <a:cubicBezTo>
                  <a:pt x="36165" y="70719"/>
                  <a:pt x="35750" y="69551"/>
                  <a:pt x="37174" y="60642"/>
                </a:cubicBezTo>
                <a:cubicBezTo>
                  <a:pt x="39267" y="47555"/>
                  <a:pt x="31942" y="24727"/>
                  <a:pt x="23391" y="17685"/>
                </a:cubicBezTo>
                <a:lnTo>
                  <a:pt x="16983" y="12409"/>
                </a:lnTo>
                <a:lnTo>
                  <a:pt x="27512" y="5441"/>
                </a:lnTo>
                <a:cubicBezTo>
                  <a:pt x="36589" y="-566"/>
                  <a:pt x="38942" y="-1116"/>
                  <a:pt x="44577" y="1452"/>
                </a:cubicBezTo>
                <a:cubicBezTo>
                  <a:pt x="50920" y="4342"/>
                  <a:pt x="52469" y="8771"/>
                  <a:pt x="51418" y="21016"/>
                </a:cubicBezTo>
                <a:cubicBezTo>
                  <a:pt x="51144" y="24205"/>
                  <a:pt x="52304" y="29399"/>
                  <a:pt x="53995" y="32559"/>
                </a:cubicBezTo>
                <a:cubicBezTo>
                  <a:pt x="55686" y="35718"/>
                  <a:pt x="56925" y="42138"/>
                  <a:pt x="56749" y="46824"/>
                </a:cubicBezTo>
                <a:cubicBezTo>
                  <a:pt x="56573" y="51511"/>
                  <a:pt x="58717" y="59420"/>
                  <a:pt x="61515" y="64401"/>
                </a:cubicBezTo>
                <a:cubicBezTo>
                  <a:pt x="64313" y="69382"/>
                  <a:pt x="66683" y="76616"/>
                  <a:pt x="66783" y="80478"/>
                </a:cubicBezTo>
                <a:cubicBezTo>
                  <a:pt x="66944" y="86723"/>
                  <a:pt x="67209" y="86928"/>
                  <a:pt x="69183" y="82335"/>
                </a:cubicBezTo>
                <a:cubicBezTo>
                  <a:pt x="71476" y="76999"/>
                  <a:pt x="71863" y="77758"/>
                  <a:pt x="72797" y="89434"/>
                </a:cubicBezTo>
                <a:cubicBezTo>
                  <a:pt x="72939" y="91209"/>
                  <a:pt x="74996" y="94114"/>
                  <a:pt x="77368" y="95891"/>
                </a:cubicBezTo>
                <a:cubicBezTo>
                  <a:pt x="79740" y="97667"/>
                  <a:pt x="82447" y="102604"/>
                  <a:pt x="83382" y="106862"/>
                </a:cubicBezTo>
                <a:cubicBezTo>
                  <a:pt x="84688" y="112811"/>
                  <a:pt x="86501" y="114603"/>
                  <a:pt x="91209" y="114603"/>
                </a:cubicBezTo>
                <a:cubicBezTo>
                  <a:pt x="99379" y="114603"/>
                  <a:pt x="110872" y="119677"/>
                  <a:pt x="115649" y="125394"/>
                </a:cubicBezTo>
                <a:cubicBezTo>
                  <a:pt x="117952" y="128149"/>
                  <a:pt x="124752" y="130674"/>
                  <a:pt x="132428" y="131624"/>
                </a:cubicBezTo>
                <a:cubicBezTo>
                  <a:pt x="141521" y="132750"/>
                  <a:pt x="146878" y="135032"/>
                  <a:pt x="150553" y="139348"/>
                </a:cubicBezTo>
                <a:cubicBezTo>
                  <a:pt x="154982" y="144548"/>
                  <a:pt x="158885" y="145694"/>
                  <a:pt x="176368" y="146927"/>
                </a:cubicBezTo>
                <a:cubicBezTo>
                  <a:pt x="205380" y="148973"/>
                  <a:pt x="204499" y="148736"/>
                  <a:pt x="211382" y="156343"/>
                </a:cubicBezTo>
                <a:cubicBezTo>
                  <a:pt x="219859" y="165712"/>
                  <a:pt x="228327" y="167989"/>
                  <a:pt x="230401" y="161456"/>
                </a:cubicBezTo>
                <a:cubicBezTo>
                  <a:pt x="231901" y="156729"/>
                  <a:pt x="241748" y="152072"/>
                  <a:pt x="244475" y="154799"/>
                </a:cubicBezTo>
                <a:cubicBezTo>
                  <a:pt x="248005" y="158329"/>
                  <a:pt x="238595" y="195092"/>
                  <a:pt x="229656" y="212698"/>
                </a:cubicBezTo>
                <a:cubicBezTo>
                  <a:pt x="224250" y="223347"/>
                  <a:pt x="218479" y="236706"/>
                  <a:pt x="216833" y="242385"/>
                </a:cubicBezTo>
                <a:cubicBezTo>
                  <a:pt x="208092" y="272545"/>
                  <a:pt x="205996" y="281464"/>
                  <a:pt x="205960" y="288674"/>
                </a:cubicBezTo>
                <a:cubicBezTo>
                  <a:pt x="205939" y="293031"/>
                  <a:pt x="204795" y="298338"/>
                  <a:pt x="203418" y="300468"/>
                </a:cubicBezTo>
                <a:cubicBezTo>
                  <a:pt x="201194" y="303910"/>
                  <a:pt x="200920" y="303910"/>
                  <a:pt x="200956" y="300468"/>
                </a:cubicBezTo>
                <a:cubicBezTo>
                  <a:pt x="201123" y="284393"/>
                  <a:pt x="207229" y="256741"/>
                  <a:pt x="214917" y="237240"/>
                </a:cubicBezTo>
                <a:cubicBezTo>
                  <a:pt x="219951" y="224471"/>
                  <a:pt x="224070" y="212844"/>
                  <a:pt x="224070" y="211401"/>
                </a:cubicBezTo>
                <a:cubicBezTo>
                  <a:pt x="224070" y="209958"/>
                  <a:pt x="221625" y="207250"/>
                  <a:pt x="218637" y="205384"/>
                </a:cubicBezTo>
                <a:cubicBezTo>
                  <a:pt x="215583" y="203477"/>
                  <a:pt x="213971" y="203233"/>
                  <a:pt x="214956" y="204826"/>
                </a:cubicBezTo>
                <a:cubicBezTo>
                  <a:pt x="215920" y="206386"/>
                  <a:pt x="215897" y="211356"/>
                  <a:pt x="214905" y="215873"/>
                </a:cubicBezTo>
                <a:lnTo>
                  <a:pt x="213101" y="224084"/>
                </a:lnTo>
                <a:lnTo>
                  <a:pt x="208491" y="218391"/>
                </a:lnTo>
                <a:cubicBezTo>
                  <a:pt x="202731" y="211277"/>
                  <a:pt x="199260" y="211160"/>
                  <a:pt x="197466" y="218019"/>
                </a:cubicBezTo>
                <a:cubicBezTo>
                  <a:pt x="196615" y="221276"/>
                  <a:pt x="197499" y="223887"/>
                  <a:pt x="199747" y="224749"/>
                </a:cubicBezTo>
                <a:cubicBezTo>
                  <a:pt x="201766" y="225524"/>
                  <a:pt x="203418" y="227264"/>
                  <a:pt x="203418" y="228616"/>
                </a:cubicBezTo>
                <a:cubicBezTo>
                  <a:pt x="203418" y="229967"/>
                  <a:pt x="202337" y="230405"/>
                  <a:pt x="201015" y="229588"/>
                </a:cubicBezTo>
                <a:cubicBezTo>
                  <a:pt x="199694" y="228771"/>
                  <a:pt x="197882" y="229283"/>
                  <a:pt x="196991" y="230726"/>
                </a:cubicBezTo>
                <a:cubicBezTo>
                  <a:pt x="196099" y="232169"/>
                  <a:pt x="196692" y="233350"/>
                  <a:pt x="198308" y="233350"/>
                </a:cubicBezTo>
                <a:cubicBezTo>
                  <a:pt x="200240" y="233350"/>
                  <a:pt x="200656" y="236041"/>
                  <a:pt x="199523" y="241200"/>
                </a:cubicBezTo>
                <a:cubicBezTo>
                  <a:pt x="198474" y="245978"/>
                  <a:pt x="199012" y="250512"/>
                  <a:pt x="200899" y="252786"/>
                </a:cubicBezTo>
                <a:cubicBezTo>
                  <a:pt x="203352" y="255741"/>
                  <a:pt x="203212" y="256824"/>
                  <a:pt x="200228" y="257969"/>
                </a:cubicBezTo>
                <a:cubicBezTo>
                  <a:pt x="197388" y="259059"/>
                  <a:pt x="196716" y="262734"/>
                  <a:pt x="197509" y="272843"/>
                </a:cubicBezTo>
                <a:cubicBezTo>
                  <a:pt x="198508" y="285590"/>
                  <a:pt x="198348" y="286008"/>
                  <a:pt x="194340" y="281107"/>
                </a:cubicBezTo>
                <a:cubicBezTo>
                  <a:pt x="190355" y="276233"/>
                  <a:pt x="190188" y="276860"/>
                  <a:pt x="191370" y="292273"/>
                </a:cubicBezTo>
                <a:cubicBezTo>
                  <a:pt x="192505" y="307076"/>
                  <a:pt x="195674" y="318043"/>
                  <a:pt x="195674" y="307167"/>
                </a:cubicBezTo>
                <a:cubicBezTo>
                  <a:pt x="195674" y="303112"/>
                  <a:pt x="196059" y="303066"/>
                  <a:pt x="199681" y="306687"/>
                </a:cubicBezTo>
                <a:cubicBezTo>
                  <a:pt x="202942" y="309948"/>
                  <a:pt x="203185" y="312507"/>
                  <a:pt x="200986" y="320424"/>
                </a:cubicBezTo>
                <a:cubicBezTo>
                  <a:pt x="199500" y="325776"/>
                  <a:pt x="198103" y="334801"/>
                  <a:pt x="197882" y="340480"/>
                </a:cubicBezTo>
                <a:lnTo>
                  <a:pt x="197480" y="350806"/>
                </a:lnTo>
                <a:lnTo>
                  <a:pt x="195674" y="339189"/>
                </a:lnTo>
                <a:cubicBezTo>
                  <a:pt x="194403" y="331014"/>
                  <a:pt x="193753" y="337239"/>
                  <a:pt x="193480" y="360201"/>
                </a:cubicBezTo>
                <a:cubicBezTo>
                  <a:pt x="193236" y="380786"/>
                  <a:pt x="194603" y="400790"/>
                  <a:pt x="197184" y="414396"/>
                </a:cubicBezTo>
                <a:cubicBezTo>
                  <a:pt x="200612" y="432468"/>
                  <a:pt x="200758" y="438399"/>
                  <a:pt x="198086" y="450991"/>
                </a:cubicBezTo>
                <a:cubicBezTo>
                  <a:pt x="196258" y="459605"/>
                  <a:pt x="194082" y="464699"/>
                  <a:pt x="192986" y="462927"/>
                </a:cubicBezTo>
                <a:cubicBezTo>
                  <a:pt x="191158" y="459970"/>
                  <a:pt x="190587" y="461135"/>
                  <a:pt x="186260" y="476652"/>
                </a:cubicBezTo>
                <a:cubicBezTo>
                  <a:pt x="185567" y="479136"/>
                  <a:pt x="186240" y="481169"/>
                  <a:pt x="187756" y="481169"/>
                </a:cubicBezTo>
                <a:cubicBezTo>
                  <a:pt x="189271" y="481169"/>
                  <a:pt x="190682" y="479136"/>
                  <a:pt x="190891" y="476652"/>
                </a:cubicBezTo>
                <a:cubicBezTo>
                  <a:pt x="191099" y="474167"/>
                  <a:pt x="192060" y="479104"/>
                  <a:pt x="193026" y="487623"/>
                </a:cubicBezTo>
                <a:cubicBezTo>
                  <a:pt x="193992" y="496142"/>
                  <a:pt x="194538" y="503459"/>
                  <a:pt x="194241" y="503884"/>
                </a:cubicBezTo>
                <a:cubicBezTo>
                  <a:pt x="193943" y="504308"/>
                  <a:pt x="188265" y="499952"/>
                  <a:pt x="181623" y="494203"/>
                </a:cubicBezTo>
                <a:close/>
              </a:path>
            </a:pathLst>
          </a:custGeom>
          <a:solidFill>
            <a:srgbClr val="B9B9B9"/>
          </a:solidFill>
          <a:ln w="5163" cap="flat">
            <a:noFill/>
            <a:prstDash val="solid"/>
            <a:miter/>
          </a:ln>
        </p:spPr>
        <p:txBody>
          <a:bodyPr/>
          <a:lstStyle/>
          <a:p>
            <a:endParaRPr lang="es-419" noProof="0" dirty="0"/>
          </a:p>
        </p:txBody>
      </p:sp>
      <p:sp>
        <p:nvSpPr>
          <p:cNvPr id="53" name="Forma libre: forma 52">
            <a:extLst>
              <a:ext uri="{FF2B5EF4-FFF2-40B4-BE49-F238E27FC236}">
                <a16:creationId xmlns:a16="http://schemas.microsoft.com/office/drawing/2014/main" id="{936A2AC4-9D00-4ED6-8A59-B8FBFBBD2331}"/>
              </a:ext>
            </a:extLst>
          </p:cNvPr>
          <p:cNvSpPr/>
          <p:nvPr/>
        </p:nvSpPr>
        <p:spPr>
          <a:xfrm>
            <a:off x="920115" y="1646957"/>
            <a:ext cx="379561" cy="415583"/>
          </a:xfrm>
          <a:custGeom>
            <a:avLst/>
            <a:gdLst>
              <a:gd name="csX0" fmla="*/ 203090 w 379561"/>
              <a:gd name="csY0" fmla="*/ 414284 h 415583"/>
              <a:gd name="csX1" fmla="*/ 197077 w 379561"/>
              <a:gd name="csY1" fmla="*/ 404675 h 415583"/>
              <a:gd name="csX2" fmla="*/ 192271 w 379561"/>
              <a:gd name="csY2" fmla="*/ 395646 h 415583"/>
              <a:gd name="csX3" fmla="*/ 171007 w 379561"/>
              <a:gd name="csY3" fmla="*/ 397866 h 415583"/>
              <a:gd name="csX4" fmla="*/ 166946 w 379561"/>
              <a:gd name="csY4" fmla="*/ 392738 h 415583"/>
              <a:gd name="csX5" fmla="*/ 171214 w 379561"/>
              <a:gd name="csY5" fmla="*/ 375323 h 415583"/>
              <a:gd name="csX6" fmla="*/ 168526 w 379561"/>
              <a:gd name="csY6" fmla="*/ 359903 h 415583"/>
              <a:gd name="csX7" fmla="*/ 135682 w 379561"/>
              <a:gd name="csY7" fmla="*/ 348579 h 415583"/>
              <a:gd name="csX8" fmla="*/ 130456 w 379561"/>
              <a:gd name="csY8" fmla="*/ 344743 h 415583"/>
              <a:gd name="csX9" fmla="*/ 123707 w 379561"/>
              <a:gd name="csY9" fmla="*/ 339434 h 415583"/>
              <a:gd name="csX10" fmla="*/ 111898 w 379561"/>
              <a:gd name="csY10" fmla="*/ 326710 h 415583"/>
              <a:gd name="csX11" fmla="*/ 102819 w 379561"/>
              <a:gd name="csY11" fmla="*/ 312359 h 415583"/>
              <a:gd name="csX12" fmla="*/ 100189 w 379561"/>
              <a:gd name="csY12" fmla="*/ 303716 h 415583"/>
              <a:gd name="csX13" fmla="*/ 96495 w 379561"/>
              <a:gd name="csY13" fmla="*/ 291424 h 415583"/>
              <a:gd name="csX14" fmla="*/ 91114 w 379561"/>
              <a:gd name="csY14" fmla="*/ 269668 h 415583"/>
              <a:gd name="csX15" fmla="*/ 73368 w 379561"/>
              <a:gd name="csY15" fmla="*/ 228658 h 415583"/>
              <a:gd name="csX16" fmla="*/ 56149 w 379561"/>
              <a:gd name="csY16" fmla="*/ 225592 h 415583"/>
              <a:gd name="csX17" fmla="*/ 38234 w 379561"/>
              <a:gd name="csY17" fmla="*/ 218995 h 415583"/>
              <a:gd name="csX18" fmla="*/ 14702 w 379561"/>
              <a:gd name="csY18" fmla="*/ 179229 h 415583"/>
              <a:gd name="csX19" fmla="*/ 4675 w 379561"/>
              <a:gd name="csY19" fmla="*/ 165798 h 415583"/>
              <a:gd name="csX20" fmla="*/ 1771 w 379561"/>
              <a:gd name="csY20" fmla="*/ 155184 h 415583"/>
              <a:gd name="csX21" fmla="*/ 712 w 379561"/>
              <a:gd name="csY21" fmla="*/ 126667 h 415583"/>
              <a:gd name="csX22" fmla="*/ 2557 w 379561"/>
              <a:gd name="csY22" fmla="*/ 104522 h 415583"/>
              <a:gd name="csX23" fmla="*/ 16402 w 379561"/>
              <a:gd name="csY23" fmla="*/ 104522 h 415583"/>
              <a:gd name="csX24" fmla="*/ 46584 w 379561"/>
              <a:gd name="csY24" fmla="*/ 95540 h 415583"/>
              <a:gd name="csX25" fmla="*/ 48520 w 379561"/>
              <a:gd name="csY25" fmla="*/ 81044 h 415583"/>
              <a:gd name="csX26" fmla="*/ 53693 w 379561"/>
              <a:gd name="csY26" fmla="*/ 64536 h 415583"/>
              <a:gd name="csX27" fmla="*/ 57236 w 379561"/>
              <a:gd name="csY27" fmla="*/ 49938 h 415583"/>
              <a:gd name="csX28" fmla="*/ 61307 w 379561"/>
              <a:gd name="csY28" fmla="*/ 39986 h 415583"/>
              <a:gd name="csX29" fmla="*/ 72238 w 379561"/>
              <a:gd name="csY29" fmla="*/ 37166 h 415583"/>
              <a:gd name="csX30" fmla="*/ 75921 w 379561"/>
              <a:gd name="csY30" fmla="*/ 26420 h 415583"/>
              <a:gd name="csX31" fmla="*/ 86217 w 379561"/>
              <a:gd name="csY31" fmla="*/ 9008 h 415583"/>
              <a:gd name="csX32" fmla="*/ 91229 w 379561"/>
              <a:gd name="csY32" fmla="*/ 3610 h 415583"/>
              <a:gd name="csX33" fmla="*/ 100572 w 379561"/>
              <a:gd name="csY33" fmla="*/ 6016 h 415583"/>
              <a:gd name="csX34" fmla="*/ 115842 w 379561"/>
              <a:gd name="csY34" fmla="*/ 15498 h 415583"/>
              <a:gd name="csX35" fmla="*/ 130061 w 379561"/>
              <a:gd name="csY35" fmla="*/ 25801 h 415583"/>
              <a:gd name="csX36" fmla="*/ 153502 w 379561"/>
              <a:gd name="csY36" fmla="*/ 36020 h 415583"/>
              <a:gd name="csX37" fmla="*/ 166647 w 379561"/>
              <a:gd name="csY37" fmla="*/ 35196 h 415583"/>
              <a:gd name="csX38" fmla="*/ 177014 w 379561"/>
              <a:gd name="csY38" fmla="*/ 35079 h 415583"/>
              <a:gd name="csX39" fmla="*/ 199575 w 379561"/>
              <a:gd name="csY39" fmla="*/ 42570 h 415583"/>
              <a:gd name="csX40" fmla="*/ 223114 w 379561"/>
              <a:gd name="csY40" fmla="*/ 30983 h 415583"/>
              <a:gd name="csX41" fmla="*/ 243392 w 379561"/>
              <a:gd name="csY41" fmla="*/ 13562 h 415583"/>
              <a:gd name="csX42" fmla="*/ 257664 w 379561"/>
              <a:gd name="csY42" fmla="*/ 14175 h 415583"/>
              <a:gd name="csX43" fmla="*/ 270020 w 379561"/>
              <a:gd name="csY43" fmla="*/ 16753 h 415583"/>
              <a:gd name="csX44" fmla="*/ 290519 w 379561"/>
              <a:gd name="csY44" fmla="*/ 30455 h 415583"/>
              <a:gd name="csX45" fmla="*/ 307913 w 379561"/>
              <a:gd name="csY45" fmla="*/ 52734 h 415583"/>
              <a:gd name="csX46" fmla="*/ 307918 w 379561"/>
              <a:gd name="csY46" fmla="*/ 71135 h 415583"/>
              <a:gd name="csX47" fmla="*/ 305239 w 379561"/>
              <a:gd name="csY47" fmla="*/ 92635 h 415583"/>
              <a:gd name="csX48" fmla="*/ 300393 w 379561"/>
              <a:gd name="csY48" fmla="*/ 116124 h 415583"/>
              <a:gd name="csX49" fmla="*/ 296534 w 379561"/>
              <a:gd name="csY49" fmla="*/ 139467 h 415583"/>
              <a:gd name="csX50" fmla="*/ 294862 w 379561"/>
              <a:gd name="csY50" fmla="*/ 144381 h 415583"/>
              <a:gd name="csX51" fmla="*/ 302443 w 379561"/>
              <a:gd name="csY51" fmla="*/ 174221 h 415583"/>
              <a:gd name="csX52" fmla="*/ 331579 w 379561"/>
              <a:gd name="csY52" fmla="*/ 200036 h 415583"/>
              <a:gd name="csX53" fmla="*/ 345885 w 379561"/>
              <a:gd name="csY53" fmla="*/ 204322 h 415583"/>
              <a:gd name="csX54" fmla="*/ 358173 w 379561"/>
              <a:gd name="csY54" fmla="*/ 192088 h 415583"/>
              <a:gd name="csX55" fmla="*/ 365209 w 379561"/>
              <a:gd name="csY55" fmla="*/ 177533 h 415583"/>
              <a:gd name="csX56" fmla="*/ 378528 w 379561"/>
              <a:gd name="csY56" fmla="*/ 217259 h 415583"/>
              <a:gd name="csX57" fmla="*/ 379561 w 379561"/>
              <a:gd name="csY57" fmla="*/ 233192 h 415583"/>
              <a:gd name="csX58" fmla="*/ 368302 w 379561"/>
              <a:gd name="csY58" fmla="*/ 234810 h 415583"/>
              <a:gd name="csX59" fmla="*/ 342845 w 379561"/>
              <a:gd name="csY59" fmla="*/ 234877 h 415583"/>
              <a:gd name="csX60" fmla="*/ 294625 w 379561"/>
              <a:gd name="csY60" fmla="*/ 235311 h 415583"/>
              <a:gd name="csX61" fmla="*/ 265550 w 379561"/>
              <a:gd name="csY61" fmla="*/ 264572 h 415583"/>
              <a:gd name="csX62" fmla="*/ 257155 w 379561"/>
              <a:gd name="csY62" fmla="*/ 290178 h 415583"/>
              <a:gd name="csX63" fmla="*/ 253059 w 379561"/>
              <a:gd name="csY63" fmla="*/ 303293 h 415583"/>
              <a:gd name="csX64" fmla="*/ 248021 w 379561"/>
              <a:gd name="csY64" fmla="*/ 307811 h 415583"/>
              <a:gd name="csX65" fmla="*/ 241573 w 379561"/>
              <a:gd name="csY65" fmla="*/ 316201 h 415583"/>
              <a:gd name="csX66" fmla="*/ 230054 w 379561"/>
              <a:gd name="csY66" fmla="*/ 378609 h 415583"/>
              <a:gd name="csX67" fmla="*/ 225886 w 379561"/>
              <a:gd name="csY67" fmla="*/ 411224 h 415583"/>
              <a:gd name="csX68" fmla="*/ 203090 w 379561"/>
              <a:gd name="csY68" fmla="*/ 414284 h 4155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Lst>
            <a:rect l="l" t="t" r="r" b="b"/>
            <a:pathLst>
              <a:path w="379561" h="415583">
                <a:moveTo>
                  <a:pt x="203090" y="414284"/>
                </a:moveTo>
                <a:cubicBezTo>
                  <a:pt x="200763" y="412907"/>
                  <a:pt x="198058" y="408583"/>
                  <a:pt x="197077" y="404675"/>
                </a:cubicBezTo>
                <a:cubicBezTo>
                  <a:pt x="196096" y="400766"/>
                  <a:pt x="193933" y="396703"/>
                  <a:pt x="192271" y="395646"/>
                </a:cubicBezTo>
                <a:cubicBezTo>
                  <a:pt x="187214" y="392429"/>
                  <a:pt x="177806" y="393412"/>
                  <a:pt x="171007" y="397866"/>
                </a:cubicBezTo>
                <a:cubicBezTo>
                  <a:pt x="162395" y="403509"/>
                  <a:pt x="159848" y="400293"/>
                  <a:pt x="166946" y="392738"/>
                </a:cubicBezTo>
                <a:cubicBezTo>
                  <a:pt x="171625" y="387757"/>
                  <a:pt x="172379" y="384679"/>
                  <a:pt x="171214" y="375323"/>
                </a:cubicBezTo>
                <a:cubicBezTo>
                  <a:pt x="170436" y="369072"/>
                  <a:pt x="169226" y="362133"/>
                  <a:pt x="168526" y="359903"/>
                </a:cubicBezTo>
                <a:cubicBezTo>
                  <a:pt x="167058" y="355229"/>
                  <a:pt x="141404" y="346384"/>
                  <a:pt x="135682" y="348579"/>
                </a:cubicBezTo>
                <a:cubicBezTo>
                  <a:pt x="133235" y="349518"/>
                  <a:pt x="131342" y="348128"/>
                  <a:pt x="130456" y="344743"/>
                </a:cubicBezTo>
                <a:cubicBezTo>
                  <a:pt x="129618" y="341535"/>
                  <a:pt x="126946" y="339434"/>
                  <a:pt x="123707" y="339434"/>
                </a:cubicBezTo>
                <a:cubicBezTo>
                  <a:pt x="119877" y="339434"/>
                  <a:pt x="116504" y="335800"/>
                  <a:pt x="111898" y="326710"/>
                </a:cubicBezTo>
                <a:cubicBezTo>
                  <a:pt x="108351" y="319711"/>
                  <a:pt x="104266" y="313253"/>
                  <a:pt x="102819" y="312359"/>
                </a:cubicBezTo>
                <a:cubicBezTo>
                  <a:pt x="101373" y="311465"/>
                  <a:pt x="100189" y="307575"/>
                  <a:pt x="100189" y="303716"/>
                </a:cubicBezTo>
                <a:cubicBezTo>
                  <a:pt x="100189" y="299856"/>
                  <a:pt x="98526" y="294325"/>
                  <a:pt x="96495" y="291424"/>
                </a:cubicBezTo>
                <a:cubicBezTo>
                  <a:pt x="94463" y="288523"/>
                  <a:pt x="92041" y="278733"/>
                  <a:pt x="91114" y="269668"/>
                </a:cubicBezTo>
                <a:cubicBezTo>
                  <a:pt x="89247" y="251425"/>
                  <a:pt x="83480" y="238096"/>
                  <a:pt x="73368" y="228658"/>
                </a:cubicBezTo>
                <a:cubicBezTo>
                  <a:pt x="67157" y="222862"/>
                  <a:pt x="65968" y="222650"/>
                  <a:pt x="56149" y="225592"/>
                </a:cubicBezTo>
                <a:cubicBezTo>
                  <a:pt x="44901" y="228962"/>
                  <a:pt x="38234" y="226507"/>
                  <a:pt x="38234" y="218995"/>
                </a:cubicBezTo>
                <a:cubicBezTo>
                  <a:pt x="38234" y="211509"/>
                  <a:pt x="24381" y="188100"/>
                  <a:pt x="14702" y="179229"/>
                </a:cubicBezTo>
                <a:cubicBezTo>
                  <a:pt x="9187" y="174175"/>
                  <a:pt x="4675" y="168131"/>
                  <a:pt x="4675" y="165798"/>
                </a:cubicBezTo>
                <a:cubicBezTo>
                  <a:pt x="4675" y="163466"/>
                  <a:pt x="3368" y="158689"/>
                  <a:pt x="1771" y="155184"/>
                </a:cubicBezTo>
                <a:cubicBezTo>
                  <a:pt x="-157" y="150952"/>
                  <a:pt x="-513" y="141373"/>
                  <a:pt x="712" y="126667"/>
                </a:cubicBezTo>
                <a:lnTo>
                  <a:pt x="2557" y="104522"/>
                </a:lnTo>
                <a:lnTo>
                  <a:pt x="16402" y="104522"/>
                </a:lnTo>
                <a:cubicBezTo>
                  <a:pt x="30035" y="104522"/>
                  <a:pt x="42866" y="100703"/>
                  <a:pt x="46584" y="95540"/>
                </a:cubicBezTo>
                <a:cubicBezTo>
                  <a:pt x="47627" y="94091"/>
                  <a:pt x="48499" y="87568"/>
                  <a:pt x="48520" y="81044"/>
                </a:cubicBezTo>
                <a:cubicBezTo>
                  <a:pt x="48549" y="72518"/>
                  <a:pt x="50004" y="67875"/>
                  <a:pt x="53693" y="64536"/>
                </a:cubicBezTo>
                <a:cubicBezTo>
                  <a:pt x="57798" y="60822"/>
                  <a:pt x="58508" y="57895"/>
                  <a:pt x="57236" y="49938"/>
                </a:cubicBezTo>
                <a:cubicBezTo>
                  <a:pt x="55795" y="40930"/>
                  <a:pt x="56182" y="39986"/>
                  <a:pt x="61307" y="39986"/>
                </a:cubicBezTo>
                <a:cubicBezTo>
                  <a:pt x="64421" y="39986"/>
                  <a:pt x="69340" y="38717"/>
                  <a:pt x="72238" y="37166"/>
                </a:cubicBezTo>
                <a:cubicBezTo>
                  <a:pt x="76432" y="34922"/>
                  <a:pt x="77183" y="32731"/>
                  <a:pt x="75921" y="26420"/>
                </a:cubicBezTo>
                <a:cubicBezTo>
                  <a:pt x="74260" y="18119"/>
                  <a:pt x="79648" y="9008"/>
                  <a:pt x="86217" y="9008"/>
                </a:cubicBezTo>
                <a:cubicBezTo>
                  <a:pt x="88031" y="9008"/>
                  <a:pt x="90286" y="6579"/>
                  <a:pt x="91229" y="3610"/>
                </a:cubicBezTo>
                <a:cubicBezTo>
                  <a:pt x="92878" y="-1587"/>
                  <a:pt x="93226" y="-1498"/>
                  <a:pt x="100572" y="6016"/>
                </a:cubicBezTo>
                <a:cubicBezTo>
                  <a:pt x="104769" y="10308"/>
                  <a:pt x="111640" y="14575"/>
                  <a:pt x="115842" y="15498"/>
                </a:cubicBezTo>
                <a:cubicBezTo>
                  <a:pt x="120151" y="16445"/>
                  <a:pt x="126350" y="20937"/>
                  <a:pt x="130061" y="25801"/>
                </a:cubicBezTo>
                <a:cubicBezTo>
                  <a:pt x="137904" y="36084"/>
                  <a:pt x="151245" y="41900"/>
                  <a:pt x="153502" y="36020"/>
                </a:cubicBezTo>
                <a:cubicBezTo>
                  <a:pt x="155231" y="31515"/>
                  <a:pt x="162509" y="31058"/>
                  <a:pt x="166647" y="35196"/>
                </a:cubicBezTo>
                <a:cubicBezTo>
                  <a:pt x="168865" y="37413"/>
                  <a:pt x="171448" y="37384"/>
                  <a:pt x="177014" y="35079"/>
                </a:cubicBezTo>
                <a:cubicBezTo>
                  <a:pt x="186293" y="31236"/>
                  <a:pt x="197119" y="34830"/>
                  <a:pt x="199575" y="42570"/>
                </a:cubicBezTo>
                <a:cubicBezTo>
                  <a:pt x="202586" y="52057"/>
                  <a:pt x="211392" y="47722"/>
                  <a:pt x="223114" y="30983"/>
                </a:cubicBezTo>
                <a:cubicBezTo>
                  <a:pt x="231922" y="18404"/>
                  <a:pt x="235698" y="15160"/>
                  <a:pt x="243392" y="13562"/>
                </a:cubicBezTo>
                <a:cubicBezTo>
                  <a:pt x="248841" y="12430"/>
                  <a:pt x="254889" y="12690"/>
                  <a:pt x="257664" y="14175"/>
                </a:cubicBezTo>
                <a:cubicBezTo>
                  <a:pt x="260313" y="15593"/>
                  <a:pt x="265874" y="16753"/>
                  <a:pt x="270020" y="16753"/>
                </a:cubicBezTo>
                <a:cubicBezTo>
                  <a:pt x="275778" y="16753"/>
                  <a:pt x="280624" y="19992"/>
                  <a:pt x="290519" y="30455"/>
                </a:cubicBezTo>
                <a:cubicBezTo>
                  <a:pt x="297647" y="37991"/>
                  <a:pt x="305474" y="48017"/>
                  <a:pt x="307913" y="52734"/>
                </a:cubicBezTo>
                <a:cubicBezTo>
                  <a:pt x="312104" y="60839"/>
                  <a:pt x="312105" y="61851"/>
                  <a:pt x="307918" y="71135"/>
                </a:cubicBezTo>
                <a:cubicBezTo>
                  <a:pt x="304686" y="78303"/>
                  <a:pt x="303961" y="84117"/>
                  <a:pt x="305239" y="92635"/>
                </a:cubicBezTo>
                <a:cubicBezTo>
                  <a:pt x="306699" y="102374"/>
                  <a:pt x="305896" y="106269"/>
                  <a:pt x="300393" y="116124"/>
                </a:cubicBezTo>
                <a:cubicBezTo>
                  <a:pt x="293385" y="128678"/>
                  <a:pt x="292058" y="136701"/>
                  <a:pt x="296534" y="139467"/>
                </a:cubicBezTo>
                <a:cubicBezTo>
                  <a:pt x="298276" y="140544"/>
                  <a:pt x="297669" y="142329"/>
                  <a:pt x="294862" y="144381"/>
                </a:cubicBezTo>
                <a:cubicBezTo>
                  <a:pt x="289162" y="148549"/>
                  <a:pt x="291010" y="155821"/>
                  <a:pt x="302443" y="174221"/>
                </a:cubicBezTo>
                <a:cubicBezTo>
                  <a:pt x="315893" y="195868"/>
                  <a:pt x="320598" y="200036"/>
                  <a:pt x="331579" y="200036"/>
                </a:cubicBezTo>
                <a:cubicBezTo>
                  <a:pt x="336873" y="200036"/>
                  <a:pt x="343264" y="201951"/>
                  <a:pt x="345885" y="204322"/>
                </a:cubicBezTo>
                <a:cubicBezTo>
                  <a:pt x="351730" y="209612"/>
                  <a:pt x="352148" y="209195"/>
                  <a:pt x="358173" y="192088"/>
                </a:cubicBezTo>
                <a:cubicBezTo>
                  <a:pt x="360854" y="184473"/>
                  <a:pt x="364021" y="177924"/>
                  <a:pt x="365209" y="177533"/>
                </a:cubicBezTo>
                <a:cubicBezTo>
                  <a:pt x="369150" y="176239"/>
                  <a:pt x="377478" y="201079"/>
                  <a:pt x="378528" y="217259"/>
                </a:cubicBezTo>
                <a:lnTo>
                  <a:pt x="379561" y="233192"/>
                </a:lnTo>
                <a:lnTo>
                  <a:pt x="368302" y="234810"/>
                </a:lnTo>
                <a:cubicBezTo>
                  <a:pt x="362110" y="235699"/>
                  <a:pt x="350654" y="235730"/>
                  <a:pt x="342845" y="234877"/>
                </a:cubicBezTo>
                <a:cubicBezTo>
                  <a:pt x="300900" y="230295"/>
                  <a:pt x="296475" y="230334"/>
                  <a:pt x="294625" y="235311"/>
                </a:cubicBezTo>
                <a:cubicBezTo>
                  <a:pt x="292370" y="241375"/>
                  <a:pt x="269321" y="264572"/>
                  <a:pt x="265550" y="264572"/>
                </a:cubicBezTo>
                <a:cubicBezTo>
                  <a:pt x="261474" y="264572"/>
                  <a:pt x="258070" y="274955"/>
                  <a:pt x="257155" y="290178"/>
                </a:cubicBezTo>
                <a:cubicBezTo>
                  <a:pt x="256642" y="298710"/>
                  <a:pt x="255211" y="303293"/>
                  <a:pt x="253059" y="303293"/>
                </a:cubicBezTo>
                <a:cubicBezTo>
                  <a:pt x="251239" y="303294"/>
                  <a:pt x="248973" y="305327"/>
                  <a:pt x="248021" y="307811"/>
                </a:cubicBezTo>
                <a:cubicBezTo>
                  <a:pt x="247070" y="310296"/>
                  <a:pt x="244168" y="314071"/>
                  <a:pt x="241573" y="316201"/>
                </a:cubicBezTo>
                <a:cubicBezTo>
                  <a:pt x="235220" y="321415"/>
                  <a:pt x="231367" y="342287"/>
                  <a:pt x="230054" y="378609"/>
                </a:cubicBezTo>
                <a:cubicBezTo>
                  <a:pt x="229366" y="397612"/>
                  <a:pt x="227827" y="409663"/>
                  <a:pt x="225886" y="411224"/>
                </a:cubicBezTo>
                <a:cubicBezTo>
                  <a:pt x="220922" y="415217"/>
                  <a:pt x="207671" y="416995"/>
                  <a:pt x="203090" y="414284"/>
                </a:cubicBezTo>
                <a:close/>
              </a:path>
            </a:pathLst>
          </a:custGeom>
          <a:solidFill>
            <a:srgbClr val="B9B9B9"/>
          </a:solidFill>
          <a:ln w="5163" cap="flat">
            <a:noFill/>
            <a:prstDash val="solid"/>
            <a:miter/>
          </a:ln>
        </p:spPr>
        <p:txBody>
          <a:bodyPr/>
          <a:lstStyle/>
          <a:p>
            <a:endParaRPr lang="es-419" noProof="0" dirty="0"/>
          </a:p>
        </p:txBody>
      </p:sp>
      <p:sp>
        <p:nvSpPr>
          <p:cNvPr id="54" name="Forma libre: forma 53">
            <a:extLst>
              <a:ext uri="{FF2B5EF4-FFF2-40B4-BE49-F238E27FC236}">
                <a16:creationId xmlns:a16="http://schemas.microsoft.com/office/drawing/2014/main" id="{1A8B36AB-1BCB-DEFD-9C97-E2C44E45E0E2}"/>
              </a:ext>
            </a:extLst>
          </p:cNvPr>
          <p:cNvSpPr/>
          <p:nvPr/>
        </p:nvSpPr>
        <p:spPr>
          <a:xfrm>
            <a:off x="845627" y="1846993"/>
            <a:ext cx="4301" cy="5162"/>
          </a:xfrm>
          <a:custGeom>
            <a:avLst/>
            <a:gdLst>
              <a:gd name="csX0" fmla="*/ 4301 w 4301"/>
              <a:gd name="csY0" fmla="*/ 2581 h 5162"/>
              <a:gd name="csX1" fmla="*/ 1567 w 4301"/>
              <a:gd name="csY1" fmla="*/ 0 h 5162"/>
              <a:gd name="csX2" fmla="*/ 429 w 4301"/>
              <a:gd name="csY2" fmla="*/ 2581 h 5162"/>
              <a:gd name="csX3" fmla="*/ 3163 w 4301"/>
              <a:gd name="csY3" fmla="*/ 5163 h 5162"/>
              <a:gd name="csX4" fmla="*/ 4301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4301" y="2581"/>
                </a:moveTo>
                <a:cubicBezTo>
                  <a:pt x="4301" y="1162"/>
                  <a:pt x="3071" y="0"/>
                  <a:pt x="1567" y="0"/>
                </a:cubicBezTo>
                <a:cubicBezTo>
                  <a:pt x="64" y="0"/>
                  <a:pt x="-449" y="1162"/>
                  <a:pt x="429" y="2581"/>
                </a:cubicBezTo>
                <a:cubicBezTo>
                  <a:pt x="1306" y="4001"/>
                  <a:pt x="2537" y="5163"/>
                  <a:pt x="3163" y="5163"/>
                </a:cubicBezTo>
                <a:cubicBezTo>
                  <a:pt x="3789" y="5163"/>
                  <a:pt x="4301" y="4001"/>
                  <a:pt x="4301" y="2581"/>
                </a:cubicBezTo>
                <a:close/>
              </a:path>
            </a:pathLst>
          </a:custGeom>
          <a:solidFill>
            <a:srgbClr val="00C100"/>
          </a:solidFill>
          <a:ln w="5163" cap="flat">
            <a:noFill/>
            <a:prstDash val="solid"/>
            <a:miter/>
          </a:ln>
        </p:spPr>
        <p:txBody>
          <a:bodyPr/>
          <a:lstStyle/>
          <a:p>
            <a:endParaRPr lang="es-419" noProof="0" dirty="0"/>
          </a:p>
        </p:txBody>
      </p:sp>
      <p:sp>
        <p:nvSpPr>
          <p:cNvPr id="55" name="Forma libre: forma 54">
            <a:extLst>
              <a:ext uri="{FF2B5EF4-FFF2-40B4-BE49-F238E27FC236}">
                <a16:creationId xmlns:a16="http://schemas.microsoft.com/office/drawing/2014/main" id="{1F3802FF-91D7-9373-2F3F-306E12A6E775}"/>
              </a:ext>
            </a:extLst>
          </p:cNvPr>
          <p:cNvSpPr/>
          <p:nvPr/>
        </p:nvSpPr>
        <p:spPr>
          <a:xfrm>
            <a:off x="1407174" y="1572075"/>
            <a:ext cx="229470" cy="427142"/>
          </a:xfrm>
          <a:custGeom>
            <a:avLst/>
            <a:gdLst>
              <a:gd name="csX0" fmla="*/ 59479 w 229470"/>
              <a:gd name="csY0" fmla="*/ 423996 h 427142"/>
              <a:gd name="csX1" fmla="*/ 59694 w 229470"/>
              <a:gd name="csY1" fmla="*/ 396698 h 427142"/>
              <a:gd name="csX2" fmla="*/ 53195 w 229470"/>
              <a:gd name="csY2" fmla="*/ 362114 h 427142"/>
              <a:gd name="csX3" fmla="*/ 47446 w 229470"/>
              <a:gd name="csY3" fmla="*/ 337138 h 427142"/>
              <a:gd name="csX4" fmla="*/ 40306 w 229470"/>
              <a:gd name="csY4" fmla="*/ 312349 h 427142"/>
              <a:gd name="csX5" fmla="*/ 32609 w 229470"/>
              <a:gd name="csY5" fmla="*/ 289116 h 427142"/>
              <a:gd name="csX6" fmla="*/ 35070 w 229470"/>
              <a:gd name="csY6" fmla="*/ 271899 h 427142"/>
              <a:gd name="csX7" fmla="*/ 32418 w 229470"/>
              <a:gd name="csY7" fmla="*/ 260780 h 427142"/>
              <a:gd name="csX8" fmla="*/ 33172 w 229470"/>
              <a:gd name="csY8" fmla="*/ 247019 h 427142"/>
              <a:gd name="csX9" fmla="*/ 57856 w 229470"/>
              <a:gd name="csY9" fmla="*/ 240981 h 427142"/>
              <a:gd name="csX10" fmla="*/ 80243 w 229470"/>
              <a:gd name="csY10" fmla="*/ 236439 h 427142"/>
              <a:gd name="csX11" fmla="*/ 76436 w 229470"/>
              <a:gd name="csY11" fmla="*/ 228427 h 427142"/>
              <a:gd name="csX12" fmla="*/ 66283 w 229470"/>
              <a:gd name="csY12" fmla="*/ 225870 h 427142"/>
              <a:gd name="csX13" fmla="*/ 61369 w 229470"/>
              <a:gd name="csY13" fmla="*/ 221998 h 427142"/>
              <a:gd name="csX14" fmla="*/ 54487 w 229470"/>
              <a:gd name="csY14" fmla="*/ 218126 h 427142"/>
              <a:gd name="csX15" fmla="*/ 50882 w 229470"/>
              <a:gd name="csY15" fmla="*/ 215226 h 427142"/>
              <a:gd name="csX16" fmla="*/ 39078 w 229470"/>
              <a:gd name="csY16" fmla="*/ 199827 h 427142"/>
              <a:gd name="csX17" fmla="*/ 27028 w 229470"/>
              <a:gd name="csY17" fmla="*/ 179593 h 427142"/>
              <a:gd name="csX18" fmla="*/ 26078 w 229470"/>
              <a:gd name="csY18" fmla="*/ 170317 h 427142"/>
              <a:gd name="csX19" fmla="*/ 23581 w 229470"/>
              <a:gd name="csY19" fmla="*/ 162984 h 427142"/>
              <a:gd name="csX20" fmla="*/ 11790 w 229470"/>
              <a:gd name="csY20" fmla="*/ 145065 h 427142"/>
              <a:gd name="csX21" fmla="*/ 0 w 229470"/>
              <a:gd name="csY21" fmla="*/ 132934 h 427142"/>
              <a:gd name="csX22" fmla="*/ 16266 w 229470"/>
              <a:gd name="csY22" fmla="*/ 118970 h 427142"/>
              <a:gd name="csX23" fmla="*/ 37313 w 229470"/>
              <a:gd name="csY23" fmla="*/ 107565 h 427142"/>
              <a:gd name="csX24" fmla="*/ 42526 w 229470"/>
              <a:gd name="csY24" fmla="*/ 109268 h 427142"/>
              <a:gd name="csX25" fmla="*/ 48759 w 229470"/>
              <a:gd name="csY25" fmla="*/ 100129 h 427142"/>
              <a:gd name="csX26" fmla="*/ 49251 w 229470"/>
              <a:gd name="csY26" fmla="*/ 64399 h 427142"/>
              <a:gd name="csX27" fmla="*/ 38960 w 229470"/>
              <a:gd name="csY27" fmla="*/ 62708 h 427142"/>
              <a:gd name="csX28" fmla="*/ 28744 w 229470"/>
              <a:gd name="csY28" fmla="*/ 61040 h 427142"/>
              <a:gd name="csX29" fmla="*/ 53379 w 229470"/>
              <a:gd name="csY29" fmla="*/ 39197 h 427142"/>
              <a:gd name="csX30" fmla="*/ 71905 w 229470"/>
              <a:gd name="csY30" fmla="*/ 19485 h 427142"/>
              <a:gd name="csX31" fmla="*/ 90959 w 229470"/>
              <a:gd name="csY31" fmla="*/ 8717 h 427142"/>
              <a:gd name="csX32" fmla="*/ 109824 w 229470"/>
              <a:gd name="csY32" fmla="*/ 6256 h 427142"/>
              <a:gd name="csX33" fmla="*/ 121001 w 229470"/>
              <a:gd name="csY33" fmla="*/ 2822 h 427142"/>
              <a:gd name="csX34" fmla="*/ 122428 w 229470"/>
              <a:gd name="csY34" fmla="*/ 8347 h 427142"/>
              <a:gd name="csX35" fmla="*/ 111269 w 229470"/>
              <a:gd name="csY35" fmla="*/ 31492 h 427142"/>
              <a:gd name="csX36" fmla="*/ 125654 w 229470"/>
              <a:gd name="csY36" fmla="*/ 68353 h 427142"/>
              <a:gd name="csX37" fmla="*/ 129394 w 229470"/>
              <a:gd name="csY37" fmla="*/ 83822 h 427142"/>
              <a:gd name="csX38" fmla="*/ 132621 w 229470"/>
              <a:gd name="csY38" fmla="*/ 87380 h 427142"/>
              <a:gd name="csX39" fmla="*/ 129420 w 229470"/>
              <a:gd name="csY39" fmla="*/ 96950 h 427142"/>
              <a:gd name="csX40" fmla="*/ 135228 w 229470"/>
              <a:gd name="csY40" fmla="*/ 104581 h 427142"/>
              <a:gd name="csX41" fmla="*/ 149666 w 229470"/>
              <a:gd name="csY41" fmla="*/ 122913 h 427142"/>
              <a:gd name="csX42" fmla="*/ 159752 w 229470"/>
              <a:gd name="csY42" fmla="*/ 139280 h 427142"/>
              <a:gd name="csX43" fmla="*/ 168181 w 229470"/>
              <a:gd name="csY43" fmla="*/ 148315 h 427142"/>
              <a:gd name="csX44" fmla="*/ 179067 w 229470"/>
              <a:gd name="csY44" fmla="*/ 159986 h 427142"/>
              <a:gd name="csX45" fmla="*/ 189769 w 229470"/>
              <a:gd name="csY45" fmla="*/ 164249 h 427142"/>
              <a:gd name="csX46" fmla="*/ 197030 w 229470"/>
              <a:gd name="csY46" fmla="*/ 167037 h 427142"/>
              <a:gd name="csX47" fmla="*/ 208574 w 229470"/>
              <a:gd name="csY47" fmla="*/ 163915 h 427142"/>
              <a:gd name="csX48" fmla="*/ 216996 w 229470"/>
              <a:gd name="csY48" fmla="*/ 163915 h 427142"/>
              <a:gd name="csX49" fmla="*/ 217738 w 229470"/>
              <a:gd name="csY49" fmla="*/ 187794 h 427142"/>
              <a:gd name="csX50" fmla="*/ 224437 w 229470"/>
              <a:gd name="csY50" fmla="*/ 212516 h 427142"/>
              <a:gd name="csX51" fmla="*/ 229386 w 229470"/>
              <a:gd name="csY51" fmla="*/ 216389 h 427142"/>
              <a:gd name="csX52" fmla="*/ 185958 w 229470"/>
              <a:gd name="csY52" fmla="*/ 248433 h 427142"/>
              <a:gd name="csX53" fmla="*/ 168142 w 229470"/>
              <a:gd name="csY53" fmla="*/ 261325 h 427142"/>
              <a:gd name="csX54" fmla="*/ 158371 w 229470"/>
              <a:gd name="csY54" fmla="*/ 277501 h 427142"/>
              <a:gd name="csX55" fmla="*/ 143795 w 229470"/>
              <a:gd name="csY55" fmla="*/ 286536 h 427142"/>
              <a:gd name="csX56" fmla="*/ 128870 w 229470"/>
              <a:gd name="csY56" fmla="*/ 295569 h 427142"/>
              <a:gd name="csX57" fmla="*/ 127129 w 229470"/>
              <a:gd name="csY57" fmla="*/ 308193 h 427142"/>
              <a:gd name="csX58" fmla="*/ 130400 w 229470"/>
              <a:gd name="csY58" fmla="*/ 326436 h 427142"/>
              <a:gd name="csX59" fmla="*/ 134994 w 229470"/>
              <a:gd name="csY59" fmla="*/ 349937 h 427142"/>
              <a:gd name="csX60" fmla="*/ 142327 w 229470"/>
              <a:gd name="csY60" fmla="*/ 362849 h 427142"/>
              <a:gd name="csX61" fmla="*/ 123210 w 229470"/>
              <a:gd name="csY61" fmla="*/ 373013 h 427142"/>
              <a:gd name="csX62" fmla="*/ 101651 w 229470"/>
              <a:gd name="csY62" fmla="*/ 397639 h 427142"/>
              <a:gd name="csX63" fmla="*/ 95883 w 229470"/>
              <a:gd name="csY63" fmla="*/ 407869 h 427142"/>
              <a:gd name="csX64" fmla="*/ 86571 w 229470"/>
              <a:gd name="csY64" fmla="*/ 418453 h 427142"/>
              <a:gd name="csX65" fmla="*/ 80167 w 229470"/>
              <a:gd name="csY65" fmla="*/ 421479 h 427142"/>
              <a:gd name="csX66" fmla="*/ 70822 w 229470"/>
              <a:gd name="csY66" fmla="*/ 423763 h 427142"/>
              <a:gd name="csX67" fmla="*/ 59479 w 229470"/>
              <a:gd name="csY67" fmla="*/ 423996 h 42714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Lst>
            <a:rect l="l" t="t" r="r" b="b"/>
            <a:pathLst>
              <a:path w="229470" h="427142">
                <a:moveTo>
                  <a:pt x="59479" y="423996"/>
                </a:moveTo>
                <a:cubicBezTo>
                  <a:pt x="59345" y="422222"/>
                  <a:pt x="59442" y="409937"/>
                  <a:pt x="59694" y="396698"/>
                </a:cubicBezTo>
                <a:cubicBezTo>
                  <a:pt x="60117" y="374482"/>
                  <a:pt x="59616" y="371817"/>
                  <a:pt x="53195" y="362114"/>
                </a:cubicBezTo>
                <a:cubicBezTo>
                  <a:pt x="47165" y="353002"/>
                  <a:pt x="46399" y="349674"/>
                  <a:pt x="47446" y="337138"/>
                </a:cubicBezTo>
                <a:cubicBezTo>
                  <a:pt x="48558" y="323819"/>
                  <a:pt x="47993" y="321857"/>
                  <a:pt x="40306" y="312349"/>
                </a:cubicBezTo>
                <a:cubicBezTo>
                  <a:pt x="33058" y="303383"/>
                  <a:pt x="32044" y="300323"/>
                  <a:pt x="32609" y="289116"/>
                </a:cubicBezTo>
                <a:cubicBezTo>
                  <a:pt x="32967" y="282017"/>
                  <a:pt x="34074" y="274269"/>
                  <a:pt x="35070" y="271899"/>
                </a:cubicBezTo>
                <a:cubicBezTo>
                  <a:pt x="36124" y="269390"/>
                  <a:pt x="35017" y="264746"/>
                  <a:pt x="32418" y="260780"/>
                </a:cubicBezTo>
                <a:cubicBezTo>
                  <a:pt x="28144" y="254257"/>
                  <a:pt x="28176" y="253678"/>
                  <a:pt x="33172" y="247019"/>
                </a:cubicBezTo>
                <a:cubicBezTo>
                  <a:pt x="38159" y="240374"/>
                  <a:pt x="39247" y="240108"/>
                  <a:pt x="57856" y="240981"/>
                </a:cubicBezTo>
                <a:cubicBezTo>
                  <a:pt x="75524" y="241809"/>
                  <a:pt x="77593" y="241390"/>
                  <a:pt x="80243" y="236439"/>
                </a:cubicBezTo>
                <a:cubicBezTo>
                  <a:pt x="82790" y="231679"/>
                  <a:pt x="82305" y="230659"/>
                  <a:pt x="76436" y="228427"/>
                </a:cubicBezTo>
                <a:cubicBezTo>
                  <a:pt x="72737" y="227021"/>
                  <a:pt x="68168" y="225870"/>
                  <a:pt x="66283" y="225870"/>
                </a:cubicBezTo>
                <a:cubicBezTo>
                  <a:pt x="64397" y="225870"/>
                  <a:pt x="62186" y="224127"/>
                  <a:pt x="61369" y="221998"/>
                </a:cubicBezTo>
                <a:cubicBezTo>
                  <a:pt x="60552" y="219868"/>
                  <a:pt x="57455" y="218126"/>
                  <a:pt x="54487" y="218126"/>
                </a:cubicBezTo>
                <a:cubicBezTo>
                  <a:pt x="51152" y="218126"/>
                  <a:pt x="49775" y="217018"/>
                  <a:pt x="50882" y="215226"/>
                </a:cubicBezTo>
                <a:cubicBezTo>
                  <a:pt x="51914" y="213556"/>
                  <a:pt x="46909" y="207027"/>
                  <a:pt x="39078" y="199827"/>
                </a:cubicBezTo>
                <a:cubicBezTo>
                  <a:pt x="27017" y="188739"/>
                  <a:pt x="25656" y="186453"/>
                  <a:pt x="27028" y="179593"/>
                </a:cubicBezTo>
                <a:cubicBezTo>
                  <a:pt x="27878" y="175340"/>
                  <a:pt x="27451" y="171165"/>
                  <a:pt x="26078" y="170317"/>
                </a:cubicBezTo>
                <a:cubicBezTo>
                  <a:pt x="24704" y="169468"/>
                  <a:pt x="23581" y="166168"/>
                  <a:pt x="23581" y="162984"/>
                </a:cubicBezTo>
                <a:cubicBezTo>
                  <a:pt x="23581" y="159602"/>
                  <a:pt x="18679" y="152152"/>
                  <a:pt x="11790" y="145065"/>
                </a:cubicBezTo>
                <a:lnTo>
                  <a:pt x="0" y="132934"/>
                </a:lnTo>
                <a:lnTo>
                  <a:pt x="16266" y="118970"/>
                </a:lnTo>
                <a:cubicBezTo>
                  <a:pt x="29571" y="107549"/>
                  <a:pt x="33403" y="105472"/>
                  <a:pt x="37313" y="107565"/>
                </a:cubicBezTo>
                <a:cubicBezTo>
                  <a:pt x="39942" y="108972"/>
                  <a:pt x="42288" y="109738"/>
                  <a:pt x="42526" y="109268"/>
                </a:cubicBezTo>
                <a:cubicBezTo>
                  <a:pt x="42764" y="108799"/>
                  <a:pt x="45569" y="104686"/>
                  <a:pt x="48759" y="100129"/>
                </a:cubicBezTo>
                <a:cubicBezTo>
                  <a:pt x="56473" y="89108"/>
                  <a:pt x="56720" y="71159"/>
                  <a:pt x="49251" y="64399"/>
                </a:cubicBezTo>
                <a:cubicBezTo>
                  <a:pt x="44880" y="60443"/>
                  <a:pt x="43064" y="60145"/>
                  <a:pt x="38960" y="62708"/>
                </a:cubicBezTo>
                <a:cubicBezTo>
                  <a:pt x="31928" y="67099"/>
                  <a:pt x="28744" y="66579"/>
                  <a:pt x="28744" y="61040"/>
                </a:cubicBezTo>
                <a:cubicBezTo>
                  <a:pt x="28744" y="53145"/>
                  <a:pt x="42480" y="40966"/>
                  <a:pt x="53379" y="39197"/>
                </a:cubicBezTo>
                <a:cubicBezTo>
                  <a:pt x="66115" y="37130"/>
                  <a:pt x="70109" y="32880"/>
                  <a:pt x="71905" y="19485"/>
                </a:cubicBezTo>
                <a:cubicBezTo>
                  <a:pt x="73827" y="5162"/>
                  <a:pt x="82115" y="478"/>
                  <a:pt x="90959" y="8717"/>
                </a:cubicBezTo>
                <a:cubicBezTo>
                  <a:pt x="98823" y="16043"/>
                  <a:pt x="101930" y="15638"/>
                  <a:pt x="109824" y="6256"/>
                </a:cubicBezTo>
                <a:cubicBezTo>
                  <a:pt x="116173" y="-1290"/>
                  <a:pt x="116721" y="-1458"/>
                  <a:pt x="121001" y="2822"/>
                </a:cubicBezTo>
                <a:cubicBezTo>
                  <a:pt x="124083" y="5904"/>
                  <a:pt x="124533" y="7646"/>
                  <a:pt x="122428" y="8347"/>
                </a:cubicBezTo>
                <a:cubicBezTo>
                  <a:pt x="108913" y="12852"/>
                  <a:pt x="101196" y="28858"/>
                  <a:pt x="111269" y="31492"/>
                </a:cubicBezTo>
                <a:cubicBezTo>
                  <a:pt x="117751" y="33187"/>
                  <a:pt x="127868" y="59114"/>
                  <a:pt x="125654" y="68353"/>
                </a:cubicBezTo>
                <a:cubicBezTo>
                  <a:pt x="122658" y="80848"/>
                  <a:pt x="122997" y="82249"/>
                  <a:pt x="129394" y="83822"/>
                </a:cubicBezTo>
                <a:cubicBezTo>
                  <a:pt x="133741" y="84890"/>
                  <a:pt x="134786" y="86042"/>
                  <a:pt x="132621" y="87380"/>
                </a:cubicBezTo>
                <a:cubicBezTo>
                  <a:pt x="130861" y="88468"/>
                  <a:pt x="129420" y="92774"/>
                  <a:pt x="129420" y="96950"/>
                </a:cubicBezTo>
                <a:cubicBezTo>
                  <a:pt x="129420" y="103090"/>
                  <a:pt x="130531" y="104549"/>
                  <a:pt x="135228" y="104581"/>
                </a:cubicBezTo>
                <a:cubicBezTo>
                  <a:pt x="144939" y="104647"/>
                  <a:pt x="147895" y="108401"/>
                  <a:pt x="149666" y="122913"/>
                </a:cubicBezTo>
                <a:cubicBezTo>
                  <a:pt x="151241" y="135814"/>
                  <a:pt x="151964" y="136987"/>
                  <a:pt x="159752" y="139280"/>
                </a:cubicBezTo>
                <a:cubicBezTo>
                  <a:pt x="166352" y="141223"/>
                  <a:pt x="168150" y="143150"/>
                  <a:pt x="168181" y="148315"/>
                </a:cubicBezTo>
                <a:cubicBezTo>
                  <a:pt x="168242" y="158306"/>
                  <a:pt x="171565" y="161869"/>
                  <a:pt x="179067" y="159986"/>
                </a:cubicBezTo>
                <a:cubicBezTo>
                  <a:pt x="184111" y="158720"/>
                  <a:pt x="186588" y="159706"/>
                  <a:pt x="189769" y="164249"/>
                </a:cubicBezTo>
                <a:cubicBezTo>
                  <a:pt x="193006" y="168870"/>
                  <a:pt x="194589" y="169478"/>
                  <a:pt x="197030" y="167037"/>
                </a:cubicBezTo>
                <a:cubicBezTo>
                  <a:pt x="198747" y="165320"/>
                  <a:pt x="203942" y="163915"/>
                  <a:pt x="208574" y="163915"/>
                </a:cubicBezTo>
                <a:lnTo>
                  <a:pt x="216996" y="163915"/>
                </a:lnTo>
                <a:lnTo>
                  <a:pt x="217738" y="187794"/>
                </a:lnTo>
                <a:cubicBezTo>
                  <a:pt x="218444" y="210514"/>
                  <a:pt x="218769" y="211713"/>
                  <a:pt x="224437" y="212516"/>
                </a:cubicBezTo>
                <a:cubicBezTo>
                  <a:pt x="227714" y="212981"/>
                  <a:pt x="229940" y="214723"/>
                  <a:pt x="229386" y="216389"/>
                </a:cubicBezTo>
                <a:cubicBezTo>
                  <a:pt x="227670" y="221537"/>
                  <a:pt x="190328" y="249091"/>
                  <a:pt x="185958" y="248433"/>
                </a:cubicBezTo>
                <a:cubicBezTo>
                  <a:pt x="178411" y="247297"/>
                  <a:pt x="168142" y="254728"/>
                  <a:pt x="168142" y="261325"/>
                </a:cubicBezTo>
                <a:cubicBezTo>
                  <a:pt x="168142" y="269993"/>
                  <a:pt x="163608" y="277499"/>
                  <a:pt x="158371" y="277501"/>
                </a:cubicBezTo>
                <a:cubicBezTo>
                  <a:pt x="155936" y="277502"/>
                  <a:pt x="149377" y="281568"/>
                  <a:pt x="143795" y="286536"/>
                </a:cubicBezTo>
                <a:cubicBezTo>
                  <a:pt x="138212" y="291504"/>
                  <a:pt x="131496" y="295569"/>
                  <a:pt x="128870" y="295569"/>
                </a:cubicBezTo>
                <a:cubicBezTo>
                  <a:pt x="121381" y="295569"/>
                  <a:pt x="120392" y="302737"/>
                  <a:pt x="127129" y="308193"/>
                </a:cubicBezTo>
                <a:cubicBezTo>
                  <a:pt x="132769" y="312760"/>
                  <a:pt x="132971" y="313884"/>
                  <a:pt x="130400" y="326436"/>
                </a:cubicBezTo>
                <a:cubicBezTo>
                  <a:pt x="127799" y="339132"/>
                  <a:pt x="128033" y="340327"/>
                  <a:pt x="134994" y="349937"/>
                </a:cubicBezTo>
                <a:cubicBezTo>
                  <a:pt x="139027" y="355505"/>
                  <a:pt x="142327" y="361315"/>
                  <a:pt x="142327" y="362849"/>
                </a:cubicBezTo>
                <a:cubicBezTo>
                  <a:pt x="142327" y="368872"/>
                  <a:pt x="134539" y="373013"/>
                  <a:pt x="123210" y="373013"/>
                </a:cubicBezTo>
                <a:cubicBezTo>
                  <a:pt x="109180" y="373013"/>
                  <a:pt x="103724" y="379244"/>
                  <a:pt x="101651" y="397639"/>
                </a:cubicBezTo>
                <a:cubicBezTo>
                  <a:pt x="100573" y="407198"/>
                  <a:pt x="99540" y="409030"/>
                  <a:pt x="95883" y="407869"/>
                </a:cubicBezTo>
                <a:cubicBezTo>
                  <a:pt x="90324" y="406105"/>
                  <a:pt x="84411" y="412825"/>
                  <a:pt x="86571" y="418453"/>
                </a:cubicBezTo>
                <a:cubicBezTo>
                  <a:pt x="87898" y="421912"/>
                  <a:pt x="86764" y="422448"/>
                  <a:pt x="80167" y="421479"/>
                </a:cubicBezTo>
                <a:cubicBezTo>
                  <a:pt x="74953" y="420714"/>
                  <a:pt x="71686" y="421512"/>
                  <a:pt x="70822" y="423763"/>
                </a:cubicBezTo>
                <a:cubicBezTo>
                  <a:pt x="69146" y="428132"/>
                  <a:pt x="59804" y="428324"/>
                  <a:pt x="59479" y="423996"/>
                </a:cubicBezTo>
                <a:close/>
              </a:path>
            </a:pathLst>
          </a:custGeom>
          <a:solidFill>
            <a:srgbClr val="B9B9B9"/>
          </a:solidFill>
          <a:ln w="5163" cap="flat">
            <a:noFill/>
            <a:prstDash val="solid"/>
            <a:miter/>
          </a:ln>
        </p:spPr>
        <p:txBody>
          <a:bodyPr/>
          <a:lstStyle/>
          <a:p>
            <a:endParaRPr lang="es-419" noProof="0" dirty="0"/>
          </a:p>
        </p:txBody>
      </p:sp>
      <p:sp>
        <p:nvSpPr>
          <p:cNvPr id="56" name="Forma libre: forma 55">
            <a:extLst>
              <a:ext uri="{FF2B5EF4-FFF2-40B4-BE49-F238E27FC236}">
                <a16:creationId xmlns:a16="http://schemas.microsoft.com/office/drawing/2014/main" id="{E49BC9FD-825E-C033-AFBB-981A40E18D58}"/>
              </a:ext>
            </a:extLst>
          </p:cNvPr>
          <p:cNvSpPr/>
          <p:nvPr/>
        </p:nvSpPr>
        <p:spPr>
          <a:xfrm>
            <a:off x="1184880" y="1375117"/>
            <a:ext cx="334306" cy="498738"/>
          </a:xfrm>
          <a:custGeom>
            <a:avLst/>
            <a:gdLst>
              <a:gd name="csX0" fmla="*/ 247743 w 334306"/>
              <a:gd name="csY0" fmla="*/ 496867 h 498738"/>
              <a:gd name="csX1" fmla="*/ 240505 w 334306"/>
              <a:gd name="csY1" fmla="*/ 493884 h 498738"/>
              <a:gd name="csX2" fmla="*/ 219827 w 334306"/>
              <a:gd name="csY2" fmla="*/ 476477 h 498738"/>
              <a:gd name="csX3" fmla="*/ 204292 w 334306"/>
              <a:gd name="csY3" fmla="*/ 470138 h 498738"/>
              <a:gd name="csX4" fmla="*/ 191180 w 334306"/>
              <a:gd name="csY4" fmla="*/ 465927 h 498738"/>
              <a:gd name="csX5" fmla="*/ 185245 w 334306"/>
              <a:gd name="csY5" fmla="*/ 460255 h 498738"/>
              <a:gd name="csX6" fmla="*/ 179372 w 334306"/>
              <a:gd name="csY6" fmla="*/ 456383 h 498738"/>
              <a:gd name="csX7" fmla="*/ 119384 w 334306"/>
              <a:gd name="csY7" fmla="*/ 437991 h 498738"/>
              <a:gd name="csX8" fmla="*/ 89617 w 334306"/>
              <a:gd name="csY8" fmla="*/ 463480 h 498738"/>
              <a:gd name="csX9" fmla="*/ 81270 w 334306"/>
              <a:gd name="csY9" fmla="*/ 471310 h 498738"/>
              <a:gd name="csX10" fmla="*/ 65769 w 334306"/>
              <a:gd name="csY10" fmla="*/ 466800 h 498738"/>
              <a:gd name="csX11" fmla="*/ 41569 w 334306"/>
              <a:gd name="csY11" fmla="*/ 444771 h 498738"/>
              <a:gd name="csX12" fmla="*/ 29063 w 334306"/>
              <a:gd name="csY12" fmla="*/ 422183 h 498738"/>
              <a:gd name="csX13" fmla="*/ 35486 w 334306"/>
              <a:gd name="csY13" fmla="*/ 420247 h 498738"/>
              <a:gd name="csX14" fmla="*/ 36311 w 334306"/>
              <a:gd name="csY14" fmla="*/ 410716 h 498738"/>
              <a:gd name="csX15" fmla="*/ 30682 w 334306"/>
              <a:gd name="csY15" fmla="*/ 404725 h 498738"/>
              <a:gd name="csX16" fmla="*/ 36945 w 334306"/>
              <a:gd name="csY16" fmla="*/ 393771 h 498738"/>
              <a:gd name="csX17" fmla="*/ 44969 w 334306"/>
              <a:gd name="csY17" fmla="*/ 363455 h 498738"/>
              <a:gd name="csX18" fmla="*/ 48481 w 334306"/>
              <a:gd name="csY18" fmla="*/ 335841 h 498738"/>
              <a:gd name="csX19" fmla="*/ 28755 w 334306"/>
              <a:gd name="csY19" fmla="*/ 300210 h 498738"/>
              <a:gd name="csX20" fmla="*/ 9477 w 334306"/>
              <a:gd name="csY20" fmla="*/ 236920 h 498738"/>
              <a:gd name="csX21" fmla="*/ 0 w 334306"/>
              <a:gd name="csY21" fmla="*/ 183956 h 498738"/>
              <a:gd name="csX22" fmla="*/ 8603 w 334306"/>
              <a:gd name="csY22" fmla="*/ 171093 h 498738"/>
              <a:gd name="csX23" fmla="*/ 19247 w 334306"/>
              <a:gd name="csY23" fmla="*/ 157370 h 498738"/>
              <a:gd name="csX24" fmla="*/ 21288 w 334306"/>
              <a:gd name="csY24" fmla="*/ 154226 h 498738"/>
              <a:gd name="csX25" fmla="*/ 42935 w 334306"/>
              <a:gd name="csY25" fmla="*/ 118946 h 498738"/>
              <a:gd name="csX26" fmla="*/ 66467 w 334306"/>
              <a:gd name="csY26" fmla="*/ 79496 h 498738"/>
              <a:gd name="csX27" fmla="*/ 76541 w 334306"/>
              <a:gd name="csY27" fmla="*/ 65175 h 498738"/>
              <a:gd name="csX28" fmla="*/ 97572 w 334306"/>
              <a:gd name="csY28" fmla="*/ 34163 h 498738"/>
              <a:gd name="csX29" fmla="*/ 112627 w 334306"/>
              <a:gd name="csY29" fmla="*/ 9814 h 498738"/>
              <a:gd name="csX30" fmla="*/ 119648 w 334306"/>
              <a:gd name="csY30" fmla="*/ 4329 h 498738"/>
              <a:gd name="csX31" fmla="*/ 132858 w 334306"/>
              <a:gd name="csY31" fmla="*/ 713 h 498738"/>
              <a:gd name="csX32" fmla="*/ 193546 w 334306"/>
              <a:gd name="csY32" fmla="*/ 5578 h 498738"/>
              <a:gd name="csX33" fmla="*/ 220060 w 334306"/>
              <a:gd name="csY33" fmla="*/ 20523 h 498738"/>
              <a:gd name="csX34" fmla="*/ 224578 w 334306"/>
              <a:gd name="csY34" fmla="*/ 25298 h 498738"/>
              <a:gd name="csX35" fmla="*/ 221567 w 334306"/>
              <a:gd name="csY35" fmla="*/ 31335 h 498738"/>
              <a:gd name="csX36" fmla="*/ 217338 w 334306"/>
              <a:gd name="csY36" fmla="*/ 39397 h 498738"/>
              <a:gd name="csX37" fmla="*/ 222891 w 334306"/>
              <a:gd name="csY37" fmla="*/ 37878 h 498738"/>
              <a:gd name="csX38" fmla="*/ 225189 w 334306"/>
              <a:gd name="csY38" fmla="*/ 36902 h 498738"/>
              <a:gd name="csX39" fmla="*/ 234581 w 334306"/>
              <a:gd name="csY39" fmla="*/ 40152 h 498738"/>
              <a:gd name="csX40" fmla="*/ 261177 w 334306"/>
              <a:gd name="csY40" fmla="*/ 57181 h 498738"/>
              <a:gd name="csX41" fmla="*/ 267817 w 334306"/>
              <a:gd name="csY41" fmla="*/ 67059 h 498738"/>
              <a:gd name="csX42" fmla="*/ 274280 w 334306"/>
              <a:gd name="csY42" fmla="*/ 79049 h 498738"/>
              <a:gd name="csX43" fmla="*/ 279443 w 334306"/>
              <a:gd name="csY43" fmla="*/ 91820 h 498738"/>
              <a:gd name="csX44" fmla="*/ 284596 w 334306"/>
              <a:gd name="csY44" fmla="*/ 105775 h 498738"/>
              <a:gd name="csX45" fmla="*/ 291417 w 334306"/>
              <a:gd name="csY45" fmla="*/ 120219 h 498738"/>
              <a:gd name="csX46" fmla="*/ 298659 w 334306"/>
              <a:gd name="csY46" fmla="*/ 133370 h 498738"/>
              <a:gd name="csX47" fmla="*/ 314425 w 334306"/>
              <a:gd name="csY47" fmla="*/ 156674 h 498738"/>
              <a:gd name="csX48" fmla="*/ 323321 w 334306"/>
              <a:gd name="csY48" fmla="*/ 164371 h 498738"/>
              <a:gd name="csX49" fmla="*/ 329277 w 334306"/>
              <a:gd name="csY49" fmla="*/ 172896 h 498738"/>
              <a:gd name="csX50" fmla="*/ 327346 w 334306"/>
              <a:gd name="csY50" fmla="*/ 203260 h 498738"/>
              <a:gd name="csX51" fmla="*/ 321564 w 334306"/>
              <a:gd name="csY51" fmla="*/ 208691 h 498738"/>
              <a:gd name="csX52" fmla="*/ 314839 w 334306"/>
              <a:gd name="csY52" fmla="*/ 201967 h 498738"/>
              <a:gd name="csX53" fmla="*/ 300945 w 334306"/>
              <a:gd name="csY53" fmla="*/ 198679 h 498738"/>
              <a:gd name="csX54" fmla="*/ 291854 w 334306"/>
              <a:gd name="csY54" fmla="*/ 213362 h 498738"/>
              <a:gd name="csX55" fmla="*/ 273477 w 334306"/>
              <a:gd name="csY55" fmla="*/ 233193 h 498738"/>
              <a:gd name="csX56" fmla="*/ 248561 w 334306"/>
              <a:gd name="csY56" fmla="*/ 258261 h 498738"/>
              <a:gd name="csX57" fmla="*/ 254757 w 334306"/>
              <a:gd name="csY57" fmla="*/ 265360 h 498738"/>
              <a:gd name="csX58" fmla="*/ 262758 w 334306"/>
              <a:gd name="csY58" fmla="*/ 262611 h 498738"/>
              <a:gd name="csX59" fmla="*/ 269300 w 334306"/>
              <a:gd name="csY59" fmla="*/ 264243 h 498738"/>
              <a:gd name="csX60" fmla="*/ 257492 w 334306"/>
              <a:gd name="csY60" fmla="*/ 300210 h 498738"/>
              <a:gd name="csX61" fmla="*/ 220205 w 334306"/>
              <a:gd name="csY61" fmla="*/ 329428 h 498738"/>
              <a:gd name="csX62" fmla="*/ 231476 w 334306"/>
              <a:gd name="csY62" fmla="*/ 344578 h 498738"/>
              <a:gd name="csX63" fmla="*/ 244540 w 334306"/>
              <a:gd name="csY63" fmla="*/ 369570 h 498738"/>
              <a:gd name="csX64" fmla="*/ 259568 w 334306"/>
              <a:gd name="csY64" fmla="*/ 400936 h 498738"/>
              <a:gd name="csX65" fmla="*/ 267812 w 334306"/>
              <a:gd name="csY65" fmla="*/ 410972 h 498738"/>
              <a:gd name="csX66" fmla="*/ 272980 w 334306"/>
              <a:gd name="csY66" fmla="*/ 418667 h 498738"/>
              <a:gd name="csX67" fmla="*/ 279745 w 334306"/>
              <a:gd name="csY67" fmla="*/ 423732 h 498738"/>
              <a:gd name="csX68" fmla="*/ 289553 w 334306"/>
              <a:gd name="csY68" fmla="*/ 427604 h 498738"/>
              <a:gd name="csX69" fmla="*/ 298277 w 334306"/>
              <a:gd name="csY69" fmla="*/ 431864 h 498738"/>
              <a:gd name="csX70" fmla="*/ 272913 w 334306"/>
              <a:gd name="csY70" fmla="*/ 433099 h 498738"/>
              <a:gd name="csX71" fmla="*/ 253686 w 334306"/>
              <a:gd name="csY71" fmla="*/ 440109 h 498738"/>
              <a:gd name="csX72" fmla="*/ 252360 w 334306"/>
              <a:gd name="csY72" fmla="*/ 461577 h 498738"/>
              <a:gd name="csX73" fmla="*/ 253346 w 334306"/>
              <a:gd name="csY73" fmla="*/ 468333 h 498738"/>
              <a:gd name="csX74" fmla="*/ 251680 w 334306"/>
              <a:gd name="csY74" fmla="*/ 476637 h 498738"/>
              <a:gd name="csX75" fmla="*/ 251259 w 334306"/>
              <a:gd name="csY75" fmla="*/ 491494 h 498738"/>
              <a:gd name="csX76" fmla="*/ 247743 w 334306"/>
              <a:gd name="csY76" fmla="*/ 496867 h 4987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Lst>
            <a:rect l="l" t="t" r="r" b="b"/>
            <a:pathLst>
              <a:path w="334306" h="498738">
                <a:moveTo>
                  <a:pt x="247743" y="496867"/>
                </a:moveTo>
                <a:cubicBezTo>
                  <a:pt x="246424" y="493506"/>
                  <a:pt x="244367" y="492659"/>
                  <a:pt x="240505" y="493884"/>
                </a:cubicBezTo>
                <a:cubicBezTo>
                  <a:pt x="234008" y="495946"/>
                  <a:pt x="224617" y="488040"/>
                  <a:pt x="219827" y="476477"/>
                </a:cubicBezTo>
                <a:cubicBezTo>
                  <a:pt x="216729" y="468997"/>
                  <a:pt x="216097" y="468739"/>
                  <a:pt x="204292" y="470138"/>
                </a:cubicBezTo>
                <a:cubicBezTo>
                  <a:pt x="193057" y="471468"/>
                  <a:pt x="191916" y="471102"/>
                  <a:pt x="191180" y="465927"/>
                </a:cubicBezTo>
                <a:cubicBezTo>
                  <a:pt x="190659" y="462266"/>
                  <a:pt x="188558" y="460258"/>
                  <a:pt x="185245" y="460255"/>
                </a:cubicBezTo>
                <a:cubicBezTo>
                  <a:pt x="182424" y="460253"/>
                  <a:pt x="179781" y="458510"/>
                  <a:pt x="179372" y="456383"/>
                </a:cubicBezTo>
                <a:cubicBezTo>
                  <a:pt x="178300" y="450818"/>
                  <a:pt x="133997" y="437235"/>
                  <a:pt x="119384" y="437991"/>
                </a:cubicBezTo>
                <a:cubicBezTo>
                  <a:pt x="99217" y="439035"/>
                  <a:pt x="100133" y="438251"/>
                  <a:pt x="89617" y="463480"/>
                </a:cubicBezTo>
                <a:cubicBezTo>
                  <a:pt x="85806" y="472621"/>
                  <a:pt x="84419" y="473923"/>
                  <a:pt x="81270" y="471310"/>
                </a:cubicBezTo>
                <a:cubicBezTo>
                  <a:pt x="79194" y="469587"/>
                  <a:pt x="72218" y="467557"/>
                  <a:pt x="65769" y="466800"/>
                </a:cubicBezTo>
                <a:cubicBezTo>
                  <a:pt x="54283" y="465451"/>
                  <a:pt x="53791" y="465003"/>
                  <a:pt x="41569" y="444771"/>
                </a:cubicBezTo>
                <a:cubicBezTo>
                  <a:pt x="34707" y="433413"/>
                  <a:pt x="29080" y="423248"/>
                  <a:pt x="29063" y="422183"/>
                </a:cubicBezTo>
                <a:cubicBezTo>
                  <a:pt x="29046" y="421119"/>
                  <a:pt x="31937" y="420247"/>
                  <a:pt x="35486" y="420247"/>
                </a:cubicBezTo>
                <a:cubicBezTo>
                  <a:pt x="43403" y="420247"/>
                  <a:pt x="43560" y="418433"/>
                  <a:pt x="36311" y="410716"/>
                </a:cubicBezTo>
                <a:lnTo>
                  <a:pt x="30682" y="404725"/>
                </a:lnTo>
                <a:lnTo>
                  <a:pt x="36945" y="393771"/>
                </a:lnTo>
                <a:cubicBezTo>
                  <a:pt x="41241" y="386255"/>
                  <a:pt x="43760" y="376739"/>
                  <a:pt x="44969" y="363455"/>
                </a:cubicBezTo>
                <a:cubicBezTo>
                  <a:pt x="45939" y="352807"/>
                  <a:pt x="47519" y="340381"/>
                  <a:pt x="48481" y="335841"/>
                </a:cubicBezTo>
                <a:cubicBezTo>
                  <a:pt x="50445" y="326577"/>
                  <a:pt x="45773" y="318139"/>
                  <a:pt x="28755" y="300210"/>
                </a:cubicBezTo>
                <a:cubicBezTo>
                  <a:pt x="18993" y="289925"/>
                  <a:pt x="18916" y="289673"/>
                  <a:pt x="9477" y="236920"/>
                </a:cubicBezTo>
                <a:lnTo>
                  <a:pt x="0" y="183956"/>
                </a:lnTo>
                <a:lnTo>
                  <a:pt x="8603" y="171093"/>
                </a:lnTo>
                <a:cubicBezTo>
                  <a:pt x="13334" y="164019"/>
                  <a:pt x="18124" y="157843"/>
                  <a:pt x="19247" y="157370"/>
                </a:cubicBezTo>
                <a:cubicBezTo>
                  <a:pt x="20370" y="156896"/>
                  <a:pt x="21288" y="155482"/>
                  <a:pt x="21288" y="154226"/>
                </a:cubicBezTo>
                <a:cubicBezTo>
                  <a:pt x="21288" y="152970"/>
                  <a:pt x="31029" y="137094"/>
                  <a:pt x="42935" y="118946"/>
                </a:cubicBezTo>
                <a:cubicBezTo>
                  <a:pt x="54840" y="100798"/>
                  <a:pt x="65430" y="83045"/>
                  <a:pt x="66467" y="79496"/>
                </a:cubicBezTo>
                <a:cubicBezTo>
                  <a:pt x="67505" y="75946"/>
                  <a:pt x="72038" y="69502"/>
                  <a:pt x="76541" y="65175"/>
                </a:cubicBezTo>
                <a:cubicBezTo>
                  <a:pt x="87950" y="54213"/>
                  <a:pt x="95497" y="43084"/>
                  <a:pt x="97572" y="34163"/>
                </a:cubicBezTo>
                <a:cubicBezTo>
                  <a:pt x="99599" y="25448"/>
                  <a:pt x="109249" y="9841"/>
                  <a:pt x="112627" y="9814"/>
                </a:cubicBezTo>
                <a:cubicBezTo>
                  <a:pt x="113880" y="9805"/>
                  <a:pt x="117040" y="7336"/>
                  <a:pt x="119648" y="4329"/>
                </a:cubicBezTo>
                <a:cubicBezTo>
                  <a:pt x="123477" y="-86"/>
                  <a:pt x="126019" y="-782"/>
                  <a:pt x="132858" y="713"/>
                </a:cubicBezTo>
                <a:cubicBezTo>
                  <a:pt x="141063" y="2507"/>
                  <a:pt x="160286" y="4048"/>
                  <a:pt x="193546" y="5578"/>
                </a:cubicBezTo>
                <a:cubicBezTo>
                  <a:pt x="210737" y="6368"/>
                  <a:pt x="220060" y="11623"/>
                  <a:pt x="220060" y="20523"/>
                </a:cubicBezTo>
                <a:cubicBezTo>
                  <a:pt x="220060" y="23333"/>
                  <a:pt x="221912" y="25291"/>
                  <a:pt x="224578" y="25298"/>
                </a:cubicBezTo>
                <a:cubicBezTo>
                  <a:pt x="228025" y="25308"/>
                  <a:pt x="227313" y="26737"/>
                  <a:pt x="221567" y="31335"/>
                </a:cubicBezTo>
                <a:cubicBezTo>
                  <a:pt x="216052" y="35748"/>
                  <a:pt x="214921" y="37903"/>
                  <a:pt x="217338" y="39397"/>
                </a:cubicBezTo>
                <a:cubicBezTo>
                  <a:pt x="219279" y="40596"/>
                  <a:pt x="221565" y="39971"/>
                  <a:pt x="222891" y="37878"/>
                </a:cubicBezTo>
                <a:cubicBezTo>
                  <a:pt x="224130" y="35921"/>
                  <a:pt x="225164" y="35482"/>
                  <a:pt x="225189" y="36902"/>
                </a:cubicBezTo>
                <a:cubicBezTo>
                  <a:pt x="225213" y="38322"/>
                  <a:pt x="229440" y="39784"/>
                  <a:pt x="234581" y="40152"/>
                </a:cubicBezTo>
                <a:cubicBezTo>
                  <a:pt x="243367" y="40781"/>
                  <a:pt x="260731" y="51899"/>
                  <a:pt x="261177" y="57181"/>
                </a:cubicBezTo>
                <a:cubicBezTo>
                  <a:pt x="261279" y="58396"/>
                  <a:pt x="264267" y="62841"/>
                  <a:pt x="267817" y="67059"/>
                </a:cubicBezTo>
                <a:cubicBezTo>
                  <a:pt x="271366" y="71278"/>
                  <a:pt x="274275" y="76673"/>
                  <a:pt x="274280" y="79049"/>
                </a:cubicBezTo>
                <a:cubicBezTo>
                  <a:pt x="274285" y="81424"/>
                  <a:pt x="276609" y="87172"/>
                  <a:pt x="279443" y="91820"/>
                </a:cubicBezTo>
                <a:cubicBezTo>
                  <a:pt x="282277" y="96469"/>
                  <a:pt x="284596" y="102748"/>
                  <a:pt x="284596" y="105775"/>
                </a:cubicBezTo>
                <a:cubicBezTo>
                  <a:pt x="284596" y="108801"/>
                  <a:pt x="287666" y="115301"/>
                  <a:pt x="291417" y="120219"/>
                </a:cubicBezTo>
                <a:cubicBezTo>
                  <a:pt x="295169" y="125138"/>
                  <a:pt x="298428" y="131056"/>
                  <a:pt x="298659" y="133370"/>
                </a:cubicBezTo>
                <a:cubicBezTo>
                  <a:pt x="299477" y="141547"/>
                  <a:pt x="305637" y="150653"/>
                  <a:pt x="314425" y="156674"/>
                </a:cubicBezTo>
                <a:cubicBezTo>
                  <a:pt x="319316" y="160026"/>
                  <a:pt x="323320" y="163489"/>
                  <a:pt x="323321" y="164371"/>
                </a:cubicBezTo>
                <a:cubicBezTo>
                  <a:pt x="323323" y="165253"/>
                  <a:pt x="326003" y="169089"/>
                  <a:pt x="329277" y="172896"/>
                </a:cubicBezTo>
                <a:cubicBezTo>
                  <a:pt x="336682" y="181505"/>
                  <a:pt x="335803" y="195314"/>
                  <a:pt x="327346" y="203260"/>
                </a:cubicBezTo>
                <a:lnTo>
                  <a:pt x="321564" y="208691"/>
                </a:lnTo>
                <a:lnTo>
                  <a:pt x="314839" y="201967"/>
                </a:lnTo>
                <a:cubicBezTo>
                  <a:pt x="308661" y="195789"/>
                  <a:pt x="307532" y="195522"/>
                  <a:pt x="300945" y="198679"/>
                </a:cubicBezTo>
                <a:cubicBezTo>
                  <a:pt x="295346" y="201363"/>
                  <a:pt x="293353" y="204582"/>
                  <a:pt x="291854" y="213362"/>
                </a:cubicBezTo>
                <a:cubicBezTo>
                  <a:pt x="289357" y="227993"/>
                  <a:pt x="286547" y="231025"/>
                  <a:pt x="273477" y="233193"/>
                </a:cubicBezTo>
                <a:cubicBezTo>
                  <a:pt x="260663" y="235319"/>
                  <a:pt x="248722" y="247333"/>
                  <a:pt x="248561" y="258261"/>
                </a:cubicBezTo>
                <a:cubicBezTo>
                  <a:pt x="248475" y="264096"/>
                  <a:pt x="249579" y="265360"/>
                  <a:pt x="254757" y="265360"/>
                </a:cubicBezTo>
                <a:cubicBezTo>
                  <a:pt x="258223" y="265360"/>
                  <a:pt x="261823" y="264123"/>
                  <a:pt x="262758" y="262611"/>
                </a:cubicBezTo>
                <a:cubicBezTo>
                  <a:pt x="263872" y="260808"/>
                  <a:pt x="266124" y="261370"/>
                  <a:pt x="269300" y="264243"/>
                </a:cubicBezTo>
                <a:cubicBezTo>
                  <a:pt x="279445" y="273424"/>
                  <a:pt x="270651" y="300210"/>
                  <a:pt x="257492" y="300210"/>
                </a:cubicBezTo>
                <a:cubicBezTo>
                  <a:pt x="250513" y="300210"/>
                  <a:pt x="220446" y="323770"/>
                  <a:pt x="220205" y="329428"/>
                </a:cubicBezTo>
                <a:cubicBezTo>
                  <a:pt x="220125" y="331300"/>
                  <a:pt x="225197" y="338118"/>
                  <a:pt x="231476" y="344578"/>
                </a:cubicBezTo>
                <a:cubicBezTo>
                  <a:pt x="241029" y="354406"/>
                  <a:pt x="243162" y="358486"/>
                  <a:pt x="244540" y="369570"/>
                </a:cubicBezTo>
                <a:cubicBezTo>
                  <a:pt x="246852" y="388171"/>
                  <a:pt x="250097" y="394944"/>
                  <a:pt x="259568" y="400936"/>
                </a:cubicBezTo>
                <a:cubicBezTo>
                  <a:pt x="264099" y="403804"/>
                  <a:pt x="267809" y="408320"/>
                  <a:pt x="267812" y="410972"/>
                </a:cubicBezTo>
                <a:cubicBezTo>
                  <a:pt x="267815" y="413625"/>
                  <a:pt x="270140" y="417087"/>
                  <a:pt x="272980" y="418667"/>
                </a:cubicBezTo>
                <a:cubicBezTo>
                  <a:pt x="275819" y="420246"/>
                  <a:pt x="278864" y="422525"/>
                  <a:pt x="279745" y="423732"/>
                </a:cubicBezTo>
                <a:cubicBezTo>
                  <a:pt x="280626" y="424939"/>
                  <a:pt x="285040" y="426681"/>
                  <a:pt x="289553" y="427604"/>
                </a:cubicBezTo>
                <a:cubicBezTo>
                  <a:pt x="294067" y="428527"/>
                  <a:pt x="297992" y="430444"/>
                  <a:pt x="298277" y="431864"/>
                </a:cubicBezTo>
                <a:cubicBezTo>
                  <a:pt x="299018" y="435562"/>
                  <a:pt x="277163" y="436626"/>
                  <a:pt x="272913" y="433099"/>
                </a:cubicBezTo>
                <a:cubicBezTo>
                  <a:pt x="268101" y="429105"/>
                  <a:pt x="260026" y="432049"/>
                  <a:pt x="253686" y="440109"/>
                </a:cubicBezTo>
                <a:cubicBezTo>
                  <a:pt x="247489" y="447987"/>
                  <a:pt x="246928" y="457069"/>
                  <a:pt x="252360" y="461577"/>
                </a:cubicBezTo>
                <a:cubicBezTo>
                  <a:pt x="255321" y="464035"/>
                  <a:pt x="255560" y="465666"/>
                  <a:pt x="253346" y="468333"/>
                </a:cubicBezTo>
                <a:cubicBezTo>
                  <a:pt x="251741" y="470267"/>
                  <a:pt x="250992" y="474004"/>
                  <a:pt x="251680" y="476637"/>
                </a:cubicBezTo>
                <a:cubicBezTo>
                  <a:pt x="252369" y="479271"/>
                  <a:pt x="252179" y="485956"/>
                  <a:pt x="251259" y="491494"/>
                </a:cubicBezTo>
                <a:cubicBezTo>
                  <a:pt x="249997" y="499087"/>
                  <a:pt x="249133" y="500409"/>
                  <a:pt x="247743" y="496867"/>
                </a:cubicBezTo>
                <a:close/>
              </a:path>
            </a:pathLst>
          </a:custGeom>
          <a:solidFill>
            <a:srgbClr val="B9B9B9"/>
          </a:solidFill>
          <a:ln w="5163" cap="flat">
            <a:noFill/>
            <a:prstDash val="solid"/>
            <a:miter/>
          </a:ln>
        </p:spPr>
        <p:txBody>
          <a:bodyPr/>
          <a:lstStyle/>
          <a:p>
            <a:endParaRPr lang="es-419" noProof="0" dirty="0"/>
          </a:p>
        </p:txBody>
      </p:sp>
      <p:grpSp>
        <p:nvGrpSpPr>
          <p:cNvPr id="57" name="Gráfico 39">
            <a:extLst>
              <a:ext uri="{FF2B5EF4-FFF2-40B4-BE49-F238E27FC236}">
                <a16:creationId xmlns:a16="http://schemas.microsoft.com/office/drawing/2014/main" id="{9F23CF2D-284E-F8B3-090C-11302B78FF3D}"/>
              </a:ext>
            </a:extLst>
          </p:cNvPr>
          <p:cNvGrpSpPr/>
          <p:nvPr/>
        </p:nvGrpSpPr>
        <p:grpSpPr>
          <a:xfrm>
            <a:off x="726816" y="1624037"/>
            <a:ext cx="321478" cy="429471"/>
            <a:chOff x="726816" y="1624037"/>
            <a:chExt cx="321478" cy="429471"/>
          </a:xfrm>
          <a:solidFill>
            <a:srgbClr val="B9B9B9"/>
          </a:solidFill>
        </p:grpSpPr>
        <p:sp>
          <p:nvSpPr>
            <p:cNvPr id="58" name="Forma libre: forma 57">
              <a:extLst>
                <a:ext uri="{FF2B5EF4-FFF2-40B4-BE49-F238E27FC236}">
                  <a16:creationId xmlns:a16="http://schemas.microsoft.com/office/drawing/2014/main" id="{AC0FB770-B6E8-BB2B-AAEC-C380DF49AA79}"/>
                </a:ext>
              </a:extLst>
            </p:cNvPr>
            <p:cNvSpPr/>
            <p:nvPr/>
          </p:nvSpPr>
          <p:spPr>
            <a:xfrm>
              <a:off x="726816" y="1624037"/>
              <a:ext cx="321478" cy="429471"/>
            </a:xfrm>
            <a:custGeom>
              <a:avLst/>
              <a:gdLst>
                <a:gd name="csX0" fmla="*/ 298651 w 321478"/>
                <a:gd name="csY0" fmla="*/ 424657 h 429471"/>
                <a:gd name="csX1" fmla="*/ 285240 w 321478"/>
                <a:gd name="csY1" fmla="*/ 406239 h 429471"/>
                <a:gd name="csX2" fmla="*/ 285795 w 321478"/>
                <a:gd name="csY2" fmla="*/ 410173 h 429471"/>
                <a:gd name="csX3" fmla="*/ 287678 w 321478"/>
                <a:gd name="csY3" fmla="*/ 415491 h 429471"/>
                <a:gd name="csX4" fmla="*/ 268647 w 321478"/>
                <a:gd name="csY4" fmla="*/ 394065 h 429471"/>
                <a:gd name="csX5" fmla="*/ 249603 w 321478"/>
                <a:gd name="csY5" fmla="*/ 371546 h 429471"/>
                <a:gd name="csX6" fmla="*/ 255246 w 321478"/>
                <a:gd name="csY6" fmla="*/ 382701 h 429471"/>
                <a:gd name="csX7" fmla="*/ 260888 w 321478"/>
                <a:gd name="csY7" fmla="*/ 392041 h 429471"/>
                <a:gd name="csX8" fmla="*/ 254982 w 321478"/>
                <a:gd name="csY8" fmla="*/ 386884 h 429471"/>
                <a:gd name="csX9" fmla="*/ 245088 w 321478"/>
                <a:gd name="csY9" fmla="*/ 373977 h 429471"/>
                <a:gd name="csX10" fmla="*/ 227283 w 321478"/>
                <a:gd name="csY10" fmla="*/ 350451 h 429471"/>
                <a:gd name="csX11" fmla="*/ 213463 w 321478"/>
                <a:gd name="csY11" fmla="*/ 331266 h 429471"/>
                <a:gd name="csX12" fmla="*/ 191325 w 321478"/>
                <a:gd name="csY12" fmla="*/ 295282 h 429471"/>
                <a:gd name="csX13" fmla="*/ 182351 w 321478"/>
                <a:gd name="csY13" fmla="*/ 288640 h 429471"/>
                <a:gd name="csX14" fmla="*/ 181003 w 321478"/>
                <a:gd name="csY14" fmla="*/ 283904 h 429471"/>
                <a:gd name="csX15" fmla="*/ 179966 w 321478"/>
                <a:gd name="csY15" fmla="*/ 277802 h 429471"/>
                <a:gd name="csX16" fmla="*/ 170951 w 321478"/>
                <a:gd name="csY16" fmla="*/ 271038 h 429471"/>
                <a:gd name="csX17" fmla="*/ 164513 w 321478"/>
                <a:gd name="csY17" fmla="*/ 268249 h 429471"/>
                <a:gd name="csX18" fmla="*/ 156542 w 321478"/>
                <a:gd name="csY18" fmla="*/ 264259 h 429471"/>
                <a:gd name="csX19" fmla="*/ 146588 w 321478"/>
                <a:gd name="csY19" fmla="*/ 257160 h 429471"/>
                <a:gd name="csX20" fmla="*/ 135566 w 321478"/>
                <a:gd name="csY20" fmla="*/ 244331 h 429471"/>
                <a:gd name="csX21" fmla="*/ 140198 w 321478"/>
                <a:gd name="csY21" fmla="*/ 240806 h 429471"/>
                <a:gd name="csX22" fmla="*/ 149956 w 321478"/>
                <a:gd name="csY22" fmla="*/ 243611 h 429471"/>
                <a:gd name="csX23" fmla="*/ 139967 w 321478"/>
                <a:gd name="csY23" fmla="*/ 232769 h 429471"/>
                <a:gd name="csX24" fmla="*/ 129672 w 321478"/>
                <a:gd name="csY24" fmla="*/ 230788 h 429471"/>
                <a:gd name="csX25" fmla="*/ 122631 w 321478"/>
                <a:gd name="csY25" fmla="*/ 229456 h 429471"/>
                <a:gd name="csX26" fmla="*/ 114075 w 321478"/>
                <a:gd name="csY26" fmla="*/ 225535 h 429471"/>
                <a:gd name="csX27" fmla="*/ 112561 w 321478"/>
                <a:gd name="csY27" fmla="*/ 210989 h 429471"/>
                <a:gd name="csX28" fmla="*/ 113046 w 321478"/>
                <a:gd name="csY28" fmla="*/ 198950 h 429471"/>
                <a:gd name="csX29" fmla="*/ 110205 w 321478"/>
                <a:gd name="csY29" fmla="*/ 203079 h 429471"/>
                <a:gd name="csX30" fmla="*/ 107624 w 321478"/>
                <a:gd name="csY30" fmla="*/ 210049 h 429471"/>
                <a:gd name="csX31" fmla="*/ 105042 w 321478"/>
                <a:gd name="csY31" fmla="*/ 205992 h 429471"/>
                <a:gd name="csX32" fmla="*/ 101146 w 321478"/>
                <a:gd name="csY32" fmla="*/ 198040 h 429471"/>
                <a:gd name="csX33" fmla="*/ 106495 w 321478"/>
                <a:gd name="csY33" fmla="*/ 192040 h 429471"/>
                <a:gd name="csX34" fmla="*/ 110185 w 321478"/>
                <a:gd name="csY34" fmla="*/ 189360 h 429471"/>
                <a:gd name="csX35" fmla="*/ 105416 w 321478"/>
                <a:gd name="csY35" fmla="*/ 184234 h 429471"/>
                <a:gd name="csX36" fmla="*/ 94806 w 321478"/>
                <a:gd name="csY36" fmla="*/ 176570 h 429471"/>
                <a:gd name="csX37" fmla="*/ 84222 w 321478"/>
                <a:gd name="csY37" fmla="*/ 170141 h 429471"/>
                <a:gd name="csX38" fmla="*/ 77400 w 321478"/>
                <a:gd name="csY38" fmla="*/ 165246 h 429471"/>
                <a:gd name="csX39" fmla="*/ 66830 w 321478"/>
                <a:gd name="csY39" fmla="*/ 157291 h 429471"/>
                <a:gd name="csX40" fmla="*/ 62321 w 321478"/>
                <a:gd name="csY40" fmla="*/ 153462 h 429471"/>
                <a:gd name="csX41" fmla="*/ 58487 w 321478"/>
                <a:gd name="csY41" fmla="*/ 146011 h 429471"/>
                <a:gd name="csX42" fmla="*/ 53413 w 321478"/>
                <a:gd name="csY42" fmla="*/ 136585 h 429471"/>
                <a:gd name="csX43" fmla="*/ 46519 w 321478"/>
                <a:gd name="csY43" fmla="*/ 136694 h 429471"/>
                <a:gd name="csX44" fmla="*/ 42767 w 321478"/>
                <a:gd name="csY44" fmla="*/ 137339 h 429471"/>
                <a:gd name="csX45" fmla="*/ 40545 w 321478"/>
                <a:gd name="csY45" fmla="*/ 138358 h 429471"/>
                <a:gd name="csX46" fmla="*/ 34194 w 321478"/>
                <a:gd name="csY46" fmla="*/ 139945 h 429471"/>
                <a:gd name="csX47" fmla="*/ 30312 w 321478"/>
                <a:gd name="csY47" fmla="*/ 128691 h 429471"/>
                <a:gd name="csX48" fmla="*/ 32982 w 321478"/>
                <a:gd name="csY48" fmla="*/ 121125 h 429471"/>
                <a:gd name="csX49" fmla="*/ 29550 w 321478"/>
                <a:gd name="csY49" fmla="*/ 122878 h 429471"/>
                <a:gd name="csX50" fmla="*/ 21151 w 321478"/>
                <a:gd name="csY50" fmla="*/ 122752 h 429471"/>
                <a:gd name="csX51" fmla="*/ 17154 w 321478"/>
                <a:gd name="csY51" fmla="*/ 123427 h 429471"/>
                <a:gd name="csX52" fmla="*/ 6342 w 321478"/>
                <a:gd name="csY52" fmla="*/ 119543 h 429471"/>
                <a:gd name="csX53" fmla="*/ 4365 w 321478"/>
                <a:gd name="csY53" fmla="*/ 113226 h 429471"/>
                <a:gd name="csX54" fmla="*/ 10819 w 321478"/>
                <a:gd name="csY54" fmla="*/ 114808 h 429471"/>
                <a:gd name="csX55" fmla="*/ 4707 w 321478"/>
                <a:gd name="csY55" fmla="*/ 109494 h 429471"/>
                <a:gd name="csX56" fmla="*/ 1796 w 321478"/>
                <a:gd name="csY56" fmla="*/ 100322 h 429471"/>
                <a:gd name="csX57" fmla="*/ 1838 w 321478"/>
                <a:gd name="csY57" fmla="*/ 92658 h 429471"/>
                <a:gd name="csX58" fmla="*/ 4233 w 321478"/>
                <a:gd name="csY58" fmla="*/ 77378 h 429471"/>
                <a:gd name="csX59" fmla="*/ 13902 w 321478"/>
                <a:gd name="csY59" fmla="*/ 62490 h 429471"/>
                <a:gd name="csX60" fmla="*/ 16192 w 321478"/>
                <a:gd name="csY60" fmla="*/ 65508 h 429471"/>
                <a:gd name="csX61" fmla="*/ 14368 w 321478"/>
                <a:gd name="csY61" fmla="*/ 71941 h 429471"/>
                <a:gd name="csX62" fmla="*/ 19324 w 321478"/>
                <a:gd name="csY62" fmla="*/ 65780 h 429471"/>
                <a:gd name="csX63" fmla="*/ 24280 w 321478"/>
                <a:gd name="csY63" fmla="*/ 59619 h 429471"/>
                <a:gd name="csX64" fmla="*/ 25989 w 321478"/>
                <a:gd name="csY64" fmla="*/ 66426 h 429471"/>
                <a:gd name="csX65" fmla="*/ 30049 w 321478"/>
                <a:gd name="csY65" fmla="*/ 73232 h 429471"/>
                <a:gd name="csX66" fmla="*/ 30241 w 321478"/>
                <a:gd name="csY66" fmla="*/ 65700 h 429471"/>
                <a:gd name="csX67" fmla="*/ 47033 w 321478"/>
                <a:gd name="csY67" fmla="*/ 46164 h 429471"/>
                <a:gd name="csX68" fmla="*/ 89508 w 321478"/>
                <a:gd name="csY68" fmla="*/ 4943 h 429471"/>
                <a:gd name="csX69" fmla="*/ 99998 w 321478"/>
                <a:gd name="csY69" fmla="*/ 2688 h 429471"/>
                <a:gd name="csX70" fmla="*/ 114706 w 321478"/>
                <a:gd name="csY70" fmla="*/ 3716 h 429471"/>
                <a:gd name="csX71" fmla="*/ 123108 w 321478"/>
                <a:gd name="csY71" fmla="*/ 2764 h 429471"/>
                <a:gd name="csX72" fmla="*/ 137332 w 321478"/>
                <a:gd name="csY72" fmla="*/ 60759 h 429471"/>
                <a:gd name="csX73" fmla="*/ 159468 w 321478"/>
                <a:gd name="csY73" fmla="*/ 80313 h 429471"/>
                <a:gd name="csX74" fmla="*/ 174324 w 321478"/>
                <a:gd name="csY74" fmla="*/ 89973 h 429471"/>
                <a:gd name="csX75" fmla="*/ 184004 w 321478"/>
                <a:gd name="csY75" fmla="*/ 107383 h 429471"/>
                <a:gd name="csX76" fmla="*/ 190190 w 321478"/>
                <a:gd name="csY76" fmla="*/ 148735 h 429471"/>
                <a:gd name="csX77" fmla="*/ 191494 w 321478"/>
                <a:gd name="csY77" fmla="*/ 177131 h 429471"/>
                <a:gd name="csX78" fmla="*/ 195355 w 321478"/>
                <a:gd name="csY78" fmla="*/ 191824 h 429471"/>
                <a:gd name="csX79" fmla="*/ 205385 w 321478"/>
                <a:gd name="csY79" fmla="*/ 204731 h 429471"/>
                <a:gd name="csX80" fmla="*/ 224780 w 321478"/>
                <a:gd name="csY80" fmla="*/ 233927 h 429471"/>
                <a:gd name="csX81" fmla="*/ 251313 w 321478"/>
                <a:gd name="csY81" fmla="*/ 251602 h 429471"/>
                <a:gd name="csX82" fmla="*/ 265826 w 321478"/>
                <a:gd name="csY82" fmla="*/ 256119 h 429471"/>
                <a:gd name="csX83" fmla="*/ 280190 w 321478"/>
                <a:gd name="csY83" fmla="*/ 283901 h 429471"/>
                <a:gd name="csX84" fmla="*/ 287275 w 321478"/>
                <a:gd name="csY84" fmla="*/ 317016 h 429471"/>
                <a:gd name="csX85" fmla="*/ 290907 w 321478"/>
                <a:gd name="csY85" fmla="*/ 329217 h 429471"/>
                <a:gd name="csX86" fmla="*/ 293537 w 321478"/>
                <a:gd name="csY86" fmla="*/ 337861 h 429471"/>
                <a:gd name="csX87" fmla="*/ 302616 w 321478"/>
                <a:gd name="csY87" fmla="*/ 352211 h 429471"/>
                <a:gd name="csX88" fmla="*/ 314264 w 321478"/>
                <a:gd name="csY88" fmla="*/ 364936 h 429471"/>
                <a:gd name="csX89" fmla="*/ 319645 w 321478"/>
                <a:gd name="csY89" fmla="*/ 375951 h 429471"/>
                <a:gd name="csX90" fmla="*/ 316721 w 321478"/>
                <a:gd name="csY90" fmla="*/ 384238 h 429471"/>
                <a:gd name="csX91" fmla="*/ 312540 w 321478"/>
                <a:gd name="csY91" fmla="*/ 395571 h 429471"/>
                <a:gd name="csX92" fmla="*/ 312871 w 321478"/>
                <a:gd name="csY92" fmla="*/ 424954 h 429471"/>
                <a:gd name="csX93" fmla="*/ 306671 w 321478"/>
                <a:gd name="csY93" fmla="*/ 429472 h 429471"/>
                <a:gd name="csX94" fmla="*/ 298651 w 321478"/>
                <a:gd name="csY94" fmla="*/ 424657 h 4294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321478" h="429471">
                  <a:moveTo>
                    <a:pt x="298651" y="424657"/>
                  </a:moveTo>
                  <a:cubicBezTo>
                    <a:pt x="298651" y="419121"/>
                    <a:pt x="289271" y="406239"/>
                    <a:pt x="285240" y="406239"/>
                  </a:cubicBezTo>
                  <a:cubicBezTo>
                    <a:pt x="283590" y="406239"/>
                    <a:pt x="283808" y="407778"/>
                    <a:pt x="285795" y="410173"/>
                  </a:cubicBezTo>
                  <a:cubicBezTo>
                    <a:pt x="287591" y="412337"/>
                    <a:pt x="288438" y="414730"/>
                    <a:pt x="287678" y="415491"/>
                  </a:cubicBezTo>
                  <a:cubicBezTo>
                    <a:pt x="285539" y="417629"/>
                    <a:pt x="270321" y="400495"/>
                    <a:pt x="268647" y="394065"/>
                  </a:cubicBezTo>
                  <a:cubicBezTo>
                    <a:pt x="267226" y="388605"/>
                    <a:pt x="249603" y="367767"/>
                    <a:pt x="249603" y="371546"/>
                  </a:cubicBezTo>
                  <a:cubicBezTo>
                    <a:pt x="249603" y="372545"/>
                    <a:pt x="252142" y="377564"/>
                    <a:pt x="255246" y="382701"/>
                  </a:cubicBezTo>
                  <a:lnTo>
                    <a:pt x="260888" y="392041"/>
                  </a:lnTo>
                  <a:lnTo>
                    <a:pt x="254982" y="386884"/>
                  </a:lnTo>
                  <a:cubicBezTo>
                    <a:pt x="251733" y="384048"/>
                    <a:pt x="247281" y="378240"/>
                    <a:pt x="245088" y="373977"/>
                  </a:cubicBezTo>
                  <a:cubicBezTo>
                    <a:pt x="242896" y="369714"/>
                    <a:pt x="234883" y="359128"/>
                    <a:pt x="227283" y="350451"/>
                  </a:cubicBezTo>
                  <a:cubicBezTo>
                    <a:pt x="219682" y="341775"/>
                    <a:pt x="213463" y="333142"/>
                    <a:pt x="213463" y="331266"/>
                  </a:cubicBezTo>
                  <a:cubicBezTo>
                    <a:pt x="213463" y="326133"/>
                    <a:pt x="194515" y="295333"/>
                    <a:pt x="191325" y="295282"/>
                  </a:cubicBezTo>
                  <a:cubicBezTo>
                    <a:pt x="189798" y="295257"/>
                    <a:pt x="185760" y="292268"/>
                    <a:pt x="182351" y="288640"/>
                  </a:cubicBezTo>
                  <a:cubicBezTo>
                    <a:pt x="177259" y="283219"/>
                    <a:pt x="177019" y="282375"/>
                    <a:pt x="181003" y="283904"/>
                  </a:cubicBezTo>
                  <a:cubicBezTo>
                    <a:pt x="185315" y="285558"/>
                    <a:pt x="185200" y="284882"/>
                    <a:pt x="179966" y="277802"/>
                  </a:cubicBezTo>
                  <a:cubicBezTo>
                    <a:pt x="176728" y="273422"/>
                    <a:pt x="172671" y="270378"/>
                    <a:pt x="170951" y="271038"/>
                  </a:cubicBezTo>
                  <a:cubicBezTo>
                    <a:pt x="169231" y="271698"/>
                    <a:pt x="166334" y="270443"/>
                    <a:pt x="164513" y="268249"/>
                  </a:cubicBezTo>
                  <a:cubicBezTo>
                    <a:pt x="162692" y="266054"/>
                    <a:pt x="159105" y="264259"/>
                    <a:pt x="156542" y="264259"/>
                  </a:cubicBezTo>
                  <a:cubicBezTo>
                    <a:pt x="153980" y="264259"/>
                    <a:pt x="149500" y="261065"/>
                    <a:pt x="146588" y="257160"/>
                  </a:cubicBezTo>
                  <a:cubicBezTo>
                    <a:pt x="143676" y="253256"/>
                    <a:pt x="138716" y="247482"/>
                    <a:pt x="135566" y="244331"/>
                  </a:cubicBezTo>
                  <a:cubicBezTo>
                    <a:pt x="127839" y="236597"/>
                    <a:pt x="131401" y="233886"/>
                    <a:pt x="140198" y="240806"/>
                  </a:cubicBezTo>
                  <a:cubicBezTo>
                    <a:pt x="145135" y="244689"/>
                    <a:pt x="148042" y="245525"/>
                    <a:pt x="149956" y="243611"/>
                  </a:cubicBezTo>
                  <a:cubicBezTo>
                    <a:pt x="154558" y="239009"/>
                    <a:pt x="147985" y="231874"/>
                    <a:pt x="139967" y="232769"/>
                  </a:cubicBezTo>
                  <a:cubicBezTo>
                    <a:pt x="136133" y="233196"/>
                    <a:pt x="131500" y="232305"/>
                    <a:pt x="129672" y="230788"/>
                  </a:cubicBezTo>
                  <a:cubicBezTo>
                    <a:pt x="127844" y="229271"/>
                    <a:pt x="124675" y="228672"/>
                    <a:pt x="122631" y="229456"/>
                  </a:cubicBezTo>
                  <a:cubicBezTo>
                    <a:pt x="120587" y="230241"/>
                    <a:pt x="116736" y="228476"/>
                    <a:pt x="114075" y="225535"/>
                  </a:cubicBezTo>
                  <a:cubicBezTo>
                    <a:pt x="109769" y="220777"/>
                    <a:pt x="109602" y="219173"/>
                    <a:pt x="112561" y="210989"/>
                  </a:cubicBezTo>
                  <a:cubicBezTo>
                    <a:pt x="114982" y="204297"/>
                    <a:pt x="115114" y="201018"/>
                    <a:pt x="113046" y="198950"/>
                  </a:cubicBezTo>
                  <a:cubicBezTo>
                    <a:pt x="110979" y="196883"/>
                    <a:pt x="110205" y="198007"/>
                    <a:pt x="110205" y="203079"/>
                  </a:cubicBezTo>
                  <a:cubicBezTo>
                    <a:pt x="110205" y="206912"/>
                    <a:pt x="109043" y="210049"/>
                    <a:pt x="107624" y="210049"/>
                  </a:cubicBezTo>
                  <a:cubicBezTo>
                    <a:pt x="106204" y="210049"/>
                    <a:pt x="105042" y="208223"/>
                    <a:pt x="105042" y="205992"/>
                  </a:cubicBezTo>
                  <a:cubicBezTo>
                    <a:pt x="105042" y="203761"/>
                    <a:pt x="103289" y="200182"/>
                    <a:pt x="101146" y="198040"/>
                  </a:cubicBezTo>
                  <a:cubicBezTo>
                    <a:pt x="95668" y="192562"/>
                    <a:pt x="98756" y="189098"/>
                    <a:pt x="106495" y="192040"/>
                  </a:cubicBezTo>
                  <a:cubicBezTo>
                    <a:pt x="112388" y="194281"/>
                    <a:pt x="112698" y="194056"/>
                    <a:pt x="110185" y="189360"/>
                  </a:cubicBezTo>
                  <a:cubicBezTo>
                    <a:pt x="108676" y="186541"/>
                    <a:pt x="106530" y="184234"/>
                    <a:pt x="105416" y="184234"/>
                  </a:cubicBezTo>
                  <a:cubicBezTo>
                    <a:pt x="104302" y="184234"/>
                    <a:pt x="99527" y="180785"/>
                    <a:pt x="94806" y="176570"/>
                  </a:cubicBezTo>
                  <a:cubicBezTo>
                    <a:pt x="90084" y="172354"/>
                    <a:pt x="85321" y="169461"/>
                    <a:pt x="84222" y="170141"/>
                  </a:cubicBezTo>
                  <a:cubicBezTo>
                    <a:pt x="83122" y="170820"/>
                    <a:pt x="80052" y="168617"/>
                    <a:pt x="77400" y="165246"/>
                  </a:cubicBezTo>
                  <a:cubicBezTo>
                    <a:pt x="74748" y="161874"/>
                    <a:pt x="69991" y="158294"/>
                    <a:pt x="66830" y="157291"/>
                  </a:cubicBezTo>
                  <a:cubicBezTo>
                    <a:pt x="63669" y="156287"/>
                    <a:pt x="61640" y="154564"/>
                    <a:pt x="62321" y="153462"/>
                  </a:cubicBezTo>
                  <a:cubicBezTo>
                    <a:pt x="63003" y="152359"/>
                    <a:pt x="61277" y="149007"/>
                    <a:pt x="58487" y="146011"/>
                  </a:cubicBezTo>
                  <a:cubicBezTo>
                    <a:pt x="55696" y="143016"/>
                    <a:pt x="53413" y="138774"/>
                    <a:pt x="53413" y="136585"/>
                  </a:cubicBezTo>
                  <a:cubicBezTo>
                    <a:pt x="53413" y="131375"/>
                    <a:pt x="48531" y="131452"/>
                    <a:pt x="46519" y="136694"/>
                  </a:cubicBezTo>
                  <a:cubicBezTo>
                    <a:pt x="45256" y="139986"/>
                    <a:pt x="44525" y="140111"/>
                    <a:pt x="42767" y="137339"/>
                  </a:cubicBezTo>
                  <a:cubicBezTo>
                    <a:pt x="41090" y="134693"/>
                    <a:pt x="40576" y="134929"/>
                    <a:pt x="40545" y="138358"/>
                  </a:cubicBezTo>
                  <a:cubicBezTo>
                    <a:pt x="40512" y="142152"/>
                    <a:pt x="39561" y="142390"/>
                    <a:pt x="34194" y="139945"/>
                  </a:cubicBezTo>
                  <a:cubicBezTo>
                    <a:pt x="25899" y="136165"/>
                    <a:pt x="24011" y="130691"/>
                    <a:pt x="30312" y="128691"/>
                  </a:cubicBezTo>
                  <a:cubicBezTo>
                    <a:pt x="35660" y="126994"/>
                    <a:pt x="36881" y="123535"/>
                    <a:pt x="32982" y="121125"/>
                  </a:cubicBezTo>
                  <a:cubicBezTo>
                    <a:pt x="31683" y="120322"/>
                    <a:pt x="30139" y="121111"/>
                    <a:pt x="29550" y="122878"/>
                  </a:cubicBezTo>
                  <a:cubicBezTo>
                    <a:pt x="28702" y="125423"/>
                    <a:pt x="26957" y="125397"/>
                    <a:pt x="21151" y="122752"/>
                  </a:cubicBezTo>
                  <a:cubicBezTo>
                    <a:pt x="14600" y="119767"/>
                    <a:pt x="14176" y="119839"/>
                    <a:pt x="17154" y="123427"/>
                  </a:cubicBezTo>
                  <a:cubicBezTo>
                    <a:pt x="23195" y="130706"/>
                    <a:pt x="15185" y="127829"/>
                    <a:pt x="6342" y="119543"/>
                  </a:cubicBezTo>
                  <a:cubicBezTo>
                    <a:pt x="-1702" y="112007"/>
                    <a:pt x="-1792" y="111717"/>
                    <a:pt x="4365" y="113226"/>
                  </a:cubicBezTo>
                  <a:lnTo>
                    <a:pt x="10819" y="114808"/>
                  </a:lnTo>
                  <a:lnTo>
                    <a:pt x="4707" y="109494"/>
                  </a:lnTo>
                  <a:cubicBezTo>
                    <a:pt x="-312" y="105131"/>
                    <a:pt x="-833" y="103490"/>
                    <a:pt x="1796" y="100322"/>
                  </a:cubicBezTo>
                  <a:cubicBezTo>
                    <a:pt x="4323" y="97278"/>
                    <a:pt x="4332" y="95662"/>
                    <a:pt x="1838" y="92658"/>
                  </a:cubicBezTo>
                  <a:cubicBezTo>
                    <a:pt x="-700" y="89600"/>
                    <a:pt x="-229" y="86595"/>
                    <a:pt x="4233" y="77378"/>
                  </a:cubicBezTo>
                  <a:cubicBezTo>
                    <a:pt x="7287" y="71068"/>
                    <a:pt x="11639" y="64368"/>
                    <a:pt x="13902" y="62490"/>
                  </a:cubicBezTo>
                  <a:cubicBezTo>
                    <a:pt x="17532" y="59477"/>
                    <a:pt x="17802" y="59833"/>
                    <a:pt x="16192" y="65508"/>
                  </a:cubicBezTo>
                  <a:lnTo>
                    <a:pt x="14368" y="71941"/>
                  </a:lnTo>
                  <a:lnTo>
                    <a:pt x="19324" y="65780"/>
                  </a:lnTo>
                  <a:lnTo>
                    <a:pt x="24280" y="59619"/>
                  </a:lnTo>
                  <a:lnTo>
                    <a:pt x="25989" y="66426"/>
                  </a:lnTo>
                  <a:cubicBezTo>
                    <a:pt x="26928" y="70169"/>
                    <a:pt x="28755" y="73232"/>
                    <a:pt x="30049" y="73232"/>
                  </a:cubicBezTo>
                  <a:cubicBezTo>
                    <a:pt x="31420" y="73232"/>
                    <a:pt x="31500" y="70091"/>
                    <a:pt x="30241" y="65700"/>
                  </a:cubicBezTo>
                  <a:cubicBezTo>
                    <a:pt x="28162" y="58450"/>
                    <a:pt x="28788" y="57720"/>
                    <a:pt x="47033" y="46164"/>
                  </a:cubicBezTo>
                  <a:cubicBezTo>
                    <a:pt x="66934" y="33559"/>
                    <a:pt x="85466" y="15573"/>
                    <a:pt x="89508" y="4943"/>
                  </a:cubicBezTo>
                  <a:cubicBezTo>
                    <a:pt x="91833" y="-1172"/>
                    <a:pt x="92131" y="-1236"/>
                    <a:pt x="99998" y="2688"/>
                  </a:cubicBezTo>
                  <a:cubicBezTo>
                    <a:pt x="106503" y="5933"/>
                    <a:pt x="109396" y="6135"/>
                    <a:pt x="114706" y="3716"/>
                  </a:cubicBezTo>
                  <a:cubicBezTo>
                    <a:pt x="118341" y="2059"/>
                    <a:pt x="122122" y="1631"/>
                    <a:pt x="123108" y="2764"/>
                  </a:cubicBezTo>
                  <a:cubicBezTo>
                    <a:pt x="125561" y="5583"/>
                    <a:pt x="135461" y="45948"/>
                    <a:pt x="137332" y="60759"/>
                  </a:cubicBezTo>
                  <a:cubicBezTo>
                    <a:pt x="139199" y="75538"/>
                    <a:pt x="141734" y="77777"/>
                    <a:pt x="159468" y="80313"/>
                  </a:cubicBezTo>
                  <a:cubicBezTo>
                    <a:pt x="172513" y="82178"/>
                    <a:pt x="173509" y="82826"/>
                    <a:pt x="174324" y="89973"/>
                  </a:cubicBezTo>
                  <a:cubicBezTo>
                    <a:pt x="174804" y="94187"/>
                    <a:pt x="179160" y="102021"/>
                    <a:pt x="184004" y="107383"/>
                  </a:cubicBezTo>
                  <a:cubicBezTo>
                    <a:pt x="193664" y="118075"/>
                    <a:pt x="194152" y="121338"/>
                    <a:pt x="190190" y="148735"/>
                  </a:cubicBezTo>
                  <a:cubicBezTo>
                    <a:pt x="188197" y="162515"/>
                    <a:pt x="188470" y="168448"/>
                    <a:pt x="191494" y="177131"/>
                  </a:cubicBezTo>
                  <a:cubicBezTo>
                    <a:pt x="193597" y="183167"/>
                    <a:pt x="195335" y="189779"/>
                    <a:pt x="195355" y="191824"/>
                  </a:cubicBezTo>
                  <a:cubicBezTo>
                    <a:pt x="195376" y="193868"/>
                    <a:pt x="199889" y="199676"/>
                    <a:pt x="205385" y="204731"/>
                  </a:cubicBezTo>
                  <a:cubicBezTo>
                    <a:pt x="211344" y="210212"/>
                    <a:pt x="219172" y="221995"/>
                    <a:pt x="224780" y="233927"/>
                  </a:cubicBezTo>
                  <a:cubicBezTo>
                    <a:pt x="234706" y="255043"/>
                    <a:pt x="236093" y="255967"/>
                    <a:pt x="251313" y="251602"/>
                  </a:cubicBezTo>
                  <a:cubicBezTo>
                    <a:pt x="258379" y="249575"/>
                    <a:pt x="260277" y="250166"/>
                    <a:pt x="265826" y="256119"/>
                  </a:cubicBezTo>
                  <a:cubicBezTo>
                    <a:pt x="272628" y="263417"/>
                    <a:pt x="281243" y="280080"/>
                    <a:pt x="280190" y="283901"/>
                  </a:cubicBezTo>
                  <a:cubicBezTo>
                    <a:pt x="278841" y="288796"/>
                    <a:pt x="283826" y="312090"/>
                    <a:pt x="287275" y="317016"/>
                  </a:cubicBezTo>
                  <a:cubicBezTo>
                    <a:pt x="289273" y="319867"/>
                    <a:pt x="290907" y="325358"/>
                    <a:pt x="290907" y="329217"/>
                  </a:cubicBezTo>
                  <a:cubicBezTo>
                    <a:pt x="290907" y="333077"/>
                    <a:pt x="292090" y="336967"/>
                    <a:pt x="293537" y="337861"/>
                  </a:cubicBezTo>
                  <a:cubicBezTo>
                    <a:pt x="294984" y="338755"/>
                    <a:pt x="299069" y="345213"/>
                    <a:pt x="302616" y="352211"/>
                  </a:cubicBezTo>
                  <a:cubicBezTo>
                    <a:pt x="307126" y="361111"/>
                    <a:pt x="310627" y="364936"/>
                    <a:pt x="314264" y="364936"/>
                  </a:cubicBezTo>
                  <a:cubicBezTo>
                    <a:pt x="320436" y="364936"/>
                    <a:pt x="323792" y="371805"/>
                    <a:pt x="319645" y="375951"/>
                  </a:cubicBezTo>
                  <a:cubicBezTo>
                    <a:pt x="318037" y="377560"/>
                    <a:pt x="316721" y="381289"/>
                    <a:pt x="316721" y="384238"/>
                  </a:cubicBezTo>
                  <a:cubicBezTo>
                    <a:pt x="316721" y="387188"/>
                    <a:pt x="314840" y="392287"/>
                    <a:pt x="312540" y="395571"/>
                  </a:cubicBezTo>
                  <a:cubicBezTo>
                    <a:pt x="308425" y="401445"/>
                    <a:pt x="308570" y="414286"/>
                    <a:pt x="312871" y="424954"/>
                  </a:cubicBezTo>
                  <a:cubicBezTo>
                    <a:pt x="314372" y="428678"/>
                    <a:pt x="313283" y="429472"/>
                    <a:pt x="306671" y="429472"/>
                  </a:cubicBezTo>
                  <a:cubicBezTo>
                    <a:pt x="300565" y="429472"/>
                    <a:pt x="298651" y="428323"/>
                    <a:pt x="298651" y="424657"/>
                  </a:cubicBezTo>
                  <a:close/>
                </a:path>
              </a:pathLst>
            </a:custGeom>
            <a:solidFill>
              <a:srgbClr val="B9B9B9"/>
            </a:solidFill>
            <a:ln w="5163" cap="flat">
              <a:noFill/>
              <a:prstDash val="solid"/>
              <a:miter/>
            </a:ln>
          </p:spPr>
          <p:txBody>
            <a:bodyPr/>
            <a:lstStyle/>
            <a:p>
              <a:endParaRPr lang="es-419" noProof="0" dirty="0"/>
            </a:p>
          </p:txBody>
        </p:sp>
        <p:sp>
          <p:nvSpPr>
            <p:cNvPr id="59" name="Forma libre: forma 58">
              <a:extLst>
                <a:ext uri="{FF2B5EF4-FFF2-40B4-BE49-F238E27FC236}">
                  <a16:creationId xmlns:a16="http://schemas.microsoft.com/office/drawing/2014/main" id="{162A6EF0-D05F-4327-C5AC-90D663143374}"/>
                </a:ext>
              </a:extLst>
            </p:cNvPr>
            <p:cNvSpPr/>
            <p:nvPr/>
          </p:nvSpPr>
          <p:spPr>
            <a:xfrm>
              <a:off x="812163" y="1806340"/>
              <a:ext cx="15955" cy="30179"/>
            </a:xfrm>
            <a:custGeom>
              <a:avLst/>
              <a:gdLst>
                <a:gd name="csX0" fmla="*/ 12859 w 15955"/>
                <a:gd name="csY0" fmla="*/ 27128 h 30179"/>
                <a:gd name="csX1" fmla="*/ 45 w 15955"/>
                <a:gd name="csY1" fmla="*/ 70 h 30179"/>
                <a:gd name="csX2" fmla="*/ 15145 w 15955"/>
                <a:gd name="csY2" fmla="*/ 24519 h 30179"/>
                <a:gd name="csX3" fmla="*/ 12859 w 15955"/>
                <a:gd name="csY3" fmla="*/ 27128 h 30179"/>
              </a:gdLst>
              <a:ahLst/>
              <a:cxnLst>
                <a:cxn ang="0">
                  <a:pos x="csX0" y="csY0"/>
                </a:cxn>
                <a:cxn ang="0">
                  <a:pos x="csX1" y="csY1"/>
                </a:cxn>
                <a:cxn ang="0">
                  <a:pos x="csX2" y="csY2"/>
                </a:cxn>
                <a:cxn ang="0">
                  <a:pos x="csX3" y="csY3"/>
                </a:cxn>
              </a:cxnLst>
              <a:rect l="l" t="t" r="r" b="b"/>
              <a:pathLst>
                <a:path w="15955" h="30179">
                  <a:moveTo>
                    <a:pt x="12859" y="27128"/>
                  </a:moveTo>
                  <a:cubicBezTo>
                    <a:pt x="8119" y="19457"/>
                    <a:pt x="-707" y="822"/>
                    <a:pt x="45" y="70"/>
                  </a:cubicBezTo>
                  <a:cubicBezTo>
                    <a:pt x="1430" y="-1315"/>
                    <a:pt x="13563" y="18330"/>
                    <a:pt x="15145" y="24519"/>
                  </a:cubicBezTo>
                  <a:cubicBezTo>
                    <a:pt x="16793" y="30962"/>
                    <a:pt x="15876" y="32008"/>
                    <a:pt x="12859" y="27128"/>
                  </a:cubicBezTo>
                  <a:close/>
                </a:path>
              </a:pathLst>
            </a:custGeom>
            <a:solidFill>
              <a:srgbClr val="B9B9B9"/>
            </a:solidFill>
            <a:ln w="5163" cap="flat">
              <a:noFill/>
              <a:prstDash val="solid"/>
              <a:miter/>
            </a:ln>
          </p:spPr>
          <p:txBody>
            <a:bodyPr/>
            <a:lstStyle/>
            <a:p>
              <a:endParaRPr lang="es-419" noProof="0" dirty="0"/>
            </a:p>
          </p:txBody>
        </p:sp>
      </p:grpSp>
      <p:sp>
        <p:nvSpPr>
          <p:cNvPr id="60" name="Forma libre: forma 59">
            <a:extLst>
              <a:ext uri="{FF2B5EF4-FFF2-40B4-BE49-F238E27FC236}">
                <a16:creationId xmlns:a16="http://schemas.microsoft.com/office/drawing/2014/main" id="{AD076730-504B-4D0C-0415-00434D4A6428}"/>
              </a:ext>
            </a:extLst>
          </p:cNvPr>
          <p:cNvSpPr/>
          <p:nvPr/>
        </p:nvSpPr>
        <p:spPr>
          <a:xfrm>
            <a:off x="781520" y="1178397"/>
            <a:ext cx="460893" cy="570101"/>
          </a:xfrm>
          <a:custGeom>
            <a:avLst/>
            <a:gdLst>
              <a:gd name="csX0" fmla="*/ 151660 w 460893"/>
              <a:gd name="csY0" fmla="*/ 568610 h 570101"/>
              <a:gd name="csX1" fmla="*/ 140689 w 460893"/>
              <a:gd name="csY1" fmla="*/ 563178 h 570101"/>
              <a:gd name="csX2" fmla="*/ 131877 w 460893"/>
              <a:gd name="csY2" fmla="*/ 549661 h 570101"/>
              <a:gd name="csX3" fmla="*/ 122196 w 460893"/>
              <a:gd name="csY3" fmla="*/ 532968 h 570101"/>
              <a:gd name="csX4" fmla="*/ 107130 w 460893"/>
              <a:gd name="csY4" fmla="*/ 523131 h 570101"/>
              <a:gd name="csX5" fmla="*/ 89869 w 460893"/>
              <a:gd name="csY5" fmla="*/ 518421 h 570101"/>
              <a:gd name="csX6" fmla="*/ 85076 w 460893"/>
              <a:gd name="csY6" fmla="*/ 501266 h 570101"/>
              <a:gd name="csX7" fmla="*/ 77677 w 460893"/>
              <a:gd name="csY7" fmla="*/ 465952 h 570101"/>
              <a:gd name="csX8" fmla="*/ 72006 w 460893"/>
              <a:gd name="csY8" fmla="*/ 445300 h 570101"/>
              <a:gd name="csX9" fmla="*/ 58957 w 460893"/>
              <a:gd name="csY9" fmla="*/ 446095 h 570101"/>
              <a:gd name="csX10" fmla="*/ 35144 w 460893"/>
              <a:gd name="csY10" fmla="*/ 436548 h 570101"/>
              <a:gd name="csX11" fmla="*/ 24381 w 460893"/>
              <a:gd name="csY11" fmla="*/ 426207 h 570101"/>
              <a:gd name="csX12" fmla="*/ 26114 w 460893"/>
              <a:gd name="csY12" fmla="*/ 405421 h 570101"/>
              <a:gd name="csX13" fmla="*/ 25165 w 460893"/>
              <a:gd name="csY13" fmla="*/ 384636 h 570101"/>
              <a:gd name="csX14" fmla="*/ 17520 w 460893"/>
              <a:gd name="csY14" fmla="*/ 374956 h 570101"/>
              <a:gd name="csX15" fmla="*/ 6475 w 460893"/>
              <a:gd name="csY15" fmla="*/ 353942 h 570101"/>
              <a:gd name="csX16" fmla="*/ 196 w 460893"/>
              <a:gd name="csY16" fmla="*/ 332000 h 570101"/>
              <a:gd name="csX17" fmla="*/ 0 w 460893"/>
              <a:gd name="csY17" fmla="*/ 321391 h 570101"/>
              <a:gd name="csX18" fmla="*/ 20006 w 460893"/>
              <a:gd name="csY18" fmla="*/ 322209 h 570101"/>
              <a:gd name="csX19" fmla="*/ 37306 w 460893"/>
              <a:gd name="csY19" fmla="*/ 304003 h 570101"/>
              <a:gd name="csX20" fmla="*/ 36933 w 460893"/>
              <a:gd name="csY20" fmla="*/ 289805 h 570101"/>
              <a:gd name="csX21" fmla="*/ 37690 w 460893"/>
              <a:gd name="csY21" fmla="*/ 253719 h 570101"/>
              <a:gd name="csX22" fmla="*/ 41303 w 460893"/>
              <a:gd name="csY22" fmla="*/ 221451 h 570101"/>
              <a:gd name="csX23" fmla="*/ 48412 w 460893"/>
              <a:gd name="csY23" fmla="*/ 202644 h 570101"/>
              <a:gd name="csX24" fmla="*/ 48257 w 460893"/>
              <a:gd name="csY24" fmla="*/ 124622 h 570101"/>
              <a:gd name="csX25" fmla="*/ 40464 w 460893"/>
              <a:gd name="csY25" fmla="*/ 83859 h 570101"/>
              <a:gd name="csX26" fmla="*/ 52830 w 460893"/>
              <a:gd name="csY26" fmla="*/ 45160 h 570101"/>
              <a:gd name="csX27" fmla="*/ 63246 w 460893"/>
              <a:gd name="csY27" fmla="*/ 46920 h 570101"/>
              <a:gd name="csX28" fmla="*/ 63246 w 460893"/>
              <a:gd name="csY28" fmla="*/ 23460 h 570101"/>
              <a:gd name="csX29" fmla="*/ 66672 w 460893"/>
              <a:gd name="csY29" fmla="*/ 0 h 570101"/>
              <a:gd name="csX30" fmla="*/ 126691 w 460893"/>
              <a:gd name="csY30" fmla="*/ 3798 h 570101"/>
              <a:gd name="csX31" fmla="*/ 203405 w 460893"/>
              <a:gd name="csY31" fmla="*/ 8311 h 570101"/>
              <a:gd name="csX32" fmla="*/ 223527 w 460893"/>
              <a:gd name="csY32" fmla="*/ 9026 h 570101"/>
              <a:gd name="csX33" fmla="*/ 229665 w 460893"/>
              <a:gd name="csY33" fmla="*/ 21938 h 570101"/>
              <a:gd name="csX34" fmla="*/ 254984 w 460893"/>
              <a:gd name="csY34" fmla="*/ 54210 h 570101"/>
              <a:gd name="csX35" fmla="*/ 267180 w 460893"/>
              <a:gd name="csY35" fmla="*/ 65624 h 570101"/>
              <a:gd name="csX36" fmla="*/ 283960 w 460893"/>
              <a:gd name="csY36" fmla="*/ 83994 h 570101"/>
              <a:gd name="csX37" fmla="*/ 300739 w 460893"/>
              <a:gd name="csY37" fmla="*/ 103278 h 570101"/>
              <a:gd name="csX38" fmla="*/ 307688 w 460893"/>
              <a:gd name="csY38" fmla="*/ 107024 h 570101"/>
              <a:gd name="csX39" fmla="*/ 338320 w 460893"/>
              <a:gd name="csY39" fmla="*/ 140082 h 570101"/>
              <a:gd name="csX40" fmla="*/ 345307 w 460893"/>
              <a:gd name="csY40" fmla="*/ 156757 h 570101"/>
              <a:gd name="csX41" fmla="*/ 350264 w 460893"/>
              <a:gd name="csY41" fmla="*/ 174757 h 570101"/>
              <a:gd name="csX42" fmla="*/ 353728 w 460893"/>
              <a:gd name="csY42" fmla="*/ 192882 h 570101"/>
              <a:gd name="csX43" fmla="*/ 357557 w 460893"/>
              <a:gd name="csY43" fmla="*/ 206186 h 570101"/>
              <a:gd name="csX44" fmla="*/ 373046 w 460893"/>
              <a:gd name="csY44" fmla="*/ 221653 h 570101"/>
              <a:gd name="csX45" fmla="*/ 388508 w 460893"/>
              <a:gd name="csY45" fmla="*/ 235073 h 570101"/>
              <a:gd name="csX46" fmla="*/ 408536 w 460893"/>
              <a:gd name="csY46" fmla="*/ 251563 h 570101"/>
              <a:gd name="csX47" fmla="*/ 419486 w 460893"/>
              <a:gd name="csY47" fmla="*/ 258145 h 570101"/>
              <a:gd name="csX48" fmla="*/ 429612 w 460893"/>
              <a:gd name="csY48" fmla="*/ 264555 h 570101"/>
              <a:gd name="csX49" fmla="*/ 440498 w 460893"/>
              <a:gd name="csY49" fmla="*/ 270196 h 570101"/>
              <a:gd name="csX50" fmla="*/ 458638 w 460893"/>
              <a:gd name="csY50" fmla="*/ 279871 h 570101"/>
              <a:gd name="csX51" fmla="*/ 433706 w 460893"/>
              <a:gd name="csY51" fmla="*/ 328123 h 570101"/>
              <a:gd name="csX52" fmla="*/ 401785 w 460893"/>
              <a:gd name="csY52" fmla="*/ 376892 h 570101"/>
              <a:gd name="csX53" fmla="*/ 408173 w 460893"/>
              <a:gd name="csY53" fmla="*/ 427230 h 570101"/>
              <a:gd name="csX54" fmla="*/ 407224 w 460893"/>
              <a:gd name="csY54" fmla="*/ 481463 h 570101"/>
              <a:gd name="csX55" fmla="*/ 357001 w 460893"/>
              <a:gd name="csY55" fmla="*/ 500599 h 570101"/>
              <a:gd name="csX56" fmla="*/ 339993 w 460893"/>
              <a:gd name="csY56" fmla="*/ 507393 h 570101"/>
              <a:gd name="csX57" fmla="*/ 315871 w 460893"/>
              <a:gd name="csY57" fmla="*/ 500146 h 570101"/>
              <a:gd name="csX58" fmla="*/ 305685 w 460893"/>
              <a:gd name="csY58" fmla="*/ 499249 h 570101"/>
              <a:gd name="csX59" fmla="*/ 291896 w 460893"/>
              <a:gd name="csY59" fmla="*/ 499687 h 570101"/>
              <a:gd name="csX60" fmla="*/ 270870 w 460893"/>
              <a:gd name="csY60" fmla="*/ 491757 h 570101"/>
              <a:gd name="csX61" fmla="*/ 256706 w 460893"/>
              <a:gd name="csY61" fmla="*/ 481408 h 570101"/>
              <a:gd name="csX62" fmla="*/ 242051 w 460893"/>
              <a:gd name="csY62" fmla="*/ 472207 h 570101"/>
              <a:gd name="csX63" fmla="*/ 227525 w 460893"/>
              <a:gd name="csY63" fmla="*/ 468533 h 570101"/>
              <a:gd name="csX64" fmla="*/ 222731 w 460893"/>
              <a:gd name="csY64" fmla="*/ 472486 h 570101"/>
              <a:gd name="csX65" fmla="*/ 210984 w 460893"/>
              <a:gd name="csY65" fmla="*/ 493362 h 570101"/>
              <a:gd name="csX66" fmla="*/ 200162 w 460893"/>
              <a:gd name="csY66" fmla="*/ 504374 h 570101"/>
              <a:gd name="csX67" fmla="*/ 192160 w 460893"/>
              <a:gd name="csY67" fmla="*/ 516880 h 570101"/>
              <a:gd name="csX68" fmla="*/ 189436 w 460893"/>
              <a:gd name="csY68" fmla="*/ 530760 h 570101"/>
              <a:gd name="csX69" fmla="*/ 184534 w 460893"/>
              <a:gd name="csY69" fmla="*/ 547022 h 570101"/>
              <a:gd name="csX70" fmla="*/ 182598 w 460893"/>
              <a:gd name="csY70" fmla="*/ 561518 h 570101"/>
              <a:gd name="csX71" fmla="*/ 164446 w 460893"/>
              <a:gd name="csY71" fmla="*/ 570049 h 570101"/>
              <a:gd name="csX72" fmla="*/ 151660 w 460893"/>
              <a:gd name="csY72" fmla="*/ 568610 h 5701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Lst>
            <a:rect l="l" t="t" r="r" b="b"/>
            <a:pathLst>
              <a:path w="460893" h="570101">
                <a:moveTo>
                  <a:pt x="151660" y="568610"/>
                </a:moveTo>
                <a:cubicBezTo>
                  <a:pt x="143384" y="567865"/>
                  <a:pt x="140689" y="566530"/>
                  <a:pt x="140689" y="563178"/>
                </a:cubicBezTo>
                <a:cubicBezTo>
                  <a:pt x="140689" y="560733"/>
                  <a:pt x="136724" y="554651"/>
                  <a:pt x="131877" y="549661"/>
                </a:cubicBezTo>
                <a:cubicBezTo>
                  <a:pt x="126875" y="544511"/>
                  <a:pt x="122689" y="537293"/>
                  <a:pt x="122196" y="532968"/>
                </a:cubicBezTo>
                <a:cubicBezTo>
                  <a:pt x="121389" y="525881"/>
                  <a:pt x="120335" y="525192"/>
                  <a:pt x="107130" y="523131"/>
                </a:cubicBezTo>
                <a:cubicBezTo>
                  <a:pt x="99321" y="521912"/>
                  <a:pt x="91554" y="519792"/>
                  <a:pt x="89869" y="518421"/>
                </a:cubicBezTo>
                <a:cubicBezTo>
                  <a:pt x="88184" y="517050"/>
                  <a:pt x="86027" y="509330"/>
                  <a:pt x="85076" y="501266"/>
                </a:cubicBezTo>
                <a:cubicBezTo>
                  <a:pt x="84126" y="493202"/>
                  <a:pt x="80796" y="477310"/>
                  <a:pt x="77677" y="465952"/>
                </a:cubicBezTo>
                <a:lnTo>
                  <a:pt x="72006" y="445300"/>
                </a:lnTo>
                <a:lnTo>
                  <a:pt x="58957" y="446095"/>
                </a:lnTo>
                <a:cubicBezTo>
                  <a:pt x="46778" y="446836"/>
                  <a:pt x="45189" y="446199"/>
                  <a:pt x="35144" y="436548"/>
                </a:cubicBezTo>
                <a:lnTo>
                  <a:pt x="24381" y="426207"/>
                </a:lnTo>
                <a:lnTo>
                  <a:pt x="26114" y="405421"/>
                </a:lnTo>
                <a:cubicBezTo>
                  <a:pt x="27263" y="391650"/>
                  <a:pt x="26942" y="384636"/>
                  <a:pt x="25165" y="384636"/>
                </a:cubicBezTo>
                <a:cubicBezTo>
                  <a:pt x="23689" y="384636"/>
                  <a:pt x="20249" y="380280"/>
                  <a:pt x="17520" y="374956"/>
                </a:cubicBezTo>
                <a:cubicBezTo>
                  <a:pt x="14791" y="369631"/>
                  <a:pt x="9821" y="360175"/>
                  <a:pt x="6475" y="353942"/>
                </a:cubicBezTo>
                <a:cubicBezTo>
                  <a:pt x="3106" y="347664"/>
                  <a:pt x="305" y="337877"/>
                  <a:pt x="196" y="332000"/>
                </a:cubicBezTo>
                <a:lnTo>
                  <a:pt x="0" y="321391"/>
                </a:lnTo>
                <a:lnTo>
                  <a:pt x="20006" y="322209"/>
                </a:lnTo>
                <a:cubicBezTo>
                  <a:pt x="42391" y="323125"/>
                  <a:pt x="42565" y="322942"/>
                  <a:pt x="37306" y="304003"/>
                </a:cubicBezTo>
                <a:cubicBezTo>
                  <a:pt x="35685" y="298169"/>
                  <a:pt x="35538" y="292562"/>
                  <a:pt x="36933" y="289805"/>
                </a:cubicBezTo>
                <a:cubicBezTo>
                  <a:pt x="38201" y="287300"/>
                  <a:pt x="38542" y="271061"/>
                  <a:pt x="37690" y="253719"/>
                </a:cubicBezTo>
                <a:cubicBezTo>
                  <a:pt x="36207" y="223555"/>
                  <a:pt x="36364" y="222156"/>
                  <a:pt x="41303" y="221451"/>
                </a:cubicBezTo>
                <a:cubicBezTo>
                  <a:pt x="45680" y="220826"/>
                  <a:pt x="46762" y="217964"/>
                  <a:pt x="48412" y="202644"/>
                </a:cubicBezTo>
                <a:cubicBezTo>
                  <a:pt x="51806" y="171127"/>
                  <a:pt x="51726" y="130863"/>
                  <a:pt x="48257" y="124622"/>
                </a:cubicBezTo>
                <a:cubicBezTo>
                  <a:pt x="46501" y="121464"/>
                  <a:pt x="42994" y="103121"/>
                  <a:pt x="40464" y="83859"/>
                </a:cubicBezTo>
                <a:cubicBezTo>
                  <a:pt x="35209" y="43860"/>
                  <a:pt x="35717" y="42269"/>
                  <a:pt x="52830" y="45160"/>
                </a:cubicBezTo>
                <a:lnTo>
                  <a:pt x="63246" y="46920"/>
                </a:lnTo>
                <a:lnTo>
                  <a:pt x="63246" y="23460"/>
                </a:lnTo>
                <a:cubicBezTo>
                  <a:pt x="63246" y="5683"/>
                  <a:pt x="64076" y="0"/>
                  <a:pt x="66672" y="0"/>
                </a:cubicBezTo>
                <a:cubicBezTo>
                  <a:pt x="68557" y="0"/>
                  <a:pt x="95565" y="1709"/>
                  <a:pt x="126691" y="3798"/>
                </a:cubicBezTo>
                <a:cubicBezTo>
                  <a:pt x="157817" y="5887"/>
                  <a:pt x="192338" y="7917"/>
                  <a:pt x="203405" y="8311"/>
                </a:cubicBezTo>
                <a:lnTo>
                  <a:pt x="223527" y="9026"/>
                </a:lnTo>
                <a:lnTo>
                  <a:pt x="229665" y="21938"/>
                </a:lnTo>
                <a:cubicBezTo>
                  <a:pt x="235583" y="34389"/>
                  <a:pt x="251134" y="54210"/>
                  <a:pt x="254984" y="54210"/>
                </a:cubicBezTo>
                <a:cubicBezTo>
                  <a:pt x="256963" y="54210"/>
                  <a:pt x="267180" y="63772"/>
                  <a:pt x="267180" y="65624"/>
                </a:cubicBezTo>
                <a:cubicBezTo>
                  <a:pt x="267180" y="66222"/>
                  <a:pt x="274731" y="74489"/>
                  <a:pt x="283960" y="83994"/>
                </a:cubicBezTo>
                <a:cubicBezTo>
                  <a:pt x="293188" y="93499"/>
                  <a:pt x="300739" y="102177"/>
                  <a:pt x="300739" y="103278"/>
                </a:cubicBezTo>
                <a:cubicBezTo>
                  <a:pt x="300739" y="104379"/>
                  <a:pt x="303866" y="106065"/>
                  <a:pt x="307688" y="107024"/>
                </a:cubicBezTo>
                <a:cubicBezTo>
                  <a:pt x="316754" y="109299"/>
                  <a:pt x="336159" y="130241"/>
                  <a:pt x="338320" y="140082"/>
                </a:cubicBezTo>
                <a:cubicBezTo>
                  <a:pt x="339250" y="144316"/>
                  <a:pt x="342394" y="151820"/>
                  <a:pt x="345307" y="156757"/>
                </a:cubicBezTo>
                <a:cubicBezTo>
                  <a:pt x="348253" y="161749"/>
                  <a:pt x="350453" y="169738"/>
                  <a:pt x="350264" y="174757"/>
                </a:cubicBezTo>
                <a:cubicBezTo>
                  <a:pt x="350078" y="179720"/>
                  <a:pt x="351636" y="187876"/>
                  <a:pt x="353728" y="192882"/>
                </a:cubicBezTo>
                <a:cubicBezTo>
                  <a:pt x="355820" y="197888"/>
                  <a:pt x="357543" y="203875"/>
                  <a:pt x="357557" y="206186"/>
                </a:cubicBezTo>
                <a:cubicBezTo>
                  <a:pt x="357572" y="208497"/>
                  <a:pt x="364542" y="215457"/>
                  <a:pt x="373046" y="221653"/>
                </a:cubicBezTo>
                <a:cubicBezTo>
                  <a:pt x="381550" y="227849"/>
                  <a:pt x="388508" y="233888"/>
                  <a:pt x="388508" y="235073"/>
                </a:cubicBezTo>
                <a:cubicBezTo>
                  <a:pt x="388508" y="239850"/>
                  <a:pt x="400638" y="249837"/>
                  <a:pt x="408536" y="251563"/>
                </a:cubicBezTo>
                <a:cubicBezTo>
                  <a:pt x="413162" y="252574"/>
                  <a:pt x="418090" y="255536"/>
                  <a:pt x="419486" y="258145"/>
                </a:cubicBezTo>
                <a:cubicBezTo>
                  <a:pt x="420882" y="260754"/>
                  <a:pt x="425439" y="263638"/>
                  <a:pt x="429612" y="264555"/>
                </a:cubicBezTo>
                <a:cubicBezTo>
                  <a:pt x="433785" y="265471"/>
                  <a:pt x="438684" y="268010"/>
                  <a:pt x="440498" y="270196"/>
                </a:cubicBezTo>
                <a:cubicBezTo>
                  <a:pt x="443409" y="273704"/>
                  <a:pt x="453843" y="279268"/>
                  <a:pt x="458638" y="279871"/>
                </a:cubicBezTo>
                <a:cubicBezTo>
                  <a:pt x="464237" y="280575"/>
                  <a:pt x="460647" y="287523"/>
                  <a:pt x="433706" y="328123"/>
                </a:cubicBezTo>
                <a:cubicBezTo>
                  <a:pt x="417320" y="352816"/>
                  <a:pt x="402956" y="374762"/>
                  <a:pt x="401785" y="376892"/>
                </a:cubicBezTo>
                <a:cubicBezTo>
                  <a:pt x="400523" y="379188"/>
                  <a:pt x="403122" y="399673"/>
                  <a:pt x="408173" y="427230"/>
                </a:cubicBezTo>
                <a:cubicBezTo>
                  <a:pt x="419157" y="487163"/>
                  <a:pt x="419215" y="483871"/>
                  <a:pt x="407224" y="481463"/>
                </a:cubicBezTo>
                <a:cubicBezTo>
                  <a:pt x="377101" y="475416"/>
                  <a:pt x="375238" y="476126"/>
                  <a:pt x="357001" y="500599"/>
                </a:cubicBezTo>
                <a:cubicBezTo>
                  <a:pt x="346599" y="514558"/>
                  <a:pt x="343773" y="515687"/>
                  <a:pt x="339993" y="507393"/>
                </a:cubicBezTo>
                <a:cubicBezTo>
                  <a:pt x="336462" y="499643"/>
                  <a:pt x="325739" y="496421"/>
                  <a:pt x="315871" y="500146"/>
                </a:cubicBezTo>
                <a:cubicBezTo>
                  <a:pt x="310307" y="502246"/>
                  <a:pt x="308004" y="502043"/>
                  <a:pt x="305685" y="499249"/>
                </a:cubicBezTo>
                <a:cubicBezTo>
                  <a:pt x="301762" y="494522"/>
                  <a:pt x="296907" y="494676"/>
                  <a:pt x="291896" y="499687"/>
                </a:cubicBezTo>
                <a:cubicBezTo>
                  <a:pt x="286395" y="505188"/>
                  <a:pt x="278982" y="502392"/>
                  <a:pt x="270870" y="491757"/>
                </a:cubicBezTo>
                <a:cubicBezTo>
                  <a:pt x="267159" y="486892"/>
                  <a:pt x="260921" y="482334"/>
                  <a:pt x="256706" y="481408"/>
                </a:cubicBezTo>
                <a:cubicBezTo>
                  <a:pt x="252563" y="480498"/>
                  <a:pt x="245969" y="476358"/>
                  <a:pt x="242051" y="472207"/>
                </a:cubicBezTo>
                <a:cubicBezTo>
                  <a:pt x="234140" y="463825"/>
                  <a:pt x="229757" y="462717"/>
                  <a:pt x="227525" y="468533"/>
                </a:cubicBezTo>
                <a:cubicBezTo>
                  <a:pt x="226708" y="470663"/>
                  <a:pt x="224550" y="472442"/>
                  <a:pt x="222731" y="472486"/>
                </a:cubicBezTo>
                <a:cubicBezTo>
                  <a:pt x="216831" y="472631"/>
                  <a:pt x="209780" y="485162"/>
                  <a:pt x="210984" y="493362"/>
                </a:cubicBezTo>
                <a:cubicBezTo>
                  <a:pt x="212266" y="502098"/>
                  <a:pt x="211304" y="503076"/>
                  <a:pt x="200162" y="504374"/>
                </a:cubicBezTo>
                <a:cubicBezTo>
                  <a:pt x="189734" y="505588"/>
                  <a:pt x="189645" y="505728"/>
                  <a:pt x="192160" y="516880"/>
                </a:cubicBezTo>
                <a:cubicBezTo>
                  <a:pt x="193910" y="524639"/>
                  <a:pt x="193416" y="527159"/>
                  <a:pt x="189436" y="530760"/>
                </a:cubicBezTo>
                <a:cubicBezTo>
                  <a:pt x="186033" y="533840"/>
                  <a:pt x="184562" y="538720"/>
                  <a:pt x="184534" y="547022"/>
                </a:cubicBezTo>
                <a:cubicBezTo>
                  <a:pt x="184512" y="553546"/>
                  <a:pt x="183641" y="560069"/>
                  <a:pt x="182598" y="561518"/>
                </a:cubicBezTo>
                <a:cubicBezTo>
                  <a:pt x="180445" y="564508"/>
                  <a:pt x="167199" y="570734"/>
                  <a:pt x="164446" y="570049"/>
                </a:cubicBezTo>
                <a:cubicBezTo>
                  <a:pt x="163448" y="569801"/>
                  <a:pt x="157694" y="569154"/>
                  <a:pt x="151660" y="568610"/>
                </a:cubicBezTo>
                <a:close/>
              </a:path>
            </a:pathLst>
          </a:custGeom>
          <a:solidFill>
            <a:srgbClr val="B9B9B9"/>
          </a:solidFill>
          <a:ln w="5163" cap="flat">
            <a:noFill/>
            <a:prstDash val="solid"/>
            <a:miter/>
          </a:ln>
        </p:spPr>
        <p:txBody>
          <a:bodyPr/>
          <a:lstStyle/>
          <a:p>
            <a:endParaRPr lang="es-419" noProof="0" dirty="0"/>
          </a:p>
        </p:txBody>
      </p:sp>
      <p:sp>
        <p:nvSpPr>
          <p:cNvPr id="61" name="Forma libre: forma 60">
            <a:extLst>
              <a:ext uri="{FF2B5EF4-FFF2-40B4-BE49-F238E27FC236}">
                <a16:creationId xmlns:a16="http://schemas.microsoft.com/office/drawing/2014/main" id="{96FFC583-097A-26DE-0CE2-D8768ADFA8F0}"/>
              </a:ext>
            </a:extLst>
          </p:cNvPr>
          <p:cNvSpPr/>
          <p:nvPr/>
        </p:nvSpPr>
        <p:spPr>
          <a:xfrm>
            <a:off x="2038384" y="2469122"/>
            <a:ext cx="332998" cy="314936"/>
          </a:xfrm>
          <a:custGeom>
            <a:avLst/>
            <a:gdLst>
              <a:gd name="csX0" fmla="*/ 150508 w 332998"/>
              <a:gd name="csY0" fmla="*/ 295153 h 314936"/>
              <a:gd name="csX1" fmla="*/ 122921 w 332998"/>
              <a:gd name="csY1" fmla="*/ 269012 h 314936"/>
              <a:gd name="csX2" fmla="*/ 122279 w 332998"/>
              <a:gd name="csY2" fmla="*/ 264031 h 314936"/>
              <a:gd name="csX3" fmla="*/ 126546 w 332998"/>
              <a:gd name="csY3" fmla="*/ 262908 h 314936"/>
              <a:gd name="csX4" fmla="*/ 106954 w 332998"/>
              <a:gd name="csY4" fmla="*/ 254224 h 314936"/>
              <a:gd name="csX5" fmla="*/ 78561 w 332998"/>
              <a:gd name="csY5" fmla="*/ 232541 h 314936"/>
              <a:gd name="csX6" fmla="*/ 60903 w 332998"/>
              <a:gd name="csY6" fmla="*/ 216842 h 314936"/>
              <a:gd name="csX7" fmla="*/ 60455 w 332998"/>
              <a:gd name="csY7" fmla="*/ 213585 h 314936"/>
              <a:gd name="csX8" fmla="*/ 56711 w 332998"/>
              <a:gd name="csY8" fmla="*/ 207285 h 314936"/>
              <a:gd name="csX9" fmla="*/ 53349 w 332998"/>
              <a:gd name="csY9" fmla="*/ 207961 h 314936"/>
              <a:gd name="csX10" fmla="*/ 34703 w 332998"/>
              <a:gd name="csY10" fmla="*/ 200142 h 314936"/>
              <a:gd name="csX11" fmla="*/ 16028 w 332998"/>
              <a:gd name="csY11" fmla="*/ 187234 h 314936"/>
              <a:gd name="csX12" fmla="*/ 16436 w 332998"/>
              <a:gd name="csY12" fmla="*/ 184359 h 314936"/>
              <a:gd name="csX13" fmla="*/ 14549 w 332998"/>
              <a:gd name="csY13" fmla="*/ 178120 h 314936"/>
              <a:gd name="csX14" fmla="*/ 7908 w 332998"/>
              <a:gd name="csY14" fmla="*/ 171021 h 314936"/>
              <a:gd name="csX15" fmla="*/ 2407 w 332998"/>
              <a:gd name="csY15" fmla="*/ 154470 h 314936"/>
              <a:gd name="csX16" fmla="*/ 6812 w 332998"/>
              <a:gd name="csY16" fmla="*/ 119621 h 314936"/>
              <a:gd name="csX17" fmla="*/ 17071 w 332998"/>
              <a:gd name="csY17" fmla="*/ 91641 h 314936"/>
              <a:gd name="csX18" fmla="*/ 20635 w 332998"/>
              <a:gd name="csY18" fmla="*/ 82008 h 314936"/>
              <a:gd name="csX19" fmla="*/ 29523 w 332998"/>
              <a:gd name="csY19" fmla="*/ 71230 h 314936"/>
              <a:gd name="csX20" fmla="*/ 42896 w 332998"/>
              <a:gd name="csY20" fmla="*/ 48085 h 314936"/>
              <a:gd name="csX21" fmla="*/ 49532 w 332998"/>
              <a:gd name="csY21" fmla="*/ 35969 h 314936"/>
              <a:gd name="csX22" fmla="*/ 54906 w 332998"/>
              <a:gd name="csY22" fmla="*/ 23257 h 314936"/>
              <a:gd name="csX23" fmla="*/ 66531 w 332998"/>
              <a:gd name="csY23" fmla="*/ 0 h 314936"/>
              <a:gd name="csX24" fmla="*/ 82468 w 332998"/>
              <a:gd name="csY24" fmla="*/ 19425 h 314936"/>
              <a:gd name="csX25" fmla="*/ 95351 w 332998"/>
              <a:gd name="csY25" fmla="*/ 43885 h 314936"/>
              <a:gd name="csX26" fmla="*/ 106141 w 332998"/>
              <a:gd name="csY26" fmla="*/ 49048 h 314936"/>
              <a:gd name="csX27" fmla="*/ 113640 w 332998"/>
              <a:gd name="csY27" fmla="*/ 54166 h 314936"/>
              <a:gd name="csX28" fmla="*/ 132249 w 332998"/>
              <a:gd name="csY28" fmla="*/ 34653 h 314936"/>
              <a:gd name="csX29" fmla="*/ 156404 w 332998"/>
              <a:gd name="csY29" fmla="*/ 10326 h 314936"/>
              <a:gd name="csX30" fmla="*/ 168334 w 332998"/>
              <a:gd name="csY30" fmla="*/ 6060 h 314936"/>
              <a:gd name="csX31" fmla="*/ 186389 w 332998"/>
              <a:gd name="csY31" fmla="*/ 9933 h 314936"/>
              <a:gd name="csX32" fmla="*/ 200349 w 332998"/>
              <a:gd name="csY32" fmla="*/ 18070 h 314936"/>
              <a:gd name="csX33" fmla="*/ 204999 w 332998"/>
              <a:gd name="csY33" fmla="*/ 30473 h 314936"/>
              <a:gd name="csX34" fmla="*/ 218185 w 332998"/>
              <a:gd name="csY34" fmla="*/ 43802 h 314936"/>
              <a:gd name="csX35" fmla="*/ 227241 w 332998"/>
              <a:gd name="csY35" fmla="*/ 50036 h 314936"/>
              <a:gd name="csX36" fmla="*/ 238424 w 332998"/>
              <a:gd name="csY36" fmla="*/ 60571 h 314936"/>
              <a:gd name="csX37" fmla="*/ 261581 w 332998"/>
              <a:gd name="csY37" fmla="*/ 79599 h 314936"/>
              <a:gd name="csX38" fmla="*/ 276424 w 332998"/>
              <a:gd name="csY38" fmla="*/ 89453 h 314936"/>
              <a:gd name="csX39" fmla="*/ 280389 w 332998"/>
              <a:gd name="csY39" fmla="*/ 90232 h 314936"/>
              <a:gd name="csX40" fmla="*/ 288978 w 332998"/>
              <a:gd name="csY40" fmla="*/ 95366 h 314936"/>
              <a:gd name="csX41" fmla="*/ 309784 w 332998"/>
              <a:gd name="csY41" fmla="*/ 117828 h 314936"/>
              <a:gd name="csX42" fmla="*/ 323208 w 332998"/>
              <a:gd name="csY42" fmla="*/ 127731 h 314936"/>
              <a:gd name="csX43" fmla="*/ 330610 w 332998"/>
              <a:gd name="csY43" fmla="*/ 136947 h 314936"/>
              <a:gd name="csX44" fmla="*/ 327230 w 332998"/>
              <a:gd name="csY44" fmla="*/ 153094 h 314936"/>
              <a:gd name="csX45" fmla="*/ 328146 w 332998"/>
              <a:gd name="csY45" fmla="*/ 164492 h 314936"/>
              <a:gd name="csX46" fmla="*/ 285552 w 332998"/>
              <a:gd name="csY46" fmla="*/ 166189 h 314936"/>
              <a:gd name="csX47" fmla="*/ 228050 w 332998"/>
              <a:gd name="csY47" fmla="*/ 169472 h 314936"/>
              <a:gd name="csX48" fmla="*/ 213142 w 332998"/>
              <a:gd name="csY48" fmla="*/ 171057 h 314936"/>
              <a:gd name="csX49" fmla="*/ 197915 w 332998"/>
              <a:gd name="csY49" fmla="*/ 199758 h 314936"/>
              <a:gd name="csX50" fmla="*/ 180329 w 332998"/>
              <a:gd name="csY50" fmla="*/ 231127 h 314936"/>
              <a:gd name="csX51" fmla="*/ 181055 w 332998"/>
              <a:gd name="csY51" fmla="*/ 253031 h 314936"/>
              <a:gd name="csX52" fmla="*/ 185000 w 332998"/>
              <a:gd name="csY52" fmla="*/ 272477 h 314936"/>
              <a:gd name="csX53" fmla="*/ 182260 w 332998"/>
              <a:gd name="csY53" fmla="*/ 301769 h 314936"/>
              <a:gd name="csX54" fmla="*/ 174070 w 332998"/>
              <a:gd name="csY54" fmla="*/ 314937 h 314936"/>
              <a:gd name="csX55" fmla="*/ 150508 w 332998"/>
              <a:gd name="csY55" fmla="*/ 295153 h 3149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Lst>
            <a:rect l="l" t="t" r="r" b="b"/>
            <a:pathLst>
              <a:path w="332998" h="314936">
                <a:moveTo>
                  <a:pt x="150508" y="295153"/>
                </a:moveTo>
                <a:cubicBezTo>
                  <a:pt x="138884" y="284272"/>
                  <a:pt x="126470" y="272508"/>
                  <a:pt x="122921" y="269012"/>
                </a:cubicBezTo>
                <a:cubicBezTo>
                  <a:pt x="116541" y="262727"/>
                  <a:pt x="116534" y="262670"/>
                  <a:pt x="122279" y="264031"/>
                </a:cubicBezTo>
                <a:cubicBezTo>
                  <a:pt x="125681" y="264837"/>
                  <a:pt x="127450" y="264371"/>
                  <a:pt x="126546" y="262908"/>
                </a:cubicBezTo>
                <a:cubicBezTo>
                  <a:pt x="124960" y="260342"/>
                  <a:pt x="114693" y="255791"/>
                  <a:pt x="106954" y="254224"/>
                </a:cubicBezTo>
                <a:cubicBezTo>
                  <a:pt x="98738" y="252560"/>
                  <a:pt x="93040" y="248209"/>
                  <a:pt x="78561" y="232541"/>
                </a:cubicBezTo>
                <a:cubicBezTo>
                  <a:pt x="70581" y="223906"/>
                  <a:pt x="62635" y="216842"/>
                  <a:pt x="60903" y="216842"/>
                </a:cubicBezTo>
                <a:cubicBezTo>
                  <a:pt x="58660" y="216842"/>
                  <a:pt x="58531" y="215904"/>
                  <a:pt x="60455" y="213585"/>
                </a:cubicBezTo>
                <a:cubicBezTo>
                  <a:pt x="62461" y="211169"/>
                  <a:pt x="61494" y="209543"/>
                  <a:pt x="56711" y="207285"/>
                </a:cubicBezTo>
                <a:cubicBezTo>
                  <a:pt x="51186" y="204678"/>
                  <a:pt x="50705" y="204775"/>
                  <a:pt x="53349" y="207961"/>
                </a:cubicBezTo>
                <a:cubicBezTo>
                  <a:pt x="59572" y="215458"/>
                  <a:pt x="50558" y="211678"/>
                  <a:pt x="34703" y="200142"/>
                </a:cubicBezTo>
                <a:cubicBezTo>
                  <a:pt x="25983" y="193796"/>
                  <a:pt x="17579" y="187988"/>
                  <a:pt x="16028" y="187234"/>
                </a:cubicBezTo>
                <a:cubicBezTo>
                  <a:pt x="14108" y="186301"/>
                  <a:pt x="14238" y="185384"/>
                  <a:pt x="16436" y="184359"/>
                </a:cubicBezTo>
                <a:cubicBezTo>
                  <a:pt x="21429" y="182028"/>
                  <a:pt x="20247" y="178120"/>
                  <a:pt x="14549" y="178120"/>
                </a:cubicBezTo>
                <a:cubicBezTo>
                  <a:pt x="11062" y="178120"/>
                  <a:pt x="8950" y="175862"/>
                  <a:pt x="7908" y="171021"/>
                </a:cubicBezTo>
                <a:cubicBezTo>
                  <a:pt x="7068" y="167117"/>
                  <a:pt x="4593" y="159669"/>
                  <a:pt x="2407" y="154470"/>
                </a:cubicBezTo>
                <a:cubicBezTo>
                  <a:pt x="-1401" y="145413"/>
                  <a:pt x="-1217" y="143959"/>
                  <a:pt x="6812" y="119621"/>
                </a:cubicBezTo>
                <a:cubicBezTo>
                  <a:pt x="11420" y="105652"/>
                  <a:pt x="16036" y="93061"/>
                  <a:pt x="17071" y="91641"/>
                </a:cubicBezTo>
                <a:cubicBezTo>
                  <a:pt x="18105" y="90222"/>
                  <a:pt x="19709" y="85887"/>
                  <a:pt x="20635" y="82008"/>
                </a:cubicBezTo>
                <a:cubicBezTo>
                  <a:pt x="21600" y="77965"/>
                  <a:pt x="25393" y="73366"/>
                  <a:pt x="29523" y="71230"/>
                </a:cubicBezTo>
                <a:cubicBezTo>
                  <a:pt x="37293" y="67213"/>
                  <a:pt x="42896" y="57515"/>
                  <a:pt x="42896" y="48085"/>
                </a:cubicBezTo>
                <a:cubicBezTo>
                  <a:pt x="42896" y="44850"/>
                  <a:pt x="45882" y="39398"/>
                  <a:pt x="49532" y="35969"/>
                </a:cubicBezTo>
                <a:cubicBezTo>
                  <a:pt x="54317" y="31473"/>
                  <a:pt x="55816" y="27929"/>
                  <a:pt x="54906" y="23257"/>
                </a:cubicBezTo>
                <a:cubicBezTo>
                  <a:pt x="53161" y="14292"/>
                  <a:pt x="60305" y="0"/>
                  <a:pt x="66531" y="0"/>
                </a:cubicBezTo>
                <a:cubicBezTo>
                  <a:pt x="74307" y="0"/>
                  <a:pt x="80918" y="8058"/>
                  <a:pt x="82468" y="19425"/>
                </a:cubicBezTo>
                <a:cubicBezTo>
                  <a:pt x="84849" y="36891"/>
                  <a:pt x="88533" y="43885"/>
                  <a:pt x="95351" y="43885"/>
                </a:cubicBezTo>
                <a:cubicBezTo>
                  <a:pt x="98716" y="43885"/>
                  <a:pt x="103572" y="46208"/>
                  <a:pt x="106141" y="49048"/>
                </a:cubicBezTo>
                <a:cubicBezTo>
                  <a:pt x="108711" y="51887"/>
                  <a:pt x="112086" y="54190"/>
                  <a:pt x="113640" y="54166"/>
                </a:cubicBezTo>
                <a:cubicBezTo>
                  <a:pt x="117209" y="54110"/>
                  <a:pt x="125915" y="44980"/>
                  <a:pt x="132249" y="34653"/>
                </a:cubicBezTo>
                <a:cubicBezTo>
                  <a:pt x="141121" y="20185"/>
                  <a:pt x="150911" y="10326"/>
                  <a:pt x="156404" y="10326"/>
                </a:cubicBezTo>
                <a:cubicBezTo>
                  <a:pt x="159385" y="10326"/>
                  <a:pt x="164754" y="8406"/>
                  <a:pt x="168334" y="6060"/>
                </a:cubicBezTo>
                <a:cubicBezTo>
                  <a:pt x="174611" y="1948"/>
                  <a:pt x="175258" y="2087"/>
                  <a:pt x="186389" y="9933"/>
                </a:cubicBezTo>
                <a:cubicBezTo>
                  <a:pt x="192739" y="14408"/>
                  <a:pt x="199021" y="18070"/>
                  <a:pt x="200349" y="18070"/>
                </a:cubicBezTo>
                <a:cubicBezTo>
                  <a:pt x="204669" y="18070"/>
                  <a:pt x="208141" y="27331"/>
                  <a:pt x="204999" y="30473"/>
                </a:cubicBezTo>
                <a:cubicBezTo>
                  <a:pt x="200842" y="34630"/>
                  <a:pt x="205908" y="39750"/>
                  <a:pt x="218185" y="43802"/>
                </a:cubicBezTo>
                <a:cubicBezTo>
                  <a:pt x="223767" y="45645"/>
                  <a:pt x="227842" y="48450"/>
                  <a:pt x="227241" y="50036"/>
                </a:cubicBezTo>
                <a:cubicBezTo>
                  <a:pt x="226639" y="51622"/>
                  <a:pt x="231671" y="56363"/>
                  <a:pt x="238424" y="60571"/>
                </a:cubicBezTo>
                <a:cubicBezTo>
                  <a:pt x="245177" y="64780"/>
                  <a:pt x="255598" y="73342"/>
                  <a:pt x="261581" y="79599"/>
                </a:cubicBezTo>
                <a:cubicBezTo>
                  <a:pt x="268586" y="86925"/>
                  <a:pt x="273870" y="90433"/>
                  <a:pt x="276424" y="89453"/>
                </a:cubicBezTo>
                <a:cubicBezTo>
                  <a:pt x="278605" y="88616"/>
                  <a:pt x="280389" y="88966"/>
                  <a:pt x="280389" y="90232"/>
                </a:cubicBezTo>
                <a:cubicBezTo>
                  <a:pt x="280389" y="91497"/>
                  <a:pt x="284254" y="93807"/>
                  <a:pt x="288978" y="95366"/>
                </a:cubicBezTo>
                <a:cubicBezTo>
                  <a:pt x="297678" y="98238"/>
                  <a:pt x="306636" y="107909"/>
                  <a:pt x="309784" y="117828"/>
                </a:cubicBezTo>
                <a:cubicBezTo>
                  <a:pt x="310845" y="121169"/>
                  <a:pt x="316015" y="124983"/>
                  <a:pt x="323208" y="127731"/>
                </a:cubicBezTo>
                <a:cubicBezTo>
                  <a:pt x="334331" y="131978"/>
                  <a:pt x="334696" y="132432"/>
                  <a:pt x="330610" y="136947"/>
                </a:cubicBezTo>
                <a:cubicBezTo>
                  <a:pt x="327588" y="140286"/>
                  <a:pt x="326585" y="145078"/>
                  <a:pt x="327230" y="153094"/>
                </a:cubicBezTo>
                <a:lnTo>
                  <a:pt x="328146" y="164492"/>
                </a:lnTo>
                <a:lnTo>
                  <a:pt x="285552" y="166189"/>
                </a:lnTo>
                <a:cubicBezTo>
                  <a:pt x="262126" y="167123"/>
                  <a:pt x="236250" y="168600"/>
                  <a:pt x="228050" y="169472"/>
                </a:cubicBezTo>
                <a:lnTo>
                  <a:pt x="213142" y="171057"/>
                </a:lnTo>
                <a:lnTo>
                  <a:pt x="197915" y="199758"/>
                </a:lnTo>
                <a:cubicBezTo>
                  <a:pt x="189539" y="215543"/>
                  <a:pt x="181626" y="229659"/>
                  <a:pt x="180329" y="231127"/>
                </a:cubicBezTo>
                <a:cubicBezTo>
                  <a:pt x="174323" y="237923"/>
                  <a:pt x="174624" y="246989"/>
                  <a:pt x="181055" y="253031"/>
                </a:cubicBezTo>
                <a:cubicBezTo>
                  <a:pt x="187596" y="259176"/>
                  <a:pt x="189401" y="268075"/>
                  <a:pt x="185000" y="272477"/>
                </a:cubicBezTo>
                <a:cubicBezTo>
                  <a:pt x="182808" y="274669"/>
                  <a:pt x="182167" y="281522"/>
                  <a:pt x="182260" y="301769"/>
                </a:cubicBezTo>
                <a:cubicBezTo>
                  <a:pt x="182290" y="308297"/>
                  <a:pt x="178160" y="314937"/>
                  <a:pt x="174070" y="314937"/>
                </a:cubicBezTo>
                <a:cubicBezTo>
                  <a:pt x="172734" y="314937"/>
                  <a:pt x="162131" y="306034"/>
                  <a:pt x="150508" y="295153"/>
                </a:cubicBezTo>
                <a:close/>
              </a:path>
            </a:pathLst>
          </a:custGeom>
          <a:solidFill>
            <a:srgbClr val="B9B9B9"/>
          </a:solidFill>
          <a:ln w="5163" cap="flat">
            <a:noFill/>
            <a:prstDash val="solid"/>
            <a:miter/>
          </a:ln>
        </p:spPr>
        <p:txBody>
          <a:bodyPr/>
          <a:lstStyle/>
          <a:p>
            <a:endParaRPr lang="es-419" noProof="0" dirty="0"/>
          </a:p>
        </p:txBody>
      </p:sp>
      <p:sp>
        <p:nvSpPr>
          <p:cNvPr id="62" name="Forma libre: forma 61">
            <a:extLst>
              <a:ext uri="{FF2B5EF4-FFF2-40B4-BE49-F238E27FC236}">
                <a16:creationId xmlns:a16="http://schemas.microsoft.com/office/drawing/2014/main" id="{1FD32D9D-D772-8474-6EBA-3398523274F3}"/>
              </a:ext>
            </a:extLst>
          </p:cNvPr>
          <p:cNvSpPr/>
          <p:nvPr/>
        </p:nvSpPr>
        <p:spPr>
          <a:xfrm>
            <a:off x="1645015" y="2415517"/>
            <a:ext cx="409424" cy="276749"/>
          </a:xfrm>
          <a:custGeom>
            <a:avLst/>
            <a:gdLst>
              <a:gd name="csX0" fmla="*/ 169694 w 409424"/>
              <a:gd name="csY0" fmla="*/ 275279 h 276749"/>
              <a:gd name="csX1" fmla="*/ 152536 w 409424"/>
              <a:gd name="csY1" fmla="*/ 270490 h 276749"/>
              <a:gd name="csX2" fmla="*/ 128939 w 409424"/>
              <a:gd name="csY2" fmla="*/ 261017 h 276749"/>
              <a:gd name="csX3" fmla="*/ 97253 w 409424"/>
              <a:gd name="csY3" fmla="*/ 251980 h 276749"/>
              <a:gd name="csX4" fmla="*/ 66316 w 409424"/>
              <a:gd name="csY4" fmla="*/ 248914 h 276749"/>
              <a:gd name="csX5" fmla="*/ 49536 w 409424"/>
              <a:gd name="csY5" fmla="*/ 241356 h 276749"/>
              <a:gd name="csX6" fmla="*/ 12262 w 409424"/>
              <a:gd name="csY6" fmla="*/ 223990 h 276749"/>
              <a:gd name="csX7" fmla="*/ 0 w 409424"/>
              <a:gd name="csY7" fmla="*/ 222341 h 276749"/>
              <a:gd name="csX8" fmla="*/ 5808 w 409424"/>
              <a:gd name="csY8" fmla="*/ 214784 h 276749"/>
              <a:gd name="csX9" fmla="*/ 14198 w 409424"/>
              <a:gd name="csY9" fmla="*/ 206134 h 276749"/>
              <a:gd name="csX10" fmla="*/ 30441 w 409424"/>
              <a:gd name="csY10" fmla="*/ 191104 h 276749"/>
              <a:gd name="csX11" fmla="*/ 44102 w 409424"/>
              <a:gd name="csY11" fmla="*/ 178805 h 276749"/>
              <a:gd name="csX12" fmla="*/ 41686 w 409424"/>
              <a:gd name="csY12" fmla="*/ 166228 h 276749"/>
              <a:gd name="csX13" fmla="*/ 27640 w 409424"/>
              <a:gd name="csY13" fmla="*/ 142994 h 276749"/>
              <a:gd name="csX14" fmla="*/ 10050 w 409424"/>
              <a:gd name="csY14" fmla="*/ 94836 h 276749"/>
              <a:gd name="csX15" fmla="*/ 25607 w 409424"/>
              <a:gd name="csY15" fmla="*/ 63931 h 276749"/>
              <a:gd name="csX16" fmla="*/ 43054 w 409424"/>
              <a:gd name="csY16" fmla="*/ 67030 h 276749"/>
              <a:gd name="csX17" fmla="*/ 54130 w 409424"/>
              <a:gd name="csY17" fmla="*/ 57326 h 276749"/>
              <a:gd name="csX18" fmla="*/ 54400 w 409424"/>
              <a:gd name="csY18" fmla="*/ 43740 h 276749"/>
              <a:gd name="csX19" fmla="*/ 67118 w 409424"/>
              <a:gd name="csY19" fmla="*/ 40356 h 276749"/>
              <a:gd name="csX20" fmla="*/ 69858 w 409424"/>
              <a:gd name="csY20" fmla="*/ 47250 h 276749"/>
              <a:gd name="csX21" fmla="*/ 74957 w 409424"/>
              <a:gd name="csY21" fmla="*/ 55146 h 276749"/>
              <a:gd name="csX22" fmla="*/ 85078 w 409424"/>
              <a:gd name="csY22" fmla="*/ 56392 h 276749"/>
              <a:gd name="csX23" fmla="*/ 108275 w 409424"/>
              <a:gd name="csY23" fmla="*/ 51828 h 276749"/>
              <a:gd name="csX24" fmla="*/ 135859 w 409424"/>
              <a:gd name="csY24" fmla="*/ 46965 h 276749"/>
              <a:gd name="csX25" fmla="*/ 159928 w 409424"/>
              <a:gd name="csY25" fmla="*/ 4926 h 276749"/>
              <a:gd name="csX26" fmla="*/ 164133 w 409424"/>
              <a:gd name="csY26" fmla="*/ 409 h 276749"/>
              <a:gd name="csX27" fmla="*/ 170486 w 409424"/>
              <a:gd name="csY27" fmla="*/ 1976 h 276749"/>
              <a:gd name="csX28" fmla="*/ 183283 w 409424"/>
              <a:gd name="csY28" fmla="*/ 17951 h 276749"/>
              <a:gd name="csX29" fmla="*/ 185999 w 409424"/>
              <a:gd name="csY29" fmla="*/ 22627 h 276749"/>
              <a:gd name="csX30" fmla="*/ 191478 w 409424"/>
              <a:gd name="csY30" fmla="*/ 30556 h 276749"/>
              <a:gd name="csX31" fmla="*/ 217371 w 409424"/>
              <a:gd name="csY31" fmla="*/ 43279 h 276749"/>
              <a:gd name="csX32" fmla="*/ 231319 w 409424"/>
              <a:gd name="csY32" fmla="*/ 47797 h 276749"/>
              <a:gd name="csX33" fmla="*/ 231065 w 409424"/>
              <a:gd name="csY33" fmla="*/ 71654 h 276749"/>
              <a:gd name="csX34" fmla="*/ 232914 w 409424"/>
              <a:gd name="csY34" fmla="*/ 94162 h 276749"/>
              <a:gd name="csX35" fmla="*/ 264097 w 409424"/>
              <a:gd name="csY35" fmla="*/ 98422 h 276749"/>
              <a:gd name="csX36" fmla="*/ 290859 w 409424"/>
              <a:gd name="csY36" fmla="*/ 85458 h 276749"/>
              <a:gd name="csX37" fmla="*/ 289553 w 409424"/>
              <a:gd name="csY37" fmla="*/ 87164 h 276749"/>
              <a:gd name="csX38" fmla="*/ 313001 w 409424"/>
              <a:gd name="csY38" fmla="*/ 117924 h 276749"/>
              <a:gd name="csX39" fmla="*/ 320100 w 409424"/>
              <a:gd name="csY39" fmla="*/ 125822 h 276749"/>
              <a:gd name="csX40" fmla="*/ 323327 w 409424"/>
              <a:gd name="csY40" fmla="*/ 131062 h 276749"/>
              <a:gd name="csX41" fmla="*/ 409403 w 409424"/>
              <a:gd name="csY41" fmla="*/ 134303 h 276749"/>
              <a:gd name="csX42" fmla="*/ 398626 w 409424"/>
              <a:gd name="csY42" fmla="*/ 166622 h 276749"/>
              <a:gd name="csX43" fmla="*/ 387152 w 409424"/>
              <a:gd name="csY43" fmla="*/ 198243 h 276749"/>
              <a:gd name="csX44" fmla="*/ 392348 w 409424"/>
              <a:gd name="csY44" fmla="*/ 208428 h 276749"/>
              <a:gd name="csX45" fmla="*/ 395238 w 409424"/>
              <a:gd name="csY45" fmla="*/ 226562 h 276749"/>
              <a:gd name="csX46" fmla="*/ 391384 w 409424"/>
              <a:gd name="csY46" fmla="*/ 222526 h 276749"/>
              <a:gd name="csX47" fmla="*/ 386991 w 409424"/>
              <a:gd name="csY47" fmla="*/ 220249 h 276749"/>
              <a:gd name="csX48" fmla="*/ 376751 w 409424"/>
              <a:gd name="csY48" fmla="*/ 216540 h 276749"/>
              <a:gd name="csX49" fmla="*/ 366566 w 409424"/>
              <a:gd name="csY49" fmla="*/ 215027 h 276749"/>
              <a:gd name="csX50" fmla="*/ 371084 w 409424"/>
              <a:gd name="csY50" fmla="*/ 220497 h 276749"/>
              <a:gd name="csX51" fmla="*/ 400125 w 409424"/>
              <a:gd name="csY51" fmla="*/ 234526 h 276749"/>
              <a:gd name="csX52" fmla="*/ 382700 w 409424"/>
              <a:gd name="csY52" fmla="*/ 228973 h 276749"/>
              <a:gd name="csX53" fmla="*/ 356240 w 409424"/>
              <a:gd name="csY53" fmla="*/ 221430 h 276749"/>
              <a:gd name="csX54" fmla="*/ 344640 w 409424"/>
              <a:gd name="csY54" fmla="*/ 215296 h 276749"/>
              <a:gd name="csX55" fmla="*/ 351310 w 409424"/>
              <a:gd name="csY55" fmla="*/ 215089 h 276749"/>
              <a:gd name="csX56" fmla="*/ 353659 w 409424"/>
              <a:gd name="csY56" fmla="*/ 213898 h 276749"/>
              <a:gd name="csX57" fmla="*/ 348281 w 409424"/>
              <a:gd name="csY57" fmla="*/ 208377 h 276749"/>
              <a:gd name="csX58" fmla="*/ 338397 w 409424"/>
              <a:gd name="csY58" fmla="*/ 209577 h 276749"/>
              <a:gd name="csX59" fmla="*/ 330426 w 409424"/>
              <a:gd name="csY59" fmla="*/ 208411 h 276749"/>
              <a:gd name="csX60" fmla="*/ 317751 w 409424"/>
              <a:gd name="csY60" fmla="*/ 206264 h 276749"/>
              <a:gd name="csX61" fmla="*/ 320963 w 409424"/>
              <a:gd name="csY61" fmla="*/ 214760 h 276749"/>
              <a:gd name="csX62" fmla="*/ 323972 w 409424"/>
              <a:gd name="csY62" fmla="*/ 215747 h 276749"/>
              <a:gd name="csX63" fmla="*/ 314937 w 409424"/>
              <a:gd name="csY63" fmla="*/ 219599 h 276749"/>
              <a:gd name="csX64" fmla="*/ 321391 w 409424"/>
              <a:gd name="csY64" fmla="*/ 219864 h 276749"/>
              <a:gd name="csX65" fmla="*/ 330426 w 409424"/>
              <a:gd name="csY65" fmla="*/ 221426 h 276749"/>
              <a:gd name="csX66" fmla="*/ 310754 w 409424"/>
              <a:gd name="csY66" fmla="*/ 223941 h 276749"/>
              <a:gd name="csX67" fmla="*/ 284939 w 409424"/>
              <a:gd name="csY67" fmla="*/ 234304 h 276749"/>
              <a:gd name="csX68" fmla="*/ 270316 w 409424"/>
              <a:gd name="csY68" fmla="*/ 244630 h 276749"/>
              <a:gd name="csX69" fmla="*/ 259397 w 409424"/>
              <a:gd name="csY69" fmla="*/ 248767 h 276749"/>
              <a:gd name="csX70" fmla="*/ 242736 w 409424"/>
              <a:gd name="csY70" fmla="*/ 255227 h 276749"/>
              <a:gd name="csX71" fmla="*/ 220097 w 409424"/>
              <a:gd name="csY71" fmla="*/ 265079 h 276749"/>
              <a:gd name="csX72" fmla="*/ 198772 w 409424"/>
              <a:gd name="csY72" fmla="*/ 274061 h 276749"/>
              <a:gd name="csX73" fmla="*/ 169694 w 409424"/>
              <a:gd name="csY73" fmla="*/ 275279 h 2767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Lst>
            <a:rect l="l" t="t" r="r" b="b"/>
            <a:pathLst>
              <a:path w="409424" h="276749">
                <a:moveTo>
                  <a:pt x="169694" y="275279"/>
                </a:moveTo>
                <a:cubicBezTo>
                  <a:pt x="167412" y="274002"/>
                  <a:pt x="159691" y="271847"/>
                  <a:pt x="152536" y="270490"/>
                </a:cubicBezTo>
                <a:cubicBezTo>
                  <a:pt x="145381" y="269133"/>
                  <a:pt x="134762" y="264870"/>
                  <a:pt x="128939" y="261017"/>
                </a:cubicBezTo>
                <a:cubicBezTo>
                  <a:pt x="120697" y="255563"/>
                  <a:pt x="113680" y="253561"/>
                  <a:pt x="97253" y="251980"/>
                </a:cubicBezTo>
                <a:cubicBezTo>
                  <a:pt x="85648" y="250863"/>
                  <a:pt x="71726" y="249483"/>
                  <a:pt x="66316" y="248914"/>
                </a:cubicBezTo>
                <a:cubicBezTo>
                  <a:pt x="60430" y="248295"/>
                  <a:pt x="53691" y="245260"/>
                  <a:pt x="49536" y="241356"/>
                </a:cubicBezTo>
                <a:cubicBezTo>
                  <a:pt x="36860" y="229445"/>
                  <a:pt x="25174" y="224000"/>
                  <a:pt x="12262" y="223990"/>
                </a:cubicBezTo>
                <a:cubicBezTo>
                  <a:pt x="5518" y="223985"/>
                  <a:pt x="0" y="223243"/>
                  <a:pt x="0" y="222341"/>
                </a:cubicBezTo>
                <a:cubicBezTo>
                  <a:pt x="0" y="221438"/>
                  <a:pt x="2614" y="218038"/>
                  <a:pt x="5808" y="214784"/>
                </a:cubicBezTo>
                <a:cubicBezTo>
                  <a:pt x="9003" y="211529"/>
                  <a:pt x="12778" y="207637"/>
                  <a:pt x="14198" y="206134"/>
                </a:cubicBezTo>
                <a:cubicBezTo>
                  <a:pt x="15618" y="204632"/>
                  <a:pt x="22927" y="197868"/>
                  <a:pt x="30441" y="191104"/>
                </a:cubicBezTo>
                <a:lnTo>
                  <a:pt x="44102" y="178805"/>
                </a:lnTo>
                <a:lnTo>
                  <a:pt x="41686" y="166228"/>
                </a:lnTo>
                <a:cubicBezTo>
                  <a:pt x="39751" y="156152"/>
                  <a:pt x="36957" y="151530"/>
                  <a:pt x="27640" y="142994"/>
                </a:cubicBezTo>
                <a:cubicBezTo>
                  <a:pt x="14024" y="130519"/>
                  <a:pt x="10714" y="121458"/>
                  <a:pt x="10050" y="94836"/>
                </a:cubicBezTo>
                <a:cubicBezTo>
                  <a:pt x="9450" y="70766"/>
                  <a:pt x="12891" y="63931"/>
                  <a:pt x="25607" y="63931"/>
                </a:cubicBezTo>
                <a:cubicBezTo>
                  <a:pt x="30489" y="63931"/>
                  <a:pt x="38340" y="65326"/>
                  <a:pt x="43054" y="67030"/>
                </a:cubicBezTo>
                <a:cubicBezTo>
                  <a:pt x="54638" y="71219"/>
                  <a:pt x="59354" y="67087"/>
                  <a:pt x="54130" y="57326"/>
                </a:cubicBezTo>
                <a:cubicBezTo>
                  <a:pt x="51035" y="51543"/>
                  <a:pt x="51072" y="49668"/>
                  <a:pt x="54400" y="43740"/>
                </a:cubicBezTo>
                <a:cubicBezTo>
                  <a:pt x="59239" y="35118"/>
                  <a:pt x="67118" y="33022"/>
                  <a:pt x="67118" y="40356"/>
                </a:cubicBezTo>
                <a:cubicBezTo>
                  <a:pt x="67118" y="43216"/>
                  <a:pt x="68351" y="46318"/>
                  <a:pt x="69858" y="47250"/>
                </a:cubicBezTo>
                <a:cubicBezTo>
                  <a:pt x="71366" y="48181"/>
                  <a:pt x="73660" y="51735"/>
                  <a:pt x="74957" y="55146"/>
                </a:cubicBezTo>
                <a:cubicBezTo>
                  <a:pt x="77803" y="62631"/>
                  <a:pt x="81496" y="63085"/>
                  <a:pt x="85078" y="56392"/>
                </a:cubicBezTo>
                <a:cubicBezTo>
                  <a:pt x="87383" y="52084"/>
                  <a:pt x="90423" y="51486"/>
                  <a:pt x="108275" y="51828"/>
                </a:cubicBezTo>
                <a:cubicBezTo>
                  <a:pt x="125309" y="52154"/>
                  <a:pt x="130021" y="51323"/>
                  <a:pt x="135859" y="46965"/>
                </a:cubicBezTo>
                <a:cubicBezTo>
                  <a:pt x="144210" y="40730"/>
                  <a:pt x="159754" y="13580"/>
                  <a:pt x="159928" y="4926"/>
                </a:cubicBezTo>
                <a:cubicBezTo>
                  <a:pt x="160018" y="462"/>
                  <a:pt x="161137" y="-741"/>
                  <a:pt x="164133" y="409"/>
                </a:cubicBezTo>
                <a:cubicBezTo>
                  <a:pt x="166379" y="1271"/>
                  <a:pt x="169238" y="1976"/>
                  <a:pt x="170486" y="1976"/>
                </a:cubicBezTo>
                <a:cubicBezTo>
                  <a:pt x="174404" y="1976"/>
                  <a:pt x="183283" y="13060"/>
                  <a:pt x="183283" y="17951"/>
                </a:cubicBezTo>
                <a:cubicBezTo>
                  <a:pt x="183283" y="20523"/>
                  <a:pt x="184505" y="22627"/>
                  <a:pt x="185999" y="22627"/>
                </a:cubicBezTo>
                <a:cubicBezTo>
                  <a:pt x="187493" y="22627"/>
                  <a:pt x="189958" y="26195"/>
                  <a:pt x="191478" y="30556"/>
                </a:cubicBezTo>
                <a:cubicBezTo>
                  <a:pt x="194632" y="39603"/>
                  <a:pt x="202114" y="43279"/>
                  <a:pt x="217371" y="43279"/>
                </a:cubicBezTo>
                <a:cubicBezTo>
                  <a:pt x="224361" y="43279"/>
                  <a:pt x="229040" y="44794"/>
                  <a:pt x="231319" y="47797"/>
                </a:cubicBezTo>
                <a:cubicBezTo>
                  <a:pt x="235951" y="53900"/>
                  <a:pt x="235804" y="67721"/>
                  <a:pt x="231065" y="71654"/>
                </a:cubicBezTo>
                <a:cubicBezTo>
                  <a:pt x="227042" y="74993"/>
                  <a:pt x="227738" y="83470"/>
                  <a:pt x="232914" y="94162"/>
                </a:cubicBezTo>
                <a:cubicBezTo>
                  <a:pt x="236944" y="102487"/>
                  <a:pt x="256280" y="105129"/>
                  <a:pt x="264097" y="98422"/>
                </a:cubicBezTo>
                <a:cubicBezTo>
                  <a:pt x="272137" y="91525"/>
                  <a:pt x="288836" y="83435"/>
                  <a:pt x="290859" y="85458"/>
                </a:cubicBezTo>
                <a:cubicBezTo>
                  <a:pt x="291797" y="86396"/>
                  <a:pt x="291209" y="87164"/>
                  <a:pt x="289553" y="87164"/>
                </a:cubicBezTo>
                <a:cubicBezTo>
                  <a:pt x="278849" y="87164"/>
                  <a:pt x="297992" y="112276"/>
                  <a:pt x="313001" y="117924"/>
                </a:cubicBezTo>
                <a:cubicBezTo>
                  <a:pt x="317528" y="119627"/>
                  <a:pt x="320100" y="122488"/>
                  <a:pt x="320100" y="125822"/>
                </a:cubicBezTo>
                <a:cubicBezTo>
                  <a:pt x="320100" y="128696"/>
                  <a:pt x="321552" y="131055"/>
                  <a:pt x="323327" y="131062"/>
                </a:cubicBezTo>
                <a:cubicBezTo>
                  <a:pt x="338940" y="131129"/>
                  <a:pt x="408862" y="133762"/>
                  <a:pt x="409403" y="134303"/>
                </a:cubicBezTo>
                <a:cubicBezTo>
                  <a:pt x="409786" y="134687"/>
                  <a:pt x="404937" y="149230"/>
                  <a:pt x="398626" y="166622"/>
                </a:cubicBezTo>
                <a:lnTo>
                  <a:pt x="387152" y="198243"/>
                </a:lnTo>
                <a:lnTo>
                  <a:pt x="392348" y="208428"/>
                </a:lnTo>
                <a:cubicBezTo>
                  <a:pt x="397867" y="219247"/>
                  <a:pt x="399033" y="226562"/>
                  <a:pt x="395238" y="226562"/>
                </a:cubicBezTo>
                <a:cubicBezTo>
                  <a:pt x="393970" y="226562"/>
                  <a:pt x="392236" y="224746"/>
                  <a:pt x="391384" y="222526"/>
                </a:cubicBezTo>
                <a:cubicBezTo>
                  <a:pt x="390533" y="220307"/>
                  <a:pt x="388555" y="219282"/>
                  <a:pt x="386991" y="220249"/>
                </a:cubicBezTo>
                <a:cubicBezTo>
                  <a:pt x="385426" y="221216"/>
                  <a:pt x="380818" y="219547"/>
                  <a:pt x="376751" y="216540"/>
                </a:cubicBezTo>
                <a:cubicBezTo>
                  <a:pt x="367939" y="210026"/>
                  <a:pt x="366566" y="209821"/>
                  <a:pt x="366566" y="215027"/>
                </a:cubicBezTo>
                <a:cubicBezTo>
                  <a:pt x="366566" y="217201"/>
                  <a:pt x="368599" y="219663"/>
                  <a:pt x="371084" y="220497"/>
                </a:cubicBezTo>
                <a:cubicBezTo>
                  <a:pt x="382593" y="224364"/>
                  <a:pt x="400125" y="232833"/>
                  <a:pt x="400125" y="234526"/>
                </a:cubicBezTo>
                <a:cubicBezTo>
                  <a:pt x="400125" y="235560"/>
                  <a:pt x="392284" y="233061"/>
                  <a:pt x="382700" y="228973"/>
                </a:cubicBezTo>
                <a:cubicBezTo>
                  <a:pt x="373117" y="224884"/>
                  <a:pt x="361210" y="221490"/>
                  <a:pt x="356240" y="221430"/>
                </a:cubicBezTo>
                <a:cubicBezTo>
                  <a:pt x="344962" y="221293"/>
                  <a:pt x="338255" y="217747"/>
                  <a:pt x="344640" y="215296"/>
                </a:cubicBezTo>
                <a:cubicBezTo>
                  <a:pt x="347017" y="214384"/>
                  <a:pt x="350019" y="214291"/>
                  <a:pt x="351310" y="215089"/>
                </a:cubicBezTo>
                <a:cubicBezTo>
                  <a:pt x="352602" y="215888"/>
                  <a:pt x="353659" y="215352"/>
                  <a:pt x="353659" y="213898"/>
                </a:cubicBezTo>
                <a:cubicBezTo>
                  <a:pt x="353659" y="212444"/>
                  <a:pt x="351239" y="209960"/>
                  <a:pt x="348281" y="208377"/>
                </a:cubicBezTo>
                <a:cubicBezTo>
                  <a:pt x="344050" y="206113"/>
                  <a:pt x="341943" y="206369"/>
                  <a:pt x="338397" y="209577"/>
                </a:cubicBezTo>
                <a:cubicBezTo>
                  <a:pt x="332399" y="215006"/>
                  <a:pt x="330426" y="214717"/>
                  <a:pt x="330426" y="208411"/>
                </a:cubicBezTo>
                <a:cubicBezTo>
                  <a:pt x="330426" y="200483"/>
                  <a:pt x="323396" y="199293"/>
                  <a:pt x="317751" y="206264"/>
                </a:cubicBezTo>
                <a:cubicBezTo>
                  <a:pt x="311888" y="213504"/>
                  <a:pt x="313243" y="217088"/>
                  <a:pt x="320963" y="214760"/>
                </a:cubicBezTo>
                <a:cubicBezTo>
                  <a:pt x="324787" y="213607"/>
                  <a:pt x="325738" y="213919"/>
                  <a:pt x="323972" y="215747"/>
                </a:cubicBezTo>
                <a:cubicBezTo>
                  <a:pt x="322552" y="217218"/>
                  <a:pt x="318487" y="218951"/>
                  <a:pt x="314937" y="219599"/>
                </a:cubicBezTo>
                <a:cubicBezTo>
                  <a:pt x="311388" y="220248"/>
                  <a:pt x="314292" y="220366"/>
                  <a:pt x="321391" y="219864"/>
                </a:cubicBezTo>
                <a:cubicBezTo>
                  <a:pt x="330318" y="219231"/>
                  <a:pt x="333104" y="219713"/>
                  <a:pt x="330426" y="221426"/>
                </a:cubicBezTo>
                <a:cubicBezTo>
                  <a:pt x="328296" y="222787"/>
                  <a:pt x="319444" y="223919"/>
                  <a:pt x="310754" y="223941"/>
                </a:cubicBezTo>
                <a:cubicBezTo>
                  <a:pt x="295733" y="223979"/>
                  <a:pt x="294460" y="224490"/>
                  <a:pt x="284939" y="234304"/>
                </a:cubicBezTo>
                <a:cubicBezTo>
                  <a:pt x="279431" y="239982"/>
                  <a:pt x="272851" y="244629"/>
                  <a:pt x="270316" y="244630"/>
                </a:cubicBezTo>
                <a:cubicBezTo>
                  <a:pt x="267782" y="244631"/>
                  <a:pt x="262868" y="246493"/>
                  <a:pt x="259397" y="248767"/>
                </a:cubicBezTo>
                <a:cubicBezTo>
                  <a:pt x="255927" y="251041"/>
                  <a:pt x="248429" y="253948"/>
                  <a:pt x="242736" y="255227"/>
                </a:cubicBezTo>
                <a:cubicBezTo>
                  <a:pt x="237044" y="256506"/>
                  <a:pt x="226856" y="260940"/>
                  <a:pt x="220097" y="265079"/>
                </a:cubicBezTo>
                <a:cubicBezTo>
                  <a:pt x="213337" y="269219"/>
                  <a:pt x="203741" y="273261"/>
                  <a:pt x="198772" y="274061"/>
                </a:cubicBezTo>
                <a:cubicBezTo>
                  <a:pt x="178742" y="277289"/>
                  <a:pt x="173664" y="277501"/>
                  <a:pt x="169694" y="275279"/>
                </a:cubicBezTo>
                <a:close/>
              </a:path>
            </a:pathLst>
          </a:custGeom>
          <a:solidFill>
            <a:srgbClr val="B9B9B9"/>
          </a:solidFill>
          <a:ln w="5163" cap="flat">
            <a:noFill/>
            <a:prstDash val="solid"/>
            <a:miter/>
          </a:ln>
        </p:spPr>
        <p:txBody>
          <a:bodyPr/>
          <a:lstStyle/>
          <a:p>
            <a:endParaRPr lang="es-419" noProof="0" dirty="0"/>
          </a:p>
        </p:txBody>
      </p:sp>
      <p:sp>
        <p:nvSpPr>
          <p:cNvPr id="63" name="Forma libre: forma 62">
            <a:extLst>
              <a:ext uri="{FF2B5EF4-FFF2-40B4-BE49-F238E27FC236}">
                <a16:creationId xmlns:a16="http://schemas.microsoft.com/office/drawing/2014/main" id="{650E5CA2-4453-9451-36BB-A92B16035323}"/>
              </a:ext>
            </a:extLst>
          </p:cNvPr>
          <p:cNvSpPr/>
          <p:nvPr/>
        </p:nvSpPr>
        <p:spPr>
          <a:xfrm>
            <a:off x="1324915" y="2412330"/>
            <a:ext cx="357764" cy="223095"/>
          </a:xfrm>
          <a:custGeom>
            <a:avLst/>
            <a:gdLst>
              <a:gd name="csX0" fmla="*/ 310749 w 357764"/>
              <a:gd name="csY0" fmla="*/ 220821 h 223095"/>
              <a:gd name="csX1" fmla="*/ 306750 w 357764"/>
              <a:gd name="csY1" fmla="*/ 216842 h 223095"/>
              <a:gd name="csX2" fmla="*/ 298107 w 357764"/>
              <a:gd name="csY2" fmla="*/ 209508 h 223095"/>
              <a:gd name="csX3" fmla="*/ 280348 w 357764"/>
              <a:gd name="csY3" fmla="*/ 201999 h 223095"/>
              <a:gd name="csX4" fmla="*/ 262845 w 357764"/>
              <a:gd name="csY4" fmla="*/ 196313 h 223095"/>
              <a:gd name="csX5" fmla="*/ 256032 w 357764"/>
              <a:gd name="csY5" fmla="*/ 193496 h 223095"/>
              <a:gd name="csX6" fmla="*/ 242886 w 357764"/>
              <a:gd name="csY6" fmla="*/ 190679 h 223095"/>
              <a:gd name="csX7" fmla="*/ 229978 w 357764"/>
              <a:gd name="csY7" fmla="*/ 186722 h 223095"/>
              <a:gd name="csX8" fmla="*/ 220854 w 357764"/>
              <a:gd name="csY8" fmla="*/ 186091 h 223095"/>
              <a:gd name="csX9" fmla="*/ 209097 w 357764"/>
              <a:gd name="csY9" fmla="*/ 183130 h 223095"/>
              <a:gd name="csX10" fmla="*/ 214906 w 357764"/>
              <a:gd name="csY10" fmla="*/ 187877 h 223095"/>
              <a:gd name="csX11" fmla="*/ 215222 w 357764"/>
              <a:gd name="csY11" fmla="*/ 190853 h 223095"/>
              <a:gd name="csX12" fmla="*/ 206349 w 357764"/>
              <a:gd name="csY12" fmla="*/ 186954 h 223095"/>
              <a:gd name="csX13" fmla="*/ 189899 w 357764"/>
              <a:gd name="csY13" fmla="*/ 176334 h 223095"/>
              <a:gd name="csX14" fmla="*/ 172154 w 357764"/>
              <a:gd name="csY14" fmla="*/ 165667 h 223095"/>
              <a:gd name="csX15" fmla="*/ 165494 w 357764"/>
              <a:gd name="csY15" fmla="*/ 164758 h 223095"/>
              <a:gd name="csX16" fmla="*/ 154887 w 357764"/>
              <a:gd name="csY16" fmla="*/ 162867 h 223095"/>
              <a:gd name="csX17" fmla="*/ 146116 w 357764"/>
              <a:gd name="csY17" fmla="*/ 160825 h 223095"/>
              <a:gd name="csX18" fmla="*/ 117490 w 357764"/>
              <a:gd name="csY18" fmla="*/ 151278 h 223095"/>
              <a:gd name="csX19" fmla="*/ 95284 w 357764"/>
              <a:gd name="csY19" fmla="*/ 141980 h 223095"/>
              <a:gd name="csX20" fmla="*/ 92932 w 357764"/>
              <a:gd name="csY20" fmla="*/ 138216 h 223095"/>
              <a:gd name="csX21" fmla="*/ 81316 w 357764"/>
              <a:gd name="csY21" fmla="*/ 127645 h 223095"/>
              <a:gd name="csX22" fmla="*/ 69699 w 357764"/>
              <a:gd name="csY22" fmla="*/ 117508 h 223095"/>
              <a:gd name="csX23" fmla="*/ 49682 w 357764"/>
              <a:gd name="csY23" fmla="*/ 104238 h 223095"/>
              <a:gd name="csX24" fmla="*/ 33940 w 357764"/>
              <a:gd name="csY24" fmla="*/ 91155 h 223095"/>
              <a:gd name="csX25" fmla="*/ 3571 w 357764"/>
              <a:gd name="csY25" fmla="*/ 73330 h 223095"/>
              <a:gd name="csX26" fmla="*/ 0 w 357764"/>
              <a:gd name="csY26" fmla="*/ 65812 h 223095"/>
              <a:gd name="csX27" fmla="*/ 7287 w 357764"/>
              <a:gd name="csY27" fmla="*/ 53156 h 223095"/>
              <a:gd name="csX28" fmla="*/ 18044 w 357764"/>
              <a:gd name="csY28" fmla="*/ 33495 h 223095"/>
              <a:gd name="csX29" fmla="*/ 19421 w 357764"/>
              <a:gd name="csY29" fmla="*/ 20586 h 223095"/>
              <a:gd name="csX30" fmla="*/ 43911 w 357764"/>
              <a:gd name="csY30" fmla="*/ 20678 h 223095"/>
              <a:gd name="csX31" fmla="*/ 60045 w 357764"/>
              <a:gd name="csY31" fmla="*/ 24079 h 223095"/>
              <a:gd name="csX32" fmla="*/ 132045 w 357764"/>
              <a:gd name="csY32" fmla="*/ 29780 h 223095"/>
              <a:gd name="csX33" fmla="*/ 140624 w 357764"/>
              <a:gd name="csY33" fmla="*/ 26018 h 223095"/>
              <a:gd name="csX34" fmla="*/ 141619 w 357764"/>
              <a:gd name="csY34" fmla="*/ 13502 h 223095"/>
              <a:gd name="csX35" fmla="*/ 147260 w 357764"/>
              <a:gd name="csY35" fmla="*/ 0 h 223095"/>
              <a:gd name="csX36" fmla="*/ 157468 w 357764"/>
              <a:gd name="csY36" fmla="*/ 24790 h 223095"/>
              <a:gd name="csX37" fmla="*/ 164323 w 357764"/>
              <a:gd name="csY37" fmla="*/ 32600 h 223095"/>
              <a:gd name="csX38" fmla="*/ 177876 w 357764"/>
              <a:gd name="csY38" fmla="*/ 26172 h 223095"/>
              <a:gd name="csX39" fmla="*/ 195232 w 357764"/>
              <a:gd name="csY39" fmla="*/ 18047 h 223095"/>
              <a:gd name="csX40" fmla="*/ 208905 w 357764"/>
              <a:gd name="csY40" fmla="*/ 10791 h 223095"/>
              <a:gd name="csX41" fmla="*/ 219887 w 357764"/>
              <a:gd name="csY41" fmla="*/ 4680 h 223095"/>
              <a:gd name="csX42" fmla="*/ 238661 w 357764"/>
              <a:gd name="csY42" fmla="*/ 20265 h 223095"/>
              <a:gd name="csX43" fmla="*/ 254397 w 357764"/>
              <a:gd name="csY43" fmla="*/ 25712 h 223095"/>
              <a:gd name="csX44" fmla="*/ 258145 w 357764"/>
              <a:gd name="csY44" fmla="*/ 24934 h 223095"/>
              <a:gd name="csX45" fmla="*/ 286337 w 357764"/>
              <a:gd name="csY45" fmla="*/ 54210 h 223095"/>
              <a:gd name="csX46" fmla="*/ 292234 w 357764"/>
              <a:gd name="csY46" fmla="*/ 58728 h 223095"/>
              <a:gd name="csX47" fmla="*/ 311147 w 357764"/>
              <a:gd name="csY47" fmla="*/ 69699 h 223095"/>
              <a:gd name="csX48" fmla="*/ 321808 w 357764"/>
              <a:gd name="csY48" fmla="*/ 76335 h 223095"/>
              <a:gd name="csX49" fmla="*/ 326980 w 357764"/>
              <a:gd name="csY49" fmla="*/ 102795 h 223095"/>
              <a:gd name="csX50" fmla="*/ 329261 w 357764"/>
              <a:gd name="csY50" fmla="*/ 127630 h 223095"/>
              <a:gd name="csX51" fmla="*/ 333007 w 357764"/>
              <a:gd name="csY51" fmla="*/ 137310 h 223095"/>
              <a:gd name="csX52" fmla="*/ 335120 w 357764"/>
              <a:gd name="csY52" fmla="*/ 141980 h 223095"/>
              <a:gd name="csX53" fmla="*/ 346410 w 357764"/>
              <a:gd name="csY53" fmla="*/ 150369 h 223095"/>
              <a:gd name="csX54" fmla="*/ 357125 w 357764"/>
              <a:gd name="csY54" fmla="*/ 170794 h 223095"/>
              <a:gd name="csX55" fmla="*/ 348644 w 357764"/>
              <a:gd name="csY55" fmla="*/ 191877 h 223095"/>
              <a:gd name="csX56" fmla="*/ 333236 w 357764"/>
              <a:gd name="csY56" fmla="*/ 203812 h 223095"/>
              <a:gd name="csX57" fmla="*/ 327844 w 357764"/>
              <a:gd name="csY57" fmla="*/ 209994 h 223095"/>
              <a:gd name="csX58" fmla="*/ 320060 w 357764"/>
              <a:gd name="csY58" fmla="*/ 219045 h 223095"/>
              <a:gd name="csX59" fmla="*/ 310749 w 357764"/>
              <a:gd name="csY59" fmla="*/ 220821 h 2230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Lst>
            <a:rect l="l" t="t" r="r" b="b"/>
            <a:pathLst>
              <a:path w="357764" h="223095">
                <a:moveTo>
                  <a:pt x="310749" y="220821"/>
                </a:moveTo>
                <a:cubicBezTo>
                  <a:pt x="309909" y="218632"/>
                  <a:pt x="308109" y="216842"/>
                  <a:pt x="306750" y="216842"/>
                </a:cubicBezTo>
                <a:cubicBezTo>
                  <a:pt x="305390" y="216842"/>
                  <a:pt x="301501" y="213542"/>
                  <a:pt x="298107" y="209508"/>
                </a:cubicBezTo>
                <a:cubicBezTo>
                  <a:pt x="293077" y="203531"/>
                  <a:pt x="289793" y="202142"/>
                  <a:pt x="280348" y="201999"/>
                </a:cubicBezTo>
                <a:cubicBezTo>
                  <a:pt x="272259" y="201877"/>
                  <a:pt x="266975" y="200160"/>
                  <a:pt x="262845" y="196313"/>
                </a:cubicBezTo>
                <a:cubicBezTo>
                  <a:pt x="259591" y="193282"/>
                  <a:pt x="256525" y="192014"/>
                  <a:pt x="256032" y="193496"/>
                </a:cubicBezTo>
                <a:cubicBezTo>
                  <a:pt x="254564" y="197900"/>
                  <a:pt x="248378" y="196574"/>
                  <a:pt x="242886" y="190679"/>
                </a:cubicBezTo>
                <a:cubicBezTo>
                  <a:pt x="238972" y="186478"/>
                  <a:pt x="235903" y="185537"/>
                  <a:pt x="229978" y="186722"/>
                </a:cubicBezTo>
                <a:cubicBezTo>
                  <a:pt x="225703" y="187577"/>
                  <a:pt x="221597" y="187293"/>
                  <a:pt x="220854" y="186091"/>
                </a:cubicBezTo>
                <a:cubicBezTo>
                  <a:pt x="219048" y="183170"/>
                  <a:pt x="209097" y="180663"/>
                  <a:pt x="209097" y="183130"/>
                </a:cubicBezTo>
                <a:cubicBezTo>
                  <a:pt x="209097" y="184200"/>
                  <a:pt x="211711" y="186336"/>
                  <a:pt x="214906" y="187877"/>
                </a:cubicBezTo>
                <a:cubicBezTo>
                  <a:pt x="220644" y="190644"/>
                  <a:pt x="220647" y="190680"/>
                  <a:pt x="215222" y="190853"/>
                </a:cubicBezTo>
                <a:cubicBezTo>
                  <a:pt x="212201" y="190949"/>
                  <a:pt x="208208" y="189194"/>
                  <a:pt x="206349" y="186954"/>
                </a:cubicBezTo>
                <a:cubicBezTo>
                  <a:pt x="204489" y="184713"/>
                  <a:pt x="197087" y="179934"/>
                  <a:pt x="189899" y="176334"/>
                </a:cubicBezTo>
                <a:cubicBezTo>
                  <a:pt x="182711" y="172733"/>
                  <a:pt x="174726" y="167933"/>
                  <a:pt x="172154" y="165667"/>
                </a:cubicBezTo>
                <a:cubicBezTo>
                  <a:pt x="168546" y="162487"/>
                  <a:pt x="167026" y="162279"/>
                  <a:pt x="165494" y="164758"/>
                </a:cubicBezTo>
                <a:cubicBezTo>
                  <a:pt x="163542" y="167916"/>
                  <a:pt x="154887" y="166373"/>
                  <a:pt x="154887" y="162867"/>
                </a:cubicBezTo>
                <a:cubicBezTo>
                  <a:pt x="154887" y="161880"/>
                  <a:pt x="150940" y="160961"/>
                  <a:pt x="146116" y="160825"/>
                </a:cubicBezTo>
                <a:cubicBezTo>
                  <a:pt x="141292" y="160688"/>
                  <a:pt x="128410" y="156392"/>
                  <a:pt x="117490" y="151278"/>
                </a:cubicBezTo>
                <a:cubicBezTo>
                  <a:pt x="106570" y="146164"/>
                  <a:pt x="96577" y="141980"/>
                  <a:pt x="95284" y="141980"/>
                </a:cubicBezTo>
                <a:cubicBezTo>
                  <a:pt x="93990" y="141980"/>
                  <a:pt x="92932" y="140286"/>
                  <a:pt x="92932" y="138216"/>
                </a:cubicBezTo>
                <a:cubicBezTo>
                  <a:pt x="92932" y="136147"/>
                  <a:pt x="87705" y="131390"/>
                  <a:pt x="81316" y="127645"/>
                </a:cubicBezTo>
                <a:cubicBezTo>
                  <a:pt x="74927" y="123901"/>
                  <a:pt x="69699" y="119339"/>
                  <a:pt x="69699" y="117508"/>
                </a:cubicBezTo>
                <a:cubicBezTo>
                  <a:pt x="69699" y="113290"/>
                  <a:pt x="58936" y="106155"/>
                  <a:pt x="49682" y="104238"/>
                </a:cubicBezTo>
                <a:cubicBezTo>
                  <a:pt x="45282" y="103326"/>
                  <a:pt x="39312" y="98365"/>
                  <a:pt x="33940" y="91155"/>
                </a:cubicBezTo>
                <a:cubicBezTo>
                  <a:pt x="25287" y="79543"/>
                  <a:pt x="10302" y="70747"/>
                  <a:pt x="3571" y="73330"/>
                </a:cubicBezTo>
                <a:cubicBezTo>
                  <a:pt x="957" y="74333"/>
                  <a:pt x="0" y="72319"/>
                  <a:pt x="0" y="65812"/>
                </a:cubicBezTo>
                <a:cubicBezTo>
                  <a:pt x="0" y="58672"/>
                  <a:pt x="1433" y="56184"/>
                  <a:pt x="7287" y="53156"/>
                </a:cubicBezTo>
                <a:cubicBezTo>
                  <a:pt x="19411" y="46887"/>
                  <a:pt x="21790" y="42538"/>
                  <a:pt x="18044" y="33495"/>
                </a:cubicBezTo>
                <a:cubicBezTo>
                  <a:pt x="15244" y="26735"/>
                  <a:pt x="15429" y="24996"/>
                  <a:pt x="19421" y="20586"/>
                </a:cubicBezTo>
                <a:cubicBezTo>
                  <a:pt x="25368" y="14014"/>
                  <a:pt x="37292" y="14059"/>
                  <a:pt x="43911" y="20678"/>
                </a:cubicBezTo>
                <a:cubicBezTo>
                  <a:pt x="48190" y="24957"/>
                  <a:pt x="51021" y="25553"/>
                  <a:pt x="60045" y="24079"/>
                </a:cubicBezTo>
                <a:cubicBezTo>
                  <a:pt x="79921" y="20832"/>
                  <a:pt x="103607" y="22707"/>
                  <a:pt x="132045" y="29780"/>
                </a:cubicBezTo>
                <a:cubicBezTo>
                  <a:pt x="137569" y="31154"/>
                  <a:pt x="139225" y="30428"/>
                  <a:pt x="140624" y="26018"/>
                </a:cubicBezTo>
                <a:cubicBezTo>
                  <a:pt x="141578" y="23013"/>
                  <a:pt x="142026" y="17381"/>
                  <a:pt x="141619" y="13502"/>
                </a:cubicBezTo>
                <a:cubicBezTo>
                  <a:pt x="140830" y="5985"/>
                  <a:pt x="143331" y="0"/>
                  <a:pt x="147260" y="0"/>
                </a:cubicBezTo>
                <a:cubicBezTo>
                  <a:pt x="150433" y="0"/>
                  <a:pt x="157468" y="17085"/>
                  <a:pt x="157468" y="24790"/>
                </a:cubicBezTo>
                <a:cubicBezTo>
                  <a:pt x="157468" y="29227"/>
                  <a:pt x="159328" y="31346"/>
                  <a:pt x="164323" y="32600"/>
                </a:cubicBezTo>
                <a:cubicBezTo>
                  <a:pt x="169965" y="34015"/>
                  <a:pt x="172364" y="32878"/>
                  <a:pt x="177876" y="26172"/>
                </a:cubicBezTo>
                <a:cubicBezTo>
                  <a:pt x="183430" y="19415"/>
                  <a:pt x="186393" y="18028"/>
                  <a:pt x="195232" y="18047"/>
                </a:cubicBezTo>
                <a:cubicBezTo>
                  <a:pt x="204499" y="18067"/>
                  <a:pt x="206283" y="17120"/>
                  <a:pt x="208905" y="10791"/>
                </a:cubicBezTo>
                <a:cubicBezTo>
                  <a:pt x="211484" y="4565"/>
                  <a:pt x="213074" y="3680"/>
                  <a:pt x="219887" y="4680"/>
                </a:cubicBezTo>
                <a:cubicBezTo>
                  <a:pt x="228665" y="5969"/>
                  <a:pt x="236077" y="12121"/>
                  <a:pt x="238661" y="20265"/>
                </a:cubicBezTo>
                <a:cubicBezTo>
                  <a:pt x="240752" y="26852"/>
                  <a:pt x="249411" y="29849"/>
                  <a:pt x="254397" y="25712"/>
                </a:cubicBezTo>
                <a:cubicBezTo>
                  <a:pt x="256458" y="24001"/>
                  <a:pt x="258145" y="23651"/>
                  <a:pt x="258145" y="24934"/>
                </a:cubicBezTo>
                <a:cubicBezTo>
                  <a:pt x="258145" y="28142"/>
                  <a:pt x="283247" y="54210"/>
                  <a:pt x="286337" y="54210"/>
                </a:cubicBezTo>
                <a:cubicBezTo>
                  <a:pt x="287708" y="54210"/>
                  <a:pt x="290362" y="56243"/>
                  <a:pt x="292234" y="58728"/>
                </a:cubicBezTo>
                <a:cubicBezTo>
                  <a:pt x="296425" y="64288"/>
                  <a:pt x="305753" y="69699"/>
                  <a:pt x="311147" y="69699"/>
                </a:cubicBezTo>
                <a:cubicBezTo>
                  <a:pt x="313361" y="69699"/>
                  <a:pt x="318158" y="72685"/>
                  <a:pt x="321808" y="76335"/>
                </a:cubicBezTo>
                <a:cubicBezTo>
                  <a:pt x="328098" y="82626"/>
                  <a:pt x="328367" y="84002"/>
                  <a:pt x="326980" y="102795"/>
                </a:cubicBezTo>
                <a:cubicBezTo>
                  <a:pt x="325865" y="117888"/>
                  <a:pt x="326410" y="123815"/>
                  <a:pt x="329261" y="127630"/>
                </a:cubicBezTo>
                <a:cubicBezTo>
                  <a:pt x="331322" y="130386"/>
                  <a:pt x="333007" y="134742"/>
                  <a:pt x="333007" y="137310"/>
                </a:cubicBezTo>
                <a:cubicBezTo>
                  <a:pt x="333007" y="139879"/>
                  <a:pt x="333958" y="141980"/>
                  <a:pt x="335120" y="141980"/>
                </a:cubicBezTo>
                <a:cubicBezTo>
                  <a:pt x="336282" y="141980"/>
                  <a:pt x="341362" y="145755"/>
                  <a:pt x="346410" y="150369"/>
                </a:cubicBezTo>
                <a:cubicBezTo>
                  <a:pt x="353607" y="156948"/>
                  <a:pt x="355920" y="161358"/>
                  <a:pt x="357125" y="170794"/>
                </a:cubicBezTo>
                <a:cubicBezTo>
                  <a:pt x="358591" y="182285"/>
                  <a:pt x="358209" y="183236"/>
                  <a:pt x="348644" y="191877"/>
                </a:cubicBezTo>
                <a:cubicBezTo>
                  <a:pt x="343134" y="196855"/>
                  <a:pt x="336201" y="202226"/>
                  <a:pt x="333236" y="203812"/>
                </a:cubicBezTo>
                <a:cubicBezTo>
                  <a:pt x="330270" y="205399"/>
                  <a:pt x="327844" y="208181"/>
                  <a:pt x="327844" y="209994"/>
                </a:cubicBezTo>
                <a:cubicBezTo>
                  <a:pt x="327844" y="211806"/>
                  <a:pt x="324341" y="215879"/>
                  <a:pt x="320060" y="219045"/>
                </a:cubicBezTo>
                <a:cubicBezTo>
                  <a:pt x="313416" y="223957"/>
                  <a:pt x="312052" y="224217"/>
                  <a:pt x="310749" y="220821"/>
                </a:cubicBezTo>
                <a:close/>
              </a:path>
            </a:pathLst>
          </a:custGeom>
          <a:solidFill>
            <a:srgbClr val="B9B9B9"/>
          </a:solidFill>
          <a:ln w="5163" cap="flat">
            <a:noFill/>
            <a:prstDash val="solid"/>
            <a:miter/>
          </a:ln>
        </p:spPr>
        <p:txBody>
          <a:bodyPr/>
          <a:lstStyle/>
          <a:p>
            <a:endParaRPr lang="es-419" noProof="0" dirty="0"/>
          </a:p>
        </p:txBody>
      </p:sp>
      <p:sp>
        <p:nvSpPr>
          <p:cNvPr id="64" name="Forma libre: forma 63">
            <a:extLst>
              <a:ext uri="{FF2B5EF4-FFF2-40B4-BE49-F238E27FC236}">
                <a16:creationId xmlns:a16="http://schemas.microsoft.com/office/drawing/2014/main" id="{E37ABDE6-77F6-00C3-700B-FDC6F1553F01}"/>
              </a:ext>
            </a:extLst>
          </p:cNvPr>
          <p:cNvSpPr/>
          <p:nvPr/>
        </p:nvSpPr>
        <p:spPr>
          <a:xfrm>
            <a:off x="2030531" y="2394260"/>
            <a:ext cx="276109" cy="131653"/>
          </a:xfrm>
          <a:custGeom>
            <a:avLst/>
            <a:gdLst>
              <a:gd name="csX0" fmla="*/ 240916 w 276109"/>
              <a:gd name="csY0" fmla="*/ 129933 h 131653"/>
              <a:gd name="csX1" fmla="*/ 239195 w 276109"/>
              <a:gd name="csY1" fmla="*/ 124013 h 131653"/>
              <a:gd name="csX2" fmla="*/ 228223 w 276109"/>
              <a:gd name="csY2" fmla="*/ 115744 h 131653"/>
              <a:gd name="csX3" fmla="*/ 217897 w 276109"/>
              <a:gd name="csY3" fmla="*/ 106005 h 131653"/>
              <a:gd name="csX4" fmla="*/ 210063 w 276109"/>
              <a:gd name="csY4" fmla="*/ 90246 h 131653"/>
              <a:gd name="csX5" fmla="*/ 197989 w 276109"/>
              <a:gd name="csY5" fmla="*/ 82502 h 131653"/>
              <a:gd name="csX6" fmla="*/ 171181 w 276109"/>
              <a:gd name="csY6" fmla="*/ 78639 h 131653"/>
              <a:gd name="csX7" fmla="*/ 162540 w 276109"/>
              <a:gd name="csY7" fmla="*/ 80766 h 131653"/>
              <a:gd name="csX8" fmla="*/ 140024 w 276109"/>
              <a:gd name="csY8" fmla="*/ 103258 h 131653"/>
              <a:gd name="csX9" fmla="*/ 121107 w 276109"/>
              <a:gd name="csY9" fmla="*/ 123910 h 131653"/>
              <a:gd name="csX10" fmla="*/ 115285 w 276109"/>
              <a:gd name="csY10" fmla="*/ 120037 h 131653"/>
              <a:gd name="csX11" fmla="*/ 106086 w 276109"/>
              <a:gd name="csY11" fmla="*/ 116165 h 131653"/>
              <a:gd name="csX12" fmla="*/ 95488 w 276109"/>
              <a:gd name="csY12" fmla="*/ 97511 h 131653"/>
              <a:gd name="csX13" fmla="*/ 74161 w 276109"/>
              <a:gd name="csY13" fmla="*/ 72281 h 131653"/>
              <a:gd name="csX14" fmla="*/ 62180 w 276109"/>
              <a:gd name="csY14" fmla="*/ 80383 h 131653"/>
              <a:gd name="csX15" fmla="*/ 59403 w 276109"/>
              <a:gd name="csY15" fmla="*/ 95543 h 131653"/>
              <a:gd name="csX16" fmla="*/ 54777 w 276109"/>
              <a:gd name="csY16" fmla="*/ 108274 h 131653"/>
              <a:gd name="csX17" fmla="*/ 46950 w 276109"/>
              <a:gd name="csY17" fmla="*/ 122154 h 131653"/>
              <a:gd name="csX18" fmla="*/ 45160 w 276109"/>
              <a:gd name="csY18" fmla="*/ 130363 h 131653"/>
              <a:gd name="csX19" fmla="*/ 42524 w 276109"/>
              <a:gd name="csY19" fmla="*/ 123910 h 131653"/>
              <a:gd name="csX20" fmla="*/ 27585 w 276109"/>
              <a:gd name="csY20" fmla="*/ 101648 h 131653"/>
              <a:gd name="csX21" fmla="*/ 3541 w 276109"/>
              <a:gd name="csY21" fmla="*/ 71617 h 131653"/>
              <a:gd name="csX22" fmla="*/ 489 w 276109"/>
              <a:gd name="csY22" fmla="*/ 57859 h 131653"/>
              <a:gd name="csX23" fmla="*/ 5896 w 276109"/>
              <a:gd name="csY23" fmla="*/ 47783 h 131653"/>
              <a:gd name="csX24" fmla="*/ 14046 w 276109"/>
              <a:gd name="csY24" fmla="*/ 46070 h 131653"/>
              <a:gd name="csX25" fmla="*/ 24934 w 276109"/>
              <a:gd name="csY25" fmla="*/ 43885 h 131653"/>
              <a:gd name="csX26" fmla="*/ 35503 w 276109"/>
              <a:gd name="csY26" fmla="*/ 38722 h 131653"/>
              <a:gd name="csX27" fmla="*/ 41946 w 276109"/>
              <a:gd name="csY27" fmla="*/ 35764 h 131653"/>
              <a:gd name="csX28" fmla="*/ 25819 w 276109"/>
              <a:gd name="csY28" fmla="*/ 37615 h 131653"/>
              <a:gd name="csX29" fmla="*/ 26045 w 276109"/>
              <a:gd name="csY29" fmla="*/ 35947 h 131653"/>
              <a:gd name="csX30" fmla="*/ 73982 w 276109"/>
              <a:gd name="csY30" fmla="*/ 25857 h 131653"/>
              <a:gd name="csX31" fmla="*/ 76916 w 276109"/>
              <a:gd name="csY31" fmla="*/ 28123 h 131653"/>
              <a:gd name="csX32" fmla="*/ 76893 w 276109"/>
              <a:gd name="csY32" fmla="*/ 31518 h 131653"/>
              <a:gd name="csX33" fmla="*/ 83755 w 276109"/>
              <a:gd name="csY33" fmla="*/ 29317 h 131653"/>
              <a:gd name="csX34" fmla="*/ 96686 w 276109"/>
              <a:gd name="csY34" fmla="*/ 23336 h 131653"/>
              <a:gd name="csX35" fmla="*/ 114106 w 276109"/>
              <a:gd name="csY35" fmla="*/ 13587 h 131653"/>
              <a:gd name="csX36" fmla="*/ 134447 w 276109"/>
              <a:gd name="csY36" fmla="*/ 0 h 131653"/>
              <a:gd name="csX37" fmla="*/ 136418 w 276109"/>
              <a:gd name="csY37" fmla="*/ 8390 h 131653"/>
              <a:gd name="csX38" fmla="*/ 147553 w 276109"/>
              <a:gd name="csY38" fmla="*/ 17557 h 131653"/>
              <a:gd name="csX39" fmla="*/ 164372 w 276109"/>
              <a:gd name="csY39" fmla="*/ 37279 h 131653"/>
              <a:gd name="csX40" fmla="*/ 179001 w 276109"/>
              <a:gd name="csY40" fmla="*/ 58990 h 131653"/>
              <a:gd name="csX41" fmla="*/ 191415 w 276109"/>
              <a:gd name="csY41" fmla="*/ 67081 h 131653"/>
              <a:gd name="csX42" fmla="*/ 215539 w 276109"/>
              <a:gd name="csY42" fmla="*/ 67434 h 131653"/>
              <a:gd name="csX43" fmla="*/ 218120 w 276109"/>
              <a:gd name="csY43" fmla="*/ 59084 h 131653"/>
              <a:gd name="csX44" fmla="*/ 224155 w 276109"/>
              <a:gd name="csY44" fmla="*/ 52122 h 131653"/>
              <a:gd name="csX45" fmla="*/ 241477 w 276109"/>
              <a:gd name="csY45" fmla="*/ 56639 h 131653"/>
              <a:gd name="csX46" fmla="*/ 260758 w 276109"/>
              <a:gd name="csY46" fmla="*/ 61955 h 131653"/>
              <a:gd name="csX47" fmla="*/ 271115 w 276109"/>
              <a:gd name="csY47" fmla="*/ 65853 h 131653"/>
              <a:gd name="csX48" fmla="*/ 274360 w 276109"/>
              <a:gd name="csY48" fmla="*/ 100702 h 131653"/>
              <a:gd name="csX49" fmla="*/ 276110 w 276109"/>
              <a:gd name="csY49" fmla="*/ 131654 h 131653"/>
              <a:gd name="csX50" fmla="*/ 259373 w 276109"/>
              <a:gd name="csY50" fmla="*/ 131654 h 131653"/>
              <a:gd name="csX51" fmla="*/ 240916 w 276109"/>
              <a:gd name="csY51" fmla="*/ 129933 h 1316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Lst>
            <a:rect l="l" t="t" r="r" b="b"/>
            <a:pathLst>
              <a:path w="276109" h="131653">
                <a:moveTo>
                  <a:pt x="240916" y="129933"/>
                </a:moveTo>
                <a:cubicBezTo>
                  <a:pt x="239969" y="128986"/>
                  <a:pt x="239195" y="126322"/>
                  <a:pt x="239195" y="124013"/>
                </a:cubicBezTo>
                <a:cubicBezTo>
                  <a:pt x="239195" y="121432"/>
                  <a:pt x="234966" y="118245"/>
                  <a:pt x="228223" y="115744"/>
                </a:cubicBezTo>
                <a:cubicBezTo>
                  <a:pt x="219440" y="112485"/>
                  <a:pt x="217381" y="110543"/>
                  <a:pt x="217897" y="106005"/>
                </a:cubicBezTo>
                <a:cubicBezTo>
                  <a:pt x="218682" y="99107"/>
                  <a:pt x="214348" y="90389"/>
                  <a:pt x="210063" y="90246"/>
                </a:cubicBezTo>
                <a:cubicBezTo>
                  <a:pt x="208338" y="90188"/>
                  <a:pt x="202905" y="86703"/>
                  <a:pt x="197989" y="82502"/>
                </a:cubicBezTo>
                <a:cubicBezTo>
                  <a:pt x="188345" y="74258"/>
                  <a:pt x="178782" y="72880"/>
                  <a:pt x="171181" y="78639"/>
                </a:cubicBezTo>
                <a:cubicBezTo>
                  <a:pt x="168558" y="80626"/>
                  <a:pt x="164670" y="81583"/>
                  <a:pt x="162540" y="80766"/>
                </a:cubicBezTo>
                <a:cubicBezTo>
                  <a:pt x="158541" y="79232"/>
                  <a:pt x="151258" y="86508"/>
                  <a:pt x="140024" y="103258"/>
                </a:cubicBezTo>
                <a:cubicBezTo>
                  <a:pt x="131601" y="115819"/>
                  <a:pt x="124189" y="123910"/>
                  <a:pt x="121107" y="123910"/>
                </a:cubicBezTo>
                <a:cubicBezTo>
                  <a:pt x="119672" y="123910"/>
                  <a:pt x="117052" y="122167"/>
                  <a:pt x="115285" y="120037"/>
                </a:cubicBezTo>
                <a:cubicBezTo>
                  <a:pt x="113517" y="117908"/>
                  <a:pt x="109378" y="116165"/>
                  <a:pt x="106086" y="116165"/>
                </a:cubicBezTo>
                <a:cubicBezTo>
                  <a:pt x="98470" y="116165"/>
                  <a:pt x="97317" y="114137"/>
                  <a:pt x="95488" y="97511"/>
                </a:cubicBezTo>
                <a:cubicBezTo>
                  <a:pt x="93708" y="81325"/>
                  <a:pt x="86063" y="72281"/>
                  <a:pt x="74161" y="72281"/>
                </a:cubicBezTo>
                <a:cubicBezTo>
                  <a:pt x="68039" y="72281"/>
                  <a:pt x="65473" y="74016"/>
                  <a:pt x="62180" y="80383"/>
                </a:cubicBezTo>
                <a:cubicBezTo>
                  <a:pt x="59748" y="85087"/>
                  <a:pt x="58583" y="91445"/>
                  <a:pt x="59403" y="95543"/>
                </a:cubicBezTo>
                <a:cubicBezTo>
                  <a:pt x="60452" y="100790"/>
                  <a:pt x="59265" y="104058"/>
                  <a:pt x="54777" y="108274"/>
                </a:cubicBezTo>
                <a:cubicBezTo>
                  <a:pt x="51457" y="111393"/>
                  <a:pt x="47935" y="117640"/>
                  <a:pt x="46950" y="122154"/>
                </a:cubicBezTo>
                <a:lnTo>
                  <a:pt x="45160" y="130363"/>
                </a:lnTo>
                <a:lnTo>
                  <a:pt x="42524" y="123910"/>
                </a:lnTo>
                <a:cubicBezTo>
                  <a:pt x="37073" y="110563"/>
                  <a:pt x="32979" y="104462"/>
                  <a:pt x="27585" y="101648"/>
                </a:cubicBezTo>
                <a:cubicBezTo>
                  <a:pt x="17943" y="96616"/>
                  <a:pt x="4895" y="80319"/>
                  <a:pt x="3541" y="71617"/>
                </a:cubicBezTo>
                <a:cubicBezTo>
                  <a:pt x="2825" y="67013"/>
                  <a:pt x="1452" y="60822"/>
                  <a:pt x="489" y="57859"/>
                </a:cubicBezTo>
                <a:cubicBezTo>
                  <a:pt x="-848" y="53746"/>
                  <a:pt x="431" y="51364"/>
                  <a:pt x="5896" y="47783"/>
                </a:cubicBezTo>
                <a:cubicBezTo>
                  <a:pt x="10761" y="44595"/>
                  <a:pt x="13372" y="44047"/>
                  <a:pt x="14046" y="46070"/>
                </a:cubicBezTo>
                <a:cubicBezTo>
                  <a:pt x="15462" y="50316"/>
                  <a:pt x="18138" y="49779"/>
                  <a:pt x="24934" y="43885"/>
                </a:cubicBezTo>
                <a:cubicBezTo>
                  <a:pt x="28208" y="41045"/>
                  <a:pt x="32964" y="38722"/>
                  <a:pt x="35503" y="38722"/>
                </a:cubicBezTo>
                <a:cubicBezTo>
                  <a:pt x="38041" y="38722"/>
                  <a:pt x="40941" y="37391"/>
                  <a:pt x="41946" y="35764"/>
                </a:cubicBezTo>
                <a:cubicBezTo>
                  <a:pt x="43722" y="32890"/>
                  <a:pt x="39180" y="33412"/>
                  <a:pt x="25819" y="37615"/>
                </a:cubicBezTo>
                <a:cubicBezTo>
                  <a:pt x="21516" y="38969"/>
                  <a:pt x="21538" y="38810"/>
                  <a:pt x="26045" y="35947"/>
                </a:cubicBezTo>
                <a:cubicBezTo>
                  <a:pt x="31416" y="32535"/>
                  <a:pt x="63427" y="25797"/>
                  <a:pt x="73982" y="25857"/>
                </a:cubicBezTo>
                <a:cubicBezTo>
                  <a:pt x="78607" y="25883"/>
                  <a:pt x="79439" y="26525"/>
                  <a:pt x="76916" y="28123"/>
                </a:cubicBezTo>
                <a:cubicBezTo>
                  <a:pt x="73965" y="29993"/>
                  <a:pt x="73961" y="30540"/>
                  <a:pt x="76893" y="31518"/>
                </a:cubicBezTo>
                <a:cubicBezTo>
                  <a:pt x="78816" y="32159"/>
                  <a:pt x="81904" y="31168"/>
                  <a:pt x="83755" y="29317"/>
                </a:cubicBezTo>
                <a:cubicBezTo>
                  <a:pt x="85607" y="27466"/>
                  <a:pt x="91425" y="24774"/>
                  <a:pt x="96686" y="23336"/>
                </a:cubicBezTo>
                <a:cubicBezTo>
                  <a:pt x="101946" y="21898"/>
                  <a:pt x="109785" y="17511"/>
                  <a:pt x="114106" y="13587"/>
                </a:cubicBezTo>
                <a:cubicBezTo>
                  <a:pt x="121455" y="6915"/>
                  <a:pt x="131807" y="0"/>
                  <a:pt x="134447" y="0"/>
                </a:cubicBezTo>
                <a:cubicBezTo>
                  <a:pt x="135087" y="0"/>
                  <a:pt x="135973" y="3775"/>
                  <a:pt x="136418" y="8390"/>
                </a:cubicBezTo>
                <a:cubicBezTo>
                  <a:pt x="137168" y="16168"/>
                  <a:pt x="137980" y="16836"/>
                  <a:pt x="147553" y="17557"/>
                </a:cubicBezTo>
                <a:cubicBezTo>
                  <a:pt x="160105" y="18501"/>
                  <a:pt x="164320" y="23444"/>
                  <a:pt x="164372" y="37279"/>
                </a:cubicBezTo>
                <a:cubicBezTo>
                  <a:pt x="164422" y="50382"/>
                  <a:pt x="165667" y="52231"/>
                  <a:pt x="179001" y="58990"/>
                </a:cubicBezTo>
                <a:cubicBezTo>
                  <a:pt x="184939" y="62000"/>
                  <a:pt x="190525" y="65641"/>
                  <a:pt x="191415" y="67081"/>
                </a:cubicBezTo>
                <a:cubicBezTo>
                  <a:pt x="193368" y="70242"/>
                  <a:pt x="210709" y="70495"/>
                  <a:pt x="215539" y="67434"/>
                </a:cubicBezTo>
                <a:cubicBezTo>
                  <a:pt x="217436" y="66231"/>
                  <a:pt x="218597" y="62474"/>
                  <a:pt x="218120" y="59084"/>
                </a:cubicBezTo>
                <a:cubicBezTo>
                  <a:pt x="217412" y="54054"/>
                  <a:pt x="218522" y="52773"/>
                  <a:pt x="224155" y="52122"/>
                </a:cubicBezTo>
                <a:cubicBezTo>
                  <a:pt x="227952" y="51683"/>
                  <a:pt x="235747" y="53716"/>
                  <a:pt x="241477" y="56639"/>
                </a:cubicBezTo>
                <a:cubicBezTo>
                  <a:pt x="247208" y="59563"/>
                  <a:pt x="255884" y="61955"/>
                  <a:pt x="260758" y="61955"/>
                </a:cubicBezTo>
                <a:cubicBezTo>
                  <a:pt x="266280" y="61955"/>
                  <a:pt x="270184" y="63424"/>
                  <a:pt x="271115" y="65853"/>
                </a:cubicBezTo>
                <a:cubicBezTo>
                  <a:pt x="271938" y="67996"/>
                  <a:pt x="273398" y="83679"/>
                  <a:pt x="274360" y="100702"/>
                </a:cubicBezTo>
                <a:lnTo>
                  <a:pt x="276110" y="131654"/>
                </a:lnTo>
                <a:lnTo>
                  <a:pt x="259373" y="131654"/>
                </a:lnTo>
                <a:cubicBezTo>
                  <a:pt x="250168" y="131654"/>
                  <a:pt x="241862" y="130880"/>
                  <a:pt x="240916" y="129933"/>
                </a:cubicBezTo>
                <a:close/>
              </a:path>
            </a:pathLst>
          </a:custGeom>
          <a:solidFill>
            <a:srgbClr val="B9B9B9"/>
          </a:solidFill>
          <a:ln w="5163" cap="flat">
            <a:noFill/>
            <a:prstDash val="solid"/>
            <a:miter/>
          </a:ln>
        </p:spPr>
        <p:txBody>
          <a:bodyPr/>
          <a:lstStyle/>
          <a:p>
            <a:endParaRPr lang="es-419" noProof="0" dirty="0"/>
          </a:p>
        </p:txBody>
      </p:sp>
      <p:sp>
        <p:nvSpPr>
          <p:cNvPr id="65" name="Forma libre: forma 64">
            <a:extLst>
              <a:ext uri="{FF2B5EF4-FFF2-40B4-BE49-F238E27FC236}">
                <a16:creationId xmlns:a16="http://schemas.microsoft.com/office/drawing/2014/main" id="{43D9BD5F-673B-E0E7-71E5-4C19BDEA9449}"/>
              </a:ext>
            </a:extLst>
          </p:cNvPr>
          <p:cNvSpPr/>
          <p:nvPr/>
        </p:nvSpPr>
        <p:spPr>
          <a:xfrm>
            <a:off x="1184484" y="2261861"/>
            <a:ext cx="318490" cy="227740"/>
          </a:xfrm>
          <a:custGeom>
            <a:avLst/>
            <a:gdLst>
              <a:gd name="csX0" fmla="*/ 114616 w 318490"/>
              <a:gd name="csY0" fmla="*/ 224041 h 227740"/>
              <a:gd name="csX1" fmla="*/ 98063 w 318490"/>
              <a:gd name="csY1" fmla="*/ 220365 h 227740"/>
              <a:gd name="csX2" fmla="*/ 78702 w 318490"/>
              <a:gd name="csY2" fmla="*/ 212689 h 227740"/>
              <a:gd name="csX3" fmla="*/ 52720 w 318490"/>
              <a:gd name="csY3" fmla="*/ 202264 h 227740"/>
              <a:gd name="csX4" fmla="*/ 16521 w 318490"/>
              <a:gd name="csY4" fmla="*/ 184010 h 227740"/>
              <a:gd name="csX5" fmla="*/ 9212 w 318490"/>
              <a:gd name="csY5" fmla="*/ 173147 h 227740"/>
              <a:gd name="csX6" fmla="*/ 4642 w 318490"/>
              <a:gd name="csY6" fmla="*/ 147730 h 227740"/>
              <a:gd name="csX7" fmla="*/ 11809 w 318490"/>
              <a:gd name="csY7" fmla="*/ 137502 h 227740"/>
              <a:gd name="csX8" fmla="*/ 21183 w 318490"/>
              <a:gd name="csY8" fmla="*/ 134430 h 227740"/>
              <a:gd name="csX9" fmla="*/ 31013 w 318490"/>
              <a:gd name="csY9" fmla="*/ 131925 h 227740"/>
              <a:gd name="csX10" fmla="*/ 40878 w 318490"/>
              <a:gd name="csY10" fmla="*/ 131248 h 227740"/>
              <a:gd name="csX11" fmla="*/ 63873 w 318490"/>
              <a:gd name="csY11" fmla="*/ 121001 h 227740"/>
              <a:gd name="csX12" fmla="*/ 83748 w 318490"/>
              <a:gd name="csY12" fmla="*/ 109166 h 227740"/>
              <a:gd name="csX13" fmla="*/ 103738 w 318490"/>
              <a:gd name="csY13" fmla="*/ 85934 h 227740"/>
              <a:gd name="csX14" fmla="*/ 95901 w 318490"/>
              <a:gd name="csY14" fmla="*/ 79966 h 227740"/>
              <a:gd name="csX15" fmla="*/ 88802 w 318490"/>
              <a:gd name="csY15" fmla="*/ 74674 h 227740"/>
              <a:gd name="csX16" fmla="*/ 86125 w 318490"/>
              <a:gd name="csY16" fmla="*/ 66219 h 227740"/>
              <a:gd name="csX17" fmla="*/ 86125 w 318490"/>
              <a:gd name="csY17" fmla="*/ 56499 h 227740"/>
              <a:gd name="csX18" fmla="*/ 88802 w 318490"/>
              <a:gd name="csY18" fmla="*/ 47540 h 227740"/>
              <a:gd name="csX19" fmla="*/ 60913 w 318490"/>
              <a:gd name="csY19" fmla="*/ 35309 h 227740"/>
              <a:gd name="csX20" fmla="*/ 56419 w 318490"/>
              <a:gd name="csY20" fmla="*/ 24926 h 227740"/>
              <a:gd name="csX21" fmla="*/ 74769 w 318490"/>
              <a:gd name="csY21" fmla="*/ 18056 h 227740"/>
              <a:gd name="csX22" fmla="*/ 99155 w 318490"/>
              <a:gd name="csY22" fmla="*/ 10069 h 227740"/>
              <a:gd name="csX23" fmla="*/ 128747 w 318490"/>
              <a:gd name="csY23" fmla="*/ 1794 h 227740"/>
              <a:gd name="csX24" fmla="*/ 148545 w 318490"/>
              <a:gd name="csY24" fmla="*/ 0 h 227740"/>
              <a:gd name="csX25" fmla="*/ 155959 w 318490"/>
              <a:gd name="csY25" fmla="*/ 8117 h 227740"/>
              <a:gd name="csX26" fmla="*/ 176571 w 318490"/>
              <a:gd name="csY26" fmla="*/ 11071 h 227740"/>
              <a:gd name="csX27" fmla="*/ 199804 w 318490"/>
              <a:gd name="csY27" fmla="*/ 21145 h 227740"/>
              <a:gd name="csX28" fmla="*/ 218086 w 318490"/>
              <a:gd name="csY28" fmla="*/ 31610 h 227740"/>
              <a:gd name="csX29" fmla="*/ 246412 w 318490"/>
              <a:gd name="csY29" fmla="*/ 32163 h 227740"/>
              <a:gd name="csX30" fmla="*/ 266539 w 318490"/>
              <a:gd name="csY30" fmla="*/ 37891 h 227740"/>
              <a:gd name="csX31" fmla="*/ 290777 w 318490"/>
              <a:gd name="csY31" fmla="*/ 32555 h 227740"/>
              <a:gd name="csX32" fmla="*/ 315453 w 318490"/>
              <a:gd name="csY32" fmla="*/ 29658 h 227740"/>
              <a:gd name="csX33" fmla="*/ 315970 w 318490"/>
              <a:gd name="csY33" fmla="*/ 49793 h 227740"/>
              <a:gd name="csX34" fmla="*/ 313388 w 318490"/>
              <a:gd name="csY34" fmla="*/ 54741 h 227740"/>
              <a:gd name="csX35" fmla="*/ 311088 w 318490"/>
              <a:gd name="csY35" fmla="*/ 60549 h 227740"/>
              <a:gd name="csX36" fmla="*/ 306292 w 318490"/>
              <a:gd name="csY36" fmla="*/ 87865 h 227740"/>
              <a:gd name="csX37" fmla="*/ 284623 w 318490"/>
              <a:gd name="csY37" fmla="*/ 147819 h 227740"/>
              <a:gd name="csX38" fmla="*/ 277248 w 318490"/>
              <a:gd name="csY38" fmla="*/ 167736 h 227740"/>
              <a:gd name="csX39" fmla="*/ 272730 w 318490"/>
              <a:gd name="csY39" fmla="*/ 177484 h 227740"/>
              <a:gd name="csX40" fmla="*/ 214235 w 318490"/>
              <a:gd name="csY40" fmla="*/ 170076 h 227740"/>
              <a:gd name="csX41" fmla="*/ 184978 w 318490"/>
              <a:gd name="csY41" fmla="*/ 166604 h 227740"/>
              <a:gd name="csX42" fmla="*/ 157292 w 318490"/>
              <a:gd name="csY42" fmla="*/ 168449 h 227740"/>
              <a:gd name="csX43" fmla="*/ 156212 w 318490"/>
              <a:gd name="csY43" fmla="*/ 189010 h 227740"/>
              <a:gd name="csX44" fmla="*/ 147530 w 318490"/>
              <a:gd name="csY44" fmla="*/ 199123 h 227740"/>
              <a:gd name="csX45" fmla="*/ 137850 w 318490"/>
              <a:gd name="csY45" fmla="*/ 216729 h 227740"/>
              <a:gd name="csX46" fmla="*/ 130751 w 318490"/>
              <a:gd name="csY46" fmla="*/ 227717 h 227740"/>
              <a:gd name="csX47" fmla="*/ 114616 w 318490"/>
              <a:gd name="csY47" fmla="*/ 224041 h 2277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Lst>
            <a:rect l="l" t="t" r="r" b="b"/>
            <a:pathLst>
              <a:path w="318490" h="227740">
                <a:moveTo>
                  <a:pt x="114616" y="224041"/>
                </a:moveTo>
                <a:cubicBezTo>
                  <a:pt x="109647" y="222127"/>
                  <a:pt x="102198" y="220473"/>
                  <a:pt x="98063" y="220365"/>
                </a:cubicBezTo>
                <a:cubicBezTo>
                  <a:pt x="93928" y="220257"/>
                  <a:pt x="85216" y="216803"/>
                  <a:pt x="78702" y="212689"/>
                </a:cubicBezTo>
                <a:cubicBezTo>
                  <a:pt x="72189" y="208575"/>
                  <a:pt x="60497" y="203884"/>
                  <a:pt x="52720" y="202264"/>
                </a:cubicBezTo>
                <a:cubicBezTo>
                  <a:pt x="38260" y="199253"/>
                  <a:pt x="16521" y="188291"/>
                  <a:pt x="16521" y="184010"/>
                </a:cubicBezTo>
                <a:cubicBezTo>
                  <a:pt x="16521" y="182699"/>
                  <a:pt x="13232" y="177811"/>
                  <a:pt x="9212" y="173147"/>
                </a:cubicBezTo>
                <a:cubicBezTo>
                  <a:pt x="-1729" y="160453"/>
                  <a:pt x="-2493" y="156209"/>
                  <a:pt x="4642" y="147730"/>
                </a:cubicBezTo>
                <a:cubicBezTo>
                  <a:pt x="8064" y="143663"/>
                  <a:pt x="11290" y="139060"/>
                  <a:pt x="11809" y="137502"/>
                </a:cubicBezTo>
                <a:cubicBezTo>
                  <a:pt x="12328" y="135944"/>
                  <a:pt x="16546" y="134562"/>
                  <a:pt x="21183" y="134430"/>
                </a:cubicBezTo>
                <a:cubicBezTo>
                  <a:pt x="25819" y="134298"/>
                  <a:pt x="30243" y="133171"/>
                  <a:pt x="31013" y="131925"/>
                </a:cubicBezTo>
                <a:cubicBezTo>
                  <a:pt x="31783" y="130679"/>
                  <a:pt x="36222" y="130374"/>
                  <a:pt x="40878" y="131248"/>
                </a:cubicBezTo>
                <a:cubicBezTo>
                  <a:pt x="48236" y="132628"/>
                  <a:pt x="51244" y="131288"/>
                  <a:pt x="63873" y="121001"/>
                </a:cubicBezTo>
                <a:cubicBezTo>
                  <a:pt x="71865" y="114492"/>
                  <a:pt x="80808" y="109166"/>
                  <a:pt x="83748" y="109166"/>
                </a:cubicBezTo>
                <a:cubicBezTo>
                  <a:pt x="91503" y="109166"/>
                  <a:pt x="104649" y="93888"/>
                  <a:pt x="103738" y="85934"/>
                </a:cubicBezTo>
                <a:cubicBezTo>
                  <a:pt x="103134" y="80649"/>
                  <a:pt x="101713" y="79568"/>
                  <a:pt x="95901" y="79966"/>
                </a:cubicBezTo>
                <a:cubicBezTo>
                  <a:pt x="90126" y="80361"/>
                  <a:pt x="88802" y="79374"/>
                  <a:pt x="88802" y="74674"/>
                </a:cubicBezTo>
                <a:cubicBezTo>
                  <a:pt x="88802" y="71496"/>
                  <a:pt x="87597" y="67691"/>
                  <a:pt x="86125" y="66219"/>
                </a:cubicBezTo>
                <a:cubicBezTo>
                  <a:pt x="84276" y="64370"/>
                  <a:pt x="84276" y="61362"/>
                  <a:pt x="86125" y="56499"/>
                </a:cubicBezTo>
                <a:cubicBezTo>
                  <a:pt x="87597" y="52626"/>
                  <a:pt x="88802" y="48595"/>
                  <a:pt x="88802" y="47540"/>
                </a:cubicBezTo>
                <a:cubicBezTo>
                  <a:pt x="88802" y="45033"/>
                  <a:pt x="71424" y="37411"/>
                  <a:pt x="60913" y="35309"/>
                </a:cubicBezTo>
                <a:cubicBezTo>
                  <a:pt x="51581" y="33443"/>
                  <a:pt x="51150" y="32448"/>
                  <a:pt x="56419" y="24926"/>
                </a:cubicBezTo>
                <a:cubicBezTo>
                  <a:pt x="59183" y="20980"/>
                  <a:pt x="64034" y="19164"/>
                  <a:pt x="74769" y="18056"/>
                </a:cubicBezTo>
                <a:cubicBezTo>
                  <a:pt x="84042" y="17099"/>
                  <a:pt x="92933" y="14187"/>
                  <a:pt x="99155" y="10069"/>
                </a:cubicBezTo>
                <a:cubicBezTo>
                  <a:pt x="106450" y="5242"/>
                  <a:pt x="114000" y="3130"/>
                  <a:pt x="128747" y="1794"/>
                </a:cubicBezTo>
                <a:lnTo>
                  <a:pt x="148545" y="0"/>
                </a:lnTo>
                <a:lnTo>
                  <a:pt x="155959" y="8117"/>
                </a:lnTo>
                <a:cubicBezTo>
                  <a:pt x="164608" y="17586"/>
                  <a:pt x="168428" y="18134"/>
                  <a:pt x="176571" y="11071"/>
                </a:cubicBezTo>
                <a:cubicBezTo>
                  <a:pt x="187391" y="1687"/>
                  <a:pt x="199804" y="7069"/>
                  <a:pt x="199804" y="21145"/>
                </a:cubicBezTo>
                <a:cubicBezTo>
                  <a:pt x="199804" y="30772"/>
                  <a:pt x="209395" y="36261"/>
                  <a:pt x="218086" y="31610"/>
                </a:cubicBezTo>
                <a:cubicBezTo>
                  <a:pt x="228270" y="26160"/>
                  <a:pt x="241869" y="26426"/>
                  <a:pt x="246412" y="32163"/>
                </a:cubicBezTo>
                <a:cubicBezTo>
                  <a:pt x="249505" y="36068"/>
                  <a:pt x="254126" y="37384"/>
                  <a:pt x="266539" y="37891"/>
                </a:cubicBezTo>
                <a:cubicBezTo>
                  <a:pt x="279978" y="38440"/>
                  <a:pt x="284000" y="37555"/>
                  <a:pt x="290777" y="32555"/>
                </a:cubicBezTo>
                <a:cubicBezTo>
                  <a:pt x="299613" y="26036"/>
                  <a:pt x="310548" y="24752"/>
                  <a:pt x="315453" y="29658"/>
                </a:cubicBezTo>
                <a:cubicBezTo>
                  <a:pt x="319191" y="33396"/>
                  <a:pt x="319612" y="49793"/>
                  <a:pt x="315970" y="49793"/>
                </a:cubicBezTo>
                <a:cubicBezTo>
                  <a:pt x="314550" y="49793"/>
                  <a:pt x="313388" y="52020"/>
                  <a:pt x="313388" y="54741"/>
                </a:cubicBezTo>
                <a:cubicBezTo>
                  <a:pt x="313388" y="57462"/>
                  <a:pt x="312353" y="60076"/>
                  <a:pt x="311088" y="60549"/>
                </a:cubicBezTo>
                <a:cubicBezTo>
                  <a:pt x="309822" y="61023"/>
                  <a:pt x="307664" y="73315"/>
                  <a:pt x="306292" y="87865"/>
                </a:cubicBezTo>
                <a:cubicBezTo>
                  <a:pt x="303509" y="117372"/>
                  <a:pt x="292552" y="147689"/>
                  <a:pt x="284623" y="147819"/>
                </a:cubicBezTo>
                <a:cubicBezTo>
                  <a:pt x="279191" y="147908"/>
                  <a:pt x="277248" y="153157"/>
                  <a:pt x="277248" y="167736"/>
                </a:cubicBezTo>
                <a:cubicBezTo>
                  <a:pt x="277248" y="177878"/>
                  <a:pt x="276652" y="179163"/>
                  <a:pt x="272730" y="177484"/>
                </a:cubicBezTo>
                <a:cubicBezTo>
                  <a:pt x="262382" y="173052"/>
                  <a:pt x="240695" y="170306"/>
                  <a:pt x="214235" y="170076"/>
                </a:cubicBezTo>
                <a:cubicBezTo>
                  <a:pt x="194190" y="169901"/>
                  <a:pt x="185756" y="168900"/>
                  <a:pt x="184978" y="166604"/>
                </a:cubicBezTo>
                <a:cubicBezTo>
                  <a:pt x="183149" y="161204"/>
                  <a:pt x="162610" y="162574"/>
                  <a:pt x="157292" y="168449"/>
                </a:cubicBezTo>
                <a:cubicBezTo>
                  <a:pt x="153074" y="173111"/>
                  <a:pt x="152885" y="176707"/>
                  <a:pt x="156212" y="189010"/>
                </a:cubicBezTo>
                <a:cubicBezTo>
                  <a:pt x="156777" y="191099"/>
                  <a:pt x="153007" y="195490"/>
                  <a:pt x="147530" y="199123"/>
                </a:cubicBezTo>
                <a:cubicBezTo>
                  <a:pt x="138821" y="204900"/>
                  <a:pt x="137850" y="206668"/>
                  <a:pt x="137850" y="216729"/>
                </a:cubicBezTo>
                <a:cubicBezTo>
                  <a:pt x="137850" y="227257"/>
                  <a:pt x="137433" y="227902"/>
                  <a:pt x="130751" y="227717"/>
                </a:cubicBezTo>
                <a:cubicBezTo>
                  <a:pt x="126846" y="227609"/>
                  <a:pt x="119586" y="225955"/>
                  <a:pt x="114616" y="224041"/>
                </a:cubicBezTo>
                <a:close/>
              </a:path>
            </a:pathLst>
          </a:custGeom>
          <a:solidFill>
            <a:srgbClr val="B9B9B9"/>
          </a:solidFill>
          <a:ln w="5163" cap="flat">
            <a:noFill/>
            <a:prstDash val="solid"/>
            <a:miter/>
          </a:ln>
        </p:spPr>
        <p:txBody>
          <a:bodyPr/>
          <a:lstStyle/>
          <a:p>
            <a:endParaRPr lang="es-419" noProof="0" dirty="0"/>
          </a:p>
        </p:txBody>
      </p:sp>
      <p:sp>
        <p:nvSpPr>
          <p:cNvPr id="66" name="Forma libre: forma 65">
            <a:extLst>
              <a:ext uri="{FF2B5EF4-FFF2-40B4-BE49-F238E27FC236}">
                <a16:creationId xmlns:a16="http://schemas.microsoft.com/office/drawing/2014/main" id="{E2E61D56-D67B-58C5-303C-37791B40A75E}"/>
              </a:ext>
            </a:extLst>
          </p:cNvPr>
          <p:cNvSpPr/>
          <p:nvPr/>
        </p:nvSpPr>
        <p:spPr>
          <a:xfrm>
            <a:off x="1557246" y="2384328"/>
            <a:ext cx="70794" cy="61560"/>
          </a:xfrm>
          <a:custGeom>
            <a:avLst/>
            <a:gdLst>
              <a:gd name="csX0" fmla="*/ 30977 w 70794"/>
              <a:gd name="csY0" fmla="*/ 53817 h 61560"/>
              <a:gd name="csX1" fmla="*/ 18070 w 70794"/>
              <a:gd name="csY1" fmla="*/ 49863 h 61560"/>
              <a:gd name="csX2" fmla="*/ 14198 w 70794"/>
              <a:gd name="csY2" fmla="*/ 52169 h 61560"/>
              <a:gd name="csX3" fmla="*/ 10326 w 70794"/>
              <a:gd name="csY3" fmla="*/ 47062 h 61560"/>
              <a:gd name="csX4" fmla="*/ 5163 w 70794"/>
              <a:gd name="csY4" fmla="*/ 39020 h 61560"/>
              <a:gd name="csX5" fmla="*/ 0 w 70794"/>
              <a:gd name="csY5" fmla="*/ 32748 h 61560"/>
              <a:gd name="csX6" fmla="*/ 10326 w 70794"/>
              <a:gd name="csY6" fmla="*/ 18967 h 61560"/>
              <a:gd name="csX7" fmla="*/ 20652 w 70794"/>
              <a:gd name="csY7" fmla="*/ 3034 h 61560"/>
              <a:gd name="csX8" fmla="*/ 30332 w 70794"/>
              <a:gd name="csY8" fmla="*/ 698 h 61560"/>
              <a:gd name="csX9" fmla="*/ 54210 w 70794"/>
              <a:gd name="csY9" fmla="*/ 10137 h 61560"/>
              <a:gd name="csX10" fmla="*/ 63267 w 70794"/>
              <a:gd name="csY10" fmla="*/ 15095 h 61560"/>
              <a:gd name="csX11" fmla="*/ 69100 w 70794"/>
              <a:gd name="csY11" fmla="*/ 20258 h 61560"/>
              <a:gd name="csX12" fmla="*/ 69100 w 70794"/>
              <a:gd name="csY12" fmla="*/ 30584 h 61560"/>
              <a:gd name="csX13" fmla="*/ 69721 w 70794"/>
              <a:gd name="csY13" fmla="*/ 35746 h 61560"/>
              <a:gd name="csX14" fmla="*/ 67118 w 70794"/>
              <a:gd name="csY14" fmla="*/ 44803 h 61560"/>
              <a:gd name="csX15" fmla="*/ 61618 w 70794"/>
              <a:gd name="csY15" fmla="*/ 50612 h 61560"/>
              <a:gd name="csX16" fmla="*/ 54931 w 70794"/>
              <a:gd name="csY16" fmla="*/ 50644 h 61560"/>
              <a:gd name="csX17" fmla="*/ 37735 w 70794"/>
              <a:gd name="csY17" fmla="*/ 61561 h 61560"/>
              <a:gd name="csX18" fmla="*/ 30977 w 70794"/>
              <a:gd name="csY18" fmla="*/ 53817 h 615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70794" h="61560">
                <a:moveTo>
                  <a:pt x="30977" y="53817"/>
                </a:moveTo>
                <a:cubicBezTo>
                  <a:pt x="25158" y="45644"/>
                  <a:pt x="18070" y="43473"/>
                  <a:pt x="18070" y="49863"/>
                </a:cubicBezTo>
                <a:cubicBezTo>
                  <a:pt x="18070" y="52173"/>
                  <a:pt x="16557" y="53074"/>
                  <a:pt x="14198" y="52169"/>
                </a:cubicBezTo>
                <a:cubicBezTo>
                  <a:pt x="12068" y="51351"/>
                  <a:pt x="10326" y="49053"/>
                  <a:pt x="10326" y="47062"/>
                </a:cubicBezTo>
                <a:cubicBezTo>
                  <a:pt x="10326" y="45070"/>
                  <a:pt x="8003" y="41451"/>
                  <a:pt x="5163" y="39020"/>
                </a:cubicBezTo>
                <a:cubicBezTo>
                  <a:pt x="2323" y="36588"/>
                  <a:pt x="0" y="33766"/>
                  <a:pt x="0" y="32748"/>
                </a:cubicBezTo>
                <a:cubicBezTo>
                  <a:pt x="0" y="31730"/>
                  <a:pt x="4647" y="25529"/>
                  <a:pt x="10326" y="18967"/>
                </a:cubicBezTo>
                <a:cubicBezTo>
                  <a:pt x="16005" y="12405"/>
                  <a:pt x="20652" y="5235"/>
                  <a:pt x="20652" y="3034"/>
                </a:cubicBezTo>
                <a:cubicBezTo>
                  <a:pt x="20652" y="-166"/>
                  <a:pt x="22592" y="-634"/>
                  <a:pt x="30332" y="698"/>
                </a:cubicBezTo>
                <a:cubicBezTo>
                  <a:pt x="52748" y="4557"/>
                  <a:pt x="54210" y="5134"/>
                  <a:pt x="54210" y="10137"/>
                </a:cubicBezTo>
                <a:cubicBezTo>
                  <a:pt x="54210" y="14084"/>
                  <a:pt x="56056" y="15095"/>
                  <a:pt x="63267" y="15095"/>
                </a:cubicBezTo>
                <a:cubicBezTo>
                  <a:pt x="71678" y="15095"/>
                  <a:pt x="72094" y="15463"/>
                  <a:pt x="69100" y="20258"/>
                </a:cubicBezTo>
                <a:cubicBezTo>
                  <a:pt x="66522" y="24386"/>
                  <a:pt x="66522" y="26456"/>
                  <a:pt x="69100" y="30584"/>
                </a:cubicBezTo>
                <a:cubicBezTo>
                  <a:pt x="71011" y="33644"/>
                  <a:pt x="71264" y="35746"/>
                  <a:pt x="69721" y="35746"/>
                </a:cubicBezTo>
                <a:cubicBezTo>
                  <a:pt x="68289" y="35746"/>
                  <a:pt x="67118" y="39822"/>
                  <a:pt x="67118" y="44803"/>
                </a:cubicBezTo>
                <a:cubicBezTo>
                  <a:pt x="67118" y="53341"/>
                  <a:pt x="66802" y="53674"/>
                  <a:pt x="61618" y="50612"/>
                </a:cubicBezTo>
                <a:cubicBezTo>
                  <a:pt x="57188" y="47995"/>
                  <a:pt x="55886" y="48002"/>
                  <a:pt x="54931" y="50644"/>
                </a:cubicBezTo>
                <a:cubicBezTo>
                  <a:pt x="53898" y="53500"/>
                  <a:pt x="41201" y="61561"/>
                  <a:pt x="37735" y="61561"/>
                </a:cubicBezTo>
                <a:cubicBezTo>
                  <a:pt x="37051" y="61561"/>
                  <a:pt x="34010" y="58076"/>
                  <a:pt x="30977" y="53817"/>
                </a:cubicBezTo>
                <a:close/>
              </a:path>
            </a:pathLst>
          </a:custGeom>
          <a:solidFill>
            <a:srgbClr val="B9B9B9"/>
          </a:solidFill>
          <a:ln w="5163" cap="flat">
            <a:noFill/>
            <a:prstDash val="solid"/>
            <a:miter/>
          </a:ln>
        </p:spPr>
        <p:txBody>
          <a:bodyPr/>
          <a:lstStyle/>
          <a:p>
            <a:endParaRPr lang="es-419" noProof="0" dirty="0"/>
          </a:p>
        </p:txBody>
      </p:sp>
      <p:sp>
        <p:nvSpPr>
          <p:cNvPr id="67" name="Forma libre: forma 66">
            <a:extLst>
              <a:ext uri="{FF2B5EF4-FFF2-40B4-BE49-F238E27FC236}">
                <a16:creationId xmlns:a16="http://schemas.microsoft.com/office/drawing/2014/main" id="{DEA69FA5-733D-8C51-4502-43C67DAB8C49}"/>
              </a:ext>
            </a:extLst>
          </p:cNvPr>
          <p:cNvSpPr/>
          <p:nvPr/>
        </p:nvSpPr>
        <p:spPr>
          <a:xfrm>
            <a:off x="1478193" y="2273156"/>
            <a:ext cx="153622" cy="170128"/>
          </a:xfrm>
          <a:custGeom>
            <a:avLst/>
            <a:gdLst>
              <a:gd name="csX0" fmla="*/ 8493 w 153622"/>
              <a:gd name="csY0" fmla="*/ 168431 h 170128"/>
              <a:gd name="csX1" fmla="*/ 6772 w 153622"/>
              <a:gd name="csY1" fmla="*/ 161418 h 170128"/>
              <a:gd name="csX2" fmla="*/ 2681 w 153622"/>
              <a:gd name="csY2" fmla="*/ 145415 h 170128"/>
              <a:gd name="csX3" fmla="*/ 5459 w 153622"/>
              <a:gd name="csY3" fmla="*/ 121148 h 170128"/>
              <a:gd name="csX4" fmla="*/ 14777 w 153622"/>
              <a:gd name="csY4" fmla="*/ 82726 h 170128"/>
              <a:gd name="csX5" fmla="*/ 25155 w 153622"/>
              <a:gd name="csY5" fmla="*/ 43661 h 170128"/>
              <a:gd name="csX6" fmla="*/ 27423 w 153622"/>
              <a:gd name="csY6" fmla="*/ 32229 h 170128"/>
              <a:gd name="csX7" fmla="*/ 31172 w 153622"/>
              <a:gd name="csY7" fmla="*/ 17047 h 170128"/>
              <a:gd name="csX8" fmla="*/ 33221 w 153622"/>
              <a:gd name="csY8" fmla="*/ 11598 h 170128"/>
              <a:gd name="csX9" fmla="*/ 37362 w 153622"/>
              <a:gd name="csY9" fmla="*/ 8370 h 170128"/>
              <a:gd name="csX10" fmla="*/ 41848 w 153622"/>
              <a:gd name="csY10" fmla="*/ 3309 h 170128"/>
              <a:gd name="csX11" fmla="*/ 51947 w 153622"/>
              <a:gd name="csY11" fmla="*/ 4939 h 170128"/>
              <a:gd name="csX12" fmla="*/ 67990 w 153622"/>
              <a:gd name="csY12" fmla="*/ 10085 h 170128"/>
              <a:gd name="csX13" fmla="*/ 82983 w 153622"/>
              <a:gd name="csY13" fmla="*/ 28865 h 170128"/>
              <a:gd name="csX14" fmla="*/ 93236 w 153622"/>
              <a:gd name="csY14" fmla="*/ 38498 h 170128"/>
              <a:gd name="csX15" fmla="*/ 103025 w 153622"/>
              <a:gd name="csY15" fmla="*/ 33366 h 170128"/>
              <a:gd name="csX16" fmla="*/ 120832 w 153622"/>
              <a:gd name="csY16" fmla="*/ 24595 h 170128"/>
              <a:gd name="csX17" fmla="*/ 122064 w 153622"/>
              <a:gd name="csY17" fmla="*/ 33182 h 170128"/>
              <a:gd name="csX18" fmla="*/ 135261 w 153622"/>
              <a:gd name="csY18" fmla="*/ 39968 h 170128"/>
              <a:gd name="csX19" fmla="*/ 152396 w 153622"/>
              <a:gd name="csY19" fmla="*/ 46930 h 170128"/>
              <a:gd name="csX20" fmla="*/ 149002 w 153622"/>
              <a:gd name="csY20" fmla="*/ 58232 h 170128"/>
              <a:gd name="csX21" fmla="*/ 146552 w 153622"/>
              <a:gd name="csY21" fmla="*/ 64545 h 170128"/>
              <a:gd name="csX22" fmla="*/ 148358 w 153622"/>
              <a:gd name="csY22" fmla="*/ 121402 h 170128"/>
              <a:gd name="csX23" fmla="*/ 135844 w 153622"/>
              <a:gd name="csY23" fmla="*/ 118523 h 170128"/>
              <a:gd name="csX24" fmla="*/ 131972 w 153622"/>
              <a:gd name="csY24" fmla="*/ 113360 h 170128"/>
              <a:gd name="csX25" fmla="*/ 128062 w 153622"/>
              <a:gd name="csY25" fmla="*/ 103679 h 170128"/>
              <a:gd name="csX26" fmla="*/ 124378 w 153622"/>
              <a:gd name="csY26" fmla="*/ 87545 h 170128"/>
              <a:gd name="csX27" fmla="*/ 116378 w 153622"/>
              <a:gd name="csY27" fmla="*/ 72702 h 170128"/>
              <a:gd name="csX28" fmla="*/ 107448 w 153622"/>
              <a:gd name="csY28" fmla="*/ 67912 h 170128"/>
              <a:gd name="csX29" fmla="*/ 99376 w 153622"/>
              <a:gd name="csY29" fmla="*/ 80152 h 170128"/>
              <a:gd name="csX30" fmla="*/ 94468 w 153622"/>
              <a:gd name="csY30" fmla="*/ 101141 h 170128"/>
              <a:gd name="csX31" fmla="*/ 81766 w 153622"/>
              <a:gd name="csY31" fmla="*/ 133635 h 170128"/>
              <a:gd name="csX32" fmla="*/ 65090 w 153622"/>
              <a:gd name="csY32" fmla="*/ 140680 h 170128"/>
              <a:gd name="csX33" fmla="*/ 53260 w 153622"/>
              <a:gd name="csY33" fmla="*/ 146865 h 170128"/>
              <a:gd name="csX34" fmla="*/ 38902 w 153622"/>
              <a:gd name="csY34" fmla="*/ 154663 h 170128"/>
              <a:gd name="csX35" fmla="*/ 22260 w 153622"/>
              <a:gd name="csY35" fmla="*/ 162407 h 170128"/>
              <a:gd name="csX36" fmla="*/ 8493 w 153622"/>
              <a:gd name="csY36" fmla="*/ 168431 h 17012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Lst>
            <a:rect l="l" t="t" r="r" b="b"/>
            <a:pathLst>
              <a:path w="153622" h="170128">
                <a:moveTo>
                  <a:pt x="8493" y="168431"/>
                </a:moveTo>
                <a:cubicBezTo>
                  <a:pt x="7546" y="167484"/>
                  <a:pt x="6772" y="164329"/>
                  <a:pt x="6772" y="161418"/>
                </a:cubicBezTo>
                <a:cubicBezTo>
                  <a:pt x="6772" y="158508"/>
                  <a:pt x="4931" y="151306"/>
                  <a:pt x="2681" y="145415"/>
                </a:cubicBezTo>
                <a:cubicBezTo>
                  <a:pt x="-1298" y="134996"/>
                  <a:pt x="-1222" y="134332"/>
                  <a:pt x="5459" y="121148"/>
                </a:cubicBezTo>
                <a:cubicBezTo>
                  <a:pt x="10516" y="111168"/>
                  <a:pt x="12973" y="101035"/>
                  <a:pt x="14777" y="82726"/>
                </a:cubicBezTo>
                <a:cubicBezTo>
                  <a:pt x="17244" y="57676"/>
                  <a:pt x="20967" y="43661"/>
                  <a:pt x="25155" y="43661"/>
                </a:cubicBezTo>
                <a:cubicBezTo>
                  <a:pt x="26403" y="43661"/>
                  <a:pt x="27423" y="38516"/>
                  <a:pt x="27423" y="32229"/>
                </a:cubicBezTo>
                <a:cubicBezTo>
                  <a:pt x="27423" y="25675"/>
                  <a:pt x="29023" y="19196"/>
                  <a:pt x="31172" y="17047"/>
                </a:cubicBezTo>
                <a:cubicBezTo>
                  <a:pt x="33235" y="14985"/>
                  <a:pt x="34156" y="12533"/>
                  <a:pt x="33221" y="11598"/>
                </a:cubicBezTo>
                <a:cubicBezTo>
                  <a:pt x="32286" y="10662"/>
                  <a:pt x="34150" y="9210"/>
                  <a:pt x="37362" y="8370"/>
                </a:cubicBezTo>
                <a:cubicBezTo>
                  <a:pt x="40925" y="7438"/>
                  <a:pt x="42675" y="5464"/>
                  <a:pt x="41848" y="3309"/>
                </a:cubicBezTo>
                <a:cubicBezTo>
                  <a:pt x="39982" y="-1555"/>
                  <a:pt x="42837" y="-1094"/>
                  <a:pt x="51947" y="4939"/>
                </a:cubicBezTo>
                <a:cubicBezTo>
                  <a:pt x="56206" y="7760"/>
                  <a:pt x="63426" y="10076"/>
                  <a:pt x="67990" y="10085"/>
                </a:cubicBezTo>
                <a:cubicBezTo>
                  <a:pt x="77231" y="10104"/>
                  <a:pt x="80149" y="13759"/>
                  <a:pt x="82983" y="28865"/>
                </a:cubicBezTo>
                <a:cubicBezTo>
                  <a:pt x="84632" y="37657"/>
                  <a:pt x="85527" y="38498"/>
                  <a:pt x="93236" y="38498"/>
                </a:cubicBezTo>
                <a:cubicBezTo>
                  <a:pt x="99495" y="38498"/>
                  <a:pt x="102031" y="37168"/>
                  <a:pt x="103025" y="33366"/>
                </a:cubicBezTo>
                <a:cubicBezTo>
                  <a:pt x="104466" y="27855"/>
                  <a:pt x="116509" y="21923"/>
                  <a:pt x="120832" y="24595"/>
                </a:cubicBezTo>
                <a:cubicBezTo>
                  <a:pt x="122276" y="25487"/>
                  <a:pt x="122830" y="29351"/>
                  <a:pt x="122064" y="33182"/>
                </a:cubicBezTo>
                <a:cubicBezTo>
                  <a:pt x="120679" y="40107"/>
                  <a:pt x="120757" y="40147"/>
                  <a:pt x="135261" y="39968"/>
                </a:cubicBezTo>
                <a:cubicBezTo>
                  <a:pt x="148934" y="39800"/>
                  <a:pt x="150012" y="40238"/>
                  <a:pt x="152396" y="46930"/>
                </a:cubicBezTo>
                <a:cubicBezTo>
                  <a:pt x="154575" y="53045"/>
                  <a:pt x="154087" y="54670"/>
                  <a:pt x="149002" y="58232"/>
                </a:cubicBezTo>
                <a:cubicBezTo>
                  <a:pt x="144363" y="61481"/>
                  <a:pt x="143827" y="62863"/>
                  <a:pt x="146552" y="64545"/>
                </a:cubicBezTo>
                <a:cubicBezTo>
                  <a:pt x="151618" y="67671"/>
                  <a:pt x="153227" y="118317"/>
                  <a:pt x="148358" y="121402"/>
                </a:cubicBezTo>
                <a:cubicBezTo>
                  <a:pt x="142062" y="125392"/>
                  <a:pt x="135844" y="123962"/>
                  <a:pt x="135844" y="118523"/>
                </a:cubicBezTo>
                <a:cubicBezTo>
                  <a:pt x="135844" y="115655"/>
                  <a:pt x="134123" y="113360"/>
                  <a:pt x="131972" y="113360"/>
                </a:cubicBezTo>
                <a:cubicBezTo>
                  <a:pt x="129225" y="113360"/>
                  <a:pt x="128089" y="110546"/>
                  <a:pt x="128062" y="103679"/>
                </a:cubicBezTo>
                <a:cubicBezTo>
                  <a:pt x="128041" y="98355"/>
                  <a:pt x="126383" y="91095"/>
                  <a:pt x="124378" y="87545"/>
                </a:cubicBezTo>
                <a:cubicBezTo>
                  <a:pt x="122373" y="83996"/>
                  <a:pt x="118773" y="77316"/>
                  <a:pt x="116378" y="72702"/>
                </a:cubicBezTo>
                <a:cubicBezTo>
                  <a:pt x="111867" y="64011"/>
                  <a:pt x="107448" y="61641"/>
                  <a:pt x="107448" y="67912"/>
                </a:cubicBezTo>
                <a:cubicBezTo>
                  <a:pt x="107448" y="69891"/>
                  <a:pt x="103816" y="75399"/>
                  <a:pt x="99376" y="80152"/>
                </a:cubicBezTo>
                <a:cubicBezTo>
                  <a:pt x="91445" y="88642"/>
                  <a:pt x="91359" y="89010"/>
                  <a:pt x="94468" y="101141"/>
                </a:cubicBezTo>
                <a:cubicBezTo>
                  <a:pt x="97988" y="114877"/>
                  <a:pt x="97068" y="117230"/>
                  <a:pt x="81766" y="133635"/>
                </a:cubicBezTo>
                <a:cubicBezTo>
                  <a:pt x="74766" y="141139"/>
                  <a:pt x="72544" y="142078"/>
                  <a:pt x="65090" y="140680"/>
                </a:cubicBezTo>
                <a:cubicBezTo>
                  <a:pt x="57313" y="139221"/>
                  <a:pt x="56181" y="139812"/>
                  <a:pt x="53260" y="146865"/>
                </a:cubicBezTo>
                <a:cubicBezTo>
                  <a:pt x="50372" y="153836"/>
                  <a:pt x="48850" y="154663"/>
                  <a:pt x="38902" y="154663"/>
                </a:cubicBezTo>
                <a:cubicBezTo>
                  <a:pt x="29485" y="154663"/>
                  <a:pt x="26927" y="155853"/>
                  <a:pt x="22260" y="162407"/>
                </a:cubicBezTo>
                <a:cubicBezTo>
                  <a:pt x="16933" y="169889"/>
                  <a:pt x="12076" y="172014"/>
                  <a:pt x="8493" y="168431"/>
                </a:cubicBezTo>
                <a:close/>
              </a:path>
            </a:pathLst>
          </a:custGeom>
          <a:solidFill>
            <a:srgbClr val="B9B9B9"/>
          </a:solidFill>
          <a:ln w="5163" cap="flat">
            <a:noFill/>
            <a:prstDash val="solid"/>
            <a:miter/>
          </a:ln>
        </p:spPr>
        <p:txBody>
          <a:bodyPr/>
          <a:lstStyle/>
          <a:p>
            <a:endParaRPr lang="es-419" noProof="0" dirty="0"/>
          </a:p>
        </p:txBody>
      </p:sp>
      <p:grpSp>
        <p:nvGrpSpPr>
          <p:cNvPr id="68" name="Gráfico 39">
            <a:extLst>
              <a:ext uri="{FF2B5EF4-FFF2-40B4-BE49-F238E27FC236}">
                <a16:creationId xmlns:a16="http://schemas.microsoft.com/office/drawing/2014/main" id="{425A5AFD-D586-AF60-C670-90525B86742A}"/>
              </a:ext>
            </a:extLst>
          </p:cNvPr>
          <p:cNvGrpSpPr/>
          <p:nvPr/>
        </p:nvGrpSpPr>
        <p:grpSpPr>
          <a:xfrm>
            <a:off x="2169009" y="2212045"/>
            <a:ext cx="273705" cy="260208"/>
            <a:chOff x="2169009" y="2212045"/>
            <a:chExt cx="273705" cy="260208"/>
          </a:xfrm>
          <a:solidFill>
            <a:srgbClr val="B9B9B9"/>
          </a:solidFill>
        </p:grpSpPr>
        <p:sp>
          <p:nvSpPr>
            <p:cNvPr id="69" name="Forma libre: forma 68">
              <a:extLst>
                <a:ext uri="{FF2B5EF4-FFF2-40B4-BE49-F238E27FC236}">
                  <a16:creationId xmlns:a16="http://schemas.microsoft.com/office/drawing/2014/main" id="{6F937B03-3A84-43E3-3A72-8C347A6A437C}"/>
                </a:ext>
              </a:extLst>
            </p:cNvPr>
            <p:cNvSpPr/>
            <p:nvPr/>
          </p:nvSpPr>
          <p:spPr>
            <a:xfrm>
              <a:off x="2169009" y="2212045"/>
              <a:ext cx="273705" cy="260208"/>
            </a:xfrm>
            <a:custGeom>
              <a:avLst/>
              <a:gdLst>
                <a:gd name="csX0" fmla="*/ 136396 w 273705"/>
                <a:gd name="csY0" fmla="*/ 251544 h 260208"/>
                <a:gd name="csX1" fmla="*/ 123951 w 273705"/>
                <a:gd name="csY1" fmla="*/ 241399 h 260208"/>
                <a:gd name="csX2" fmla="*/ 100178 w 273705"/>
                <a:gd name="csY2" fmla="*/ 233837 h 260208"/>
                <a:gd name="csX3" fmla="*/ 81199 w 273705"/>
                <a:gd name="csY3" fmla="*/ 230865 h 260208"/>
                <a:gd name="csX4" fmla="*/ 75979 w 273705"/>
                <a:gd name="csY4" fmla="*/ 240363 h 260208"/>
                <a:gd name="csX5" fmla="*/ 67894 w 273705"/>
                <a:gd name="csY5" fmla="*/ 246752 h 260208"/>
                <a:gd name="csX6" fmla="*/ 29911 w 273705"/>
                <a:gd name="csY6" fmla="*/ 227450 h 260208"/>
                <a:gd name="csX7" fmla="*/ 28472 w 273705"/>
                <a:gd name="csY7" fmla="*/ 213064 h 260208"/>
                <a:gd name="csX8" fmla="*/ 12481 w 273705"/>
                <a:gd name="csY8" fmla="*/ 197704 h 260208"/>
                <a:gd name="csX9" fmla="*/ 1103 w 273705"/>
                <a:gd name="csY9" fmla="*/ 191257 h 260208"/>
                <a:gd name="csX10" fmla="*/ 24560 w 273705"/>
                <a:gd name="csY10" fmla="*/ 177413 h 260208"/>
                <a:gd name="csX11" fmla="*/ 49357 w 273705"/>
                <a:gd name="csY11" fmla="*/ 181249 h 260208"/>
                <a:gd name="csX12" fmla="*/ 33383 w 273705"/>
                <a:gd name="csY12" fmla="*/ 188440 h 260208"/>
                <a:gd name="csX13" fmla="*/ 18111 w 273705"/>
                <a:gd name="csY13" fmla="*/ 189801 h 260208"/>
                <a:gd name="csX14" fmla="*/ 23379 w 273705"/>
                <a:gd name="csY14" fmla="*/ 191217 h 260208"/>
                <a:gd name="csX15" fmla="*/ 42338 w 273705"/>
                <a:gd name="csY15" fmla="*/ 193852 h 260208"/>
                <a:gd name="csX16" fmla="*/ 54801 w 273705"/>
                <a:gd name="csY16" fmla="*/ 205031 h 260208"/>
                <a:gd name="csX17" fmla="*/ 53572 w 273705"/>
                <a:gd name="csY17" fmla="*/ 211902 h 260208"/>
                <a:gd name="csX18" fmla="*/ 58745 w 273705"/>
                <a:gd name="csY18" fmla="*/ 206739 h 260208"/>
                <a:gd name="csX19" fmla="*/ 62804 w 273705"/>
                <a:gd name="csY19" fmla="*/ 199640 h 260208"/>
                <a:gd name="csX20" fmla="*/ 78923 w 273705"/>
                <a:gd name="csY20" fmla="*/ 200342 h 260208"/>
                <a:gd name="csX21" fmla="*/ 84524 w 273705"/>
                <a:gd name="csY21" fmla="*/ 197871 h 260208"/>
                <a:gd name="csX22" fmla="*/ 91725 w 273705"/>
                <a:gd name="csY22" fmla="*/ 189946 h 260208"/>
                <a:gd name="csX23" fmla="*/ 100403 w 273705"/>
                <a:gd name="csY23" fmla="*/ 165765 h 260208"/>
                <a:gd name="csX24" fmla="*/ 96700 w 273705"/>
                <a:gd name="csY24" fmla="*/ 159218 h 260208"/>
                <a:gd name="csX25" fmla="*/ 94398 w 273705"/>
                <a:gd name="csY25" fmla="*/ 157998 h 260208"/>
                <a:gd name="csX26" fmla="*/ 90392 w 273705"/>
                <a:gd name="csY26" fmla="*/ 161840 h 260208"/>
                <a:gd name="csX27" fmla="*/ 87810 w 273705"/>
                <a:gd name="csY27" fmla="*/ 164145 h 260208"/>
                <a:gd name="csX28" fmla="*/ 100799 w 273705"/>
                <a:gd name="csY28" fmla="*/ 149016 h 260208"/>
                <a:gd name="csX29" fmla="*/ 118746 w 273705"/>
                <a:gd name="csY29" fmla="*/ 138331 h 260208"/>
                <a:gd name="csX30" fmla="*/ 133646 w 273705"/>
                <a:gd name="csY30" fmla="*/ 125809 h 260208"/>
                <a:gd name="csX31" fmla="*/ 149004 w 273705"/>
                <a:gd name="csY31" fmla="*/ 91807 h 260208"/>
                <a:gd name="csX32" fmla="*/ 157715 w 273705"/>
                <a:gd name="csY32" fmla="*/ 65895 h 260208"/>
                <a:gd name="csX33" fmla="*/ 163243 w 273705"/>
                <a:gd name="csY33" fmla="*/ 33397 h 260208"/>
                <a:gd name="csX34" fmla="*/ 165326 w 273705"/>
                <a:gd name="csY34" fmla="*/ 1486 h 260208"/>
                <a:gd name="csX35" fmla="*/ 167796 w 273705"/>
                <a:gd name="csY35" fmla="*/ 6032 h 260208"/>
                <a:gd name="csX36" fmla="*/ 180226 w 273705"/>
                <a:gd name="csY36" fmla="*/ 14421 h 260208"/>
                <a:gd name="csX37" fmla="*/ 195070 w 273705"/>
                <a:gd name="csY37" fmla="*/ 12027 h 260208"/>
                <a:gd name="csX38" fmla="*/ 227557 w 273705"/>
                <a:gd name="csY38" fmla="*/ 43889 h 260208"/>
                <a:gd name="csX39" fmla="*/ 257592 w 273705"/>
                <a:gd name="csY39" fmla="*/ 78146 h 260208"/>
                <a:gd name="csX40" fmla="*/ 261681 w 273705"/>
                <a:gd name="csY40" fmla="*/ 107593 h 260208"/>
                <a:gd name="csX41" fmla="*/ 273489 w 273705"/>
                <a:gd name="csY41" fmla="*/ 250266 h 260208"/>
                <a:gd name="csX42" fmla="*/ 218174 w 273705"/>
                <a:gd name="csY42" fmla="*/ 254247 h 260208"/>
                <a:gd name="csX43" fmla="*/ 150594 w 273705"/>
                <a:gd name="csY43" fmla="*/ 258722 h 260208"/>
                <a:gd name="csX44" fmla="*/ 137226 w 273705"/>
                <a:gd name="csY44" fmla="*/ 260208 h 260208"/>
                <a:gd name="csX45" fmla="*/ 136396 w 273705"/>
                <a:gd name="csY45" fmla="*/ 251544 h 2602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Lst>
              <a:rect l="l" t="t" r="r" b="b"/>
              <a:pathLst>
                <a:path w="273705" h="260208">
                  <a:moveTo>
                    <a:pt x="136396" y="251544"/>
                  </a:moveTo>
                  <a:cubicBezTo>
                    <a:pt x="135615" y="243380"/>
                    <a:pt x="134897" y="242794"/>
                    <a:pt x="123951" y="241399"/>
                  </a:cubicBezTo>
                  <a:cubicBezTo>
                    <a:pt x="117562" y="240584"/>
                    <a:pt x="106864" y="237181"/>
                    <a:pt x="100178" y="233837"/>
                  </a:cubicBezTo>
                  <a:cubicBezTo>
                    <a:pt x="89763" y="228627"/>
                    <a:pt x="87046" y="228201"/>
                    <a:pt x="81199" y="230865"/>
                  </a:cubicBezTo>
                  <a:cubicBezTo>
                    <a:pt x="75659" y="233390"/>
                    <a:pt x="74677" y="235176"/>
                    <a:pt x="75979" y="240363"/>
                  </a:cubicBezTo>
                  <a:cubicBezTo>
                    <a:pt x="77472" y="246311"/>
                    <a:pt x="76914" y="246752"/>
                    <a:pt x="67894" y="246752"/>
                  </a:cubicBezTo>
                  <a:cubicBezTo>
                    <a:pt x="55809" y="246752"/>
                    <a:pt x="31822" y="234563"/>
                    <a:pt x="29911" y="227450"/>
                  </a:cubicBezTo>
                  <a:cubicBezTo>
                    <a:pt x="29139" y="224578"/>
                    <a:pt x="28492" y="218104"/>
                    <a:pt x="28472" y="213064"/>
                  </a:cubicBezTo>
                  <a:cubicBezTo>
                    <a:pt x="28427" y="201349"/>
                    <a:pt x="24633" y="197704"/>
                    <a:pt x="12481" y="197704"/>
                  </a:cubicBezTo>
                  <a:cubicBezTo>
                    <a:pt x="4225" y="197704"/>
                    <a:pt x="2471" y="196710"/>
                    <a:pt x="1103" y="191257"/>
                  </a:cubicBezTo>
                  <a:cubicBezTo>
                    <a:pt x="-2114" y="178441"/>
                    <a:pt x="578" y="176853"/>
                    <a:pt x="24560" y="177413"/>
                  </a:cubicBezTo>
                  <a:cubicBezTo>
                    <a:pt x="38820" y="177746"/>
                    <a:pt x="47574" y="179100"/>
                    <a:pt x="49357" y="181249"/>
                  </a:cubicBezTo>
                  <a:cubicBezTo>
                    <a:pt x="54736" y="187730"/>
                    <a:pt x="49187" y="190228"/>
                    <a:pt x="33383" y="188440"/>
                  </a:cubicBezTo>
                  <a:cubicBezTo>
                    <a:pt x="22288" y="187184"/>
                    <a:pt x="18111" y="187556"/>
                    <a:pt x="18111" y="189801"/>
                  </a:cubicBezTo>
                  <a:cubicBezTo>
                    <a:pt x="18111" y="191735"/>
                    <a:pt x="20080" y="192265"/>
                    <a:pt x="23379" y="191217"/>
                  </a:cubicBezTo>
                  <a:cubicBezTo>
                    <a:pt x="26276" y="190298"/>
                    <a:pt x="34808" y="191483"/>
                    <a:pt x="42338" y="193852"/>
                  </a:cubicBezTo>
                  <a:cubicBezTo>
                    <a:pt x="54989" y="197831"/>
                    <a:pt x="55937" y="198681"/>
                    <a:pt x="54801" y="205031"/>
                  </a:cubicBezTo>
                  <a:lnTo>
                    <a:pt x="53572" y="211902"/>
                  </a:lnTo>
                  <a:lnTo>
                    <a:pt x="58745" y="206739"/>
                  </a:lnTo>
                  <a:cubicBezTo>
                    <a:pt x="61590" y="203900"/>
                    <a:pt x="63416" y="200705"/>
                    <a:pt x="62804" y="199640"/>
                  </a:cubicBezTo>
                  <a:cubicBezTo>
                    <a:pt x="61196" y="196843"/>
                    <a:pt x="70823" y="197262"/>
                    <a:pt x="78923" y="200342"/>
                  </a:cubicBezTo>
                  <a:cubicBezTo>
                    <a:pt x="85153" y="202711"/>
                    <a:pt x="85724" y="202459"/>
                    <a:pt x="84524" y="197871"/>
                  </a:cubicBezTo>
                  <a:cubicBezTo>
                    <a:pt x="83478" y="193868"/>
                    <a:pt x="85034" y="192154"/>
                    <a:pt x="91725" y="189946"/>
                  </a:cubicBezTo>
                  <a:cubicBezTo>
                    <a:pt x="104380" y="185769"/>
                    <a:pt x="109318" y="172009"/>
                    <a:pt x="100403" y="165765"/>
                  </a:cubicBezTo>
                  <a:cubicBezTo>
                    <a:pt x="97428" y="163681"/>
                    <a:pt x="95762" y="160736"/>
                    <a:pt x="96700" y="159218"/>
                  </a:cubicBezTo>
                  <a:cubicBezTo>
                    <a:pt x="97747" y="157525"/>
                    <a:pt x="96859" y="157053"/>
                    <a:pt x="94398" y="157998"/>
                  </a:cubicBezTo>
                  <a:cubicBezTo>
                    <a:pt x="92194" y="158843"/>
                    <a:pt x="90392" y="160572"/>
                    <a:pt x="90392" y="161840"/>
                  </a:cubicBezTo>
                  <a:cubicBezTo>
                    <a:pt x="90392" y="163108"/>
                    <a:pt x="89230" y="164145"/>
                    <a:pt x="87810" y="164145"/>
                  </a:cubicBezTo>
                  <a:cubicBezTo>
                    <a:pt x="81811" y="164145"/>
                    <a:pt x="86198" y="159036"/>
                    <a:pt x="100799" y="149016"/>
                  </a:cubicBezTo>
                  <a:cubicBezTo>
                    <a:pt x="109362" y="143139"/>
                    <a:pt x="117438" y="138331"/>
                    <a:pt x="118746" y="138331"/>
                  </a:cubicBezTo>
                  <a:cubicBezTo>
                    <a:pt x="120053" y="138331"/>
                    <a:pt x="126758" y="132696"/>
                    <a:pt x="133646" y="125809"/>
                  </a:cubicBezTo>
                  <a:cubicBezTo>
                    <a:pt x="145786" y="113669"/>
                    <a:pt x="146254" y="112631"/>
                    <a:pt x="149004" y="91807"/>
                  </a:cubicBezTo>
                  <a:cubicBezTo>
                    <a:pt x="151298" y="74430"/>
                    <a:pt x="152962" y="69481"/>
                    <a:pt x="157715" y="65895"/>
                  </a:cubicBezTo>
                  <a:cubicBezTo>
                    <a:pt x="163239" y="61729"/>
                    <a:pt x="163570" y="59784"/>
                    <a:pt x="163243" y="33397"/>
                  </a:cubicBezTo>
                  <a:cubicBezTo>
                    <a:pt x="163052" y="17960"/>
                    <a:pt x="163989" y="3600"/>
                    <a:pt x="165326" y="1486"/>
                  </a:cubicBezTo>
                  <a:cubicBezTo>
                    <a:pt x="167138" y="-1380"/>
                    <a:pt x="167766" y="-224"/>
                    <a:pt x="167796" y="6032"/>
                  </a:cubicBezTo>
                  <a:cubicBezTo>
                    <a:pt x="167835" y="14326"/>
                    <a:pt x="167976" y="14421"/>
                    <a:pt x="180226" y="14421"/>
                  </a:cubicBezTo>
                  <a:cubicBezTo>
                    <a:pt x="187041" y="14421"/>
                    <a:pt x="193721" y="13344"/>
                    <a:pt x="195070" y="12027"/>
                  </a:cubicBezTo>
                  <a:cubicBezTo>
                    <a:pt x="196598" y="10534"/>
                    <a:pt x="208840" y="22541"/>
                    <a:pt x="227557" y="43889"/>
                  </a:cubicBezTo>
                  <a:lnTo>
                    <a:pt x="257592" y="78146"/>
                  </a:lnTo>
                  <a:lnTo>
                    <a:pt x="261681" y="107593"/>
                  </a:lnTo>
                  <a:cubicBezTo>
                    <a:pt x="266251" y="140497"/>
                    <a:pt x="275208" y="248724"/>
                    <a:pt x="273489" y="250266"/>
                  </a:cubicBezTo>
                  <a:cubicBezTo>
                    <a:pt x="272881" y="250811"/>
                    <a:pt x="247989" y="252602"/>
                    <a:pt x="218174" y="254247"/>
                  </a:cubicBezTo>
                  <a:cubicBezTo>
                    <a:pt x="188358" y="255891"/>
                    <a:pt x="157947" y="257905"/>
                    <a:pt x="150594" y="258722"/>
                  </a:cubicBezTo>
                  <a:lnTo>
                    <a:pt x="137226" y="260208"/>
                  </a:lnTo>
                  <a:lnTo>
                    <a:pt x="136396" y="251544"/>
                  </a:lnTo>
                  <a:close/>
                </a:path>
              </a:pathLst>
            </a:custGeom>
            <a:solidFill>
              <a:srgbClr val="B9B9B9"/>
            </a:solidFill>
            <a:ln w="5163" cap="flat">
              <a:noFill/>
              <a:prstDash val="solid"/>
              <a:miter/>
            </a:ln>
          </p:spPr>
          <p:txBody>
            <a:bodyPr/>
            <a:lstStyle/>
            <a:p>
              <a:endParaRPr lang="es-419" noProof="0" dirty="0"/>
            </a:p>
          </p:txBody>
        </p:sp>
        <p:sp>
          <p:nvSpPr>
            <p:cNvPr id="70" name="Forma libre: forma 69">
              <a:extLst>
                <a:ext uri="{FF2B5EF4-FFF2-40B4-BE49-F238E27FC236}">
                  <a16:creationId xmlns:a16="http://schemas.microsoft.com/office/drawing/2014/main" id="{BE4B45F4-AC7E-1D30-628B-044E8E439095}"/>
                </a:ext>
              </a:extLst>
            </p:cNvPr>
            <p:cNvSpPr/>
            <p:nvPr/>
          </p:nvSpPr>
          <p:spPr>
            <a:xfrm>
              <a:off x="2221969" y="2379232"/>
              <a:ext cx="29491" cy="17638"/>
            </a:xfrm>
            <a:custGeom>
              <a:avLst/>
              <a:gdLst>
                <a:gd name="csX0" fmla="*/ 10326 w 29491"/>
                <a:gd name="csY0" fmla="*/ 11251 h 17638"/>
                <a:gd name="csX1" fmla="*/ 23663 w 29491"/>
                <a:gd name="csY1" fmla="*/ 4783 h 17638"/>
                <a:gd name="csX2" fmla="*/ 27977 w 29491"/>
                <a:gd name="csY2" fmla="*/ 1475 h 17638"/>
                <a:gd name="csX3" fmla="*/ 29483 w 29491"/>
                <a:gd name="csY3" fmla="*/ 1025 h 17638"/>
                <a:gd name="csX4" fmla="*/ 8425 w 29491"/>
                <a:gd name="csY4" fmla="*/ 16751 h 17638"/>
                <a:gd name="csX5" fmla="*/ 0 w 29491"/>
                <a:gd name="csY5" fmla="*/ 17639 h 17638"/>
                <a:gd name="csX6" fmla="*/ 10326 w 29491"/>
                <a:gd name="csY6" fmla="*/ 11251 h 17638"/>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9491" h="17638">
                  <a:moveTo>
                    <a:pt x="10326" y="11251"/>
                  </a:moveTo>
                  <a:cubicBezTo>
                    <a:pt x="16005" y="7738"/>
                    <a:pt x="22007" y="4827"/>
                    <a:pt x="23663" y="4783"/>
                  </a:cubicBezTo>
                  <a:cubicBezTo>
                    <a:pt x="25320" y="4738"/>
                    <a:pt x="27261" y="3250"/>
                    <a:pt x="27977" y="1475"/>
                  </a:cubicBezTo>
                  <a:cubicBezTo>
                    <a:pt x="28693" y="-299"/>
                    <a:pt x="29371" y="-502"/>
                    <a:pt x="29483" y="1025"/>
                  </a:cubicBezTo>
                  <a:cubicBezTo>
                    <a:pt x="29861" y="6183"/>
                    <a:pt x="16907" y="15857"/>
                    <a:pt x="8425" y="16751"/>
                  </a:cubicBezTo>
                  <a:lnTo>
                    <a:pt x="0" y="17639"/>
                  </a:lnTo>
                  <a:lnTo>
                    <a:pt x="10326" y="11251"/>
                  </a:lnTo>
                  <a:close/>
                </a:path>
              </a:pathLst>
            </a:custGeom>
            <a:solidFill>
              <a:srgbClr val="B9B9B9"/>
            </a:solidFill>
            <a:ln w="5163" cap="flat">
              <a:noFill/>
              <a:prstDash val="solid"/>
              <a:miter/>
            </a:ln>
          </p:spPr>
          <p:txBody>
            <a:bodyPr/>
            <a:lstStyle/>
            <a:p>
              <a:endParaRPr lang="es-419" noProof="0" dirty="0"/>
            </a:p>
          </p:txBody>
        </p:sp>
      </p:grpSp>
      <p:sp>
        <p:nvSpPr>
          <p:cNvPr id="71" name="Forma libre: forma 70">
            <a:extLst>
              <a:ext uri="{FF2B5EF4-FFF2-40B4-BE49-F238E27FC236}">
                <a16:creationId xmlns:a16="http://schemas.microsoft.com/office/drawing/2014/main" id="{AB6AA6C3-E6AF-F4D3-6A25-C592E284A3F2}"/>
              </a:ext>
            </a:extLst>
          </p:cNvPr>
          <p:cNvSpPr/>
          <p:nvPr/>
        </p:nvSpPr>
        <p:spPr>
          <a:xfrm>
            <a:off x="1574029" y="2346575"/>
            <a:ext cx="28491" cy="35790"/>
          </a:xfrm>
          <a:custGeom>
            <a:avLst/>
            <a:gdLst>
              <a:gd name="csX0" fmla="*/ 11768 w 28491"/>
              <a:gd name="csY0" fmla="*/ 34872 h 35790"/>
              <a:gd name="csX1" fmla="*/ 805 w 28491"/>
              <a:gd name="csY1" fmla="*/ 25413 h 35790"/>
              <a:gd name="csX2" fmla="*/ 7669 w 28491"/>
              <a:gd name="csY2" fmla="*/ 7571 h 35790"/>
              <a:gd name="csX3" fmla="*/ 18379 w 28491"/>
              <a:gd name="csY3" fmla="*/ 2738 h 35790"/>
              <a:gd name="csX4" fmla="*/ 23574 w 28491"/>
              <a:gd name="csY4" fmla="*/ 11696 h 35790"/>
              <a:gd name="csX5" fmla="*/ 28193 w 28491"/>
              <a:gd name="csY5" fmla="*/ 24987 h 35790"/>
              <a:gd name="csX6" fmla="*/ 11768 w 28491"/>
              <a:gd name="csY6" fmla="*/ 34872 h 35790"/>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8491" h="35790">
                <a:moveTo>
                  <a:pt x="11768" y="34872"/>
                </a:moveTo>
                <a:cubicBezTo>
                  <a:pt x="4464" y="33733"/>
                  <a:pt x="2519" y="32055"/>
                  <a:pt x="805" y="25413"/>
                </a:cubicBezTo>
                <a:cubicBezTo>
                  <a:pt x="-1017" y="18356"/>
                  <a:pt x="-153" y="16110"/>
                  <a:pt x="7669" y="7571"/>
                </a:cubicBezTo>
                <a:cubicBezTo>
                  <a:pt x="15700" y="-1197"/>
                  <a:pt x="16797" y="-1692"/>
                  <a:pt x="18379" y="2738"/>
                </a:cubicBezTo>
                <a:cubicBezTo>
                  <a:pt x="19348" y="5452"/>
                  <a:pt x="21686" y="9483"/>
                  <a:pt x="23574" y="11696"/>
                </a:cubicBezTo>
                <a:cubicBezTo>
                  <a:pt x="25461" y="13908"/>
                  <a:pt x="27540" y="19890"/>
                  <a:pt x="28193" y="24987"/>
                </a:cubicBezTo>
                <a:cubicBezTo>
                  <a:pt x="29539" y="35505"/>
                  <a:pt x="26717" y="37203"/>
                  <a:pt x="11768" y="34872"/>
                </a:cubicBezTo>
                <a:close/>
              </a:path>
            </a:pathLst>
          </a:custGeom>
          <a:solidFill>
            <a:srgbClr val="CCCCCC"/>
          </a:solidFill>
          <a:ln w="5163" cap="flat">
            <a:noFill/>
            <a:prstDash val="solid"/>
            <a:miter/>
          </a:ln>
        </p:spPr>
        <p:txBody>
          <a:bodyPr/>
          <a:lstStyle/>
          <a:p>
            <a:endParaRPr lang="es-419" noProof="0" dirty="0"/>
          </a:p>
        </p:txBody>
      </p:sp>
      <p:sp>
        <p:nvSpPr>
          <p:cNvPr id="72" name="Forma libre: forma 71">
            <a:extLst>
              <a:ext uri="{FF2B5EF4-FFF2-40B4-BE49-F238E27FC236}">
                <a16:creationId xmlns:a16="http://schemas.microsoft.com/office/drawing/2014/main" id="{3B665649-3668-2056-AC32-16A6F331E4CA}"/>
              </a:ext>
            </a:extLst>
          </p:cNvPr>
          <p:cNvSpPr/>
          <p:nvPr/>
        </p:nvSpPr>
        <p:spPr>
          <a:xfrm>
            <a:off x="1629800" y="2326596"/>
            <a:ext cx="82332" cy="45198"/>
          </a:xfrm>
          <a:custGeom>
            <a:avLst/>
            <a:gdLst>
              <a:gd name="csX0" fmla="*/ 35828 w 82332"/>
              <a:gd name="csY0" fmla="*/ 43172 h 45198"/>
              <a:gd name="csX1" fmla="*/ 20861 w 82332"/>
              <a:gd name="csY1" fmla="*/ 27939 h 45198"/>
              <a:gd name="csX2" fmla="*/ 6710 w 82332"/>
              <a:gd name="csY2" fmla="*/ 16733 h 45198"/>
              <a:gd name="csX3" fmla="*/ 200 w 82332"/>
              <a:gd name="csY3" fmla="*/ 11518 h 45198"/>
              <a:gd name="csX4" fmla="*/ 11960 w 82332"/>
              <a:gd name="csY4" fmla="*/ 5709 h 45198"/>
              <a:gd name="csX5" fmla="*/ 29437 w 82332"/>
              <a:gd name="csY5" fmla="*/ 2139 h 45198"/>
              <a:gd name="csX6" fmla="*/ 38320 w 82332"/>
              <a:gd name="csY6" fmla="*/ 692 h 45198"/>
              <a:gd name="csX7" fmla="*/ 49592 w 82332"/>
              <a:gd name="csY7" fmla="*/ 4355 h 45198"/>
              <a:gd name="csX8" fmla="*/ 61209 w 82332"/>
              <a:gd name="csY8" fmla="*/ 13550 h 45198"/>
              <a:gd name="csX9" fmla="*/ 68838 w 82332"/>
              <a:gd name="csY9" fmla="*/ 19970 h 45198"/>
              <a:gd name="csX10" fmla="*/ 82332 w 82332"/>
              <a:gd name="csY10" fmla="*/ 30233 h 45198"/>
              <a:gd name="csX11" fmla="*/ 75901 w 82332"/>
              <a:gd name="csY11" fmla="*/ 31524 h 45198"/>
              <a:gd name="csX12" fmla="*/ 66358 w 82332"/>
              <a:gd name="csY12" fmla="*/ 36506 h 45198"/>
              <a:gd name="csX13" fmla="*/ 58348 w 82332"/>
              <a:gd name="csY13" fmla="*/ 38866 h 45198"/>
              <a:gd name="csX14" fmla="*/ 47885 w 82332"/>
              <a:gd name="csY14" fmla="*/ 41425 h 45198"/>
              <a:gd name="csX15" fmla="*/ 35828 w 82332"/>
              <a:gd name="csY15" fmla="*/ 43172 h 4519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82332" h="45198">
                <a:moveTo>
                  <a:pt x="35828" y="43172"/>
                </a:moveTo>
                <a:cubicBezTo>
                  <a:pt x="32257" y="41284"/>
                  <a:pt x="25522" y="34429"/>
                  <a:pt x="20861" y="27939"/>
                </a:cubicBezTo>
                <a:cubicBezTo>
                  <a:pt x="14698" y="19357"/>
                  <a:pt x="10840" y="16301"/>
                  <a:pt x="6710" y="16733"/>
                </a:cubicBezTo>
                <a:cubicBezTo>
                  <a:pt x="2564" y="17166"/>
                  <a:pt x="809" y="15760"/>
                  <a:pt x="200" y="11518"/>
                </a:cubicBezTo>
                <a:cubicBezTo>
                  <a:pt x="-566" y="6174"/>
                  <a:pt x="375" y="5709"/>
                  <a:pt x="11960" y="5709"/>
                </a:cubicBezTo>
                <a:cubicBezTo>
                  <a:pt x="18887" y="5709"/>
                  <a:pt x="26751" y="4102"/>
                  <a:pt x="29437" y="2139"/>
                </a:cubicBezTo>
                <a:cubicBezTo>
                  <a:pt x="32427" y="-48"/>
                  <a:pt x="35871" y="-609"/>
                  <a:pt x="38320" y="692"/>
                </a:cubicBezTo>
                <a:cubicBezTo>
                  <a:pt x="40520" y="1860"/>
                  <a:pt x="45592" y="3509"/>
                  <a:pt x="49592" y="4355"/>
                </a:cubicBezTo>
                <a:cubicBezTo>
                  <a:pt x="53972" y="5282"/>
                  <a:pt x="58593" y="8940"/>
                  <a:pt x="61209" y="13550"/>
                </a:cubicBezTo>
                <a:cubicBezTo>
                  <a:pt x="63598" y="17761"/>
                  <a:pt x="67032" y="20650"/>
                  <a:pt x="68838" y="19970"/>
                </a:cubicBezTo>
                <a:cubicBezTo>
                  <a:pt x="71755" y="18872"/>
                  <a:pt x="82332" y="26917"/>
                  <a:pt x="82332" y="30233"/>
                </a:cubicBezTo>
                <a:cubicBezTo>
                  <a:pt x="82332" y="30943"/>
                  <a:pt x="79438" y="31524"/>
                  <a:pt x="75901" y="31524"/>
                </a:cubicBezTo>
                <a:cubicBezTo>
                  <a:pt x="72343" y="31524"/>
                  <a:pt x="68079" y="33750"/>
                  <a:pt x="66358" y="36506"/>
                </a:cubicBezTo>
                <a:cubicBezTo>
                  <a:pt x="63915" y="40418"/>
                  <a:pt x="62194" y="40925"/>
                  <a:pt x="58348" y="38866"/>
                </a:cubicBezTo>
                <a:cubicBezTo>
                  <a:pt x="54563" y="36841"/>
                  <a:pt x="52184" y="37422"/>
                  <a:pt x="47885" y="41425"/>
                </a:cubicBezTo>
                <a:cubicBezTo>
                  <a:pt x="42972" y="45999"/>
                  <a:pt x="41560" y="46204"/>
                  <a:pt x="35828" y="43172"/>
                </a:cubicBezTo>
                <a:close/>
              </a:path>
            </a:pathLst>
          </a:custGeom>
          <a:solidFill>
            <a:srgbClr val="B9B9B9"/>
          </a:solidFill>
          <a:ln w="5163" cap="flat">
            <a:noFill/>
            <a:prstDash val="solid"/>
            <a:miter/>
          </a:ln>
        </p:spPr>
        <p:txBody>
          <a:bodyPr/>
          <a:lstStyle/>
          <a:p>
            <a:endParaRPr lang="es-419" noProof="0" dirty="0"/>
          </a:p>
        </p:txBody>
      </p:sp>
      <p:sp>
        <p:nvSpPr>
          <p:cNvPr id="73" name="Forma libre: forma 72">
            <a:extLst>
              <a:ext uri="{FF2B5EF4-FFF2-40B4-BE49-F238E27FC236}">
                <a16:creationId xmlns:a16="http://schemas.microsoft.com/office/drawing/2014/main" id="{DDB52EB7-ED12-4F83-F2E0-DB4F71EA298E}"/>
              </a:ext>
            </a:extLst>
          </p:cNvPr>
          <p:cNvSpPr/>
          <p:nvPr/>
        </p:nvSpPr>
        <p:spPr>
          <a:xfrm>
            <a:off x="1522864" y="2163021"/>
            <a:ext cx="166771" cy="166600"/>
          </a:xfrm>
          <a:custGeom>
            <a:avLst/>
            <a:gdLst>
              <a:gd name="csX0" fmla="*/ 112825 w 166771"/>
              <a:gd name="csY0" fmla="*/ 162186 h 166600"/>
              <a:gd name="csX1" fmla="*/ 93810 w 166771"/>
              <a:gd name="csY1" fmla="*/ 146052 h 166600"/>
              <a:gd name="csX2" fmla="*/ 80847 w 166771"/>
              <a:gd name="csY2" fmla="*/ 139517 h 166600"/>
              <a:gd name="csX3" fmla="*/ 77061 w 166771"/>
              <a:gd name="csY3" fmla="*/ 131529 h 166600"/>
              <a:gd name="csX4" fmla="*/ 56324 w 166771"/>
              <a:gd name="csY4" fmla="*/ 140503 h 166600"/>
              <a:gd name="csX5" fmla="*/ 40835 w 166771"/>
              <a:gd name="csY5" fmla="*/ 134435 h 166600"/>
              <a:gd name="csX6" fmla="*/ 25839 w 166771"/>
              <a:gd name="csY6" fmla="*/ 117575 h 166600"/>
              <a:gd name="csX7" fmla="*/ 603 w 166771"/>
              <a:gd name="csY7" fmla="*/ 103594 h 166600"/>
              <a:gd name="csX8" fmla="*/ 3427 w 166771"/>
              <a:gd name="csY8" fmla="*/ 92334 h 166600"/>
              <a:gd name="csX9" fmla="*/ 16980 w 166771"/>
              <a:gd name="csY9" fmla="*/ 76064 h 166600"/>
              <a:gd name="csX10" fmla="*/ 29744 w 166771"/>
              <a:gd name="csY10" fmla="*/ 65065 h 166600"/>
              <a:gd name="csX11" fmla="*/ 36843 w 166771"/>
              <a:gd name="csY11" fmla="*/ 46479 h 166600"/>
              <a:gd name="csX12" fmla="*/ 44707 w 166771"/>
              <a:gd name="csY12" fmla="*/ 28415 h 166600"/>
              <a:gd name="csX13" fmla="*/ 49507 w 166771"/>
              <a:gd name="csY13" fmla="*/ 27678 h 166600"/>
              <a:gd name="csX14" fmla="*/ 60947 w 166771"/>
              <a:gd name="csY14" fmla="*/ 25763 h 166600"/>
              <a:gd name="csX15" fmla="*/ 70323 w 166771"/>
              <a:gd name="csY15" fmla="*/ 14969 h 166600"/>
              <a:gd name="csX16" fmla="*/ 78890 w 166771"/>
              <a:gd name="csY16" fmla="*/ 12726 h 166600"/>
              <a:gd name="csX17" fmla="*/ 98544 w 166771"/>
              <a:gd name="csY17" fmla="*/ 17873 h 166600"/>
              <a:gd name="csX18" fmla="*/ 112369 w 166771"/>
              <a:gd name="csY18" fmla="*/ 19382 h 166600"/>
              <a:gd name="csX19" fmla="*/ 111333 w 166771"/>
              <a:gd name="csY19" fmla="*/ 10510 h 166600"/>
              <a:gd name="csX20" fmla="*/ 113560 w 166771"/>
              <a:gd name="csY20" fmla="*/ 387 h 166600"/>
              <a:gd name="csX21" fmla="*/ 117960 w 166771"/>
              <a:gd name="csY21" fmla="*/ 7843 h 166600"/>
              <a:gd name="csX22" fmla="*/ 132949 w 166771"/>
              <a:gd name="csY22" fmla="*/ 23283 h 166600"/>
              <a:gd name="csX23" fmla="*/ 137639 w 166771"/>
              <a:gd name="csY23" fmla="*/ 24249 h 166600"/>
              <a:gd name="csX24" fmla="*/ 142971 w 166771"/>
              <a:gd name="csY24" fmla="*/ 28097 h 166600"/>
              <a:gd name="csX25" fmla="*/ 144280 w 166771"/>
              <a:gd name="csY25" fmla="*/ 37270 h 166600"/>
              <a:gd name="csX26" fmla="*/ 141806 w 166771"/>
              <a:gd name="csY26" fmla="*/ 49084 h 166600"/>
              <a:gd name="csX27" fmla="*/ 134976 w 166771"/>
              <a:gd name="csY27" fmla="*/ 50495 h 166600"/>
              <a:gd name="csX28" fmla="*/ 125814 w 166771"/>
              <a:gd name="csY28" fmla="*/ 54367 h 166600"/>
              <a:gd name="csX29" fmla="*/ 117982 w 166771"/>
              <a:gd name="csY29" fmla="*/ 60864 h 166600"/>
              <a:gd name="csX30" fmla="*/ 114406 w 166771"/>
              <a:gd name="csY30" fmla="*/ 64736 h 166600"/>
              <a:gd name="csX31" fmla="*/ 118081 w 166771"/>
              <a:gd name="csY31" fmla="*/ 68608 h 166600"/>
              <a:gd name="csX32" fmla="*/ 117880 w 166771"/>
              <a:gd name="csY32" fmla="*/ 76375 h 166600"/>
              <a:gd name="csX33" fmla="*/ 120902 w 166771"/>
              <a:gd name="csY33" fmla="*/ 101250 h 166600"/>
              <a:gd name="csX34" fmla="*/ 146578 w 166771"/>
              <a:gd name="csY34" fmla="*/ 85070 h 166600"/>
              <a:gd name="csX35" fmla="*/ 165866 w 166771"/>
              <a:gd name="csY35" fmla="*/ 78619 h 166600"/>
              <a:gd name="csX36" fmla="*/ 158858 w 166771"/>
              <a:gd name="csY36" fmla="*/ 93393 h 166600"/>
              <a:gd name="csX37" fmla="*/ 145606 w 166771"/>
              <a:gd name="csY37" fmla="*/ 103389 h 166600"/>
              <a:gd name="csX38" fmla="*/ 146405 w 166771"/>
              <a:gd name="csY38" fmla="*/ 113844 h 166600"/>
              <a:gd name="csX39" fmla="*/ 151373 w 166771"/>
              <a:gd name="csY39" fmla="*/ 126271 h 166600"/>
              <a:gd name="csX40" fmla="*/ 146320 w 166771"/>
              <a:gd name="csY40" fmla="*/ 138511 h 166600"/>
              <a:gd name="csX41" fmla="*/ 142802 w 166771"/>
              <a:gd name="csY41" fmla="*/ 150216 h 166600"/>
              <a:gd name="csX42" fmla="*/ 135305 w 166771"/>
              <a:gd name="csY42" fmla="*/ 162275 h 166600"/>
              <a:gd name="csX43" fmla="*/ 112825 w 166771"/>
              <a:gd name="csY43" fmla="*/ 162186 h 1666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66771" h="166600">
                <a:moveTo>
                  <a:pt x="112825" y="162186"/>
                </a:moveTo>
                <a:cubicBezTo>
                  <a:pt x="107924" y="146593"/>
                  <a:pt x="107287" y="146052"/>
                  <a:pt x="93810" y="146052"/>
                </a:cubicBezTo>
                <a:cubicBezTo>
                  <a:pt x="81661" y="146052"/>
                  <a:pt x="80847" y="145641"/>
                  <a:pt x="80847" y="139517"/>
                </a:cubicBezTo>
                <a:cubicBezTo>
                  <a:pt x="80847" y="135923"/>
                  <a:pt x="79143" y="132329"/>
                  <a:pt x="77061" y="131529"/>
                </a:cubicBezTo>
                <a:cubicBezTo>
                  <a:pt x="70944" y="129182"/>
                  <a:pt x="59116" y="134300"/>
                  <a:pt x="56324" y="140503"/>
                </a:cubicBezTo>
                <a:cubicBezTo>
                  <a:pt x="52116" y="149848"/>
                  <a:pt x="43882" y="146622"/>
                  <a:pt x="40835" y="134435"/>
                </a:cubicBezTo>
                <a:cubicBezTo>
                  <a:pt x="37208" y="119926"/>
                  <a:pt x="35198" y="117667"/>
                  <a:pt x="25839" y="117575"/>
                </a:cubicBezTo>
                <a:cubicBezTo>
                  <a:pt x="16487" y="117484"/>
                  <a:pt x="-3740" y="106278"/>
                  <a:pt x="603" y="103594"/>
                </a:cubicBezTo>
                <a:cubicBezTo>
                  <a:pt x="2143" y="102641"/>
                  <a:pt x="3414" y="97575"/>
                  <a:pt x="3427" y="92334"/>
                </a:cubicBezTo>
                <a:cubicBezTo>
                  <a:pt x="3448" y="83428"/>
                  <a:pt x="4333" y="82366"/>
                  <a:pt x="16980" y="76064"/>
                </a:cubicBezTo>
                <a:cubicBezTo>
                  <a:pt x="26201" y="71468"/>
                  <a:pt x="30266" y="67966"/>
                  <a:pt x="29744" y="65065"/>
                </a:cubicBezTo>
                <a:cubicBezTo>
                  <a:pt x="29324" y="62724"/>
                  <a:pt x="32518" y="54360"/>
                  <a:pt x="36843" y="46479"/>
                </a:cubicBezTo>
                <a:cubicBezTo>
                  <a:pt x="41168" y="38598"/>
                  <a:pt x="44707" y="30469"/>
                  <a:pt x="44707" y="28415"/>
                </a:cubicBezTo>
                <a:cubicBezTo>
                  <a:pt x="44707" y="25420"/>
                  <a:pt x="45659" y="25274"/>
                  <a:pt x="49507" y="27678"/>
                </a:cubicBezTo>
                <a:cubicBezTo>
                  <a:pt x="53370" y="30090"/>
                  <a:pt x="55603" y="29716"/>
                  <a:pt x="60947" y="25763"/>
                </a:cubicBezTo>
                <a:cubicBezTo>
                  <a:pt x="64599" y="23062"/>
                  <a:pt x="68819" y="18205"/>
                  <a:pt x="70323" y="14969"/>
                </a:cubicBezTo>
                <a:cubicBezTo>
                  <a:pt x="72821" y="9600"/>
                  <a:pt x="73567" y="9404"/>
                  <a:pt x="78890" y="12726"/>
                </a:cubicBezTo>
                <a:cubicBezTo>
                  <a:pt x="82096" y="14727"/>
                  <a:pt x="90941" y="17044"/>
                  <a:pt x="98544" y="17873"/>
                </a:cubicBezTo>
                <a:lnTo>
                  <a:pt x="112369" y="19382"/>
                </a:lnTo>
                <a:lnTo>
                  <a:pt x="111333" y="10510"/>
                </a:lnTo>
                <a:cubicBezTo>
                  <a:pt x="110680" y="4917"/>
                  <a:pt x="111503" y="1176"/>
                  <a:pt x="113560" y="387"/>
                </a:cubicBezTo>
                <a:cubicBezTo>
                  <a:pt x="117812" y="-1245"/>
                  <a:pt x="120015" y="2488"/>
                  <a:pt x="117960" y="7843"/>
                </a:cubicBezTo>
                <a:cubicBezTo>
                  <a:pt x="115692" y="13753"/>
                  <a:pt x="126829" y="25225"/>
                  <a:pt x="132949" y="23283"/>
                </a:cubicBezTo>
                <a:cubicBezTo>
                  <a:pt x="135529" y="22464"/>
                  <a:pt x="137639" y="22899"/>
                  <a:pt x="137639" y="24249"/>
                </a:cubicBezTo>
                <a:cubicBezTo>
                  <a:pt x="137639" y="25599"/>
                  <a:pt x="140039" y="27330"/>
                  <a:pt x="142971" y="28097"/>
                </a:cubicBezTo>
                <a:cubicBezTo>
                  <a:pt x="148037" y="29422"/>
                  <a:pt x="148102" y="29879"/>
                  <a:pt x="144280" y="37270"/>
                </a:cubicBezTo>
                <a:cubicBezTo>
                  <a:pt x="142067" y="41548"/>
                  <a:pt x="140954" y="46864"/>
                  <a:pt x="141806" y="49084"/>
                </a:cubicBezTo>
                <a:cubicBezTo>
                  <a:pt x="143608" y="53779"/>
                  <a:pt x="141808" y="54151"/>
                  <a:pt x="134976" y="50495"/>
                </a:cubicBezTo>
                <a:cubicBezTo>
                  <a:pt x="130992" y="48362"/>
                  <a:pt x="129272" y="49089"/>
                  <a:pt x="125814" y="54367"/>
                </a:cubicBezTo>
                <a:cubicBezTo>
                  <a:pt x="123473" y="57940"/>
                  <a:pt x="119948" y="60864"/>
                  <a:pt x="117982" y="60864"/>
                </a:cubicBezTo>
                <a:cubicBezTo>
                  <a:pt x="116015" y="60864"/>
                  <a:pt x="114406" y="62606"/>
                  <a:pt x="114406" y="64736"/>
                </a:cubicBezTo>
                <a:cubicBezTo>
                  <a:pt x="114406" y="66866"/>
                  <a:pt x="116060" y="68608"/>
                  <a:pt x="118081" y="68608"/>
                </a:cubicBezTo>
                <a:cubicBezTo>
                  <a:pt x="121214" y="68608"/>
                  <a:pt x="121185" y="69751"/>
                  <a:pt x="117880" y="76375"/>
                </a:cubicBezTo>
                <a:cubicBezTo>
                  <a:pt x="113557" y="85043"/>
                  <a:pt x="115262" y="99086"/>
                  <a:pt x="120902" y="101250"/>
                </a:cubicBezTo>
                <a:cubicBezTo>
                  <a:pt x="125974" y="103196"/>
                  <a:pt x="134577" y="97775"/>
                  <a:pt x="146578" y="85070"/>
                </a:cubicBezTo>
                <a:cubicBezTo>
                  <a:pt x="158352" y="72606"/>
                  <a:pt x="161996" y="71387"/>
                  <a:pt x="165866" y="78619"/>
                </a:cubicBezTo>
                <a:cubicBezTo>
                  <a:pt x="167980" y="82568"/>
                  <a:pt x="166683" y="85304"/>
                  <a:pt x="158858" y="93393"/>
                </a:cubicBezTo>
                <a:cubicBezTo>
                  <a:pt x="153577" y="98853"/>
                  <a:pt x="147613" y="103351"/>
                  <a:pt x="145606" y="103389"/>
                </a:cubicBezTo>
                <a:cubicBezTo>
                  <a:pt x="139218" y="103509"/>
                  <a:pt x="139670" y="109432"/>
                  <a:pt x="146405" y="113844"/>
                </a:cubicBezTo>
                <a:cubicBezTo>
                  <a:pt x="151813" y="117388"/>
                  <a:pt x="152650" y="119482"/>
                  <a:pt x="151373" y="126271"/>
                </a:cubicBezTo>
                <a:cubicBezTo>
                  <a:pt x="150529" y="130761"/>
                  <a:pt x="148255" y="136269"/>
                  <a:pt x="146320" y="138511"/>
                </a:cubicBezTo>
                <a:cubicBezTo>
                  <a:pt x="144385" y="140752"/>
                  <a:pt x="142802" y="146020"/>
                  <a:pt x="142802" y="150216"/>
                </a:cubicBezTo>
                <a:cubicBezTo>
                  <a:pt x="142802" y="155900"/>
                  <a:pt x="140890" y="158975"/>
                  <a:pt x="135305" y="162275"/>
                </a:cubicBezTo>
                <a:cubicBezTo>
                  <a:pt x="125481" y="168078"/>
                  <a:pt x="114663" y="168035"/>
                  <a:pt x="112825" y="162186"/>
                </a:cubicBezTo>
                <a:close/>
              </a:path>
            </a:pathLst>
          </a:custGeom>
          <a:solidFill>
            <a:srgbClr val="B9B9B9"/>
          </a:solidFill>
          <a:ln w="5163" cap="flat">
            <a:noFill/>
            <a:prstDash val="solid"/>
            <a:miter/>
          </a:ln>
        </p:spPr>
        <p:txBody>
          <a:bodyPr/>
          <a:lstStyle/>
          <a:p>
            <a:endParaRPr lang="es-419" noProof="0" dirty="0"/>
          </a:p>
        </p:txBody>
      </p:sp>
      <p:sp>
        <p:nvSpPr>
          <p:cNvPr id="74" name="Forma libre: forma 73">
            <a:extLst>
              <a:ext uri="{FF2B5EF4-FFF2-40B4-BE49-F238E27FC236}">
                <a16:creationId xmlns:a16="http://schemas.microsoft.com/office/drawing/2014/main" id="{21F13B8B-5BBA-43A2-9338-F54C12CBA6AC}"/>
              </a:ext>
            </a:extLst>
          </p:cNvPr>
          <p:cNvSpPr/>
          <p:nvPr/>
        </p:nvSpPr>
        <p:spPr>
          <a:xfrm>
            <a:off x="1152549" y="1816032"/>
            <a:ext cx="278306" cy="369963"/>
          </a:xfrm>
          <a:custGeom>
            <a:avLst/>
            <a:gdLst>
              <a:gd name="csX0" fmla="*/ 34904 w 278306"/>
              <a:gd name="csY0" fmla="*/ 369743 h 369963"/>
              <a:gd name="csX1" fmla="*/ 30386 w 278306"/>
              <a:gd name="csY1" fmla="*/ 366534 h 369963"/>
              <a:gd name="csX2" fmla="*/ 24882 w 278306"/>
              <a:gd name="csY2" fmla="*/ 362569 h 369963"/>
              <a:gd name="csX3" fmla="*/ 21927 w 278306"/>
              <a:gd name="csY3" fmla="*/ 359169 h 369963"/>
              <a:gd name="csX4" fmla="*/ 27578 w 278306"/>
              <a:gd name="csY4" fmla="*/ 347996 h 369963"/>
              <a:gd name="csX5" fmla="*/ 35410 w 278306"/>
              <a:gd name="csY5" fmla="*/ 332463 h 369963"/>
              <a:gd name="csX6" fmla="*/ 46301 w 278306"/>
              <a:gd name="csY6" fmla="*/ 305733 h 369963"/>
              <a:gd name="csX7" fmla="*/ 51274 w 278306"/>
              <a:gd name="csY7" fmla="*/ 305469 h 369963"/>
              <a:gd name="csX8" fmla="*/ 85602 w 278306"/>
              <a:gd name="csY8" fmla="*/ 259605 h 369963"/>
              <a:gd name="csX9" fmla="*/ 77041 w 278306"/>
              <a:gd name="csY9" fmla="*/ 247151 h 369963"/>
              <a:gd name="csX10" fmla="*/ 56201 w 278306"/>
              <a:gd name="csY10" fmla="*/ 259540 h 369963"/>
              <a:gd name="csX11" fmla="*/ 43804 w 278306"/>
              <a:gd name="csY11" fmla="*/ 271918 h 369963"/>
              <a:gd name="csX12" fmla="*/ 42369 w 278306"/>
              <a:gd name="csY12" fmla="*/ 249815 h 369963"/>
              <a:gd name="csX13" fmla="*/ 41724 w 278306"/>
              <a:gd name="csY13" fmla="*/ 231013 h 369963"/>
              <a:gd name="csX14" fmla="*/ 29106 w 278306"/>
              <a:gd name="csY14" fmla="*/ 240028 h 369963"/>
              <a:gd name="csX15" fmla="*/ 22444 w 278306"/>
              <a:gd name="csY15" fmla="*/ 254379 h 369963"/>
              <a:gd name="csX16" fmla="*/ 24802 w 278306"/>
              <a:gd name="csY16" fmla="*/ 241025 h 369963"/>
              <a:gd name="csX17" fmla="*/ 33753 w 278306"/>
              <a:gd name="csY17" fmla="*/ 223416 h 369963"/>
              <a:gd name="csX18" fmla="*/ 20060 w 278306"/>
              <a:gd name="csY18" fmla="*/ 211002 h 369963"/>
              <a:gd name="csX19" fmla="*/ 12798 w 278306"/>
              <a:gd name="csY19" fmla="*/ 218762 h 369963"/>
              <a:gd name="csX20" fmla="*/ 14913 w 278306"/>
              <a:gd name="csY20" fmla="*/ 227151 h 369963"/>
              <a:gd name="csX21" fmla="*/ 17013 w 278306"/>
              <a:gd name="csY21" fmla="*/ 232960 h 369963"/>
              <a:gd name="csX22" fmla="*/ 9735 w 278306"/>
              <a:gd name="csY22" fmla="*/ 237857 h 369963"/>
              <a:gd name="csX23" fmla="*/ 1293 w 278306"/>
              <a:gd name="csY23" fmla="*/ 233984 h 369963"/>
              <a:gd name="csX24" fmla="*/ 5050 w 278306"/>
              <a:gd name="csY24" fmla="*/ 166825 h 369963"/>
              <a:gd name="csX25" fmla="*/ 13098 w 278306"/>
              <a:gd name="csY25" fmla="*/ 148470 h 369963"/>
              <a:gd name="csX26" fmla="*/ 17479 w 278306"/>
              <a:gd name="csY26" fmla="*/ 142324 h 369963"/>
              <a:gd name="csX27" fmla="*/ 23957 w 278306"/>
              <a:gd name="csY27" fmla="*/ 139382 h 369963"/>
              <a:gd name="csX28" fmla="*/ 29365 w 278306"/>
              <a:gd name="csY28" fmla="*/ 127120 h 369963"/>
              <a:gd name="csX29" fmla="*/ 37749 w 278306"/>
              <a:gd name="csY29" fmla="*/ 97729 h 369963"/>
              <a:gd name="csX30" fmla="*/ 49507 w 278306"/>
              <a:gd name="csY30" fmla="*/ 88122 h 369963"/>
              <a:gd name="csX31" fmla="*/ 58774 w 278306"/>
              <a:gd name="csY31" fmla="*/ 77796 h 369963"/>
              <a:gd name="csX32" fmla="*/ 64863 w 278306"/>
              <a:gd name="csY32" fmla="*/ 68721 h 369963"/>
              <a:gd name="csX33" fmla="*/ 80119 w 278306"/>
              <a:gd name="csY33" fmla="*/ 65404 h 369963"/>
              <a:gd name="csX34" fmla="*/ 105248 w 278306"/>
              <a:gd name="csY34" fmla="*/ 69057 h 369963"/>
              <a:gd name="csX35" fmla="*/ 132354 w 278306"/>
              <a:gd name="csY35" fmla="*/ 69793 h 369963"/>
              <a:gd name="csX36" fmla="*/ 147842 w 278306"/>
              <a:gd name="csY36" fmla="*/ 68392 h 369963"/>
              <a:gd name="csX37" fmla="*/ 148600 w 278306"/>
              <a:gd name="csY37" fmla="*/ 51194 h 369963"/>
              <a:gd name="csX38" fmla="*/ 143045 w 278306"/>
              <a:gd name="csY38" fmla="*/ 18458 h 369963"/>
              <a:gd name="csX39" fmla="*/ 138200 w 278306"/>
              <a:gd name="csY39" fmla="*/ 1452 h 369963"/>
              <a:gd name="csX40" fmla="*/ 176238 w 278306"/>
              <a:gd name="csY40" fmla="*/ 4099 h 369963"/>
              <a:gd name="csX41" fmla="*/ 200117 w 278306"/>
              <a:gd name="csY41" fmla="*/ 11594 h 369963"/>
              <a:gd name="csX42" fmla="*/ 208506 w 278306"/>
              <a:gd name="csY42" fmla="*/ 17328 h 369963"/>
              <a:gd name="csX43" fmla="*/ 213126 w 278306"/>
              <a:gd name="csY43" fmla="*/ 22327 h 369963"/>
              <a:gd name="csX44" fmla="*/ 220224 w 278306"/>
              <a:gd name="csY44" fmla="*/ 29184 h 369963"/>
              <a:gd name="csX45" fmla="*/ 234966 w 278306"/>
              <a:gd name="csY45" fmla="*/ 33975 h 369963"/>
              <a:gd name="csX46" fmla="*/ 247228 w 278306"/>
              <a:gd name="csY46" fmla="*/ 35904 h 369963"/>
              <a:gd name="csX47" fmla="*/ 256714 w 278306"/>
              <a:gd name="csY47" fmla="*/ 49191 h 369963"/>
              <a:gd name="csX48" fmla="*/ 272203 w 278306"/>
              <a:gd name="csY48" fmla="*/ 58184 h 369963"/>
              <a:gd name="csX49" fmla="*/ 271714 w 278306"/>
              <a:gd name="csY49" fmla="*/ 67589 h 369963"/>
              <a:gd name="csX50" fmla="*/ 263105 w 278306"/>
              <a:gd name="csY50" fmla="*/ 78504 h 369963"/>
              <a:gd name="csX51" fmla="*/ 254303 w 278306"/>
              <a:gd name="csY51" fmla="*/ 85750 h 369963"/>
              <a:gd name="csX52" fmla="*/ 246105 w 278306"/>
              <a:gd name="csY52" fmla="*/ 101699 h 369963"/>
              <a:gd name="csX53" fmla="*/ 227494 w 278306"/>
              <a:gd name="csY53" fmla="*/ 130702 h 369963"/>
              <a:gd name="csX54" fmla="*/ 183924 w 278306"/>
              <a:gd name="csY54" fmla="*/ 160034 h 369963"/>
              <a:gd name="csX55" fmla="*/ 153537 w 278306"/>
              <a:gd name="csY55" fmla="*/ 173778 h 369963"/>
              <a:gd name="csX56" fmla="*/ 157053 w 278306"/>
              <a:gd name="csY56" fmla="*/ 181528 h 369963"/>
              <a:gd name="csX57" fmla="*/ 160436 w 278306"/>
              <a:gd name="csY57" fmla="*/ 193225 h 369963"/>
              <a:gd name="csX58" fmla="*/ 180263 w 278306"/>
              <a:gd name="csY58" fmla="*/ 225950 h 369963"/>
              <a:gd name="csX59" fmla="*/ 194663 w 278306"/>
              <a:gd name="csY59" fmla="*/ 239264 h 369963"/>
              <a:gd name="csX60" fmla="*/ 204770 w 278306"/>
              <a:gd name="csY60" fmla="*/ 247088 h 369963"/>
              <a:gd name="csX61" fmla="*/ 210897 w 278306"/>
              <a:gd name="csY61" fmla="*/ 244424 h 369963"/>
              <a:gd name="csX62" fmla="*/ 229158 w 278306"/>
              <a:gd name="csY62" fmla="*/ 228391 h 369963"/>
              <a:gd name="csX63" fmla="*/ 234321 w 278306"/>
              <a:gd name="csY63" fmla="*/ 228442 h 369963"/>
              <a:gd name="csX64" fmla="*/ 234966 w 278306"/>
              <a:gd name="csY64" fmla="*/ 250091 h 369963"/>
              <a:gd name="csX65" fmla="*/ 235014 w 278306"/>
              <a:gd name="csY65" fmla="*/ 261191 h 369963"/>
              <a:gd name="csX66" fmla="*/ 230353 w 278306"/>
              <a:gd name="csY66" fmla="*/ 300578 h 369963"/>
              <a:gd name="csX67" fmla="*/ 224337 w 278306"/>
              <a:gd name="csY67" fmla="*/ 308123 h 369963"/>
              <a:gd name="csX68" fmla="*/ 215823 w 278306"/>
              <a:gd name="csY68" fmla="*/ 299799 h 369963"/>
              <a:gd name="csX69" fmla="*/ 202099 w 278306"/>
              <a:gd name="csY69" fmla="*/ 292094 h 369963"/>
              <a:gd name="csX70" fmla="*/ 185246 w 278306"/>
              <a:gd name="csY70" fmla="*/ 278805 h 369963"/>
              <a:gd name="csX71" fmla="*/ 173928 w 278306"/>
              <a:gd name="csY71" fmla="*/ 260086 h 369963"/>
              <a:gd name="csX72" fmla="*/ 159486 w 278306"/>
              <a:gd name="csY72" fmla="*/ 251642 h 369963"/>
              <a:gd name="csX73" fmla="*/ 135920 w 278306"/>
              <a:gd name="csY73" fmla="*/ 263292 h 369963"/>
              <a:gd name="csX74" fmla="*/ 128496 w 278306"/>
              <a:gd name="csY74" fmla="*/ 268428 h 369963"/>
              <a:gd name="csX75" fmla="*/ 118324 w 278306"/>
              <a:gd name="csY75" fmla="*/ 277403 h 369963"/>
              <a:gd name="csX76" fmla="*/ 102749 w 278306"/>
              <a:gd name="csY76" fmla="*/ 302843 h 369963"/>
              <a:gd name="csX77" fmla="*/ 111986 w 278306"/>
              <a:gd name="csY77" fmla="*/ 325389 h 369963"/>
              <a:gd name="csX78" fmla="*/ 124791 w 278306"/>
              <a:gd name="csY78" fmla="*/ 345325 h 369963"/>
              <a:gd name="csX79" fmla="*/ 112525 w 278306"/>
              <a:gd name="csY79" fmla="*/ 358252 h 369963"/>
              <a:gd name="csX80" fmla="*/ 61364 w 278306"/>
              <a:gd name="csY80" fmla="*/ 367059 h 369963"/>
              <a:gd name="csX81" fmla="*/ 45875 w 278306"/>
              <a:gd name="csY81" fmla="*/ 368630 h 369963"/>
              <a:gd name="csX82" fmla="*/ 34904 w 278306"/>
              <a:gd name="csY82" fmla="*/ 369743 h 3699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Lst>
            <a:rect l="l" t="t" r="r" b="b"/>
            <a:pathLst>
              <a:path w="278306" h="369963">
                <a:moveTo>
                  <a:pt x="34904" y="369743"/>
                </a:moveTo>
                <a:cubicBezTo>
                  <a:pt x="32419" y="369198"/>
                  <a:pt x="30386" y="367754"/>
                  <a:pt x="30386" y="366534"/>
                </a:cubicBezTo>
                <a:cubicBezTo>
                  <a:pt x="30386" y="365314"/>
                  <a:pt x="27909" y="363530"/>
                  <a:pt x="24882" y="362569"/>
                </a:cubicBezTo>
                <a:cubicBezTo>
                  <a:pt x="21855" y="361609"/>
                  <a:pt x="20525" y="360078"/>
                  <a:pt x="21927" y="359169"/>
                </a:cubicBezTo>
                <a:cubicBezTo>
                  <a:pt x="23328" y="358259"/>
                  <a:pt x="25871" y="353231"/>
                  <a:pt x="27578" y="347996"/>
                </a:cubicBezTo>
                <a:cubicBezTo>
                  <a:pt x="29284" y="342760"/>
                  <a:pt x="32809" y="335771"/>
                  <a:pt x="35410" y="332463"/>
                </a:cubicBezTo>
                <a:cubicBezTo>
                  <a:pt x="41776" y="324371"/>
                  <a:pt x="48428" y="308044"/>
                  <a:pt x="46301" y="305733"/>
                </a:cubicBezTo>
                <a:cubicBezTo>
                  <a:pt x="45357" y="304708"/>
                  <a:pt x="47595" y="304589"/>
                  <a:pt x="51274" y="305469"/>
                </a:cubicBezTo>
                <a:cubicBezTo>
                  <a:pt x="65489" y="308870"/>
                  <a:pt x="84946" y="282874"/>
                  <a:pt x="85602" y="259605"/>
                </a:cubicBezTo>
                <a:cubicBezTo>
                  <a:pt x="85868" y="250143"/>
                  <a:pt x="85296" y="249310"/>
                  <a:pt x="77041" y="247151"/>
                </a:cubicBezTo>
                <a:cubicBezTo>
                  <a:pt x="64390" y="243842"/>
                  <a:pt x="56201" y="248710"/>
                  <a:pt x="56201" y="259540"/>
                </a:cubicBezTo>
                <a:cubicBezTo>
                  <a:pt x="56201" y="269382"/>
                  <a:pt x="51616" y="273960"/>
                  <a:pt x="43804" y="271918"/>
                </a:cubicBezTo>
                <a:cubicBezTo>
                  <a:pt x="37009" y="270141"/>
                  <a:pt x="36944" y="269149"/>
                  <a:pt x="42369" y="249815"/>
                </a:cubicBezTo>
                <a:cubicBezTo>
                  <a:pt x="46434" y="235327"/>
                  <a:pt x="46408" y="234559"/>
                  <a:pt x="41724" y="231013"/>
                </a:cubicBezTo>
                <a:cubicBezTo>
                  <a:pt x="34464" y="225517"/>
                  <a:pt x="33758" y="226021"/>
                  <a:pt x="29106" y="240028"/>
                </a:cubicBezTo>
                <a:cubicBezTo>
                  <a:pt x="26753" y="247111"/>
                  <a:pt x="23756" y="253568"/>
                  <a:pt x="22444" y="254379"/>
                </a:cubicBezTo>
                <a:cubicBezTo>
                  <a:pt x="19454" y="256227"/>
                  <a:pt x="19357" y="256781"/>
                  <a:pt x="24802" y="241025"/>
                </a:cubicBezTo>
                <a:cubicBezTo>
                  <a:pt x="27318" y="233748"/>
                  <a:pt x="31345" y="225823"/>
                  <a:pt x="33753" y="223416"/>
                </a:cubicBezTo>
                <a:cubicBezTo>
                  <a:pt x="41536" y="215633"/>
                  <a:pt x="38403" y="212792"/>
                  <a:pt x="20060" y="211002"/>
                </a:cubicBezTo>
                <a:cubicBezTo>
                  <a:pt x="14508" y="210460"/>
                  <a:pt x="13494" y="211544"/>
                  <a:pt x="12798" y="218762"/>
                </a:cubicBezTo>
                <a:cubicBezTo>
                  <a:pt x="12315" y="223766"/>
                  <a:pt x="13169" y="227151"/>
                  <a:pt x="14913" y="227151"/>
                </a:cubicBezTo>
                <a:cubicBezTo>
                  <a:pt x="16522" y="227151"/>
                  <a:pt x="17467" y="229765"/>
                  <a:pt x="17013" y="232960"/>
                </a:cubicBezTo>
                <a:cubicBezTo>
                  <a:pt x="16365" y="237521"/>
                  <a:pt x="14803" y="238572"/>
                  <a:pt x="9735" y="237857"/>
                </a:cubicBezTo>
                <a:cubicBezTo>
                  <a:pt x="6185" y="237355"/>
                  <a:pt x="2386" y="235613"/>
                  <a:pt x="1293" y="233984"/>
                </a:cubicBezTo>
                <a:cubicBezTo>
                  <a:pt x="-1682" y="229553"/>
                  <a:pt x="858" y="184145"/>
                  <a:pt x="5050" y="166825"/>
                </a:cubicBezTo>
                <a:cubicBezTo>
                  <a:pt x="7067" y="158491"/>
                  <a:pt x="10689" y="150232"/>
                  <a:pt x="13098" y="148470"/>
                </a:cubicBezTo>
                <a:cubicBezTo>
                  <a:pt x="15508" y="146708"/>
                  <a:pt x="17479" y="143943"/>
                  <a:pt x="17479" y="142324"/>
                </a:cubicBezTo>
                <a:cubicBezTo>
                  <a:pt x="17479" y="140706"/>
                  <a:pt x="20394" y="139382"/>
                  <a:pt x="23957" y="139382"/>
                </a:cubicBezTo>
                <a:cubicBezTo>
                  <a:pt x="30115" y="139382"/>
                  <a:pt x="30383" y="138776"/>
                  <a:pt x="29365" y="127120"/>
                </a:cubicBezTo>
                <a:cubicBezTo>
                  <a:pt x="27807" y="109281"/>
                  <a:pt x="29957" y="101744"/>
                  <a:pt x="37749" y="97729"/>
                </a:cubicBezTo>
                <a:cubicBezTo>
                  <a:pt x="41508" y="95792"/>
                  <a:pt x="46799" y="91468"/>
                  <a:pt x="49507" y="88122"/>
                </a:cubicBezTo>
                <a:cubicBezTo>
                  <a:pt x="52214" y="84775"/>
                  <a:pt x="56385" y="80128"/>
                  <a:pt x="58774" y="77796"/>
                </a:cubicBezTo>
                <a:cubicBezTo>
                  <a:pt x="61163" y="75463"/>
                  <a:pt x="63903" y="71380"/>
                  <a:pt x="64863" y="68721"/>
                </a:cubicBezTo>
                <a:cubicBezTo>
                  <a:pt x="66368" y="64550"/>
                  <a:pt x="68459" y="64095"/>
                  <a:pt x="80119" y="65404"/>
                </a:cubicBezTo>
                <a:cubicBezTo>
                  <a:pt x="87551" y="66238"/>
                  <a:pt x="98859" y="67882"/>
                  <a:pt x="105248" y="69057"/>
                </a:cubicBezTo>
                <a:cubicBezTo>
                  <a:pt x="111637" y="70233"/>
                  <a:pt x="123835" y="70564"/>
                  <a:pt x="132354" y="69793"/>
                </a:cubicBezTo>
                <a:lnTo>
                  <a:pt x="147842" y="68392"/>
                </a:lnTo>
                <a:lnTo>
                  <a:pt x="148600" y="51194"/>
                </a:lnTo>
                <a:cubicBezTo>
                  <a:pt x="149196" y="37679"/>
                  <a:pt x="148006" y="30668"/>
                  <a:pt x="143045" y="18458"/>
                </a:cubicBezTo>
                <a:cubicBezTo>
                  <a:pt x="139573" y="9912"/>
                  <a:pt x="137392" y="2259"/>
                  <a:pt x="138200" y="1452"/>
                </a:cubicBezTo>
                <a:cubicBezTo>
                  <a:pt x="141102" y="-1451"/>
                  <a:pt x="166125" y="290"/>
                  <a:pt x="176238" y="4099"/>
                </a:cubicBezTo>
                <a:cubicBezTo>
                  <a:pt x="189419" y="9062"/>
                  <a:pt x="190086" y="9272"/>
                  <a:pt x="200117" y="11594"/>
                </a:cubicBezTo>
                <a:cubicBezTo>
                  <a:pt x="204892" y="12700"/>
                  <a:pt x="208506" y="15170"/>
                  <a:pt x="208506" y="17328"/>
                </a:cubicBezTo>
                <a:cubicBezTo>
                  <a:pt x="208506" y="19413"/>
                  <a:pt x="210585" y="21662"/>
                  <a:pt x="213126" y="22327"/>
                </a:cubicBezTo>
                <a:cubicBezTo>
                  <a:pt x="215666" y="22991"/>
                  <a:pt x="218861" y="26077"/>
                  <a:pt x="220224" y="29184"/>
                </a:cubicBezTo>
                <a:cubicBezTo>
                  <a:pt x="222363" y="34057"/>
                  <a:pt x="224390" y="34715"/>
                  <a:pt x="234966" y="33975"/>
                </a:cubicBezTo>
                <a:cubicBezTo>
                  <a:pt x="242553" y="33444"/>
                  <a:pt x="247228" y="34179"/>
                  <a:pt x="247228" y="35904"/>
                </a:cubicBezTo>
                <a:cubicBezTo>
                  <a:pt x="247228" y="37437"/>
                  <a:pt x="251497" y="43416"/>
                  <a:pt x="256714" y="49191"/>
                </a:cubicBezTo>
                <a:cubicBezTo>
                  <a:pt x="264193" y="57469"/>
                  <a:pt x="267470" y="59372"/>
                  <a:pt x="272203" y="58184"/>
                </a:cubicBezTo>
                <a:cubicBezTo>
                  <a:pt x="280616" y="56072"/>
                  <a:pt x="280219" y="63714"/>
                  <a:pt x="271714" y="67589"/>
                </a:cubicBezTo>
                <a:cubicBezTo>
                  <a:pt x="267863" y="69343"/>
                  <a:pt x="264361" y="73784"/>
                  <a:pt x="263105" y="78504"/>
                </a:cubicBezTo>
                <a:cubicBezTo>
                  <a:pt x="261351" y="85098"/>
                  <a:pt x="259842" y="86340"/>
                  <a:pt x="254303" y="85750"/>
                </a:cubicBezTo>
                <a:cubicBezTo>
                  <a:pt x="246592" y="84928"/>
                  <a:pt x="243436" y="91067"/>
                  <a:pt x="246105" y="101699"/>
                </a:cubicBezTo>
                <a:cubicBezTo>
                  <a:pt x="247533" y="107389"/>
                  <a:pt x="244867" y="111544"/>
                  <a:pt x="227494" y="130702"/>
                </a:cubicBezTo>
                <a:cubicBezTo>
                  <a:pt x="207371" y="152893"/>
                  <a:pt x="196764" y="160034"/>
                  <a:pt x="183924" y="160034"/>
                </a:cubicBezTo>
                <a:cubicBezTo>
                  <a:pt x="175394" y="160034"/>
                  <a:pt x="155328" y="169109"/>
                  <a:pt x="153537" y="173778"/>
                </a:cubicBezTo>
                <a:cubicBezTo>
                  <a:pt x="152784" y="175740"/>
                  <a:pt x="154366" y="179227"/>
                  <a:pt x="157053" y="181528"/>
                </a:cubicBezTo>
                <a:cubicBezTo>
                  <a:pt x="160618" y="184580"/>
                  <a:pt x="161532" y="187741"/>
                  <a:pt x="160436" y="193225"/>
                </a:cubicBezTo>
                <a:cubicBezTo>
                  <a:pt x="158065" y="205081"/>
                  <a:pt x="165477" y="217314"/>
                  <a:pt x="180263" y="225950"/>
                </a:cubicBezTo>
                <a:cubicBezTo>
                  <a:pt x="187814" y="230360"/>
                  <a:pt x="193823" y="235916"/>
                  <a:pt x="194663" y="239264"/>
                </a:cubicBezTo>
                <a:cubicBezTo>
                  <a:pt x="196711" y="247420"/>
                  <a:pt x="202826" y="252154"/>
                  <a:pt x="204770" y="247088"/>
                </a:cubicBezTo>
                <a:cubicBezTo>
                  <a:pt x="205617" y="244882"/>
                  <a:pt x="208258" y="243734"/>
                  <a:pt x="210897" y="244424"/>
                </a:cubicBezTo>
                <a:cubicBezTo>
                  <a:pt x="216566" y="245906"/>
                  <a:pt x="229158" y="234851"/>
                  <a:pt x="229158" y="228391"/>
                </a:cubicBezTo>
                <a:cubicBezTo>
                  <a:pt x="229158" y="223967"/>
                  <a:pt x="229378" y="223969"/>
                  <a:pt x="234321" y="228442"/>
                </a:cubicBezTo>
                <a:cubicBezTo>
                  <a:pt x="240730" y="234242"/>
                  <a:pt x="241099" y="246636"/>
                  <a:pt x="234966" y="250091"/>
                </a:cubicBezTo>
                <a:cubicBezTo>
                  <a:pt x="230667" y="252513"/>
                  <a:pt x="230669" y="253050"/>
                  <a:pt x="235014" y="261191"/>
                </a:cubicBezTo>
                <a:cubicBezTo>
                  <a:pt x="240871" y="272165"/>
                  <a:pt x="238755" y="290041"/>
                  <a:pt x="230353" y="300578"/>
                </a:cubicBezTo>
                <a:lnTo>
                  <a:pt x="224337" y="308123"/>
                </a:lnTo>
                <a:lnTo>
                  <a:pt x="215823" y="299799"/>
                </a:lnTo>
                <a:cubicBezTo>
                  <a:pt x="210927" y="295013"/>
                  <a:pt x="205095" y="291738"/>
                  <a:pt x="202099" y="292094"/>
                </a:cubicBezTo>
                <a:cubicBezTo>
                  <a:pt x="194035" y="293052"/>
                  <a:pt x="185277" y="286146"/>
                  <a:pt x="185246" y="278805"/>
                </a:cubicBezTo>
                <a:cubicBezTo>
                  <a:pt x="185229" y="274767"/>
                  <a:pt x="180965" y="267715"/>
                  <a:pt x="173928" y="260086"/>
                </a:cubicBezTo>
                <a:cubicBezTo>
                  <a:pt x="164333" y="249682"/>
                  <a:pt x="162165" y="248415"/>
                  <a:pt x="159486" y="251642"/>
                </a:cubicBezTo>
                <a:cubicBezTo>
                  <a:pt x="155362" y="256612"/>
                  <a:pt x="141849" y="263292"/>
                  <a:pt x="135920" y="263292"/>
                </a:cubicBezTo>
                <a:cubicBezTo>
                  <a:pt x="133348" y="263292"/>
                  <a:pt x="130007" y="265603"/>
                  <a:pt x="128496" y="268428"/>
                </a:cubicBezTo>
                <a:cubicBezTo>
                  <a:pt x="126984" y="271253"/>
                  <a:pt x="122406" y="275292"/>
                  <a:pt x="118324" y="277403"/>
                </a:cubicBezTo>
                <a:cubicBezTo>
                  <a:pt x="105333" y="284120"/>
                  <a:pt x="102661" y="288486"/>
                  <a:pt x="102749" y="302843"/>
                </a:cubicBezTo>
                <a:cubicBezTo>
                  <a:pt x="102826" y="315405"/>
                  <a:pt x="106784" y="325066"/>
                  <a:pt x="111986" y="325389"/>
                </a:cubicBezTo>
                <a:cubicBezTo>
                  <a:pt x="116589" y="325676"/>
                  <a:pt x="126252" y="340721"/>
                  <a:pt x="124791" y="345325"/>
                </a:cubicBezTo>
                <a:cubicBezTo>
                  <a:pt x="123983" y="347870"/>
                  <a:pt x="118463" y="353688"/>
                  <a:pt x="112525" y="358252"/>
                </a:cubicBezTo>
                <a:cubicBezTo>
                  <a:pt x="101535" y="366699"/>
                  <a:pt x="89725" y="368732"/>
                  <a:pt x="61364" y="367059"/>
                </a:cubicBezTo>
                <a:cubicBezTo>
                  <a:pt x="56394" y="366766"/>
                  <a:pt x="49424" y="367473"/>
                  <a:pt x="45875" y="368630"/>
                </a:cubicBezTo>
                <a:cubicBezTo>
                  <a:pt x="42325" y="369787"/>
                  <a:pt x="37388" y="370288"/>
                  <a:pt x="34904" y="369743"/>
                </a:cubicBezTo>
                <a:close/>
              </a:path>
            </a:pathLst>
          </a:custGeom>
          <a:solidFill>
            <a:srgbClr val="B9B9B9"/>
          </a:solidFill>
          <a:ln w="5163" cap="flat">
            <a:noFill/>
            <a:prstDash val="solid"/>
            <a:miter/>
          </a:ln>
        </p:spPr>
        <p:txBody>
          <a:bodyPr/>
          <a:lstStyle/>
          <a:p>
            <a:endParaRPr lang="es-419" noProof="0" dirty="0"/>
          </a:p>
        </p:txBody>
      </p:sp>
      <p:grpSp>
        <p:nvGrpSpPr>
          <p:cNvPr id="75" name="Gráfico 39">
            <a:extLst>
              <a:ext uri="{FF2B5EF4-FFF2-40B4-BE49-F238E27FC236}">
                <a16:creationId xmlns:a16="http://schemas.microsoft.com/office/drawing/2014/main" id="{9B3A9BE0-09A4-43DD-E853-1AD2F036F44C}"/>
              </a:ext>
            </a:extLst>
          </p:cNvPr>
          <p:cNvGrpSpPr/>
          <p:nvPr/>
        </p:nvGrpSpPr>
        <p:grpSpPr>
          <a:xfrm>
            <a:off x="1634957" y="2069316"/>
            <a:ext cx="438046" cy="474569"/>
            <a:chOff x="1634957" y="2069316"/>
            <a:chExt cx="438046" cy="474569"/>
          </a:xfrm>
        </p:grpSpPr>
        <p:sp>
          <p:nvSpPr>
            <p:cNvPr id="76" name="Forma libre: forma 75">
              <a:extLst>
                <a:ext uri="{FF2B5EF4-FFF2-40B4-BE49-F238E27FC236}">
                  <a16:creationId xmlns:a16="http://schemas.microsoft.com/office/drawing/2014/main" id="{CC970370-2145-8F84-42E9-2D658814E263}"/>
                </a:ext>
              </a:extLst>
            </p:cNvPr>
            <p:cNvSpPr/>
            <p:nvPr/>
          </p:nvSpPr>
          <p:spPr>
            <a:xfrm>
              <a:off x="1634957" y="2069316"/>
              <a:ext cx="438046" cy="474569"/>
            </a:xfrm>
            <a:custGeom>
              <a:avLst/>
              <a:gdLst>
                <a:gd name="csX0" fmla="*/ 332739 w 438046"/>
                <a:gd name="csY0" fmla="*/ 469202 h 474569"/>
                <a:gd name="csX1" fmla="*/ 324349 w 438046"/>
                <a:gd name="csY1" fmla="*/ 460541 h 474569"/>
                <a:gd name="csX2" fmla="*/ 306954 w 438046"/>
                <a:gd name="csY2" fmla="*/ 447652 h 474569"/>
                <a:gd name="csX3" fmla="*/ 301522 w 438046"/>
                <a:gd name="csY3" fmla="*/ 436095 h 474569"/>
                <a:gd name="csX4" fmla="*/ 298287 w 438046"/>
                <a:gd name="csY4" fmla="*/ 425621 h 474569"/>
                <a:gd name="csX5" fmla="*/ 291436 w 438046"/>
                <a:gd name="csY5" fmla="*/ 429493 h 474569"/>
                <a:gd name="csX6" fmla="*/ 284162 w 438046"/>
                <a:gd name="csY6" fmla="*/ 433365 h 474569"/>
                <a:gd name="csX7" fmla="*/ 273181 w 438046"/>
                <a:gd name="csY7" fmla="*/ 439996 h 474569"/>
                <a:gd name="csX8" fmla="*/ 246542 w 438046"/>
                <a:gd name="csY8" fmla="*/ 415677 h 474569"/>
                <a:gd name="csX9" fmla="*/ 247543 w 438046"/>
                <a:gd name="csY9" fmla="*/ 398488 h 474569"/>
                <a:gd name="csX10" fmla="*/ 227242 w 438046"/>
                <a:gd name="csY10" fmla="*/ 385770 h 474569"/>
                <a:gd name="csX11" fmla="*/ 216574 w 438046"/>
                <a:gd name="csY11" fmla="*/ 384267 h 474569"/>
                <a:gd name="csX12" fmla="*/ 211411 w 438046"/>
                <a:gd name="csY12" fmla="*/ 381736 h 474569"/>
                <a:gd name="csX13" fmla="*/ 206248 w 438046"/>
                <a:gd name="csY13" fmla="*/ 377864 h 474569"/>
                <a:gd name="csX14" fmla="*/ 201085 w 438046"/>
                <a:gd name="csY14" fmla="*/ 368829 h 474569"/>
                <a:gd name="csX15" fmla="*/ 195840 w 438046"/>
                <a:gd name="csY15" fmla="*/ 360439 h 474569"/>
                <a:gd name="csX16" fmla="*/ 179383 w 438046"/>
                <a:gd name="csY16" fmla="*/ 344572 h 474569"/>
                <a:gd name="csX17" fmla="*/ 166056 w 438046"/>
                <a:gd name="csY17" fmla="*/ 347532 h 474569"/>
                <a:gd name="csX18" fmla="*/ 162127 w 438046"/>
                <a:gd name="csY18" fmla="*/ 363514 h 474569"/>
                <a:gd name="csX19" fmla="*/ 156676 w 438046"/>
                <a:gd name="csY19" fmla="*/ 372397 h 474569"/>
                <a:gd name="csX20" fmla="*/ 152333 w 438046"/>
                <a:gd name="csY20" fmla="*/ 366640 h 474569"/>
                <a:gd name="csX21" fmla="*/ 138487 w 438046"/>
                <a:gd name="csY21" fmla="*/ 364853 h 474569"/>
                <a:gd name="csX22" fmla="*/ 126312 w 438046"/>
                <a:gd name="csY22" fmla="*/ 363833 h 474569"/>
                <a:gd name="csX23" fmla="*/ 123641 w 438046"/>
                <a:gd name="csY23" fmla="*/ 355006 h 474569"/>
                <a:gd name="csX24" fmla="*/ 115723 w 438046"/>
                <a:gd name="csY24" fmla="*/ 349430 h 474569"/>
                <a:gd name="csX25" fmla="*/ 110493 w 438046"/>
                <a:gd name="csY25" fmla="*/ 333027 h 474569"/>
                <a:gd name="csX26" fmla="*/ 115897 w 438046"/>
                <a:gd name="csY26" fmla="*/ 317692 h 474569"/>
                <a:gd name="csX27" fmla="*/ 126868 w 438046"/>
                <a:gd name="csY27" fmla="*/ 306474 h 474569"/>
                <a:gd name="csX28" fmla="*/ 128005 w 438046"/>
                <a:gd name="csY28" fmla="*/ 290864 h 474569"/>
                <a:gd name="csX29" fmla="*/ 107467 w 438046"/>
                <a:gd name="csY29" fmla="*/ 276906 h 474569"/>
                <a:gd name="csX30" fmla="*/ 125531 w 438046"/>
                <a:gd name="csY30" fmla="*/ 228226 h 474569"/>
                <a:gd name="csX31" fmla="*/ 128516 w 438046"/>
                <a:gd name="csY31" fmla="*/ 218872 h 474569"/>
                <a:gd name="csX32" fmla="*/ 122054 w 438046"/>
                <a:gd name="csY32" fmla="*/ 216563 h 474569"/>
                <a:gd name="csX33" fmla="*/ 112602 w 438046"/>
                <a:gd name="csY33" fmla="*/ 211354 h 474569"/>
                <a:gd name="csX34" fmla="*/ 97827 w 438046"/>
                <a:gd name="csY34" fmla="*/ 212411 h 474569"/>
                <a:gd name="csX35" fmla="*/ 87566 w 438046"/>
                <a:gd name="csY35" fmla="*/ 216588 h 474569"/>
                <a:gd name="csX36" fmla="*/ 80430 w 438046"/>
                <a:gd name="csY36" fmla="*/ 211038 h 474569"/>
                <a:gd name="csX37" fmla="*/ 79784 w 438046"/>
                <a:gd name="csY37" fmla="*/ 198453 h 474569"/>
                <a:gd name="csX38" fmla="*/ 82015 w 438046"/>
                <a:gd name="csY38" fmla="*/ 188949 h 474569"/>
                <a:gd name="csX39" fmla="*/ 89966 w 438046"/>
                <a:gd name="csY39" fmla="*/ 185629 h 474569"/>
                <a:gd name="csX40" fmla="*/ 87641 w 438046"/>
                <a:gd name="csY40" fmla="*/ 169636 h 474569"/>
                <a:gd name="csX41" fmla="*/ 79292 w 438046"/>
                <a:gd name="csY41" fmla="*/ 156728 h 474569"/>
                <a:gd name="csX42" fmla="*/ 72462 w 438046"/>
                <a:gd name="csY42" fmla="*/ 148956 h 474569"/>
                <a:gd name="csX43" fmla="*/ 56524 w 438046"/>
                <a:gd name="csY43" fmla="*/ 163920 h 474569"/>
                <a:gd name="csX44" fmla="*/ 52658 w 438046"/>
                <a:gd name="csY44" fmla="*/ 164900 h 474569"/>
                <a:gd name="csX45" fmla="*/ 39697 w 438046"/>
                <a:gd name="csY45" fmla="*/ 168628 h 474569"/>
                <a:gd name="csX46" fmla="*/ 26748 w 438046"/>
                <a:gd name="csY46" fmla="*/ 181448 h 474569"/>
                <a:gd name="csX47" fmla="*/ 16403 w 438046"/>
                <a:gd name="csY47" fmla="*/ 190289 h 474569"/>
                <a:gd name="csX48" fmla="*/ 7343 w 438046"/>
                <a:gd name="csY48" fmla="*/ 186486 h 474569"/>
                <a:gd name="csX49" fmla="*/ 9965 w 438046"/>
                <a:gd name="csY49" fmla="*/ 170925 h 474569"/>
                <a:gd name="csX50" fmla="*/ 15158 w 438046"/>
                <a:gd name="csY50" fmla="*/ 162124 h 474569"/>
                <a:gd name="csX51" fmla="*/ 9381 w 438046"/>
                <a:gd name="csY51" fmla="*/ 159801 h 474569"/>
                <a:gd name="csX52" fmla="*/ 7807 w 438046"/>
                <a:gd name="csY52" fmla="*/ 157314 h 474569"/>
                <a:gd name="csX53" fmla="*/ 15681 w 438046"/>
                <a:gd name="csY53" fmla="*/ 151621 h 474569"/>
                <a:gd name="csX54" fmla="*/ 24691 w 438046"/>
                <a:gd name="csY54" fmla="*/ 148948 h 474569"/>
                <a:gd name="csX55" fmla="*/ 33291 w 438046"/>
                <a:gd name="csY55" fmla="*/ 142643 h 474569"/>
                <a:gd name="csX56" fmla="*/ 36252 w 438046"/>
                <a:gd name="csY56" fmla="*/ 130243 h 474569"/>
                <a:gd name="csX57" fmla="*/ 35959 w 438046"/>
                <a:gd name="csY57" fmla="*/ 119824 h 474569"/>
                <a:gd name="csX58" fmla="*/ 30417 w 438046"/>
                <a:gd name="csY58" fmla="*/ 117319 h 474569"/>
                <a:gd name="csX59" fmla="*/ 28128 w 438046"/>
                <a:gd name="csY59" fmla="*/ 114535 h 474569"/>
                <a:gd name="csX60" fmla="*/ 22780 w 438046"/>
                <a:gd name="csY60" fmla="*/ 112034 h 474569"/>
                <a:gd name="csX61" fmla="*/ 9335 w 438046"/>
                <a:gd name="csY61" fmla="*/ 100263 h 474569"/>
                <a:gd name="csX62" fmla="*/ 5316 w 438046"/>
                <a:gd name="csY62" fmla="*/ 85099 h 474569"/>
                <a:gd name="csX63" fmla="*/ 0 w 438046"/>
                <a:gd name="csY63" fmla="*/ 74899 h 474569"/>
                <a:gd name="csX64" fmla="*/ 5230 w 438046"/>
                <a:gd name="csY64" fmla="*/ 68250 h 474569"/>
                <a:gd name="csX65" fmla="*/ 8777 w 438046"/>
                <a:gd name="csY65" fmla="*/ 53938 h 474569"/>
                <a:gd name="csX66" fmla="*/ 11157 w 438046"/>
                <a:gd name="csY66" fmla="*/ 40474 h 474569"/>
                <a:gd name="csX67" fmla="*/ 15221 w 438046"/>
                <a:gd name="csY67" fmla="*/ 30361 h 474569"/>
                <a:gd name="csX68" fmla="*/ 19093 w 438046"/>
                <a:gd name="csY68" fmla="*/ 24563 h 474569"/>
                <a:gd name="csX69" fmla="*/ 13331 w 438046"/>
                <a:gd name="csY69" fmla="*/ 11391 h 474569"/>
                <a:gd name="csX70" fmla="*/ 15610 w 438046"/>
                <a:gd name="csY70" fmla="*/ 4739 h 474569"/>
                <a:gd name="csX71" fmla="*/ 24152 w 438046"/>
                <a:gd name="csY71" fmla="*/ 2431 h 474569"/>
                <a:gd name="csX72" fmla="*/ 42643 w 438046"/>
                <a:gd name="csY72" fmla="*/ 10008 h 474569"/>
                <a:gd name="csX73" fmla="*/ 58021 w 438046"/>
                <a:gd name="csY73" fmla="*/ 20333 h 474569"/>
                <a:gd name="csX74" fmla="*/ 76259 w 438046"/>
                <a:gd name="csY74" fmla="*/ 58909 h 474569"/>
                <a:gd name="csX75" fmla="*/ 87417 w 438046"/>
                <a:gd name="csY75" fmla="*/ 80908 h 474569"/>
                <a:gd name="csX76" fmla="*/ 99122 w 438046"/>
                <a:gd name="csY76" fmla="*/ 102996 h 474569"/>
                <a:gd name="csX77" fmla="*/ 103913 w 438046"/>
                <a:gd name="csY77" fmla="*/ 110684 h 474569"/>
                <a:gd name="csX78" fmla="*/ 102362 w 438046"/>
                <a:gd name="csY78" fmla="*/ 90033 h 474569"/>
                <a:gd name="csX79" fmla="*/ 92203 w 438046"/>
                <a:gd name="csY79" fmla="*/ 66799 h 474569"/>
                <a:gd name="csX80" fmla="*/ 83568 w 438046"/>
                <a:gd name="csY80" fmla="*/ 60346 h 474569"/>
                <a:gd name="csX81" fmla="*/ 86838 w 438046"/>
                <a:gd name="csY81" fmla="*/ 69381 h 474569"/>
                <a:gd name="csX82" fmla="*/ 85111 w 438046"/>
                <a:gd name="csY82" fmla="*/ 70354 h 474569"/>
                <a:gd name="csX83" fmla="*/ 81250 w 438046"/>
                <a:gd name="csY83" fmla="*/ 58738 h 474569"/>
                <a:gd name="csX84" fmla="*/ 73693 w 438046"/>
                <a:gd name="csY84" fmla="*/ 39979 h 474569"/>
                <a:gd name="csX85" fmla="*/ 66850 w 438046"/>
                <a:gd name="csY85" fmla="*/ 27201 h 474569"/>
                <a:gd name="csX86" fmla="*/ 80920 w 438046"/>
                <a:gd name="csY86" fmla="*/ 44489 h 474569"/>
                <a:gd name="csX87" fmla="*/ 99162 w 438046"/>
                <a:gd name="csY87" fmla="*/ 64586 h 474569"/>
                <a:gd name="csX88" fmla="*/ 107565 w 438046"/>
                <a:gd name="csY88" fmla="*/ 86419 h 474569"/>
                <a:gd name="csX89" fmla="*/ 116108 w 438046"/>
                <a:gd name="csY89" fmla="*/ 138203 h 474569"/>
                <a:gd name="csX90" fmla="*/ 121060 w 438046"/>
                <a:gd name="csY90" fmla="*/ 151411 h 474569"/>
                <a:gd name="csX91" fmla="*/ 135828 w 438046"/>
                <a:gd name="csY91" fmla="*/ 169580 h 474569"/>
                <a:gd name="csX92" fmla="*/ 173747 w 438046"/>
                <a:gd name="csY92" fmla="*/ 217637 h 474569"/>
                <a:gd name="csX93" fmla="*/ 186052 w 438046"/>
                <a:gd name="csY93" fmla="*/ 237240 h 474569"/>
                <a:gd name="csX94" fmla="*/ 192809 w 438046"/>
                <a:gd name="csY94" fmla="*/ 259193 h 474569"/>
                <a:gd name="csX95" fmla="*/ 202887 w 438046"/>
                <a:gd name="csY95" fmla="*/ 280570 h 474569"/>
                <a:gd name="csX96" fmla="*/ 215434 w 438046"/>
                <a:gd name="csY96" fmla="*/ 294429 h 474569"/>
                <a:gd name="csX97" fmla="*/ 223898 w 438046"/>
                <a:gd name="csY97" fmla="*/ 302869 h 474569"/>
                <a:gd name="csX98" fmla="*/ 231639 w 438046"/>
                <a:gd name="csY98" fmla="*/ 310848 h 474569"/>
                <a:gd name="csX99" fmla="*/ 241066 w 438046"/>
                <a:gd name="csY99" fmla="*/ 319770 h 474569"/>
                <a:gd name="csX100" fmla="*/ 242388 w 438046"/>
                <a:gd name="csY100" fmla="*/ 323654 h 474569"/>
                <a:gd name="csX101" fmla="*/ 237225 w 438046"/>
                <a:gd name="csY101" fmla="*/ 324770 h 474569"/>
                <a:gd name="csX102" fmla="*/ 239807 w 438046"/>
                <a:gd name="csY102" fmla="*/ 327526 h 474569"/>
                <a:gd name="csX103" fmla="*/ 241743 w 438046"/>
                <a:gd name="csY103" fmla="*/ 330724 h 474569"/>
                <a:gd name="csX104" fmla="*/ 248333 w 438046"/>
                <a:gd name="csY104" fmla="*/ 333103 h 474569"/>
                <a:gd name="csX105" fmla="*/ 259724 w 438046"/>
                <a:gd name="csY105" fmla="*/ 335713 h 474569"/>
                <a:gd name="csX106" fmla="*/ 262612 w 438046"/>
                <a:gd name="csY106" fmla="*/ 335270 h 474569"/>
                <a:gd name="csX107" fmla="*/ 255739 w 438046"/>
                <a:gd name="csY107" fmla="*/ 330573 h 474569"/>
                <a:gd name="csX108" fmla="*/ 250133 w 438046"/>
                <a:gd name="csY108" fmla="*/ 327461 h 474569"/>
                <a:gd name="csX109" fmla="*/ 260301 w 438046"/>
                <a:gd name="csY109" fmla="*/ 328761 h 474569"/>
                <a:gd name="csX110" fmla="*/ 284960 w 438046"/>
                <a:gd name="csY110" fmla="*/ 330853 h 474569"/>
                <a:gd name="csX111" fmla="*/ 308115 w 438046"/>
                <a:gd name="csY111" fmla="*/ 337754 h 474569"/>
                <a:gd name="csX112" fmla="*/ 325378 w 438046"/>
                <a:gd name="csY112" fmla="*/ 347910 h 474569"/>
                <a:gd name="csX113" fmla="*/ 336932 w 438046"/>
                <a:gd name="csY113" fmla="*/ 355594 h 474569"/>
                <a:gd name="csX114" fmla="*/ 342564 w 438046"/>
                <a:gd name="csY114" fmla="*/ 364198 h 474569"/>
                <a:gd name="csX115" fmla="*/ 343743 w 438046"/>
                <a:gd name="csY115" fmla="*/ 371080 h 474569"/>
                <a:gd name="csX116" fmla="*/ 344358 w 438046"/>
                <a:gd name="csY116" fmla="*/ 373363 h 474569"/>
                <a:gd name="csX117" fmla="*/ 350269 w 438046"/>
                <a:gd name="csY117" fmla="*/ 376862 h 474569"/>
                <a:gd name="csX118" fmla="*/ 372627 w 438046"/>
                <a:gd name="csY118" fmla="*/ 380540 h 474569"/>
                <a:gd name="csX119" fmla="*/ 391189 w 438046"/>
                <a:gd name="csY119" fmla="*/ 378801 h 474569"/>
                <a:gd name="csX120" fmla="*/ 394232 w 438046"/>
                <a:gd name="csY120" fmla="*/ 388958 h 474569"/>
                <a:gd name="csX121" fmla="*/ 397318 w 438046"/>
                <a:gd name="csY121" fmla="*/ 403978 h 474569"/>
                <a:gd name="csX122" fmla="*/ 409224 w 438046"/>
                <a:gd name="csY122" fmla="*/ 419167 h 474569"/>
                <a:gd name="csX123" fmla="*/ 434929 w 438046"/>
                <a:gd name="csY123" fmla="*/ 450207 h 474569"/>
                <a:gd name="csX124" fmla="*/ 429332 w 438046"/>
                <a:gd name="csY124" fmla="*/ 469288 h 474569"/>
                <a:gd name="csX125" fmla="*/ 376412 w 438046"/>
                <a:gd name="csY125" fmla="*/ 474534 h 474569"/>
                <a:gd name="csX126" fmla="*/ 332739 w 438046"/>
                <a:gd name="csY126" fmla="*/ 469202 h 47456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438046" h="474569">
                  <a:moveTo>
                    <a:pt x="332739" y="469202"/>
                  </a:moveTo>
                  <a:cubicBezTo>
                    <a:pt x="332739" y="465869"/>
                    <a:pt x="329807" y="462843"/>
                    <a:pt x="324349" y="460541"/>
                  </a:cubicBezTo>
                  <a:cubicBezTo>
                    <a:pt x="319735" y="458594"/>
                    <a:pt x="311907" y="452795"/>
                    <a:pt x="306954" y="447652"/>
                  </a:cubicBezTo>
                  <a:cubicBezTo>
                    <a:pt x="299888" y="440316"/>
                    <a:pt x="298719" y="437828"/>
                    <a:pt x="301522" y="436095"/>
                  </a:cubicBezTo>
                  <a:cubicBezTo>
                    <a:pt x="305823" y="433437"/>
                    <a:pt x="303408" y="425621"/>
                    <a:pt x="298287" y="425621"/>
                  </a:cubicBezTo>
                  <a:cubicBezTo>
                    <a:pt x="296286" y="425621"/>
                    <a:pt x="293203" y="427364"/>
                    <a:pt x="291436" y="429493"/>
                  </a:cubicBezTo>
                  <a:cubicBezTo>
                    <a:pt x="289668" y="431623"/>
                    <a:pt x="286395" y="433365"/>
                    <a:pt x="284162" y="433365"/>
                  </a:cubicBezTo>
                  <a:cubicBezTo>
                    <a:pt x="281929" y="433365"/>
                    <a:pt x="276987" y="436349"/>
                    <a:pt x="273181" y="439996"/>
                  </a:cubicBezTo>
                  <a:cubicBezTo>
                    <a:pt x="256469" y="456007"/>
                    <a:pt x="233183" y="434749"/>
                    <a:pt x="246542" y="415677"/>
                  </a:cubicBezTo>
                  <a:cubicBezTo>
                    <a:pt x="250094" y="410606"/>
                    <a:pt x="250239" y="408115"/>
                    <a:pt x="247543" y="398488"/>
                  </a:cubicBezTo>
                  <a:cubicBezTo>
                    <a:pt x="243936" y="385603"/>
                    <a:pt x="241942" y="384354"/>
                    <a:pt x="227242" y="385770"/>
                  </a:cubicBezTo>
                  <a:cubicBezTo>
                    <a:pt x="221295" y="386343"/>
                    <a:pt x="216574" y="385678"/>
                    <a:pt x="216574" y="384267"/>
                  </a:cubicBezTo>
                  <a:cubicBezTo>
                    <a:pt x="216574" y="382875"/>
                    <a:pt x="214251" y="381736"/>
                    <a:pt x="211411" y="381736"/>
                  </a:cubicBezTo>
                  <a:cubicBezTo>
                    <a:pt x="208543" y="381736"/>
                    <a:pt x="206248" y="380015"/>
                    <a:pt x="206248" y="377864"/>
                  </a:cubicBezTo>
                  <a:cubicBezTo>
                    <a:pt x="206248" y="375735"/>
                    <a:pt x="203925" y="371669"/>
                    <a:pt x="201085" y="368829"/>
                  </a:cubicBezTo>
                  <a:cubicBezTo>
                    <a:pt x="198245" y="365990"/>
                    <a:pt x="195885" y="362214"/>
                    <a:pt x="195840" y="360439"/>
                  </a:cubicBezTo>
                  <a:cubicBezTo>
                    <a:pt x="195695" y="354744"/>
                    <a:pt x="189552" y="348821"/>
                    <a:pt x="179383" y="344572"/>
                  </a:cubicBezTo>
                  <a:cubicBezTo>
                    <a:pt x="165908" y="338942"/>
                    <a:pt x="164292" y="339301"/>
                    <a:pt x="166056" y="347532"/>
                  </a:cubicBezTo>
                  <a:cubicBezTo>
                    <a:pt x="167087" y="352339"/>
                    <a:pt x="165818" y="357500"/>
                    <a:pt x="162127" y="363514"/>
                  </a:cubicBezTo>
                  <a:lnTo>
                    <a:pt x="156676" y="372397"/>
                  </a:lnTo>
                  <a:lnTo>
                    <a:pt x="152333" y="366640"/>
                  </a:lnTo>
                  <a:cubicBezTo>
                    <a:pt x="148166" y="361115"/>
                    <a:pt x="147605" y="361043"/>
                    <a:pt x="138487" y="364853"/>
                  </a:cubicBezTo>
                  <a:cubicBezTo>
                    <a:pt x="129534" y="368594"/>
                    <a:pt x="128828" y="368535"/>
                    <a:pt x="126312" y="363833"/>
                  </a:cubicBezTo>
                  <a:cubicBezTo>
                    <a:pt x="124843" y="361088"/>
                    <a:pt x="123641" y="357116"/>
                    <a:pt x="123641" y="355006"/>
                  </a:cubicBezTo>
                  <a:cubicBezTo>
                    <a:pt x="123641" y="352823"/>
                    <a:pt x="120228" y="350420"/>
                    <a:pt x="115723" y="349430"/>
                  </a:cubicBezTo>
                  <a:cubicBezTo>
                    <a:pt x="105375" y="347157"/>
                    <a:pt x="103846" y="342362"/>
                    <a:pt x="110493" y="333027"/>
                  </a:cubicBezTo>
                  <a:cubicBezTo>
                    <a:pt x="113465" y="328853"/>
                    <a:pt x="115897" y="321952"/>
                    <a:pt x="115897" y="317692"/>
                  </a:cubicBezTo>
                  <a:cubicBezTo>
                    <a:pt x="115897" y="310844"/>
                    <a:pt x="117170" y="309543"/>
                    <a:pt x="126868" y="306474"/>
                  </a:cubicBezTo>
                  <a:cubicBezTo>
                    <a:pt x="141640" y="301799"/>
                    <a:pt x="142221" y="293818"/>
                    <a:pt x="128005" y="290864"/>
                  </a:cubicBezTo>
                  <a:cubicBezTo>
                    <a:pt x="113703" y="287893"/>
                    <a:pt x="108950" y="284662"/>
                    <a:pt x="107467" y="276906"/>
                  </a:cubicBezTo>
                  <a:cubicBezTo>
                    <a:pt x="105739" y="267867"/>
                    <a:pt x="117059" y="237363"/>
                    <a:pt x="125531" y="228226"/>
                  </a:cubicBezTo>
                  <a:cubicBezTo>
                    <a:pt x="130828" y="222513"/>
                    <a:pt x="131406" y="220702"/>
                    <a:pt x="128516" y="218872"/>
                  </a:cubicBezTo>
                  <a:cubicBezTo>
                    <a:pt x="126545" y="217624"/>
                    <a:pt x="123637" y="216585"/>
                    <a:pt x="122054" y="216563"/>
                  </a:cubicBezTo>
                  <a:cubicBezTo>
                    <a:pt x="120470" y="216541"/>
                    <a:pt x="116217" y="214197"/>
                    <a:pt x="112602" y="211354"/>
                  </a:cubicBezTo>
                  <a:cubicBezTo>
                    <a:pt x="105961" y="206129"/>
                    <a:pt x="97827" y="206711"/>
                    <a:pt x="97827" y="212411"/>
                  </a:cubicBezTo>
                  <a:cubicBezTo>
                    <a:pt x="97827" y="219059"/>
                    <a:pt x="92291" y="221313"/>
                    <a:pt x="87566" y="216588"/>
                  </a:cubicBezTo>
                  <a:cubicBezTo>
                    <a:pt x="85046" y="214068"/>
                    <a:pt x="81835" y="211570"/>
                    <a:pt x="80430" y="211038"/>
                  </a:cubicBezTo>
                  <a:cubicBezTo>
                    <a:pt x="78870" y="210447"/>
                    <a:pt x="78619" y="205549"/>
                    <a:pt x="79784" y="198453"/>
                  </a:cubicBezTo>
                  <a:cubicBezTo>
                    <a:pt x="80834" y="192064"/>
                    <a:pt x="81838" y="187787"/>
                    <a:pt x="82015" y="188949"/>
                  </a:cubicBezTo>
                  <a:cubicBezTo>
                    <a:pt x="82193" y="190110"/>
                    <a:pt x="85771" y="188616"/>
                    <a:pt x="89966" y="185629"/>
                  </a:cubicBezTo>
                  <a:cubicBezTo>
                    <a:pt x="98750" y="179374"/>
                    <a:pt x="98211" y="175668"/>
                    <a:pt x="87641" y="169636"/>
                  </a:cubicBezTo>
                  <a:cubicBezTo>
                    <a:pt x="82102" y="166474"/>
                    <a:pt x="79900" y="163069"/>
                    <a:pt x="79292" y="156728"/>
                  </a:cubicBezTo>
                  <a:cubicBezTo>
                    <a:pt x="78587" y="149374"/>
                    <a:pt x="77588" y="148238"/>
                    <a:pt x="72462" y="148956"/>
                  </a:cubicBezTo>
                  <a:cubicBezTo>
                    <a:pt x="65224" y="149970"/>
                    <a:pt x="56524" y="158137"/>
                    <a:pt x="56524" y="163920"/>
                  </a:cubicBezTo>
                  <a:cubicBezTo>
                    <a:pt x="56524" y="167347"/>
                    <a:pt x="55821" y="167525"/>
                    <a:pt x="52658" y="164900"/>
                  </a:cubicBezTo>
                  <a:cubicBezTo>
                    <a:pt x="49486" y="162267"/>
                    <a:pt x="47159" y="162936"/>
                    <a:pt x="39697" y="168628"/>
                  </a:cubicBezTo>
                  <a:cubicBezTo>
                    <a:pt x="34695" y="172443"/>
                    <a:pt x="28868" y="178212"/>
                    <a:pt x="26748" y="181448"/>
                  </a:cubicBezTo>
                  <a:cubicBezTo>
                    <a:pt x="24627" y="184684"/>
                    <a:pt x="19972" y="188663"/>
                    <a:pt x="16403" y="190289"/>
                  </a:cubicBezTo>
                  <a:cubicBezTo>
                    <a:pt x="10541" y="192960"/>
                    <a:pt x="9664" y="192592"/>
                    <a:pt x="7343" y="186486"/>
                  </a:cubicBezTo>
                  <a:cubicBezTo>
                    <a:pt x="5309" y="181137"/>
                    <a:pt x="5857" y="177888"/>
                    <a:pt x="9965" y="170925"/>
                  </a:cubicBezTo>
                  <a:lnTo>
                    <a:pt x="15158" y="162124"/>
                  </a:lnTo>
                  <a:lnTo>
                    <a:pt x="9381" y="159801"/>
                  </a:lnTo>
                  <a:cubicBezTo>
                    <a:pt x="5449" y="158219"/>
                    <a:pt x="4946" y="157425"/>
                    <a:pt x="7807" y="157314"/>
                  </a:cubicBezTo>
                  <a:cubicBezTo>
                    <a:pt x="10118" y="157224"/>
                    <a:pt x="13662" y="154662"/>
                    <a:pt x="15681" y="151621"/>
                  </a:cubicBezTo>
                  <a:cubicBezTo>
                    <a:pt x="18731" y="147026"/>
                    <a:pt x="20256" y="146574"/>
                    <a:pt x="24691" y="148948"/>
                  </a:cubicBezTo>
                  <a:cubicBezTo>
                    <a:pt x="31018" y="152334"/>
                    <a:pt x="33291" y="150668"/>
                    <a:pt x="33291" y="142643"/>
                  </a:cubicBezTo>
                  <a:cubicBezTo>
                    <a:pt x="33291" y="139397"/>
                    <a:pt x="34623" y="133817"/>
                    <a:pt x="36252" y="130243"/>
                  </a:cubicBezTo>
                  <a:cubicBezTo>
                    <a:pt x="38533" y="125236"/>
                    <a:pt x="38466" y="122844"/>
                    <a:pt x="35959" y="119824"/>
                  </a:cubicBezTo>
                  <a:cubicBezTo>
                    <a:pt x="34170" y="117668"/>
                    <a:pt x="31676" y="116540"/>
                    <a:pt x="30417" y="117319"/>
                  </a:cubicBezTo>
                  <a:cubicBezTo>
                    <a:pt x="29158" y="118097"/>
                    <a:pt x="28128" y="116844"/>
                    <a:pt x="28128" y="114535"/>
                  </a:cubicBezTo>
                  <a:cubicBezTo>
                    <a:pt x="28128" y="111463"/>
                    <a:pt x="26693" y="110792"/>
                    <a:pt x="22780" y="112034"/>
                  </a:cubicBezTo>
                  <a:cubicBezTo>
                    <a:pt x="15848" y="114234"/>
                    <a:pt x="7575" y="106991"/>
                    <a:pt x="9335" y="100263"/>
                  </a:cubicBezTo>
                  <a:cubicBezTo>
                    <a:pt x="10049" y="97533"/>
                    <a:pt x="8241" y="90709"/>
                    <a:pt x="5316" y="85099"/>
                  </a:cubicBezTo>
                  <a:lnTo>
                    <a:pt x="0" y="74899"/>
                  </a:lnTo>
                  <a:lnTo>
                    <a:pt x="5230" y="68250"/>
                  </a:lnTo>
                  <a:cubicBezTo>
                    <a:pt x="9068" y="63371"/>
                    <a:pt x="10012" y="59562"/>
                    <a:pt x="8777" y="53938"/>
                  </a:cubicBezTo>
                  <a:cubicBezTo>
                    <a:pt x="7655" y="48830"/>
                    <a:pt x="8449" y="44342"/>
                    <a:pt x="11157" y="40474"/>
                  </a:cubicBezTo>
                  <a:cubicBezTo>
                    <a:pt x="13392" y="37284"/>
                    <a:pt x="15221" y="32733"/>
                    <a:pt x="15221" y="30361"/>
                  </a:cubicBezTo>
                  <a:cubicBezTo>
                    <a:pt x="15221" y="27989"/>
                    <a:pt x="16963" y="25380"/>
                    <a:pt x="19093" y="24563"/>
                  </a:cubicBezTo>
                  <a:cubicBezTo>
                    <a:pt x="25297" y="22182"/>
                    <a:pt x="23642" y="18398"/>
                    <a:pt x="13331" y="11391"/>
                  </a:cubicBezTo>
                  <a:cubicBezTo>
                    <a:pt x="3467" y="4689"/>
                    <a:pt x="3713" y="3972"/>
                    <a:pt x="15610" y="4739"/>
                  </a:cubicBezTo>
                  <a:cubicBezTo>
                    <a:pt x="19374" y="4981"/>
                    <a:pt x="23217" y="3943"/>
                    <a:pt x="24152" y="2431"/>
                  </a:cubicBezTo>
                  <a:cubicBezTo>
                    <a:pt x="26872" y="-1970"/>
                    <a:pt x="29405" y="-932"/>
                    <a:pt x="42643" y="10008"/>
                  </a:cubicBezTo>
                  <a:cubicBezTo>
                    <a:pt x="49515" y="15687"/>
                    <a:pt x="56436" y="20333"/>
                    <a:pt x="58021" y="20333"/>
                  </a:cubicBezTo>
                  <a:cubicBezTo>
                    <a:pt x="61009" y="20333"/>
                    <a:pt x="65792" y="30450"/>
                    <a:pt x="76259" y="58909"/>
                  </a:cubicBezTo>
                  <a:cubicBezTo>
                    <a:pt x="79624" y="68058"/>
                    <a:pt x="84645" y="77957"/>
                    <a:pt x="87417" y="80908"/>
                  </a:cubicBezTo>
                  <a:cubicBezTo>
                    <a:pt x="90189" y="83859"/>
                    <a:pt x="95457" y="93799"/>
                    <a:pt x="99122" y="102996"/>
                  </a:cubicBezTo>
                  <a:cubicBezTo>
                    <a:pt x="103054" y="112863"/>
                    <a:pt x="105019" y="116015"/>
                    <a:pt x="103913" y="110684"/>
                  </a:cubicBezTo>
                  <a:cubicBezTo>
                    <a:pt x="102883" y="105715"/>
                    <a:pt x="102185" y="96422"/>
                    <a:pt x="102362" y="90033"/>
                  </a:cubicBezTo>
                  <a:cubicBezTo>
                    <a:pt x="102644" y="79863"/>
                    <a:pt x="101378" y="76968"/>
                    <a:pt x="92203" y="66799"/>
                  </a:cubicBezTo>
                  <a:cubicBezTo>
                    <a:pt x="86438" y="60410"/>
                    <a:pt x="82553" y="57506"/>
                    <a:pt x="83568" y="60346"/>
                  </a:cubicBezTo>
                  <a:cubicBezTo>
                    <a:pt x="84584" y="63185"/>
                    <a:pt x="86055" y="67251"/>
                    <a:pt x="86838" y="69381"/>
                  </a:cubicBezTo>
                  <a:cubicBezTo>
                    <a:pt x="87916" y="72315"/>
                    <a:pt x="87498" y="72550"/>
                    <a:pt x="85111" y="70354"/>
                  </a:cubicBezTo>
                  <a:cubicBezTo>
                    <a:pt x="83379" y="68760"/>
                    <a:pt x="81641" y="63533"/>
                    <a:pt x="81250" y="58738"/>
                  </a:cubicBezTo>
                  <a:cubicBezTo>
                    <a:pt x="80858" y="53943"/>
                    <a:pt x="77457" y="45502"/>
                    <a:pt x="73693" y="39979"/>
                  </a:cubicBezTo>
                  <a:cubicBezTo>
                    <a:pt x="69929" y="34457"/>
                    <a:pt x="66850" y="28707"/>
                    <a:pt x="66850" y="27201"/>
                  </a:cubicBezTo>
                  <a:cubicBezTo>
                    <a:pt x="66850" y="23517"/>
                    <a:pt x="69162" y="26358"/>
                    <a:pt x="80920" y="44489"/>
                  </a:cubicBezTo>
                  <a:cubicBezTo>
                    <a:pt x="86314" y="52805"/>
                    <a:pt x="94522" y="61849"/>
                    <a:pt x="99162" y="64586"/>
                  </a:cubicBezTo>
                  <a:cubicBezTo>
                    <a:pt x="108835" y="70294"/>
                    <a:pt x="111618" y="77524"/>
                    <a:pt x="107565" y="86419"/>
                  </a:cubicBezTo>
                  <a:cubicBezTo>
                    <a:pt x="104001" y="94242"/>
                    <a:pt x="108931" y="124125"/>
                    <a:pt x="116108" y="138203"/>
                  </a:cubicBezTo>
                  <a:cubicBezTo>
                    <a:pt x="118832" y="143545"/>
                    <a:pt x="121060" y="149489"/>
                    <a:pt x="121060" y="151411"/>
                  </a:cubicBezTo>
                  <a:cubicBezTo>
                    <a:pt x="121060" y="153333"/>
                    <a:pt x="127706" y="161509"/>
                    <a:pt x="135828" y="169580"/>
                  </a:cubicBezTo>
                  <a:cubicBezTo>
                    <a:pt x="153391" y="187033"/>
                    <a:pt x="164572" y="201203"/>
                    <a:pt x="173747" y="217637"/>
                  </a:cubicBezTo>
                  <a:cubicBezTo>
                    <a:pt x="177457" y="224283"/>
                    <a:pt x="182994" y="233104"/>
                    <a:pt x="186052" y="237240"/>
                  </a:cubicBezTo>
                  <a:cubicBezTo>
                    <a:pt x="189610" y="242051"/>
                    <a:pt x="192043" y="249958"/>
                    <a:pt x="192809" y="259193"/>
                  </a:cubicBezTo>
                  <a:cubicBezTo>
                    <a:pt x="193864" y="271919"/>
                    <a:pt x="195056" y="274447"/>
                    <a:pt x="202887" y="280570"/>
                  </a:cubicBezTo>
                  <a:cubicBezTo>
                    <a:pt x="207772" y="284389"/>
                    <a:pt x="213418" y="290626"/>
                    <a:pt x="215434" y="294429"/>
                  </a:cubicBezTo>
                  <a:cubicBezTo>
                    <a:pt x="217449" y="298233"/>
                    <a:pt x="221258" y="302031"/>
                    <a:pt x="223898" y="302869"/>
                  </a:cubicBezTo>
                  <a:cubicBezTo>
                    <a:pt x="226538" y="303707"/>
                    <a:pt x="230021" y="307297"/>
                    <a:pt x="231639" y="310848"/>
                  </a:cubicBezTo>
                  <a:cubicBezTo>
                    <a:pt x="233257" y="314399"/>
                    <a:pt x="237499" y="318413"/>
                    <a:pt x="241066" y="319770"/>
                  </a:cubicBezTo>
                  <a:cubicBezTo>
                    <a:pt x="248737" y="322686"/>
                    <a:pt x="249875" y="326030"/>
                    <a:pt x="242388" y="323654"/>
                  </a:cubicBezTo>
                  <a:cubicBezTo>
                    <a:pt x="239427" y="322714"/>
                    <a:pt x="237225" y="323190"/>
                    <a:pt x="237225" y="324770"/>
                  </a:cubicBezTo>
                  <a:cubicBezTo>
                    <a:pt x="237225" y="326286"/>
                    <a:pt x="238387" y="327526"/>
                    <a:pt x="239807" y="327526"/>
                  </a:cubicBezTo>
                  <a:cubicBezTo>
                    <a:pt x="241227" y="327526"/>
                    <a:pt x="242098" y="328965"/>
                    <a:pt x="241743" y="330724"/>
                  </a:cubicBezTo>
                  <a:cubicBezTo>
                    <a:pt x="241323" y="332806"/>
                    <a:pt x="243624" y="333637"/>
                    <a:pt x="248333" y="333103"/>
                  </a:cubicBezTo>
                  <a:cubicBezTo>
                    <a:pt x="252313" y="332652"/>
                    <a:pt x="257439" y="333827"/>
                    <a:pt x="259724" y="335713"/>
                  </a:cubicBezTo>
                  <a:cubicBezTo>
                    <a:pt x="263236" y="338612"/>
                    <a:pt x="263683" y="338543"/>
                    <a:pt x="262612" y="335270"/>
                  </a:cubicBezTo>
                  <a:cubicBezTo>
                    <a:pt x="261915" y="333141"/>
                    <a:pt x="258822" y="331027"/>
                    <a:pt x="255739" y="330573"/>
                  </a:cubicBezTo>
                  <a:cubicBezTo>
                    <a:pt x="252655" y="330119"/>
                    <a:pt x="250133" y="328719"/>
                    <a:pt x="250133" y="327461"/>
                  </a:cubicBezTo>
                  <a:cubicBezTo>
                    <a:pt x="250133" y="326203"/>
                    <a:pt x="254708" y="326788"/>
                    <a:pt x="260301" y="328761"/>
                  </a:cubicBezTo>
                  <a:cubicBezTo>
                    <a:pt x="266891" y="331086"/>
                    <a:pt x="275567" y="331822"/>
                    <a:pt x="284960" y="330853"/>
                  </a:cubicBezTo>
                  <a:cubicBezTo>
                    <a:pt x="298714" y="329433"/>
                    <a:pt x="299892" y="329784"/>
                    <a:pt x="308115" y="337754"/>
                  </a:cubicBezTo>
                  <a:cubicBezTo>
                    <a:pt x="312880" y="342373"/>
                    <a:pt x="320648" y="346943"/>
                    <a:pt x="325378" y="347910"/>
                  </a:cubicBezTo>
                  <a:cubicBezTo>
                    <a:pt x="330622" y="348983"/>
                    <a:pt x="335130" y="351981"/>
                    <a:pt x="336932" y="355594"/>
                  </a:cubicBezTo>
                  <a:cubicBezTo>
                    <a:pt x="338556" y="358853"/>
                    <a:pt x="341091" y="362725"/>
                    <a:pt x="342564" y="364198"/>
                  </a:cubicBezTo>
                  <a:cubicBezTo>
                    <a:pt x="344037" y="365671"/>
                    <a:pt x="344568" y="368768"/>
                    <a:pt x="343743" y="371080"/>
                  </a:cubicBezTo>
                  <a:cubicBezTo>
                    <a:pt x="342917" y="373391"/>
                    <a:pt x="343194" y="374419"/>
                    <a:pt x="344358" y="373363"/>
                  </a:cubicBezTo>
                  <a:cubicBezTo>
                    <a:pt x="345522" y="372307"/>
                    <a:pt x="348182" y="373882"/>
                    <a:pt x="350269" y="376862"/>
                  </a:cubicBezTo>
                  <a:cubicBezTo>
                    <a:pt x="353742" y="381821"/>
                    <a:pt x="355637" y="382132"/>
                    <a:pt x="372627" y="380540"/>
                  </a:cubicBezTo>
                  <a:lnTo>
                    <a:pt x="391189" y="378801"/>
                  </a:lnTo>
                  <a:lnTo>
                    <a:pt x="394232" y="388958"/>
                  </a:lnTo>
                  <a:cubicBezTo>
                    <a:pt x="395906" y="394544"/>
                    <a:pt x="397295" y="401303"/>
                    <a:pt x="397318" y="403978"/>
                  </a:cubicBezTo>
                  <a:cubicBezTo>
                    <a:pt x="397342" y="406653"/>
                    <a:pt x="402699" y="413488"/>
                    <a:pt x="409224" y="419167"/>
                  </a:cubicBezTo>
                  <a:cubicBezTo>
                    <a:pt x="427997" y="435508"/>
                    <a:pt x="431130" y="439291"/>
                    <a:pt x="434929" y="450207"/>
                  </a:cubicBezTo>
                  <a:cubicBezTo>
                    <a:pt x="439665" y="463816"/>
                    <a:pt x="439887" y="463061"/>
                    <a:pt x="429332" y="469288"/>
                  </a:cubicBezTo>
                  <a:cubicBezTo>
                    <a:pt x="420856" y="474289"/>
                    <a:pt x="416443" y="474727"/>
                    <a:pt x="376412" y="474534"/>
                  </a:cubicBezTo>
                  <a:cubicBezTo>
                    <a:pt x="334645" y="474334"/>
                    <a:pt x="332739" y="474101"/>
                    <a:pt x="332739" y="469202"/>
                  </a:cubicBezTo>
                  <a:close/>
                </a:path>
              </a:pathLst>
            </a:custGeom>
            <a:solidFill>
              <a:srgbClr val="B9B9B9"/>
            </a:solidFill>
            <a:ln w="5163" cap="flat">
              <a:noFill/>
              <a:prstDash val="solid"/>
              <a:miter/>
            </a:ln>
          </p:spPr>
          <p:txBody>
            <a:bodyPr/>
            <a:lstStyle/>
            <a:p>
              <a:endParaRPr lang="es-419" noProof="0" dirty="0"/>
            </a:p>
          </p:txBody>
        </p:sp>
        <p:sp>
          <p:nvSpPr>
            <p:cNvPr id="77" name="Forma libre: forma 76">
              <a:extLst>
                <a:ext uri="{FF2B5EF4-FFF2-40B4-BE49-F238E27FC236}">
                  <a16:creationId xmlns:a16="http://schemas.microsoft.com/office/drawing/2014/main" id="{2128A6DC-3D6D-5C47-1866-810F0F83341D}"/>
                </a:ext>
              </a:extLst>
            </p:cNvPr>
            <p:cNvSpPr/>
            <p:nvPr/>
          </p:nvSpPr>
          <p:spPr>
            <a:xfrm>
              <a:off x="1730874" y="2149721"/>
              <a:ext cx="4491" cy="9472"/>
            </a:xfrm>
            <a:custGeom>
              <a:avLst/>
              <a:gdLst>
                <a:gd name="csX0" fmla="*/ 480 w 4491"/>
                <a:gd name="csY0" fmla="*/ 6821 h 9472"/>
                <a:gd name="csX1" fmla="*/ 1619 w 4491"/>
                <a:gd name="csY1" fmla="*/ 1142 h 9472"/>
                <a:gd name="csX2" fmla="*/ 4491 w 4491"/>
                <a:gd name="csY2" fmla="*/ 3948 h 9472"/>
                <a:gd name="csX3" fmla="*/ 480 w 4491"/>
                <a:gd name="csY3" fmla="*/ 6821 h 9472"/>
              </a:gdLst>
              <a:ahLst/>
              <a:cxnLst>
                <a:cxn ang="0">
                  <a:pos x="csX0" y="csY0"/>
                </a:cxn>
                <a:cxn ang="0">
                  <a:pos x="csX1" y="csY1"/>
                </a:cxn>
                <a:cxn ang="0">
                  <a:pos x="csX2" y="csY2"/>
                </a:cxn>
                <a:cxn ang="0">
                  <a:pos x="csX3" y="csY3"/>
                </a:cxn>
              </a:cxnLst>
              <a:rect l="l" t="t" r="r" b="b"/>
              <a:pathLst>
                <a:path w="4491" h="9472">
                  <a:moveTo>
                    <a:pt x="480" y="6821"/>
                  </a:moveTo>
                  <a:cubicBezTo>
                    <a:pt x="-474" y="5277"/>
                    <a:pt x="39" y="2722"/>
                    <a:pt x="1619" y="1142"/>
                  </a:cubicBezTo>
                  <a:cubicBezTo>
                    <a:pt x="3728" y="-968"/>
                    <a:pt x="4491" y="-222"/>
                    <a:pt x="4491" y="3948"/>
                  </a:cubicBezTo>
                  <a:cubicBezTo>
                    <a:pt x="4491" y="10181"/>
                    <a:pt x="3150" y="11141"/>
                    <a:pt x="480" y="6821"/>
                  </a:cubicBezTo>
                  <a:close/>
                </a:path>
              </a:pathLst>
            </a:custGeom>
            <a:solidFill>
              <a:srgbClr val="00C100"/>
            </a:solidFill>
            <a:ln w="5163" cap="flat">
              <a:noFill/>
              <a:prstDash val="solid"/>
              <a:miter/>
            </a:ln>
          </p:spPr>
          <p:txBody>
            <a:bodyPr/>
            <a:lstStyle/>
            <a:p>
              <a:endParaRPr lang="es-419" noProof="0" dirty="0"/>
            </a:p>
          </p:txBody>
        </p:sp>
      </p:grpSp>
      <p:grpSp>
        <p:nvGrpSpPr>
          <p:cNvPr id="78" name="Gráfico 39">
            <a:extLst>
              <a:ext uri="{FF2B5EF4-FFF2-40B4-BE49-F238E27FC236}">
                <a16:creationId xmlns:a16="http://schemas.microsoft.com/office/drawing/2014/main" id="{4C2DC8F9-1C34-1E01-943D-C5FCFA6AF304}"/>
              </a:ext>
            </a:extLst>
          </p:cNvPr>
          <p:cNvGrpSpPr/>
          <p:nvPr/>
        </p:nvGrpSpPr>
        <p:grpSpPr>
          <a:xfrm>
            <a:off x="2429776" y="2092540"/>
            <a:ext cx="224135" cy="371419"/>
            <a:chOff x="2429776" y="2092540"/>
            <a:chExt cx="224135" cy="371419"/>
          </a:xfrm>
          <a:solidFill>
            <a:srgbClr val="B9B9B9"/>
          </a:solidFill>
        </p:grpSpPr>
        <p:sp>
          <p:nvSpPr>
            <p:cNvPr id="79" name="Forma libre: forma 78">
              <a:extLst>
                <a:ext uri="{FF2B5EF4-FFF2-40B4-BE49-F238E27FC236}">
                  <a16:creationId xmlns:a16="http://schemas.microsoft.com/office/drawing/2014/main" id="{73DAFA45-67C5-2A43-6B6E-83EC54D510A8}"/>
                </a:ext>
              </a:extLst>
            </p:cNvPr>
            <p:cNvSpPr/>
            <p:nvPr/>
          </p:nvSpPr>
          <p:spPr>
            <a:xfrm>
              <a:off x="2429776" y="2092540"/>
              <a:ext cx="213820" cy="371419"/>
            </a:xfrm>
            <a:custGeom>
              <a:avLst/>
              <a:gdLst>
                <a:gd name="csX0" fmla="*/ 16950 w 213820"/>
                <a:gd name="csY0" fmla="*/ 360449 h 371419"/>
                <a:gd name="csX1" fmla="*/ 11453 w 213820"/>
                <a:gd name="csY1" fmla="*/ 297848 h 371419"/>
                <a:gd name="csX2" fmla="*/ 3696 w 213820"/>
                <a:gd name="csY2" fmla="*/ 222369 h 371419"/>
                <a:gd name="csX3" fmla="*/ 0 w 213820"/>
                <a:gd name="csY3" fmla="*/ 197274 h 371419"/>
                <a:gd name="csX4" fmla="*/ 19120 w 213820"/>
                <a:gd name="csY4" fmla="*/ 182403 h 371419"/>
                <a:gd name="csX5" fmla="*/ 138310 w 213820"/>
                <a:gd name="csY5" fmla="*/ 92657 h 371419"/>
                <a:gd name="csX6" fmla="*/ 152643 w 213820"/>
                <a:gd name="csY6" fmla="*/ 35441 h 371419"/>
                <a:gd name="csX7" fmla="*/ 150658 w 213820"/>
                <a:gd name="csY7" fmla="*/ 20853 h 371419"/>
                <a:gd name="csX8" fmla="*/ 160369 w 213820"/>
                <a:gd name="csY8" fmla="*/ 19300 h 371419"/>
                <a:gd name="csX9" fmla="*/ 171671 w 213820"/>
                <a:gd name="csY9" fmla="*/ 15173 h 371419"/>
                <a:gd name="csX10" fmla="*/ 158173 w 213820"/>
                <a:gd name="csY10" fmla="*/ 10308 h 371419"/>
                <a:gd name="csX11" fmla="*/ 132945 w 213820"/>
                <a:gd name="csY11" fmla="*/ 8975 h 371419"/>
                <a:gd name="csX12" fmla="*/ 120037 w 213820"/>
                <a:gd name="csY12" fmla="*/ 5453 h 371419"/>
                <a:gd name="csX13" fmla="*/ 136817 w 213820"/>
                <a:gd name="csY13" fmla="*/ 5689 h 371419"/>
                <a:gd name="csX14" fmla="*/ 168222 w 213820"/>
                <a:gd name="csY14" fmla="*/ 2321 h 371419"/>
                <a:gd name="csX15" fmla="*/ 193336 w 213820"/>
                <a:gd name="csY15" fmla="*/ 5657 h 371419"/>
                <a:gd name="csX16" fmla="*/ 207546 w 213820"/>
                <a:gd name="csY16" fmla="*/ 12598 h 371419"/>
                <a:gd name="csX17" fmla="*/ 213132 w 213820"/>
                <a:gd name="csY17" fmla="*/ 30004 h 371419"/>
                <a:gd name="csX18" fmla="*/ 187630 w 213820"/>
                <a:gd name="csY18" fmla="*/ 96831 h 371419"/>
                <a:gd name="csX19" fmla="*/ 176562 w 213820"/>
                <a:gd name="csY19" fmla="*/ 115211 h 371419"/>
                <a:gd name="csX20" fmla="*/ 172870 w 213820"/>
                <a:gd name="csY20" fmla="*/ 123601 h 371419"/>
                <a:gd name="csX21" fmla="*/ 166261 w 213820"/>
                <a:gd name="csY21" fmla="*/ 157642 h 371419"/>
                <a:gd name="csX22" fmla="*/ 166219 w 213820"/>
                <a:gd name="csY22" fmla="*/ 169421 h 371419"/>
                <a:gd name="csX23" fmla="*/ 156436 w 213820"/>
                <a:gd name="csY23" fmla="*/ 177166 h 371419"/>
                <a:gd name="csX24" fmla="*/ 152486 w 213820"/>
                <a:gd name="csY24" fmla="*/ 184910 h 371419"/>
                <a:gd name="csX25" fmla="*/ 149724 w 213820"/>
                <a:gd name="csY25" fmla="*/ 180392 h 371419"/>
                <a:gd name="csX26" fmla="*/ 150673 w 213820"/>
                <a:gd name="csY26" fmla="*/ 190434 h 371419"/>
                <a:gd name="csX27" fmla="*/ 157540 w 213820"/>
                <a:gd name="csY27" fmla="*/ 189342 h 371419"/>
                <a:gd name="csX28" fmla="*/ 164336 w 213820"/>
                <a:gd name="csY28" fmla="*/ 186648 h 371419"/>
                <a:gd name="csX29" fmla="*/ 167794 w 213820"/>
                <a:gd name="csY29" fmla="*/ 183969 h 371419"/>
                <a:gd name="csX30" fmla="*/ 171021 w 213820"/>
                <a:gd name="csY30" fmla="*/ 181048 h 371419"/>
                <a:gd name="csX31" fmla="*/ 159467 w 213820"/>
                <a:gd name="csY31" fmla="*/ 208029 h 371419"/>
                <a:gd name="csX32" fmla="*/ 153370 w 213820"/>
                <a:gd name="csY32" fmla="*/ 220699 h 371419"/>
                <a:gd name="csX33" fmla="*/ 158583 w 213820"/>
                <a:gd name="csY33" fmla="*/ 221050 h 371419"/>
                <a:gd name="csX34" fmla="*/ 167434 w 213820"/>
                <a:gd name="csY34" fmla="*/ 216533 h 371419"/>
                <a:gd name="csX35" fmla="*/ 167794 w 213820"/>
                <a:gd name="csY35" fmla="*/ 224277 h 371419"/>
                <a:gd name="csX36" fmla="*/ 162477 w 213820"/>
                <a:gd name="csY36" fmla="*/ 240411 h 371419"/>
                <a:gd name="csX37" fmla="*/ 159980 w 213820"/>
                <a:gd name="csY37" fmla="*/ 264290 h 371419"/>
                <a:gd name="csX38" fmla="*/ 154702 w 213820"/>
                <a:gd name="csY38" fmla="*/ 297848 h 371419"/>
                <a:gd name="csX39" fmla="*/ 147143 w 213820"/>
                <a:gd name="csY39" fmla="*/ 319016 h 371419"/>
                <a:gd name="csX40" fmla="*/ 144561 w 213820"/>
                <a:gd name="csY40" fmla="*/ 314628 h 371419"/>
                <a:gd name="csX41" fmla="*/ 142397 w 213820"/>
                <a:gd name="csY41" fmla="*/ 312692 h 371419"/>
                <a:gd name="csX42" fmla="*/ 133654 w 213820"/>
                <a:gd name="csY42" fmla="*/ 296518 h 371419"/>
                <a:gd name="csX43" fmla="*/ 127870 w 213820"/>
                <a:gd name="csY43" fmla="*/ 279915 h 371419"/>
                <a:gd name="csX44" fmla="*/ 129246 w 213820"/>
                <a:gd name="csY44" fmla="*/ 255255 h 371419"/>
                <a:gd name="csX45" fmla="*/ 125242 w 213820"/>
                <a:gd name="csY45" fmla="*/ 260285 h 371419"/>
                <a:gd name="csX46" fmla="*/ 118479 w 213820"/>
                <a:gd name="csY46" fmla="*/ 266956 h 371419"/>
                <a:gd name="csX47" fmla="*/ 115990 w 213820"/>
                <a:gd name="csY47" fmla="*/ 271823 h 371419"/>
                <a:gd name="csX48" fmla="*/ 103625 w 213820"/>
                <a:gd name="csY48" fmla="*/ 299151 h 371419"/>
                <a:gd name="csX49" fmla="*/ 93086 w 213820"/>
                <a:gd name="csY49" fmla="*/ 304140 h 371419"/>
                <a:gd name="csX50" fmla="*/ 86910 w 213820"/>
                <a:gd name="csY50" fmla="*/ 313522 h 371419"/>
                <a:gd name="csX51" fmla="*/ 79326 w 213820"/>
                <a:gd name="csY51" fmla="*/ 328399 h 371419"/>
                <a:gd name="csX52" fmla="*/ 69895 w 213820"/>
                <a:gd name="csY52" fmla="*/ 347747 h 371419"/>
                <a:gd name="csX53" fmla="*/ 51629 w 213820"/>
                <a:gd name="csY53" fmla="*/ 357222 h 371419"/>
                <a:gd name="csX54" fmla="*/ 36622 w 213820"/>
                <a:gd name="csY54" fmla="*/ 363051 h 371419"/>
                <a:gd name="csX55" fmla="*/ 27100 w 213820"/>
                <a:gd name="csY55" fmla="*/ 371420 h 371419"/>
                <a:gd name="csX56" fmla="*/ 16950 w 213820"/>
                <a:gd name="csY56" fmla="*/ 360449 h 3714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Lst>
              <a:rect l="l" t="t" r="r" b="b"/>
              <a:pathLst>
                <a:path w="213820" h="371419">
                  <a:moveTo>
                    <a:pt x="16950" y="360449"/>
                  </a:moveTo>
                  <a:cubicBezTo>
                    <a:pt x="16160" y="354414"/>
                    <a:pt x="13687" y="326244"/>
                    <a:pt x="11453" y="297848"/>
                  </a:cubicBezTo>
                  <a:cubicBezTo>
                    <a:pt x="9219" y="269452"/>
                    <a:pt x="5728" y="235487"/>
                    <a:pt x="3696" y="222369"/>
                  </a:cubicBezTo>
                  <a:cubicBezTo>
                    <a:pt x="1663" y="209251"/>
                    <a:pt x="0" y="197958"/>
                    <a:pt x="0" y="197274"/>
                  </a:cubicBezTo>
                  <a:cubicBezTo>
                    <a:pt x="0" y="196590"/>
                    <a:pt x="8604" y="189898"/>
                    <a:pt x="19120" y="182403"/>
                  </a:cubicBezTo>
                  <a:cubicBezTo>
                    <a:pt x="45138" y="163860"/>
                    <a:pt x="131668" y="98706"/>
                    <a:pt x="138310" y="92657"/>
                  </a:cubicBezTo>
                  <a:cubicBezTo>
                    <a:pt x="147047" y="84700"/>
                    <a:pt x="155017" y="52884"/>
                    <a:pt x="152643" y="35441"/>
                  </a:cubicBezTo>
                  <a:lnTo>
                    <a:pt x="150658" y="20853"/>
                  </a:lnTo>
                  <a:lnTo>
                    <a:pt x="160369" y="19300"/>
                  </a:lnTo>
                  <a:cubicBezTo>
                    <a:pt x="165710" y="18446"/>
                    <a:pt x="170796" y="16589"/>
                    <a:pt x="171671" y="15173"/>
                  </a:cubicBezTo>
                  <a:cubicBezTo>
                    <a:pt x="174939" y="9885"/>
                    <a:pt x="170188" y="8173"/>
                    <a:pt x="158173" y="10308"/>
                  </a:cubicBezTo>
                  <a:cubicBezTo>
                    <a:pt x="149606" y="11830"/>
                    <a:pt x="141919" y="11424"/>
                    <a:pt x="132945" y="8975"/>
                  </a:cubicBezTo>
                  <a:lnTo>
                    <a:pt x="120037" y="5453"/>
                  </a:lnTo>
                  <a:lnTo>
                    <a:pt x="136817" y="5689"/>
                  </a:lnTo>
                  <a:cubicBezTo>
                    <a:pt x="146045" y="5819"/>
                    <a:pt x="160178" y="4304"/>
                    <a:pt x="168222" y="2321"/>
                  </a:cubicBezTo>
                  <a:cubicBezTo>
                    <a:pt x="182583" y="-1218"/>
                    <a:pt x="183037" y="-1158"/>
                    <a:pt x="193336" y="5657"/>
                  </a:cubicBezTo>
                  <a:cubicBezTo>
                    <a:pt x="199104" y="9475"/>
                    <a:pt x="205499" y="12598"/>
                    <a:pt x="207546" y="12598"/>
                  </a:cubicBezTo>
                  <a:cubicBezTo>
                    <a:pt x="210236" y="12598"/>
                    <a:pt x="211785" y="17427"/>
                    <a:pt x="213132" y="30004"/>
                  </a:cubicBezTo>
                  <a:cubicBezTo>
                    <a:pt x="216062" y="57367"/>
                    <a:pt x="210014" y="73217"/>
                    <a:pt x="187630" y="96831"/>
                  </a:cubicBezTo>
                  <a:cubicBezTo>
                    <a:pt x="182422" y="102326"/>
                    <a:pt x="177441" y="110596"/>
                    <a:pt x="176562" y="115211"/>
                  </a:cubicBezTo>
                  <a:cubicBezTo>
                    <a:pt x="175683" y="119825"/>
                    <a:pt x="174022" y="123601"/>
                    <a:pt x="172870" y="123601"/>
                  </a:cubicBezTo>
                  <a:cubicBezTo>
                    <a:pt x="168512" y="123601"/>
                    <a:pt x="164964" y="141879"/>
                    <a:pt x="166261" y="157642"/>
                  </a:cubicBezTo>
                  <a:cubicBezTo>
                    <a:pt x="166999" y="166605"/>
                    <a:pt x="166980" y="171906"/>
                    <a:pt x="166219" y="169421"/>
                  </a:cubicBezTo>
                  <a:cubicBezTo>
                    <a:pt x="163842" y="161666"/>
                    <a:pt x="160352" y="164428"/>
                    <a:pt x="156436" y="177166"/>
                  </a:cubicBezTo>
                  <a:cubicBezTo>
                    <a:pt x="154362" y="183910"/>
                    <a:pt x="152584" y="187395"/>
                    <a:pt x="152486" y="184910"/>
                  </a:cubicBezTo>
                  <a:cubicBezTo>
                    <a:pt x="152387" y="182425"/>
                    <a:pt x="151144" y="180392"/>
                    <a:pt x="149724" y="180392"/>
                  </a:cubicBezTo>
                  <a:cubicBezTo>
                    <a:pt x="145947" y="180392"/>
                    <a:pt x="146574" y="187032"/>
                    <a:pt x="150673" y="190434"/>
                  </a:cubicBezTo>
                  <a:cubicBezTo>
                    <a:pt x="153362" y="192666"/>
                    <a:pt x="154997" y="192406"/>
                    <a:pt x="157540" y="189342"/>
                  </a:cubicBezTo>
                  <a:cubicBezTo>
                    <a:pt x="159375" y="187130"/>
                    <a:pt x="162434" y="185918"/>
                    <a:pt x="164336" y="186648"/>
                  </a:cubicBezTo>
                  <a:cubicBezTo>
                    <a:pt x="166311" y="187405"/>
                    <a:pt x="167794" y="186256"/>
                    <a:pt x="167794" y="183969"/>
                  </a:cubicBezTo>
                  <a:cubicBezTo>
                    <a:pt x="167794" y="181765"/>
                    <a:pt x="169246" y="180451"/>
                    <a:pt x="171021" y="181048"/>
                  </a:cubicBezTo>
                  <a:cubicBezTo>
                    <a:pt x="178588" y="183594"/>
                    <a:pt x="167396" y="209728"/>
                    <a:pt x="159467" y="208029"/>
                  </a:cubicBezTo>
                  <a:cubicBezTo>
                    <a:pt x="155365" y="207150"/>
                    <a:pt x="151352" y="215489"/>
                    <a:pt x="153370" y="220699"/>
                  </a:cubicBezTo>
                  <a:cubicBezTo>
                    <a:pt x="155154" y="225305"/>
                    <a:pt x="155436" y="225324"/>
                    <a:pt x="158583" y="221050"/>
                  </a:cubicBezTo>
                  <a:cubicBezTo>
                    <a:pt x="160413" y="218566"/>
                    <a:pt x="164395" y="216533"/>
                    <a:pt x="167434" y="216533"/>
                  </a:cubicBezTo>
                  <a:cubicBezTo>
                    <a:pt x="174275" y="216533"/>
                    <a:pt x="174331" y="217740"/>
                    <a:pt x="167794" y="224277"/>
                  </a:cubicBezTo>
                  <a:cubicBezTo>
                    <a:pt x="164323" y="227748"/>
                    <a:pt x="162581" y="233035"/>
                    <a:pt x="162477" y="240411"/>
                  </a:cubicBezTo>
                  <a:cubicBezTo>
                    <a:pt x="162393" y="246445"/>
                    <a:pt x="161269" y="257191"/>
                    <a:pt x="159980" y="264290"/>
                  </a:cubicBezTo>
                  <a:cubicBezTo>
                    <a:pt x="158691" y="271389"/>
                    <a:pt x="156316" y="286490"/>
                    <a:pt x="154702" y="297848"/>
                  </a:cubicBezTo>
                  <a:cubicBezTo>
                    <a:pt x="152051" y="316511"/>
                    <a:pt x="147143" y="330254"/>
                    <a:pt x="147143" y="319016"/>
                  </a:cubicBezTo>
                  <a:cubicBezTo>
                    <a:pt x="147143" y="316603"/>
                    <a:pt x="145981" y="314628"/>
                    <a:pt x="144561" y="314628"/>
                  </a:cubicBezTo>
                  <a:cubicBezTo>
                    <a:pt x="143141" y="314628"/>
                    <a:pt x="142167" y="313757"/>
                    <a:pt x="142397" y="312692"/>
                  </a:cubicBezTo>
                  <a:cubicBezTo>
                    <a:pt x="143282" y="308582"/>
                    <a:pt x="136781" y="296556"/>
                    <a:pt x="133654" y="296518"/>
                  </a:cubicBezTo>
                  <a:cubicBezTo>
                    <a:pt x="125264" y="296417"/>
                    <a:pt x="123998" y="292782"/>
                    <a:pt x="127870" y="279915"/>
                  </a:cubicBezTo>
                  <a:cubicBezTo>
                    <a:pt x="132191" y="265558"/>
                    <a:pt x="132766" y="255255"/>
                    <a:pt x="129246" y="255255"/>
                  </a:cubicBezTo>
                  <a:cubicBezTo>
                    <a:pt x="127923" y="255255"/>
                    <a:pt x="126121" y="257518"/>
                    <a:pt x="125242" y="260285"/>
                  </a:cubicBezTo>
                  <a:cubicBezTo>
                    <a:pt x="124364" y="263052"/>
                    <a:pt x="121321" y="266054"/>
                    <a:pt x="118479" y="266956"/>
                  </a:cubicBezTo>
                  <a:cubicBezTo>
                    <a:pt x="114695" y="268157"/>
                    <a:pt x="114029" y="269460"/>
                    <a:pt x="115990" y="271823"/>
                  </a:cubicBezTo>
                  <a:cubicBezTo>
                    <a:pt x="120178" y="276868"/>
                    <a:pt x="111817" y="295346"/>
                    <a:pt x="103625" y="299151"/>
                  </a:cubicBezTo>
                  <a:cubicBezTo>
                    <a:pt x="99874" y="300894"/>
                    <a:pt x="95131" y="303139"/>
                    <a:pt x="93086" y="304140"/>
                  </a:cubicBezTo>
                  <a:cubicBezTo>
                    <a:pt x="91041" y="305142"/>
                    <a:pt x="88261" y="309364"/>
                    <a:pt x="86910" y="313522"/>
                  </a:cubicBezTo>
                  <a:cubicBezTo>
                    <a:pt x="85558" y="317680"/>
                    <a:pt x="82145" y="324374"/>
                    <a:pt x="79326" y="328399"/>
                  </a:cubicBezTo>
                  <a:cubicBezTo>
                    <a:pt x="76507" y="332423"/>
                    <a:pt x="72263" y="341130"/>
                    <a:pt x="69895" y="347747"/>
                  </a:cubicBezTo>
                  <a:cubicBezTo>
                    <a:pt x="65145" y="361024"/>
                    <a:pt x="59224" y="364095"/>
                    <a:pt x="51629" y="357222"/>
                  </a:cubicBezTo>
                  <a:cubicBezTo>
                    <a:pt x="44314" y="350602"/>
                    <a:pt x="37572" y="353221"/>
                    <a:pt x="36622" y="363051"/>
                  </a:cubicBezTo>
                  <a:cubicBezTo>
                    <a:pt x="35885" y="370676"/>
                    <a:pt x="35039" y="371420"/>
                    <a:pt x="27100" y="371420"/>
                  </a:cubicBezTo>
                  <a:cubicBezTo>
                    <a:pt x="18795" y="371420"/>
                    <a:pt x="18319" y="370905"/>
                    <a:pt x="16950" y="360449"/>
                  </a:cubicBezTo>
                  <a:close/>
                </a:path>
              </a:pathLst>
            </a:custGeom>
            <a:solidFill>
              <a:srgbClr val="B9B9B9"/>
            </a:solidFill>
            <a:ln w="5163" cap="flat">
              <a:noFill/>
              <a:prstDash val="solid"/>
              <a:miter/>
            </a:ln>
          </p:spPr>
          <p:txBody>
            <a:bodyPr/>
            <a:lstStyle/>
            <a:p>
              <a:endParaRPr lang="es-419" noProof="0" dirty="0"/>
            </a:p>
          </p:txBody>
        </p:sp>
        <p:sp>
          <p:nvSpPr>
            <p:cNvPr id="80" name="Forma libre: forma 79">
              <a:extLst>
                <a:ext uri="{FF2B5EF4-FFF2-40B4-BE49-F238E27FC236}">
                  <a16:creationId xmlns:a16="http://schemas.microsoft.com/office/drawing/2014/main" id="{05D0E888-4CCB-2563-8435-2BE7C254500C}"/>
                </a:ext>
              </a:extLst>
            </p:cNvPr>
            <p:cNvSpPr/>
            <p:nvPr/>
          </p:nvSpPr>
          <p:spPr>
            <a:xfrm>
              <a:off x="2598432" y="2301328"/>
              <a:ext cx="4301" cy="5162"/>
            </a:xfrm>
            <a:custGeom>
              <a:avLst/>
              <a:gdLst>
                <a:gd name="csX0" fmla="*/ 429 w 4301"/>
                <a:gd name="csY0" fmla="*/ 2581 h 5162"/>
                <a:gd name="csX1" fmla="*/ 1567 w 4301"/>
                <a:gd name="csY1" fmla="*/ 0 h 5162"/>
                <a:gd name="csX2" fmla="*/ 4301 w 4301"/>
                <a:gd name="csY2" fmla="*/ 2581 h 5162"/>
                <a:gd name="csX3" fmla="*/ 3163 w 4301"/>
                <a:gd name="csY3" fmla="*/ 5163 h 5162"/>
                <a:gd name="csX4" fmla="*/ 429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429" y="2581"/>
                  </a:moveTo>
                  <a:cubicBezTo>
                    <a:pt x="-448" y="1162"/>
                    <a:pt x="64" y="0"/>
                    <a:pt x="1567" y="0"/>
                  </a:cubicBezTo>
                  <a:cubicBezTo>
                    <a:pt x="3071" y="0"/>
                    <a:pt x="4301" y="1162"/>
                    <a:pt x="4301" y="2581"/>
                  </a:cubicBezTo>
                  <a:cubicBezTo>
                    <a:pt x="4301" y="4001"/>
                    <a:pt x="3789" y="5163"/>
                    <a:pt x="3163" y="5163"/>
                  </a:cubicBezTo>
                  <a:cubicBezTo>
                    <a:pt x="2537" y="5163"/>
                    <a:pt x="1307" y="4001"/>
                    <a:pt x="429" y="2581"/>
                  </a:cubicBezTo>
                  <a:close/>
                </a:path>
              </a:pathLst>
            </a:custGeom>
            <a:solidFill>
              <a:srgbClr val="B9B9B9"/>
            </a:solidFill>
            <a:ln w="5163" cap="flat">
              <a:noFill/>
              <a:prstDash val="solid"/>
              <a:miter/>
            </a:ln>
          </p:spPr>
          <p:txBody>
            <a:bodyPr/>
            <a:lstStyle/>
            <a:p>
              <a:endParaRPr lang="es-419" noProof="0" dirty="0"/>
            </a:p>
          </p:txBody>
        </p:sp>
        <p:sp>
          <p:nvSpPr>
            <p:cNvPr id="81" name="Forma libre: forma 80">
              <a:extLst>
                <a:ext uri="{FF2B5EF4-FFF2-40B4-BE49-F238E27FC236}">
                  <a16:creationId xmlns:a16="http://schemas.microsoft.com/office/drawing/2014/main" id="{08726054-C703-2AE0-4CE2-9560101CBE88}"/>
                </a:ext>
              </a:extLst>
            </p:cNvPr>
            <p:cNvSpPr/>
            <p:nvPr/>
          </p:nvSpPr>
          <p:spPr>
            <a:xfrm>
              <a:off x="2631714" y="2178527"/>
              <a:ext cx="22197" cy="31992"/>
            </a:xfrm>
            <a:custGeom>
              <a:avLst/>
              <a:gdLst>
                <a:gd name="csX0" fmla="*/ 471 w 22197"/>
                <a:gd name="csY0" fmla="*/ 28899 h 31992"/>
                <a:gd name="csX1" fmla="*/ 9355 w 22197"/>
                <a:gd name="csY1" fmla="*/ 4976 h 31992"/>
                <a:gd name="csX2" fmla="*/ 18130 w 22197"/>
                <a:gd name="csY2" fmla="*/ 1262 h 31992"/>
                <a:gd name="csX3" fmla="*/ 15361 w 22197"/>
                <a:gd name="csY3" fmla="*/ 16772 h 31992"/>
                <a:gd name="csX4" fmla="*/ 471 w 22197"/>
                <a:gd name="csY4" fmla="*/ 28899 h 31992"/>
              </a:gdLst>
              <a:ahLst/>
              <a:cxnLst>
                <a:cxn ang="0">
                  <a:pos x="csX0" y="csY0"/>
                </a:cxn>
                <a:cxn ang="0">
                  <a:pos x="csX1" y="csY1"/>
                </a:cxn>
                <a:cxn ang="0">
                  <a:pos x="csX2" y="csY2"/>
                </a:cxn>
                <a:cxn ang="0">
                  <a:pos x="csX3" y="csY3"/>
                </a:cxn>
                <a:cxn ang="0">
                  <a:pos x="csX4" y="csY4"/>
                </a:cxn>
              </a:cxnLst>
              <a:rect l="l" t="t" r="r" b="b"/>
              <a:pathLst>
                <a:path w="22197" h="31992">
                  <a:moveTo>
                    <a:pt x="471" y="28899"/>
                  </a:moveTo>
                  <a:cubicBezTo>
                    <a:pt x="-1762" y="23078"/>
                    <a:pt x="4399" y="6487"/>
                    <a:pt x="9355" y="4976"/>
                  </a:cubicBezTo>
                  <a:cubicBezTo>
                    <a:pt x="11697" y="4262"/>
                    <a:pt x="15646" y="2591"/>
                    <a:pt x="18130" y="1262"/>
                  </a:cubicBezTo>
                  <a:cubicBezTo>
                    <a:pt x="24115" y="-1937"/>
                    <a:pt x="23741" y="160"/>
                    <a:pt x="15361" y="16772"/>
                  </a:cubicBezTo>
                  <a:cubicBezTo>
                    <a:pt x="7920" y="31524"/>
                    <a:pt x="3013" y="35521"/>
                    <a:pt x="471" y="28899"/>
                  </a:cubicBezTo>
                  <a:close/>
                </a:path>
              </a:pathLst>
            </a:custGeom>
            <a:solidFill>
              <a:srgbClr val="B9B9B9"/>
            </a:solidFill>
            <a:ln w="5163" cap="flat">
              <a:noFill/>
              <a:prstDash val="solid"/>
              <a:miter/>
            </a:ln>
          </p:spPr>
          <p:txBody>
            <a:bodyPr/>
            <a:lstStyle/>
            <a:p>
              <a:endParaRPr lang="es-419" noProof="0" dirty="0"/>
            </a:p>
          </p:txBody>
        </p:sp>
        <p:sp>
          <p:nvSpPr>
            <p:cNvPr id="82" name="Forma libre: forma 81">
              <a:extLst>
                <a:ext uri="{FF2B5EF4-FFF2-40B4-BE49-F238E27FC236}">
                  <a16:creationId xmlns:a16="http://schemas.microsoft.com/office/drawing/2014/main" id="{A3CADAF8-BF8B-BA5A-21E3-B41A405DFEF1}"/>
                </a:ext>
              </a:extLst>
            </p:cNvPr>
            <p:cNvSpPr/>
            <p:nvPr/>
          </p:nvSpPr>
          <p:spPr>
            <a:xfrm>
              <a:off x="2646618" y="2128371"/>
              <a:ext cx="5162" cy="6756"/>
            </a:xfrm>
            <a:custGeom>
              <a:avLst/>
              <a:gdLst>
                <a:gd name="csX0" fmla="*/ 0 w 5162"/>
                <a:gd name="csY0" fmla="*/ 4025 h 6756"/>
                <a:gd name="csX1" fmla="*/ 2581 w 5162"/>
                <a:gd name="csY1" fmla="*/ 0 h 6756"/>
                <a:gd name="csX2" fmla="*/ 5163 w 5162"/>
                <a:gd name="csY2" fmla="*/ 2429 h 6756"/>
                <a:gd name="csX3" fmla="*/ 2581 w 5162"/>
                <a:gd name="csY3" fmla="*/ 6454 h 6756"/>
                <a:gd name="csX4" fmla="*/ 0 w 5162"/>
                <a:gd name="csY4" fmla="*/ 4025 h 6756"/>
              </a:gdLst>
              <a:ahLst/>
              <a:cxnLst>
                <a:cxn ang="0">
                  <a:pos x="csX0" y="csY0"/>
                </a:cxn>
                <a:cxn ang="0">
                  <a:pos x="csX1" y="csY1"/>
                </a:cxn>
                <a:cxn ang="0">
                  <a:pos x="csX2" y="csY2"/>
                </a:cxn>
                <a:cxn ang="0">
                  <a:pos x="csX3" y="csY3"/>
                </a:cxn>
                <a:cxn ang="0">
                  <a:pos x="csX4" y="csY4"/>
                </a:cxn>
              </a:cxnLst>
              <a:rect l="l" t="t" r="r" b="b"/>
              <a:pathLst>
                <a:path w="5162" h="6756">
                  <a:moveTo>
                    <a:pt x="0" y="4025"/>
                  </a:moveTo>
                  <a:cubicBezTo>
                    <a:pt x="0" y="1811"/>
                    <a:pt x="1162" y="0"/>
                    <a:pt x="2581" y="0"/>
                  </a:cubicBezTo>
                  <a:cubicBezTo>
                    <a:pt x="4001" y="0"/>
                    <a:pt x="5163" y="1093"/>
                    <a:pt x="5163" y="2429"/>
                  </a:cubicBezTo>
                  <a:cubicBezTo>
                    <a:pt x="5163" y="3765"/>
                    <a:pt x="4001" y="5576"/>
                    <a:pt x="2581" y="6454"/>
                  </a:cubicBezTo>
                  <a:cubicBezTo>
                    <a:pt x="1162" y="7331"/>
                    <a:pt x="0" y="6238"/>
                    <a:pt x="0" y="4025"/>
                  </a:cubicBezTo>
                  <a:close/>
                </a:path>
              </a:pathLst>
            </a:custGeom>
            <a:solidFill>
              <a:srgbClr val="B9B9B9"/>
            </a:solidFill>
            <a:ln w="5163" cap="flat">
              <a:noFill/>
              <a:prstDash val="solid"/>
              <a:miter/>
            </a:ln>
          </p:spPr>
          <p:txBody>
            <a:bodyPr/>
            <a:lstStyle/>
            <a:p>
              <a:endParaRPr lang="es-419" noProof="0" dirty="0"/>
            </a:p>
          </p:txBody>
        </p:sp>
        <p:sp>
          <p:nvSpPr>
            <p:cNvPr id="83" name="Forma libre: forma 82">
              <a:extLst>
                <a:ext uri="{FF2B5EF4-FFF2-40B4-BE49-F238E27FC236}">
                  <a16:creationId xmlns:a16="http://schemas.microsoft.com/office/drawing/2014/main" id="{A406AD41-85A6-8C61-B706-D136FF7B3AB6}"/>
                </a:ext>
              </a:extLst>
            </p:cNvPr>
            <p:cNvSpPr/>
            <p:nvPr/>
          </p:nvSpPr>
          <p:spPr>
            <a:xfrm>
              <a:off x="2646618" y="2110301"/>
              <a:ext cx="4301" cy="5162"/>
            </a:xfrm>
            <a:custGeom>
              <a:avLst/>
              <a:gdLst>
                <a:gd name="csX0" fmla="*/ 0 w 4301"/>
                <a:gd name="csY0" fmla="*/ 2581 h 5162"/>
                <a:gd name="csX1" fmla="*/ 1138 w 4301"/>
                <a:gd name="csY1" fmla="*/ 0 h 5162"/>
                <a:gd name="csX2" fmla="*/ 3872 w 4301"/>
                <a:gd name="csY2" fmla="*/ 2581 h 5162"/>
                <a:gd name="csX3" fmla="*/ 2734 w 4301"/>
                <a:gd name="csY3" fmla="*/ 5163 h 5162"/>
                <a:gd name="csX4" fmla="*/ 0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0" y="2581"/>
                  </a:moveTo>
                  <a:cubicBezTo>
                    <a:pt x="0" y="1162"/>
                    <a:pt x="512" y="0"/>
                    <a:pt x="1138" y="0"/>
                  </a:cubicBezTo>
                  <a:cubicBezTo>
                    <a:pt x="1765" y="0"/>
                    <a:pt x="2995" y="1162"/>
                    <a:pt x="3872" y="2581"/>
                  </a:cubicBezTo>
                  <a:cubicBezTo>
                    <a:pt x="4750" y="4001"/>
                    <a:pt x="4237" y="5163"/>
                    <a:pt x="2734" y="5163"/>
                  </a:cubicBezTo>
                  <a:cubicBezTo>
                    <a:pt x="1230" y="5163"/>
                    <a:pt x="0" y="4001"/>
                    <a:pt x="0" y="2581"/>
                  </a:cubicBezTo>
                  <a:close/>
                </a:path>
              </a:pathLst>
            </a:custGeom>
            <a:solidFill>
              <a:srgbClr val="B9B9B9"/>
            </a:solidFill>
            <a:ln w="5163" cap="flat">
              <a:noFill/>
              <a:prstDash val="solid"/>
              <a:miter/>
            </a:ln>
          </p:spPr>
          <p:txBody>
            <a:bodyPr/>
            <a:lstStyle/>
            <a:p>
              <a:endParaRPr lang="es-419" noProof="0" dirty="0"/>
            </a:p>
          </p:txBody>
        </p:sp>
      </p:grpSp>
      <p:grpSp>
        <p:nvGrpSpPr>
          <p:cNvPr id="84" name="Gráfico 39">
            <a:extLst>
              <a:ext uri="{FF2B5EF4-FFF2-40B4-BE49-F238E27FC236}">
                <a16:creationId xmlns:a16="http://schemas.microsoft.com/office/drawing/2014/main" id="{82DCE5DD-8195-4E35-3597-148DEFD93DB1}"/>
              </a:ext>
            </a:extLst>
          </p:cNvPr>
          <p:cNvGrpSpPr/>
          <p:nvPr/>
        </p:nvGrpSpPr>
        <p:grpSpPr>
          <a:xfrm>
            <a:off x="924790" y="1999612"/>
            <a:ext cx="235561" cy="223008"/>
            <a:chOff x="924790" y="1999612"/>
            <a:chExt cx="235561" cy="223008"/>
          </a:xfrm>
          <a:solidFill>
            <a:srgbClr val="B9B9B9"/>
          </a:solidFill>
        </p:grpSpPr>
        <p:sp>
          <p:nvSpPr>
            <p:cNvPr id="85" name="Forma libre: forma 84">
              <a:extLst>
                <a:ext uri="{FF2B5EF4-FFF2-40B4-BE49-F238E27FC236}">
                  <a16:creationId xmlns:a16="http://schemas.microsoft.com/office/drawing/2014/main" id="{3749F1AC-5BA1-94EB-C592-003D348FB6AC}"/>
                </a:ext>
              </a:extLst>
            </p:cNvPr>
            <p:cNvSpPr/>
            <p:nvPr/>
          </p:nvSpPr>
          <p:spPr>
            <a:xfrm>
              <a:off x="1018216" y="1999612"/>
              <a:ext cx="142135" cy="223008"/>
            </a:xfrm>
            <a:custGeom>
              <a:avLst/>
              <a:gdLst>
                <a:gd name="csX0" fmla="*/ 33142 w 142135"/>
                <a:gd name="csY0" fmla="*/ 222624 h 223008"/>
                <a:gd name="csX1" fmla="*/ 24030 w 142135"/>
                <a:gd name="csY1" fmla="*/ 217989 h 223008"/>
                <a:gd name="csX2" fmla="*/ 15077 w 142135"/>
                <a:gd name="csY2" fmla="*/ 214475 h 223008"/>
                <a:gd name="csX3" fmla="*/ 28065 w 142135"/>
                <a:gd name="csY3" fmla="*/ 199749 h 223008"/>
                <a:gd name="csX4" fmla="*/ 39623 w 142135"/>
                <a:gd name="csY4" fmla="*/ 181324 h 223008"/>
                <a:gd name="csX5" fmla="*/ 40552 w 142135"/>
                <a:gd name="csY5" fmla="*/ 163618 h 223008"/>
                <a:gd name="csX6" fmla="*/ 38270 w 142135"/>
                <a:gd name="csY6" fmla="*/ 146871 h 223008"/>
                <a:gd name="csX7" fmla="*/ 31342 w 142135"/>
                <a:gd name="csY7" fmla="*/ 141344 h 223008"/>
                <a:gd name="csX8" fmla="*/ 23064 w 142135"/>
                <a:gd name="csY8" fmla="*/ 130695 h 223008"/>
                <a:gd name="csX9" fmla="*/ 21238 w 142135"/>
                <a:gd name="csY9" fmla="*/ 121015 h 223008"/>
                <a:gd name="csX10" fmla="*/ 21448 w 142135"/>
                <a:gd name="csY10" fmla="*/ 110689 h 223008"/>
                <a:gd name="csX11" fmla="*/ 17417 w 142135"/>
                <a:gd name="csY11" fmla="*/ 113600 h 223008"/>
                <a:gd name="csX12" fmla="*/ 6090 w 142135"/>
                <a:gd name="csY12" fmla="*/ 75839 h 223008"/>
                <a:gd name="csX13" fmla="*/ 446 w 142135"/>
                <a:gd name="csY13" fmla="*/ 49379 h 223008"/>
                <a:gd name="csX14" fmla="*/ 1787 w 142135"/>
                <a:gd name="csY14" fmla="*/ 43571 h 223008"/>
                <a:gd name="csX15" fmla="*/ 4669 w 142135"/>
                <a:gd name="csY15" fmla="*/ 50173 h 223008"/>
                <a:gd name="csX16" fmla="*/ 15640 w 142135"/>
                <a:gd name="csY16" fmla="*/ 55981 h 223008"/>
                <a:gd name="csX17" fmla="*/ 25590 w 142135"/>
                <a:gd name="csY17" fmla="*/ 51315 h 223008"/>
                <a:gd name="csX18" fmla="*/ 21927 w 142135"/>
                <a:gd name="csY18" fmla="*/ 38128 h 223008"/>
                <a:gd name="csX19" fmla="*/ 25126 w 142135"/>
                <a:gd name="csY19" fmla="*/ 20612 h 223008"/>
                <a:gd name="csX20" fmla="*/ 29635 w 142135"/>
                <a:gd name="csY20" fmla="*/ 8944 h 223008"/>
                <a:gd name="csX21" fmla="*/ 56601 w 142135"/>
                <a:gd name="csY21" fmla="*/ 2664 h 223008"/>
                <a:gd name="csX22" fmla="*/ 68014 w 142135"/>
                <a:gd name="csY22" fmla="*/ 14926 h 223008"/>
                <a:gd name="csX23" fmla="*/ 70397 w 142135"/>
                <a:gd name="csY23" fmla="*/ 28730 h 223008"/>
                <a:gd name="csX24" fmla="*/ 64799 w 142135"/>
                <a:gd name="csY24" fmla="*/ 38367 h 223008"/>
                <a:gd name="csX25" fmla="*/ 76515 w 142135"/>
                <a:gd name="csY25" fmla="*/ 47199 h 223008"/>
                <a:gd name="csX26" fmla="*/ 95020 w 142135"/>
                <a:gd name="csY26" fmla="*/ 52596 h 223008"/>
                <a:gd name="csX27" fmla="*/ 116723 w 142135"/>
                <a:gd name="csY27" fmla="*/ 66052 h 223008"/>
                <a:gd name="csX28" fmla="*/ 125419 w 142135"/>
                <a:gd name="csY28" fmla="*/ 64641 h 223008"/>
                <a:gd name="csX29" fmla="*/ 121867 w 142135"/>
                <a:gd name="csY29" fmla="*/ 77984 h 223008"/>
                <a:gd name="csX30" fmla="*/ 126198 w 142135"/>
                <a:gd name="csY30" fmla="*/ 109560 h 223008"/>
                <a:gd name="csX31" fmla="*/ 132452 w 142135"/>
                <a:gd name="csY31" fmla="*/ 130811 h 223008"/>
                <a:gd name="csX32" fmla="*/ 137172 w 142135"/>
                <a:gd name="csY32" fmla="*/ 149525 h 223008"/>
                <a:gd name="csX33" fmla="*/ 126264 w 142135"/>
                <a:gd name="csY33" fmla="*/ 165042 h 223008"/>
                <a:gd name="csX34" fmla="*/ 119713 w 142135"/>
                <a:gd name="csY34" fmla="*/ 162318 h 223008"/>
                <a:gd name="csX35" fmla="*/ 122125 w 142135"/>
                <a:gd name="csY35" fmla="*/ 181310 h 223008"/>
                <a:gd name="csX36" fmla="*/ 122395 w 142135"/>
                <a:gd name="csY36" fmla="*/ 193071 h 223008"/>
                <a:gd name="csX37" fmla="*/ 117050 w 142135"/>
                <a:gd name="csY37" fmla="*/ 205350 h 223008"/>
                <a:gd name="csX38" fmla="*/ 115307 w 142135"/>
                <a:gd name="csY38" fmla="*/ 214639 h 223008"/>
                <a:gd name="csX39" fmla="*/ 105608 w 142135"/>
                <a:gd name="csY39" fmla="*/ 205168 h 223008"/>
                <a:gd name="csX40" fmla="*/ 70306 w 142135"/>
                <a:gd name="csY40" fmla="*/ 198146 h 223008"/>
                <a:gd name="csX41" fmla="*/ 57886 w 142135"/>
                <a:gd name="csY41" fmla="*/ 203581 h 223008"/>
                <a:gd name="csX42" fmla="*/ 42822 w 142135"/>
                <a:gd name="csY42" fmla="*/ 214552 h 223008"/>
                <a:gd name="csX43" fmla="*/ 33142 w 142135"/>
                <a:gd name="csY43" fmla="*/ 222624 h 2230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42135" h="223008">
                  <a:moveTo>
                    <a:pt x="33142" y="222624"/>
                  </a:moveTo>
                  <a:cubicBezTo>
                    <a:pt x="33100" y="221007"/>
                    <a:pt x="28999" y="218922"/>
                    <a:pt x="24030" y="217989"/>
                  </a:cubicBezTo>
                  <a:cubicBezTo>
                    <a:pt x="19061" y="217057"/>
                    <a:pt x="15032" y="215476"/>
                    <a:pt x="15077" y="214475"/>
                  </a:cubicBezTo>
                  <a:cubicBezTo>
                    <a:pt x="15123" y="213475"/>
                    <a:pt x="20967" y="206848"/>
                    <a:pt x="28065" y="199749"/>
                  </a:cubicBezTo>
                  <a:cubicBezTo>
                    <a:pt x="37756" y="190056"/>
                    <a:pt x="40635" y="185467"/>
                    <a:pt x="39623" y="181324"/>
                  </a:cubicBezTo>
                  <a:cubicBezTo>
                    <a:pt x="38882" y="178289"/>
                    <a:pt x="39300" y="170321"/>
                    <a:pt x="40552" y="163618"/>
                  </a:cubicBezTo>
                  <a:cubicBezTo>
                    <a:pt x="42457" y="153420"/>
                    <a:pt x="42085" y="150686"/>
                    <a:pt x="38270" y="146871"/>
                  </a:cubicBezTo>
                  <a:cubicBezTo>
                    <a:pt x="35762" y="144363"/>
                    <a:pt x="32644" y="141876"/>
                    <a:pt x="31342" y="141344"/>
                  </a:cubicBezTo>
                  <a:cubicBezTo>
                    <a:pt x="30039" y="140811"/>
                    <a:pt x="26314" y="136019"/>
                    <a:pt x="23064" y="130695"/>
                  </a:cubicBezTo>
                  <a:cubicBezTo>
                    <a:pt x="18146" y="122638"/>
                    <a:pt x="17840" y="121015"/>
                    <a:pt x="21238" y="121015"/>
                  </a:cubicBezTo>
                  <a:cubicBezTo>
                    <a:pt x="26407" y="121015"/>
                    <a:pt x="26532" y="114908"/>
                    <a:pt x="21448" y="110689"/>
                  </a:cubicBezTo>
                  <a:cubicBezTo>
                    <a:pt x="18195" y="107989"/>
                    <a:pt x="17551" y="108454"/>
                    <a:pt x="17417" y="113600"/>
                  </a:cubicBezTo>
                  <a:cubicBezTo>
                    <a:pt x="17202" y="121855"/>
                    <a:pt x="11362" y="102386"/>
                    <a:pt x="6090" y="75839"/>
                  </a:cubicBezTo>
                  <a:cubicBezTo>
                    <a:pt x="3834" y="64481"/>
                    <a:pt x="1295" y="52574"/>
                    <a:pt x="446" y="49379"/>
                  </a:cubicBezTo>
                  <a:cubicBezTo>
                    <a:pt x="-477" y="45903"/>
                    <a:pt x="61" y="43571"/>
                    <a:pt x="1787" y="43571"/>
                  </a:cubicBezTo>
                  <a:cubicBezTo>
                    <a:pt x="3372" y="43571"/>
                    <a:pt x="4669" y="46542"/>
                    <a:pt x="4669" y="50173"/>
                  </a:cubicBezTo>
                  <a:cubicBezTo>
                    <a:pt x="4669" y="56344"/>
                    <a:pt x="5386" y="56723"/>
                    <a:pt x="15640" y="55981"/>
                  </a:cubicBezTo>
                  <a:cubicBezTo>
                    <a:pt x="23894" y="55384"/>
                    <a:pt x="26358" y="54229"/>
                    <a:pt x="25590" y="51315"/>
                  </a:cubicBezTo>
                  <a:cubicBezTo>
                    <a:pt x="25028" y="49186"/>
                    <a:pt x="23380" y="43251"/>
                    <a:pt x="21927" y="38128"/>
                  </a:cubicBezTo>
                  <a:cubicBezTo>
                    <a:pt x="19644" y="30074"/>
                    <a:pt x="20076" y="27703"/>
                    <a:pt x="25126" y="20612"/>
                  </a:cubicBezTo>
                  <a:cubicBezTo>
                    <a:pt x="28338" y="16101"/>
                    <a:pt x="30367" y="10851"/>
                    <a:pt x="29635" y="8944"/>
                  </a:cubicBezTo>
                  <a:cubicBezTo>
                    <a:pt x="26306" y="269"/>
                    <a:pt x="38854" y="-2653"/>
                    <a:pt x="56601" y="2664"/>
                  </a:cubicBezTo>
                  <a:cubicBezTo>
                    <a:pt x="65243" y="5253"/>
                    <a:pt x="66731" y="6851"/>
                    <a:pt x="68014" y="14926"/>
                  </a:cubicBezTo>
                  <a:cubicBezTo>
                    <a:pt x="68826" y="20032"/>
                    <a:pt x="69898" y="26244"/>
                    <a:pt x="70397" y="28730"/>
                  </a:cubicBezTo>
                  <a:cubicBezTo>
                    <a:pt x="70908" y="31276"/>
                    <a:pt x="68463" y="35485"/>
                    <a:pt x="64799" y="38367"/>
                  </a:cubicBezTo>
                  <a:cubicBezTo>
                    <a:pt x="52677" y="47902"/>
                    <a:pt x="63675" y="56192"/>
                    <a:pt x="76515" y="47199"/>
                  </a:cubicBezTo>
                  <a:cubicBezTo>
                    <a:pt x="84862" y="41352"/>
                    <a:pt x="95020" y="44315"/>
                    <a:pt x="95020" y="52596"/>
                  </a:cubicBezTo>
                  <a:cubicBezTo>
                    <a:pt x="95020" y="61383"/>
                    <a:pt x="105491" y="67875"/>
                    <a:pt x="116723" y="66052"/>
                  </a:cubicBezTo>
                  <a:lnTo>
                    <a:pt x="125419" y="64641"/>
                  </a:lnTo>
                  <a:lnTo>
                    <a:pt x="121867" y="77984"/>
                  </a:lnTo>
                  <a:cubicBezTo>
                    <a:pt x="116766" y="97143"/>
                    <a:pt x="117305" y="101074"/>
                    <a:pt x="126198" y="109560"/>
                  </a:cubicBezTo>
                  <a:cubicBezTo>
                    <a:pt x="133696" y="116715"/>
                    <a:pt x="134049" y="117914"/>
                    <a:pt x="132452" y="130811"/>
                  </a:cubicBezTo>
                  <a:cubicBezTo>
                    <a:pt x="130905" y="143306"/>
                    <a:pt x="131310" y="144914"/>
                    <a:pt x="137172" y="149525"/>
                  </a:cubicBezTo>
                  <a:cubicBezTo>
                    <a:pt x="148350" y="158317"/>
                    <a:pt x="138877" y="171792"/>
                    <a:pt x="126264" y="165042"/>
                  </a:cubicBezTo>
                  <a:cubicBezTo>
                    <a:pt x="123464" y="163544"/>
                    <a:pt x="120516" y="162318"/>
                    <a:pt x="119713" y="162318"/>
                  </a:cubicBezTo>
                  <a:cubicBezTo>
                    <a:pt x="116537" y="162318"/>
                    <a:pt x="118487" y="177672"/>
                    <a:pt x="122125" y="181310"/>
                  </a:cubicBezTo>
                  <a:cubicBezTo>
                    <a:pt x="126947" y="186132"/>
                    <a:pt x="127019" y="189234"/>
                    <a:pt x="122395" y="193071"/>
                  </a:cubicBezTo>
                  <a:cubicBezTo>
                    <a:pt x="120414" y="194715"/>
                    <a:pt x="118009" y="200241"/>
                    <a:pt x="117050" y="205350"/>
                  </a:cubicBezTo>
                  <a:lnTo>
                    <a:pt x="115307" y="214639"/>
                  </a:lnTo>
                  <a:lnTo>
                    <a:pt x="105608" y="205168"/>
                  </a:lnTo>
                  <a:cubicBezTo>
                    <a:pt x="93087" y="192941"/>
                    <a:pt x="80185" y="190375"/>
                    <a:pt x="70306" y="198146"/>
                  </a:cubicBezTo>
                  <a:cubicBezTo>
                    <a:pt x="66478" y="201157"/>
                    <a:pt x="60889" y="203603"/>
                    <a:pt x="57886" y="203581"/>
                  </a:cubicBezTo>
                  <a:cubicBezTo>
                    <a:pt x="54649" y="203557"/>
                    <a:pt x="48516" y="208024"/>
                    <a:pt x="42822" y="214552"/>
                  </a:cubicBezTo>
                  <a:cubicBezTo>
                    <a:pt x="37540" y="220608"/>
                    <a:pt x="33184" y="224241"/>
                    <a:pt x="33142" y="222624"/>
                  </a:cubicBezTo>
                  <a:close/>
                </a:path>
              </a:pathLst>
            </a:custGeom>
            <a:solidFill>
              <a:srgbClr val="B9B9B9"/>
            </a:solidFill>
            <a:ln w="5163" cap="flat">
              <a:noFill/>
              <a:prstDash val="solid"/>
              <a:miter/>
            </a:ln>
          </p:spPr>
          <p:txBody>
            <a:bodyPr/>
            <a:lstStyle/>
            <a:p>
              <a:endParaRPr lang="es-419" noProof="0" dirty="0"/>
            </a:p>
          </p:txBody>
        </p:sp>
        <p:sp>
          <p:nvSpPr>
            <p:cNvPr id="86" name="Forma libre: forma 85">
              <a:extLst>
                <a:ext uri="{FF2B5EF4-FFF2-40B4-BE49-F238E27FC236}">
                  <a16:creationId xmlns:a16="http://schemas.microsoft.com/office/drawing/2014/main" id="{F51C76BB-5BDA-B638-32B7-5C31BB7D59D4}"/>
                </a:ext>
              </a:extLst>
            </p:cNvPr>
            <p:cNvSpPr/>
            <p:nvPr/>
          </p:nvSpPr>
          <p:spPr>
            <a:xfrm>
              <a:off x="976738" y="2149266"/>
              <a:ext cx="9026" cy="7395"/>
            </a:xfrm>
            <a:custGeom>
              <a:avLst/>
              <a:gdLst>
                <a:gd name="csX0" fmla="*/ 866 w 9026"/>
                <a:gd name="csY0" fmla="*/ 4748 h 7395"/>
                <a:gd name="csX1" fmla="*/ 6187 w 9026"/>
                <a:gd name="csY1" fmla="*/ 710 h 7395"/>
                <a:gd name="csX2" fmla="*/ 8728 w 9026"/>
                <a:gd name="csY2" fmla="*/ 4901 h 7395"/>
                <a:gd name="csX3" fmla="*/ 866 w 9026"/>
                <a:gd name="csY3" fmla="*/ 4748 h 7395"/>
              </a:gdLst>
              <a:ahLst/>
              <a:cxnLst>
                <a:cxn ang="0">
                  <a:pos x="csX0" y="csY0"/>
                </a:cxn>
                <a:cxn ang="0">
                  <a:pos x="csX1" y="csY1"/>
                </a:cxn>
                <a:cxn ang="0">
                  <a:pos x="csX2" y="csY2"/>
                </a:cxn>
                <a:cxn ang="0">
                  <a:pos x="csX3" y="csY3"/>
                </a:cxn>
              </a:cxnLst>
              <a:rect l="l" t="t" r="r" b="b"/>
              <a:pathLst>
                <a:path w="9026" h="7395">
                  <a:moveTo>
                    <a:pt x="866" y="4748"/>
                  </a:moveTo>
                  <a:cubicBezTo>
                    <a:pt x="-1510" y="904"/>
                    <a:pt x="1245" y="-1186"/>
                    <a:pt x="6187" y="710"/>
                  </a:cubicBezTo>
                  <a:cubicBezTo>
                    <a:pt x="8468" y="1586"/>
                    <a:pt x="9611" y="3472"/>
                    <a:pt x="8728" y="4901"/>
                  </a:cubicBezTo>
                  <a:cubicBezTo>
                    <a:pt x="6635" y="8287"/>
                    <a:pt x="3009" y="8216"/>
                    <a:pt x="866" y="4748"/>
                  </a:cubicBezTo>
                  <a:close/>
                </a:path>
              </a:pathLst>
            </a:custGeom>
            <a:solidFill>
              <a:srgbClr val="B9B9B9"/>
            </a:solidFill>
            <a:ln w="5163" cap="flat">
              <a:noFill/>
              <a:prstDash val="solid"/>
              <a:miter/>
            </a:ln>
          </p:spPr>
          <p:txBody>
            <a:bodyPr/>
            <a:lstStyle/>
            <a:p>
              <a:endParaRPr lang="es-419" noProof="0" dirty="0"/>
            </a:p>
          </p:txBody>
        </p:sp>
        <p:sp>
          <p:nvSpPr>
            <p:cNvPr id="87" name="Forma libre: forma 86">
              <a:extLst>
                <a:ext uri="{FF2B5EF4-FFF2-40B4-BE49-F238E27FC236}">
                  <a16:creationId xmlns:a16="http://schemas.microsoft.com/office/drawing/2014/main" id="{15C0E702-D2CF-6F15-72B7-FFA742FAFF66}"/>
                </a:ext>
              </a:extLst>
            </p:cNvPr>
            <p:cNvSpPr/>
            <p:nvPr/>
          </p:nvSpPr>
          <p:spPr>
            <a:xfrm>
              <a:off x="958388" y="2135665"/>
              <a:ext cx="19364" cy="11047"/>
            </a:xfrm>
            <a:custGeom>
              <a:avLst/>
              <a:gdLst>
                <a:gd name="csX0" fmla="*/ 0 w 19364"/>
                <a:gd name="csY0" fmla="*/ 8841 h 11047"/>
                <a:gd name="csX1" fmla="*/ 17408 w 19364"/>
                <a:gd name="csY1" fmla="*/ 154 h 11047"/>
                <a:gd name="csX2" fmla="*/ 17432 w 19364"/>
                <a:gd name="csY2" fmla="*/ 5614 h 11047"/>
                <a:gd name="csX3" fmla="*/ 0 w 19364"/>
                <a:gd name="csY3" fmla="*/ 8841 h 11047"/>
              </a:gdLst>
              <a:ahLst/>
              <a:cxnLst>
                <a:cxn ang="0">
                  <a:pos x="csX0" y="csY0"/>
                </a:cxn>
                <a:cxn ang="0">
                  <a:pos x="csX1" y="csY1"/>
                </a:cxn>
                <a:cxn ang="0">
                  <a:pos x="csX2" y="csY2"/>
                </a:cxn>
                <a:cxn ang="0">
                  <a:pos x="csX3" y="csY3"/>
                </a:cxn>
              </a:cxnLst>
              <a:rect l="l" t="t" r="r" b="b"/>
              <a:pathLst>
                <a:path w="19364" h="11047">
                  <a:moveTo>
                    <a:pt x="0" y="8841"/>
                  </a:moveTo>
                  <a:cubicBezTo>
                    <a:pt x="126" y="2682"/>
                    <a:pt x="7086" y="-791"/>
                    <a:pt x="17408" y="154"/>
                  </a:cubicBezTo>
                  <a:cubicBezTo>
                    <a:pt x="20010" y="392"/>
                    <a:pt x="20015" y="1478"/>
                    <a:pt x="17432" y="5614"/>
                  </a:cubicBezTo>
                  <a:cubicBezTo>
                    <a:pt x="14357" y="10538"/>
                    <a:pt x="-89" y="13212"/>
                    <a:pt x="0" y="8841"/>
                  </a:cubicBezTo>
                  <a:close/>
                </a:path>
              </a:pathLst>
            </a:custGeom>
            <a:solidFill>
              <a:srgbClr val="B9B9B9"/>
            </a:solidFill>
            <a:ln w="5163" cap="flat">
              <a:noFill/>
              <a:prstDash val="solid"/>
              <a:miter/>
            </a:ln>
          </p:spPr>
          <p:txBody>
            <a:bodyPr/>
            <a:lstStyle/>
            <a:p>
              <a:endParaRPr lang="es-419" noProof="0" dirty="0"/>
            </a:p>
          </p:txBody>
        </p:sp>
        <p:sp>
          <p:nvSpPr>
            <p:cNvPr id="88" name="Forma libre: forma 87">
              <a:extLst>
                <a:ext uri="{FF2B5EF4-FFF2-40B4-BE49-F238E27FC236}">
                  <a16:creationId xmlns:a16="http://schemas.microsoft.com/office/drawing/2014/main" id="{EC00C87A-620C-ECE8-1D2A-9E4BE88AC18D}"/>
                </a:ext>
              </a:extLst>
            </p:cNvPr>
            <p:cNvSpPr/>
            <p:nvPr/>
          </p:nvSpPr>
          <p:spPr>
            <a:xfrm>
              <a:off x="938010" y="2110987"/>
              <a:ext cx="18997" cy="19965"/>
            </a:xfrm>
            <a:custGeom>
              <a:avLst/>
              <a:gdLst>
                <a:gd name="csX0" fmla="*/ 2787 w 18997"/>
                <a:gd name="csY0" fmla="*/ 11392 h 19965"/>
                <a:gd name="csX1" fmla="*/ 4678 w 18997"/>
                <a:gd name="csY1" fmla="*/ 36 h 19965"/>
                <a:gd name="csX2" fmla="*/ 17544 w 18997"/>
                <a:gd name="csY2" fmla="*/ 12951 h 19965"/>
                <a:gd name="csX3" fmla="*/ 13049 w 18997"/>
                <a:gd name="csY3" fmla="*/ 19965 h 19965"/>
                <a:gd name="csX4" fmla="*/ 2787 w 18997"/>
                <a:gd name="csY4" fmla="*/ 11392 h 19965"/>
              </a:gdLst>
              <a:ahLst/>
              <a:cxnLst>
                <a:cxn ang="0">
                  <a:pos x="csX0" y="csY0"/>
                </a:cxn>
                <a:cxn ang="0">
                  <a:pos x="csX1" y="csY1"/>
                </a:cxn>
                <a:cxn ang="0">
                  <a:pos x="csX2" y="csY2"/>
                </a:cxn>
                <a:cxn ang="0">
                  <a:pos x="csX3" y="csY3"/>
                </a:cxn>
                <a:cxn ang="0">
                  <a:pos x="csX4" y="csY4"/>
                </a:cxn>
              </a:cxnLst>
              <a:rect l="l" t="t" r="r" b="b"/>
              <a:pathLst>
                <a:path w="18997" h="19965">
                  <a:moveTo>
                    <a:pt x="2787" y="11392"/>
                  </a:moveTo>
                  <a:cubicBezTo>
                    <a:pt x="-1192" y="389"/>
                    <a:pt x="-1207" y="479"/>
                    <a:pt x="4678" y="36"/>
                  </a:cubicBezTo>
                  <a:cubicBezTo>
                    <a:pt x="10396" y="-395"/>
                    <a:pt x="13750" y="2973"/>
                    <a:pt x="17544" y="12951"/>
                  </a:cubicBezTo>
                  <a:cubicBezTo>
                    <a:pt x="20048" y="19537"/>
                    <a:pt x="19774" y="19965"/>
                    <a:pt x="13049" y="19965"/>
                  </a:cubicBezTo>
                  <a:cubicBezTo>
                    <a:pt x="7281" y="19965"/>
                    <a:pt x="5284" y="18297"/>
                    <a:pt x="2787" y="11392"/>
                  </a:cubicBezTo>
                  <a:close/>
                </a:path>
              </a:pathLst>
            </a:custGeom>
            <a:solidFill>
              <a:srgbClr val="B9B9B9"/>
            </a:solidFill>
            <a:ln w="5163" cap="flat">
              <a:noFill/>
              <a:prstDash val="solid"/>
              <a:miter/>
            </a:ln>
          </p:spPr>
          <p:txBody>
            <a:bodyPr/>
            <a:lstStyle/>
            <a:p>
              <a:endParaRPr lang="es-419" noProof="0" dirty="0"/>
            </a:p>
          </p:txBody>
        </p:sp>
        <p:sp>
          <p:nvSpPr>
            <p:cNvPr id="89" name="Forma libre: forma 88">
              <a:extLst>
                <a:ext uri="{FF2B5EF4-FFF2-40B4-BE49-F238E27FC236}">
                  <a16:creationId xmlns:a16="http://schemas.microsoft.com/office/drawing/2014/main" id="{54FF3033-C291-2CB7-1951-984D387C4808}"/>
                </a:ext>
              </a:extLst>
            </p:cNvPr>
            <p:cNvSpPr/>
            <p:nvPr/>
          </p:nvSpPr>
          <p:spPr>
            <a:xfrm>
              <a:off x="924790" y="2098451"/>
              <a:ext cx="5162" cy="9268"/>
            </a:xfrm>
            <a:custGeom>
              <a:avLst/>
              <a:gdLst>
                <a:gd name="csX0" fmla="*/ 0 w 5162"/>
                <a:gd name="csY0" fmla="*/ 3953 h 9268"/>
                <a:gd name="csX1" fmla="*/ 2581 w 5162"/>
                <a:gd name="csY1" fmla="*/ 233 h 9268"/>
                <a:gd name="csX2" fmla="*/ 5163 w 5162"/>
                <a:gd name="csY2" fmla="*/ 5549 h 9268"/>
                <a:gd name="csX3" fmla="*/ 2581 w 5162"/>
                <a:gd name="csY3" fmla="*/ 9269 h 9268"/>
                <a:gd name="csX4" fmla="*/ 0 w 5162"/>
                <a:gd name="csY4" fmla="*/ 3953 h 9268"/>
              </a:gdLst>
              <a:ahLst/>
              <a:cxnLst>
                <a:cxn ang="0">
                  <a:pos x="csX0" y="csY0"/>
                </a:cxn>
                <a:cxn ang="0">
                  <a:pos x="csX1" y="csY1"/>
                </a:cxn>
                <a:cxn ang="0">
                  <a:pos x="csX2" y="csY2"/>
                </a:cxn>
                <a:cxn ang="0">
                  <a:pos x="csX3" y="csY3"/>
                </a:cxn>
                <a:cxn ang="0">
                  <a:pos x="csX4" y="csY4"/>
                </a:cxn>
              </a:cxnLst>
              <a:rect l="l" t="t" r="r" b="b"/>
              <a:pathLst>
                <a:path w="5162" h="9268">
                  <a:moveTo>
                    <a:pt x="0" y="3953"/>
                  </a:moveTo>
                  <a:cubicBezTo>
                    <a:pt x="0" y="1030"/>
                    <a:pt x="1162" y="-644"/>
                    <a:pt x="2581" y="233"/>
                  </a:cubicBezTo>
                  <a:cubicBezTo>
                    <a:pt x="4001" y="1111"/>
                    <a:pt x="5163" y="3503"/>
                    <a:pt x="5163" y="5549"/>
                  </a:cubicBezTo>
                  <a:cubicBezTo>
                    <a:pt x="5163" y="7595"/>
                    <a:pt x="4001" y="9269"/>
                    <a:pt x="2581" y="9269"/>
                  </a:cubicBezTo>
                  <a:cubicBezTo>
                    <a:pt x="1162" y="9269"/>
                    <a:pt x="0" y="6877"/>
                    <a:pt x="0" y="3953"/>
                  </a:cubicBezTo>
                  <a:close/>
                </a:path>
              </a:pathLst>
            </a:custGeom>
            <a:solidFill>
              <a:srgbClr val="B9B9B9"/>
            </a:solidFill>
            <a:ln w="5163" cap="flat">
              <a:noFill/>
              <a:prstDash val="solid"/>
              <a:miter/>
            </a:ln>
          </p:spPr>
          <p:txBody>
            <a:bodyPr/>
            <a:lstStyle/>
            <a:p>
              <a:endParaRPr lang="es-419" noProof="0" dirty="0"/>
            </a:p>
          </p:txBody>
        </p:sp>
      </p:grpSp>
      <p:grpSp>
        <p:nvGrpSpPr>
          <p:cNvPr id="90" name="Gráfico 39">
            <a:extLst>
              <a:ext uri="{FF2B5EF4-FFF2-40B4-BE49-F238E27FC236}">
                <a16:creationId xmlns:a16="http://schemas.microsoft.com/office/drawing/2014/main" id="{109510DA-EF54-92B9-3BFB-635286DED172}"/>
              </a:ext>
            </a:extLst>
          </p:cNvPr>
          <p:cNvGrpSpPr/>
          <p:nvPr/>
        </p:nvGrpSpPr>
        <p:grpSpPr>
          <a:xfrm>
            <a:off x="281340" y="1474182"/>
            <a:ext cx="428841" cy="522535"/>
            <a:chOff x="281340" y="1474182"/>
            <a:chExt cx="428841" cy="522535"/>
          </a:xfrm>
          <a:solidFill>
            <a:srgbClr val="B9B9B9"/>
          </a:solidFill>
        </p:grpSpPr>
        <p:grpSp>
          <p:nvGrpSpPr>
            <p:cNvPr id="91" name="Gráfico 39">
              <a:extLst>
                <a:ext uri="{FF2B5EF4-FFF2-40B4-BE49-F238E27FC236}">
                  <a16:creationId xmlns:a16="http://schemas.microsoft.com/office/drawing/2014/main" id="{CDDC9C27-3960-2F41-6F67-0D93F9E7AC47}"/>
                </a:ext>
              </a:extLst>
            </p:cNvPr>
            <p:cNvGrpSpPr/>
            <p:nvPr/>
          </p:nvGrpSpPr>
          <p:grpSpPr>
            <a:xfrm>
              <a:off x="281340" y="1474182"/>
              <a:ext cx="428841" cy="522535"/>
              <a:chOff x="281340" y="1474182"/>
              <a:chExt cx="428841" cy="522535"/>
            </a:xfrm>
            <a:solidFill>
              <a:srgbClr val="B9B9B9"/>
            </a:solidFill>
          </p:grpSpPr>
          <p:sp>
            <p:nvSpPr>
              <p:cNvPr id="92" name="Forma libre: forma 91">
                <a:extLst>
                  <a:ext uri="{FF2B5EF4-FFF2-40B4-BE49-F238E27FC236}">
                    <a16:creationId xmlns:a16="http://schemas.microsoft.com/office/drawing/2014/main" id="{D93DF095-AACC-21D3-0831-F4A596C98FB7}"/>
                  </a:ext>
                </a:extLst>
              </p:cNvPr>
              <p:cNvSpPr/>
              <p:nvPr/>
            </p:nvSpPr>
            <p:spPr>
              <a:xfrm>
                <a:off x="281340" y="1474182"/>
                <a:ext cx="428841" cy="522535"/>
              </a:xfrm>
              <a:custGeom>
                <a:avLst/>
                <a:gdLst>
                  <a:gd name="csX0" fmla="*/ 375000 w 428841"/>
                  <a:gd name="csY0" fmla="*/ 516104 h 522535"/>
                  <a:gd name="csX1" fmla="*/ 367101 w 428841"/>
                  <a:gd name="csY1" fmla="*/ 496098 h 522535"/>
                  <a:gd name="csX2" fmla="*/ 357849 w 428841"/>
                  <a:gd name="csY2" fmla="*/ 467300 h 522535"/>
                  <a:gd name="csX3" fmla="*/ 337807 w 428841"/>
                  <a:gd name="csY3" fmla="*/ 445109 h 522535"/>
                  <a:gd name="csX4" fmla="*/ 320489 w 428841"/>
                  <a:gd name="csY4" fmla="*/ 429036 h 522535"/>
                  <a:gd name="csX5" fmla="*/ 269809 w 428841"/>
                  <a:gd name="csY5" fmla="*/ 379110 h 522535"/>
                  <a:gd name="csX6" fmla="*/ 248488 w 428841"/>
                  <a:gd name="csY6" fmla="*/ 370097 h 522535"/>
                  <a:gd name="csX7" fmla="*/ 256878 w 428841"/>
                  <a:gd name="csY7" fmla="*/ 370327 h 522535"/>
                  <a:gd name="csX8" fmla="*/ 265267 w 428841"/>
                  <a:gd name="csY8" fmla="*/ 372646 h 522535"/>
                  <a:gd name="csX9" fmla="*/ 258168 w 428841"/>
                  <a:gd name="csY9" fmla="*/ 366399 h 522535"/>
                  <a:gd name="csX10" fmla="*/ 251069 w 428841"/>
                  <a:gd name="csY10" fmla="*/ 355305 h 522535"/>
                  <a:gd name="csX11" fmla="*/ 237556 w 428841"/>
                  <a:gd name="csY11" fmla="*/ 353450 h 522535"/>
                  <a:gd name="csX12" fmla="*/ 235538 w 428841"/>
                  <a:gd name="csY12" fmla="*/ 349578 h 522535"/>
                  <a:gd name="csX13" fmla="*/ 231626 w 428841"/>
                  <a:gd name="csY13" fmla="*/ 338114 h 522535"/>
                  <a:gd name="csX14" fmla="*/ 227531 w 428841"/>
                  <a:gd name="csY14" fmla="*/ 327788 h 522535"/>
                  <a:gd name="csX15" fmla="*/ 225255 w 428841"/>
                  <a:gd name="csY15" fmla="*/ 330217 h 522535"/>
                  <a:gd name="csX16" fmla="*/ 222797 w 428841"/>
                  <a:gd name="csY16" fmla="*/ 331508 h 522535"/>
                  <a:gd name="csX17" fmla="*/ 220276 w 428841"/>
                  <a:gd name="csY17" fmla="*/ 330217 h 522535"/>
                  <a:gd name="csX18" fmla="*/ 216375 w 428841"/>
                  <a:gd name="csY18" fmla="*/ 326968 h 522535"/>
                  <a:gd name="csX19" fmla="*/ 212138 w 428841"/>
                  <a:gd name="csY19" fmla="*/ 320021 h 522535"/>
                  <a:gd name="csX20" fmla="*/ 209766 w 428841"/>
                  <a:gd name="csY20" fmla="*/ 317462 h 522535"/>
                  <a:gd name="csX21" fmla="*/ 212670 w 428841"/>
                  <a:gd name="csY21" fmla="*/ 314083 h 522535"/>
                  <a:gd name="csX22" fmla="*/ 216877 w 428841"/>
                  <a:gd name="csY22" fmla="*/ 311142 h 522535"/>
                  <a:gd name="csX23" fmla="*/ 215264 w 428841"/>
                  <a:gd name="csY23" fmla="*/ 309359 h 522535"/>
                  <a:gd name="csX24" fmla="*/ 217511 w 428841"/>
                  <a:gd name="csY24" fmla="*/ 291496 h 522535"/>
                  <a:gd name="csX25" fmla="*/ 222673 w 428841"/>
                  <a:gd name="csY25" fmla="*/ 271731 h 522535"/>
                  <a:gd name="csX26" fmla="*/ 225571 w 428841"/>
                  <a:gd name="csY26" fmla="*/ 266972 h 522535"/>
                  <a:gd name="csX27" fmla="*/ 225255 w 428841"/>
                  <a:gd name="csY27" fmla="*/ 263100 h 522535"/>
                  <a:gd name="csX28" fmla="*/ 224939 w 428841"/>
                  <a:gd name="csY28" fmla="*/ 259227 h 522535"/>
                  <a:gd name="csX29" fmla="*/ 227470 w 428841"/>
                  <a:gd name="csY29" fmla="*/ 246966 h 522535"/>
                  <a:gd name="csX30" fmla="*/ 227104 w 428841"/>
                  <a:gd name="csY30" fmla="*/ 234704 h 522535"/>
                  <a:gd name="csX31" fmla="*/ 225255 w 428841"/>
                  <a:gd name="csY31" fmla="*/ 245029 h 522535"/>
                  <a:gd name="csX32" fmla="*/ 222926 w 428841"/>
                  <a:gd name="csY32" fmla="*/ 241157 h 522535"/>
                  <a:gd name="csX33" fmla="*/ 213514 w 428841"/>
                  <a:gd name="csY33" fmla="*/ 204198 h 522535"/>
                  <a:gd name="csX34" fmla="*/ 207511 w 428841"/>
                  <a:gd name="csY34" fmla="*/ 195911 h 522535"/>
                  <a:gd name="csX35" fmla="*/ 199366 w 428841"/>
                  <a:gd name="csY35" fmla="*/ 188261 h 522535"/>
                  <a:gd name="csX36" fmla="*/ 189814 w 428841"/>
                  <a:gd name="csY36" fmla="*/ 185143 h 522535"/>
                  <a:gd name="csX37" fmla="*/ 177824 w 428841"/>
                  <a:gd name="csY37" fmla="*/ 176701 h 522535"/>
                  <a:gd name="csX38" fmla="*/ 173385 w 428841"/>
                  <a:gd name="csY38" fmla="*/ 171969 h 522535"/>
                  <a:gd name="csX39" fmla="*/ 172244 w 428841"/>
                  <a:gd name="csY39" fmla="*/ 166295 h 522535"/>
                  <a:gd name="csX40" fmla="*/ 157189 w 428841"/>
                  <a:gd name="csY40" fmla="*/ 154717 h 522535"/>
                  <a:gd name="csX41" fmla="*/ 154290 w 428841"/>
                  <a:gd name="csY41" fmla="*/ 143110 h 522535"/>
                  <a:gd name="csX42" fmla="*/ 153437 w 428841"/>
                  <a:gd name="csY42" fmla="*/ 130888 h 522535"/>
                  <a:gd name="csX43" fmla="*/ 150373 w 428841"/>
                  <a:gd name="csY43" fmla="*/ 128835 h 522535"/>
                  <a:gd name="csX44" fmla="*/ 148457 w 428841"/>
                  <a:gd name="csY44" fmla="*/ 125777 h 522535"/>
                  <a:gd name="csX45" fmla="*/ 150890 w 428841"/>
                  <a:gd name="csY45" fmla="*/ 109503 h 522535"/>
                  <a:gd name="csX46" fmla="*/ 144325 w 428841"/>
                  <a:gd name="csY46" fmla="*/ 119656 h 522535"/>
                  <a:gd name="csX47" fmla="*/ 132054 w 428841"/>
                  <a:gd name="csY47" fmla="*/ 127093 h 522535"/>
                  <a:gd name="csX48" fmla="*/ 125630 w 428841"/>
                  <a:gd name="csY48" fmla="*/ 120812 h 522535"/>
                  <a:gd name="csX49" fmla="*/ 123207 w 428841"/>
                  <a:gd name="csY49" fmla="*/ 117248 h 522535"/>
                  <a:gd name="csX50" fmla="*/ 119415 w 428841"/>
                  <a:gd name="csY50" fmla="*/ 121894 h 522535"/>
                  <a:gd name="csX51" fmla="*/ 116519 w 428841"/>
                  <a:gd name="csY51" fmla="*/ 129437 h 522535"/>
                  <a:gd name="csX52" fmla="*/ 107977 w 428841"/>
                  <a:gd name="csY52" fmla="*/ 127285 h 522535"/>
                  <a:gd name="csX53" fmla="*/ 105433 w 428841"/>
                  <a:gd name="csY53" fmla="*/ 123427 h 522535"/>
                  <a:gd name="csX54" fmla="*/ 96024 w 428841"/>
                  <a:gd name="csY54" fmla="*/ 113119 h 522535"/>
                  <a:gd name="csX55" fmla="*/ 84566 w 428841"/>
                  <a:gd name="csY55" fmla="*/ 104340 h 522535"/>
                  <a:gd name="csX56" fmla="*/ 73108 w 428841"/>
                  <a:gd name="csY56" fmla="*/ 95562 h 522535"/>
                  <a:gd name="csX57" fmla="*/ 56725 w 428841"/>
                  <a:gd name="csY57" fmla="*/ 85124 h 522535"/>
                  <a:gd name="csX58" fmla="*/ 41890 w 428841"/>
                  <a:gd name="csY58" fmla="*/ 66163 h 522535"/>
                  <a:gd name="csX59" fmla="*/ 28677 w 428841"/>
                  <a:gd name="csY59" fmla="*/ 46701 h 522535"/>
                  <a:gd name="csX60" fmla="*/ 19131 w 428841"/>
                  <a:gd name="csY60" fmla="*/ 37238 h 522535"/>
                  <a:gd name="csX61" fmla="*/ 12905 w 428841"/>
                  <a:gd name="csY61" fmla="*/ 29478 h 522535"/>
                  <a:gd name="csX62" fmla="*/ 565 w 428841"/>
                  <a:gd name="csY62" fmla="*/ 12763 h 522535"/>
                  <a:gd name="csX63" fmla="*/ 24931 w 428841"/>
                  <a:gd name="csY63" fmla="*/ 17586 h 522535"/>
                  <a:gd name="csX64" fmla="*/ 53740 w 428841"/>
                  <a:gd name="csY64" fmla="*/ 17944 h 522535"/>
                  <a:gd name="csX65" fmla="*/ 62623 w 428841"/>
                  <a:gd name="csY65" fmla="*/ 19236 h 522535"/>
                  <a:gd name="csX66" fmla="*/ 68432 w 428841"/>
                  <a:gd name="csY66" fmla="*/ 26677 h 522535"/>
                  <a:gd name="csX67" fmla="*/ 76711 w 428841"/>
                  <a:gd name="csY67" fmla="*/ 24137 h 522535"/>
                  <a:gd name="csX68" fmla="*/ 79251 w 428841"/>
                  <a:gd name="csY68" fmla="*/ 21734 h 522535"/>
                  <a:gd name="csX69" fmla="*/ 83275 w 428841"/>
                  <a:gd name="csY69" fmla="*/ 19103 h 522535"/>
                  <a:gd name="csX70" fmla="*/ 76792 w 428841"/>
                  <a:gd name="csY70" fmla="*/ 18100 h 522535"/>
                  <a:gd name="csX71" fmla="*/ 72078 w 428841"/>
                  <a:gd name="csY71" fmla="*/ 15119 h 522535"/>
                  <a:gd name="csX72" fmla="*/ 69501 w 428841"/>
                  <a:gd name="csY72" fmla="*/ 12179 h 522535"/>
                  <a:gd name="csX73" fmla="*/ 70989 w 428841"/>
                  <a:gd name="csY73" fmla="*/ 5916 h 522535"/>
                  <a:gd name="csX74" fmla="*/ 77646 w 428841"/>
                  <a:gd name="csY74" fmla="*/ 3402 h 522535"/>
                  <a:gd name="csX75" fmla="*/ 139275 w 428841"/>
                  <a:gd name="csY75" fmla="*/ 15638 h 522535"/>
                  <a:gd name="csX76" fmla="*/ 187630 w 428841"/>
                  <a:gd name="csY76" fmla="*/ 22047 h 522535"/>
                  <a:gd name="csX77" fmla="*/ 207209 w 428841"/>
                  <a:gd name="csY77" fmla="*/ 56596 h 522535"/>
                  <a:gd name="csX78" fmla="*/ 227114 w 428841"/>
                  <a:gd name="csY78" fmla="*/ 93147 h 522535"/>
                  <a:gd name="csX79" fmla="*/ 237157 w 428841"/>
                  <a:gd name="csY79" fmla="*/ 106748 h 522535"/>
                  <a:gd name="csX80" fmla="*/ 244314 w 428841"/>
                  <a:gd name="csY80" fmla="*/ 119404 h 522535"/>
                  <a:gd name="csX81" fmla="*/ 245646 w 428841"/>
                  <a:gd name="csY81" fmla="*/ 128703 h 522535"/>
                  <a:gd name="csX82" fmla="*/ 248545 w 428841"/>
                  <a:gd name="csY82" fmla="*/ 142569 h 522535"/>
                  <a:gd name="csX83" fmla="*/ 261330 w 428841"/>
                  <a:gd name="csY83" fmla="*/ 164801 h 522535"/>
                  <a:gd name="csX84" fmla="*/ 258888 w 428841"/>
                  <a:gd name="csY84" fmla="*/ 155359 h 522535"/>
                  <a:gd name="csX85" fmla="*/ 255800 w 428841"/>
                  <a:gd name="csY85" fmla="*/ 130155 h 522535"/>
                  <a:gd name="csX86" fmla="*/ 275961 w 428841"/>
                  <a:gd name="csY86" fmla="*/ 158456 h 522535"/>
                  <a:gd name="csX87" fmla="*/ 281077 w 428841"/>
                  <a:gd name="csY87" fmla="*/ 166295 h 522535"/>
                  <a:gd name="csX88" fmla="*/ 284516 w 428841"/>
                  <a:gd name="csY88" fmla="*/ 174685 h 522535"/>
                  <a:gd name="csX89" fmla="*/ 290330 w 428841"/>
                  <a:gd name="csY89" fmla="*/ 206853 h 522535"/>
                  <a:gd name="csX90" fmla="*/ 289732 w 428841"/>
                  <a:gd name="csY90" fmla="*/ 219395 h 522535"/>
                  <a:gd name="csX91" fmla="*/ 295284 w 428841"/>
                  <a:gd name="csY91" fmla="*/ 246624 h 522535"/>
                  <a:gd name="csX92" fmla="*/ 307839 w 428841"/>
                  <a:gd name="csY92" fmla="*/ 265674 h 522535"/>
                  <a:gd name="csX93" fmla="*/ 311998 w 428841"/>
                  <a:gd name="csY93" fmla="*/ 272749 h 522535"/>
                  <a:gd name="csX94" fmla="*/ 323310 w 428841"/>
                  <a:gd name="csY94" fmla="*/ 313772 h 522535"/>
                  <a:gd name="csX95" fmla="*/ 331080 w 428841"/>
                  <a:gd name="csY95" fmla="*/ 343142 h 522535"/>
                  <a:gd name="csX96" fmla="*/ 329774 w 428841"/>
                  <a:gd name="csY96" fmla="*/ 364390 h 522535"/>
                  <a:gd name="csX97" fmla="*/ 349986 w 428841"/>
                  <a:gd name="csY97" fmla="*/ 396248 h 522535"/>
                  <a:gd name="csX98" fmla="*/ 354973 w 428841"/>
                  <a:gd name="csY98" fmla="*/ 397754 h 522535"/>
                  <a:gd name="csX99" fmla="*/ 357026 w 428841"/>
                  <a:gd name="csY99" fmla="*/ 403789 h 522535"/>
                  <a:gd name="csX100" fmla="*/ 360843 w 428841"/>
                  <a:gd name="csY100" fmla="*/ 395399 h 522535"/>
                  <a:gd name="csX101" fmla="*/ 361835 w 428841"/>
                  <a:gd name="csY101" fmla="*/ 383279 h 522535"/>
                  <a:gd name="csX102" fmla="*/ 377379 w 428841"/>
                  <a:gd name="csY102" fmla="*/ 393272 h 522535"/>
                  <a:gd name="csX103" fmla="*/ 390468 w 428841"/>
                  <a:gd name="csY103" fmla="*/ 410555 h 522535"/>
                  <a:gd name="csX104" fmla="*/ 396921 w 428841"/>
                  <a:gd name="csY104" fmla="*/ 414114 h 522535"/>
                  <a:gd name="csX105" fmla="*/ 403375 w 428841"/>
                  <a:gd name="csY105" fmla="*/ 419847 h 522535"/>
                  <a:gd name="csX106" fmla="*/ 406602 w 428841"/>
                  <a:gd name="csY106" fmla="*/ 439662 h 522535"/>
                  <a:gd name="csX107" fmla="*/ 418087 w 428841"/>
                  <a:gd name="csY107" fmla="*/ 458630 h 522535"/>
                  <a:gd name="csX108" fmla="*/ 419011 w 428841"/>
                  <a:gd name="csY108" fmla="*/ 503820 h 522535"/>
                  <a:gd name="csX109" fmla="*/ 409820 w 428841"/>
                  <a:gd name="csY109" fmla="*/ 509628 h 522535"/>
                  <a:gd name="csX110" fmla="*/ 394580 w 428841"/>
                  <a:gd name="csY110" fmla="*/ 516082 h 522535"/>
                  <a:gd name="csX111" fmla="*/ 382031 w 428841"/>
                  <a:gd name="csY111" fmla="*/ 522535 h 522535"/>
                  <a:gd name="csX112" fmla="*/ 375000 w 428841"/>
                  <a:gd name="csY112" fmla="*/ 516104 h 5225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Lst>
                <a:rect l="l" t="t" r="r" b="b"/>
                <a:pathLst>
                  <a:path w="428841" h="522535">
                    <a:moveTo>
                      <a:pt x="375000" y="516104"/>
                    </a:moveTo>
                    <a:cubicBezTo>
                      <a:pt x="371085" y="511937"/>
                      <a:pt x="368304" y="504894"/>
                      <a:pt x="367101" y="496098"/>
                    </a:cubicBezTo>
                    <a:cubicBezTo>
                      <a:pt x="366079" y="488632"/>
                      <a:pt x="361916" y="475673"/>
                      <a:pt x="357849" y="467300"/>
                    </a:cubicBezTo>
                    <a:cubicBezTo>
                      <a:pt x="351802" y="454850"/>
                      <a:pt x="348152" y="450809"/>
                      <a:pt x="337807" y="445109"/>
                    </a:cubicBezTo>
                    <a:cubicBezTo>
                      <a:pt x="329743" y="440665"/>
                      <a:pt x="323467" y="434840"/>
                      <a:pt x="320489" y="429036"/>
                    </a:cubicBezTo>
                    <a:cubicBezTo>
                      <a:pt x="313727" y="415856"/>
                      <a:pt x="278311" y="380967"/>
                      <a:pt x="269809" y="379110"/>
                    </a:cubicBezTo>
                    <a:cubicBezTo>
                      <a:pt x="258622" y="376667"/>
                      <a:pt x="248488" y="372383"/>
                      <a:pt x="248488" y="370097"/>
                    </a:cubicBezTo>
                    <a:cubicBezTo>
                      <a:pt x="248488" y="368948"/>
                      <a:pt x="252263" y="369052"/>
                      <a:pt x="256878" y="370327"/>
                    </a:cubicBezTo>
                    <a:lnTo>
                      <a:pt x="265267" y="372646"/>
                    </a:lnTo>
                    <a:lnTo>
                      <a:pt x="258168" y="366399"/>
                    </a:lnTo>
                    <a:cubicBezTo>
                      <a:pt x="254264" y="362963"/>
                      <a:pt x="251069" y="357971"/>
                      <a:pt x="251069" y="355305"/>
                    </a:cubicBezTo>
                    <a:cubicBezTo>
                      <a:pt x="251069" y="350053"/>
                      <a:pt x="241061" y="348679"/>
                      <a:pt x="237556" y="353450"/>
                    </a:cubicBezTo>
                    <a:cubicBezTo>
                      <a:pt x="236513" y="354870"/>
                      <a:pt x="235605" y="353128"/>
                      <a:pt x="235538" y="349578"/>
                    </a:cubicBezTo>
                    <a:cubicBezTo>
                      <a:pt x="235471" y="346029"/>
                      <a:pt x="233711" y="340870"/>
                      <a:pt x="231626" y="338114"/>
                    </a:cubicBezTo>
                    <a:cubicBezTo>
                      <a:pt x="229542" y="335358"/>
                      <a:pt x="227699" y="330711"/>
                      <a:pt x="227531" y="327788"/>
                    </a:cubicBezTo>
                    <a:cubicBezTo>
                      <a:pt x="227316" y="324054"/>
                      <a:pt x="226639" y="324776"/>
                      <a:pt x="225255" y="330217"/>
                    </a:cubicBezTo>
                    <a:cubicBezTo>
                      <a:pt x="223398" y="337513"/>
                      <a:pt x="223256" y="337588"/>
                      <a:pt x="222797" y="331508"/>
                    </a:cubicBezTo>
                    <a:cubicBezTo>
                      <a:pt x="222352" y="325610"/>
                      <a:pt x="222136" y="325499"/>
                      <a:pt x="220276" y="330217"/>
                    </a:cubicBezTo>
                    <a:cubicBezTo>
                      <a:pt x="218499" y="334726"/>
                      <a:pt x="218005" y="334315"/>
                      <a:pt x="216375" y="326968"/>
                    </a:cubicBezTo>
                    <a:cubicBezTo>
                      <a:pt x="215349" y="322341"/>
                      <a:pt x="213442" y="319215"/>
                      <a:pt x="212138" y="320021"/>
                    </a:cubicBezTo>
                    <a:cubicBezTo>
                      <a:pt x="210833" y="320827"/>
                      <a:pt x="209766" y="319676"/>
                      <a:pt x="209766" y="317462"/>
                    </a:cubicBezTo>
                    <a:cubicBezTo>
                      <a:pt x="209766" y="315249"/>
                      <a:pt x="211073" y="313728"/>
                      <a:pt x="212670" y="314083"/>
                    </a:cubicBezTo>
                    <a:cubicBezTo>
                      <a:pt x="214268" y="314438"/>
                      <a:pt x="216161" y="313115"/>
                      <a:pt x="216877" y="311142"/>
                    </a:cubicBezTo>
                    <a:cubicBezTo>
                      <a:pt x="217675" y="308946"/>
                      <a:pt x="217050" y="308255"/>
                      <a:pt x="215264" y="309359"/>
                    </a:cubicBezTo>
                    <a:cubicBezTo>
                      <a:pt x="211189" y="311878"/>
                      <a:pt x="211586" y="308715"/>
                      <a:pt x="217511" y="291496"/>
                    </a:cubicBezTo>
                    <a:cubicBezTo>
                      <a:pt x="220350" y="283242"/>
                      <a:pt x="222673" y="274348"/>
                      <a:pt x="222673" y="271731"/>
                    </a:cubicBezTo>
                    <a:cubicBezTo>
                      <a:pt x="222673" y="269113"/>
                      <a:pt x="223977" y="266972"/>
                      <a:pt x="225571" y="266972"/>
                    </a:cubicBezTo>
                    <a:cubicBezTo>
                      <a:pt x="227573" y="266972"/>
                      <a:pt x="227475" y="265775"/>
                      <a:pt x="225255" y="263100"/>
                    </a:cubicBezTo>
                    <a:cubicBezTo>
                      <a:pt x="223035" y="260424"/>
                      <a:pt x="222937" y="259227"/>
                      <a:pt x="224939" y="259227"/>
                    </a:cubicBezTo>
                    <a:cubicBezTo>
                      <a:pt x="226726" y="259227"/>
                      <a:pt x="227696" y="254529"/>
                      <a:pt x="227470" y="246966"/>
                    </a:cubicBezTo>
                    <a:lnTo>
                      <a:pt x="227104" y="234704"/>
                    </a:lnTo>
                    <a:lnTo>
                      <a:pt x="225255" y="245029"/>
                    </a:lnTo>
                    <a:cubicBezTo>
                      <a:pt x="223422" y="255266"/>
                      <a:pt x="223402" y="255233"/>
                      <a:pt x="222926" y="241157"/>
                    </a:cubicBezTo>
                    <a:cubicBezTo>
                      <a:pt x="222330" y="223537"/>
                      <a:pt x="217100" y="203003"/>
                      <a:pt x="213514" y="204198"/>
                    </a:cubicBezTo>
                    <a:cubicBezTo>
                      <a:pt x="212038" y="204690"/>
                      <a:pt x="209337" y="200961"/>
                      <a:pt x="207511" y="195911"/>
                    </a:cubicBezTo>
                    <a:cubicBezTo>
                      <a:pt x="204912" y="188724"/>
                      <a:pt x="203143" y="187062"/>
                      <a:pt x="199366" y="188261"/>
                    </a:cubicBezTo>
                    <a:cubicBezTo>
                      <a:pt x="196479" y="189177"/>
                      <a:pt x="192643" y="187925"/>
                      <a:pt x="189814" y="185143"/>
                    </a:cubicBezTo>
                    <a:cubicBezTo>
                      <a:pt x="187213" y="182586"/>
                      <a:pt x="181818" y="178787"/>
                      <a:pt x="177824" y="176701"/>
                    </a:cubicBezTo>
                    <a:cubicBezTo>
                      <a:pt x="173830" y="174616"/>
                      <a:pt x="171833" y="172486"/>
                      <a:pt x="173385" y="171969"/>
                    </a:cubicBezTo>
                    <a:cubicBezTo>
                      <a:pt x="177632" y="170553"/>
                      <a:pt x="176775" y="166295"/>
                      <a:pt x="172244" y="166295"/>
                    </a:cubicBezTo>
                    <a:cubicBezTo>
                      <a:pt x="165904" y="166295"/>
                      <a:pt x="155744" y="158482"/>
                      <a:pt x="157189" y="154717"/>
                    </a:cubicBezTo>
                    <a:cubicBezTo>
                      <a:pt x="157916" y="152822"/>
                      <a:pt x="156611" y="147599"/>
                      <a:pt x="154290" y="143110"/>
                    </a:cubicBezTo>
                    <a:cubicBezTo>
                      <a:pt x="150789" y="136341"/>
                      <a:pt x="150644" y="134254"/>
                      <a:pt x="153437" y="130888"/>
                    </a:cubicBezTo>
                    <a:cubicBezTo>
                      <a:pt x="156396" y="127323"/>
                      <a:pt x="156023" y="127073"/>
                      <a:pt x="150373" y="128835"/>
                    </a:cubicBezTo>
                    <a:cubicBezTo>
                      <a:pt x="144136" y="130780"/>
                      <a:pt x="144078" y="130686"/>
                      <a:pt x="148457" y="125777"/>
                    </a:cubicBezTo>
                    <a:cubicBezTo>
                      <a:pt x="153040" y="120640"/>
                      <a:pt x="154705" y="109503"/>
                      <a:pt x="150890" y="109503"/>
                    </a:cubicBezTo>
                    <a:cubicBezTo>
                      <a:pt x="149743" y="109503"/>
                      <a:pt x="146789" y="114072"/>
                      <a:pt x="144325" y="119656"/>
                    </a:cubicBezTo>
                    <a:cubicBezTo>
                      <a:pt x="140017" y="129421"/>
                      <a:pt x="139548" y="129705"/>
                      <a:pt x="132054" y="127093"/>
                    </a:cubicBezTo>
                    <a:cubicBezTo>
                      <a:pt x="127075" y="125357"/>
                      <a:pt x="124756" y="123090"/>
                      <a:pt x="125630" y="120812"/>
                    </a:cubicBezTo>
                    <a:cubicBezTo>
                      <a:pt x="126411" y="118778"/>
                      <a:pt x="125370" y="117248"/>
                      <a:pt x="123207" y="117248"/>
                    </a:cubicBezTo>
                    <a:cubicBezTo>
                      <a:pt x="121121" y="117248"/>
                      <a:pt x="119415" y="119339"/>
                      <a:pt x="119415" y="121894"/>
                    </a:cubicBezTo>
                    <a:cubicBezTo>
                      <a:pt x="119415" y="124450"/>
                      <a:pt x="118112" y="127844"/>
                      <a:pt x="116519" y="129437"/>
                    </a:cubicBezTo>
                    <a:cubicBezTo>
                      <a:pt x="113230" y="132727"/>
                      <a:pt x="105775" y="130849"/>
                      <a:pt x="107977" y="127285"/>
                    </a:cubicBezTo>
                    <a:cubicBezTo>
                      <a:pt x="108769" y="126004"/>
                      <a:pt x="107624" y="124268"/>
                      <a:pt x="105433" y="123427"/>
                    </a:cubicBezTo>
                    <a:cubicBezTo>
                      <a:pt x="103242" y="122586"/>
                      <a:pt x="99008" y="117948"/>
                      <a:pt x="96024" y="113119"/>
                    </a:cubicBezTo>
                    <a:cubicBezTo>
                      <a:pt x="92358" y="107187"/>
                      <a:pt x="88642" y="104340"/>
                      <a:pt x="84566" y="104340"/>
                    </a:cubicBezTo>
                    <a:cubicBezTo>
                      <a:pt x="80490" y="104340"/>
                      <a:pt x="76774" y="101493"/>
                      <a:pt x="73108" y="95562"/>
                    </a:cubicBezTo>
                    <a:cubicBezTo>
                      <a:pt x="67387" y="86305"/>
                      <a:pt x="62222" y="83015"/>
                      <a:pt x="56725" y="85124"/>
                    </a:cubicBezTo>
                    <a:cubicBezTo>
                      <a:pt x="50606" y="87472"/>
                      <a:pt x="41978" y="76444"/>
                      <a:pt x="41890" y="66163"/>
                    </a:cubicBezTo>
                    <a:cubicBezTo>
                      <a:pt x="41792" y="54708"/>
                      <a:pt x="37917" y="49001"/>
                      <a:pt x="28677" y="46701"/>
                    </a:cubicBezTo>
                    <a:cubicBezTo>
                      <a:pt x="24172" y="45580"/>
                      <a:pt x="20912" y="42349"/>
                      <a:pt x="19131" y="37238"/>
                    </a:cubicBezTo>
                    <a:cubicBezTo>
                      <a:pt x="17643" y="32970"/>
                      <a:pt x="14841" y="29478"/>
                      <a:pt x="12905" y="29478"/>
                    </a:cubicBezTo>
                    <a:cubicBezTo>
                      <a:pt x="8305" y="29478"/>
                      <a:pt x="-2593" y="14715"/>
                      <a:pt x="565" y="12763"/>
                    </a:cubicBezTo>
                    <a:cubicBezTo>
                      <a:pt x="3818" y="10752"/>
                      <a:pt x="12858" y="12542"/>
                      <a:pt x="24931" y="17586"/>
                    </a:cubicBezTo>
                    <a:cubicBezTo>
                      <a:pt x="37286" y="22748"/>
                      <a:pt x="47225" y="22872"/>
                      <a:pt x="53740" y="17944"/>
                    </a:cubicBezTo>
                    <a:cubicBezTo>
                      <a:pt x="60581" y="12770"/>
                      <a:pt x="62623" y="13067"/>
                      <a:pt x="62623" y="19236"/>
                    </a:cubicBezTo>
                    <a:cubicBezTo>
                      <a:pt x="62623" y="22305"/>
                      <a:pt x="65034" y="25393"/>
                      <a:pt x="68432" y="26677"/>
                    </a:cubicBezTo>
                    <a:cubicBezTo>
                      <a:pt x="74871" y="29111"/>
                      <a:pt x="79002" y="27843"/>
                      <a:pt x="76711" y="24137"/>
                    </a:cubicBezTo>
                    <a:cubicBezTo>
                      <a:pt x="75894" y="22815"/>
                      <a:pt x="77037" y="21734"/>
                      <a:pt x="79251" y="21734"/>
                    </a:cubicBezTo>
                    <a:cubicBezTo>
                      <a:pt x="81464" y="21734"/>
                      <a:pt x="83275" y="20550"/>
                      <a:pt x="83275" y="19103"/>
                    </a:cubicBezTo>
                    <a:cubicBezTo>
                      <a:pt x="83275" y="17583"/>
                      <a:pt x="80538" y="17160"/>
                      <a:pt x="76792" y="18100"/>
                    </a:cubicBezTo>
                    <a:cubicBezTo>
                      <a:pt x="71329" y="19471"/>
                      <a:pt x="70588" y="19002"/>
                      <a:pt x="72078" y="15119"/>
                    </a:cubicBezTo>
                    <a:cubicBezTo>
                      <a:pt x="73452" y="11539"/>
                      <a:pt x="72877" y="10883"/>
                      <a:pt x="69501" y="12179"/>
                    </a:cubicBezTo>
                    <a:cubicBezTo>
                      <a:pt x="66052" y="13503"/>
                      <a:pt x="66358" y="12212"/>
                      <a:pt x="70989" y="5916"/>
                    </a:cubicBezTo>
                    <a:cubicBezTo>
                      <a:pt x="76351" y="-1376"/>
                      <a:pt x="76888" y="-1579"/>
                      <a:pt x="77646" y="3402"/>
                    </a:cubicBezTo>
                    <a:cubicBezTo>
                      <a:pt x="78672" y="10145"/>
                      <a:pt x="78784" y="10167"/>
                      <a:pt x="139275" y="15638"/>
                    </a:cubicBezTo>
                    <a:cubicBezTo>
                      <a:pt x="166526" y="18103"/>
                      <a:pt x="188286" y="20987"/>
                      <a:pt x="187630" y="22047"/>
                    </a:cubicBezTo>
                    <a:cubicBezTo>
                      <a:pt x="185081" y="26172"/>
                      <a:pt x="200296" y="53021"/>
                      <a:pt x="207209" y="56596"/>
                    </a:cubicBezTo>
                    <a:cubicBezTo>
                      <a:pt x="214767" y="60504"/>
                      <a:pt x="224810" y="78946"/>
                      <a:pt x="227114" y="93147"/>
                    </a:cubicBezTo>
                    <a:cubicBezTo>
                      <a:pt x="228108" y="99272"/>
                      <a:pt x="230904" y="103059"/>
                      <a:pt x="237157" y="106748"/>
                    </a:cubicBezTo>
                    <a:cubicBezTo>
                      <a:pt x="244668" y="111180"/>
                      <a:pt x="245621" y="112866"/>
                      <a:pt x="244314" y="119404"/>
                    </a:cubicBezTo>
                    <a:cubicBezTo>
                      <a:pt x="243448" y="123731"/>
                      <a:pt x="244017" y="127696"/>
                      <a:pt x="245646" y="128703"/>
                    </a:cubicBezTo>
                    <a:cubicBezTo>
                      <a:pt x="247209" y="129669"/>
                      <a:pt x="248514" y="135909"/>
                      <a:pt x="248545" y="142569"/>
                    </a:cubicBezTo>
                    <a:cubicBezTo>
                      <a:pt x="248610" y="156222"/>
                      <a:pt x="256380" y="169733"/>
                      <a:pt x="261330" y="164801"/>
                    </a:cubicBezTo>
                    <a:cubicBezTo>
                      <a:pt x="263334" y="162805"/>
                      <a:pt x="262643" y="160133"/>
                      <a:pt x="258888" y="155359"/>
                    </a:cubicBezTo>
                    <a:cubicBezTo>
                      <a:pt x="253728" y="148800"/>
                      <a:pt x="251444" y="130155"/>
                      <a:pt x="255800" y="130155"/>
                    </a:cubicBezTo>
                    <a:cubicBezTo>
                      <a:pt x="259829" y="130155"/>
                      <a:pt x="274389" y="150593"/>
                      <a:pt x="275961" y="158456"/>
                    </a:cubicBezTo>
                    <a:cubicBezTo>
                      <a:pt x="276824" y="162768"/>
                      <a:pt x="279126" y="166295"/>
                      <a:pt x="281077" y="166295"/>
                    </a:cubicBezTo>
                    <a:cubicBezTo>
                      <a:pt x="283382" y="166295"/>
                      <a:pt x="284587" y="169236"/>
                      <a:pt x="284516" y="174685"/>
                    </a:cubicBezTo>
                    <a:cubicBezTo>
                      <a:pt x="284361" y="186530"/>
                      <a:pt x="287367" y="203159"/>
                      <a:pt x="290330" y="206853"/>
                    </a:cubicBezTo>
                    <a:cubicBezTo>
                      <a:pt x="291973" y="208901"/>
                      <a:pt x="291767" y="213229"/>
                      <a:pt x="289732" y="219395"/>
                    </a:cubicBezTo>
                    <a:cubicBezTo>
                      <a:pt x="286869" y="228068"/>
                      <a:pt x="287307" y="230214"/>
                      <a:pt x="295284" y="246624"/>
                    </a:cubicBezTo>
                    <a:cubicBezTo>
                      <a:pt x="300047" y="256421"/>
                      <a:pt x="305697" y="264994"/>
                      <a:pt x="307839" y="265674"/>
                    </a:cubicBezTo>
                    <a:cubicBezTo>
                      <a:pt x="309981" y="266354"/>
                      <a:pt x="311853" y="269538"/>
                      <a:pt x="311998" y="272749"/>
                    </a:cubicBezTo>
                    <a:cubicBezTo>
                      <a:pt x="312747" y="289262"/>
                      <a:pt x="316417" y="302569"/>
                      <a:pt x="323310" y="313772"/>
                    </a:cubicBezTo>
                    <a:cubicBezTo>
                      <a:pt x="332864" y="329298"/>
                      <a:pt x="335210" y="338166"/>
                      <a:pt x="331080" y="343142"/>
                    </a:cubicBezTo>
                    <a:cubicBezTo>
                      <a:pt x="328823" y="345861"/>
                      <a:pt x="328447" y="351993"/>
                      <a:pt x="329774" y="364390"/>
                    </a:cubicBezTo>
                    <a:cubicBezTo>
                      <a:pt x="332100" y="386110"/>
                      <a:pt x="338349" y="395959"/>
                      <a:pt x="349986" y="396248"/>
                    </a:cubicBezTo>
                    <a:cubicBezTo>
                      <a:pt x="354503" y="396360"/>
                      <a:pt x="356748" y="397038"/>
                      <a:pt x="354973" y="397754"/>
                    </a:cubicBezTo>
                    <a:cubicBezTo>
                      <a:pt x="349867" y="399814"/>
                      <a:pt x="351219" y="403789"/>
                      <a:pt x="357026" y="403789"/>
                    </a:cubicBezTo>
                    <a:cubicBezTo>
                      <a:pt x="361562" y="403789"/>
                      <a:pt x="362100" y="402606"/>
                      <a:pt x="360843" y="395399"/>
                    </a:cubicBezTo>
                    <a:cubicBezTo>
                      <a:pt x="360039" y="390785"/>
                      <a:pt x="360485" y="385331"/>
                      <a:pt x="361835" y="383279"/>
                    </a:cubicBezTo>
                    <a:cubicBezTo>
                      <a:pt x="363800" y="380292"/>
                      <a:pt x="366898" y="382284"/>
                      <a:pt x="377379" y="393272"/>
                    </a:cubicBezTo>
                    <a:cubicBezTo>
                      <a:pt x="384578" y="400820"/>
                      <a:pt x="390468" y="408598"/>
                      <a:pt x="390468" y="410555"/>
                    </a:cubicBezTo>
                    <a:cubicBezTo>
                      <a:pt x="390468" y="412631"/>
                      <a:pt x="393158" y="414114"/>
                      <a:pt x="396921" y="414114"/>
                    </a:cubicBezTo>
                    <a:cubicBezTo>
                      <a:pt x="401868" y="414114"/>
                      <a:pt x="403375" y="415453"/>
                      <a:pt x="403375" y="419847"/>
                    </a:cubicBezTo>
                    <a:cubicBezTo>
                      <a:pt x="403375" y="423000"/>
                      <a:pt x="404827" y="431917"/>
                      <a:pt x="406602" y="439662"/>
                    </a:cubicBezTo>
                    <a:cubicBezTo>
                      <a:pt x="409222" y="451096"/>
                      <a:pt x="411381" y="454663"/>
                      <a:pt x="418087" y="458630"/>
                    </a:cubicBezTo>
                    <a:cubicBezTo>
                      <a:pt x="432031" y="466881"/>
                      <a:pt x="432496" y="489608"/>
                      <a:pt x="419011" y="503820"/>
                    </a:cubicBezTo>
                    <a:cubicBezTo>
                      <a:pt x="415980" y="507014"/>
                      <a:pt x="411844" y="509628"/>
                      <a:pt x="409820" y="509628"/>
                    </a:cubicBezTo>
                    <a:cubicBezTo>
                      <a:pt x="407796" y="509628"/>
                      <a:pt x="400938" y="512532"/>
                      <a:pt x="394580" y="516082"/>
                    </a:cubicBezTo>
                    <a:cubicBezTo>
                      <a:pt x="388222" y="519631"/>
                      <a:pt x="382575" y="522535"/>
                      <a:pt x="382031" y="522535"/>
                    </a:cubicBezTo>
                    <a:cubicBezTo>
                      <a:pt x="381487" y="522535"/>
                      <a:pt x="378323" y="519641"/>
                      <a:pt x="375000" y="516104"/>
                    </a:cubicBezTo>
                    <a:close/>
                  </a:path>
                </a:pathLst>
              </a:custGeom>
              <a:solidFill>
                <a:srgbClr val="B9B9B9"/>
              </a:solidFill>
              <a:ln w="5163" cap="flat">
                <a:noFill/>
                <a:prstDash val="solid"/>
                <a:miter/>
              </a:ln>
            </p:spPr>
            <p:txBody>
              <a:bodyPr/>
              <a:lstStyle/>
              <a:p>
                <a:endParaRPr lang="es-419" noProof="0" dirty="0"/>
              </a:p>
            </p:txBody>
          </p:sp>
          <p:sp>
            <p:nvSpPr>
              <p:cNvPr id="93" name="Forma libre: forma 92">
                <a:extLst>
                  <a:ext uri="{FF2B5EF4-FFF2-40B4-BE49-F238E27FC236}">
                    <a16:creationId xmlns:a16="http://schemas.microsoft.com/office/drawing/2014/main" id="{9DC3885A-8882-0077-C39C-44C7548568BB}"/>
                  </a:ext>
                </a:extLst>
              </p:cNvPr>
              <p:cNvSpPr/>
              <p:nvPr/>
            </p:nvSpPr>
            <p:spPr>
              <a:xfrm>
                <a:off x="675648" y="1860606"/>
                <a:ext cx="11408" cy="19945"/>
              </a:xfrm>
              <a:custGeom>
                <a:avLst/>
                <a:gdLst>
                  <a:gd name="csX0" fmla="*/ 2146 w 11408"/>
                  <a:gd name="csY0" fmla="*/ 10289 h 19945"/>
                  <a:gd name="csX1" fmla="*/ 6337 w 11408"/>
                  <a:gd name="csY1" fmla="*/ 7392 h 19945"/>
                  <a:gd name="csX2" fmla="*/ 8408 w 11408"/>
                  <a:gd name="csY2" fmla="*/ 19945 h 19945"/>
                  <a:gd name="csX3" fmla="*/ 2146 w 11408"/>
                  <a:gd name="csY3" fmla="*/ 10289 h 19945"/>
                </a:gdLst>
                <a:ahLst/>
                <a:cxnLst>
                  <a:cxn ang="0">
                    <a:pos x="csX0" y="csY0"/>
                  </a:cxn>
                  <a:cxn ang="0">
                    <a:pos x="csX1" y="csY1"/>
                  </a:cxn>
                  <a:cxn ang="0">
                    <a:pos x="csX2" y="csY2"/>
                  </a:cxn>
                  <a:cxn ang="0">
                    <a:pos x="csX3" y="csY3"/>
                  </a:cxn>
                </a:cxnLst>
                <a:rect l="l" t="t" r="r" b="b"/>
                <a:pathLst>
                  <a:path w="11408" h="19945">
                    <a:moveTo>
                      <a:pt x="2146" y="10289"/>
                    </a:moveTo>
                    <a:cubicBezTo>
                      <a:pt x="-1802" y="-2324"/>
                      <a:pt x="-243" y="-3401"/>
                      <a:pt x="6337" y="7392"/>
                    </a:cubicBezTo>
                    <a:cubicBezTo>
                      <a:pt x="12476" y="17462"/>
                      <a:pt x="12886" y="19945"/>
                      <a:pt x="8408" y="19945"/>
                    </a:cubicBezTo>
                    <a:cubicBezTo>
                      <a:pt x="6626" y="19945"/>
                      <a:pt x="3808" y="15600"/>
                      <a:pt x="2146" y="10289"/>
                    </a:cubicBezTo>
                    <a:close/>
                  </a:path>
                </a:pathLst>
              </a:custGeom>
              <a:solidFill>
                <a:srgbClr val="B9B9B9"/>
              </a:solidFill>
              <a:ln w="5163" cap="flat">
                <a:noFill/>
                <a:prstDash val="solid"/>
                <a:miter/>
              </a:ln>
            </p:spPr>
            <p:txBody>
              <a:bodyPr/>
              <a:lstStyle/>
              <a:p>
                <a:endParaRPr lang="es-419" noProof="0" dirty="0"/>
              </a:p>
            </p:txBody>
          </p:sp>
          <p:sp>
            <p:nvSpPr>
              <p:cNvPr id="94" name="Forma libre: forma 93">
                <a:extLst>
                  <a:ext uri="{FF2B5EF4-FFF2-40B4-BE49-F238E27FC236}">
                    <a16:creationId xmlns:a16="http://schemas.microsoft.com/office/drawing/2014/main" id="{5C696311-B87B-15D7-AD8D-0D61121E1BD1}"/>
                  </a:ext>
                </a:extLst>
              </p:cNvPr>
              <p:cNvSpPr/>
              <p:nvPr/>
            </p:nvSpPr>
            <p:spPr>
              <a:xfrm>
                <a:off x="517039" y="1839249"/>
                <a:ext cx="11082" cy="12784"/>
              </a:xfrm>
              <a:custGeom>
                <a:avLst/>
                <a:gdLst>
                  <a:gd name="csX0" fmla="*/ 4154 w 11082"/>
                  <a:gd name="csY0" fmla="*/ 8186 h 12784"/>
                  <a:gd name="csX1" fmla="*/ 2167 w 11082"/>
                  <a:gd name="csY1" fmla="*/ 0 h 12784"/>
                  <a:gd name="csX2" fmla="*/ 8680 w 11082"/>
                  <a:gd name="csY2" fmla="*/ 6454 h 12784"/>
                  <a:gd name="csX3" fmla="*/ 4154 w 11082"/>
                  <a:gd name="csY3" fmla="*/ 8186 h 12784"/>
                </a:gdLst>
                <a:ahLst/>
                <a:cxnLst>
                  <a:cxn ang="0">
                    <a:pos x="csX0" y="csY0"/>
                  </a:cxn>
                  <a:cxn ang="0">
                    <a:pos x="csX1" y="csY1"/>
                  </a:cxn>
                  <a:cxn ang="0">
                    <a:pos x="csX2" y="csY2"/>
                  </a:cxn>
                  <a:cxn ang="0">
                    <a:pos x="csX3" y="csY3"/>
                  </a:cxn>
                </a:cxnLst>
                <a:rect l="l" t="t" r="r" b="b"/>
                <a:pathLst>
                  <a:path w="11082" h="12784">
                    <a:moveTo>
                      <a:pt x="4154" y="8186"/>
                    </a:moveTo>
                    <a:cubicBezTo>
                      <a:pt x="-584" y="2950"/>
                      <a:pt x="-1300" y="0"/>
                      <a:pt x="2167" y="0"/>
                    </a:cubicBezTo>
                    <a:cubicBezTo>
                      <a:pt x="3423" y="0"/>
                      <a:pt x="6354" y="2904"/>
                      <a:pt x="8680" y="6454"/>
                    </a:cubicBezTo>
                    <a:cubicBezTo>
                      <a:pt x="13580" y="13931"/>
                      <a:pt x="10441" y="15133"/>
                      <a:pt x="4154" y="8186"/>
                    </a:cubicBezTo>
                    <a:close/>
                  </a:path>
                </a:pathLst>
              </a:custGeom>
              <a:solidFill>
                <a:srgbClr val="B9B9B9"/>
              </a:solidFill>
              <a:ln w="5163" cap="flat">
                <a:noFill/>
                <a:prstDash val="solid"/>
                <a:miter/>
              </a:ln>
            </p:spPr>
            <p:txBody>
              <a:bodyPr/>
              <a:lstStyle/>
              <a:p>
                <a:endParaRPr lang="es-419" noProof="0" dirty="0"/>
              </a:p>
            </p:txBody>
          </p:sp>
          <p:sp>
            <p:nvSpPr>
              <p:cNvPr id="95" name="Forma libre: forma 94">
                <a:extLst>
                  <a:ext uri="{FF2B5EF4-FFF2-40B4-BE49-F238E27FC236}">
                    <a16:creationId xmlns:a16="http://schemas.microsoft.com/office/drawing/2014/main" id="{7BC219E7-6DCB-7DB3-629C-4BE959AD20A0}"/>
                  </a:ext>
                </a:extLst>
              </p:cNvPr>
              <p:cNvSpPr/>
              <p:nvPr/>
            </p:nvSpPr>
            <p:spPr>
              <a:xfrm>
                <a:off x="633440" y="1833111"/>
                <a:ext cx="12552" cy="18971"/>
              </a:xfrm>
              <a:custGeom>
                <a:avLst/>
                <a:gdLst>
                  <a:gd name="csX0" fmla="*/ 3996 w 12552"/>
                  <a:gd name="csY0" fmla="*/ 9922 h 18971"/>
                  <a:gd name="csX1" fmla="*/ 6099 w 12552"/>
                  <a:gd name="csY1" fmla="*/ 5082 h 18971"/>
                  <a:gd name="csX2" fmla="*/ 12553 w 12552"/>
                  <a:gd name="csY2" fmla="*/ 15290 h 18971"/>
                  <a:gd name="csX3" fmla="*/ 3996 w 12552"/>
                  <a:gd name="csY3" fmla="*/ 9922 h 18971"/>
                </a:gdLst>
                <a:ahLst/>
                <a:cxnLst>
                  <a:cxn ang="0">
                    <a:pos x="csX0" y="csY0"/>
                  </a:cxn>
                  <a:cxn ang="0">
                    <a:pos x="csX1" y="csY1"/>
                  </a:cxn>
                  <a:cxn ang="0">
                    <a:pos x="csX2" y="csY2"/>
                  </a:cxn>
                  <a:cxn ang="0">
                    <a:pos x="csX3" y="csY3"/>
                  </a:cxn>
                </a:cxnLst>
                <a:rect l="l" t="t" r="r" b="b"/>
                <a:pathLst>
                  <a:path w="12552" h="18971">
                    <a:moveTo>
                      <a:pt x="3996" y="9922"/>
                    </a:moveTo>
                    <a:cubicBezTo>
                      <a:pt x="-1733" y="-2091"/>
                      <a:pt x="-1533" y="-2550"/>
                      <a:pt x="6099" y="5082"/>
                    </a:cubicBezTo>
                    <a:cubicBezTo>
                      <a:pt x="9649" y="8631"/>
                      <a:pt x="12553" y="13225"/>
                      <a:pt x="12553" y="15290"/>
                    </a:cubicBezTo>
                    <a:cubicBezTo>
                      <a:pt x="12553" y="21885"/>
                      <a:pt x="8483" y="19332"/>
                      <a:pt x="3996" y="9922"/>
                    </a:cubicBezTo>
                    <a:close/>
                  </a:path>
                </a:pathLst>
              </a:custGeom>
              <a:solidFill>
                <a:srgbClr val="B9B9B9"/>
              </a:solidFill>
              <a:ln w="5163" cap="flat">
                <a:noFill/>
                <a:prstDash val="solid"/>
                <a:miter/>
              </a:ln>
            </p:spPr>
            <p:txBody>
              <a:bodyPr/>
              <a:lstStyle/>
              <a:p>
                <a:endParaRPr lang="es-419" noProof="0" dirty="0"/>
              </a:p>
            </p:txBody>
          </p:sp>
          <p:sp>
            <p:nvSpPr>
              <p:cNvPr id="96" name="Forma libre: forma 95">
                <a:extLst>
                  <a:ext uri="{FF2B5EF4-FFF2-40B4-BE49-F238E27FC236}">
                    <a16:creationId xmlns:a16="http://schemas.microsoft.com/office/drawing/2014/main" id="{E610D7B9-DC6E-5A8A-D8DB-231B06CF98F7}"/>
                  </a:ext>
                </a:extLst>
              </p:cNvPr>
              <p:cNvSpPr/>
              <p:nvPr/>
            </p:nvSpPr>
            <p:spPr>
              <a:xfrm>
                <a:off x="499513" y="1824179"/>
                <a:ext cx="16487" cy="10786"/>
              </a:xfrm>
              <a:custGeom>
                <a:avLst/>
                <a:gdLst>
                  <a:gd name="csX0" fmla="*/ 5790 w 16487"/>
                  <a:gd name="csY0" fmla="*/ 5576 h 10786"/>
                  <a:gd name="csX1" fmla="*/ 4501 w 16487"/>
                  <a:gd name="csY1" fmla="*/ 936 h 10786"/>
                  <a:gd name="csX2" fmla="*/ 15719 w 16487"/>
                  <a:gd name="csY2" fmla="*/ 10646 h 10786"/>
                  <a:gd name="csX3" fmla="*/ 5790 w 16487"/>
                  <a:gd name="csY3" fmla="*/ 5576 h 10786"/>
                </a:gdLst>
                <a:ahLst/>
                <a:cxnLst>
                  <a:cxn ang="0">
                    <a:pos x="csX0" y="csY0"/>
                  </a:cxn>
                  <a:cxn ang="0">
                    <a:pos x="csX1" y="csY1"/>
                  </a:cxn>
                  <a:cxn ang="0">
                    <a:pos x="csX2" y="csY2"/>
                  </a:cxn>
                  <a:cxn ang="0">
                    <a:pos x="csX3" y="csY3"/>
                  </a:cxn>
                </a:cxnLst>
                <a:rect l="l" t="t" r="r" b="b"/>
                <a:pathLst>
                  <a:path w="16487" h="10786">
                    <a:moveTo>
                      <a:pt x="5790" y="5576"/>
                    </a:moveTo>
                    <a:cubicBezTo>
                      <a:pt x="-1676" y="-615"/>
                      <a:pt x="-1722" y="-781"/>
                      <a:pt x="4501" y="936"/>
                    </a:cubicBezTo>
                    <a:cubicBezTo>
                      <a:pt x="12209" y="3063"/>
                      <a:pt x="18782" y="8753"/>
                      <a:pt x="15719" y="10646"/>
                    </a:cubicBezTo>
                    <a:cubicBezTo>
                      <a:pt x="14517" y="11389"/>
                      <a:pt x="10049" y="9107"/>
                      <a:pt x="5790" y="5576"/>
                    </a:cubicBezTo>
                    <a:close/>
                  </a:path>
                </a:pathLst>
              </a:custGeom>
              <a:solidFill>
                <a:srgbClr val="B9B9B9"/>
              </a:solidFill>
              <a:ln w="5163" cap="flat">
                <a:noFill/>
                <a:prstDash val="solid"/>
                <a:miter/>
              </a:ln>
            </p:spPr>
            <p:txBody>
              <a:bodyPr/>
              <a:lstStyle/>
              <a:p>
                <a:endParaRPr lang="es-419" noProof="0" dirty="0"/>
              </a:p>
            </p:txBody>
          </p:sp>
          <p:sp>
            <p:nvSpPr>
              <p:cNvPr id="97" name="Forma libre: forma 96">
                <a:extLst>
                  <a:ext uri="{FF2B5EF4-FFF2-40B4-BE49-F238E27FC236}">
                    <a16:creationId xmlns:a16="http://schemas.microsoft.com/office/drawing/2014/main" id="{B2B5F62A-3335-2B39-034B-7C7BF7C47A02}"/>
                  </a:ext>
                </a:extLst>
              </p:cNvPr>
              <p:cNvSpPr/>
              <p:nvPr/>
            </p:nvSpPr>
            <p:spPr>
              <a:xfrm>
                <a:off x="478303" y="1760241"/>
                <a:ext cx="17819" cy="62484"/>
              </a:xfrm>
              <a:custGeom>
                <a:avLst/>
                <a:gdLst>
                  <a:gd name="csX0" fmla="*/ 12817 w 17819"/>
                  <a:gd name="csY0" fmla="*/ 59663 h 62484"/>
                  <a:gd name="csX1" fmla="*/ 8906 w 17819"/>
                  <a:gd name="csY1" fmla="*/ 49920 h 62484"/>
                  <a:gd name="csX2" fmla="*/ 3768 w 17819"/>
                  <a:gd name="csY2" fmla="*/ 41934 h 62484"/>
                  <a:gd name="csX3" fmla="*/ 2261 w 17819"/>
                  <a:gd name="csY3" fmla="*/ 33152 h 62484"/>
                  <a:gd name="csX4" fmla="*/ 8278 w 17819"/>
                  <a:gd name="csY4" fmla="*/ 19635 h 62484"/>
                  <a:gd name="csX5" fmla="*/ 14954 w 17819"/>
                  <a:gd name="csY5" fmla="*/ 4146 h 62484"/>
                  <a:gd name="csX6" fmla="*/ 16371 w 17819"/>
                  <a:gd name="csY6" fmla="*/ 6727 h 62484"/>
                  <a:gd name="csX7" fmla="*/ 10951 w 17819"/>
                  <a:gd name="csY7" fmla="*/ 23219 h 62484"/>
                  <a:gd name="csX8" fmla="*/ 9971 w 17819"/>
                  <a:gd name="csY8" fmla="*/ 36893 h 62484"/>
                  <a:gd name="csX9" fmla="*/ 12803 w 17819"/>
                  <a:gd name="csY9" fmla="*/ 48926 h 62484"/>
                  <a:gd name="csX10" fmla="*/ 15858 w 17819"/>
                  <a:gd name="csY10" fmla="*/ 57797 h 62484"/>
                  <a:gd name="csX11" fmla="*/ 17517 w 17819"/>
                  <a:gd name="csY11" fmla="*/ 62248 h 62484"/>
                  <a:gd name="csX12" fmla="*/ 12817 w 17819"/>
                  <a:gd name="csY12" fmla="*/ 59663 h 624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7819" h="62484">
                    <a:moveTo>
                      <a:pt x="12817" y="59663"/>
                    </a:moveTo>
                    <a:cubicBezTo>
                      <a:pt x="10999" y="57473"/>
                      <a:pt x="9240" y="53089"/>
                      <a:pt x="8906" y="49920"/>
                    </a:cubicBezTo>
                    <a:cubicBezTo>
                      <a:pt x="7921" y="40559"/>
                      <a:pt x="7808" y="40384"/>
                      <a:pt x="3768" y="41934"/>
                    </a:cubicBezTo>
                    <a:cubicBezTo>
                      <a:pt x="-606" y="43612"/>
                      <a:pt x="-1257" y="39820"/>
                      <a:pt x="2261" y="33152"/>
                    </a:cubicBezTo>
                    <a:cubicBezTo>
                      <a:pt x="3561" y="30687"/>
                      <a:pt x="6269" y="24604"/>
                      <a:pt x="8278" y="19635"/>
                    </a:cubicBezTo>
                    <a:cubicBezTo>
                      <a:pt x="10287" y="14665"/>
                      <a:pt x="13291" y="7695"/>
                      <a:pt x="14954" y="4146"/>
                    </a:cubicBezTo>
                    <a:cubicBezTo>
                      <a:pt x="17758" y="-1839"/>
                      <a:pt x="17861" y="-1651"/>
                      <a:pt x="16371" y="6727"/>
                    </a:cubicBezTo>
                    <a:cubicBezTo>
                      <a:pt x="15486" y="11697"/>
                      <a:pt x="13047" y="19118"/>
                      <a:pt x="10951" y="23219"/>
                    </a:cubicBezTo>
                    <a:cubicBezTo>
                      <a:pt x="8012" y="28966"/>
                      <a:pt x="7787" y="32101"/>
                      <a:pt x="9971" y="36893"/>
                    </a:cubicBezTo>
                    <a:cubicBezTo>
                      <a:pt x="11529" y="40313"/>
                      <a:pt x="12803" y="45728"/>
                      <a:pt x="12803" y="48926"/>
                    </a:cubicBezTo>
                    <a:cubicBezTo>
                      <a:pt x="12803" y="52125"/>
                      <a:pt x="14178" y="56117"/>
                      <a:pt x="15858" y="57797"/>
                    </a:cubicBezTo>
                    <a:cubicBezTo>
                      <a:pt x="17538" y="59477"/>
                      <a:pt x="18285" y="61480"/>
                      <a:pt x="17517" y="62248"/>
                    </a:cubicBezTo>
                    <a:cubicBezTo>
                      <a:pt x="16749" y="63016"/>
                      <a:pt x="14634" y="61852"/>
                      <a:pt x="12817" y="59663"/>
                    </a:cubicBezTo>
                    <a:close/>
                  </a:path>
                </a:pathLst>
              </a:custGeom>
              <a:solidFill>
                <a:srgbClr val="B9B9B9"/>
              </a:solidFill>
              <a:ln w="5163" cap="flat">
                <a:noFill/>
                <a:prstDash val="solid"/>
                <a:miter/>
              </a:ln>
            </p:spPr>
            <p:txBody>
              <a:bodyPr/>
              <a:lstStyle/>
              <a:p>
                <a:endParaRPr lang="es-419" noProof="0" dirty="0"/>
              </a:p>
            </p:txBody>
          </p:sp>
          <p:sp>
            <p:nvSpPr>
              <p:cNvPr id="98" name="Forma libre: forma 97">
                <a:extLst>
                  <a:ext uri="{FF2B5EF4-FFF2-40B4-BE49-F238E27FC236}">
                    <a16:creationId xmlns:a16="http://schemas.microsoft.com/office/drawing/2014/main" id="{4BC8B980-31E2-AFBE-39B7-CFFB82AD952E}"/>
                  </a:ext>
                </a:extLst>
              </p:cNvPr>
              <p:cNvSpPr/>
              <p:nvPr/>
            </p:nvSpPr>
            <p:spPr>
              <a:xfrm>
                <a:off x="610272" y="1785879"/>
                <a:ext cx="19431" cy="24201"/>
              </a:xfrm>
              <a:custGeom>
                <a:avLst/>
                <a:gdLst>
                  <a:gd name="csX0" fmla="*/ 12977 w 19431"/>
                  <a:gd name="csY0" fmla="*/ 20895 h 24201"/>
                  <a:gd name="csX1" fmla="*/ 7325 w 19431"/>
                  <a:gd name="csY1" fmla="*/ 14059 h 24201"/>
                  <a:gd name="csX2" fmla="*/ 3038 w 19431"/>
                  <a:gd name="csY2" fmla="*/ 6445 h 24201"/>
                  <a:gd name="csX3" fmla="*/ 7745 w 19431"/>
                  <a:gd name="csY3" fmla="*/ 1409 h 24201"/>
                  <a:gd name="csX4" fmla="*/ 17054 w 19431"/>
                  <a:gd name="csY4" fmla="*/ 13612 h 24201"/>
                  <a:gd name="csX5" fmla="*/ 19347 w 19431"/>
                  <a:gd name="csY5" fmla="*/ 24137 h 24201"/>
                  <a:gd name="csX6" fmla="*/ 12977 w 19431"/>
                  <a:gd name="csY6" fmla="*/ 20895 h 24201"/>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9431" h="24201">
                    <a:moveTo>
                      <a:pt x="12977" y="20895"/>
                    </a:moveTo>
                    <a:cubicBezTo>
                      <a:pt x="9869" y="18718"/>
                      <a:pt x="7325" y="15642"/>
                      <a:pt x="7325" y="14059"/>
                    </a:cubicBezTo>
                    <a:cubicBezTo>
                      <a:pt x="7325" y="12477"/>
                      <a:pt x="5396" y="9050"/>
                      <a:pt x="3038" y="6445"/>
                    </a:cubicBezTo>
                    <a:cubicBezTo>
                      <a:pt x="-2384" y="453"/>
                      <a:pt x="-388" y="-1683"/>
                      <a:pt x="7745" y="1409"/>
                    </a:cubicBezTo>
                    <a:cubicBezTo>
                      <a:pt x="11871" y="2978"/>
                      <a:pt x="15083" y="7189"/>
                      <a:pt x="17054" y="13612"/>
                    </a:cubicBezTo>
                    <a:cubicBezTo>
                      <a:pt x="18710" y="19007"/>
                      <a:pt x="19742" y="23743"/>
                      <a:pt x="19347" y="24137"/>
                    </a:cubicBezTo>
                    <a:cubicBezTo>
                      <a:pt x="18953" y="24532"/>
                      <a:pt x="16086" y="23073"/>
                      <a:pt x="12977" y="20895"/>
                    </a:cubicBezTo>
                    <a:close/>
                  </a:path>
                </a:pathLst>
              </a:custGeom>
              <a:solidFill>
                <a:srgbClr val="B9B9B9"/>
              </a:solidFill>
              <a:ln w="5163" cap="flat">
                <a:noFill/>
                <a:prstDash val="solid"/>
                <a:miter/>
              </a:ln>
            </p:spPr>
            <p:txBody>
              <a:bodyPr/>
              <a:lstStyle/>
              <a:p>
                <a:endParaRPr lang="es-419" noProof="0" dirty="0"/>
              </a:p>
            </p:txBody>
          </p:sp>
          <p:sp>
            <p:nvSpPr>
              <p:cNvPr id="99" name="Forma libre: forma 98">
                <a:extLst>
                  <a:ext uri="{FF2B5EF4-FFF2-40B4-BE49-F238E27FC236}">
                    <a16:creationId xmlns:a16="http://schemas.microsoft.com/office/drawing/2014/main" id="{EDDA2E00-27B3-E32A-EF2B-7D176F77FC17}"/>
                  </a:ext>
                </a:extLst>
              </p:cNvPr>
              <p:cNvSpPr/>
              <p:nvPr/>
            </p:nvSpPr>
            <p:spPr>
              <a:xfrm>
                <a:off x="615016" y="1765374"/>
                <a:ext cx="5162" cy="6756"/>
              </a:xfrm>
              <a:custGeom>
                <a:avLst/>
                <a:gdLst>
                  <a:gd name="csX0" fmla="*/ 0 w 5162"/>
                  <a:gd name="csY0" fmla="*/ 4328 h 6756"/>
                  <a:gd name="csX1" fmla="*/ 2581 w 5162"/>
                  <a:gd name="csY1" fmla="*/ 303 h 6756"/>
                  <a:gd name="csX2" fmla="*/ 5163 w 5162"/>
                  <a:gd name="csY2" fmla="*/ 2732 h 6756"/>
                  <a:gd name="csX3" fmla="*/ 2581 w 5162"/>
                  <a:gd name="csY3" fmla="*/ 6757 h 6756"/>
                  <a:gd name="csX4" fmla="*/ 0 w 5162"/>
                  <a:gd name="csY4" fmla="*/ 4328 h 6756"/>
                </a:gdLst>
                <a:ahLst/>
                <a:cxnLst>
                  <a:cxn ang="0">
                    <a:pos x="csX0" y="csY0"/>
                  </a:cxn>
                  <a:cxn ang="0">
                    <a:pos x="csX1" y="csY1"/>
                  </a:cxn>
                  <a:cxn ang="0">
                    <a:pos x="csX2" y="csY2"/>
                  </a:cxn>
                  <a:cxn ang="0">
                    <a:pos x="csX3" y="csY3"/>
                  </a:cxn>
                  <a:cxn ang="0">
                    <a:pos x="csX4" y="csY4"/>
                  </a:cxn>
                </a:cxnLst>
                <a:rect l="l" t="t" r="r" b="b"/>
                <a:pathLst>
                  <a:path w="5162" h="6756">
                    <a:moveTo>
                      <a:pt x="0" y="4328"/>
                    </a:moveTo>
                    <a:cubicBezTo>
                      <a:pt x="0" y="2992"/>
                      <a:pt x="1162" y="1181"/>
                      <a:pt x="2581" y="303"/>
                    </a:cubicBezTo>
                    <a:cubicBezTo>
                      <a:pt x="4001" y="-574"/>
                      <a:pt x="5163" y="519"/>
                      <a:pt x="5163" y="2732"/>
                    </a:cubicBezTo>
                    <a:cubicBezTo>
                      <a:pt x="5163" y="4946"/>
                      <a:pt x="4001" y="6757"/>
                      <a:pt x="2581" y="6757"/>
                    </a:cubicBezTo>
                    <a:cubicBezTo>
                      <a:pt x="1162" y="6757"/>
                      <a:pt x="0" y="5664"/>
                      <a:pt x="0" y="4328"/>
                    </a:cubicBezTo>
                    <a:close/>
                  </a:path>
                </a:pathLst>
              </a:custGeom>
              <a:solidFill>
                <a:srgbClr val="B9B9B9"/>
              </a:solidFill>
              <a:ln w="5163" cap="flat">
                <a:noFill/>
                <a:prstDash val="solid"/>
                <a:miter/>
              </a:ln>
            </p:spPr>
            <p:txBody>
              <a:bodyPr/>
              <a:lstStyle/>
              <a:p>
                <a:endParaRPr lang="es-419" noProof="0" dirty="0"/>
              </a:p>
            </p:txBody>
          </p:sp>
          <p:sp>
            <p:nvSpPr>
              <p:cNvPr id="100" name="Forma libre: forma 99">
                <a:extLst>
                  <a:ext uri="{FF2B5EF4-FFF2-40B4-BE49-F238E27FC236}">
                    <a16:creationId xmlns:a16="http://schemas.microsoft.com/office/drawing/2014/main" id="{3341A530-4806-E8C4-6DB3-D45B5A48DDAB}"/>
                  </a:ext>
                </a:extLst>
              </p:cNvPr>
              <p:cNvSpPr/>
              <p:nvPr/>
            </p:nvSpPr>
            <p:spPr>
              <a:xfrm>
                <a:off x="496444" y="1737058"/>
                <a:ext cx="4812" cy="15975"/>
              </a:xfrm>
              <a:custGeom>
                <a:avLst/>
                <a:gdLst>
                  <a:gd name="csX0" fmla="*/ 6 w 4812"/>
                  <a:gd name="csY0" fmla="*/ 12637 h 15975"/>
                  <a:gd name="csX1" fmla="*/ 2406 w 4812"/>
                  <a:gd name="csY1" fmla="*/ 2804 h 15975"/>
                  <a:gd name="csX2" fmla="*/ 4806 w 4812"/>
                  <a:gd name="csY2" fmla="*/ 5879 h 15975"/>
                  <a:gd name="csX3" fmla="*/ 2406 w 4812"/>
                  <a:gd name="csY3" fmla="*/ 15712 h 15975"/>
                  <a:gd name="csX4" fmla="*/ 6 w 4812"/>
                  <a:gd name="csY4" fmla="*/ 12637 h 15975"/>
                </a:gdLst>
                <a:ahLst/>
                <a:cxnLst>
                  <a:cxn ang="0">
                    <a:pos x="csX0" y="csY0"/>
                  </a:cxn>
                  <a:cxn ang="0">
                    <a:pos x="csX1" y="csY1"/>
                  </a:cxn>
                  <a:cxn ang="0">
                    <a:pos x="csX2" y="csY2"/>
                  </a:cxn>
                  <a:cxn ang="0">
                    <a:pos x="csX3" y="csY3"/>
                  </a:cxn>
                  <a:cxn ang="0">
                    <a:pos x="csX4" y="csY4"/>
                  </a:cxn>
                </a:cxnLst>
                <a:rect l="l" t="t" r="r" b="b"/>
                <a:pathLst>
                  <a:path w="4812" h="15975">
                    <a:moveTo>
                      <a:pt x="6" y="12637"/>
                    </a:moveTo>
                    <a:cubicBezTo>
                      <a:pt x="106" y="10069"/>
                      <a:pt x="1186" y="5644"/>
                      <a:pt x="2406" y="2804"/>
                    </a:cubicBezTo>
                    <a:cubicBezTo>
                      <a:pt x="4277" y="-1548"/>
                      <a:pt x="4653" y="-1065"/>
                      <a:pt x="4806" y="5879"/>
                    </a:cubicBezTo>
                    <a:cubicBezTo>
                      <a:pt x="4906" y="10409"/>
                      <a:pt x="3826" y="14834"/>
                      <a:pt x="2406" y="15712"/>
                    </a:cubicBezTo>
                    <a:cubicBezTo>
                      <a:pt x="987" y="16589"/>
                      <a:pt x="-93" y="15206"/>
                      <a:pt x="6" y="12637"/>
                    </a:cubicBezTo>
                    <a:close/>
                  </a:path>
                </a:pathLst>
              </a:custGeom>
              <a:solidFill>
                <a:srgbClr val="B9B9B9"/>
              </a:solidFill>
              <a:ln w="5163" cap="flat">
                <a:noFill/>
                <a:prstDash val="solid"/>
                <a:miter/>
              </a:ln>
            </p:spPr>
            <p:txBody>
              <a:bodyPr/>
              <a:lstStyle/>
              <a:p>
                <a:endParaRPr lang="es-419" noProof="0" dirty="0"/>
              </a:p>
            </p:txBody>
          </p:sp>
          <p:sp>
            <p:nvSpPr>
              <p:cNvPr id="101" name="Forma libre: forma 100">
                <a:extLst>
                  <a:ext uri="{FF2B5EF4-FFF2-40B4-BE49-F238E27FC236}">
                    <a16:creationId xmlns:a16="http://schemas.microsoft.com/office/drawing/2014/main" id="{584F9E6F-7D79-69FD-99D5-63252996764A}"/>
                  </a:ext>
                </a:extLst>
              </p:cNvPr>
              <p:cNvSpPr/>
              <p:nvPr/>
            </p:nvSpPr>
            <p:spPr>
              <a:xfrm>
                <a:off x="610293" y="1727161"/>
                <a:ext cx="5615" cy="11379"/>
              </a:xfrm>
              <a:custGeom>
                <a:avLst/>
                <a:gdLst>
                  <a:gd name="csX0" fmla="*/ 427 w 5615"/>
                  <a:gd name="csY0" fmla="*/ 7365 h 11379"/>
                  <a:gd name="csX1" fmla="*/ 1464 w 5615"/>
                  <a:gd name="csY1" fmla="*/ 731 h 11379"/>
                  <a:gd name="csX2" fmla="*/ 5321 w 5615"/>
                  <a:gd name="csY2" fmla="*/ 4777 h 11379"/>
                  <a:gd name="csX3" fmla="*/ 427 w 5615"/>
                  <a:gd name="csY3" fmla="*/ 7365 h 11379"/>
                </a:gdLst>
                <a:ahLst/>
                <a:cxnLst>
                  <a:cxn ang="0">
                    <a:pos x="csX0" y="csY0"/>
                  </a:cxn>
                  <a:cxn ang="0">
                    <a:pos x="csX1" y="csY1"/>
                  </a:cxn>
                  <a:cxn ang="0">
                    <a:pos x="csX2" y="csY2"/>
                  </a:cxn>
                  <a:cxn ang="0">
                    <a:pos x="csX3" y="csY3"/>
                  </a:cxn>
                </a:cxnLst>
                <a:rect l="l" t="t" r="r" b="b"/>
                <a:pathLst>
                  <a:path w="5615" h="11379">
                    <a:moveTo>
                      <a:pt x="427" y="7365"/>
                    </a:moveTo>
                    <a:cubicBezTo>
                      <a:pt x="-426" y="5140"/>
                      <a:pt x="40" y="2155"/>
                      <a:pt x="1464" y="731"/>
                    </a:cubicBezTo>
                    <a:cubicBezTo>
                      <a:pt x="3194" y="-1000"/>
                      <a:pt x="4473" y="341"/>
                      <a:pt x="5321" y="4777"/>
                    </a:cubicBezTo>
                    <a:cubicBezTo>
                      <a:pt x="6696" y="11973"/>
                      <a:pt x="2955" y="13952"/>
                      <a:pt x="427" y="7365"/>
                    </a:cubicBezTo>
                    <a:close/>
                  </a:path>
                </a:pathLst>
              </a:custGeom>
              <a:solidFill>
                <a:srgbClr val="B9B9B9"/>
              </a:solidFill>
              <a:ln w="5163" cap="flat">
                <a:noFill/>
                <a:prstDash val="solid"/>
                <a:miter/>
              </a:ln>
            </p:spPr>
            <p:txBody>
              <a:bodyPr/>
              <a:lstStyle/>
              <a:p>
                <a:endParaRPr lang="es-419" noProof="0" dirty="0"/>
              </a:p>
            </p:txBody>
          </p:sp>
          <p:sp>
            <p:nvSpPr>
              <p:cNvPr id="102" name="Forma libre: forma 101">
                <a:extLst>
                  <a:ext uri="{FF2B5EF4-FFF2-40B4-BE49-F238E27FC236}">
                    <a16:creationId xmlns:a16="http://schemas.microsoft.com/office/drawing/2014/main" id="{EC8DCC7F-33FD-07F6-2C99-21B04FFC51BC}"/>
                  </a:ext>
                </a:extLst>
              </p:cNvPr>
              <p:cNvSpPr/>
              <p:nvPr/>
            </p:nvSpPr>
            <p:spPr>
              <a:xfrm>
                <a:off x="589201" y="1723083"/>
                <a:ext cx="5162" cy="7744"/>
              </a:xfrm>
              <a:custGeom>
                <a:avLst/>
                <a:gdLst>
                  <a:gd name="csX0" fmla="*/ 0 w 5162"/>
                  <a:gd name="csY0" fmla="*/ 3872 h 7744"/>
                  <a:gd name="csX1" fmla="*/ 2581 w 5162"/>
                  <a:gd name="csY1" fmla="*/ 0 h 7744"/>
                  <a:gd name="csX2" fmla="*/ 5163 w 5162"/>
                  <a:gd name="csY2" fmla="*/ 3872 h 7744"/>
                  <a:gd name="csX3" fmla="*/ 2581 w 5162"/>
                  <a:gd name="csY3" fmla="*/ 7744 h 7744"/>
                  <a:gd name="csX4" fmla="*/ 0 w 5162"/>
                  <a:gd name="csY4" fmla="*/ 3872 h 7744"/>
                </a:gdLst>
                <a:ahLst/>
                <a:cxnLst>
                  <a:cxn ang="0">
                    <a:pos x="csX0" y="csY0"/>
                  </a:cxn>
                  <a:cxn ang="0">
                    <a:pos x="csX1" y="csY1"/>
                  </a:cxn>
                  <a:cxn ang="0">
                    <a:pos x="csX2" y="csY2"/>
                  </a:cxn>
                  <a:cxn ang="0">
                    <a:pos x="csX3" y="csY3"/>
                  </a:cxn>
                  <a:cxn ang="0">
                    <a:pos x="csX4" y="csY4"/>
                  </a:cxn>
                </a:cxnLst>
                <a:rect l="l" t="t" r="r" b="b"/>
                <a:pathLst>
                  <a:path w="5162" h="7744">
                    <a:moveTo>
                      <a:pt x="0" y="3872"/>
                    </a:moveTo>
                    <a:cubicBezTo>
                      <a:pt x="0" y="1742"/>
                      <a:pt x="1162" y="0"/>
                      <a:pt x="2581" y="0"/>
                    </a:cubicBezTo>
                    <a:cubicBezTo>
                      <a:pt x="4001" y="0"/>
                      <a:pt x="5163" y="1742"/>
                      <a:pt x="5163" y="3872"/>
                    </a:cubicBezTo>
                    <a:cubicBezTo>
                      <a:pt x="5163" y="6002"/>
                      <a:pt x="4001" y="7744"/>
                      <a:pt x="2581" y="7744"/>
                    </a:cubicBezTo>
                    <a:cubicBezTo>
                      <a:pt x="1162" y="7744"/>
                      <a:pt x="0" y="6002"/>
                      <a:pt x="0" y="3872"/>
                    </a:cubicBezTo>
                    <a:close/>
                  </a:path>
                </a:pathLst>
              </a:custGeom>
              <a:solidFill>
                <a:srgbClr val="B9B9B9"/>
              </a:solidFill>
              <a:ln w="5163" cap="flat">
                <a:noFill/>
                <a:prstDash val="solid"/>
                <a:miter/>
              </a:ln>
            </p:spPr>
            <p:txBody>
              <a:bodyPr/>
              <a:lstStyle/>
              <a:p>
                <a:endParaRPr lang="es-419" noProof="0" dirty="0"/>
              </a:p>
            </p:txBody>
          </p:sp>
          <p:sp>
            <p:nvSpPr>
              <p:cNvPr id="103" name="Forma libre: forma 102">
                <a:extLst>
                  <a:ext uri="{FF2B5EF4-FFF2-40B4-BE49-F238E27FC236}">
                    <a16:creationId xmlns:a16="http://schemas.microsoft.com/office/drawing/2014/main" id="{2EE1ABCE-6FE4-0327-44FD-9F3E82101710}"/>
                  </a:ext>
                </a:extLst>
              </p:cNvPr>
              <p:cNvSpPr/>
              <p:nvPr/>
            </p:nvSpPr>
            <p:spPr>
              <a:xfrm>
                <a:off x="576294" y="1689525"/>
                <a:ext cx="15348" cy="20423"/>
              </a:xfrm>
              <a:custGeom>
                <a:avLst/>
                <a:gdLst>
                  <a:gd name="csX0" fmla="*/ 0 w 15348"/>
                  <a:gd name="csY0" fmla="*/ 17942 h 20423"/>
                  <a:gd name="csX1" fmla="*/ 11683 w 15348"/>
                  <a:gd name="csY1" fmla="*/ 0 h 20423"/>
                  <a:gd name="csX2" fmla="*/ 8918 w 15348"/>
                  <a:gd name="csY2" fmla="*/ 14081 h 20423"/>
                  <a:gd name="csX3" fmla="*/ 0 w 15348"/>
                  <a:gd name="csY3" fmla="*/ 17942 h 20423"/>
                </a:gdLst>
                <a:ahLst/>
                <a:cxnLst>
                  <a:cxn ang="0">
                    <a:pos x="csX0" y="csY0"/>
                  </a:cxn>
                  <a:cxn ang="0">
                    <a:pos x="csX1" y="csY1"/>
                  </a:cxn>
                  <a:cxn ang="0">
                    <a:pos x="csX2" y="csY2"/>
                  </a:cxn>
                  <a:cxn ang="0">
                    <a:pos x="csX3" y="csY3"/>
                  </a:cxn>
                </a:cxnLst>
                <a:rect l="l" t="t" r="r" b="b"/>
                <a:pathLst>
                  <a:path w="15348" h="20423">
                    <a:moveTo>
                      <a:pt x="0" y="17942"/>
                    </a:moveTo>
                    <a:cubicBezTo>
                      <a:pt x="0" y="12328"/>
                      <a:pt x="8027" y="0"/>
                      <a:pt x="11683" y="0"/>
                    </a:cubicBezTo>
                    <a:cubicBezTo>
                      <a:pt x="17539" y="0"/>
                      <a:pt x="16205" y="6793"/>
                      <a:pt x="8918" y="14081"/>
                    </a:cubicBezTo>
                    <a:cubicBezTo>
                      <a:pt x="1711" y="21287"/>
                      <a:pt x="0" y="22028"/>
                      <a:pt x="0" y="17942"/>
                    </a:cubicBezTo>
                    <a:close/>
                  </a:path>
                </a:pathLst>
              </a:custGeom>
              <a:solidFill>
                <a:srgbClr val="B9B9B9"/>
              </a:solidFill>
              <a:ln w="5163" cap="flat">
                <a:noFill/>
                <a:prstDash val="solid"/>
                <a:miter/>
              </a:ln>
            </p:spPr>
            <p:txBody>
              <a:bodyPr/>
              <a:lstStyle/>
              <a:p>
                <a:endParaRPr lang="es-419" noProof="0" dirty="0"/>
              </a:p>
            </p:txBody>
          </p:sp>
        </p:grpSp>
        <p:sp>
          <p:nvSpPr>
            <p:cNvPr id="104" name="Forma libre: forma 103">
              <a:extLst>
                <a:ext uri="{FF2B5EF4-FFF2-40B4-BE49-F238E27FC236}">
                  <a16:creationId xmlns:a16="http://schemas.microsoft.com/office/drawing/2014/main" id="{110F4059-C5B6-5237-577E-275AF2B48648}"/>
                </a:ext>
              </a:extLst>
            </p:cNvPr>
            <p:cNvSpPr/>
            <p:nvPr/>
          </p:nvSpPr>
          <p:spPr>
            <a:xfrm>
              <a:off x="516921" y="1569184"/>
              <a:ext cx="5162" cy="6756"/>
            </a:xfrm>
            <a:custGeom>
              <a:avLst/>
              <a:gdLst>
                <a:gd name="csX0" fmla="*/ 0 w 5162"/>
                <a:gd name="csY0" fmla="*/ 2732 h 6756"/>
                <a:gd name="csX1" fmla="*/ 2581 w 5162"/>
                <a:gd name="csY1" fmla="*/ 303 h 6756"/>
                <a:gd name="csX2" fmla="*/ 5163 w 5162"/>
                <a:gd name="csY2" fmla="*/ 4328 h 6756"/>
                <a:gd name="csX3" fmla="*/ 2581 w 5162"/>
                <a:gd name="csY3" fmla="*/ 6757 h 6756"/>
                <a:gd name="csX4" fmla="*/ 0 w 5162"/>
                <a:gd name="csY4" fmla="*/ 2732 h 6756"/>
              </a:gdLst>
              <a:ahLst/>
              <a:cxnLst>
                <a:cxn ang="0">
                  <a:pos x="csX0" y="csY0"/>
                </a:cxn>
                <a:cxn ang="0">
                  <a:pos x="csX1" y="csY1"/>
                </a:cxn>
                <a:cxn ang="0">
                  <a:pos x="csX2" y="csY2"/>
                </a:cxn>
                <a:cxn ang="0">
                  <a:pos x="csX3" y="csY3"/>
                </a:cxn>
                <a:cxn ang="0">
                  <a:pos x="csX4" y="csY4"/>
                </a:cxn>
              </a:cxnLst>
              <a:rect l="l" t="t" r="r" b="b"/>
              <a:pathLst>
                <a:path w="5162" h="6756">
                  <a:moveTo>
                    <a:pt x="0" y="2732"/>
                  </a:moveTo>
                  <a:cubicBezTo>
                    <a:pt x="0" y="519"/>
                    <a:pt x="1162" y="-574"/>
                    <a:pt x="2581" y="303"/>
                  </a:cubicBezTo>
                  <a:cubicBezTo>
                    <a:pt x="4001" y="1181"/>
                    <a:pt x="5163" y="2992"/>
                    <a:pt x="5163" y="4328"/>
                  </a:cubicBezTo>
                  <a:cubicBezTo>
                    <a:pt x="5163" y="5664"/>
                    <a:pt x="4001" y="6757"/>
                    <a:pt x="2581" y="6757"/>
                  </a:cubicBezTo>
                  <a:cubicBezTo>
                    <a:pt x="1162" y="6757"/>
                    <a:pt x="0" y="4946"/>
                    <a:pt x="0" y="2732"/>
                  </a:cubicBezTo>
                  <a:close/>
                </a:path>
              </a:pathLst>
            </a:custGeom>
            <a:solidFill>
              <a:srgbClr val="B9B9B9"/>
            </a:solidFill>
            <a:ln w="5163" cap="flat">
              <a:noFill/>
              <a:prstDash val="solid"/>
              <a:miter/>
            </a:ln>
          </p:spPr>
          <p:txBody>
            <a:bodyPr/>
            <a:lstStyle/>
            <a:p>
              <a:endParaRPr lang="es-419" noProof="0" dirty="0"/>
            </a:p>
          </p:txBody>
        </p:sp>
      </p:grpSp>
      <p:sp>
        <p:nvSpPr>
          <p:cNvPr id="105" name="Forma libre: forma 104">
            <a:extLst>
              <a:ext uri="{FF2B5EF4-FFF2-40B4-BE49-F238E27FC236}">
                <a16:creationId xmlns:a16="http://schemas.microsoft.com/office/drawing/2014/main" id="{74E0F53B-3FDB-AB01-B4BD-F54200429F7F}"/>
              </a:ext>
            </a:extLst>
          </p:cNvPr>
          <p:cNvSpPr/>
          <p:nvPr/>
        </p:nvSpPr>
        <p:spPr>
          <a:xfrm>
            <a:off x="466238" y="1431499"/>
            <a:ext cx="11558" cy="7543"/>
          </a:xfrm>
          <a:custGeom>
            <a:avLst/>
            <a:gdLst>
              <a:gd name="csX0" fmla="*/ 1635 w 11558"/>
              <a:gd name="csY0" fmla="*/ 3752 h 7543"/>
              <a:gd name="csX1" fmla="*/ 8241 w 11558"/>
              <a:gd name="csY1" fmla="*/ 3670 h 7543"/>
              <a:gd name="csX2" fmla="*/ 9050 w 11558"/>
              <a:gd name="csY2" fmla="*/ 7542 h 7543"/>
              <a:gd name="csX3" fmla="*/ 1635 w 11558"/>
              <a:gd name="csY3" fmla="*/ 3752 h 7543"/>
            </a:gdLst>
            <a:ahLst/>
            <a:cxnLst>
              <a:cxn ang="0">
                <a:pos x="csX0" y="csY0"/>
              </a:cxn>
              <a:cxn ang="0">
                <a:pos x="csX1" y="csY1"/>
              </a:cxn>
              <a:cxn ang="0">
                <a:pos x="csX2" y="csY2"/>
              </a:cxn>
              <a:cxn ang="0">
                <a:pos x="csX3" y="csY3"/>
              </a:cxn>
            </a:cxnLst>
            <a:rect l="l" t="t" r="r" b="b"/>
            <a:pathLst>
              <a:path w="11558" h="7543">
                <a:moveTo>
                  <a:pt x="1635" y="3752"/>
                </a:moveTo>
                <a:cubicBezTo>
                  <a:pt x="-2484" y="-1211"/>
                  <a:pt x="1718" y="-1263"/>
                  <a:pt x="8241" y="3670"/>
                </a:cubicBezTo>
                <a:cubicBezTo>
                  <a:pt x="12450" y="6854"/>
                  <a:pt x="12580" y="7473"/>
                  <a:pt x="9050" y="7542"/>
                </a:cubicBezTo>
                <a:cubicBezTo>
                  <a:pt x="6739" y="7587"/>
                  <a:pt x="3403" y="5882"/>
                  <a:pt x="1635" y="3752"/>
                </a:cubicBezTo>
                <a:close/>
              </a:path>
            </a:pathLst>
          </a:custGeom>
          <a:solidFill>
            <a:srgbClr val="B9B9B9"/>
          </a:solidFill>
          <a:ln w="5163" cap="flat">
            <a:noFill/>
            <a:prstDash val="solid"/>
            <a:miter/>
          </a:ln>
        </p:spPr>
        <p:txBody>
          <a:bodyPr/>
          <a:lstStyle/>
          <a:p>
            <a:endParaRPr lang="es-419" noProof="0" dirty="0"/>
          </a:p>
        </p:txBody>
      </p:sp>
      <p:grpSp>
        <p:nvGrpSpPr>
          <p:cNvPr id="106" name="Gráfico 39">
            <a:extLst>
              <a:ext uri="{FF2B5EF4-FFF2-40B4-BE49-F238E27FC236}">
                <a16:creationId xmlns:a16="http://schemas.microsoft.com/office/drawing/2014/main" id="{520E2841-F5BB-1DBE-AC92-858971926192}"/>
              </a:ext>
            </a:extLst>
          </p:cNvPr>
          <p:cNvGrpSpPr/>
          <p:nvPr/>
        </p:nvGrpSpPr>
        <p:grpSpPr>
          <a:xfrm>
            <a:off x="73152" y="1028824"/>
            <a:ext cx="399884" cy="461679"/>
            <a:chOff x="73152" y="1028824"/>
            <a:chExt cx="399884" cy="461679"/>
          </a:xfrm>
          <a:solidFill>
            <a:srgbClr val="B9B9B9"/>
          </a:solidFill>
        </p:grpSpPr>
        <p:sp>
          <p:nvSpPr>
            <p:cNvPr id="107" name="Forma libre: forma 106">
              <a:extLst>
                <a:ext uri="{FF2B5EF4-FFF2-40B4-BE49-F238E27FC236}">
                  <a16:creationId xmlns:a16="http://schemas.microsoft.com/office/drawing/2014/main" id="{F2F0D82F-188E-EEB1-725C-720F1180C5E2}"/>
                </a:ext>
              </a:extLst>
            </p:cNvPr>
            <p:cNvSpPr/>
            <p:nvPr/>
          </p:nvSpPr>
          <p:spPr>
            <a:xfrm>
              <a:off x="176169" y="1028824"/>
              <a:ext cx="296866" cy="461679"/>
            </a:xfrm>
            <a:custGeom>
              <a:avLst/>
              <a:gdLst>
                <a:gd name="csX0" fmla="*/ 234204 w 296866"/>
                <a:gd name="csY0" fmla="*/ 456793 h 461679"/>
                <a:gd name="csX1" fmla="*/ 189641 w 296866"/>
                <a:gd name="csY1" fmla="*/ 451076 h 461679"/>
                <a:gd name="csX2" fmla="*/ 192285 w 296866"/>
                <a:gd name="csY2" fmla="*/ 440463 h 461679"/>
                <a:gd name="csX3" fmla="*/ 192319 w 296866"/>
                <a:gd name="csY3" fmla="*/ 432599 h 461679"/>
                <a:gd name="csX4" fmla="*/ 190826 w 296866"/>
                <a:gd name="csY4" fmla="*/ 424368 h 461679"/>
                <a:gd name="csX5" fmla="*/ 194908 w 296866"/>
                <a:gd name="csY5" fmla="*/ 412652 h 461679"/>
                <a:gd name="csX6" fmla="*/ 188729 w 296866"/>
                <a:gd name="csY6" fmla="*/ 395950 h 461679"/>
                <a:gd name="csX7" fmla="*/ 175616 w 296866"/>
                <a:gd name="csY7" fmla="*/ 376348 h 461679"/>
                <a:gd name="csX8" fmla="*/ 165432 w 296866"/>
                <a:gd name="csY8" fmla="*/ 362612 h 461679"/>
                <a:gd name="csX9" fmla="*/ 157619 w 296866"/>
                <a:gd name="csY9" fmla="*/ 354047 h 461679"/>
                <a:gd name="csX10" fmla="*/ 123850 w 296866"/>
                <a:gd name="csY10" fmla="*/ 312204 h 461679"/>
                <a:gd name="csX11" fmla="*/ 110408 w 296866"/>
                <a:gd name="csY11" fmla="*/ 302524 h 461679"/>
                <a:gd name="csX12" fmla="*/ 90624 w 296866"/>
                <a:gd name="csY12" fmla="*/ 283830 h 461679"/>
                <a:gd name="csX13" fmla="*/ 80025 w 296866"/>
                <a:gd name="csY13" fmla="*/ 265391 h 461679"/>
                <a:gd name="csX14" fmla="*/ 76089 w 296866"/>
                <a:gd name="csY14" fmla="*/ 254455 h 461679"/>
                <a:gd name="csX15" fmla="*/ 73345 w 296866"/>
                <a:gd name="csY15" fmla="*/ 247079 h 461679"/>
                <a:gd name="csX16" fmla="*/ 72109 w 296866"/>
                <a:gd name="csY16" fmla="*/ 214519 h 461679"/>
                <a:gd name="csX17" fmla="*/ 68319 w 296866"/>
                <a:gd name="csY17" fmla="*/ 206510 h 461679"/>
                <a:gd name="csX18" fmla="*/ 67160 w 296866"/>
                <a:gd name="csY18" fmla="*/ 202519 h 461679"/>
                <a:gd name="csX19" fmla="*/ 64536 w 296866"/>
                <a:gd name="csY19" fmla="*/ 206365 h 461679"/>
                <a:gd name="csX20" fmla="*/ 61955 w 296866"/>
                <a:gd name="csY20" fmla="*/ 210237 h 461679"/>
                <a:gd name="csX21" fmla="*/ 59373 w 296866"/>
                <a:gd name="csY21" fmla="*/ 190811 h 461679"/>
                <a:gd name="csX22" fmla="*/ 48569 w 296866"/>
                <a:gd name="csY22" fmla="*/ 154736 h 461679"/>
                <a:gd name="csX23" fmla="*/ 46466 w 296866"/>
                <a:gd name="csY23" fmla="*/ 141789 h 461679"/>
                <a:gd name="csX24" fmla="*/ 38475 w 296866"/>
                <a:gd name="csY24" fmla="*/ 114684 h 461679"/>
                <a:gd name="csX25" fmla="*/ 28150 w 296866"/>
                <a:gd name="csY25" fmla="*/ 99082 h 461679"/>
                <a:gd name="csX26" fmla="*/ 25815 w 296866"/>
                <a:gd name="csY26" fmla="*/ 89273 h 461679"/>
                <a:gd name="csX27" fmla="*/ 22760 w 296866"/>
                <a:gd name="csY27" fmla="*/ 77852 h 461679"/>
                <a:gd name="csX28" fmla="*/ 21512 w 296866"/>
                <a:gd name="csY28" fmla="*/ 72990 h 461679"/>
                <a:gd name="csX29" fmla="*/ 26374 w 296866"/>
                <a:gd name="csY29" fmla="*/ 74238 h 461679"/>
                <a:gd name="csX30" fmla="*/ 33559 w 296866"/>
                <a:gd name="csY30" fmla="*/ 72129 h 461679"/>
                <a:gd name="csX31" fmla="*/ 29687 w 296866"/>
                <a:gd name="csY31" fmla="*/ 66967 h 461679"/>
                <a:gd name="csX32" fmla="*/ 25815 w 296866"/>
                <a:gd name="csY32" fmla="*/ 64277 h 461679"/>
                <a:gd name="csX33" fmla="*/ 20828 w 296866"/>
                <a:gd name="csY33" fmla="*/ 56236 h 461679"/>
                <a:gd name="csX34" fmla="*/ 14159 w 296866"/>
                <a:gd name="csY34" fmla="*/ 40210 h 461679"/>
                <a:gd name="csX35" fmla="*/ 6238 w 296866"/>
                <a:gd name="csY35" fmla="*/ 17321 h 461679"/>
                <a:gd name="csX36" fmla="*/ 0 w 296866"/>
                <a:gd name="csY36" fmla="*/ 2478 h 461679"/>
                <a:gd name="csX37" fmla="*/ 99386 w 296866"/>
                <a:gd name="csY37" fmla="*/ 3758 h 461679"/>
                <a:gd name="csX38" fmla="*/ 191027 w 296866"/>
                <a:gd name="csY38" fmla="*/ 12449 h 461679"/>
                <a:gd name="csX39" fmla="*/ 178059 w 296866"/>
                <a:gd name="csY39" fmla="*/ 27807 h 461679"/>
                <a:gd name="csX40" fmla="*/ 167369 w 296866"/>
                <a:gd name="csY40" fmla="*/ 45725 h 461679"/>
                <a:gd name="csX41" fmla="*/ 163079 w 296866"/>
                <a:gd name="csY41" fmla="*/ 80524 h 461679"/>
                <a:gd name="csX42" fmla="*/ 162631 w 296866"/>
                <a:gd name="csY42" fmla="*/ 83796 h 461679"/>
                <a:gd name="csX43" fmla="*/ 171021 w 296866"/>
                <a:gd name="csY43" fmla="*/ 93315 h 461679"/>
                <a:gd name="csX44" fmla="*/ 173406 w 296866"/>
                <a:gd name="csY44" fmla="*/ 109690 h 461679"/>
                <a:gd name="csX45" fmla="*/ 164850 w 296866"/>
                <a:gd name="csY45" fmla="*/ 145701 h 461679"/>
                <a:gd name="csX46" fmla="*/ 169084 w 296866"/>
                <a:gd name="csY46" fmla="*/ 169291 h 461679"/>
                <a:gd name="csX47" fmla="*/ 171477 w 296866"/>
                <a:gd name="csY47" fmla="*/ 213103 h 461679"/>
                <a:gd name="csX48" fmla="*/ 174210 w 296866"/>
                <a:gd name="csY48" fmla="*/ 257046 h 461679"/>
                <a:gd name="csX49" fmla="*/ 178120 w 296866"/>
                <a:gd name="csY49" fmla="*/ 261958 h 461679"/>
                <a:gd name="csX50" fmla="*/ 182243 w 296866"/>
                <a:gd name="csY50" fmla="*/ 269492 h 461679"/>
                <a:gd name="csX51" fmla="*/ 184937 w 296866"/>
                <a:gd name="csY51" fmla="*/ 277338 h 461679"/>
                <a:gd name="csX52" fmla="*/ 193415 w 296866"/>
                <a:gd name="csY52" fmla="*/ 285510 h 461679"/>
                <a:gd name="csX53" fmla="*/ 199664 w 296866"/>
                <a:gd name="csY53" fmla="*/ 290658 h 461679"/>
                <a:gd name="csX54" fmla="*/ 207927 w 296866"/>
                <a:gd name="csY54" fmla="*/ 300943 h 461679"/>
                <a:gd name="csX55" fmla="*/ 219722 w 296866"/>
                <a:gd name="csY55" fmla="*/ 315205 h 461679"/>
                <a:gd name="csX56" fmla="*/ 234342 w 296866"/>
                <a:gd name="csY56" fmla="*/ 331253 h 461679"/>
                <a:gd name="csX57" fmla="*/ 242348 w 296866"/>
                <a:gd name="csY57" fmla="*/ 342893 h 461679"/>
                <a:gd name="csX58" fmla="*/ 243886 w 296866"/>
                <a:gd name="csY58" fmla="*/ 354430 h 461679"/>
                <a:gd name="csX59" fmla="*/ 242906 w 296866"/>
                <a:gd name="csY59" fmla="*/ 363679 h 461679"/>
                <a:gd name="csX60" fmla="*/ 242638 w 296866"/>
                <a:gd name="csY60" fmla="*/ 372819 h 461679"/>
                <a:gd name="csX61" fmla="*/ 248980 w 296866"/>
                <a:gd name="csY61" fmla="*/ 375191 h 461679"/>
                <a:gd name="csX62" fmla="*/ 256854 w 296866"/>
                <a:gd name="csY62" fmla="*/ 380201 h 461679"/>
                <a:gd name="csX63" fmla="*/ 262017 w 296866"/>
                <a:gd name="csY63" fmla="*/ 385776 h 461679"/>
                <a:gd name="csX64" fmla="*/ 267554 w 296866"/>
                <a:gd name="csY64" fmla="*/ 396801 h 461679"/>
                <a:gd name="csX65" fmla="*/ 281559 w 296866"/>
                <a:gd name="csY65" fmla="*/ 416793 h 461679"/>
                <a:gd name="csX66" fmla="*/ 290755 w 296866"/>
                <a:gd name="csY66" fmla="*/ 428632 h 461679"/>
                <a:gd name="csX67" fmla="*/ 294624 w 296866"/>
                <a:gd name="csY67" fmla="*/ 440196 h 461679"/>
                <a:gd name="csX68" fmla="*/ 296867 w 296866"/>
                <a:gd name="csY68" fmla="*/ 451755 h 461679"/>
                <a:gd name="csX69" fmla="*/ 287186 w 296866"/>
                <a:gd name="csY69" fmla="*/ 461588 h 461679"/>
                <a:gd name="csX70" fmla="*/ 234204 w 296866"/>
                <a:gd name="csY70" fmla="*/ 456793 h 4616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Lst>
              <a:rect l="l" t="t" r="r" b="b"/>
              <a:pathLst>
                <a:path w="296866" h="461679">
                  <a:moveTo>
                    <a:pt x="234204" y="456793"/>
                  </a:moveTo>
                  <a:cubicBezTo>
                    <a:pt x="210389" y="454343"/>
                    <a:pt x="190335" y="451771"/>
                    <a:pt x="189641" y="451076"/>
                  </a:cubicBezTo>
                  <a:cubicBezTo>
                    <a:pt x="188946" y="450382"/>
                    <a:pt x="190136" y="445606"/>
                    <a:pt x="192285" y="440463"/>
                  </a:cubicBezTo>
                  <a:cubicBezTo>
                    <a:pt x="195748" y="432175"/>
                    <a:pt x="195752" y="431281"/>
                    <a:pt x="192319" y="432599"/>
                  </a:cubicBezTo>
                  <a:cubicBezTo>
                    <a:pt x="188021" y="434248"/>
                    <a:pt x="186953" y="428358"/>
                    <a:pt x="190826" y="424368"/>
                  </a:cubicBezTo>
                  <a:cubicBezTo>
                    <a:pt x="192136" y="423019"/>
                    <a:pt x="193972" y="417747"/>
                    <a:pt x="194908" y="412652"/>
                  </a:cubicBezTo>
                  <a:cubicBezTo>
                    <a:pt x="196394" y="404559"/>
                    <a:pt x="195613" y="402447"/>
                    <a:pt x="188729" y="395950"/>
                  </a:cubicBezTo>
                  <a:cubicBezTo>
                    <a:pt x="184395" y="391860"/>
                    <a:pt x="178494" y="383039"/>
                    <a:pt x="175616" y="376348"/>
                  </a:cubicBezTo>
                  <a:cubicBezTo>
                    <a:pt x="172738" y="369658"/>
                    <a:pt x="168155" y="363476"/>
                    <a:pt x="165432" y="362612"/>
                  </a:cubicBezTo>
                  <a:cubicBezTo>
                    <a:pt x="162709" y="361748"/>
                    <a:pt x="159193" y="357894"/>
                    <a:pt x="157619" y="354047"/>
                  </a:cubicBezTo>
                  <a:cubicBezTo>
                    <a:pt x="149821" y="334997"/>
                    <a:pt x="131426" y="312204"/>
                    <a:pt x="123850" y="312204"/>
                  </a:cubicBezTo>
                  <a:cubicBezTo>
                    <a:pt x="121509" y="312204"/>
                    <a:pt x="115460" y="307848"/>
                    <a:pt x="110408" y="302524"/>
                  </a:cubicBezTo>
                  <a:cubicBezTo>
                    <a:pt x="105356" y="297200"/>
                    <a:pt x="96453" y="288788"/>
                    <a:pt x="90624" y="283830"/>
                  </a:cubicBezTo>
                  <a:cubicBezTo>
                    <a:pt x="81794" y="276321"/>
                    <a:pt x="80025" y="273244"/>
                    <a:pt x="80025" y="265391"/>
                  </a:cubicBezTo>
                  <a:cubicBezTo>
                    <a:pt x="80025" y="259326"/>
                    <a:pt x="78622" y="255426"/>
                    <a:pt x="76089" y="254455"/>
                  </a:cubicBezTo>
                  <a:cubicBezTo>
                    <a:pt x="73596" y="253498"/>
                    <a:pt x="72591" y="250794"/>
                    <a:pt x="73345" y="247079"/>
                  </a:cubicBezTo>
                  <a:cubicBezTo>
                    <a:pt x="77548" y="226392"/>
                    <a:pt x="77309" y="220102"/>
                    <a:pt x="72109" y="214519"/>
                  </a:cubicBezTo>
                  <a:cubicBezTo>
                    <a:pt x="69219" y="211417"/>
                    <a:pt x="67513" y="207813"/>
                    <a:pt x="68319" y="206510"/>
                  </a:cubicBezTo>
                  <a:cubicBezTo>
                    <a:pt x="69124" y="205206"/>
                    <a:pt x="68603" y="203410"/>
                    <a:pt x="67160" y="202519"/>
                  </a:cubicBezTo>
                  <a:cubicBezTo>
                    <a:pt x="65698" y="201615"/>
                    <a:pt x="64536" y="203319"/>
                    <a:pt x="64536" y="206365"/>
                  </a:cubicBezTo>
                  <a:cubicBezTo>
                    <a:pt x="64536" y="209372"/>
                    <a:pt x="63375" y="211114"/>
                    <a:pt x="61955" y="210237"/>
                  </a:cubicBezTo>
                  <a:cubicBezTo>
                    <a:pt x="60535" y="209360"/>
                    <a:pt x="59373" y="200618"/>
                    <a:pt x="59373" y="190811"/>
                  </a:cubicBezTo>
                  <a:cubicBezTo>
                    <a:pt x="59373" y="173740"/>
                    <a:pt x="53682" y="154736"/>
                    <a:pt x="48569" y="154736"/>
                  </a:cubicBezTo>
                  <a:cubicBezTo>
                    <a:pt x="47413" y="154736"/>
                    <a:pt x="46466" y="148910"/>
                    <a:pt x="46466" y="141789"/>
                  </a:cubicBezTo>
                  <a:cubicBezTo>
                    <a:pt x="46466" y="132086"/>
                    <a:pt x="44464" y="125296"/>
                    <a:pt x="38475" y="114684"/>
                  </a:cubicBezTo>
                  <a:cubicBezTo>
                    <a:pt x="34080" y="106897"/>
                    <a:pt x="29434" y="99876"/>
                    <a:pt x="28150" y="99082"/>
                  </a:cubicBezTo>
                  <a:cubicBezTo>
                    <a:pt x="26865" y="98289"/>
                    <a:pt x="25815" y="93874"/>
                    <a:pt x="25815" y="89273"/>
                  </a:cubicBezTo>
                  <a:cubicBezTo>
                    <a:pt x="25815" y="84671"/>
                    <a:pt x="24440" y="79532"/>
                    <a:pt x="22760" y="77852"/>
                  </a:cubicBezTo>
                  <a:cubicBezTo>
                    <a:pt x="21080" y="76172"/>
                    <a:pt x="20518" y="73984"/>
                    <a:pt x="21512" y="72990"/>
                  </a:cubicBezTo>
                  <a:cubicBezTo>
                    <a:pt x="22506" y="71996"/>
                    <a:pt x="24694" y="72558"/>
                    <a:pt x="26374" y="74238"/>
                  </a:cubicBezTo>
                  <a:cubicBezTo>
                    <a:pt x="30884" y="78748"/>
                    <a:pt x="33559" y="77963"/>
                    <a:pt x="33559" y="72129"/>
                  </a:cubicBezTo>
                  <a:cubicBezTo>
                    <a:pt x="33559" y="69261"/>
                    <a:pt x="31838" y="66967"/>
                    <a:pt x="29687" y="66967"/>
                  </a:cubicBezTo>
                  <a:cubicBezTo>
                    <a:pt x="27557" y="66967"/>
                    <a:pt x="25815" y="65756"/>
                    <a:pt x="25815" y="64277"/>
                  </a:cubicBezTo>
                  <a:cubicBezTo>
                    <a:pt x="25815" y="62798"/>
                    <a:pt x="23571" y="59179"/>
                    <a:pt x="20828" y="56236"/>
                  </a:cubicBezTo>
                  <a:cubicBezTo>
                    <a:pt x="18086" y="53292"/>
                    <a:pt x="15085" y="46080"/>
                    <a:pt x="14159" y="40210"/>
                  </a:cubicBezTo>
                  <a:cubicBezTo>
                    <a:pt x="13233" y="34339"/>
                    <a:pt x="9669" y="24039"/>
                    <a:pt x="6238" y="17321"/>
                  </a:cubicBezTo>
                  <a:cubicBezTo>
                    <a:pt x="2807" y="10603"/>
                    <a:pt x="0" y="3924"/>
                    <a:pt x="0" y="2478"/>
                  </a:cubicBezTo>
                  <a:cubicBezTo>
                    <a:pt x="0" y="-1152"/>
                    <a:pt x="23478" y="-850"/>
                    <a:pt x="99386" y="3758"/>
                  </a:cubicBezTo>
                  <a:cubicBezTo>
                    <a:pt x="175010" y="8348"/>
                    <a:pt x="191027" y="9867"/>
                    <a:pt x="191027" y="12449"/>
                  </a:cubicBezTo>
                  <a:cubicBezTo>
                    <a:pt x="191027" y="13496"/>
                    <a:pt x="185192" y="20407"/>
                    <a:pt x="178059" y="27807"/>
                  </a:cubicBezTo>
                  <a:cubicBezTo>
                    <a:pt x="167978" y="38266"/>
                    <a:pt x="165598" y="42256"/>
                    <a:pt x="167369" y="45725"/>
                  </a:cubicBezTo>
                  <a:cubicBezTo>
                    <a:pt x="174634" y="59948"/>
                    <a:pt x="171699" y="83751"/>
                    <a:pt x="163079" y="80524"/>
                  </a:cubicBezTo>
                  <a:cubicBezTo>
                    <a:pt x="159180" y="79065"/>
                    <a:pt x="159137" y="79384"/>
                    <a:pt x="162631" y="83796"/>
                  </a:cubicBezTo>
                  <a:cubicBezTo>
                    <a:pt x="164761" y="86485"/>
                    <a:pt x="168536" y="90769"/>
                    <a:pt x="171021" y="93315"/>
                  </a:cubicBezTo>
                  <a:cubicBezTo>
                    <a:pt x="175834" y="98246"/>
                    <a:pt x="176913" y="105657"/>
                    <a:pt x="173406" y="109690"/>
                  </a:cubicBezTo>
                  <a:cubicBezTo>
                    <a:pt x="169336" y="114370"/>
                    <a:pt x="164942" y="132862"/>
                    <a:pt x="164850" y="145701"/>
                  </a:cubicBezTo>
                  <a:cubicBezTo>
                    <a:pt x="164711" y="165107"/>
                    <a:pt x="165194" y="167798"/>
                    <a:pt x="169084" y="169291"/>
                  </a:cubicBezTo>
                  <a:cubicBezTo>
                    <a:pt x="171992" y="170406"/>
                    <a:pt x="172437" y="178546"/>
                    <a:pt x="171477" y="213103"/>
                  </a:cubicBezTo>
                  <a:cubicBezTo>
                    <a:pt x="170471" y="249367"/>
                    <a:pt x="170869" y="255764"/>
                    <a:pt x="174210" y="257046"/>
                  </a:cubicBezTo>
                  <a:cubicBezTo>
                    <a:pt x="176360" y="257871"/>
                    <a:pt x="178120" y="260081"/>
                    <a:pt x="178120" y="261958"/>
                  </a:cubicBezTo>
                  <a:cubicBezTo>
                    <a:pt x="178120" y="263834"/>
                    <a:pt x="179975" y="267225"/>
                    <a:pt x="182243" y="269492"/>
                  </a:cubicBezTo>
                  <a:cubicBezTo>
                    <a:pt x="184511" y="271760"/>
                    <a:pt x="185723" y="275291"/>
                    <a:pt x="184937" y="277338"/>
                  </a:cubicBezTo>
                  <a:cubicBezTo>
                    <a:pt x="183466" y="281172"/>
                    <a:pt x="186953" y="284533"/>
                    <a:pt x="193415" y="285510"/>
                  </a:cubicBezTo>
                  <a:cubicBezTo>
                    <a:pt x="195439" y="285815"/>
                    <a:pt x="198251" y="288132"/>
                    <a:pt x="199664" y="290658"/>
                  </a:cubicBezTo>
                  <a:cubicBezTo>
                    <a:pt x="201078" y="293183"/>
                    <a:pt x="204796" y="297811"/>
                    <a:pt x="207927" y="300943"/>
                  </a:cubicBezTo>
                  <a:cubicBezTo>
                    <a:pt x="211058" y="304074"/>
                    <a:pt x="216366" y="310492"/>
                    <a:pt x="219722" y="315205"/>
                  </a:cubicBezTo>
                  <a:cubicBezTo>
                    <a:pt x="223078" y="319918"/>
                    <a:pt x="229657" y="327140"/>
                    <a:pt x="234342" y="331253"/>
                  </a:cubicBezTo>
                  <a:cubicBezTo>
                    <a:pt x="239027" y="335367"/>
                    <a:pt x="242630" y="340605"/>
                    <a:pt x="242348" y="342893"/>
                  </a:cubicBezTo>
                  <a:cubicBezTo>
                    <a:pt x="242066" y="345182"/>
                    <a:pt x="242758" y="350373"/>
                    <a:pt x="243886" y="354430"/>
                  </a:cubicBezTo>
                  <a:cubicBezTo>
                    <a:pt x="245242" y="359308"/>
                    <a:pt x="244910" y="362440"/>
                    <a:pt x="242906" y="363679"/>
                  </a:cubicBezTo>
                  <a:cubicBezTo>
                    <a:pt x="240669" y="365062"/>
                    <a:pt x="240599" y="367456"/>
                    <a:pt x="242638" y="372819"/>
                  </a:cubicBezTo>
                  <a:cubicBezTo>
                    <a:pt x="245274" y="379752"/>
                    <a:pt x="245565" y="379861"/>
                    <a:pt x="248980" y="375191"/>
                  </a:cubicBezTo>
                  <a:cubicBezTo>
                    <a:pt x="253071" y="369596"/>
                    <a:pt x="256854" y="372003"/>
                    <a:pt x="256854" y="380201"/>
                  </a:cubicBezTo>
                  <a:cubicBezTo>
                    <a:pt x="256854" y="384054"/>
                    <a:pt x="258448" y="385776"/>
                    <a:pt x="262017" y="385776"/>
                  </a:cubicBezTo>
                  <a:cubicBezTo>
                    <a:pt x="266316" y="385777"/>
                    <a:pt x="267243" y="387623"/>
                    <a:pt x="267554" y="396801"/>
                  </a:cubicBezTo>
                  <a:cubicBezTo>
                    <a:pt x="267995" y="409833"/>
                    <a:pt x="271290" y="414537"/>
                    <a:pt x="281559" y="416793"/>
                  </a:cubicBezTo>
                  <a:cubicBezTo>
                    <a:pt x="287964" y="418199"/>
                    <a:pt x="289378" y="420020"/>
                    <a:pt x="290755" y="428632"/>
                  </a:cubicBezTo>
                  <a:cubicBezTo>
                    <a:pt x="291650" y="434230"/>
                    <a:pt x="293391" y="439433"/>
                    <a:pt x="294624" y="440196"/>
                  </a:cubicBezTo>
                  <a:cubicBezTo>
                    <a:pt x="295858" y="440958"/>
                    <a:pt x="296867" y="446160"/>
                    <a:pt x="296867" y="451755"/>
                  </a:cubicBezTo>
                  <a:cubicBezTo>
                    <a:pt x="296867" y="461851"/>
                    <a:pt x="296793" y="461926"/>
                    <a:pt x="287186" y="461588"/>
                  </a:cubicBezTo>
                  <a:cubicBezTo>
                    <a:pt x="281862" y="461400"/>
                    <a:pt x="258020" y="459243"/>
                    <a:pt x="234204" y="456793"/>
                  </a:cubicBezTo>
                  <a:close/>
                </a:path>
              </a:pathLst>
            </a:custGeom>
            <a:solidFill>
              <a:srgbClr val="B9B9B9"/>
            </a:solidFill>
            <a:ln w="5163" cap="flat">
              <a:noFill/>
              <a:prstDash val="solid"/>
              <a:miter/>
            </a:ln>
          </p:spPr>
          <p:txBody>
            <a:bodyPr/>
            <a:lstStyle/>
            <a:p>
              <a:endParaRPr lang="es-419" noProof="0" dirty="0"/>
            </a:p>
          </p:txBody>
        </p:sp>
        <p:sp>
          <p:nvSpPr>
            <p:cNvPr id="108" name="Forma libre: forma 107">
              <a:extLst>
                <a:ext uri="{FF2B5EF4-FFF2-40B4-BE49-F238E27FC236}">
                  <a16:creationId xmlns:a16="http://schemas.microsoft.com/office/drawing/2014/main" id="{A6D15470-44C0-EA81-9406-030B39FD8219}"/>
                </a:ext>
              </a:extLst>
            </p:cNvPr>
            <p:cNvSpPr/>
            <p:nvPr/>
          </p:nvSpPr>
          <p:spPr>
            <a:xfrm>
              <a:off x="259777" y="1434618"/>
              <a:ext cx="20905" cy="34765"/>
            </a:xfrm>
            <a:custGeom>
              <a:avLst/>
              <a:gdLst>
                <a:gd name="csX0" fmla="*/ 7343 w 20905"/>
                <a:gd name="csY0" fmla="*/ 31742 h 34765"/>
                <a:gd name="csX1" fmla="*/ 5095 w 20905"/>
                <a:gd name="csY1" fmla="*/ 22712 h 34765"/>
                <a:gd name="csX2" fmla="*/ 11946 w 20905"/>
                <a:gd name="csY2" fmla="*/ 12959 h 34765"/>
                <a:gd name="csX3" fmla="*/ 17992 w 20905"/>
                <a:gd name="csY3" fmla="*/ 1997 h 34765"/>
                <a:gd name="csX4" fmla="*/ 19063 w 20905"/>
                <a:gd name="csY4" fmla="*/ 27093 h 34765"/>
                <a:gd name="csX5" fmla="*/ 7343 w 20905"/>
                <a:gd name="csY5" fmla="*/ 31742 h 34765"/>
              </a:gdLst>
              <a:ahLst/>
              <a:cxnLst>
                <a:cxn ang="0">
                  <a:pos x="csX0" y="csY0"/>
                </a:cxn>
                <a:cxn ang="0">
                  <a:pos x="csX1" y="csY1"/>
                </a:cxn>
                <a:cxn ang="0">
                  <a:pos x="csX2" y="csY2"/>
                </a:cxn>
                <a:cxn ang="0">
                  <a:pos x="csX3" y="csY3"/>
                </a:cxn>
                <a:cxn ang="0">
                  <a:pos x="csX4" y="csY4"/>
                </a:cxn>
                <a:cxn ang="0">
                  <a:pos x="csX5" y="csY5"/>
                </a:cxn>
              </a:cxnLst>
              <a:rect l="l" t="t" r="r" b="b"/>
              <a:pathLst>
                <a:path w="20905" h="34765">
                  <a:moveTo>
                    <a:pt x="7343" y="31742"/>
                  </a:moveTo>
                  <a:cubicBezTo>
                    <a:pt x="-1878" y="26647"/>
                    <a:pt x="-2170" y="25474"/>
                    <a:pt x="5095" y="22712"/>
                  </a:cubicBezTo>
                  <a:cubicBezTo>
                    <a:pt x="10179" y="20779"/>
                    <a:pt x="11916" y="18306"/>
                    <a:pt x="11946" y="12959"/>
                  </a:cubicBezTo>
                  <a:cubicBezTo>
                    <a:pt x="11996" y="3833"/>
                    <a:pt x="16177" y="-3749"/>
                    <a:pt x="17992" y="1997"/>
                  </a:cubicBezTo>
                  <a:cubicBezTo>
                    <a:pt x="21527" y="13191"/>
                    <a:pt x="21797" y="19522"/>
                    <a:pt x="19063" y="27093"/>
                  </a:cubicBezTo>
                  <a:cubicBezTo>
                    <a:pt x="15722" y="36343"/>
                    <a:pt x="15691" y="36355"/>
                    <a:pt x="7343" y="31742"/>
                  </a:cubicBezTo>
                  <a:close/>
                </a:path>
              </a:pathLst>
            </a:custGeom>
            <a:solidFill>
              <a:srgbClr val="B9B9B9"/>
            </a:solidFill>
            <a:ln w="5163" cap="flat">
              <a:noFill/>
              <a:prstDash val="solid"/>
              <a:miter/>
            </a:ln>
          </p:spPr>
          <p:txBody>
            <a:bodyPr/>
            <a:lstStyle/>
            <a:p>
              <a:endParaRPr lang="es-419" noProof="0" dirty="0"/>
            </a:p>
          </p:txBody>
        </p:sp>
        <p:sp>
          <p:nvSpPr>
            <p:cNvPr id="109" name="Forma libre: forma 108">
              <a:extLst>
                <a:ext uri="{FF2B5EF4-FFF2-40B4-BE49-F238E27FC236}">
                  <a16:creationId xmlns:a16="http://schemas.microsoft.com/office/drawing/2014/main" id="{9657EA56-3772-CDC9-2C9E-F7CCEEB5AFF4}"/>
                </a:ext>
              </a:extLst>
            </p:cNvPr>
            <p:cNvSpPr/>
            <p:nvPr/>
          </p:nvSpPr>
          <p:spPr>
            <a:xfrm>
              <a:off x="73152" y="1375664"/>
              <a:ext cx="14357" cy="42577"/>
            </a:xfrm>
            <a:custGeom>
              <a:avLst/>
              <a:gdLst>
                <a:gd name="csX0" fmla="*/ 7495 w 14357"/>
                <a:gd name="csY0" fmla="*/ 37645 h 42577"/>
                <a:gd name="csX1" fmla="*/ 3632 w 14357"/>
                <a:gd name="csY1" fmla="*/ 24738 h 42577"/>
                <a:gd name="csX2" fmla="*/ 3632 w 14357"/>
                <a:gd name="csY2" fmla="*/ 1505 h 42577"/>
                <a:gd name="csX3" fmla="*/ 7504 w 14357"/>
                <a:gd name="csY3" fmla="*/ 6137 h 42577"/>
                <a:gd name="csX4" fmla="*/ 10146 w 14357"/>
                <a:gd name="csY4" fmla="*/ 14863 h 42577"/>
                <a:gd name="csX5" fmla="*/ 11643 w 14357"/>
                <a:gd name="csY5" fmla="*/ 38936 h 42577"/>
                <a:gd name="csX6" fmla="*/ 7495 w 14357"/>
                <a:gd name="csY6" fmla="*/ 37645 h 42577"/>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4357" h="42577">
                  <a:moveTo>
                    <a:pt x="7495" y="37645"/>
                  </a:moveTo>
                  <a:cubicBezTo>
                    <a:pt x="7399" y="34096"/>
                    <a:pt x="5661" y="28288"/>
                    <a:pt x="3632" y="24738"/>
                  </a:cubicBezTo>
                  <a:cubicBezTo>
                    <a:pt x="-1211" y="16267"/>
                    <a:pt x="-1211" y="5524"/>
                    <a:pt x="3632" y="1505"/>
                  </a:cubicBezTo>
                  <a:cubicBezTo>
                    <a:pt x="6929" y="-1232"/>
                    <a:pt x="7504" y="-544"/>
                    <a:pt x="7504" y="6137"/>
                  </a:cubicBezTo>
                  <a:cubicBezTo>
                    <a:pt x="7504" y="10452"/>
                    <a:pt x="8693" y="14378"/>
                    <a:pt x="10146" y="14863"/>
                  </a:cubicBezTo>
                  <a:cubicBezTo>
                    <a:pt x="14898" y="16447"/>
                    <a:pt x="15948" y="33343"/>
                    <a:pt x="11643" y="38936"/>
                  </a:cubicBezTo>
                  <a:cubicBezTo>
                    <a:pt x="7745" y="44000"/>
                    <a:pt x="7665" y="43975"/>
                    <a:pt x="7495" y="37645"/>
                  </a:cubicBezTo>
                  <a:close/>
                </a:path>
              </a:pathLst>
            </a:custGeom>
            <a:solidFill>
              <a:srgbClr val="B9B9B9"/>
            </a:solidFill>
            <a:ln w="5163" cap="flat">
              <a:noFill/>
              <a:prstDash val="solid"/>
              <a:miter/>
            </a:ln>
          </p:spPr>
          <p:txBody>
            <a:bodyPr/>
            <a:lstStyle/>
            <a:p>
              <a:endParaRPr lang="es-419" noProof="0" dirty="0"/>
            </a:p>
          </p:txBody>
        </p:sp>
        <p:sp>
          <p:nvSpPr>
            <p:cNvPr id="110" name="Forma libre: forma 109">
              <a:extLst>
                <a:ext uri="{FF2B5EF4-FFF2-40B4-BE49-F238E27FC236}">
                  <a16:creationId xmlns:a16="http://schemas.microsoft.com/office/drawing/2014/main" id="{63106C35-B2FA-433C-5A63-696EC076DC39}"/>
                </a:ext>
              </a:extLst>
            </p:cNvPr>
            <p:cNvSpPr/>
            <p:nvPr/>
          </p:nvSpPr>
          <p:spPr>
            <a:xfrm>
              <a:off x="420547" y="1341567"/>
              <a:ext cx="36589" cy="57857"/>
            </a:xfrm>
            <a:custGeom>
              <a:avLst/>
              <a:gdLst>
                <a:gd name="csX0" fmla="*/ 24033 w 36589"/>
                <a:gd name="csY0" fmla="*/ 48231 h 57857"/>
                <a:gd name="csX1" fmla="*/ 8875 w 36589"/>
                <a:gd name="csY1" fmla="*/ 31730 h 57857"/>
                <a:gd name="csX2" fmla="*/ 2815 w 36589"/>
                <a:gd name="csY2" fmla="*/ 140 h 57857"/>
                <a:gd name="csX3" fmla="*/ 18571 w 36589"/>
                <a:gd name="csY3" fmla="*/ 17532 h 57857"/>
                <a:gd name="csX4" fmla="*/ 26156 w 36589"/>
                <a:gd name="csY4" fmla="*/ 27858 h 57857"/>
                <a:gd name="csX5" fmla="*/ 32361 w 36589"/>
                <a:gd name="csY5" fmla="*/ 36599 h 57857"/>
                <a:gd name="csX6" fmla="*/ 34380 w 36589"/>
                <a:gd name="csY6" fmla="*/ 51018 h 57857"/>
                <a:gd name="csX7" fmla="*/ 24033 w 36589"/>
                <a:gd name="csY7" fmla="*/ 48231 h 578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6589" h="57857">
                  <a:moveTo>
                    <a:pt x="24033" y="48231"/>
                  </a:moveTo>
                  <a:cubicBezTo>
                    <a:pt x="18251" y="41995"/>
                    <a:pt x="11430" y="34569"/>
                    <a:pt x="8875" y="31730"/>
                  </a:cubicBezTo>
                  <a:cubicBezTo>
                    <a:pt x="870" y="22831"/>
                    <a:pt x="-3051" y="2391"/>
                    <a:pt x="2815" y="140"/>
                  </a:cubicBezTo>
                  <a:cubicBezTo>
                    <a:pt x="7073" y="-1494"/>
                    <a:pt x="18931" y="11596"/>
                    <a:pt x="18571" y="17532"/>
                  </a:cubicBezTo>
                  <a:cubicBezTo>
                    <a:pt x="18043" y="26212"/>
                    <a:pt x="19252" y="27858"/>
                    <a:pt x="26156" y="27858"/>
                  </a:cubicBezTo>
                  <a:cubicBezTo>
                    <a:pt x="32848" y="27858"/>
                    <a:pt x="33306" y="28504"/>
                    <a:pt x="32361" y="36599"/>
                  </a:cubicBezTo>
                  <a:cubicBezTo>
                    <a:pt x="31800" y="41406"/>
                    <a:pt x="32708" y="47895"/>
                    <a:pt x="34380" y="51018"/>
                  </a:cubicBezTo>
                  <a:cubicBezTo>
                    <a:pt x="39819" y="61181"/>
                    <a:pt x="34782" y="59825"/>
                    <a:pt x="24033" y="48231"/>
                  </a:cubicBezTo>
                  <a:close/>
                </a:path>
              </a:pathLst>
            </a:custGeom>
            <a:solidFill>
              <a:srgbClr val="B9B9B9"/>
            </a:solidFill>
            <a:ln w="5163" cap="flat">
              <a:noFill/>
              <a:prstDash val="solid"/>
              <a:miter/>
            </a:ln>
          </p:spPr>
          <p:txBody>
            <a:bodyPr/>
            <a:lstStyle/>
            <a:p>
              <a:endParaRPr lang="es-419" noProof="0" dirty="0"/>
            </a:p>
          </p:txBody>
        </p:sp>
      </p:grpSp>
      <p:grpSp>
        <p:nvGrpSpPr>
          <p:cNvPr id="111" name="Gráfico 39">
            <a:extLst>
              <a:ext uri="{FF2B5EF4-FFF2-40B4-BE49-F238E27FC236}">
                <a16:creationId xmlns:a16="http://schemas.microsoft.com/office/drawing/2014/main" id="{BDB45B30-B532-D3E9-90DA-C1D48C7A2836}"/>
              </a:ext>
            </a:extLst>
          </p:cNvPr>
          <p:cNvGrpSpPr/>
          <p:nvPr/>
        </p:nvGrpSpPr>
        <p:grpSpPr>
          <a:xfrm>
            <a:off x="347681" y="1057339"/>
            <a:ext cx="481325" cy="621418"/>
            <a:chOff x="347681" y="1057339"/>
            <a:chExt cx="481325" cy="621418"/>
          </a:xfrm>
          <a:solidFill>
            <a:srgbClr val="B9B9B9"/>
          </a:solidFill>
        </p:grpSpPr>
        <p:grpSp>
          <p:nvGrpSpPr>
            <p:cNvPr id="112" name="Gráfico 39">
              <a:extLst>
                <a:ext uri="{FF2B5EF4-FFF2-40B4-BE49-F238E27FC236}">
                  <a16:creationId xmlns:a16="http://schemas.microsoft.com/office/drawing/2014/main" id="{A2E010C0-116C-9AED-1ECB-F6B4A969BCCB}"/>
                </a:ext>
              </a:extLst>
            </p:cNvPr>
            <p:cNvGrpSpPr/>
            <p:nvPr/>
          </p:nvGrpSpPr>
          <p:grpSpPr>
            <a:xfrm>
              <a:off x="492211" y="1384222"/>
              <a:ext cx="33498" cy="51895"/>
              <a:chOff x="492211" y="1384222"/>
              <a:chExt cx="33498" cy="51895"/>
            </a:xfrm>
            <a:solidFill>
              <a:srgbClr val="B9B9B9"/>
            </a:solidFill>
          </p:grpSpPr>
          <p:sp>
            <p:nvSpPr>
              <p:cNvPr id="113" name="Forma libre: forma 112">
                <a:extLst>
                  <a:ext uri="{FF2B5EF4-FFF2-40B4-BE49-F238E27FC236}">
                    <a16:creationId xmlns:a16="http://schemas.microsoft.com/office/drawing/2014/main" id="{65446897-9744-C0D1-BD8B-4E25E24CA700}"/>
                  </a:ext>
                </a:extLst>
              </p:cNvPr>
              <p:cNvSpPr/>
              <p:nvPr/>
            </p:nvSpPr>
            <p:spPr>
              <a:xfrm>
                <a:off x="492211" y="1428798"/>
                <a:ext cx="6246" cy="7319"/>
              </a:xfrm>
              <a:custGeom>
                <a:avLst/>
                <a:gdLst>
                  <a:gd name="csX0" fmla="*/ 460 w 6246"/>
                  <a:gd name="csY0" fmla="*/ 4088 h 7319"/>
                  <a:gd name="csX1" fmla="*/ 4549 w 6246"/>
                  <a:gd name="csY1" fmla="*/ 0 h 7319"/>
                  <a:gd name="csX2" fmla="*/ 1959 w 6246"/>
                  <a:gd name="csY2" fmla="*/ 7153 h 7319"/>
                  <a:gd name="csX3" fmla="*/ 460 w 6246"/>
                  <a:gd name="csY3" fmla="*/ 4088 h 7319"/>
                </a:gdLst>
                <a:ahLst/>
                <a:cxnLst>
                  <a:cxn ang="0">
                    <a:pos x="csX0" y="csY0"/>
                  </a:cxn>
                  <a:cxn ang="0">
                    <a:pos x="csX1" y="csY1"/>
                  </a:cxn>
                  <a:cxn ang="0">
                    <a:pos x="csX2" y="csY2"/>
                  </a:cxn>
                  <a:cxn ang="0">
                    <a:pos x="csX3" y="csY3"/>
                  </a:cxn>
                </a:cxnLst>
                <a:rect l="l" t="t" r="r" b="b"/>
                <a:pathLst>
                  <a:path w="6246" h="7319">
                    <a:moveTo>
                      <a:pt x="460" y="4088"/>
                    </a:moveTo>
                    <a:cubicBezTo>
                      <a:pt x="1323" y="1840"/>
                      <a:pt x="3163" y="0"/>
                      <a:pt x="4549" y="0"/>
                    </a:cubicBezTo>
                    <a:cubicBezTo>
                      <a:pt x="7942" y="0"/>
                      <a:pt x="5818" y="5867"/>
                      <a:pt x="1959" y="7153"/>
                    </a:cubicBezTo>
                    <a:cubicBezTo>
                      <a:pt x="72" y="7782"/>
                      <a:pt x="-505" y="6602"/>
                      <a:pt x="460" y="4088"/>
                    </a:cubicBezTo>
                    <a:close/>
                  </a:path>
                </a:pathLst>
              </a:custGeom>
              <a:solidFill>
                <a:srgbClr val="B9B9B9"/>
              </a:solidFill>
              <a:ln w="5163" cap="flat">
                <a:noFill/>
                <a:prstDash val="solid"/>
                <a:miter/>
              </a:ln>
            </p:spPr>
            <p:txBody>
              <a:bodyPr/>
              <a:lstStyle/>
              <a:p>
                <a:endParaRPr lang="es-419" noProof="0" dirty="0"/>
              </a:p>
            </p:txBody>
          </p:sp>
          <p:sp>
            <p:nvSpPr>
              <p:cNvPr id="114" name="Forma libre: forma 113">
                <a:extLst>
                  <a:ext uri="{FF2B5EF4-FFF2-40B4-BE49-F238E27FC236}">
                    <a16:creationId xmlns:a16="http://schemas.microsoft.com/office/drawing/2014/main" id="{C1A1E8FB-4602-FE38-B7BF-991C561331FB}"/>
                  </a:ext>
                </a:extLst>
              </p:cNvPr>
              <p:cNvSpPr/>
              <p:nvPr/>
            </p:nvSpPr>
            <p:spPr>
              <a:xfrm>
                <a:off x="495379" y="1384222"/>
                <a:ext cx="30331" cy="44105"/>
              </a:xfrm>
              <a:custGeom>
                <a:avLst/>
                <a:gdLst>
                  <a:gd name="csX0" fmla="*/ 10578 w 30331"/>
                  <a:gd name="csY0" fmla="*/ 40845 h 44105"/>
                  <a:gd name="csX1" fmla="*/ 3426 w 30331"/>
                  <a:gd name="csY1" fmla="*/ 27268 h 44105"/>
                  <a:gd name="csX2" fmla="*/ 8634 w 30331"/>
                  <a:gd name="csY2" fmla="*/ 13316 h 44105"/>
                  <a:gd name="csX3" fmla="*/ 25629 w 30331"/>
                  <a:gd name="csY3" fmla="*/ 1695 h 44105"/>
                  <a:gd name="csX4" fmla="*/ 27283 w 30331"/>
                  <a:gd name="csY4" fmla="*/ 34769 h 44105"/>
                  <a:gd name="csX5" fmla="*/ 10578 w 30331"/>
                  <a:gd name="csY5" fmla="*/ 40845 h 44105"/>
                </a:gdLst>
                <a:ahLst/>
                <a:cxnLst>
                  <a:cxn ang="0">
                    <a:pos x="csX0" y="csY0"/>
                  </a:cxn>
                  <a:cxn ang="0">
                    <a:pos x="csX1" y="csY1"/>
                  </a:cxn>
                  <a:cxn ang="0">
                    <a:pos x="csX2" y="csY2"/>
                  </a:cxn>
                  <a:cxn ang="0">
                    <a:pos x="csX3" y="csY3"/>
                  </a:cxn>
                  <a:cxn ang="0">
                    <a:pos x="csX4" y="csY4"/>
                  </a:cxn>
                  <a:cxn ang="0">
                    <a:pos x="csX5" y="csY5"/>
                  </a:cxn>
                </a:cxnLst>
                <a:rect l="l" t="t" r="r" b="b"/>
                <a:pathLst>
                  <a:path w="30331" h="44105">
                    <a:moveTo>
                      <a:pt x="10578" y="40845"/>
                    </a:moveTo>
                    <a:cubicBezTo>
                      <a:pt x="-1917" y="34327"/>
                      <a:pt x="-2001" y="34167"/>
                      <a:pt x="3426" y="27268"/>
                    </a:cubicBezTo>
                    <a:cubicBezTo>
                      <a:pt x="6291" y="23626"/>
                      <a:pt x="8634" y="17348"/>
                      <a:pt x="8634" y="13316"/>
                    </a:cubicBezTo>
                    <a:cubicBezTo>
                      <a:pt x="8634" y="4586"/>
                      <a:pt x="20679" y="-3650"/>
                      <a:pt x="25629" y="1695"/>
                    </a:cubicBezTo>
                    <a:cubicBezTo>
                      <a:pt x="31123" y="7627"/>
                      <a:pt x="31970" y="24580"/>
                      <a:pt x="27283" y="34769"/>
                    </a:cubicBezTo>
                    <a:cubicBezTo>
                      <a:pt x="22315" y="45567"/>
                      <a:pt x="20734" y="46142"/>
                      <a:pt x="10578" y="40845"/>
                    </a:cubicBezTo>
                    <a:close/>
                  </a:path>
                </a:pathLst>
              </a:custGeom>
              <a:solidFill>
                <a:srgbClr val="B9B9B9"/>
              </a:solidFill>
              <a:ln w="5163" cap="flat">
                <a:noFill/>
                <a:prstDash val="solid"/>
                <a:miter/>
              </a:ln>
            </p:spPr>
            <p:txBody>
              <a:bodyPr/>
              <a:lstStyle/>
              <a:p>
                <a:endParaRPr lang="es-419" noProof="0" dirty="0"/>
              </a:p>
            </p:txBody>
          </p:sp>
        </p:grpSp>
        <p:grpSp>
          <p:nvGrpSpPr>
            <p:cNvPr id="115" name="Gráfico 39">
              <a:extLst>
                <a:ext uri="{FF2B5EF4-FFF2-40B4-BE49-F238E27FC236}">
                  <a16:creationId xmlns:a16="http://schemas.microsoft.com/office/drawing/2014/main" id="{03CBBC9E-B5AF-1821-4D18-32C90431C238}"/>
                </a:ext>
              </a:extLst>
            </p:cNvPr>
            <p:cNvGrpSpPr/>
            <p:nvPr/>
          </p:nvGrpSpPr>
          <p:grpSpPr>
            <a:xfrm>
              <a:off x="347681" y="1057339"/>
              <a:ext cx="481325" cy="621418"/>
              <a:chOff x="347681" y="1057339"/>
              <a:chExt cx="481325" cy="621418"/>
            </a:xfrm>
            <a:solidFill>
              <a:srgbClr val="B9B9B9"/>
            </a:solidFill>
          </p:grpSpPr>
          <p:sp>
            <p:nvSpPr>
              <p:cNvPr id="116" name="Forma libre: forma 115">
                <a:extLst>
                  <a:ext uri="{FF2B5EF4-FFF2-40B4-BE49-F238E27FC236}">
                    <a16:creationId xmlns:a16="http://schemas.microsoft.com/office/drawing/2014/main" id="{849DAB87-8F1B-F98F-0655-DB03930DCC56}"/>
                  </a:ext>
                </a:extLst>
              </p:cNvPr>
              <p:cNvSpPr/>
              <p:nvPr/>
            </p:nvSpPr>
            <p:spPr>
              <a:xfrm>
                <a:off x="347681" y="1057339"/>
                <a:ext cx="481325" cy="621418"/>
              </a:xfrm>
              <a:custGeom>
                <a:avLst/>
                <a:gdLst>
                  <a:gd name="csX0" fmla="*/ 392709 w 481325"/>
                  <a:gd name="csY0" fmla="*/ 609477 h 621418"/>
                  <a:gd name="csX1" fmla="*/ 388957 w 481325"/>
                  <a:gd name="csY1" fmla="*/ 594848 h 621418"/>
                  <a:gd name="csX2" fmla="*/ 382520 w 481325"/>
                  <a:gd name="csY2" fmla="*/ 582680 h 621418"/>
                  <a:gd name="csX3" fmla="*/ 381003 w 481325"/>
                  <a:gd name="csY3" fmla="*/ 575394 h 621418"/>
                  <a:gd name="csX4" fmla="*/ 376772 w 481325"/>
                  <a:gd name="csY4" fmla="*/ 573517 h 621418"/>
                  <a:gd name="csX5" fmla="*/ 372471 w 481325"/>
                  <a:gd name="csY5" fmla="*/ 575078 h 621418"/>
                  <a:gd name="csX6" fmla="*/ 371638 w 481325"/>
                  <a:gd name="csY6" fmla="*/ 577600 h 621418"/>
                  <a:gd name="csX7" fmla="*/ 373727 w 481325"/>
                  <a:gd name="csY7" fmla="*/ 583138 h 621418"/>
                  <a:gd name="csX8" fmla="*/ 369193 w 481325"/>
                  <a:gd name="csY8" fmla="*/ 580381 h 621418"/>
                  <a:gd name="csX9" fmla="*/ 364289 w 481325"/>
                  <a:gd name="csY9" fmla="*/ 578851 h 621418"/>
                  <a:gd name="csX10" fmla="*/ 358202 w 481325"/>
                  <a:gd name="csY10" fmla="*/ 578294 h 621418"/>
                  <a:gd name="csX11" fmla="*/ 344811 w 481325"/>
                  <a:gd name="csY11" fmla="*/ 546998 h 621418"/>
                  <a:gd name="csX12" fmla="*/ 347360 w 481325"/>
                  <a:gd name="csY12" fmla="*/ 544424 h 621418"/>
                  <a:gd name="csX13" fmla="*/ 329284 w 481325"/>
                  <a:gd name="csY13" fmla="*/ 536840 h 621418"/>
                  <a:gd name="csX14" fmla="*/ 312504 w 481325"/>
                  <a:gd name="csY14" fmla="*/ 531378 h 621418"/>
                  <a:gd name="csX15" fmla="*/ 299274 w 481325"/>
                  <a:gd name="csY15" fmla="*/ 523870 h 621418"/>
                  <a:gd name="csX16" fmla="*/ 298267 w 481325"/>
                  <a:gd name="csY16" fmla="*/ 519838 h 621418"/>
                  <a:gd name="csX17" fmla="*/ 294146 w 481325"/>
                  <a:gd name="csY17" fmla="*/ 506308 h 621418"/>
                  <a:gd name="csX18" fmla="*/ 290635 w 481325"/>
                  <a:gd name="csY18" fmla="*/ 495822 h 621418"/>
                  <a:gd name="csX19" fmla="*/ 290295 w 481325"/>
                  <a:gd name="csY19" fmla="*/ 485043 h 621418"/>
                  <a:gd name="csX20" fmla="*/ 292460 w 481325"/>
                  <a:gd name="csY20" fmla="*/ 479235 h 621418"/>
                  <a:gd name="csX21" fmla="*/ 293954 w 481325"/>
                  <a:gd name="csY21" fmla="*/ 469554 h 621418"/>
                  <a:gd name="csX22" fmla="*/ 288754 w 481325"/>
                  <a:gd name="csY22" fmla="*/ 460702 h 621418"/>
                  <a:gd name="csX23" fmla="*/ 283583 w 481325"/>
                  <a:gd name="csY23" fmla="*/ 460065 h 621418"/>
                  <a:gd name="csX24" fmla="*/ 278874 w 481325"/>
                  <a:gd name="csY24" fmla="*/ 460231 h 621418"/>
                  <a:gd name="csX25" fmla="*/ 272498 w 481325"/>
                  <a:gd name="csY25" fmla="*/ 449744 h 621418"/>
                  <a:gd name="csX26" fmla="*/ 269740 w 481325"/>
                  <a:gd name="csY26" fmla="*/ 445139 h 621418"/>
                  <a:gd name="csX27" fmla="*/ 268211 w 481325"/>
                  <a:gd name="csY27" fmla="*/ 450043 h 621418"/>
                  <a:gd name="csX28" fmla="*/ 267044 w 481325"/>
                  <a:gd name="csY28" fmla="*/ 456881 h 621418"/>
                  <a:gd name="csX29" fmla="*/ 259538 w 481325"/>
                  <a:gd name="csY29" fmla="*/ 454425 h 621418"/>
                  <a:gd name="csX30" fmla="*/ 254428 w 481325"/>
                  <a:gd name="csY30" fmla="*/ 444654 h 621418"/>
                  <a:gd name="csX31" fmla="*/ 249421 w 481325"/>
                  <a:gd name="csY31" fmla="*/ 443656 h 621418"/>
                  <a:gd name="csX32" fmla="*/ 238700 w 481325"/>
                  <a:gd name="csY32" fmla="*/ 428558 h 621418"/>
                  <a:gd name="csX33" fmla="*/ 224166 w 481325"/>
                  <a:gd name="csY33" fmla="*/ 409935 h 621418"/>
                  <a:gd name="csX34" fmla="*/ 213124 w 481325"/>
                  <a:gd name="csY34" fmla="*/ 401065 h 621418"/>
                  <a:gd name="csX35" fmla="*/ 206671 w 481325"/>
                  <a:gd name="csY35" fmla="*/ 388468 h 621418"/>
                  <a:gd name="csX36" fmla="*/ 204242 w 481325"/>
                  <a:gd name="csY36" fmla="*/ 374041 h 621418"/>
                  <a:gd name="csX37" fmla="*/ 206562 w 481325"/>
                  <a:gd name="csY37" fmla="*/ 371283 h 621418"/>
                  <a:gd name="csX38" fmla="*/ 201394 w 481325"/>
                  <a:gd name="csY38" fmla="*/ 369855 h 621418"/>
                  <a:gd name="csX39" fmla="*/ 181743 w 481325"/>
                  <a:gd name="csY39" fmla="*/ 350072 h 621418"/>
                  <a:gd name="csX40" fmla="*/ 180840 w 481325"/>
                  <a:gd name="csY40" fmla="*/ 340015 h 621418"/>
                  <a:gd name="csX41" fmla="*/ 168342 w 481325"/>
                  <a:gd name="csY41" fmla="*/ 316750 h 621418"/>
                  <a:gd name="csX42" fmla="*/ 162786 w 481325"/>
                  <a:gd name="csY42" fmla="*/ 304341 h 621418"/>
                  <a:gd name="csX43" fmla="*/ 153959 w 481325"/>
                  <a:gd name="csY43" fmla="*/ 280463 h 621418"/>
                  <a:gd name="csX44" fmla="*/ 143231 w 481325"/>
                  <a:gd name="csY44" fmla="*/ 268201 h 621418"/>
                  <a:gd name="csX45" fmla="*/ 141096 w 481325"/>
                  <a:gd name="csY45" fmla="*/ 246493 h 621418"/>
                  <a:gd name="csX46" fmla="*/ 133510 w 481325"/>
                  <a:gd name="csY46" fmla="*/ 215932 h 621418"/>
                  <a:gd name="csX47" fmla="*/ 125786 w 481325"/>
                  <a:gd name="csY47" fmla="*/ 201792 h 621418"/>
                  <a:gd name="csX48" fmla="*/ 113580 w 481325"/>
                  <a:gd name="csY48" fmla="*/ 175023 h 621418"/>
                  <a:gd name="csX49" fmla="*/ 104703 w 481325"/>
                  <a:gd name="csY49" fmla="*/ 151035 h 621418"/>
                  <a:gd name="csX50" fmla="*/ 100240 w 481325"/>
                  <a:gd name="csY50" fmla="*/ 135893 h 621418"/>
                  <a:gd name="csX51" fmla="*/ 100240 w 481325"/>
                  <a:gd name="csY51" fmla="*/ 128463 h 621418"/>
                  <a:gd name="csX52" fmla="*/ 99247 w 481325"/>
                  <a:gd name="csY52" fmla="*/ 115142 h 621418"/>
                  <a:gd name="csX53" fmla="*/ 93791 w 481325"/>
                  <a:gd name="csY53" fmla="*/ 109442 h 621418"/>
                  <a:gd name="csX54" fmla="*/ 95549 w 481325"/>
                  <a:gd name="csY54" fmla="*/ 115250 h 621418"/>
                  <a:gd name="csX55" fmla="*/ 90800 w 481325"/>
                  <a:gd name="csY55" fmla="*/ 117023 h 621418"/>
                  <a:gd name="csX56" fmla="*/ 87172 w 481325"/>
                  <a:gd name="csY56" fmla="*/ 114272 h 621418"/>
                  <a:gd name="csX57" fmla="*/ 67148 w 481325"/>
                  <a:gd name="csY57" fmla="*/ 111209 h 621418"/>
                  <a:gd name="csX58" fmla="*/ 49971 w 481325"/>
                  <a:gd name="csY58" fmla="*/ 100232 h 621418"/>
                  <a:gd name="csX59" fmla="*/ 44090 w 481325"/>
                  <a:gd name="csY59" fmla="*/ 90574 h 621418"/>
                  <a:gd name="csX60" fmla="*/ 35863 w 481325"/>
                  <a:gd name="csY60" fmla="*/ 83433 h 621418"/>
                  <a:gd name="csX61" fmla="*/ 32588 w 481325"/>
                  <a:gd name="csY61" fmla="*/ 82069 h 621418"/>
                  <a:gd name="csX62" fmla="*/ 11771 w 481325"/>
                  <a:gd name="csY62" fmla="*/ 68233 h 621418"/>
                  <a:gd name="csX63" fmla="*/ 5348 w 481325"/>
                  <a:gd name="csY63" fmla="*/ 59589 h 621418"/>
                  <a:gd name="csX64" fmla="*/ 1583 w 481325"/>
                  <a:gd name="csY64" fmla="*/ 46912 h 621418"/>
                  <a:gd name="csX65" fmla="*/ 325 w 481325"/>
                  <a:gd name="csY65" fmla="*/ 17525 h 621418"/>
                  <a:gd name="csX66" fmla="*/ 4538 w 481325"/>
                  <a:gd name="csY66" fmla="*/ 6689 h 621418"/>
                  <a:gd name="csX67" fmla="*/ 10480 w 481325"/>
                  <a:gd name="csY67" fmla="*/ 0 h 621418"/>
                  <a:gd name="csX68" fmla="*/ 53074 w 481325"/>
                  <a:gd name="csY68" fmla="*/ 22147 h 621418"/>
                  <a:gd name="csX69" fmla="*/ 133099 w 481325"/>
                  <a:gd name="csY69" fmla="*/ 64285 h 621418"/>
                  <a:gd name="csX70" fmla="*/ 308638 w 481325"/>
                  <a:gd name="csY70" fmla="*/ 150152 h 621418"/>
                  <a:gd name="csX71" fmla="*/ 460324 w 481325"/>
                  <a:gd name="csY71" fmla="*/ 163865 h 621418"/>
                  <a:gd name="csX72" fmla="*/ 466125 w 481325"/>
                  <a:gd name="csY72" fmla="*/ 170071 h 621418"/>
                  <a:gd name="csX73" fmla="*/ 465714 w 481325"/>
                  <a:gd name="csY73" fmla="*/ 176317 h 621418"/>
                  <a:gd name="csX74" fmla="*/ 471176 w 481325"/>
                  <a:gd name="csY74" fmla="*/ 205515 h 621418"/>
                  <a:gd name="csX75" fmla="*/ 478356 w 481325"/>
                  <a:gd name="csY75" fmla="*/ 244968 h 621418"/>
                  <a:gd name="csX76" fmla="*/ 480666 w 481325"/>
                  <a:gd name="csY76" fmla="*/ 291434 h 621418"/>
                  <a:gd name="csX77" fmla="*/ 471606 w 481325"/>
                  <a:gd name="csY77" fmla="*/ 339879 h 621418"/>
                  <a:gd name="csX78" fmla="*/ 467718 w 481325"/>
                  <a:gd name="csY78" fmla="*/ 346935 h 621418"/>
                  <a:gd name="csX79" fmla="*/ 468256 w 481325"/>
                  <a:gd name="csY79" fmla="*/ 419216 h 621418"/>
                  <a:gd name="csX80" fmla="*/ 469120 w 481325"/>
                  <a:gd name="csY80" fmla="*/ 434705 h 621418"/>
                  <a:gd name="csX81" fmla="*/ 451760 w 481325"/>
                  <a:gd name="csY81" fmla="*/ 439004 h 621418"/>
                  <a:gd name="csX82" fmla="*/ 430017 w 481325"/>
                  <a:gd name="csY82" fmla="*/ 458164 h 621418"/>
                  <a:gd name="csX83" fmla="*/ 441207 w 481325"/>
                  <a:gd name="csY83" fmla="*/ 484914 h 621418"/>
                  <a:gd name="csX84" fmla="*/ 455538 w 481325"/>
                  <a:gd name="csY84" fmla="*/ 533438 h 621418"/>
                  <a:gd name="csX85" fmla="*/ 463393 w 481325"/>
                  <a:gd name="csY85" fmla="*/ 557324 h 621418"/>
                  <a:gd name="csX86" fmla="*/ 466107 w 481325"/>
                  <a:gd name="csY86" fmla="*/ 564704 h 621418"/>
                  <a:gd name="csX87" fmla="*/ 427332 w 481325"/>
                  <a:gd name="csY87" fmla="*/ 607875 h 621418"/>
                  <a:gd name="csX88" fmla="*/ 408378 w 481325"/>
                  <a:gd name="csY88" fmla="*/ 619278 h 621418"/>
                  <a:gd name="csX89" fmla="*/ 406733 w 481325"/>
                  <a:gd name="csY89" fmla="*/ 612610 h 621418"/>
                  <a:gd name="csX90" fmla="*/ 398989 w 481325"/>
                  <a:gd name="csY90" fmla="*/ 614115 h 621418"/>
                  <a:gd name="csX91" fmla="*/ 394277 w 481325"/>
                  <a:gd name="csY91" fmla="*/ 621279 h 621418"/>
                  <a:gd name="csX92" fmla="*/ 392709 w 481325"/>
                  <a:gd name="csY92" fmla="*/ 609477 h 62141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Lst>
                <a:rect l="l" t="t" r="r" b="b"/>
                <a:pathLst>
                  <a:path w="481325" h="621418">
                    <a:moveTo>
                      <a:pt x="392709" y="609477"/>
                    </a:moveTo>
                    <a:cubicBezTo>
                      <a:pt x="394253" y="597840"/>
                      <a:pt x="393887" y="596413"/>
                      <a:pt x="388957" y="594848"/>
                    </a:cubicBezTo>
                    <a:cubicBezTo>
                      <a:pt x="381454" y="592467"/>
                      <a:pt x="376874" y="583809"/>
                      <a:pt x="382520" y="582680"/>
                    </a:cubicBezTo>
                    <a:cubicBezTo>
                      <a:pt x="386074" y="581969"/>
                      <a:pt x="385853" y="580904"/>
                      <a:pt x="381003" y="575394"/>
                    </a:cubicBezTo>
                    <a:cubicBezTo>
                      <a:pt x="377016" y="570863"/>
                      <a:pt x="375755" y="570304"/>
                      <a:pt x="376772" y="573517"/>
                    </a:cubicBezTo>
                    <a:cubicBezTo>
                      <a:pt x="378038" y="577517"/>
                      <a:pt x="377495" y="577714"/>
                      <a:pt x="372471" y="575078"/>
                    </a:cubicBezTo>
                    <a:cubicBezTo>
                      <a:pt x="366755" y="572079"/>
                      <a:pt x="366750" y="572094"/>
                      <a:pt x="371638" y="577600"/>
                    </a:cubicBezTo>
                    <a:cubicBezTo>
                      <a:pt x="374343" y="580646"/>
                      <a:pt x="375283" y="583138"/>
                      <a:pt x="373727" y="583138"/>
                    </a:cubicBezTo>
                    <a:cubicBezTo>
                      <a:pt x="372171" y="583138"/>
                      <a:pt x="370131" y="581897"/>
                      <a:pt x="369193" y="580381"/>
                    </a:cubicBezTo>
                    <a:cubicBezTo>
                      <a:pt x="368256" y="578864"/>
                      <a:pt x="366049" y="578176"/>
                      <a:pt x="364289" y="578851"/>
                    </a:cubicBezTo>
                    <a:cubicBezTo>
                      <a:pt x="362530" y="579526"/>
                      <a:pt x="359790" y="579276"/>
                      <a:pt x="358202" y="578294"/>
                    </a:cubicBezTo>
                    <a:cubicBezTo>
                      <a:pt x="354056" y="575732"/>
                      <a:pt x="341762" y="546998"/>
                      <a:pt x="344811" y="546998"/>
                    </a:cubicBezTo>
                    <a:cubicBezTo>
                      <a:pt x="346213" y="546998"/>
                      <a:pt x="347360" y="545839"/>
                      <a:pt x="347360" y="544424"/>
                    </a:cubicBezTo>
                    <a:cubicBezTo>
                      <a:pt x="347360" y="541126"/>
                      <a:pt x="331006" y="534265"/>
                      <a:pt x="329284" y="536840"/>
                    </a:cubicBezTo>
                    <a:cubicBezTo>
                      <a:pt x="328570" y="537907"/>
                      <a:pt x="321020" y="535449"/>
                      <a:pt x="312504" y="531378"/>
                    </a:cubicBezTo>
                    <a:cubicBezTo>
                      <a:pt x="303989" y="527306"/>
                      <a:pt x="298035" y="523928"/>
                      <a:pt x="299274" y="523870"/>
                    </a:cubicBezTo>
                    <a:cubicBezTo>
                      <a:pt x="300512" y="523812"/>
                      <a:pt x="300059" y="521998"/>
                      <a:pt x="298267" y="519838"/>
                    </a:cubicBezTo>
                    <a:cubicBezTo>
                      <a:pt x="296474" y="517678"/>
                      <a:pt x="294620" y="511589"/>
                      <a:pt x="294146" y="506308"/>
                    </a:cubicBezTo>
                    <a:cubicBezTo>
                      <a:pt x="293672" y="501026"/>
                      <a:pt x="292092" y="496307"/>
                      <a:pt x="290635" y="495822"/>
                    </a:cubicBezTo>
                    <a:cubicBezTo>
                      <a:pt x="287387" y="494739"/>
                      <a:pt x="287081" y="485043"/>
                      <a:pt x="290295" y="485043"/>
                    </a:cubicBezTo>
                    <a:cubicBezTo>
                      <a:pt x="291564" y="485043"/>
                      <a:pt x="292539" y="482429"/>
                      <a:pt x="292460" y="479235"/>
                    </a:cubicBezTo>
                    <a:cubicBezTo>
                      <a:pt x="292381" y="476040"/>
                      <a:pt x="293054" y="471684"/>
                      <a:pt x="293954" y="469554"/>
                    </a:cubicBezTo>
                    <a:cubicBezTo>
                      <a:pt x="294994" y="467095"/>
                      <a:pt x="293096" y="463864"/>
                      <a:pt x="288754" y="460702"/>
                    </a:cubicBezTo>
                    <a:cubicBezTo>
                      <a:pt x="282831" y="456387"/>
                      <a:pt x="282139" y="456302"/>
                      <a:pt x="283583" y="460065"/>
                    </a:cubicBezTo>
                    <a:cubicBezTo>
                      <a:pt x="285131" y="464099"/>
                      <a:pt x="284795" y="464110"/>
                      <a:pt x="278874" y="460231"/>
                    </a:cubicBezTo>
                    <a:cubicBezTo>
                      <a:pt x="274972" y="457675"/>
                      <a:pt x="272498" y="453605"/>
                      <a:pt x="272498" y="449744"/>
                    </a:cubicBezTo>
                    <a:cubicBezTo>
                      <a:pt x="272498" y="445927"/>
                      <a:pt x="271409" y="444108"/>
                      <a:pt x="269740" y="445139"/>
                    </a:cubicBezTo>
                    <a:cubicBezTo>
                      <a:pt x="268224" y="446077"/>
                      <a:pt x="267535" y="448283"/>
                      <a:pt x="268211" y="450043"/>
                    </a:cubicBezTo>
                    <a:cubicBezTo>
                      <a:pt x="268886" y="451803"/>
                      <a:pt x="268361" y="454880"/>
                      <a:pt x="267044" y="456881"/>
                    </a:cubicBezTo>
                    <a:cubicBezTo>
                      <a:pt x="265087" y="459853"/>
                      <a:pt x="263712" y="459403"/>
                      <a:pt x="259538" y="454425"/>
                    </a:cubicBezTo>
                    <a:cubicBezTo>
                      <a:pt x="256727" y="451073"/>
                      <a:pt x="254428" y="446676"/>
                      <a:pt x="254428" y="444654"/>
                    </a:cubicBezTo>
                    <a:cubicBezTo>
                      <a:pt x="254428" y="441815"/>
                      <a:pt x="253286" y="441587"/>
                      <a:pt x="249421" y="443656"/>
                    </a:cubicBezTo>
                    <a:cubicBezTo>
                      <a:pt x="243479" y="446836"/>
                      <a:pt x="243193" y="446433"/>
                      <a:pt x="238700" y="428558"/>
                    </a:cubicBezTo>
                    <a:cubicBezTo>
                      <a:pt x="235500" y="415829"/>
                      <a:pt x="234285" y="414272"/>
                      <a:pt x="224166" y="409935"/>
                    </a:cubicBezTo>
                    <a:cubicBezTo>
                      <a:pt x="217728" y="407175"/>
                      <a:pt x="213124" y="403477"/>
                      <a:pt x="213124" y="401065"/>
                    </a:cubicBezTo>
                    <a:cubicBezTo>
                      <a:pt x="213124" y="398790"/>
                      <a:pt x="210220" y="393122"/>
                      <a:pt x="206671" y="388468"/>
                    </a:cubicBezTo>
                    <a:cubicBezTo>
                      <a:pt x="199265" y="378758"/>
                      <a:pt x="198471" y="374041"/>
                      <a:pt x="204242" y="374041"/>
                    </a:cubicBezTo>
                    <a:cubicBezTo>
                      <a:pt x="206455" y="374041"/>
                      <a:pt x="207499" y="372800"/>
                      <a:pt x="206562" y="371283"/>
                    </a:cubicBezTo>
                    <a:cubicBezTo>
                      <a:pt x="205625" y="369767"/>
                      <a:pt x="203299" y="369124"/>
                      <a:pt x="201394" y="369855"/>
                    </a:cubicBezTo>
                    <a:cubicBezTo>
                      <a:pt x="197850" y="371215"/>
                      <a:pt x="182472" y="355734"/>
                      <a:pt x="181743" y="350072"/>
                    </a:cubicBezTo>
                    <a:cubicBezTo>
                      <a:pt x="181521" y="348347"/>
                      <a:pt x="181114" y="343821"/>
                      <a:pt x="180840" y="340015"/>
                    </a:cubicBezTo>
                    <a:cubicBezTo>
                      <a:pt x="179988" y="328208"/>
                      <a:pt x="174287" y="317597"/>
                      <a:pt x="168342" y="316750"/>
                    </a:cubicBezTo>
                    <a:cubicBezTo>
                      <a:pt x="163596" y="316073"/>
                      <a:pt x="162786" y="314266"/>
                      <a:pt x="162786" y="304341"/>
                    </a:cubicBezTo>
                    <a:cubicBezTo>
                      <a:pt x="162786" y="295229"/>
                      <a:pt x="160883" y="290082"/>
                      <a:pt x="153959" y="280463"/>
                    </a:cubicBezTo>
                    <a:cubicBezTo>
                      <a:pt x="149104" y="273719"/>
                      <a:pt x="144276" y="268201"/>
                      <a:pt x="143231" y="268201"/>
                    </a:cubicBezTo>
                    <a:cubicBezTo>
                      <a:pt x="142186" y="268201"/>
                      <a:pt x="141225" y="258432"/>
                      <a:pt x="141096" y="246493"/>
                    </a:cubicBezTo>
                    <a:cubicBezTo>
                      <a:pt x="140831" y="221943"/>
                      <a:pt x="139743" y="217562"/>
                      <a:pt x="133510" y="215932"/>
                    </a:cubicBezTo>
                    <a:cubicBezTo>
                      <a:pt x="130755" y="215211"/>
                      <a:pt x="127873" y="209936"/>
                      <a:pt x="125786" y="201792"/>
                    </a:cubicBezTo>
                    <a:cubicBezTo>
                      <a:pt x="123955" y="194647"/>
                      <a:pt x="118462" y="182601"/>
                      <a:pt x="113580" y="175023"/>
                    </a:cubicBezTo>
                    <a:cubicBezTo>
                      <a:pt x="107284" y="165251"/>
                      <a:pt x="104703" y="158277"/>
                      <a:pt x="104703" y="151035"/>
                    </a:cubicBezTo>
                    <a:cubicBezTo>
                      <a:pt x="104703" y="144982"/>
                      <a:pt x="102887" y="138818"/>
                      <a:pt x="100240" y="135893"/>
                    </a:cubicBezTo>
                    <a:cubicBezTo>
                      <a:pt x="96009" y="131218"/>
                      <a:pt x="96009" y="130831"/>
                      <a:pt x="100240" y="128463"/>
                    </a:cubicBezTo>
                    <a:cubicBezTo>
                      <a:pt x="106103" y="125181"/>
                      <a:pt x="105871" y="122062"/>
                      <a:pt x="99247" y="115142"/>
                    </a:cubicBezTo>
                    <a:lnTo>
                      <a:pt x="93791" y="109442"/>
                    </a:lnTo>
                    <a:lnTo>
                      <a:pt x="95549" y="115250"/>
                    </a:lnTo>
                    <a:cubicBezTo>
                      <a:pt x="97517" y="121752"/>
                      <a:pt x="93229" y="123352"/>
                      <a:pt x="90800" y="117023"/>
                    </a:cubicBezTo>
                    <a:cubicBezTo>
                      <a:pt x="89948" y="114803"/>
                      <a:pt x="88316" y="113565"/>
                      <a:pt x="87172" y="114272"/>
                    </a:cubicBezTo>
                    <a:cubicBezTo>
                      <a:pt x="86029" y="114978"/>
                      <a:pt x="77018" y="113600"/>
                      <a:pt x="67148" y="111209"/>
                    </a:cubicBezTo>
                    <a:cubicBezTo>
                      <a:pt x="50330" y="107134"/>
                      <a:pt x="49251" y="106444"/>
                      <a:pt x="49971" y="100232"/>
                    </a:cubicBezTo>
                    <a:cubicBezTo>
                      <a:pt x="50552" y="95214"/>
                      <a:pt x="49124" y="92867"/>
                      <a:pt x="44090" y="90574"/>
                    </a:cubicBezTo>
                    <a:cubicBezTo>
                      <a:pt x="40433" y="88908"/>
                      <a:pt x="36731" y="85694"/>
                      <a:pt x="35863" y="83433"/>
                    </a:cubicBezTo>
                    <a:cubicBezTo>
                      <a:pt x="34873" y="80853"/>
                      <a:pt x="33654" y="80345"/>
                      <a:pt x="32588" y="82069"/>
                    </a:cubicBezTo>
                    <a:cubicBezTo>
                      <a:pt x="30403" y="85606"/>
                      <a:pt x="11771" y="73222"/>
                      <a:pt x="11771" y="68233"/>
                    </a:cubicBezTo>
                    <a:cubicBezTo>
                      <a:pt x="11771" y="66258"/>
                      <a:pt x="8881" y="62368"/>
                      <a:pt x="5348" y="59589"/>
                    </a:cubicBezTo>
                    <a:cubicBezTo>
                      <a:pt x="-304" y="55143"/>
                      <a:pt x="-756" y="53621"/>
                      <a:pt x="1583" y="46912"/>
                    </a:cubicBezTo>
                    <a:cubicBezTo>
                      <a:pt x="4225" y="39332"/>
                      <a:pt x="3631" y="25451"/>
                      <a:pt x="325" y="17525"/>
                    </a:cubicBezTo>
                    <a:cubicBezTo>
                      <a:pt x="-744" y="14961"/>
                      <a:pt x="864" y="10824"/>
                      <a:pt x="4538" y="6689"/>
                    </a:cubicBezTo>
                    <a:lnTo>
                      <a:pt x="10480" y="0"/>
                    </a:lnTo>
                    <a:lnTo>
                      <a:pt x="53074" y="22147"/>
                    </a:lnTo>
                    <a:cubicBezTo>
                      <a:pt x="76501" y="34328"/>
                      <a:pt x="112512" y="53290"/>
                      <a:pt x="133099" y="64285"/>
                    </a:cubicBezTo>
                    <a:cubicBezTo>
                      <a:pt x="293633" y="150024"/>
                      <a:pt x="290844" y="148660"/>
                      <a:pt x="308638" y="150152"/>
                    </a:cubicBezTo>
                    <a:cubicBezTo>
                      <a:pt x="379829" y="156121"/>
                      <a:pt x="453326" y="162765"/>
                      <a:pt x="460324" y="163865"/>
                    </a:cubicBezTo>
                    <a:cubicBezTo>
                      <a:pt x="467642" y="165014"/>
                      <a:pt x="468398" y="165824"/>
                      <a:pt x="466125" y="170071"/>
                    </a:cubicBezTo>
                    <a:cubicBezTo>
                      <a:pt x="464688" y="172758"/>
                      <a:pt x="464502" y="175568"/>
                      <a:pt x="465714" y="176317"/>
                    </a:cubicBezTo>
                    <a:cubicBezTo>
                      <a:pt x="466925" y="177066"/>
                      <a:pt x="469383" y="190205"/>
                      <a:pt x="471176" y="205515"/>
                    </a:cubicBezTo>
                    <a:cubicBezTo>
                      <a:pt x="472969" y="220825"/>
                      <a:pt x="476200" y="238579"/>
                      <a:pt x="478356" y="244968"/>
                    </a:cubicBezTo>
                    <a:cubicBezTo>
                      <a:pt x="481464" y="254178"/>
                      <a:pt x="481943" y="263804"/>
                      <a:pt x="480666" y="291434"/>
                    </a:cubicBezTo>
                    <a:cubicBezTo>
                      <a:pt x="478736" y="333232"/>
                      <a:pt x="477318" y="340812"/>
                      <a:pt x="471606" y="339879"/>
                    </a:cubicBezTo>
                    <a:cubicBezTo>
                      <a:pt x="468443" y="339362"/>
                      <a:pt x="467477" y="341115"/>
                      <a:pt x="467718" y="346935"/>
                    </a:cubicBezTo>
                    <a:cubicBezTo>
                      <a:pt x="467998" y="353675"/>
                      <a:pt x="468241" y="386395"/>
                      <a:pt x="468256" y="419216"/>
                    </a:cubicBezTo>
                    <a:cubicBezTo>
                      <a:pt x="468259" y="424895"/>
                      <a:pt x="468647" y="431865"/>
                      <a:pt x="469120" y="434705"/>
                    </a:cubicBezTo>
                    <a:cubicBezTo>
                      <a:pt x="469922" y="439526"/>
                      <a:pt x="468775" y="439811"/>
                      <a:pt x="451760" y="439004"/>
                    </a:cubicBezTo>
                    <a:cubicBezTo>
                      <a:pt x="428789" y="437915"/>
                      <a:pt x="426025" y="440351"/>
                      <a:pt x="430017" y="458164"/>
                    </a:cubicBezTo>
                    <a:cubicBezTo>
                      <a:pt x="431548" y="464996"/>
                      <a:pt x="436584" y="477034"/>
                      <a:pt x="441207" y="484914"/>
                    </a:cubicBezTo>
                    <a:cubicBezTo>
                      <a:pt x="456169" y="510414"/>
                      <a:pt x="459720" y="522439"/>
                      <a:pt x="455538" y="533438"/>
                    </a:cubicBezTo>
                    <a:cubicBezTo>
                      <a:pt x="452990" y="540141"/>
                      <a:pt x="458641" y="557324"/>
                      <a:pt x="463393" y="557324"/>
                    </a:cubicBezTo>
                    <a:cubicBezTo>
                      <a:pt x="464886" y="557324"/>
                      <a:pt x="466107" y="560645"/>
                      <a:pt x="466107" y="564704"/>
                    </a:cubicBezTo>
                    <a:cubicBezTo>
                      <a:pt x="466107" y="574709"/>
                      <a:pt x="449340" y="593376"/>
                      <a:pt x="427332" y="607875"/>
                    </a:cubicBezTo>
                    <a:cubicBezTo>
                      <a:pt x="417812" y="614147"/>
                      <a:pt x="409283" y="619278"/>
                      <a:pt x="408378" y="619278"/>
                    </a:cubicBezTo>
                    <a:cubicBezTo>
                      <a:pt x="407473" y="619278"/>
                      <a:pt x="406733" y="616277"/>
                      <a:pt x="406733" y="612610"/>
                    </a:cubicBezTo>
                    <a:cubicBezTo>
                      <a:pt x="406733" y="604379"/>
                      <a:pt x="401025" y="605489"/>
                      <a:pt x="398989" y="614115"/>
                    </a:cubicBezTo>
                    <a:cubicBezTo>
                      <a:pt x="398201" y="617454"/>
                      <a:pt x="396080" y="620678"/>
                      <a:pt x="394277" y="621279"/>
                    </a:cubicBezTo>
                    <a:cubicBezTo>
                      <a:pt x="391773" y="622114"/>
                      <a:pt x="391403" y="619327"/>
                      <a:pt x="392709" y="609477"/>
                    </a:cubicBezTo>
                    <a:close/>
                  </a:path>
                </a:pathLst>
              </a:custGeom>
              <a:solidFill>
                <a:srgbClr val="B9B9B9"/>
              </a:solidFill>
              <a:ln w="5163" cap="flat">
                <a:noFill/>
                <a:prstDash val="solid"/>
                <a:miter/>
              </a:ln>
            </p:spPr>
            <p:txBody>
              <a:bodyPr/>
              <a:lstStyle/>
              <a:p>
                <a:endParaRPr lang="es-419" noProof="0" dirty="0"/>
              </a:p>
            </p:txBody>
          </p:sp>
          <p:sp>
            <p:nvSpPr>
              <p:cNvPr id="117" name="Forma libre: forma 116">
                <a:extLst>
                  <a:ext uri="{FF2B5EF4-FFF2-40B4-BE49-F238E27FC236}">
                    <a16:creationId xmlns:a16="http://schemas.microsoft.com/office/drawing/2014/main" id="{5F5E93F3-14A4-FB60-D4DE-B005395BCC40}"/>
                  </a:ext>
                </a:extLst>
              </p:cNvPr>
              <p:cNvSpPr/>
              <p:nvPr/>
            </p:nvSpPr>
            <p:spPr>
              <a:xfrm>
                <a:off x="356836" y="1137381"/>
                <a:ext cx="20516" cy="20135"/>
              </a:xfrm>
              <a:custGeom>
                <a:avLst/>
                <a:gdLst>
                  <a:gd name="csX0" fmla="*/ 3031 w 20516"/>
                  <a:gd name="csY0" fmla="*/ 13790 h 20135"/>
                  <a:gd name="csX1" fmla="*/ 11787 w 20516"/>
                  <a:gd name="csY1" fmla="*/ 6812 h 20135"/>
                  <a:gd name="csX2" fmla="*/ 16388 w 20516"/>
                  <a:gd name="csY2" fmla="*/ 8970 h 20135"/>
                  <a:gd name="csX3" fmla="*/ 17667 w 20516"/>
                  <a:gd name="csY3" fmla="*/ 5896 h 20135"/>
                  <a:gd name="csX4" fmla="*/ 16630 w 20516"/>
                  <a:gd name="csY4" fmla="*/ 16309 h 20135"/>
                  <a:gd name="csX5" fmla="*/ 3031 w 20516"/>
                  <a:gd name="csY5" fmla="*/ 13790 h 20135"/>
                </a:gdLst>
                <a:ahLst/>
                <a:cxnLst>
                  <a:cxn ang="0">
                    <a:pos x="csX0" y="csY0"/>
                  </a:cxn>
                  <a:cxn ang="0">
                    <a:pos x="csX1" y="csY1"/>
                  </a:cxn>
                  <a:cxn ang="0">
                    <a:pos x="csX2" y="csY2"/>
                  </a:cxn>
                  <a:cxn ang="0">
                    <a:pos x="csX3" y="csY3"/>
                  </a:cxn>
                  <a:cxn ang="0">
                    <a:pos x="csX4" y="csY4"/>
                  </a:cxn>
                  <a:cxn ang="0">
                    <a:pos x="csX5" y="csY5"/>
                  </a:cxn>
                </a:cxnLst>
                <a:rect l="l" t="t" r="r" b="b"/>
                <a:pathLst>
                  <a:path w="20516" h="20135">
                    <a:moveTo>
                      <a:pt x="3031" y="13790"/>
                    </a:moveTo>
                    <a:cubicBezTo>
                      <a:pt x="-3651" y="-875"/>
                      <a:pt x="1356" y="-4865"/>
                      <a:pt x="11787" y="6812"/>
                    </a:cubicBezTo>
                    <a:cubicBezTo>
                      <a:pt x="16355" y="11926"/>
                      <a:pt x="17642" y="12530"/>
                      <a:pt x="16388" y="8970"/>
                    </a:cubicBezTo>
                    <a:cubicBezTo>
                      <a:pt x="15184" y="5554"/>
                      <a:pt x="15578" y="4605"/>
                      <a:pt x="17667" y="5896"/>
                    </a:cubicBezTo>
                    <a:cubicBezTo>
                      <a:pt x="21766" y="8429"/>
                      <a:pt x="21462" y="11477"/>
                      <a:pt x="16630" y="16309"/>
                    </a:cubicBezTo>
                    <a:cubicBezTo>
                      <a:pt x="10809" y="22130"/>
                      <a:pt x="6464" y="21325"/>
                      <a:pt x="3031" y="13790"/>
                    </a:cubicBezTo>
                    <a:close/>
                  </a:path>
                </a:pathLst>
              </a:custGeom>
              <a:solidFill>
                <a:srgbClr val="B9B9B9"/>
              </a:solidFill>
              <a:ln w="5163" cap="flat">
                <a:noFill/>
                <a:prstDash val="solid"/>
                <a:miter/>
              </a:ln>
            </p:spPr>
            <p:txBody>
              <a:bodyPr/>
              <a:lstStyle/>
              <a:p>
                <a:endParaRPr lang="es-419" noProof="0" dirty="0"/>
              </a:p>
            </p:txBody>
          </p:sp>
        </p:grpSp>
      </p:grpSp>
      <p:grpSp>
        <p:nvGrpSpPr>
          <p:cNvPr id="36" name="Group 45">
            <a:extLst>
              <a:ext uri="{FF2B5EF4-FFF2-40B4-BE49-F238E27FC236}">
                <a16:creationId xmlns:a16="http://schemas.microsoft.com/office/drawing/2014/main" id="{0084D643-EC76-EA8E-131F-FE0C82A7EADA}"/>
              </a:ext>
            </a:extLst>
          </p:cNvPr>
          <p:cNvGrpSpPr>
            <a:grpSpLocks noChangeAspect="1"/>
          </p:cNvGrpSpPr>
          <p:nvPr/>
        </p:nvGrpSpPr>
        <p:grpSpPr>
          <a:xfrm>
            <a:off x="1399949" y="1901287"/>
            <a:ext cx="213038" cy="337620"/>
            <a:chOff x="0" y="26670"/>
            <a:chExt cx="3924300" cy="6219190"/>
          </a:xfrm>
        </p:grpSpPr>
        <p:sp>
          <p:nvSpPr>
            <p:cNvPr id="37" name="Freeform 46">
              <a:extLst>
                <a:ext uri="{FF2B5EF4-FFF2-40B4-BE49-F238E27FC236}">
                  <a16:creationId xmlns:a16="http://schemas.microsoft.com/office/drawing/2014/main" id="{083CFF37-8AC6-34ED-D74A-D9CFB5E317AC}"/>
                </a:ext>
              </a:extLst>
            </p:cNvPr>
            <p:cNvSpPr/>
            <p:nvPr/>
          </p:nvSpPr>
          <p:spPr>
            <a:xfrm>
              <a:off x="0" y="26670"/>
              <a:ext cx="3924300" cy="6219190"/>
            </a:xfrm>
            <a:custGeom>
              <a:avLst/>
              <a:gdLst/>
              <a:ahLst/>
              <a:cxnLst/>
              <a:rect l="l" t="t" r="r" b="b"/>
              <a:pathLst>
                <a:path w="3924300" h="6219190">
                  <a:moveTo>
                    <a:pt x="3924300" y="1962150"/>
                  </a:moveTo>
                  <a:cubicBezTo>
                    <a:pt x="3924300" y="878840"/>
                    <a:pt x="3045460" y="0"/>
                    <a:pt x="1962150" y="0"/>
                  </a:cubicBezTo>
                  <a:cubicBezTo>
                    <a:pt x="878840" y="0"/>
                    <a:pt x="0" y="878840"/>
                    <a:pt x="0" y="1962150"/>
                  </a:cubicBezTo>
                  <a:cubicBezTo>
                    <a:pt x="0" y="2974340"/>
                    <a:pt x="765810" y="3807460"/>
                    <a:pt x="1750060" y="3912870"/>
                  </a:cubicBezTo>
                  <a:lnTo>
                    <a:pt x="1962150" y="6219190"/>
                  </a:lnTo>
                  <a:lnTo>
                    <a:pt x="2174240" y="3912870"/>
                  </a:lnTo>
                  <a:cubicBezTo>
                    <a:pt x="3158490" y="3807460"/>
                    <a:pt x="3924300" y="2974340"/>
                    <a:pt x="3924300" y="1962150"/>
                  </a:cubicBezTo>
                  <a:close/>
                </a:path>
              </a:pathLst>
            </a:custGeom>
            <a:solidFill>
              <a:srgbClr val="EB6C01"/>
            </a:solidFill>
          </p:spPr>
          <p:txBody>
            <a:bodyPr/>
            <a:lstStyle/>
            <a:p>
              <a:endParaRPr lang="es-419" noProof="0" dirty="0"/>
            </a:p>
          </p:txBody>
        </p:sp>
        <p:sp>
          <p:nvSpPr>
            <p:cNvPr id="38" name="Freeform 47">
              <a:extLst>
                <a:ext uri="{FF2B5EF4-FFF2-40B4-BE49-F238E27FC236}">
                  <a16:creationId xmlns:a16="http://schemas.microsoft.com/office/drawing/2014/main" id="{F97D4E65-F7E0-83CF-F0E5-205EE4A9F15F}"/>
                </a:ext>
              </a:extLst>
            </p:cNvPr>
            <p:cNvSpPr/>
            <p:nvPr/>
          </p:nvSpPr>
          <p:spPr>
            <a:xfrm>
              <a:off x="340744" y="374636"/>
              <a:ext cx="3242813" cy="3228370"/>
            </a:xfrm>
            <a:custGeom>
              <a:avLst/>
              <a:gdLst/>
              <a:ahLst/>
              <a:cxnLst/>
              <a:rect l="l" t="t" r="r" b="b"/>
              <a:pathLst>
                <a:path w="3242810" h="3228373">
                  <a:moveTo>
                    <a:pt x="1621405" y="16"/>
                  </a:moveTo>
                  <a:cubicBezTo>
                    <a:pt x="1042998" y="-2571"/>
                    <a:pt x="507417" y="304521"/>
                    <a:pt x="217465" y="805010"/>
                  </a:cubicBezTo>
                  <a:cubicBezTo>
                    <a:pt x="-72488" y="1305499"/>
                    <a:pt x="-72488" y="1922874"/>
                    <a:pt x="217465" y="2423362"/>
                  </a:cubicBezTo>
                  <a:cubicBezTo>
                    <a:pt x="507417" y="2923851"/>
                    <a:pt x="1042998" y="3230943"/>
                    <a:pt x="1621405" y="3228356"/>
                  </a:cubicBezTo>
                  <a:cubicBezTo>
                    <a:pt x="2199812" y="3230943"/>
                    <a:pt x="2735392" y="2923851"/>
                    <a:pt x="3025345" y="2423362"/>
                  </a:cubicBezTo>
                  <a:cubicBezTo>
                    <a:pt x="3315298" y="1922874"/>
                    <a:pt x="3315298" y="1305499"/>
                    <a:pt x="3025345" y="805010"/>
                  </a:cubicBezTo>
                  <a:cubicBezTo>
                    <a:pt x="2735392" y="304522"/>
                    <a:pt x="2199812" y="-2571"/>
                    <a:pt x="1621405" y="16"/>
                  </a:cubicBezTo>
                  <a:close/>
                </a:path>
              </a:pathLst>
            </a:custGeom>
            <a:blipFill>
              <a:blip r:embed="rId5"/>
              <a:stretch>
                <a:fillRect l="-28801" r="-28801" b="-58308"/>
              </a:stretch>
            </a:blipFill>
          </p:spPr>
          <p:txBody>
            <a:bodyPr/>
            <a:lstStyle/>
            <a:p>
              <a:endParaRPr lang="es-419" noProof="0" dirty="0"/>
            </a:p>
          </p:txBody>
        </p:sp>
      </p:grpSp>
    </p:spTree>
    <p:extLst>
      <p:ext uri="{BB962C8B-B14F-4D97-AF65-F5344CB8AC3E}">
        <p14:creationId xmlns:p14="http://schemas.microsoft.com/office/powerpoint/2010/main" val="17742356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nodeType="with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wipe(down)">
                                      <p:cBhvr>
                                        <p:cTn id="7" dur="580">
                                          <p:stCondLst>
                                            <p:cond delay="0"/>
                                          </p:stCondLst>
                                        </p:cTn>
                                        <p:tgtEl>
                                          <p:spTgt spid="36"/>
                                        </p:tgtEl>
                                      </p:cBhvr>
                                    </p:animEffect>
                                    <p:anim calcmode="lin" valueType="num">
                                      <p:cBhvr>
                                        <p:cTn id="8" dur="1822" tmFilter="0,0; 0.14,0.36; 0.43,0.73; 0.71,0.91; 1.0,1.0">
                                          <p:stCondLst>
                                            <p:cond delay="0"/>
                                          </p:stCondLst>
                                        </p:cTn>
                                        <p:tgtEl>
                                          <p:spTgt spid="36"/>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36"/>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36"/>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36"/>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36"/>
                                        </p:tgtEl>
                                        <p:attrNameLst>
                                          <p:attrName>ppt_y</p:attrName>
                                        </p:attrNameLst>
                                      </p:cBhvr>
                                      <p:tavLst>
                                        <p:tav tm="0" fmla="#ppt_y-sin(pi*$)/81">
                                          <p:val>
                                            <p:fltVal val="0"/>
                                          </p:val>
                                        </p:tav>
                                        <p:tav tm="100000">
                                          <p:val>
                                            <p:fltVal val="1"/>
                                          </p:val>
                                        </p:tav>
                                      </p:tavLst>
                                    </p:anim>
                                    <p:animScale>
                                      <p:cBhvr>
                                        <p:cTn id="13" dur="26">
                                          <p:stCondLst>
                                            <p:cond delay="650"/>
                                          </p:stCondLst>
                                        </p:cTn>
                                        <p:tgtEl>
                                          <p:spTgt spid="36"/>
                                        </p:tgtEl>
                                      </p:cBhvr>
                                      <p:to x="100000" y="60000"/>
                                    </p:animScale>
                                    <p:animScale>
                                      <p:cBhvr>
                                        <p:cTn id="14" dur="166" decel="50000">
                                          <p:stCondLst>
                                            <p:cond delay="676"/>
                                          </p:stCondLst>
                                        </p:cTn>
                                        <p:tgtEl>
                                          <p:spTgt spid="36"/>
                                        </p:tgtEl>
                                      </p:cBhvr>
                                      <p:to x="100000" y="100000"/>
                                    </p:animScale>
                                    <p:animScale>
                                      <p:cBhvr>
                                        <p:cTn id="15" dur="26">
                                          <p:stCondLst>
                                            <p:cond delay="1312"/>
                                          </p:stCondLst>
                                        </p:cTn>
                                        <p:tgtEl>
                                          <p:spTgt spid="36"/>
                                        </p:tgtEl>
                                      </p:cBhvr>
                                      <p:to x="100000" y="80000"/>
                                    </p:animScale>
                                    <p:animScale>
                                      <p:cBhvr>
                                        <p:cTn id="16" dur="166" decel="50000">
                                          <p:stCondLst>
                                            <p:cond delay="1338"/>
                                          </p:stCondLst>
                                        </p:cTn>
                                        <p:tgtEl>
                                          <p:spTgt spid="36"/>
                                        </p:tgtEl>
                                      </p:cBhvr>
                                      <p:to x="100000" y="100000"/>
                                    </p:animScale>
                                    <p:animScale>
                                      <p:cBhvr>
                                        <p:cTn id="17" dur="26">
                                          <p:stCondLst>
                                            <p:cond delay="1642"/>
                                          </p:stCondLst>
                                        </p:cTn>
                                        <p:tgtEl>
                                          <p:spTgt spid="36"/>
                                        </p:tgtEl>
                                      </p:cBhvr>
                                      <p:to x="100000" y="90000"/>
                                    </p:animScale>
                                    <p:animScale>
                                      <p:cBhvr>
                                        <p:cTn id="18" dur="166" decel="50000">
                                          <p:stCondLst>
                                            <p:cond delay="1668"/>
                                          </p:stCondLst>
                                        </p:cTn>
                                        <p:tgtEl>
                                          <p:spTgt spid="36"/>
                                        </p:tgtEl>
                                      </p:cBhvr>
                                      <p:to x="100000" y="100000"/>
                                    </p:animScale>
                                    <p:animScale>
                                      <p:cBhvr>
                                        <p:cTn id="19" dur="26">
                                          <p:stCondLst>
                                            <p:cond delay="1808"/>
                                          </p:stCondLst>
                                        </p:cTn>
                                        <p:tgtEl>
                                          <p:spTgt spid="36"/>
                                        </p:tgtEl>
                                      </p:cBhvr>
                                      <p:to x="100000" y="95000"/>
                                    </p:animScale>
                                    <p:animScale>
                                      <p:cBhvr>
                                        <p:cTn id="20" dur="166" decel="50000">
                                          <p:stCondLst>
                                            <p:cond delay="1834"/>
                                          </p:stCondLst>
                                        </p:cTn>
                                        <p:tgtEl>
                                          <p:spTgt spid="36"/>
                                        </p:tgtEl>
                                      </p:cBhvr>
                                      <p:to x="100000" y="100000"/>
                                    </p:animScale>
                                  </p:childTnLst>
                                </p:cTn>
                              </p:par>
                            </p:childTnLst>
                          </p:cTn>
                        </p:par>
                        <p:par>
                          <p:cTn id="21" fill="hold">
                            <p:stCondLst>
                              <p:cond delay="2000"/>
                            </p:stCondLst>
                            <p:childTnLst>
                              <p:par>
                                <p:cTn id="22" presetID="35" presetClass="emph" presetSubtype="0" repeatCount="indefinite" fill="hold" grpId="0" nodeType="afterEffect">
                                  <p:stCondLst>
                                    <p:cond delay="0"/>
                                  </p:stCondLst>
                                  <p:childTnLst>
                                    <p:anim calcmode="discrete" valueType="str">
                                      <p:cBhvr>
                                        <p:cTn id="23" dur="1000" fill="hold"/>
                                        <p:tgtEl>
                                          <p:spTgt spid="4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bg>
      <p:bgPr>
        <a:solidFill>
          <a:srgbClr val="F0F6FC"/>
        </a:solidFill>
        <a:effectLst/>
      </p:bgPr>
    </p:bg>
    <p:spTree>
      <p:nvGrpSpPr>
        <p:cNvPr id="1" name="">
          <a:extLst>
            <a:ext uri="{FF2B5EF4-FFF2-40B4-BE49-F238E27FC236}">
              <a16:creationId xmlns:a16="http://schemas.microsoft.com/office/drawing/2014/main" id="{DCA1628F-73BC-F96E-0802-6028F8814ABB}"/>
            </a:ext>
          </a:extLst>
        </p:cNvPr>
        <p:cNvGrpSpPr/>
        <p:nvPr/>
      </p:nvGrpSpPr>
      <p:grpSpPr>
        <a:xfrm>
          <a:off x="0" y="0"/>
          <a:ext cx="0" cy="0"/>
          <a:chOff x="0" y="0"/>
          <a:chExt cx="0" cy="0"/>
        </a:xfrm>
      </p:grpSpPr>
      <p:sp>
        <p:nvSpPr>
          <p:cNvPr id="2" name="Shape 0">
            <a:extLst>
              <a:ext uri="{FF2B5EF4-FFF2-40B4-BE49-F238E27FC236}">
                <a16:creationId xmlns:a16="http://schemas.microsoft.com/office/drawing/2014/main" id="{22FFFD93-41C5-1C01-9FE3-9081E36B71B9}"/>
              </a:ext>
            </a:extLst>
          </p:cNvPr>
          <p:cNvSpPr/>
          <p:nvPr/>
        </p:nvSpPr>
        <p:spPr>
          <a:xfrm>
            <a:off x="0" y="0"/>
            <a:ext cx="9144000" cy="38405"/>
          </a:xfrm>
          <a:prstGeom prst="rect">
            <a:avLst/>
          </a:prstGeom>
          <a:solidFill>
            <a:srgbClr val="EB6C01"/>
          </a:solidFill>
          <a:ln w="12700">
            <a:solidFill>
              <a:srgbClr val="EB6C01"/>
            </a:solidFill>
            <a:prstDash val="solid"/>
          </a:ln>
        </p:spPr>
        <p:txBody>
          <a:bodyPr/>
          <a:lstStyle/>
          <a:p>
            <a:endParaRPr lang="es-419" noProof="0" dirty="0"/>
          </a:p>
        </p:txBody>
      </p:sp>
      <p:sp>
        <p:nvSpPr>
          <p:cNvPr id="3" name="Shape 1">
            <a:extLst>
              <a:ext uri="{FF2B5EF4-FFF2-40B4-BE49-F238E27FC236}">
                <a16:creationId xmlns:a16="http://schemas.microsoft.com/office/drawing/2014/main" id="{DBE3684D-5E1A-287A-0153-8F3AE3F53A02}"/>
              </a:ext>
            </a:extLst>
          </p:cNvPr>
          <p:cNvSpPr/>
          <p:nvPr/>
        </p:nvSpPr>
        <p:spPr>
          <a:xfrm>
            <a:off x="0" y="38405"/>
            <a:ext cx="9144000" cy="667512"/>
          </a:xfrm>
          <a:prstGeom prst="rect">
            <a:avLst/>
          </a:prstGeom>
          <a:solidFill>
            <a:srgbClr val="1A3464"/>
          </a:solidFill>
          <a:ln w="12700">
            <a:solidFill>
              <a:srgbClr val="1A3464"/>
            </a:solidFill>
            <a:prstDash val="solid"/>
          </a:ln>
        </p:spPr>
        <p:txBody>
          <a:bodyPr/>
          <a:lstStyle/>
          <a:p>
            <a:endParaRPr lang="es-419" noProof="0" dirty="0"/>
          </a:p>
        </p:txBody>
      </p:sp>
      <p:sp>
        <p:nvSpPr>
          <p:cNvPr id="4" name="Shape 2">
            <a:extLst>
              <a:ext uri="{FF2B5EF4-FFF2-40B4-BE49-F238E27FC236}">
                <a16:creationId xmlns:a16="http://schemas.microsoft.com/office/drawing/2014/main" id="{0A0A58EB-D91C-8CDC-5526-8F1DEA57FED5}"/>
              </a:ext>
            </a:extLst>
          </p:cNvPr>
          <p:cNvSpPr/>
          <p:nvPr/>
        </p:nvSpPr>
        <p:spPr>
          <a:xfrm>
            <a:off x="384048" y="117043"/>
            <a:ext cx="685800" cy="237744"/>
          </a:xfrm>
          <a:prstGeom prst="rect">
            <a:avLst/>
          </a:prstGeom>
          <a:solidFill>
            <a:srgbClr val="EB6C01"/>
          </a:solidFill>
          <a:ln w="12700">
            <a:solidFill>
              <a:srgbClr val="EB6C01"/>
            </a:solidFill>
            <a:prstDash val="solid"/>
          </a:ln>
        </p:spPr>
        <p:txBody>
          <a:bodyPr/>
          <a:lstStyle/>
          <a:p>
            <a:endParaRPr lang="es-419" noProof="0" dirty="0"/>
          </a:p>
        </p:txBody>
      </p:sp>
      <p:sp>
        <p:nvSpPr>
          <p:cNvPr id="5" name="Text 3">
            <a:extLst>
              <a:ext uri="{FF2B5EF4-FFF2-40B4-BE49-F238E27FC236}">
                <a16:creationId xmlns:a16="http://schemas.microsoft.com/office/drawing/2014/main" id="{1FAE4FB3-CC44-BEA6-6E89-7672AD2E5853}"/>
              </a:ext>
            </a:extLst>
          </p:cNvPr>
          <p:cNvSpPr/>
          <p:nvPr/>
        </p:nvSpPr>
        <p:spPr>
          <a:xfrm>
            <a:off x="384048" y="117043"/>
            <a:ext cx="685800" cy="237744"/>
          </a:xfrm>
          <a:prstGeom prst="rect">
            <a:avLst/>
          </a:prstGeom>
          <a:noFill/>
          <a:ln/>
        </p:spPr>
        <p:txBody>
          <a:bodyPr wrap="square" lIns="0" tIns="0" rIns="0" bIns="0" rtlCol="0" anchor="ctr"/>
          <a:lstStyle/>
          <a:p>
            <a:pPr marL="0" indent="0" algn="ctr">
              <a:buNone/>
            </a:pPr>
            <a:r>
              <a:rPr lang="es-419" sz="650" b="1" kern="0" spc="150" noProof="0" dirty="0">
                <a:solidFill>
                  <a:srgbClr val="FFFFFF"/>
                </a:solidFill>
                <a:latin typeface="Montserrat" pitchFamily="34" charset="0"/>
                <a:ea typeface="Montserrat" pitchFamily="34" charset="-122"/>
                <a:cs typeface="Montserrat" pitchFamily="34" charset="-120"/>
              </a:rPr>
              <a:t>T. MÉXICO</a:t>
            </a:r>
            <a:endParaRPr lang="es-419" sz="650" noProof="0" dirty="0"/>
          </a:p>
        </p:txBody>
      </p:sp>
      <p:sp>
        <p:nvSpPr>
          <p:cNvPr id="6" name="Text 4">
            <a:extLst>
              <a:ext uri="{FF2B5EF4-FFF2-40B4-BE49-F238E27FC236}">
                <a16:creationId xmlns:a16="http://schemas.microsoft.com/office/drawing/2014/main" id="{4F73B9DF-AD78-BB4F-E53F-4388461D85BA}"/>
              </a:ext>
            </a:extLst>
          </p:cNvPr>
          <p:cNvSpPr/>
          <p:nvPr/>
        </p:nvSpPr>
        <p:spPr>
          <a:xfrm>
            <a:off x="1170432" y="91440"/>
            <a:ext cx="5029200" cy="402336"/>
          </a:xfrm>
          <a:prstGeom prst="rect">
            <a:avLst/>
          </a:prstGeom>
          <a:noFill/>
          <a:ln/>
        </p:spPr>
        <p:txBody>
          <a:bodyPr wrap="square" lIns="0" tIns="0" rIns="0" bIns="0" rtlCol="0" anchor="ctr"/>
          <a:lstStyle/>
          <a:p>
            <a:pPr marL="0" indent="0">
              <a:buNone/>
            </a:pPr>
            <a:r>
              <a:rPr lang="es-419" sz="2000" b="1" noProof="0" dirty="0">
                <a:solidFill>
                  <a:srgbClr val="FFFFFF"/>
                </a:solidFill>
                <a:latin typeface="Montserrat" pitchFamily="34" charset="0"/>
                <a:ea typeface="Montserrat" pitchFamily="34" charset="-122"/>
                <a:cs typeface="Montserrat" pitchFamily="34" charset="-120"/>
              </a:rPr>
              <a:t>MA TAPACHULA </a:t>
            </a:r>
            <a:endParaRPr lang="es-419" sz="2000" noProof="0" dirty="0"/>
          </a:p>
        </p:txBody>
      </p:sp>
      <p:sp>
        <p:nvSpPr>
          <p:cNvPr id="7" name="Text 5">
            <a:extLst>
              <a:ext uri="{FF2B5EF4-FFF2-40B4-BE49-F238E27FC236}">
                <a16:creationId xmlns:a16="http://schemas.microsoft.com/office/drawing/2014/main" id="{FD3044E2-1D92-236B-D1C7-B88D8F9F685C}"/>
              </a:ext>
            </a:extLst>
          </p:cNvPr>
          <p:cNvSpPr/>
          <p:nvPr/>
        </p:nvSpPr>
        <p:spPr>
          <a:xfrm>
            <a:off x="1170432" y="475488"/>
            <a:ext cx="3200400" cy="182880"/>
          </a:xfrm>
          <a:prstGeom prst="rect">
            <a:avLst/>
          </a:prstGeom>
          <a:noFill/>
          <a:ln/>
        </p:spPr>
        <p:txBody>
          <a:bodyPr wrap="square" lIns="0" tIns="0" rIns="0" bIns="0" rtlCol="0" anchor="ctr"/>
          <a:lstStyle/>
          <a:p>
            <a:pPr marL="0" indent="0">
              <a:buNone/>
            </a:pPr>
            <a:r>
              <a:rPr lang="es-419" sz="950" noProof="0" dirty="0">
                <a:solidFill>
                  <a:srgbClr val="8FAECB"/>
                </a:solidFill>
                <a:latin typeface="Montserrat" pitchFamily="34" charset="0"/>
              </a:rPr>
              <a:t>Chiapas </a:t>
            </a:r>
            <a:endParaRPr lang="es-419" sz="950" noProof="0" dirty="0"/>
          </a:p>
        </p:txBody>
      </p:sp>
      <p:sp>
        <p:nvSpPr>
          <p:cNvPr id="8" name="Text 6">
            <a:extLst>
              <a:ext uri="{FF2B5EF4-FFF2-40B4-BE49-F238E27FC236}">
                <a16:creationId xmlns:a16="http://schemas.microsoft.com/office/drawing/2014/main" id="{92F109F4-54C3-D741-DE53-293BA2ECD6B7}"/>
              </a:ext>
            </a:extLst>
          </p:cNvPr>
          <p:cNvSpPr/>
          <p:nvPr/>
        </p:nvSpPr>
        <p:spPr>
          <a:xfrm>
            <a:off x="7132320" y="246888"/>
            <a:ext cx="1828800" cy="182880"/>
          </a:xfrm>
          <a:prstGeom prst="rect">
            <a:avLst/>
          </a:prstGeom>
          <a:noFill/>
          <a:ln/>
        </p:spPr>
        <p:txBody>
          <a:bodyPr wrap="square" lIns="0" tIns="0" rIns="0" bIns="0" rtlCol="0" anchor="ctr"/>
          <a:lstStyle/>
          <a:p>
            <a:pPr marL="0" indent="0" algn="r">
              <a:buNone/>
            </a:pPr>
            <a:r>
              <a:rPr lang="es-419" sz="700" b="1" kern="0" spc="150" noProof="0" dirty="0">
                <a:solidFill>
                  <a:srgbClr val="EB6C01"/>
                </a:solidFill>
                <a:latin typeface="Montserrat" pitchFamily="34" charset="0"/>
                <a:ea typeface="Montserrat" pitchFamily="34" charset="-122"/>
                <a:cs typeface="Montserrat" pitchFamily="34" charset="-120"/>
              </a:rPr>
              <a:t>SEMANA 18  ·  2025</a:t>
            </a:r>
            <a:endParaRPr lang="es-419" sz="700" noProof="0" dirty="0"/>
          </a:p>
        </p:txBody>
      </p:sp>
      <p:sp>
        <p:nvSpPr>
          <p:cNvPr id="9" name="Shape 7">
            <a:extLst>
              <a:ext uri="{FF2B5EF4-FFF2-40B4-BE49-F238E27FC236}">
                <a16:creationId xmlns:a16="http://schemas.microsoft.com/office/drawing/2014/main" id="{D83F8C00-1F51-31B3-C5AF-B8824005C070}"/>
              </a:ext>
            </a:extLst>
          </p:cNvPr>
          <p:cNvSpPr/>
          <p:nvPr/>
        </p:nvSpPr>
        <p:spPr>
          <a:xfrm>
            <a:off x="0" y="705917"/>
            <a:ext cx="2779776" cy="4163263"/>
          </a:xfrm>
          <a:prstGeom prst="rect">
            <a:avLst/>
          </a:prstGeom>
          <a:solidFill>
            <a:srgbClr val="FFFFFF"/>
          </a:solidFill>
          <a:ln w="12700">
            <a:solidFill>
              <a:srgbClr val="D4E4F2"/>
            </a:solidFill>
            <a:prstDash val="solid"/>
          </a:ln>
        </p:spPr>
        <p:txBody>
          <a:bodyPr/>
          <a:lstStyle/>
          <a:p>
            <a:endParaRPr lang="es-419" noProof="0" dirty="0"/>
          </a:p>
        </p:txBody>
      </p:sp>
      <p:sp>
        <p:nvSpPr>
          <p:cNvPr id="10" name="Text 8">
            <a:extLst>
              <a:ext uri="{FF2B5EF4-FFF2-40B4-BE49-F238E27FC236}">
                <a16:creationId xmlns:a16="http://schemas.microsoft.com/office/drawing/2014/main" id="{F6CC2F7F-7178-9D0E-8221-E3B3EE7F00B5}"/>
              </a:ext>
            </a:extLst>
          </p:cNvPr>
          <p:cNvSpPr/>
          <p:nvPr/>
        </p:nvSpPr>
        <p:spPr>
          <a:xfrm>
            <a:off x="118872" y="768096"/>
            <a:ext cx="2468880" cy="146304"/>
          </a:xfrm>
          <a:prstGeom prst="rect">
            <a:avLst/>
          </a:prstGeom>
          <a:noFill/>
          <a:ln/>
        </p:spPr>
        <p:txBody>
          <a:bodyPr wrap="square" lIns="0" tIns="0" rIns="0" bIns="0" rtlCol="0" anchor="ctr"/>
          <a:lstStyle/>
          <a:p>
            <a:pPr marL="0" indent="0">
              <a:buNone/>
            </a:pPr>
            <a:r>
              <a:rPr lang="es-419" sz="650" b="1" kern="0" spc="250" noProof="0" dirty="0">
                <a:solidFill>
                  <a:srgbClr val="8FAECB"/>
                </a:solidFill>
                <a:latin typeface="Montserrat" pitchFamily="34" charset="0"/>
                <a:ea typeface="Montserrat" pitchFamily="34" charset="-122"/>
                <a:cs typeface="Montserrat" pitchFamily="34" charset="-120"/>
              </a:rPr>
              <a:t>UBICACIÓN EN MÉXICO</a:t>
            </a:r>
            <a:endParaRPr lang="es-419" sz="650" noProof="0" dirty="0"/>
          </a:p>
        </p:txBody>
      </p:sp>
      <p:sp>
        <p:nvSpPr>
          <p:cNvPr id="12" name="Text 9">
            <a:extLst>
              <a:ext uri="{FF2B5EF4-FFF2-40B4-BE49-F238E27FC236}">
                <a16:creationId xmlns:a16="http://schemas.microsoft.com/office/drawing/2014/main" id="{F3213635-75E3-FA20-15F1-196E9379C1AF}"/>
              </a:ext>
            </a:extLst>
          </p:cNvPr>
          <p:cNvSpPr/>
          <p:nvPr/>
        </p:nvSpPr>
        <p:spPr>
          <a:xfrm>
            <a:off x="73152" y="2944368"/>
            <a:ext cx="2633472" cy="182880"/>
          </a:xfrm>
          <a:prstGeom prst="rect">
            <a:avLst/>
          </a:prstGeom>
          <a:noFill/>
          <a:ln/>
        </p:spPr>
        <p:txBody>
          <a:bodyPr wrap="square" lIns="0" tIns="0" rIns="0" bIns="0" rtlCol="0" anchor="ctr"/>
          <a:lstStyle/>
          <a:p>
            <a:pPr marL="0" indent="0" algn="ctr">
              <a:buNone/>
            </a:pPr>
            <a:r>
              <a:rPr lang="es-419" sz="750" b="1" kern="0" spc="200" noProof="0" dirty="0">
                <a:solidFill>
                  <a:srgbClr val="EB6C01"/>
                </a:solidFill>
                <a:latin typeface="Montserrat" pitchFamily="34" charset="0"/>
              </a:rPr>
              <a:t>TAPACHULA </a:t>
            </a:r>
            <a:endParaRPr lang="es-419" sz="750" noProof="0" dirty="0"/>
          </a:p>
        </p:txBody>
      </p:sp>
      <p:sp>
        <p:nvSpPr>
          <p:cNvPr id="13" name="Text 10">
            <a:extLst>
              <a:ext uri="{FF2B5EF4-FFF2-40B4-BE49-F238E27FC236}">
                <a16:creationId xmlns:a16="http://schemas.microsoft.com/office/drawing/2014/main" id="{DFDFD3B6-FC8D-0B36-F22D-56E175609051}"/>
              </a:ext>
            </a:extLst>
          </p:cNvPr>
          <p:cNvSpPr/>
          <p:nvPr/>
        </p:nvSpPr>
        <p:spPr>
          <a:xfrm>
            <a:off x="2944368" y="859536"/>
            <a:ext cx="1353312" cy="164592"/>
          </a:xfrm>
          <a:prstGeom prst="rect">
            <a:avLst/>
          </a:prstGeom>
          <a:noFill/>
          <a:ln/>
        </p:spPr>
        <p:txBody>
          <a:bodyPr wrap="square" lIns="0" tIns="0" rIns="0" bIns="0" rtlCol="0" anchor="ctr"/>
          <a:lstStyle/>
          <a:p>
            <a:pPr marL="0" indent="0">
              <a:buNone/>
            </a:pPr>
            <a:r>
              <a:rPr lang="es-419" sz="650" b="1" kern="0" spc="250" noProof="0" dirty="0">
                <a:solidFill>
                  <a:srgbClr val="EB6C01"/>
                </a:solidFill>
                <a:latin typeface="Montserrat" pitchFamily="34" charset="0"/>
                <a:ea typeface="Montserrat" pitchFamily="34" charset="-122"/>
                <a:cs typeface="Montserrat" pitchFamily="34" charset="-120"/>
              </a:rPr>
              <a:t>PROYECTO ACTIVO</a:t>
            </a:r>
            <a:endParaRPr lang="es-419" sz="650" noProof="0" dirty="0"/>
          </a:p>
        </p:txBody>
      </p:sp>
      <p:sp>
        <p:nvSpPr>
          <p:cNvPr id="14" name="Shape 11">
            <a:extLst>
              <a:ext uri="{FF2B5EF4-FFF2-40B4-BE49-F238E27FC236}">
                <a16:creationId xmlns:a16="http://schemas.microsoft.com/office/drawing/2014/main" id="{CBF5EFB1-574F-A6F0-4DB5-DABD9E0F7C84}"/>
              </a:ext>
            </a:extLst>
          </p:cNvPr>
          <p:cNvSpPr/>
          <p:nvPr/>
        </p:nvSpPr>
        <p:spPr>
          <a:xfrm>
            <a:off x="2944368" y="1024128"/>
            <a:ext cx="987552" cy="16459"/>
          </a:xfrm>
          <a:prstGeom prst="rect">
            <a:avLst/>
          </a:prstGeom>
          <a:solidFill>
            <a:srgbClr val="EB6C01"/>
          </a:solidFill>
          <a:ln w="12700">
            <a:solidFill>
              <a:srgbClr val="EB6C01"/>
            </a:solidFill>
            <a:prstDash val="solid"/>
          </a:ln>
        </p:spPr>
        <p:txBody>
          <a:bodyPr/>
          <a:lstStyle/>
          <a:p>
            <a:endParaRPr lang="es-419" noProof="0" dirty="0"/>
          </a:p>
        </p:txBody>
      </p:sp>
      <p:sp>
        <p:nvSpPr>
          <p:cNvPr id="15" name="Shape 12">
            <a:extLst>
              <a:ext uri="{FF2B5EF4-FFF2-40B4-BE49-F238E27FC236}">
                <a16:creationId xmlns:a16="http://schemas.microsoft.com/office/drawing/2014/main" id="{DF4285F6-F20A-530B-6CC3-A1D8B0F3D0C5}"/>
              </a:ext>
            </a:extLst>
          </p:cNvPr>
          <p:cNvSpPr/>
          <p:nvPr/>
        </p:nvSpPr>
        <p:spPr>
          <a:xfrm>
            <a:off x="2944368" y="1115568"/>
            <a:ext cx="6035040" cy="603504"/>
          </a:xfrm>
          <a:prstGeom prst="rect">
            <a:avLst/>
          </a:prstGeom>
          <a:solidFill>
            <a:srgbClr val="E5EFF8"/>
          </a:solidFill>
          <a:ln w="12700">
            <a:solidFill>
              <a:srgbClr val="A8C0D8"/>
            </a:solidFill>
            <a:prstDash val="solid"/>
          </a:ln>
        </p:spPr>
        <p:txBody>
          <a:bodyPr/>
          <a:lstStyle/>
          <a:p>
            <a:endParaRPr lang="es-419" noProof="0" dirty="0"/>
          </a:p>
        </p:txBody>
      </p:sp>
      <p:sp>
        <p:nvSpPr>
          <p:cNvPr id="16" name="Text 13">
            <a:extLst>
              <a:ext uri="{FF2B5EF4-FFF2-40B4-BE49-F238E27FC236}">
                <a16:creationId xmlns:a16="http://schemas.microsoft.com/office/drawing/2014/main" id="{277B6AB8-E43D-7525-62D9-089D443EBF34}"/>
              </a:ext>
            </a:extLst>
          </p:cNvPr>
          <p:cNvSpPr/>
          <p:nvPr/>
        </p:nvSpPr>
        <p:spPr>
          <a:xfrm>
            <a:off x="3054096" y="1170432"/>
            <a:ext cx="5815584" cy="493776"/>
          </a:xfrm>
          <a:prstGeom prst="rect">
            <a:avLst/>
          </a:prstGeom>
          <a:noFill/>
          <a:ln/>
        </p:spPr>
        <p:txBody>
          <a:bodyPr wrap="square" lIns="0" tIns="0" rIns="0" bIns="0" rtlCol="0" anchor="ctr"/>
          <a:lstStyle/>
          <a:p>
            <a:pPr marL="0" indent="0">
              <a:buNone/>
            </a:pPr>
            <a:r>
              <a:rPr lang="es-419" sz="1500" b="1" noProof="0" dirty="0">
                <a:solidFill>
                  <a:srgbClr val="9BB5CC"/>
                </a:solidFill>
                <a:latin typeface="Montserrat" pitchFamily="34" charset="0"/>
                <a:ea typeface="Montserrat" pitchFamily="34" charset="-122"/>
                <a:cs typeface="Montserrat" pitchFamily="34" charset="-120"/>
              </a:rPr>
              <a:t>[Nombre del Proyecto / Actividad]</a:t>
            </a:r>
            <a:endParaRPr lang="es-419" sz="1500" noProof="0" dirty="0"/>
          </a:p>
        </p:txBody>
      </p:sp>
      <p:sp>
        <p:nvSpPr>
          <p:cNvPr id="17" name="Shape 14">
            <a:extLst>
              <a:ext uri="{FF2B5EF4-FFF2-40B4-BE49-F238E27FC236}">
                <a16:creationId xmlns:a16="http://schemas.microsoft.com/office/drawing/2014/main" id="{8433050B-8CD0-15FA-D536-DA98667E94CF}"/>
              </a:ext>
            </a:extLst>
          </p:cNvPr>
          <p:cNvSpPr/>
          <p:nvPr/>
        </p:nvSpPr>
        <p:spPr>
          <a:xfrm>
            <a:off x="2944368" y="1837944"/>
            <a:ext cx="91440" cy="91440"/>
          </a:xfrm>
          <a:prstGeom prst="ellipse">
            <a:avLst/>
          </a:prstGeom>
          <a:solidFill>
            <a:srgbClr val="A8C0D8"/>
          </a:solidFill>
          <a:ln w="12700">
            <a:solidFill>
              <a:srgbClr val="A8C0D8"/>
            </a:solidFill>
            <a:prstDash val="solid"/>
          </a:ln>
        </p:spPr>
        <p:txBody>
          <a:bodyPr/>
          <a:lstStyle/>
          <a:p>
            <a:endParaRPr lang="es-419" noProof="0" dirty="0"/>
          </a:p>
        </p:txBody>
      </p:sp>
      <p:sp>
        <p:nvSpPr>
          <p:cNvPr id="18" name="Text 15">
            <a:extLst>
              <a:ext uri="{FF2B5EF4-FFF2-40B4-BE49-F238E27FC236}">
                <a16:creationId xmlns:a16="http://schemas.microsoft.com/office/drawing/2014/main" id="{686954E8-8F81-A6D2-3FA5-D63C3449B402}"/>
              </a:ext>
            </a:extLst>
          </p:cNvPr>
          <p:cNvSpPr/>
          <p:nvPr/>
        </p:nvSpPr>
        <p:spPr>
          <a:xfrm>
            <a:off x="3099816" y="1819656"/>
            <a:ext cx="2743200" cy="137160"/>
          </a:xfrm>
          <a:prstGeom prst="rect">
            <a:avLst/>
          </a:prstGeom>
          <a:noFill/>
          <a:ln/>
        </p:spPr>
        <p:txBody>
          <a:bodyPr wrap="square" lIns="0" tIns="0" rIns="0" bIns="0" rtlCol="0" anchor="ctr"/>
          <a:lstStyle/>
          <a:p>
            <a:pPr marL="0" indent="0">
              <a:buNone/>
            </a:pPr>
            <a:r>
              <a:rPr lang="es-419" sz="850" b="1" kern="0" spc="100" noProof="0" dirty="0">
                <a:solidFill>
                  <a:srgbClr val="A8C0D8"/>
                </a:solidFill>
                <a:latin typeface="Montserrat" pitchFamily="34" charset="0"/>
                <a:ea typeface="Montserrat" pitchFamily="34" charset="-122"/>
                <a:cs typeface="Montserrat" pitchFamily="34" charset="-120"/>
              </a:rPr>
              <a:t>[ESTADO DEL PROYECTO]</a:t>
            </a:r>
            <a:endParaRPr lang="es-419" sz="850" noProof="0" dirty="0"/>
          </a:p>
        </p:txBody>
      </p:sp>
      <p:sp>
        <p:nvSpPr>
          <p:cNvPr id="19" name="Shape 16">
            <a:extLst>
              <a:ext uri="{FF2B5EF4-FFF2-40B4-BE49-F238E27FC236}">
                <a16:creationId xmlns:a16="http://schemas.microsoft.com/office/drawing/2014/main" id="{EE960D46-7AF8-24CC-2EB8-0E9CE788CFD9}"/>
              </a:ext>
            </a:extLst>
          </p:cNvPr>
          <p:cNvSpPr/>
          <p:nvPr/>
        </p:nvSpPr>
        <p:spPr>
          <a:xfrm>
            <a:off x="2944368" y="2057400"/>
            <a:ext cx="25603" cy="658368"/>
          </a:xfrm>
          <a:prstGeom prst="rect">
            <a:avLst/>
          </a:prstGeom>
          <a:solidFill>
            <a:srgbClr val="A8C0D8"/>
          </a:solidFill>
          <a:ln w="12700">
            <a:solidFill>
              <a:srgbClr val="A8C0D8"/>
            </a:solidFill>
            <a:prstDash val="solid"/>
          </a:ln>
        </p:spPr>
        <p:txBody>
          <a:bodyPr/>
          <a:lstStyle/>
          <a:p>
            <a:endParaRPr lang="es-419" noProof="0" dirty="0"/>
          </a:p>
        </p:txBody>
      </p:sp>
      <p:sp>
        <p:nvSpPr>
          <p:cNvPr id="20" name="Text 17">
            <a:extLst>
              <a:ext uri="{FF2B5EF4-FFF2-40B4-BE49-F238E27FC236}">
                <a16:creationId xmlns:a16="http://schemas.microsoft.com/office/drawing/2014/main" id="{1896876E-1E5A-92B9-94B6-A67481A87CEC}"/>
              </a:ext>
            </a:extLst>
          </p:cNvPr>
          <p:cNvSpPr/>
          <p:nvPr/>
        </p:nvSpPr>
        <p:spPr>
          <a:xfrm>
            <a:off x="3035808" y="2057400"/>
            <a:ext cx="5925312" cy="658368"/>
          </a:xfrm>
          <a:prstGeom prst="rect">
            <a:avLst/>
          </a:prstGeom>
          <a:noFill/>
          <a:ln/>
        </p:spPr>
        <p:txBody>
          <a:bodyPr wrap="square" rtlCol="0" anchor="ctr"/>
          <a:lstStyle/>
          <a:p>
            <a:pPr marL="0" indent="0">
              <a:buNone/>
            </a:pPr>
            <a:r>
              <a:rPr lang="es-419" sz="950" i="1" noProof="0" dirty="0">
                <a:solidFill>
                  <a:srgbClr val="A8BDD0"/>
                </a:solidFill>
                <a:latin typeface="Montserrat" pitchFamily="34" charset="0"/>
                <a:ea typeface="Montserrat" pitchFamily="34" charset="-122"/>
                <a:cs typeface="Montserrat" pitchFamily="34" charset="-120"/>
              </a:rPr>
              <a:t>Describa aquí el avance semanal, actividades realizadas,</a:t>
            </a:r>
            <a:endParaRPr lang="es-419" sz="950" noProof="0" dirty="0"/>
          </a:p>
          <a:p>
            <a:pPr marL="0" indent="0">
              <a:buNone/>
            </a:pPr>
            <a:r>
              <a:rPr lang="es-419" sz="950" i="1" noProof="0" dirty="0">
                <a:solidFill>
                  <a:srgbClr val="A8BDD0"/>
                </a:solidFill>
                <a:latin typeface="Montserrat" pitchFamily="34" charset="0"/>
                <a:ea typeface="Montserrat" pitchFamily="34" charset="-122"/>
                <a:cs typeface="Montserrat" pitchFamily="34" charset="-120"/>
              </a:rPr>
              <a:t>pagos, documentación o incidencias del proyecto.</a:t>
            </a:r>
            <a:endParaRPr lang="es-419" sz="950" noProof="0" dirty="0"/>
          </a:p>
        </p:txBody>
      </p:sp>
      <p:sp>
        <p:nvSpPr>
          <p:cNvPr id="21" name="Text 18">
            <a:extLst>
              <a:ext uri="{FF2B5EF4-FFF2-40B4-BE49-F238E27FC236}">
                <a16:creationId xmlns:a16="http://schemas.microsoft.com/office/drawing/2014/main" id="{383AB0E6-7C28-6E4F-DB97-637181EBBA31}"/>
              </a:ext>
            </a:extLst>
          </p:cNvPr>
          <p:cNvSpPr/>
          <p:nvPr/>
        </p:nvSpPr>
        <p:spPr>
          <a:xfrm>
            <a:off x="2944368" y="2834640"/>
            <a:ext cx="1828800" cy="164592"/>
          </a:xfrm>
          <a:prstGeom prst="rect">
            <a:avLst/>
          </a:prstGeom>
          <a:noFill/>
          <a:ln/>
        </p:spPr>
        <p:txBody>
          <a:bodyPr wrap="square" lIns="0" tIns="0" rIns="0" bIns="0" rtlCol="0" anchor="ctr"/>
          <a:lstStyle/>
          <a:p>
            <a:pPr marL="0" indent="0">
              <a:buNone/>
            </a:pPr>
            <a:r>
              <a:rPr lang="es-419" sz="650" b="1" kern="0" spc="250" noProof="0" dirty="0">
                <a:solidFill>
                  <a:srgbClr val="EB6C01"/>
                </a:solidFill>
                <a:latin typeface="Montserrat" pitchFamily="34" charset="0"/>
                <a:ea typeface="Montserrat" pitchFamily="34" charset="-122"/>
                <a:cs typeface="Montserrat" pitchFamily="34" charset="-120"/>
              </a:rPr>
              <a:t>FOTOGRAFÍAS DE AVANCE</a:t>
            </a:r>
            <a:endParaRPr lang="es-419" sz="650" noProof="0" dirty="0"/>
          </a:p>
        </p:txBody>
      </p:sp>
      <p:sp>
        <p:nvSpPr>
          <p:cNvPr id="22" name="Shape 19">
            <a:extLst>
              <a:ext uri="{FF2B5EF4-FFF2-40B4-BE49-F238E27FC236}">
                <a16:creationId xmlns:a16="http://schemas.microsoft.com/office/drawing/2014/main" id="{FD91B9C5-DDEB-DADA-0FB4-FD768937ACB7}"/>
              </a:ext>
            </a:extLst>
          </p:cNvPr>
          <p:cNvSpPr/>
          <p:nvPr/>
        </p:nvSpPr>
        <p:spPr>
          <a:xfrm>
            <a:off x="2944368" y="3008376"/>
            <a:ext cx="1481328" cy="16459"/>
          </a:xfrm>
          <a:prstGeom prst="rect">
            <a:avLst/>
          </a:prstGeom>
          <a:solidFill>
            <a:srgbClr val="EB6C01"/>
          </a:solidFill>
          <a:ln w="12700">
            <a:solidFill>
              <a:srgbClr val="EB6C01"/>
            </a:solidFill>
            <a:prstDash val="solid"/>
          </a:ln>
        </p:spPr>
        <p:txBody>
          <a:bodyPr/>
          <a:lstStyle/>
          <a:p>
            <a:endParaRPr lang="es-419" noProof="0" dirty="0"/>
          </a:p>
        </p:txBody>
      </p:sp>
      <p:sp>
        <p:nvSpPr>
          <p:cNvPr id="23" name="Shape 20">
            <a:extLst>
              <a:ext uri="{FF2B5EF4-FFF2-40B4-BE49-F238E27FC236}">
                <a16:creationId xmlns:a16="http://schemas.microsoft.com/office/drawing/2014/main" id="{F8A14EFD-DC1C-DEAD-C528-BCD6FE1B3C32}"/>
              </a:ext>
            </a:extLst>
          </p:cNvPr>
          <p:cNvSpPr/>
          <p:nvPr/>
        </p:nvSpPr>
        <p:spPr>
          <a:xfrm>
            <a:off x="2944368"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24" name="Image 1" descr="preencoded.png">
            <a:extLst>
              <a:ext uri="{FF2B5EF4-FFF2-40B4-BE49-F238E27FC236}">
                <a16:creationId xmlns:a16="http://schemas.microsoft.com/office/drawing/2014/main" id="{4941F3AC-1DC7-1F4D-399E-C0007DD0FF30}"/>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797808" y="3593592"/>
            <a:ext cx="256032" cy="256032"/>
          </a:xfrm>
          <a:prstGeom prst="rect">
            <a:avLst/>
          </a:prstGeom>
        </p:spPr>
      </p:pic>
      <p:sp>
        <p:nvSpPr>
          <p:cNvPr id="25" name="Text 21">
            <a:extLst>
              <a:ext uri="{FF2B5EF4-FFF2-40B4-BE49-F238E27FC236}">
                <a16:creationId xmlns:a16="http://schemas.microsoft.com/office/drawing/2014/main" id="{D28DDE61-2A05-386B-9867-C041F639E59D}"/>
              </a:ext>
            </a:extLst>
          </p:cNvPr>
          <p:cNvSpPr/>
          <p:nvPr/>
        </p:nvSpPr>
        <p:spPr>
          <a:xfrm>
            <a:off x="2944368"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26" name="Shape 22">
            <a:extLst>
              <a:ext uri="{FF2B5EF4-FFF2-40B4-BE49-F238E27FC236}">
                <a16:creationId xmlns:a16="http://schemas.microsoft.com/office/drawing/2014/main" id="{56C970FD-B863-2729-4CB1-B0783CDBB075}"/>
              </a:ext>
            </a:extLst>
          </p:cNvPr>
          <p:cNvSpPr/>
          <p:nvPr/>
        </p:nvSpPr>
        <p:spPr>
          <a:xfrm>
            <a:off x="4980432"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27" name="Image 2" descr="preencoded.png">
            <a:extLst>
              <a:ext uri="{FF2B5EF4-FFF2-40B4-BE49-F238E27FC236}">
                <a16:creationId xmlns:a16="http://schemas.microsoft.com/office/drawing/2014/main" id="{4E825AA1-2522-0114-D4DD-7E9B9747C466}"/>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833872" y="3593592"/>
            <a:ext cx="256032" cy="256032"/>
          </a:xfrm>
          <a:prstGeom prst="rect">
            <a:avLst/>
          </a:prstGeom>
        </p:spPr>
      </p:pic>
      <p:sp>
        <p:nvSpPr>
          <p:cNvPr id="28" name="Text 23">
            <a:extLst>
              <a:ext uri="{FF2B5EF4-FFF2-40B4-BE49-F238E27FC236}">
                <a16:creationId xmlns:a16="http://schemas.microsoft.com/office/drawing/2014/main" id="{65092A36-0FA5-B440-C39B-D14D1B5E9BB4}"/>
              </a:ext>
            </a:extLst>
          </p:cNvPr>
          <p:cNvSpPr/>
          <p:nvPr/>
        </p:nvSpPr>
        <p:spPr>
          <a:xfrm>
            <a:off x="4980432"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29" name="Shape 24">
            <a:extLst>
              <a:ext uri="{FF2B5EF4-FFF2-40B4-BE49-F238E27FC236}">
                <a16:creationId xmlns:a16="http://schemas.microsoft.com/office/drawing/2014/main" id="{39441669-49B5-D729-0F55-42356C021689}"/>
              </a:ext>
            </a:extLst>
          </p:cNvPr>
          <p:cNvSpPr/>
          <p:nvPr/>
        </p:nvSpPr>
        <p:spPr>
          <a:xfrm>
            <a:off x="7016496"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30" name="Image 3" descr="preencoded.png">
            <a:extLst>
              <a:ext uri="{FF2B5EF4-FFF2-40B4-BE49-F238E27FC236}">
                <a16:creationId xmlns:a16="http://schemas.microsoft.com/office/drawing/2014/main" id="{8AC6BC72-1A73-5088-F430-43CC8505E692}"/>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7869936" y="3593592"/>
            <a:ext cx="256032" cy="256032"/>
          </a:xfrm>
          <a:prstGeom prst="rect">
            <a:avLst/>
          </a:prstGeom>
        </p:spPr>
      </p:pic>
      <p:sp>
        <p:nvSpPr>
          <p:cNvPr id="31" name="Text 25">
            <a:extLst>
              <a:ext uri="{FF2B5EF4-FFF2-40B4-BE49-F238E27FC236}">
                <a16:creationId xmlns:a16="http://schemas.microsoft.com/office/drawing/2014/main" id="{6A03E48A-30E1-DF7A-BCA2-D36EE47185A4}"/>
              </a:ext>
            </a:extLst>
          </p:cNvPr>
          <p:cNvSpPr/>
          <p:nvPr/>
        </p:nvSpPr>
        <p:spPr>
          <a:xfrm>
            <a:off x="7016496"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32" name="Shape 26">
            <a:extLst>
              <a:ext uri="{FF2B5EF4-FFF2-40B4-BE49-F238E27FC236}">
                <a16:creationId xmlns:a16="http://schemas.microsoft.com/office/drawing/2014/main" id="{2973EC88-0B59-B483-05E0-228281C69816}"/>
              </a:ext>
            </a:extLst>
          </p:cNvPr>
          <p:cNvSpPr/>
          <p:nvPr/>
        </p:nvSpPr>
        <p:spPr>
          <a:xfrm>
            <a:off x="0" y="4873752"/>
            <a:ext cx="9144000" cy="269748"/>
          </a:xfrm>
          <a:prstGeom prst="rect">
            <a:avLst/>
          </a:prstGeom>
          <a:solidFill>
            <a:srgbClr val="1A3464"/>
          </a:solidFill>
          <a:ln w="12700">
            <a:solidFill>
              <a:srgbClr val="1A3464"/>
            </a:solidFill>
            <a:prstDash val="solid"/>
          </a:ln>
        </p:spPr>
        <p:txBody>
          <a:bodyPr/>
          <a:lstStyle/>
          <a:p>
            <a:endParaRPr lang="es-419" noProof="0" dirty="0"/>
          </a:p>
        </p:txBody>
      </p:sp>
      <p:sp>
        <p:nvSpPr>
          <p:cNvPr id="33" name="Text 27">
            <a:extLst>
              <a:ext uri="{FF2B5EF4-FFF2-40B4-BE49-F238E27FC236}">
                <a16:creationId xmlns:a16="http://schemas.microsoft.com/office/drawing/2014/main" id="{A0408B36-BEA2-55ED-7CC5-A8FA01EBD318}"/>
              </a:ext>
            </a:extLst>
          </p:cNvPr>
          <p:cNvSpPr/>
          <p:nvPr/>
        </p:nvSpPr>
        <p:spPr>
          <a:xfrm>
            <a:off x="384048" y="4901184"/>
            <a:ext cx="5029200" cy="182880"/>
          </a:xfrm>
          <a:prstGeom prst="rect">
            <a:avLst/>
          </a:prstGeom>
          <a:noFill/>
          <a:ln/>
        </p:spPr>
        <p:txBody>
          <a:bodyPr wrap="square" lIns="0" tIns="0" rIns="0" bIns="0" rtlCol="0" anchor="ctr"/>
          <a:lstStyle/>
          <a:p>
            <a:pPr marL="0" indent="0">
              <a:buNone/>
            </a:pPr>
            <a:r>
              <a:rPr lang="es-419" sz="700" kern="0" spc="150" noProof="0" dirty="0">
                <a:solidFill>
                  <a:srgbClr val="8FAECB"/>
                </a:solidFill>
                <a:latin typeface="Montserrat" pitchFamily="34" charset="0"/>
                <a:ea typeface="Montserrat" pitchFamily="34" charset="-122"/>
                <a:cs typeface="Montserrat" pitchFamily="34" charset="-120"/>
              </a:rPr>
              <a:t>COORDINACIÓN DE OBRAS Y MANTENIMIENTO RCMA</a:t>
            </a:r>
            <a:endParaRPr lang="es-419" sz="700" noProof="0" dirty="0"/>
          </a:p>
        </p:txBody>
      </p:sp>
      <p:sp>
        <p:nvSpPr>
          <p:cNvPr id="34" name="Shape 28">
            <a:extLst>
              <a:ext uri="{FF2B5EF4-FFF2-40B4-BE49-F238E27FC236}">
                <a16:creationId xmlns:a16="http://schemas.microsoft.com/office/drawing/2014/main" id="{B36E0BD6-F445-8446-5587-4B0734EA3F60}"/>
              </a:ext>
            </a:extLst>
          </p:cNvPr>
          <p:cNvSpPr/>
          <p:nvPr/>
        </p:nvSpPr>
        <p:spPr>
          <a:xfrm>
            <a:off x="5559552" y="4974336"/>
            <a:ext cx="5486" cy="100584"/>
          </a:xfrm>
          <a:prstGeom prst="rect">
            <a:avLst/>
          </a:prstGeom>
          <a:solidFill>
            <a:srgbClr val="8FAECB"/>
          </a:solidFill>
          <a:ln w="12700">
            <a:solidFill>
              <a:srgbClr val="8FAECB"/>
            </a:solidFill>
            <a:prstDash val="solid"/>
          </a:ln>
        </p:spPr>
        <p:txBody>
          <a:bodyPr/>
          <a:lstStyle/>
          <a:p>
            <a:endParaRPr lang="es-419" noProof="0" dirty="0"/>
          </a:p>
        </p:txBody>
      </p:sp>
      <p:sp>
        <p:nvSpPr>
          <p:cNvPr id="35" name="Text 29">
            <a:extLst>
              <a:ext uri="{FF2B5EF4-FFF2-40B4-BE49-F238E27FC236}">
                <a16:creationId xmlns:a16="http://schemas.microsoft.com/office/drawing/2014/main" id="{C3728C9F-0BA0-8359-4DEA-4ED389A52574}"/>
              </a:ext>
            </a:extLst>
          </p:cNvPr>
          <p:cNvSpPr/>
          <p:nvPr/>
        </p:nvSpPr>
        <p:spPr>
          <a:xfrm>
            <a:off x="5650992" y="4901184"/>
            <a:ext cx="2286000" cy="182880"/>
          </a:xfrm>
          <a:prstGeom prst="rect">
            <a:avLst/>
          </a:prstGeom>
          <a:noFill/>
          <a:ln/>
        </p:spPr>
        <p:txBody>
          <a:bodyPr wrap="square" lIns="0" tIns="0" rIns="0" bIns="0" rtlCol="0" anchor="ctr"/>
          <a:lstStyle/>
          <a:p>
            <a:pPr marL="0" indent="0">
              <a:buNone/>
            </a:pPr>
            <a:r>
              <a:rPr lang="es-419" sz="700" kern="0" spc="150" noProof="0" dirty="0">
                <a:solidFill>
                  <a:srgbClr val="8FAECB"/>
                </a:solidFill>
                <a:latin typeface="Montserrat" pitchFamily="34" charset="0"/>
                <a:ea typeface="Montserrat" pitchFamily="34" charset="-122"/>
                <a:cs typeface="Montserrat" pitchFamily="34" charset="-120"/>
              </a:rPr>
              <a:t>Mano Amiga</a:t>
            </a:r>
            <a:endParaRPr lang="es-419" sz="700" noProof="0" dirty="0"/>
          </a:p>
        </p:txBody>
      </p:sp>
      <p:sp>
        <p:nvSpPr>
          <p:cNvPr id="43" name="Forma libre: forma 42">
            <a:extLst>
              <a:ext uri="{FF2B5EF4-FFF2-40B4-BE49-F238E27FC236}">
                <a16:creationId xmlns:a16="http://schemas.microsoft.com/office/drawing/2014/main" id="{2F968B6F-0A8C-6563-8A16-11CDF76F913D}"/>
              </a:ext>
            </a:extLst>
          </p:cNvPr>
          <p:cNvSpPr/>
          <p:nvPr/>
        </p:nvSpPr>
        <p:spPr>
          <a:xfrm>
            <a:off x="1596105" y="2222074"/>
            <a:ext cx="193086" cy="261624"/>
          </a:xfrm>
          <a:custGeom>
            <a:avLst/>
            <a:gdLst>
              <a:gd name="csX0" fmla="*/ 47363 w 193086"/>
              <a:gd name="csY0" fmla="*/ 258865 h 261624"/>
              <a:gd name="csX1" fmla="*/ 34066 w 193086"/>
              <a:gd name="csY1" fmla="*/ 253627 h 261624"/>
              <a:gd name="csX2" fmla="*/ 25677 w 193086"/>
              <a:gd name="csY2" fmla="*/ 249703 h 261624"/>
              <a:gd name="csX3" fmla="*/ 12838 w 193086"/>
              <a:gd name="csY3" fmla="*/ 237813 h 261624"/>
              <a:gd name="csX4" fmla="*/ 0 w 193086"/>
              <a:gd name="csY4" fmla="*/ 228023 h 261624"/>
              <a:gd name="csX5" fmla="*/ 10590 w 193086"/>
              <a:gd name="csY5" fmla="*/ 222007 h 261624"/>
              <a:gd name="csX6" fmla="*/ 24311 w 193086"/>
              <a:gd name="csY6" fmla="*/ 218591 h 261624"/>
              <a:gd name="csX7" fmla="*/ 30840 w 193086"/>
              <a:gd name="csY7" fmla="*/ 210994 h 261624"/>
              <a:gd name="csX8" fmla="*/ 34002 w 193086"/>
              <a:gd name="csY8" fmla="*/ 201034 h 261624"/>
              <a:gd name="csX9" fmla="*/ 34055 w 193086"/>
              <a:gd name="csY9" fmla="*/ 192894 h 261624"/>
              <a:gd name="csX10" fmla="*/ 33474 w 193086"/>
              <a:gd name="csY10" fmla="*/ 186352 h 261624"/>
              <a:gd name="csX11" fmla="*/ 36002 w 193086"/>
              <a:gd name="csY11" fmla="*/ 155255 h 261624"/>
              <a:gd name="csX12" fmla="*/ 40814 w 193086"/>
              <a:gd name="csY12" fmla="*/ 125721 h 261624"/>
              <a:gd name="csX13" fmla="*/ 52906 w 193086"/>
              <a:gd name="csY13" fmla="*/ 136226 h 261624"/>
              <a:gd name="csX14" fmla="*/ 67584 w 193086"/>
              <a:gd name="csY14" fmla="*/ 150557 h 261624"/>
              <a:gd name="csX15" fmla="*/ 85050 w 193086"/>
              <a:gd name="csY15" fmla="*/ 148575 h 261624"/>
              <a:gd name="csX16" fmla="*/ 92615 w 193086"/>
              <a:gd name="csY16" fmla="*/ 147623 h 261624"/>
              <a:gd name="csX17" fmla="*/ 103162 w 193086"/>
              <a:gd name="csY17" fmla="*/ 143713 h 261624"/>
              <a:gd name="csX18" fmla="*/ 110991 w 193086"/>
              <a:gd name="csY18" fmla="*/ 139409 h 261624"/>
              <a:gd name="csX19" fmla="*/ 118857 w 193086"/>
              <a:gd name="csY19" fmla="*/ 137039 h 261624"/>
              <a:gd name="csX20" fmla="*/ 114946 w 193086"/>
              <a:gd name="csY20" fmla="*/ 126979 h 261624"/>
              <a:gd name="csX21" fmla="*/ 104278 w 193086"/>
              <a:gd name="csY21" fmla="*/ 120558 h 261624"/>
              <a:gd name="csX22" fmla="*/ 100539 w 193086"/>
              <a:gd name="csY22" fmla="*/ 116814 h 261624"/>
              <a:gd name="csX23" fmla="*/ 87769 w 193086"/>
              <a:gd name="csY23" fmla="*/ 107211 h 261624"/>
              <a:gd name="csX24" fmla="*/ 75649 w 193086"/>
              <a:gd name="csY24" fmla="*/ 82459 h 261624"/>
              <a:gd name="csX25" fmla="*/ 81162 w 193086"/>
              <a:gd name="csY25" fmla="*/ 66581 h 261624"/>
              <a:gd name="csX26" fmla="*/ 76956 w 193086"/>
              <a:gd name="csY26" fmla="*/ 53086 h 261624"/>
              <a:gd name="csX27" fmla="*/ 74281 w 193086"/>
              <a:gd name="csY27" fmla="*/ 48335 h 261624"/>
              <a:gd name="csX28" fmla="*/ 98388 w 193086"/>
              <a:gd name="csY28" fmla="*/ 21931 h 261624"/>
              <a:gd name="csX29" fmla="*/ 99033 w 193086"/>
              <a:gd name="csY29" fmla="*/ 12782 h 261624"/>
              <a:gd name="csX30" fmla="*/ 112340 w 193086"/>
              <a:gd name="csY30" fmla="*/ 234 h 261624"/>
              <a:gd name="csX31" fmla="*/ 115367 w 193086"/>
              <a:gd name="csY31" fmla="*/ 7384 h 261624"/>
              <a:gd name="csX32" fmla="*/ 123019 w 193086"/>
              <a:gd name="csY32" fmla="*/ 18442 h 261624"/>
              <a:gd name="csX33" fmla="*/ 122268 w 193086"/>
              <a:gd name="csY33" fmla="*/ 30221 h 261624"/>
              <a:gd name="csX34" fmla="*/ 113949 w 193086"/>
              <a:gd name="csY34" fmla="*/ 45287 h 261624"/>
              <a:gd name="csX35" fmla="*/ 120402 w 193086"/>
              <a:gd name="csY35" fmla="*/ 65276 h 261624"/>
              <a:gd name="csX36" fmla="*/ 138506 w 193086"/>
              <a:gd name="csY36" fmla="*/ 64867 h 261624"/>
              <a:gd name="csX37" fmla="*/ 143345 w 193086"/>
              <a:gd name="csY37" fmla="*/ 58224 h 261624"/>
              <a:gd name="csX38" fmla="*/ 152274 w 193086"/>
              <a:gd name="csY38" fmla="*/ 62931 h 261624"/>
              <a:gd name="csX39" fmla="*/ 162130 w 193086"/>
              <a:gd name="csY39" fmla="*/ 68135 h 261624"/>
              <a:gd name="csX40" fmla="*/ 158059 w 193086"/>
              <a:gd name="csY40" fmla="*/ 75879 h 261624"/>
              <a:gd name="csX41" fmla="*/ 142387 w 193086"/>
              <a:gd name="csY41" fmla="*/ 123139 h 261624"/>
              <a:gd name="csX42" fmla="*/ 161574 w 193086"/>
              <a:gd name="csY42" fmla="*/ 140138 h 261624"/>
              <a:gd name="csX43" fmla="*/ 162505 w 193086"/>
              <a:gd name="csY43" fmla="*/ 150542 h 261624"/>
              <a:gd name="csX44" fmla="*/ 151065 w 193086"/>
              <a:gd name="csY44" fmla="*/ 162165 h 261624"/>
              <a:gd name="csX45" fmla="*/ 147000 w 193086"/>
              <a:gd name="csY45" fmla="*/ 176069 h 261624"/>
              <a:gd name="csX46" fmla="*/ 151074 w 193086"/>
              <a:gd name="csY46" fmla="*/ 198795 h 261624"/>
              <a:gd name="csX47" fmla="*/ 161382 w 193086"/>
              <a:gd name="csY47" fmla="*/ 209212 h 261624"/>
              <a:gd name="csX48" fmla="*/ 180801 w 193086"/>
              <a:gd name="csY48" fmla="*/ 215310 h 261624"/>
              <a:gd name="csX49" fmla="*/ 191062 w 193086"/>
              <a:gd name="csY49" fmla="*/ 220266 h 261624"/>
              <a:gd name="csX50" fmla="*/ 186266 w 193086"/>
              <a:gd name="csY50" fmla="*/ 234411 h 261624"/>
              <a:gd name="csX51" fmla="*/ 146648 w 193086"/>
              <a:gd name="csY51" fmla="*/ 241973 h 261624"/>
              <a:gd name="csX52" fmla="*/ 130308 w 193086"/>
              <a:gd name="csY52" fmla="*/ 244333 h 261624"/>
              <a:gd name="csX53" fmla="*/ 120069 w 193086"/>
              <a:gd name="csY53" fmla="*/ 230760 h 261624"/>
              <a:gd name="csX54" fmla="*/ 99204 w 193086"/>
              <a:gd name="csY54" fmla="*/ 236809 h 261624"/>
              <a:gd name="csX55" fmla="*/ 99051 w 193086"/>
              <a:gd name="csY55" fmla="*/ 250983 h 261624"/>
              <a:gd name="csX56" fmla="*/ 92202 w 193086"/>
              <a:gd name="csY56" fmla="*/ 257021 h 261624"/>
              <a:gd name="csX57" fmla="*/ 61602 w 193086"/>
              <a:gd name="csY57" fmla="*/ 257374 h 261624"/>
              <a:gd name="csX58" fmla="*/ 47363 w 193086"/>
              <a:gd name="csY58" fmla="*/ 258865 h 2616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Lst>
            <a:rect l="l" t="t" r="r" b="b"/>
            <a:pathLst>
              <a:path w="193086" h="261624">
                <a:moveTo>
                  <a:pt x="47363" y="258865"/>
                </a:moveTo>
                <a:cubicBezTo>
                  <a:pt x="44664" y="256988"/>
                  <a:pt x="38681" y="254631"/>
                  <a:pt x="34066" y="253627"/>
                </a:cubicBezTo>
                <a:cubicBezTo>
                  <a:pt x="29452" y="252623"/>
                  <a:pt x="25677" y="250857"/>
                  <a:pt x="25677" y="249703"/>
                </a:cubicBezTo>
                <a:cubicBezTo>
                  <a:pt x="25677" y="248548"/>
                  <a:pt x="19899" y="243198"/>
                  <a:pt x="12838" y="237813"/>
                </a:cubicBezTo>
                <a:lnTo>
                  <a:pt x="0" y="228023"/>
                </a:lnTo>
                <a:lnTo>
                  <a:pt x="10590" y="222007"/>
                </a:lnTo>
                <a:cubicBezTo>
                  <a:pt x="17972" y="217814"/>
                  <a:pt x="22129" y="216779"/>
                  <a:pt x="24311" y="218591"/>
                </a:cubicBezTo>
                <a:cubicBezTo>
                  <a:pt x="28477" y="222048"/>
                  <a:pt x="30840" y="219299"/>
                  <a:pt x="30840" y="210994"/>
                </a:cubicBezTo>
                <a:cubicBezTo>
                  <a:pt x="30840" y="207256"/>
                  <a:pt x="32263" y="202774"/>
                  <a:pt x="34002" y="201034"/>
                </a:cubicBezTo>
                <a:cubicBezTo>
                  <a:pt x="36474" y="198562"/>
                  <a:pt x="36486" y="196787"/>
                  <a:pt x="34055" y="192894"/>
                </a:cubicBezTo>
                <a:cubicBezTo>
                  <a:pt x="32093" y="189753"/>
                  <a:pt x="31879" y="187338"/>
                  <a:pt x="33474" y="186352"/>
                </a:cubicBezTo>
                <a:cubicBezTo>
                  <a:pt x="34886" y="185479"/>
                  <a:pt x="36002" y="171748"/>
                  <a:pt x="36002" y="155255"/>
                </a:cubicBezTo>
                <a:cubicBezTo>
                  <a:pt x="36002" y="128160"/>
                  <a:pt x="36400" y="125721"/>
                  <a:pt x="40814" y="125721"/>
                </a:cubicBezTo>
                <a:cubicBezTo>
                  <a:pt x="43528" y="125721"/>
                  <a:pt x="48800" y="130301"/>
                  <a:pt x="52906" y="136226"/>
                </a:cubicBezTo>
                <a:cubicBezTo>
                  <a:pt x="56911" y="142004"/>
                  <a:pt x="63516" y="148453"/>
                  <a:pt x="67584" y="150557"/>
                </a:cubicBezTo>
                <a:cubicBezTo>
                  <a:pt x="75108" y="154448"/>
                  <a:pt x="85050" y="153319"/>
                  <a:pt x="85050" y="148575"/>
                </a:cubicBezTo>
                <a:cubicBezTo>
                  <a:pt x="85050" y="147029"/>
                  <a:pt x="88138" y="146640"/>
                  <a:pt x="92615" y="147623"/>
                </a:cubicBezTo>
                <a:cubicBezTo>
                  <a:pt x="98706" y="148961"/>
                  <a:pt x="100761" y="148199"/>
                  <a:pt x="103162" y="143713"/>
                </a:cubicBezTo>
                <a:cubicBezTo>
                  <a:pt x="105115" y="140063"/>
                  <a:pt x="107816" y="138578"/>
                  <a:pt x="110991" y="139409"/>
                </a:cubicBezTo>
                <a:cubicBezTo>
                  <a:pt x="113656" y="140106"/>
                  <a:pt x="117196" y="139039"/>
                  <a:pt x="118857" y="137039"/>
                </a:cubicBezTo>
                <a:cubicBezTo>
                  <a:pt x="121254" y="134150"/>
                  <a:pt x="120449" y="132080"/>
                  <a:pt x="114946" y="126979"/>
                </a:cubicBezTo>
                <a:cubicBezTo>
                  <a:pt x="111135" y="123448"/>
                  <a:pt x="106335" y="120558"/>
                  <a:pt x="104278" y="120558"/>
                </a:cubicBezTo>
                <a:cubicBezTo>
                  <a:pt x="102221" y="120558"/>
                  <a:pt x="100539" y="118873"/>
                  <a:pt x="100539" y="116814"/>
                </a:cubicBezTo>
                <a:cubicBezTo>
                  <a:pt x="100539" y="114754"/>
                  <a:pt x="94792" y="110433"/>
                  <a:pt x="87769" y="107211"/>
                </a:cubicBezTo>
                <a:cubicBezTo>
                  <a:pt x="73337" y="100591"/>
                  <a:pt x="69935" y="93642"/>
                  <a:pt x="75649" y="82459"/>
                </a:cubicBezTo>
                <a:cubicBezTo>
                  <a:pt x="77638" y="78567"/>
                  <a:pt x="80119" y="71422"/>
                  <a:pt x="81162" y="66581"/>
                </a:cubicBezTo>
                <a:cubicBezTo>
                  <a:pt x="82769" y="59128"/>
                  <a:pt x="82125" y="57061"/>
                  <a:pt x="76956" y="53086"/>
                </a:cubicBezTo>
                <a:cubicBezTo>
                  <a:pt x="73561" y="50475"/>
                  <a:pt x="72374" y="48366"/>
                  <a:pt x="74281" y="48335"/>
                </a:cubicBezTo>
                <a:cubicBezTo>
                  <a:pt x="79014" y="48255"/>
                  <a:pt x="97860" y="27614"/>
                  <a:pt x="98388" y="21931"/>
                </a:cubicBezTo>
                <a:cubicBezTo>
                  <a:pt x="98624" y="19384"/>
                  <a:pt x="98915" y="15267"/>
                  <a:pt x="99033" y="12782"/>
                </a:cubicBezTo>
                <a:cubicBezTo>
                  <a:pt x="99328" y="6580"/>
                  <a:pt x="107875" y="-1480"/>
                  <a:pt x="112340" y="234"/>
                </a:cubicBezTo>
                <a:cubicBezTo>
                  <a:pt x="114351" y="1006"/>
                  <a:pt x="115714" y="4223"/>
                  <a:pt x="115367" y="7384"/>
                </a:cubicBezTo>
                <a:cubicBezTo>
                  <a:pt x="114925" y="11414"/>
                  <a:pt x="117211" y="14717"/>
                  <a:pt x="123019" y="18442"/>
                </a:cubicBezTo>
                <a:cubicBezTo>
                  <a:pt x="132830" y="24734"/>
                  <a:pt x="132594" y="28432"/>
                  <a:pt x="122268" y="30221"/>
                </a:cubicBezTo>
                <a:cubicBezTo>
                  <a:pt x="115180" y="31449"/>
                  <a:pt x="114690" y="32336"/>
                  <a:pt x="113949" y="45287"/>
                </a:cubicBezTo>
                <a:cubicBezTo>
                  <a:pt x="113241" y="57646"/>
                  <a:pt x="113899" y="59682"/>
                  <a:pt x="120402" y="65276"/>
                </a:cubicBezTo>
                <a:cubicBezTo>
                  <a:pt x="129577" y="73166"/>
                  <a:pt x="132509" y="73100"/>
                  <a:pt x="138506" y="64867"/>
                </a:cubicBezTo>
                <a:lnTo>
                  <a:pt x="143345" y="58224"/>
                </a:lnTo>
                <a:lnTo>
                  <a:pt x="152274" y="62931"/>
                </a:lnTo>
                <a:cubicBezTo>
                  <a:pt x="157185" y="65520"/>
                  <a:pt x="161620" y="67861"/>
                  <a:pt x="162130" y="68135"/>
                </a:cubicBezTo>
                <a:cubicBezTo>
                  <a:pt x="162640" y="68408"/>
                  <a:pt x="160808" y="71893"/>
                  <a:pt x="158059" y="75879"/>
                </a:cubicBezTo>
                <a:cubicBezTo>
                  <a:pt x="151713" y="85081"/>
                  <a:pt x="141902" y="114664"/>
                  <a:pt x="142387" y="123139"/>
                </a:cubicBezTo>
                <a:cubicBezTo>
                  <a:pt x="142935" y="132744"/>
                  <a:pt x="146254" y="135684"/>
                  <a:pt x="161574" y="140138"/>
                </a:cubicBezTo>
                <a:cubicBezTo>
                  <a:pt x="177125" y="144659"/>
                  <a:pt x="177438" y="148154"/>
                  <a:pt x="162505" y="150542"/>
                </a:cubicBezTo>
                <a:cubicBezTo>
                  <a:pt x="152866" y="152083"/>
                  <a:pt x="147932" y="157096"/>
                  <a:pt x="151065" y="162165"/>
                </a:cubicBezTo>
                <a:cubicBezTo>
                  <a:pt x="151887" y="163495"/>
                  <a:pt x="150058" y="169752"/>
                  <a:pt x="147000" y="176069"/>
                </a:cubicBezTo>
                <a:cubicBezTo>
                  <a:pt x="140040" y="190447"/>
                  <a:pt x="141019" y="195911"/>
                  <a:pt x="151074" y="198795"/>
                </a:cubicBezTo>
                <a:cubicBezTo>
                  <a:pt x="156834" y="200447"/>
                  <a:pt x="159631" y="203274"/>
                  <a:pt x="161382" y="209212"/>
                </a:cubicBezTo>
                <a:cubicBezTo>
                  <a:pt x="163891" y="217725"/>
                  <a:pt x="167253" y="218781"/>
                  <a:pt x="180801" y="215310"/>
                </a:cubicBezTo>
                <a:cubicBezTo>
                  <a:pt x="186270" y="213909"/>
                  <a:pt x="188145" y="214815"/>
                  <a:pt x="191062" y="220266"/>
                </a:cubicBezTo>
                <a:cubicBezTo>
                  <a:pt x="194411" y="226524"/>
                  <a:pt x="194115" y="227399"/>
                  <a:pt x="186266" y="234411"/>
                </a:cubicBezTo>
                <a:cubicBezTo>
                  <a:pt x="177581" y="242171"/>
                  <a:pt x="173505" y="242950"/>
                  <a:pt x="146648" y="241973"/>
                </a:cubicBezTo>
                <a:cubicBezTo>
                  <a:pt x="138138" y="241664"/>
                  <a:pt x="131353" y="242644"/>
                  <a:pt x="130308" y="244333"/>
                </a:cubicBezTo>
                <a:cubicBezTo>
                  <a:pt x="127797" y="248397"/>
                  <a:pt x="118188" y="235660"/>
                  <a:pt x="120069" y="230760"/>
                </a:cubicBezTo>
                <a:cubicBezTo>
                  <a:pt x="124398" y="219478"/>
                  <a:pt x="105303" y="225013"/>
                  <a:pt x="99204" y="236809"/>
                </a:cubicBezTo>
                <a:cubicBezTo>
                  <a:pt x="95428" y="244110"/>
                  <a:pt x="95414" y="245432"/>
                  <a:pt x="99051" y="250983"/>
                </a:cubicBezTo>
                <a:cubicBezTo>
                  <a:pt x="103916" y="258408"/>
                  <a:pt x="100434" y="261478"/>
                  <a:pt x="92202" y="257021"/>
                </a:cubicBezTo>
                <a:cubicBezTo>
                  <a:pt x="83927" y="252540"/>
                  <a:pt x="66492" y="252742"/>
                  <a:pt x="61602" y="257374"/>
                </a:cubicBezTo>
                <a:cubicBezTo>
                  <a:pt x="56090" y="262596"/>
                  <a:pt x="53167" y="262902"/>
                  <a:pt x="47363" y="258865"/>
                </a:cubicBezTo>
                <a:close/>
              </a:path>
            </a:pathLst>
          </a:custGeom>
          <a:solidFill>
            <a:srgbClr val="B9B9B9"/>
          </a:solidFill>
          <a:ln w="5163" cap="flat">
            <a:noFill/>
            <a:prstDash val="solid"/>
            <a:miter/>
          </a:ln>
        </p:spPr>
        <p:txBody>
          <a:bodyPr/>
          <a:lstStyle/>
          <a:p>
            <a:endParaRPr lang="es-419" noProof="0" dirty="0"/>
          </a:p>
        </p:txBody>
      </p:sp>
      <p:sp>
        <p:nvSpPr>
          <p:cNvPr id="44" name="Forma libre: forma 43">
            <a:extLst>
              <a:ext uri="{FF2B5EF4-FFF2-40B4-BE49-F238E27FC236}">
                <a16:creationId xmlns:a16="http://schemas.microsoft.com/office/drawing/2014/main" id="{9EC803D5-679C-A18A-ED3A-6F01DD94ADF9}"/>
              </a:ext>
            </a:extLst>
          </p:cNvPr>
          <p:cNvSpPr/>
          <p:nvPr/>
        </p:nvSpPr>
        <p:spPr>
          <a:xfrm>
            <a:off x="1103504" y="2345749"/>
            <a:ext cx="95653" cy="64838"/>
          </a:xfrm>
          <a:custGeom>
            <a:avLst/>
            <a:gdLst>
              <a:gd name="csX0" fmla="*/ 71219 w 95653"/>
              <a:gd name="csY0" fmla="*/ 62506 h 64838"/>
              <a:gd name="csX1" fmla="*/ 62655 w 95653"/>
              <a:gd name="csY1" fmla="*/ 53685 h 64838"/>
              <a:gd name="csX2" fmla="*/ 57443 w 95653"/>
              <a:gd name="csY2" fmla="*/ 48511 h 64838"/>
              <a:gd name="csX3" fmla="*/ 51242 w 95653"/>
              <a:gd name="csY3" fmla="*/ 43994 h 64838"/>
              <a:gd name="csX4" fmla="*/ 48532 w 95653"/>
              <a:gd name="csY4" fmla="*/ 43994 h 64838"/>
              <a:gd name="csX5" fmla="*/ 36926 w 95653"/>
              <a:gd name="csY5" fmla="*/ 44510 h 64838"/>
              <a:gd name="csX6" fmla="*/ 28785 w 95653"/>
              <a:gd name="csY6" fmla="*/ 36765 h 64838"/>
              <a:gd name="csX7" fmla="*/ 27076 w 95653"/>
              <a:gd name="csY7" fmla="*/ 32629 h 64838"/>
              <a:gd name="csX8" fmla="*/ 11500 w 95653"/>
              <a:gd name="csY8" fmla="*/ 28262 h 64838"/>
              <a:gd name="csX9" fmla="*/ 1174 w 95653"/>
              <a:gd name="csY9" fmla="*/ 25068 h 64838"/>
              <a:gd name="csX10" fmla="*/ 31004 w 95653"/>
              <a:gd name="csY10" fmla="*/ 14820 h 64838"/>
              <a:gd name="csX11" fmla="*/ 49970 w 95653"/>
              <a:gd name="csY11" fmla="*/ 6499 h 64838"/>
              <a:gd name="csX12" fmla="*/ 60293 w 95653"/>
              <a:gd name="csY12" fmla="*/ 3207 h 64838"/>
              <a:gd name="csX13" fmla="*/ 79487 w 95653"/>
              <a:gd name="csY13" fmla="*/ 1724 h 64838"/>
              <a:gd name="csX14" fmla="*/ 95469 w 95653"/>
              <a:gd name="csY14" fmla="*/ 24677 h 64838"/>
              <a:gd name="csX15" fmla="*/ 92590 w 95653"/>
              <a:gd name="csY15" fmla="*/ 45837 h 64838"/>
              <a:gd name="csX16" fmla="*/ 88748 w 95653"/>
              <a:gd name="csY16" fmla="*/ 52688 h 64838"/>
              <a:gd name="csX17" fmla="*/ 82592 w 95653"/>
              <a:gd name="csY17" fmla="*/ 62155 h 64838"/>
              <a:gd name="csX18" fmla="*/ 71219 w 95653"/>
              <a:gd name="csY18" fmla="*/ 62506 h 648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95653" h="64838">
                <a:moveTo>
                  <a:pt x="71219" y="62506"/>
                </a:moveTo>
                <a:cubicBezTo>
                  <a:pt x="67412" y="60499"/>
                  <a:pt x="63558" y="56530"/>
                  <a:pt x="62655" y="53685"/>
                </a:cubicBezTo>
                <a:cubicBezTo>
                  <a:pt x="61752" y="50839"/>
                  <a:pt x="59407" y="48511"/>
                  <a:pt x="57443" y="48511"/>
                </a:cubicBezTo>
                <a:cubicBezTo>
                  <a:pt x="55480" y="48511"/>
                  <a:pt x="52689" y="46478"/>
                  <a:pt x="51242" y="43994"/>
                </a:cubicBezTo>
                <a:cubicBezTo>
                  <a:pt x="48736" y="39691"/>
                  <a:pt x="48607" y="39691"/>
                  <a:pt x="48532" y="43994"/>
                </a:cubicBezTo>
                <a:cubicBezTo>
                  <a:pt x="48437" y="49469"/>
                  <a:pt x="48761" y="49455"/>
                  <a:pt x="36926" y="44510"/>
                </a:cubicBezTo>
                <a:cubicBezTo>
                  <a:pt x="30451" y="41804"/>
                  <a:pt x="27814" y="39296"/>
                  <a:pt x="28785" y="36765"/>
                </a:cubicBezTo>
                <a:cubicBezTo>
                  <a:pt x="29575" y="34707"/>
                  <a:pt x="28806" y="32846"/>
                  <a:pt x="27076" y="32629"/>
                </a:cubicBezTo>
                <a:cubicBezTo>
                  <a:pt x="21029" y="31874"/>
                  <a:pt x="18714" y="31225"/>
                  <a:pt x="11500" y="28262"/>
                </a:cubicBezTo>
                <a:cubicBezTo>
                  <a:pt x="7503" y="26621"/>
                  <a:pt x="2857" y="25183"/>
                  <a:pt x="1174" y="25068"/>
                </a:cubicBezTo>
                <a:cubicBezTo>
                  <a:pt x="-4949" y="24646"/>
                  <a:pt x="14045" y="18121"/>
                  <a:pt x="31004" y="14820"/>
                </a:cubicBezTo>
                <a:cubicBezTo>
                  <a:pt x="44060" y="12279"/>
                  <a:pt x="48794" y="10202"/>
                  <a:pt x="49970" y="6499"/>
                </a:cubicBezTo>
                <a:cubicBezTo>
                  <a:pt x="51256" y="2445"/>
                  <a:pt x="53098" y="1858"/>
                  <a:pt x="60293" y="3207"/>
                </a:cubicBezTo>
                <a:cubicBezTo>
                  <a:pt x="65110" y="4111"/>
                  <a:pt x="73747" y="3443"/>
                  <a:pt x="79487" y="1724"/>
                </a:cubicBezTo>
                <a:cubicBezTo>
                  <a:pt x="94315" y="-2719"/>
                  <a:pt x="96385" y="255"/>
                  <a:pt x="95469" y="24677"/>
                </a:cubicBezTo>
                <a:cubicBezTo>
                  <a:pt x="95060" y="35554"/>
                  <a:pt x="93765" y="45076"/>
                  <a:pt x="92590" y="45837"/>
                </a:cubicBezTo>
                <a:cubicBezTo>
                  <a:pt x="91414" y="46598"/>
                  <a:pt x="89686" y="49681"/>
                  <a:pt x="88748" y="52688"/>
                </a:cubicBezTo>
                <a:cubicBezTo>
                  <a:pt x="87811" y="55696"/>
                  <a:pt x="85041" y="59955"/>
                  <a:pt x="82592" y="62155"/>
                </a:cubicBezTo>
                <a:cubicBezTo>
                  <a:pt x="78702" y="65649"/>
                  <a:pt x="77268" y="65693"/>
                  <a:pt x="71219" y="62506"/>
                </a:cubicBezTo>
                <a:close/>
              </a:path>
            </a:pathLst>
          </a:custGeom>
          <a:solidFill>
            <a:srgbClr val="B9B9B9"/>
          </a:solidFill>
          <a:ln w="5163" cap="flat">
            <a:noFill/>
            <a:prstDash val="solid"/>
            <a:miter/>
          </a:ln>
        </p:spPr>
        <p:txBody>
          <a:bodyPr/>
          <a:lstStyle/>
          <a:p>
            <a:endParaRPr lang="es-419" noProof="0" dirty="0"/>
          </a:p>
        </p:txBody>
      </p:sp>
      <p:sp>
        <p:nvSpPr>
          <p:cNvPr id="45" name="Forma libre: forma 44">
            <a:extLst>
              <a:ext uri="{FF2B5EF4-FFF2-40B4-BE49-F238E27FC236}">
                <a16:creationId xmlns:a16="http://schemas.microsoft.com/office/drawing/2014/main" id="{4EF26BBE-25E5-F5E8-79A3-CD909D248786}"/>
              </a:ext>
            </a:extLst>
          </p:cNvPr>
          <p:cNvSpPr/>
          <p:nvPr/>
        </p:nvSpPr>
        <p:spPr>
          <a:xfrm>
            <a:off x="1015863" y="2030672"/>
            <a:ext cx="364335" cy="362024"/>
          </a:xfrm>
          <a:custGeom>
            <a:avLst/>
            <a:gdLst>
              <a:gd name="csX0" fmla="*/ 185142 w 364335"/>
              <a:gd name="csY0" fmla="*/ 358570 h 362024"/>
              <a:gd name="csX1" fmla="*/ 187621 w 364335"/>
              <a:gd name="csY1" fmla="*/ 340898 h 362024"/>
              <a:gd name="csX2" fmla="*/ 186283 w 364335"/>
              <a:gd name="csY2" fmla="*/ 320178 h 362024"/>
              <a:gd name="csX3" fmla="*/ 182466 w 364335"/>
              <a:gd name="csY3" fmla="*/ 312528 h 362024"/>
              <a:gd name="csX4" fmla="*/ 160064 w 364335"/>
              <a:gd name="csY4" fmla="*/ 313164 h 362024"/>
              <a:gd name="csX5" fmla="*/ 135394 w 364335"/>
              <a:gd name="csY5" fmla="*/ 318882 h 362024"/>
              <a:gd name="csX6" fmla="*/ 107653 w 364335"/>
              <a:gd name="csY6" fmla="*/ 328620 h 362024"/>
              <a:gd name="csX7" fmla="*/ 77975 w 364335"/>
              <a:gd name="csY7" fmla="*/ 329071 h 362024"/>
              <a:gd name="csX8" fmla="*/ 69734 w 364335"/>
              <a:gd name="csY8" fmla="*/ 324866 h 362024"/>
              <a:gd name="csX9" fmla="*/ 48325 w 364335"/>
              <a:gd name="csY9" fmla="*/ 303007 h 362024"/>
              <a:gd name="csX10" fmla="*/ 38186 w 364335"/>
              <a:gd name="csY10" fmla="*/ 292203 h 362024"/>
              <a:gd name="csX11" fmla="*/ 25184 w 364335"/>
              <a:gd name="csY11" fmla="*/ 273778 h 362024"/>
              <a:gd name="csX12" fmla="*/ 11540 w 364335"/>
              <a:gd name="csY12" fmla="*/ 253016 h 362024"/>
              <a:gd name="csX13" fmla="*/ 9603 w 364335"/>
              <a:gd name="csY13" fmla="*/ 246065 h 362024"/>
              <a:gd name="csX14" fmla="*/ 4075 w 364335"/>
              <a:gd name="csY14" fmla="*/ 230604 h 362024"/>
              <a:gd name="csX15" fmla="*/ 2870 w 364335"/>
              <a:gd name="csY15" fmla="*/ 216903 h 362024"/>
              <a:gd name="csX16" fmla="*/ 19099 w 364335"/>
              <a:gd name="csY16" fmla="*/ 209992 h 362024"/>
              <a:gd name="csX17" fmla="*/ 33857 w 364335"/>
              <a:gd name="csY17" fmla="*/ 202727 h 362024"/>
              <a:gd name="csX18" fmla="*/ 62323 w 364335"/>
              <a:gd name="csY18" fmla="*/ 175142 h 362024"/>
              <a:gd name="csX19" fmla="*/ 75732 w 364335"/>
              <a:gd name="csY19" fmla="*/ 169793 h 362024"/>
              <a:gd name="csX20" fmla="*/ 107485 w 364335"/>
              <a:gd name="csY20" fmla="*/ 178512 h 362024"/>
              <a:gd name="csX21" fmla="*/ 118888 w 364335"/>
              <a:gd name="csY21" fmla="*/ 188952 h 362024"/>
              <a:gd name="csX22" fmla="*/ 122369 w 364335"/>
              <a:gd name="csY22" fmla="*/ 177011 h 362024"/>
              <a:gd name="csX23" fmla="*/ 128391 w 364335"/>
              <a:gd name="csY23" fmla="*/ 163500 h 362024"/>
              <a:gd name="csX24" fmla="*/ 127169 w 364335"/>
              <a:gd name="csY24" fmla="*/ 147778 h 362024"/>
              <a:gd name="csX25" fmla="*/ 130389 w 364335"/>
              <a:gd name="csY25" fmla="*/ 138750 h 362024"/>
              <a:gd name="csX26" fmla="*/ 147714 w 364335"/>
              <a:gd name="csY26" fmla="*/ 129037 h 362024"/>
              <a:gd name="csX27" fmla="*/ 142395 w 364335"/>
              <a:gd name="csY27" fmla="*/ 116273 h 362024"/>
              <a:gd name="csX28" fmla="*/ 138322 w 364335"/>
              <a:gd name="csY28" fmla="*/ 100445 h 362024"/>
              <a:gd name="csX29" fmla="*/ 132219 w 364335"/>
              <a:gd name="csY29" fmla="*/ 77384 h 362024"/>
              <a:gd name="csX30" fmla="*/ 123182 w 364335"/>
              <a:gd name="csY30" fmla="*/ 67380 h 362024"/>
              <a:gd name="csX31" fmla="*/ 127316 w 364335"/>
              <a:gd name="csY31" fmla="*/ 49072 h 362024"/>
              <a:gd name="csX32" fmla="*/ 149002 w 364335"/>
              <a:gd name="csY32" fmla="*/ 26791 h 362024"/>
              <a:gd name="csX33" fmla="*/ 156308 w 364335"/>
              <a:gd name="csY33" fmla="*/ 19245 h 362024"/>
              <a:gd name="csX34" fmla="*/ 153995 w 364335"/>
              <a:gd name="csY34" fmla="*/ 9825 h 362024"/>
              <a:gd name="csX35" fmla="*/ 161050 w 364335"/>
              <a:gd name="csY35" fmla="*/ 76 h 362024"/>
              <a:gd name="csX36" fmla="*/ 166583 w 364335"/>
              <a:gd name="csY36" fmla="*/ 7348 h 362024"/>
              <a:gd name="csX37" fmla="*/ 154998 w 364335"/>
              <a:gd name="csY37" fmla="*/ 39300 h 362024"/>
              <a:gd name="csX38" fmla="*/ 157050 w 364335"/>
              <a:gd name="csY38" fmla="*/ 45546 h 362024"/>
              <a:gd name="csX39" fmla="*/ 169737 w 364335"/>
              <a:gd name="csY39" fmla="*/ 24492 h 362024"/>
              <a:gd name="csX40" fmla="*/ 176182 w 364335"/>
              <a:gd name="csY40" fmla="*/ 20317 h 362024"/>
              <a:gd name="csX41" fmla="*/ 177678 w 364335"/>
              <a:gd name="csY41" fmla="*/ 26406 h 362024"/>
              <a:gd name="csX42" fmla="*/ 173510 w 364335"/>
              <a:gd name="csY42" fmla="*/ 43871 h 362024"/>
              <a:gd name="csX43" fmla="*/ 171706 w 364335"/>
              <a:gd name="csY43" fmla="*/ 58451 h 362024"/>
              <a:gd name="csX44" fmla="*/ 179820 w 364335"/>
              <a:gd name="csY44" fmla="*/ 60233 h 362024"/>
              <a:gd name="csX45" fmla="*/ 195468 w 364335"/>
              <a:gd name="csY45" fmla="*/ 47665 h 362024"/>
              <a:gd name="csX46" fmla="*/ 212893 w 364335"/>
              <a:gd name="csY46" fmla="*/ 36256 h 362024"/>
              <a:gd name="csX47" fmla="*/ 215787 w 364335"/>
              <a:gd name="csY47" fmla="*/ 59322 h 362024"/>
              <a:gd name="csX48" fmla="*/ 202515 w 364335"/>
              <a:gd name="csY48" fmla="*/ 73785 h 362024"/>
              <a:gd name="csX49" fmla="*/ 193598 w 364335"/>
              <a:gd name="csY49" fmla="*/ 76402 h 362024"/>
              <a:gd name="csX50" fmla="*/ 196544 w 364335"/>
              <a:gd name="csY50" fmla="*/ 79629 h 362024"/>
              <a:gd name="csX51" fmla="*/ 200631 w 364335"/>
              <a:gd name="csY51" fmla="*/ 82161 h 362024"/>
              <a:gd name="csX52" fmla="*/ 183851 w 364335"/>
              <a:gd name="csY52" fmla="*/ 86694 h 362024"/>
              <a:gd name="csX53" fmla="*/ 179447 w 364335"/>
              <a:gd name="csY53" fmla="*/ 90600 h 362024"/>
              <a:gd name="csX54" fmla="*/ 177337 w 364335"/>
              <a:gd name="csY54" fmla="*/ 95117 h 362024"/>
              <a:gd name="csX55" fmla="*/ 175970 w 364335"/>
              <a:gd name="csY55" fmla="*/ 99847 h 362024"/>
              <a:gd name="csX56" fmla="*/ 172279 w 364335"/>
              <a:gd name="csY56" fmla="*/ 109275 h 362024"/>
              <a:gd name="csX57" fmla="*/ 162736 w 364335"/>
              <a:gd name="csY57" fmla="*/ 127778 h 362024"/>
              <a:gd name="csX58" fmla="*/ 154984 w 364335"/>
              <a:gd name="csY58" fmla="*/ 141584 h 362024"/>
              <a:gd name="csX59" fmla="*/ 157382 w 364335"/>
              <a:gd name="csY59" fmla="*/ 150820 h 362024"/>
              <a:gd name="csX60" fmla="*/ 166003 w 364335"/>
              <a:gd name="csY60" fmla="*/ 156522 h 362024"/>
              <a:gd name="csX61" fmla="*/ 178921 w 364335"/>
              <a:gd name="csY61" fmla="*/ 158229 h 362024"/>
              <a:gd name="csX62" fmla="*/ 200631 w 364335"/>
              <a:gd name="csY62" fmla="*/ 155851 h 362024"/>
              <a:gd name="csX63" fmla="*/ 253127 w 364335"/>
              <a:gd name="csY63" fmla="*/ 145110 h 362024"/>
              <a:gd name="csX64" fmla="*/ 260004 w 364335"/>
              <a:gd name="csY64" fmla="*/ 117060 h 362024"/>
              <a:gd name="csX65" fmla="*/ 261186 w 364335"/>
              <a:gd name="csY65" fmla="*/ 105023 h 362024"/>
              <a:gd name="csX66" fmla="*/ 280779 w 364335"/>
              <a:gd name="csY66" fmla="*/ 107831 h 362024"/>
              <a:gd name="csX67" fmla="*/ 316123 w 364335"/>
              <a:gd name="csY67" fmla="*/ 101238 h 362024"/>
              <a:gd name="csX68" fmla="*/ 332436 w 364335"/>
              <a:gd name="csY68" fmla="*/ 86525 h 362024"/>
              <a:gd name="csX69" fmla="*/ 340656 w 364335"/>
              <a:gd name="csY69" fmla="*/ 79224 h 362024"/>
              <a:gd name="csX70" fmla="*/ 348855 w 364335"/>
              <a:gd name="csY70" fmla="*/ 87171 h 362024"/>
              <a:gd name="csX71" fmla="*/ 361269 w 364335"/>
              <a:gd name="csY71" fmla="*/ 95117 h 362024"/>
              <a:gd name="csX72" fmla="*/ 363171 w 364335"/>
              <a:gd name="csY72" fmla="*/ 103178 h 362024"/>
              <a:gd name="csX73" fmla="*/ 356290 w 364335"/>
              <a:gd name="csY73" fmla="*/ 118022 h 362024"/>
              <a:gd name="csX74" fmla="*/ 352528 w 364335"/>
              <a:gd name="csY74" fmla="*/ 135380 h 362024"/>
              <a:gd name="csX75" fmla="*/ 345616 w 364335"/>
              <a:gd name="csY75" fmla="*/ 149152 h 362024"/>
              <a:gd name="csX76" fmla="*/ 336399 w 364335"/>
              <a:gd name="csY76" fmla="*/ 158318 h 362024"/>
              <a:gd name="csX77" fmla="*/ 325505 w 364335"/>
              <a:gd name="csY77" fmla="*/ 175523 h 362024"/>
              <a:gd name="csX78" fmla="*/ 315430 w 364335"/>
              <a:gd name="csY78" fmla="*/ 204352 h 362024"/>
              <a:gd name="csX79" fmla="*/ 313994 w 364335"/>
              <a:gd name="csY79" fmla="*/ 218773 h 362024"/>
              <a:gd name="csX80" fmla="*/ 296375 w 364335"/>
              <a:gd name="csY80" fmla="*/ 228175 h 362024"/>
              <a:gd name="csX81" fmla="*/ 265231 w 364335"/>
              <a:gd name="csY81" fmla="*/ 238311 h 362024"/>
              <a:gd name="csX82" fmla="*/ 244951 w 364335"/>
              <a:gd name="csY82" fmla="*/ 244768 h 362024"/>
              <a:gd name="csX83" fmla="*/ 219261 w 364335"/>
              <a:gd name="csY83" fmla="*/ 258588 h 362024"/>
              <a:gd name="csX84" fmla="*/ 224662 w 364335"/>
              <a:gd name="csY84" fmla="*/ 270643 h 362024"/>
              <a:gd name="csX85" fmla="*/ 242353 w 364335"/>
              <a:gd name="csY85" fmla="*/ 274944 h 362024"/>
              <a:gd name="csX86" fmla="*/ 251900 w 364335"/>
              <a:gd name="csY86" fmla="*/ 285801 h 362024"/>
              <a:gd name="csX87" fmla="*/ 252381 w 364335"/>
              <a:gd name="csY87" fmla="*/ 304719 h 362024"/>
              <a:gd name="csX88" fmla="*/ 261267 w 364335"/>
              <a:gd name="csY88" fmla="*/ 315608 h 362024"/>
              <a:gd name="csX89" fmla="*/ 268876 w 364335"/>
              <a:gd name="csY89" fmla="*/ 316858 h 362024"/>
              <a:gd name="csX90" fmla="*/ 252027 w 364335"/>
              <a:gd name="csY90" fmla="*/ 336142 h 362024"/>
              <a:gd name="csX91" fmla="*/ 230251 w 364335"/>
              <a:gd name="csY91" fmla="*/ 349333 h 362024"/>
              <a:gd name="csX92" fmla="*/ 209844 w 364335"/>
              <a:gd name="csY92" fmla="*/ 359530 h 362024"/>
              <a:gd name="csX93" fmla="*/ 194478 w 364335"/>
              <a:gd name="csY93" fmla="*/ 360594 h 362024"/>
              <a:gd name="csX94" fmla="*/ 185142 w 364335"/>
              <a:gd name="csY94" fmla="*/ 358570 h 362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364335" h="362024">
                <a:moveTo>
                  <a:pt x="185142" y="358570"/>
                </a:moveTo>
                <a:cubicBezTo>
                  <a:pt x="185142" y="356038"/>
                  <a:pt x="186257" y="348086"/>
                  <a:pt x="187621" y="340898"/>
                </a:cubicBezTo>
                <a:cubicBezTo>
                  <a:pt x="189559" y="330679"/>
                  <a:pt x="189267" y="326160"/>
                  <a:pt x="186283" y="320178"/>
                </a:cubicBezTo>
                <a:lnTo>
                  <a:pt x="182466" y="312528"/>
                </a:lnTo>
                <a:lnTo>
                  <a:pt x="160064" y="313164"/>
                </a:lnTo>
                <a:cubicBezTo>
                  <a:pt x="140617" y="313716"/>
                  <a:pt x="137363" y="314470"/>
                  <a:pt x="135394" y="318882"/>
                </a:cubicBezTo>
                <a:cubicBezTo>
                  <a:pt x="133601" y="322902"/>
                  <a:pt x="127800" y="324938"/>
                  <a:pt x="107653" y="328620"/>
                </a:cubicBezTo>
                <a:cubicBezTo>
                  <a:pt x="84116" y="332921"/>
                  <a:pt x="81860" y="332955"/>
                  <a:pt x="77975" y="329071"/>
                </a:cubicBezTo>
                <a:cubicBezTo>
                  <a:pt x="75663" y="326758"/>
                  <a:pt x="71954" y="324866"/>
                  <a:pt x="69734" y="324866"/>
                </a:cubicBezTo>
                <a:cubicBezTo>
                  <a:pt x="64790" y="324866"/>
                  <a:pt x="53564" y="313404"/>
                  <a:pt x="48325" y="303007"/>
                </a:cubicBezTo>
                <a:cubicBezTo>
                  <a:pt x="46195" y="298781"/>
                  <a:pt x="41633" y="293919"/>
                  <a:pt x="38186" y="292203"/>
                </a:cubicBezTo>
                <a:cubicBezTo>
                  <a:pt x="31831" y="289039"/>
                  <a:pt x="25350" y="279856"/>
                  <a:pt x="25184" y="273778"/>
                </a:cubicBezTo>
                <a:cubicBezTo>
                  <a:pt x="25085" y="270192"/>
                  <a:pt x="14730" y="254434"/>
                  <a:pt x="11540" y="253016"/>
                </a:cubicBezTo>
                <a:cubicBezTo>
                  <a:pt x="10475" y="252543"/>
                  <a:pt x="9603" y="249415"/>
                  <a:pt x="9603" y="246065"/>
                </a:cubicBezTo>
                <a:cubicBezTo>
                  <a:pt x="9603" y="242715"/>
                  <a:pt x="7116" y="235757"/>
                  <a:pt x="4075" y="230604"/>
                </a:cubicBezTo>
                <a:cubicBezTo>
                  <a:pt x="-1096" y="221839"/>
                  <a:pt x="-1174" y="220953"/>
                  <a:pt x="2870" y="216903"/>
                </a:cubicBezTo>
                <a:cubicBezTo>
                  <a:pt x="5247" y="214522"/>
                  <a:pt x="12551" y="211412"/>
                  <a:pt x="19099" y="209992"/>
                </a:cubicBezTo>
                <a:cubicBezTo>
                  <a:pt x="25650" y="208572"/>
                  <a:pt x="32288" y="205304"/>
                  <a:pt x="33857" y="202727"/>
                </a:cubicBezTo>
                <a:cubicBezTo>
                  <a:pt x="40254" y="192222"/>
                  <a:pt x="57879" y="175142"/>
                  <a:pt x="62323" y="175142"/>
                </a:cubicBezTo>
                <a:cubicBezTo>
                  <a:pt x="64938" y="175142"/>
                  <a:pt x="70972" y="172735"/>
                  <a:pt x="75732" y="169793"/>
                </a:cubicBezTo>
                <a:cubicBezTo>
                  <a:pt x="86563" y="163099"/>
                  <a:pt x="92402" y="164703"/>
                  <a:pt x="107485" y="178512"/>
                </a:cubicBezTo>
                <a:lnTo>
                  <a:pt x="118888" y="188952"/>
                </a:lnTo>
                <a:lnTo>
                  <a:pt x="122369" y="177011"/>
                </a:lnTo>
                <a:cubicBezTo>
                  <a:pt x="124284" y="170444"/>
                  <a:pt x="126994" y="164364"/>
                  <a:pt x="128391" y="163500"/>
                </a:cubicBezTo>
                <a:cubicBezTo>
                  <a:pt x="132170" y="161165"/>
                  <a:pt x="131464" y="152072"/>
                  <a:pt x="127169" y="147778"/>
                </a:cubicBezTo>
                <a:cubicBezTo>
                  <a:pt x="122214" y="142823"/>
                  <a:pt x="124785" y="135614"/>
                  <a:pt x="130389" y="138750"/>
                </a:cubicBezTo>
                <a:cubicBezTo>
                  <a:pt x="136409" y="142119"/>
                  <a:pt x="145744" y="136885"/>
                  <a:pt x="147714" y="129037"/>
                </a:cubicBezTo>
                <a:cubicBezTo>
                  <a:pt x="149051" y="123709"/>
                  <a:pt x="147940" y="121043"/>
                  <a:pt x="142395" y="116273"/>
                </a:cubicBezTo>
                <a:cubicBezTo>
                  <a:pt x="135828" y="110625"/>
                  <a:pt x="135571" y="109625"/>
                  <a:pt x="138322" y="100445"/>
                </a:cubicBezTo>
                <a:cubicBezTo>
                  <a:pt x="142194" y="87522"/>
                  <a:pt x="142531" y="88798"/>
                  <a:pt x="132219" y="77384"/>
                </a:cubicBezTo>
                <a:lnTo>
                  <a:pt x="123182" y="67380"/>
                </a:lnTo>
                <a:lnTo>
                  <a:pt x="127316" y="49072"/>
                </a:lnTo>
                <a:cubicBezTo>
                  <a:pt x="131667" y="29805"/>
                  <a:pt x="134422" y="26975"/>
                  <a:pt x="149002" y="26791"/>
                </a:cubicBezTo>
                <a:cubicBezTo>
                  <a:pt x="154177" y="26725"/>
                  <a:pt x="155624" y="25231"/>
                  <a:pt x="156308" y="19245"/>
                </a:cubicBezTo>
                <a:cubicBezTo>
                  <a:pt x="156776" y="15139"/>
                  <a:pt x="155736" y="10900"/>
                  <a:pt x="153995" y="9825"/>
                </a:cubicBezTo>
                <a:cubicBezTo>
                  <a:pt x="148346" y="6334"/>
                  <a:pt x="153520" y="-815"/>
                  <a:pt x="161050" y="76"/>
                </a:cubicBezTo>
                <a:cubicBezTo>
                  <a:pt x="168082" y="908"/>
                  <a:pt x="172982" y="7348"/>
                  <a:pt x="166583" y="7348"/>
                </a:cubicBezTo>
                <a:cubicBezTo>
                  <a:pt x="163388" y="7348"/>
                  <a:pt x="159114" y="19135"/>
                  <a:pt x="154998" y="39300"/>
                </a:cubicBezTo>
                <a:cubicBezTo>
                  <a:pt x="153853" y="44911"/>
                  <a:pt x="154355" y="46439"/>
                  <a:pt x="157050" y="45546"/>
                </a:cubicBezTo>
                <a:cubicBezTo>
                  <a:pt x="160851" y="44288"/>
                  <a:pt x="165520" y="36539"/>
                  <a:pt x="169737" y="24492"/>
                </a:cubicBezTo>
                <a:cubicBezTo>
                  <a:pt x="171898" y="18321"/>
                  <a:pt x="172952" y="17637"/>
                  <a:pt x="176182" y="20317"/>
                </a:cubicBezTo>
                <a:cubicBezTo>
                  <a:pt x="178636" y="22355"/>
                  <a:pt x="179182" y="24572"/>
                  <a:pt x="177678" y="26406"/>
                </a:cubicBezTo>
                <a:cubicBezTo>
                  <a:pt x="176378" y="27992"/>
                  <a:pt x="174502" y="35852"/>
                  <a:pt x="173510" y="43871"/>
                </a:cubicBezTo>
                <a:lnTo>
                  <a:pt x="171706" y="58451"/>
                </a:lnTo>
                <a:lnTo>
                  <a:pt x="179820" y="60233"/>
                </a:lnTo>
                <a:cubicBezTo>
                  <a:pt x="190172" y="62507"/>
                  <a:pt x="195468" y="58253"/>
                  <a:pt x="195468" y="47665"/>
                </a:cubicBezTo>
                <a:cubicBezTo>
                  <a:pt x="195468" y="37295"/>
                  <a:pt x="201609" y="33273"/>
                  <a:pt x="212893" y="36256"/>
                </a:cubicBezTo>
                <a:cubicBezTo>
                  <a:pt x="222809" y="38877"/>
                  <a:pt x="222920" y="39758"/>
                  <a:pt x="215787" y="59322"/>
                </a:cubicBezTo>
                <a:cubicBezTo>
                  <a:pt x="210635" y="73452"/>
                  <a:pt x="209804" y="74357"/>
                  <a:pt x="202515" y="73785"/>
                </a:cubicBezTo>
                <a:cubicBezTo>
                  <a:pt x="198132" y="73441"/>
                  <a:pt x="194241" y="74583"/>
                  <a:pt x="193598" y="76402"/>
                </a:cubicBezTo>
                <a:cubicBezTo>
                  <a:pt x="192970" y="78177"/>
                  <a:pt x="194295" y="79629"/>
                  <a:pt x="196544" y="79629"/>
                </a:cubicBezTo>
                <a:cubicBezTo>
                  <a:pt x="198791" y="79629"/>
                  <a:pt x="200631" y="80768"/>
                  <a:pt x="200631" y="82161"/>
                </a:cubicBezTo>
                <a:cubicBezTo>
                  <a:pt x="200631" y="85088"/>
                  <a:pt x="191380" y="87587"/>
                  <a:pt x="183851" y="86694"/>
                </a:cubicBezTo>
                <a:cubicBezTo>
                  <a:pt x="180197" y="86261"/>
                  <a:pt x="178910" y="87403"/>
                  <a:pt x="179447" y="90600"/>
                </a:cubicBezTo>
                <a:cubicBezTo>
                  <a:pt x="179864" y="93084"/>
                  <a:pt x="178915" y="95117"/>
                  <a:pt x="177337" y="95117"/>
                </a:cubicBezTo>
                <a:cubicBezTo>
                  <a:pt x="175731" y="95117"/>
                  <a:pt x="175129" y="97199"/>
                  <a:pt x="175970" y="99847"/>
                </a:cubicBezTo>
                <a:cubicBezTo>
                  <a:pt x="176899" y="102775"/>
                  <a:pt x="175493" y="106367"/>
                  <a:pt x="172279" y="109275"/>
                </a:cubicBezTo>
                <a:cubicBezTo>
                  <a:pt x="169424" y="111859"/>
                  <a:pt x="165130" y="120185"/>
                  <a:pt x="162736" y="127778"/>
                </a:cubicBezTo>
                <a:cubicBezTo>
                  <a:pt x="160343" y="135371"/>
                  <a:pt x="156854" y="141584"/>
                  <a:pt x="154984" y="141584"/>
                </a:cubicBezTo>
                <a:cubicBezTo>
                  <a:pt x="149300" y="141584"/>
                  <a:pt x="151188" y="148854"/>
                  <a:pt x="157382" y="150820"/>
                </a:cubicBezTo>
                <a:cubicBezTo>
                  <a:pt x="160571" y="151832"/>
                  <a:pt x="164451" y="154398"/>
                  <a:pt x="166003" y="156522"/>
                </a:cubicBezTo>
                <a:cubicBezTo>
                  <a:pt x="168191" y="159513"/>
                  <a:pt x="171101" y="159898"/>
                  <a:pt x="178921" y="158229"/>
                </a:cubicBezTo>
                <a:cubicBezTo>
                  <a:pt x="184472" y="157045"/>
                  <a:pt x="194242" y="155975"/>
                  <a:pt x="200631" y="155851"/>
                </a:cubicBezTo>
                <a:cubicBezTo>
                  <a:pt x="239506" y="155102"/>
                  <a:pt x="240586" y="154881"/>
                  <a:pt x="253127" y="145110"/>
                </a:cubicBezTo>
                <a:cubicBezTo>
                  <a:pt x="266671" y="134558"/>
                  <a:pt x="268972" y="125175"/>
                  <a:pt x="260004" y="117060"/>
                </a:cubicBezTo>
                <a:cubicBezTo>
                  <a:pt x="253254" y="110951"/>
                  <a:pt x="253492" y="108529"/>
                  <a:pt x="261186" y="105023"/>
                </a:cubicBezTo>
                <a:cubicBezTo>
                  <a:pt x="266361" y="102665"/>
                  <a:pt x="269974" y="103183"/>
                  <a:pt x="280779" y="107831"/>
                </a:cubicBezTo>
                <a:cubicBezTo>
                  <a:pt x="296129" y="114435"/>
                  <a:pt x="303140" y="113127"/>
                  <a:pt x="316123" y="101238"/>
                </a:cubicBezTo>
                <a:cubicBezTo>
                  <a:pt x="320574" y="97162"/>
                  <a:pt x="327915" y="90541"/>
                  <a:pt x="332436" y="86525"/>
                </a:cubicBezTo>
                <a:lnTo>
                  <a:pt x="340656" y="79224"/>
                </a:lnTo>
                <a:lnTo>
                  <a:pt x="348855" y="87171"/>
                </a:lnTo>
                <a:cubicBezTo>
                  <a:pt x="353365" y="91541"/>
                  <a:pt x="358951" y="95117"/>
                  <a:pt x="361269" y="95117"/>
                </a:cubicBezTo>
                <a:cubicBezTo>
                  <a:pt x="364761" y="95117"/>
                  <a:pt x="365087" y="96499"/>
                  <a:pt x="363171" y="103178"/>
                </a:cubicBezTo>
                <a:cubicBezTo>
                  <a:pt x="361900" y="107612"/>
                  <a:pt x="358803" y="114292"/>
                  <a:pt x="356290" y="118022"/>
                </a:cubicBezTo>
                <a:cubicBezTo>
                  <a:pt x="353286" y="122482"/>
                  <a:pt x="351997" y="128425"/>
                  <a:pt x="352528" y="135380"/>
                </a:cubicBezTo>
                <a:cubicBezTo>
                  <a:pt x="353262" y="145010"/>
                  <a:pt x="352644" y="146241"/>
                  <a:pt x="345616" y="149152"/>
                </a:cubicBezTo>
                <a:cubicBezTo>
                  <a:pt x="341239" y="150965"/>
                  <a:pt x="337248" y="154934"/>
                  <a:pt x="336399" y="158318"/>
                </a:cubicBezTo>
                <a:cubicBezTo>
                  <a:pt x="335575" y="161601"/>
                  <a:pt x="330673" y="169343"/>
                  <a:pt x="325505" y="175523"/>
                </a:cubicBezTo>
                <a:cubicBezTo>
                  <a:pt x="311850" y="191852"/>
                  <a:pt x="310247" y="196441"/>
                  <a:pt x="315430" y="204352"/>
                </a:cubicBezTo>
                <a:cubicBezTo>
                  <a:pt x="319567" y="210666"/>
                  <a:pt x="319502" y="211324"/>
                  <a:pt x="313994" y="218773"/>
                </a:cubicBezTo>
                <a:cubicBezTo>
                  <a:pt x="309522" y="224822"/>
                  <a:pt x="305556" y="226939"/>
                  <a:pt x="296375" y="228175"/>
                </a:cubicBezTo>
                <a:cubicBezTo>
                  <a:pt x="280209" y="230353"/>
                  <a:pt x="268738" y="234086"/>
                  <a:pt x="265231" y="238311"/>
                </a:cubicBezTo>
                <a:cubicBezTo>
                  <a:pt x="263619" y="240253"/>
                  <a:pt x="254493" y="243158"/>
                  <a:pt x="244951" y="244768"/>
                </a:cubicBezTo>
                <a:cubicBezTo>
                  <a:pt x="224827" y="248162"/>
                  <a:pt x="223542" y="248854"/>
                  <a:pt x="219261" y="258588"/>
                </a:cubicBezTo>
                <a:cubicBezTo>
                  <a:pt x="215450" y="267254"/>
                  <a:pt x="216976" y="270661"/>
                  <a:pt x="224662" y="270643"/>
                </a:cubicBezTo>
                <a:cubicBezTo>
                  <a:pt x="227772" y="270636"/>
                  <a:pt x="235733" y="272571"/>
                  <a:pt x="242353" y="274944"/>
                </a:cubicBezTo>
                <a:cubicBezTo>
                  <a:pt x="253677" y="279002"/>
                  <a:pt x="254241" y="279644"/>
                  <a:pt x="251900" y="285801"/>
                </a:cubicBezTo>
                <a:cubicBezTo>
                  <a:pt x="250237" y="290175"/>
                  <a:pt x="250396" y="296447"/>
                  <a:pt x="252381" y="304719"/>
                </a:cubicBezTo>
                <a:cubicBezTo>
                  <a:pt x="255038" y="315794"/>
                  <a:pt x="255971" y="316937"/>
                  <a:pt x="261267" y="315608"/>
                </a:cubicBezTo>
                <a:cubicBezTo>
                  <a:pt x="264522" y="314791"/>
                  <a:pt x="267946" y="315353"/>
                  <a:pt x="268876" y="316858"/>
                </a:cubicBezTo>
                <a:cubicBezTo>
                  <a:pt x="271618" y="321295"/>
                  <a:pt x="260047" y="334538"/>
                  <a:pt x="252027" y="336142"/>
                </a:cubicBezTo>
                <a:cubicBezTo>
                  <a:pt x="247958" y="336956"/>
                  <a:pt x="238159" y="342892"/>
                  <a:pt x="230251" y="349333"/>
                </a:cubicBezTo>
                <a:cubicBezTo>
                  <a:pt x="219279" y="358270"/>
                  <a:pt x="214445" y="360685"/>
                  <a:pt x="209844" y="359530"/>
                </a:cubicBezTo>
                <a:cubicBezTo>
                  <a:pt x="206527" y="358698"/>
                  <a:pt x="199613" y="359176"/>
                  <a:pt x="194478" y="360594"/>
                </a:cubicBezTo>
                <a:cubicBezTo>
                  <a:pt x="186278" y="362858"/>
                  <a:pt x="185142" y="362612"/>
                  <a:pt x="185142" y="358570"/>
                </a:cubicBezTo>
                <a:close/>
              </a:path>
            </a:pathLst>
          </a:custGeom>
          <a:solidFill>
            <a:srgbClr val="B9B9B9"/>
          </a:solidFill>
          <a:ln w="5163" cap="flat">
            <a:noFill/>
            <a:prstDash val="solid"/>
            <a:miter/>
          </a:ln>
        </p:spPr>
        <p:txBody>
          <a:bodyPr/>
          <a:lstStyle/>
          <a:p>
            <a:endParaRPr lang="es-419" noProof="0" dirty="0"/>
          </a:p>
        </p:txBody>
      </p:sp>
      <p:sp>
        <p:nvSpPr>
          <p:cNvPr id="46" name="Forma libre: forma 45">
            <a:extLst>
              <a:ext uri="{FF2B5EF4-FFF2-40B4-BE49-F238E27FC236}">
                <a16:creationId xmlns:a16="http://schemas.microsoft.com/office/drawing/2014/main" id="{221798F7-DF62-F9A1-1F5A-185006A70083}"/>
              </a:ext>
            </a:extLst>
          </p:cNvPr>
          <p:cNvSpPr/>
          <p:nvPr/>
        </p:nvSpPr>
        <p:spPr>
          <a:xfrm>
            <a:off x="1331227" y="2128697"/>
            <a:ext cx="198884" cy="167193"/>
          </a:xfrm>
          <a:custGeom>
            <a:avLst/>
            <a:gdLst>
              <a:gd name="csX0" fmla="*/ 102761 w 198884"/>
              <a:gd name="csY0" fmla="*/ 161938 h 167193"/>
              <a:gd name="csX1" fmla="*/ 88269 w 198884"/>
              <a:gd name="csY1" fmla="*/ 157454 h 167193"/>
              <a:gd name="csX2" fmla="*/ 69481 w 198884"/>
              <a:gd name="csY2" fmla="*/ 161146 h 167193"/>
              <a:gd name="csX3" fmla="*/ 60039 w 198884"/>
              <a:gd name="csY3" fmla="*/ 160242 h 167193"/>
              <a:gd name="csX4" fmla="*/ 55236 w 198884"/>
              <a:gd name="csY4" fmla="*/ 148107 h 167193"/>
              <a:gd name="csX5" fmla="*/ 50480 w 198884"/>
              <a:gd name="csY5" fmla="*/ 138608 h 167193"/>
              <a:gd name="csX6" fmla="*/ 28907 w 198884"/>
              <a:gd name="csY6" fmla="*/ 140363 h 167193"/>
              <a:gd name="csX7" fmla="*/ 11289 w 198884"/>
              <a:gd name="csY7" fmla="*/ 137781 h 167193"/>
              <a:gd name="csX8" fmla="*/ 6827 w 198884"/>
              <a:gd name="csY8" fmla="*/ 131288 h 167193"/>
              <a:gd name="csX9" fmla="*/ 1775 w 198884"/>
              <a:gd name="csY9" fmla="*/ 129012 h 167193"/>
              <a:gd name="csX10" fmla="*/ 4158 w 198884"/>
              <a:gd name="csY10" fmla="*/ 118778 h 167193"/>
              <a:gd name="csX11" fmla="*/ 5752 w 198884"/>
              <a:gd name="csY11" fmla="*/ 106007 h 167193"/>
              <a:gd name="csX12" fmla="*/ 11789 w 198884"/>
              <a:gd name="csY12" fmla="*/ 81269 h 167193"/>
              <a:gd name="csX13" fmla="*/ 23630 w 198884"/>
              <a:gd name="csY13" fmla="*/ 62821 h 167193"/>
              <a:gd name="csX14" fmla="*/ 32410 w 198884"/>
              <a:gd name="csY14" fmla="*/ 53884 h 167193"/>
              <a:gd name="csX15" fmla="*/ 41084 w 198884"/>
              <a:gd name="csY15" fmla="*/ 33929 h 167193"/>
              <a:gd name="csX16" fmla="*/ 44790 w 198884"/>
              <a:gd name="csY16" fmla="*/ 21065 h 167193"/>
              <a:gd name="csX17" fmla="*/ 50866 w 198884"/>
              <a:gd name="csY17" fmla="*/ 7384 h 167193"/>
              <a:gd name="csX18" fmla="*/ 69085 w 198884"/>
              <a:gd name="csY18" fmla="*/ 3371 h 167193"/>
              <a:gd name="csX19" fmla="*/ 83968 w 198884"/>
              <a:gd name="csY19" fmla="*/ 7430 h 167193"/>
              <a:gd name="csX20" fmla="*/ 103250 w 198884"/>
              <a:gd name="csY20" fmla="*/ 16788 h 167193"/>
              <a:gd name="csX21" fmla="*/ 120904 w 198884"/>
              <a:gd name="csY21" fmla="*/ 28277 h 167193"/>
              <a:gd name="csX22" fmla="*/ 134887 w 198884"/>
              <a:gd name="csY22" fmla="*/ 23438 h 167193"/>
              <a:gd name="csX23" fmla="*/ 159058 w 198884"/>
              <a:gd name="csY23" fmla="*/ 20032 h 167193"/>
              <a:gd name="csX24" fmla="*/ 176483 w 198884"/>
              <a:gd name="csY24" fmla="*/ 28515 h 167193"/>
              <a:gd name="csX25" fmla="*/ 192460 w 198884"/>
              <a:gd name="csY25" fmla="*/ 37014 h 167193"/>
              <a:gd name="csX26" fmla="*/ 196332 w 198884"/>
              <a:gd name="csY26" fmla="*/ 44480 h 167193"/>
              <a:gd name="csX27" fmla="*/ 196153 w 198884"/>
              <a:gd name="csY27" fmla="*/ 52404 h 167193"/>
              <a:gd name="csX28" fmla="*/ 187288 w 198884"/>
              <a:gd name="csY28" fmla="*/ 53879 h 167193"/>
              <a:gd name="csX29" fmla="*/ 174390 w 198884"/>
              <a:gd name="csY29" fmla="*/ 56149 h 167193"/>
              <a:gd name="csX30" fmla="*/ 170518 w 198884"/>
              <a:gd name="csY30" fmla="*/ 64210 h 167193"/>
              <a:gd name="csX31" fmla="*/ 166645 w 198884"/>
              <a:gd name="csY31" fmla="*/ 72206 h 167193"/>
              <a:gd name="csX32" fmla="*/ 158901 w 198884"/>
              <a:gd name="csY32" fmla="*/ 75439 h 167193"/>
              <a:gd name="csX33" fmla="*/ 151157 w 198884"/>
              <a:gd name="csY33" fmla="*/ 76992 h 167193"/>
              <a:gd name="csX34" fmla="*/ 142182 w 198884"/>
              <a:gd name="csY34" fmla="*/ 79321 h 167193"/>
              <a:gd name="csX35" fmla="*/ 127056 w 198884"/>
              <a:gd name="csY35" fmla="*/ 97769 h 167193"/>
              <a:gd name="csX36" fmla="*/ 130544 w 198884"/>
              <a:gd name="csY36" fmla="*/ 109385 h 167193"/>
              <a:gd name="csX37" fmla="*/ 134269 w 198884"/>
              <a:gd name="csY37" fmla="*/ 120288 h 167193"/>
              <a:gd name="csX38" fmla="*/ 148765 w 198884"/>
              <a:gd name="csY38" fmla="*/ 140043 h 167193"/>
              <a:gd name="csX39" fmla="*/ 155377 w 198884"/>
              <a:gd name="csY39" fmla="*/ 157142 h 167193"/>
              <a:gd name="csX40" fmla="*/ 143045 w 198884"/>
              <a:gd name="csY40" fmla="*/ 162040 h 167193"/>
              <a:gd name="csX41" fmla="*/ 102761 w 198884"/>
              <a:gd name="csY41" fmla="*/ 161938 h 167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Lst>
            <a:rect l="l" t="t" r="r" b="b"/>
            <a:pathLst>
              <a:path w="198884" h="167193">
                <a:moveTo>
                  <a:pt x="102761" y="161938"/>
                </a:moveTo>
                <a:cubicBezTo>
                  <a:pt x="101767" y="158136"/>
                  <a:pt x="99022" y="157287"/>
                  <a:pt x="88269" y="157454"/>
                </a:cubicBezTo>
                <a:cubicBezTo>
                  <a:pt x="80973" y="157567"/>
                  <a:pt x="72518" y="159228"/>
                  <a:pt x="69481" y="161146"/>
                </a:cubicBezTo>
                <a:cubicBezTo>
                  <a:pt x="64710" y="164157"/>
                  <a:pt x="63423" y="164033"/>
                  <a:pt x="60039" y="160242"/>
                </a:cubicBezTo>
                <a:cubicBezTo>
                  <a:pt x="57884" y="157827"/>
                  <a:pt x="55723" y="152366"/>
                  <a:pt x="55236" y="148107"/>
                </a:cubicBezTo>
                <a:cubicBezTo>
                  <a:pt x="54750" y="143848"/>
                  <a:pt x="52610" y="139573"/>
                  <a:pt x="50480" y="138608"/>
                </a:cubicBezTo>
                <a:cubicBezTo>
                  <a:pt x="43634" y="135506"/>
                  <a:pt x="32890" y="136379"/>
                  <a:pt x="28907" y="140363"/>
                </a:cubicBezTo>
                <a:cubicBezTo>
                  <a:pt x="22942" y="146328"/>
                  <a:pt x="14628" y="145109"/>
                  <a:pt x="11289" y="137781"/>
                </a:cubicBezTo>
                <a:cubicBezTo>
                  <a:pt x="9671" y="134232"/>
                  <a:pt x="7664" y="131310"/>
                  <a:pt x="6827" y="131288"/>
                </a:cubicBezTo>
                <a:cubicBezTo>
                  <a:pt x="5990" y="131266"/>
                  <a:pt x="3716" y="130242"/>
                  <a:pt x="1775" y="129012"/>
                </a:cubicBezTo>
                <a:cubicBezTo>
                  <a:pt x="-1083" y="127202"/>
                  <a:pt x="-629" y="125253"/>
                  <a:pt x="4158" y="118778"/>
                </a:cubicBezTo>
                <a:cubicBezTo>
                  <a:pt x="9713" y="111264"/>
                  <a:pt x="9810" y="110491"/>
                  <a:pt x="5752" y="106007"/>
                </a:cubicBezTo>
                <a:cubicBezTo>
                  <a:pt x="-610" y="98977"/>
                  <a:pt x="325" y="95142"/>
                  <a:pt x="11789" y="81269"/>
                </a:cubicBezTo>
                <a:cubicBezTo>
                  <a:pt x="17485" y="74376"/>
                  <a:pt x="22814" y="66074"/>
                  <a:pt x="23630" y="62821"/>
                </a:cubicBezTo>
                <a:cubicBezTo>
                  <a:pt x="24447" y="59568"/>
                  <a:pt x="28398" y="55546"/>
                  <a:pt x="32410" y="53884"/>
                </a:cubicBezTo>
                <a:cubicBezTo>
                  <a:pt x="40181" y="50665"/>
                  <a:pt x="43478" y="43081"/>
                  <a:pt x="41084" y="33929"/>
                </a:cubicBezTo>
                <a:cubicBezTo>
                  <a:pt x="40186" y="30493"/>
                  <a:pt x="41619" y="25519"/>
                  <a:pt x="44790" y="21065"/>
                </a:cubicBezTo>
                <a:cubicBezTo>
                  <a:pt x="47634" y="17072"/>
                  <a:pt x="50368" y="10915"/>
                  <a:pt x="50866" y="7384"/>
                </a:cubicBezTo>
                <a:cubicBezTo>
                  <a:pt x="51978" y="-503"/>
                  <a:pt x="60785" y="-2442"/>
                  <a:pt x="69085" y="3371"/>
                </a:cubicBezTo>
                <a:cubicBezTo>
                  <a:pt x="72262" y="5597"/>
                  <a:pt x="78960" y="7424"/>
                  <a:pt x="83968" y="7430"/>
                </a:cubicBezTo>
                <a:cubicBezTo>
                  <a:pt x="90827" y="7440"/>
                  <a:pt x="95585" y="9748"/>
                  <a:pt x="103250" y="16788"/>
                </a:cubicBezTo>
                <a:cubicBezTo>
                  <a:pt x="108847" y="21927"/>
                  <a:pt x="116791" y="27098"/>
                  <a:pt x="120904" y="28277"/>
                </a:cubicBezTo>
                <a:cubicBezTo>
                  <a:pt x="127215" y="30087"/>
                  <a:pt x="129398" y="29332"/>
                  <a:pt x="134887" y="23438"/>
                </a:cubicBezTo>
                <a:cubicBezTo>
                  <a:pt x="142030" y="15767"/>
                  <a:pt x="156507" y="13727"/>
                  <a:pt x="159058" y="20032"/>
                </a:cubicBezTo>
                <a:cubicBezTo>
                  <a:pt x="159855" y="22000"/>
                  <a:pt x="167696" y="25818"/>
                  <a:pt x="176483" y="28515"/>
                </a:cubicBezTo>
                <a:cubicBezTo>
                  <a:pt x="186066" y="31457"/>
                  <a:pt x="192460" y="34858"/>
                  <a:pt x="192460" y="37014"/>
                </a:cubicBezTo>
                <a:cubicBezTo>
                  <a:pt x="192460" y="38991"/>
                  <a:pt x="194203" y="42351"/>
                  <a:pt x="196332" y="44480"/>
                </a:cubicBezTo>
                <a:cubicBezTo>
                  <a:pt x="199774" y="47922"/>
                  <a:pt x="199754" y="48803"/>
                  <a:pt x="196153" y="52404"/>
                </a:cubicBezTo>
                <a:cubicBezTo>
                  <a:pt x="193159" y="55398"/>
                  <a:pt x="190845" y="55783"/>
                  <a:pt x="187288" y="53879"/>
                </a:cubicBezTo>
                <a:cubicBezTo>
                  <a:pt x="179800" y="49872"/>
                  <a:pt x="174390" y="50824"/>
                  <a:pt x="174390" y="56149"/>
                </a:cubicBezTo>
                <a:cubicBezTo>
                  <a:pt x="174390" y="58815"/>
                  <a:pt x="172647" y="62442"/>
                  <a:pt x="170518" y="64210"/>
                </a:cubicBezTo>
                <a:cubicBezTo>
                  <a:pt x="168388" y="65977"/>
                  <a:pt x="166645" y="69575"/>
                  <a:pt x="166645" y="72206"/>
                </a:cubicBezTo>
                <a:cubicBezTo>
                  <a:pt x="166645" y="76143"/>
                  <a:pt x="165276" y="76714"/>
                  <a:pt x="158901" y="75439"/>
                </a:cubicBezTo>
                <a:cubicBezTo>
                  <a:pt x="153734" y="74406"/>
                  <a:pt x="151157" y="74922"/>
                  <a:pt x="151157" y="76992"/>
                </a:cubicBezTo>
                <a:cubicBezTo>
                  <a:pt x="151157" y="78961"/>
                  <a:pt x="147877" y="79812"/>
                  <a:pt x="142182" y="79321"/>
                </a:cubicBezTo>
                <a:cubicBezTo>
                  <a:pt x="130428" y="78308"/>
                  <a:pt x="124889" y="85064"/>
                  <a:pt x="127056" y="97769"/>
                </a:cubicBezTo>
                <a:cubicBezTo>
                  <a:pt x="127904" y="102738"/>
                  <a:pt x="129473" y="107965"/>
                  <a:pt x="130544" y="109385"/>
                </a:cubicBezTo>
                <a:cubicBezTo>
                  <a:pt x="131614" y="110805"/>
                  <a:pt x="133291" y="115711"/>
                  <a:pt x="134269" y="120288"/>
                </a:cubicBezTo>
                <a:cubicBezTo>
                  <a:pt x="135415" y="125645"/>
                  <a:pt x="140578" y="132682"/>
                  <a:pt x="148765" y="140043"/>
                </a:cubicBezTo>
                <a:cubicBezTo>
                  <a:pt x="162833" y="152691"/>
                  <a:pt x="164554" y="157142"/>
                  <a:pt x="155377" y="157142"/>
                </a:cubicBezTo>
                <a:cubicBezTo>
                  <a:pt x="152019" y="157142"/>
                  <a:pt x="146470" y="159346"/>
                  <a:pt x="143045" y="162040"/>
                </a:cubicBezTo>
                <a:cubicBezTo>
                  <a:pt x="134241" y="168966"/>
                  <a:pt x="104579" y="168891"/>
                  <a:pt x="102761" y="161938"/>
                </a:cubicBezTo>
                <a:close/>
              </a:path>
            </a:pathLst>
          </a:custGeom>
          <a:solidFill>
            <a:srgbClr val="B9B9B9"/>
          </a:solidFill>
          <a:ln w="5163" cap="flat">
            <a:noFill/>
            <a:prstDash val="solid"/>
            <a:miter/>
          </a:ln>
        </p:spPr>
        <p:txBody>
          <a:bodyPr/>
          <a:lstStyle/>
          <a:p>
            <a:endParaRPr lang="es-419" noProof="0" dirty="0"/>
          </a:p>
        </p:txBody>
      </p:sp>
      <p:sp>
        <p:nvSpPr>
          <p:cNvPr id="47" name="Forma libre: forma 46">
            <a:extLst>
              <a:ext uri="{FF2B5EF4-FFF2-40B4-BE49-F238E27FC236}">
                <a16:creationId xmlns:a16="http://schemas.microsoft.com/office/drawing/2014/main" id="{603E24AA-0770-BC00-EC5E-524001BFFFF7}"/>
              </a:ext>
            </a:extLst>
          </p:cNvPr>
          <p:cNvSpPr/>
          <p:nvPr/>
        </p:nvSpPr>
        <p:spPr>
          <a:xfrm>
            <a:off x="1461542" y="2144566"/>
            <a:ext cx="129500" cy="144710"/>
          </a:xfrm>
          <a:custGeom>
            <a:avLst/>
            <a:gdLst>
              <a:gd name="csX0" fmla="*/ 39451 w 129500"/>
              <a:gd name="csY0" fmla="*/ 143362 h 144710"/>
              <a:gd name="csX1" fmla="*/ 36297 w 129500"/>
              <a:gd name="csY1" fmla="*/ 137530 h 144710"/>
              <a:gd name="csX2" fmla="*/ 22310 w 129500"/>
              <a:gd name="csY2" fmla="*/ 122582 h 144710"/>
              <a:gd name="csX3" fmla="*/ 6555 w 129500"/>
              <a:gd name="csY3" fmla="*/ 101930 h 144710"/>
              <a:gd name="csX4" fmla="*/ 2723 w 129500"/>
              <a:gd name="csY4" fmla="*/ 90935 h 144710"/>
              <a:gd name="csX5" fmla="*/ 1214 w 129500"/>
              <a:gd name="csY5" fmla="*/ 71343 h 144710"/>
              <a:gd name="csX6" fmla="*/ 12550 w 129500"/>
              <a:gd name="csY6" fmla="*/ 66880 h 144710"/>
              <a:gd name="csX7" fmla="*/ 22940 w 129500"/>
              <a:gd name="csY7" fmla="*/ 63986 h 144710"/>
              <a:gd name="csX8" fmla="*/ 31348 w 129500"/>
              <a:gd name="csY8" fmla="*/ 62963 h 144710"/>
              <a:gd name="csX9" fmla="*/ 38911 w 129500"/>
              <a:gd name="csY9" fmla="*/ 59306 h 144710"/>
              <a:gd name="csX10" fmla="*/ 42783 w 129500"/>
              <a:gd name="csY10" fmla="*/ 50923 h 144710"/>
              <a:gd name="csX11" fmla="*/ 46656 w 129500"/>
              <a:gd name="csY11" fmla="*/ 42586 h 144710"/>
              <a:gd name="csX12" fmla="*/ 51173 w 129500"/>
              <a:gd name="csY12" fmla="*/ 39323 h 144710"/>
              <a:gd name="csX13" fmla="*/ 69566 w 129500"/>
              <a:gd name="csY13" fmla="*/ 37767 h 144710"/>
              <a:gd name="csX14" fmla="*/ 69872 w 129500"/>
              <a:gd name="csY14" fmla="*/ 27120 h 144710"/>
              <a:gd name="csX15" fmla="*/ 67231 w 129500"/>
              <a:gd name="csY15" fmla="*/ 13692 h 144710"/>
              <a:gd name="csX16" fmla="*/ 69736 w 129500"/>
              <a:gd name="csY16" fmla="*/ 7102 h 144710"/>
              <a:gd name="csX17" fmla="*/ 81814 w 129500"/>
              <a:gd name="csY17" fmla="*/ 13524 h 144710"/>
              <a:gd name="csX18" fmla="*/ 100866 w 129500"/>
              <a:gd name="csY18" fmla="*/ 15068 h 144710"/>
              <a:gd name="csX19" fmla="*/ 113355 w 129500"/>
              <a:gd name="csY19" fmla="*/ 326 h 144710"/>
              <a:gd name="csX20" fmla="*/ 116355 w 129500"/>
              <a:gd name="csY20" fmla="*/ 6085 h 144710"/>
              <a:gd name="csX21" fmla="*/ 122928 w 129500"/>
              <a:gd name="csY21" fmla="*/ 21207 h 144710"/>
              <a:gd name="csX22" fmla="*/ 129501 w 129500"/>
              <a:gd name="csY22" fmla="*/ 32422 h 144710"/>
              <a:gd name="csX23" fmla="*/ 122289 w 129500"/>
              <a:gd name="csY23" fmla="*/ 39110 h 144710"/>
              <a:gd name="csX24" fmla="*/ 114210 w 129500"/>
              <a:gd name="csY24" fmla="*/ 43197 h 144710"/>
              <a:gd name="csX25" fmla="*/ 100996 w 129500"/>
              <a:gd name="csY25" fmla="*/ 50277 h 144710"/>
              <a:gd name="csX26" fmla="*/ 91480 w 129500"/>
              <a:gd name="csY26" fmla="*/ 69527 h 144710"/>
              <a:gd name="csX27" fmla="*/ 86825 w 129500"/>
              <a:gd name="csY27" fmla="*/ 82667 h 144710"/>
              <a:gd name="csX28" fmla="*/ 75170 w 129500"/>
              <a:gd name="csY28" fmla="*/ 92424 h 144710"/>
              <a:gd name="csX29" fmla="*/ 62144 w 129500"/>
              <a:gd name="csY29" fmla="*/ 108405 h 144710"/>
              <a:gd name="csX30" fmla="*/ 58272 w 129500"/>
              <a:gd name="csY30" fmla="*/ 119688 h 144710"/>
              <a:gd name="csX31" fmla="*/ 54400 w 129500"/>
              <a:gd name="csY31" fmla="*/ 127352 h 144710"/>
              <a:gd name="csX32" fmla="*/ 52416 w 129500"/>
              <a:gd name="csY32" fmla="*/ 133529 h 144710"/>
              <a:gd name="csX33" fmla="*/ 46503 w 129500"/>
              <a:gd name="csY33" fmla="*/ 140006 h 144710"/>
              <a:gd name="csX34" fmla="*/ 39451 w 129500"/>
              <a:gd name="csY34" fmla="*/ 143362 h 1447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129500" h="144710">
                <a:moveTo>
                  <a:pt x="39451" y="143362"/>
                </a:moveTo>
                <a:cubicBezTo>
                  <a:pt x="37734" y="141645"/>
                  <a:pt x="36315" y="139021"/>
                  <a:pt x="36297" y="137530"/>
                </a:cubicBezTo>
                <a:cubicBezTo>
                  <a:pt x="36279" y="136040"/>
                  <a:pt x="29985" y="129313"/>
                  <a:pt x="22310" y="122582"/>
                </a:cubicBezTo>
                <a:cubicBezTo>
                  <a:pt x="12868" y="114302"/>
                  <a:pt x="7773" y="107623"/>
                  <a:pt x="6555" y="101930"/>
                </a:cubicBezTo>
                <a:cubicBezTo>
                  <a:pt x="5566" y="97303"/>
                  <a:pt x="3842" y="92355"/>
                  <a:pt x="2723" y="90935"/>
                </a:cubicBezTo>
                <a:cubicBezTo>
                  <a:pt x="-91" y="87360"/>
                  <a:pt x="-945" y="76286"/>
                  <a:pt x="1214" y="71343"/>
                </a:cubicBezTo>
                <a:cubicBezTo>
                  <a:pt x="2338" y="68767"/>
                  <a:pt x="6560" y="67105"/>
                  <a:pt x="12550" y="66880"/>
                </a:cubicBezTo>
                <a:cubicBezTo>
                  <a:pt x="17800" y="66683"/>
                  <a:pt x="22476" y="65380"/>
                  <a:pt x="22940" y="63986"/>
                </a:cubicBezTo>
                <a:cubicBezTo>
                  <a:pt x="23405" y="62591"/>
                  <a:pt x="27189" y="62131"/>
                  <a:pt x="31348" y="62963"/>
                </a:cubicBezTo>
                <a:cubicBezTo>
                  <a:pt x="37697" y="64232"/>
                  <a:pt x="38911" y="63645"/>
                  <a:pt x="38911" y="59306"/>
                </a:cubicBezTo>
                <a:cubicBezTo>
                  <a:pt x="38911" y="56463"/>
                  <a:pt x="40654" y="52690"/>
                  <a:pt x="42783" y="50923"/>
                </a:cubicBezTo>
                <a:cubicBezTo>
                  <a:pt x="44913" y="49155"/>
                  <a:pt x="46656" y="45404"/>
                  <a:pt x="46656" y="42586"/>
                </a:cubicBezTo>
                <a:cubicBezTo>
                  <a:pt x="46656" y="38720"/>
                  <a:pt x="47764" y="37919"/>
                  <a:pt x="51173" y="39323"/>
                </a:cubicBezTo>
                <a:cubicBezTo>
                  <a:pt x="61512" y="43579"/>
                  <a:pt x="64377" y="43337"/>
                  <a:pt x="69566" y="37767"/>
                </a:cubicBezTo>
                <a:cubicBezTo>
                  <a:pt x="75009" y="31925"/>
                  <a:pt x="75010" y="31906"/>
                  <a:pt x="69872" y="27120"/>
                </a:cubicBezTo>
                <a:cubicBezTo>
                  <a:pt x="63882" y="21540"/>
                  <a:pt x="64007" y="22172"/>
                  <a:pt x="67231" y="13692"/>
                </a:cubicBezTo>
                <a:lnTo>
                  <a:pt x="69736" y="7102"/>
                </a:lnTo>
                <a:lnTo>
                  <a:pt x="81814" y="13524"/>
                </a:lnTo>
                <a:cubicBezTo>
                  <a:pt x="96277" y="21214"/>
                  <a:pt x="100866" y="21586"/>
                  <a:pt x="100866" y="15068"/>
                </a:cubicBezTo>
                <a:cubicBezTo>
                  <a:pt x="100866" y="8386"/>
                  <a:pt x="109640" y="-1970"/>
                  <a:pt x="113355" y="326"/>
                </a:cubicBezTo>
                <a:cubicBezTo>
                  <a:pt x="115005" y="1346"/>
                  <a:pt x="116355" y="3937"/>
                  <a:pt x="116355" y="6085"/>
                </a:cubicBezTo>
                <a:cubicBezTo>
                  <a:pt x="116355" y="8233"/>
                  <a:pt x="119313" y="15038"/>
                  <a:pt x="122928" y="21207"/>
                </a:cubicBezTo>
                <a:lnTo>
                  <a:pt x="129501" y="32422"/>
                </a:lnTo>
                <a:lnTo>
                  <a:pt x="122289" y="39110"/>
                </a:lnTo>
                <a:cubicBezTo>
                  <a:pt x="118322" y="42788"/>
                  <a:pt x="114687" y="44627"/>
                  <a:pt x="114210" y="43197"/>
                </a:cubicBezTo>
                <a:cubicBezTo>
                  <a:pt x="112111" y="36901"/>
                  <a:pt x="104310" y="41081"/>
                  <a:pt x="100996" y="50277"/>
                </a:cubicBezTo>
                <a:cubicBezTo>
                  <a:pt x="99077" y="55602"/>
                  <a:pt x="94795" y="64264"/>
                  <a:pt x="91480" y="69527"/>
                </a:cubicBezTo>
                <a:cubicBezTo>
                  <a:pt x="88166" y="74789"/>
                  <a:pt x="86071" y="80703"/>
                  <a:pt x="86825" y="82667"/>
                </a:cubicBezTo>
                <a:cubicBezTo>
                  <a:pt x="87734" y="85037"/>
                  <a:pt x="83812" y="88321"/>
                  <a:pt x="75170" y="92424"/>
                </a:cubicBezTo>
                <a:cubicBezTo>
                  <a:pt x="62898" y="98250"/>
                  <a:pt x="62144" y="99174"/>
                  <a:pt x="62144" y="108405"/>
                </a:cubicBezTo>
                <a:cubicBezTo>
                  <a:pt x="62144" y="114732"/>
                  <a:pt x="60773" y="118729"/>
                  <a:pt x="58272" y="119688"/>
                </a:cubicBezTo>
                <a:cubicBezTo>
                  <a:pt x="56143" y="120506"/>
                  <a:pt x="54400" y="123954"/>
                  <a:pt x="54400" y="127352"/>
                </a:cubicBezTo>
                <a:cubicBezTo>
                  <a:pt x="54400" y="130749"/>
                  <a:pt x="53507" y="133529"/>
                  <a:pt x="52416" y="133529"/>
                </a:cubicBezTo>
                <a:cubicBezTo>
                  <a:pt x="51325" y="133529"/>
                  <a:pt x="48664" y="136444"/>
                  <a:pt x="46503" y="140006"/>
                </a:cubicBezTo>
                <a:cubicBezTo>
                  <a:pt x="43429" y="145071"/>
                  <a:pt x="41892" y="145803"/>
                  <a:pt x="39451" y="143362"/>
                </a:cubicBezTo>
                <a:close/>
              </a:path>
            </a:pathLst>
          </a:custGeom>
          <a:solidFill>
            <a:srgbClr val="B9B9B9"/>
          </a:solidFill>
          <a:ln w="5163" cap="flat">
            <a:noFill/>
            <a:prstDash val="solid"/>
            <a:miter/>
          </a:ln>
        </p:spPr>
        <p:txBody>
          <a:bodyPr/>
          <a:lstStyle/>
          <a:p>
            <a:endParaRPr lang="es-419" noProof="0" dirty="0"/>
          </a:p>
        </p:txBody>
      </p:sp>
      <p:sp>
        <p:nvSpPr>
          <p:cNvPr id="48" name="Forma libre: forma 47">
            <a:extLst>
              <a:ext uri="{FF2B5EF4-FFF2-40B4-BE49-F238E27FC236}">
                <a16:creationId xmlns:a16="http://schemas.microsoft.com/office/drawing/2014/main" id="{FCF6CF8C-7BF2-5CDA-DAB8-1CE7B0CC43A2}"/>
              </a:ext>
            </a:extLst>
          </p:cNvPr>
          <p:cNvSpPr/>
          <p:nvPr/>
        </p:nvSpPr>
        <p:spPr>
          <a:xfrm>
            <a:off x="2333829" y="2099494"/>
            <a:ext cx="245950" cy="186219"/>
          </a:xfrm>
          <a:custGeom>
            <a:avLst/>
            <a:gdLst>
              <a:gd name="csX0" fmla="*/ 63193 w 245950"/>
              <a:gd name="csY0" fmla="*/ 151536 h 186219"/>
              <a:gd name="csX1" fmla="*/ 28715 w 245950"/>
              <a:gd name="csY1" fmla="*/ 120621 h 186219"/>
              <a:gd name="csX2" fmla="*/ 15073 w 245950"/>
              <a:gd name="csY2" fmla="*/ 124390 h 186219"/>
              <a:gd name="csX3" fmla="*/ 5596 w 245950"/>
              <a:gd name="csY3" fmla="*/ 124390 h 186219"/>
              <a:gd name="csX4" fmla="*/ 5596 w 245950"/>
              <a:gd name="csY4" fmla="*/ 107763 h 186219"/>
              <a:gd name="csX5" fmla="*/ 3015 w 245950"/>
              <a:gd name="csY5" fmla="*/ 89541 h 186219"/>
              <a:gd name="csX6" fmla="*/ 11404 w 245950"/>
              <a:gd name="csY6" fmla="*/ 63244 h 186219"/>
              <a:gd name="csX7" fmla="*/ 106611 w 245950"/>
              <a:gd name="csY7" fmla="*/ 25070 h 186219"/>
              <a:gd name="csX8" fmla="*/ 133716 w 245950"/>
              <a:gd name="csY8" fmla="*/ 14252 h 186219"/>
              <a:gd name="csX9" fmla="*/ 160483 w 245950"/>
              <a:gd name="csY9" fmla="*/ 1908 h 186219"/>
              <a:gd name="csX10" fmla="*/ 238554 w 245950"/>
              <a:gd name="csY10" fmla="*/ 11931 h 186219"/>
              <a:gd name="csX11" fmla="*/ 245107 w 245950"/>
              <a:gd name="csY11" fmla="*/ 29136 h 186219"/>
              <a:gd name="csX12" fmla="*/ 240861 w 245950"/>
              <a:gd name="csY12" fmla="*/ 62435 h 186219"/>
              <a:gd name="csX13" fmla="*/ 234529 w 245950"/>
              <a:gd name="csY13" fmla="*/ 81796 h 186219"/>
              <a:gd name="csX14" fmla="*/ 183096 w 245950"/>
              <a:gd name="csY14" fmla="*/ 120518 h 186219"/>
              <a:gd name="csX15" fmla="*/ 112584 w 245950"/>
              <a:gd name="csY15" fmla="*/ 172730 h 186219"/>
              <a:gd name="csX16" fmla="*/ 93505 w 245950"/>
              <a:gd name="csY16" fmla="*/ 186220 h 186219"/>
              <a:gd name="csX17" fmla="*/ 63193 w 245950"/>
              <a:gd name="csY17" fmla="*/ 151536 h 1862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245950" h="186219">
                <a:moveTo>
                  <a:pt x="63193" y="151536"/>
                </a:moveTo>
                <a:cubicBezTo>
                  <a:pt x="35962" y="120379"/>
                  <a:pt x="32456" y="117236"/>
                  <a:pt x="28715" y="120621"/>
                </a:cubicBezTo>
                <a:cubicBezTo>
                  <a:pt x="26425" y="122694"/>
                  <a:pt x="20286" y="124390"/>
                  <a:pt x="15073" y="124390"/>
                </a:cubicBezTo>
                <a:lnTo>
                  <a:pt x="5596" y="124390"/>
                </a:lnTo>
                <a:lnTo>
                  <a:pt x="5596" y="107763"/>
                </a:lnTo>
                <a:cubicBezTo>
                  <a:pt x="5596" y="98618"/>
                  <a:pt x="4435" y="90418"/>
                  <a:pt x="3015" y="89541"/>
                </a:cubicBezTo>
                <a:cubicBezTo>
                  <a:pt x="-3245" y="85672"/>
                  <a:pt x="575" y="73700"/>
                  <a:pt x="11404" y="63244"/>
                </a:cubicBezTo>
                <a:cubicBezTo>
                  <a:pt x="30218" y="45081"/>
                  <a:pt x="67101" y="30293"/>
                  <a:pt x="106611" y="25070"/>
                </a:cubicBezTo>
                <a:cubicBezTo>
                  <a:pt x="113529" y="24155"/>
                  <a:pt x="124948" y="19598"/>
                  <a:pt x="133716" y="14252"/>
                </a:cubicBezTo>
                <a:cubicBezTo>
                  <a:pt x="142049" y="9172"/>
                  <a:pt x="154094" y="3617"/>
                  <a:pt x="160483" y="1908"/>
                </a:cubicBezTo>
                <a:cubicBezTo>
                  <a:pt x="179743" y="-3243"/>
                  <a:pt x="225908" y="2684"/>
                  <a:pt x="238554" y="11931"/>
                </a:cubicBezTo>
                <a:cubicBezTo>
                  <a:pt x="241216" y="13878"/>
                  <a:pt x="243864" y="20830"/>
                  <a:pt x="245107" y="29136"/>
                </a:cubicBezTo>
                <a:cubicBezTo>
                  <a:pt x="246841" y="40720"/>
                  <a:pt x="246124" y="46345"/>
                  <a:pt x="240861" y="62435"/>
                </a:cubicBezTo>
                <a:lnTo>
                  <a:pt x="234529" y="81796"/>
                </a:lnTo>
                <a:lnTo>
                  <a:pt x="183096" y="120518"/>
                </a:lnTo>
                <a:cubicBezTo>
                  <a:pt x="154808" y="141815"/>
                  <a:pt x="123078" y="165310"/>
                  <a:pt x="112584" y="172730"/>
                </a:cubicBezTo>
                <a:lnTo>
                  <a:pt x="93505" y="186220"/>
                </a:lnTo>
                <a:lnTo>
                  <a:pt x="63193" y="151536"/>
                </a:lnTo>
                <a:close/>
              </a:path>
            </a:pathLst>
          </a:custGeom>
          <a:solidFill>
            <a:srgbClr val="B9B9B9"/>
          </a:solidFill>
          <a:ln w="5163" cap="flat">
            <a:noFill/>
            <a:prstDash val="solid"/>
            <a:miter/>
          </a:ln>
        </p:spPr>
        <p:txBody>
          <a:bodyPr/>
          <a:lstStyle/>
          <a:p>
            <a:endParaRPr lang="es-419" noProof="0" dirty="0"/>
          </a:p>
        </p:txBody>
      </p:sp>
      <p:sp>
        <p:nvSpPr>
          <p:cNvPr id="49" name="Forma libre: forma 48">
            <a:extLst>
              <a:ext uri="{FF2B5EF4-FFF2-40B4-BE49-F238E27FC236}">
                <a16:creationId xmlns:a16="http://schemas.microsoft.com/office/drawing/2014/main" id="{5F464A54-EF9D-0E23-52E6-0F4BC3609142}"/>
              </a:ext>
            </a:extLst>
          </p:cNvPr>
          <p:cNvSpPr/>
          <p:nvPr/>
        </p:nvSpPr>
        <p:spPr>
          <a:xfrm>
            <a:off x="2334670" y="2196667"/>
            <a:ext cx="1839" cy="7968"/>
          </a:xfrm>
          <a:custGeom>
            <a:avLst/>
            <a:gdLst>
              <a:gd name="csX0" fmla="*/ 0 w 1839"/>
              <a:gd name="csY0" fmla="*/ 3984 h 7968"/>
              <a:gd name="csX1" fmla="*/ 1302 w 1839"/>
              <a:gd name="csY1" fmla="*/ 757 h 7968"/>
              <a:gd name="csX2" fmla="*/ 1302 w 1839"/>
              <a:gd name="csY2" fmla="*/ 7211 h 7968"/>
              <a:gd name="csX3" fmla="*/ 0 w 1839"/>
              <a:gd name="csY3" fmla="*/ 3984 h 7968"/>
            </a:gdLst>
            <a:ahLst/>
            <a:cxnLst>
              <a:cxn ang="0">
                <a:pos x="csX0" y="csY0"/>
              </a:cxn>
              <a:cxn ang="0">
                <a:pos x="csX1" y="csY1"/>
              </a:cxn>
              <a:cxn ang="0">
                <a:pos x="csX2" y="csY2"/>
              </a:cxn>
              <a:cxn ang="0">
                <a:pos x="csX3" y="csY3"/>
              </a:cxn>
            </a:cxnLst>
            <a:rect l="l" t="t" r="r" b="b"/>
            <a:pathLst>
              <a:path w="1839" h="7968">
                <a:moveTo>
                  <a:pt x="0" y="3984"/>
                </a:moveTo>
                <a:cubicBezTo>
                  <a:pt x="0" y="435"/>
                  <a:pt x="586" y="-1017"/>
                  <a:pt x="1302" y="757"/>
                </a:cubicBezTo>
                <a:cubicBezTo>
                  <a:pt x="2018" y="2532"/>
                  <a:pt x="2018" y="5436"/>
                  <a:pt x="1302" y="7211"/>
                </a:cubicBezTo>
                <a:cubicBezTo>
                  <a:pt x="586" y="8986"/>
                  <a:pt x="0" y="7534"/>
                  <a:pt x="0" y="3984"/>
                </a:cubicBezTo>
                <a:close/>
              </a:path>
            </a:pathLst>
          </a:custGeom>
          <a:solidFill>
            <a:srgbClr val="B9B9B9"/>
          </a:solidFill>
          <a:ln w="5163" cap="flat">
            <a:noFill/>
            <a:prstDash val="solid"/>
            <a:miter/>
          </a:ln>
        </p:spPr>
        <p:txBody>
          <a:bodyPr/>
          <a:lstStyle/>
          <a:p>
            <a:endParaRPr lang="es-419" noProof="0" dirty="0"/>
          </a:p>
        </p:txBody>
      </p:sp>
      <p:sp>
        <p:nvSpPr>
          <p:cNvPr id="50" name="Forma libre: forma 49">
            <a:extLst>
              <a:ext uri="{FF2B5EF4-FFF2-40B4-BE49-F238E27FC236}">
                <a16:creationId xmlns:a16="http://schemas.microsoft.com/office/drawing/2014/main" id="{CCCF7B56-7F0F-62DD-9B81-3C0AC5D72356}"/>
              </a:ext>
            </a:extLst>
          </p:cNvPr>
          <p:cNvSpPr/>
          <p:nvPr/>
        </p:nvSpPr>
        <p:spPr>
          <a:xfrm>
            <a:off x="1309468" y="1877186"/>
            <a:ext cx="342958" cy="300162"/>
          </a:xfrm>
          <a:custGeom>
            <a:avLst/>
            <a:gdLst>
              <a:gd name="csX0" fmla="*/ 295686 w 342958"/>
              <a:gd name="csY0" fmla="*/ 296278 h 300162"/>
              <a:gd name="csX1" fmla="*/ 285863 w 342958"/>
              <a:gd name="csY1" fmla="*/ 292488 h 300162"/>
              <a:gd name="csX2" fmla="*/ 274573 w 342958"/>
              <a:gd name="csY2" fmla="*/ 278339 h 300162"/>
              <a:gd name="csX3" fmla="*/ 265490 w 342958"/>
              <a:gd name="csY3" fmla="*/ 262580 h 300162"/>
              <a:gd name="csX4" fmla="*/ 250359 w 342958"/>
              <a:gd name="csY4" fmla="*/ 277449 h 300162"/>
              <a:gd name="csX5" fmla="*/ 232353 w 342958"/>
              <a:gd name="csY5" fmla="*/ 275755 h 300162"/>
              <a:gd name="csX6" fmla="*/ 216800 w 342958"/>
              <a:gd name="csY6" fmla="*/ 278780 h 300162"/>
              <a:gd name="csX7" fmla="*/ 197688 w 342958"/>
              <a:gd name="csY7" fmla="*/ 275445 h 300162"/>
              <a:gd name="csX8" fmla="*/ 186717 w 342958"/>
              <a:gd name="csY8" fmla="*/ 271836 h 300162"/>
              <a:gd name="csX9" fmla="*/ 183241 w 342958"/>
              <a:gd name="csY9" fmla="*/ 267964 h 300162"/>
              <a:gd name="csX10" fmla="*/ 171812 w 342958"/>
              <a:gd name="csY10" fmla="*/ 264092 h 300162"/>
              <a:gd name="csX11" fmla="*/ 155307 w 342958"/>
              <a:gd name="csY11" fmla="*/ 270545 h 300162"/>
              <a:gd name="csX12" fmla="*/ 128918 w 342958"/>
              <a:gd name="csY12" fmla="*/ 266264 h 300162"/>
              <a:gd name="csX13" fmla="*/ 106345 w 342958"/>
              <a:gd name="csY13" fmla="*/ 255141 h 300162"/>
              <a:gd name="csX14" fmla="*/ 91555 w 342958"/>
              <a:gd name="csY14" fmla="*/ 250269 h 300162"/>
              <a:gd name="csX15" fmla="*/ 81548 w 342958"/>
              <a:gd name="csY15" fmla="*/ 247474 h 300162"/>
              <a:gd name="csX16" fmla="*/ 78435 w 342958"/>
              <a:gd name="csY16" fmla="*/ 239429 h 300162"/>
              <a:gd name="csX17" fmla="*/ 82408 w 342958"/>
              <a:gd name="csY17" fmla="*/ 200657 h 300162"/>
              <a:gd name="csX18" fmla="*/ 83563 w 342958"/>
              <a:gd name="csY18" fmla="*/ 189030 h 300162"/>
              <a:gd name="csX19" fmla="*/ 79311 w 342958"/>
              <a:gd name="csY19" fmla="*/ 164140 h 300162"/>
              <a:gd name="csX20" fmla="*/ 69658 w 342958"/>
              <a:gd name="csY20" fmla="*/ 165664 h 300162"/>
              <a:gd name="csX21" fmla="*/ 52863 w 342958"/>
              <a:gd name="csY21" fmla="*/ 178880 h 300162"/>
              <a:gd name="csX22" fmla="*/ 46310 w 342958"/>
              <a:gd name="csY22" fmla="*/ 180840 h 300162"/>
              <a:gd name="csX23" fmla="*/ 41273 w 342958"/>
              <a:gd name="csY23" fmla="*/ 176042 h 300162"/>
              <a:gd name="csX24" fmla="*/ 28735 w 342958"/>
              <a:gd name="csY24" fmla="*/ 163573 h 300162"/>
              <a:gd name="csX25" fmla="*/ 8346 w 342958"/>
              <a:gd name="csY25" fmla="*/ 134458 h 300162"/>
              <a:gd name="csX26" fmla="*/ 3097 w 342958"/>
              <a:gd name="csY26" fmla="*/ 117621 h 300162"/>
              <a:gd name="csX27" fmla="*/ 147 w 342958"/>
              <a:gd name="csY27" fmla="*/ 113613 h 300162"/>
              <a:gd name="csX28" fmla="*/ 21165 w 342958"/>
              <a:gd name="csY28" fmla="*/ 104003 h 300162"/>
              <a:gd name="csX29" fmla="*/ 72335 w 342958"/>
              <a:gd name="csY29" fmla="*/ 73250 h 300162"/>
              <a:gd name="csX30" fmla="*/ 93508 w 342958"/>
              <a:gd name="csY30" fmla="*/ 38847 h 300162"/>
              <a:gd name="csX31" fmla="*/ 97565 w 342958"/>
              <a:gd name="csY31" fmla="*/ 29800 h 300162"/>
              <a:gd name="csX32" fmla="*/ 109742 w 342958"/>
              <a:gd name="csY32" fmla="*/ 18194 h 300162"/>
              <a:gd name="csX33" fmla="*/ 113822 w 342958"/>
              <a:gd name="csY33" fmla="*/ 11110 h 300162"/>
              <a:gd name="csX34" fmla="*/ 121678 w 342958"/>
              <a:gd name="csY34" fmla="*/ 5555 h 300162"/>
              <a:gd name="csX35" fmla="*/ 127233 w 342958"/>
              <a:gd name="csY35" fmla="*/ 0 h 300162"/>
              <a:gd name="csX36" fmla="*/ 134516 w 342958"/>
              <a:gd name="csY36" fmla="*/ 8782 h 300162"/>
              <a:gd name="csX37" fmla="*/ 141869 w 342958"/>
              <a:gd name="csY37" fmla="*/ 33944 h 300162"/>
              <a:gd name="csX38" fmla="*/ 147505 w 342958"/>
              <a:gd name="csY38" fmla="*/ 58144 h 300162"/>
              <a:gd name="csX39" fmla="*/ 152804 w 342958"/>
              <a:gd name="csY39" fmla="*/ 90810 h 300162"/>
              <a:gd name="csX40" fmla="*/ 162764 w 342958"/>
              <a:gd name="csY40" fmla="*/ 124694 h 300162"/>
              <a:gd name="csX41" fmla="*/ 170334 w 342958"/>
              <a:gd name="csY41" fmla="*/ 121832 h 300162"/>
              <a:gd name="csX42" fmla="*/ 185393 w 342958"/>
              <a:gd name="csY42" fmla="*/ 124884 h 300162"/>
              <a:gd name="csX43" fmla="*/ 190271 w 342958"/>
              <a:gd name="csY43" fmla="*/ 127275 h 300162"/>
              <a:gd name="csX44" fmla="*/ 201229 w 342958"/>
              <a:gd name="csY44" fmla="*/ 139721 h 300162"/>
              <a:gd name="csX45" fmla="*/ 197439 w 342958"/>
              <a:gd name="csY45" fmla="*/ 147005 h 300162"/>
              <a:gd name="csX46" fmla="*/ 196794 w 342958"/>
              <a:gd name="csY46" fmla="*/ 162615 h 300162"/>
              <a:gd name="csX47" fmla="*/ 220205 w 342958"/>
              <a:gd name="csY47" fmla="*/ 171185 h 300162"/>
              <a:gd name="csX48" fmla="*/ 242581 w 342958"/>
              <a:gd name="csY48" fmla="*/ 173796 h 300162"/>
              <a:gd name="csX49" fmla="*/ 259092 w 342958"/>
              <a:gd name="csY49" fmla="*/ 186698 h 300162"/>
              <a:gd name="csX50" fmla="*/ 273592 w 342958"/>
              <a:gd name="csY50" fmla="*/ 197707 h 300162"/>
              <a:gd name="csX51" fmla="*/ 304244 w 342958"/>
              <a:gd name="csY51" fmla="*/ 198591 h 300162"/>
              <a:gd name="csX52" fmla="*/ 333285 w 342958"/>
              <a:gd name="csY52" fmla="*/ 203946 h 300162"/>
              <a:gd name="csX53" fmla="*/ 339205 w 342958"/>
              <a:gd name="csY53" fmla="*/ 216060 h 300162"/>
              <a:gd name="csX54" fmla="*/ 336274 w 342958"/>
              <a:gd name="csY54" fmla="*/ 220854 h 300162"/>
              <a:gd name="csX55" fmla="*/ 328850 w 342958"/>
              <a:gd name="csY55" fmla="*/ 233114 h 300162"/>
              <a:gd name="csX56" fmla="*/ 326965 w 342958"/>
              <a:gd name="csY56" fmla="*/ 236341 h 300162"/>
              <a:gd name="csX57" fmla="*/ 329181 w 342958"/>
              <a:gd name="csY57" fmla="*/ 240859 h 300162"/>
              <a:gd name="csX58" fmla="*/ 331403 w 342958"/>
              <a:gd name="csY58" fmla="*/ 248187 h 300162"/>
              <a:gd name="csX59" fmla="*/ 328049 w 342958"/>
              <a:gd name="csY59" fmla="*/ 258014 h 300162"/>
              <a:gd name="csX60" fmla="*/ 326532 w 342958"/>
              <a:gd name="csY60" fmla="*/ 276244 h 300162"/>
              <a:gd name="csX61" fmla="*/ 325085 w 342958"/>
              <a:gd name="csY61" fmla="*/ 283496 h 300162"/>
              <a:gd name="csX62" fmla="*/ 321398 w 342958"/>
              <a:gd name="csY62" fmla="*/ 292711 h 300162"/>
              <a:gd name="csX63" fmla="*/ 311874 w 342958"/>
              <a:gd name="csY63" fmla="*/ 300150 h 300162"/>
              <a:gd name="csX64" fmla="*/ 295686 w 342958"/>
              <a:gd name="csY64" fmla="*/ 296278 h 3001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Lst>
            <a:rect l="l" t="t" r="r" b="b"/>
            <a:pathLst>
              <a:path w="342958" h="300162">
                <a:moveTo>
                  <a:pt x="295686" y="296278"/>
                </a:moveTo>
                <a:cubicBezTo>
                  <a:pt x="292930" y="294193"/>
                  <a:pt x="288510" y="292488"/>
                  <a:pt x="285863" y="292488"/>
                </a:cubicBezTo>
                <a:cubicBezTo>
                  <a:pt x="282541" y="292488"/>
                  <a:pt x="279045" y="288107"/>
                  <a:pt x="274573" y="278339"/>
                </a:cubicBezTo>
                <a:cubicBezTo>
                  <a:pt x="271011" y="270557"/>
                  <a:pt x="266923" y="263466"/>
                  <a:pt x="265490" y="262580"/>
                </a:cubicBezTo>
                <a:cubicBezTo>
                  <a:pt x="261887" y="260353"/>
                  <a:pt x="250359" y="271682"/>
                  <a:pt x="250359" y="277449"/>
                </a:cubicBezTo>
                <a:cubicBezTo>
                  <a:pt x="250359" y="284106"/>
                  <a:pt x="242694" y="283385"/>
                  <a:pt x="232353" y="275755"/>
                </a:cubicBezTo>
                <a:cubicBezTo>
                  <a:pt x="223375" y="269132"/>
                  <a:pt x="216800" y="270410"/>
                  <a:pt x="216800" y="278780"/>
                </a:cubicBezTo>
                <a:cubicBezTo>
                  <a:pt x="216800" y="282868"/>
                  <a:pt x="211006" y="281857"/>
                  <a:pt x="197688" y="275445"/>
                </a:cubicBezTo>
                <a:cubicBezTo>
                  <a:pt x="193566" y="273460"/>
                  <a:pt x="188628" y="271836"/>
                  <a:pt x="186717" y="271836"/>
                </a:cubicBezTo>
                <a:cubicBezTo>
                  <a:pt x="184805" y="271836"/>
                  <a:pt x="183241" y="270094"/>
                  <a:pt x="183241" y="267964"/>
                </a:cubicBezTo>
                <a:cubicBezTo>
                  <a:pt x="183241" y="265105"/>
                  <a:pt x="180251" y="264092"/>
                  <a:pt x="171812" y="264092"/>
                </a:cubicBezTo>
                <a:cubicBezTo>
                  <a:pt x="162696" y="264092"/>
                  <a:pt x="159356" y="265398"/>
                  <a:pt x="155307" y="270545"/>
                </a:cubicBezTo>
                <a:cubicBezTo>
                  <a:pt x="148138" y="279659"/>
                  <a:pt x="141633" y="278604"/>
                  <a:pt x="128918" y="266264"/>
                </a:cubicBezTo>
                <a:cubicBezTo>
                  <a:pt x="119547" y="257171"/>
                  <a:pt x="116097" y="255470"/>
                  <a:pt x="106345" y="255141"/>
                </a:cubicBezTo>
                <a:cubicBezTo>
                  <a:pt x="98734" y="254884"/>
                  <a:pt x="93722" y="253233"/>
                  <a:pt x="91555" y="250269"/>
                </a:cubicBezTo>
                <a:cubicBezTo>
                  <a:pt x="89207" y="247058"/>
                  <a:pt x="86367" y="246265"/>
                  <a:pt x="81548" y="247474"/>
                </a:cubicBezTo>
                <a:cubicBezTo>
                  <a:pt x="74001" y="249368"/>
                  <a:pt x="73102" y="247043"/>
                  <a:pt x="78435" y="239429"/>
                </a:cubicBezTo>
                <a:cubicBezTo>
                  <a:pt x="83856" y="231688"/>
                  <a:pt x="86528" y="205621"/>
                  <a:pt x="82408" y="200657"/>
                </a:cubicBezTo>
                <a:cubicBezTo>
                  <a:pt x="79647" y="197331"/>
                  <a:pt x="79847" y="195321"/>
                  <a:pt x="83563" y="189030"/>
                </a:cubicBezTo>
                <a:cubicBezTo>
                  <a:pt x="88650" y="180419"/>
                  <a:pt x="87374" y="172952"/>
                  <a:pt x="79311" y="164140"/>
                </a:cubicBezTo>
                <a:cubicBezTo>
                  <a:pt x="73608" y="157907"/>
                  <a:pt x="69658" y="158530"/>
                  <a:pt x="69658" y="165664"/>
                </a:cubicBezTo>
                <a:cubicBezTo>
                  <a:pt x="69658" y="171138"/>
                  <a:pt x="55140" y="182563"/>
                  <a:pt x="52863" y="178880"/>
                </a:cubicBezTo>
                <a:cubicBezTo>
                  <a:pt x="50323" y="174770"/>
                  <a:pt x="46434" y="175933"/>
                  <a:pt x="46310" y="180840"/>
                </a:cubicBezTo>
                <a:cubicBezTo>
                  <a:pt x="46241" y="183582"/>
                  <a:pt x="44262" y="181697"/>
                  <a:pt x="41273" y="176042"/>
                </a:cubicBezTo>
                <a:cubicBezTo>
                  <a:pt x="38533" y="170858"/>
                  <a:pt x="32973" y="165329"/>
                  <a:pt x="28735" y="163573"/>
                </a:cubicBezTo>
                <a:cubicBezTo>
                  <a:pt x="15748" y="158193"/>
                  <a:pt x="9667" y="149510"/>
                  <a:pt x="8346" y="134458"/>
                </a:cubicBezTo>
                <a:cubicBezTo>
                  <a:pt x="7635" y="126353"/>
                  <a:pt x="5506" y="119523"/>
                  <a:pt x="3097" y="117621"/>
                </a:cubicBezTo>
                <a:cubicBezTo>
                  <a:pt x="868" y="115861"/>
                  <a:pt x="-459" y="114058"/>
                  <a:pt x="147" y="113613"/>
                </a:cubicBezTo>
                <a:cubicBezTo>
                  <a:pt x="7952" y="107892"/>
                  <a:pt x="16388" y="104034"/>
                  <a:pt x="21165" y="104003"/>
                </a:cubicBezTo>
                <a:cubicBezTo>
                  <a:pt x="38718" y="103886"/>
                  <a:pt x="49596" y="97348"/>
                  <a:pt x="72335" y="73250"/>
                </a:cubicBezTo>
                <a:cubicBezTo>
                  <a:pt x="94445" y="49819"/>
                  <a:pt x="94883" y="49106"/>
                  <a:pt x="93508" y="38847"/>
                </a:cubicBezTo>
                <a:cubicBezTo>
                  <a:pt x="92208" y="29159"/>
                  <a:pt x="92513" y="28479"/>
                  <a:pt x="97565" y="29800"/>
                </a:cubicBezTo>
                <a:cubicBezTo>
                  <a:pt x="103852" y="31444"/>
                  <a:pt x="107223" y="28231"/>
                  <a:pt x="109742" y="18194"/>
                </a:cubicBezTo>
                <a:cubicBezTo>
                  <a:pt x="110720" y="14298"/>
                  <a:pt x="112556" y="11110"/>
                  <a:pt x="113822" y="11110"/>
                </a:cubicBezTo>
                <a:cubicBezTo>
                  <a:pt x="115088" y="11110"/>
                  <a:pt x="118623" y="8610"/>
                  <a:pt x="121678" y="5555"/>
                </a:cubicBezTo>
                <a:lnTo>
                  <a:pt x="127233" y="0"/>
                </a:lnTo>
                <a:lnTo>
                  <a:pt x="134516" y="8782"/>
                </a:lnTo>
                <a:cubicBezTo>
                  <a:pt x="140793" y="16350"/>
                  <a:pt x="141809" y="19826"/>
                  <a:pt x="141869" y="33944"/>
                </a:cubicBezTo>
                <a:cubicBezTo>
                  <a:pt x="141922" y="46507"/>
                  <a:pt x="143236" y="52147"/>
                  <a:pt x="147505" y="58144"/>
                </a:cubicBezTo>
                <a:cubicBezTo>
                  <a:pt x="152339" y="64931"/>
                  <a:pt x="153038" y="69240"/>
                  <a:pt x="152804" y="90810"/>
                </a:cubicBezTo>
                <a:cubicBezTo>
                  <a:pt x="152465" y="122159"/>
                  <a:pt x="153210" y="124694"/>
                  <a:pt x="162764" y="124694"/>
                </a:cubicBezTo>
                <a:cubicBezTo>
                  <a:pt x="166927" y="124694"/>
                  <a:pt x="170334" y="123406"/>
                  <a:pt x="170334" y="121832"/>
                </a:cubicBezTo>
                <a:cubicBezTo>
                  <a:pt x="170334" y="118431"/>
                  <a:pt x="184072" y="121216"/>
                  <a:pt x="185393" y="124884"/>
                </a:cubicBezTo>
                <a:cubicBezTo>
                  <a:pt x="185866" y="126199"/>
                  <a:pt x="188061" y="127275"/>
                  <a:pt x="190271" y="127275"/>
                </a:cubicBezTo>
                <a:cubicBezTo>
                  <a:pt x="194758" y="127275"/>
                  <a:pt x="201103" y="134482"/>
                  <a:pt x="201229" y="139721"/>
                </a:cubicBezTo>
                <a:cubicBezTo>
                  <a:pt x="201275" y="141597"/>
                  <a:pt x="199569" y="144875"/>
                  <a:pt x="197439" y="147005"/>
                </a:cubicBezTo>
                <a:cubicBezTo>
                  <a:pt x="192728" y="151716"/>
                  <a:pt x="192413" y="159339"/>
                  <a:pt x="196794" y="162615"/>
                </a:cubicBezTo>
                <a:cubicBezTo>
                  <a:pt x="198569" y="163942"/>
                  <a:pt x="209104" y="167799"/>
                  <a:pt x="220205" y="171185"/>
                </a:cubicBezTo>
                <a:cubicBezTo>
                  <a:pt x="236917" y="176284"/>
                  <a:pt x="240766" y="176733"/>
                  <a:pt x="242581" y="173796"/>
                </a:cubicBezTo>
                <a:cubicBezTo>
                  <a:pt x="245948" y="168348"/>
                  <a:pt x="255565" y="175863"/>
                  <a:pt x="259092" y="186698"/>
                </a:cubicBezTo>
                <a:cubicBezTo>
                  <a:pt x="261627" y="194485"/>
                  <a:pt x="263378" y="195815"/>
                  <a:pt x="273592" y="197707"/>
                </a:cubicBezTo>
                <a:cubicBezTo>
                  <a:pt x="279981" y="198890"/>
                  <a:pt x="293775" y="199289"/>
                  <a:pt x="304244" y="198591"/>
                </a:cubicBezTo>
                <a:cubicBezTo>
                  <a:pt x="321502" y="197442"/>
                  <a:pt x="324213" y="197942"/>
                  <a:pt x="333285" y="203946"/>
                </a:cubicBezTo>
                <a:cubicBezTo>
                  <a:pt x="344213" y="211177"/>
                  <a:pt x="345431" y="213671"/>
                  <a:pt x="339205" y="216060"/>
                </a:cubicBezTo>
                <a:cubicBezTo>
                  <a:pt x="336957" y="216923"/>
                  <a:pt x="335638" y="219080"/>
                  <a:pt x="336274" y="220854"/>
                </a:cubicBezTo>
                <a:cubicBezTo>
                  <a:pt x="337968" y="225576"/>
                  <a:pt x="333403" y="233114"/>
                  <a:pt x="328850" y="233114"/>
                </a:cubicBezTo>
                <a:cubicBezTo>
                  <a:pt x="326331" y="233114"/>
                  <a:pt x="325653" y="234275"/>
                  <a:pt x="326965" y="236341"/>
                </a:cubicBezTo>
                <a:cubicBezTo>
                  <a:pt x="328092" y="238116"/>
                  <a:pt x="329089" y="240149"/>
                  <a:pt x="329181" y="240859"/>
                </a:cubicBezTo>
                <a:cubicBezTo>
                  <a:pt x="329272" y="241569"/>
                  <a:pt x="330272" y="244866"/>
                  <a:pt x="331403" y="248187"/>
                </a:cubicBezTo>
                <a:cubicBezTo>
                  <a:pt x="332991" y="252852"/>
                  <a:pt x="332229" y="255087"/>
                  <a:pt x="328049" y="258014"/>
                </a:cubicBezTo>
                <a:cubicBezTo>
                  <a:pt x="321663" y="262487"/>
                  <a:pt x="321157" y="268570"/>
                  <a:pt x="326532" y="276244"/>
                </a:cubicBezTo>
                <a:cubicBezTo>
                  <a:pt x="330115" y="281360"/>
                  <a:pt x="330000" y="281936"/>
                  <a:pt x="325085" y="283496"/>
                </a:cubicBezTo>
                <a:cubicBezTo>
                  <a:pt x="320727" y="284879"/>
                  <a:pt x="320050" y="286571"/>
                  <a:pt x="321398" y="292711"/>
                </a:cubicBezTo>
                <a:cubicBezTo>
                  <a:pt x="323026" y="300123"/>
                  <a:pt x="322888" y="300231"/>
                  <a:pt x="311874" y="300150"/>
                </a:cubicBezTo>
                <a:cubicBezTo>
                  <a:pt x="305727" y="300105"/>
                  <a:pt x="298443" y="298362"/>
                  <a:pt x="295686" y="296278"/>
                </a:cubicBezTo>
                <a:close/>
              </a:path>
            </a:pathLst>
          </a:custGeom>
          <a:solidFill>
            <a:srgbClr val="B9B9B9"/>
          </a:solidFill>
          <a:ln w="5163" cap="flat">
            <a:noFill/>
            <a:prstDash val="solid"/>
            <a:miter/>
          </a:ln>
        </p:spPr>
        <p:txBody>
          <a:bodyPr/>
          <a:lstStyle/>
          <a:p>
            <a:endParaRPr lang="es-419" noProof="0" dirty="0"/>
          </a:p>
        </p:txBody>
      </p:sp>
      <p:sp>
        <p:nvSpPr>
          <p:cNvPr id="51" name="Forma libre: forma 50">
            <a:extLst>
              <a:ext uri="{FF2B5EF4-FFF2-40B4-BE49-F238E27FC236}">
                <a16:creationId xmlns:a16="http://schemas.microsoft.com/office/drawing/2014/main" id="{FF1F5730-11C0-A47E-7C46-541C86472900}"/>
              </a:ext>
            </a:extLst>
          </p:cNvPr>
          <p:cNvSpPr/>
          <p:nvPr/>
        </p:nvSpPr>
        <p:spPr>
          <a:xfrm>
            <a:off x="1257795" y="2071057"/>
            <a:ext cx="87522" cy="67430"/>
          </a:xfrm>
          <a:custGeom>
            <a:avLst/>
            <a:gdLst>
              <a:gd name="csX0" fmla="*/ 3976 w 87522"/>
              <a:gd name="csY0" fmla="*/ 62589 h 67430"/>
              <a:gd name="csX1" fmla="*/ 1611 w 87522"/>
              <a:gd name="csY1" fmla="*/ 35473 h 67430"/>
              <a:gd name="csX2" fmla="*/ 13354 w 87522"/>
              <a:gd name="csY2" fmla="*/ 26110 h 67430"/>
              <a:gd name="csX3" fmla="*/ 24928 w 87522"/>
              <a:gd name="csY3" fmla="*/ 17185 h 67430"/>
              <a:gd name="csX4" fmla="*/ 28816 w 87522"/>
              <a:gd name="csY4" fmla="*/ 13430 h 67430"/>
              <a:gd name="csX5" fmla="*/ 55396 w 87522"/>
              <a:gd name="csY5" fmla="*/ 696 h 67430"/>
              <a:gd name="csX6" fmla="*/ 76595 w 87522"/>
              <a:gd name="csY6" fmla="*/ 27413 h 67430"/>
              <a:gd name="csX7" fmla="*/ 81474 w 87522"/>
              <a:gd name="csY7" fmla="*/ 35237 h 67430"/>
              <a:gd name="csX8" fmla="*/ 81963 w 87522"/>
              <a:gd name="csY8" fmla="*/ 49346 h 67430"/>
              <a:gd name="csX9" fmla="*/ 69036 w 87522"/>
              <a:gd name="csY9" fmla="*/ 59608 h 67430"/>
              <a:gd name="csX10" fmla="*/ 36947 w 87522"/>
              <a:gd name="csY10" fmla="*/ 62618 h 67430"/>
              <a:gd name="csX11" fmla="*/ 17042 w 87522"/>
              <a:gd name="csY11" fmla="*/ 62345 h 67430"/>
              <a:gd name="csX12" fmla="*/ 3976 w 87522"/>
              <a:gd name="csY12" fmla="*/ 62589 h 67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7522" h="67430">
                <a:moveTo>
                  <a:pt x="3976" y="62589"/>
                </a:moveTo>
                <a:cubicBezTo>
                  <a:pt x="-42" y="58150"/>
                  <a:pt x="-1347" y="43182"/>
                  <a:pt x="1611" y="35473"/>
                </a:cubicBezTo>
                <a:cubicBezTo>
                  <a:pt x="2496" y="33167"/>
                  <a:pt x="7780" y="28954"/>
                  <a:pt x="13354" y="26110"/>
                </a:cubicBezTo>
                <a:cubicBezTo>
                  <a:pt x="18927" y="23267"/>
                  <a:pt x="24135" y="19251"/>
                  <a:pt x="24928" y="17185"/>
                </a:cubicBezTo>
                <a:cubicBezTo>
                  <a:pt x="25721" y="15120"/>
                  <a:pt x="27470" y="13430"/>
                  <a:pt x="28816" y="13430"/>
                </a:cubicBezTo>
                <a:cubicBezTo>
                  <a:pt x="32726" y="13430"/>
                  <a:pt x="53752" y="3357"/>
                  <a:pt x="55396" y="696"/>
                </a:cubicBezTo>
                <a:cubicBezTo>
                  <a:pt x="58624" y="-4526"/>
                  <a:pt x="78997" y="21152"/>
                  <a:pt x="76595" y="27413"/>
                </a:cubicBezTo>
                <a:cubicBezTo>
                  <a:pt x="75767" y="29569"/>
                  <a:pt x="77801" y="32831"/>
                  <a:pt x="81474" y="35237"/>
                </a:cubicBezTo>
                <a:cubicBezTo>
                  <a:pt x="89349" y="40396"/>
                  <a:pt x="89558" y="46431"/>
                  <a:pt x="81963" y="49346"/>
                </a:cubicBezTo>
                <a:cubicBezTo>
                  <a:pt x="78769" y="50572"/>
                  <a:pt x="72952" y="55190"/>
                  <a:pt x="69036" y="59608"/>
                </a:cubicBezTo>
                <a:cubicBezTo>
                  <a:pt x="60658" y="69060"/>
                  <a:pt x="52768" y="69801"/>
                  <a:pt x="36947" y="62618"/>
                </a:cubicBezTo>
                <a:cubicBezTo>
                  <a:pt x="26493" y="57872"/>
                  <a:pt x="25833" y="57863"/>
                  <a:pt x="17042" y="62345"/>
                </a:cubicBezTo>
                <a:cubicBezTo>
                  <a:pt x="8489" y="66705"/>
                  <a:pt x="7714" y="66720"/>
                  <a:pt x="3976" y="62589"/>
                </a:cubicBezTo>
                <a:close/>
              </a:path>
            </a:pathLst>
          </a:custGeom>
          <a:solidFill>
            <a:srgbClr val="B9B9B9"/>
          </a:solidFill>
          <a:ln w="5163" cap="flat">
            <a:noFill/>
            <a:prstDash val="solid"/>
            <a:miter/>
          </a:ln>
        </p:spPr>
        <p:txBody>
          <a:bodyPr/>
          <a:lstStyle/>
          <a:p>
            <a:endParaRPr lang="es-419" noProof="0" dirty="0"/>
          </a:p>
        </p:txBody>
      </p:sp>
      <p:sp>
        <p:nvSpPr>
          <p:cNvPr id="52" name="Forma libre: forma 51">
            <a:extLst>
              <a:ext uri="{FF2B5EF4-FFF2-40B4-BE49-F238E27FC236}">
                <a16:creationId xmlns:a16="http://schemas.microsoft.com/office/drawing/2014/main" id="{0D243FDC-D63B-0052-D726-28117614276A}"/>
              </a:ext>
            </a:extLst>
          </p:cNvPr>
          <p:cNvSpPr/>
          <p:nvPr/>
        </p:nvSpPr>
        <p:spPr>
          <a:xfrm>
            <a:off x="1498388" y="1582666"/>
            <a:ext cx="245235" cy="503912"/>
          </a:xfrm>
          <a:custGeom>
            <a:avLst/>
            <a:gdLst>
              <a:gd name="csX0" fmla="*/ 181623 w 245235"/>
              <a:gd name="csY0" fmla="*/ 494203 h 503912"/>
              <a:gd name="csX1" fmla="*/ 158452 w 245235"/>
              <a:gd name="csY1" fmla="*/ 485687 h 503912"/>
              <a:gd name="csX2" fmla="*/ 148342 w 245235"/>
              <a:gd name="csY2" fmla="*/ 487770 h 503912"/>
              <a:gd name="csX3" fmla="*/ 119521 w 245235"/>
              <a:gd name="csY3" fmla="*/ 489801 h 503912"/>
              <a:gd name="csX4" fmla="*/ 87472 w 245235"/>
              <a:gd name="csY4" fmla="*/ 489620 h 503912"/>
              <a:gd name="csX5" fmla="*/ 73190 w 245235"/>
              <a:gd name="csY5" fmla="*/ 478988 h 503912"/>
              <a:gd name="csX6" fmla="*/ 52773 w 245235"/>
              <a:gd name="csY6" fmla="*/ 460575 h 503912"/>
              <a:gd name="csX7" fmla="*/ 49575 w 245235"/>
              <a:gd name="csY7" fmla="*/ 464677 h 503912"/>
              <a:gd name="csX8" fmla="*/ 47915 w 245235"/>
              <a:gd name="csY8" fmla="*/ 467591 h 503912"/>
              <a:gd name="csX9" fmla="*/ 13036 w 245235"/>
              <a:gd name="csY9" fmla="*/ 456319 h 503912"/>
              <a:gd name="csX10" fmla="*/ 12217 w 245235"/>
              <a:gd name="csY10" fmla="*/ 442447 h 503912"/>
              <a:gd name="csX11" fmla="*/ 16234 w 245235"/>
              <a:gd name="csY11" fmla="*/ 437376 h 503912"/>
              <a:gd name="csX12" fmla="*/ 3077 w 245235"/>
              <a:gd name="csY12" fmla="*/ 417673 h 503912"/>
              <a:gd name="csX13" fmla="*/ 0 w 245235"/>
              <a:gd name="csY13" fmla="*/ 409784 h 503912"/>
              <a:gd name="csX14" fmla="*/ 6196 w 245235"/>
              <a:gd name="csY14" fmla="*/ 402269 h 503912"/>
              <a:gd name="csX15" fmla="*/ 12532 w 245235"/>
              <a:gd name="csY15" fmla="*/ 401839 h 503912"/>
              <a:gd name="csX16" fmla="*/ 13332 w 245235"/>
              <a:gd name="csY16" fmla="*/ 389178 h 503912"/>
              <a:gd name="csX17" fmla="*/ 18583 w 245235"/>
              <a:gd name="csY17" fmla="*/ 371495 h 503912"/>
              <a:gd name="csX18" fmla="*/ 33934 w 245235"/>
              <a:gd name="csY18" fmla="*/ 366100 h 503912"/>
              <a:gd name="csX19" fmla="*/ 49768 w 245235"/>
              <a:gd name="csY19" fmla="*/ 361841 h 503912"/>
              <a:gd name="csX20" fmla="*/ 46692 w 245235"/>
              <a:gd name="csY20" fmla="*/ 337409 h 503912"/>
              <a:gd name="csX21" fmla="*/ 42031 w 245235"/>
              <a:gd name="csY21" fmla="*/ 321770 h 503912"/>
              <a:gd name="csX22" fmla="*/ 39524 w 245235"/>
              <a:gd name="csY22" fmla="*/ 295336 h 503912"/>
              <a:gd name="csX23" fmla="*/ 41858 w 245235"/>
              <a:gd name="csY23" fmla="*/ 287644 h 503912"/>
              <a:gd name="csX24" fmla="*/ 57042 w 245235"/>
              <a:gd name="csY24" fmla="*/ 277265 h 503912"/>
              <a:gd name="csX25" fmla="*/ 69737 w 245235"/>
              <a:gd name="csY25" fmla="*/ 269502 h 503912"/>
              <a:gd name="csX26" fmla="*/ 79509 w 245235"/>
              <a:gd name="csY26" fmla="*/ 253317 h 503912"/>
              <a:gd name="csX27" fmla="*/ 95370 w 245235"/>
              <a:gd name="csY27" fmla="*/ 241529 h 503912"/>
              <a:gd name="csX28" fmla="*/ 141543 w 245235"/>
              <a:gd name="csY28" fmla="*/ 207386 h 503912"/>
              <a:gd name="csX29" fmla="*/ 135987 w 245235"/>
              <a:gd name="csY29" fmla="*/ 199791 h 503912"/>
              <a:gd name="csX30" fmla="*/ 127900 w 245235"/>
              <a:gd name="csY30" fmla="*/ 166538 h 503912"/>
              <a:gd name="csX31" fmla="*/ 127266 w 245235"/>
              <a:gd name="csY31" fmla="*/ 150064 h 503912"/>
              <a:gd name="csX32" fmla="*/ 118230 w 245235"/>
              <a:gd name="csY32" fmla="*/ 149351 h 503912"/>
              <a:gd name="csX33" fmla="*/ 106311 w 245235"/>
              <a:gd name="csY33" fmla="*/ 151014 h 503912"/>
              <a:gd name="csX34" fmla="*/ 100187 w 245235"/>
              <a:gd name="csY34" fmla="*/ 149485 h 503912"/>
              <a:gd name="csX35" fmla="*/ 89795 w 245235"/>
              <a:gd name="csY35" fmla="*/ 145581 h 503912"/>
              <a:gd name="csX36" fmla="*/ 79509 w 245235"/>
              <a:gd name="csY36" fmla="*/ 132462 h 503912"/>
              <a:gd name="csX37" fmla="*/ 74746 w 245235"/>
              <a:gd name="csY37" fmla="*/ 127510 h 503912"/>
              <a:gd name="csX38" fmla="*/ 61439 w 245235"/>
              <a:gd name="csY38" fmla="*/ 106041 h 503912"/>
              <a:gd name="csX39" fmla="*/ 51376 w 245235"/>
              <a:gd name="csY39" fmla="*/ 92403 h 503912"/>
              <a:gd name="csX40" fmla="*/ 43631 w 245235"/>
              <a:gd name="csY40" fmla="*/ 82710 h 503912"/>
              <a:gd name="csX41" fmla="*/ 40756 w 245235"/>
              <a:gd name="csY41" fmla="*/ 70719 h 503912"/>
              <a:gd name="csX42" fmla="*/ 37174 w 245235"/>
              <a:gd name="csY42" fmla="*/ 60642 h 503912"/>
              <a:gd name="csX43" fmla="*/ 23391 w 245235"/>
              <a:gd name="csY43" fmla="*/ 17685 h 503912"/>
              <a:gd name="csX44" fmla="*/ 16983 w 245235"/>
              <a:gd name="csY44" fmla="*/ 12409 h 503912"/>
              <a:gd name="csX45" fmla="*/ 27512 w 245235"/>
              <a:gd name="csY45" fmla="*/ 5441 h 503912"/>
              <a:gd name="csX46" fmla="*/ 44577 w 245235"/>
              <a:gd name="csY46" fmla="*/ 1452 h 503912"/>
              <a:gd name="csX47" fmla="*/ 51418 w 245235"/>
              <a:gd name="csY47" fmla="*/ 21016 h 503912"/>
              <a:gd name="csX48" fmla="*/ 53995 w 245235"/>
              <a:gd name="csY48" fmla="*/ 32559 h 503912"/>
              <a:gd name="csX49" fmla="*/ 56749 w 245235"/>
              <a:gd name="csY49" fmla="*/ 46824 h 503912"/>
              <a:gd name="csX50" fmla="*/ 61515 w 245235"/>
              <a:gd name="csY50" fmla="*/ 64401 h 503912"/>
              <a:gd name="csX51" fmla="*/ 66783 w 245235"/>
              <a:gd name="csY51" fmla="*/ 80478 h 503912"/>
              <a:gd name="csX52" fmla="*/ 69183 w 245235"/>
              <a:gd name="csY52" fmla="*/ 82335 h 503912"/>
              <a:gd name="csX53" fmla="*/ 72797 w 245235"/>
              <a:gd name="csY53" fmla="*/ 89434 h 503912"/>
              <a:gd name="csX54" fmla="*/ 77368 w 245235"/>
              <a:gd name="csY54" fmla="*/ 95891 h 503912"/>
              <a:gd name="csX55" fmla="*/ 83382 w 245235"/>
              <a:gd name="csY55" fmla="*/ 106862 h 503912"/>
              <a:gd name="csX56" fmla="*/ 91209 w 245235"/>
              <a:gd name="csY56" fmla="*/ 114603 h 503912"/>
              <a:gd name="csX57" fmla="*/ 115649 w 245235"/>
              <a:gd name="csY57" fmla="*/ 125394 h 503912"/>
              <a:gd name="csX58" fmla="*/ 132428 w 245235"/>
              <a:gd name="csY58" fmla="*/ 131624 h 503912"/>
              <a:gd name="csX59" fmla="*/ 150553 w 245235"/>
              <a:gd name="csY59" fmla="*/ 139348 h 503912"/>
              <a:gd name="csX60" fmla="*/ 176368 w 245235"/>
              <a:gd name="csY60" fmla="*/ 146927 h 503912"/>
              <a:gd name="csX61" fmla="*/ 211382 w 245235"/>
              <a:gd name="csY61" fmla="*/ 156343 h 503912"/>
              <a:gd name="csX62" fmla="*/ 230401 w 245235"/>
              <a:gd name="csY62" fmla="*/ 161456 h 503912"/>
              <a:gd name="csX63" fmla="*/ 244475 w 245235"/>
              <a:gd name="csY63" fmla="*/ 154799 h 503912"/>
              <a:gd name="csX64" fmla="*/ 229656 w 245235"/>
              <a:gd name="csY64" fmla="*/ 212698 h 503912"/>
              <a:gd name="csX65" fmla="*/ 216833 w 245235"/>
              <a:gd name="csY65" fmla="*/ 242385 h 503912"/>
              <a:gd name="csX66" fmla="*/ 205960 w 245235"/>
              <a:gd name="csY66" fmla="*/ 288674 h 503912"/>
              <a:gd name="csX67" fmla="*/ 203418 w 245235"/>
              <a:gd name="csY67" fmla="*/ 300468 h 503912"/>
              <a:gd name="csX68" fmla="*/ 200956 w 245235"/>
              <a:gd name="csY68" fmla="*/ 300468 h 503912"/>
              <a:gd name="csX69" fmla="*/ 214917 w 245235"/>
              <a:gd name="csY69" fmla="*/ 237240 h 503912"/>
              <a:gd name="csX70" fmla="*/ 224070 w 245235"/>
              <a:gd name="csY70" fmla="*/ 211401 h 503912"/>
              <a:gd name="csX71" fmla="*/ 218637 w 245235"/>
              <a:gd name="csY71" fmla="*/ 205384 h 503912"/>
              <a:gd name="csX72" fmla="*/ 214956 w 245235"/>
              <a:gd name="csY72" fmla="*/ 204826 h 503912"/>
              <a:gd name="csX73" fmla="*/ 214905 w 245235"/>
              <a:gd name="csY73" fmla="*/ 215873 h 503912"/>
              <a:gd name="csX74" fmla="*/ 213101 w 245235"/>
              <a:gd name="csY74" fmla="*/ 224084 h 503912"/>
              <a:gd name="csX75" fmla="*/ 208491 w 245235"/>
              <a:gd name="csY75" fmla="*/ 218391 h 503912"/>
              <a:gd name="csX76" fmla="*/ 197466 w 245235"/>
              <a:gd name="csY76" fmla="*/ 218019 h 503912"/>
              <a:gd name="csX77" fmla="*/ 199747 w 245235"/>
              <a:gd name="csY77" fmla="*/ 224749 h 503912"/>
              <a:gd name="csX78" fmla="*/ 203418 w 245235"/>
              <a:gd name="csY78" fmla="*/ 228616 h 503912"/>
              <a:gd name="csX79" fmla="*/ 201015 w 245235"/>
              <a:gd name="csY79" fmla="*/ 229588 h 503912"/>
              <a:gd name="csX80" fmla="*/ 196991 w 245235"/>
              <a:gd name="csY80" fmla="*/ 230726 h 503912"/>
              <a:gd name="csX81" fmla="*/ 198308 w 245235"/>
              <a:gd name="csY81" fmla="*/ 233350 h 503912"/>
              <a:gd name="csX82" fmla="*/ 199523 w 245235"/>
              <a:gd name="csY82" fmla="*/ 241200 h 503912"/>
              <a:gd name="csX83" fmla="*/ 200899 w 245235"/>
              <a:gd name="csY83" fmla="*/ 252786 h 503912"/>
              <a:gd name="csX84" fmla="*/ 200228 w 245235"/>
              <a:gd name="csY84" fmla="*/ 257969 h 503912"/>
              <a:gd name="csX85" fmla="*/ 197509 w 245235"/>
              <a:gd name="csY85" fmla="*/ 272843 h 503912"/>
              <a:gd name="csX86" fmla="*/ 194340 w 245235"/>
              <a:gd name="csY86" fmla="*/ 281107 h 503912"/>
              <a:gd name="csX87" fmla="*/ 191370 w 245235"/>
              <a:gd name="csY87" fmla="*/ 292273 h 503912"/>
              <a:gd name="csX88" fmla="*/ 195674 w 245235"/>
              <a:gd name="csY88" fmla="*/ 307167 h 503912"/>
              <a:gd name="csX89" fmla="*/ 199681 w 245235"/>
              <a:gd name="csY89" fmla="*/ 306687 h 503912"/>
              <a:gd name="csX90" fmla="*/ 200986 w 245235"/>
              <a:gd name="csY90" fmla="*/ 320424 h 503912"/>
              <a:gd name="csX91" fmla="*/ 197882 w 245235"/>
              <a:gd name="csY91" fmla="*/ 340480 h 503912"/>
              <a:gd name="csX92" fmla="*/ 197480 w 245235"/>
              <a:gd name="csY92" fmla="*/ 350806 h 503912"/>
              <a:gd name="csX93" fmla="*/ 195674 w 245235"/>
              <a:gd name="csY93" fmla="*/ 339189 h 503912"/>
              <a:gd name="csX94" fmla="*/ 193480 w 245235"/>
              <a:gd name="csY94" fmla="*/ 360201 h 503912"/>
              <a:gd name="csX95" fmla="*/ 197184 w 245235"/>
              <a:gd name="csY95" fmla="*/ 414396 h 503912"/>
              <a:gd name="csX96" fmla="*/ 198086 w 245235"/>
              <a:gd name="csY96" fmla="*/ 450991 h 503912"/>
              <a:gd name="csX97" fmla="*/ 192986 w 245235"/>
              <a:gd name="csY97" fmla="*/ 462927 h 503912"/>
              <a:gd name="csX98" fmla="*/ 186260 w 245235"/>
              <a:gd name="csY98" fmla="*/ 476652 h 503912"/>
              <a:gd name="csX99" fmla="*/ 187756 w 245235"/>
              <a:gd name="csY99" fmla="*/ 481169 h 503912"/>
              <a:gd name="csX100" fmla="*/ 190891 w 245235"/>
              <a:gd name="csY100" fmla="*/ 476652 h 503912"/>
              <a:gd name="csX101" fmla="*/ 193026 w 245235"/>
              <a:gd name="csY101" fmla="*/ 487623 h 503912"/>
              <a:gd name="csX102" fmla="*/ 194241 w 245235"/>
              <a:gd name="csY102" fmla="*/ 503884 h 503912"/>
              <a:gd name="csX103" fmla="*/ 181623 w 245235"/>
              <a:gd name="csY103" fmla="*/ 494203 h 5039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Lst>
            <a:rect l="l" t="t" r="r" b="b"/>
            <a:pathLst>
              <a:path w="245235" h="503912">
                <a:moveTo>
                  <a:pt x="181623" y="494203"/>
                </a:moveTo>
                <a:cubicBezTo>
                  <a:pt x="170080" y="484213"/>
                  <a:pt x="162664" y="481487"/>
                  <a:pt x="158452" y="485687"/>
                </a:cubicBezTo>
                <a:cubicBezTo>
                  <a:pt x="157384" y="486752"/>
                  <a:pt x="152834" y="487689"/>
                  <a:pt x="148342" y="487770"/>
                </a:cubicBezTo>
                <a:cubicBezTo>
                  <a:pt x="143849" y="487851"/>
                  <a:pt x="130880" y="488765"/>
                  <a:pt x="119521" y="489801"/>
                </a:cubicBezTo>
                <a:cubicBezTo>
                  <a:pt x="108163" y="490837"/>
                  <a:pt x="93741" y="490755"/>
                  <a:pt x="87472" y="489620"/>
                </a:cubicBezTo>
                <a:cubicBezTo>
                  <a:pt x="77605" y="487832"/>
                  <a:pt x="75687" y="486404"/>
                  <a:pt x="73190" y="478988"/>
                </a:cubicBezTo>
                <a:cubicBezTo>
                  <a:pt x="70001" y="469517"/>
                  <a:pt x="60184" y="460664"/>
                  <a:pt x="52773" y="460575"/>
                </a:cubicBezTo>
                <a:cubicBezTo>
                  <a:pt x="49415" y="460535"/>
                  <a:pt x="48457" y="461764"/>
                  <a:pt x="49575" y="464677"/>
                </a:cubicBezTo>
                <a:cubicBezTo>
                  <a:pt x="50616" y="467390"/>
                  <a:pt x="50039" y="468403"/>
                  <a:pt x="47915" y="467591"/>
                </a:cubicBezTo>
                <a:cubicBezTo>
                  <a:pt x="43178" y="465778"/>
                  <a:pt x="16822" y="457260"/>
                  <a:pt x="13036" y="456319"/>
                </a:cubicBezTo>
                <a:cubicBezTo>
                  <a:pt x="9334" y="455399"/>
                  <a:pt x="8569" y="442447"/>
                  <a:pt x="12217" y="442447"/>
                </a:cubicBezTo>
                <a:cubicBezTo>
                  <a:pt x="13541" y="442447"/>
                  <a:pt x="15349" y="440165"/>
                  <a:pt x="16234" y="437376"/>
                </a:cubicBezTo>
                <a:cubicBezTo>
                  <a:pt x="18137" y="431382"/>
                  <a:pt x="7778" y="415870"/>
                  <a:pt x="3077" y="417673"/>
                </a:cubicBezTo>
                <a:cubicBezTo>
                  <a:pt x="1055" y="418449"/>
                  <a:pt x="0" y="415744"/>
                  <a:pt x="0" y="409784"/>
                </a:cubicBezTo>
                <a:cubicBezTo>
                  <a:pt x="0" y="401499"/>
                  <a:pt x="536" y="400849"/>
                  <a:pt x="6196" y="402269"/>
                </a:cubicBezTo>
                <a:cubicBezTo>
                  <a:pt x="9603" y="403124"/>
                  <a:pt x="12454" y="402931"/>
                  <a:pt x="12532" y="401839"/>
                </a:cubicBezTo>
                <a:cubicBezTo>
                  <a:pt x="12609" y="400747"/>
                  <a:pt x="12969" y="395050"/>
                  <a:pt x="13332" y="389178"/>
                </a:cubicBezTo>
                <a:cubicBezTo>
                  <a:pt x="13694" y="383307"/>
                  <a:pt x="16057" y="375349"/>
                  <a:pt x="18583" y="371495"/>
                </a:cubicBezTo>
                <a:cubicBezTo>
                  <a:pt x="22726" y="365172"/>
                  <a:pt x="24227" y="364644"/>
                  <a:pt x="33934" y="366100"/>
                </a:cubicBezTo>
                <a:cubicBezTo>
                  <a:pt x="43066" y="367469"/>
                  <a:pt x="45460" y="366825"/>
                  <a:pt x="49768" y="361841"/>
                </a:cubicBezTo>
                <a:cubicBezTo>
                  <a:pt x="55970" y="354665"/>
                  <a:pt x="55203" y="348567"/>
                  <a:pt x="46692" y="337409"/>
                </a:cubicBezTo>
                <a:cubicBezTo>
                  <a:pt x="41680" y="330837"/>
                  <a:pt x="40608" y="327241"/>
                  <a:pt x="42031" y="321770"/>
                </a:cubicBezTo>
                <a:cubicBezTo>
                  <a:pt x="45168" y="309711"/>
                  <a:pt x="44306" y="300620"/>
                  <a:pt x="39524" y="295336"/>
                </a:cubicBezTo>
                <a:cubicBezTo>
                  <a:pt x="35095" y="290442"/>
                  <a:pt x="35173" y="290185"/>
                  <a:pt x="41858" y="287644"/>
                </a:cubicBezTo>
                <a:cubicBezTo>
                  <a:pt x="45661" y="286198"/>
                  <a:pt x="52494" y="281527"/>
                  <a:pt x="57042" y="277265"/>
                </a:cubicBezTo>
                <a:cubicBezTo>
                  <a:pt x="61590" y="273002"/>
                  <a:pt x="67303" y="269509"/>
                  <a:pt x="69737" y="269502"/>
                </a:cubicBezTo>
                <a:cubicBezTo>
                  <a:pt x="74976" y="269488"/>
                  <a:pt x="79509" y="261980"/>
                  <a:pt x="79509" y="253317"/>
                </a:cubicBezTo>
                <a:cubicBezTo>
                  <a:pt x="79509" y="246749"/>
                  <a:pt x="88587" y="240002"/>
                  <a:pt x="95370" y="241529"/>
                </a:cubicBezTo>
                <a:cubicBezTo>
                  <a:pt x="99614" y="242485"/>
                  <a:pt x="137917" y="214161"/>
                  <a:pt x="141543" y="207386"/>
                </a:cubicBezTo>
                <a:cubicBezTo>
                  <a:pt x="144262" y="202307"/>
                  <a:pt x="142422" y="199791"/>
                  <a:pt x="135987" y="199791"/>
                </a:cubicBezTo>
                <a:cubicBezTo>
                  <a:pt x="130714" y="199791"/>
                  <a:pt x="128893" y="192306"/>
                  <a:pt x="127900" y="166538"/>
                </a:cubicBezTo>
                <a:lnTo>
                  <a:pt x="127266" y="150064"/>
                </a:lnTo>
                <a:lnTo>
                  <a:pt x="118230" y="149351"/>
                </a:lnTo>
                <a:cubicBezTo>
                  <a:pt x="113261" y="148959"/>
                  <a:pt x="107898" y="149707"/>
                  <a:pt x="106311" y="151014"/>
                </a:cubicBezTo>
                <a:cubicBezTo>
                  <a:pt x="104470" y="152530"/>
                  <a:pt x="102255" y="151977"/>
                  <a:pt x="100187" y="149485"/>
                </a:cubicBezTo>
                <a:cubicBezTo>
                  <a:pt x="98405" y="147337"/>
                  <a:pt x="93728" y="145581"/>
                  <a:pt x="89795" y="145581"/>
                </a:cubicBezTo>
                <a:cubicBezTo>
                  <a:pt x="82532" y="145581"/>
                  <a:pt x="79509" y="141725"/>
                  <a:pt x="79509" y="132462"/>
                </a:cubicBezTo>
                <a:cubicBezTo>
                  <a:pt x="79509" y="129370"/>
                  <a:pt x="77720" y="127510"/>
                  <a:pt x="74746" y="127510"/>
                </a:cubicBezTo>
                <a:cubicBezTo>
                  <a:pt x="66661" y="127510"/>
                  <a:pt x="61439" y="119085"/>
                  <a:pt x="61439" y="106041"/>
                </a:cubicBezTo>
                <a:cubicBezTo>
                  <a:pt x="61439" y="94056"/>
                  <a:pt x="61402" y="94007"/>
                  <a:pt x="51376" y="92403"/>
                </a:cubicBezTo>
                <a:cubicBezTo>
                  <a:pt x="41507" y="90825"/>
                  <a:pt x="41357" y="90638"/>
                  <a:pt x="43631" y="82710"/>
                </a:cubicBezTo>
                <a:cubicBezTo>
                  <a:pt x="46841" y="71517"/>
                  <a:pt x="46650" y="70719"/>
                  <a:pt x="40756" y="70719"/>
                </a:cubicBezTo>
                <a:cubicBezTo>
                  <a:pt x="36165" y="70719"/>
                  <a:pt x="35750" y="69551"/>
                  <a:pt x="37174" y="60642"/>
                </a:cubicBezTo>
                <a:cubicBezTo>
                  <a:pt x="39267" y="47555"/>
                  <a:pt x="31942" y="24727"/>
                  <a:pt x="23391" y="17685"/>
                </a:cubicBezTo>
                <a:lnTo>
                  <a:pt x="16983" y="12409"/>
                </a:lnTo>
                <a:lnTo>
                  <a:pt x="27512" y="5441"/>
                </a:lnTo>
                <a:cubicBezTo>
                  <a:pt x="36589" y="-566"/>
                  <a:pt x="38942" y="-1116"/>
                  <a:pt x="44577" y="1452"/>
                </a:cubicBezTo>
                <a:cubicBezTo>
                  <a:pt x="50920" y="4342"/>
                  <a:pt x="52469" y="8771"/>
                  <a:pt x="51418" y="21016"/>
                </a:cubicBezTo>
                <a:cubicBezTo>
                  <a:pt x="51144" y="24205"/>
                  <a:pt x="52304" y="29399"/>
                  <a:pt x="53995" y="32559"/>
                </a:cubicBezTo>
                <a:cubicBezTo>
                  <a:pt x="55686" y="35718"/>
                  <a:pt x="56925" y="42138"/>
                  <a:pt x="56749" y="46824"/>
                </a:cubicBezTo>
                <a:cubicBezTo>
                  <a:pt x="56573" y="51511"/>
                  <a:pt x="58717" y="59420"/>
                  <a:pt x="61515" y="64401"/>
                </a:cubicBezTo>
                <a:cubicBezTo>
                  <a:pt x="64313" y="69382"/>
                  <a:pt x="66683" y="76616"/>
                  <a:pt x="66783" y="80478"/>
                </a:cubicBezTo>
                <a:cubicBezTo>
                  <a:pt x="66944" y="86723"/>
                  <a:pt x="67209" y="86928"/>
                  <a:pt x="69183" y="82335"/>
                </a:cubicBezTo>
                <a:cubicBezTo>
                  <a:pt x="71476" y="76999"/>
                  <a:pt x="71863" y="77758"/>
                  <a:pt x="72797" y="89434"/>
                </a:cubicBezTo>
                <a:cubicBezTo>
                  <a:pt x="72939" y="91209"/>
                  <a:pt x="74996" y="94114"/>
                  <a:pt x="77368" y="95891"/>
                </a:cubicBezTo>
                <a:cubicBezTo>
                  <a:pt x="79740" y="97667"/>
                  <a:pt x="82447" y="102604"/>
                  <a:pt x="83382" y="106862"/>
                </a:cubicBezTo>
                <a:cubicBezTo>
                  <a:pt x="84688" y="112811"/>
                  <a:pt x="86501" y="114603"/>
                  <a:pt x="91209" y="114603"/>
                </a:cubicBezTo>
                <a:cubicBezTo>
                  <a:pt x="99379" y="114603"/>
                  <a:pt x="110872" y="119677"/>
                  <a:pt x="115649" y="125394"/>
                </a:cubicBezTo>
                <a:cubicBezTo>
                  <a:pt x="117952" y="128149"/>
                  <a:pt x="124752" y="130674"/>
                  <a:pt x="132428" y="131624"/>
                </a:cubicBezTo>
                <a:cubicBezTo>
                  <a:pt x="141521" y="132750"/>
                  <a:pt x="146878" y="135032"/>
                  <a:pt x="150553" y="139348"/>
                </a:cubicBezTo>
                <a:cubicBezTo>
                  <a:pt x="154982" y="144548"/>
                  <a:pt x="158885" y="145694"/>
                  <a:pt x="176368" y="146927"/>
                </a:cubicBezTo>
                <a:cubicBezTo>
                  <a:pt x="205380" y="148973"/>
                  <a:pt x="204499" y="148736"/>
                  <a:pt x="211382" y="156343"/>
                </a:cubicBezTo>
                <a:cubicBezTo>
                  <a:pt x="219859" y="165712"/>
                  <a:pt x="228327" y="167989"/>
                  <a:pt x="230401" y="161456"/>
                </a:cubicBezTo>
                <a:cubicBezTo>
                  <a:pt x="231901" y="156729"/>
                  <a:pt x="241748" y="152072"/>
                  <a:pt x="244475" y="154799"/>
                </a:cubicBezTo>
                <a:cubicBezTo>
                  <a:pt x="248005" y="158329"/>
                  <a:pt x="238595" y="195092"/>
                  <a:pt x="229656" y="212698"/>
                </a:cubicBezTo>
                <a:cubicBezTo>
                  <a:pt x="224250" y="223347"/>
                  <a:pt x="218479" y="236706"/>
                  <a:pt x="216833" y="242385"/>
                </a:cubicBezTo>
                <a:cubicBezTo>
                  <a:pt x="208092" y="272545"/>
                  <a:pt x="205996" y="281464"/>
                  <a:pt x="205960" y="288674"/>
                </a:cubicBezTo>
                <a:cubicBezTo>
                  <a:pt x="205939" y="293031"/>
                  <a:pt x="204795" y="298338"/>
                  <a:pt x="203418" y="300468"/>
                </a:cubicBezTo>
                <a:cubicBezTo>
                  <a:pt x="201194" y="303910"/>
                  <a:pt x="200920" y="303910"/>
                  <a:pt x="200956" y="300468"/>
                </a:cubicBezTo>
                <a:cubicBezTo>
                  <a:pt x="201123" y="284393"/>
                  <a:pt x="207229" y="256741"/>
                  <a:pt x="214917" y="237240"/>
                </a:cubicBezTo>
                <a:cubicBezTo>
                  <a:pt x="219951" y="224471"/>
                  <a:pt x="224070" y="212844"/>
                  <a:pt x="224070" y="211401"/>
                </a:cubicBezTo>
                <a:cubicBezTo>
                  <a:pt x="224070" y="209958"/>
                  <a:pt x="221625" y="207250"/>
                  <a:pt x="218637" y="205384"/>
                </a:cubicBezTo>
                <a:cubicBezTo>
                  <a:pt x="215583" y="203477"/>
                  <a:pt x="213971" y="203233"/>
                  <a:pt x="214956" y="204826"/>
                </a:cubicBezTo>
                <a:cubicBezTo>
                  <a:pt x="215920" y="206386"/>
                  <a:pt x="215897" y="211356"/>
                  <a:pt x="214905" y="215873"/>
                </a:cubicBezTo>
                <a:lnTo>
                  <a:pt x="213101" y="224084"/>
                </a:lnTo>
                <a:lnTo>
                  <a:pt x="208491" y="218391"/>
                </a:lnTo>
                <a:cubicBezTo>
                  <a:pt x="202731" y="211277"/>
                  <a:pt x="199260" y="211160"/>
                  <a:pt x="197466" y="218019"/>
                </a:cubicBezTo>
                <a:cubicBezTo>
                  <a:pt x="196615" y="221276"/>
                  <a:pt x="197499" y="223887"/>
                  <a:pt x="199747" y="224749"/>
                </a:cubicBezTo>
                <a:cubicBezTo>
                  <a:pt x="201766" y="225524"/>
                  <a:pt x="203418" y="227264"/>
                  <a:pt x="203418" y="228616"/>
                </a:cubicBezTo>
                <a:cubicBezTo>
                  <a:pt x="203418" y="229967"/>
                  <a:pt x="202337" y="230405"/>
                  <a:pt x="201015" y="229588"/>
                </a:cubicBezTo>
                <a:cubicBezTo>
                  <a:pt x="199694" y="228771"/>
                  <a:pt x="197882" y="229283"/>
                  <a:pt x="196991" y="230726"/>
                </a:cubicBezTo>
                <a:cubicBezTo>
                  <a:pt x="196099" y="232169"/>
                  <a:pt x="196692" y="233350"/>
                  <a:pt x="198308" y="233350"/>
                </a:cubicBezTo>
                <a:cubicBezTo>
                  <a:pt x="200240" y="233350"/>
                  <a:pt x="200656" y="236041"/>
                  <a:pt x="199523" y="241200"/>
                </a:cubicBezTo>
                <a:cubicBezTo>
                  <a:pt x="198474" y="245978"/>
                  <a:pt x="199012" y="250512"/>
                  <a:pt x="200899" y="252786"/>
                </a:cubicBezTo>
                <a:cubicBezTo>
                  <a:pt x="203352" y="255741"/>
                  <a:pt x="203212" y="256824"/>
                  <a:pt x="200228" y="257969"/>
                </a:cubicBezTo>
                <a:cubicBezTo>
                  <a:pt x="197388" y="259059"/>
                  <a:pt x="196716" y="262734"/>
                  <a:pt x="197509" y="272843"/>
                </a:cubicBezTo>
                <a:cubicBezTo>
                  <a:pt x="198508" y="285590"/>
                  <a:pt x="198348" y="286008"/>
                  <a:pt x="194340" y="281107"/>
                </a:cubicBezTo>
                <a:cubicBezTo>
                  <a:pt x="190355" y="276233"/>
                  <a:pt x="190188" y="276860"/>
                  <a:pt x="191370" y="292273"/>
                </a:cubicBezTo>
                <a:cubicBezTo>
                  <a:pt x="192505" y="307076"/>
                  <a:pt x="195674" y="318043"/>
                  <a:pt x="195674" y="307167"/>
                </a:cubicBezTo>
                <a:cubicBezTo>
                  <a:pt x="195674" y="303112"/>
                  <a:pt x="196059" y="303066"/>
                  <a:pt x="199681" y="306687"/>
                </a:cubicBezTo>
                <a:cubicBezTo>
                  <a:pt x="202942" y="309948"/>
                  <a:pt x="203185" y="312507"/>
                  <a:pt x="200986" y="320424"/>
                </a:cubicBezTo>
                <a:cubicBezTo>
                  <a:pt x="199500" y="325776"/>
                  <a:pt x="198103" y="334801"/>
                  <a:pt x="197882" y="340480"/>
                </a:cubicBezTo>
                <a:lnTo>
                  <a:pt x="197480" y="350806"/>
                </a:lnTo>
                <a:lnTo>
                  <a:pt x="195674" y="339189"/>
                </a:lnTo>
                <a:cubicBezTo>
                  <a:pt x="194403" y="331014"/>
                  <a:pt x="193753" y="337239"/>
                  <a:pt x="193480" y="360201"/>
                </a:cubicBezTo>
                <a:cubicBezTo>
                  <a:pt x="193236" y="380786"/>
                  <a:pt x="194603" y="400790"/>
                  <a:pt x="197184" y="414396"/>
                </a:cubicBezTo>
                <a:cubicBezTo>
                  <a:pt x="200612" y="432468"/>
                  <a:pt x="200758" y="438399"/>
                  <a:pt x="198086" y="450991"/>
                </a:cubicBezTo>
                <a:cubicBezTo>
                  <a:pt x="196258" y="459605"/>
                  <a:pt x="194082" y="464699"/>
                  <a:pt x="192986" y="462927"/>
                </a:cubicBezTo>
                <a:cubicBezTo>
                  <a:pt x="191158" y="459970"/>
                  <a:pt x="190587" y="461135"/>
                  <a:pt x="186260" y="476652"/>
                </a:cubicBezTo>
                <a:cubicBezTo>
                  <a:pt x="185567" y="479136"/>
                  <a:pt x="186240" y="481169"/>
                  <a:pt x="187756" y="481169"/>
                </a:cubicBezTo>
                <a:cubicBezTo>
                  <a:pt x="189271" y="481169"/>
                  <a:pt x="190682" y="479136"/>
                  <a:pt x="190891" y="476652"/>
                </a:cubicBezTo>
                <a:cubicBezTo>
                  <a:pt x="191099" y="474167"/>
                  <a:pt x="192060" y="479104"/>
                  <a:pt x="193026" y="487623"/>
                </a:cubicBezTo>
                <a:cubicBezTo>
                  <a:pt x="193992" y="496142"/>
                  <a:pt x="194538" y="503459"/>
                  <a:pt x="194241" y="503884"/>
                </a:cubicBezTo>
                <a:cubicBezTo>
                  <a:pt x="193943" y="504308"/>
                  <a:pt x="188265" y="499952"/>
                  <a:pt x="181623" y="494203"/>
                </a:cubicBezTo>
                <a:close/>
              </a:path>
            </a:pathLst>
          </a:custGeom>
          <a:solidFill>
            <a:srgbClr val="B9B9B9"/>
          </a:solidFill>
          <a:ln w="5163" cap="flat">
            <a:noFill/>
            <a:prstDash val="solid"/>
            <a:miter/>
          </a:ln>
        </p:spPr>
        <p:txBody>
          <a:bodyPr/>
          <a:lstStyle/>
          <a:p>
            <a:endParaRPr lang="es-419" noProof="0" dirty="0"/>
          </a:p>
        </p:txBody>
      </p:sp>
      <p:sp>
        <p:nvSpPr>
          <p:cNvPr id="53" name="Forma libre: forma 52">
            <a:extLst>
              <a:ext uri="{FF2B5EF4-FFF2-40B4-BE49-F238E27FC236}">
                <a16:creationId xmlns:a16="http://schemas.microsoft.com/office/drawing/2014/main" id="{4FB1B6B2-F428-6A64-4894-0A645853C449}"/>
              </a:ext>
            </a:extLst>
          </p:cNvPr>
          <p:cNvSpPr/>
          <p:nvPr/>
        </p:nvSpPr>
        <p:spPr>
          <a:xfrm>
            <a:off x="920115" y="1646957"/>
            <a:ext cx="379561" cy="415583"/>
          </a:xfrm>
          <a:custGeom>
            <a:avLst/>
            <a:gdLst>
              <a:gd name="csX0" fmla="*/ 203090 w 379561"/>
              <a:gd name="csY0" fmla="*/ 414284 h 415583"/>
              <a:gd name="csX1" fmla="*/ 197077 w 379561"/>
              <a:gd name="csY1" fmla="*/ 404675 h 415583"/>
              <a:gd name="csX2" fmla="*/ 192271 w 379561"/>
              <a:gd name="csY2" fmla="*/ 395646 h 415583"/>
              <a:gd name="csX3" fmla="*/ 171007 w 379561"/>
              <a:gd name="csY3" fmla="*/ 397866 h 415583"/>
              <a:gd name="csX4" fmla="*/ 166946 w 379561"/>
              <a:gd name="csY4" fmla="*/ 392738 h 415583"/>
              <a:gd name="csX5" fmla="*/ 171214 w 379561"/>
              <a:gd name="csY5" fmla="*/ 375323 h 415583"/>
              <a:gd name="csX6" fmla="*/ 168526 w 379561"/>
              <a:gd name="csY6" fmla="*/ 359903 h 415583"/>
              <a:gd name="csX7" fmla="*/ 135682 w 379561"/>
              <a:gd name="csY7" fmla="*/ 348579 h 415583"/>
              <a:gd name="csX8" fmla="*/ 130456 w 379561"/>
              <a:gd name="csY8" fmla="*/ 344743 h 415583"/>
              <a:gd name="csX9" fmla="*/ 123707 w 379561"/>
              <a:gd name="csY9" fmla="*/ 339434 h 415583"/>
              <a:gd name="csX10" fmla="*/ 111898 w 379561"/>
              <a:gd name="csY10" fmla="*/ 326710 h 415583"/>
              <a:gd name="csX11" fmla="*/ 102819 w 379561"/>
              <a:gd name="csY11" fmla="*/ 312359 h 415583"/>
              <a:gd name="csX12" fmla="*/ 100189 w 379561"/>
              <a:gd name="csY12" fmla="*/ 303716 h 415583"/>
              <a:gd name="csX13" fmla="*/ 96495 w 379561"/>
              <a:gd name="csY13" fmla="*/ 291424 h 415583"/>
              <a:gd name="csX14" fmla="*/ 91114 w 379561"/>
              <a:gd name="csY14" fmla="*/ 269668 h 415583"/>
              <a:gd name="csX15" fmla="*/ 73368 w 379561"/>
              <a:gd name="csY15" fmla="*/ 228658 h 415583"/>
              <a:gd name="csX16" fmla="*/ 56149 w 379561"/>
              <a:gd name="csY16" fmla="*/ 225592 h 415583"/>
              <a:gd name="csX17" fmla="*/ 38234 w 379561"/>
              <a:gd name="csY17" fmla="*/ 218995 h 415583"/>
              <a:gd name="csX18" fmla="*/ 14702 w 379561"/>
              <a:gd name="csY18" fmla="*/ 179229 h 415583"/>
              <a:gd name="csX19" fmla="*/ 4675 w 379561"/>
              <a:gd name="csY19" fmla="*/ 165798 h 415583"/>
              <a:gd name="csX20" fmla="*/ 1771 w 379561"/>
              <a:gd name="csY20" fmla="*/ 155184 h 415583"/>
              <a:gd name="csX21" fmla="*/ 712 w 379561"/>
              <a:gd name="csY21" fmla="*/ 126667 h 415583"/>
              <a:gd name="csX22" fmla="*/ 2557 w 379561"/>
              <a:gd name="csY22" fmla="*/ 104522 h 415583"/>
              <a:gd name="csX23" fmla="*/ 16402 w 379561"/>
              <a:gd name="csY23" fmla="*/ 104522 h 415583"/>
              <a:gd name="csX24" fmla="*/ 46584 w 379561"/>
              <a:gd name="csY24" fmla="*/ 95540 h 415583"/>
              <a:gd name="csX25" fmla="*/ 48520 w 379561"/>
              <a:gd name="csY25" fmla="*/ 81044 h 415583"/>
              <a:gd name="csX26" fmla="*/ 53693 w 379561"/>
              <a:gd name="csY26" fmla="*/ 64536 h 415583"/>
              <a:gd name="csX27" fmla="*/ 57236 w 379561"/>
              <a:gd name="csY27" fmla="*/ 49938 h 415583"/>
              <a:gd name="csX28" fmla="*/ 61307 w 379561"/>
              <a:gd name="csY28" fmla="*/ 39986 h 415583"/>
              <a:gd name="csX29" fmla="*/ 72238 w 379561"/>
              <a:gd name="csY29" fmla="*/ 37166 h 415583"/>
              <a:gd name="csX30" fmla="*/ 75921 w 379561"/>
              <a:gd name="csY30" fmla="*/ 26420 h 415583"/>
              <a:gd name="csX31" fmla="*/ 86217 w 379561"/>
              <a:gd name="csY31" fmla="*/ 9008 h 415583"/>
              <a:gd name="csX32" fmla="*/ 91229 w 379561"/>
              <a:gd name="csY32" fmla="*/ 3610 h 415583"/>
              <a:gd name="csX33" fmla="*/ 100572 w 379561"/>
              <a:gd name="csY33" fmla="*/ 6016 h 415583"/>
              <a:gd name="csX34" fmla="*/ 115842 w 379561"/>
              <a:gd name="csY34" fmla="*/ 15498 h 415583"/>
              <a:gd name="csX35" fmla="*/ 130061 w 379561"/>
              <a:gd name="csY35" fmla="*/ 25801 h 415583"/>
              <a:gd name="csX36" fmla="*/ 153502 w 379561"/>
              <a:gd name="csY36" fmla="*/ 36020 h 415583"/>
              <a:gd name="csX37" fmla="*/ 166647 w 379561"/>
              <a:gd name="csY37" fmla="*/ 35196 h 415583"/>
              <a:gd name="csX38" fmla="*/ 177014 w 379561"/>
              <a:gd name="csY38" fmla="*/ 35079 h 415583"/>
              <a:gd name="csX39" fmla="*/ 199575 w 379561"/>
              <a:gd name="csY39" fmla="*/ 42570 h 415583"/>
              <a:gd name="csX40" fmla="*/ 223114 w 379561"/>
              <a:gd name="csY40" fmla="*/ 30983 h 415583"/>
              <a:gd name="csX41" fmla="*/ 243392 w 379561"/>
              <a:gd name="csY41" fmla="*/ 13562 h 415583"/>
              <a:gd name="csX42" fmla="*/ 257664 w 379561"/>
              <a:gd name="csY42" fmla="*/ 14175 h 415583"/>
              <a:gd name="csX43" fmla="*/ 270020 w 379561"/>
              <a:gd name="csY43" fmla="*/ 16753 h 415583"/>
              <a:gd name="csX44" fmla="*/ 290519 w 379561"/>
              <a:gd name="csY44" fmla="*/ 30455 h 415583"/>
              <a:gd name="csX45" fmla="*/ 307913 w 379561"/>
              <a:gd name="csY45" fmla="*/ 52734 h 415583"/>
              <a:gd name="csX46" fmla="*/ 307918 w 379561"/>
              <a:gd name="csY46" fmla="*/ 71135 h 415583"/>
              <a:gd name="csX47" fmla="*/ 305239 w 379561"/>
              <a:gd name="csY47" fmla="*/ 92635 h 415583"/>
              <a:gd name="csX48" fmla="*/ 300393 w 379561"/>
              <a:gd name="csY48" fmla="*/ 116124 h 415583"/>
              <a:gd name="csX49" fmla="*/ 296534 w 379561"/>
              <a:gd name="csY49" fmla="*/ 139467 h 415583"/>
              <a:gd name="csX50" fmla="*/ 294862 w 379561"/>
              <a:gd name="csY50" fmla="*/ 144381 h 415583"/>
              <a:gd name="csX51" fmla="*/ 302443 w 379561"/>
              <a:gd name="csY51" fmla="*/ 174221 h 415583"/>
              <a:gd name="csX52" fmla="*/ 331579 w 379561"/>
              <a:gd name="csY52" fmla="*/ 200036 h 415583"/>
              <a:gd name="csX53" fmla="*/ 345885 w 379561"/>
              <a:gd name="csY53" fmla="*/ 204322 h 415583"/>
              <a:gd name="csX54" fmla="*/ 358173 w 379561"/>
              <a:gd name="csY54" fmla="*/ 192088 h 415583"/>
              <a:gd name="csX55" fmla="*/ 365209 w 379561"/>
              <a:gd name="csY55" fmla="*/ 177533 h 415583"/>
              <a:gd name="csX56" fmla="*/ 378528 w 379561"/>
              <a:gd name="csY56" fmla="*/ 217259 h 415583"/>
              <a:gd name="csX57" fmla="*/ 379561 w 379561"/>
              <a:gd name="csY57" fmla="*/ 233192 h 415583"/>
              <a:gd name="csX58" fmla="*/ 368302 w 379561"/>
              <a:gd name="csY58" fmla="*/ 234810 h 415583"/>
              <a:gd name="csX59" fmla="*/ 342845 w 379561"/>
              <a:gd name="csY59" fmla="*/ 234877 h 415583"/>
              <a:gd name="csX60" fmla="*/ 294625 w 379561"/>
              <a:gd name="csY60" fmla="*/ 235311 h 415583"/>
              <a:gd name="csX61" fmla="*/ 265550 w 379561"/>
              <a:gd name="csY61" fmla="*/ 264572 h 415583"/>
              <a:gd name="csX62" fmla="*/ 257155 w 379561"/>
              <a:gd name="csY62" fmla="*/ 290178 h 415583"/>
              <a:gd name="csX63" fmla="*/ 253059 w 379561"/>
              <a:gd name="csY63" fmla="*/ 303293 h 415583"/>
              <a:gd name="csX64" fmla="*/ 248021 w 379561"/>
              <a:gd name="csY64" fmla="*/ 307811 h 415583"/>
              <a:gd name="csX65" fmla="*/ 241573 w 379561"/>
              <a:gd name="csY65" fmla="*/ 316201 h 415583"/>
              <a:gd name="csX66" fmla="*/ 230054 w 379561"/>
              <a:gd name="csY66" fmla="*/ 378609 h 415583"/>
              <a:gd name="csX67" fmla="*/ 225886 w 379561"/>
              <a:gd name="csY67" fmla="*/ 411224 h 415583"/>
              <a:gd name="csX68" fmla="*/ 203090 w 379561"/>
              <a:gd name="csY68" fmla="*/ 414284 h 4155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Lst>
            <a:rect l="l" t="t" r="r" b="b"/>
            <a:pathLst>
              <a:path w="379561" h="415583">
                <a:moveTo>
                  <a:pt x="203090" y="414284"/>
                </a:moveTo>
                <a:cubicBezTo>
                  <a:pt x="200763" y="412907"/>
                  <a:pt x="198058" y="408583"/>
                  <a:pt x="197077" y="404675"/>
                </a:cubicBezTo>
                <a:cubicBezTo>
                  <a:pt x="196096" y="400766"/>
                  <a:pt x="193933" y="396703"/>
                  <a:pt x="192271" y="395646"/>
                </a:cubicBezTo>
                <a:cubicBezTo>
                  <a:pt x="187214" y="392429"/>
                  <a:pt x="177806" y="393412"/>
                  <a:pt x="171007" y="397866"/>
                </a:cubicBezTo>
                <a:cubicBezTo>
                  <a:pt x="162395" y="403509"/>
                  <a:pt x="159848" y="400293"/>
                  <a:pt x="166946" y="392738"/>
                </a:cubicBezTo>
                <a:cubicBezTo>
                  <a:pt x="171625" y="387757"/>
                  <a:pt x="172379" y="384679"/>
                  <a:pt x="171214" y="375323"/>
                </a:cubicBezTo>
                <a:cubicBezTo>
                  <a:pt x="170436" y="369072"/>
                  <a:pt x="169226" y="362133"/>
                  <a:pt x="168526" y="359903"/>
                </a:cubicBezTo>
                <a:cubicBezTo>
                  <a:pt x="167058" y="355229"/>
                  <a:pt x="141404" y="346384"/>
                  <a:pt x="135682" y="348579"/>
                </a:cubicBezTo>
                <a:cubicBezTo>
                  <a:pt x="133235" y="349518"/>
                  <a:pt x="131342" y="348128"/>
                  <a:pt x="130456" y="344743"/>
                </a:cubicBezTo>
                <a:cubicBezTo>
                  <a:pt x="129618" y="341535"/>
                  <a:pt x="126946" y="339434"/>
                  <a:pt x="123707" y="339434"/>
                </a:cubicBezTo>
                <a:cubicBezTo>
                  <a:pt x="119877" y="339434"/>
                  <a:pt x="116504" y="335800"/>
                  <a:pt x="111898" y="326710"/>
                </a:cubicBezTo>
                <a:cubicBezTo>
                  <a:pt x="108351" y="319711"/>
                  <a:pt x="104266" y="313253"/>
                  <a:pt x="102819" y="312359"/>
                </a:cubicBezTo>
                <a:cubicBezTo>
                  <a:pt x="101373" y="311465"/>
                  <a:pt x="100189" y="307575"/>
                  <a:pt x="100189" y="303716"/>
                </a:cubicBezTo>
                <a:cubicBezTo>
                  <a:pt x="100189" y="299856"/>
                  <a:pt x="98526" y="294325"/>
                  <a:pt x="96495" y="291424"/>
                </a:cubicBezTo>
                <a:cubicBezTo>
                  <a:pt x="94463" y="288523"/>
                  <a:pt x="92041" y="278733"/>
                  <a:pt x="91114" y="269668"/>
                </a:cubicBezTo>
                <a:cubicBezTo>
                  <a:pt x="89247" y="251425"/>
                  <a:pt x="83480" y="238096"/>
                  <a:pt x="73368" y="228658"/>
                </a:cubicBezTo>
                <a:cubicBezTo>
                  <a:pt x="67157" y="222862"/>
                  <a:pt x="65968" y="222650"/>
                  <a:pt x="56149" y="225592"/>
                </a:cubicBezTo>
                <a:cubicBezTo>
                  <a:pt x="44901" y="228962"/>
                  <a:pt x="38234" y="226507"/>
                  <a:pt x="38234" y="218995"/>
                </a:cubicBezTo>
                <a:cubicBezTo>
                  <a:pt x="38234" y="211509"/>
                  <a:pt x="24381" y="188100"/>
                  <a:pt x="14702" y="179229"/>
                </a:cubicBezTo>
                <a:cubicBezTo>
                  <a:pt x="9187" y="174175"/>
                  <a:pt x="4675" y="168131"/>
                  <a:pt x="4675" y="165798"/>
                </a:cubicBezTo>
                <a:cubicBezTo>
                  <a:pt x="4675" y="163466"/>
                  <a:pt x="3368" y="158689"/>
                  <a:pt x="1771" y="155184"/>
                </a:cubicBezTo>
                <a:cubicBezTo>
                  <a:pt x="-157" y="150952"/>
                  <a:pt x="-513" y="141373"/>
                  <a:pt x="712" y="126667"/>
                </a:cubicBezTo>
                <a:lnTo>
                  <a:pt x="2557" y="104522"/>
                </a:lnTo>
                <a:lnTo>
                  <a:pt x="16402" y="104522"/>
                </a:lnTo>
                <a:cubicBezTo>
                  <a:pt x="30035" y="104522"/>
                  <a:pt x="42866" y="100703"/>
                  <a:pt x="46584" y="95540"/>
                </a:cubicBezTo>
                <a:cubicBezTo>
                  <a:pt x="47627" y="94091"/>
                  <a:pt x="48499" y="87568"/>
                  <a:pt x="48520" y="81044"/>
                </a:cubicBezTo>
                <a:cubicBezTo>
                  <a:pt x="48549" y="72518"/>
                  <a:pt x="50004" y="67875"/>
                  <a:pt x="53693" y="64536"/>
                </a:cubicBezTo>
                <a:cubicBezTo>
                  <a:pt x="57798" y="60822"/>
                  <a:pt x="58508" y="57895"/>
                  <a:pt x="57236" y="49938"/>
                </a:cubicBezTo>
                <a:cubicBezTo>
                  <a:pt x="55795" y="40930"/>
                  <a:pt x="56182" y="39986"/>
                  <a:pt x="61307" y="39986"/>
                </a:cubicBezTo>
                <a:cubicBezTo>
                  <a:pt x="64421" y="39986"/>
                  <a:pt x="69340" y="38717"/>
                  <a:pt x="72238" y="37166"/>
                </a:cubicBezTo>
                <a:cubicBezTo>
                  <a:pt x="76432" y="34922"/>
                  <a:pt x="77183" y="32731"/>
                  <a:pt x="75921" y="26420"/>
                </a:cubicBezTo>
                <a:cubicBezTo>
                  <a:pt x="74260" y="18119"/>
                  <a:pt x="79648" y="9008"/>
                  <a:pt x="86217" y="9008"/>
                </a:cubicBezTo>
                <a:cubicBezTo>
                  <a:pt x="88031" y="9008"/>
                  <a:pt x="90286" y="6579"/>
                  <a:pt x="91229" y="3610"/>
                </a:cubicBezTo>
                <a:cubicBezTo>
                  <a:pt x="92878" y="-1587"/>
                  <a:pt x="93226" y="-1498"/>
                  <a:pt x="100572" y="6016"/>
                </a:cubicBezTo>
                <a:cubicBezTo>
                  <a:pt x="104769" y="10308"/>
                  <a:pt x="111640" y="14575"/>
                  <a:pt x="115842" y="15498"/>
                </a:cubicBezTo>
                <a:cubicBezTo>
                  <a:pt x="120151" y="16445"/>
                  <a:pt x="126350" y="20937"/>
                  <a:pt x="130061" y="25801"/>
                </a:cubicBezTo>
                <a:cubicBezTo>
                  <a:pt x="137904" y="36084"/>
                  <a:pt x="151245" y="41900"/>
                  <a:pt x="153502" y="36020"/>
                </a:cubicBezTo>
                <a:cubicBezTo>
                  <a:pt x="155231" y="31515"/>
                  <a:pt x="162509" y="31058"/>
                  <a:pt x="166647" y="35196"/>
                </a:cubicBezTo>
                <a:cubicBezTo>
                  <a:pt x="168865" y="37413"/>
                  <a:pt x="171448" y="37384"/>
                  <a:pt x="177014" y="35079"/>
                </a:cubicBezTo>
                <a:cubicBezTo>
                  <a:pt x="186293" y="31236"/>
                  <a:pt x="197119" y="34830"/>
                  <a:pt x="199575" y="42570"/>
                </a:cubicBezTo>
                <a:cubicBezTo>
                  <a:pt x="202586" y="52057"/>
                  <a:pt x="211392" y="47722"/>
                  <a:pt x="223114" y="30983"/>
                </a:cubicBezTo>
                <a:cubicBezTo>
                  <a:pt x="231922" y="18404"/>
                  <a:pt x="235698" y="15160"/>
                  <a:pt x="243392" y="13562"/>
                </a:cubicBezTo>
                <a:cubicBezTo>
                  <a:pt x="248841" y="12430"/>
                  <a:pt x="254889" y="12690"/>
                  <a:pt x="257664" y="14175"/>
                </a:cubicBezTo>
                <a:cubicBezTo>
                  <a:pt x="260313" y="15593"/>
                  <a:pt x="265874" y="16753"/>
                  <a:pt x="270020" y="16753"/>
                </a:cubicBezTo>
                <a:cubicBezTo>
                  <a:pt x="275778" y="16753"/>
                  <a:pt x="280624" y="19992"/>
                  <a:pt x="290519" y="30455"/>
                </a:cubicBezTo>
                <a:cubicBezTo>
                  <a:pt x="297647" y="37991"/>
                  <a:pt x="305474" y="48017"/>
                  <a:pt x="307913" y="52734"/>
                </a:cubicBezTo>
                <a:cubicBezTo>
                  <a:pt x="312104" y="60839"/>
                  <a:pt x="312105" y="61851"/>
                  <a:pt x="307918" y="71135"/>
                </a:cubicBezTo>
                <a:cubicBezTo>
                  <a:pt x="304686" y="78303"/>
                  <a:pt x="303961" y="84117"/>
                  <a:pt x="305239" y="92635"/>
                </a:cubicBezTo>
                <a:cubicBezTo>
                  <a:pt x="306699" y="102374"/>
                  <a:pt x="305896" y="106269"/>
                  <a:pt x="300393" y="116124"/>
                </a:cubicBezTo>
                <a:cubicBezTo>
                  <a:pt x="293385" y="128678"/>
                  <a:pt x="292058" y="136701"/>
                  <a:pt x="296534" y="139467"/>
                </a:cubicBezTo>
                <a:cubicBezTo>
                  <a:pt x="298276" y="140544"/>
                  <a:pt x="297669" y="142329"/>
                  <a:pt x="294862" y="144381"/>
                </a:cubicBezTo>
                <a:cubicBezTo>
                  <a:pt x="289162" y="148549"/>
                  <a:pt x="291010" y="155821"/>
                  <a:pt x="302443" y="174221"/>
                </a:cubicBezTo>
                <a:cubicBezTo>
                  <a:pt x="315893" y="195868"/>
                  <a:pt x="320598" y="200036"/>
                  <a:pt x="331579" y="200036"/>
                </a:cubicBezTo>
                <a:cubicBezTo>
                  <a:pt x="336873" y="200036"/>
                  <a:pt x="343264" y="201951"/>
                  <a:pt x="345885" y="204322"/>
                </a:cubicBezTo>
                <a:cubicBezTo>
                  <a:pt x="351730" y="209612"/>
                  <a:pt x="352148" y="209195"/>
                  <a:pt x="358173" y="192088"/>
                </a:cubicBezTo>
                <a:cubicBezTo>
                  <a:pt x="360854" y="184473"/>
                  <a:pt x="364021" y="177924"/>
                  <a:pt x="365209" y="177533"/>
                </a:cubicBezTo>
                <a:cubicBezTo>
                  <a:pt x="369150" y="176239"/>
                  <a:pt x="377478" y="201079"/>
                  <a:pt x="378528" y="217259"/>
                </a:cubicBezTo>
                <a:lnTo>
                  <a:pt x="379561" y="233192"/>
                </a:lnTo>
                <a:lnTo>
                  <a:pt x="368302" y="234810"/>
                </a:lnTo>
                <a:cubicBezTo>
                  <a:pt x="362110" y="235699"/>
                  <a:pt x="350654" y="235730"/>
                  <a:pt x="342845" y="234877"/>
                </a:cubicBezTo>
                <a:cubicBezTo>
                  <a:pt x="300900" y="230295"/>
                  <a:pt x="296475" y="230334"/>
                  <a:pt x="294625" y="235311"/>
                </a:cubicBezTo>
                <a:cubicBezTo>
                  <a:pt x="292370" y="241375"/>
                  <a:pt x="269321" y="264572"/>
                  <a:pt x="265550" y="264572"/>
                </a:cubicBezTo>
                <a:cubicBezTo>
                  <a:pt x="261474" y="264572"/>
                  <a:pt x="258070" y="274955"/>
                  <a:pt x="257155" y="290178"/>
                </a:cubicBezTo>
                <a:cubicBezTo>
                  <a:pt x="256642" y="298710"/>
                  <a:pt x="255211" y="303293"/>
                  <a:pt x="253059" y="303293"/>
                </a:cubicBezTo>
                <a:cubicBezTo>
                  <a:pt x="251239" y="303294"/>
                  <a:pt x="248973" y="305327"/>
                  <a:pt x="248021" y="307811"/>
                </a:cubicBezTo>
                <a:cubicBezTo>
                  <a:pt x="247070" y="310296"/>
                  <a:pt x="244168" y="314071"/>
                  <a:pt x="241573" y="316201"/>
                </a:cubicBezTo>
                <a:cubicBezTo>
                  <a:pt x="235220" y="321415"/>
                  <a:pt x="231367" y="342287"/>
                  <a:pt x="230054" y="378609"/>
                </a:cubicBezTo>
                <a:cubicBezTo>
                  <a:pt x="229366" y="397612"/>
                  <a:pt x="227827" y="409663"/>
                  <a:pt x="225886" y="411224"/>
                </a:cubicBezTo>
                <a:cubicBezTo>
                  <a:pt x="220922" y="415217"/>
                  <a:pt x="207671" y="416995"/>
                  <a:pt x="203090" y="414284"/>
                </a:cubicBezTo>
                <a:close/>
              </a:path>
            </a:pathLst>
          </a:custGeom>
          <a:solidFill>
            <a:srgbClr val="B9B9B9"/>
          </a:solidFill>
          <a:ln w="5163" cap="flat">
            <a:noFill/>
            <a:prstDash val="solid"/>
            <a:miter/>
          </a:ln>
        </p:spPr>
        <p:txBody>
          <a:bodyPr/>
          <a:lstStyle/>
          <a:p>
            <a:endParaRPr lang="es-419" noProof="0" dirty="0"/>
          </a:p>
        </p:txBody>
      </p:sp>
      <p:sp>
        <p:nvSpPr>
          <p:cNvPr id="54" name="Forma libre: forma 53">
            <a:extLst>
              <a:ext uri="{FF2B5EF4-FFF2-40B4-BE49-F238E27FC236}">
                <a16:creationId xmlns:a16="http://schemas.microsoft.com/office/drawing/2014/main" id="{C7C5D37C-4E04-9904-3025-895AB2A1E0D5}"/>
              </a:ext>
            </a:extLst>
          </p:cNvPr>
          <p:cNvSpPr/>
          <p:nvPr/>
        </p:nvSpPr>
        <p:spPr>
          <a:xfrm>
            <a:off x="845627" y="1846993"/>
            <a:ext cx="4301" cy="5162"/>
          </a:xfrm>
          <a:custGeom>
            <a:avLst/>
            <a:gdLst>
              <a:gd name="csX0" fmla="*/ 4301 w 4301"/>
              <a:gd name="csY0" fmla="*/ 2581 h 5162"/>
              <a:gd name="csX1" fmla="*/ 1567 w 4301"/>
              <a:gd name="csY1" fmla="*/ 0 h 5162"/>
              <a:gd name="csX2" fmla="*/ 429 w 4301"/>
              <a:gd name="csY2" fmla="*/ 2581 h 5162"/>
              <a:gd name="csX3" fmla="*/ 3163 w 4301"/>
              <a:gd name="csY3" fmla="*/ 5163 h 5162"/>
              <a:gd name="csX4" fmla="*/ 4301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4301" y="2581"/>
                </a:moveTo>
                <a:cubicBezTo>
                  <a:pt x="4301" y="1162"/>
                  <a:pt x="3071" y="0"/>
                  <a:pt x="1567" y="0"/>
                </a:cubicBezTo>
                <a:cubicBezTo>
                  <a:pt x="64" y="0"/>
                  <a:pt x="-449" y="1162"/>
                  <a:pt x="429" y="2581"/>
                </a:cubicBezTo>
                <a:cubicBezTo>
                  <a:pt x="1306" y="4001"/>
                  <a:pt x="2537" y="5163"/>
                  <a:pt x="3163" y="5163"/>
                </a:cubicBezTo>
                <a:cubicBezTo>
                  <a:pt x="3789" y="5163"/>
                  <a:pt x="4301" y="4001"/>
                  <a:pt x="4301" y="2581"/>
                </a:cubicBezTo>
                <a:close/>
              </a:path>
            </a:pathLst>
          </a:custGeom>
          <a:solidFill>
            <a:srgbClr val="00C100"/>
          </a:solidFill>
          <a:ln w="5163" cap="flat">
            <a:noFill/>
            <a:prstDash val="solid"/>
            <a:miter/>
          </a:ln>
        </p:spPr>
        <p:txBody>
          <a:bodyPr/>
          <a:lstStyle/>
          <a:p>
            <a:endParaRPr lang="es-419" noProof="0" dirty="0"/>
          </a:p>
        </p:txBody>
      </p:sp>
      <p:sp>
        <p:nvSpPr>
          <p:cNvPr id="55" name="Forma libre: forma 54">
            <a:extLst>
              <a:ext uri="{FF2B5EF4-FFF2-40B4-BE49-F238E27FC236}">
                <a16:creationId xmlns:a16="http://schemas.microsoft.com/office/drawing/2014/main" id="{982060DE-D778-5BF6-26B0-157694D78813}"/>
              </a:ext>
            </a:extLst>
          </p:cNvPr>
          <p:cNvSpPr/>
          <p:nvPr/>
        </p:nvSpPr>
        <p:spPr>
          <a:xfrm>
            <a:off x="1407174" y="1572075"/>
            <a:ext cx="229470" cy="427142"/>
          </a:xfrm>
          <a:custGeom>
            <a:avLst/>
            <a:gdLst>
              <a:gd name="csX0" fmla="*/ 59479 w 229470"/>
              <a:gd name="csY0" fmla="*/ 423996 h 427142"/>
              <a:gd name="csX1" fmla="*/ 59694 w 229470"/>
              <a:gd name="csY1" fmla="*/ 396698 h 427142"/>
              <a:gd name="csX2" fmla="*/ 53195 w 229470"/>
              <a:gd name="csY2" fmla="*/ 362114 h 427142"/>
              <a:gd name="csX3" fmla="*/ 47446 w 229470"/>
              <a:gd name="csY3" fmla="*/ 337138 h 427142"/>
              <a:gd name="csX4" fmla="*/ 40306 w 229470"/>
              <a:gd name="csY4" fmla="*/ 312349 h 427142"/>
              <a:gd name="csX5" fmla="*/ 32609 w 229470"/>
              <a:gd name="csY5" fmla="*/ 289116 h 427142"/>
              <a:gd name="csX6" fmla="*/ 35070 w 229470"/>
              <a:gd name="csY6" fmla="*/ 271899 h 427142"/>
              <a:gd name="csX7" fmla="*/ 32418 w 229470"/>
              <a:gd name="csY7" fmla="*/ 260780 h 427142"/>
              <a:gd name="csX8" fmla="*/ 33172 w 229470"/>
              <a:gd name="csY8" fmla="*/ 247019 h 427142"/>
              <a:gd name="csX9" fmla="*/ 57856 w 229470"/>
              <a:gd name="csY9" fmla="*/ 240981 h 427142"/>
              <a:gd name="csX10" fmla="*/ 80243 w 229470"/>
              <a:gd name="csY10" fmla="*/ 236439 h 427142"/>
              <a:gd name="csX11" fmla="*/ 76436 w 229470"/>
              <a:gd name="csY11" fmla="*/ 228427 h 427142"/>
              <a:gd name="csX12" fmla="*/ 66283 w 229470"/>
              <a:gd name="csY12" fmla="*/ 225870 h 427142"/>
              <a:gd name="csX13" fmla="*/ 61369 w 229470"/>
              <a:gd name="csY13" fmla="*/ 221998 h 427142"/>
              <a:gd name="csX14" fmla="*/ 54487 w 229470"/>
              <a:gd name="csY14" fmla="*/ 218126 h 427142"/>
              <a:gd name="csX15" fmla="*/ 50882 w 229470"/>
              <a:gd name="csY15" fmla="*/ 215226 h 427142"/>
              <a:gd name="csX16" fmla="*/ 39078 w 229470"/>
              <a:gd name="csY16" fmla="*/ 199827 h 427142"/>
              <a:gd name="csX17" fmla="*/ 27028 w 229470"/>
              <a:gd name="csY17" fmla="*/ 179593 h 427142"/>
              <a:gd name="csX18" fmla="*/ 26078 w 229470"/>
              <a:gd name="csY18" fmla="*/ 170317 h 427142"/>
              <a:gd name="csX19" fmla="*/ 23581 w 229470"/>
              <a:gd name="csY19" fmla="*/ 162984 h 427142"/>
              <a:gd name="csX20" fmla="*/ 11790 w 229470"/>
              <a:gd name="csY20" fmla="*/ 145065 h 427142"/>
              <a:gd name="csX21" fmla="*/ 0 w 229470"/>
              <a:gd name="csY21" fmla="*/ 132934 h 427142"/>
              <a:gd name="csX22" fmla="*/ 16266 w 229470"/>
              <a:gd name="csY22" fmla="*/ 118970 h 427142"/>
              <a:gd name="csX23" fmla="*/ 37313 w 229470"/>
              <a:gd name="csY23" fmla="*/ 107565 h 427142"/>
              <a:gd name="csX24" fmla="*/ 42526 w 229470"/>
              <a:gd name="csY24" fmla="*/ 109268 h 427142"/>
              <a:gd name="csX25" fmla="*/ 48759 w 229470"/>
              <a:gd name="csY25" fmla="*/ 100129 h 427142"/>
              <a:gd name="csX26" fmla="*/ 49251 w 229470"/>
              <a:gd name="csY26" fmla="*/ 64399 h 427142"/>
              <a:gd name="csX27" fmla="*/ 38960 w 229470"/>
              <a:gd name="csY27" fmla="*/ 62708 h 427142"/>
              <a:gd name="csX28" fmla="*/ 28744 w 229470"/>
              <a:gd name="csY28" fmla="*/ 61040 h 427142"/>
              <a:gd name="csX29" fmla="*/ 53379 w 229470"/>
              <a:gd name="csY29" fmla="*/ 39197 h 427142"/>
              <a:gd name="csX30" fmla="*/ 71905 w 229470"/>
              <a:gd name="csY30" fmla="*/ 19485 h 427142"/>
              <a:gd name="csX31" fmla="*/ 90959 w 229470"/>
              <a:gd name="csY31" fmla="*/ 8717 h 427142"/>
              <a:gd name="csX32" fmla="*/ 109824 w 229470"/>
              <a:gd name="csY32" fmla="*/ 6256 h 427142"/>
              <a:gd name="csX33" fmla="*/ 121001 w 229470"/>
              <a:gd name="csY33" fmla="*/ 2822 h 427142"/>
              <a:gd name="csX34" fmla="*/ 122428 w 229470"/>
              <a:gd name="csY34" fmla="*/ 8347 h 427142"/>
              <a:gd name="csX35" fmla="*/ 111269 w 229470"/>
              <a:gd name="csY35" fmla="*/ 31492 h 427142"/>
              <a:gd name="csX36" fmla="*/ 125654 w 229470"/>
              <a:gd name="csY36" fmla="*/ 68353 h 427142"/>
              <a:gd name="csX37" fmla="*/ 129394 w 229470"/>
              <a:gd name="csY37" fmla="*/ 83822 h 427142"/>
              <a:gd name="csX38" fmla="*/ 132621 w 229470"/>
              <a:gd name="csY38" fmla="*/ 87380 h 427142"/>
              <a:gd name="csX39" fmla="*/ 129420 w 229470"/>
              <a:gd name="csY39" fmla="*/ 96950 h 427142"/>
              <a:gd name="csX40" fmla="*/ 135228 w 229470"/>
              <a:gd name="csY40" fmla="*/ 104581 h 427142"/>
              <a:gd name="csX41" fmla="*/ 149666 w 229470"/>
              <a:gd name="csY41" fmla="*/ 122913 h 427142"/>
              <a:gd name="csX42" fmla="*/ 159752 w 229470"/>
              <a:gd name="csY42" fmla="*/ 139280 h 427142"/>
              <a:gd name="csX43" fmla="*/ 168181 w 229470"/>
              <a:gd name="csY43" fmla="*/ 148315 h 427142"/>
              <a:gd name="csX44" fmla="*/ 179067 w 229470"/>
              <a:gd name="csY44" fmla="*/ 159986 h 427142"/>
              <a:gd name="csX45" fmla="*/ 189769 w 229470"/>
              <a:gd name="csY45" fmla="*/ 164249 h 427142"/>
              <a:gd name="csX46" fmla="*/ 197030 w 229470"/>
              <a:gd name="csY46" fmla="*/ 167037 h 427142"/>
              <a:gd name="csX47" fmla="*/ 208574 w 229470"/>
              <a:gd name="csY47" fmla="*/ 163915 h 427142"/>
              <a:gd name="csX48" fmla="*/ 216996 w 229470"/>
              <a:gd name="csY48" fmla="*/ 163915 h 427142"/>
              <a:gd name="csX49" fmla="*/ 217738 w 229470"/>
              <a:gd name="csY49" fmla="*/ 187794 h 427142"/>
              <a:gd name="csX50" fmla="*/ 224437 w 229470"/>
              <a:gd name="csY50" fmla="*/ 212516 h 427142"/>
              <a:gd name="csX51" fmla="*/ 229386 w 229470"/>
              <a:gd name="csY51" fmla="*/ 216389 h 427142"/>
              <a:gd name="csX52" fmla="*/ 185958 w 229470"/>
              <a:gd name="csY52" fmla="*/ 248433 h 427142"/>
              <a:gd name="csX53" fmla="*/ 168142 w 229470"/>
              <a:gd name="csY53" fmla="*/ 261325 h 427142"/>
              <a:gd name="csX54" fmla="*/ 158371 w 229470"/>
              <a:gd name="csY54" fmla="*/ 277501 h 427142"/>
              <a:gd name="csX55" fmla="*/ 143795 w 229470"/>
              <a:gd name="csY55" fmla="*/ 286536 h 427142"/>
              <a:gd name="csX56" fmla="*/ 128870 w 229470"/>
              <a:gd name="csY56" fmla="*/ 295569 h 427142"/>
              <a:gd name="csX57" fmla="*/ 127129 w 229470"/>
              <a:gd name="csY57" fmla="*/ 308193 h 427142"/>
              <a:gd name="csX58" fmla="*/ 130400 w 229470"/>
              <a:gd name="csY58" fmla="*/ 326436 h 427142"/>
              <a:gd name="csX59" fmla="*/ 134994 w 229470"/>
              <a:gd name="csY59" fmla="*/ 349937 h 427142"/>
              <a:gd name="csX60" fmla="*/ 142327 w 229470"/>
              <a:gd name="csY60" fmla="*/ 362849 h 427142"/>
              <a:gd name="csX61" fmla="*/ 123210 w 229470"/>
              <a:gd name="csY61" fmla="*/ 373013 h 427142"/>
              <a:gd name="csX62" fmla="*/ 101651 w 229470"/>
              <a:gd name="csY62" fmla="*/ 397639 h 427142"/>
              <a:gd name="csX63" fmla="*/ 95883 w 229470"/>
              <a:gd name="csY63" fmla="*/ 407869 h 427142"/>
              <a:gd name="csX64" fmla="*/ 86571 w 229470"/>
              <a:gd name="csY64" fmla="*/ 418453 h 427142"/>
              <a:gd name="csX65" fmla="*/ 80167 w 229470"/>
              <a:gd name="csY65" fmla="*/ 421479 h 427142"/>
              <a:gd name="csX66" fmla="*/ 70822 w 229470"/>
              <a:gd name="csY66" fmla="*/ 423763 h 427142"/>
              <a:gd name="csX67" fmla="*/ 59479 w 229470"/>
              <a:gd name="csY67" fmla="*/ 423996 h 42714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Lst>
            <a:rect l="l" t="t" r="r" b="b"/>
            <a:pathLst>
              <a:path w="229470" h="427142">
                <a:moveTo>
                  <a:pt x="59479" y="423996"/>
                </a:moveTo>
                <a:cubicBezTo>
                  <a:pt x="59345" y="422222"/>
                  <a:pt x="59442" y="409937"/>
                  <a:pt x="59694" y="396698"/>
                </a:cubicBezTo>
                <a:cubicBezTo>
                  <a:pt x="60117" y="374482"/>
                  <a:pt x="59616" y="371817"/>
                  <a:pt x="53195" y="362114"/>
                </a:cubicBezTo>
                <a:cubicBezTo>
                  <a:pt x="47165" y="353002"/>
                  <a:pt x="46399" y="349674"/>
                  <a:pt x="47446" y="337138"/>
                </a:cubicBezTo>
                <a:cubicBezTo>
                  <a:pt x="48558" y="323819"/>
                  <a:pt x="47993" y="321857"/>
                  <a:pt x="40306" y="312349"/>
                </a:cubicBezTo>
                <a:cubicBezTo>
                  <a:pt x="33058" y="303383"/>
                  <a:pt x="32044" y="300323"/>
                  <a:pt x="32609" y="289116"/>
                </a:cubicBezTo>
                <a:cubicBezTo>
                  <a:pt x="32967" y="282017"/>
                  <a:pt x="34074" y="274269"/>
                  <a:pt x="35070" y="271899"/>
                </a:cubicBezTo>
                <a:cubicBezTo>
                  <a:pt x="36124" y="269390"/>
                  <a:pt x="35017" y="264746"/>
                  <a:pt x="32418" y="260780"/>
                </a:cubicBezTo>
                <a:cubicBezTo>
                  <a:pt x="28144" y="254257"/>
                  <a:pt x="28176" y="253678"/>
                  <a:pt x="33172" y="247019"/>
                </a:cubicBezTo>
                <a:cubicBezTo>
                  <a:pt x="38159" y="240374"/>
                  <a:pt x="39247" y="240108"/>
                  <a:pt x="57856" y="240981"/>
                </a:cubicBezTo>
                <a:cubicBezTo>
                  <a:pt x="75524" y="241809"/>
                  <a:pt x="77593" y="241390"/>
                  <a:pt x="80243" y="236439"/>
                </a:cubicBezTo>
                <a:cubicBezTo>
                  <a:pt x="82790" y="231679"/>
                  <a:pt x="82305" y="230659"/>
                  <a:pt x="76436" y="228427"/>
                </a:cubicBezTo>
                <a:cubicBezTo>
                  <a:pt x="72737" y="227021"/>
                  <a:pt x="68168" y="225870"/>
                  <a:pt x="66283" y="225870"/>
                </a:cubicBezTo>
                <a:cubicBezTo>
                  <a:pt x="64397" y="225870"/>
                  <a:pt x="62186" y="224127"/>
                  <a:pt x="61369" y="221998"/>
                </a:cubicBezTo>
                <a:cubicBezTo>
                  <a:pt x="60552" y="219868"/>
                  <a:pt x="57455" y="218126"/>
                  <a:pt x="54487" y="218126"/>
                </a:cubicBezTo>
                <a:cubicBezTo>
                  <a:pt x="51152" y="218126"/>
                  <a:pt x="49775" y="217018"/>
                  <a:pt x="50882" y="215226"/>
                </a:cubicBezTo>
                <a:cubicBezTo>
                  <a:pt x="51914" y="213556"/>
                  <a:pt x="46909" y="207027"/>
                  <a:pt x="39078" y="199827"/>
                </a:cubicBezTo>
                <a:cubicBezTo>
                  <a:pt x="27017" y="188739"/>
                  <a:pt x="25656" y="186453"/>
                  <a:pt x="27028" y="179593"/>
                </a:cubicBezTo>
                <a:cubicBezTo>
                  <a:pt x="27878" y="175340"/>
                  <a:pt x="27451" y="171165"/>
                  <a:pt x="26078" y="170317"/>
                </a:cubicBezTo>
                <a:cubicBezTo>
                  <a:pt x="24704" y="169468"/>
                  <a:pt x="23581" y="166168"/>
                  <a:pt x="23581" y="162984"/>
                </a:cubicBezTo>
                <a:cubicBezTo>
                  <a:pt x="23581" y="159602"/>
                  <a:pt x="18679" y="152152"/>
                  <a:pt x="11790" y="145065"/>
                </a:cubicBezTo>
                <a:lnTo>
                  <a:pt x="0" y="132934"/>
                </a:lnTo>
                <a:lnTo>
                  <a:pt x="16266" y="118970"/>
                </a:lnTo>
                <a:cubicBezTo>
                  <a:pt x="29571" y="107549"/>
                  <a:pt x="33403" y="105472"/>
                  <a:pt x="37313" y="107565"/>
                </a:cubicBezTo>
                <a:cubicBezTo>
                  <a:pt x="39942" y="108972"/>
                  <a:pt x="42288" y="109738"/>
                  <a:pt x="42526" y="109268"/>
                </a:cubicBezTo>
                <a:cubicBezTo>
                  <a:pt x="42764" y="108799"/>
                  <a:pt x="45569" y="104686"/>
                  <a:pt x="48759" y="100129"/>
                </a:cubicBezTo>
                <a:cubicBezTo>
                  <a:pt x="56473" y="89108"/>
                  <a:pt x="56720" y="71159"/>
                  <a:pt x="49251" y="64399"/>
                </a:cubicBezTo>
                <a:cubicBezTo>
                  <a:pt x="44880" y="60443"/>
                  <a:pt x="43064" y="60145"/>
                  <a:pt x="38960" y="62708"/>
                </a:cubicBezTo>
                <a:cubicBezTo>
                  <a:pt x="31928" y="67099"/>
                  <a:pt x="28744" y="66579"/>
                  <a:pt x="28744" y="61040"/>
                </a:cubicBezTo>
                <a:cubicBezTo>
                  <a:pt x="28744" y="53145"/>
                  <a:pt x="42480" y="40966"/>
                  <a:pt x="53379" y="39197"/>
                </a:cubicBezTo>
                <a:cubicBezTo>
                  <a:pt x="66115" y="37130"/>
                  <a:pt x="70109" y="32880"/>
                  <a:pt x="71905" y="19485"/>
                </a:cubicBezTo>
                <a:cubicBezTo>
                  <a:pt x="73827" y="5162"/>
                  <a:pt x="82115" y="478"/>
                  <a:pt x="90959" y="8717"/>
                </a:cubicBezTo>
                <a:cubicBezTo>
                  <a:pt x="98823" y="16043"/>
                  <a:pt x="101930" y="15638"/>
                  <a:pt x="109824" y="6256"/>
                </a:cubicBezTo>
                <a:cubicBezTo>
                  <a:pt x="116173" y="-1290"/>
                  <a:pt x="116721" y="-1458"/>
                  <a:pt x="121001" y="2822"/>
                </a:cubicBezTo>
                <a:cubicBezTo>
                  <a:pt x="124083" y="5904"/>
                  <a:pt x="124533" y="7646"/>
                  <a:pt x="122428" y="8347"/>
                </a:cubicBezTo>
                <a:cubicBezTo>
                  <a:pt x="108913" y="12852"/>
                  <a:pt x="101196" y="28858"/>
                  <a:pt x="111269" y="31492"/>
                </a:cubicBezTo>
                <a:cubicBezTo>
                  <a:pt x="117751" y="33187"/>
                  <a:pt x="127868" y="59114"/>
                  <a:pt x="125654" y="68353"/>
                </a:cubicBezTo>
                <a:cubicBezTo>
                  <a:pt x="122658" y="80848"/>
                  <a:pt x="122997" y="82249"/>
                  <a:pt x="129394" y="83822"/>
                </a:cubicBezTo>
                <a:cubicBezTo>
                  <a:pt x="133741" y="84890"/>
                  <a:pt x="134786" y="86042"/>
                  <a:pt x="132621" y="87380"/>
                </a:cubicBezTo>
                <a:cubicBezTo>
                  <a:pt x="130861" y="88468"/>
                  <a:pt x="129420" y="92774"/>
                  <a:pt x="129420" y="96950"/>
                </a:cubicBezTo>
                <a:cubicBezTo>
                  <a:pt x="129420" y="103090"/>
                  <a:pt x="130531" y="104549"/>
                  <a:pt x="135228" y="104581"/>
                </a:cubicBezTo>
                <a:cubicBezTo>
                  <a:pt x="144939" y="104647"/>
                  <a:pt x="147895" y="108401"/>
                  <a:pt x="149666" y="122913"/>
                </a:cubicBezTo>
                <a:cubicBezTo>
                  <a:pt x="151241" y="135814"/>
                  <a:pt x="151964" y="136987"/>
                  <a:pt x="159752" y="139280"/>
                </a:cubicBezTo>
                <a:cubicBezTo>
                  <a:pt x="166352" y="141223"/>
                  <a:pt x="168150" y="143150"/>
                  <a:pt x="168181" y="148315"/>
                </a:cubicBezTo>
                <a:cubicBezTo>
                  <a:pt x="168242" y="158306"/>
                  <a:pt x="171565" y="161869"/>
                  <a:pt x="179067" y="159986"/>
                </a:cubicBezTo>
                <a:cubicBezTo>
                  <a:pt x="184111" y="158720"/>
                  <a:pt x="186588" y="159706"/>
                  <a:pt x="189769" y="164249"/>
                </a:cubicBezTo>
                <a:cubicBezTo>
                  <a:pt x="193006" y="168870"/>
                  <a:pt x="194589" y="169478"/>
                  <a:pt x="197030" y="167037"/>
                </a:cubicBezTo>
                <a:cubicBezTo>
                  <a:pt x="198747" y="165320"/>
                  <a:pt x="203942" y="163915"/>
                  <a:pt x="208574" y="163915"/>
                </a:cubicBezTo>
                <a:lnTo>
                  <a:pt x="216996" y="163915"/>
                </a:lnTo>
                <a:lnTo>
                  <a:pt x="217738" y="187794"/>
                </a:lnTo>
                <a:cubicBezTo>
                  <a:pt x="218444" y="210514"/>
                  <a:pt x="218769" y="211713"/>
                  <a:pt x="224437" y="212516"/>
                </a:cubicBezTo>
                <a:cubicBezTo>
                  <a:pt x="227714" y="212981"/>
                  <a:pt x="229940" y="214723"/>
                  <a:pt x="229386" y="216389"/>
                </a:cubicBezTo>
                <a:cubicBezTo>
                  <a:pt x="227670" y="221537"/>
                  <a:pt x="190328" y="249091"/>
                  <a:pt x="185958" y="248433"/>
                </a:cubicBezTo>
                <a:cubicBezTo>
                  <a:pt x="178411" y="247297"/>
                  <a:pt x="168142" y="254728"/>
                  <a:pt x="168142" y="261325"/>
                </a:cubicBezTo>
                <a:cubicBezTo>
                  <a:pt x="168142" y="269993"/>
                  <a:pt x="163608" y="277499"/>
                  <a:pt x="158371" y="277501"/>
                </a:cubicBezTo>
                <a:cubicBezTo>
                  <a:pt x="155936" y="277502"/>
                  <a:pt x="149377" y="281568"/>
                  <a:pt x="143795" y="286536"/>
                </a:cubicBezTo>
                <a:cubicBezTo>
                  <a:pt x="138212" y="291504"/>
                  <a:pt x="131496" y="295569"/>
                  <a:pt x="128870" y="295569"/>
                </a:cubicBezTo>
                <a:cubicBezTo>
                  <a:pt x="121381" y="295569"/>
                  <a:pt x="120392" y="302737"/>
                  <a:pt x="127129" y="308193"/>
                </a:cubicBezTo>
                <a:cubicBezTo>
                  <a:pt x="132769" y="312760"/>
                  <a:pt x="132971" y="313884"/>
                  <a:pt x="130400" y="326436"/>
                </a:cubicBezTo>
                <a:cubicBezTo>
                  <a:pt x="127799" y="339132"/>
                  <a:pt x="128033" y="340327"/>
                  <a:pt x="134994" y="349937"/>
                </a:cubicBezTo>
                <a:cubicBezTo>
                  <a:pt x="139027" y="355505"/>
                  <a:pt x="142327" y="361315"/>
                  <a:pt x="142327" y="362849"/>
                </a:cubicBezTo>
                <a:cubicBezTo>
                  <a:pt x="142327" y="368872"/>
                  <a:pt x="134539" y="373013"/>
                  <a:pt x="123210" y="373013"/>
                </a:cubicBezTo>
                <a:cubicBezTo>
                  <a:pt x="109180" y="373013"/>
                  <a:pt x="103724" y="379244"/>
                  <a:pt x="101651" y="397639"/>
                </a:cubicBezTo>
                <a:cubicBezTo>
                  <a:pt x="100573" y="407198"/>
                  <a:pt x="99540" y="409030"/>
                  <a:pt x="95883" y="407869"/>
                </a:cubicBezTo>
                <a:cubicBezTo>
                  <a:pt x="90324" y="406105"/>
                  <a:pt x="84411" y="412825"/>
                  <a:pt x="86571" y="418453"/>
                </a:cubicBezTo>
                <a:cubicBezTo>
                  <a:pt x="87898" y="421912"/>
                  <a:pt x="86764" y="422448"/>
                  <a:pt x="80167" y="421479"/>
                </a:cubicBezTo>
                <a:cubicBezTo>
                  <a:pt x="74953" y="420714"/>
                  <a:pt x="71686" y="421512"/>
                  <a:pt x="70822" y="423763"/>
                </a:cubicBezTo>
                <a:cubicBezTo>
                  <a:pt x="69146" y="428132"/>
                  <a:pt x="59804" y="428324"/>
                  <a:pt x="59479" y="423996"/>
                </a:cubicBezTo>
                <a:close/>
              </a:path>
            </a:pathLst>
          </a:custGeom>
          <a:solidFill>
            <a:srgbClr val="B9B9B9"/>
          </a:solidFill>
          <a:ln w="5163" cap="flat">
            <a:noFill/>
            <a:prstDash val="solid"/>
            <a:miter/>
          </a:ln>
        </p:spPr>
        <p:txBody>
          <a:bodyPr/>
          <a:lstStyle/>
          <a:p>
            <a:endParaRPr lang="es-419" noProof="0" dirty="0"/>
          </a:p>
        </p:txBody>
      </p:sp>
      <p:sp>
        <p:nvSpPr>
          <p:cNvPr id="56" name="Forma libre: forma 55">
            <a:extLst>
              <a:ext uri="{FF2B5EF4-FFF2-40B4-BE49-F238E27FC236}">
                <a16:creationId xmlns:a16="http://schemas.microsoft.com/office/drawing/2014/main" id="{FB351A39-9227-D010-6027-4117641E64B2}"/>
              </a:ext>
            </a:extLst>
          </p:cNvPr>
          <p:cNvSpPr/>
          <p:nvPr/>
        </p:nvSpPr>
        <p:spPr>
          <a:xfrm>
            <a:off x="1184880" y="1375117"/>
            <a:ext cx="334306" cy="498738"/>
          </a:xfrm>
          <a:custGeom>
            <a:avLst/>
            <a:gdLst>
              <a:gd name="csX0" fmla="*/ 247743 w 334306"/>
              <a:gd name="csY0" fmla="*/ 496867 h 498738"/>
              <a:gd name="csX1" fmla="*/ 240505 w 334306"/>
              <a:gd name="csY1" fmla="*/ 493884 h 498738"/>
              <a:gd name="csX2" fmla="*/ 219827 w 334306"/>
              <a:gd name="csY2" fmla="*/ 476477 h 498738"/>
              <a:gd name="csX3" fmla="*/ 204292 w 334306"/>
              <a:gd name="csY3" fmla="*/ 470138 h 498738"/>
              <a:gd name="csX4" fmla="*/ 191180 w 334306"/>
              <a:gd name="csY4" fmla="*/ 465927 h 498738"/>
              <a:gd name="csX5" fmla="*/ 185245 w 334306"/>
              <a:gd name="csY5" fmla="*/ 460255 h 498738"/>
              <a:gd name="csX6" fmla="*/ 179372 w 334306"/>
              <a:gd name="csY6" fmla="*/ 456383 h 498738"/>
              <a:gd name="csX7" fmla="*/ 119384 w 334306"/>
              <a:gd name="csY7" fmla="*/ 437991 h 498738"/>
              <a:gd name="csX8" fmla="*/ 89617 w 334306"/>
              <a:gd name="csY8" fmla="*/ 463480 h 498738"/>
              <a:gd name="csX9" fmla="*/ 81270 w 334306"/>
              <a:gd name="csY9" fmla="*/ 471310 h 498738"/>
              <a:gd name="csX10" fmla="*/ 65769 w 334306"/>
              <a:gd name="csY10" fmla="*/ 466800 h 498738"/>
              <a:gd name="csX11" fmla="*/ 41569 w 334306"/>
              <a:gd name="csY11" fmla="*/ 444771 h 498738"/>
              <a:gd name="csX12" fmla="*/ 29063 w 334306"/>
              <a:gd name="csY12" fmla="*/ 422183 h 498738"/>
              <a:gd name="csX13" fmla="*/ 35486 w 334306"/>
              <a:gd name="csY13" fmla="*/ 420247 h 498738"/>
              <a:gd name="csX14" fmla="*/ 36311 w 334306"/>
              <a:gd name="csY14" fmla="*/ 410716 h 498738"/>
              <a:gd name="csX15" fmla="*/ 30682 w 334306"/>
              <a:gd name="csY15" fmla="*/ 404725 h 498738"/>
              <a:gd name="csX16" fmla="*/ 36945 w 334306"/>
              <a:gd name="csY16" fmla="*/ 393771 h 498738"/>
              <a:gd name="csX17" fmla="*/ 44969 w 334306"/>
              <a:gd name="csY17" fmla="*/ 363455 h 498738"/>
              <a:gd name="csX18" fmla="*/ 48481 w 334306"/>
              <a:gd name="csY18" fmla="*/ 335841 h 498738"/>
              <a:gd name="csX19" fmla="*/ 28755 w 334306"/>
              <a:gd name="csY19" fmla="*/ 300210 h 498738"/>
              <a:gd name="csX20" fmla="*/ 9477 w 334306"/>
              <a:gd name="csY20" fmla="*/ 236920 h 498738"/>
              <a:gd name="csX21" fmla="*/ 0 w 334306"/>
              <a:gd name="csY21" fmla="*/ 183956 h 498738"/>
              <a:gd name="csX22" fmla="*/ 8603 w 334306"/>
              <a:gd name="csY22" fmla="*/ 171093 h 498738"/>
              <a:gd name="csX23" fmla="*/ 19247 w 334306"/>
              <a:gd name="csY23" fmla="*/ 157370 h 498738"/>
              <a:gd name="csX24" fmla="*/ 21288 w 334306"/>
              <a:gd name="csY24" fmla="*/ 154226 h 498738"/>
              <a:gd name="csX25" fmla="*/ 42935 w 334306"/>
              <a:gd name="csY25" fmla="*/ 118946 h 498738"/>
              <a:gd name="csX26" fmla="*/ 66467 w 334306"/>
              <a:gd name="csY26" fmla="*/ 79496 h 498738"/>
              <a:gd name="csX27" fmla="*/ 76541 w 334306"/>
              <a:gd name="csY27" fmla="*/ 65175 h 498738"/>
              <a:gd name="csX28" fmla="*/ 97572 w 334306"/>
              <a:gd name="csY28" fmla="*/ 34163 h 498738"/>
              <a:gd name="csX29" fmla="*/ 112627 w 334306"/>
              <a:gd name="csY29" fmla="*/ 9814 h 498738"/>
              <a:gd name="csX30" fmla="*/ 119648 w 334306"/>
              <a:gd name="csY30" fmla="*/ 4329 h 498738"/>
              <a:gd name="csX31" fmla="*/ 132858 w 334306"/>
              <a:gd name="csY31" fmla="*/ 713 h 498738"/>
              <a:gd name="csX32" fmla="*/ 193546 w 334306"/>
              <a:gd name="csY32" fmla="*/ 5578 h 498738"/>
              <a:gd name="csX33" fmla="*/ 220060 w 334306"/>
              <a:gd name="csY33" fmla="*/ 20523 h 498738"/>
              <a:gd name="csX34" fmla="*/ 224578 w 334306"/>
              <a:gd name="csY34" fmla="*/ 25298 h 498738"/>
              <a:gd name="csX35" fmla="*/ 221567 w 334306"/>
              <a:gd name="csY35" fmla="*/ 31335 h 498738"/>
              <a:gd name="csX36" fmla="*/ 217338 w 334306"/>
              <a:gd name="csY36" fmla="*/ 39397 h 498738"/>
              <a:gd name="csX37" fmla="*/ 222891 w 334306"/>
              <a:gd name="csY37" fmla="*/ 37878 h 498738"/>
              <a:gd name="csX38" fmla="*/ 225189 w 334306"/>
              <a:gd name="csY38" fmla="*/ 36902 h 498738"/>
              <a:gd name="csX39" fmla="*/ 234581 w 334306"/>
              <a:gd name="csY39" fmla="*/ 40152 h 498738"/>
              <a:gd name="csX40" fmla="*/ 261177 w 334306"/>
              <a:gd name="csY40" fmla="*/ 57181 h 498738"/>
              <a:gd name="csX41" fmla="*/ 267817 w 334306"/>
              <a:gd name="csY41" fmla="*/ 67059 h 498738"/>
              <a:gd name="csX42" fmla="*/ 274280 w 334306"/>
              <a:gd name="csY42" fmla="*/ 79049 h 498738"/>
              <a:gd name="csX43" fmla="*/ 279443 w 334306"/>
              <a:gd name="csY43" fmla="*/ 91820 h 498738"/>
              <a:gd name="csX44" fmla="*/ 284596 w 334306"/>
              <a:gd name="csY44" fmla="*/ 105775 h 498738"/>
              <a:gd name="csX45" fmla="*/ 291417 w 334306"/>
              <a:gd name="csY45" fmla="*/ 120219 h 498738"/>
              <a:gd name="csX46" fmla="*/ 298659 w 334306"/>
              <a:gd name="csY46" fmla="*/ 133370 h 498738"/>
              <a:gd name="csX47" fmla="*/ 314425 w 334306"/>
              <a:gd name="csY47" fmla="*/ 156674 h 498738"/>
              <a:gd name="csX48" fmla="*/ 323321 w 334306"/>
              <a:gd name="csY48" fmla="*/ 164371 h 498738"/>
              <a:gd name="csX49" fmla="*/ 329277 w 334306"/>
              <a:gd name="csY49" fmla="*/ 172896 h 498738"/>
              <a:gd name="csX50" fmla="*/ 327346 w 334306"/>
              <a:gd name="csY50" fmla="*/ 203260 h 498738"/>
              <a:gd name="csX51" fmla="*/ 321564 w 334306"/>
              <a:gd name="csY51" fmla="*/ 208691 h 498738"/>
              <a:gd name="csX52" fmla="*/ 314839 w 334306"/>
              <a:gd name="csY52" fmla="*/ 201967 h 498738"/>
              <a:gd name="csX53" fmla="*/ 300945 w 334306"/>
              <a:gd name="csY53" fmla="*/ 198679 h 498738"/>
              <a:gd name="csX54" fmla="*/ 291854 w 334306"/>
              <a:gd name="csY54" fmla="*/ 213362 h 498738"/>
              <a:gd name="csX55" fmla="*/ 273477 w 334306"/>
              <a:gd name="csY55" fmla="*/ 233193 h 498738"/>
              <a:gd name="csX56" fmla="*/ 248561 w 334306"/>
              <a:gd name="csY56" fmla="*/ 258261 h 498738"/>
              <a:gd name="csX57" fmla="*/ 254757 w 334306"/>
              <a:gd name="csY57" fmla="*/ 265360 h 498738"/>
              <a:gd name="csX58" fmla="*/ 262758 w 334306"/>
              <a:gd name="csY58" fmla="*/ 262611 h 498738"/>
              <a:gd name="csX59" fmla="*/ 269300 w 334306"/>
              <a:gd name="csY59" fmla="*/ 264243 h 498738"/>
              <a:gd name="csX60" fmla="*/ 257492 w 334306"/>
              <a:gd name="csY60" fmla="*/ 300210 h 498738"/>
              <a:gd name="csX61" fmla="*/ 220205 w 334306"/>
              <a:gd name="csY61" fmla="*/ 329428 h 498738"/>
              <a:gd name="csX62" fmla="*/ 231476 w 334306"/>
              <a:gd name="csY62" fmla="*/ 344578 h 498738"/>
              <a:gd name="csX63" fmla="*/ 244540 w 334306"/>
              <a:gd name="csY63" fmla="*/ 369570 h 498738"/>
              <a:gd name="csX64" fmla="*/ 259568 w 334306"/>
              <a:gd name="csY64" fmla="*/ 400936 h 498738"/>
              <a:gd name="csX65" fmla="*/ 267812 w 334306"/>
              <a:gd name="csY65" fmla="*/ 410972 h 498738"/>
              <a:gd name="csX66" fmla="*/ 272980 w 334306"/>
              <a:gd name="csY66" fmla="*/ 418667 h 498738"/>
              <a:gd name="csX67" fmla="*/ 279745 w 334306"/>
              <a:gd name="csY67" fmla="*/ 423732 h 498738"/>
              <a:gd name="csX68" fmla="*/ 289553 w 334306"/>
              <a:gd name="csY68" fmla="*/ 427604 h 498738"/>
              <a:gd name="csX69" fmla="*/ 298277 w 334306"/>
              <a:gd name="csY69" fmla="*/ 431864 h 498738"/>
              <a:gd name="csX70" fmla="*/ 272913 w 334306"/>
              <a:gd name="csY70" fmla="*/ 433099 h 498738"/>
              <a:gd name="csX71" fmla="*/ 253686 w 334306"/>
              <a:gd name="csY71" fmla="*/ 440109 h 498738"/>
              <a:gd name="csX72" fmla="*/ 252360 w 334306"/>
              <a:gd name="csY72" fmla="*/ 461577 h 498738"/>
              <a:gd name="csX73" fmla="*/ 253346 w 334306"/>
              <a:gd name="csY73" fmla="*/ 468333 h 498738"/>
              <a:gd name="csX74" fmla="*/ 251680 w 334306"/>
              <a:gd name="csY74" fmla="*/ 476637 h 498738"/>
              <a:gd name="csX75" fmla="*/ 251259 w 334306"/>
              <a:gd name="csY75" fmla="*/ 491494 h 498738"/>
              <a:gd name="csX76" fmla="*/ 247743 w 334306"/>
              <a:gd name="csY76" fmla="*/ 496867 h 4987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Lst>
            <a:rect l="l" t="t" r="r" b="b"/>
            <a:pathLst>
              <a:path w="334306" h="498738">
                <a:moveTo>
                  <a:pt x="247743" y="496867"/>
                </a:moveTo>
                <a:cubicBezTo>
                  <a:pt x="246424" y="493506"/>
                  <a:pt x="244367" y="492659"/>
                  <a:pt x="240505" y="493884"/>
                </a:cubicBezTo>
                <a:cubicBezTo>
                  <a:pt x="234008" y="495946"/>
                  <a:pt x="224617" y="488040"/>
                  <a:pt x="219827" y="476477"/>
                </a:cubicBezTo>
                <a:cubicBezTo>
                  <a:pt x="216729" y="468997"/>
                  <a:pt x="216097" y="468739"/>
                  <a:pt x="204292" y="470138"/>
                </a:cubicBezTo>
                <a:cubicBezTo>
                  <a:pt x="193057" y="471468"/>
                  <a:pt x="191916" y="471102"/>
                  <a:pt x="191180" y="465927"/>
                </a:cubicBezTo>
                <a:cubicBezTo>
                  <a:pt x="190659" y="462266"/>
                  <a:pt x="188558" y="460258"/>
                  <a:pt x="185245" y="460255"/>
                </a:cubicBezTo>
                <a:cubicBezTo>
                  <a:pt x="182424" y="460253"/>
                  <a:pt x="179781" y="458510"/>
                  <a:pt x="179372" y="456383"/>
                </a:cubicBezTo>
                <a:cubicBezTo>
                  <a:pt x="178300" y="450818"/>
                  <a:pt x="133997" y="437235"/>
                  <a:pt x="119384" y="437991"/>
                </a:cubicBezTo>
                <a:cubicBezTo>
                  <a:pt x="99217" y="439035"/>
                  <a:pt x="100133" y="438251"/>
                  <a:pt x="89617" y="463480"/>
                </a:cubicBezTo>
                <a:cubicBezTo>
                  <a:pt x="85806" y="472621"/>
                  <a:pt x="84419" y="473923"/>
                  <a:pt x="81270" y="471310"/>
                </a:cubicBezTo>
                <a:cubicBezTo>
                  <a:pt x="79194" y="469587"/>
                  <a:pt x="72218" y="467557"/>
                  <a:pt x="65769" y="466800"/>
                </a:cubicBezTo>
                <a:cubicBezTo>
                  <a:pt x="54283" y="465451"/>
                  <a:pt x="53791" y="465003"/>
                  <a:pt x="41569" y="444771"/>
                </a:cubicBezTo>
                <a:cubicBezTo>
                  <a:pt x="34707" y="433413"/>
                  <a:pt x="29080" y="423248"/>
                  <a:pt x="29063" y="422183"/>
                </a:cubicBezTo>
                <a:cubicBezTo>
                  <a:pt x="29046" y="421119"/>
                  <a:pt x="31937" y="420247"/>
                  <a:pt x="35486" y="420247"/>
                </a:cubicBezTo>
                <a:cubicBezTo>
                  <a:pt x="43403" y="420247"/>
                  <a:pt x="43560" y="418433"/>
                  <a:pt x="36311" y="410716"/>
                </a:cubicBezTo>
                <a:lnTo>
                  <a:pt x="30682" y="404725"/>
                </a:lnTo>
                <a:lnTo>
                  <a:pt x="36945" y="393771"/>
                </a:lnTo>
                <a:cubicBezTo>
                  <a:pt x="41241" y="386255"/>
                  <a:pt x="43760" y="376739"/>
                  <a:pt x="44969" y="363455"/>
                </a:cubicBezTo>
                <a:cubicBezTo>
                  <a:pt x="45939" y="352807"/>
                  <a:pt x="47519" y="340381"/>
                  <a:pt x="48481" y="335841"/>
                </a:cubicBezTo>
                <a:cubicBezTo>
                  <a:pt x="50445" y="326577"/>
                  <a:pt x="45773" y="318139"/>
                  <a:pt x="28755" y="300210"/>
                </a:cubicBezTo>
                <a:cubicBezTo>
                  <a:pt x="18993" y="289925"/>
                  <a:pt x="18916" y="289673"/>
                  <a:pt x="9477" y="236920"/>
                </a:cubicBezTo>
                <a:lnTo>
                  <a:pt x="0" y="183956"/>
                </a:lnTo>
                <a:lnTo>
                  <a:pt x="8603" y="171093"/>
                </a:lnTo>
                <a:cubicBezTo>
                  <a:pt x="13334" y="164019"/>
                  <a:pt x="18124" y="157843"/>
                  <a:pt x="19247" y="157370"/>
                </a:cubicBezTo>
                <a:cubicBezTo>
                  <a:pt x="20370" y="156896"/>
                  <a:pt x="21288" y="155482"/>
                  <a:pt x="21288" y="154226"/>
                </a:cubicBezTo>
                <a:cubicBezTo>
                  <a:pt x="21288" y="152970"/>
                  <a:pt x="31029" y="137094"/>
                  <a:pt x="42935" y="118946"/>
                </a:cubicBezTo>
                <a:cubicBezTo>
                  <a:pt x="54840" y="100798"/>
                  <a:pt x="65430" y="83045"/>
                  <a:pt x="66467" y="79496"/>
                </a:cubicBezTo>
                <a:cubicBezTo>
                  <a:pt x="67505" y="75946"/>
                  <a:pt x="72038" y="69502"/>
                  <a:pt x="76541" y="65175"/>
                </a:cubicBezTo>
                <a:cubicBezTo>
                  <a:pt x="87950" y="54213"/>
                  <a:pt x="95497" y="43084"/>
                  <a:pt x="97572" y="34163"/>
                </a:cubicBezTo>
                <a:cubicBezTo>
                  <a:pt x="99599" y="25448"/>
                  <a:pt x="109249" y="9841"/>
                  <a:pt x="112627" y="9814"/>
                </a:cubicBezTo>
                <a:cubicBezTo>
                  <a:pt x="113880" y="9805"/>
                  <a:pt x="117040" y="7336"/>
                  <a:pt x="119648" y="4329"/>
                </a:cubicBezTo>
                <a:cubicBezTo>
                  <a:pt x="123477" y="-86"/>
                  <a:pt x="126019" y="-782"/>
                  <a:pt x="132858" y="713"/>
                </a:cubicBezTo>
                <a:cubicBezTo>
                  <a:pt x="141063" y="2507"/>
                  <a:pt x="160286" y="4048"/>
                  <a:pt x="193546" y="5578"/>
                </a:cubicBezTo>
                <a:cubicBezTo>
                  <a:pt x="210737" y="6368"/>
                  <a:pt x="220060" y="11623"/>
                  <a:pt x="220060" y="20523"/>
                </a:cubicBezTo>
                <a:cubicBezTo>
                  <a:pt x="220060" y="23333"/>
                  <a:pt x="221912" y="25291"/>
                  <a:pt x="224578" y="25298"/>
                </a:cubicBezTo>
                <a:cubicBezTo>
                  <a:pt x="228025" y="25308"/>
                  <a:pt x="227313" y="26737"/>
                  <a:pt x="221567" y="31335"/>
                </a:cubicBezTo>
                <a:cubicBezTo>
                  <a:pt x="216052" y="35748"/>
                  <a:pt x="214921" y="37903"/>
                  <a:pt x="217338" y="39397"/>
                </a:cubicBezTo>
                <a:cubicBezTo>
                  <a:pt x="219279" y="40596"/>
                  <a:pt x="221565" y="39971"/>
                  <a:pt x="222891" y="37878"/>
                </a:cubicBezTo>
                <a:cubicBezTo>
                  <a:pt x="224130" y="35921"/>
                  <a:pt x="225164" y="35482"/>
                  <a:pt x="225189" y="36902"/>
                </a:cubicBezTo>
                <a:cubicBezTo>
                  <a:pt x="225213" y="38322"/>
                  <a:pt x="229440" y="39784"/>
                  <a:pt x="234581" y="40152"/>
                </a:cubicBezTo>
                <a:cubicBezTo>
                  <a:pt x="243367" y="40781"/>
                  <a:pt x="260731" y="51899"/>
                  <a:pt x="261177" y="57181"/>
                </a:cubicBezTo>
                <a:cubicBezTo>
                  <a:pt x="261279" y="58396"/>
                  <a:pt x="264267" y="62841"/>
                  <a:pt x="267817" y="67059"/>
                </a:cubicBezTo>
                <a:cubicBezTo>
                  <a:pt x="271366" y="71278"/>
                  <a:pt x="274275" y="76673"/>
                  <a:pt x="274280" y="79049"/>
                </a:cubicBezTo>
                <a:cubicBezTo>
                  <a:pt x="274285" y="81424"/>
                  <a:pt x="276609" y="87172"/>
                  <a:pt x="279443" y="91820"/>
                </a:cubicBezTo>
                <a:cubicBezTo>
                  <a:pt x="282277" y="96469"/>
                  <a:pt x="284596" y="102748"/>
                  <a:pt x="284596" y="105775"/>
                </a:cubicBezTo>
                <a:cubicBezTo>
                  <a:pt x="284596" y="108801"/>
                  <a:pt x="287666" y="115301"/>
                  <a:pt x="291417" y="120219"/>
                </a:cubicBezTo>
                <a:cubicBezTo>
                  <a:pt x="295169" y="125138"/>
                  <a:pt x="298428" y="131056"/>
                  <a:pt x="298659" y="133370"/>
                </a:cubicBezTo>
                <a:cubicBezTo>
                  <a:pt x="299477" y="141547"/>
                  <a:pt x="305637" y="150653"/>
                  <a:pt x="314425" y="156674"/>
                </a:cubicBezTo>
                <a:cubicBezTo>
                  <a:pt x="319316" y="160026"/>
                  <a:pt x="323320" y="163489"/>
                  <a:pt x="323321" y="164371"/>
                </a:cubicBezTo>
                <a:cubicBezTo>
                  <a:pt x="323323" y="165253"/>
                  <a:pt x="326003" y="169089"/>
                  <a:pt x="329277" y="172896"/>
                </a:cubicBezTo>
                <a:cubicBezTo>
                  <a:pt x="336682" y="181505"/>
                  <a:pt x="335803" y="195314"/>
                  <a:pt x="327346" y="203260"/>
                </a:cubicBezTo>
                <a:lnTo>
                  <a:pt x="321564" y="208691"/>
                </a:lnTo>
                <a:lnTo>
                  <a:pt x="314839" y="201967"/>
                </a:lnTo>
                <a:cubicBezTo>
                  <a:pt x="308661" y="195789"/>
                  <a:pt x="307532" y="195522"/>
                  <a:pt x="300945" y="198679"/>
                </a:cubicBezTo>
                <a:cubicBezTo>
                  <a:pt x="295346" y="201363"/>
                  <a:pt x="293353" y="204582"/>
                  <a:pt x="291854" y="213362"/>
                </a:cubicBezTo>
                <a:cubicBezTo>
                  <a:pt x="289357" y="227993"/>
                  <a:pt x="286547" y="231025"/>
                  <a:pt x="273477" y="233193"/>
                </a:cubicBezTo>
                <a:cubicBezTo>
                  <a:pt x="260663" y="235319"/>
                  <a:pt x="248722" y="247333"/>
                  <a:pt x="248561" y="258261"/>
                </a:cubicBezTo>
                <a:cubicBezTo>
                  <a:pt x="248475" y="264096"/>
                  <a:pt x="249579" y="265360"/>
                  <a:pt x="254757" y="265360"/>
                </a:cubicBezTo>
                <a:cubicBezTo>
                  <a:pt x="258223" y="265360"/>
                  <a:pt x="261823" y="264123"/>
                  <a:pt x="262758" y="262611"/>
                </a:cubicBezTo>
                <a:cubicBezTo>
                  <a:pt x="263872" y="260808"/>
                  <a:pt x="266124" y="261370"/>
                  <a:pt x="269300" y="264243"/>
                </a:cubicBezTo>
                <a:cubicBezTo>
                  <a:pt x="279445" y="273424"/>
                  <a:pt x="270651" y="300210"/>
                  <a:pt x="257492" y="300210"/>
                </a:cubicBezTo>
                <a:cubicBezTo>
                  <a:pt x="250513" y="300210"/>
                  <a:pt x="220446" y="323770"/>
                  <a:pt x="220205" y="329428"/>
                </a:cubicBezTo>
                <a:cubicBezTo>
                  <a:pt x="220125" y="331300"/>
                  <a:pt x="225197" y="338118"/>
                  <a:pt x="231476" y="344578"/>
                </a:cubicBezTo>
                <a:cubicBezTo>
                  <a:pt x="241029" y="354406"/>
                  <a:pt x="243162" y="358486"/>
                  <a:pt x="244540" y="369570"/>
                </a:cubicBezTo>
                <a:cubicBezTo>
                  <a:pt x="246852" y="388171"/>
                  <a:pt x="250097" y="394944"/>
                  <a:pt x="259568" y="400936"/>
                </a:cubicBezTo>
                <a:cubicBezTo>
                  <a:pt x="264099" y="403804"/>
                  <a:pt x="267809" y="408320"/>
                  <a:pt x="267812" y="410972"/>
                </a:cubicBezTo>
                <a:cubicBezTo>
                  <a:pt x="267815" y="413625"/>
                  <a:pt x="270140" y="417087"/>
                  <a:pt x="272980" y="418667"/>
                </a:cubicBezTo>
                <a:cubicBezTo>
                  <a:pt x="275819" y="420246"/>
                  <a:pt x="278864" y="422525"/>
                  <a:pt x="279745" y="423732"/>
                </a:cubicBezTo>
                <a:cubicBezTo>
                  <a:pt x="280626" y="424939"/>
                  <a:pt x="285040" y="426681"/>
                  <a:pt x="289553" y="427604"/>
                </a:cubicBezTo>
                <a:cubicBezTo>
                  <a:pt x="294067" y="428527"/>
                  <a:pt x="297992" y="430444"/>
                  <a:pt x="298277" y="431864"/>
                </a:cubicBezTo>
                <a:cubicBezTo>
                  <a:pt x="299018" y="435562"/>
                  <a:pt x="277163" y="436626"/>
                  <a:pt x="272913" y="433099"/>
                </a:cubicBezTo>
                <a:cubicBezTo>
                  <a:pt x="268101" y="429105"/>
                  <a:pt x="260026" y="432049"/>
                  <a:pt x="253686" y="440109"/>
                </a:cubicBezTo>
                <a:cubicBezTo>
                  <a:pt x="247489" y="447987"/>
                  <a:pt x="246928" y="457069"/>
                  <a:pt x="252360" y="461577"/>
                </a:cubicBezTo>
                <a:cubicBezTo>
                  <a:pt x="255321" y="464035"/>
                  <a:pt x="255560" y="465666"/>
                  <a:pt x="253346" y="468333"/>
                </a:cubicBezTo>
                <a:cubicBezTo>
                  <a:pt x="251741" y="470267"/>
                  <a:pt x="250992" y="474004"/>
                  <a:pt x="251680" y="476637"/>
                </a:cubicBezTo>
                <a:cubicBezTo>
                  <a:pt x="252369" y="479271"/>
                  <a:pt x="252179" y="485956"/>
                  <a:pt x="251259" y="491494"/>
                </a:cubicBezTo>
                <a:cubicBezTo>
                  <a:pt x="249997" y="499087"/>
                  <a:pt x="249133" y="500409"/>
                  <a:pt x="247743" y="496867"/>
                </a:cubicBezTo>
                <a:close/>
              </a:path>
            </a:pathLst>
          </a:custGeom>
          <a:solidFill>
            <a:srgbClr val="B9B9B9"/>
          </a:solidFill>
          <a:ln w="5163" cap="flat">
            <a:noFill/>
            <a:prstDash val="solid"/>
            <a:miter/>
          </a:ln>
        </p:spPr>
        <p:txBody>
          <a:bodyPr/>
          <a:lstStyle/>
          <a:p>
            <a:endParaRPr lang="es-419" noProof="0" dirty="0"/>
          </a:p>
        </p:txBody>
      </p:sp>
      <p:grpSp>
        <p:nvGrpSpPr>
          <p:cNvPr id="57" name="Gráfico 39">
            <a:extLst>
              <a:ext uri="{FF2B5EF4-FFF2-40B4-BE49-F238E27FC236}">
                <a16:creationId xmlns:a16="http://schemas.microsoft.com/office/drawing/2014/main" id="{0CA2052B-2F9E-F2F3-E9B6-94C7C5E6AAFE}"/>
              </a:ext>
            </a:extLst>
          </p:cNvPr>
          <p:cNvGrpSpPr/>
          <p:nvPr/>
        </p:nvGrpSpPr>
        <p:grpSpPr>
          <a:xfrm>
            <a:off x="726816" y="1624037"/>
            <a:ext cx="321478" cy="429471"/>
            <a:chOff x="726816" y="1624037"/>
            <a:chExt cx="321478" cy="429471"/>
          </a:xfrm>
          <a:solidFill>
            <a:srgbClr val="B9B9B9"/>
          </a:solidFill>
        </p:grpSpPr>
        <p:sp>
          <p:nvSpPr>
            <p:cNvPr id="58" name="Forma libre: forma 57">
              <a:extLst>
                <a:ext uri="{FF2B5EF4-FFF2-40B4-BE49-F238E27FC236}">
                  <a16:creationId xmlns:a16="http://schemas.microsoft.com/office/drawing/2014/main" id="{8B9BE62D-7C9E-31DA-E34A-3094AC05D754}"/>
                </a:ext>
              </a:extLst>
            </p:cNvPr>
            <p:cNvSpPr/>
            <p:nvPr/>
          </p:nvSpPr>
          <p:spPr>
            <a:xfrm>
              <a:off x="726816" y="1624037"/>
              <a:ext cx="321478" cy="429471"/>
            </a:xfrm>
            <a:custGeom>
              <a:avLst/>
              <a:gdLst>
                <a:gd name="csX0" fmla="*/ 298651 w 321478"/>
                <a:gd name="csY0" fmla="*/ 424657 h 429471"/>
                <a:gd name="csX1" fmla="*/ 285240 w 321478"/>
                <a:gd name="csY1" fmla="*/ 406239 h 429471"/>
                <a:gd name="csX2" fmla="*/ 285795 w 321478"/>
                <a:gd name="csY2" fmla="*/ 410173 h 429471"/>
                <a:gd name="csX3" fmla="*/ 287678 w 321478"/>
                <a:gd name="csY3" fmla="*/ 415491 h 429471"/>
                <a:gd name="csX4" fmla="*/ 268647 w 321478"/>
                <a:gd name="csY4" fmla="*/ 394065 h 429471"/>
                <a:gd name="csX5" fmla="*/ 249603 w 321478"/>
                <a:gd name="csY5" fmla="*/ 371546 h 429471"/>
                <a:gd name="csX6" fmla="*/ 255246 w 321478"/>
                <a:gd name="csY6" fmla="*/ 382701 h 429471"/>
                <a:gd name="csX7" fmla="*/ 260888 w 321478"/>
                <a:gd name="csY7" fmla="*/ 392041 h 429471"/>
                <a:gd name="csX8" fmla="*/ 254982 w 321478"/>
                <a:gd name="csY8" fmla="*/ 386884 h 429471"/>
                <a:gd name="csX9" fmla="*/ 245088 w 321478"/>
                <a:gd name="csY9" fmla="*/ 373977 h 429471"/>
                <a:gd name="csX10" fmla="*/ 227283 w 321478"/>
                <a:gd name="csY10" fmla="*/ 350451 h 429471"/>
                <a:gd name="csX11" fmla="*/ 213463 w 321478"/>
                <a:gd name="csY11" fmla="*/ 331266 h 429471"/>
                <a:gd name="csX12" fmla="*/ 191325 w 321478"/>
                <a:gd name="csY12" fmla="*/ 295282 h 429471"/>
                <a:gd name="csX13" fmla="*/ 182351 w 321478"/>
                <a:gd name="csY13" fmla="*/ 288640 h 429471"/>
                <a:gd name="csX14" fmla="*/ 181003 w 321478"/>
                <a:gd name="csY14" fmla="*/ 283904 h 429471"/>
                <a:gd name="csX15" fmla="*/ 179966 w 321478"/>
                <a:gd name="csY15" fmla="*/ 277802 h 429471"/>
                <a:gd name="csX16" fmla="*/ 170951 w 321478"/>
                <a:gd name="csY16" fmla="*/ 271038 h 429471"/>
                <a:gd name="csX17" fmla="*/ 164513 w 321478"/>
                <a:gd name="csY17" fmla="*/ 268249 h 429471"/>
                <a:gd name="csX18" fmla="*/ 156542 w 321478"/>
                <a:gd name="csY18" fmla="*/ 264259 h 429471"/>
                <a:gd name="csX19" fmla="*/ 146588 w 321478"/>
                <a:gd name="csY19" fmla="*/ 257160 h 429471"/>
                <a:gd name="csX20" fmla="*/ 135566 w 321478"/>
                <a:gd name="csY20" fmla="*/ 244331 h 429471"/>
                <a:gd name="csX21" fmla="*/ 140198 w 321478"/>
                <a:gd name="csY21" fmla="*/ 240806 h 429471"/>
                <a:gd name="csX22" fmla="*/ 149956 w 321478"/>
                <a:gd name="csY22" fmla="*/ 243611 h 429471"/>
                <a:gd name="csX23" fmla="*/ 139967 w 321478"/>
                <a:gd name="csY23" fmla="*/ 232769 h 429471"/>
                <a:gd name="csX24" fmla="*/ 129672 w 321478"/>
                <a:gd name="csY24" fmla="*/ 230788 h 429471"/>
                <a:gd name="csX25" fmla="*/ 122631 w 321478"/>
                <a:gd name="csY25" fmla="*/ 229456 h 429471"/>
                <a:gd name="csX26" fmla="*/ 114075 w 321478"/>
                <a:gd name="csY26" fmla="*/ 225535 h 429471"/>
                <a:gd name="csX27" fmla="*/ 112561 w 321478"/>
                <a:gd name="csY27" fmla="*/ 210989 h 429471"/>
                <a:gd name="csX28" fmla="*/ 113046 w 321478"/>
                <a:gd name="csY28" fmla="*/ 198950 h 429471"/>
                <a:gd name="csX29" fmla="*/ 110205 w 321478"/>
                <a:gd name="csY29" fmla="*/ 203079 h 429471"/>
                <a:gd name="csX30" fmla="*/ 107624 w 321478"/>
                <a:gd name="csY30" fmla="*/ 210049 h 429471"/>
                <a:gd name="csX31" fmla="*/ 105042 w 321478"/>
                <a:gd name="csY31" fmla="*/ 205992 h 429471"/>
                <a:gd name="csX32" fmla="*/ 101146 w 321478"/>
                <a:gd name="csY32" fmla="*/ 198040 h 429471"/>
                <a:gd name="csX33" fmla="*/ 106495 w 321478"/>
                <a:gd name="csY33" fmla="*/ 192040 h 429471"/>
                <a:gd name="csX34" fmla="*/ 110185 w 321478"/>
                <a:gd name="csY34" fmla="*/ 189360 h 429471"/>
                <a:gd name="csX35" fmla="*/ 105416 w 321478"/>
                <a:gd name="csY35" fmla="*/ 184234 h 429471"/>
                <a:gd name="csX36" fmla="*/ 94806 w 321478"/>
                <a:gd name="csY36" fmla="*/ 176570 h 429471"/>
                <a:gd name="csX37" fmla="*/ 84222 w 321478"/>
                <a:gd name="csY37" fmla="*/ 170141 h 429471"/>
                <a:gd name="csX38" fmla="*/ 77400 w 321478"/>
                <a:gd name="csY38" fmla="*/ 165246 h 429471"/>
                <a:gd name="csX39" fmla="*/ 66830 w 321478"/>
                <a:gd name="csY39" fmla="*/ 157291 h 429471"/>
                <a:gd name="csX40" fmla="*/ 62321 w 321478"/>
                <a:gd name="csY40" fmla="*/ 153462 h 429471"/>
                <a:gd name="csX41" fmla="*/ 58487 w 321478"/>
                <a:gd name="csY41" fmla="*/ 146011 h 429471"/>
                <a:gd name="csX42" fmla="*/ 53413 w 321478"/>
                <a:gd name="csY42" fmla="*/ 136585 h 429471"/>
                <a:gd name="csX43" fmla="*/ 46519 w 321478"/>
                <a:gd name="csY43" fmla="*/ 136694 h 429471"/>
                <a:gd name="csX44" fmla="*/ 42767 w 321478"/>
                <a:gd name="csY44" fmla="*/ 137339 h 429471"/>
                <a:gd name="csX45" fmla="*/ 40545 w 321478"/>
                <a:gd name="csY45" fmla="*/ 138358 h 429471"/>
                <a:gd name="csX46" fmla="*/ 34194 w 321478"/>
                <a:gd name="csY46" fmla="*/ 139945 h 429471"/>
                <a:gd name="csX47" fmla="*/ 30312 w 321478"/>
                <a:gd name="csY47" fmla="*/ 128691 h 429471"/>
                <a:gd name="csX48" fmla="*/ 32982 w 321478"/>
                <a:gd name="csY48" fmla="*/ 121125 h 429471"/>
                <a:gd name="csX49" fmla="*/ 29550 w 321478"/>
                <a:gd name="csY49" fmla="*/ 122878 h 429471"/>
                <a:gd name="csX50" fmla="*/ 21151 w 321478"/>
                <a:gd name="csY50" fmla="*/ 122752 h 429471"/>
                <a:gd name="csX51" fmla="*/ 17154 w 321478"/>
                <a:gd name="csY51" fmla="*/ 123427 h 429471"/>
                <a:gd name="csX52" fmla="*/ 6342 w 321478"/>
                <a:gd name="csY52" fmla="*/ 119543 h 429471"/>
                <a:gd name="csX53" fmla="*/ 4365 w 321478"/>
                <a:gd name="csY53" fmla="*/ 113226 h 429471"/>
                <a:gd name="csX54" fmla="*/ 10819 w 321478"/>
                <a:gd name="csY54" fmla="*/ 114808 h 429471"/>
                <a:gd name="csX55" fmla="*/ 4707 w 321478"/>
                <a:gd name="csY55" fmla="*/ 109494 h 429471"/>
                <a:gd name="csX56" fmla="*/ 1796 w 321478"/>
                <a:gd name="csY56" fmla="*/ 100322 h 429471"/>
                <a:gd name="csX57" fmla="*/ 1838 w 321478"/>
                <a:gd name="csY57" fmla="*/ 92658 h 429471"/>
                <a:gd name="csX58" fmla="*/ 4233 w 321478"/>
                <a:gd name="csY58" fmla="*/ 77378 h 429471"/>
                <a:gd name="csX59" fmla="*/ 13902 w 321478"/>
                <a:gd name="csY59" fmla="*/ 62490 h 429471"/>
                <a:gd name="csX60" fmla="*/ 16192 w 321478"/>
                <a:gd name="csY60" fmla="*/ 65508 h 429471"/>
                <a:gd name="csX61" fmla="*/ 14368 w 321478"/>
                <a:gd name="csY61" fmla="*/ 71941 h 429471"/>
                <a:gd name="csX62" fmla="*/ 19324 w 321478"/>
                <a:gd name="csY62" fmla="*/ 65780 h 429471"/>
                <a:gd name="csX63" fmla="*/ 24280 w 321478"/>
                <a:gd name="csY63" fmla="*/ 59619 h 429471"/>
                <a:gd name="csX64" fmla="*/ 25989 w 321478"/>
                <a:gd name="csY64" fmla="*/ 66426 h 429471"/>
                <a:gd name="csX65" fmla="*/ 30049 w 321478"/>
                <a:gd name="csY65" fmla="*/ 73232 h 429471"/>
                <a:gd name="csX66" fmla="*/ 30241 w 321478"/>
                <a:gd name="csY66" fmla="*/ 65700 h 429471"/>
                <a:gd name="csX67" fmla="*/ 47033 w 321478"/>
                <a:gd name="csY67" fmla="*/ 46164 h 429471"/>
                <a:gd name="csX68" fmla="*/ 89508 w 321478"/>
                <a:gd name="csY68" fmla="*/ 4943 h 429471"/>
                <a:gd name="csX69" fmla="*/ 99998 w 321478"/>
                <a:gd name="csY69" fmla="*/ 2688 h 429471"/>
                <a:gd name="csX70" fmla="*/ 114706 w 321478"/>
                <a:gd name="csY70" fmla="*/ 3716 h 429471"/>
                <a:gd name="csX71" fmla="*/ 123108 w 321478"/>
                <a:gd name="csY71" fmla="*/ 2764 h 429471"/>
                <a:gd name="csX72" fmla="*/ 137332 w 321478"/>
                <a:gd name="csY72" fmla="*/ 60759 h 429471"/>
                <a:gd name="csX73" fmla="*/ 159468 w 321478"/>
                <a:gd name="csY73" fmla="*/ 80313 h 429471"/>
                <a:gd name="csX74" fmla="*/ 174324 w 321478"/>
                <a:gd name="csY74" fmla="*/ 89973 h 429471"/>
                <a:gd name="csX75" fmla="*/ 184004 w 321478"/>
                <a:gd name="csY75" fmla="*/ 107383 h 429471"/>
                <a:gd name="csX76" fmla="*/ 190190 w 321478"/>
                <a:gd name="csY76" fmla="*/ 148735 h 429471"/>
                <a:gd name="csX77" fmla="*/ 191494 w 321478"/>
                <a:gd name="csY77" fmla="*/ 177131 h 429471"/>
                <a:gd name="csX78" fmla="*/ 195355 w 321478"/>
                <a:gd name="csY78" fmla="*/ 191824 h 429471"/>
                <a:gd name="csX79" fmla="*/ 205385 w 321478"/>
                <a:gd name="csY79" fmla="*/ 204731 h 429471"/>
                <a:gd name="csX80" fmla="*/ 224780 w 321478"/>
                <a:gd name="csY80" fmla="*/ 233927 h 429471"/>
                <a:gd name="csX81" fmla="*/ 251313 w 321478"/>
                <a:gd name="csY81" fmla="*/ 251602 h 429471"/>
                <a:gd name="csX82" fmla="*/ 265826 w 321478"/>
                <a:gd name="csY82" fmla="*/ 256119 h 429471"/>
                <a:gd name="csX83" fmla="*/ 280190 w 321478"/>
                <a:gd name="csY83" fmla="*/ 283901 h 429471"/>
                <a:gd name="csX84" fmla="*/ 287275 w 321478"/>
                <a:gd name="csY84" fmla="*/ 317016 h 429471"/>
                <a:gd name="csX85" fmla="*/ 290907 w 321478"/>
                <a:gd name="csY85" fmla="*/ 329217 h 429471"/>
                <a:gd name="csX86" fmla="*/ 293537 w 321478"/>
                <a:gd name="csY86" fmla="*/ 337861 h 429471"/>
                <a:gd name="csX87" fmla="*/ 302616 w 321478"/>
                <a:gd name="csY87" fmla="*/ 352211 h 429471"/>
                <a:gd name="csX88" fmla="*/ 314264 w 321478"/>
                <a:gd name="csY88" fmla="*/ 364936 h 429471"/>
                <a:gd name="csX89" fmla="*/ 319645 w 321478"/>
                <a:gd name="csY89" fmla="*/ 375951 h 429471"/>
                <a:gd name="csX90" fmla="*/ 316721 w 321478"/>
                <a:gd name="csY90" fmla="*/ 384238 h 429471"/>
                <a:gd name="csX91" fmla="*/ 312540 w 321478"/>
                <a:gd name="csY91" fmla="*/ 395571 h 429471"/>
                <a:gd name="csX92" fmla="*/ 312871 w 321478"/>
                <a:gd name="csY92" fmla="*/ 424954 h 429471"/>
                <a:gd name="csX93" fmla="*/ 306671 w 321478"/>
                <a:gd name="csY93" fmla="*/ 429472 h 429471"/>
                <a:gd name="csX94" fmla="*/ 298651 w 321478"/>
                <a:gd name="csY94" fmla="*/ 424657 h 4294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321478" h="429471">
                  <a:moveTo>
                    <a:pt x="298651" y="424657"/>
                  </a:moveTo>
                  <a:cubicBezTo>
                    <a:pt x="298651" y="419121"/>
                    <a:pt x="289271" y="406239"/>
                    <a:pt x="285240" y="406239"/>
                  </a:cubicBezTo>
                  <a:cubicBezTo>
                    <a:pt x="283590" y="406239"/>
                    <a:pt x="283808" y="407778"/>
                    <a:pt x="285795" y="410173"/>
                  </a:cubicBezTo>
                  <a:cubicBezTo>
                    <a:pt x="287591" y="412337"/>
                    <a:pt x="288438" y="414730"/>
                    <a:pt x="287678" y="415491"/>
                  </a:cubicBezTo>
                  <a:cubicBezTo>
                    <a:pt x="285539" y="417629"/>
                    <a:pt x="270321" y="400495"/>
                    <a:pt x="268647" y="394065"/>
                  </a:cubicBezTo>
                  <a:cubicBezTo>
                    <a:pt x="267226" y="388605"/>
                    <a:pt x="249603" y="367767"/>
                    <a:pt x="249603" y="371546"/>
                  </a:cubicBezTo>
                  <a:cubicBezTo>
                    <a:pt x="249603" y="372545"/>
                    <a:pt x="252142" y="377564"/>
                    <a:pt x="255246" y="382701"/>
                  </a:cubicBezTo>
                  <a:lnTo>
                    <a:pt x="260888" y="392041"/>
                  </a:lnTo>
                  <a:lnTo>
                    <a:pt x="254982" y="386884"/>
                  </a:lnTo>
                  <a:cubicBezTo>
                    <a:pt x="251733" y="384048"/>
                    <a:pt x="247281" y="378240"/>
                    <a:pt x="245088" y="373977"/>
                  </a:cubicBezTo>
                  <a:cubicBezTo>
                    <a:pt x="242896" y="369714"/>
                    <a:pt x="234883" y="359128"/>
                    <a:pt x="227283" y="350451"/>
                  </a:cubicBezTo>
                  <a:cubicBezTo>
                    <a:pt x="219682" y="341775"/>
                    <a:pt x="213463" y="333142"/>
                    <a:pt x="213463" y="331266"/>
                  </a:cubicBezTo>
                  <a:cubicBezTo>
                    <a:pt x="213463" y="326133"/>
                    <a:pt x="194515" y="295333"/>
                    <a:pt x="191325" y="295282"/>
                  </a:cubicBezTo>
                  <a:cubicBezTo>
                    <a:pt x="189798" y="295257"/>
                    <a:pt x="185760" y="292268"/>
                    <a:pt x="182351" y="288640"/>
                  </a:cubicBezTo>
                  <a:cubicBezTo>
                    <a:pt x="177259" y="283219"/>
                    <a:pt x="177019" y="282375"/>
                    <a:pt x="181003" y="283904"/>
                  </a:cubicBezTo>
                  <a:cubicBezTo>
                    <a:pt x="185315" y="285558"/>
                    <a:pt x="185200" y="284882"/>
                    <a:pt x="179966" y="277802"/>
                  </a:cubicBezTo>
                  <a:cubicBezTo>
                    <a:pt x="176728" y="273422"/>
                    <a:pt x="172671" y="270378"/>
                    <a:pt x="170951" y="271038"/>
                  </a:cubicBezTo>
                  <a:cubicBezTo>
                    <a:pt x="169231" y="271698"/>
                    <a:pt x="166334" y="270443"/>
                    <a:pt x="164513" y="268249"/>
                  </a:cubicBezTo>
                  <a:cubicBezTo>
                    <a:pt x="162692" y="266054"/>
                    <a:pt x="159105" y="264259"/>
                    <a:pt x="156542" y="264259"/>
                  </a:cubicBezTo>
                  <a:cubicBezTo>
                    <a:pt x="153980" y="264259"/>
                    <a:pt x="149500" y="261065"/>
                    <a:pt x="146588" y="257160"/>
                  </a:cubicBezTo>
                  <a:cubicBezTo>
                    <a:pt x="143676" y="253256"/>
                    <a:pt x="138716" y="247482"/>
                    <a:pt x="135566" y="244331"/>
                  </a:cubicBezTo>
                  <a:cubicBezTo>
                    <a:pt x="127839" y="236597"/>
                    <a:pt x="131401" y="233886"/>
                    <a:pt x="140198" y="240806"/>
                  </a:cubicBezTo>
                  <a:cubicBezTo>
                    <a:pt x="145135" y="244689"/>
                    <a:pt x="148042" y="245525"/>
                    <a:pt x="149956" y="243611"/>
                  </a:cubicBezTo>
                  <a:cubicBezTo>
                    <a:pt x="154558" y="239009"/>
                    <a:pt x="147985" y="231874"/>
                    <a:pt x="139967" y="232769"/>
                  </a:cubicBezTo>
                  <a:cubicBezTo>
                    <a:pt x="136133" y="233196"/>
                    <a:pt x="131500" y="232305"/>
                    <a:pt x="129672" y="230788"/>
                  </a:cubicBezTo>
                  <a:cubicBezTo>
                    <a:pt x="127844" y="229271"/>
                    <a:pt x="124675" y="228672"/>
                    <a:pt x="122631" y="229456"/>
                  </a:cubicBezTo>
                  <a:cubicBezTo>
                    <a:pt x="120587" y="230241"/>
                    <a:pt x="116736" y="228476"/>
                    <a:pt x="114075" y="225535"/>
                  </a:cubicBezTo>
                  <a:cubicBezTo>
                    <a:pt x="109769" y="220777"/>
                    <a:pt x="109602" y="219173"/>
                    <a:pt x="112561" y="210989"/>
                  </a:cubicBezTo>
                  <a:cubicBezTo>
                    <a:pt x="114982" y="204297"/>
                    <a:pt x="115114" y="201018"/>
                    <a:pt x="113046" y="198950"/>
                  </a:cubicBezTo>
                  <a:cubicBezTo>
                    <a:pt x="110979" y="196883"/>
                    <a:pt x="110205" y="198007"/>
                    <a:pt x="110205" y="203079"/>
                  </a:cubicBezTo>
                  <a:cubicBezTo>
                    <a:pt x="110205" y="206912"/>
                    <a:pt x="109043" y="210049"/>
                    <a:pt x="107624" y="210049"/>
                  </a:cubicBezTo>
                  <a:cubicBezTo>
                    <a:pt x="106204" y="210049"/>
                    <a:pt x="105042" y="208223"/>
                    <a:pt x="105042" y="205992"/>
                  </a:cubicBezTo>
                  <a:cubicBezTo>
                    <a:pt x="105042" y="203761"/>
                    <a:pt x="103289" y="200182"/>
                    <a:pt x="101146" y="198040"/>
                  </a:cubicBezTo>
                  <a:cubicBezTo>
                    <a:pt x="95668" y="192562"/>
                    <a:pt x="98756" y="189098"/>
                    <a:pt x="106495" y="192040"/>
                  </a:cubicBezTo>
                  <a:cubicBezTo>
                    <a:pt x="112388" y="194281"/>
                    <a:pt x="112698" y="194056"/>
                    <a:pt x="110185" y="189360"/>
                  </a:cubicBezTo>
                  <a:cubicBezTo>
                    <a:pt x="108676" y="186541"/>
                    <a:pt x="106530" y="184234"/>
                    <a:pt x="105416" y="184234"/>
                  </a:cubicBezTo>
                  <a:cubicBezTo>
                    <a:pt x="104302" y="184234"/>
                    <a:pt x="99527" y="180785"/>
                    <a:pt x="94806" y="176570"/>
                  </a:cubicBezTo>
                  <a:cubicBezTo>
                    <a:pt x="90084" y="172354"/>
                    <a:pt x="85321" y="169461"/>
                    <a:pt x="84222" y="170141"/>
                  </a:cubicBezTo>
                  <a:cubicBezTo>
                    <a:pt x="83122" y="170820"/>
                    <a:pt x="80052" y="168617"/>
                    <a:pt x="77400" y="165246"/>
                  </a:cubicBezTo>
                  <a:cubicBezTo>
                    <a:pt x="74748" y="161874"/>
                    <a:pt x="69991" y="158294"/>
                    <a:pt x="66830" y="157291"/>
                  </a:cubicBezTo>
                  <a:cubicBezTo>
                    <a:pt x="63669" y="156287"/>
                    <a:pt x="61640" y="154564"/>
                    <a:pt x="62321" y="153462"/>
                  </a:cubicBezTo>
                  <a:cubicBezTo>
                    <a:pt x="63003" y="152359"/>
                    <a:pt x="61277" y="149007"/>
                    <a:pt x="58487" y="146011"/>
                  </a:cubicBezTo>
                  <a:cubicBezTo>
                    <a:pt x="55696" y="143016"/>
                    <a:pt x="53413" y="138774"/>
                    <a:pt x="53413" y="136585"/>
                  </a:cubicBezTo>
                  <a:cubicBezTo>
                    <a:pt x="53413" y="131375"/>
                    <a:pt x="48531" y="131452"/>
                    <a:pt x="46519" y="136694"/>
                  </a:cubicBezTo>
                  <a:cubicBezTo>
                    <a:pt x="45256" y="139986"/>
                    <a:pt x="44525" y="140111"/>
                    <a:pt x="42767" y="137339"/>
                  </a:cubicBezTo>
                  <a:cubicBezTo>
                    <a:pt x="41090" y="134693"/>
                    <a:pt x="40576" y="134929"/>
                    <a:pt x="40545" y="138358"/>
                  </a:cubicBezTo>
                  <a:cubicBezTo>
                    <a:pt x="40512" y="142152"/>
                    <a:pt x="39561" y="142390"/>
                    <a:pt x="34194" y="139945"/>
                  </a:cubicBezTo>
                  <a:cubicBezTo>
                    <a:pt x="25899" y="136165"/>
                    <a:pt x="24011" y="130691"/>
                    <a:pt x="30312" y="128691"/>
                  </a:cubicBezTo>
                  <a:cubicBezTo>
                    <a:pt x="35660" y="126994"/>
                    <a:pt x="36881" y="123535"/>
                    <a:pt x="32982" y="121125"/>
                  </a:cubicBezTo>
                  <a:cubicBezTo>
                    <a:pt x="31683" y="120322"/>
                    <a:pt x="30139" y="121111"/>
                    <a:pt x="29550" y="122878"/>
                  </a:cubicBezTo>
                  <a:cubicBezTo>
                    <a:pt x="28702" y="125423"/>
                    <a:pt x="26957" y="125397"/>
                    <a:pt x="21151" y="122752"/>
                  </a:cubicBezTo>
                  <a:cubicBezTo>
                    <a:pt x="14600" y="119767"/>
                    <a:pt x="14176" y="119839"/>
                    <a:pt x="17154" y="123427"/>
                  </a:cubicBezTo>
                  <a:cubicBezTo>
                    <a:pt x="23195" y="130706"/>
                    <a:pt x="15185" y="127829"/>
                    <a:pt x="6342" y="119543"/>
                  </a:cubicBezTo>
                  <a:cubicBezTo>
                    <a:pt x="-1702" y="112007"/>
                    <a:pt x="-1792" y="111717"/>
                    <a:pt x="4365" y="113226"/>
                  </a:cubicBezTo>
                  <a:lnTo>
                    <a:pt x="10819" y="114808"/>
                  </a:lnTo>
                  <a:lnTo>
                    <a:pt x="4707" y="109494"/>
                  </a:lnTo>
                  <a:cubicBezTo>
                    <a:pt x="-312" y="105131"/>
                    <a:pt x="-833" y="103490"/>
                    <a:pt x="1796" y="100322"/>
                  </a:cubicBezTo>
                  <a:cubicBezTo>
                    <a:pt x="4323" y="97278"/>
                    <a:pt x="4332" y="95662"/>
                    <a:pt x="1838" y="92658"/>
                  </a:cubicBezTo>
                  <a:cubicBezTo>
                    <a:pt x="-700" y="89600"/>
                    <a:pt x="-229" y="86595"/>
                    <a:pt x="4233" y="77378"/>
                  </a:cubicBezTo>
                  <a:cubicBezTo>
                    <a:pt x="7287" y="71068"/>
                    <a:pt x="11639" y="64368"/>
                    <a:pt x="13902" y="62490"/>
                  </a:cubicBezTo>
                  <a:cubicBezTo>
                    <a:pt x="17532" y="59477"/>
                    <a:pt x="17802" y="59833"/>
                    <a:pt x="16192" y="65508"/>
                  </a:cubicBezTo>
                  <a:lnTo>
                    <a:pt x="14368" y="71941"/>
                  </a:lnTo>
                  <a:lnTo>
                    <a:pt x="19324" y="65780"/>
                  </a:lnTo>
                  <a:lnTo>
                    <a:pt x="24280" y="59619"/>
                  </a:lnTo>
                  <a:lnTo>
                    <a:pt x="25989" y="66426"/>
                  </a:lnTo>
                  <a:cubicBezTo>
                    <a:pt x="26928" y="70169"/>
                    <a:pt x="28755" y="73232"/>
                    <a:pt x="30049" y="73232"/>
                  </a:cubicBezTo>
                  <a:cubicBezTo>
                    <a:pt x="31420" y="73232"/>
                    <a:pt x="31500" y="70091"/>
                    <a:pt x="30241" y="65700"/>
                  </a:cubicBezTo>
                  <a:cubicBezTo>
                    <a:pt x="28162" y="58450"/>
                    <a:pt x="28788" y="57720"/>
                    <a:pt x="47033" y="46164"/>
                  </a:cubicBezTo>
                  <a:cubicBezTo>
                    <a:pt x="66934" y="33559"/>
                    <a:pt x="85466" y="15573"/>
                    <a:pt x="89508" y="4943"/>
                  </a:cubicBezTo>
                  <a:cubicBezTo>
                    <a:pt x="91833" y="-1172"/>
                    <a:pt x="92131" y="-1236"/>
                    <a:pt x="99998" y="2688"/>
                  </a:cubicBezTo>
                  <a:cubicBezTo>
                    <a:pt x="106503" y="5933"/>
                    <a:pt x="109396" y="6135"/>
                    <a:pt x="114706" y="3716"/>
                  </a:cubicBezTo>
                  <a:cubicBezTo>
                    <a:pt x="118341" y="2059"/>
                    <a:pt x="122122" y="1631"/>
                    <a:pt x="123108" y="2764"/>
                  </a:cubicBezTo>
                  <a:cubicBezTo>
                    <a:pt x="125561" y="5583"/>
                    <a:pt x="135461" y="45948"/>
                    <a:pt x="137332" y="60759"/>
                  </a:cubicBezTo>
                  <a:cubicBezTo>
                    <a:pt x="139199" y="75538"/>
                    <a:pt x="141734" y="77777"/>
                    <a:pt x="159468" y="80313"/>
                  </a:cubicBezTo>
                  <a:cubicBezTo>
                    <a:pt x="172513" y="82178"/>
                    <a:pt x="173509" y="82826"/>
                    <a:pt x="174324" y="89973"/>
                  </a:cubicBezTo>
                  <a:cubicBezTo>
                    <a:pt x="174804" y="94187"/>
                    <a:pt x="179160" y="102021"/>
                    <a:pt x="184004" y="107383"/>
                  </a:cubicBezTo>
                  <a:cubicBezTo>
                    <a:pt x="193664" y="118075"/>
                    <a:pt x="194152" y="121338"/>
                    <a:pt x="190190" y="148735"/>
                  </a:cubicBezTo>
                  <a:cubicBezTo>
                    <a:pt x="188197" y="162515"/>
                    <a:pt x="188470" y="168448"/>
                    <a:pt x="191494" y="177131"/>
                  </a:cubicBezTo>
                  <a:cubicBezTo>
                    <a:pt x="193597" y="183167"/>
                    <a:pt x="195335" y="189779"/>
                    <a:pt x="195355" y="191824"/>
                  </a:cubicBezTo>
                  <a:cubicBezTo>
                    <a:pt x="195376" y="193868"/>
                    <a:pt x="199889" y="199676"/>
                    <a:pt x="205385" y="204731"/>
                  </a:cubicBezTo>
                  <a:cubicBezTo>
                    <a:pt x="211344" y="210212"/>
                    <a:pt x="219172" y="221995"/>
                    <a:pt x="224780" y="233927"/>
                  </a:cubicBezTo>
                  <a:cubicBezTo>
                    <a:pt x="234706" y="255043"/>
                    <a:pt x="236093" y="255967"/>
                    <a:pt x="251313" y="251602"/>
                  </a:cubicBezTo>
                  <a:cubicBezTo>
                    <a:pt x="258379" y="249575"/>
                    <a:pt x="260277" y="250166"/>
                    <a:pt x="265826" y="256119"/>
                  </a:cubicBezTo>
                  <a:cubicBezTo>
                    <a:pt x="272628" y="263417"/>
                    <a:pt x="281243" y="280080"/>
                    <a:pt x="280190" y="283901"/>
                  </a:cubicBezTo>
                  <a:cubicBezTo>
                    <a:pt x="278841" y="288796"/>
                    <a:pt x="283826" y="312090"/>
                    <a:pt x="287275" y="317016"/>
                  </a:cubicBezTo>
                  <a:cubicBezTo>
                    <a:pt x="289273" y="319867"/>
                    <a:pt x="290907" y="325358"/>
                    <a:pt x="290907" y="329217"/>
                  </a:cubicBezTo>
                  <a:cubicBezTo>
                    <a:pt x="290907" y="333077"/>
                    <a:pt x="292090" y="336967"/>
                    <a:pt x="293537" y="337861"/>
                  </a:cubicBezTo>
                  <a:cubicBezTo>
                    <a:pt x="294984" y="338755"/>
                    <a:pt x="299069" y="345213"/>
                    <a:pt x="302616" y="352211"/>
                  </a:cubicBezTo>
                  <a:cubicBezTo>
                    <a:pt x="307126" y="361111"/>
                    <a:pt x="310627" y="364936"/>
                    <a:pt x="314264" y="364936"/>
                  </a:cubicBezTo>
                  <a:cubicBezTo>
                    <a:pt x="320436" y="364936"/>
                    <a:pt x="323792" y="371805"/>
                    <a:pt x="319645" y="375951"/>
                  </a:cubicBezTo>
                  <a:cubicBezTo>
                    <a:pt x="318037" y="377560"/>
                    <a:pt x="316721" y="381289"/>
                    <a:pt x="316721" y="384238"/>
                  </a:cubicBezTo>
                  <a:cubicBezTo>
                    <a:pt x="316721" y="387188"/>
                    <a:pt x="314840" y="392287"/>
                    <a:pt x="312540" y="395571"/>
                  </a:cubicBezTo>
                  <a:cubicBezTo>
                    <a:pt x="308425" y="401445"/>
                    <a:pt x="308570" y="414286"/>
                    <a:pt x="312871" y="424954"/>
                  </a:cubicBezTo>
                  <a:cubicBezTo>
                    <a:pt x="314372" y="428678"/>
                    <a:pt x="313283" y="429472"/>
                    <a:pt x="306671" y="429472"/>
                  </a:cubicBezTo>
                  <a:cubicBezTo>
                    <a:pt x="300565" y="429472"/>
                    <a:pt x="298651" y="428323"/>
                    <a:pt x="298651" y="424657"/>
                  </a:cubicBezTo>
                  <a:close/>
                </a:path>
              </a:pathLst>
            </a:custGeom>
            <a:solidFill>
              <a:srgbClr val="B9B9B9"/>
            </a:solidFill>
            <a:ln w="5163" cap="flat">
              <a:noFill/>
              <a:prstDash val="solid"/>
              <a:miter/>
            </a:ln>
          </p:spPr>
          <p:txBody>
            <a:bodyPr/>
            <a:lstStyle/>
            <a:p>
              <a:endParaRPr lang="es-419" noProof="0" dirty="0"/>
            </a:p>
          </p:txBody>
        </p:sp>
        <p:sp>
          <p:nvSpPr>
            <p:cNvPr id="59" name="Forma libre: forma 58">
              <a:extLst>
                <a:ext uri="{FF2B5EF4-FFF2-40B4-BE49-F238E27FC236}">
                  <a16:creationId xmlns:a16="http://schemas.microsoft.com/office/drawing/2014/main" id="{F3D1096C-E640-7EEE-7AAA-28FD570A9F0C}"/>
                </a:ext>
              </a:extLst>
            </p:cNvPr>
            <p:cNvSpPr/>
            <p:nvPr/>
          </p:nvSpPr>
          <p:spPr>
            <a:xfrm>
              <a:off x="812163" y="1806340"/>
              <a:ext cx="15955" cy="30179"/>
            </a:xfrm>
            <a:custGeom>
              <a:avLst/>
              <a:gdLst>
                <a:gd name="csX0" fmla="*/ 12859 w 15955"/>
                <a:gd name="csY0" fmla="*/ 27128 h 30179"/>
                <a:gd name="csX1" fmla="*/ 45 w 15955"/>
                <a:gd name="csY1" fmla="*/ 70 h 30179"/>
                <a:gd name="csX2" fmla="*/ 15145 w 15955"/>
                <a:gd name="csY2" fmla="*/ 24519 h 30179"/>
                <a:gd name="csX3" fmla="*/ 12859 w 15955"/>
                <a:gd name="csY3" fmla="*/ 27128 h 30179"/>
              </a:gdLst>
              <a:ahLst/>
              <a:cxnLst>
                <a:cxn ang="0">
                  <a:pos x="csX0" y="csY0"/>
                </a:cxn>
                <a:cxn ang="0">
                  <a:pos x="csX1" y="csY1"/>
                </a:cxn>
                <a:cxn ang="0">
                  <a:pos x="csX2" y="csY2"/>
                </a:cxn>
                <a:cxn ang="0">
                  <a:pos x="csX3" y="csY3"/>
                </a:cxn>
              </a:cxnLst>
              <a:rect l="l" t="t" r="r" b="b"/>
              <a:pathLst>
                <a:path w="15955" h="30179">
                  <a:moveTo>
                    <a:pt x="12859" y="27128"/>
                  </a:moveTo>
                  <a:cubicBezTo>
                    <a:pt x="8119" y="19457"/>
                    <a:pt x="-707" y="822"/>
                    <a:pt x="45" y="70"/>
                  </a:cubicBezTo>
                  <a:cubicBezTo>
                    <a:pt x="1430" y="-1315"/>
                    <a:pt x="13563" y="18330"/>
                    <a:pt x="15145" y="24519"/>
                  </a:cubicBezTo>
                  <a:cubicBezTo>
                    <a:pt x="16793" y="30962"/>
                    <a:pt x="15876" y="32008"/>
                    <a:pt x="12859" y="27128"/>
                  </a:cubicBezTo>
                  <a:close/>
                </a:path>
              </a:pathLst>
            </a:custGeom>
            <a:solidFill>
              <a:srgbClr val="B9B9B9"/>
            </a:solidFill>
            <a:ln w="5163" cap="flat">
              <a:noFill/>
              <a:prstDash val="solid"/>
              <a:miter/>
            </a:ln>
          </p:spPr>
          <p:txBody>
            <a:bodyPr/>
            <a:lstStyle/>
            <a:p>
              <a:endParaRPr lang="es-419" noProof="0" dirty="0"/>
            </a:p>
          </p:txBody>
        </p:sp>
      </p:grpSp>
      <p:sp>
        <p:nvSpPr>
          <p:cNvPr id="60" name="Forma libre: forma 59">
            <a:extLst>
              <a:ext uri="{FF2B5EF4-FFF2-40B4-BE49-F238E27FC236}">
                <a16:creationId xmlns:a16="http://schemas.microsoft.com/office/drawing/2014/main" id="{E5A3428E-7E39-01B6-9940-67135FD00807}"/>
              </a:ext>
            </a:extLst>
          </p:cNvPr>
          <p:cNvSpPr/>
          <p:nvPr/>
        </p:nvSpPr>
        <p:spPr>
          <a:xfrm>
            <a:off x="781520" y="1178397"/>
            <a:ext cx="460893" cy="570101"/>
          </a:xfrm>
          <a:custGeom>
            <a:avLst/>
            <a:gdLst>
              <a:gd name="csX0" fmla="*/ 151660 w 460893"/>
              <a:gd name="csY0" fmla="*/ 568610 h 570101"/>
              <a:gd name="csX1" fmla="*/ 140689 w 460893"/>
              <a:gd name="csY1" fmla="*/ 563178 h 570101"/>
              <a:gd name="csX2" fmla="*/ 131877 w 460893"/>
              <a:gd name="csY2" fmla="*/ 549661 h 570101"/>
              <a:gd name="csX3" fmla="*/ 122196 w 460893"/>
              <a:gd name="csY3" fmla="*/ 532968 h 570101"/>
              <a:gd name="csX4" fmla="*/ 107130 w 460893"/>
              <a:gd name="csY4" fmla="*/ 523131 h 570101"/>
              <a:gd name="csX5" fmla="*/ 89869 w 460893"/>
              <a:gd name="csY5" fmla="*/ 518421 h 570101"/>
              <a:gd name="csX6" fmla="*/ 85076 w 460893"/>
              <a:gd name="csY6" fmla="*/ 501266 h 570101"/>
              <a:gd name="csX7" fmla="*/ 77677 w 460893"/>
              <a:gd name="csY7" fmla="*/ 465952 h 570101"/>
              <a:gd name="csX8" fmla="*/ 72006 w 460893"/>
              <a:gd name="csY8" fmla="*/ 445300 h 570101"/>
              <a:gd name="csX9" fmla="*/ 58957 w 460893"/>
              <a:gd name="csY9" fmla="*/ 446095 h 570101"/>
              <a:gd name="csX10" fmla="*/ 35144 w 460893"/>
              <a:gd name="csY10" fmla="*/ 436548 h 570101"/>
              <a:gd name="csX11" fmla="*/ 24381 w 460893"/>
              <a:gd name="csY11" fmla="*/ 426207 h 570101"/>
              <a:gd name="csX12" fmla="*/ 26114 w 460893"/>
              <a:gd name="csY12" fmla="*/ 405421 h 570101"/>
              <a:gd name="csX13" fmla="*/ 25165 w 460893"/>
              <a:gd name="csY13" fmla="*/ 384636 h 570101"/>
              <a:gd name="csX14" fmla="*/ 17520 w 460893"/>
              <a:gd name="csY14" fmla="*/ 374956 h 570101"/>
              <a:gd name="csX15" fmla="*/ 6475 w 460893"/>
              <a:gd name="csY15" fmla="*/ 353942 h 570101"/>
              <a:gd name="csX16" fmla="*/ 196 w 460893"/>
              <a:gd name="csY16" fmla="*/ 332000 h 570101"/>
              <a:gd name="csX17" fmla="*/ 0 w 460893"/>
              <a:gd name="csY17" fmla="*/ 321391 h 570101"/>
              <a:gd name="csX18" fmla="*/ 20006 w 460893"/>
              <a:gd name="csY18" fmla="*/ 322209 h 570101"/>
              <a:gd name="csX19" fmla="*/ 37306 w 460893"/>
              <a:gd name="csY19" fmla="*/ 304003 h 570101"/>
              <a:gd name="csX20" fmla="*/ 36933 w 460893"/>
              <a:gd name="csY20" fmla="*/ 289805 h 570101"/>
              <a:gd name="csX21" fmla="*/ 37690 w 460893"/>
              <a:gd name="csY21" fmla="*/ 253719 h 570101"/>
              <a:gd name="csX22" fmla="*/ 41303 w 460893"/>
              <a:gd name="csY22" fmla="*/ 221451 h 570101"/>
              <a:gd name="csX23" fmla="*/ 48412 w 460893"/>
              <a:gd name="csY23" fmla="*/ 202644 h 570101"/>
              <a:gd name="csX24" fmla="*/ 48257 w 460893"/>
              <a:gd name="csY24" fmla="*/ 124622 h 570101"/>
              <a:gd name="csX25" fmla="*/ 40464 w 460893"/>
              <a:gd name="csY25" fmla="*/ 83859 h 570101"/>
              <a:gd name="csX26" fmla="*/ 52830 w 460893"/>
              <a:gd name="csY26" fmla="*/ 45160 h 570101"/>
              <a:gd name="csX27" fmla="*/ 63246 w 460893"/>
              <a:gd name="csY27" fmla="*/ 46920 h 570101"/>
              <a:gd name="csX28" fmla="*/ 63246 w 460893"/>
              <a:gd name="csY28" fmla="*/ 23460 h 570101"/>
              <a:gd name="csX29" fmla="*/ 66672 w 460893"/>
              <a:gd name="csY29" fmla="*/ 0 h 570101"/>
              <a:gd name="csX30" fmla="*/ 126691 w 460893"/>
              <a:gd name="csY30" fmla="*/ 3798 h 570101"/>
              <a:gd name="csX31" fmla="*/ 203405 w 460893"/>
              <a:gd name="csY31" fmla="*/ 8311 h 570101"/>
              <a:gd name="csX32" fmla="*/ 223527 w 460893"/>
              <a:gd name="csY32" fmla="*/ 9026 h 570101"/>
              <a:gd name="csX33" fmla="*/ 229665 w 460893"/>
              <a:gd name="csY33" fmla="*/ 21938 h 570101"/>
              <a:gd name="csX34" fmla="*/ 254984 w 460893"/>
              <a:gd name="csY34" fmla="*/ 54210 h 570101"/>
              <a:gd name="csX35" fmla="*/ 267180 w 460893"/>
              <a:gd name="csY35" fmla="*/ 65624 h 570101"/>
              <a:gd name="csX36" fmla="*/ 283960 w 460893"/>
              <a:gd name="csY36" fmla="*/ 83994 h 570101"/>
              <a:gd name="csX37" fmla="*/ 300739 w 460893"/>
              <a:gd name="csY37" fmla="*/ 103278 h 570101"/>
              <a:gd name="csX38" fmla="*/ 307688 w 460893"/>
              <a:gd name="csY38" fmla="*/ 107024 h 570101"/>
              <a:gd name="csX39" fmla="*/ 338320 w 460893"/>
              <a:gd name="csY39" fmla="*/ 140082 h 570101"/>
              <a:gd name="csX40" fmla="*/ 345307 w 460893"/>
              <a:gd name="csY40" fmla="*/ 156757 h 570101"/>
              <a:gd name="csX41" fmla="*/ 350264 w 460893"/>
              <a:gd name="csY41" fmla="*/ 174757 h 570101"/>
              <a:gd name="csX42" fmla="*/ 353728 w 460893"/>
              <a:gd name="csY42" fmla="*/ 192882 h 570101"/>
              <a:gd name="csX43" fmla="*/ 357557 w 460893"/>
              <a:gd name="csY43" fmla="*/ 206186 h 570101"/>
              <a:gd name="csX44" fmla="*/ 373046 w 460893"/>
              <a:gd name="csY44" fmla="*/ 221653 h 570101"/>
              <a:gd name="csX45" fmla="*/ 388508 w 460893"/>
              <a:gd name="csY45" fmla="*/ 235073 h 570101"/>
              <a:gd name="csX46" fmla="*/ 408536 w 460893"/>
              <a:gd name="csY46" fmla="*/ 251563 h 570101"/>
              <a:gd name="csX47" fmla="*/ 419486 w 460893"/>
              <a:gd name="csY47" fmla="*/ 258145 h 570101"/>
              <a:gd name="csX48" fmla="*/ 429612 w 460893"/>
              <a:gd name="csY48" fmla="*/ 264555 h 570101"/>
              <a:gd name="csX49" fmla="*/ 440498 w 460893"/>
              <a:gd name="csY49" fmla="*/ 270196 h 570101"/>
              <a:gd name="csX50" fmla="*/ 458638 w 460893"/>
              <a:gd name="csY50" fmla="*/ 279871 h 570101"/>
              <a:gd name="csX51" fmla="*/ 433706 w 460893"/>
              <a:gd name="csY51" fmla="*/ 328123 h 570101"/>
              <a:gd name="csX52" fmla="*/ 401785 w 460893"/>
              <a:gd name="csY52" fmla="*/ 376892 h 570101"/>
              <a:gd name="csX53" fmla="*/ 408173 w 460893"/>
              <a:gd name="csY53" fmla="*/ 427230 h 570101"/>
              <a:gd name="csX54" fmla="*/ 407224 w 460893"/>
              <a:gd name="csY54" fmla="*/ 481463 h 570101"/>
              <a:gd name="csX55" fmla="*/ 357001 w 460893"/>
              <a:gd name="csY55" fmla="*/ 500599 h 570101"/>
              <a:gd name="csX56" fmla="*/ 339993 w 460893"/>
              <a:gd name="csY56" fmla="*/ 507393 h 570101"/>
              <a:gd name="csX57" fmla="*/ 315871 w 460893"/>
              <a:gd name="csY57" fmla="*/ 500146 h 570101"/>
              <a:gd name="csX58" fmla="*/ 305685 w 460893"/>
              <a:gd name="csY58" fmla="*/ 499249 h 570101"/>
              <a:gd name="csX59" fmla="*/ 291896 w 460893"/>
              <a:gd name="csY59" fmla="*/ 499687 h 570101"/>
              <a:gd name="csX60" fmla="*/ 270870 w 460893"/>
              <a:gd name="csY60" fmla="*/ 491757 h 570101"/>
              <a:gd name="csX61" fmla="*/ 256706 w 460893"/>
              <a:gd name="csY61" fmla="*/ 481408 h 570101"/>
              <a:gd name="csX62" fmla="*/ 242051 w 460893"/>
              <a:gd name="csY62" fmla="*/ 472207 h 570101"/>
              <a:gd name="csX63" fmla="*/ 227525 w 460893"/>
              <a:gd name="csY63" fmla="*/ 468533 h 570101"/>
              <a:gd name="csX64" fmla="*/ 222731 w 460893"/>
              <a:gd name="csY64" fmla="*/ 472486 h 570101"/>
              <a:gd name="csX65" fmla="*/ 210984 w 460893"/>
              <a:gd name="csY65" fmla="*/ 493362 h 570101"/>
              <a:gd name="csX66" fmla="*/ 200162 w 460893"/>
              <a:gd name="csY66" fmla="*/ 504374 h 570101"/>
              <a:gd name="csX67" fmla="*/ 192160 w 460893"/>
              <a:gd name="csY67" fmla="*/ 516880 h 570101"/>
              <a:gd name="csX68" fmla="*/ 189436 w 460893"/>
              <a:gd name="csY68" fmla="*/ 530760 h 570101"/>
              <a:gd name="csX69" fmla="*/ 184534 w 460893"/>
              <a:gd name="csY69" fmla="*/ 547022 h 570101"/>
              <a:gd name="csX70" fmla="*/ 182598 w 460893"/>
              <a:gd name="csY70" fmla="*/ 561518 h 570101"/>
              <a:gd name="csX71" fmla="*/ 164446 w 460893"/>
              <a:gd name="csY71" fmla="*/ 570049 h 570101"/>
              <a:gd name="csX72" fmla="*/ 151660 w 460893"/>
              <a:gd name="csY72" fmla="*/ 568610 h 5701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Lst>
            <a:rect l="l" t="t" r="r" b="b"/>
            <a:pathLst>
              <a:path w="460893" h="570101">
                <a:moveTo>
                  <a:pt x="151660" y="568610"/>
                </a:moveTo>
                <a:cubicBezTo>
                  <a:pt x="143384" y="567865"/>
                  <a:pt x="140689" y="566530"/>
                  <a:pt x="140689" y="563178"/>
                </a:cubicBezTo>
                <a:cubicBezTo>
                  <a:pt x="140689" y="560733"/>
                  <a:pt x="136724" y="554651"/>
                  <a:pt x="131877" y="549661"/>
                </a:cubicBezTo>
                <a:cubicBezTo>
                  <a:pt x="126875" y="544511"/>
                  <a:pt x="122689" y="537293"/>
                  <a:pt x="122196" y="532968"/>
                </a:cubicBezTo>
                <a:cubicBezTo>
                  <a:pt x="121389" y="525881"/>
                  <a:pt x="120335" y="525192"/>
                  <a:pt x="107130" y="523131"/>
                </a:cubicBezTo>
                <a:cubicBezTo>
                  <a:pt x="99321" y="521912"/>
                  <a:pt x="91554" y="519792"/>
                  <a:pt x="89869" y="518421"/>
                </a:cubicBezTo>
                <a:cubicBezTo>
                  <a:pt x="88184" y="517050"/>
                  <a:pt x="86027" y="509330"/>
                  <a:pt x="85076" y="501266"/>
                </a:cubicBezTo>
                <a:cubicBezTo>
                  <a:pt x="84126" y="493202"/>
                  <a:pt x="80796" y="477310"/>
                  <a:pt x="77677" y="465952"/>
                </a:cubicBezTo>
                <a:lnTo>
                  <a:pt x="72006" y="445300"/>
                </a:lnTo>
                <a:lnTo>
                  <a:pt x="58957" y="446095"/>
                </a:lnTo>
                <a:cubicBezTo>
                  <a:pt x="46778" y="446836"/>
                  <a:pt x="45189" y="446199"/>
                  <a:pt x="35144" y="436548"/>
                </a:cubicBezTo>
                <a:lnTo>
                  <a:pt x="24381" y="426207"/>
                </a:lnTo>
                <a:lnTo>
                  <a:pt x="26114" y="405421"/>
                </a:lnTo>
                <a:cubicBezTo>
                  <a:pt x="27263" y="391650"/>
                  <a:pt x="26942" y="384636"/>
                  <a:pt x="25165" y="384636"/>
                </a:cubicBezTo>
                <a:cubicBezTo>
                  <a:pt x="23689" y="384636"/>
                  <a:pt x="20249" y="380280"/>
                  <a:pt x="17520" y="374956"/>
                </a:cubicBezTo>
                <a:cubicBezTo>
                  <a:pt x="14791" y="369631"/>
                  <a:pt x="9821" y="360175"/>
                  <a:pt x="6475" y="353942"/>
                </a:cubicBezTo>
                <a:cubicBezTo>
                  <a:pt x="3106" y="347664"/>
                  <a:pt x="305" y="337877"/>
                  <a:pt x="196" y="332000"/>
                </a:cubicBezTo>
                <a:lnTo>
                  <a:pt x="0" y="321391"/>
                </a:lnTo>
                <a:lnTo>
                  <a:pt x="20006" y="322209"/>
                </a:lnTo>
                <a:cubicBezTo>
                  <a:pt x="42391" y="323125"/>
                  <a:pt x="42565" y="322942"/>
                  <a:pt x="37306" y="304003"/>
                </a:cubicBezTo>
                <a:cubicBezTo>
                  <a:pt x="35685" y="298169"/>
                  <a:pt x="35538" y="292562"/>
                  <a:pt x="36933" y="289805"/>
                </a:cubicBezTo>
                <a:cubicBezTo>
                  <a:pt x="38201" y="287300"/>
                  <a:pt x="38542" y="271061"/>
                  <a:pt x="37690" y="253719"/>
                </a:cubicBezTo>
                <a:cubicBezTo>
                  <a:pt x="36207" y="223555"/>
                  <a:pt x="36364" y="222156"/>
                  <a:pt x="41303" y="221451"/>
                </a:cubicBezTo>
                <a:cubicBezTo>
                  <a:pt x="45680" y="220826"/>
                  <a:pt x="46762" y="217964"/>
                  <a:pt x="48412" y="202644"/>
                </a:cubicBezTo>
                <a:cubicBezTo>
                  <a:pt x="51806" y="171127"/>
                  <a:pt x="51726" y="130863"/>
                  <a:pt x="48257" y="124622"/>
                </a:cubicBezTo>
                <a:cubicBezTo>
                  <a:pt x="46501" y="121464"/>
                  <a:pt x="42994" y="103121"/>
                  <a:pt x="40464" y="83859"/>
                </a:cubicBezTo>
                <a:cubicBezTo>
                  <a:pt x="35209" y="43860"/>
                  <a:pt x="35717" y="42269"/>
                  <a:pt x="52830" y="45160"/>
                </a:cubicBezTo>
                <a:lnTo>
                  <a:pt x="63246" y="46920"/>
                </a:lnTo>
                <a:lnTo>
                  <a:pt x="63246" y="23460"/>
                </a:lnTo>
                <a:cubicBezTo>
                  <a:pt x="63246" y="5683"/>
                  <a:pt x="64076" y="0"/>
                  <a:pt x="66672" y="0"/>
                </a:cubicBezTo>
                <a:cubicBezTo>
                  <a:pt x="68557" y="0"/>
                  <a:pt x="95565" y="1709"/>
                  <a:pt x="126691" y="3798"/>
                </a:cubicBezTo>
                <a:cubicBezTo>
                  <a:pt x="157817" y="5887"/>
                  <a:pt x="192338" y="7917"/>
                  <a:pt x="203405" y="8311"/>
                </a:cubicBezTo>
                <a:lnTo>
                  <a:pt x="223527" y="9026"/>
                </a:lnTo>
                <a:lnTo>
                  <a:pt x="229665" y="21938"/>
                </a:lnTo>
                <a:cubicBezTo>
                  <a:pt x="235583" y="34389"/>
                  <a:pt x="251134" y="54210"/>
                  <a:pt x="254984" y="54210"/>
                </a:cubicBezTo>
                <a:cubicBezTo>
                  <a:pt x="256963" y="54210"/>
                  <a:pt x="267180" y="63772"/>
                  <a:pt x="267180" y="65624"/>
                </a:cubicBezTo>
                <a:cubicBezTo>
                  <a:pt x="267180" y="66222"/>
                  <a:pt x="274731" y="74489"/>
                  <a:pt x="283960" y="83994"/>
                </a:cubicBezTo>
                <a:cubicBezTo>
                  <a:pt x="293188" y="93499"/>
                  <a:pt x="300739" y="102177"/>
                  <a:pt x="300739" y="103278"/>
                </a:cubicBezTo>
                <a:cubicBezTo>
                  <a:pt x="300739" y="104379"/>
                  <a:pt x="303866" y="106065"/>
                  <a:pt x="307688" y="107024"/>
                </a:cubicBezTo>
                <a:cubicBezTo>
                  <a:pt x="316754" y="109299"/>
                  <a:pt x="336159" y="130241"/>
                  <a:pt x="338320" y="140082"/>
                </a:cubicBezTo>
                <a:cubicBezTo>
                  <a:pt x="339250" y="144316"/>
                  <a:pt x="342394" y="151820"/>
                  <a:pt x="345307" y="156757"/>
                </a:cubicBezTo>
                <a:cubicBezTo>
                  <a:pt x="348253" y="161749"/>
                  <a:pt x="350453" y="169738"/>
                  <a:pt x="350264" y="174757"/>
                </a:cubicBezTo>
                <a:cubicBezTo>
                  <a:pt x="350078" y="179720"/>
                  <a:pt x="351636" y="187876"/>
                  <a:pt x="353728" y="192882"/>
                </a:cubicBezTo>
                <a:cubicBezTo>
                  <a:pt x="355820" y="197888"/>
                  <a:pt x="357543" y="203875"/>
                  <a:pt x="357557" y="206186"/>
                </a:cubicBezTo>
                <a:cubicBezTo>
                  <a:pt x="357572" y="208497"/>
                  <a:pt x="364542" y="215457"/>
                  <a:pt x="373046" y="221653"/>
                </a:cubicBezTo>
                <a:cubicBezTo>
                  <a:pt x="381550" y="227849"/>
                  <a:pt x="388508" y="233888"/>
                  <a:pt x="388508" y="235073"/>
                </a:cubicBezTo>
                <a:cubicBezTo>
                  <a:pt x="388508" y="239850"/>
                  <a:pt x="400638" y="249837"/>
                  <a:pt x="408536" y="251563"/>
                </a:cubicBezTo>
                <a:cubicBezTo>
                  <a:pt x="413162" y="252574"/>
                  <a:pt x="418090" y="255536"/>
                  <a:pt x="419486" y="258145"/>
                </a:cubicBezTo>
                <a:cubicBezTo>
                  <a:pt x="420882" y="260754"/>
                  <a:pt x="425439" y="263638"/>
                  <a:pt x="429612" y="264555"/>
                </a:cubicBezTo>
                <a:cubicBezTo>
                  <a:pt x="433785" y="265471"/>
                  <a:pt x="438684" y="268010"/>
                  <a:pt x="440498" y="270196"/>
                </a:cubicBezTo>
                <a:cubicBezTo>
                  <a:pt x="443409" y="273704"/>
                  <a:pt x="453843" y="279268"/>
                  <a:pt x="458638" y="279871"/>
                </a:cubicBezTo>
                <a:cubicBezTo>
                  <a:pt x="464237" y="280575"/>
                  <a:pt x="460647" y="287523"/>
                  <a:pt x="433706" y="328123"/>
                </a:cubicBezTo>
                <a:cubicBezTo>
                  <a:pt x="417320" y="352816"/>
                  <a:pt x="402956" y="374762"/>
                  <a:pt x="401785" y="376892"/>
                </a:cubicBezTo>
                <a:cubicBezTo>
                  <a:pt x="400523" y="379188"/>
                  <a:pt x="403122" y="399673"/>
                  <a:pt x="408173" y="427230"/>
                </a:cubicBezTo>
                <a:cubicBezTo>
                  <a:pt x="419157" y="487163"/>
                  <a:pt x="419215" y="483871"/>
                  <a:pt x="407224" y="481463"/>
                </a:cubicBezTo>
                <a:cubicBezTo>
                  <a:pt x="377101" y="475416"/>
                  <a:pt x="375238" y="476126"/>
                  <a:pt x="357001" y="500599"/>
                </a:cubicBezTo>
                <a:cubicBezTo>
                  <a:pt x="346599" y="514558"/>
                  <a:pt x="343773" y="515687"/>
                  <a:pt x="339993" y="507393"/>
                </a:cubicBezTo>
                <a:cubicBezTo>
                  <a:pt x="336462" y="499643"/>
                  <a:pt x="325739" y="496421"/>
                  <a:pt x="315871" y="500146"/>
                </a:cubicBezTo>
                <a:cubicBezTo>
                  <a:pt x="310307" y="502246"/>
                  <a:pt x="308004" y="502043"/>
                  <a:pt x="305685" y="499249"/>
                </a:cubicBezTo>
                <a:cubicBezTo>
                  <a:pt x="301762" y="494522"/>
                  <a:pt x="296907" y="494676"/>
                  <a:pt x="291896" y="499687"/>
                </a:cubicBezTo>
                <a:cubicBezTo>
                  <a:pt x="286395" y="505188"/>
                  <a:pt x="278982" y="502392"/>
                  <a:pt x="270870" y="491757"/>
                </a:cubicBezTo>
                <a:cubicBezTo>
                  <a:pt x="267159" y="486892"/>
                  <a:pt x="260921" y="482334"/>
                  <a:pt x="256706" y="481408"/>
                </a:cubicBezTo>
                <a:cubicBezTo>
                  <a:pt x="252563" y="480498"/>
                  <a:pt x="245969" y="476358"/>
                  <a:pt x="242051" y="472207"/>
                </a:cubicBezTo>
                <a:cubicBezTo>
                  <a:pt x="234140" y="463825"/>
                  <a:pt x="229757" y="462717"/>
                  <a:pt x="227525" y="468533"/>
                </a:cubicBezTo>
                <a:cubicBezTo>
                  <a:pt x="226708" y="470663"/>
                  <a:pt x="224550" y="472442"/>
                  <a:pt x="222731" y="472486"/>
                </a:cubicBezTo>
                <a:cubicBezTo>
                  <a:pt x="216831" y="472631"/>
                  <a:pt x="209780" y="485162"/>
                  <a:pt x="210984" y="493362"/>
                </a:cubicBezTo>
                <a:cubicBezTo>
                  <a:pt x="212266" y="502098"/>
                  <a:pt x="211304" y="503076"/>
                  <a:pt x="200162" y="504374"/>
                </a:cubicBezTo>
                <a:cubicBezTo>
                  <a:pt x="189734" y="505588"/>
                  <a:pt x="189645" y="505728"/>
                  <a:pt x="192160" y="516880"/>
                </a:cubicBezTo>
                <a:cubicBezTo>
                  <a:pt x="193910" y="524639"/>
                  <a:pt x="193416" y="527159"/>
                  <a:pt x="189436" y="530760"/>
                </a:cubicBezTo>
                <a:cubicBezTo>
                  <a:pt x="186033" y="533840"/>
                  <a:pt x="184562" y="538720"/>
                  <a:pt x="184534" y="547022"/>
                </a:cubicBezTo>
                <a:cubicBezTo>
                  <a:pt x="184512" y="553546"/>
                  <a:pt x="183641" y="560069"/>
                  <a:pt x="182598" y="561518"/>
                </a:cubicBezTo>
                <a:cubicBezTo>
                  <a:pt x="180445" y="564508"/>
                  <a:pt x="167199" y="570734"/>
                  <a:pt x="164446" y="570049"/>
                </a:cubicBezTo>
                <a:cubicBezTo>
                  <a:pt x="163448" y="569801"/>
                  <a:pt x="157694" y="569154"/>
                  <a:pt x="151660" y="568610"/>
                </a:cubicBezTo>
                <a:close/>
              </a:path>
            </a:pathLst>
          </a:custGeom>
          <a:solidFill>
            <a:srgbClr val="B9B9B9"/>
          </a:solidFill>
          <a:ln w="5163" cap="flat">
            <a:noFill/>
            <a:prstDash val="solid"/>
            <a:miter/>
          </a:ln>
        </p:spPr>
        <p:txBody>
          <a:bodyPr/>
          <a:lstStyle/>
          <a:p>
            <a:endParaRPr lang="es-419" noProof="0" dirty="0"/>
          </a:p>
        </p:txBody>
      </p:sp>
      <p:sp>
        <p:nvSpPr>
          <p:cNvPr id="61" name="Forma libre: forma 60">
            <a:extLst>
              <a:ext uri="{FF2B5EF4-FFF2-40B4-BE49-F238E27FC236}">
                <a16:creationId xmlns:a16="http://schemas.microsoft.com/office/drawing/2014/main" id="{90177C39-A6CA-74E5-AD1E-99DDE12288E6}"/>
              </a:ext>
            </a:extLst>
          </p:cNvPr>
          <p:cNvSpPr/>
          <p:nvPr/>
        </p:nvSpPr>
        <p:spPr>
          <a:xfrm>
            <a:off x="2038384" y="2469122"/>
            <a:ext cx="332998" cy="314936"/>
          </a:xfrm>
          <a:custGeom>
            <a:avLst/>
            <a:gdLst>
              <a:gd name="csX0" fmla="*/ 150508 w 332998"/>
              <a:gd name="csY0" fmla="*/ 295153 h 314936"/>
              <a:gd name="csX1" fmla="*/ 122921 w 332998"/>
              <a:gd name="csY1" fmla="*/ 269012 h 314936"/>
              <a:gd name="csX2" fmla="*/ 122279 w 332998"/>
              <a:gd name="csY2" fmla="*/ 264031 h 314936"/>
              <a:gd name="csX3" fmla="*/ 126546 w 332998"/>
              <a:gd name="csY3" fmla="*/ 262908 h 314936"/>
              <a:gd name="csX4" fmla="*/ 106954 w 332998"/>
              <a:gd name="csY4" fmla="*/ 254224 h 314936"/>
              <a:gd name="csX5" fmla="*/ 78561 w 332998"/>
              <a:gd name="csY5" fmla="*/ 232541 h 314936"/>
              <a:gd name="csX6" fmla="*/ 60903 w 332998"/>
              <a:gd name="csY6" fmla="*/ 216842 h 314936"/>
              <a:gd name="csX7" fmla="*/ 60455 w 332998"/>
              <a:gd name="csY7" fmla="*/ 213585 h 314936"/>
              <a:gd name="csX8" fmla="*/ 56711 w 332998"/>
              <a:gd name="csY8" fmla="*/ 207285 h 314936"/>
              <a:gd name="csX9" fmla="*/ 53349 w 332998"/>
              <a:gd name="csY9" fmla="*/ 207961 h 314936"/>
              <a:gd name="csX10" fmla="*/ 34703 w 332998"/>
              <a:gd name="csY10" fmla="*/ 200142 h 314936"/>
              <a:gd name="csX11" fmla="*/ 16028 w 332998"/>
              <a:gd name="csY11" fmla="*/ 187234 h 314936"/>
              <a:gd name="csX12" fmla="*/ 16436 w 332998"/>
              <a:gd name="csY12" fmla="*/ 184359 h 314936"/>
              <a:gd name="csX13" fmla="*/ 14549 w 332998"/>
              <a:gd name="csY13" fmla="*/ 178120 h 314936"/>
              <a:gd name="csX14" fmla="*/ 7908 w 332998"/>
              <a:gd name="csY14" fmla="*/ 171021 h 314936"/>
              <a:gd name="csX15" fmla="*/ 2407 w 332998"/>
              <a:gd name="csY15" fmla="*/ 154470 h 314936"/>
              <a:gd name="csX16" fmla="*/ 6812 w 332998"/>
              <a:gd name="csY16" fmla="*/ 119621 h 314936"/>
              <a:gd name="csX17" fmla="*/ 17071 w 332998"/>
              <a:gd name="csY17" fmla="*/ 91641 h 314936"/>
              <a:gd name="csX18" fmla="*/ 20635 w 332998"/>
              <a:gd name="csY18" fmla="*/ 82008 h 314936"/>
              <a:gd name="csX19" fmla="*/ 29523 w 332998"/>
              <a:gd name="csY19" fmla="*/ 71230 h 314936"/>
              <a:gd name="csX20" fmla="*/ 42896 w 332998"/>
              <a:gd name="csY20" fmla="*/ 48085 h 314936"/>
              <a:gd name="csX21" fmla="*/ 49532 w 332998"/>
              <a:gd name="csY21" fmla="*/ 35969 h 314936"/>
              <a:gd name="csX22" fmla="*/ 54906 w 332998"/>
              <a:gd name="csY22" fmla="*/ 23257 h 314936"/>
              <a:gd name="csX23" fmla="*/ 66531 w 332998"/>
              <a:gd name="csY23" fmla="*/ 0 h 314936"/>
              <a:gd name="csX24" fmla="*/ 82468 w 332998"/>
              <a:gd name="csY24" fmla="*/ 19425 h 314936"/>
              <a:gd name="csX25" fmla="*/ 95351 w 332998"/>
              <a:gd name="csY25" fmla="*/ 43885 h 314936"/>
              <a:gd name="csX26" fmla="*/ 106141 w 332998"/>
              <a:gd name="csY26" fmla="*/ 49048 h 314936"/>
              <a:gd name="csX27" fmla="*/ 113640 w 332998"/>
              <a:gd name="csY27" fmla="*/ 54166 h 314936"/>
              <a:gd name="csX28" fmla="*/ 132249 w 332998"/>
              <a:gd name="csY28" fmla="*/ 34653 h 314936"/>
              <a:gd name="csX29" fmla="*/ 156404 w 332998"/>
              <a:gd name="csY29" fmla="*/ 10326 h 314936"/>
              <a:gd name="csX30" fmla="*/ 168334 w 332998"/>
              <a:gd name="csY30" fmla="*/ 6060 h 314936"/>
              <a:gd name="csX31" fmla="*/ 186389 w 332998"/>
              <a:gd name="csY31" fmla="*/ 9933 h 314936"/>
              <a:gd name="csX32" fmla="*/ 200349 w 332998"/>
              <a:gd name="csY32" fmla="*/ 18070 h 314936"/>
              <a:gd name="csX33" fmla="*/ 204999 w 332998"/>
              <a:gd name="csY33" fmla="*/ 30473 h 314936"/>
              <a:gd name="csX34" fmla="*/ 218185 w 332998"/>
              <a:gd name="csY34" fmla="*/ 43802 h 314936"/>
              <a:gd name="csX35" fmla="*/ 227241 w 332998"/>
              <a:gd name="csY35" fmla="*/ 50036 h 314936"/>
              <a:gd name="csX36" fmla="*/ 238424 w 332998"/>
              <a:gd name="csY36" fmla="*/ 60571 h 314936"/>
              <a:gd name="csX37" fmla="*/ 261581 w 332998"/>
              <a:gd name="csY37" fmla="*/ 79599 h 314936"/>
              <a:gd name="csX38" fmla="*/ 276424 w 332998"/>
              <a:gd name="csY38" fmla="*/ 89453 h 314936"/>
              <a:gd name="csX39" fmla="*/ 280389 w 332998"/>
              <a:gd name="csY39" fmla="*/ 90232 h 314936"/>
              <a:gd name="csX40" fmla="*/ 288978 w 332998"/>
              <a:gd name="csY40" fmla="*/ 95366 h 314936"/>
              <a:gd name="csX41" fmla="*/ 309784 w 332998"/>
              <a:gd name="csY41" fmla="*/ 117828 h 314936"/>
              <a:gd name="csX42" fmla="*/ 323208 w 332998"/>
              <a:gd name="csY42" fmla="*/ 127731 h 314936"/>
              <a:gd name="csX43" fmla="*/ 330610 w 332998"/>
              <a:gd name="csY43" fmla="*/ 136947 h 314936"/>
              <a:gd name="csX44" fmla="*/ 327230 w 332998"/>
              <a:gd name="csY44" fmla="*/ 153094 h 314936"/>
              <a:gd name="csX45" fmla="*/ 328146 w 332998"/>
              <a:gd name="csY45" fmla="*/ 164492 h 314936"/>
              <a:gd name="csX46" fmla="*/ 285552 w 332998"/>
              <a:gd name="csY46" fmla="*/ 166189 h 314936"/>
              <a:gd name="csX47" fmla="*/ 228050 w 332998"/>
              <a:gd name="csY47" fmla="*/ 169472 h 314936"/>
              <a:gd name="csX48" fmla="*/ 213142 w 332998"/>
              <a:gd name="csY48" fmla="*/ 171057 h 314936"/>
              <a:gd name="csX49" fmla="*/ 197915 w 332998"/>
              <a:gd name="csY49" fmla="*/ 199758 h 314936"/>
              <a:gd name="csX50" fmla="*/ 180329 w 332998"/>
              <a:gd name="csY50" fmla="*/ 231127 h 314936"/>
              <a:gd name="csX51" fmla="*/ 181055 w 332998"/>
              <a:gd name="csY51" fmla="*/ 253031 h 314936"/>
              <a:gd name="csX52" fmla="*/ 185000 w 332998"/>
              <a:gd name="csY52" fmla="*/ 272477 h 314936"/>
              <a:gd name="csX53" fmla="*/ 182260 w 332998"/>
              <a:gd name="csY53" fmla="*/ 301769 h 314936"/>
              <a:gd name="csX54" fmla="*/ 174070 w 332998"/>
              <a:gd name="csY54" fmla="*/ 314937 h 314936"/>
              <a:gd name="csX55" fmla="*/ 150508 w 332998"/>
              <a:gd name="csY55" fmla="*/ 295153 h 3149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Lst>
            <a:rect l="l" t="t" r="r" b="b"/>
            <a:pathLst>
              <a:path w="332998" h="314936">
                <a:moveTo>
                  <a:pt x="150508" y="295153"/>
                </a:moveTo>
                <a:cubicBezTo>
                  <a:pt x="138884" y="284272"/>
                  <a:pt x="126470" y="272508"/>
                  <a:pt x="122921" y="269012"/>
                </a:cubicBezTo>
                <a:cubicBezTo>
                  <a:pt x="116541" y="262727"/>
                  <a:pt x="116534" y="262670"/>
                  <a:pt x="122279" y="264031"/>
                </a:cubicBezTo>
                <a:cubicBezTo>
                  <a:pt x="125681" y="264837"/>
                  <a:pt x="127450" y="264371"/>
                  <a:pt x="126546" y="262908"/>
                </a:cubicBezTo>
                <a:cubicBezTo>
                  <a:pt x="124960" y="260342"/>
                  <a:pt x="114693" y="255791"/>
                  <a:pt x="106954" y="254224"/>
                </a:cubicBezTo>
                <a:cubicBezTo>
                  <a:pt x="98738" y="252560"/>
                  <a:pt x="93040" y="248209"/>
                  <a:pt x="78561" y="232541"/>
                </a:cubicBezTo>
                <a:cubicBezTo>
                  <a:pt x="70581" y="223906"/>
                  <a:pt x="62635" y="216842"/>
                  <a:pt x="60903" y="216842"/>
                </a:cubicBezTo>
                <a:cubicBezTo>
                  <a:pt x="58660" y="216842"/>
                  <a:pt x="58531" y="215904"/>
                  <a:pt x="60455" y="213585"/>
                </a:cubicBezTo>
                <a:cubicBezTo>
                  <a:pt x="62461" y="211169"/>
                  <a:pt x="61494" y="209543"/>
                  <a:pt x="56711" y="207285"/>
                </a:cubicBezTo>
                <a:cubicBezTo>
                  <a:pt x="51186" y="204678"/>
                  <a:pt x="50705" y="204775"/>
                  <a:pt x="53349" y="207961"/>
                </a:cubicBezTo>
                <a:cubicBezTo>
                  <a:pt x="59572" y="215458"/>
                  <a:pt x="50558" y="211678"/>
                  <a:pt x="34703" y="200142"/>
                </a:cubicBezTo>
                <a:cubicBezTo>
                  <a:pt x="25983" y="193796"/>
                  <a:pt x="17579" y="187988"/>
                  <a:pt x="16028" y="187234"/>
                </a:cubicBezTo>
                <a:cubicBezTo>
                  <a:pt x="14108" y="186301"/>
                  <a:pt x="14238" y="185384"/>
                  <a:pt x="16436" y="184359"/>
                </a:cubicBezTo>
                <a:cubicBezTo>
                  <a:pt x="21429" y="182028"/>
                  <a:pt x="20247" y="178120"/>
                  <a:pt x="14549" y="178120"/>
                </a:cubicBezTo>
                <a:cubicBezTo>
                  <a:pt x="11062" y="178120"/>
                  <a:pt x="8950" y="175862"/>
                  <a:pt x="7908" y="171021"/>
                </a:cubicBezTo>
                <a:cubicBezTo>
                  <a:pt x="7068" y="167117"/>
                  <a:pt x="4593" y="159669"/>
                  <a:pt x="2407" y="154470"/>
                </a:cubicBezTo>
                <a:cubicBezTo>
                  <a:pt x="-1401" y="145413"/>
                  <a:pt x="-1217" y="143959"/>
                  <a:pt x="6812" y="119621"/>
                </a:cubicBezTo>
                <a:cubicBezTo>
                  <a:pt x="11420" y="105652"/>
                  <a:pt x="16036" y="93061"/>
                  <a:pt x="17071" y="91641"/>
                </a:cubicBezTo>
                <a:cubicBezTo>
                  <a:pt x="18105" y="90222"/>
                  <a:pt x="19709" y="85887"/>
                  <a:pt x="20635" y="82008"/>
                </a:cubicBezTo>
                <a:cubicBezTo>
                  <a:pt x="21600" y="77965"/>
                  <a:pt x="25393" y="73366"/>
                  <a:pt x="29523" y="71230"/>
                </a:cubicBezTo>
                <a:cubicBezTo>
                  <a:pt x="37293" y="67213"/>
                  <a:pt x="42896" y="57515"/>
                  <a:pt x="42896" y="48085"/>
                </a:cubicBezTo>
                <a:cubicBezTo>
                  <a:pt x="42896" y="44850"/>
                  <a:pt x="45882" y="39398"/>
                  <a:pt x="49532" y="35969"/>
                </a:cubicBezTo>
                <a:cubicBezTo>
                  <a:pt x="54317" y="31473"/>
                  <a:pt x="55816" y="27929"/>
                  <a:pt x="54906" y="23257"/>
                </a:cubicBezTo>
                <a:cubicBezTo>
                  <a:pt x="53161" y="14292"/>
                  <a:pt x="60305" y="0"/>
                  <a:pt x="66531" y="0"/>
                </a:cubicBezTo>
                <a:cubicBezTo>
                  <a:pt x="74307" y="0"/>
                  <a:pt x="80918" y="8058"/>
                  <a:pt x="82468" y="19425"/>
                </a:cubicBezTo>
                <a:cubicBezTo>
                  <a:pt x="84849" y="36891"/>
                  <a:pt x="88533" y="43885"/>
                  <a:pt x="95351" y="43885"/>
                </a:cubicBezTo>
                <a:cubicBezTo>
                  <a:pt x="98716" y="43885"/>
                  <a:pt x="103572" y="46208"/>
                  <a:pt x="106141" y="49048"/>
                </a:cubicBezTo>
                <a:cubicBezTo>
                  <a:pt x="108711" y="51887"/>
                  <a:pt x="112086" y="54190"/>
                  <a:pt x="113640" y="54166"/>
                </a:cubicBezTo>
                <a:cubicBezTo>
                  <a:pt x="117209" y="54110"/>
                  <a:pt x="125915" y="44980"/>
                  <a:pt x="132249" y="34653"/>
                </a:cubicBezTo>
                <a:cubicBezTo>
                  <a:pt x="141121" y="20185"/>
                  <a:pt x="150911" y="10326"/>
                  <a:pt x="156404" y="10326"/>
                </a:cubicBezTo>
                <a:cubicBezTo>
                  <a:pt x="159385" y="10326"/>
                  <a:pt x="164754" y="8406"/>
                  <a:pt x="168334" y="6060"/>
                </a:cubicBezTo>
                <a:cubicBezTo>
                  <a:pt x="174611" y="1948"/>
                  <a:pt x="175258" y="2087"/>
                  <a:pt x="186389" y="9933"/>
                </a:cubicBezTo>
                <a:cubicBezTo>
                  <a:pt x="192739" y="14408"/>
                  <a:pt x="199021" y="18070"/>
                  <a:pt x="200349" y="18070"/>
                </a:cubicBezTo>
                <a:cubicBezTo>
                  <a:pt x="204669" y="18070"/>
                  <a:pt x="208141" y="27331"/>
                  <a:pt x="204999" y="30473"/>
                </a:cubicBezTo>
                <a:cubicBezTo>
                  <a:pt x="200842" y="34630"/>
                  <a:pt x="205908" y="39750"/>
                  <a:pt x="218185" y="43802"/>
                </a:cubicBezTo>
                <a:cubicBezTo>
                  <a:pt x="223767" y="45645"/>
                  <a:pt x="227842" y="48450"/>
                  <a:pt x="227241" y="50036"/>
                </a:cubicBezTo>
                <a:cubicBezTo>
                  <a:pt x="226639" y="51622"/>
                  <a:pt x="231671" y="56363"/>
                  <a:pt x="238424" y="60571"/>
                </a:cubicBezTo>
                <a:cubicBezTo>
                  <a:pt x="245177" y="64780"/>
                  <a:pt x="255598" y="73342"/>
                  <a:pt x="261581" y="79599"/>
                </a:cubicBezTo>
                <a:cubicBezTo>
                  <a:pt x="268586" y="86925"/>
                  <a:pt x="273870" y="90433"/>
                  <a:pt x="276424" y="89453"/>
                </a:cubicBezTo>
                <a:cubicBezTo>
                  <a:pt x="278605" y="88616"/>
                  <a:pt x="280389" y="88966"/>
                  <a:pt x="280389" y="90232"/>
                </a:cubicBezTo>
                <a:cubicBezTo>
                  <a:pt x="280389" y="91497"/>
                  <a:pt x="284254" y="93807"/>
                  <a:pt x="288978" y="95366"/>
                </a:cubicBezTo>
                <a:cubicBezTo>
                  <a:pt x="297678" y="98238"/>
                  <a:pt x="306636" y="107909"/>
                  <a:pt x="309784" y="117828"/>
                </a:cubicBezTo>
                <a:cubicBezTo>
                  <a:pt x="310845" y="121169"/>
                  <a:pt x="316015" y="124983"/>
                  <a:pt x="323208" y="127731"/>
                </a:cubicBezTo>
                <a:cubicBezTo>
                  <a:pt x="334331" y="131978"/>
                  <a:pt x="334696" y="132432"/>
                  <a:pt x="330610" y="136947"/>
                </a:cubicBezTo>
                <a:cubicBezTo>
                  <a:pt x="327588" y="140286"/>
                  <a:pt x="326585" y="145078"/>
                  <a:pt x="327230" y="153094"/>
                </a:cubicBezTo>
                <a:lnTo>
                  <a:pt x="328146" y="164492"/>
                </a:lnTo>
                <a:lnTo>
                  <a:pt x="285552" y="166189"/>
                </a:lnTo>
                <a:cubicBezTo>
                  <a:pt x="262126" y="167123"/>
                  <a:pt x="236250" y="168600"/>
                  <a:pt x="228050" y="169472"/>
                </a:cubicBezTo>
                <a:lnTo>
                  <a:pt x="213142" y="171057"/>
                </a:lnTo>
                <a:lnTo>
                  <a:pt x="197915" y="199758"/>
                </a:lnTo>
                <a:cubicBezTo>
                  <a:pt x="189539" y="215543"/>
                  <a:pt x="181626" y="229659"/>
                  <a:pt x="180329" y="231127"/>
                </a:cubicBezTo>
                <a:cubicBezTo>
                  <a:pt x="174323" y="237923"/>
                  <a:pt x="174624" y="246989"/>
                  <a:pt x="181055" y="253031"/>
                </a:cubicBezTo>
                <a:cubicBezTo>
                  <a:pt x="187596" y="259176"/>
                  <a:pt x="189401" y="268075"/>
                  <a:pt x="185000" y="272477"/>
                </a:cubicBezTo>
                <a:cubicBezTo>
                  <a:pt x="182808" y="274669"/>
                  <a:pt x="182167" y="281522"/>
                  <a:pt x="182260" y="301769"/>
                </a:cubicBezTo>
                <a:cubicBezTo>
                  <a:pt x="182290" y="308297"/>
                  <a:pt x="178160" y="314937"/>
                  <a:pt x="174070" y="314937"/>
                </a:cubicBezTo>
                <a:cubicBezTo>
                  <a:pt x="172734" y="314937"/>
                  <a:pt x="162131" y="306034"/>
                  <a:pt x="150508" y="295153"/>
                </a:cubicBezTo>
                <a:close/>
              </a:path>
            </a:pathLst>
          </a:custGeom>
          <a:solidFill>
            <a:srgbClr val="B9B9B9"/>
          </a:solidFill>
          <a:ln w="5163" cap="flat">
            <a:noFill/>
            <a:prstDash val="solid"/>
            <a:miter/>
          </a:ln>
        </p:spPr>
        <p:txBody>
          <a:bodyPr/>
          <a:lstStyle/>
          <a:p>
            <a:endParaRPr lang="es-419" noProof="0" dirty="0"/>
          </a:p>
        </p:txBody>
      </p:sp>
      <p:sp>
        <p:nvSpPr>
          <p:cNvPr id="62" name="Forma libre: forma 61">
            <a:extLst>
              <a:ext uri="{FF2B5EF4-FFF2-40B4-BE49-F238E27FC236}">
                <a16:creationId xmlns:a16="http://schemas.microsoft.com/office/drawing/2014/main" id="{D032F30C-8943-46BD-38A7-D7D1F4EA5A56}"/>
              </a:ext>
            </a:extLst>
          </p:cNvPr>
          <p:cNvSpPr/>
          <p:nvPr/>
        </p:nvSpPr>
        <p:spPr>
          <a:xfrm>
            <a:off x="1645015" y="2415517"/>
            <a:ext cx="409424" cy="276749"/>
          </a:xfrm>
          <a:custGeom>
            <a:avLst/>
            <a:gdLst>
              <a:gd name="csX0" fmla="*/ 169694 w 409424"/>
              <a:gd name="csY0" fmla="*/ 275279 h 276749"/>
              <a:gd name="csX1" fmla="*/ 152536 w 409424"/>
              <a:gd name="csY1" fmla="*/ 270490 h 276749"/>
              <a:gd name="csX2" fmla="*/ 128939 w 409424"/>
              <a:gd name="csY2" fmla="*/ 261017 h 276749"/>
              <a:gd name="csX3" fmla="*/ 97253 w 409424"/>
              <a:gd name="csY3" fmla="*/ 251980 h 276749"/>
              <a:gd name="csX4" fmla="*/ 66316 w 409424"/>
              <a:gd name="csY4" fmla="*/ 248914 h 276749"/>
              <a:gd name="csX5" fmla="*/ 49536 w 409424"/>
              <a:gd name="csY5" fmla="*/ 241356 h 276749"/>
              <a:gd name="csX6" fmla="*/ 12262 w 409424"/>
              <a:gd name="csY6" fmla="*/ 223990 h 276749"/>
              <a:gd name="csX7" fmla="*/ 0 w 409424"/>
              <a:gd name="csY7" fmla="*/ 222341 h 276749"/>
              <a:gd name="csX8" fmla="*/ 5808 w 409424"/>
              <a:gd name="csY8" fmla="*/ 214784 h 276749"/>
              <a:gd name="csX9" fmla="*/ 14198 w 409424"/>
              <a:gd name="csY9" fmla="*/ 206134 h 276749"/>
              <a:gd name="csX10" fmla="*/ 30441 w 409424"/>
              <a:gd name="csY10" fmla="*/ 191104 h 276749"/>
              <a:gd name="csX11" fmla="*/ 44102 w 409424"/>
              <a:gd name="csY11" fmla="*/ 178805 h 276749"/>
              <a:gd name="csX12" fmla="*/ 41686 w 409424"/>
              <a:gd name="csY12" fmla="*/ 166228 h 276749"/>
              <a:gd name="csX13" fmla="*/ 27640 w 409424"/>
              <a:gd name="csY13" fmla="*/ 142994 h 276749"/>
              <a:gd name="csX14" fmla="*/ 10050 w 409424"/>
              <a:gd name="csY14" fmla="*/ 94836 h 276749"/>
              <a:gd name="csX15" fmla="*/ 25607 w 409424"/>
              <a:gd name="csY15" fmla="*/ 63931 h 276749"/>
              <a:gd name="csX16" fmla="*/ 43054 w 409424"/>
              <a:gd name="csY16" fmla="*/ 67030 h 276749"/>
              <a:gd name="csX17" fmla="*/ 54130 w 409424"/>
              <a:gd name="csY17" fmla="*/ 57326 h 276749"/>
              <a:gd name="csX18" fmla="*/ 54400 w 409424"/>
              <a:gd name="csY18" fmla="*/ 43740 h 276749"/>
              <a:gd name="csX19" fmla="*/ 67118 w 409424"/>
              <a:gd name="csY19" fmla="*/ 40356 h 276749"/>
              <a:gd name="csX20" fmla="*/ 69858 w 409424"/>
              <a:gd name="csY20" fmla="*/ 47250 h 276749"/>
              <a:gd name="csX21" fmla="*/ 74957 w 409424"/>
              <a:gd name="csY21" fmla="*/ 55146 h 276749"/>
              <a:gd name="csX22" fmla="*/ 85078 w 409424"/>
              <a:gd name="csY22" fmla="*/ 56392 h 276749"/>
              <a:gd name="csX23" fmla="*/ 108275 w 409424"/>
              <a:gd name="csY23" fmla="*/ 51828 h 276749"/>
              <a:gd name="csX24" fmla="*/ 135859 w 409424"/>
              <a:gd name="csY24" fmla="*/ 46965 h 276749"/>
              <a:gd name="csX25" fmla="*/ 159928 w 409424"/>
              <a:gd name="csY25" fmla="*/ 4926 h 276749"/>
              <a:gd name="csX26" fmla="*/ 164133 w 409424"/>
              <a:gd name="csY26" fmla="*/ 409 h 276749"/>
              <a:gd name="csX27" fmla="*/ 170486 w 409424"/>
              <a:gd name="csY27" fmla="*/ 1976 h 276749"/>
              <a:gd name="csX28" fmla="*/ 183283 w 409424"/>
              <a:gd name="csY28" fmla="*/ 17951 h 276749"/>
              <a:gd name="csX29" fmla="*/ 185999 w 409424"/>
              <a:gd name="csY29" fmla="*/ 22627 h 276749"/>
              <a:gd name="csX30" fmla="*/ 191478 w 409424"/>
              <a:gd name="csY30" fmla="*/ 30556 h 276749"/>
              <a:gd name="csX31" fmla="*/ 217371 w 409424"/>
              <a:gd name="csY31" fmla="*/ 43279 h 276749"/>
              <a:gd name="csX32" fmla="*/ 231319 w 409424"/>
              <a:gd name="csY32" fmla="*/ 47797 h 276749"/>
              <a:gd name="csX33" fmla="*/ 231065 w 409424"/>
              <a:gd name="csY33" fmla="*/ 71654 h 276749"/>
              <a:gd name="csX34" fmla="*/ 232914 w 409424"/>
              <a:gd name="csY34" fmla="*/ 94162 h 276749"/>
              <a:gd name="csX35" fmla="*/ 264097 w 409424"/>
              <a:gd name="csY35" fmla="*/ 98422 h 276749"/>
              <a:gd name="csX36" fmla="*/ 290859 w 409424"/>
              <a:gd name="csY36" fmla="*/ 85458 h 276749"/>
              <a:gd name="csX37" fmla="*/ 289553 w 409424"/>
              <a:gd name="csY37" fmla="*/ 87164 h 276749"/>
              <a:gd name="csX38" fmla="*/ 313001 w 409424"/>
              <a:gd name="csY38" fmla="*/ 117924 h 276749"/>
              <a:gd name="csX39" fmla="*/ 320100 w 409424"/>
              <a:gd name="csY39" fmla="*/ 125822 h 276749"/>
              <a:gd name="csX40" fmla="*/ 323327 w 409424"/>
              <a:gd name="csY40" fmla="*/ 131062 h 276749"/>
              <a:gd name="csX41" fmla="*/ 409403 w 409424"/>
              <a:gd name="csY41" fmla="*/ 134303 h 276749"/>
              <a:gd name="csX42" fmla="*/ 398626 w 409424"/>
              <a:gd name="csY42" fmla="*/ 166622 h 276749"/>
              <a:gd name="csX43" fmla="*/ 387152 w 409424"/>
              <a:gd name="csY43" fmla="*/ 198243 h 276749"/>
              <a:gd name="csX44" fmla="*/ 392348 w 409424"/>
              <a:gd name="csY44" fmla="*/ 208428 h 276749"/>
              <a:gd name="csX45" fmla="*/ 395238 w 409424"/>
              <a:gd name="csY45" fmla="*/ 226562 h 276749"/>
              <a:gd name="csX46" fmla="*/ 391384 w 409424"/>
              <a:gd name="csY46" fmla="*/ 222526 h 276749"/>
              <a:gd name="csX47" fmla="*/ 386991 w 409424"/>
              <a:gd name="csY47" fmla="*/ 220249 h 276749"/>
              <a:gd name="csX48" fmla="*/ 376751 w 409424"/>
              <a:gd name="csY48" fmla="*/ 216540 h 276749"/>
              <a:gd name="csX49" fmla="*/ 366566 w 409424"/>
              <a:gd name="csY49" fmla="*/ 215027 h 276749"/>
              <a:gd name="csX50" fmla="*/ 371084 w 409424"/>
              <a:gd name="csY50" fmla="*/ 220497 h 276749"/>
              <a:gd name="csX51" fmla="*/ 400125 w 409424"/>
              <a:gd name="csY51" fmla="*/ 234526 h 276749"/>
              <a:gd name="csX52" fmla="*/ 382700 w 409424"/>
              <a:gd name="csY52" fmla="*/ 228973 h 276749"/>
              <a:gd name="csX53" fmla="*/ 356240 w 409424"/>
              <a:gd name="csY53" fmla="*/ 221430 h 276749"/>
              <a:gd name="csX54" fmla="*/ 344640 w 409424"/>
              <a:gd name="csY54" fmla="*/ 215296 h 276749"/>
              <a:gd name="csX55" fmla="*/ 351310 w 409424"/>
              <a:gd name="csY55" fmla="*/ 215089 h 276749"/>
              <a:gd name="csX56" fmla="*/ 353659 w 409424"/>
              <a:gd name="csY56" fmla="*/ 213898 h 276749"/>
              <a:gd name="csX57" fmla="*/ 348281 w 409424"/>
              <a:gd name="csY57" fmla="*/ 208377 h 276749"/>
              <a:gd name="csX58" fmla="*/ 338397 w 409424"/>
              <a:gd name="csY58" fmla="*/ 209577 h 276749"/>
              <a:gd name="csX59" fmla="*/ 330426 w 409424"/>
              <a:gd name="csY59" fmla="*/ 208411 h 276749"/>
              <a:gd name="csX60" fmla="*/ 317751 w 409424"/>
              <a:gd name="csY60" fmla="*/ 206264 h 276749"/>
              <a:gd name="csX61" fmla="*/ 320963 w 409424"/>
              <a:gd name="csY61" fmla="*/ 214760 h 276749"/>
              <a:gd name="csX62" fmla="*/ 323972 w 409424"/>
              <a:gd name="csY62" fmla="*/ 215747 h 276749"/>
              <a:gd name="csX63" fmla="*/ 314937 w 409424"/>
              <a:gd name="csY63" fmla="*/ 219599 h 276749"/>
              <a:gd name="csX64" fmla="*/ 321391 w 409424"/>
              <a:gd name="csY64" fmla="*/ 219864 h 276749"/>
              <a:gd name="csX65" fmla="*/ 330426 w 409424"/>
              <a:gd name="csY65" fmla="*/ 221426 h 276749"/>
              <a:gd name="csX66" fmla="*/ 310754 w 409424"/>
              <a:gd name="csY66" fmla="*/ 223941 h 276749"/>
              <a:gd name="csX67" fmla="*/ 284939 w 409424"/>
              <a:gd name="csY67" fmla="*/ 234304 h 276749"/>
              <a:gd name="csX68" fmla="*/ 270316 w 409424"/>
              <a:gd name="csY68" fmla="*/ 244630 h 276749"/>
              <a:gd name="csX69" fmla="*/ 259397 w 409424"/>
              <a:gd name="csY69" fmla="*/ 248767 h 276749"/>
              <a:gd name="csX70" fmla="*/ 242736 w 409424"/>
              <a:gd name="csY70" fmla="*/ 255227 h 276749"/>
              <a:gd name="csX71" fmla="*/ 220097 w 409424"/>
              <a:gd name="csY71" fmla="*/ 265079 h 276749"/>
              <a:gd name="csX72" fmla="*/ 198772 w 409424"/>
              <a:gd name="csY72" fmla="*/ 274061 h 276749"/>
              <a:gd name="csX73" fmla="*/ 169694 w 409424"/>
              <a:gd name="csY73" fmla="*/ 275279 h 2767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Lst>
            <a:rect l="l" t="t" r="r" b="b"/>
            <a:pathLst>
              <a:path w="409424" h="276749">
                <a:moveTo>
                  <a:pt x="169694" y="275279"/>
                </a:moveTo>
                <a:cubicBezTo>
                  <a:pt x="167412" y="274002"/>
                  <a:pt x="159691" y="271847"/>
                  <a:pt x="152536" y="270490"/>
                </a:cubicBezTo>
                <a:cubicBezTo>
                  <a:pt x="145381" y="269133"/>
                  <a:pt x="134762" y="264870"/>
                  <a:pt x="128939" y="261017"/>
                </a:cubicBezTo>
                <a:cubicBezTo>
                  <a:pt x="120697" y="255563"/>
                  <a:pt x="113680" y="253561"/>
                  <a:pt x="97253" y="251980"/>
                </a:cubicBezTo>
                <a:cubicBezTo>
                  <a:pt x="85648" y="250863"/>
                  <a:pt x="71726" y="249483"/>
                  <a:pt x="66316" y="248914"/>
                </a:cubicBezTo>
                <a:cubicBezTo>
                  <a:pt x="60430" y="248295"/>
                  <a:pt x="53691" y="245260"/>
                  <a:pt x="49536" y="241356"/>
                </a:cubicBezTo>
                <a:cubicBezTo>
                  <a:pt x="36860" y="229445"/>
                  <a:pt x="25174" y="224000"/>
                  <a:pt x="12262" y="223990"/>
                </a:cubicBezTo>
                <a:cubicBezTo>
                  <a:pt x="5518" y="223985"/>
                  <a:pt x="0" y="223243"/>
                  <a:pt x="0" y="222341"/>
                </a:cubicBezTo>
                <a:cubicBezTo>
                  <a:pt x="0" y="221438"/>
                  <a:pt x="2614" y="218038"/>
                  <a:pt x="5808" y="214784"/>
                </a:cubicBezTo>
                <a:cubicBezTo>
                  <a:pt x="9003" y="211529"/>
                  <a:pt x="12778" y="207637"/>
                  <a:pt x="14198" y="206134"/>
                </a:cubicBezTo>
                <a:cubicBezTo>
                  <a:pt x="15618" y="204632"/>
                  <a:pt x="22927" y="197868"/>
                  <a:pt x="30441" y="191104"/>
                </a:cubicBezTo>
                <a:lnTo>
                  <a:pt x="44102" y="178805"/>
                </a:lnTo>
                <a:lnTo>
                  <a:pt x="41686" y="166228"/>
                </a:lnTo>
                <a:cubicBezTo>
                  <a:pt x="39751" y="156152"/>
                  <a:pt x="36957" y="151530"/>
                  <a:pt x="27640" y="142994"/>
                </a:cubicBezTo>
                <a:cubicBezTo>
                  <a:pt x="14024" y="130519"/>
                  <a:pt x="10714" y="121458"/>
                  <a:pt x="10050" y="94836"/>
                </a:cubicBezTo>
                <a:cubicBezTo>
                  <a:pt x="9450" y="70766"/>
                  <a:pt x="12891" y="63931"/>
                  <a:pt x="25607" y="63931"/>
                </a:cubicBezTo>
                <a:cubicBezTo>
                  <a:pt x="30489" y="63931"/>
                  <a:pt x="38340" y="65326"/>
                  <a:pt x="43054" y="67030"/>
                </a:cubicBezTo>
                <a:cubicBezTo>
                  <a:pt x="54638" y="71219"/>
                  <a:pt x="59354" y="67087"/>
                  <a:pt x="54130" y="57326"/>
                </a:cubicBezTo>
                <a:cubicBezTo>
                  <a:pt x="51035" y="51543"/>
                  <a:pt x="51072" y="49668"/>
                  <a:pt x="54400" y="43740"/>
                </a:cubicBezTo>
                <a:cubicBezTo>
                  <a:pt x="59239" y="35118"/>
                  <a:pt x="67118" y="33022"/>
                  <a:pt x="67118" y="40356"/>
                </a:cubicBezTo>
                <a:cubicBezTo>
                  <a:pt x="67118" y="43216"/>
                  <a:pt x="68351" y="46318"/>
                  <a:pt x="69858" y="47250"/>
                </a:cubicBezTo>
                <a:cubicBezTo>
                  <a:pt x="71366" y="48181"/>
                  <a:pt x="73660" y="51735"/>
                  <a:pt x="74957" y="55146"/>
                </a:cubicBezTo>
                <a:cubicBezTo>
                  <a:pt x="77803" y="62631"/>
                  <a:pt x="81496" y="63085"/>
                  <a:pt x="85078" y="56392"/>
                </a:cubicBezTo>
                <a:cubicBezTo>
                  <a:pt x="87383" y="52084"/>
                  <a:pt x="90423" y="51486"/>
                  <a:pt x="108275" y="51828"/>
                </a:cubicBezTo>
                <a:cubicBezTo>
                  <a:pt x="125309" y="52154"/>
                  <a:pt x="130021" y="51323"/>
                  <a:pt x="135859" y="46965"/>
                </a:cubicBezTo>
                <a:cubicBezTo>
                  <a:pt x="144210" y="40730"/>
                  <a:pt x="159754" y="13580"/>
                  <a:pt x="159928" y="4926"/>
                </a:cubicBezTo>
                <a:cubicBezTo>
                  <a:pt x="160018" y="462"/>
                  <a:pt x="161137" y="-741"/>
                  <a:pt x="164133" y="409"/>
                </a:cubicBezTo>
                <a:cubicBezTo>
                  <a:pt x="166379" y="1271"/>
                  <a:pt x="169238" y="1976"/>
                  <a:pt x="170486" y="1976"/>
                </a:cubicBezTo>
                <a:cubicBezTo>
                  <a:pt x="174404" y="1976"/>
                  <a:pt x="183283" y="13060"/>
                  <a:pt x="183283" y="17951"/>
                </a:cubicBezTo>
                <a:cubicBezTo>
                  <a:pt x="183283" y="20523"/>
                  <a:pt x="184505" y="22627"/>
                  <a:pt x="185999" y="22627"/>
                </a:cubicBezTo>
                <a:cubicBezTo>
                  <a:pt x="187493" y="22627"/>
                  <a:pt x="189958" y="26195"/>
                  <a:pt x="191478" y="30556"/>
                </a:cubicBezTo>
                <a:cubicBezTo>
                  <a:pt x="194632" y="39603"/>
                  <a:pt x="202114" y="43279"/>
                  <a:pt x="217371" y="43279"/>
                </a:cubicBezTo>
                <a:cubicBezTo>
                  <a:pt x="224361" y="43279"/>
                  <a:pt x="229040" y="44794"/>
                  <a:pt x="231319" y="47797"/>
                </a:cubicBezTo>
                <a:cubicBezTo>
                  <a:pt x="235951" y="53900"/>
                  <a:pt x="235804" y="67721"/>
                  <a:pt x="231065" y="71654"/>
                </a:cubicBezTo>
                <a:cubicBezTo>
                  <a:pt x="227042" y="74993"/>
                  <a:pt x="227738" y="83470"/>
                  <a:pt x="232914" y="94162"/>
                </a:cubicBezTo>
                <a:cubicBezTo>
                  <a:pt x="236944" y="102487"/>
                  <a:pt x="256280" y="105129"/>
                  <a:pt x="264097" y="98422"/>
                </a:cubicBezTo>
                <a:cubicBezTo>
                  <a:pt x="272137" y="91525"/>
                  <a:pt x="288836" y="83435"/>
                  <a:pt x="290859" y="85458"/>
                </a:cubicBezTo>
                <a:cubicBezTo>
                  <a:pt x="291797" y="86396"/>
                  <a:pt x="291209" y="87164"/>
                  <a:pt x="289553" y="87164"/>
                </a:cubicBezTo>
                <a:cubicBezTo>
                  <a:pt x="278849" y="87164"/>
                  <a:pt x="297992" y="112276"/>
                  <a:pt x="313001" y="117924"/>
                </a:cubicBezTo>
                <a:cubicBezTo>
                  <a:pt x="317528" y="119627"/>
                  <a:pt x="320100" y="122488"/>
                  <a:pt x="320100" y="125822"/>
                </a:cubicBezTo>
                <a:cubicBezTo>
                  <a:pt x="320100" y="128696"/>
                  <a:pt x="321552" y="131055"/>
                  <a:pt x="323327" y="131062"/>
                </a:cubicBezTo>
                <a:cubicBezTo>
                  <a:pt x="338940" y="131129"/>
                  <a:pt x="408862" y="133762"/>
                  <a:pt x="409403" y="134303"/>
                </a:cubicBezTo>
                <a:cubicBezTo>
                  <a:pt x="409786" y="134687"/>
                  <a:pt x="404937" y="149230"/>
                  <a:pt x="398626" y="166622"/>
                </a:cubicBezTo>
                <a:lnTo>
                  <a:pt x="387152" y="198243"/>
                </a:lnTo>
                <a:lnTo>
                  <a:pt x="392348" y="208428"/>
                </a:lnTo>
                <a:cubicBezTo>
                  <a:pt x="397867" y="219247"/>
                  <a:pt x="399033" y="226562"/>
                  <a:pt x="395238" y="226562"/>
                </a:cubicBezTo>
                <a:cubicBezTo>
                  <a:pt x="393970" y="226562"/>
                  <a:pt x="392236" y="224746"/>
                  <a:pt x="391384" y="222526"/>
                </a:cubicBezTo>
                <a:cubicBezTo>
                  <a:pt x="390533" y="220307"/>
                  <a:pt x="388555" y="219282"/>
                  <a:pt x="386991" y="220249"/>
                </a:cubicBezTo>
                <a:cubicBezTo>
                  <a:pt x="385426" y="221216"/>
                  <a:pt x="380818" y="219547"/>
                  <a:pt x="376751" y="216540"/>
                </a:cubicBezTo>
                <a:cubicBezTo>
                  <a:pt x="367939" y="210026"/>
                  <a:pt x="366566" y="209821"/>
                  <a:pt x="366566" y="215027"/>
                </a:cubicBezTo>
                <a:cubicBezTo>
                  <a:pt x="366566" y="217201"/>
                  <a:pt x="368599" y="219663"/>
                  <a:pt x="371084" y="220497"/>
                </a:cubicBezTo>
                <a:cubicBezTo>
                  <a:pt x="382593" y="224364"/>
                  <a:pt x="400125" y="232833"/>
                  <a:pt x="400125" y="234526"/>
                </a:cubicBezTo>
                <a:cubicBezTo>
                  <a:pt x="400125" y="235560"/>
                  <a:pt x="392284" y="233061"/>
                  <a:pt x="382700" y="228973"/>
                </a:cubicBezTo>
                <a:cubicBezTo>
                  <a:pt x="373117" y="224884"/>
                  <a:pt x="361210" y="221490"/>
                  <a:pt x="356240" y="221430"/>
                </a:cubicBezTo>
                <a:cubicBezTo>
                  <a:pt x="344962" y="221293"/>
                  <a:pt x="338255" y="217747"/>
                  <a:pt x="344640" y="215296"/>
                </a:cubicBezTo>
                <a:cubicBezTo>
                  <a:pt x="347017" y="214384"/>
                  <a:pt x="350019" y="214291"/>
                  <a:pt x="351310" y="215089"/>
                </a:cubicBezTo>
                <a:cubicBezTo>
                  <a:pt x="352602" y="215888"/>
                  <a:pt x="353659" y="215352"/>
                  <a:pt x="353659" y="213898"/>
                </a:cubicBezTo>
                <a:cubicBezTo>
                  <a:pt x="353659" y="212444"/>
                  <a:pt x="351239" y="209960"/>
                  <a:pt x="348281" y="208377"/>
                </a:cubicBezTo>
                <a:cubicBezTo>
                  <a:pt x="344050" y="206113"/>
                  <a:pt x="341943" y="206369"/>
                  <a:pt x="338397" y="209577"/>
                </a:cubicBezTo>
                <a:cubicBezTo>
                  <a:pt x="332399" y="215006"/>
                  <a:pt x="330426" y="214717"/>
                  <a:pt x="330426" y="208411"/>
                </a:cubicBezTo>
                <a:cubicBezTo>
                  <a:pt x="330426" y="200483"/>
                  <a:pt x="323396" y="199293"/>
                  <a:pt x="317751" y="206264"/>
                </a:cubicBezTo>
                <a:cubicBezTo>
                  <a:pt x="311888" y="213504"/>
                  <a:pt x="313243" y="217088"/>
                  <a:pt x="320963" y="214760"/>
                </a:cubicBezTo>
                <a:cubicBezTo>
                  <a:pt x="324787" y="213607"/>
                  <a:pt x="325738" y="213919"/>
                  <a:pt x="323972" y="215747"/>
                </a:cubicBezTo>
                <a:cubicBezTo>
                  <a:pt x="322552" y="217218"/>
                  <a:pt x="318487" y="218951"/>
                  <a:pt x="314937" y="219599"/>
                </a:cubicBezTo>
                <a:cubicBezTo>
                  <a:pt x="311388" y="220248"/>
                  <a:pt x="314292" y="220366"/>
                  <a:pt x="321391" y="219864"/>
                </a:cubicBezTo>
                <a:cubicBezTo>
                  <a:pt x="330318" y="219231"/>
                  <a:pt x="333104" y="219713"/>
                  <a:pt x="330426" y="221426"/>
                </a:cubicBezTo>
                <a:cubicBezTo>
                  <a:pt x="328296" y="222787"/>
                  <a:pt x="319444" y="223919"/>
                  <a:pt x="310754" y="223941"/>
                </a:cubicBezTo>
                <a:cubicBezTo>
                  <a:pt x="295733" y="223979"/>
                  <a:pt x="294460" y="224490"/>
                  <a:pt x="284939" y="234304"/>
                </a:cubicBezTo>
                <a:cubicBezTo>
                  <a:pt x="279431" y="239982"/>
                  <a:pt x="272851" y="244629"/>
                  <a:pt x="270316" y="244630"/>
                </a:cubicBezTo>
                <a:cubicBezTo>
                  <a:pt x="267782" y="244631"/>
                  <a:pt x="262868" y="246493"/>
                  <a:pt x="259397" y="248767"/>
                </a:cubicBezTo>
                <a:cubicBezTo>
                  <a:pt x="255927" y="251041"/>
                  <a:pt x="248429" y="253948"/>
                  <a:pt x="242736" y="255227"/>
                </a:cubicBezTo>
                <a:cubicBezTo>
                  <a:pt x="237044" y="256506"/>
                  <a:pt x="226856" y="260940"/>
                  <a:pt x="220097" y="265079"/>
                </a:cubicBezTo>
                <a:cubicBezTo>
                  <a:pt x="213337" y="269219"/>
                  <a:pt x="203741" y="273261"/>
                  <a:pt x="198772" y="274061"/>
                </a:cubicBezTo>
                <a:cubicBezTo>
                  <a:pt x="178742" y="277289"/>
                  <a:pt x="173664" y="277501"/>
                  <a:pt x="169694" y="275279"/>
                </a:cubicBezTo>
                <a:close/>
              </a:path>
            </a:pathLst>
          </a:custGeom>
          <a:solidFill>
            <a:srgbClr val="B9B9B9"/>
          </a:solidFill>
          <a:ln w="5163" cap="flat">
            <a:noFill/>
            <a:prstDash val="solid"/>
            <a:miter/>
          </a:ln>
        </p:spPr>
        <p:txBody>
          <a:bodyPr/>
          <a:lstStyle/>
          <a:p>
            <a:endParaRPr lang="es-419" noProof="0" dirty="0"/>
          </a:p>
        </p:txBody>
      </p:sp>
      <p:sp>
        <p:nvSpPr>
          <p:cNvPr id="63" name="Forma libre: forma 62">
            <a:extLst>
              <a:ext uri="{FF2B5EF4-FFF2-40B4-BE49-F238E27FC236}">
                <a16:creationId xmlns:a16="http://schemas.microsoft.com/office/drawing/2014/main" id="{3F0E7D49-CED2-F4F9-3AF1-BA70AB64427D}"/>
              </a:ext>
            </a:extLst>
          </p:cNvPr>
          <p:cNvSpPr/>
          <p:nvPr/>
        </p:nvSpPr>
        <p:spPr>
          <a:xfrm>
            <a:off x="1324915" y="2412330"/>
            <a:ext cx="357764" cy="223095"/>
          </a:xfrm>
          <a:custGeom>
            <a:avLst/>
            <a:gdLst>
              <a:gd name="csX0" fmla="*/ 310749 w 357764"/>
              <a:gd name="csY0" fmla="*/ 220821 h 223095"/>
              <a:gd name="csX1" fmla="*/ 306750 w 357764"/>
              <a:gd name="csY1" fmla="*/ 216842 h 223095"/>
              <a:gd name="csX2" fmla="*/ 298107 w 357764"/>
              <a:gd name="csY2" fmla="*/ 209508 h 223095"/>
              <a:gd name="csX3" fmla="*/ 280348 w 357764"/>
              <a:gd name="csY3" fmla="*/ 201999 h 223095"/>
              <a:gd name="csX4" fmla="*/ 262845 w 357764"/>
              <a:gd name="csY4" fmla="*/ 196313 h 223095"/>
              <a:gd name="csX5" fmla="*/ 256032 w 357764"/>
              <a:gd name="csY5" fmla="*/ 193496 h 223095"/>
              <a:gd name="csX6" fmla="*/ 242886 w 357764"/>
              <a:gd name="csY6" fmla="*/ 190679 h 223095"/>
              <a:gd name="csX7" fmla="*/ 229978 w 357764"/>
              <a:gd name="csY7" fmla="*/ 186722 h 223095"/>
              <a:gd name="csX8" fmla="*/ 220854 w 357764"/>
              <a:gd name="csY8" fmla="*/ 186091 h 223095"/>
              <a:gd name="csX9" fmla="*/ 209097 w 357764"/>
              <a:gd name="csY9" fmla="*/ 183130 h 223095"/>
              <a:gd name="csX10" fmla="*/ 214906 w 357764"/>
              <a:gd name="csY10" fmla="*/ 187877 h 223095"/>
              <a:gd name="csX11" fmla="*/ 215222 w 357764"/>
              <a:gd name="csY11" fmla="*/ 190853 h 223095"/>
              <a:gd name="csX12" fmla="*/ 206349 w 357764"/>
              <a:gd name="csY12" fmla="*/ 186954 h 223095"/>
              <a:gd name="csX13" fmla="*/ 189899 w 357764"/>
              <a:gd name="csY13" fmla="*/ 176334 h 223095"/>
              <a:gd name="csX14" fmla="*/ 172154 w 357764"/>
              <a:gd name="csY14" fmla="*/ 165667 h 223095"/>
              <a:gd name="csX15" fmla="*/ 165494 w 357764"/>
              <a:gd name="csY15" fmla="*/ 164758 h 223095"/>
              <a:gd name="csX16" fmla="*/ 154887 w 357764"/>
              <a:gd name="csY16" fmla="*/ 162867 h 223095"/>
              <a:gd name="csX17" fmla="*/ 146116 w 357764"/>
              <a:gd name="csY17" fmla="*/ 160825 h 223095"/>
              <a:gd name="csX18" fmla="*/ 117490 w 357764"/>
              <a:gd name="csY18" fmla="*/ 151278 h 223095"/>
              <a:gd name="csX19" fmla="*/ 95284 w 357764"/>
              <a:gd name="csY19" fmla="*/ 141980 h 223095"/>
              <a:gd name="csX20" fmla="*/ 92932 w 357764"/>
              <a:gd name="csY20" fmla="*/ 138216 h 223095"/>
              <a:gd name="csX21" fmla="*/ 81316 w 357764"/>
              <a:gd name="csY21" fmla="*/ 127645 h 223095"/>
              <a:gd name="csX22" fmla="*/ 69699 w 357764"/>
              <a:gd name="csY22" fmla="*/ 117508 h 223095"/>
              <a:gd name="csX23" fmla="*/ 49682 w 357764"/>
              <a:gd name="csY23" fmla="*/ 104238 h 223095"/>
              <a:gd name="csX24" fmla="*/ 33940 w 357764"/>
              <a:gd name="csY24" fmla="*/ 91155 h 223095"/>
              <a:gd name="csX25" fmla="*/ 3571 w 357764"/>
              <a:gd name="csY25" fmla="*/ 73330 h 223095"/>
              <a:gd name="csX26" fmla="*/ 0 w 357764"/>
              <a:gd name="csY26" fmla="*/ 65812 h 223095"/>
              <a:gd name="csX27" fmla="*/ 7287 w 357764"/>
              <a:gd name="csY27" fmla="*/ 53156 h 223095"/>
              <a:gd name="csX28" fmla="*/ 18044 w 357764"/>
              <a:gd name="csY28" fmla="*/ 33495 h 223095"/>
              <a:gd name="csX29" fmla="*/ 19421 w 357764"/>
              <a:gd name="csY29" fmla="*/ 20586 h 223095"/>
              <a:gd name="csX30" fmla="*/ 43911 w 357764"/>
              <a:gd name="csY30" fmla="*/ 20678 h 223095"/>
              <a:gd name="csX31" fmla="*/ 60045 w 357764"/>
              <a:gd name="csY31" fmla="*/ 24079 h 223095"/>
              <a:gd name="csX32" fmla="*/ 132045 w 357764"/>
              <a:gd name="csY32" fmla="*/ 29780 h 223095"/>
              <a:gd name="csX33" fmla="*/ 140624 w 357764"/>
              <a:gd name="csY33" fmla="*/ 26018 h 223095"/>
              <a:gd name="csX34" fmla="*/ 141619 w 357764"/>
              <a:gd name="csY34" fmla="*/ 13502 h 223095"/>
              <a:gd name="csX35" fmla="*/ 147260 w 357764"/>
              <a:gd name="csY35" fmla="*/ 0 h 223095"/>
              <a:gd name="csX36" fmla="*/ 157468 w 357764"/>
              <a:gd name="csY36" fmla="*/ 24790 h 223095"/>
              <a:gd name="csX37" fmla="*/ 164323 w 357764"/>
              <a:gd name="csY37" fmla="*/ 32600 h 223095"/>
              <a:gd name="csX38" fmla="*/ 177876 w 357764"/>
              <a:gd name="csY38" fmla="*/ 26172 h 223095"/>
              <a:gd name="csX39" fmla="*/ 195232 w 357764"/>
              <a:gd name="csY39" fmla="*/ 18047 h 223095"/>
              <a:gd name="csX40" fmla="*/ 208905 w 357764"/>
              <a:gd name="csY40" fmla="*/ 10791 h 223095"/>
              <a:gd name="csX41" fmla="*/ 219887 w 357764"/>
              <a:gd name="csY41" fmla="*/ 4680 h 223095"/>
              <a:gd name="csX42" fmla="*/ 238661 w 357764"/>
              <a:gd name="csY42" fmla="*/ 20265 h 223095"/>
              <a:gd name="csX43" fmla="*/ 254397 w 357764"/>
              <a:gd name="csY43" fmla="*/ 25712 h 223095"/>
              <a:gd name="csX44" fmla="*/ 258145 w 357764"/>
              <a:gd name="csY44" fmla="*/ 24934 h 223095"/>
              <a:gd name="csX45" fmla="*/ 286337 w 357764"/>
              <a:gd name="csY45" fmla="*/ 54210 h 223095"/>
              <a:gd name="csX46" fmla="*/ 292234 w 357764"/>
              <a:gd name="csY46" fmla="*/ 58728 h 223095"/>
              <a:gd name="csX47" fmla="*/ 311147 w 357764"/>
              <a:gd name="csY47" fmla="*/ 69699 h 223095"/>
              <a:gd name="csX48" fmla="*/ 321808 w 357764"/>
              <a:gd name="csY48" fmla="*/ 76335 h 223095"/>
              <a:gd name="csX49" fmla="*/ 326980 w 357764"/>
              <a:gd name="csY49" fmla="*/ 102795 h 223095"/>
              <a:gd name="csX50" fmla="*/ 329261 w 357764"/>
              <a:gd name="csY50" fmla="*/ 127630 h 223095"/>
              <a:gd name="csX51" fmla="*/ 333007 w 357764"/>
              <a:gd name="csY51" fmla="*/ 137310 h 223095"/>
              <a:gd name="csX52" fmla="*/ 335120 w 357764"/>
              <a:gd name="csY52" fmla="*/ 141980 h 223095"/>
              <a:gd name="csX53" fmla="*/ 346410 w 357764"/>
              <a:gd name="csY53" fmla="*/ 150369 h 223095"/>
              <a:gd name="csX54" fmla="*/ 357125 w 357764"/>
              <a:gd name="csY54" fmla="*/ 170794 h 223095"/>
              <a:gd name="csX55" fmla="*/ 348644 w 357764"/>
              <a:gd name="csY55" fmla="*/ 191877 h 223095"/>
              <a:gd name="csX56" fmla="*/ 333236 w 357764"/>
              <a:gd name="csY56" fmla="*/ 203812 h 223095"/>
              <a:gd name="csX57" fmla="*/ 327844 w 357764"/>
              <a:gd name="csY57" fmla="*/ 209994 h 223095"/>
              <a:gd name="csX58" fmla="*/ 320060 w 357764"/>
              <a:gd name="csY58" fmla="*/ 219045 h 223095"/>
              <a:gd name="csX59" fmla="*/ 310749 w 357764"/>
              <a:gd name="csY59" fmla="*/ 220821 h 2230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Lst>
            <a:rect l="l" t="t" r="r" b="b"/>
            <a:pathLst>
              <a:path w="357764" h="223095">
                <a:moveTo>
                  <a:pt x="310749" y="220821"/>
                </a:moveTo>
                <a:cubicBezTo>
                  <a:pt x="309909" y="218632"/>
                  <a:pt x="308109" y="216842"/>
                  <a:pt x="306750" y="216842"/>
                </a:cubicBezTo>
                <a:cubicBezTo>
                  <a:pt x="305390" y="216842"/>
                  <a:pt x="301501" y="213542"/>
                  <a:pt x="298107" y="209508"/>
                </a:cubicBezTo>
                <a:cubicBezTo>
                  <a:pt x="293077" y="203531"/>
                  <a:pt x="289793" y="202142"/>
                  <a:pt x="280348" y="201999"/>
                </a:cubicBezTo>
                <a:cubicBezTo>
                  <a:pt x="272259" y="201877"/>
                  <a:pt x="266975" y="200160"/>
                  <a:pt x="262845" y="196313"/>
                </a:cubicBezTo>
                <a:cubicBezTo>
                  <a:pt x="259591" y="193282"/>
                  <a:pt x="256525" y="192014"/>
                  <a:pt x="256032" y="193496"/>
                </a:cubicBezTo>
                <a:cubicBezTo>
                  <a:pt x="254564" y="197900"/>
                  <a:pt x="248378" y="196574"/>
                  <a:pt x="242886" y="190679"/>
                </a:cubicBezTo>
                <a:cubicBezTo>
                  <a:pt x="238972" y="186478"/>
                  <a:pt x="235903" y="185537"/>
                  <a:pt x="229978" y="186722"/>
                </a:cubicBezTo>
                <a:cubicBezTo>
                  <a:pt x="225703" y="187577"/>
                  <a:pt x="221597" y="187293"/>
                  <a:pt x="220854" y="186091"/>
                </a:cubicBezTo>
                <a:cubicBezTo>
                  <a:pt x="219048" y="183170"/>
                  <a:pt x="209097" y="180663"/>
                  <a:pt x="209097" y="183130"/>
                </a:cubicBezTo>
                <a:cubicBezTo>
                  <a:pt x="209097" y="184200"/>
                  <a:pt x="211711" y="186336"/>
                  <a:pt x="214906" y="187877"/>
                </a:cubicBezTo>
                <a:cubicBezTo>
                  <a:pt x="220644" y="190644"/>
                  <a:pt x="220647" y="190680"/>
                  <a:pt x="215222" y="190853"/>
                </a:cubicBezTo>
                <a:cubicBezTo>
                  <a:pt x="212201" y="190949"/>
                  <a:pt x="208208" y="189194"/>
                  <a:pt x="206349" y="186954"/>
                </a:cubicBezTo>
                <a:cubicBezTo>
                  <a:pt x="204489" y="184713"/>
                  <a:pt x="197087" y="179934"/>
                  <a:pt x="189899" y="176334"/>
                </a:cubicBezTo>
                <a:cubicBezTo>
                  <a:pt x="182711" y="172733"/>
                  <a:pt x="174726" y="167933"/>
                  <a:pt x="172154" y="165667"/>
                </a:cubicBezTo>
                <a:cubicBezTo>
                  <a:pt x="168546" y="162487"/>
                  <a:pt x="167026" y="162279"/>
                  <a:pt x="165494" y="164758"/>
                </a:cubicBezTo>
                <a:cubicBezTo>
                  <a:pt x="163542" y="167916"/>
                  <a:pt x="154887" y="166373"/>
                  <a:pt x="154887" y="162867"/>
                </a:cubicBezTo>
                <a:cubicBezTo>
                  <a:pt x="154887" y="161880"/>
                  <a:pt x="150940" y="160961"/>
                  <a:pt x="146116" y="160825"/>
                </a:cubicBezTo>
                <a:cubicBezTo>
                  <a:pt x="141292" y="160688"/>
                  <a:pt x="128410" y="156392"/>
                  <a:pt x="117490" y="151278"/>
                </a:cubicBezTo>
                <a:cubicBezTo>
                  <a:pt x="106570" y="146164"/>
                  <a:pt x="96577" y="141980"/>
                  <a:pt x="95284" y="141980"/>
                </a:cubicBezTo>
                <a:cubicBezTo>
                  <a:pt x="93990" y="141980"/>
                  <a:pt x="92932" y="140286"/>
                  <a:pt x="92932" y="138216"/>
                </a:cubicBezTo>
                <a:cubicBezTo>
                  <a:pt x="92932" y="136147"/>
                  <a:pt x="87705" y="131390"/>
                  <a:pt x="81316" y="127645"/>
                </a:cubicBezTo>
                <a:cubicBezTo>
                  <a:pt x="74927" y="123901"/>
                  <a:pt x="69699" y="119339"/>
                  <a:pt x="69699" y="117508"/>
                </a:cubicBezTo>
                <a:cubicBezTo>
                  <a:pt x="69699" y="113290"/>
                  <a:pt x="58936" y="106155"/>
                  <a:pt x="49682" y="104238"/>
                </a:cubicBezTo>
                <a:cubicBezTo>
                  <a:pt x="45282" y="103326"/>
                  <a:pt x="39312" y="98365"/>
                  <a:pt x="33940" y="91155"/>
                </a:cubicBezTo>
                <a:cubicBezTo>
                  <a:pt x="25287" y="79543"/>
                  <a:pt x="10302" y="70747"/>
                  <a:pt x="3571" y="73330"/>
                </a:cubicBezTo>
                <a:cubicBezTo>
                  <a:pt x="957" y="74333"/>
                  <a:pt x="0" y="72319"/>
                  <a:pt x="0" y="65812"/>
                </a:cubicBezTo>
                <a:cubicBezTo>
                  <a:pt x="0" y="58672"/>
                  <a:pt x="1433" y="56184"/>
                  <a:pt x="7287" y="53156"/>
                </a:cubicBezTo>
                <a:cubicBezTo>
                  <a:pt x="19411" y="46887"/>
                  <a:pt x="21790" y="42538"/>
                  <a:pt x="18044" y="33495"/>
                </a:cubicBezTo>
                <a:cubicBezTo>
                  <a:pt x="15244" y="26735"/>
                  <a:pt x="15429" y="24996"/>
                  <a:pt x="19421" y="20586"/>
                </a:cubicBezTo>
                <a:cubicBezTo>
                  <a:pt x="25368" y="14014"/>
                  <a:pt x="37292" y="14059"/>
                  <a:pt x="43911" y="20678"/>
                </a:cubicBezTo>
                <a:cubicBezTo>
                  <a:pt x="48190" y="24957"/>
                  <a:pt x="51021" y="25553"/>
                  <a:pt x="60045" y="24079"/>
                </a:cubicBezTo>
                <a:cubicBezTo>
                  <a:pt x="79921" y="20832"/>
                  <a:pt x="103607" y="22707"/>
                  <a:pt x="132045" y="29780"/>
                </a:cubicBezTo>
                <a:cubicBezTo>
                  <a:pt x="137569" y="31154"/>
                  <a:pt x="139225" y="30428"/>
                  <a:pt x="140624" y="26018"/>
                </a:cubicBezTo>
                <a:cubicBezTo>
                  <a:pt x="141578" y="23013"/>
                  <a:pt x="142026" y="17381"/>
                  <a:pt x="141619" y="13502"/>
                </a:cubicBezTo>
                <a:cubicBezTo>
                  <a:pt x="140830" y="5985"/>
                  <a:pt x="143331" y="0"/>
                  <a:pt x="147260" y="0"/>
                </a:cubicBezTo>
                <a:cubicBezTo>
                  <a:pt x="150433" y="0"/>
                  <a:pt x="157468" y="17085"/>
                  <a:pt x="157468" y="24790"/>
                </a:cubicBezTo>
                <a:cubicBezTo>
                  <a:pt x="157468" y="29227"/>
                  <a:pt x="159328" y="31346"/>
                  <a:pt x="164323" y="32600"/>
                </a:cubicBezTo>
                <a:cubicBezTo>
                  <a:pt x="169965" y="34015"/>
                  <a:pt x="172364" y="32878"/>
                  <a:pt x="177876" y="26172"/>
                </a:cubicBezTo>
                <a:cubicBezTo>
                  <a:pt x="183430" y="19415"/>
                  <a:pt x="186393" y="18028"/>
                  <a:pt x="195232" y="18047"/>
                </a:cubicBezTo>
                <a:cubicBezTo>
                  <a:pt x="204499" y="18067"/>
                  <a:pt x="206283" y="17120"/>
                  <a:pt x="208905" y="10791"/>
                </a:cubicBezTo>
                <a:cubicBezTo>
                  <a:pt x="211484" y="4565"/>
                  <a:pt x="213074" y="3680"/>
                  <a:pt x="219887" y="4680"/>
                </a:cubicBezTo>
                <a:cubicBezTo>
                  <a:pt x="228665" y="5969"/>
                  <a:pt x="236077" y="12121"/>
                  <a:pt x="238661" y="20265"/>
                </a:cubicBezTo>
                <a:cubicBezTo>
                  <a:pt x="240752" y="26852"/>
                  <a:pt x="249411" y="29849"/>
                  <a:pt x="254397" y="25712"/>
                </a:cubicBezTo>
                <a:cubicBezTo>
                  <a:pt x="256458" y="24001"/>
                  <a:pt x="258145" y="23651"/>
                  <a:pt x="258145" y="24934"/>
                </a:cubicBezTo>
                <a:cubicBezTo>
                  <a:pt x="258145" y="28142"/>
                  <a:pt x="283247" y="54210"/>
                  <a:pt x="286337" y="54210"/>
                </a:cubicBezTo>
                <a:cubicBezTo>
                  <a:pt x="287708" y="54210"/>
                  <a:pt x="290362" y="56243"/>
                  <a:pt x="292234" y="58728"/>
                </a:cubicBezTo>
                <a:cubicBezTo>
                  <a:pt x="296425" y="64288"/>
                  <a:pt x="305753" y="69699"/>
                  <a:pt x="311147" y="69699"/>
                </a:cubicBezTo>
                <a:cubicBezTo>
                  <a:pt x="313361" y="69699"/>
                  <a:pt x="318158" y="72685"/>
                  <a:pt x="321808" y="76335"/>
                </a:cubicBezTo>
                <a:cubicBezTo>
                  <a:pt x="328098" y="82626"/>
                  <a:pt x="328367" y="84002"/>
                  <a:pt x="326980" y="102795"/>
                </a:cubicBezTo>
                <a:cubicBezTo>
                  <a:pt x="325865" y="117888"/>
                  <a:pt x="326410" y="123815"/>
                  <a:pt x="329261" y="127630"/>
                </a:cubicBezTo>
                <a:cubicBezTo>
                  <a:pt x="331322" y="130386"/>
                  <a:pt x="333007" y="134742"/>
                  <a:pt x="333007" y="137310"/>
                </a:cubicBezTo>
                <a:cubicBezTo>
                  <a:pt x="333007" y="139879"/>
                  <a:pt x="333958" y="141980"/>
                  <a:pt x="335120" y="141980"/>
                </a:cubicBezTo>
                <a:cubicBezTo>
                  <a:pt x="336282" y="141980"/>
                  <a:pt x="341362" y="145755"/>
                  <a:pt x="346410" y="150369"/>
                </a:cubicBezTo>
                <a:cubicBezTo>
                  <a:pt x="353607" y="156948"/>
                  <a:pt x="355920" y="161358"/>
                  <a:pt x="357125" y="170794"/>
                </a:cubicBezTo>
                <a:cubicBezTo>
                  <a:pt x="358591" y="182285"/>
                  <a:pt x="358209" y="183236"/>
                  <a:pt x="348644" y="191877"/>
                </a:cubicBezTo>
                <a:cubicBezTo>
                  <a:pt x="343134" y="196855"/>
                  <a:pt x="336201" y="202226"/>
                  <a:pt x="333236" y="203812"/>
                </a:cubicBezTo>
                <a:cubicBezTo>
                  <a:pt x="330270" y="205399"/>
                  <a:pt x="327844" y="208181"/>
                  <a:pt x="327844" y="209994"/>
                </a:cubicBezTo>
                <a:cubicBezTo>
                  <a:pt x="327844" y="211806"/>
                  <a:pt x="324341" y="215879"/>
                  <a:pt x="320060" y="219045"/>
                </a:cubicBezTo>
                <a:cubicBezTo>
                  <a:pt x="313416" y="223957"/>
                  <a:pt x="312052" y="224217"/>
                  <a:pt x="310749" y="220821"/>
                </a:cubicBezTo>
                <a:close/>
              </a:path>
            </a:pathLst>
          </a:custGeom>
          <a:solidFill>
            <a:srgbClr val="B9B9B9"/>
          </a:solidFill>
          <a:ln w="5163" cap="flat">
            <a:noFill/>
            <a:prstDash val="solid"/>
            <a:miter/>
          </a:ln>
        </p:spPr>
        <p:txBody>
          <a:bodyPr/>
          <a:lstStyle/>
          <a:p>
            <a:endParaRPr lang="es-419" noProof="0" dirty="0"/>
          </a:p>
        </p:txBody>
      </p:sp>
      <p:sp>
        <p:nvSpPr>
          <p:cNvPr id="64" name="Forma libre: forma 63">
            <a:extLst>
              <a:ext uri="{FF2B5EF4-FFF2-40B4-BE49-F238E27FC236}">
                <a16:creationId xmlns:a16="http://schemas.microsoft.com/office/drawing/2014/main" id="{E45C8C5F-DA8F-4EB0-4ECB-B69402B5D3E9}"/>
              </a:ext>
            </a:extLst>
          </p:cNvPr>
          <p:cNvSpPr/>
          <p:nvPr/>
        </p:nvSpPr>
        <p:spPr>
          <a:xfrm>
            <a:off x="2030531" y="2394260"/>
            <a:ext cx="276109" cy="131653"/>
          </a:xfrm>
          <a:custGeom>
            <a:avLst/>
            <a:gdLst>
              <a:gd name="csX0" fmla="*/ 240916 w 276109"/>
              <a:gd name="csY0" fmla="*/ 129933 h 131653"/>
              <a:gd name="csX1" fmla="*/ 239195 w 276109"/>
              <a:gd name="csY1" fmla="*/ 124013 h 131653"/>
              <a:gd name="csX2" fmla="*/ 228223 w 276109"/>
              <a:gd name="csY2" fmla="*/ 115744 h 131653"/>
              <a:gd name="csX3" fmla="*/ 217897 w 276109"/>
              <a:gd name="csY3" fmla="*/ 106005 h 131653"/>
              <a:gd name="csX4" fmla="*/ 210063 w 276109"/>
              <a:gd name="csY4" fmla="*/ 90246 h 131653"/>
              <a:gd name="csX5" fmla="*/ 197989 w 276109"/>
              <a:gd name="csY5" fmla="*/ 82502 h 131653"/>
              <a:gd name="csX6" fmla="*/ 171181 w 276109"/>
              <a:gd name="csY6" fmla="*/ 78639 h 131653"/>
              <a:gd name="csX7" fmla="*/ 162540 w 276109"/>
              <a:gd name="csY7" fmla="*/ 80766 h 131653"/>
              <a:gd name="csX8" fmla="*/ 140024 w 276109"/>
              <a:gd name="csY8" fmla="*/ 103258 h 131653"/>
              <a:gd name="csX9" fmla="*/ 121107 w 276109"/>
              <a:gd name="csY9" fmla="*/ 123910 h 131653"/>
              <a:gd name="csX10" fmla="*/ 115285 w 276109"/>
              <a:gd name="csY10" fmla="*/ 120037 h 131653"/>
              <a:gd name="csX11" fmla="*/ 106086 w 276109"/>
              <a:gd name="csY11" fmla="*/ 116165 h 131653"/>
              <a:gd name="csX12" fmla="*/ 95488 w 276109"/>
              <a:gd name="csY12" fmla="*/ 97511 h 131653"/>
              <a:gd name="csX13" fmla="*/ 74161 w 276109"/>
              <a:gd name="csY13" fmla="*/ 72281 h 131653"/>
              <a:gd name="csX14" fmla="*/ 62180 w 276109"/>
              <a:gd name="csY14" fmla="*/ 80383 h 131653"/>
              <a:gd name="csX15" fmla="*/ 59403 w 276109"/>
              <a:gd name="csY15" fmla="*/ 95543 h 131653"/>
              <a:gd name="csX16" fmla="*/ 54777 w 276109"/>
              <a:gd name="csY16" fmla="*/ 108274 h 131653"/>
              <a:gd name="csX17" fmla="*/ 46950 w 276109"/>
              <a:gd name="csY17" fmla="*/ 122154 h 131653"/>
              <a:gd name="csX18" fmla="*/ 45160 w 276109"/>
              <a:gd name="csY18" fmla="*/ 130363 h 131653"/>
              <a:gd name="csX19" fmla="*/ 42524 w 276109"/>
              <a:gd name="csY19" fmla="*/ 123910 h 131653"/>
              <a:gd name="csX20" fmla="*/ 27585 w 276109"/>
              <a:gd name="csY20" fmla="*/ 101648 h 131653"/>
              <a:gd name="csX21" fmla="*/ 3541 w 276109"/>
              <a:gd name="csY21" fmla="*/ 71617 h 131653"/>
              <a:gd name="csX22" fmla="*/ 489 w 276109"/>
              <a:gd name="csY22" fmla="*/ 57859 h 131653"/>
              <a:gd name="csX23" fmla="*/ 5896 w 276109"/>
              <a:gd name="csY23" fmla="*/ 47783 h 131653"/>
              <a:gd name="csX24" fmla="*/ 14046 w 276109"/>
              <a:gd name="csY24" fmla="*/ 46070 h 131653"/>
              <a:gd name="csX25" fmla="*/ 24934 w 276109"/>
              <a:gd name="csY25" fmla="*/ 43885 h 131653"/>
              <a:gd name="csX26" fmla="*/ 35503 w 276109"/>
              <a:gd name="csY26" fmla="*/ 38722 h 131653"/>
              <a:gd name="csX27" fmla="*/ 41946 w 276109"/>
              <a:gd name="csY27" fmla="*/ 35764 h 131653"/>
              <a:gd name="csX28" fmla="*/ 25819 w 276109"/>
              <a:gd name="csY28" fmla="*/ 37615 h 131653"/>
              <a:gd name="csX29" fmla="*/ 26045 w 276109"/>
              <a:gd name="csY29" fmla="*/ 35947 h 131653"/>
              <a:gd name="csX30" fmla="*/ 73982 w 276109"/>
              <a:gd name="csY30" fmla="*/ 25857 h 131653"/>
              <a:gd name="csX31" fmla="*/ 76916 w 276109"/>
              <a:gd name="csY31" fmla="*/ 28123 h 131653"/>
              <a:gd name="csX32" fmla="*/ 76893 w 276109"/>
              <a:gd name="csY32" fmla="*/ 31518 h 131653"/>
              <a:gd name="csX33" fmla="*/ 83755 w 276109"/>
              <a:gd name="csY33" fmla="*/ 29317 h 131653"/>
              <a:gd name="csX34" fmla="*/ 96686 w 276109"/>
              <a:gd name="csY34" fmla="*/ 23336 h 131653"/>
              <a:gd name="csX35" fmla="*/ 114106 w 276109"/>
              <a:gd name="csY35" fmla="*/ 13587 h 131653"/>
              <a:gd name="csX36" fmla="*/ 134447 w 276109"/>
              <a:gd name="csY36" fmla="*/ 0 h 131653"/>
              <a:gd name="csX37" fmla="*/ 136418 w 276109"/>
              <a:gd name="csY37" fmla="*/ 8390 h 131653"/>
              <a:gd name="csX38" fmla="*/ 147553 w 276109"/>
              <a:gd name="csY38" fmla="*/ 17557 h 131653"/>
              <a:gd name="csX39" fmla="*/ 164372 w 276109"/>
              <a:gd name="csY39" fmla="*/ 37279 h 131653"/>
              <a:gd name="csX40" fmla="*/ 179001 w 276109"/>
              <a:gd name="csY40" fmla="*/ 58990 h 131653"/>
              <a:gd name="csX41" fmla="*/ 191415 w 276109"/>
              <a:gd name="csY41" fmla="*/ 67081 h 131653"/>
              <a:gd name="csX42" fmla="*/ 215539 w 276109"/>
              <a:gd name="csY42" fmla="*/ 67434 h 131653"/>
              <a:gd name="csX43" fmla="*/ 218120 w 276109"/>
              <a:gd name="csY43" fmla="*/ 59084 h 131653"/>
              <a:gd name="csX44" fmla="*/ 224155 w 276109"/>
              <a:gd name="csY44" fmla="*/ 52122 h 131653"/>
              <a:gd name="csX45" fmla="*/ 241477 w 276109"/>
              <a:gd name="csY45" fmla="*/ 56639 h 131653"/>
              <a:gd name="csX46" fmla="*/ 260758 w 276109"/>
              <a:gd name="csY46" fmla="*/ 61955 h 131653"/>
              <a:gd name="csX47" fmla="*/ 271115 w 276109"/>
              <a:gd name="csY47" fmla="*/ 65853 h 131653"/>
              <a:gd name="csX48" fmla="*/ 274360 w 276109"/>
              <a:gd name="csY48" fmla="*/ 100702 h 131653"/>
              <a:gd name="csX49" fmla="*/ 276110 w 276109"/>
              <a:gd name="csY49" fmla="*/ 131654 h 131653"/>
              <a:gd name="csX50" fmla="*/ 259373 w 276109"/>
              <a:gd name="csY50" fmla="*/ 131654 h 131653"/>
              <a:gd name="csX51" fmla="*/ 240916 w 276109"/>
              <a:gd name="csY51" fmla="*/ 129933 h 1316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Lst>
            <a:rect l="l" t="t" r="r" b="b"/>
            <a:pathLst>
              <a:path w="276109" h="131653">
                <a:moveTo>
                  <a:pt x="240916" y="129933"/>
                </a:moveTo>
                <a:cubicBezTo>
                  <a:pt x="239969" y="128986"/>
                  <a:pt x="239195" y="126322"/>
                  <a:pt x="239195" y="124013"/>
                </a:cubicBezTo>
                <a:cubicBezTo>
                  <a:pt x="239195" y="121432"/>
                  <a:pt x="234966" y="118245"/>
                  <a:pt x="228223" y="115744"/>
                </a:cubicBezTo>
                <a:cubicBezTo>
                  <a:pt x="219440" y="112485"/>
                  <a:pt x="217381" y="110543"/>
                  <a:pt x="217897" y="106005"/>
                </a:cubicBezTo>
                <a:cubicBezTo>
                  <a:pt x="218682" y="99107"/>
                  <a:pt x="214348" y="90389"/>
                  <a:pt x="210063" y="90246"/>
                </a:cubicBezTo>
                <a:cubicBezTo>
                  <a:pt x="208338" y="90188"/>
                  <a:pt x="202905" y="86703"/>
                  <a:pt x="197989" y="82502"/>
                </a:cubicBezTo>
                <a:cubicBezTo>
                  <a:pt x="188345" y="74258"/>
                  <a:pt x="178782" y="72880"/>
                  <a:pt x="171181" y="78639"/>
                </a:cubicBezTo>
                <a:cubicBezTo>
                  <a:pt x="168558" y="80626"/>
                  <a:pt x="164670" y="81583"/>
                  <a:pt x="162540" y="80766"/>
                </a:cubicBezTo>
                <a:cubicBezTo>
                  <a:pt x="158541" y="79232"/>
                  <a:pt x="151258" y="86508"/>
                  <a:pt x="140024" y="103258"/>
                </a:cubicBezTo>
                <a:cubicBezTo>
                  <a:pt x="131601" y="115819"/>
                  <a:pt x="124189" y="123910"/>
                  <a:pt x="121107" y="123910"/>
                </a:cubicBezTo>
                <a:cubicBezTo>
                  <a:pt x="119672" y="123910"/>
                  <a:pt x="117052" y="122167"/>
                  <a:pt x="115285" y="120037"/>
                </a:cubicBezTo>
                <a:cubicBezTo>
                  <a:pt x="113517" y="117908"/>
                  <a:pt x="109378" y="116165"/>
                  <a:pt x="106086" y="116165"/>
                </a:cubicBezTo>
                <a:cubicBezTo>
                  <a:pt x="98470" y="116165"/>
                  <a:pt x="97317" y="114137"/>
                  <a:pt x="95488" y="97511"/>
                </a:cubicBezTo>
                <a:cubicBezTo>
                  <a:pt x="93708" y="81325"/>
                  <a:pt x="86063" y="72281"/>
                  <a:pt x="74161" y="72281"/>
                </a:cubicBezTo>
                <a:cubicBezTo>
                  <a:pt x="68039" y="72281"/>
                  <a:pt x="65473" y="74016"/>
                  <a:pt x="62180" y="80383"/>
                </a:cubicBezTo>
                <a:cubicBezTo>
                  <a:pt x="59748" y="85087"/>
                  <a:pt x="58583" y="91445"/>
                  <a:pt x="59403" y="95543"/>
                </a:cubicBezTo>
                <a:cubicBezTo>
                  <a:pt x="60452" y="100790"/>
                  <a:pt x="59265" y="104058"/>
                  <a:pt x="54777" y="108274"/>
                </a:cubicBezTo>
                <a:cubicBezTo>
                  <a:pt x="51457" y="111393"/>
                  <a:pt x="47935" y="117640"/>
                  <a:pt x="46950" y="122154"/>
                </a:cubicBezTo>
                <a:lnTo>
                  <a:pt x="45160" y="130363"/>
                </a:lnTo>
                <a:lnTo>
                  <a:pt x="42524" y="123910"/>
                </a:lnTo>
                <a:cubicBezTo>
                  <a:pt x="37073" y="110563"/>
                  <a:pt x="32979" y="104462"/>
                  <a:pt x="27585" y="101648"/>
                </a:cubicBezTo>
                <a:cubicBezTo>
                  <a:pt x="17943" y="96616"/>
                  <a:pt x="4895" y="80319"/>
                  <a:pt x="3541" y="71617"/>
                </a:cubicBezTo>
                <a:cubicBezTo>
                  <a:pt x="2825" y="67013"/>
                  <a:pt x="1452" y="60822"/>
                  <a:pt x="489" y="57859"/>
                </a:cubicBezTo>
                <a:cubicBezTo>
                  <a:pt x="-848" y="53746"/>
                  <a:pt x="431" y="51364"/>
                  <a:pt x="5896" y="47783"/>
                </a:cubicBezTo>
                <a:cubicBezTo>
                  <a:pt x="10761" y="44595"/>
                  <a:pt x="13372" y="44047"/>
                  <a:pt x="14046" y="46070"/>
                </a:cubicBezTo>
                <a:cubicBezTo>
                  <a:pt x="15462" y="50316"/>
                  <a:pt x="18138" y="49779"/>
                  <a:pt x="24934" y="43885"/>
                </a:cubicBezTo>
                <a:cubicBezTo>
                  <a:pt x="28208" y="41045"/>
                  <a:pt x="32964" y="38722"/>
                  <a:pt x="35503" y="38722"/>
                </a:cubicBezTo>
                <a:cubicBezTo>
                  <a:pt x="38041" y="38722"/>
                  <a:pt x="40941" y="37391"/>
                  <a:pt x="41946" y="35764"/>
                </a:cubicBezTo>
                <a:cubicBezTo>
                  <a:pt x="43722" y="32890"/>
                  <a:pt x="39180" y="33412"/>
                  <a:pt x="25819" y="37615"/>
                </a:cubicBezTo>
                <a:cubicBezTo>
                  <a:pt x="21516" y="38969"/>
                  <a:pt x="21538" y="38810"/>
                  <a:pt x="26045" y="35947"/>
                </a:cubicBezTo>
                <a:cubicBezTo>
                  <a:pt x="31416" y="32535"/>
                  <a:pt x="63427" y="25797"/>
                  <a:pt x="73982" y="25857"/>
                </a:cubicBezTo>
                <a:cubicBezTo>
                  <a:pt x="78607" y="25883"/>
                  <a:pt x="79439" y="26525"/>
                  <a:pt x="76916" y="28123"/>
                </a:cubicBezTo>
                <a:cubicBezTo>
                  <a:pt x="73965" y="29993"/>
                  <a:pt x="73961" y="30540"/>
                  <a:pt x="76893" y="31518"/>
                </a:cubicBezTo>
                <a:cubicBezTo>
                  <a:pt x="78816" y="32159"/>
                  <a:pt x="81904" y="31168"/>
                  <a:pt x="83755" y="29317"/>
                </a:cubicBezTo>
                <a:cubicBezTo>
                  <a:pt x="85607" y="27466"/>
                  <a:pt x="91425" y="24774"/>
                  <a:pt x="96686" y="23336"/>
                </a:cubicBezTo>
                <a:cubicBezTo>
                  <a:pt x="101946" y="21898"/>
                  <a:pt x="109785" y="17511"/>
                  <a:pt x="114106" y="13587"/>
                </a:cubicBezTo>
                <a:cubicBezTo>
                  <a:pt x="121455" y="6915"/>
                  <a:pt x="131807" y="0"/>
                  <a:pt x="134447" y="0"/>
                </a:cubicBezTo>
                <a:cubicBezTo>
                  <a:pt x="135087" y="0"/>
                  <a:pt x="135973" y="3775"/>
                  <a:pt x="136418" y="8390"/>
                </a:cubicBezTo>
                <a:cubicBezTo>
                  <a:pt x="137168" y="16168"/>
                  <a:pt x="137980" y="16836"/>
                  <a:pt x="147553" y="17557"/>
                </a:cubicBezTo>
                <a:cubicBezTo>
                  <a:pt x="160105" y="18501"/>
                  <a:pt x="164320" y="23444"/>
                  <a:pt x="164372" y="37279"/>
                </a:cubicBezTo>
                <a:cubicBezTo>
                  <a:pt x="164422" y="50382"/>
                  <a:pt x="165667" y="52231"/>
                  <a:pt x="179001" y="58990"/>
                </a:cubicBezTo>
                <a:cubicBezTo>
                  <a:pt x="184939" y="62000"/>
                  <a:pt x="190525" y="65641"/>
                  <a:pt x="191415" y="67081"/>
                </a:cubicBezTo>
                <a:cubicBezTo>
                  <a:pt x="193368" y="70242"/>
                  <a:pt x="210709" y="70495"/>
                  <a:pt x="215539" y="67434"/>
                </a:cubicBezTo>
                <a:cubicBezTo>
                  <a:pt x="217436" y="66231"/>
                  <a:pt x="218597" y="62474"/>
                  <a:pt x="218120" y="59084"/>
                </a:cubicBezTo>
                <a:cubicBezTo>
                  <a:pt x="217412" y="54054"/>
                  <a:pt x="218522" y="52773"/>
                  <a:pt x="224155" y="52122"/>
                </a:cubicBezTo>
                <a:cubicBezTo>
                  <a:pt x="227952" y="51683"/>
                  <a:pt x="235747" y="53716"/>
                  <a:pt x="241477" y="56639"/>
                </a:cubicBezTo>
                <a:cubicBezTo>
                  <a:pt x="247208" y="59563"/>
                  <a:pt x="255884" y="61955"/>
                  <a:pt x="260758" y="61955"/>
                </a:cubicBezTo>
                <a:cubicBezTo>
                  <a:pt x="266280" y="61955"/>
                  <a:pt x="270184" y="63424"/>
                  <a:pt x="271115" y="65853"/>
                </a:cubicBezTo>
                <a:cubicBezTo>
                  <a:pt x="271938" y="67996"/>
                  <a:pt x="273398" y="83679"/>
                  <a:pt x="274360" y="100702"/>
                </a:cubicBezTo>
                <a:lnTo>
                  <a:pt x="276110" y="131654"/>
                </a:lnTo>
                <a:lnTo>
                  <a:pt x="259373" y="131654"/>
                </a:lnTo>
                <a:cubicBezTo>
                  <a:pt x="250168" y="131654"/>
                  <a:pt x="241862" y="130880"/>
                  <a:pt x="240916" y="129933"/>
                </a:cubicBezTo>
                <a:close/>
              </a:path>
            </a:pathLst>
          </a:custGeom>
          <a:solidFill>
            <a:srgbClr val="B9B9B9"/>
          </a:solidFill>
          <a:ln w="5163" cap="flat">
            <a:noFill/>
            <a:prstDash val="solid"/>
            <a:miter/>
          </a:ln>
        </p:spPr>
        <p:txBody>
          <a:bodyPr/>
          <a:lstStyle/>
          <a:p>
            <a:endParaRPr lang="es-419" noProof="0" dirty="0"/>
          </a:p>
        </p:txBody>
      </p:sp>
      <p:sp>
        <p:nvSpPr>
          <p:cNvPr id="65" name="Forma libre: forma 64">
            <a:extLst>
              <a:ext uri="{FF2B5EF4-FFF2-40B4-BE49-F238E27FC236}">
                <a16:creationId xmlns:a16="http://schemas.microsoft.com/office/drawing/2014/main" id="{C6BB6363-11E3-EDCC-9C43-57381DD0E9E0}"/>
              </a:ext>
            </a:extLst>
          </p:cNvPr>
          <p:cNvSpPr/>
          <p:nvPr/>
        </p:nvSpPr>
        <p:spPr>
          <a:xfrm>
            <a:off x="1184484" y="2261861"/>
            <a:ext cx="318490" cy="227740"/>
          </a:xfrm>
          <a:custGeom>
            <a:avLst/>
            <a:gdLst>
              <a:gd name="csX0" fmla="*/ 114616 w 318490"/>
              <a:gd name="csY0" fmla="*/ 224041 h 227740"/>
              <a:gd name="csX1" fmla="*/ 98063 w 318490"/>
              <a:gd name="csY1" fmla="*/ 220365 h 227740"/>
              <a:gd name="csX2" fmla="*/ 78702 w 318490"/>
              <a:gd name="csY2" fmla="*/ 212689 h 227740"/>
              <a:gd name="csX3" fmla="*/ 52720 w 318490"/>
              <a:gd name="csY3" fmla="*/ 202264 h 227740"/>
              <a:gd name="csX4" fmla="*/ 16521 w 318490"/>
              <a:gd name="csY4" fmla="*/ 184010 h 227740"/>
              <a:gd name="csX5" fmla="*/ 9212 w 318490"/>
              <a:gd name="csY5" fmla="*/ 173147 h 227740"/>
              <a:gd name="csX6" fmla="*/ 4642 w 318490"/>
              <a:gd name="csY6" fmla="*/ 147730 h 227740"/>
              <a:gd name="csX7" fmla="*/ 11809 w 318490"/>
              <a:gd name="csY7" fmla="*/ 137502 h 227740"/>
              <a:gd name="csX8" fmla="*/ 21183 w 318490"/>
              <a:gd name="csY8" fmla="*/ 134430 h 227740"/>
              <a:gd name="csX9" fmla="*/ 31013 w 318490"/>
              <a:gd name="csY9" fmla="*/ 131925 h 227740"/>
              <a:gd name="csX10" fmla="*/ 40878 w 318490"/>
              <a:gd name="csY10" fmla="*/ 131248 h 227740"/>
              <a:gd name="csX11" fmla="*/ 63873 w 318490"/>
              <a:gd name="csY11" fmla="*/ 121001 h 227740"/>
              <a:gd name="csX12" fmla="*/ 83748 w 318490"/>
              <a:gd name="csY12" fmla="*/ 109166 h 227740"/>
              <a:gd name="csX13" fmla="*/ 103738 w 318490"/>
              <a:gd name="csY13" fmla="*/ 85934 h 227740"/>
              <a:gd name="csX14" fmla="*/ 95901 w 318490"/>
              <a:gd name="csY14" fmla="*/ 79966 h 227740"/>
              <a:gd name="csX15" fmla="*/ 88802 w 318490"/>
              <a:gd name="csY15" fmla="*/ 74674 h 227740"/>
              <a:gd name="csX16" fmla="*/ 86125 w 318490"/>
              <a:gd name="csY16" fmla="*/ 66219 h 227740"/>
              <a:gd name="csX17" fmla="*/ 86125 w 318490"/>
              <a:gd name="csY17" fmla="*/ 56499 h 227740"/>
              <a:gd name="csX18" fmla="*/ 88802 w 318490"/>
              <a:gd name="csY18" fmla="*/ 47540 h 227740"/>
              <a:gd name="csX19" fmla="*/ 60913 w 318490"/>
              <a:gd name="csY19" fmla="*/ 35309 h 227740"/>
              <a:gd name="csX20" fmla="*/ 56419 w 318490"/>
              <a:gd name="csY20" fmla="*/ 24926 h 227740"/>
              <a:gd name="csX21" fmla="*/ 74769 w 318490"/>
              <a:gd name="csY21" fmla="*/ 18056 h 227740"/>
              <a:gd name="csX22" fmla="*/ 99155 w 318490"/>
              <a:gd name="csY22" fmla="*/ 10069 h 227740"/>
              <a:gd name="csX23" fmla="*/ 128747 w 318490"/>
              <a:gd name="csY23" fmla="*/ 1794 h 227740"/>
              <a:gd name="csX24" fmla="*/ 148545 w 318490"/>
              <a:gd name="csY24" fmla="*/ 0 h 227740"/>
              <a:gd name="csX25" fmla="*/ 155959 w 318490"/>
              <a:gd name="csY25" fmla="*/ 8117 h 227740"/>
              <a:gd name="csX26" fmla="*/ 176571 w 318490"/>
              <a:gd name="csY26" fmla="*/ 11071 h 227740"/>
              <a:gd name="csX27" fmla="*/ 199804 w 318490"/>
              <a:gd name="csY27" fmla="*/ 21145 h 227740"/>
              <a:gd name="csX28" fmla="*/ 218086 w 318490"/>
              <a:gd name="csY28" fmla="*/ 31610 h 227740"/>
              <a:gd name="csX29" fmla="*/ 246412 w 318490"/>
              <a:gd name="csY29" fmla="*/ 32163 h 227740"/>
              <a:gd name="csX30" fmla="*/ 266539 w 318490"/>
              <a:gd name="csY30" fmla="*/ 37891 h 227740"/>
              <a:gd name="csX31" fmla="*/ 290777 w 318490"/>
              <a:gd name="csY31" fmla="*/ 32555 h 227740"/>
              <a:gd name="csX32" fmla="*/ 315453 w 318490"/>
              <a:gd name="csY32" fmla="*/ 29658 h 227740"/>
              <a:gd name="csX33" fmla="*/ 315970 w 318490"/>
              <a:gd name="csY33" fmla="*/ 49793 h 227740"/>
              <a:gd name="csX34" fmla="*/ 313388 w 318490"/>
              <a:gd name="csY34" fmla="*/ 54741 h 227740"/>
              <a:gd name="csX35" fmla="*/ 311088 w 318490"/>
              <a:gd name="csY35" fmla="*/ 60549 h 227740"/>
              <a:gd name="csX36" fmla="*/ 306292 w 318490"/>
              <a:gd name="csY36" fmla="*/ 87865 h 227740"/>
              <a:gd name="csX37" fmla="*/ 284623 w 318490"/>
              <a:gd name="csY37" fmla="*/ 147819 h 227740"/>
              <a:gd name="csX38" fmla="*/ 277248 w 318490"/>
              <a:gd name="csY38" fmla="*/ 167736 h 227740"/>
              <a:gd name="csX39" fmla="*/ 272730 w 318490"/>
              <a:gd name="csY39" fmla="*/ 177484 h 227740"/>
              <a:gd name="csX40" fmla="*/ 214235 w 318490"/>
              <a:gd name="csY40" fmla="*/ 170076 h 227740"/>
              <a:gd name="csX41" fmla="*/ 184978 w 318490"/>
              <a:gd name="csY41" fmla="*/ 166604 h 227740"/>
              <a:gd name="csX42" fmla="*/ 157292 w 318490"/>
              <a:gd name="csY42" fmla="*/ 168449 h 227740"/>
              <a:gd name="csX43" fmla="*/ 156212 w 318490"/>
              <a:gd name="csY43" fmla="*/ 189010 h 227740"/>
              <a:gd name="csX44" fmla="*/ 147530 w 318490"/>
              <a:gd name="csY44" fmla="*/ 199123 h 227740"/>
              <a:gd name="csX45" fmla="*/ 137850 w 318490"/>
              <a:gd name="csY45" fmla="*/ 216729 h 227740"/>
              <a:gd name="csX46" fmla="*/ 130751 w 318490"/>
              <a:gd name="csY46" fmla="*/ 227717 h 227740"/>
              <a:gd name="csX47" fmla="*/ 114616 w 318490"/>
              <a:gd name="csY47" fmla="*/ 224041 h 2277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Lst>
            <a:rect l="l" t="t" r="r" b="b"/>
            <a:pathLst>
              <a:path w="318490" h="227740">
                <a:moveTo>
                  <a:pt x="114616" y="224041"/>
                </a:moveTo>
                <a:cubicBezTo>
                  <a:pt x="109647" y="222127"/>
                  <a:pt x="102198" y="220473"/>
                  <a:pt x="98063" y="220365"/>
                </a:cubicBezTo>
                <a:cubicBezTo>
                  <a:pt x="93928" y="220257"/>
                  <a:pt x="85216" y="216803"/>
                  <a:pt x="78702" y="212689"/>
                </a:cubicBezTo>
                <a:cubicBezTo>
                  <a:pt x="72189" y="208575"/>
                  <a:pt x="60497" y="203884"/>
                  <a:pt x="52720" y="202264"/>
                </a:cubicBezTo>
                <a:cubicBezTo>
                  <a:pt x="38260" y="199253"/>
                  <a:pt x="16521" y="188291"/>
                  <a:pt x="16521" y="184010"/>
                </a:cubicBezTo>
                <a:cubicBezTo>
                  <a:pt x="16521" y="182699"/>
                  <a:pt x="13232" y="177811"/>
                  <a:pt x="9212" y="173147"/>
                </a:cubicBezTo>
                <a:cubicBezTo>
                  <a:pt x="-1729" y="160453"/>
                  <a:pt x="-2493" y="156209"/>
                  <a:pt x="4642" y="147730"/>
                </a:cubicBezTo>
                <a:cubicBezTo>
                  <a:pt x="8064" y="143663"/>
                  <a:pt x="11290" y="139060"/>
                  <a:pt x="11809" y="137502"/>
                </a:cubicBezTo>
                <a:cubicBezTo>
                  <a:pt x="12328" y="135944"/>
                  <a:pt x="16546" y="134562"/>
                  <a:pt x="21183" y="134430"/>
                </a:cubicBezTo>
                <a:cubicBezTo>
                  <a:pt x="25819" y="134298"/>
                  <a:pt x="30243" y="133171"/>
                  <a:pt x="31013" y="131925"/>
                </a:cubicBezTo>
                <a:cubicBezTo>
                  <a:pt x="31783" y="130679"/>
                  <a:pt x="36222" y="130374"/>
                  <a:pt x="40878" y="131248"/>
                </a:cubicBezTo>
                <a:cubicBezTo>
                  <a:pt x="48236" y="132628"/>
                  <a:pt x="51244" y="131288"/>
                  <a:pt x="63873" y="121001"/>
                </a:cubicBezTo>
                <a:cubicBezTo>
                  <a:pt x="71865" y="114492"/>
                  <a:pt x="80808" y="109166"/>
                  <a:pt x="83748" y="109166"/>
                </a:cubicBezTo>
                <a:cubicBezTo>
                  <a:pt x="91503" y="109166"/>
                  <a:pt x="104649" y="93888"/>
                  <a:pt x="103738" y="85934"/>
                </a:cubicBezTo>
                <a:cubicBezTo>
                  <a:pt x="103134" y="80649"/>
                  <a:pt x="101713" y="79568"/>
                  <a:pt x="95901" y="79966"/>
                </a:cubicBezTo>
                <a:cubicBezTo>
                  <a:pt x="90126" y="80361"/>
                  <a:pt x="88802" y="79374"/>
                  <a:pt x="88802" y="74674"/>
                </a:cubicBezTo>
                <a:cubicBezTo>
                  <a:pt x="88802" y="71496"/>
                  <a:pt x="87597" y="67691"/>
                  <a:pt x="86125" y="66219"/>
                </a:cubicBezTo>
                <a:cubicBezTo>
                  <a:pt x="84276" y="64370"/>
                  <a:pt x="84276" y="61362"/>
                  <a:pt x="86125" y="56499"/>
                </a:cubicBezTo>
                <a:cubicBezTo>
                  <a:pt x="87597" y="52626"/>
                  <a:pt x="88802" y="48595"/>
                  <a:pt x="88802" y="47540"/>
                </a:cubicBezTo>
                <a:cubicBezTo>
                  <a:pt x="88802" y="45033"/>
                  <a:pt x="71424" y="37411"/>
                  <a:pt x="60913" y="35309"/>
                </a:cubicBezTo>
                <a:cubicBezTo>
                  <a:pt x="51581" y="33443"/>
                  <a:pt x="51150" y="32448"/>
                  <a:pt x="56419" y="24926"/>
                </a:cubicBezTo>
                <a:cubicBezTo>
                  <a:pt x="59183" y="20980"/>
                  <a:pt x="64034" y="19164"/>
                  <a:pt x="74769" y="18056"/>
                </a:cubicBezTo>
                <a:cubicBezTo>
                  <a:pt x="84042" y="17099"/>
                  <a:pt x="92933" y="14187"/>
                  <a:pt x="99155" y="10069"/>
                </a:cubicBezTo>
                <a:cubicBezTo>
                  <a:pt x="106450" y="5242"/>
                  <a:pt x="114000" y="3130"/>
                  <a:pt x="128747" y="1794"/>
                </a:cubicBezTo>
                <a:lnTo>
                  <a:pt x="148545" y="0"/>
                </a:lnTo>
                <a:lnTo>
                  <a:pt x="155959" y="8117"/>
                </a:lnTo>
                <a:cubicBezTo>
                  <a:pt x="164608" y="17586"/>
                  <a:pt x="168428" y="18134"/>
                  <a:pt x="176571" y="11071"/>
                </a:cubicBezTo>
                <a:cubicBezTo>
                  <a:pt x="187391" y="1687"/>
                  <a:pt x="199804" y="7069"/>
                  <a:pt x="199804" y="21145"/>
                </a:cubicBezTo>
                <a:cubicBezTo>
                  <a:pt x="199804" y="30772"/>
                  <a:pt x="209395" y="36261"/>
                  <a:pt x="218086" y="31610"/>
                </a:cubicBezTo>
                <a:cubicBezTo>
                  <a:pt x="228270" y="26160"/>
                  <a:pt x="241869" y="26426"/>
                  <a:pt x="246412" y="32163"/>
                </a:cubicBezTo>
                <a:cubicBezTo>
                  <a:pt x="249505" y="36068"/>
                  <a:pt x="254126" y="37384"/>
                  <a:pt x="266539" y="37891"/>
                </a:cubicBezTo>
                <a:cubicBezTo>
                  <a:pt x="279978" y="38440"/>
                  <a:pt x="284000" y="37555"/>
                  <a:pt x="290777" y="32555"/>
                </a:cubicBezTo>
                <a:cubicBezTo>
                  <a:pt x="299613" y="26036"/>
                  <a:pt x="310548" y="24752"/>
                  <a:pt x="315453" y="29658"/>
                </a:cubicBezTo>
                <a:cubicBezTo>
                  <a:pt x="319191" y="33396"/>
                  <a:pt x="319612" y="49793"/>
                  <a:pt x="315970" y="49793"/>
                </a:cubicBezTo>
                <a:cubicBezTo>
                  <a:pt x="314550" y="49793"/>
                  <a:pt x="313388" y="52020"/>
                  <a:pt x="313388" y="54741"/>
                </a:cubicBezTo>
                <a:cubicBezTo>
                  <a:pt x="313388" y="57462"/>
                  <a:pt x="312353" y="60076"/>
                  <a:pt x="311088" y="60549"/>
                </a:cubicBezTo>
                <a:cubicBezTo>
                  <a:pt x="309822" y="61023"/>
                  <a:pt x="307664" y="73315"/>
                  <a:pt x="306292" y="87865"/>
                </a:cubicBezTo>
                <a:cubicBezTo>
                  <a:pt x="303509" y="117372"/>
                  <a:pt x="292552" y="147689"/>
                  <a:pt x="284623" y="147819"/>
                </a:cubicBezTo>
                <a:cubicBezTo>
                  <a:pt x="279191" y="147908"/>
                  <a:pt x="277248" y="153157"/>
                  <a:pt x="277248" y="167736"/>
                </a:cubicBezTo>
                <a:cubicBezTo>
                  <a:pt x="277248" y="177878"/>
                  <a:pt x="276652" y="179163"/>
                  <a:pt x="272730" y="177484"/>
                </a:cubicBezTo>
                <a:cubicBezTo>
                  <a:pt x="262382" y="173052"/>
                  <a:pt x="240695" y="170306"/>
                  <a:pt x="214235" y="170076"/>
                </a:cubicBezTo>
                <a:cubicBezTo>
                  <a:pt x="194190" y="169901"/>
                  <a:pt x="185756" y="168900"/>
                  <a:pt x="184978" y="166604"/>
                </a:cubicBezTo>
                <a:cubicBezTo>
                  <a:pt x="183149" y="161204"/>
                  <a:pt x="162610" y="162574"/>
                  <a:pt x="157292" y="168449"/>
                </a:cubicBezTo>
                <a:cubicBezTo>
                  <a:pt x="153074" y="173111"/>
                  <a:pt x="152885" y="176707"/>
                  <a:pt x="156212" y="189010"/>
                </a:cubicBezTo>
                <a:cubicBezTo>
                  <a:pt x="156777" y="191099"/>
                  <a:pt x="153007" y="195490"/>
                  <a:pt x="147530" y="199123"/>
                </a:cubicBezTo>
                <a:cubicBezTo>
                  <a:pt x="138821" y="204900"/>
                  <a:pt x="137850" y="206668"/>
                  <a:pt x="137850" y="216729"/>
                </a:cubicBezTo>
                <a:cubicBezTo>
                  <a:pt x="137850" y="227257"/>
                  <a:pt x="137433" y="227902"/>
                  <a:pt x="130751" y="227717"/>
                </a:cubicBezTo>
                <a:cubicBezTo>
                  <a:pt x="126846" y="227609"/>
                  <a:pt x="119586" y="225955"/>
                  <a:pt x="114616" y="224041"/>
                </a:cubicBezTo>
                <a:close/>
              </a:path>
            </a:pathLst>
          </a:custGeom>
          <a:solidFill>
            <a:srgbClr val="B9B9B9"/>
          </a:solidFill>
          <a:ln w="5163" cap="flat">
            <a:noFill/>
            <a:prstDash val="solid"/>
            <a:miter/>
          </a:ln>
        </p:spPr>
        <p:txBody>
          <a:bodyPr/>
          <a:lstStyle/>
          <a:p>
            <a:endParaRPr lang="es-419" noProof="0" dirty="0"/>
          </a:p>
        </p:txBody>
      </p:sp>
      <p:sp>
        <p:nvSpPr>
          <p:cNvPr id="66" name="Forma libre: forma 65">
            <a:extLst>
              <a:ext uri="{FF2B5EF4-FFF2-40B4-BE49-F238E27FC236}">
                <a16:creationId xmlns:a16="http://schemas.microsoft.com/office/drawing/2014/main" id="{791BC08F-8A22-1ED9-6896-7B85279E322F}"/>
              </a:ext>
            </a:extLst>
          </p:cNvPr>
          <p:cNvSpPr/>
          <p:nvPr/>
        </p:nvSpPr>
        <p:spPr>
          <a:xfrm>
            <a:off x="1557246" y="2384328"/>
            <a:ext cx="70794" cy="61560"/>
          </a:xfrm>
          <a:custGeom>
            <a:avLst/>
            <a:gdLst>
              <a:gd name="csX0" fmla="*/ 30977 w 70794"/>
              <a:gd name="csY0" fmla="*/ 53817 h 61560"/>
              <a:gd name="csX1" fmla="*/ 18070 w 70794"/>
              <a:gd name="csY1" fmla="*/ 49863 h 61560"/>
              <a:gd name="csX2" fmla="*/ 14198 w 70794"/>
              <a:gd name="csY2" fmla="*/ 52169 h 61560"/>
              <a:gd name="csX3" fmla="*/ 10326 w 70794"/>
              <a:gd name="csY3" fmla="*/ 47062 h 61560"/>
              <a:gd name="csX4" fmla="*/ 5163 w 70794"/>
              <a:gd name="csY4" fmla="*/ 39020 h 61560"/>
              <a:gd name="csX5" fmla="*/ 0 w 70794"/>
              <a:gd name="csY5" fmla="*/ 32748 h 61560"/>
              <a:gd name="csX6" fmla="*/ 10326 w 70794"/>
              <a:gd name="csY6" fmla="*/ 18967 h 61560"/>
              <a:gd name="csX7" fmla="*/ 20652 w 70794"/>
              <a:gd name="csY7" fmla="*/ 3034 h 61560"/>
              <a:gd name="csX8" fmla="*/ 30332 w 70794"/>
              <a:gd name="csY8" fmla="*/ 698 h 61560"/>
              <a:gd name="csX9" fmla="*/ 54210 w 70794"/>
              <a:gd name="csY9" fmla="*/ 10137 h 61560"/>
              <a:gd name="csX10" fmla="*/ 63267 w 70794"/>
              <a:gd name="csY10" fmla="*/ 15095 h 61560"/>
              <a:gd name="csX11" fmla="*/ 69100 w 70794"/>
              <a:gd name="csY11" fmla="*/ 20258 h 61560"/>
              <a:gd name="csX12" fmla="*/ 69100 w 70794"/>
              <a:gd name="csY12" fmla="*/ 30584 h 61560"/>
              <a:gd name="csX13" fmla="*/ 69721 w 70794"/>
              <a:gd name="csY13" fmla="*/ 35746 h 61560"/>
              <a:gd name="csX14" fmla="*/ 67118 w 70794"/>
              <a:gd name="csY14" fmla="*/ 44803 h 61560"/>
              <a:gd name="csX15" fmla="*/ 61618 w 70794"/>
              <a:gd name="csY15" fmla="*/ 50612 h 61560"/>
              <a:gd name="csX16" fmla="*/ 54931 w 70794"/>
              <a:gd name="csY16" fmla="*/ 50644 h 61560"/>
              <a:gd name="csX17" fmla="*/ 37735 w 70794"/>
              <a:gd name="csY17" fmla="*/ 61561 h 61560"/>
              <a:gd name="csX18" fmla="*/ 30977 w 70794"/>
              <a:gd name="csY18" fmla="*/ 53817 h 615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70794" h="61560">
                <a:moveTo>
                  <a:pt x="30977" y="53817"/>
                </a:moveTo>
                <a:cubicBezTo>
                  <a:pt x="25158" y="45644"/>
                  <a:pt x="18070" y="43473"/>
                  <a:pt x="18070" y="49863"/>
                </a:cubicBezTo>
                <a:cubicBezTo>
                  <a:pt x="18070" y="52173"/>
                  <a:pt x="16557" y="53074"/>
                  <a:pt x="14198" y="52169"/>
                </a:cubicBezTo>
                <a:cubicBezTo>
                  <a:pt x="12068" y="51351"/>
                  <a:pt x="10326" y="49053"/>
                  <a:pt x="10326" y="47062"/>
                </a:cubicBezTo>
                <a:cubicBezTo>
                  <a:pt x="10326" y="45070"/>
                  <a:pt x="8003" y="41451"/>
                  <a:pt x="5163" y="39020"/>
                </a:cubicBezTo>
                <a:cubicBezTo>
                  <a:pt x="2323" y="36588"/>
                  <a:pt x="0" y="33766"/>
                  <a:pt x="0" y="32748"/>
                </a:cubicBezTo>
                <a:cubicBezTo>
                  <a:pt x="0" y="31730"/>
                  <a:pt x="4647" y="25529"/>
                  <a:pt x="10326" y="18967"/>
                </a:cubicBezTo>
                <a:cubicBezTo>
                  <a:pt x="16005" y="12405"/>
                  <a:pt x="20652" y="5235"/>
                  <a:pt x="20652" y="3034"/>
                </a:cubicBezTo>
                <a:cubicBezTo>
                  <a:pt x="20652" y="-166"/>
                  <a:pt x="22592" y="-634"/>
                  <a:pt x="30332" y="698"/>
                </a:cubicBezTo>
                <a:cubicBezTo>
                  <a:pt x="52748" y="4557"/>
                  <a:pt x="54210" y="5134"/>
                  <a:pt x="54210" y="10137"/>
                </a:cubicBezTo>
                <a:cubicBezTo>
                  <a:pt x="54210" y="14084"/>
                  <a:pt x="56056" y="15095"/>
                  <a:pt x="63267" y="15095"/>
                </a:cubicBezTo>
                <a:cubicBezTo>
                  <a:pt x="71678" y="15095"/>
                  <a:pt x="72094" y="15463"/>
                  <a:pt x="69100" y="20258"/>
                </a:cubicBezTo>
                <a:cubicBezTo>
                  <a:pt x="66522" y="24386"/>
                  <a:pt x="66522" y="26456"/>
                  <a:pt x="69100" y="30584"/>
                </a:cubicBezTo>
                <a:cubicBezTo>
                  <a:pt x="71011" y="33644"/>
                  <a:pt x="71264" y="35746"/>
                  <a:pt x="69721" y="35746"/>
                </a:cubicBezTo>
                <a:cubicBezTo>
                  <a:pt x="68289" y="35746"/>
                  <a:pt x="67118" y="39822"/>
                  <a:pt x="67118" y="44803"/>
                </a:cubicBezTo>
                <a:cubicBezTo>
                  <a:pt x="67118" y="53341"/>
                  <a:pt x="66802" y="53674"/>
                  <a:pt x="61618" y="50612"/>
                </a:cubicBezTo>
                <a:cubicBezTo>
                  <a:pt x="57188" y="47995"/>
                  <a:pt x="55886" y="48002"/>
                  <a:pt x="54931" y="50644"/>
                </a:cubicBezTo>
                <a:cubicBezTo>
                  <a:pt x="53898" y="53500"/>
                  <a:pt x="41201" y="61561"/>
                  <a:pt x="37735" y="61561"/>
                </a:cubicBezTo>
                <a:cubicBezTo>
                  <a:pt x="37051" y="61561"/>
                  <a:pt x="34010" y="58076"/>
                  <a:pt x="30977" y="53817"/>
                </a:cubicBezTo>
                <a:close/>
              </a:path>
            </a:pathLst>
          </a:custGeom>
          <a:solidFill>
            <a:srgbClr val="B9B9B9"/>
          </a:solidFill>
          <a:ln w="5163" cap="flat">
            <a:noFill/>
            <a:prstDash val="solid"/>
            <a:miter/>
          </a:ln>
        </p:spPr>
        <p:txBody>
          <a:bodyPr/>
          <a:lstStyle/>
          <a:p>
            <a:endParaRPr lang="es-419" noProof="0" dirty="0"/>
          </a:p>
        </p:txBody>
      </p:sp>
      <p:sp>
        <p:nvSpPr>
          <p:cNvPr id="67" name="Forma libre: forma 66">
            <a:extLst>
              <a:ext uri="{FF2B5EF4-FFF2-40B4-BE49-F238E27FC236}">
                <a16:creationId xmlns:a16="http://schemas.microsoft.com/office/drawing/2014/main" id="{8691BBAE-F575-2389-3839-B3F97F3D54DF}"/>
              </a:ext>
            </a:extLst>
          </p:cNvPr>
          <p:cNvSpPr/>
          <p:nvPr/>
        </p:nvSpPr>
        <p:spPr>
          <a:xfrm>
            <a:off x="1478193" y="2273156"/>
            <a:ext cx="153622" cy="170128"/>
          </a:xfrm>
          <a:custGeom>
            <a:avLst/>
            <a:gdLst>
              <a:gd name="csX0" fmla="*/ 8493 w 153622"/>
              <a:gd name="csY0" fmla="*/ 168431 h 170128"/>
              <a:gd name="csX1" fmla="*/ 6772 w 153622"/>
              <a:gd name="csY1" fmla="*/ 161418 h 170128"/>
              <a:gd name="csX2" fmla="*/ 2681 w 153622"/>
              <a:gd name="csY2" fmla="*/ 145415 h 170128"/>
              <a:gd name="csX3" fmla="*/ 5459 w 153622"/>
              <a:gd name="csY3" fmla="*/ 121148 h 170128"/>
              <a:gd name="csX4" fmla="*/ 14777 w 153622"/>
              <a:gd name="csY4" fmla="*/ 82726 h 170128"/>
              <a:gd name="csX5" fmla="*/ 25155 w 153622"/>
              <a:gd name="csY5" fmla="*/ 43661 h 170128"/>
              <a:gd name="csX6" fmla="*/ 27423 w 153622"/>
              <a:gd name="csY6" fmla="*/ 32229 h 170128"/>
              <a:gd name="csX7" fmla="*/ 31172 w 153622"/>
              <a:gd name="csY7" fmla="*/ 17047 h 170128"/>
              <a:gd name="csX8" fmla="*/ 33221 w 153622"/>
              <a:gd name="csY8" fmla="*/ 11598 h 170128"/>
              <a:gd name="csX9" fmla="*/ 37362 w 153622"/>
              <a:gd name="csY9" fmla="*/ 8370 h 170128"/>
              <a:gd name="csX10" fmla="*/ 41848 w 153622"/>
              <a:gd name="csY10" fmla="*/ 3309 h 170128"/>
              <a:gd name="csX11" fmla="*/ 51947 w 153622"/>
              <a:gd name="csY11" fmla="*/ 4939 h 170128"/>
              <a:gd name="csX12" fmla="*/ 67990 w 153622"/>
              <a:gd name="csY12" fmla="*/ 10085 h 170128"/>
              <a:gd name="csX13" fmla="*/ 82983 w 153622"/>
              <a:gd name="csY13" fmla="*/ 28865 h 170128"/>
              <a:gd name="csX14" fmla="*/ 93236 w 153622"/>
              <a:gd name="csY14" fmla="*/ 38498 h 170128"/>
              <a:gd name="csX15" fmla="*/ 103025 w 153622"/>
              <a:gd name="csY15" fmla="*/ 33366 h 170128"/>
              <a:gd name="csX16" fmla="*/ 120832 w 153622"/>
              <a:gd name="csY16" fmla="*/ 24595 h 170128"/>
              <a:gd name="csX17" fmla="*/ 122064 w 153622"/>
              <a:gd name="csY17" fmla="*/ 33182 h 170128"/>
              <a:gd name="csX18" fmla="*/ 135261 w 153622"/>
              <a:gd name="csY18" fmla="*/ 39968 h 170128"/>
              <a:gd name="csX19" fmla="*/ 152396 w 153622"/>
              <a:gd name="csY19" fmla="*/ 46930 h 170128"/>
              <a:gd name="csX20" fmla="*/ 149002 w 153622"/>
              <a:gd name="csY20" fmla="*/ 58232 h 170128"/>
              <a:gd name="csX21" fmla="*/ 146552 w 153622"/>
              <a:gd name="csY21" fmla="*/ 64545 h 170128"/>
              <a:gd name="csX22" fmla="*/ 148358 w 153622"/>
              <a:gd name="csY22" fmla="*/ 121402 h 170128"/>
              <a:gd name="csX23" fmla="*/ 135844 w 153622"/>
              <a:gd name="csY23" fmla="*/ 118523 h 170128"/>
              <a:gd name="csX24" fmla="*/ 131972 w 153622"/>
              <a:gd name="csY24" fmla="*/ 113360 h 170128"/>
              <a:gd name="csX25" fmla="*/ 128062 w 153622"/>
              <a:gd name="csY25" fmla="*/ 103679 h 170128"/>
              <a:gd name="csX26" fmla="*/ 124378 w 153622"/>
              <a:gd name="csY26" fmla="*/ 87545 h 170128"/>
              <a:gd name="csX27" fmla="*/ 116378 w 153622"/>
              <a:gd name="csY27" fmla="*/ 72702 h 170128"/>
              <a:gd name="csX28" fmla="*/ 107448 w 153622"/>
              <a:gd name="csY28" fmla="*/ 67912 h 170128"/>
              <a:gd name="csX29" fmla="*/ 99376 w 153622"/>
              <a:gd name="csY29" fmla="*/ 80152 h 170128"/>
              <a:gd name="csX30" fmla="*/ 94468 w 153622"/>
              <a:gd name="csY30" fmla="*/ 101141 h 170128"/>
              <a:gd name="csX31" fmla="*/ 81766 w 153622"/>
              <a:gd name="csY31" fmla="*/ 133635 h 170128"/>
              <a:gd name="csX32" fmla="*/ 65090 w 153622"/>
              <a:gd name="csY32" fmla="*/ 140680 h 170128"/>
              <a:gd name="csX33" fmla="*/ 53260 w 153622"/>
              <a:gd name="csY33" fmla="*/ 146865 h 170128"/>
              <a:gd name="csX34" fmla="*/ 38902 w 153622"/>
              <a:gd name="csY34" fmla="*/ 154663 h 170128"/>
              <a:gd name="csX35" fmla="*/ 22260 w 153622"/>
              <a:gd name="csY35" fmla="*/ 162407 h 170128"/>
              <a:gd name="csX36" fmla="*/ 8493 w 153622"/>
              <a:gd name="csY36" fmla="*/ 168431 h 17012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Lst>
            <a:rect l="l" t="t" r="r" b="b"/>
            <a:pathLst>
              <a:path w="153622" h="170128">
                <a:moveTo>
                  <a:pt x="8493" y="168431"/>
                </a:moveTo>
                <a:cubicBezTo>
                  <a:pt x="7546" y="167484"/>
                  <a:pt x="6772" y="164329"/>
                  <a:pt x="6772" y="161418"/>
                </a:cubicBezTo>
                <a:cubicBezTo>
                  <a:pt x="6772" y="158508"/>
                  <a:pt x="4931" y="151306"/>
                  <a:pt x="2681" y="145415"/>
                </a:cubicBezTo>
                <a:cubicBezTo>
                  <a:pt x="-1298" y="134996"/>
                  <a:pt x="-1222" y="134332"/>
                  <a:pt x="5459" y="121148"/>
                </a:cubicBezTo>
                <a:cubicBezTo>
                  <a:pt x="10516" y="111168"/>
                  <a:pt x="12973" y="101035"/>
                  <a:pt x="14777" y="82726"/>
                </a:cubicBezTo>
                <a:cubicBezTo>
                  <a:pt x="17244" y="57676"/>
                  <a:pt x="20967" y="43661"/>
                  <a:pt x="25155" y="43661"/>
                </a:cubicBezTo>
                <a:cubicBezTo>
                  <a:pt x="26403" y="43661"/>
                  <a:pt x="27423" y="38516"/>
                  <a:pt x="27423" y="32229"/>
                </a:cubicBezTo>
                <a:cubicBezTo>
                  <a:pt x="27423" y="25675"/>
                  <a:pt x="29023" y="19196"/>
                  <a:pt x="31172" y="17047"/>
                </a:cubicBezTo>
                <a:cubicBezTo>
                  <a:pt x="33235" y="14985"/>
                  <a:pt x="34156" y="12533"/>
                  <a:pt x="33221" y="11598"/>
                </a:cubicBezTo>
                <a:cubicBezTo>
                  <a:pt x="32286" y="10662"/>
                  <a:pt x="34150" y="9210"/>
                  <a:pt x="37362" y="8370"/>
                </a:cubicBezTo>
                <a:cubicBezTo>
                  <a:pt x="40925" y="7438"/>
                  <a:pt x="42675" y="5464"/>
                  <a:pt x="41848" y="3309"/>
                </a:cubicBezTo>
                <a:cubicBezTo>
                  <a:pt x="39982" y="-1555"/>
                  <a:pt x="42837" y="-1094"/>
                  <a:pt x="51947" y="4939"/>
                </a:cubicBezTo>
                <a:cubicBezTo>
                  <a:pt x="56206" y="7760"/>
                  <a:pt x="63426" y="10076"/>
                  <a:pt x="67990" y="10085"/>
                </a:cubicBezTo>
                <a:cubicBezTo>
                  <a:pt x="77231" y="10104"/>
                  <a:pt x="80149" y="13759"/>
                  <a:pt x="82983" y="28865"/>
                </a:cubicBezTo>
                <a:cubicBezTo>
                  <a:pt x="84632" y="37657"/>
                  <a:pt x="85527" y="38498"/>
                  <a:pt x="93236" y="38498"/>
                </a:cubicBezTo>
                <a:cubicBezTo>
                  <a:pt x="99495" y="38498"/>
                  <a:pt x="102031" y="37168"/>
                  <a:pt x="103025" y="33366"/>
                </a:cubicBezTo>
                <a:cubicBezTo>
                  <a:pt x="104466" y="27855"/>
                  <a:pt x="116509" y="21923"/>
                  <a:pt x="120832" y="24595"/>
                </a:cubicBezTo>
                <a:cubicBezTo>
                  <a:pt x="122276" y="25487"/>
                  <a:pt x="122830" y="29351"/>
                  <a:pt x="122064" y="33182"/>
                </a:cubicBezTo>
                <a:cubicBezTo>
                  <a:pt x="120679" y="40107"/>
                  <a:pt x="120757" y="40147"/>
                  <a:pt x="135261" y="39968"/>
                </a:cubicBezTo>
                <a:cubicBezTo>
                  <a:pt x="148934" y="39800"/>
                  <a:pt x="150012" y="40238"/>
                  <a:pt x="152396" y="46930"/>
                </a:cubicBezTo>
                <a:cubicBezTo>
                  <a:pt x="154575" y="53045"/>
                  <a:pt x="154087" y="54670"/>
                  <a:pt x="149002" y="58232"/>
                </a:cubicBezTo>
                <a:cubicBezTo>
                  <a:pt x="144363" y="61481"/>
                  <a:pt x="143827" y="62863"/>
                  <a:pt x="146552" y="64545"/>
                </a:cubicBezTo>
                <a:cubicBezTo>
                  <a:pt x="151618" y="67671"/>
                  <a:pt x="153227" y="118317"/>
                  <a:pt x="148358" y="121402"/>
                </a:cubicBezTo>
                <a:cubicBezTo>
                  <a:pt x="142062" y="125392"/>
                  <a:pt x="135844" y="123962"/>
                  <a:pt x="135844" y="118523"/>
                </a:cubicBezTo>
                <a:cubicBezTo>
                  <a:pt x="135844" y="115655"/>
                  <a:pt x="134123" y="113360"/>
                  <a:pt x="131972" y="113360"/>
                </a:cubicBezTo>
                <a:cubicBezTo>
                  <a:pt x="129225" y="113360"/>
                  <a:pt x="128089" y="110546"/>
                  <a:pt x="128062" y="103679"/>
                </a:cubicBezTo>
                <a:cubicBezTo>
                  <a:pt x="128041" y="98355"/>
                  <a:pt x="126383" y="91095"/>
                  <a:pt x="124378" y="87545"/>
                </a:cubicBezTo>
                <a:cubicBezTo>
                  <a:pt x="122373" y="83996"/>
                  <a:pt x="118773" y="77316"/>
                  <a:pt x="116378" y="72702"/>
                </a:cubicBezTo>
                <a:cubicBezTo>
                  <a:pt x="111867" y="64011"/>
                  <a:pt x="107448" y="61641"/>
                  <a:pt x="107448" y="67912"/>
                </a:cubicBezTo>
                <a:cubicBezTo>
                  <a:pt x="107448" y="69891"/>
                  <a:pt x="103816" y="75399"/>
                  <a:pt x="99376" y="80152"/>
                </a:cubicBezTo>
                <a:cubicBezTo>
                  <a:pt x="91445" y="88642"/>
                  <a:pt x="91359" y="89010"/>
                  <a:pt x="94468" y="101141"/>
                </a:cubicBezTo>
                <a:cubicBezTo>
                  <a:pt x="97988" y="114877"/>
                  <a:pt x="97068" y="117230"/>
                  <a:pt x="81766" y="133635"/>
                </a:cubicBezTo>
                <a:cubicBezTo>
                  <a:pt x="74766" y="141139"/>
                  <a:pt x="72544" y="142078"/>
                  <a:pt x="65090" y="140680"/>
                </a:cubicBezTo>
                <a:cubicBezTo>
                  <a:pt x="57313" y="139221"/>
                  <a:pt x="56181" y="139812"/>
                  <a:pt x="53260" y="146865"/>
                </a:cubicBezTo>
                <a:cubicBezTo>
                  <a:pt x="50372" y="153836"/>
                  <a:pt x="48850" y="154663"/>
                  <a:pt x="38902" y="154663"/>
                </a:cubicBezTo>
                <a:cubicBezTo>
                  <a:pt x="29485" y="154663"/>
                  <a:pt x="26927" y="155853"/>
                  <a:pt x="22260" y="162407"/>
                </a:cubicBezTo>
                <a:cubicBezTo>
                  <a:pt x="16933" y="169889"/>
                  <a:pt x="12076" y="172014"/>
                  <a:pt x="8493" y="168431"/>
                </a:cubicBezTo>
                <a:close/>
              </a:path>
            </a:pathLst>
          </a:custGeom>
          <a:solidFill>
            <a:srgbClr val="B9B9B9"/>
          </a:solidFill>
          <a:ln w="5163" cap="flat">
            <a:noFill/>
            <a:prstDash val="solid"/>
            <a:miter/>
          </a:ln>
        </p:spPr>
        <p:txBody>
          <a:bodyPr/>
          <a:lstStyle/>
          <a:p>
            <a:endParaRPr lang="es-419" noProof="0" dirty="0"/>
          </a:p>
        </p:txBody>
      </p:sp>
      <p:grpSp>
        <p:nvGrpSpPr>
          <p:cNvPr id="68" name="Gráfico 39">
            <a:extLst>
              <a:ext uri="{FF2B5EF4-FFF2-40B4-BE49-F238E27FC236}">
                <a16:creationId xmlns:a16="http://schemas.microsoft.com/office/drawing/2014/main" id="{5E81A3B9-C957-9463-CE60-C69031CDDC53}"/>
              </a:ext>
            </a:extLst>
          </p:cNvPr>
          <p:cNvGrpSpPr/>
          <p:nvPr/>
        </p:nvGrpSpPr>
        <p:grpSpPr>
          <a:xfrm>
            <a:off x="2169009" y="2212045"/>
            <a:ext cx="273705" cy="260208"/>
            <a:chOff x="2169009" y="2212045"/>
            <a:chExt cx="273705" cy="260208"/>
          </a:xfrm>
          <a:solidFill>
            <a:srgbClr val="B9B9B9"/>
          </a:solidFill>
        </p:grpSpPr>
        <p:sp>
          <p:nvSpPr>
            <p:cNvPr id="69" name="Forma libre: forma 68">
              <a:extLst>
                <a:ext uri="{FF2B5EF4-FFF2-40B4-BE49-F238E27FC236}">
                  <a16:creationId xmlns:a16="http://schemas.microsoft.com/office/drawing/2014/main" id="{4E90DB98-4E39-600C-7BD2-B1B0D44CD549}"/>
                </a:ext>
              </a:extLst>
            </p:cNvPr>
            <p:cNvSpPr/>
            <p:nvPr/>
          </p:nvSpPr>
          <p:spPr>
            <a:xfrm>
              <a:off x="2169009" y="2212045"/>
              <a:ext cx="273705" cy="260208"/>
            </a:xfrm>
            <a:custGeom>
              <a:avLst/>
              <a:gdLst>
                <a:gd name="csX0" fmla="*/ 136396 w 273705"/>
                <a:gd name="csY0" fmla="*/ 251544 h 260208"/>
                <a:gd name="csX1" fmla="*/ 123951 w 273705"/>
                <a:gd name="csY1" fmla="*/ 241399 h 260208"/>
                <a:gd name="csX2" fmla="*/ 100178 w 273705"/>
                <a:gd name="csY2" fmla="*/ 233837 h 260208"/>
                <a:gd name="csX3" fmla="*/ 81199 w 273705"/>
                <a:gd name="csY3" fmla="*/ 230865 h 260208"/>
                <a:gd name="csX4" fmla="*/ 75979 w 273705"/>
                <a:gd name="csY4" fmla="*/ 240363 h 260208"/>
                <a:gd name="csX5" fmla="*/ 67894 w 273705"/>
                <a:gd name="csY5" fmla="*/ 246752 h 260208"/>
                <a:gd name="csX6" fmla="*/ 29911 w 273705"/>
                <a:gd name="csY6" fmla="*/ 227450 h 260208"/>
                <a:gd name="csX7" fmla="*/ 28472 w 273705"/>
                <a:gd name="csY7" fmla="*/ 213064 h 260208"/>
                <a:gd name="csX8" fmla="*/ 12481 w 273705"/>
                <a:gd name="csY8" fmla="*/ 197704 h 260208"/>
                <a:gd name="csX9" fmla="*/ 1103 w 273705"/>
                <a:gd name="csY9" fmla="*/ 191257 h 260208"/>
                <a:gd name="csX10" fmla="*/ 24560 w 273705"/>
                <a:gd name="csY10" fmla="*/ 177413 h 260208"/>
                <a:gd name="csX11" fmla="*/ 49357 w 273705"/>
                <a:gd name="csY11" fmla="*/ 181249 h 260208"/>
                <a:gd name="csX12" fmla="*/ 33383 w 273705"/>
                <a:gd name="csY12" fmla="*/ 188440 h 260208"/>
                <a:gd name="csX13" fmla="*/ 18111 w 273705"/>
                <a:gd name="csY13" fmla="*/ 189801 h 260208"/>
                <a:gd name="csX14" fmla="*/ 23379 w 273705"/>
                <a:gd name="csY14" fmla="*/ 191217 h 260208"/>
                <a:gd name="csX15" fmla="*/ 42338 w 273705"/>
                <a:gd name="csY15" fmla="*/ 193852 h 260208"/>
                <a:gd name="csX16" fmla="*/ 54801 w 273705"/>
                <a:gd name="csY16" fmla="*/ 205031 h 260208"/>
                <a:gd name="csX17" fmla="*/ 53572 w 273705"/>
                <a:gd name="csY17" fmla="*/ 211902 h 260208"/>
                <a:gd name="csX18" fmla="*/ 58745 w 273705"/>
                <a:gd name="csY18" fmla="*/ 206739 h 260208"/>
                <a:gd name="csX19" fmla="*/ 62804 w 273705"/>
                <a:gd name="csY19" fmla="*/ 199640 h 260208"/>
                <a:gd name="csX20" fmla="*/ 78923 w 273705"/>
                <a:gd name="csY20" fmla="*/ 200342 h 260208"/>
                <a:gd name="csX21" fmla="*/ 84524 w 273705"/>
                <a:gd name="csY21" fmla="*/ 197871 h 260208"/>
                <a:gd name="csX22" fmla="*/ 91725 w 273705"/>
                <a:gd name="csY22" fmla="*/ 189946 h 260208"/>
                <a:gd name="csX23" fmla="*/ 100403 w 273705"/>
                <a:gd name="csY23" fmla="*/ 165765 h 260208"/>
                <a:gd name="csX24" fmla="*/ 96700 w 273705"/>
                <a:gd name="csY24" fmla="*/ 159218 h 260208"/>
                <a:gd name="csX25" fmla="*/ 94398 w 273705"/>
                <a:gd name="csY25" fmla="*/ 157998 h 260208"/>
                <a:gd name="csX26" fmla="*/ 90392 w 273705"/>
                <a:gd name="csY26" fmla="*/ 161840 h 260208"/>
                <a:gd name="csX27" fmla="*/ 87810 w 273705"/>
                <a:gd name="csY27" fmla="*/ 164145 h 260208"/>
                <a:gd name="csX28" fmla="*/ 100799 w 273705"/>
                <a:gd name="csY28" fmla="*/ 149016 h 260208"/>
                <a:gd name="csX29" fmla="*/ 118746 w 273705"/>
                <a:gd name="csY29" fmla="*/ 138331 h 260208"/>
                <a:gd name="csX30" fmla="*/ 133646 w 273705"/>
                <a:gd name="csY30" fmla="*/ 125809 h 260208"/>
                <a:gd name="csX31" fmla="*/ 149004 w 273705"/>
                <a:gd name="csY31" fmla="*/ 91807 h 260208"/>
                <a:gd name="csX32" fmla="*/ 157715 w 273705"/>
                <a:gd name="csY32" fmla="*/ 65895 h 260208"/>
                <a:gd name="csX33" fmla="*/ 163243 w 273705"/>
                <a:gd name="csY33" fmla="*/ 33397 h 260208"/>
                <a:gd name="csX34" fmla="*/ 165326 w 273705"/>
                <a:gd name="csY34" fmla="*/ 1486 h 260208"/>
                <a:gd name="csX35" fmla="*/ 167796 w 273705"/>
                <a:gd name="csY35" fmla="*/ 6032 h 260208"/>
                <a:gd name="csX36" fmla="*/ 180226 w 273705"/>
                <a:gd name="csY36" fmla="*/ 14421 h 260208"/>
                <a:gd name="csX37" fmla="*/ 195070 w 273705"/>
                <a:gd name="csY37" fmla="*/ 12027 h 260208"/>
                <a:gd name="csX38" fmla="*/ 227557 w 273705"/>
                <a:gd name="csY38" fmla="*/ 43889 h 260208"/>
                <a:gd name="csX39" fmla="*/ 257592 w 273705"/>
                <a:gd name="csY39" fmla="*/ 78146 h 260208"/>
                <a:gd name="csX40" fmla="*/ 261681 w 273705"/>
                <a:gd name="csY40" fmla="*/ 107593 h 260208"/>
                <a:gd name="csX41" fmla="*/ 273489 w 273705"/>
                <a:gd name="csY41" fmla="*/ 250266 h 260208"/>
                <a:gd name="csX42" fmla="*/ 218174 w 273705"/>
                <a:gd name="csY42" fmla="*/ 254247 h 260208"/>
                <a:gd name="csX43" fmla="*/ 150594 w 273705"/>
                <a:gd name="csY43" fmla="*/ 258722 h 260208"/>
                <a:gd name="csX44" fmla="*/ 137226 w 273705"/>
                <a:gd name="csY44" fmla="*/ 260208 h 260208"/>
                <a:gd name="csX45" fmla="*/ 136396 w 273705"/>
                <a:gd name="csY45" fmla="*/ 251544 h 2602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Lst>
              <a:rect l="l" t="t" r="r" b="b"/>
              <a:pathLst>
                <a:path w="273705" h="260208">
                  <a:moveTo>
                    <a:pt x="136396" y="251544"/>
                  </a:moveTo>
                  <a:cubicBezTo>
                    <a:pt x="135615" y="243380"/>
                    <a:pt x="134897" y="242794"/>
                    <a:pt x="123951" y="241399"/>
                  </a:cubicBezTo>
                  <a:cubicBezTo>
                    <a:pt x="117562" y="240584"/>
                    <a:pt x="106864" y="237181"/>
                    <a:pt x="100178" y="233837"/>
                  </a:cubicBezTo>
                  <a:cubicBezTo>
                    <a:pt x="89763" y="228627"/>
                    <a:pt x="87046" y="228201"/>
                    <a:pt x="81199" y="230865"/>
                  </a:cubicBezTo>
                  <a:cubicBezTo>
                    <a:pt x="75659" y="233390"/>
                    <a:pt x="74677" y="235176"/>
                    <a:pt x="75979" y="240363"/>
                  </a:cubicBezTo>
                  <a:cubicBezTo>
                    <a:pt x="77472" y="246311"/>
                    <a:pt x="76914" y="246752"/>
                    <a:pt x="67894" y="246752"/>
                  </a:cubicBezTo>
                  <a:cubicBezTo>
                    <a:pt x="55809" y="246752"/>
                    <a:pt x="31822" y="234563"/>
                    <a:pt x="29911" y="227450"/>
                  </a:cubicBezTo>
                  <a:cubicBezTo>
                    <a:pt x="29139" y="224578"/>
                    <a:pt x="28492" y="218104"/>
                    <a:pt x="28472" y="213064"/>
                  </a:cubicBezTo>
                  <a:cubicBezTo>
                    <a:pt x="28427" y="201349"/>
                    <a:pt x="24633" y="197704"/>
                    <a:pt x="12481" y="197704"/>
                  </a:cubicBezTo>
                  <a:cubicBezTo>
                    <a:pt x="4225" y="197704"/>
                    <a:pt x="2471" y="196710"/>
                    <a:pt x="1103" y="191257"/>
                  </a:cubicBezTo>
                  <a:cubicBezTo>
                    <a:pt x="-2114" y="178441"/>
                    <a:pt x="578" y="176853"/>
                    <a:pt x="24560" y="177413"/>
                  </a:cubicBezTo>
                  <a:cubicBezTo>
                    <a:pt x="38820" y="177746"/>
                    <a:pt x="47574" y="179100"/>
                    <a:pt x="49357" y="181249"/>
                  </a:cubicBezTo>
                  <a:cubicBezTo>
                    <a:pt x="54736" y="187730"/>
                    <a:pt x="49187" y="190228"/>
                    <a:pt x="33383" y="188440"/>
                  </a:cubicBezTo>
                  <a:cubicBezTo>
                    <a:pt x="22288" y="187184"/>
                    <a:pt x="18111" y="187556"/>
                    <a:pt x="18111" y="189801"/>
                  </a:cubicBezTo>
                  <a:cubicBezTo>
                    <a:pt x="18111" y="191735"/>
                    <a:pt x="20080" y="192265"/>
                    <a:pt x="23379" y="191217"/>
                  </a:cubicBezTo>
                  <a:cubicBezTo>
                    <a:pt x="26276" y="190298"/>
                    <a:pt x="34808" y="191483"/>
                    <a:pt x="42338" y="193852"/>
                  </a:cubicBezTo>
                  <a:cubicBezTo>
                    <a:pt x="54989" y="197831"/>
                    <a:pt x="55937" y="198681"/>
                    <a:pt x="54801" y="205031"/>
                  </a:cubicBezTo>
                  <a:lnTo>
                    <a:pt x="53572" y="211902"/>
                  </a:lnTo>
                  <a:lnTo>
                    <a:pt x="58745" y="206739"/>
                  </a:lnTo>
                  <a:cubicBezTo>
                    <a:pt x="61590" y="203900"/>
                    <a:pt x="63416" y="200705"/>
                    <a:pt x="62804" y="199640"/>
                  </a:cubicBezTo>
                  <a:cubicBezTo>
                    <a:pt x="61196" y="196843"/>
                    <a:pt x="70823" y="197262"/>
                    <a:pt x="78923" y="200342"/>
                  </a:cubicBezTo>
                  <a:cubicBezTo>
                    <a:pt x="85153" y="202711"/>
                    <a:pt x="85724" y="202459"/>
                    <a:pt x="84524" y="197871"/>
                  </a:cubicBezTo>
                  <a:cubicBezTo>
                    <a:pt x="83478" y="193868"/>
                    <a:pt x="85034" y="192154"/>
                    <a:pt x="91725" y="189946"/>
                  </a:cubicBezTo>
                  <a:cubicBezTo>
                    <a:pt x="104380" y="185769"/>
                    <a:pt x="109318" y="172009"/>
                    <a:pt x="100403" y="165765"/>
                  </a:cubicBezTo>
                  <a:cubicBezTo>
                    <a:pt x="97428" y="163681"/>
                    <a:pt x="95762" y="160736"/>
                    <a:pt x="96700" y="159218"/>
                  </a:cubicBezTo>
                  <a:cubicBezTo>
                    <a:pt x="97747" y="157525"/>
                    <a:pt x="96859" y="157053"/>
                    <a:pt x="94398" y="157998"/>
                  </a:cubicBezTo>
                  <a:cubicBezTo>
                    <a:pt x="92194" y="158843"/>
                    <a:pt x="90392" y="160572"/>
                    <a:pt x="90392" y="161840"/>
                  </a:cubicBezTo>
                  <a:cubicBezTo>
                    <a:pt x="90392" y="163108"/>
                    <a:pt x="89230" y="164145"/>
                    <a:pt x="87810" y="164145"/>
                  </a:cubicBezTo>
                  <a:cubicBezTo>
                    <a:pt x="81811" y="164145"/>
                    <a:pt x="86198" y="159036"/>
                    <a:pt x="100799" y="149016"/>
                  </a:cubicBezTo>
                  <a:cubicBezTo>
                    <a:pt x="109362" y="143139"/>
                    <a:pt x="117438" y="138331"/>
                    <a:pt x="118746" y="138331"/>
                  </a:cubicBezTo>
                  <a:cubicBezTo>
                    <a:pt x="120053" y="138331"/>
                    <a:pt x="126758" y="132696"/>
                    <a:pt x="133646" y="125809"/>
                  </a:cubicBezTo>
                  <a:cubicBezTo>
                    <a:pt x="145786" y="113669"/>
                    <a:pt x="146254" y="112631"/>
                    <a:pt x="149004" y="91807"/>
                  </a:cubicBezTo>
                  <a:cubicBezTo>
                    <a:pt x="151298" y="74430"/>
                    <a:pt x="152962" y="69481"/>
                    <a:pt x="157715" y="65895"/>
                  </a:cubicBezTo>
                  <a:cubicBezTo>
                    <a:pt x="163239" y="61729"/>
                    <a:pt x="163570" y="59784"/>
                    <a:pt x="163243" y="33397"/>
                  </a:cubicBezTo>
                  <a:cubicBezTo>
                    <a:pt x="163052" y="17960"/>
                    <a:pt x="163989" y="3600"/>
                    <a:pt x="165326" y="1486"/>
                  </a:cubicBezTo>
                  <a:cubicBezTo>
                    <a:pt x="167138" y="-1380"/>
                    <a:pt x="167766" y="-224"/>
                    <a:pt x="167796" y="6032"/>
                  </a:cubicBezTo>
                  <a:cubicBezTo>
                    <a:pt x="167835" y="14326"/>
                    <a:pt x="167976" y="14421"/>
                    <a:pt x="180226" y="14421"/>
                  </a:cubicBezTo>
                  <a:cubicBezTo>
                    <a:pt x="187041" y="14421"/>
                    <a:pt x="193721" y="13344"/>
                    <a:pt x="195070" y="12027"/>
                  </a:cubicBezTo>
                  <a:cubicBezTo>
                    <a:pt x="196598" y="10534"/>
                    <a:pt x="208840" y="22541"/>
                    <a:pt x="227557" y="43889"/>
                  </a:cubicBezTo>
                  <a:lnTo>
                    <a:pt x="257592" y="78146"/>
                  </a:lnTo>
                  <a:lnTo>
                    <a:pt x="261681" y="107593"/>
                  </a:lnTo>
                  <a:cubicBezTo>
                    <a:pt x="266251" y="140497"/>
                    <a:pt x="275208" y="248724"/>
                    <a:pt x="273489" y="250266"/>
                  </a:cubicBezTo>
                  <a:cubicBezTo>
                    <a:pt x="272881" y="250811"/>
                    <a:pt x="247989" y="252602"/>
                    <a:pt x="218174" y="254247"/>
                  </a:cubicBezTo>
                  <a:cubicBezTo>
                    <a:pt x="188358" y="255891"/>
                    <a:pt x="157947" y="257905"/>
                    <a:pt x="150594" y="258722"/>
                  </a:cubicBezTo>
                  <a:lnTo>
                    <a:pt x="137226" y="260208"/>
                  </a:lnTo>
                  <a:lnTo>
                    <a:pt x="136396" y="251544"/>
                  </a:lnTo>
                  <a:close/>
                </a:path>
              </a:pathLst>
            </a:custGeom>
            <a:solidFill>
              <a:srgbClr val="B9B9B9"/>
            </a:solidFill>
            <a:ln w="5163" cap="flat">
              <a:noFill/>
              <a:prstDash val="solid"/>
              <a:miter/>
            </a:ln>
          </p:spPr>
          <p:txBody>
            <a:bodyPr/>
            <a:lstStyle/>
            <a:p>
              <a:endParaRPr lang="es-419" noProof="0" dirty="0"/>
            </a:p>
          </p:txBody>
        </p:sp>
        <p:sp>
          <p:nvSpPr>
            <p:cNvPr id="70" name="Forma libre: forma 69">
              <a:extLst>
                <a:ext uri="{FF2B5EF4-FFF2-40B4-BE49-F238E27FC236}">
                  <a16:creationId xmlns:a16="http://schemas.microsoft.com/office/drawing/2014/main" id="{1399B48F-0C39-9ECB-7E0C-E163B97FA6DC}"/>
                </a:ext>
              </a:extLst>
            </p:cNvPr>
            <p:cNvSpPr/>
            <p:nvPr/>
          </p:nvSpPr>
          <p:spPr>
            <a:xfrm>
              <a:off x="2221969" y="2379232"/>
              <a:ext cx="29491" cy="17638"/>
            </a:xfrm>
            <a:custGeom>
              <a:avLst/>
              <a:gdLst>
                <a:gd name="csX0" fmla="*/ 10326 w 29491"/>
                <a:gd name="csY0" fmla="*/ 11251 h 17638"/>
                <a:gd name="csX1" fmla="*/ 23663 w 29491"/>
                <a:gd name="csY1" fmla="*/ 4783 h 17638"/>
                <a:gd name="csX2" fmla="*/ 27977 w 29491"/>
                <a:gd name="csY2" fmla="*/ 1475 h 17638"/>
                <a:gd name="csX3" fmla="*/ 29483 w 29491"/>
                <a:gd name="csY3" fmla="*/ 1025 h 17638"/>
                <a:gd name="csX4" fmla="*/ 8425 w 29491"/>
                <a:gd name="csY4" fmla="*/ 16751 h 17638"/>
                <a:gd name="csX5" fmla="*/ 0 w 29491"/>
                <a:gd name="csY5" fmla="*/ 17639 h 17638"/>
                <a:gd name="csX6" fmla="*/ 10326 w 29491"/>
                <a:gd name="csY6" fmla="*/ 11251 h 17638"/>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9491" h="17638">
                  <a:moveTo>
                    <a:pt x="10326" y="11251"/>
                  </a:moveTo>
                  <a:cubicBezTo>
                    <a:pt x="16005" y="7738"/>
                    <a:pt x="22007" y="4827"/>
                    <a:pt x="23663" y="4783"/>
                  </a:cubicBezTo>
                  <a:cubicBezTo>
                    <a:pt x="25320" y="4738"/>
                    <a:pt x="27261" y="3250"/>
                    <a:pt x="27977" y="1475"/>
                  </a:cubicBezTo>
                  <a:cubicBezTo>
                    <a:pt x="28693" y="-299"/>
                    <a:pt x="29371" y="-502"/>
                    <a:pt x="29483" y="1025"/>
                  </a:cubicBezTo>
                  <a:cubicBezTo>
                    <a:pt x="29861" y="6183"/>
                    <a:pt x="16907" y="15857"/>
                    <a:pt x="8425" y="16751"/>
                  </a:cubicBezTo>
                  <a:lnTo>
                    <a:pt x="0" y="17639"/>
                  </a:lnTo>
                  <a:lnTo>
                    <a:pt x="10326" y="11251"/>
                  </a:lnTo>
                  <a:close/>
                </a:path>
              </a:pathLst>
            </a:custGeom>
            <a:solidFill>
              <a:srgbClr val="B9B9B9"/>
            </a:solidFill>
            <a:ln w="5163" cap="flat">
              <a:noFill/>
              <a:prstDash val="solid"/>
              <a:miter/>
            </a:ln>
          </p:spPr>
          <p:txBody>
            <a:bodyPr/>
            <a:lstStyle/>
            <a:p>
              <a:endParaRPr lang="es-419" noProof="0" dirty="0"/>
            </a:p>
          </p:txBody>
        </p:sp>
      </p:grpSp>
      <p:sp>
        <p:nvSpPr>
          <p:cNvPr id="71" name="Forma libre: forma 70">
            <a:extLst>
              <a:ext uri="{FF2B5EF4-FFF2-40B4-BE49-F238E27FC236}">
                <a16:creationId xmlns:a16="http://schemas.microsoft.com/office/drawing/2014/main" id="{A87EC1C5-776A-42F3-E4D6-2F5A94A3D63E}"/>
              </a:ext>
            </a:extLst>
          </p:cNvPr>
          <p:cNvSpPr/>
          <p:nvPr/>
        </p:nvSpPr>
        <p:spPr>
          <a:xfrm>
            <a:off x="1574029" y="2346575"/>
            <a:ext cx="28491" cy="35790"/>
          </a:xfrm>
          <a:custGeom>
            <a:avLst/>
            <a:gdLst>
              <a:gd name="csX0" fmla="*/ 11768 w 28491"/>
              <a:gd name="csY0" fmla="*/ 34872 h 35790"/>
              <a:gd name="csX1" fmla="*/ 805 w 28491"/>
              <a:gd name="csY1" fmla="*/ 25413 h 35790"/>
              <a:gd name="csX2" fmla="*/ 7669 w 28491"/>
              <a:gd name="csY2" fmla="*/ 7571 h 35790"/>
              <a:gd name="csX3" fmla="*/ 18379 w 28491"/>
              <a:gd name="csY3" fmla="*/ 2738 h 35790"/>
              <a:gd name="csX4" fmla="*/ 23574 w 28491"/>
              <a:gd name="csY4" fmla="*/ 11696 h 35790"/>
              <a:gd name="csX5" fmla="*/ 28193 w 28491"/>
              <a:gd name="csY5" fmla="*/ 24987 h 35790"/>
              <a:gd name="csX6" fmla="*/ 11768 w 28491"/>
              <a:gd name="csY6" fmla="*/ 34872 h 35790"/>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8491" h="35790">
                <a:moveTo>
                  <a:pt x="11768" y="34872"/>
                </a:moveTo>
                <a:cubicBezTo>
                  <a:pt x="4464" y="33733"/>
                  <a:pt x="2519" y="32055"/>
                  <a:pt x="805" y="25413"/>
                </a:cubicBezTo>
                <a:cubicBezTo>
                  <a:pt x="-1017" y="18356"/>
                  <a:pt x="-153" y="16110"/>
                  <a:pt x="7669" y="7571"/>
                </a:cubicBezTo>
                <a:cubicBezTo>
                  <a:pt x="15700" y="-1197"/>
                  <a:pt x="16797" y="-1692"/>
                  <a:pt x="18379" y="2738"/>
                </a:cubicBezTo>
                <a:cubicBezTo>
                  <a:pt x="19348" y="5452"/>
                  <a:pt x="21686" y="9483"/>
                  <a:pt x="23574" y="11696"/>
                </a:cubicBezTo>
                <a:cubicBezTo>
                  <a:pt x="25461" y="13908"/>
                  <a:pt x="27540" y="19890"/>
                  <a:pt x="28193" y="24987"/>
                </a:cubicBezTo>
                <a:cubicBezTo>
                  <a:pt x="29539" y="35505"/>
                  <a:pt x="26717" y="37203"/>
                  <a:pt x="11768" y="34872"/>
                </a:cubicBezTo>
                <a:close/>
              </a:path>
            </a:pathLst>
          </a:custGeom>
          <a:solidFill>
            <a:srgbClr val="CCCCCC"/>
          </a:solidFill>
          <a:ln w="5163" cap="flat">
            <a:noFill/>
            <a:prstDash val="solid"/>
            <a:miter/>
          </a:ln>
        </p:spPr>
        <p:txBody>
          <a:bodyPr/>
          <a:lstStyle/>
          <a:p>
            <a:endParaRPr lang="es-419" noProof="0" dirty="0"/>
          </a:p>
        </p:txBody>
      </p:sp>
      <p:sp>
        <p:nvSpPr>
          <p:cNvPr id="72" name="Forma libre: forma 71">
            <a:extLst>
              <a:ext uri="{FF2B5EF4-FFF2-40B4-BE49-F238E27FC236}">
                <a16:creationId xmlns:a16="http://schemas.microsoft.com/office/drawing/2014/main" id="{B2C7B110-D082-6B9E-7DF0-ACCDEC5B88E8}"/>
              </a:ext>
            </a:extLst>
          </p:cNvPr>
          <p:cNvSpPr/>
          <p:nvPr/>
        </p:nvSpPr>
        <p:spPr>
          <a:xfrm>
            <a:off x="1629800" y="2326596"/>
            <a:ext cx="82332" cy="45198"/>
          </a:xfrm>
          <a:custGeom>
            <a:avLst/>
            <a:gdLst>
              <a:gd name="csX0" fmla="*/ 35828 w 82332"/>
              <a:gd name="csY0" fmla="*/ 43172 h 45198"/>
              <a:gd name="csX1" fmla="*/ 20861 w 82332"/>
              <a:gd name="csY1" fmla="*/ 27939 h 45198"/>
              <a:gd name="csX2" fmla="*/ 6710 w 82332"/>
              <a:gd name="csY2" fmla="*/ 16733 h 45198"/>
              <a:gd name="csX3" fmla="*/ 200 w 82332"/>
              <a:gd name="csY3" fmla="*/ 11518 h 45198"/>
              <a:gd name="csX4" fmla="*/ 11960 w 82332"/>
              <a:gd name="csY4" fmla="*/ 5709 h 45198"/>
              <a:gd name="csX5" fmla="*/ 29437 w 82332"/>
              <a:gd name="csY5" fmla="*/ 2139 h 45198"/>
              <a:gd name="csX6" fmla="*/ 38320 w 82332"/>
              <a:gd name="csY6" fmla="*/ 692 h 45198"/>
              <a:gd name="csX7" fmla="*/ 49592 w 82332"/>
              <a:gd name="csY7" fmla="*/ 4355 h 45198"/>
              <a:gd name="csX8" fmla="*/ 61209 w 82332"/>
              <a:gd name="csY8" fmla="*/ 13550 h 45198"/>
              <a:gd name="csX9" fmla="*/ 68838 w 82332"/>
              <a:gd name="csY9" fmla="*/ 19970 h 45198"/>
              <a:gd name="csX10" fmla="*/ 82332 w 82332"/>
              <a:gd name="csY10" fmla="*/ 30233 h 45198"/>
              <a:gd name="csX11" fmla="*/ 75901 w 82332"/>
              <a:gd name="csY11" fmla="*/ 31524 h 45198"/>
              <a:gd name="csX12" fmla="*/ 66358 w 82332"/>
              <a:gd name="csY12" fmla="*/ 36506 h 45198"/>
              <a:gd name="csX13" fmla="*/ 58348 w 82332"/>
              <a:gd name="csY13" fmla="*/ 38866 h 45198"/>
              <a:gd name="csX14" fmla="*/ 47885 w 82332"/>
              <a:gd name="csY14" fmla="*/ 41425 h 45198"/>
              <a:gd name="csX15" fmla="*/ 35828 w 82332"/>
              <a:gd name="csY15" fmla="*/ 43172 h 4519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82332" h="45198">
                <a:moveTo>
                  <a:pt x="35828" y="43172"/>
                </a:moveTo>
                <a:cubicBezTo>
                  <a:pt x="32257" y="41284"/>
                  <a:pt x="25522" y="34429"/>
                  <a:pt x="20861" y="27939"/>
                </a:cubicBezTo>
                <a:cubicBezTo>
                  <a:pt x="14698" y="19357"/>
                  <a:pt x="10840" y="16301"/>
                  <a:pt x="6710" y="16733"/>
                </a:cubicBezTo>
                <a:cubicBezTo>
                  <a:pt x="2564" y="17166"/>
                  <a:pt x="809" y="15760"/>
                  <a:pt x="200" y="11518"/>
                </a:cubicBezTo>
                <a:cubicBezTo>
                  <a:pt x="-566" y="6174"/>
                  <a:pt x="375" y="5709"/>
                  <a:pt x="11960" y="5709"/>
                </a:cubicBezTo>
                <a:cubicBezTo>
                  <a:pt x="18887" y="5709"/>
                  <a:pt x="26751" y="4102"/>
                  <a:pt x="29437" y="2139"/>
                </a:cubicBezTo>
                <a:cubicBezTo>
                  <a:pt x="32427" y="-48"/>
                  <a:pt x="35871" y="-609"/>
                  <a:pt x="38320" y="692"/>
                </a:cubicBezTo>
                <a:cubicBezTo>
                  <a:pt x="40520" y="1860"/>
                  <a:pt x="45592" y="3509"/>
                  <a:pt x="49592" y="4355"/>
                </a:cubicBezTo>
                <a:cubicBezTo>
                  <a:pt x="53972" y="5282"/>
                  <a:pt x="58593" y="8940"/>
                  <a:pt x="61209" y="13550"/>
                </a:cubicBezTo>
                <a:cubicBezTo>
                  <a:pt x="63598" y="17761"/>
                  <a:pt x="67032" y="20650"/>
                  <a:pt x="68838" y="19970"/>
                </a:cubicBezTo>
                <a:cubicBezTo>
                  <a:pt x="71755" y="18872"/>
                  <a:pt x="82332" y="26917"/>
                  <a:pt x="82332" y="30233"/>
                </a:cubicBezTo>
                <a:cubicBezTo>
                  <a:pt x="82332" y="30943"/>
                  <a:pt x="79438" y="31524"/>
                  <a:pt x="75901" y="31524"/>
                </a:cubicBezTo>
                <a:cubicBezTo>
                  <a:pt x="72343" y="31524"/>
                  <a:pt x="68079" y="33750"/>
                  <a:pt x="66358" y="36506"/>
                </a:cubicBezTo>
                <a:cubicBezTo>
                  <a:pt x="63915" y="40418"/>
                  <a:pt x="62194" y="40925"/>
                  <a:pt x="58348" y="38866"/>
                </a:cubicBezTo>
                <a:cubicBezTo>
                  <a:pt x="54563" y="36841"/>
                  <a:pt x="52184" y="37422"/>
                  <a:pt x="47885" y="41425"/>
                </a:cubicBezTo>
                <a:cubicBezTo>
                  <a:pt x="42972" y="45999"/>
                  <a:pt x="41560" y="46204"/>
                  <a:pt x="35828" y="43172"/>
                </a:cubicBezTo>
                <a:close/>
              </a:path>
            </a:pathLst>
          </a:custGeom>
          <a:solidFill>
            <a:srgbClr val="B9B9B9"/>
          </a:solidFill>
          <a:ln w="5163" cap="flat">
            <a:noFill/>
            <a:prstDash val="solid"/>
            <a:miter/>
          </a:ln>
        </p:spPr>
        <p:txBody>
          <a:bodyPr/>
          <a:lstStyle/>
          <a:p>
            <a:endParaRPr lang="es-419" noProof="0" dirty="0"/>
          </a:p>
        </p:txBody>
      </p:sp>
      <p:sp>
        <p:nvSpPr>
          <p:cNvPr id="73" name="Forma libre: forma 72">
            <a:extLst>
              <a:ext uri="{FF2B5EF4-FFF2-40B4-BE49-F238E27FC236}">
                <a16:creationId xmlns:a16="http://schemas.microsoft.com/office/drawing/2014/main" id="{971ACF3B-1680-C0CD-EEFE-CE6E34F7B21E}"/>
              </a:ext>
            </a:extLst>
          </p:cNvPr>
          <p:cNvSpPr/>
          <p:nvPr/>
        </p:nvSpPr>
        <p:spPr>
          <a:xfrm>
            <a:off x="1522864" y="2163021"/>
            <a:ext cx="166771" cy="166600"/>
          </a:xfrm>
          <a:custGeom>
            <a:avLst/>
            <a:gdLst>
              <a:gd name="csX0" fmla="*/ 112825 w 166771"/>
              <a:gd name="csY0" fmla="*/ 162186 h 166600"/>
              <a:gd name="csX1" fmla="*/ 93810 w 166771"/>
              <a:gd name="csY1" fmla="*/ 146052 h 166600"/>
              <a:gd name="csX2" fmla="*/ 80847 w 166771"/>
              <a:gd name="csY2" fmla="*/ 139517 h 166600"/>
              <a:gd name="csX3" fmla="*/ 77061 w 166771"/>
              <a:gd name="csY3" fmla="*/ 131529 h 166600"/>
              <a:gd name="csX4" fmla="*/ 56324 w 166771"/>
              <a:gd name="csY4" fmla="*/ 140503 h 166600"/>
              <a:gd name="csX5" fmla="*/ 40835 w 166771"/>
              <a:gd name="csY5" fmla="*/ 134435 h 166600"/>
              <a:gd name="csX6" fmla="*/ 25839 w 166771"/>
              <a:gd name="csY6" fmla="*/ 117575 h 166600"/>
              <a:gd name="csX7" fmla="*/ 603 w 166771"/>
              <a:gd name="csY7" fmla="*/ 103594 h 166600"/>
              <a:gd name="csX8" fmla="*/ 3427 w 166771"/>
              <a:gd name="csY8" fmla="*/ 92334 h 166600"/>
              <a:gd name="csX9" fmla="*/ 16980 w 166771"/>
              <a:gd name="csY9" fmla="*/ 76064 h 166600"/>
              <a:gd name="csX10" fmla="*/ 29744 w 166771"/>
              <a:gd name="csY10" fmla="*/ 65065 h 166600"/>
              <a:gd name="csX11" fmla="*/ 36843 w 166771"/>
              <a:gd name="csY11" fmla="*/ 46479 h 166600"/>
              <a:gd name="csX12" fmla="*/ 44707 w 166771"/>
              <a:gd name="csY12" fmla="*/ 28415 h 166600"/>
              <a:gd name="csX13" fmla="*/ 49507 w 166771"/>
              <a:gd name="csY13" fmla="*/ 27678 h 166600"/>
              <a:gd name="csX14" fmla="*/ 60947 w 166771"/>
              <a:gd name="csY14" fmla="*/ 25763 h 166600"/>
              <a:gd name="csX15" fmla="*/ 70323 w 166771"/>
              <a:gd name="csY15" fmla="*/ 14969 h 166600"/>
              <a:gd name="csX16" fmla="*/ 78890 w 166771"/>
              <a:gd name="csY16" fmla="*/ 12726 h 166600"/>
              <a:gd name="csX17" fmla="*/ 98544 w 166771"/>
              <a:gd name="csY17" fmla="*/ 17873 h 166600"/>
              <a:gd name="csX18" fmla="*/ 112369 w 166771"/>
              <a:gd name="csY18" fmla="*/ 19382 h 166600"/>
              <a:gd name="csX19" fmla="*/ 111333 w 166771"/>
              <a:gd name="csY19" fmla="*/ 10510 h 166600"/>
              <a:gd name="csX20" fmla="*/ 113560 w 166771"/>
              <a:gd name="csY20" fmla="*/ 387 h 166600"/>
              <a:gd name="csX21" fmla="*/ 117960 w 166771"/>
              <a:gd name="csY21" fmla="*/ 7843 h 166600"/>
              <a:gd name="csX22" fmla="*/ 132949 w 166771"/>
              <a:gd name="csY22" fmla="*/ 23283 h 166600"/>
              <a:gd name="csX23" fmla="*/ 137639 w 166771"/>
              <a:gd name="csY23" fmla="*/ 24249 h 166600"/>
              <a:gd name="csX24" fmla="*/ 142971 w 166771"/>
              <a:gd name="csY24" fmla="*/ 28097 h 166600"/>
              <a:gd name="csX25" fmla="*/ 144280 w 166771"/>
              <a:gd name="csY25" fmla="*/ 37270 h 166600"/>
              <a:gd name="csX26" fmla="*/ 141806 w 166771"/>
              <a:gd name="csY26" fmla="*/ 49084 h 166600"/>
              <a:gd name="csX27" fmla="*/ 134976 w 166771"/>
              <a:gd name="csY27" fmla="*/ 50495 h 166600"/>
              <a:gd name="csX28" fmla="*/ 125814 w 166771"/>
              <a:gd name="csY28" fmla="*/ 54367 h 166600"/>
              <a:gd name="csX29" fmla="*/ 117982 w 166771"/>
              <a:gd name="csY29" fmla="*/ 60864 h 166600"/>
              <a:gd name="csX30" fmla="*/ 114406 w 166771"/>
              <a:gd name="csY30" fmla="*/ 64736 h 166600"/>
              <a:gd name="csX31" fmla="*/ 118081 w 166771"/>
              <a:gd name="csY31" fmla="*/ 68608 h 166600"/>
              <a:gd name="csX32" fmla="*/ 117880 w 166771"/>
              <a:gd name="csY32" fmla="*/ 76375 h 166600"/>
              <a:gd name="csX33" fmla="*/ 120902 w 166771"/>
              <a:gd name="csY33" fmla="*/ 101250 h 166600"/>
              <a:gd name="csX34" fmla="*/ 146578 w 166771"/>
              <a:gd name="csY34" fmla="*/ 85070 h 166600"/>
              <a:gd name="csX35" fmla="*/ 165866 w 166771"/>
              <a:gd name="csY35" fmla="*/ 78619 h 166600"/>
              <a:gd name="csX36" fmla="*/ 158858 w 166771"/>
              <a:gd name="csY36" fmla="*/ 93393 h 166600"/>
              <a:gd name="csX37" fmla="*/ 145606 w 166771"/>
              <a:gd name="csY37" fmla="*/ 103389 h 166600"/>
              <a:gd name="csX38" fmla="*/ 146405 w 166771"/>
              <a:gd name="csY38" fmla="*/ 113844 h 166600"/>
              <a:gd name="csX39" fmla="*/ 151373 w 166771"/>
              <a:gd name="csY39" fmla="*/ 126271 h 166600"/>
              <a:gd name="csX40" fmla="*/ 146320 w 166771"/>
              <a:gd name="csY40" fmla="*/ 138511 h 166600"/>
              <a:gd name="csX41" fmla="*/ 142802 w 166771"/>
              <a:gd name="csY41" fmla="*/ 150216 h 166600"/>
              <a:gd name="csX42" fmla="*/ 135305 w 166771"/>
              <a:gd name="csY42" fmla="*/ 162275 h 166600"/>
              <a:gd name="csX43" fmla="*/ 112825 w 166771"/>
              <a:gd name="csY43" fmla="*/ 162186 h 1666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66771" h="166600">
                <a:moveTo>
                  <a:pt x="112825" y="162186"/>
                </a:moveTo>
                <a:cubicBezTo>
                  <a:pt x="107924" y="146593"/>
                  <a:pt x="107287" y="146052"/>
                  <a:pt x="93810" y="146052"/>
                </a:cubicBezTo>
                <a:cubicBezTo>
                  <a:pt x="81661" y="146052"/>
                  <a:pt x="80847" y="145641"/>
                  <a:pt x="80847" y="139517"/>
                </a:cubicBezTo>
                <a:cubicBezTo>
                  <a:pt x="80847" y="135923"/>
                  <a:pt x="79143" y="132329"/>
                  <a:pt x="77061" y="131529"/>
                </a:cubicBezTo>
                <a:cubicBezTo>
                  <a:pt x="70944" y="129182"/>
                  <a:pt x="59116" y="134300"/>
                  <a:pt x="56324" y="140503"/>
                </a:cubicBezTo>
                <a:cubicBezTo>
                  <a:pt x="52116" y="149848"/>
                  <a:pt x="43882" y="146622"/>
                  <a:pt x="40835" y="134435"/>
                </a:cubicBezTo>
                <a:cubicBezTo>
                  <a:pt x="37208" y="119926"/>
                  <a:pt x="35198" y="117667"/>
                  <a:pt x="25839" y="117575"/>
                </a:cubicBezTo>
                <a:cubicBezTo>
                  <a:pt x="16487" y="117484"/>
                  <a:pt x="-3740" y="106278"/>
                  <a:pt x="603" y="103594"/>
                </a:cubicBezTo>
                <a:cubicBezTo>
                  <a:pt x="2143" y="102641"/>
                  <a:pt x="3414" y="97575"/>
                  <a:pt x="3427" y="92334"/>
                </a:cubicBezTo>
                <a:cubicBezTo>
                  <a:pt x="3448" y="83428"/>
                  <a:pt x="4333" y="82366"/>
                  <a:pt x="16980" y="76064"/>
                </a:cubicBezTo>
                <a:cubicBezTo>
                  <a:pt x="26201" y="71468"/>
                  <a:pt x="30266" y="67966"/>
                  <a:pt x="29744" y="65065"/>
                </a:cubicBezTo>
                <a:cubicBezTo>
                  <a:pt x="29324" y="62724"/>
                  <a:pt x="32518" y="54360"/>
                  <a:pt x="36843" y="46479"/>
                </a:cubicBezTo>
                <a:cubicBezTo>
                  <a:pt x="41168" y="38598"/>
                  <a:pt x="44707" y="30469"/>
                  <a:pt x="44707" y="28415"/>
                </a:cubicBezTo>
                <a:cubicBezTo>
                  <a:pt x="44707" y="25420"/>
                  <a:pt x="45659" y="25274"/>
                  <a:pt x="49507" y="27678"/>
                </a:cubicBezTo>
                <a:cubicBezTo>
                  <a:pt x="53370" y="30090"/>
                  <a:pt x="55603" y="29716"/>
                  <a:pt x="60947" y="25763"/>
                </a:cubicBezTo>
                <a:cubicBezTo>
                  <a:pt x="64599" y="23062"/>
                  <a:pt x="68819" y="18205"/>
                  <a:pt x="70323" y="14969"/>
                </a:cubicBezTo>
                <a:cubicBezTo>
                  <a:pt x="72821" y="9600"/>
                  <a:pt x="73567" y="9404"/>
                  <a:pt x="78890" y="12726"/>
                </a:cubicBezTo>
                <a:cubicBezTo>
                  <a:pt x="82096" y="14727"/>
                  <a:pt x="90941" y="17044"/>
                  <a:pt x="98544" y="17873"/>
                </a:cubicBezTo>
                <a:lnTo>
                  <a:pt x="112369" y="19382"/>
                </a:lnTo>
                <a:lnTo>
                  <a:pt x="111333" y="10510"/>
                </a:lnTo>
                <a:cubicBezTo>
                  <a:pt x="110680" y="4917"/>
                  <a:pt x="111503" y="1176"/>
                  <a:pt x="113560" y="387"/>
                </a:cubicBezTo>
                <a:cubicBezTo>
                  <a:pt x="117812" y="-1245"/>
                  <a:pt x="120015" y="2488"/>
                  <a:pt x="117960" y="7843"/>
                </a:cubicBezTo>
                <a:cubicBezTo>
                  <a:pt x="115692" y="13753"/>
                  <a:pt x="126829" y="25225"/>
                  <a:pt x="132949" y="23283"/>
                </a:cubicBezTo>
                <a:cubicBezTo>
                  <a:pt x="135529" y="22464"/>
                  <a:pt x="137639" y="22899"/>
                  <a:pt x="137639" y="24249"/>
                </a:cubicBezTo>
                <a:cubicBezTo>
                  <a:pt x="137639" y="25599"/>
                  <a:pt x="140039" y="27330"/>
                  <a:pt x="142971" y="28097"/>
                </a:cubicBezTo>
                <a:cubicBezTo>
                  <a:pt x="148037" y="29422"/>
                  <a:pt x="148102" y="29879"/>
                  <a:pt x="144280" y="37270"/>
                </a:cubicBezTo>
                <a:cubicBezTo>
                  <a:pt x="142067" y="41548"/>
                  <a:pt x="140954" y="46864"/>
                  <a:pt x="141806" y="49084"/>
                </a:cubicBezTo>
                <a:cubicBezTo>
                  <a:pt x="143608" y="53779"/>
                  <a:pt x="141808" y="54151"/>
                  <a:pt x="134976" y="50495"/>
                </a:cubicBezTo>
                <a:cubicBezTo>
                  <a:pt x="130992" y="48362"/>
                  <a:pt x="129272" y="49089"/>
                  <a:pt x="125814" y="54367"/>
                </a:cubicBezTo>
                <a:cubicBezTo>
                  <a:pt x="123473" y="57940"/>
                  <a:pt x="119948" y="60864"/>
                  <a:pt x="117982" y="60864"/>
                </a:cubicBezTo>
                <a:cubicBezTo>
                  <a:pt x="116015" y="60864"/>
                  <a:pt x="114406" y="62606"/>
                  <a:pt x="114406" y="64736"/>
                </a:cubicBezTo>
                <a:cubicBezTo>
                  <a:pt x="114406" y="66866"/>
                  <a:pt x="116060" y="68608"/>
                  <a:pt x="118081" y="68608"/>
                </a:cubicBezTo>
                <a:cubicBezTo>
                  <a:pt x="121214" y="68608"/>
                  <a:pt x="121185" y="69751"/>
                  <a:pt x="117880" y="76375"/>
                </a:cubicBezTo>
                <a:cubicBezTo>
                  <a:pt x="113557" y="85043"/>
                  <a:pt x="115262" y="99086"/>
                  <a:pt x="120902" y="101250"/>
                </a:cubicBezTo>
                <a:cubicBezTo>
                  <a:pt x="125974" y="103196"/>
                  <a:pt x="134577" y="97775"/>
                  <a:pt x="146578" y="85070"/>
                </a:cubicBezTo>
                <a:cubicBezTo>
                  <a:pt x="158352" y="72606"/>
                  <a:pt x="161996" y="71387"/>
                  <a:pt x="165866" y="78619"/>
                </a:cubicBezTo>
                <a:cubicBezTo>
                  <a:pt x="167980" y="82568"/>
                  <a:pt x="166683" y="85304"/>
                  <a:pt x="158858" y="93393"/>
                </a:cubicBezTo>
                <a:cubicBezTo>
                  <a:pt x="153577" y="98853"/>
                  <a:pt x="147613" y="103351"/>
                  <a:pt x="145606" y="103389"/>
                </a:cubicBezTo>
                <a:cubicBezTo>
                  <a:pt x="139218" y="103509"/>
                  <a:pt x="139670" y="109432"/>
                  <a:pt x="146405" y="113844"/>
                </a:cubicBezTo>
                <a:cubicBezTo>
                  <a:pt x="151813" y="117388"/>
                  <a:pt x="152650" y="119482"/>
                  <a:pt x="151373" y="126271"/>
                </a:cubicBezTo>
                <a:cubicBezTo>
                  <a:pt x="150529" y="130761"/>
                  <a:pt x="148255" y="136269"/>
                  <a:pt x="146320" y="138511"/>
                </a:cubicBezTo>
                <a:cubicBezTo>
                  <a:pt x="144385" y="140752"/>
                  <a:pt x="142802" y="146020"/>
                  <a:pt x="142802" y="150216"/>
                </a:cubicBezTo>
                <a:cubicBezTo>
                  <a:pt x="142802" y="155900"/>
                  <a:pt x="140890" y="158975"/>
                  <a:pt x="135305" y="162275"/>
                </a:cubicBezTo>
                <a:cubicBezTo>
                  <a:pt x="125481" y="168078"/>
                  <a:pt x="114663" y="168035"/>
                  <a:pt x="112825" y="162186"/>
                </a:cubicBezTo>
                <a:close/>
              </a:path>
            </a:pathLst>
          </a:custGeom>
          <a:solidFill>
            <a:srgbClr val="B9B9B9"/>
          </a:solidFill>
          <a:ln w="5163" cap="flat">
            <a:noFill/>
            <a:prstDash val="solid"/>
            <a:miter/>
          </a:ln>
        </p:spPr>
        <p:txBody>
          <a:bodyPr/>
          <a:lstStyle/>
          <a:p>
            <a:endParaRPr lang="es-419" noProof="0" dirty="0"/>
          </a:p>
        </p:txBody>
      </p:sp>
      <p:sp>
        <p:nvSpPr>
          <p:cNvPr id="74" name="Forma libre: forma 73">
            <a:extLst>
              <a:ext uri="{FF2B5EF4-FFF2-40B4-BE49-F238E27FC236}">
                <a16:creationId xmlns:a16="http://schemas.microsoft.com/office/drawing/2014/main" id="{16C82615-9CB8-2DEE-A290-03C8BC3F8695}"/>
              </a:ext>
            </a:extLst>
          </p:cNvPr>
          <p:cNvSpPr/>
          <p:nvPr/>
        </p:nvSpPr>
        <p:spPr>
          <a:xfrm>
            <a:off x="1152549" y="1816032"/>
            <a:ext cx="278306" cy="369963"/>
          </a:xfrm>
          <a:custGeom>
            <a:avLst/>
            <a:gdLst>
              <a:gd name="csX0" fmla="*/ 34904 w 278306"/>
              <a:gd name="csY0" fmla="*/ 369743 h 369963"/>
              <a:gd name="csX1" fmla="*/ 30386 w 278306"/>
              <a:gd name="csY1" fmla="*/ 366534 h 369963"/>
              <a:gd name="csX2" fmla="*/ 24882 w 278306"/>
              <a:gd name="csY2" fmla="*/ 362569 h 369963"/>
              <a:gd name="csX3" fmla="*/ 21927 w 278306"/>
              <a:gd name="csY3" fmla="*/ 359169 h 369963"/>
              <a:gd name="csX4" fmla="*/ 27578 w 278306"/>
              <a:gd name="csY4" fmla="*/ 347996 h 369963"/>
              <a:gd name="csX5" fmla="*/ 35410 w 278306"/>
              <a:gd name="csY5" fmla="*/ 332463 h 369963"/>
              <a:gd name="csX6" fmla="*/ 46301 w 278306"/>
              <a:gd name="csY6" fmla="*/ 305733 h 369963"/>
              <a:gd name="csX7" fmla="*/ 51274 w 278306"/>
              <a:gd name="csY7" fmla="*/ 305469 h 369963"/>
              <a:gd name="csX8" fmla="*/ 85602 w 278306"/>
              <a:gd name="csY8" fmla="*/ 259605 h 369963"/>
              <a:gd name="csX9" fmla="*/ 77041 w 278306"/>
              <a:gd name="csY9" fmla="*/ 247151 h 369963"/>
              <a:gd name="csX10" fmla="*/ 56201 w 278306"/>
              <a:gd name="csY10" fmla="*/ 259540 h 369963"/>
              <a:gd name="csX11" fmla="*/ 43804 w 278306"/>
              <a:gd name="csY11" fmla="*/ 271918 h 369963"/>
              <a:gd name="csX12" fmla="*/ 42369 w 278306"/>
              <a:gd name="csY12" fmla="*/ 249815 h 369963"/>
              <a:gd name="csX13" fmla="*/ 41724 w 278306"/>
              <a:gd name="csY13" fmla="*/ 231013 h 369963"/>
              <a:gd name="csX14" fmla="*/ 29106 w 278306"/>
              <a:gd name="csY14" fmla="*/ 240028 h 369963"/>
              <a:gd name="csX15" fmla="*/ 22444 w 278306"/>
              <a:gd name="csY15" fmla="*/ 254379 h 369963"/>
              <a:gd name="csX16" fmla="*/ 24802 w 278306"/>
              <a:gd name="csY16" fmla="*/ 241025 h 369963"/>
              <a:gd name="csX17" fmla="*/ 33753 w 278306"/>
              <a:gd name="csY17" fmla="*/ 223416 h 369963"/>
              <a:gd name="csX18" fmla="*/ 20060 w 278306"/>
              <a:gd name="csY18" fmla="*/ 211002 h 369963"/>
              <a:gd name="csX19" fmla="*/ 12798 w 278306"/>
              <a:gd name="csY19" fmla="*/ 218762 h 369963"/>
              <a:gd name="csX20" fmla="*/ 14913 w 278306"/>
              <a:gd name="csY20" fmla="*/ 227151 h 369963"/>
              <a:gd name="csX21" fmla="*/ 17013 w 278306"/>
              <a:gd name="csY21" fmla="*/ 232960 h 369963"/>
              <a:gd name="csX22" fmla="*/ 9735 w 278306"/>
              <a:gd name="csY22" fmla="*/ 237857 h 369963"/>
              <a:gd name="csX23" fmla="*/ 1293 w 278306"/>
              <a:gd name="csY23" fmla="*/ 233984 h 369963"/>
              <a:gd name="csX24" fmla="*/ 5050 w 278306"/>
              <a:gd name="csY24" fmla="*/ 166825 h 369963"/>
              <a:gd name="csX25" fmla="*/ 13098 w 278306"/>
              <a:gd name="csY25" fmla="*/ 148470 h 369963"/>
              <a:gd name="csX26" fmla="*/ 17479 w 278306"/>
              <a:gd name="csY26" fmla="*/ 142324 h 369963"/>
              <a:gd name="csX27" fmla="*/ 23957 w 278306"/>
              <a:gd name="csY27" fmla="*/ 139382 h 369963"/>
              <a:gd name="csX28" fmla="*/ 29365 w 278306"/>
              <a:gd name="csY28" fmla="*/ 127120 h 369963"/>
              <a:gd name="csX29" fmla="*/ 37749 w 278306"/>
              <a:gd name="csY29" fmla="*/ 97729 h 369963"/>
              <a:gd name="csX30" fmla="*/ 49507 w 278306"/>
              <a:gd name="csY30" fmla="*/ 88122 h 369963"/>
              <a:gd name="csX31" fmla="*/ 58774 w 278306"/>
              <a:gd name="csY31" fmla="*/ 77796 h 369963"/>
              <a:gd name="csX32" fmla="*/ 64863 w 278306"/>
              <a:gd name="csY32" fmla="*/ 68721 h 369963"/>
              <a:gd name="csX33" fmla="*/ 80119 w 278306"/>
              <a:gd name="csY33" fmla="*/ 65404 h 369963"/>
              <a:gd name="csX34" fmla="*/ 105248 w 278306"/>
              <a:gd name="csY34" fmla="*/ 69057 h 369963"/>
              <a:gd name="csX35" fmla="*/ 132354 w 278306"/>
              <a:gd name="csY35" fmla="*/ 69793 h 369963"/>
              <a:gd name="csX36" fmla="*/ 147842 w 278306"/>
              <a:gd name="csY36" fmla="*/ 68392 h 369963"/>
              <a:gd name="csX37" fmla="*/ 148600 w 278306"/>
              <a:gd name="csY37" fmla="*/ 51194 h 369963"/>
              <a:gd name="csX38" fmla="*/ 143045 w 278306"/>
              <a:gd name="csY38" fmla="*/ 18458 h 369963"/>
              <a:gd name="csX39" fmla="*/ 138200 w 278306"/>
              <a:gd name="csY39" fmla="*/ 1452 h 369963"/>
              <a:gd name="csX40" fmla="*/ 176238 w 278306"/>
              <a:gd name="csY40" fmla="*/ 4099 h 369963"/>
              <a:gd name="csX41" fmla="*/ 200117 w 278306"/>
              <a:gd name="csY41" fmla="*/ 11594 h 369963"/>
              <a:gd name="csX42" fmla="*/ 208506 w 278306"/>
              <a:gd name="csY42" fmla="*/ 17328 h 369963"/>
              <a:gd name="csX43" fmla="*/ 213126 w 278306"/>
              <a:gd name="csY43" fmla="*/ 22327 h 369963"/>
              <a:gd name="csX44" fmla="*/ 220224 w 278306"/>
              <a:gd name="csY44" fmla="*/ 29184 h 369963"/>
              <a:gd name="csX45" fmla="*/ 234966 w 278306"/>
              <a:gd name="csY45" fmla="*/ 33975 h 369963"/>
              <a:gd name="csX46" fmla="*/ 247228 w 278306"/>
              <a:gd name="csY46" fmla="*/ 35904 h 369963"/>
              <a:gd name="csX47" fmla="*/ 256714 w 278306"/>
              <a:gd name="csY47" fmla="*/ 49191 h 369963"/>
              <a:gd name="csX48" fmla="*/ 272203 w 278306"/>
              <a:gd name="csY48" fmla="*/ 58184 h 369963"/>
              <a:gd name="csX49" fmla="*/ 271714 w 278306"/>
              <a:gd name="csY49" fmla="*/ 67589 h 369963"/>
              <a:gd name="csX50" fmla="*/ 263105 w 278306"/>
              <a:gd name="csY50" fmla="*/ 78504 h 369963"/>
              <a:gd name="csX51" fmla="*/ 254303 w 278306"/>
              <a:gd name="csY51" fmla="*/ 85750 h 369963"/>
              <a:gd name="csX52" fmla="*/ 246105 w 278306"/>
              <a:gd name="csY52" fmla="*/ 101699 h 369963"/>
              <a:gd name="csX53" fmla="*/ 227494 w 278306"/>
              <a:gd name="csY53" fmla="*/ 130702 h 369963"/>
              <a:gd name="csX54" fmla="*/ 183924 w 278306"/>
              <a:gd name="csY54" fmla="*/ 160034 h 369963"/>
              <a:gd name="csX55" fmla="*/ 153537 w 278306"/>
              <a:gd name="csY55" fmla="*/ 173778 h 369963"/>
              <a:gd name="csX56" fmla="*/ 157053 w 278306"/>
              <a:gd name="csY56" fmla="*/ 181528 h 369963"/>
              <a:gd name="csX57" fmla="*/ 160436 w 278306"/>
              <a:gd name="csY57" fmla="*/ 193225 h 369963"/>
              <a:gd name="csX58" fmla="*/ 180263 w 278306"/>
              <a:gd name="csY58" fmla="*/ 225950 h 369963"/>
              <a:gd name="csX59" fmla="*/ 194663 w 278306"/>
              <a:gd name="csY59" fmla="*/ 239264 h 369963"/>
              <a:gd name="csX60" fmla="*/ 204770 w 278306"/>
              <a:gd name="csY60" fmla="*/ 247088 h 369963"/>
              <a:gd name="csX61" fmla="*/ 210897 w 278306"/>
              <a:gd name="csY61" fmla="*/ 244424 h 369963"/>
              <a:gd name="csX62" fmla="*/ 229158 w 278306"/>
              <a:gd name="csY62" fmla="*/ 228391 h 369963"/>
              <a:gd name="csX63" fmla="*/ 234321 w 278306"/>
              <a:gd name="csY63" fmla="*/ 228442 h 369963"/>
              <a:gd name="csX64" fmla="*/ 234966 w 278306"/>
              <a:gd name="csY64" fmla="*/ 250091 h 369963"/>
              <a:gd name="csX65" fmla="*/ 235014 w 278306"/>
              <a:gd name="csY65" fmla="*/ 261191 h 369963"/>
              <a:gd name="csX66" fmla="*/ 230353 w 278306"/>
              <a:gd name="csY66" fmla="*/ 300578 h 369963"/>
              <a:gd name="csX67" fmla="*/ 224337 w 278306"/>
              <a:gd name="csY67" fmla="*/ 308123 h 369963"/>
              <a:gd name="csX68" fmla="*/ 215823 w 278306"/>
              <a:gd name="csY68" fmla="*/ 299799 h 369963"/>
              <a:gd name="csX69" fmla="*/ 202099 w 278306"/>
              <a:gd name="csY69" fmla="*/ 292094 h 369963"/>
              <a:gd name="csX70" fmla="*/ 185246 w 278306"/>
              <a:gd name="csY70" fmla="*/ 278805 h 369963"/>
              <a:gd name="csX71" fmla="*/ 173928 w 278306"/>
              <a:gd name="csY71" fmla="*/ 260086 h 369963"/>
              <a:gd name="csX72" fmla="*/ 159486 w 278306"/>
              <a:gd name="csY72" fmla="*/ 251642 h 369963"/>
              <a:gd name="csX73" fmla="*/ 135920 w 278306"/>
              <a:gd name="csY73" fmla="*/ 263292 h 369963"/>
              <a:gd name="csX74" fmla="*/ 128496 w 278306"/>
              <a:gd name="csY74" fmla="*/ 268428 h 369963"/>
              <a:gd name="csX75" fmla="*/ 118324 w 278306"/>
              <a:gd name="csY75" fmla="*/ 277403 h 369963"/>
              <a:gd name="csX76" fmla="*/ 102749 w 278306"/>
              <a:gd name="csY76" fmla="*/ 302843 h 369963"/>
              <a:gd name="csX77" fmla="*/ 111986 w 278306"/>
              <a:gd name="csY77" fmla="*/ 325389 h 369963"/>
              <a:gd name="csX78" fmla="*/ 124791 w 278306"/>
              <a:gd name="csY78" fmla="*/ 345325 h 369963"/>
              <a:gd name="csX79" fmla="*/ 112525 w 278306"/>
              <a:gd name="csY79" fmla="*/ 358252 h 369963"/>
              <a:gd name="csX80" fmla="*/ 61364 w 278306"/>
              <a:gd name="csY80" fmla="*/ 367059 h 369963"/>
              <a:gd name="csX81" fmla="*/ 45875 w 278306"/>
              <a:gd name="csY81" fmla="*/ 368630 h 369963"/>
              <a:gd name="csX82" fmla="*/ 34904 w 278306"/>
              <a:gd name="csY82" fmla="*/ 369743 h 3699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Lst>
            <a:rect l="l" t="t" r="r" b="b"/>
            <a:pathLst>
              <a:path w="278306" h="369963">
                <a:moveTo>
                  <a:pt x="34904" y="369743"/>
                </a:moveTo>
                <a:cubicBezTo>
                  <a:pt x="32419" y="369198"/>
                  <a:pt x="30386" y="367754"/>
                  <a:pt x="30386" y="366534"/>
                </a:cubicBezTo>
                <a:cubicBezTo>
                  <a:pt x="30386" y="365314"/>
                  <a:pt x="27909" y="363530"/>
                  <a:pt x="24882" y="362569"/>
                </a:cubicBezTo>
                <a:cubicBezTo>
                  <a:pt x="21855" y="361609"/>
                  <a:pt x="20525" y="360078"/>
                  <a:pt x="21927" y="359169"/>
                </a:cubicBezTo>
                <a:cubicBezTo>
                  <a:pt x="23328" y="358259"/>
                  <a:pt x="25871" y="353231"/>
                  <a:pt x="27578" y="347996"/>
                </a:cubicBezTo>
                <a:cubicBezTo>
                  <a:pt x="29284" y="342760"/>
                  <a:pt x="32809" y="335771"/>
                  <a:pt x="35410" y="332463"/>
                </a:cubicBezTo>
                <a:cubicBezTo>
                  <a:pt x="41776" y="324371"/>
                  <a:pt x="48428" y="308044"/>
                  <a:pt x="46301" y="305733"/>
                </a:cubicBezTo>
                <a:cubicBezTo>
                  <a:pt x="45357" y="304708"/>
                  <a:pt x="47595" y="304589"/>
                  <a:pt x="51274" y="305469"/>
                </a:cubicBezTo>
                <a:cubicBezTo>
                  <a:pt x="65489" y="308870"/>
                  <a:pt x="84946" y="282874"/>
                  <a:pt x="85602" y="259605"/>
                </a:cubicBezTo>
                <a:cubicBezTo>
                  <a:pt x="85868" y="250143"/>
                  <a:pt x="85296" y="249310"/>
                  <a:pt x="77041" y="247151"/>
                </a:cubicBezTo>
                <a:cubicBezTo>
                  <a:pt x="64390" y="243842"/>
                  <a:pt x="56201" y="248710"/>
                  <a:pt x="56201" y="259540"/>
                </a:cubicBezTo>
                <a:cubicBezTo>
                  <a:pt x="56201" y="269382"/>
                  <a:pt x="51616" y="273960"/>
                  <a:pt x="43804" y="271918"/>
                </a:cubicBezTo>
                <a:cubicBezTo>
                  <a:pt x="37009" y="270141"/>
                  <a:pt x="36944" y="269149"/>
                  <a:pt x="42369" y="249815"/>
                </a:cubicBezTo>
                <a:cubicBezTo>
                  <a:pt x="46434" y="235327"/>
                  <a:pt x="46408" y="234559"/>
                  <a:pt x="41724" y="231013"/>
                </a:cubicBezTo>
                <a:cubicBezTo>
                  <a:pt x="34464" y="225517"/>
                  <a:pt x="33758" y="226021"/>
                  <a:pt x="29106" y="240028"/>
                </a:cubicBezTo>
                <a:cubicBezTo>
                  <a:pt x="26753" y="247111"/>
                  <a:pt x="23756" y="253568"/>
                  <a:pt x="22444" y="254379"/>
                </a:cubicBezTo>
                <a:cubicBezTo>
                  <a:pt x="19454" y="256227"/>
                  <a:pt x="19357" y="256781"/>
                  <a:pt x="24802" y="241025"/>
                </a:cubicBezTo>
                <a:cubicBezTo>
                  <a:pt x="27318" y="233748"/>
                  <a:pt x="31345" y="225823"/>
                  <a:pt x="33753" y="223416"/>
                </a:cubicBezTo>
                <a:cubicBezTo>
                  <a:pt x="41536" y="215633"/>
                  <a:pt x="38403" y="212792"/>
                  <a:pt x="20060" y="211002"/>
                </a:cubicBezTo>
                <a:cubicBezTo>
                  <a:pt x="14508" y="210460"/>
                  <a:pt x="13494" y="211544"/>
                  <a:pt x="12798" y="218762"/>
                </a:cubicBezTo>
                <a:cubicBezTo>
                  <a:pt x="12315" y="223766"/>
                  <a:pt x="13169" y="227151"/>
                  <a:pt x="14913" y="227151"/>
                </a:cubicBezTo>
                <a:cubicBezTo>
                  <a:pt x="16522" y="227151"/>
                  <a:pt x="17467" y="229765"/>
                  <a:pt x="17013" y="232960"/>
                </a:cubicBezTo>
                <a:cubicBezTo>
                  <a:pt x="16365" y="237521"/>
                  <a:pt x="14803" y="238572"/>
                  <a:pt x="9735" y="237857"/>
                </a:cubicBezTo>
                <a:cubicBezTo>
                  <a:pt x="6185" y="237355"/>
                  <a:pt x="2386" y="235613"/>
                  <a:pt x="1293" y="233984"/>
                </a:cubicBezTo>
                <a:cubicBezTo>
                  <a:pt x="-1682" y="229553"/>
                  <a:pt x="858" y="184145"/>
                  <a:pt x="5050" y="166825"/>
                </a:cubicBezTo>
                <a:cubicBezTo>
                  <a:pt x="7067" y="158491"/>
                  <a:pt x="10689" y="150232"/>
                  <a:pt x="13098" y="148470"/>
                </a:cubicBezTo>
                <a:cubicBezTo>
                  <a:pt x="15508" y="146708"/>
                  <a:pt x="17479" y="143943"/>
                  <a:pt x="17479" y="142324"/>
                </a:cubicBezTo>
                <a:cubicBezTo>
                  <a:pt x="17479" y="140706"/>
                  <a:pt x="20394" y="139382"/>
                  <a:pt x="23957" y="139382"/>
                </a:cubicBezTo>
                <a:cubicBezTo>
                  <a:pt x="30115" y="139382"/>
                  <a:pt x="30383" y="138776"/>
                  <a:pt x="29365" y="127120"/>
                </a:cubicBezTo>
                <a:cubicBezTo>
                  <a:pt x="27807" y="109281"/>
                  <a:pt x="29957" y="101744"/>
                  <a:pt x="37749" y="97729"/>
                </a:cubicBezTo>
                <a:cubicBezTo>
                  <a:pt x="41508" y="95792"/>
                  <a:pt x="46799" y="91468"/>
                  <a:pt x="49507" y="88122"/>
                </a:cubicBezTo>
                <a:cubicBezTo>
                  <a:pt x="52214" y="84775"/>
                  <a:pt x="56385" y="80128"/>
                  <a:pt x="58774" y="77796"/>
                </a:cubicBezTo>
                <a:cubicBezTo>
                  <a:pt x="61163" y="75463"/>
                  <a:pt x="63903" y="71380"/>
                  <a:pt x="64863" y="68721"/>
                </a:cubicBezTo>
                <a:cubicBezTo>
                  <a:pt x="66368" y="64550"/>
                  <a:pt x="68459" y="64095"/>
                  <a:pt x="80119" y="65404"/>
                </a:cubicBezTo>
                <a:cubicBezTo>
                  <a:pt x="87551" y="66238"/>
                  <a:pt x="98859" y="67882"/>
                  <a:pt x="105248" y="69057"/>
                </a:cubicBezTo>
                <a:cubicBezTo>
                  <a:pt x="111637" y="70233"/>
                  <a:pt x="123835" y="70564"/>
                  <a:pt x="132354" y="69793"/>
                </a:cubicBezTo>
                <a:lnTo>
                  <a:pt x="147842" y="68392"/>
                </a:lnTo>
                <a:lnTo>
                  <a:pt x="148600" y="51194"/>
                </a:lnTo>
                <a:cubicBezTo>
                  <a:pt x="149196" y="37679"/>
                  <a:pt x="148006" y="30668"/>
                  <a:pt x="143045" y="18458"/>
                </a:cubicBezTo>
                <a:cubicBezTo>
                  <a:pt x="139573" y="9912"/>
                  <a:pt x="137392" y="2259"/>
                  <a:pt x="138200" y="1452"/>
                </a:cubicBezTo>
                <a:cubicBezTo>
                  <a:pt x="141102" y="-1451"/>
                  <a:pt x="166125" y="290"/>
                  <a:pt x="176238" y="4099"/>
                </a:cubicBezTo>
                <a:cubicBezTo>
                  <a:pt x="189419" y="9062"/>
                  <a:pt x="190086" y="9272"/>
                  <a:pt x="200117" y="11594"/>
                </a:cubicBezTo>
                <a:cubicBezTo>
                  <a:pt x="204892" y="12700"/>
                  <a:pt x="208506" y="15170"/>
                  <a:pt x="208506" y="17328"/>
                </a:cubicBezTo>
                <a:cubicBezTo>
                  <a:pt x="208506" y="19413"/>
                  <a:pt x="210585" y="21662"/>
                  <a:pt x="213126" y="22327"/>
                </a:cubicBezTo>
                <a:cubicBezTo>
                  <a:pt x="215666" y="22991"/>
                  <a:pt x="218861" y="26077"/>
                  <a:pt x="220224" y="29184"/>
                </a:cubicBezTo>
                <a:cubicBezTo>
                  <a:pt x="222363" y="34057"/>
                  <a:pt x="224390" y="34715"/>
                  <a:pt x="234966" y="33975"/>
                </a:cubicBezTo>
                <a:cubicBezTo>
                  <a:pt x="242553" y="33444"/>
                  <a:pt x="247228" y="34179"/>
                  <a:pt x="247228" y="35904"/>
                </a:cubicBezTo>
                <a:cubicBezTo>
                  <a:pt x="247228" y="37437"/>
                  <a:pt x="251497" y="43416"/>
                  <a:pt x="256714" y="49191"/>
                </a:cubicBezTo>
                <a:cubicBezTo>
                  <a:pt x="264193" y="57469"/>
                  <a:pt x="267470" y="59372"/>
                  <a:pt x="272203" y="58184"/>
                </a:cubicBezTo>
                <a:cubicBezTo>
                  <a:pt x="280616" y="56072"/>
                  <a:pt x="280219" y="63714"/>
                  <a:pt x="271714" y="67589"/>
                </a:cubicBezTo>
                <a:cubicBezTo>
                  <a:pt x="267863" y="69343"/>
                  <a:pt x="264361" y="73784"/>
                  <a:pt x="263105" y="78504"/>
                </a:cubicBezTo>
                <a:cubicBezTo>
                  <a:pt x="261351" y="85098"/>
                  <a:pt x="259842" y="86340"/>
                  <a:pt x="254303" y="85750"/>
                </a:cubicBezTo>
                <a:cubicBezTo>
                  <a:pt x="246592" y="84928"/>
                  <a:pt x="243436" y="91067"/>
                  <a:pt x="246105" y="101699"/>
                </a:cubicBezTo>
                <a:cubicBezTo>
                  <a:pt x="247533" y="107389"/>
                  <a:pt x="244867" y="111544"/>
                  <a:pt x="227494" y="130702"/>
                </a:cubicBezTo>
                <a:cubicBezTo>
                  <a:pt x="207371" y="152893"/>
                  <a:pt x="196764" y="160034"/>
                  <a:pt x="183924" y="160034"/>
                </a:cubicBezTo>
                <a:cubicBezTo>
                  <a:pt x="175394" y="160034"/>
                  <a:pt x="155328" y="169109"/>
                  <a:pt x="153537" y="173778"/>
                </a:cubicBezTo>
                <a:cubicBezTo>
                  <a:pt x="152784" y="175740"/>
                  <a:pt x="154366" y="179227"/>
                  <a:pt x="157053" y="181528"/>
                </a:cubicBezTo>
                <a:cubicBezTo>
                  <a:pt x="160618" y="184580"/>
                  <a:pt x="161532" y="187741"/>
                  <a:pt x="160436" y="193225"/>
                </a:cubicBezTo>
                <a:cubicBezTo>
                  <a:pt x="158065" y="205081"/>
                  <a:pt x="165477" y="217314"/>
                  <a:pt x="180263" y="225950"/>
                </a:cubicBezTo>
                <a:cubicBezTo>
                  <a:pt x="187814" y="230360"/>
                  <a:pt x="193823" y="235916"/>
                  <a:pt x="194663" y="239264"/>
                </a:cubicBezTo>
                <a:cubicBezTo>
                  <a:pt x="196711" y="247420"/>
                  <a:pt x="202826" y="252154"/>
                  <a:pt x="204770" y="247088"/>
                </a:cubicBezTo>
                <a:cubicBezTo>
                  <a:pt x="205617" y="244882"/>
                  <a:pt x="208258" y="243734"/>
                  <a:pt x="210897" y="244424"/>
                </a:cubicBezTo>
                <a:cubicBezTo>
                  <a:pt x="216566" y="245906"/>
                  <a:pt x="229158" y="234851"/>
                  <a:pt x="229158" y="228391"/>
                </a:cubicBezTo>
                <a:cubicBezTo>
                  <a:pt x="229158" y="223967"/>
                  <a:pt x="229378" y="223969"/>
                  <a:pt x="234321" y="228442"/>
                </a:cubicBezTo>
                <a:cubicBezTo>
                  <a:pt x="240730" y="234242"/>
                  <a:pt x="241099" y="246636"/>
                  <a:pt x="234966" y="250091"/>
                </a:cubicBezTo>
                <a:cubicBezTo>
                  <a:pt x="230667" y="252513"/>
                  <a:pt x="230669" y="253050"/>
                  <a:pt x="235014" y="261191"/>
                </a:cubicBezTo>
                <a:cubicBezTo>
                  <a:pt x="240871" y="272165"/>
                  <a:pt x="238755" y="290041"/>
                  <a:pt x="230353" y="300578"/>
                </a:cubicBezTo>
                <a:lnTo>
                  <a:pt x="224337" y="308123"/>
                </a:lnTo>
                <a:lnTo>
                  <a:pt x="215823" y="299799"/>
                </a:lnTo>
                <a:cubicBezTo>
                  <a:pt x="210927" y="295013"/>
                  <a:pt x="205095" y="291738"/>
                  <a:pt x="202099" y="292094"/>
                </a:cubicBezTo>
                <a:cubicBezTo>
                  <a:pt x="194035" y="293052"/>
                  <a:pt x="185277" y="286146"/>
                  <a:pt x="185246" y="278805"/>
                </a:cubicBezTo>
                <a:cubicBezTo>
                  <a:pt x="185229" y="274767"/>
                  <a:pt x="180965" y="267715"/>
                  <a:pt x="173928" y="260086"/>
                </a:cubicBezTo>
                <a:cubicBezTo>
                  <a:pt x="164333" y="249682"/>
                  <a:pt x="162165" y="248415"/>
                  <a:pt x="159486" y="251642"/>
                </a:cubicBezTo>
                <a:cubicBezTo>
                  <a:pt x="155362" y="256612"/>
                  <a:pt x="141849" y="263292"/>
                  <a:pt x="135920" y="263292"/>
                </a:cubicBezTo>
                <a:cubicBezTo>
                  <a:pt x="133348" y="263292"/>
                  <a:pt x="130007" y="265603"/>
                  <a:pt x="128496" y="268428"/>
                </a:cubicBezTo>
                <a:cubicBezTo>
                  <a:pt x="126984" y="271253"/>
                  <a:pt x="122406" y="275292"/>
                  <a:pt x="118324" y="277403"/>
                </a:cubicBezTo>
                <a:cubicBezTo>
                  <a:pt x="105333" y="284120"/>
                  <a:pt x="102661" y="288486"/>
                  <a:pt x="102749" y="302843"/>
                </a:cubicBezTo>
                <a:cubicBezTo>
                  <a:pt x="102826" y="315405"/>
                  <a:pt x="106784" y="325066"/>
                  <a:pt x="111986" y="325389"/>
                </a:cubicBezTo>
                <a:cubicBezTo>
                  <a:pt x="116589" y="325676"/>
                  <a:pt x="126252" y="340721"/>
                  <a:pt x="124791" y="345325"/>
                </a:cubicBezTo>
                <a:cubicBezTo>
                  <a:pt x="123983" y="347870"/>
                  <a:pt x="118463" y="353688"/>
                  <a:pt x="112525" y="358252"/>
                </a:cubicBezTo>
                <a:cubicBezTo>
                  <a:pt x="101535" y="366699"/>
                  <a:pt x="89725" y="368732"/>
                  <a:pt x="61364" y="367059"/>
                </a:cubicBezTo>
                <a:cubicBezTo>
                  <a:pt x="56394" y="366766"/>
                  <a:pt x="49424" y="367473"/>
                  <a:pt x="45875" y="368630"/>
                </a:cubicBezTo>
                <a:cubicBezTo>
                  <a:pt x="42325" y="369787"/>
                  <a:pt x="37388" y="370288"/>
                  <a:pt x="34904" y="369743"/>
                </a:cubicBezTo>
                <a:close/>
              </a:path>
            </a:pathLst>
          </a:custGeom>
          <a:solidFill>
            <a:srgbClr val="B9B9B9"/>
          </a:solidFill>
          <a:ln w="5163" cap="flat">
            <a:noFill/>
            <a:prstDash val="solid"/>
            <a:miter/>
          </a:ln>
        </p:spPr>
        <p:txBody>
          <a:bodyPr/>
          <a:lstStyle/>
          <a:p>
            <a:endParaRPr lang="es-419" noProof="0" dirty="0"/>
          </a:p>
        </p:txBody>
      </p:sp>
      <p:grpSp>
        <p:nvGrpSpPr>
          <p:cNvPr id="75" name="Gráfico 39">
            <a:extLst>
              <a:ext uri="{FF2B5EF4-FFF2-40B4-BE49-F238E27FC236}">
                <a16:creationId xmlns:a16="http://schemas.microsoft.com/office/drawing/2014/main" id="{4545FD4A-428F-9E5D-AD42-6EB1062C919B}"/>
              </a:ext>
            </a:extLst>
          </p:cNvPr>
          <p:cNvGrpSpPr/>
          <p:nvPr/>
        </p:nvGrpSpPr>
        <p:grpSpPr>
          <a:xfrm>
            <a:off x="1634957" y="2069316"/>
            <a:ext cx="438046" cy="474569"/>
            <a:chOff x="1634957" y="2069316"/>
            <a:chExt cx="438046" cy="474569"/>
          </a:xfrm>
        </p:grpSpPr>
        <p:sp>
          <p:nvSpPr>
            <p:cNvPr id="76" name="Forma libre: forma 75">
              <a:extLst>
                <a:ext uri="{FF2B5EF4-FFF2-40B4-BE49-F238E27FC236}">
                  <a16:creationId xmlns:a16="http://schemas.microsoft.com/office/drawing/2014/main" id="{38BDE2CB-B09F-9F4E-A49D-86B04E485B2B}"/>
                </a:ext>
              </a:extLst>
            </p:cNvPr>
            <p:cNvSpPr/>
            <p:nvPr/>
          </p:nvSpPr>
          <p:spPr>
            <a:xfrm>
              <a:off x="1634957" y="2069316"/>
              <a:ext cx="438046" cy="474569"/>
            </a:xfrm>
            <a:custGeom>
              <a:avLst/>
              <a:gdLst>
                <a:gd name="csX0" fmla="*/ 332739 w 438046"/>
                <a:gd name="csY0" fmla="*/ 469202 h 474569"/>
                <a:gd name="csX1" fmla="*/ 324349 w 438046"/>
                <a:gd name="csY1" fmla="*/ 460541 h 474569"/>
                <a:gd name="csX2" fmla="*/ 306954 w 438046"/>
                <a:gd name="csY2" fmla="*/ 447652 h 474569"/>
                <a:gd name="csX3" fmla="*/ 301522 w 438046"/>
                <a:gd name="csY3" fmla="*/ 436095 h 474569"/>
                <a:gd name="csX4" fmla="*/ 298287 w 438046"/>
                <a:gd name="csY4" fmla="*/ 425621 h 474569"/>
                <a:gd name="csX5" fmla="*/ 291436 w 438046"/>
                <a:gd name="csY5" fmla="*/ 429493 h 474569"/>
                <a:gd name="csX6" fmla="*/ 284162 w 438046"/>
                <a:gd name="csY6" fmla="*/ 433365 h 474569"/>
                <a:gd name="csX7" fmla="*/ 273181 w 438046"/>
                <a:gd name="csY7" fmla="*/ 439996 h 474569"/>
                <a:gd name="csX8" fmla="*/ 246542 w 438046"/>
                <a:gd name="csY8" fmla="*/ 415677 h 474569"/>
                <a:gd name="csX9" fmla="*/ 247543 w 438046"/>
                <a:gd name="csY9" fmla="*/ 398488 h 474569"/>
                <a:gd name="csX10" fmla="*/ 227242 w 438046"/>
                <a:gd name="csY10" fmla="*/ 385770 h 474569"/>
                <a:gd name="csX11" fmla="*/ 216574 w 438046"/>
                <a:gd name="csY11" fmla="*/ 384267 h 474569"/>
                <a:gd name="csX12" fmla="*/ 211411 w 438046"/>
                <a:gd name="csY12" fmla="*/ 381736 h 474569"/>
                <a:gd name="csX13" fmla="*/ 206248 w 438046"/>
                <a:gd name="csY13" fmla="*/ 377864 h 474569"/>
                <a:gd name="csX14" fmla="*/ 201085 w 438046"/>
                <a:gd name="csY14" fmla="*/ 368829 h 474569"/>
                <a:gd name="csX15" fmla="*/ 195840 w 438046"/>
                <a:gd name="csY15" fmla="*/ 360439 h 474569"/>
                <a:gd name="csX16" fmla="*/ 179383 w 438046"/>
                <a:gd name="csY16" fmla="*/ 344572 h 474569"/>
                <a:gd name="csX17" fmla="*/ 166056 w 438046"/>
                <a:gd name="csY17" fmla="*/ 347532 h 474569"/>
                <a:gd name="csX18" fmla="*/ 162127 w 438046"/>
                <a:gd name="csY18" fmla="*/ 363514 h 474569"/>
                <a:gd name="csX19" fmla="*/ 156676 w 438046"/>
                <a:gd name="csY19" fmla="*/ 372397 h 474569"/>
                <a:gd name="csX20" fmla="*/ 152333 w 438046"/>
                <a:gd name="csY20" fmla="*/ 366640 h 474569"/>
                <a:gd name="csX21" fmla="*/ 138487 w 438046"/>
                <a:gd name="csY21" fmla="*/ 364853 h 474569"/>
                <a:gd name="csX22" fmla="*/ 126312 w 438046"/>
                <a:gd name="csY22" fmla="*/ 363833 h 474569"/>
                <a:gd name="csX23" fmla="*/ 123641 w 438046"/>
                <a:gd name="csY23" fmla="*/ 355006 h 474569"/>
                <a:gd name="csX24" fmla="*/ 115723 w 438046"/>
                <a:gd name="csY24" fmla="*/ 349430 h 474569"/>
                <a:gd name="csX25" fmla="*/ 110493 w 438046"/>
                <a:gd name="csY25" fmla="*/ 333027 h 474569"/>
                <a:gd name="csX26" fmla="*/ 115897 w 438046"/>
                <a:gd name="csY26" fmla="*/ 317692 h 474569"/>
                <a:gd name="csX27" fmla="*/ 126868 w 438046"/>
                <a:gd name="csY27" fmla="*/ 306474 h 474569"/>
                <a:gd name="csX28" fmla="*/ 128005 w 438046"/>
                <a:gd name="csY28" fmla="*/ 290864 h 474569"/>
                <a:gd name="csX29" fmla="*/ 107467 w 438046"/>
                <a:gd name="csY29" fmla="*/ 276906 h 474569"/>
                <a:gd name="csX30" fmla="*/ 125531 w 438046"/>
                <a:gd name="csY30" fmla="*/ 228226 h 474569"/>
                <a:gd name="csX31" fmla="*/ 128516 w 438046"/>
                <a:gd name="csY31" fmla="*/ 218872 h 474569"/>
                <a:gd name="csX32" fmla="*/ 122054 w 438046"/>
                <a:gd name="csY32" fmla="*/ 216563 h 474569"/>
                <a:gd name="csX33" fmla="*/ 112602 w 438046"/>
                <a:gd name="csY33" fmla="*/ 211354 h 474569"/>
                <a:gd name="csX34" fmla="*/ 97827 w 438046"/>
                <a:gd name="csY34" fmla="*/ 212411 h 474569"/>
                <a:gd name="csX35" fmla="*/ 87566 w 438046"/>
                <a:gd name="csY35" fmla="*/ 216588 h 474569"/>
                <a:gd name="csX36" fmla="*/ 80430 w 438046"/>
                <a:gd name="csY36" fmla="*/ 211038 h 474569"/>
                <a:gd name="csX37" fmla="*/ 79784 w 438046"/>
                <a:gd name="csY37" fmla="*/ 198453 h 474569"/>
                <a:gd name="csX38" fmla="*/ 82015 w 438046"/>
                <a:gd name="csY38" fmla="*/ 188949 h 474569"/>
                <a:gd name="csX39" fmla="*/ 89966 w 438046"/>
                <a:gd name="csY39" fmla="*/ 185629 h 474569"/>
                <a:gd name="csX40" fmla="*/ 87641 w 438046"/>
                <a:gd name="csY40" fmla="*/ 169636 h 474569"/>
                <a:gd name="csX41" fmla="*/ 79292 w 438046"/>
                <a:gd name="csY41" fmla="*/ 156728 h 474569"/>
                <a:gd name="csX42" fmla="*/ 72462 w 438046"/>
                <a:gd name="csY42" fmla="*/ 148956 h 474569"/>
                <a:gd name="csX43" fmla="*/ 56524 w 438046"/>
                <a:gd name="csY43" fmla="*/ 163920 h 474569"/>
                <a:gd name="csX44" fmla="*/ 52658 w 438046"/>
                <a:gd name="csY44" fmla="*/ 164900 h 474569"/>
                <a:gd name="csX45" fmla="*/ 39697 w 438046"/>
                <a:gd name="csY45" fmla="*/ 168628 h 474569"/>
                <a:gd name="csX46" fmla="*/ 26748 w 438046"/>
                <a:gd name="csY46" fmla="*/ 181448 h 474569"/>
                <a:gd name="csX47" fmla="*/ 16403 w 438046"/>
                <a:gd name="csY47" fmla="*/ 190289 h 474569"/>
                <a:gd name="csX48" fmla="*/ 7343 w 438046"/>
                <a:gd name="csY48" fmla="*/ 186486 h 474569"/>
                <a:gd name="csX49" fmla="*/ 9965 w 438046"/>
                <a:gd name="csY49" fmla="*/ 170925 h 474569"/>
                <a:gd name="csX50" fmla="*/ 15158 w 438046"/>
                <a:gd name="csY50" fmla="*/ 162124 h 474569"/>
                <a:gd name="csX51" fmla="*/ 9381 w 438046"/>
                <a:gd name="csY51" fmla="*/ 159801 h 474569"/>
                <a:gd name="csX52" fmla="*/ 7807 w 438046"/>
                <a:gd name="csY52" fmla="*/ 157314 h 474569"/>
                <a:gd name="csX53" fmla="*/ 15681 w 438046"/>
                <a:gd name="csY53" fmla="*/ 151621 h 474569"/>
                <a:gd name="csX54" fmla="*/ 24691 w 438046"/>
                <a:gd name="csY54" fmla="*/ 148948 h 474569"/>
                <a:gd name="csX55" fmla="*/ 33291 w 438046"/>
                <a:gd name="csY55" fmla="*/ 142643 h 474569"/>
                <a:gd name="csX56" fmla="*/ 36252 w 438046"/>
                <a:gd name="csY56" fmla="*/ 130243 h 474569"/>
                <a:gd name="csX57" fmla="*/ 35959 w 438046"/>
                <a:gd name="csY57" fmla="*/ 119824 h 474569"/>
                <a:gd name="csX58" fmla="*/ 30417 w 438046"/>
                <a:gd name="csY58" fmla="*/ 117319 h 474569"/>
                <a:gd name="csX59" fmla="*/ 28128 w 438046"/>
                <a:gd name="csY59" fmla="*/ 114535 h 474569"/>
                <a:gd name="csX60" fmla="*/ 22780 w 438046"/>
                <a:gd name="csY60" fmla="*/ 112034 h 474569"/>
                <a:gd name="csX61" fmla="*/ 9335 w 438046"/>
                <a:gd name="csY61" fmla="*/ 100263 h 474569"/>
                <a:gd name="csX62" fmla="*/ 5316 w 438046"/>
                <a:gd name="csY62" fmla="*/ 85099 h 474569"/>
                <a:gd name="csX63" fmla="*/ 0 w 438046"/>
                <a:gd name="csY63" fmla="*/ 74899 h 474569"/>
                <a:gd name="csX64" fmla="*/ 5230 w 438046"/>
                <a:gd name="csY64" fmla="*/ 68250 h 474569"/>
                <a:gd name="csX65" fmla="*/ 8777 w 438046"/>
                <a:gd name="csY65" fmla="*/ 53938 h 474569"/>
                <a:gd name="csX66" fmla="*/ 11157 w 438046"/>
                <a:gd name="csY66" fmla="*/ 40474 h 474569"/>
                <a:gd name="csX67" fmla="*/ 15221 w 438046"/>
                <a:gd name="csY67" fmla="*/ 30361 h 474569"/>
                <a:gd name="csX68" fmla="*/ 19093 w 438046"/>
                <a:gd name="csY68" fmla="*/ 24563 h 474569"/>
                <a:gd name="csX69" fmla="*/ 13331 w 438046"/>
                <a:gd name="csY69" fmla="*/ 11391 h 474569"/>
                <a:gd name="csX70" fmla="*/ 15610 w 438046"/>
                <a:gd name="csY70" fmla="*/ 4739 h 474569"/>
                <a:gd name="csX71" fmla="*/ 24152 w 438046"/>
                <a:gd name="csY71" fmla="*/ 2431 h 474569"/>
                <a:gd name="csX72" fmla="*/ 42643 w 438046"/>
                <a:gd name="csY72" fmla="*/ 10008 h 474569"/>
                <a:gd name="csX73" fmla="*/ 58021 w 438046"/>
                <a:gd name="csY73" fmla="*/ 20333 h 474569"/>
                <a:gd name="csX74" fmla="*/ 76259 w 438046"/>
                <a:gd name="csY74" fmla="*/ 58909 h 474569"/>
                <a:gd name="csX75" fmla="*/ 87417 w 438046"/>
                <a:gd name="csY75" fmla="*/ 80908 h 474569"/>
                <a:gd name="csX76" fmla="*/ 99122 w 438046"/>
                <a:gd name="csY76" fmla="*/ 102996 h 474569"/>
                <a:gd name="csX77" fmla="*/ 103913 w 438046"/>
                <a:gd name="csY77" fmla="*/ 110684 h 474569"/>
                <a:gd name="csX78" fmla="*/ 102362 w 438046"/>
                <a:gd name="csY78" fmla="*/ 90033 h 474569"/>
                <a:gd name="csX79" fmla="*/ 92203 w 438046"/>
                <a:gd name="csY79" fmla="*/ 66799 h 474569"/>
                <a:gd name="csX80" fmla="*/ 83568 w 438046"/>
                <a:gd name="csY80" fmla="*/ 60346 h 474569"/>
                <a:gd name="csX81" fmla="*/ 86838 w 438046"/>
                <a:gd name="csY81" fmla="*/ 69381 h 474569"/>
                <a:gd name="csX82" fmla="*/ 85111 w 438046"/>
                <a:gd name="csY82" fmla="*/ 70354 h 474569"/>
                <a:gd name="csX83" fmla="*/ 81250 w 438046"/>
                <a:gd name="csY83" fmla="*/ 58738 h 474569"/>
                <a:gd name="csX84" fmla="*/ 73693 w 438046"/>
                <a:gd name="csY84" fmla="*/ 39979 h 474569"/>
                <a:gd name="csX85" fmla="*/ 66850 w 438046"/>
                <a:gd name="csY85" fmla="*/ 27201 h 474569"/>
                <a:gd name="csX86" fmla="*/ 80920 w 438046"/>
                <a:gd name="csY86" fmla="*/ 44489 h 474569"/>
                <a:gd name="csX87" fmla="*/ 99162 w 438046"/>
                <a:gd name="csY87" fmla="*/ 64586 h 474569"/>
                <a:gd name="csX88" fmla="*/ 107565 w 438046"/>
                <a:gd name="csY88" fmla="*/ 86419 h 474569"/>
                <a:gd name="csX89" fmla="*/ 116108 w 438046"/>
                <a:gd name="csY89" fmla="*/ 138203 h 474569"/>
                <a:gd name="csX90" fmla="*/ 121060 w 438046"/>
                <a:gd name="csY90" fmla="*/ 151411 h 474569"/>
                <a:gd name="csX91" fmla="*/ 135828 w 438046"/>
                <a:gd name="csY91" fmla="*/ 169580 h 474569"/>
                <a:gd name="csX92" fmla="*/ 173747 w 438046"/>
                <a:gd name="csY92" fmla="*/ 217637 h 474569"/>
                <a:gd name="csX93" fmla="*/ 186052 w 438046"/>
                <a:gd name="csY93" fmla="*/ 237240 h 474569"/>
                <a:gd name="csX94" fmla="*/ 192809 w 438046"/>
                <a:gd name="csY94" fmla="*/ 259193 h 474569"/>
                <a:gd name="csX95" fmla="*/ 202887 w 438046"/>
                <a:gd name="csY95" fmla="*/ 280570 h 474569"/>
                <a:gd name="csX96" fmla="*/ 215434 w 438046"/>
                <a:gd name="csY96" fmla="*/ 294429 h 474569"/>
                <a:gd name="csX97" fmla="*/ 223898 w 438046"/>
                <a:gd name="csY97" fmla="*/ 302869 h 474569"/>
                <a:gd name="csX98" fmla="*/ 231639 w 438046"/>
                <a:gd name="csY98" fmla="*/ 310848 h 474569"/>
                <a:gd name="csX99" fmla="*/ 241066 w 438046"/>
                <a:gd name="csY99" fmla="*/ 319770 h 474569"/>
                <a:gd name="csX100" fmla="*/ 242388 w 438046"/>
                <a:gd name="csY100" fmla="*/ 323654 h 474569"/>
                <a:gd name="csX101" fmla="*/ 237225 w 438046"/>
                <a:gd name="csY101" fmla="*/ 324770 h 474569"/>
                <a:gd name="csX102" fmla="*/ 239807 w 438046"/>
                <a:gd name="csY102" fmla="*/ 327526 h 474569"/>
                <a:gd name="csX103" fmla="*/ 241743 w 438046"/>
                <a:gd name="csY103" fmla="*/ 330724 h 474569"/>
                <a:gd name="csX104" fmla="*/ 248333 w 438046"/>
                <a:gd name="csY104" fmla="*/ 333103 h 474569"/>
                <a:gd name="csX105" fmla="*/ 259724 w 438046"/>
                <a:gd name="csY105" fmla="*/ 335713 h 474569"/>
                <a:gd name="csX106" fmla="*/ 262612 w 438046"/>
                <a:gd name="csY106" fmla="*/ 335270 h 474569"/>
                <a:gd name="csX107" fmla="*/ 255739 w 438046"/>
                <a:gd name="csY107" fmla="*/ 330573 h 474569"/>
                <a:gd name="csX108" fmla="*/ 250133 w 438046"/>
                <a:gd name="csY108" fmla="*/ 327461 h 474569"/>
                <a:gd name="csX109" fmla="*/ 260301 w 438046"/>
                <a:gd name="csY109" fmla="*/ 328761 h 474569"/>
                <a:gd name="csX110" fmla="*/ 284960 w 438046"/>
                <a:gd name="csY110" fmla="*/ 330853 h 474569"/>
                <a:gd name="csX111" fmla="*/ 308115 w 438046"/>
                <a:gd name="csY111" fmla="*/ 337754 h 474569"/>
                <a:gd name="csX112" fmla="*/ 325378 w 438046"/>
                <a:gd name="csY112" fmla="*/ 347910 h 474569"/>
                <a:gd name="csX113" fmla="*/ 336932 w 438046"/>
                <a:gd name="csY113" fmla="*/ 355594 h 474569"/>
                <a:gd name="csX114" fmla="*/ 342564 w 438046"/>
                <a:gd name="csY114" fmla="*/ 364198 h 474569"/>
                <a:gd name="csX115" fmla="*/ 343743 w 438046"/>
                <a:gd name="csY115" fmla="*/ 371080 h 474569"/>
                <a:gd name="csX116" fmla="*/ 344358 w 438046"/>
                <a:gd name="csY116" fmla="*/ 373363 h 474569"/>
                <a:gd name="csX117" fmla="*/ 350269 w 438046"/>
                <a:gd name="csY117" fmla="*/ 376862 h 474569"/>
                <a:gd name="csX118" fmla="*/ 372627 w 438046"/>
                <a:gd name="csY118" fmla="*/ 380540 h 474569"/>
                <a:gd name="csX119" fmla="*/ 391189 w 438046"/>
                <a:gd name="csY119" fmla="*/ 378801 h 474569"/>
                <a:gd name="csX120" fmla="*/ 394232 w 438046"/>
                <a:gd name="csY120" fmla="*/ 388958 h 474569"/>
                <a:gd name="csX121" fmla="*/ 397318 w 438046"/>
                <a:gd name="csY121" fmla="*/ 403978 h 474569"/>
                <a:gd name="csX122" fmla="*/ 409224 w 438046"/>
                <a:gd name="csY122" fmla="*/ 419167 h 474569"/>
                <a:gd name="csX123" fmla="*/ 434929 w 438046"/>
                <a:gd name="csY123" fmla="*/ 450207 h 474569"/>
                <a:gd name="csX124" fmla="*/ 429332 w 438046"/>
                <a:gd name="csY124" fmla="*/ 469288 h 474569"/>
                <a:gd name="csX125" fmla="*/ 376412 w 438046"/>
                <a:gd name="csY125" fmla="*/ 474534 h 474569"/>
                <a:gd name="csX126" fmla="*/ 332739 w 438046"/>
                <a:gd name="csY126" fmla="*/ 469202 h 47456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438046" h="474569">
                  <a:moveTo>
                    <a:pt x="332739" y="469202"/>
                  </a:moveTo>
                  <a:cubicBezTo>
                    <a:pt x="332739" y="465869"/>
                    <a:pt x="329807" y="462843"/>
                    <a:pt x="324349" y="460541"/>
                  </a:cubicBezTo>
                  <a:cubicBezTo>
                    <a:pt x="319735" y="458594"/>
                    <a:pt x="311907" y="452795"/>
                    <a:pt x="306954" y="447652"/>
                  </a:cubicBezTo>
                  <a:cubicBezTo>
                    <a:pt x="299888" y="440316"/>
                    <a:pt x="298719" y="437828"/>
                    <a:pt x="301522" y="436095"/>
                  </a:cubicBezTo>
                  <a:cubicBezTo>
                    <a:pt x="305823" y="433437"/>
                    <a:pt x="303408" y="425621"/>
                    <a:pt x="298287" y="425621"/>
                  </a:cubicBezTo>
                  <a:cubicBezTo>
                    <a:pt x="296286" y="425621"/>
                    <a:pt x="293203" y="427364"/>
                    <a:pt x="291436" y="429493"/>
                  </a:cubicBezTo>
                  <a:cubicBezTo>
                    <a:pt x="289668" y="431623"/>
                    <a:pt x="286395" y="433365"/>
                    <a:pt x="284162" y="433365"/>
                  </a:cubicBezTo>
                  <a:cubicBezTo>
                    <a:pt x="281929" y="433365"/>
                    <a:pt x="276987" y="436349"/>
                    <a:pt x="273181" y="439996"/>
                  </a:cubicBezTo>
                  <a:cubicBezTo>
                    <a:pt x="256469" y="456007"/>
                    <a:pt x="233183" y="434749"/>
                    <a:pt x="246542" y="415677"/>
                  </a:cubicBezTo>
                  <a:cubicBezTo>
                    <a:pt x="250094" y="410606"/>
                    <a:pt x="250239" y="408115"/>
                    <a:pt x="247543" y="398488"/>
                  </a:cubicBezTo>
                  <a:cubicBezTo>
                    <a:pt x="243936" y="385603"/>
                    <a:pt x="241942" y="384354"/>
                    <a:pt x="227242" y="385770"/>
                  </a:cubicBezTo>
                  <a:cubicBezTo>
                    <a:pt x="221295" y="386343"/>
                    <a:pt x="216574" y="385678"/>
                    <a:pt x="216574" y="384267"/>
                  </a:cubicBezTo>
                  <a:cubicBezTo>
                    <a:pt x="216574" y="382875"/>
                    <a:pt x="214251" y="381736"/>
                    <a:pt x="211411" y="381736"/>
                  </a:cubicBezTo>
                  <a:cubicBezTo>
                    <a:pt x="208543" y="381736"/>
                    <a:pt x="206248" y="380015"/>
                    <a:pt x="206248" y="377864"/>
                  </a:cubicBezTo>
                  <a:cubicBezTo>
                    <a:pt x="206248" y="375735"/>
                    <a:pt x="203925" y="371669"/>
                    <a:pt x="201085" y="368829"/>
                  </a:cubicBezTo>
                  <a:cubicBezTo>
                    <a:pt x="198245" y="365990"/>
                    <a:pt x="195885" y="362214"/>
                    <a:pt x="195840" y="360439"/>
                  </a:cubicBezTo>
                  <a:cubicBezTo>
                    <a:pt x="195695" y="354744"/>
                    <a:pt x="189552" y="348821"/>
                    <a:pt x="179383" y="344572"/>
                  </a:cubicBezTo>
                  <a:cubicBezTo>
                    <a:pt x="165908" y="338942"/>
                    <a:pt x="164292" y="339301"/>
                    <a:pt x="166056" y="347532"/>
                  </a:cubicBezTo>
                  <a:cubicBezTo>
                    <a:pt x="167087" y="352339"/>
                    <a:pt x="165818" y="357500"/>
                    <a:pt x="162127" y="363514"/>
                  </a:cubicBezTo>
                  <a:lnTo>
                    <a:pt x="156676" y="372397"/>
                  </a:lnTo>
                  <a:lnTo>
                    <a:pt x="152333" y="366640"/>
                  </a:lnTo>
                  <a:cubicBezTo>
                    <a:pt x="148166" y="361115"/>
                    <a:pt x="147605" y="361043"/>
                    <a:pt x="138487" y="364853"/>
                  </a:cubicBezTo>
                  <a:cubicBezTo>
                    <a:pt x="129534" y="368594"/>
                    <a:pt x="128828" y="368535"/>
                    <a:pt x="126312" y="363833"/>
                  </a:cubicBezTo>
                  <a:cubicBezTo>
                    <a:pt x="124843" y="361088"/>
                    <a:pt x="123641" y="357116"/>
                    <a:pt x="123641" y="355006"/>
                  </a:cubicBezTo>
                  <a:cubicBezTo>
                    <a:pt x="123641" y="352823"/>
                    <a:pt x="120228" y="350420"/>
                    <a:pt x="115723" y="349430"/>
                  </a:cubicBezTo>
                  <a:cubicBezTo>
                    <a:pt x="105375" y="347157"/>
                    <a:pt x="103846" y="342362"/>
                    <a:pt x="110493" y="333027"/>
                  </a:cubicBezTo>
                  <a:cubicBezTo>
                    <a:pt x="113465" y="328853"/>
                    <a:pt x="115897" y="321952"/>
                    <a:pt x="115897" y="317692"/>
                  </a:cubicBezTo>
                  <a:cubicBezTo>
                    <a:pt x="115897" y="310844"/>
                    <a:pt x="117170" y="309543"/>
                    <a:pt x="126868" y="306474"/>
                  </a:cubicBezTo>
                  <a:cubicBezTo>
                    <a:pt x="141640" y="301799"/>
                    <a:pt x="142221" y="293818"/>
                    <a:pt x="128005" y="290864"/>
                  </a:cubicBezTo>
                  <a:cubicBezTo>
                    <a:pt x="113703" y="287893"/>
                    <a:pt x="108950" y="284662"/>
                    <a:pt x="107467" y="276906"/>
                  </a:cubicBezTo>
                  <a:cubicBezTo>
                    <a:pt x="105739" y="267867"/>
                    <a:pt x="117059" y="237363"/>
                    <a:pt x="125531" y="228226"/>
                  </a:cubicBezTo>
                  <a:cubicBezTo>
                    <a:pt x="130828" y="222513"/>
                    <a:pt x="131406" y="220702"/>
                    <a:pt x="128516" y="218872"/>
                  </a:cubicBezTo>
                  <a:cubicBezTo>
                    <a:pt x="126545" y="217624"/>
                    <a:pt x="123637" y="216585"/>
                    <a:pt x="122054" y="216563"/>
                  </a:cubicBezTo>
                  <a:cubicBezTo>
                    <a:pt x="120470" y="216541"/>
                    <a:pt x="116217" y="214197"/>
                    <a:pt x="112602" y="211354"/>
                  </a:cubicBezTo>
                  <a:cubicBezTo>
                    <a:pt x="105961" y="206129"/>
                    <a:pt x="97827" y="206711"/>
                    <a:pt x="97827" y="212411"/>
                  </a:cubicBezTo>
                  <a:cubicBezTo>
                    <a:pt x="97827" y="219059"/>
                    <a:pt x="92291" y="221313"/>
                    <a:pt x="87566" y="216588"/>
                  </a:cubicBezTo>
                  <a:cubicBezTo>
                    <a:pt x="85046" y="214068"/>
                    <a:pt x="81835" y="211570"/>
                    <a:pt x="80430" y="211038"/>
                  </a:cubicBezTo>
                  <a:cubicBezTo>
                    <a:pt x="78870" y="210447"/>
                    <a:pt x="78619" y="205549"/>
                    <a:pt x="79784" y="198453"/>
                  </a:cubicBezTo>
                  <a:cubicBezTo>
                    <a:pt x="80834" y="192064"/>
                    <a:pt x="81838" y="187787"/>
                    <a:pt x="82015" y="188949"/>
                  </a:cubicBezTo>
                  <a:cubicBezTo>
                    <a:pt x="82193" y="190110"/>
                    <a:pt x="85771" y="188616"/>
                    <a:pt x="89966" y="185629"/>
                  </a:cubicBezTo>
                  <a:cubicBezTo>
                    <a:pt x="98750" y="179374"/>
                    <a:pt x="98211" y="175668"/>
                    <a:pt x="87641" y="169636"/>
                  </a:cubicBezTo>
                  <a:cubicBezTo>
                    <a:pt x="82102" y="166474"/>
                    <a:pt x="79900" y="163069"/>
                    <a:pt x="79292" y="156728"/>
                  </a:cubicBezTo>
                  <a:cubicBezTo>
                    <a:pt x="78587" y="149374"/>
                    <a:pt x="77588" y="148238"/>
                    <a:pt x="72462" y="148956"/>
                  </a:cubicBezTo>
                  <a:cubicBezTo>
                    <a:pt x="65224" y="149970"/>
                    <a:pt x="56524" y="158137"/>
                    <a:pt x="56524" y="163920"/>
                  </a:cubicBezTo>
                  <a:cubicBezTo>
                    <a:pt x="56524" y="167347"/>
                    <a:pt x="55821" y="167525"/>
                    <a:pt x="52658" y="164900"/>
                  </a:cubicBezTo>
                  <a:cubicBezTo>
                    <a:pt x="49486" y="162267"/>
                    <a:pt x="47159" y="162936"/>
                    <a:pt x="39697" y="168628"/>
                  </a:cubicBezTo>
                  <a:cubicBezTo>
                    <a:pt x="34695" y="172443"/>
                    <a:pt x="28868" y="178212"/>
                    <a:pt x="26748" y="181448"/>
                  </a:cubicBezTo>
                  <a:cubicBezTo>
                    <a:pt x="24627" y="184684"/>
                    <a:pt x="19972" y="188663"/>
                    <a:pt x="16403" y="190289"/>
                  </a:cubicBezTo>
                  <a:cubicBezTo>
                    <a:pt x="10541" y="192960"/>
                    <a:pt x="9664" y="192592"/>
                    <a:pt x="7343" y="186486"/>
                  </a:cubicBezTo>
                  <a:cubicBezTo>
                    <a:pt x="5309" y="181137"/>
                    <a:pt x="5857" y="177888"/>
                    <a:pt x="9965" y="170925"/>
                  </a:cubicBezTo>
                  <a:lnTo>
                    <a:pt x="15158" y="162124"/>
                  </a:lnTo>
                  <a:lnTo>
                    <a:pt x="9381" y="159801"/>
                  </a:lnTo>
                  <a:cubicBezTo>
                    <a:pt x="5449" y="158219"/>
                    <a:pt x="4946" y="157425"/>
                    <a:pt x="7807" y="157314"/>
                  </a:cubicBezTo>
                  <a:cubicBezTo>
                    <a:pt x="10118" y="157224"/>
                    <a:pt x="13662" y="154662"/>
                    <a:pt x="15681" y="151621"/>
                  </a:cubicBezTo>
                  <a:cubicBezTo>
                    <a:pt x="18731" y="147026"/>
                    <a:pt x="20256" y="146574"/>
                    <a:pt x="24691" y="148948"/>
                  </a:cubicBezTo>
                  <a:cubicBezTo>
                    <a:pt x="31018" y="152334"/>
                    <a:pt x="33291" y="150668"/>
                    <a:pt x="33291" y="142643"/>
                  </a:cubicBezTo>
                  <a:cubicBezTo>
                    <a:pt x="33291" y="139397"/>
                    <a:pt x="34623" y="133817"/>
                    <a:pt x="36252" y="130243"/>
                  </a:cubicBezTo>
                  <a:cubicBezTo>
                    <a:pt x="38533" y="125236"/>
                    <a:pt x="38466" y="122844"/>
                    <a:pt x="35959" y="119824"/>
                  </a:cubicBezTo>
                  <a:cubicBezTo>
                    <a:pt x="34170" y="117668"/>
                    <a:pt x="31676" y="116540"/>
                    <a:pt x="30417" y="117319"/>
                  </a:cubicBezTo>
                  <a:cubicBezTo>
                    <a:pt x="29158" y="118097"/>
                    <a:pt x="28128" y="116844"/>
                    <a:pt x="28128" y="114535"/>
                  </a:cubicBezTo>
                  <a:cubicBezTo>
                    <a:pt x="28128" y="111463"/>
                    <a:pt x="26693" y="110792"/>
                    <a:pt x="22780" y="112034"/>
                  </a:cubicBezTo>
                  <a:cubicBezTo>
                    <a:pt x="15848" y="114234"/>
                    <a:pt x="7575" y="106991"/>
                    <a:pt x="9335" y="100263"/>
                  </a:cubicBezTo>
                  <a:cubicBezTo>
                    <a:pt x="10049" y="97533"/>
                    <a:pt x="8241" y="90709"/>
                    <a:pt x="5316" y="85099"/>
                  </a:cubicBezTo>
                  <a:lnTo>
                    <a:pt x="0" y="74899"/>
                  </a:lnTo>
                  <a:lnTo>
                    <a:pt x="5230" y="68250"/>
                  </a:lnTo>
                  <a:cubicBezTo>
                    <a:pt x="9068" y="63371"/>
                    <a:pt x="10012" y="59562"/>
                    <a:pt x="8777" y="53938"/>
                  </a:cubicBezTo>
                  <a:cubicBezTo>
                    <a:pt x="7655" y="48830"/>
                    <a:pt x="8449" y="44342"/>
                    <a:pt x="11157" y="40474"/>
                  </a:cubicBezTo>
                  <a:cubicBezTo>
                    <a:pt x="13392" y="37284"/>
                    <a:pt x="15221" y="32733"/>
                    <a:pt x="15221" y="30361"/>
                  </a:cubicBezTo>
                  <a:cubicBezTo>
                    <a:pt x="15221" y="27989"/>
                    <a:pt x="16963" y="25380"/>
                    <a:pt x="19093" y="24563"/>
                  </a:cubicBezTo>
                  <a:cubicBezTo>
                    <a:pt x="25297" y="22182"/>
                    <a:pt x="23642" y="18398"/>
                    <a:pt x="13331" y="11391"/>
                  </a:cubicBezTo>
                  <a:cubicBezTo>
                    <a:pt x="3467" y="4689"/>
                    <a:pt x="3713" y="3972"/>
                    <a:pt x="15610" y="4739"/>
                  </a:cubicBezTo>
                  <a:cubicBezTo>
                    <a:pt x="19374" y="4981"/>
                    <a:pt x="23217" y="3943"/>
                    <a:pt x="24152" y="2431"/>
                  </a:cubicBezTo>
                  <a:cubicBezTo>
                    <a:pt x="26872" y="-1970"/>
                    <a:pt x="29405" y="-932"/>
                    <a:pt x="42643" y="10008"/>
                  </a:cubicBezTo>
                  <a:cubicBezTo>
                    <a:pt x="49515" y="15687"/>
                    <a:pt x="56436" y="20333"/>
                    <a:pt x="58021" y="20333"/>
                  </a:cubicBezTo>
                  <a:cubicBezTo>
                    <a:pt x="61009" y="20333"/>
                    <a:pt x="65792" y="30450"/>
                    <a:pt x="76259" y="58909"/>
                  </a:cubicBezTo>
                  <a:cubicBezTo>
                    <a:pt x="79624" y="68058"/>
                    <a:pt x="84645" y="77957"/>
                    <a:pt x="87417" y="80908"/>
                  </a:cubicBezTo>
                  <a:cubicBezTo>
                    <a:pt x="90189" y="83859"/>
                    <a:pt x="95457" y="93799"/>
                    <a:pt x="99122" y="102996"/>
                  </a:cubicBezTo>
                  <a:cubicBezTo>
                    <a:pt x="103054" y="112863"/>
                    <a:pt x="105019" y="116015"/>
                    <a:pt x="103913" y="110684"/>
                  </a:cubicBezTo>
                  <a:cubicBezTo>
                    <a:pt x="102883" y="105715"/>
                    <a:pt x="102185" y="96422"/>
                    <a:pt x="102362" y="90033"/>
                  </a:cubicBezTo>
                  <a:cubicBezTo>
                    <a:pt x="102644" y="79863"/>
                    <a:pt x="101378" y="76968"/>
                    <a:pt x="92203" y="66799"/>
                  </a:cubicBezTo>
                  <a:cubicBezTo>
                    <a:pt x="86438" y="60410"/>
                    <a:pt x="82553" y="57506"/>
                    <a:pt x="83568" y="60346"/>
                  </a:cubicBezTo>
                  <a:cubicBezTo>
                    <a:pt x="84584" y="63185"/>
                    <a:pt x="86055" y="67251"/>
                    <a:pt x="86838" y="69381"/>
                  </a:cubicBezTo>
                  <a:cubicBezTo>
                    <a:pt x="87916" y="72315"/>
                    <a:pt x="87498" y="72550"/>
                    <a:pt x="85111" y="70354"/>
                  </a:cubicBezTo>
                  <a:cubicBezTo>
                    <a:pt x="83379" y="68760"/>
                    <a:pt x="81641" y="63533"/>
                    <a:pt x="81250" y="58738"/>
                  </a:cubicBezTo>
                  <a:cubicBezTo>
                    <a:pt x="80858" y="53943"/>
                    <a:pt x="77457" y="45502"/>
                    <a:pt x="73693" y="39979"/>
                  </a:cubicBezTo>
                  <a:cubicBezTo>
                    <a:pt x="69929" y="34457"/>
                    <a:pt x="66850" y="28707"/>
                    <a:pt x="66850" y="27201"/>
                  </a:cubicBezTo>
                  <a:cubicBezTo>
                    <a:pt x="66850" y="23517"/>
                    <a:pt x="69162" y="26358"/>
                    <a:pt x="80920" y="44489"/>
                  </a:cubicBezTo>
                  <a:cubicBezTo>
                    <a:pt x="86314" y="52805"/>
                    <a:pt x="94522" y="61849"/>
                    <a:pt x="99162" y="64586"/>
                  </a:cubicBezTo>
                  <a:cubicBezTo>
                    <a:pt x="108835" y="70294"/>
                    <a:pt x="111618" y="77524"/>
                    <a:pt x="107565" y="86419"/>
                  </a:cubicBezTo>
                  <a:cubicBezTo>
                    <a:pt x="104001" y="94242"/>
                    <a:pt x="108931" y="124125"/>
                    <a:pt x="116108" y="138203"/>
                  </a:cubicBezTo>
                  <a:cubicBezTo>
                    <a:pt x="118832" y="143545"/>
                    <a:pt x="121060" y="149489"/>
                    <a:pt x="121060" y="151411"/>
                  </a:cubicBezTo>
                  <a:cubicBezTo>
                    <a:pt x="121060" y="153333"/>
                    <a:pt x="127706" y="161509"/>
                    <a:pt x="135828" y="169580"/>
                  </a:cubicBezTo>
                  <a:cubicBezTo>
                    <a:pt x="153391" y="187033"/>
                    <a:pt x="164572" y="201203"/>
                    <a:pt x="173747" y="217637"/>
                  </a:cubicBezTo>
                  <a:cubicBezTo>
                    <a:pt x="177457" y="224283"/>
                    <a:pt x="182994" y="233104"/>
                    <a:pt x="186052" y="237240"/>
                  </a:cubicBezTo>
                  <a:cubicBezTo>
                    <a:pt x="189610" y="242051"/>
                    <a:pt x="192043" y="249958"/>
                    <a:pt x="192809" y="259193"/>
                  </a:cubicBezTo>
                  <a:cubicBezTo>
                    <a:pt x="193864" y="271919"/>
                    <a:pt x="195056" y="274447"/>
                    <a:pt x="202887" y="280570"/>
                  </a:cubicBezTo>
                  <a:cubicBezTo>
                    <a:pt x="207772" y="284389"/>
                    <a:pt x="213418" y="290626"/>
                    <a:pt x="215434" y="294429"/>
                  </a:cubicBezTo>
                  <a:cubicBezTo>
                    <a:pt x="217449" y="298233"/>
                    <a:pt x="221258" y="302031"/>
                    <a:pt x="223898" y="302869"/>
                  </a:cubicBezTo>
                  <a:cubicBezTo>
                    <a:pt x="226538" y="303707"/>
                    <a:pt x="230021" y="307297"/>
                    <a:pt x="231639" y="310848"/>
                  </a:cubicBezTo>
                  <a:cubicBezTo>
                    <a:pt x="233257" y="314399"/>
                    <a:pt x="237499" y="318413"/>
                    <a:pt x="241066" y="319770"/>
                  </a:cubicBezTo>
                  <a:cubicBezTo>
                    <a:pt x="248737" y="322686"/>
                    <a:pt x="249875" y="326030"/>
                    <a:pt x="242388" y="323654"/>
                  </a:cubicBezTo>
                  <a:cubicBezTo>
                    <a:pt x="239427" y="322714"/>
                    <a:pt x="237225" y="323190"/>
                    <a:pt x="237225" y="324770"/>
                  </a:cubicBezTo>
                  <a:cubicBezTo>
                    <a:pt x="237225" y="326286"/>
                    <a:pt x="238387" y="327526"/>
                    <a:pt x="239807" y="327526"/>
                  </a:cubicBezTo>
                  <a:cubicBezTo>
                    <a:pt x="241227" y="327526"/>
                    <a:pt x="242098" y="328965"/>
                    <a:pt x="241743" y="330724"/>
                  </a:cubicBezTo>
                  <a:cubicBezTo>
                    <a:pt x="241323" y="332806"/>
                    <a:pt x="243624" y="333637"/>
                    <a:pt x="248333" y="333103"/>
                  </a:cubicBezTo>
                  <a:cubicBezTo>
                    <a:pt x="252313" y="332652"/>
                    <a:pt x="257439" y="333827"/>
                    <a:pt x="259724" y="335713"/>
                  </a:cubicBezTo>
                  <a:cubicBezTo>
                    <a:pt x="263236" y="338612"/>
                    <a:pt x="263683" y="338543"/>
                    <a:pt x="262612" y="335270"/>
                  </a:cubicBezTo>
                  <a:cubicBezTo>
                    <a:pt x="261915" y="333141"/>
                    <a:pt x="258822" y="331027"/>
                    <a:pt x="255739" y="330573"/>
                  </a:cubicBezTo>
                  <a:cubicBezTo>
                    <a:pt x="252655" y="330119"/>
                    <a:pt x="250133" y="328719"/>
                    <a:pt x="250133" y="327461"/>
                  </a:cubicBezTo>
                  <a:cubicBezTo>
                    <a:pt x="250133" y="326203"/>
                    <a:pt x="254708" y="326788"/>
                    <a:pt x="260301" y="328761"/>
                  </a:cubicBezTo>
                  <a:cubicBezTo>
                    <a:pt x="266891" y="331086"/>
                    <a:pt x="275567" y="331822"/>
                    <a:pt x="284960" y="330853"/>
                  </a:cubicBezTo>
                  <a:cubicBezTo>
                    <a:pt x="298714" y="329433"/>
                    <a:pt x="299892" y="329784"/>
                    <a:pt x="308115" y="337754"/>
                  </a:cubicBezTo>
                  <a:cubicBezTo>
                    <a:pt x="312880" y="342373"/>
                    <a:pt x="320648" y="346943"/>
                    <a:pt x="325378" y="347910"/>
                  </a:cubicBezTo>
                  <a:cubicBezTo>
                    <a:pt x="330622" y="348983"/>
                    <a:pt x="335130" y="351981"/>
                    <a:pt x="336932" y="355594"/>
                  </a:cubicBezTo>
                  <a:cubicBezTo>
                    <a:pt x="338556" y="358853"/>
                    <a:pt x="341091" y="362725"/>
                    <a:pt x="342564" y="364198"/>
                  </a:cubicBezTo>
                  <a:cubicBezTo>
                    <a:pt x="344037" y="365671"/>
                    <a:pt x="344568" y="368768"/>
                    <a:pt x="343743" y="371080"/>
                  </a:cubicBezTo>
                  <a:cubicBezTo>
                    <a:pt x="342917" y="373391"/>
                    <a:pt x="343194" y="374419"/>
                    <a:pt x="344358" y="373363"/>
                  </a:cubicBezTo>
                  <a:cubicBezTo>
                    <a:pt x="345522" y="372307"/>
                    <a:pt x="348182" y="373882"/>
                    <a:pt x="350269" y="376862"/>
                  </a:cubicBezTo>
                  <a:cubicBezTo>
                    <a:pt x="353742" y="381821"/>
                    <a:pt x="355637" y="382132"/>
                    <a:pt x="372627" y="380540"/>
                  </a:cubicBezTo>
                  <a:lnTo>
                    <a:pt x="391189" y="378801"/>
                  </a:lnTo>
                  <a:lnTo>
                    <a:pt x="394232" y="388958"/>
                  </a:lnTo>
                  <a:cubicBezTo>
                    <a:pt x="395906" y="394544"/>
                    <a:pt x="397295" y="401303"/>
                    <a:pt x="397318" y="403978"/>
                  </a:cubicBezTo>
                  <a:cubicBezTo>
                    <a:pt x="397342" y="406653"/>
                    <a:pt x="402699" y="413488"/>
                    <a:pt x="409224" y="419167"/>
                  </a:cubicBezTo>
                  <a:cubicBezTo>
                    <a:pt x="427997" y="435508"/>
                    <a:pt x="431130" y="439291"/>
                    <a:pt x="434929" y="450207"/>
                  </a:cubicBezTo>
                  <a:cubicBezTo>
                    <a:pt x="439665" y="463816"/>
                    <a:pt x="439887" y="463061"/>
                    <a:pt x="429332" y="469288"/>
                  </a:cubicBezTo>
                  <a:cubicBezTo>
                    <a:pt x="420856" y="474289"/>
                    <a:pt x="416443" y="474727"/>
                    <a:pt x="376412" y="474534"/>
                  </a:cubicBezTo>
                  <a:cubicBezTo>
                    <a:pt x="334645" y="474334"/>
                    <a:pt x="332739" y="474101"/>
                    <a:pt x="332739" y="469202"/>
                  </a:cubicBezTo>
                  <a:close/>
                </a:path>
              </a:pathLst>
            </a:custGeom>
            <a:solidFill>
              <a:srgbClr val="B9B9B9"/>
            </a:solidFill>
            <a:ln w="5163" cap="flat">
              <a:noFill/>
              <a:prstDash val="solid"/>
              <a:miter/>
            </a:ln>
          </p:spPr>
          <p:txBody>
            <a:bodyPr/>
            <a:lstStyle/>
            <a:p>
              <a:endParaRPr lang="es-419" noProof="0" dirty="0"/>
            </a:p>
          </p:txBody>
        </p:sp>
        <p:sp>
          <p:nvSpPr>
            <p:cNvPr id="77" name="Forma libre: forma 76">
              <a:extLst>
                <a:ext uri="{FF2B5EF4-FFF2-40B4-BE49-F238E27FC236}">
                  <a16:creationId xmlns:a16="http://schemas.microsoft.com/office/drawing/2014/main" id="{8C5A2E6C-CE4B-D34E-DDB7-C6A13AE4721C}"/>
                </a:ext>
              </a:extLst>
            </p:cNvPr>
            <p:cNvSpPr/>
            <p:nvPr/>
          </p:nvSpPr>
          <p:spPr>
            <a:xfrm>
              <a:off x="1730874" y="2149721"/>
              <a:ext cx="4491" cy="9472"/>
            </a:xfrm>
            <a:custGeom>
              <a:avLst/>
              <a:gdLst>
                <a:gd name="csX0" fmla="*/ 480 w 4491"/>
                <a:gd name="csY0" fmla="*/ 6821 h 9472"/>
                <a:gd name="csX1" fmla="*/ 1619 w 4491"/>
                <a:gd name="csY1" fmla="*/ 1142 h 9472"/>
                <a:gd name="csX2" fmla="*/ 4491 w 4491"/>
                <a:gd name="csY2" fmla="*/ 3948 h 9472"/>
                <a:gd name="csX3" fmla="*/ 480 w 4491"/>
                <a:gd name="csY3" fmla="*/ 6821 h 9472"/>
              </a:gdLst>
              <a:ahLst/>
              <a:cxnLst>
                <a:cxn ang="0">
                  <a:pos x="csX0" y="csY0"/>
                </a:cxn>
                <a:cxn ang="0">
                  <a:pos x="csX1" y="csY1"/>
                </a:cxn>
                <a:cxn ang="0">
                  <a:pos x="csX2" y="csY2"/>
                </a:cxn>
                <a:cxn ang="0">
                  <a:pos x="csX3" y="csY3"/>
                </a:cxn>
              </a:cxnLst>
              <a:rect l="l" t="t" r="r" b="b"/>
              <a:pathLst>
                <a:path w="4491" h="9472">
                  <a:moveTo>
                    <a:pt x="480" y="6821"/>
                  </a:moveTo>
                  <a:cubicBezTo>
                    <a:pt x="-474" y="5277"/>
                    <a:pt x="39" y="2722"/>
                    <a:pt x="1619" y="1142"/>
                  </a:cubicBezTo>
                  <a:cubicBezTo>
                    <a:pt x="3728" y="-968"/>
                    <a:pt x="4491" y="-222"/>
                    <a:pt x="4491" y="3948"/>
                  </a:cubicBezTo>
                  <a:cubicBezTo>
                    <a:pt x="4491" y="10181"/>
                    <a:pt x="3150" y="11141"/>
                    <a:pt x="480" y="6821"/>
                  </a:cubicBezTo>
                  <a:close/>
                </a:path>
              </a:pathLst>
            </a:custGeom>
            <a:solidFill>
              <a:srgbClr val="00C100"/>
            </a:solidFill>
            <a:ln w="5163" cap="flat">
              <a:noFill/>
              <a:prstDash val="solid"/>
              <a:miter/>
            </a:ln>
          </p:spPr>
          <p:txBody>
            <a:bodyPr/>
            <a:lstStyle/>
            <a:p>
              <a:endParaRPr lang="es-419" noProof="0" dirty="0"/>
            </a:p>
          </p:txBody>
        </p:sp>
      </p:grpSp>
      <p:grpSp>
        <p:nvGrpSpPr>
          <p:cNvPr id="78" name="Gráfico 39">
            <a:extLst>
              <a:ext uri="{FF2B5EF4-FFF2-40B4-BE49-F238E27FC236}">
                <a16:creationId xmlns:a16="http://schemas.microsoft.com/office/drawing/2014/main" id="{6AF69A46-6180-BB21-7429-5D6E9E328CB5}"/>
              </a:ext>
            </a:extLst>
          </p:cNvPr>
          <p:cNvGrpSpPr/>
          <p:nvPr/>
        </p:nvGrpSpPr>
        <p:grpSpPr>
          <a:xfrm>
            <a:off x="2429776" y="2092540"/>
            <a:ext cx="224135" cy="371419"/>
            <a:chOff x="2429776" y="2092540"/>
            <a:chExt cx="224135" cy="371419"/>
          </a:xfrm>
          <a:solidFill>
            <a:srgbClr val="B9B9B9"/>
          </a:solidFill>
        </p:grpSpPr>
        <p:sp>
          <p:nvSpPr>
            <p:cNvPr id="79" name="Forma libre: forma 78">
              <a:extLst>
                <a:ext uri="{FF2B5EF4-FFF2-40B4-BE49-F238E27FC236}">
                  <a16:creationId xmlns:a16="http://schemas.microsoft.com/office/drawing/2014/main" id="{3278D1BF-60D6-F8BF-5812-FBFA1800EEC1}"/>
                </a:ext>
              </a:extLst>
            </p:cNvPr>
            <p:cNvSpPr/>
            <p:nvPr/>
          </p:nvSpPr>
          <p:spPr>
            <a:xfrm>
              <a:off x="2429776" y="2092540"/>
              <a:ext cx="213820" cy="371419"/>
            </a:xfrm>
            <a:custGeom>
              <a:avLst/>
              <a:gdLst>
                <a:gd name="csX0" fmla="*/ 16950 w 213820"/>
                <a:gd name="csY0" fmla="*/ 360449 h 371419"/>
                <a:gd name="csX1" fmla="*/ 11453 w 213820"/>
                <a:gd name="csY1" fmla="*/ 297848 h 371419"/>
                <a:gd name="csX2" fmla="*/ 3696 w 213820"/>
                <a:gd name="csY2" fmla="*/ 222369 h 371419"/>
                <a:gd name="csX3" fmla="*/ 0 w 213820"/>
                <a:gd name="csY3" fmla="*/ 197274 h 371419"/>
                <a:gd name="csX4" fmla="*/ 19120 w 213820"/>
                <a:gd name="csY4" fmla="*/ 182403 h 371419"/>
                <a:gd name="csX5" fmla="*/ 138310 w 213820"/>
                <a:gd name="csY5" fmla="*/ 92657 h 371419"/>
                <a:gd name="csX6" fmla="*/ 152643 w 213820"/>
                <a:gd name="csY6" fmla="*/ 35441 h 371419"/>
                <a:gd name="csX7" fmla="*/ 150658 w 213820"/>
                <a:gd name="csY7" fmla="*/ 20853 h 371419"/>
                <a:gd name="csX8" fmla="*/ 160369 w 213820"/>
                <a:gd name="csY8" fmla="*/ 19300 h 371419"/>
                <a:gd name="csX9" fmla="*/ 171671 w 213820"/>
                <a:gd name="csY9" fmla="*/ 15173 h 371419"/>
                <a:gd name="csX10" fmla="*/ 158173 w 213820"/>
                <a:gd name="csY10" fmla="*/ 10308 h 371419"/>
                <a:gd name="csX11" fmla="*/ 132945 w 213820"/>
                <a:gd name="csY11" fmla="*/ 8975 h 371419"/>
                <a:gd name="csX12" fmla="*/ 120037 w 213820"/>
                <a:gd name="csY12" fmla="*/ 5453 h 371419"/>
                <a:gd name="csX13" fmla="*/ 136817 w 213820"/>
                <a:gd name="csY13" fmla="*/ 5689 h 371419"/>
                <a:gd name="csX14" fmla="*/ 168222 w 213820"/>
                <a:gd name="csY14" fmla="*/ 2321 h 371419"/>
                <a:gd name="csX15" fmla="*/ 193336 w 213820"/>
                <a:gd name="csY15" fmla="*/ 5657 h 371419"/>
                <a:gd name="csX16" fmla="*/ 207546 w 213820"/>
                <a:gd name="csY16" fmla="*/ 12598 h 371419"/>
                <a:gd name="csX17" fmla="*/ 213132 w 213820"/>
                <a:gd name="csY17" fmla="*/ 30004 h 371419"/>
                <a:gd name="csX18" fmla="*/ 187630 w 213820"/>
                <a:gd name="csY18" fmla="*/ 96831 h 371419"/>
                <a:gd name="csX19" fmla="*/ 176562 w 213820"/>
                <a:gd name="csY19" fmla="*/ 115211 h 371419"/>
                <a:gd name="csX20" fmla="*/ 172870 w 213820"/>
                <a:gd name="csY20" fmla="*/ 123601 h 371419"/>
                <a:gd name="csX21" fmla="*/ 166261 w 213820"/>
                <a:gd name="csY21" fmla="*/ 157642 h 371419"/>
                <a:gd name="csX22" fmla="*/ 166219 w 213820"/>
                <a:gd name="csY22" fmla="*/ 169421 h 371419"/>
                <a:gd name="csX23" fmla="*/ 156436 w 213820"/>
                <a:gd name="csY23" fmla="*/ 177166 h 371419"/>
                <a:gd name="csX24" fmla="*/ 152486 w 213820"/>
                <a:gd name="csY24" fmla="*/ 184910 h 371419"/>
                <a:gd name="csX25" fmla="*/ 149724 w 213820"/>
                <a:gd name="csY25" fmla="*/ 180392 h 371419"/>
                <a:gd name="csX26" fmla="*/ 150673 w 213820"/>
                <a:gd name="csY26" fmla="*/ 190434 h 371419"/>
                <a:gd name="csX27" fmla="*/ 157540 w 213820"/>
                <a:gd name="csY27" fmla="*/ 189342 h 371419"/>
                <a:gd name="csX28" fmla="*/ 164336 w 213820"/>
                <a:gd name="csY28" fmla="*/ 186648 h 371419"/>
                <a:gd name="csX29" fmla="*/ 167794 w 213820"/>
                <a:gd name="csY29" fmla="*/ 183969 h 371419"/>
                <a:gd name="csX30" fmla="*/ 171021 w 213820"/>
                <a:gd name="csY30" fmla="*/ 181048 h 371419"/>
                <a:gd name="csX31" fmla="*/ 159467 w 213820"/>
                <a:gd name="csY31" fmla="*/ 208029 h 371419"/>
                <a:gd name="csX32" fmla="*/ 153370 w 213820"/>
                <a:gd name="csY32" fmla="*/ 220699 h 371419"/>
                <a:gd name="csX33" fmla="*/ 158583 w 213820"/>
                <a:gd name="csY33" fmla="*/ 221050 h 371419"/>
                <a:gd name="csX34" fmla="*/ 167434 w 213820"/>
                <a:gd name="csY34" fmla="*/ 216533 h 371419"/>
                <a:gd name="csX35" fmla="*/ 167794 w 213820"/>
                <a:gd name="csY35" fmla="*/ 224277 h 371419"/>
                <a:gd name="csX36" fmla="*/ 162477 w 213820"/>
                <a:gd name="csY36" fmla="*/ 240411 h 371419"/>
                <a:gd name="csX37" fmla="*/ 159980 w 213820"/>
                <a:gd name="csY37" fmla="*/ 264290 h 371419"/>
                <a:gd name="csX38" fmla="*/ 154702 w 213820"/>
                <a:gd name="csY38" fmla="*/ 297848 h 371419"/>
                <a:gd name="csX39" fmla="*/ 147143 w 213820"/>
                <a:gd name="csY39" fmla="*/ 319016 h 371419"/>
                <a:gd name="csX40" fmla="*/ 144561 w 213820"/>
                <a:gd name="csY40" fmla="*/ 314628 h 371419"/>
                <a:gd name="csX41" fmla="*/ 142397 w 213820"/>
                <a:gd name="csY41" fmla="*/ 312692 h 371419"/>
                <a:gd name="csX42" fmla="*/ 133654 w 213820"/>
                <a:gd name="csY42" fmla="*/ 296518 h 371419"/>
                <a:gd name="csX43" fmla="*/ 127870 w 213820"/>
                <a:gd name="csY43" fmla="*/ 279915 h 371419"/>
                <a:gd name="csX44" fmla="*/ 129246 w 213820"/>
                <a:gd name="csY44" fmla="*/ 255255 h 371419"/>
                <a:gd name="csX45" fmla="*/ 125242 w 213820"/>
                <a:gd name="csY45" fmla="*/ 260285 h 371419"/>
                <a:gd name="csX46" fmla="*/ 118479 w 213820"/>
                <a:gd name="csY46" fmla="*/ 266956 h 371419"/>
                <a:gd name="csX47" fmla="*/ 115990 w 213820"/>
                <a:gd name="csY47" fmla="*/ 271823 h 371419"/>
                <a:gd name="csX48" fmla="*/ 103625 w 213820"/>
                <a:gd name="csY48" fmla="*/ 299151 h 371419"/>
                <a:gd name="csX49" fmla="*/ 93086 w 213820"/>
                <a:gd name="csY49" fmla="*/ 304140 h 371419"/>
                <a:gd name="csX50" fmla="*/ 86910 w 213820"/>
                <a:gd name="csY50" fmla="*/ 313522 h 371419"/>
                <a:gd name="csX51" fmla="*/ 79326 w 213820"/>
                <a:gd name="csY51" fmla="*/ 328399 h 371419"/>
                <a:gd name="csX52" fmla="*/ 69895 w 213820"/>
                <a:gd name="csY52" fmla="*/ 347747 h 371419"/>
                <a:gd name="csX53" fmla="*/ 51629 w 213820"/>
                <a:gd name="csY53" fmla="*/ 357222 h 371419"/>
                <a:gd name="csX54" fmla="*/ 36622 w 213820"/>
                <a:gd name="csY54" fmla="*/ 363051 h 371419"/>
                <a:gd name="csX55" fmla="*/ 27100 w 213820"/>
                <a:gd name="csY55" fmla="*/ 371420 h 371419"/>
                <a:gd name="csX56" fmla="*/ 16950 w 213820"/>
                <a:gd name="csY56" fmla="*/ 360449 h 3714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Lst>
              <a:rect l="l" t="t" r="r" b="b"/>
              <a:pathLst>
                <a:path w="213820" h="371419">
                  <a:moveTo>
                    <a:pt x="16950" y="360449"/>
                  </a:moveTo>
                  <a:cubicBezTo>
                    <a:pt x="16160" y="354414"/>
                    <a:pt x="13687" y="326244"/>
                    <a:pt x="11453" y="297848"/>
                  </a:cubicBezTo>
                  <a:cubicBezTo>
                    <a:pt x="9219" y="269452"/>
                    <a:pt x="5728" y="235487"/>
                    <a:pt x="3696" y="222369"/>
                  </a:cubicBezTo>
                  <a:cubicBezTo>
                    <a:pt x="1663" y="209251"/>
                    <a:pt x="0" y="197958"/>
                    <a:pt x="0" y="197274"/>
                  </a:cubicBezTo>
                  <a:cubicBezTo>
                    <a:pt x="0" y="196590"/>
                    <a:pt x="8604" y="189898"/>
                    <a:pt x="19120" y="182403"/>
                  </a:cubicBezTo>
                  <a:cubicBezTo>
                    <a:pt x="45138" y="163860"/>
                    <a:pt x="131668" y="98706"/>
                    <a:pt x="138310" y="92657"/>
                  </a:cubicBezTo>
                  <a:cubicBezTo>
                    <a:pt x="147047" y="84700"/>
                    <a:pt x="155017" y="52884"/>
                    <a:pt x="152643" y="35441"/>
                  </a:cubicBezTo>
                  <a:lnTo>
                    <a:pt x="150658" y="20853"/>
                  </a:lnTo>
                  <a:lnTo>
                    <a:pt x="160369" y="19300"/>
                  </a:lnTo>
                  <a:cubicBezTo>
                    <a:pt x="165710" y="18446"/>
                    <a:pt x="170796" y="16589"/>
                    <a:pt x="171671" y="15173"/>
                  </a:cubicBezTo>
                  <a:cubicBezTo>
                    <a:pt x="174939" y="9885"/>
                    <a:pt x="170188" y="8173"/>
                    <a:pt x="158173" y="10308"/>
                  </a:cubicBezTo>
                  <a:cubicBezTo>
                    <a:pt x="149606" y="11830"/>
                    <a:pt x="141919" y="11424"/>
                    <a:pt x="132945" y="8975"/>
                  </a:cubicBezTo>
                  <a:lnTo>
                    <a:pt x="120037" y="5453"/>
                  </a:lnTo>
                  <a:lnTo>
                    <a:pt x="136817" y="5689"/>
                  </a:lnTo>
                  <a:cubicBezTo>
                    <a:pt x="146045" y="5819"/>
                    <a:pt x="160178" y="4304"/>
                    <a:pt x="168222" y="2321"/>
                  </a:cubicBezTo>
                  <a:cubicBezTo>
                    <a:pt x="182583" y="-1218"/>
                    <a:pt x="183037" y="-1158"/>
                    <a:pt x="193336" y="5657"/>
                  </a:cubicBezTo>
                  <a:cubicBezTo>
                    <a:pt x="199104" y="9475"/>
                    <a:pt x="205499" y="12598"/>
                    <a:pt x="207546" y="12598"/>
                  </a:cubicBezTo>
                  <a:cubicBezTo>
                    <a:pt x="210236" y="12598"/>
                    <a:pt x="211785" y="17427"/>
                    <a:pt x="213132" y="30004"/>
                  </a:cubicBezTo>
                  <a:cubicBezTo>
                    <a:pt x="216062" y="57367"/>
                    <a:pt x="210014" y="73217"/>
                    <a:pt x="187630" y="96831"/>
                  </a:cubicBezTo>
                  <a:cubicBezTo>
                    <a:pt x="182422" y="102326"/>
                    <a:pt x="177441" y="110596"/>
                    <a:pt x="176562" y="115211"/>
                  </a:cubicBezTo>
                  <a:cubicBezTo>
                    <a:pt x="175683" y="119825"/>
                    <a:pt x="174022" y="123601"/>
                    <a:pt x="172870" y="123601"/>
                  </a:cubicBezTo>
                  <a:cubicBezTo>
                    <a:pt x="168512" y="123601"/>
                    <a:pt x="164964" y="141879"/>
                    <a:pt x="166261" y="157642"/>
                  </a:cubicBezTo>
                  <a:cubicBezTo>
                    <a:pt x="166999" y="166605"/>
                    <a:pt x="166980" y="171906"/>
                    <a:pt x="166219" y="169421"/>
                  </a:cubicBezTo>
                  <a:cubicBezTo>
                    <a:pt x="163842" y="161666"/>
                    <a:pt x="160352" y="164428"/>
                    <a:pt x="156436" y="177166"/>
                  </a:cubicBezTo>
                  <a:cubicBezTo>
                    <a:pt x="154362" y="183910"/>
                    <a:pt x="152584" y="187395"/>
                    <a:pt x="152486" y="184910"/>
                  </a:cubicBezTo>
                  <a:cubicBezTo>
                    <a:pt x="152387" y="182425"/>
                    <a:pt x="151144" y="180392"/>
                    <a:pt x="149724" y="180392"/>
                  </a:cubicBezTo>
                  <a:cubicBezTo>
                    <a:pt x="145947" y="180392"/>
                    <a:pt x="146574" y="187032"/>
                    <a:pt x="150673" y="190434"/>
                  </a:cubicBezTo>
                  <a:cubicBezTo>
                    <a:pt x="153362" y="192666"/>
                    <a:pt x="154997" y="192406"/>
                    <a:pt x="157540" y="189342"/>
                  </a:cubicBezTo>
                  <a:cubicBezTo>
                    <a:pt x="159375" y="187130"/>
                    <a:pt x="162434" y="185918"/>
                    <a:pt x="164336" y="186648"/>
                  </a:cubicBezTo>
                  <a:cubicBezTo>
                    <a:pt x="166311" y="187405"/>
                    <a:pt x="167794" y="186256"/>
                    <a:pt x="167794" y="183969"/>
                  </a:cubicBezTo>
                  <a:cubicBezTo>
                    <a:pt x="167794" y="181765"/>
                    <a:pt x="169246" y="180451"/>
                    <a:pt x="171021" y="181048"/>
                  </a:cubicBezTo>
                  <a:cubicBezTo>
                    <a:pt x="178588" y="183594"/>
                    <a:pt x="167396" y="209728"/>
                    <a:pt x="159467" y="208029"/>
                  </a:cubicBezTo>
                  <a:cubicBezTo>
                    <a:pt x="155365" y="207150"/>
                    <a:pt x="151352" y="215489"/>
                    <a:pt x="153370" y="220699"/>
                  </a:cubicBezTo>
                  <a:cubicBezTo>
                    <a:pt x="155154" y="225305"/>
                    <a:pt x="155436" y="225324"/>
                    <a:pt x="158583" y="221050"/>
                  </a:cubicBezTo>
                  <a:cubicBezTo>
                    <a:pt x="160413" y="218566"/>
                    <a:pt x="164395" y="216533"/>
                    <a:pt x="167434" y="216533"/>
                  </a:cubicBezTo>
                  <a:cubicBezTo>
                    <a:pt x="174275" y="216533"/>
                    <a:pt x="174331" y="217740"/>
                    <a:pt x="167794" y="224277"/>
                  </a:cubicBezTo>
                  <a:cubicBezTo>
                    <a:pt x="164323" y="227748"/>
                    <a:pt x="162581" y="233035"/>
                    <a:pt x="162477" y="240411"/>
                  </a:cubicBezTo>
                  <a:cubicBezTo>
                    <a:pt x="162393" y="246445"/>
                    <a:pt x="161269" y="257191"/>
                    <a:pt x="159980" y="264290"/>
                  </a:cubicBezTo>
                  <a:cubicBezTo>
                    <a:pt x="158691" y="271389"/>
                    <a:pt x="156316" y="286490"/>
                    <a:pt x="154702" y="297848"/>
                  </a:cubicBezTo>
                  <a:cubicBezTo>
                    <a:pt x="152051" y="316511"/>
                    <a:pt x="147143" y="330254"/>
                    <a:pt x="147143" y="319016"/>
                  </a:cubicBezTo>
                  <a:cubicBezTo>
                    <a:pt x="147143" y="316603"/>
                    <a:pt x="145981" y="314628"/>
                    <a:pt x="144561" y="314628"/>
                  </a:cubicBezTo>
                  <a:cubicBezTo>
                    <a:pt x="143141" y="314628"/>
                    <a:pt x="142167" y="313757"/>
                    <a:pt x="142397" y="312692"/>
                  </a:cubicBezTo>
                  <a:cubicBezTo>
                    <a:pt x="143282" y="308582"/>
                    <a:pt x="136781" y="296556"/>
                    <a:pt x="133654" y="296518"/>
                  </a:cubicBezTo>
                  <a:cubicBezTo>
                    <a:pt x="125264" y="296417"/>
                    <a:pt x="123998" y="292782"/>
                    <a:pt x="127870" y="279915"/>
                  </a:cubicBezTo>
                  <a:cubicBezTo>
                    <a:pt x="132191" y="265558"/>
                    <a:pt x="132766" y="255255"/>
                    <a:pt x="129246" y="255255"/>
                  </a:cubicBezTo>
                  <a:cubicBezTo>
                    <a:pt x="127923" y="255255"/>
                    <a:pt x="126121" y="257518"/>
                    <a:pt x="125242" y="260285"/>
                  </a:cubicBezTo>
                  <a:cubicBezTo>
                    <a:pt x="124364" y="263052"/>
                    <a:pt x="121321" y="266054"/>
                    <a:pt x="118479" y="266956"/>
                  </a:cubicBezTo>
                  <a:cubicBezTo>
                    <a:pt x="114695" y="268157"/>
                    <a:pt x="114029" y="269460"/>
                    <a:pt x="115990" y="271823"/>
                  </a:cubicBezTo>
                  <a:cubicBezTo>
                    <a:pt x="120178" y="276868"/>
                    <a:pt x="111817" y="295346"/>
                    <a:pt x="103625" y="299151"/>
                  </a:cubicBezTo>
                  <a:cubicBezTo>
                    <a:pt x="99874" y="300894"/>
                    <a:pt x="95131" y="303139"/>
                    <a:pt x="93086" y="304140"/>
                  </a:cubicBezTo>
                  <a:cubicBezTo>
                    <a:pt x="91041" y="305142"/>
                    <a:pt x="88261" y="309364"/>
                    <a:pt x="86910" y="313522"/>
                  </a:cubicBezTo>
                  <a:cubicBezTo>
                    <a:pt x="85558" y="317680"/>
                    <a:pt x="82145" y="324374"/>
                    <a:pt x="79326" y="328399"/>
                  </a:cubicBezTo>
                  <a:cubicBezTo>
                    <a:pt x="76507" y="332423"/>
                    <a:pt x="72263" y="341130"/>
                    <a:pt x="69895" y="347747"/>
                  </a:cubicBezTo>
                  <a:cubicBezTo>
                    <a:pt x="65145" y="361024"/>
                    <a:pt x="59224" y="364095"/>
                    <a:pt x="51629" y="357222"/>
                  </a:cubicBezTo>
                  <a:cubicBezTo>
                    <a:pt x="44314" y="350602"/>
                    <a:pt x="37572" y="353221"/>
                    <a:pt x="36622" y="363051"/>
                  </a:cubicBezTo>
                  <a:cubicBezTo>
                    <a:pt x="35885" y="370676"/>
                    <a:pt x="35039" y="371420"/>
                    <a:pt x="27100" y="371420"/>
                  </a:cubicBezTo>
                  <a:cubicBezTo>
                    <a:pt x="18795" y="371420"/>
                    <a:pt x="18319" y="370905"/>
                    <a:pt x="16950" y="360449"/>
                  </a:cubicBezTo>
                  <a:close/>
                </a:path>
              </a:pathLst>
            </a:custGeom>
            <a:solidFill>
              <a:srgbClr val="B9B9B9"/>
            </a:solidFill>
            <a:ln w="5163" cap="flat">
              <a:noFill/>
              <a:prstDash val="solid"/>
              <a:miter/>
            </a:ln>
          </p:spPr>
          <p:txBody>
            <a:bodyPr/>
            <a:lstStyle/>
            <a:p>
              <a:endParaRPr lang="es-419" noProof="0" dirty="0"/>
            </a:p>
          </p:txBody>
        </p:sp>
        <p:sp>
          <p:nvSpPr>
            <p:cNvPr id="80" name="Forma libre: forma 79">
              <a:extLst>
                <a:ext uri="{FF2B5EF4-FFF2-40B4-BE49-F238E27FC236}">
                  <a16:creationId xmlns:a16="http://schemas.microsoft.com/office/drawing/2014/main" id="{EA866E22-2D49-20AC-C553-B34845FAC075}"/>
                </a:ext>
              </a:extLst>
            </p:cNvPr>
            <p:cNvSpPr/>
            <p:nvPr/>
          </p:nvSpPr>
          <p:spPr>
            <a:xfrm>
              <a:off x="2598432" y="2301328"/>
              <a:ext cx="4301" cy="5162"/>
            </a:xfrm>
            <a:custGeom>
              <a:avLst/>
              <a:gdLst>
                <a:gd name="csX0" fmla="*/ 429 w 4301"/>
                <a:gd name="csY0" fmla="*/ 2581 h 5162"/>
                <a:gd name="csX1" fmla="*/ 1567 w 4301"/>
                <a:gd name="csY1" fmla="*/ 0 h 5162"/>
                <a:gd name="csX2" fmla="*/ 4301 w 4301"/>
                <a:gd name="csY2" fmla="*/ 2581 h 5162"/>
                <a:gd name="csX3" fmla="*/ 3163 w 4301"/>
                <a:gd name="csY3" fmla="*/ 5163 h 5162"/>
                <a:gd name="csX4" fmla="*/ 429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429" y="2581"/>
                  </a:moveTo>
                  <a:cubicBezTo>
                    <a:pt x="-448" y="1162"/>
                    <a:pt x="64" y="0"/>
                    <a:pt x="1567" y="0"/>
                  </a:cubicBezTo>
                  <a:cubicBezTo>
                    <a:pt x="3071" y="0"/>
                    <a:pt x="4301" y="1162"/>
                    <a:pt x="4301" y="2581"/>
                  </a:cubicBezTo>
                  <a:cubicBezTo>
                    <a:pt x="4301" y="4001"/>
                    <a:pt x="3789" y="5163"/>
                    <a:pt x="3163" y="5163"/>
                  </a:cubicBezTo>
                  <a:cubicBezTo>
                    <a:pt x="2537" y="5163"/>
                    <a:pt x="1307" y="4001"/>
                    <a:pt x="429" y="2581"/>
                  </a:cubicBezTo>
                  <a:close/>
                </a:path>
              </a:pathLst>
            </a:custGeom>
            <a:solidFill>
              <a:srgbClr val="B9B9B9"/>
            </a:solidFill>
            <a:ln w="5163" cap="flat">
              <a:noFill/>
              <a:prstDash val="solid"/>
              <a:miter/>
            </a:ln>
          </p:spPr>
          <p:txBody>
            <a:bodyPr/>
            <a:lstStyle/>
            <a:p>
              <a:endParaRPr lang="es-419" noProof="0" dirty="0"/>
            </a:p>
          </p:txBody>
        </p:sp>
        <p:sp>
          <p:nvSpPr>
            <p:cNvPr id="81" name="Forma libre: forma 80">
              <a:extLst>
                <a:ext uri="{FF2B5EF4-FFF2-40B4-BE49-F238E27FC236}">
                  <a16:creationId xmlns:a16="http://schemas.microsoft.com/office/drawing/2014/main" id="{61976F6F-9584-16EE-6CA8-FC37307C64B5}"/>
                </a:ext>
              </a:extLst>
            </p:cNvPr>
            <p:cNvSpPr/>
            <p:nvPr/>
          </p:nvSpPr>
          <p:spPr>
            <a:xfrm>
              <a:off x="2631714" y="2178527"/>
              <a:ext cx="22197" cy="31992"/>
            </a:xfrm>
            <a:custGeom>
              <a:avLst/>
              <a:gdLst>
                <a:gd name="csX0" fmla="*/ 471 w 22197"/>
                <a:gd name="csY0" fmla="*/ 28899 h 31992"/>
                <a:gd name="csX1" fmla="*/ 9355 w 22197"/>
                <a:gd name="csY1" fmla="*/ 4976 h 31992"/>
                <a:gd name="csX2" fmla="*/ 18130 w 22197"/>
                <a:gd name="csY2" fmla="*/ 1262 h 31992"/>
                <a:gd name="csX3" fmla="*/ 15361 w 22197"/>
                <a:gd name="csY3" fmla="*/ 16772 h 31992"/>
                <a:gd name="csX4" fmla="*/ 471 w 22197"/>
                <a:gd name="csY4" fmla="*/ 28899 h 31992"/>
              </a:gdLst>
              <a:ahLst/>
              <a:cxnLst>
                <a:cxn ang="0">
                  <a:pos x="csX0" y="csY0"/>
                </a:cxn>
                <a:cxn ang="0">
                  <a:pos x="csX1" y="csY1"/>
                </a:cxn>
                <a:cxn ang="0">
                  <a:pos x="csX2" y="csY2"/>
                </a:cxn>
                <a:cxn ang="0">
                  <a:pos x="csX3" y="csY3"/>
                </a:cxn>
                <a:cxn ang="0">
                  <a:pos x="csX4" y="csY4"/>
                </a:cxn>
              </a:cxnLst>
              <a:rect l="l" t="t" r="r" b="b"/>
              <a:pathLst>
                <a:path w="22197" h="31992">
                  <a:moveTo>
                    <a:pt x="471" y="28899"/>
                  </a:moveTo>
                  <a:cubicBezTo>
                    <a:pt x="-1762" y="23078"/>
                    <a:pt x="4399" y="6487"/>
                    <a:pt x="9355" y="4976"/>
                  </a:cubicBezTo>
                  <a:cubicBezTo>
                    <a:pt x="11697" y="4262"/>
                    <a:pt x="15646" y="2591"/>
                    <a:pt x="18130" y="1262"/>
                  </a:cubicBezTo>
                  <a:cubicBezTo>
                    <a:pt x="24115" y="-1937"/>
                    <a:pt x="23741" y="160"/>
                    <a:pt x="15361" y="16772"/>
                  </a:cubicBezTo>
                  <a:cubicBezTo>
                    <a:pt x="7920" y="31524"/>
                    <a:pt x="3013" y="35521"/>
                    <a:pt x="471" y="28899"/>
                  </a:cubicBezTo>
                  <a:close/>
                </a:path>
              </a:pathLst>
            </a:custGeom>
            <a:solidFill>
              <a:srgbClr val="B9B9B9"/>
            </a:solidFill>
            <a:ln w="5163" cap="flat">
              <a:noFill/>
              <a:prstDash val="solid"/>
              <a:miter/>
            </a:ln>
          </p:spPr>
          <p:txBody>
            <a:bodyPr/>
            <a:lstStyle/>
            <a:p>
              <a:endParaRPr lang="es-419" noProof="0" dirty="0"/>
            </a:p>
          </p:txBody>
        </p:sp>
        <p:sp>
          <p:nvSpPr>
            <p:cNvPr id="82" name="Forma libre: forma 81">
              <a:extLst>
                <a:ext uri="{FF2B5EF4-FFF2-40B4-BE49-F238E27FC236}">
                  <a16:creationId xmlns:a16="http://schemas.microsoft.com/office/drawing/2014/main" id="{2D17664B-7737-CA4D-6B6E-D28AF33FFC2F}"/>
                </a:ext>
              </a:extLst>
            </p:cNvPr>
            <p:cNvSpPr/>
            <p:nvPr/>
          </p:nvSpPr>
          <p:spPr>
            <a:xfrm>
              <a:off x="2646618" y="2128371"/>
              <a:ext cx="5162" cy="6756"/>
            </a:xfrm>
            <a:custGeom>
              <a:avLst/>
              <a:gdLst>
                <a:gd name="csX0" fmla="*/ 0 w 5162"/>
                <a:gd name="csY0" fmla="*/ 4025 h 6756"/>
                <a:gd name="csX1" fmla="*/ 2581 w 5162"/>
                <a:gd name="csY1" fmla="*/ 0 h 6756"/>
                <a:gd name="csX2" fmla="*/ 5163 w 5162"/>
                <a:gd name="csY2" fmla="*/ 2429 h 6756"/>
                <a:gd name="csX3" fmla="*/ 2581 w 5162"/>
                <a:gd name="csY3" fmla="*/ 6454 h 6756"/>
                <a:gd name="csX4" fmla="*/ 0 w 5162"/>
                <a:gd name="csY4" fmla="*/ 4025 h 6756"/>
              </a:gdLst>
              <a:ahLst/>
              <a:cxnLst>
                <a:cxn ang="0">
                  <a:pos x="csX0" y="csY0"/>
                </a:cxn>
                <a:cxn ang="0">
                  <a:pos x="csX1" y="csY1"/>
                </a:cxn>
                <a:cxn ang="0">
                  <a:pos x="csX2" y="csY2"/>
                </a:cxn>
                <a:cxn ang="0">
                  <a:pos x="csX3" y="csY3"/>
                </a:cxn>
                <a:cxn ang="0">
                  <a:pos x="csX4" y="csY4"/>
                </a:cxn>
              </a:cxnLst>
              <a:rect l="l" t="t" r="r" b="b"/>
              <a:pathLst>
                <a:path w="5162" h="6756">
                  <a:moveTo>
                    <a:pt x="0" y="4025"/>
                  </a:moveTo>
                  <a:cubicBezTo>
                    <a:pt x="0" y="1811"/>
                    <a:pt x="1162" y="0"/>
                    <a:pt x="2581" y="0"/>
                  </a:cubicBezTo>
                  <a:cubicBezTo>
                    <a:pt x="4001" y="0"/>
                    <a:pt x="5163" y="1093"/>
                    <a:pt x="5163" y="2429"/>
                  </a:cubicBezTo>
                  <a:cubicBezTo>
                    <a:pt x="5163" y="3765"/>
                    <a:pt x="4001" y="5576"/>
                    <a:pt x="2581" y="6454"/>
                  </a:cubicBezTo>
                  <a:cubicBezTo>
                    <a:pt x="1162" y="7331"/>
                    <a:pt x="0" y="6238"/>
                    <a:pt x="0" y="4025"/>
                  </a:cubicBezTo>
                  <a:close/>
                </a:path>
              </a:pathLst>
            </a:custGeom>
            <a:solidFill>
              <a:srgbClr val="B9B9B9"/>
            </a:solidFill>
            <a:ln w="5163" cap="flat">
              <a:noFill/>
              <a:prstDash val="solid"/>
              <a:miter/>
            </a:ln>
          </p:spPr>
          <p:txBody>
            <a:bodyPr/>
            <a:lstStyle/>
            <a:p>
              <a:endParaRPr lang="es-419" noProof="0" dirty="0"/>
            </a:p>
          </p:txBody>
        </p:sp>
        <p:sp>
          <p:nvSpPr>
            <p:cNvPr id="83" name="Forma libre: forma 82">
              <a:extLst>
                <a:ext uri="{FF2B5EF4-FFF2-40B4-BE49-F238E27FC236}">
                  <a16:creationId xmlns:a16="http://schemas.microsoft.com/office/drawing/2014/main" id="{23C97C08-8387-E515-9565-B57A759B49FE}"/>
                </a:ext>
              </a:extLst>
            </p:cNvPr>
            <p:cNvSpPr/>
            <p:nvPr/>
          </p:nvSpPr>
          <p:spPr>
            <a:xfrm>
              <a:off x="2646618" y="2110301"/>
              <a:ext cx="4301" cy="5162"/>
            </a:xfrm>
            <a:custGeom>
              <a:avLst/>
              <a:gdLst>
                <a:gd name="csX0" fmla="*/ 0 w 4301"/>
                <a:gd name="csY0" fmla="*/ 2581 h 5162"/>
                <a:gd name="csX1" fmla="*/ 1138 w 4301"/>
                <a:gd name="csY1" fmla="*/ 0 h 5162"/>
                <a:gd name="csX2" fmla="*/ 3872 w 4301"/>
                <a:gd name="csY2" fmla="*/ 2581 h 5162"/>
                <a:gd name="csX3" fmla="*/ 2734 w 4301"/>
                <a:gd name="csY3" fmla="*/ 5163 h 5162"/>
                <a:gd name="csX4" fmla="*/ 0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0" y="2581"/>
                  </a:moveTo>
                  <a:cubicBezTo>
                    <a:pt x="0" y="1162"/>
                    <a:pt x="512" y="0"/>
                    <a:pt x="1138" y="0"/>
                  </a:cubicBezTo>
                  <a:cubicBezTo>
                    <a:pt x="1765" y="0"/>
                    <a:pt x="2995" y="1162"/>
                    <a:pt x="3872" y="2581"/>
                  </a:cubicBezTo>
                  <a:cubicBezTo>
                    <a:pt x="4750" y="4001"/>
                    <a:pt x="4237" y="5163"/>
                    <a:pt x="2734" y="5163"/>
                  </a:cubicBezTo>
                  <a:cubicBezTo>
                    <a:pt x="1230" y="5163"/>
                    <a:pt x="0" y="4001"/>
                    <a:pt x="0" y="2581"/>
                  </a:cubicBezTo>
                  <a:close/>
                </a:path>
              </a:pathLst>
            </a:custGeom>
            <a:solidFill>
              <a:srgbClr val="B9B9B9"/>
            </a:solidFill>
            <a:ln w="5163" cap="flat">
              <a:noFill/>
              <a:prstDash val="solid"/>
              <a:miter/>
            </a:ln>
          </p:spPr>
          <p:txBody>
            <a:bodyPr/>
            <a:lstStyle/>
            <a:p>
              <a:endParaRPr lang="es-419" noProof="0" dirty="0"/>
            </a:p>
          </p:txBody>
        </p:sp>
      </p:grpSp>
      <p:grpSp>
        <p:nvGrpSpPr>
          <p:cNvPr id="84" name="Gráfico 39">
            <a:extLst>
              <a:ext uri="{FF2B5EF4-FFF2-40B4-BE49-F238E27FC236}">
                <a16:creationId xmlns:a16="http://schemas.microsoft.com/office/drawing/2014/main" id="{696CD8BD-3D96-5EFD-C9B0-6BF275C557E5}"/>
              </a:ext>
            </a:extLst>
          </p:cNvPr>
          <p:cNvGrpSpPr/>
          <p:nvPr/>
        </p:nvGrpSpPr>
        <p:grpSpPr>
          <a:xfrm>
            <a:off x="924790" y="1999612"/>
            <a:ext cx="235561" cy="223008"/>
            <a:chOff x="924790" y="1999612"/>
            <a:chExt cx="235561" cy="223008"/>
          </a:xfrm>
          <a:solidFill>
            <a:srgbClr val="B9B9B9"/>
          </a:solidFill>
        </p:grpSpPr>
        <p:sp>
          <p:nvSpPr>
            <p:cNvPr id="85" name="Forma libre: forma 84">
              <a:extLst>
                <a:ext uri="{FF2B5EF4-FFF2-40B4-BE49-F238E27FC236}">
                  <a16:creationId xmlns:a16="http://schemas.microsoft.com/office/drawing/2014/main" id="{A6C6DDA3-5B7B-CEA1-98B6-EA5DCD8E91F5}"/>
                </a:ext>
              </a:extLst>
            </p:cNvPr>
            <p:cNvSpPr/>
            <p:nvPr/>
          </p:nvSpPr>
          <p:spPr>
            <a:xfrm>
              <a:off x="1018216" y="1999612"/>
              <a:ext cx="142135" cy="223008"/>
            </a:xfrm>
            <a:custGeom>
              <a:avLst/>
              <a:gdLst>
                <a:gd name="csX0" fmla="*/ 33142 w 142135"/>
                <a:gd name="csY0" fmla="*/ 222624 h 223008"/>
                <a:gd name="csX1" fmla="*/ 24030 w 142135"/>
                <a:gd name="csY1" fmla="*/ 217989 h 223008"/>
                <a:gd name="csX2" fmla="*/ 15077 w 142135"/>
                <a:gd name="csY2" fmla="*/ 214475 h 223008"/>
                <a:gd name="csX3" fmla="*/ 28065 w 142135"/>
                <a:gd name="csY3" fmla="*/ 199749 h 223008"/>
                <a:gd name="csX4" fmla="*/ 39623 w 142135"/>
                <a:gd name="csY4" fmla="*/ 181324 h 223008"/>
                <a:gd name="csX5" fmla="*/ 40552 w 142135"/>
                <a:gd name="csY5" fmla="*/ 163618 h 223008"/>
                <a:gd name="csX6" fmla="*/ 38270 w 142135"/>
                <a:gd name="csY6" fmla="*/ 146871 h 223008"/>
                <a:gd name="csX7" fmla="*/ 31342 w 142135"/>
                <a:gd name="csY7" fmla="*/ 141344 h 223008"/>
                <a:gd name="csX8" fmla="*/ 23064 w 142135"/>
                <a:gd name="csY8" fmla="*/ 130695 h 223008"/>
                <a:gd name="csX9" fmla="*/ 21238 w 142135"/>
                <a:gd name="csY9" fmla="*/ 121015 h 223008"/>
                <a:gd name="csX10" fmla="*/ 21448 w 142135"/>
                <a:gd name="csY10" fmla="*/ 110689 h 223008"/>
                <a:gd name="csX11" fmla="*/ 17417 w 142135"/>
                <a:gd name="csY11" fmla="*/ 113600 h 223008"/>
                <a:gd name="csX12" fmla="*/ 6090 w 142135"/>
                <a:gd name="csY12" fmla="*/ 75839 h 223008"/>
                <a:gd name="csX13" fmla="*/ 446 w 142135"/>
                <a:gd name="csY13" fmla="*/ 49379 h 223008"/>
                <a:gd name="csX14" fmla="*/ 1787 w 142135"/>
                <a:gd name="csY14" fmla="*/ 43571 h 223008"/>
                <a:gd name="csX15" fmla="*/ 4669 w 142135"/>
                <a:gd name="csY15" fmla="*/ 50173 h 223008"/>
                <a:gd name="csX16" fmla="*/ 15640 w 142135"/>
                <a:gd name="csY16" fmla="*/ 55981 h 223008"/>
                <a:gd name="csX17" fmla="*/ 25590 w 142135"/>
                <a:gd name="csY17" fmla="*/ 51315 h 223008"/>
                <a:gd name="csX18" fmla="*/ 21927 w 142135"/>
                <a:gd name="csY18" fmla="*/ 38128 h 223008"/>
                <a:gd name="csX19" fmla="*/ 25126 w 142135"/>
                <a:gd name="csY19" fmla="*/ 20612 h 223008"/>
                <a:gd name="csX20" fmla="*/ 29635 w 142135"/>
                <a:gd name="csY20" fmla="*/ 8944 h 223008"/>
                <a:gd name="csX21" fmla="*/ 56601 w 142135"/>
                <a:gd name="csY21" fmla="*/ 2664 h 223008"/>
                <a:gd name="csX22" fmla="*/ 68014 w 142135"/>
                <a:gd name="csY22" fmla="*/ 14926 h 223008"/>
                <a:gd name="csX23" fmla="*/ 70397 w 142135"/>
                <a:gd name="csY23" fmla="*/ 28730 h 223008"/>
                <a:gd name="csX24" fmla="*/ 64799 w 142135"/>
                <a:gd name="csY24" fmla="*/ 38367 h 223008"/>
                <a:gd name="csX25" fmla="*/ 76515 w 142135"/>
                <a:gd name="csY25" fmla="*/ 47199 h 223008"/>
                <a:gd name="csX26" fmla="*/ 95020 w 142135"/>
                <a:gd name="csY26" fmla="*/ 52596 h 223008"/>
                <a:gd name="csX27" fmla="*/ 116723 w 142135"/>
                <a:gd name="csY27" fmla="*/ 66052 h 223008"/>
                <a:gd name="csX28" fmla="*/ 125419 w 142135"/>
                <a:gd name="csY28" fmla="*/ 64641 h 223008"/>
                <a:gd name="csX29" fmla="*/ 121867 w 142135"/>
                <a:gd name="csY29" fmla="*/ 77984 h 223008"/>
                <a:gd name="csX30" fmla="*/ 126198 w 142135"/>
                <a:gd name="csY30" fmla="*/ 109560 h 223008"/>
                <a:gd name="csX31" fmla="*/ 132452 w 142135"/>
                <a:gd name="csY31" fmla="*/ 130811 h 223008"/>
                <a:gd name="csX32" fmla="*/ 137172 w 142135"/>
                <a:gd name="csY32" fmla="*/ 149525 h 223008"/>
                <a:gd name="csX33" fmla="*/ 126264 w 142135"/>
                <a:gd name="csY33" fmla="*/ 165042 h 223008"/>
                <a:gd name="csX34" fmla="*/ 119713 w 142135"/>
                <a:gd name="csY34" fmla="*/ 162318 h 223008"/>
                <a:gd name="csX35" fmla="*/ 122125 w 142135"/>
                <a:gd name="csY35" fmla="*/ 181310 h 223008"/>
                <a:gd name="csX36" fmla="*/ 122395 w 142135"/>
                <a:gd name="csY36" fmla="*/ 193071 h 223008"/>
                <a:gd name="csX37" fmla="*/ 117050 w 142135"/>
                <a:gd name="csY37" fmla="*/ 205350 h 223008"/>
                <a:gd name="csX38" fmla="*/ 115307 w 142135"/>
                <a:gd name="csY38" fmla="*/ 214639 h 223008"/>
                <a:gd name="csX39" fmla="*/ 105608 w 142135"/>
                <a:gd name="csY39" fmla="*/ 205168 h 223008"/>
                <a:gd name="csX40" fmla="*/ 70306 w 142135"/>
                <a:gd name="csY40" fmla="*/ 198146 h 223008"/>
                <a:gd name="csX41" fmla="*/ 57886 w 142135"/>
                <a:gd name="csY41" fmla="*/ 203581 h 223008"/>
                <a:gd name="csX42" fmla="*/ 42822 w 142135"/>
                <a:gd name="csY42" fmla="*/ 214552 h 223008"/>
                <a:gd name="csX43" fmla="*/ 33142 w 142135"/>
                <a:gd name="csY43" fmla="*/ 222624 h 2230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42135" h="223008">
                  <a:moveTo>
                    <a:pt x="33142" y="222624"/>
                  </a:moveTo>
                  <a:cubicBezTo>
                    <a:pt x="33100" y="221007"/>
                    <a:pt x="28999" y="218922"/>
                    <a:pt x="24030" y="217989"/>
                  </a:cubicBezTo>
                  <a:cubicBezTo>
                    <a:pt x="19061" y="217057"/>
                    <a:pt x="15032" y="215476"/>
                    <a:pt x="15077" y="214475"/>
                  </a:cubicBezTo>
                  <a:cubicBezTo>
                    <a:pt x="15123" y="213475"/>
                    <a:pt x="20967" y="206848"/>
                    <a:pt x="28065" y="199749"/>
                  </a:cubicBezTo>
                  <a:cubicBezTo>
                    <a:pt x="37756" y="190056"/>
                    <a:pt x="40635" y="185467"/>
                    <a:pt x="39623" y="181324"/>
                  </a:cubicBezTo>
                  <a:cubicBezTo>
                    <a:pt x="38882" y="178289"/>
                    <a:pt x="39300" y="170321"/>
                    <a:pt x="40552" y="163618"/>
                  </a:cubicBezTo>
                  <a:cubicBezTo>
                    <a:pt x="42457" y="153420"/>
                    <a:pt x="42085" y="150686"/>
                    <a:pt x="38270" y="146871"/>
                  </a:cubicBezTo>
                  <a:cubicBezTo>
                    <a:pt x="35762" y="144363"/>
                    <a:pt x="32644" y="141876"/>
                    <a:pt x="31342" y="141344"/>
                  </a:cubicBezTo>
                  <a:cubicBezTo>
                    <a:pt x="30039" y="140811"/>
                    <a:pt x="26314" y="136019"/>
                    <a:pt x="23064" y="130695"/>
                  </a:cubicBezTo>
                  <a:cubicBezTo>
                    <a:pt x="18146" y="122638"/>
                    <a:pt x="17840" y="121015"/>
                    <a:pt x="21238" y="121015"/>
                  </a:cubicBezTo>
                  <a:cubicBezTo>
                    <a:pt x="26407" y="121015"/>
                    <a:pt x="26532" y="114908"/>
                    <a:pt x="21448" y="110689"/>
                  </a:cubicBezTo>
                  <a:cubicBezTo>
                    <a:pt x="18195" y="107989"/>
                    <a:pt x="17551" y="108454"/>
                    <a:pt x="17417" y="113600"/>
                  </a:cubicBezTo>
                  <a:cubicBezTo>
                    <a:pt x="17202" y="121855"/>
                    <a:pt x="11362" y="102386"/>
                    <a:pt x="6090" y="75839"/>
                  </a:cubicBezTo>
                  <a:cubicBezTo>
                    <a:pt x="3834" y="64481"/>
                    <a:pt x="1295" y="52574"/>
                    <a:pt x="446" y="49379"/>
                  </a:cubicBezTo>
                  <a:cubicBezTo>
                    <a:pt x="-477" y="45903"/>
                    <a:pt x="61" y="43571"/>
                    <a:pt x="1787" y="43571"/>
                  </a:cubicBezTo>
                  <a:cubicBezTo>
                    <a:pt x="3372" y="43571"/>
                    <a:pt x="4669" y="46542"/>
                    <a:pt x="4669" y="50173"/>
                  </a:cubicBezTo>
                  <a:cubicBezTo>
                    <a:pt x="4669" y="56344"/>
                    <a:pt x="5386" y="56723"/>
                    <a:pt x="15640" y="55981"/>
                  </a:cubicBezTo>
                  <a:cubicBezTo>
                    <a:pt x="23894" y="55384"/>
                    <a:pt x="26358" y="54229"/>
                    <a:pt x="25590" y="51315"/>
                  </a:cubicBezTo>
                  <a:cubicBezTo>
                    <a:pt x="25028" y="49186"/>
                    <a:pt x="23380" y="43251"/>
                    <a:pt x="21927" y="38128"/>
                  </a:cubicBezTo>
                  <a:cubicBezTo>
                    <a:pt x="19644" y="30074"/>
                    <a:pt x="20076" y="27703"/>
                    <a:pt x="25126" y="20612"/>
                  </a:cubicBezTo>
                  <a:cubicBezTo>
                    <a:pt x="28338" y="16101"/>
                    <a:pt x="30367" y="10851"/>
                    <a:pt x="29635" y="8944"/>
                  </a:cubicBezTo>
                  <a:cubicBezTo>
                    <a:pt x="26306" y="269"/>
                    <a:pt x="38854" y="-2653"/>
                    <a:pt x="56601" y="2664"/>
                  </a:cubicBezTo>
                  <a:cubicBezTo>
                    <a:pt x="65243" y="5253"/>
                    <a:pt x="66731" y="6851"/>
                    <a:pt x="68014" y="14926"/>
                  </a:cubicBezTo>
                  <a:cubicBezTo>
                    <a:pt x="68826" y="20032"/>
                    <a:pt x="69898" y="26244"/>
                    <a:pt x="70397" y="28730"/>
                  </a:cubicBezTo>
                  <a:cubicBezTo>
                    <a:pt x="70908" y="31276"/>
                    <a:pt x="68463" y="35485"/>
                    <a:pt x="64799" y="38367"/>
                  </a:cubicBezTo>
                  <a:cubicBezTo>
                    <a:pt x="52677" y="47902"/>
                    <a:pt x="63675" y="56192"/>
                    <a:pt x="76515" y="47199"/>
                  </a:cubicBezTo>
                  <a:cubicBezTo>
                    <a:pt x="84862" y="41352"/>
                    <a:pt x="95020" y="44315"/>
                    <a:pt x="95020" y="52596"/>
                  </a:cubicBezTo>
                  <a:cubicBezTo>
                    <a:pt x="95020" y="61383"/>
                    <a:pt x="105491" y="67875"/>
                    <a:pt x="116723" y="66052"/>
                  </a:cubicBezTo>
                  <a:lnTo>
                    <a:pt x="125419" y="64641"/>
                  </a:lnTo>
                  <a:lnTo>
                    <a:pt x="121867" y="77984"/>
                  </a:lnTo>
                  <a:cubicBezTo>
                    <a:pt x="116766" y="97143"/>
                    <a:pt x="117305" y="101074"/>
                    <a:pt x="126198" y="109560"/>
                  </a:cubicBezTo>
                  <a:cubicBezTo>
                    <a:pt x="133696" y="116715"/>
                    <a:pt x="134049" y="117914"/>
                    <a:pt x="132452" y="130811"/>
                  </a:cubicBezTo>
                  <a:cubicBezTo>
                    <a:pt x="130905" y="143306"/>
                    <a:pt x="131310" y="144914"/>
                    <a:pt x="137172" y="149525"/>
                  </a:cubicBezTo>
                  <a:cubicBezTo>
                    <a:pt x="148350" y="158317"/>
                    <a:pt x="138877" y="171792"/>
                    <a:pt x="126264" y="165042"/>
                  </a:cubicBezTo>
                  <a:cubicBezTo>
                    <a:pt x="123464" y="163544"/>
                    <a:pt x="120516" y="162318"/>
                    <a:pt x="119713" y="162318"/>
                  </a:cubicBezTo>
                  <a:cubicBezTo>
                    <a:pt x="116537" y="162318"/>
                    <a:pt x="118487" y="177672"/>
                    <a:pt x="122125" y="181310"/>
                  </a:cubicBezTo>
                  <a:cubicBezTo>
                    <a:pt x="126947" y="186132"/>
                    <a:pt x="127019" y="189234"/>
                    <a:pt x="122395" y="193071"/>
                  </a:cubicBezTo>
                  <a:cubicBezTo>
                    <a:pt x="120414" y="194715"/>
                    <a:pt x="118009" y="200241"/>
                    <a:pt x="117050" y="205350"/>
                  </a:cubicBezTo>
                  <a:lnTo>
                    <a:pt x="115307" y="214639"/>
                  </a:lnTo>
                  <a:lnTo>
                    <a:pt x="105608" y="205168"/>
                  </a:lnTo>
                  <a:cubicBezTo>
                    <a:pt x="93087" y="192941"/>
                    <a:pt x="80185" y="190375"/>
                    <a:pt x="70306" y="198146"/>
                  </a:cubicBezTo>
                  <a:cubicBezTo>
                    <a:pt x="66478" y="201157"/>
                    <a:pt x="60889" y="203603"/>
                    <a:pt x="57886" y="203581"/>
                  </a:cubicBezTo>
                  <a:cubicBezTo>
                    <a:pt x="54649" y="203557"/>
                    <a:pt x="48516" y="208024"/>
                    <a:pt x="42822" y="214552"/>
                  </a:cubicBezTo>
                  <a:cubicBezTo>
                    <a:pt x="37540" y="220608"/>
                    <a:pt x="33184" y="224241"/>
                    <a:pt x="33142" y="222624"/>
                  </a:cubicBezTo>
                  <a:close/>
                </a:path>
              </a:pathLst>
            </a:custGeom>
            <a:solidFill>
              <a:srgbClr val="B9B9B9"/>
            </a:solidFill>
            <a:ln w="5163" cap="flat">
              <a:noFill/>
              <a:prstDash val="solid"/>
              <a:miter/>
            </a:ln>
          </p:spPr>
          <p:txBody>
            <a:bodyPr/>
            <a:lstStyle/>
            <a:p>
              <a:endParaRPr lang="es-419" noProof="0" dirty="0"/>
            </a:p>
          </p:txBody>
        </p:sp>
        <p:sp>
          <p:nvSpPr>
            <p:cNvPr id="86" name="Forma libre: forma 85">
              <a:extLst>
                <a:ext uri="{FF2B5EF4-FFF2-40B4-BE49-F238E27FC236}">
                  <a16:creationId xmlns:a16="http://schemas.microsoft.com/office/drawing/2014/main" id="{D1983EA0-5592-C4AA-C002-821EB9AFC0DD}"/>
                </a:ext>
              </a:extLst>
            </p:cNvPr>
            <p:cNvSpPr/>
            <p:nvPr/>
          </p:nvSpPr>
          <p:spPr>
            <a:xfrm>
              <a:off x="976738" y="2149266"/>
              <a:ext cx="9026" cy="7395"/>
            </a:xfrm>
            <a:custGeom>
              <a:avLst/>
              <a:gdLst>
                <a:gd name="csX0" fmla="*/ 866 w 9026"/>
                <a:gd name="csY0" fmla="*/ 4748 h 7395"/>
                <a:gd name="csX1" fmla="*/ 6187 w 9026"/>
                <a:gd name="csY1" fmla="*/ 710 h 7395"/>
                <a:gd name="csX2" fmla="*/ 8728 w 9026"/>
                <a:gd name="csY2" fmla="*/ 4901 h 7395"/>
                <a:gd name="csX3" fmla="*/ 866 w 9026"/>
                <a:gd name="csY3" fmla="*/ 4748 h 7395"/>
              </a:gdLst>
              <a:ahLst/>
              <a:cxnLst>
                <a:cxn ang="0">
                  <a:pos x="csX0" y="csY0"/>
                </a:cxn>
                <a:cxn ang="0">
                  <a:pos x="csX1" y="csY1"/>
                </a:cxn>
                <a:cxn ang="0">
                  <a:pos x="csX2" y="csY2"/>
                </a:cxn>
                <a:cxn ang="0">
                  <a:pos x="csX3" y="csY3"/>
                </a:cxn>
              </a:cxnLst>
              <a:rect l="l" t="t" r="r" b="b"/>
              <a:pathLst>
                <a:path w="9026" h="7395">
                  <a:moveTo>
                    <a:pt x="866" y="4748"/>
                  </a:moveTo>
                  <a:cubicBezTo>
                    <a:pt x="-1510" y="904"/>
                    <a:pt x="1245" y="-1186"/>
                    <a:pt x="6187" y="710"/>
                  </a:cubicBezTo>
                  <a:cubicBezTo>
                    <a:pt x="8468" y="1586"/>
                    <a:pt x="9611" y="3472"/>
                    <a:pt x="8728" y="4901"/>
                  </a:cubicBezTo>
                  <a:cubicBezTo>
                    <a:pt x="6635" y="8287"/>
                    <a:pt x="3009" y="8216"/>
                    <a:pt x="866" y="4748"/>
                  </a:cubicBezTo>
                  <a:close/>
                </a:path>
              </a:pathLst>
            </a:custGeom>
            <a:solidFill>
              <a:srgbClr val="B9B9B9"/>
            </a:solidFill>
            <a:ln w="5163" cap="flat">
              <a:noFill/>
              <a:prstDash val="solid"/>
              <a:miter/>
            </a:ln>
          </p:spPr>
          <p:txBody>
            <a:bodyPr/>
            <a:lstStyle/>
            <a:p>
              <a:endParaRPr lang="es-419" noProof="0" dirty="0"/>
            </a:p>
          </p:txBody>
        </p:sp>
        <p:sp>
          <p:nvSpPr>
            <p:cNvPr id="87" name="Forma libre: forma 86">
              <a:extLst>
                <a:ext uri="{FF2B5EF4-FFF2-40B4-BE49-F238E27FC236}">
                  <a16:creationId xmlns:a16="http://schemas.microsoft.com/office/drawing/2014/main" id="{AB1CEBD2-1DA4-A1F5-2E7A-9C1EDE99EC2A}"/>
                </a:ext>
              </a:extLst>
            </p:cNvPr>
            <p:cNvSpPr/>
            <p:nvPr/>
          </p:nvSpPr>
          <p:spPr>
            <a:xfrm>
              <a:off x="958388" y="2135665"/>
              <a:ext cx="19364" cy="11047"/>
            </a:xfrm>
            <a:custGeom>
              <a:avLst/>
              <a:gdLst>
                <a:gd name="csX0" fmla="*/ 0 w 19364"/>
                <a:gd name="csY0" fmla="*/ 8841 h 11047"/>
                <a:gd name="csX1" fmla="*/ 17408 w 19364"/>
                <a:gd name="csY1" fmla="*/ 154 h 11047"/>
                <a:gd name="csX2" fmla="*/ 17432 w 19364"/>
                <a:gd name="csY2" fmla="*/ 5614 h 11047"/>
                <a:gd name="csX3" fmla="*/ 0 w 19364"/>
                <a:gd name="csY3" fmla="*/ 8841 h 11047"/>
              </a:gdLst>
              <a:ahLst/>
              <a:cxnLst>
                <a:cxn ang="0">
                  <a:pos x="csX0" y="csY0"/>
                </a:cxn>
                <a:cxn ang="0">
                  <a:pos x="csX1" y="csY1"/>
                </a:cxn>
                <a:cxn ang="0">
                  <a:pos x="csX2" y="csY2"/>
                </a:cxn>
                <a:cxn ang="0">
                  <a:pos x="csX3" y="csY3"/>
                </a:cxn>
              </a:cxnLst>
              <a:rect l="l" t="t" r="r" b="b"/>
              <a:pathLst>
                <a:path w="19364" h="11047">
                  <a:moveTo>
                    <a:pt x="0" y="8841"/>
                  </a:moveTo>
                  <a:cubicBezTo>
                    <a:pt x="126" y="2682"/>
                    <a:pt x="7086" y="-791"/>
                    <a:pt x="17408" y="154"/>
                  </a:cubicBezTo>
                  <a:cubicBezTo>
                    <a:pt x="20010" y="392"/>
                    <a:pt x="20015" y="1478"/>
                    <a:pt x="17432" y="5614"/>
                  </a:cubicBezTo>
                  <a:cubicBezTo>
                    <a:pt x="14357" y="10538"/>
                    <a:pt x="-89" y="13212"/>
                    <a:pt x="0" y="8841"/>
                  </a:cubicBezTo>
                  <a:close/>
                </a:path>
              </a:pathLst>
            </a:custGeom>
            <a:solidFill>
              <a:srgbClr val="B9B9B9"/>
            </a:solidFill>
            <a:ln w="5163" cap="flat">
              <a:noFill/>
              <a:prstDash val="solid"/>
              <a:miter/>
            </a:ln>
          </p:spPr>
          <p:txBody>
            <a:bodyPr/>
            <a:lstStyle/>
            <a:p>
              <a:endParaRPr lang="es-419" noProof="0" dirty="0"/>
            </a:p>
          </p:txBody>
        </p:sp>
        <p:sp>
          <p:nvSpPr>
            <p:cNvPr id="88" name="Forma libre: forma 87">
              <a:extLst>
                <a:ext uri="{FF2B5EF4-FFF2-40B4-BE49-F238E27FC236}">
                  <a16:creationId xmlns:a16="http://schemas.microsoft.com/office/drawing/2014/main" id="{814E3BC5-4F38-6199-D3E4-45053025B98B}"/>
                </a:ext>
              </a:extLst>
            </p:cNvPr>
            <p:cNvSpPr/>
            <p:nvPr/>
          </p:nvSpPr>
          <p:spPr>
            <a:xfrm>
              <a:off x="938010" y="2110987"/>
              <a:ext cx="18997" cy="19965"/>
            </a:xfrm>
            <a:custGeom>
              <a:avLst/>
              <a:gdLst>
                <a:gd name="csX0" fmla="*/ 2787 w 18997"/>
                <a:gd name="csY0" fmla="*/ 11392 h 19965"/>
                <a:gd name="csX1" fmla="*/ 4678 w 18997"/>
                <a:gd name="csY1" fmla="*/ 36 h 19965"/>
                <a:gd name="csX2" fmla="*/ 17544 w 18997"/>
                <a:gd name="csY2" fmla="*/ 12951 h 19965"/>
                <a:gd name="csX3" fmla="*/ 13049 w 18997"/>
                <a:gd name="csY3" fmla="*/ 19965 h 19965"/>
                <a:gd name="csX4" fmla="*/ 2787 w 18997"/>
                <a:gd name="csY4" fmla="*/ 11392 h 19965"/>
              </a:gdLst>
              <a:ahLst/>
              <a:cxnLst>
                <a:cxn ang="0">
                  <a:pos x="csX0" y="csY0"/>
                </a:cxn>
                <a:cxn ang="0">
                  <a:pos x="csX1" y="csY1"/>
                </a:cxn>
                <a:cxn ang="0">
                  <a:pos x="csX2" y="csY2"/>
                </a:cxn>
                <a:cxn ang="0">
                  <a:pos x="csX3" y="csY3"/>
                </a:cxn>
                <a:cxn ang="0">
                  <a:pos x="csX4" y="csY4"/>
                </a:cxn>
              </a:cxnLst>
              <a:rect l="l" t="t" r="r" b="b"/>
              <a:pathLst>
                <a:path w="18997" h="19965">
                  <a:moveTo>
                    <a:pt x="2787" y="11392"/>
                  </a:moveTo>
                  <a:cubicBezTo>
                    <a:pt x="-1192" y="389"/>
                    <a:pt x="-1207" y="479"/>
                    <a:pt x="4678" y="36"/>
                  </a:cubicBezTo>
                  <a:cubicBezTo>
                    <a:pt x="10396" y="-395"/>
                    <a:pt x="13750" y="2973"/>
                    <a:pt x="17544" y="12951"/>
                  </a:cubicBezTo>
                  <a:cubicBezTo>
                    <a:pt x="20048" y="19537"/>
                    <a:pt x="19774" y="19965"/>
                    <a:pt x="13049" y="19965"/>
                  </a:cubicBezTo>
                  <a:cubicBezTo>
                    <a:pt x="7281" y="19965"/>
                    <a:pt x="5284" y="18297"/>
                    <a:pt x="2787" y="11392"/>
                  </a:cubicBezTo>
                  <a:close/>
                </a:path>
              </a:pathLst>
            </a:custGeom>
            <a:solidFill>
              <a:srgbClr val="B9B9B9"/>
            </a:solidFill>
            <a:ln w="5163" cap="flat">
              <a:noFill/>
              <a:prstDash val="solid"/>
              <a:miter/>
            </a:ln>
          </p:spPr>
          <p:txBody>
            <a:bodyPr/>
            <a:lstStyle/>
            <a:p>
              <a:endParaRPr lang="es-419" noProof="0" dirty="0"/>
            </a:p>
          </p:txBody>
        </p:sp>
        <p:sp>
          <p:nvSpPr>
            <p:cNvPr id="89" name="Forma libre: forma 88">
              <a:extLst>
                <a:ext uri="{FF2B5EF4-FFF2-40B4-BE49-F238E27FC236}">
                  <a16:creationId xmlns:a16="http://schemas.microsoft.com/office/drawing/2014/main" id="{56014F42-DDD5-A1EF-D26B-DABA8F6F14E5}"/>
                </a:ext>
              </a:extLst>
            </p:cNvPr>
            <p:cNvSpPr/>
            <p:nvPr/>
          </p:nvSpPr>
          <p:spPr>
            <a:xfrm>
              <a:off x="924790" y="2098451"/>
              <a:ext cx="5162" cy="9268"/>
            </a:xfrm>
            <a:custGeom>
              <a:avLst/>
              <a:gdLst>
                <a:gd name="csX0" fmla="*/ 0 w 5162"/>
                <a:gd name="csY0" fmla="*/ 3953 h 9268"/>
                <a:gd name="csX1" fmla="*/ 2581 w 5162"/>
                <a:gd name="csY1" fmla="*/ 233 h 9268"/>
                <a:gd name="csX2" fmla="*/ 5163 w 5162"/>
                <a:gd name="csY2" fmla="*/ 5549 h 9268"/>
                <a:gd name="csX3" fmla="*/ 2581 w 5162"/>
                <a:gd name="csY3" fmla="*/ 9269 h 9268"/>
                <a:gd name="csX4" fmla="*/ 0 w 5162"/>
                <a:gd name="csY4" fmla="*/ 3953 h 9268"/>
              </a:gdLst>
              <a:ahLst/>
              <a:cxnLst>
                <a:cxn ang="0">
                  <a:pos x="csX0" y="csY0"/>
                </a:cxn>
                <a:cxn ang="0">
                  <a:pos x="csX1" y="csY1"/>
                </a:cxn>
                <a:cxn ang="0">
                  <a:pos x="csX2" y="csY2"/>
                </a:cxn>
                <a:cxn ang="0">
                  <a:pos x="csX3" y="csY3"/>
                </a:cxn>
                <a:cxn ang="0">
                  <a:pos x="csX4" y="csY4"/>
                </a:cxn>
              </a:cxnLst>
              <a:rect l="l" t="t" r="r" b="b"/>
              <a:pathLst>
                <a:path w="5162" h="9268">
                  <a:moveTo>
                    <a:pt x="0" y="3953"/>
                  </a:moveTo>
                  <a:cubicBezTo>
                    <a:pt x="0" y="1030"/>
                    <a:pt x="1162" y="-644"/>
                    <a:pt x="2581" y="233"/>
                  </a:cubicBezTo>
                  <a:cubicBezTo>
                    <a:pt x="4001" y="1111"/>
                    <a:pt x="5163" y="3503"/>
                    <a:pt x="5163" y="5549"/>
                  </a:cubicBezTo>
                  <a:cubicBezTo>
                    <a:pt x="5163" y="7595"/>
                    <a:pt x="4001" y="9269"/>
                    <a:pt x="2581" y="9269"/>
                  </a:cubicBezTo>
                  <a:cubicBezTo>
                    <a:pt x="1162" y="9269"/>
                    <a:pt x="0" y="6877"/>
                    <a:pt x="0" y="3953"/>
                  </a:cubicBezTo>
                  <a:close/>
                </a:path>
              </a:pathLst>
            </a:custGeom>
            <a:solidFill>
              <a:srgbClr val="B9B9B9"/>
            </a:solidFill>
            <a:ln w="5163" cap="flat">
              <a:noFill/>
              <a:prstDash val="solid"/>
              <a:miter/>
            </a:ln>
          </p:spPr>
          <p:txBody>
            <a:bodyPr/>
            <a:lstStyle/>
            <a:p>
              <a:endParaRPr lang="es-419" noProof="0" dirty="0"/>
            </a:p>
          </p:txBody>
        </p:sp>
      </p:grpSp>
      <p:grpSp>
        <p:nvGrpSpPr>
          <p:cNvPr id="90" name="Gráfico 39">
            <a:extLst>
              <a:ext uri="{FF2B5EF4-FFF2-40B4-BE49-F238E27FC236}">
                <a16:creationId xmlns:a16="http://schemas.microsoft.com/office/drawing/2014/main" id="{86FCB678-8FB2-A25B-A14E-B22F30C3AA3F}"/>
              </a:ext>
            </a:extLst>
          </p:cNvPr>
          <p:cNvGrpSpPr/>
          <p:nvPr/>
        </p:nvGrpSpPr>
        <p:grpSpPr>
          <a:xfrm>
            <a:off x="281340" y="1474182"/>
            <a:ext cx="428841" cy="522535"/>
            <a:chOff x="281340" y="1474182"/>
            <a:chExt cx="428841" cy="522535"/>
          </a:xfrm>
          <a:solidFill>
            <a:srgbClr val="B9B9B9"/>
          </a:solidFill>
        </p:grpSpPr>
        <p:grpSp>
          <p:nvGrpSpPr>
            <p:cNvPr id="91" name="Gráfico 39">
              <a:extLst>
                <a:ext uri="{FF2B5EF4-FFF2-40B4-BE49-F238E27FC236}">
                  <a16:creationId xmlns:a16="http://schemas.microsoft.com/office/drawing/2014/main" id="{C7387BDE-4416-83A1-F4E6-6AAFB6573D54}"/>
                </a:ext>
              </a:extLst>
            </p:cNvPr>
            <p:cNvGrpSpPr/>
            <p:nvPr/>
          </p:nvGrpSpPr>
          <p:grpSpPr>
            <a:xfrm>
              <a:off x="281340" y="1474182"/>
              <a:ext cx="428841" cy="522535"/>
              <a:chOff x="281340" y="1474182"/>
              <a:chExt cx="428841" cy="522535"/>
            </a:xfrm>
            <a:solidFill>
              <a:srgbClr val="B9B9B9"/>
            </a:solidFill>
          </p:grpSpPr>
          <p:sp>
            <p:nvSpPr>
              <p:cNvPr id="92" name="Forma libre: forma 91">
                <a:extLst>
                  <a:ext uri="{FF2B5EF4-FFF2-40B4-BE49-F238E27FC236}">
                    <a16:creationId xmlns:a16="http://schemas.microsoft.com/office/drawing/2014/main" id="{0918B797-E155-6FFA-FE28-571C356D40DB}"/>
                  </a:ext>
                </a:extLst>
              </p:cNvPr>
              <p:cNvSpPr/>
              <p:nvPr/>
            </p:nvSpPr>
            <p:spPr>
              <a:xfrm>
                <a:off x="281340" y="1474182"/>
                <a:ext cx="428841" cy="522535"/>
              </a:xfrm>
              <a:custGeom>
                <a:avLst/>
                <a:gdLst>
                  <a:gd name="csX0" fmla="*/ 375000 w 428841"/>
                  <a:gd name="csY0" fmla="*/ 516104 h 522535"/>
                  <a:gd name="csX1" fmla="*/ 367101 w 428841"/>
                  <a:gd name="csY1" fmla="*/ 496098 h 522535"/>
                  <a:gd name="csX2" fmla="*/ 357849 w 428841"/>
                  <a:gd name="csY2" fmla="*/ 467300 h 522535"/>
                  <a:gd name="csX3" fmla="*/ 337807 w 428841"/>
                  <a:gd name="csY3" fmla="*/ 445109 h 522535"/>
                  <a:gd name="csX4" fmla="*/ 320489 w 428841"/>
                  <a:gd name="csY4" fmla="*/ 429036 h 522535"/>
                  <a:gd name="csX5" fmla="*/ 269809 w 428841"/>
                  <a:gd name="csY5" fmla="*/ 379110 h 522535"/>
                  <a:gd name="csX6" fmla="*/ 248488 w 428841"/>
                  <a:gd name="csY6" fmla="*/ 370097 h 522535"/>
                  <a:gd name="csX7" fmla="*/ 256878 w 428841"/>
                  <a:gd name="csY7" fmla="*/ 370327 h 522535"/>
                  <a:gd name="csX8" fmla="*/ 265267 w 428841"/>
                  <a:gd name="csY8" fmla="*/ 372646 h 522535"/>
                  <a:gd name="csX9" fmla="*/ 258168 w 428841"/>
                  <a:gd name="csY9" fmla="*/ 366399 h 522535"/>
                  <a:gd name="csX10" fmla="*/ 251069 w 428841"/>
                  <a:gd name="csY10" fmla="*/ 355305 h 522535"/>
                  <a:gd name="csX11" fmla="*/ 237556 w 428841"/>
                  <a:gd name="csY11" fmla="*/ 353450 h 522535"/>
                  <a:gd name="csX12" fmla="*/ 235538 w 428841"/>
                  <a:gd name="csY12" fmla="*/ 349578 h 522535"/>
                  <a:gd name="csX13" fmla="*/ 231626 w 428841"/>
                  <a:gd name="csY13" fmla="*/ 338114 h 522535"/>
                  <a:gd name="csX14" fmla="*/ 227531 w 428841"/>
                  <a:gd name="csY14" fmla="*/ 327788 h 522535"/>
                  <a:gd name="csX15" fmla="*/ 225255 w 428841"/>
                  <a:gd name="csY15" fmla="*/ 330217 h 522535"/>
                  <a:gd name="csX16" fmla="*/ 222797 w 428841"/>
                  <a:gd name="csY16" fmla="*/ 331508 h 522535"/>
                  <a:gd name="csX17" fmla="*/ 220276 w 428841"/>
                  <a:gd name="csY17" fmla="*/ 330217 h 522535"/>
                  <a:gd name="csX18" fmla="*/ 216375 w 428841"/>
                  <a:gd name="csY18" fmla="*/ 326968 h 522535"/>
                  <a:gd name="csX19" fmla="*/ 212138 w 428841"/>
                  <a:gd name="csY19" fmla="*/ 320021 h 522535"/>
                  <a:gd name="csX20" fmla="*/ 209766 w 428841"/>
                  <a:gd name="csY20" fmla="*/ 317462 h 522535"/>
                  <a:gd name="csX21" fmla="*/ 212670 w 428841"/>
                  <a:gd name="csY21" fmla="*/ 314083 h 522535"/>
                  <a:gd name="csX22" fmla="*/ 216877 w 428841"/>
                  <a:gd name="csY22" fmla="*/ 311142 h 522535"/>
                  <a:gd name="csX23" fmla="*/ 215264 w 428841"/>
                  <a:gd name="csY23" fmla="*/ 309359 h 522535"/>
                  <a:gd name="csX24" fmla="*/ 217511 w 428841"/>
                  <a:gd name="csY24" fmla="*/ 291496 h 522535"/>
                  <a:gd name="csX25" fmla="*/ 222673 w 428841"/>
                  <a:gd name="csY25" fmla="*/ 271731 h 522535"/>
                  <a:gd name="csX26" fmla="*/ 225571 w 428841"/>
                  <a:gd name="csY26" fmla="*/ 266972 h 522535"/>
                  <a:gd name="csX27" fmla="*/ 225255 w 428841"/>
                  <a:gd name="csY27" fmla="*/ 263100 h 522535"/>
                  <a:gd name="csX28" fmla="*/ 224939 w 428841"/>
                  <a:gd name="csY28" fmla="*/ 259227 h 522535"/>
                  <a:gd name="csX29" fmla="*/ 227470 w 428841"/>
                  <a:gd name="csY29" fmla="*/ 246966 h 522535"/>
                  <a:gd name="csX30" fmla="*/ 227104 w 428841"/>
                  <a:gd name="csY30" fmla="*/ 234704 h 522535"/>
                  <a:gd name="csX31" fmla="*/ 225255 w 428841"/>
                  <a:gd name="csY31" fmla="*/ 245029 h 522535"/>
                  <a:gd name="csX32" fmla="*/ 222926 w 428841"/>
                  <a:gd name="csY32" fmla="*/ 241157 h 522535"/>
                  <a:gd name="csX33" fmla="*/ 213514 w 428841"/>
                  <a:gd name="csY33" fmla="*/ 204198 h 522535"/>
                  <a:gd name="csX34" fmla="*/ 207511 w 428841"/>
                  <a:gd name="csY34" fmla="*/ 195911 h 522535"/>
                  <a:gd name="csX35" fmla="*/ 199366 w 428841"/>
                  <a:gd name="csY35" fmla="*/ 188261 h 522535"/>
                  <a:gd name="csX36" fmla="*/ 189814 w 428841"/>
                  <a:gd name="csY36" fmla="*/ 185143 h 522535"/>
                  <a:gd name="csX37" fmla="*/ 177824 w 428841"/>
                  <a:gd name="csY37" fmla="*/ 176701 h 522535"/>
                  <a:gd name="csX38" fmla="*/ 173385 w 428841"/>
                  <a:gd name="csY38" fmla="*/ 171969 h 522535"/>
                  <a:gd name="csX39" fmla="*/ 172244 w 428841"/>
                  <a:gd name="csY39" fmla="*/ 166295 h 522535"/>
                  <a:gd name="csX40" fmla="*/ 157189 w 428841"/>
                  <a:gd name="csY40" fmla="*/ 154717 h 522535"/>
                  <a:gd name="csX41" fmla="*/ 154290 w 428841"/>
                  <a:gd name="csY41" fmla="*/ 143110 h 522535"/>
                  <a:gd name="csX42" fmla="*/ 153437 w 428841"/>
                  <a:gd name="csY42" fmla="*/ 130888 h 522535"/>
                  <a:gd name="csX43" fmla="*/ 150373 w 428841"/>
                  <a:gd name="csY43" fmla="*/ 128835 h 522535"/>
                  <a:gd name="csX44" fmla="*/ 148457 w 428841"/>
                  <a:gd name="csY44" fmla="*/ 125777 h 522535"/>
                  <a:gd name="csX45" fmla="*/ 150890 w 428841"/>
                  <a:gd name="csY45" fmla="*/ 109503 h 522535"/>
                  <a:gd name="csX46" fmla="*/ 144325 w 428841"/>
                  <a:gd name="csY46" fmla="*/ 119656 h 522535"/>
                  <a:gd name="csX47" fmla="*/ 132054 w 428841"/>
                  <a:gd name="csY47" fmla="*/ 127093 h 522535"/>
                  <a:gd name="csX48" fmla="*/ 125630 w 428841"/>
                  <a:gd name="csY48" fmla="*/ 120812 h 522535"/>
                  <a:gd name="csX49" fmla="*/ 123207 w 428841"/>
                  <a:gd name="csY49" fmla="*/ 117248 h 522535"/>
                  <a:gd name="csX50" fmla="*/ 119415 w 428841"/>
                  <a:gd name="csY50" fmla="*/ 121894 h 522535"/>
                  <a:gd name="csX51" fmla="*/ 116519 w 428841"/>
                  <a:gd name="csY51" fmla="*/ 129437 h 522535"/>
                  <a:gd name="csX52" fmla="*/ 107977 w 428841"/>
                  <a:gd name="csY52" fmla="*/ 127285 h 522535"/>
                  <a:gd name="csX53" fmla="*/ 105433 w 428841"/>
                  <a:gd name="csY53" fmla="*/ 123427 h 522535"/>
                  <a:gd name="csX54" fmla="*/ 96024 w 428841"/>
                  <a:gd name="csY54" fmla="*/ 113119 h 522535"/>
                  <a:gd name="csX55" fmla="*/ 84566 w 428841"/>
                  <a:gd name="csY55" fmla="*/ 104340 h 522535"/>
                  <a:gd name="csX56" fmla="*/ 73108 w 428841"/>
                  <a:gd name="csY56" fmla="*/ 95562 h 522535"/>
                  <a:gd name="csX57" fmla="*/ 56725 w 428841"/>
                  <a:gd name="csY57" fmla="*/ 85124 h 522535"/>
                  <a:gd name="csX58" fmla="*/ 41890 w 428841"/>
                  <a:gd name="csY58" fmla="*/ 66163 h 522535"/>
                  <a:gd name="csX59" fmla="*/ 28677 w 428841"/>
                  <a:gd name="csY59" fmla="*/ 46701 h 522535"/>
                  <a:gd name="csX60" fmla="*/ 19131 w 428841"/>
                  <a:gd name="csY60" fmla="*/ 37238 h 522535"/>
                  <a:gd name="csX61" fmla="*/ 12905 w 428841"/>
                  <a:gd name="csY61" fmla="*/ 29478 h 522535"/>
                  <a:gd name="csX62" fmla="*/ 565 w 428841"/>
                  <a:gd name="csY62" fmla="*/ 12763 h 522535"/>
                  <a:gd name="csX63" fmla="*/ 24931 w 428841"/>
                  <a:gd name="csY63" fmla="*/ 17586 h 522535"/>
                  <a:gd name="csX64" fmla="*/ 53740 w 428841"/>
                  <a:gd name="csY64" fmla="*/ 17944 h 522535"/>
                  <a:gd name="csX65" fmla="*/ 62623 w 428841"/>
                  <a:gd name="csY65" fmla="*/ 19236 h 522535"/>
                  <a:gd name="csX66" fmla="*/ 68432 w 428841"/>
                  <a:gd name="csY66" fmla="*/ 26677 h 522535"/>
                  <a:gd name="csX67" fmla="*/ 76711 w 428841"/>
                  <a:gd name="csY67" fmla="*/ 24137 h 522535"/>
                  <a:gd name="csX68" fmla="*/ 79251 w 428841"/>
                  <a:gd name="csY68" fmla="*/ 21734 h 522535"/>
                  <a:gd name="csX69" fmla="*/ 83275 w 428841"/>
                  <a:gd name="csY69" fmla="*/ 19103 h 522535"/>
                  <a:gd name="csX70" fmla="*/ 76792 w 428841"/>
                  <a:gd name="csY70" fmla="*/ 18100 h 522535"/>
                  <a:gd name="csX71" fmla="*/ 72078 w 428841"/>
                  <a:gd name="csY71" fmla="*/ 15119 h 522535"/>
                  <a:gd name="csX72" fmla="*/ 69501 w 428841"/>
                  <a:gd name="csY72" fmla="*/ 12179 h 522535"/>
                  <a:gd name="csX73" fmla="*/ 70989 w 428841"/>
                  <a:gd name="csY73" fmla="*/ 5916 h 522535"/>
                  <a:gd name="csX74" fmla="*/ 77646 w 428841"/>
                  <a:gd name="csY74" fmla="*/ 3402 h 522535"/>
                  <a:gd name="csX75" fmla="*/ 139275 w 428841"/>
                  <a:gd name="csY75" fmla="*/ 15638 h 522535"/>
                  <a:gd name="csX76" fmla="*/ 187630 w 428841"/>
                  <a:gd name="csY76" fmla="*/ 22047 h 522535"/>
                  <a:gd name="csX77" fmla="*/ 207209 w 428841"/>
                  <a:gd name="csY77" fmla="*/ 56596 h 522535"/>
                  <a:gd name="csX78" fmla="*/ 227114 w 428841"/>
                  <a:gd name="csY78" fmla="*/ 93147 h 522535"/>
                  <a:gd name="csX79" fmla="*/ 237157 w 428841"/>
                  <a:gd name="csY79" fmla="*/ 106748 h 522535"/>
                  <a:gd name="csX80" fmla="*/ 244314 w 428841"/>
                  <a:gd name="csY80" fmla="*/ 119404 h 522535"/>
                  <a:gd name="csX81" fmla="*/ 245646 w 428841"/>
                  <a:gd name="csY81" fmla="*/ 128703 h 522535"/>
                  <a:gd name="csX82" fmla="*/ 248545 w 428841"/>
                  <a:gd name="csY82" fmla="*/ 142569 h 522535"/>
                  <a:gd name="csX83" fmla="*/ 261330 w 428841"/>
                  <a:gd name="csY83" fmla="*/ 164801 h 522535"/>
                  <a:gd name="csX84" fmla="*/ 258888 w 428841"/>
                  <a:gd name="csY84" fmla="*/ 155359 h 522535"/>
                  <a:gd name="csX85" fmla="*/ 255800 w 428841"/>
                  <a:gd name="csY85" fmla="*/ 130155 h 522535"/>
                  <a:gd name="csX86" fmla="*/ 275961 w 428841"/>
                  <a:gd name="csY86" fmla="*/ 158456 h 522535"/>
                  <a:gd name="csX87" fmla="*/ 281077 w 428841"/>
                  <a:gd name="csY87" fmla="*/ 166295 h 522535"/>
                  <a:gd name="csX88" fmla="*/ 284516 w 428841"/>
                  <a:gd name="csY88" fmla="*/ 174685 h 522535"/>
                  <a:gd name="csX89" fmla="*/ 290330 w 428841"/>
                  <a:gd name="csY89" fmla="*/ 206853 h 522535"/>
                  <a:gd name="csX90" fmla="*/ 289732 w 428841"/>
                  <a:gd name="csY90" fmla="*/ 219395 h 522535"/>
                  <a:gd name="csX91" fmla="*/ 295284 w 428841"/>
                  <a:gd name="csY91" fmla="*/ 246624 h 522535"/>
                  <a:gd name="csX92" fmla="*/ 307839 w 428841"/>
                  <a:gd name="csY92" fmla="*/ 265674 h 522535"/>
                  <a:gd name="csX93" fmla="*/ 311998 w 428841"/>
                  <a:gd name="csY93" fmla="*/ 272749 h 522535"/>
                  <a:gd name="csX94" fmla="*/ 323310 w 428841"/>
                  <a:gd name="csY94" fmla="*/ 313772 h 522535"/>
                  <a:gd name="csX95" fmla="*/ 331080 w 428841"/>
                  <a:gd name="csY95" fmla="*/ 343142 h 522535"/>
                  <a:gd name="csX96" fmla="*/ 329774 w 428841"/>
                  <a:gd name="csY96" fmla="*/ 364390 h 522535"/>
                  <a:gd name="csX97" fmla="*/ 349986 w 428841"/>
                  <a:gd name="csY97" fmla="*/ 396248 h 522535"/>
                  <a:gd name="csX98" fmla="*/ 354973 w 428841"/>
                  <a:gd name="csY98" fmla="*/ 397754 h 522535"/>
                  <a:gd name="csX99" fmla="*/ 357026 w 428841"/>
                  <a:gd name="csY99" fmla="*/ 403789 h 522535"/>
                  <a:gd name="csX100" fmla="*/ 360843 w 428841"/>
                  <a:gd name="csY100" fmla="*/ 395399 h 522535"/>
                  <a:gd name="csX101" fmla="*/ 361835 w 428841"/>
                  <a:gd name="csY101" fmla="*/ 383279 h 522535"/>
                  <a:gd name="csX102" fmla="*/ 377379 w 428841"/>
                  <a:gd name="csY102" fmla="*/ 393272 h 522535"/>
                  <a:gd name="csX103" fmla="*/ 390468 w 428841"/>
                  <a:gd name="csY103" fmla="*/ 410555 h 522535"/>
                  <a:gd name="csX104" fmla="*/ 396921 w 428841"/>
                  <a:gd name="csY104" fmla="*/ 414114 h 522535"/>
                  <a:gd name="csX105" fmla="*/ 403375 w 428841"/>
                  <a:gd name="csY105" fmla="*/ 419847 h 522535"/>
                  <a:gd name="csX106" fmla="*/ 406602 w 428841"/>
                  <a:gd name="csY106" fmla="*/ 439662 h 522535"/>
                  <a:gd name="csX107" fmla="*/ 418087 w 428841"/>
                  <a:gd name="csY107" fmla="*/ 458630 h 522535"/>
                  <a:gd name="csX108" fmla="*/ 419011 w 428841"/>
                  <a:gd name="csY108" fmla="*/ 503820 h 522535"/>
                  <a:gd name="csX109" fmla="*/ 409820 w 428841"/>
                  <a:gd name="csY109" fmla="*/ 509628 h 522535"/>
                  <a:gd name="csX110" fmla="*/ 394580 w 428841"/>
                  <a:gd name="csY110" fmla="*/ 516082 h 522535"/>
                  <a:gd name="csX111" fmla="*/ 382031 w 428841"/>
                  <a:gd name="csY111" fmla="*/ 522535 h 522535"/>
                  <a:gd name="csX112" fmla="*/ 375000 w 428841"/>
                  <a:gd name="csY112" fmla="*/ 516104 h 5225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Lst>
                <a:rect l="l" t="t" r="r" b="b"/>
                <a:pathLst>
                  <a:path w="428841" h="522535">
                    <a:moveTo>
                      <a:pt x="375000" y="516104"/>
                    </a:moveTo>
                    <a:cubicBezTo>
                      <a:pt x="371085" y="511937"/>
                      <a:pt x="368304" y="504894"/>
                      <a:pt x="367101" y="496098"/>
                    </a:cubicBezTo>
                    <a:cubicBezTo>
                      <a:pt x="366079" y="488632"/>
                      <a:pt x="361916" y="475673"/>
                      <a:pt x="357849" y="467300"/>
                    </a:cubicBezTo>
                    <a:cubicBezTo>
                      <a:pt x="351802" y="454850"/>
                      <a:pt x="348152" y="450809"/>
                      <a:pt x="337807" y="445109"/>
                    </a:cubicBezTo>
                    <a:cubicBezTo>
                      <a:pt x="329743" y="440665"/>
                      <a:pt x="323467" y="434840"/>
                      <a:pt x="320489" y="429036"/>
                    </a:cubicBezTo>
                    <a:cubicBezTo>
                      <a:pt x="313727" y="415856"/>
                      <a:pt x="278311" y="380967"/>
                      <a:pt x="269809" y="379110"/>
                    </a:cubicBezTo>
                    <a:cubicBezTo>
                      <a:pt x="258622" y="376667"/>
                      <a:pt x="248488" y="372383"/>
                      <a:pt x="248488" y="370097"/>
                    </a:cubicBezTo>
                    <a:cubicBezTo>
                      <a:pt x="248488" y="368948"/>
                      <a:pt x="252263" y="369052"/>
                      <a:pt x="256878" y="370327"/>
                    </a:cubicBezTo>
                    <a:lnTo>
                      <a:pt x="265267" y="372646"/>
                    </a:lnTo>
                    <a:lnTo>
                      <a:pt x="258168" y="366399"/>
                    </a:lnTo>
                    <a:cubicBezTo>
                      <a:pt x="254264" y="362963"/>
                      <a:pt x="251069" y="357971"/>
                      <a:pt x="251069" y="355305"/>
                    </a:cubicBezTo>
                    <a:cubicBezTo>
                      <a:pt x="251069" y="350053"/>
                      <a:pt x="241061" y="348679"/>
                      <a:pt x="237556" y="353450"/>
                    </a:cubicBezTo>
                    <a:cubicBezTo>
                      <a:pt x="236513" y="354870"/>
                      <a:pt x="235605" y="353128"/>
                      <a:pt x="235538" y="349578"/>
                    </a:cubicBezTo>
                    <a:cubicBezTo>
                      <a:pt x="235471" y="346029"/>
                      <a:pt x="233711" y="340870"/>
                      <a:pt x="231626" y="338114"/>
                    </a:cubicBezTo>
                    <a:cubicBezTo>
                      <a:pt x="229542" y="335358"/>
                      <a:pt x="227699" y="330711"/>
                      <a:pt x="227531" y="327788"/>
                    </a:cubicBezTo>
                    <a:cubicBezTo>
                      <a:pt x="227316" y="324054"/>
                      <a:pt x="226639" y="324776"/>
                      <a:pt x="225255" y="330217"/>
                    </a:cubicBezTo>
                    <a:cubicBezTo>
                      <a:pt x="223398" y="337513"/>
                      <a:pt x="223256" y="337588"/>
                      <a:pt x="222797" y="331508"/>
                    </a:cubicBezTo>
                    <a:cubicBezTo>
                      <a:pt x="222352" y="325610"/>
                      <a:pt x="222136" y="325499"/>
                      <a:pt x="220276" y="330217"/>
                    </a:cubicBezTo>
                    <a:cubicBezTo>
                      <a:pt x="218499" y="334726"/>
                      <a:pt x="218005" y="334315"/>
                      <a:pt x="216375" y="326968"/>
                    </a:cubicBezTo>
                    <a:cubicBezTo>
                      <a:pt x="215349" y="322341"/>
                      <a:pt x="213442" y="319215"/>
                      <a:pt x="212138" y="320021"/>
                    </a:cubicBezTo>
                    <a:cubicBezTo>
                      <a:pt x="210833" y="320827"/>
                      <a:pt x="209766" y="319676"/>
                      <a:pt x="209766" y="317462"/>
                    </a:cubicBezTo>
                    <a:cubicBezTo>
                      <a:pt x="209766" y="315249"/>
                      <a:pt x="211073" y="313728"/>
                      <a:pt x="212670" y="314083"/>
                    </a:cubicBezTo>
                    <a:cubicBezTo>
                      <a:pt x="214268" y="314438"/>
                      <a:pt x="216161" y="313115"/>
                      <a:pt x="216877" y="311142"/>
                    </a:cubicBezTo>
                    <a:cubicBezTo>
                      <a:pt x="217675" y="308946"/>
                      <a:pt x="217050" y="308255"/>
                      <a:pt x="215264" y="309359"/>
                    </a:cubicBezTo>
                    <a:cubicBezTo>
                      <a:pt x="211189" y="311878"/>
                      <a:pt x="211586" y="308715"/>
                      <a:pt x="217511" y="291496"/>
                    </a:cubicBezTo>
                    <a:cubicBezTo>
                      <a:pt x="220350" y="283242"/>
                      <a:pt x="222673" y="274348"/>
                      <a:pt x="222673" y="271731"/>
                    </a:cubicBezTo>
                    <a:cubicBezTo>
                      <a:pt x="222673" y="269113"/>
                      <a:pt x="223977" y="266972"/>
                      <a:pt x="225571" y="266972"/>
                    </a:cubicBezTo>
                    <a:cubicBezTo>
                      <a:pt x="227573" y="266972"/>
                      <a:pt x="227475" y="265775"/>
                      <a:pt x="225255" y="263100"/>
                    </a:cubicBezTo>
                    <a:cubicBezTo>
                      <a:pt x="223035" y="260424"/>
                      <a:pt x="222937" y="259227"/>
                      <a:pt x="224939" y="259227"/>
                    </a:cubicBezTo>
                    <a:cubicBezTo>
                      <a:pt x="226726" y="259227"/>
                      <a:pt x="227696" y="254529"/>
                      <a:pt x="227470" y="246966"/>
                    </a:cubicBezTo>
                    <a:lnTo>
                      <a:pt x="227104" y="234704"/>
                    </a:lnTo>
                    <a:lnTo>
                      <a:pt x="225255" y="245029"/>
                    </a:lnTo>
                    <a:cubicBezTo>
                      <a:pt x="223422" y="255266"/>
                      <a:pt x="223402" y="255233"/>
                      <a:pt x="222926" y="241157"/>
                    </a:cubicBezTo>
                    <a:cubicBezTo>
                      <a:pt x="222330" y="223537"/>
                      <a:pt x="217100" y="203003"/>
                      <a:pt x="213514" y="204198"/>
                    </a:cubicBezTo>
                    <a:cubicBezTo>
                      <a:pt x="212038" y="204690"/>
                      <a:pt x="209337" y="200961"/>
                      <a:pt x="207511" y="195911"/>
                    </a:cubicBezTo>
                    <a:cubicBezTo>
                      <a:pt x="204912" y="188724"/>
                      <a:pt x="203143" y="187062"/>
                      <a:pt x="199366" y="188261"/>
                    </a:cubicBezTo>
                    <a:cubicBezTo>
                      <a:pt x="196479" y="189177"/>
                      <a:pt x="192643" y="187925"/>
                      <a:pt x="189814" y="185143"/>
                    </a:cubicBezTo>
                    <a:cubicBezTo>
                      <a:pt x="187213" y="182586"/>
                      <a:pt x="181818" y="178787"/>
                      <a:pt x="177824" y="176701"/>
                    </a:cubicBezTo>
                    <a:cubicBezTo>
                      <a:pt x="173830" y="174616"/>
                      <a:pt x="171833" y="172486"/>
                      <a:pt x="173385" y="171969"/>
                    </a:cubicBezTo>
                    <a:cubicBezTo>
                      <a:pt x="177632" y="170553"/>
                      <a:pt x="176775" y="166295"/>
                      <a:pt x="172244" y="166295"/>
                    </a:cubicBezTo>
                    <a:cubicBezTo>
                      <a:pt x="165904" y="166295"/>
                      <a:pt x="155744" y="158482"/>
                      <a:pt x="157189" y="154717"/>
                    </a:cubicBezTo>
                    <a:cubicBezTo>
                      <a:pt x="157916" y="152822"/>
                      <a:pt x="156611" y="147599"/>
                      <a:pt x="154290" y="143110"/>
                    </a:cubicBezTo>
                    <a:cubicBezTo>
                      <a:pt x="150789" y="136341"/>
                      <a:pt x="150644" y="134254"/>
                      <a:pt x="153437" y="130888"/>
                    </a:cubicBezTo>
                    <a:cubicBezTo>
                      <a:pt x="156396" y="127323"/>
                      <a:pt x="156023" y="127073"/>
                      <a:pt x="150373" y="128835"/>
                    </a:cubicBezTo>
                    <a:cubicBezTo>
                      <a:pt x="144136" y="130780"/>
                      <a:pt x="144078" y="130686"/>
                      <a:pt x="148457" y="125777"/>
                    </a:cubicBezTo>
                    <a:cubicBezTo>
                      <a:pt x="153040" y="120640"/>
                      <a:pt x="154705" y="109503"/>
                      <a:pt x="150890" y="109503"/>
                    </a:cubicBezTo>
                    <a:cubicBezTo>
                      <a:pt x="149743" y="109503"/>
                      <a:pt x="146789" y="114072"/>
                      <a:pt x="144325" y="119656"/>
                    </a:cubicBezTo>
                    <a:cubicBezTo>
                      <a:pt x="140017" y="129421"/>
                      <a:pt x="139548" y="129705"/>
                      <a:pt x="132054" y="127093"/>
                    </a:cubicBezTo>
                    <a:cubicBezTo>
                      <a:pt x="127075" y="125357"/>
                      <a:pt x="124756" y="123090"/>
                      <a:pt x="125630" y="120812"/>
                    </a:cubicBezTo>
                    <a:cubicBezTo>
                      <a:pt x="126411" y="118778"/>
                      <a:pt x="125370" y="117248"/>
                      <a:pt x="123207" y="117248"/>
                    </a:cubicBezTo>
                    <a:cubicBezTo>
                      <a:pt x="121121" y="117248"/>
                      <a:pt x="119415" y="119339"/>
                      <a:pt x="119415" y="121894"/>
                    </a:cubicBezTo>
                    <a:cubicBezTo>
                      <a:pt x="119415" y="124450"/>
                      <a:pt x="118112" y="127844"/>
                      <a:pt x="116519" y="129437"/>
                    </a:cubicBezTo>
                    <a:cubicBezTo>
                      <a:pt x="113230" y="132727"/>
                      <a:pt x="105775" y="130849"/>
                      <a:pt x="107977" y="127285"/>
                    </a:cubicBezTo>
                    <a:cubicBezTo>
                      <a:pt x="108769" y="126004"/>
                      <a:pt x="107624" y="124268"/>
                      <a:pt x="105433" y="123427"/>
                    </a:cubicBezTo>
                    <a:cubicBezTo>
                      <a:pt x="103242" y="122586"/>
                      <a:pt x="99008" y="117948"/>
                      <a:pt x="96024" y="113119"/>
                    </a:cubicBezTo>
                    <a:cubicBezTo>
                      <a:pt x="92358" y="107187"/>
                      <a:pt x="88642" y="104340"/>
                      <a:pt x="84566" y="104340"/>
                    </a:cubicBezTo>
                    <a:cubicBezTo>
                      <a:pt x="80490" y="104340"/>
                      <a:pt x="76774" y="101493"/>
                      <a:pt x="73108" y="95562"/>
                    </a:cubicBezTo>
                    <a:cubicBezTo>
                      <a:pt x="67387" y="86305"/>
                      <a:pt x="62222" y="83015"/>
                      <a:pt x="56725" y="85124"/>
                    </a:cubicBezTo>
                    <a:cubicBezTo>
                      <a:pt x="50606" y="87472"/>
                      <a:pt x="41978" y="76444"/>
                      <a:pt x="41890" y="66163"/>
                    </a:cubicBezTo>
                    <a:cubicBezTo>
                      <a:pt x="41792" y="54708"/>
                      <a:pt x="37917" y="49001"/>
                      <a:pt x="28677" y="46701"/>
                    </a:cubicBezTo>
                    <a:cubicBezTo>
                      <a:pt x="24172" y="45580"/>
                      <a:pt x="20912" y="42349"/>
                      <a:pt x="19131" y="37238"/>
                    </a:cubicBezTo>
                    <a:cubicBezTo>
                      <a:pt x="17643" y="32970"/>
                      <a:pt x="14841" y="29478"/>
                      <a:pt x="12905" y="29478"/>
                    </a:cubicBezTo>
                    <a:cubicBezTo>
                      <a:pt x="8305" y="29478"/>
                      <a:pt x="-2593" y="14715"/>
                      <a:pt x="565" y="12763"/>
                    </a:cubicBezTo>
                    <a:cubicBezTo>
                      <a:pt x="3818" y="10752"/>
                      <a:pt x="12858" y="12542"/>
                      <a:pt x="24931" y="17586"/>
                    </a:cubicBezTo>
                    <a:cubicBezTo>
                      <a:pt x="37286" y="22748"/>
                      <a:pt x="47225" y="22872"/>
                      <a:pt x="53740" y="17944"/>
                    </a:cubicBezTo>
                    <a:cubicBezTo>
                      <a:pt x="60581" y="12770"/>
                      <a:pt x="62623" y="13067"/>
                      <a:pt x="62623" y="19236"/>
                    </a:cubicBezTo>
                    <a:cubicBezTo>
                      <a:pt x="62623" y="22305"/>
                      <a:pt x="65034" y="25393"/>
                      <a:pt x="68432" y="26677"/>
                    </a:cubicBezTo>
                    <a:cubicBezTo>
                      <a:pt x="74871" y="29111"/>
                      <a:pt x="79002" y="27843"/>
                      <a:pt x="76711" y="24137"/>
                    </a:cubicBezTo>
                    <a:cubicBezTo>
                      <a:pt x="75894" y="22815"/>
                      <a:pt x="77037" y="21734"/>
                      <a:pt x="79251" y="21734"/>
                    </a:cubicBezTo>
                    <a:cubicBezTo>
                      <a:pt x="81464" y="21734"/>
                      <a:pt x="83275" y="20550"/>
                      <a:pt x="83275" y="19103"/>
                    </a:cubicBezTo>
                    <a:cubicBezTo>
                      <a:pt x="83275" y="17583"/>
                      <a:pt x="80538" y="17160"/>
                      <a:pt x="76792" y="18100"/>
                    </a:cubicBezTo>
                    <a:cubicBezTo>
                      <a:pt x="71329" y="19471"/>
                      <a:pt x="70588" y="19002"/>
                      <a:pt x="72078" y="15119"/>
                    </a:cubicBezTo>
                    <a:cubicBezTo>
                      <a:pt x="73452" y="11539"/>
                      <a:pt x="72877" y="10883"/>
                      <a:pt x="69501" y="12179"/>
                    </a:cubicBezTo>
                    <a:cubicBezTo>
                      <a:pt x="66052" y="13503"/>
                      <a:pt x="66358" y="12212"/>
                      <a:pt x="70989" y="5916"/>
                    </a:cubicBezTo>
                    <a:cubicBezTo>
                      <a:pt x="76351" y="-1376"/>
                      <a:pt x="76888" y="-1579"/>
                      <a:pt x="77646" y="3402"/>
                    </a:cubicBezTo>
                    <a:cubicBezTo>
                      <a:pt x="78672" y="10145"/>
                      <a:pt x="78784" y="10167"/>
                      <a:pt x="139275" y="15638"/>
                    </a:cubicBezTo>
                    <a:cubicBezTo>
                      <a:pt x="166526" y="18103"/>
                      <a:pt x="188286" y="20987"/>
                      <a:pt x="187630" y="22047"/>
                    </a:cubicBezTo>
                    <a:cubicBezTo>
                      <a:pt x="185081" y="26172"/>
                      <a:pt x="200296" y="53021"/>
                      <a:pt x="207209" y="56596"/>
                    </a:cubicBezTo>
                    <a:cubicBezTo>
                      <a:pt x="214767" y="60504"/>
                      <a:pt x="224810" y="78946"/>
                      <a:pt x="227114" y="93147"/>
                    </a:cubicBezTo>
                    <a:cubicBezTo>
                      <a:pt x="228108" y="99272"/>
                      <a:pt x="230904" y="103059"/>
                      <a:pt x="237157" y="106748"/>
                    </a:cubicBezTo>
                    <a:cubicBezTo>
                      <a:pt x="244668" y="111180"/>
                      <a:pt x="245621" y="112866"/>
                      <a:pt x="244314" y="119404"/>
                    </a:cubicBezTo>
                    <a:cubicBezTo>
                      <a:pt x="243448" y="123731"/>
                      <a:pt x="244017" y="127696"/>
                      <a:pt x="245646" y="128703"/>
                    </a:cubicBezTo>
                    <a:cubicBezTo>
                      <a:pt x="247209" y="129669"/>
                      <a:pt x="248514" y="135909"/>
                      <a:pt x="248545" y="142569"/>
                    </a:cubicBezTo>
                    <a:cubicBezTo>
                      <a:pt x="248610" y="156222"/>
                      <a:pt x="256380" y="169733"/>
                      <a:pt x="261330" y="164801"/>
                    </a:cubicBezTo>
                    <a:cubicBezTo>
                      <a:pt x="263334" y="162805"/>
                      <a:pt x="262643" y="160133"/>
                      <a:pt x="258888" y="155359"/>
                    </a:cubicBezTo>
                    <a:cubicBezTo>
                      <a:pt x="253728" y="148800"/>
                      <a:pt x="251444" y="130155"/>
                      <a:pt x="255800" y="130155"/>
                    </a:cubicBezTo>
                    <a:cubicBezTo>
                      <a:pt x="259829" y="130155"/>
                      <a:pt x="274389" y="150593"/>
                      <a:pt x="275961" y="158456"/>
                    </a:cubicBezTo>
                    <a:cubicBezTo>
                      <a:pt x="276824" y="162768"/>
                      <a:pt x="279126" y="166295"/>
                      <a:pt x="281077" y="166295"/>
                    </a:cubicBezTo>
                    <a:cubicBezTo>
                      <a:pt x="283382" y="166295"/>
                      <a:pt x="284587" y="169236"/>
                      <a:pt x="284516" y="174685"/>
                    </a:cubicBezTo>
                    <a:cubicBezTo>
                      <a:pt x="284361" y="186530"/>
                      <a:pt x="287367" y="203159"/>
                      <a:pt x="290330" y="206853"/>
                    </a:cubicBezTo>
                    <a:cubicBezTo>
                      <a:pt x="291973" y="208901"/>
                      <a:pt x="291767" y="213229"/>
                      <a:pt x="289732" y="219395"/>
                    </a:cubicBezTo>
                    <a:cubicBezTo>
                      <a:pt x="286869" y="228068"/>
                      <a:pt x="287307" y="230214"/>
                      <a:pt x="295284" y="246624"/>
                    </a:cubicBezTo>
                    <a:cubicBezTo>
                      <a:pt x="300047" y="256421"/>
                      <a:pt x="305697" y="264994"/>
                      <a:pt x="307839" y="265674"/>
                    </a:cubicBezTo>
                    <a:cubicBezTo>
                      <a:pt x="309981" y="266354"/>
                      <a:pt x="311853" y="269538"/>
                      <a:pt x="311998" y="272749"/>
                    </a:cubicBezTo>
                    <a:cubicBezTo>
                      <a:pt x="312747" y="289262"/>
                      <a:pt x="316417" y="302569"/>
                      <a:pt x="323310" y="313772"/>
                    </a:cubicBezTo>
                    <a:cubicBezTo>
                      <a:pt x="332864" y="329298"/>
                      <a:pt x="335210" y="338166"/>
                      <a:pt x="331080" y="343142"/>
                    </a:cubicBezTo>
                    <a:cubicBezTo>
                      <a:pt x="328823" y="345861"/>
                      <a:pt x="328447" y="351993"/>
                      <a:pt x="329774" y="364390"/>
                    </a:cubicBezTo>
                    <a:cubicBezTo>
                      <a:pt x="332100" y="386110"/>
                      <a:pt x="338349" y="395959"/>
                      <a:pt x="349986" y="396248"/>
                    </a:cubicBezTo>
                    <a:cubicBezTo>
                      <a:pt x="354503" y="396360"/>
                      <a:pt x="356748" y="397038"/>
                      <a:pt x="354973" y="397754"/>
                    </a:cubicBezTo>
                    <a:cubicBezTo>
                      <a:pt x="349867" y="399814"/>
                      <a:pt x="351219" y="403789"/>
                      <a:pt x="357026" y="403789"/>
                    </a:cubicBezTo>
                    <a:cubicBezTo>
                      <a:pt x="361562" y="403789"/>
                      <a:pt x="362100" y="402606"/>
                      <a:pt x="360843" y="395399"/>
                    </a:cubicBezTo>
                    <a:cubicBezTo>
                      <a:pt x="360039" y="390785"/>
                      <a:pt x="360485" y="385331"/>
                      <a:pt x="361835" y="383279"/>
                    </a:cubicBezTo>
                    <a:cubicBezTo>
                      <a:pt x="363800" y="380292"/>
                      <a:pt x="366898" y="382284"/>
                      <a:pt x="377379" y="393272"/>
                    </a:cubicBezTo>
                    <a:cubicBezTo>
                      <a:pt x="384578" y="400820"/>
                      <a:pt x="390468" y="408598"/>
                      <a:pt x="390468" y="410555"/>
                    </a:cubicBezTo>
                    <a:cubicBezTo>
                      <a:pt x="390468" y="412631"/>
                      <a:pt x="393158" y="414114"/>
                      <a:pt x="396921" y="414114"/>
                    </a:cubicBezTo>
                    <a:cubicBezTo>
                      <a:pt x="401868" y="414114"/>
                      <a:pt x="403375" y="415453"/>
                      <a:pt x="403375" y="419847"/>
                    </a:cubicBezTo>
                    <a:cubicBezTo>
                      <a:pt x="403375" y="423000"/>
                      <a:pt x="404827" y="431917"/>
                      <a:pt x="406602" y="439662"/>
                    </a:cubicBezTo>
                    <a:cubicBezTo>
                      <a:pt x="409222" y="451096"/>
                      <a:pt x="411381" y="454663"/>
                      <a:pt x="418087" y="458630"/>
                    </a:cubicBezTo>
                    <a:cubicBezTo>
                      <a:pt x="432031" y="466881"/>
                      <a:pt x="432496" y="489608"/>
                      <a:pt x="419011" y="503820"/>
                    </a:cubicBezTo>
                    <a:cubicBezTo>
                      <a:pt x="415980" y="507014"/>
                      <a:pt x="411844" y="509628"/>
                      <a:pt x="409820" y="509628"/>
                    </a:cubicBezTo>
                    <a:cubicBezTo>
                      <a:pt x="407796" y="509628"/>
                      <a:pt x="400938" y="512532"/>
                      <a:pt x="394580" y="516082"/>
                    </a:cubicBezTo>
                    <a:cubicBezTo>
                      <a:pt x="388222" y="519631"/>
                      <a:pt x="382575" y="522535"/>
                      <a:pt x="382031" y="522535"/>
                    </a:cubicBezTo>
                    <a:cubicBezTo>
                      <a:pt x="381487" y="522535"/>
                      <a:pt x="378323" y="519641"/>
                      <a:pt x="375000" y="516104"/>
                    </a:cubicBezTo>
                    <a:close/>
                  </a:path>
                </a:pathLst>
              </a:custGeom>
              <a:solidFill>
                <a:srgbClr val="B9B9B9"/>
              </a:solidFill>
              <a:ln w="5163" cap="flat">
                <a:noFill/>
                <a:prstDash val="solid"/>
                <a:miter/>
              </a:ln>
            </p:spPr>
            <p:txBody>
              <a:bodyPr/>
              <a:lstStyle/>
              <a:p>
                <a:endParaRPr lang="es-419" noProof="0" dirty="0"/>
              </a:p>
            </p:txBody>
          </p:sp>
          <p:sp>
            <p:nvSpPr>
              <p:cNvPr id="93" name="Forma libre: forma 92">
                <a:extLst>
                  <a:ext uri="{FF2B5EF4-FFF2-40B4-BE49-F238E27FC236}">
                    <a16:creationId xmlns:a16="http://schemas.microsoft.com/office/drawing/2014/main" id="{557D8347-5F7A-53FB-AAC6-89640BC263DA}"/>
                  </a:ext>
                </a:extLst>
              </p:cNvPr>
              <p:cNvSpPr/>
              <p:nvPr/>
            </p:nvSpPr>
            <p:spPr>
              <a:xfrm>
                <a:off x="675648" y="1860606"/>
                <a:ext cx="11408" cy="19945"/>
              </a:xfrm>
              <a:custGeom>
                <a:avLst/>
                <a:gdLst>
                  <a:gd name="csX0" fmla="*/ 2146 w 11408"/>
                  <a:gd name="csY0" fmla="*/ 10289 h 19945"/>
                  <a:gd name="csX1" fmla="*/ 6337 w 11408"/>
                  <a:gd name="csY1" fmla="*/ 7392 h 19945"/>
                  <a:gd name="csX2" fmla="*/ 8408 w 11408"/>
                  <a:gd name="csY2" fmla="*/ 19945 h 19945"/>
                  <a:gd name="csX3" fmla="*/ 2146 w 11408"/>
                  <a:gd name="csY3" fmla="*/ 10289 h 19945"/>
                </a:gdLst>
                <a:ahLst/>
                <a:cxnLst>
                  <a:cxn ang="0">
                    <a:pos x="csX0" y="csY0"/>
                  </a:cxn>
                  <a:cxn ang="0">
                    <a:pos x="csX1" y="csY1"/>
                  </a:cxn>
                  <a:cxn ang="0">
                    <a:pos x="csX2" y="csY2"/>
                  </a:cxn>
                  <a:cxn ang="0">
                    <a:pos x="csX3" y="csY3"/>
                  </a:cxn>
                </a:cxnLst>
                <a:rect l="l" t="t" r="r" b="b"/>
                <a:pathLst>
                  <a:path w="11408" h="19945">
                    <a:moveTo>
                      <a:pt x="2146" y="10289"/>
                    </a:moveTo>
                    <a:cubicBezTo>
                      <a:pt x="-1802" y="-2324"/>
                      <a:pt x="-243" y="-3401"/>
                      <a:pt x="6337" y="7392"/>
                    </a:cubicBezTo>
                    <a:cubicBezTo>
                      <a:pt x="12476" y="17462"/>
                      <a:pt x="12886" y="19945"/>
                      <a:pt x="8408" y="19945"/>
                    </a:cubicBezTo>
                    <a:cubicBezTo>
                      <a:pt x="6626" y="19945"/>
                      <a:pt x="3808" y="15600"/>
                      <a:pt x="2146" y="10289"/>
                    </a:cubicBezTo>
                    <a:close/>
                  </a:path>
                </a:pathLst>
              </a:custGeom>
              <a:solidFill>
                <a:srgbClr val="B9B9B9"/>
              </a:solidFill>
              <a:ln w="5163" cap="flat">
                <a:noFill/>
                <a:prstDash val="solid"/>
                <a:miter/>
              </a:ln>
            </p:spPr>
            <p:txBody>
              <a:bodyPr/>
              <a:lstStyle/>
              <a:p>
                <a:endParaRPr lang="es-419" noProof="0" dirty="0"/>
              </a:p>
            </p:txBody>
          </p:sp>
          <p:sp>
            <p:nvSpPr>
              <p:cNvPr id="94" name="Forma libre: forma 93">
                <a:extLst>
                  <a:ext uri="{FF2B5EF4-FFF2-40B4-BE49-F238E27FC236}">
                    <a16:creationId xmlns:a16="http://schemas.microsoft.com/office/drawing/2014/main" id="{90D048B0-52CC-4A33-2186-C9739BA9208F}"/>
                  </a:ext>
                </a:extLst>
              </p:cNvPr>
              <p:cNvSpPr/>
              <p:nvPr/>
            </p:nvSpPr>
            <p:spPr>
              <a:xfrm>
                <a:off x="517039" y="1839249"/>
                <a:ext cx="11082" cy="12784"/>
              </a:xfrm>
              <a:custGeom>
                <a:avLst/>
                <a:gdLst>
                  <a:gd name="csX0" fmla="*/ 4154 w 11082"/>
                  <a:gd name="csY0" fmla="*/ 8186 h 12784"/>
                  <a:gd name="csX1" fmla="*/ 2167 w 11082"/>
                  <a:gd name="csY1" fmla="*/ 0 h 12784"/>
                  <a:gd name="csX2" fmla="*/ 8680 w 11082"/>
                  <a:gd name="csY2" fmla="*/ 6454 h 12784"/>
                  <a:gd name="csX3" fmla="*/ 4154 w 11082"/>
                  <a:gd name="csY3" fmla="*/ 8186 h 12784"/>
                </a:gdLst>
                <a:ahLst/>
                <a:cxnLst>
                  <a:cxn ang="0">
                    <a:pos x="csX0" y="csY0"/>
                  </a:cxn>
                  <a:cxn ang="0">
                    <a:pos x="csX1" y="csY1"/>
                  </a:cxn>
                  <a:cxn ang="0">
                    <a:pos x="csX2" y="csY2"/>
                  </a:cxn>
                  <a:cxn ang="0">
                    <a:pos x="csX3" y="csY3"/>
                  </a:cxn>
                </a:cxnLst>
                <a:rect l="l" t="t" r="r" b="b"/>
                <a:pathLst>
                  <a:path w="11082" h="12784">
                    <a:moveTo>
                      <a:pt x="4154" y="8186"/>
                    </a:moveTo>
                    <a:cubicBezTo>
                      <a:pt x="-584" y="2950"/>
                      <a:pt x="-1300" y="0"/>
                      <a:pt x="2167" y="0"/>
                    </a:cubicBezTo>
                    <a:cubicBezTo>
                      <a:pt x="3423" y="0"/>
                      <a:pt x="6354" y="2904"/>
                      <a:pt x="8680" y="6454"/>
                    </a:cubicBezTo>
                    <a:cubicBezTo>
                      <a:pt x="13580" y="13931"/>
                      <a:pt x="10441" y="15133"/>
                      <a:pt x="4154" y="8186"/>
                    </a:cubicBezTo>
                    <a:close/>
                  </a:path>
                </a:pathLst>
              </a:custGeom>
              <a:solidFill>
                <a:srgbClr val="B9B9B9"/>
              </a:solidFill>
              <a:ln w="5163" cap="flat">
                <a:noFill/>
                <a:prstDash val="solid"/>
                <a:miter/>
              </a:ln>
            </p:spPr>
            <p:txBody>
              <a:bodyPr/>
              <a:lstStyle/>
              <a:p>
                <a:endParaRPr lang="es-419" noProof="0" dirty="0"/>
              </a:p>
            </p:txBody>
          </p:sp>
          <p:sp>
            <p:nvSpPr>
              <p:cNvPr id="95" name="Forma libre: forma 94">
                <a:extLst>
                  <a:ext uri="{FF2B5EF4-FFF2-40B4-BE49-F238E27FC236}">
                    <a16:creationId xmlns:a16="http://schemas.microsoft.com/office/drawing/2014/main" id="{32CE5A19-3B9A-2BD9-9281-EF01CDD11F87}"/>
                  </a:ext>
                </a:extLst>
              </p:cNvPr>
              <p:cNvSpPr/>
              <p:nvPr/>
            </p:nvSpPr>
            <p:spPr>
              <a:xfrm>
                <a:off x="633440" y="1833111"/>
                <a:ext cx="12552" cy="18971"/>
              </a:xfrm>
              <a:custGeom>
                <a:avLst/>
                <a:gdLst>
                  <a:gd name="csX0" fmla="*/ 3996 w 12552"/>
                  <a:gd name="csY0" fmla="*/ 9922 h 18971"/>
                  <a:gd name="csX1" fmla="*/ 6099 w 12552"/>
                  <a:gd name="csY1" fmla="*/ 5082 h 18971"/>
                  <a:gd name="csX2" fmla="*/ 12553 w 12552"/>
                  <a:gd name="csY2" fmla="*/ 15290 h 18971"/>
                  <a:gd name="csX3" fmla="*/ 3996 w 12552"/>
                  <a:gd name="csY3" fmla="*/ 9922 h 18971"/>
                </a:gdLst>
                <a:ahLst/>
                <a:cxnLst>
                  <a:cxn ang="0">
                    <a:pos x="csX0" y="csY0"/>
                  </a:cxn>
                  <a:cxn ang="0">
                    <a:pos x="csX1" y="csY1"/>
                  </a:cxn>
                  <a:cxn ang="0">
                    <a:pos x="csX2" y="csY2"/>
                  </a:cxn>
                  <a:cxn ang="0">
                    <a:pos x="csX3" y="csY3"/>
                  </a:cxn>
                </a:cxnLst>
                <a:rect l="l" t="t" r="r" b="b"/>
                <a:pathLst>
                  <a:path w="12552" h="18971">
                    <a:moveTo>
                      <a:pt x="3996" y="9922"/>
                    </a:moveTo>
                    <a:cubicBezTo>
                      <a:pt x="-1733" y="-2091"/>
                      <a:pt x="-1533" y="-2550"/>
                      <a:pt x="6099" y="5082"/>
                    </a:cubicBezTo>
                    <a:cubicBezTo>
                      <a:pt x="9649" y="8631"/>
                      <a:pt x="12553" y="13225"/>
                      <a:pt x="12553" y="15290"/>
                    </a:cubicBezTo>
                    <a:cubicBezTo>
                      <a:pt x="12553" y="21885"/>
                      <a:pt x="8483" y="19332"/>
                      <a:pt x="3996" y="9922"/>
                    </a:cubicBezTo>
                    <a:close/>
                  </a:path>
                </a:pathLst>
              </a:custGeom>
              <a:solidFill>
                <a:srgbClr val="B9B9B9"/>
              </a:solidFill>
              <a:ln w="5163" cap="flat">
                <a:noFill/>
                <a:prstDash val="solid"/>
                <a:miter/>
              </a:ln>
            </p:spPr>
            <p:txBody>
              <a:bodyPr/>
              <a:lstStyle/>
              <a:p>
                <a:endParaRPr lang="es-419" noProof="0" dirty="0"/>
              </a:p>
            </p:txBody>
          </p:sp>
          <p:sp>
            <p:nvSpPr>
              <p:cNvPr id="96" name="Forma libre: forma 95">
                <a:extLst>
                  <a:ext uri="{FF2B5EF4-FFF2-40B4-BE49-F238E27FC236}">
                    <a16:creationId xmlns:a16="http://schemas.microsoft.com/office/drawing/2014/main" id="{1A6F6858-37A2-88F5-3FBE-DFABDB743948}"/>
                  </a:ext>
                </a:extLst>
              </p:cNvPr>
              <p:cNvSpPr/>
              <p:nvPr/>
            </p:nvSpPr>
            <p:spPr>
              <a:xfrm>
                <a:off x="499513" y="1824179"/>
                <a:ext cx="16487" cy="10786"/>
              </a:xfrm>
              <a:custGeom>
                <a:avLst/>
                <a:gdLst>
                  <a:gd name="csX0" fmla="*/ 5790 w 16487"/>
                  <a:gd name="csY0" fmla="*/ 5576 h 10786"/>
                  <a:gd name="csX1" fmla="*/ 4501 w 16487"/>
                  <a:gd name="csY1" fmla="*/ 936 h 10786"/>
                  <a:gd name="csX2" fmla="*/ 15719 w 16487"/>
                  <a:gd name="csY2" fmla="*/ 10646 h 10786"/>
                  <a:gd name="csX3" fmla="*/ 5790 w 16487"/>
                  <a:gd name="csY3" fmla="*/ 5576 h 10786"/>
                </a:gdLst>
                <a:ahLst/>
                <a:cxnLst>
                  <a:cxn ang="0">
                    <a:pos x="csX0" y="csY0"/>
                  </a:cxn>
                  <a:cxn ang="0">
                    <a:pos x="csX1" y="csY1"/>
                  </a:cxn>
                  <a:cxn ang="0">
                    <a:pos x="csX2" y="csY2"/>
                  </a:cxn>
                  <a:cxn ang="0">
                    <a:pos x="csX3" y="csY3"/>
                  </a:cxn>
                </a:cxnLst>
                <a:rect l="l" t="t" r="r" b="b"/>
                <a:pathLst>
                  <a:path w="16487" h="10786">
                    <a:moveTo>
                      <a:pt x="5790" y="5576"/>
                    </a:moveTo>
                    <a:cubicBezTo>
                      <a:pt x="-1676" y="-615"/>
                      <a:pt x="-1722" y="-781"/>
                      <a:pt x="4501" y="936"/>
                    </a:cubicBezTo>
                    <a:cubicBezTo>
                      <a:pt x="12209" y="3063"/>
                      <a:pt x="18782" y="8753"/>
                      <a:pt x="15719" y="10646"/>
                    </a:cubicBezTo>
                    <a:cubicBezTo>
                      <a:pt x="14517" y="11389"/>
                      <a:pt x="10049" y="9107"/>
                      <a:pt x="5790" y="5576"/>
                    </a:cubicBezTo>
                    <a:close/>
                  </a:path>
                </a:pathLst>
              </a:custGeom>
              <a:solidFill>
                <a:srgbClr val="B9B9B9"/>
              </a:solidFill>
              <a:ln w="5163" cap="flat">
                <a:noFill/>
                <a:prstDash val="solid"/>
                <a:miter/>
              </a:ln>
            </p:spPr>
            <p:txBody>
              <a:bodyPr/>
              <a:lstStyle/>
              <a:p>
                <a:endParaRPr lang="es-419" noProof="0" dirty="0"/>
              </a:p>
            </p:txBody>
          </p:sp>
          <p:sp>
            <p:nvSpPr>
              <p:cNvPr id="97" name="Forma libre: forma 96">
                <a:extLst>
                  <a:ext uri="{FF2B5EF4-FFF2-40B4-BE49-F238E27FC236}">
                    <a16:creationId xmlns:a16="http://schemas.microsoft.com/office/drawing/2014/main" id="{7DABB51D-252D-FD2F-A103-8FC0E2EA1871}"/>
                  </a:ext>
                </a:extLst>
              </p:cNvPr>
              <p:cNvSpPr/>
              <p:nvPr/>
            </p:nvSpPr>
            <p:spPr>
              <a:xfrm>
                <a:off x="478303" y="1760241"/>
                <a:ext cx="17819" cy="62484"/>
              </a:xfrm>
              <a:custGeom>
                <a:avLst/>
                <a:gdLst>
                  <a:gd name="csX0" fmla="*/ 12817 w 17819"/>
                  <a:gd name="csY0" fmla="*/ 59663 h 62484"/>
                  <a:gd name="csX1" fmla="*/ 8906 w 17819"/>
                  <a:gd name="csY1" fmla="*/ 49920 h 62484"/>
                  <a:gd name="csX2" fmla="*/ 3768 w 17819"/>
                  <a:gd name="csY2" fmla="*/ 41934 h 62484"/>
                  <a:gd name="csX3" fmla="*/ 2261 w 17819"/>
                  <a:gd name="csY3" fmla="*/ 33152 h 62484"/>
                  <a:gd name="csX4" fmla="*/ 8278 w 17819"/>
                  <a:gd name="csY4" fmla="*/ 19635 h 62484"/>
                  <a:gd name="csX5" fmla="*/ 14954 w 17819"/>
                  <a:gd name="csY5" fmla="*/ 4146 h 62484"/>
                  <a:gd name="csX6" fmla="*/ 16371 w 17819"/>
                  <a:gd name="csY6" fmla="*/ 6727 h 62484"/>
                  <a:gd name="csX7" fmla="*/ 10951 w 17819"/>
                  <a:gd name="csY7" fmla="*/ 23219 h 62484"/>
                  <a:gd name="csX8" fmla="*/ 9971 w 17819"/>
                  <a:gd name="csY8" fmla="*/ 36893 h 62484"/>
                  <a:gd name="csX9" fmla="*/ 12803 w 17819"/>
                  <a:gd name="csY9" fmla="*/ 48926 h 62484"/>
                  <a:gd name="csX10" fmla="*/ 15858 w 17819"/>
                  <a:gd name="csY10" fmla="*/ 57797 h 62484"/>
                  <a:gd name="csX11" fmla="*/ 17517 w 17819"/>
                  <a:gd name="csY11" fmla="*/ 62248 h 62484"/>
                  <a:gd name="csX12" fmla="*/ 12817 w 17819"/>
                  <a:gd name="csY12" fmla="*/ 59663 h 624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7819" h="62484">
                    <a:moveTo>
                      <a:pt x="12817" y="59663"/>
                    </a:moveTo>
                    <a:cubicBezTo>
                      <a:pt x="10999" y="57473"/>
                      <a:pt x="9240" y="53089"/>
                      <a:pt x="8906" y="49920"/>
                    </a:cubicBezTo>
                    <a:cubicBezTo>
                      <a:pt x="7921" y="40559"/>
                      <a:pt x="7808" y="40384"/>
                      <a:pt x="3768" y="41934"/>
                    </a:cubicBezTo>
                    <a:cubicBezTo>
                      <a:pt x="-606" y="43612"/>
                      <a:pt x="-1257" y="39820"/>
                      <a:pt x="2261" y="33152"/>
                    </a:cubicBezTo>
                    <a:cubicBezTo>
                      <a:pt x="3561" y="30687"/>
                      <a:pt x="6269" y="24604"/>
                      <a:pt x="8278" y="19635"/>
                    </a:cubicBezTo>
                    <a:cubicBezTo>
                      <a:pt x="10287" y="14665"/>
                      <a:pt x="13291" y="7695"/>
                      <a:pt x="14954" y="4146"/>
                    </a:cubicBezTo>
                    <a:cubicBezTo>
                      <a:pt x="17758" y="-1839"/>
                      <a:pt x="17861" y="-1651"/>
                      <a:pt x="16371" y="6727"/>
                    </a:cubicBezTo>
                    <a:cubicBezTo>
                      <a:pt x="15486" y="11697"/>
                      <a:pt x="13047" y="19118"/>
                      <a:pt x="10951" y="23219"/>
                    </a:cubicBezTo>
                    <a:cubicBezTo>
                      <a:pt x="8012" y="28966"/>
                      <a:pt x="7787" y="32101"/>
                      <a:pt x="9971" y="36893"/>
                    </a:cubicBezTo>
                    <a:cubicBezTo>
                      <a:pt x="11529" y="40313"/>
                      <a:pt x="12803" y="45728"/>
                      <a:pt x="12803" y="48926"/>
                    </a:cubicBezTo>
                    <a:cubicBezTo>
                      <a:pt x="12803" y="52125"/>
                      <a:pt x="14178" y="56117"/>
                      <a:pt x="15858" y="57797"/>
                    </a:cubicBezTo>
                    <a:cubicBezTo>
                      <a:pt x="17538" y="59477"/>
                      <a:pt x="18285" y="61480"/>
                      <a:pt x="17517" y="62248"/>
                    </a:cubicBezTo>
                    <a:cubicBezTo>
                      <a:pt x="16749" y="63016"/>
                      <a:pt x="14634" y="61852"/>
                      <a:pt x="12817" y="59663"/>
                    </a:cubicBezTo>
                    <a:close/>
                  </a:path>
                </a:pathLst>
              </a:custGeom>
              <a:solidFill>
                <a:srgbClr val="B9B9B9"/>
              </a:solidFill>
              <a:ln w="5163" cap="flat">
                <a:noFill/>
                <a:prstDash val="solid"/>
                <a:miter/>
              </a:ln>
            </p:spPr>
            <p:txBody>
              <a:bodyPr/>
              <a:lstStyle/>
              <a:p>
                <a:endParaRPr lang="es-419" noProof="0" dirty="0"/>
              </a:p>
            </p:txBody>
          </p:sp>
          <p:sp>
            <p:nvSpPr>
              <p:cNvPr id="98" name="Forma libre: forma 97">
                <a:extLst>
                  <a:ext uri="{FF2B5EF4-FFF2-40B4-BE49-F238E27FC236}">
                    <a16:creationId xmlns:a16="http://schemas.microsoft.com/office/drawing/2014/main" id="{A4126C73-88F9-D129-F61C-385E4B156393}"/>
                  </a:ext>
                </a:extLst>
              </p:cNvPr>
              <p:cNvSpPr/>
              <p:nvPr/>
            </p:nvSpPr>
            <p:spPr>
              <a:xfrm>
                <a:off x="610272" y="1785879"/>
                <a:ext cx="19431" cy="24201"/>
              </a:xfrm>
              <a:custGeom>
                <a:avLst/>
                <a:gdLst>
                  <a:gd name="csX0" fmla="*/ 12977 w 19431"/>
                  <a:gd name="csY0" fmla="*/ 20895 h 24201"/>
                  <a:gd name="csX1" fmla="*/ 7325 w 19431"/>
                  <a:gd name="csY1" fmla="*/ 14059 h 24201"/>
                  <a:gd name="csX2" fmla="*/ 3038 w 19431"/>
                  <a:gd name="csY2" fmla="*/ 6445 h 24201"/>
                  <a:gd name="csX3" fmla="*/ 7745 w 19431"/>
                  <a:gd name="csY3" fmla="*/ 1409 h 24201"/>
                  <a:gd name="csX4" fmla="*/ 17054 w 19431"/>
                  <a:gd name="csY4" fmla="*/ 13612 h 24201"/>
                  <a:gd name="csX5" fmla="*/ 19347 w 19431"/>
                  <a:gd name="csY5" fmla="*/ 24137 h 24201"/>
                  <a:gd name="csX6" fmla="*/ 12977 w 19431"/>
                  <a:gd name="csY6" fmla="*/ 20895 h 24201"/>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9431" h="24201">
                    <a:moveTo>
                      <a:pt x="12977" y="20895"/>
                    </a:moveTo>
                    <a:cubicBezTo>
                      <a:pt x="9869" y="18718"/>
                      <a:pt x="7325" y="15642"/>
                      <a:pt x="7325" y="14059"/>
                    </a:cubicBezTo>
                    <a:cubicBezTo>
                      <a:pt x="7325" y="12477"/>
                      <a:pt x="5396" y="9050"/>
                      <a:pt x="3038" y="6445"/>
                    </a:cubicBezTo>
                    <a:cubicBezTo>
                      <a:pt x="-2384" y="453"/>
                      <a:pt x="-388" y="-1683"/>
                      <a:pt x="7745" y="1409"/>
                    </a:cubicBezTo>
                    <a:cubicBezTo>
                      <a:pt x="11871" y="2978"/>
                      <a:pt x="15083" y="7189"/>
                      <a:pt x="17054" y="13612"/>
                    </a:cubicBezTo>
                    <a:cubicBezTo>
                      <a:pt x="18710" y="19007"/>
                      <a:pt x="19742" y="23743"/>
                      <a:pt x="19347" y="24137"/>
                    </a:cubicBezTo>
                    <a:cubicBezTo>
                      <a:pt x="18953" y="24532"/>
                      <a:pt x="16086" y="23073"/>
                      <a:pt x="12977" y="20895"/>
                    </a:cubicBezTo>
                    <a:close/>
                  </a:path>
                </a:pathLst>
              </a:custGeom>
              <a:solidFill>
                <a:srgbClr val="B9B9B9"/>
              </a:solidFill>
              <a:ln w="5163" cap="flat">
                <a:noFill/>
                <a:prstDash val="solid"/>
                <a:miter/>
              </a:ln>
            </p:spPr>
            <p:txBody>
              <a:bodyPr/>
              <a:lstStyle/>
              <a:p>
                <a:endParaRPr lang="es-419" noProof="0" dirty="0"/>
              </a:p>
            </p:txBody>
          </p:sp>
          <p:sp>
            <p:nvSpPr>
              <p:cNvPr id="99" name="Forma libre: forma 98">
                <a:extLst>
                  <a:ext uri="{FF2B5EF4-FFF2-40B4-BE49-F238E27FC236}">
                    <a16:creationId xmlns:a16="http://schemas.microsoft.com/office/drawing/2014/main" id="{3CA4DDE0-6022-B4B7-776C-7E8678FF7B0F}"/>
                  </a:ext>
                </a:extLst>
              </p:cNvPr>
              <p:cNvSpPr/>
              <p:nvPr/>
            </p:nvSpPr>
            <p:spPr>
              <a:xfrm>
                <a:off x="615016" y="1765374"/>
                <a:ext cx="5162" cy="6756"/>
              </a:xfrm>
              <a:custGeom>
                <a:avLst/>
                <a:gdLst>
                  <a:gd name="csX0" fmla="*/ 0 w 5162"/>
                  <a:gd name="csY0" fmla="*/ 4328 h 6756"/>
                  <a:gd name="csX1" fmla="*/ 2581 w 5162"/>
                  <a:gd name="csY1" fmla="*/ 303 h 6756"/>
                  <a:gd name="csX2" fmla="*/ 5163 w 5162"/>
                  <a:gd name="csY2" fmla="*/ 2732 h 6756"/>
                  <a:gd name="csX3" fmla="*/ 2581 w 5162"/>
                  <a:gd name="csY3" fmla="*/ 6757 h 6756"/>
                  <a:gd name="csX4" fmla="*/ 0 w 5162"/>
                  <a:gd name="csY4" fmla="*/ 4328 h 6756"/>
                </a:gdLst>
                <a:ahLst/>
                <a:cxnLst>
                  <a:cxn ang="0">
                    <a:pos x="csX0" y="csY0"/>
                  </a:cxn>
                  <a:cxn ang="0">
                    <a:pos x="csX1" y="csY1"/>
                  </a:cxn>
                  <a:cxn ang="0">
                    <a:pos x="csX2" y="csY2"/>
                  </a:cxn>
                  <a:cxn ang="0">
                    <a:pos x="csX3" y="csY3"/>
                  </a:cxn>
                  <a:cxn ang="0">
                    <a:pos x="csX4" y="csY4"/>
                  </a:cxn>
                </a:cxnLst>
                <a:rect l="l" t="t" r="r" b="b"/>
                <a:pathLst>
                  <a:path w="5162" h="6756">
                    <a:moveTo>
                      <a:pt x="0" y="4328"/>
                    </a:moveTo>
                    <a:cubicBezTo>
                      <a:pt x="0" y="2992"/>
                      <a:pt x="1162" y="1181"/>
                      <a:pt x="2581" y="303"/>
                    </a:cubicBezTo>
                    <a:cubicBezTo>
                      <a:pt x="4001" y="-574"/>
                      <a:pt x="5163" y="519"/>
                      <a:pt x="5163" y="2732"/>
                    </a:cubicBezTo>
                    <a:cubicBezTo>
                      <a:pt x="5163" y="4946"/>
                      <a:pt x="4001" y="6757"/>
                      <a:pt x="2581" y="6757"/>
                    </a:cubicBezTo>
                    <a:cubicBezTo>
                      <a:pt x="1162" y="6757"/>
                      <a:pt x="0" y="5664"/>
                      <a:pt x="0" y="4328"/>
                    </a:cubicBezTo>
                    <a:close/>
                  </a:path>
                </a:pathLst>
              </a:custGeom>
              <a:solidFill>
                <a:srgbClr val="B9B9B9"/>
              </a:solidFill>
              <a:ln w="5163" cap="flat">
                <a:noFill/>
                <a:prstDash val="solid"/>
                <a:miter/>
              </a:ln>
            </p:spPr>
            <p:txBody>
              <a:bodyPr/>
              <a:lstStyle/>
              <a:p>
                <a:endParaRPr lang="es-419" noProof="0" dirty="0"/>
              </a:p>
            </p:txBody>
          </p:sp>
          <p:sp>
            <p:nvSpPr>
              <p:cNvPr id="100" name="Forma libre: forma 99">
                <a:extLst>
                  <a:ext uri="{FF2B5EF4-FFF2-40B4-BE49-F238E27FC236}">
                    <a16:creationId xmlns:a16="http://schemas.microsoft.com/office/drawing/2014/main" id="{4288C8A2-FF01-0254-8B8A-D4BE7C3D8CB5}"/>
                  </a:ext>
                </a:extLst>
              </p:cNvPr>
              <p:cNvSpPr/>
              <p:nvPr/>
            </p:nvSpPr>
            <p:spPr>
              <a:xfrm>
                <a:off x="496444" y="1737058"/>
                <a:ext cx="4812" cy="15975"/>
              </a:xfrm>
              <a:custGeom>
                <a:avLst/>
                <a:gdLst>
                  <a:gd name="csX0" fmla="*/ 6 w 4812"/>
                  <a:gd name="csY0" fmla="*/ 12637 h 15975"/>
                  <a:gd name="csX1" fmla="*/ 2406 w 4812"/>
                  <a:gd name="csY1" fmla="*/ 2804 h 15975"/>
                  <a:gd name="csX2" fmla="*/ 4806 w 4812"/>
                  <a:gd name="csY2" fmla="*/ 5879 h 15975"/>
                  <a:gd name="csX3" fmla="*/ 2406 w 4812"/>
                  <a:gd name="csY3" fmla="*/ 15712 h 15975"/>
                  <a:gd name="csX4" fmla="*/ 6 w 4812"/>
                  <a:gd name="csY4" fmla="*/ 12637 h 15975"/>
                </a:gdLst>
                <a:ahLst/>
                <a:cxnLst>
                  <a:cxn ang="0">
                    <a:pos x="csX0" y="csY0"/>
                  </a:cxn>
                  <a:cxn ang="0">
                    <a:pos x="csX1" y="csY1"/>
                  </a:cxn>
                  <a:cxn ang="0">
                    <a:pos x="csX2" y="csY2"/>
                  </a:cxn>
                  <a:cxn ang="0">
                    <a:pos x="csX3" y="csY3"/>
                  </a:cxn>
                  <a:cxn ang="0">
                    <a:pos x="csX4" y="csY4"/>
                  </a:cxn>
                </a:cxnLst>
                <a:rect l="l" t="t" r="r" b="b"/>
                <a:pathLst>
                  <a:path w="4812" h="15975">
                    <a:moveTo>
                      <a:pt x="6" y="12637"/>
                    </a:moveTo>
                    <a:cubicBezTo>
                      <a:pt x="106" y="10069"/>
                      <a:pt x="1186" y="5644"/>
                      <a:pt x="2406" y="2804"/>
                    </a:cubicBezTo>
                    <a:cubicBezTo>
                      <a:pt x="4277" y="-1548"/>
                      <a:pt x="4653" y="-1065"/>
                      <a:pt x="4806" y="5879"/>
                    </a:cubicBezTo>
                    <a:cubicBezTo>
                      <a:pt x="4906" y="10409"/>
                      <a:pt x="3826" y="14834"/>
                      <a:pt x="2406" y="15712"/>
                    </a:cubicBezTo>
                    <a:cubicBezTo>
                      <a:pt x="987" y="16589"/>
                      <a:pt x="-93" y="15206"/>
                      <a:pt x="6" y="12637"/>
                    </a:cubicBezTo>
                    <a:close/>
                  </a:path>
                </a:pathLst>
              </a:custGeom>
              <a:solidFill>
                <a:srgbClr val="B9B9B9"/>
              </a:solidFill>
              <a:ln w="5163" cap="flat">
                <a:noFill/>
                <a:prstDash val="solid"/>
                <a:miter/>
              </a:ln>
            </p:spPr>
            <p:txBody>
              <a:bodyPr/>
              <a:lstStyle/>
              <a:p>
                <a:endParaRPr lang="es-419" noProof="0" dirty="0"/>
              </a:p>
            </p:txBody>
          </p:sp>
          <p:sp>
            <p:nvSpPr>
              <p:cNvPr id="101" name="Forma libre: forma 100">
                <a:extLst>
                  <a:ext uri="{FF2B5EF4-FFF2-40B4-BE49-F238E27FC236}">
                    <a16:creationId xmlns:a16="http://schemas.microsoft.com/office/drawing/2014/main" id="{C43288A4-57B6-B081-F957-33E8DD49C43E}"/>
                  </a:ext>
                </a:extLst>
              </p:cNvPr>
              <p:cNvSpPr/>
              <p:nvPr/>
            </p:nvSpPr>
            <p:spPr>
              <a:xfrm>
                <a:off x="610293" y="1727161"/>
                <a:ext cx="5615" cy="11379"/>
              </a:xfrm>
              <a:custGeom>
                <a:avLst/>
                <a:gdLst>
                  <a:gd name="csX0" fmla="*/ 427 w 5615"/>
                  <a:gd name="csY0" fmla="*/ 7365 h 11379"/>
                  <a:gd name="csX1" fmla="*/ 1464 w 5615"/>
                  <a:gd name="csY1" fmla="*/ 731 h 11379"/>
                  <a:gd name="csX2" fmla="*/ 5321 w 5615"/>
                  <a:gd name="csY2" fmla="*/ 4777 h 11379"/>
                  <a:gd name="csX3" fmla="*/ 427 w 5615"/>
                  <a:gd name="csY3" fmla="*/ 7365 h 11379"/>
                </a:gdLst>
                <a:ahLst/>
                <a:cxnLst>
                  <a:cxn ang="0">
                    <a:pos x="csX0" y="csY0"/>
                  </a:cxn>
                  <a:cxn ang="0">
                    <a:pos x="csX1" y="csY1"/>
                  </a:cxn>
                  <a:cxn ang="0">
                    <a:pos x="csX2" y="csY2"/>
                  </a:cxn>
                  <a:cxn ang="0">
                    <a:pos x="csX3" y="csY3"/>
                  </a:cxn>
                </a:cxnLst>
                <a:rect l="l" t="t" r="r" b="b"/>
                <a:pathLst>
                  <a:path w="5615" h="11379">
                    <a:moveTo>
                      <a:pt x="427" y="7365"/>
                    </a:moveTo>
                    <a:cubicBezTo>
                      <a:pt x="-426" y="5140"/>
                      <a:pt x="40" y="2155"/>
                      <a:pt x="1464" y="731"/>
                    </a:cubicBezTo>
                    <a:cubicBezTo>
                      <a:pt x="3194" y="-1000"/>
                      <a:pt x="4473" y="341"/>
                      <a:pt x="5321" y="4777"/>
                    </a:cubicBezTo>
                    <a:cubicBezTo>
                      <a:pt x="6696" y="11973"/>
                      <a:pt x="2955" y="13952"/>
                      <a:pt x="427" y="7365"/>
                    </a:cubicBezTo>
                    <a:close/>
                  </a:path>
                </a:pathLst>
              </a:custGeom>
              <a:solidFill>
                <a:srgbClr val="B9B9B9"/>
              </a:solidFill>
              <a:ln w="5163" cap="flat">
                <a:noFill/>
                <a:prstDash val="solid"/>
                <a:miter/>
              </a:ln>
            </p:spPr>
            <p:txBody>
              <a:bodyPr/>
              <a:lstStyle/>
              <a:p>
                <a:endParaRPr lang="es-419" noProof="0" dirty="0"/>
              </a:p>
            </p:txBody>
          </p:sp>
          <p:sp>
            <p:nvSpPr>
              <p:cNvPr id="102" name="Forma libre: forma 101">
                <a:extLst>
                  <a:ext uri="{FF2B5EF4-FFF2-40B4-BE49-F238E27FC236}">
                    <a16:creationId xmlns:a16="http://schemas.microsoft.com/office/drawing/2014/main" id="{256AC730-CD28-72C6-25AC-E407C894E78C}"/>
                  </a:ext>
                </a:extLst>
              </p:cNvPr>
              <p:cNvSpPr/>
              <p:nvPr/>
            </p:nvSpPr>
            <p:spPr>
              <a:xfrm>
                <a:off x="589201" y="1723083"/>
                <a:ext cx="5162" cy="7744"/>
              </a:xfrm>
              <a:custGeom>
                <a:avLst/>
                <a:gdLst>
                  <a:gd name="csX0" fmla="*/ 0 w 5162"/>
                  <a:gd name="csY0" fmla="*/ 3872 h 7744"/>
                  <a:gd name="csX1" fmla="*/ 2581 w 5162"/>
                  <a:gd name="csY1" fmla="*/ 0 h 7744"/>
                  <a:gd name="csX2" fmla="*/ 5163 w 5162"/>
                  <a:gd name="csY2" fmla="*/ 3872 h 7744"/>
                  <a:gd name="csX3" fmla="*/ 2581 w 5162"/>
                  <a:gd name="csY3" fmla="*/ 7744 h 7744"/>
                  <a:gd name="csX4" fmla="*/ 0 w 5162"/>
                  <a:gd name="csY4" fmla="*/ 3872 h 7744"/>
                </a:gdLst>
                <a:ahLst/>
                <a:cxnLst>
                  <a:cxn ang="0">
                    <a:pos x="csX0" y="csY0"/>
                  </a:cxn>
                  <a:cxn ang="0">
                    <a:pos x="csX1" y="csY1"/>
                  </a:cxn>
                  <a:cxn ang="0">
                    <a:pos x="csX2" y="csY2"/>
                  </a:cxn>
                  <a:cxn ang="0">
                    <a:pos x="csX3" y="csY3"/>
                  </a:cxn>
                  <a:cxn ang="0">
                    <a:pos x="csX4" y="csY4"/>
                  </a:cxn>
                </a:cxnLst>
                <a:rect l="l" t="t" r="r" b="b"/>
                <a:pathLst>
                  <a:path w="5162" h="7744">
                    <a:moveTo>
                      <a:pt x="0" y="3872"/>
                    </a:moveTo>
                    <a:cubicBezTo>
                      <a:pt x="0" y="1742"/>
                      <a:pt x="1162" y="0"/>
                      <a:pt x="2581" y="0"/>
                    </a:cubicBezTo>
                    <a:cubicBezTo>
                      <a:pt x="4001" y="0"/>
                      <a:pt x="5163" y="1742"/>
                      <a:pt x="5163" y="3872"/>
                    </a:cubicBezTo>
                    <a:cubicBezTo>
                      <a:pt x="5163" y="6002"/>
                      <a:pt x="4001" y="7744"/>
                      <a:pt x="2581" y="7744"/>
                    </a:cubicBezTo>
                    <a:cubicBezTo>
                      <a:pt x="1162" y="7744"/>
                      <a:pt x="0" y="6002"/>
                      <a:pt x="0" y="3872"/>
                    </a:cubicBezTo>
                    <a:close/>
                  </a:path>
                </a:pathLst>
              </a:custGeom>
              <a:solidFill>
                <a:srgbClr val="B9B9B9"/>
              </a:solidFill>
              <a:ln w="5163" cap="flat">
                <a:noFill/>
                <a:prstDash val="solid"/>
                <a:miter/>
              </a:ln>
            </p:spPr>
            <p:txBody>
              <a:bodyPr/>
              <a:lstStyle/>
              <a:p>
                <a:endParaRPr lang="es-419" noProof="0" dirty="0"/>
              </a:p>
            </p:txBody>
          </p:sp>
          <p:sp>
            <p:nvSpPr>
              <p:cNvPr id="103" name="Forma libre: forma 102">
                <a:extLst>
                  <a:ext uri="{FF2B5EF4-FFF2-40B4-BE49-F238E27FC236}">
                    <a16:creationId xmlns:a16="http://schemas.microsoft.com/office/drawing/2014/main" id="{49B40EF1-DAAD-CF39-9D7E-55CEFB48EB22}"/>
                  </a:ext>
                </a:extLst>
              </p:cNvPr>
              <p:cNvSpPr/>
              <p:nvPr/>
            </p:nvSpPr>
            <p:spPr>
              <a:xfrm>
                <a:off x="576294" y="1689525"/>
                <a:ext cx="15348" cy="20423"/>
              </a:xfrm>
              <a:custGeom>
                <a:avLst/>
                <a:gdLst>
                  <a:gd name="csX0" fmla="*/ 0 w 15348"/>
                  <a:gd name="csY0" fmla="*/ 17942 h 20423"/>
                  <a:gd name="csX1" fmla="*/ 11683 w 15348"/>
                  <a:gd name="csY1" fmla="*/ 0 h 20423"/>
                  <a:gd name="csX2" fmla="*/ 8918 w 15348"/>
                  <a:gd name="csY2" fmla="*/ 14081 h 20423"/>
                  <a:gd name="csX3" fmla="*/ 0 w 15348"/>
                  <a:gd name="csY3" fmla="*/ 17942 h 20423"/>
                </a:gdLst>
                <a:ahLst/>
                <a:cxnLst>
                  <a:cxn ang="0">
                    <a:pos x="csX0" y="csY0"/>
                  </a:cxn>
                  <a:cxn ang="0">
                    <a:pos x="csX1" y="csY1"/>
                  </a:cxn>
                  <a:cxn ang="0">
                    <a:pos x="csX2" y="csY2"/>
                  </a:cxn>
                  <a:cxn ang="0">
                    <a:pos x="csX3" y="csY3"/>
                  </a:cxn>
                </a:cxnLst>
                <a:rect l="l" t="t" r="r" b="b"/>
                <a:pathLst>
                  <a:path w="15348" h="20423">
                    <a:moveTo>
                      <a:pt x="0" y="17942"/>
                    </a:moveTo>
                    <a:cubicBezTo>
                      <a:pt x="0" y="12328"/>
                      <a:pt x="8027" y="0"/>
                      <a:pt x="11683" y="0"/>
                    </a:cubicBezTo>
                    <a:cubicBezTo>
                      <a:pt x="17539" y="0"/>
                      <a:pt x="16205" y="6793"/>
                      <a:pt x="8918" y="14081"/>
                    </a:cubicBezTo>
                    <a:cubicBezTo>
                      <a:pt x="1711" y="21287"/>
                      <a:pt x="0" y="22028"/>
                      <a:pt x="0" y="17942"/>
                    </a:cubicBezTo>
                    <a:close/>
                  </a:path>
                </a:pathLst>
              </a:custGeom>
              <a:solidFill>
                <a:srgbClr val="B9B9B9"/>
              </a:solidFill>
              <a:ln w="5163" cap="flat">
                <a:noFill/>
                <a:prstDash val="solid"/>
                <a:miter/>
              </a:ln>
            </p:spPr>
            <p:txBody>
              <a:bodyPr/>
              <a:lstStyle/>
              <a:p>
                <a:endParaRPr lang="es-419" noProof="0" dirty="0"/>
              </a:p>
            </p:txBody>
          </p:sp>
        </p:grpSp>
        <p:sp>
          <p:nvSpPr>
            <p:cNvPr id="104" name="Forma libre: forma 103">
              <a:extLst>
                <a:ext uri="{FF2B5EF4-FFF2-40B4-BE49-F238E27FC236}">
                  <a16:creationId xmlns:a16="http://schemas.microsoft.com/office/drawing/2014/main" id="{9E6C6D12-9CCB-A3FB-D962-EDF6A5B51E0B}"/>
                </a:ext>
              </a:extLst>
            </p:cNvPr>
            <p:cNvSpPr/>
            <p:nvPr/>
          </p:nvSpPr>
          <p:spPr>
            <a:xfrm>
              <a:off x="516921" y="1569184"/>
              <a:ext cx="5162" cy="6756"/>
            </a:xfrm>
            <a:custGeom>
              <a:avLst/>
              <a:gdLst>
                <a:gd name="csX0" fmla="*/ 0 w 5162"/>
                <a:gd name="csY0" fmla="*/ 2732 h 6756"/>
                <a:gd name="csX1" fmla="*/ 2581 w 5162"/>
                <a:gd name="csY1" fmla="*/ 303 h 6756"/>
                <a:gd name="csX2" fmla="*/ 5163 w 5162"/>
                <a:gd name="csY2" fmla="*/ 4328 h 6756"/>
                <a:gd name="csX3" fmla="*/ 2581 w 5162"/>
                <a:gd name="csY3" fmla="*/ 6757 h 6756"/>
                <a:gd name="csX4" fmla="*/ 0 w 5162"/>
                <a:gd name="csY4" fmla="*/ 2732 h 6756"/>
              </a:gdLst>
              <a:ahLst/>
              <a:cxnLst>
                <a:cxn ang="0">
                  <a:pos x="csX0" y="csY0"/>
                </a:cxn>
                <a:cxn ang="0">
                  <a:pos x="csX1" y="csY1"/>
                </a:cxn>
                <a:cxn ang="0">
                  <a:pos x="csX2" y="csY2"/>
                </a:cxn>
                <a:cxn ang="0">
                  <a:pos x="csX3" y="csY3"/>
                </a:cxn>
                <a:cxn ang="0">
                  <a:pos x="csX4" y="csY4"/>
                </a:cxn>
              </a:cxnLst>
              <a:rect l="l" t="t" r="r" b="b"/>
              <a:pathLst>
                <a:path w="5162" h="6756">
                  <a:moveTo>
                    <a:pt x="0" y="2732"/>
                  </a:moveTo>
                  <a:cubicBezTo>
                    <a:pt x="0" y="519"/>
                    <a:pt x="1162" y="-574"/>
                    <a:pt x="2581" y="303"/>
                  </a:cubicBezTo>
                  <a:cubicBezTo>
                    <a:pt x="4001" y="1181"/>
                    <a:pt x="5163" y="2992"/>
                    <a:pt x="5163" y="4328"/>
                  </a:cubicBezTo>
                  <a:cubicBezTo>
                    <a:pt x="5163" y="5664"/>
                    <a:pt x="4001" y="6757"/>
                    <a:pt x="2581" y="6757"/>
                  </a:cubicBezTo>
                  <a:cubicBezTo>
                    <a:pt x="1162" y="6757"/>
                    <a:pt x="0" y="4946"/>
                    <a:pt x="0" y="2732"/>
                  </a:cubicBezTo>
                  <a:close/>
                </a:path>
              </a:pathLst>
            </a:custGeom>
            <a:solidFill>
              <a:srgbClr val="B9B9B9"/>
            </a:solidFill>
            <a:ln w="5163" cap="flat">
              <a:noFill/>
              <a:prstDash val="solid"/>
              <a:miter/>
            </a:ln>
          </p:spPr>
          <p:txBody>
            <a:bodyPr/>
            <a:lstStyle/>
            <a:p>
              <a:endParaRPr lang="es-419" noProof="0" dirty="0"/>
            </a:p>
          </p:txBody>
        </p:sp>
      </p:grpSp>
      <p:sp>
        <p:nvSpPr>
          <p:cNvPr id="105" name="Forma libre: forma 104">
            <a:extLst>
              <a:ext uri="{FF2B5EF4-FFF2-40B4-BE49-F238E27FC236}">
                <a16:creationId xmlns:a16="http://schemas.microsoft.com/office/drawing/2014/main" id="{670B7D8F-8944-6B3B-34E8-C8A69033110E}"/>
              </a:ext>
            </a:extLst>
          </p:cNvPr>
          <p:cNvSpPr/>
          <p:nvPr/>
        </p:nvSpPr>
        <p:spPr>
          <a:xfrm>
            <a:off x="466238" y="1431499"/>
            <a:ext cx="11558" cy="7543"/>
          </a:xfrm>
          <a:custGeom>
            <a:avLst/>
            <a:gdLst>
              <a:gd name="csX0" fmla="*/ 1635 w 11558"/>
              <a:gd name="csY0" fmla="*/ 3752 h 7543"/>
              <a:gd name="csX1" fmla="*/ 8241 w 11558"/>
              <a:gd name="csY1" fmla="*/ 3670 h 7543"/>
              <a:gd name="csX2" fmla="*/ 9050 w 11558"/>
              <a:gd name="csY2" fmla="*/ 7542 h 7543"/>
              <a:gd name="csX3" fmla="*/ 1635 w 11558"/>
              <a:gd name="csY3" fmla="*/ 3752 h 7543"/>
            </a:gdLst>
            <a:ahLst/>
            <a:cxnLst>
              <a:cxn ang="0">
                <a:pos x="csX0" y="csY0"/>
              </a:cxn>
              <a:cxn ang="0">
                <a:pos x="csX1" y="csY1"/>
              </a:cxn>
              <a:cxn ang="0">
                <a:pos x="csX2" y="csY2"/>
              </a:cxn>
              <a:cxn ang="0">
                <a:pos x="csX3" y="csY3"/>
              </a:cxn>
            </a:cxnLst>
            <a:rect l="l" t="t" r="r" b="b"/>
            <a:pathLst>
              <a:path w="11558" h="7543">
                <a:moveTo>
                  <a:pt x="1635" y="3752"/>
                </a:moveTo>
                <a:cubicBezTo>
                  <a:pt x="-2484" y="-1211"/>
                  <a:pt x="1718" y="-1263"/>
                  <a:pt x="8241" y="3670"/>
                </a:cubicBezTo>
                <a:cubicBezTo>
                  <a:pt x="12450" y="6854"/>
                  <a:pt x="12580" y="7473"/>
                  <a:pt x="9050" y="7542"/>
                </a:cubicBezTo>
                <a:cubicBezTo>
                  <a:pt x="6739" y="7587"/>
                  <a:pt x="3403" y="5882"/>
                  <a:pt x="1635" y="3752"/>
                </a:cubicBezTo>
                <a:close/>
              </a:path>
            </a:pathLst>
          </a:custGeom>
          <a:solidFill>
            <a:srgbClr val="B9B9B9"/>
          </a:solidFill>
          <a:ln w="5163" cap="flat">
            <a:noFill/>
            <a:prstDash val="solid"/>
            <a:miter/>
          </a:ln>
        </p:spPr>
        <p:txBody>
          <a:bodyPr/>
          <a:lstStyle/>
          <a:p>
            <a:endParaRPr lang="es-419" noProof="0" dirty="0"/>
          </a:p>
        </p:txBody>
      </p:sp>
      <p:grpSp>
        <p:nvGrpSpPr>
          <p:cNvPr id="106" name="Gráfico 39">
            <a:extLst>
              <a:ext uri="{FF2B5EF4-FFF2-40B4-BE49-F238E27FC236}">
                <a16:creationId xmlns:a16="http://schemas.microsoft.com/office/drawing/2014/main" id="{2ABF7C93-DCCA-241B-DFD2-405EDBEDC87D}"/>
              </a:ext>
            </a:extLst>
          </p:cNvPr>
          <p:cNvGrpSpPr/>
          <p:nvPr/>
        </p:nvGrpSpPr>
        <p:grpSpPr>
          <a:xfrm>
            <a:off x="73152" y="1028824"/>
            <a:ext cx="399884" cy="461679"/>
            <a:chOff x="73152" y="1028824"/>
            <a:chExt cx="399884" cy="461679"/>
          </a:xfrm>
          <a:solidFill>
            <a:srgbClr val="B9B9B9"/>
          </a:solidFill>
        </p:grpSpPr>
        <p:sp>
          <p:nvSpPr>
            <p:cNvPr id="107" name="Forma libre: forma 106">
              <a:extLst>
                <a:ext uri="{FF2B5EF4-FFF2-40B4-BE49-F238E27FC236}">
                  <a16:creationId xmlns:a16="http://schemas.microsoft.com/office/drawing/2014/main" id="{A6A44025-23F0-B029-DCAD-2CAA909F1F68}"/>
                </a:ext>
              </a:extLst>
            </p:cNvPr>
            <p:cNvSpPr/>
            <p:nvPr/>
          </p:nvSpPr>
          <p:spPr>
            <a:xfrm>
              <a:off x="176169" y="1028824"/>
              <a:ext cx="296866" cy="461679"/>
            </a:xfrm>
            <a:custGeom>
              <a:avLst/>
              <a:gdLst>
                <a:gd name="csX0" fmla="*/ 234204 w 296866"/>
                <a:gd name="csY0" fmla="*/ 456793 h 461679"/>
                <a:gd name="csX1" fmla="*/ 189641 w 296866"/>
                <a:gd name="csY1" fmla="*/ 451076 h 461679"/>
                <a:gd name="csX2" fmla="*/ 192285 w 296866"/>
                <a:gd name="csY2" fmla="*/ 440463 h 461679"/>
                <a:gd name="csX3" fmla="*/ 192319 w 296866"/>
                <a:gd name="csY3" fmla="*/ 432599 h 461679"/>
                <a:gd name="csX4" fmla="*/ 190826 w 296866"/>
                <a:gd name="csY4" fmla="*/ 424368 h 461679"/>
                <a:gd name="csX5" fmla="*/ 194908 w 296866"/>
                <a:gd name="csY5" fmla="*/ 412652 h 461679"/>
                <a:gd name="csX6" fmla="*/ 188729 w 296866"/>
                <a:gd name="csY6" fmla="*/ 395950 h 461679"/>
                <a:gd name="csX7" fmla="*/ 175616 w 296866"/>
                <a:gd name="csY7" fmla="*/ 376348 h 461679"/>
                <a:gd name="csX8" fmla="*/ 165432 w 296866"/>
                <a:gd name="csY8" fmla="*/ 362612 h 461679"/>
                <a:gd name="csX9" fmla="*/ 157619 w 296866"/>
                <a:gd name="csY9" fmla="*/ 354047 h 461679"/>
                <a:gd name="csX10" fmla="*/ 123850 w 296866"/>
                <a:gd name="csY10" fmla="*/ 312204 h 461679"/>
                <a:gd name="csX11" fmla="*/ 110408 w 296866"/>
                <a:gd name="csY11" fmla="*/ 302524 h 461679"/>
                <a:gd name="csX12" fmla="*/ 90624 w 296866"/>
                <a:gd name="csY12" fmla="*/ 283830 h 461679"/>
                <a:gd name="csX13" fmla="*/ 80025 w 296866"/>
                <a:gd name="csY13" fmla="*/ 265391 h 461679"/>
                <a:gd name="csX14" fmla="*/ 76089 w 296866"/>
                <a:gd name="csY14" fmla="*/ 254455 h 461679"/>
                <a:gd name="csX15" fmla="*/ 73345 w 296866"/>
                <a:gd name="csY15" fmla="*/ 247079 h 461679"/>
                <a:gd name="csX16" fmla="*/ 72109 w 296866"/>
                <a:gd name="csY16" fmla="*/ 214519 h 461679"/>
                <a:gd name="csX17" fmla="*/ 68319 w 296866"/>
                <a:gd name="csY17" fmla="*/ 206510 h 461679"/>
                <a:gd name="csX18" fmla="*/ 67160 w 296866"/>
                <a:gd name="csY18" fmla="*/ 202519 h 461679"/>
                <a:gd name="csX19" fmla="*/ 64536 w 296866"/>
                <a:gd name="csY19" fmla="*/ 206365 h 461679"/>
                <a:gd name="csX20" fmla="*/ 61955 w 296866"/>
                <a:gd name="csY20" fmla="*/ 210237 h 461679"/>
                <a:gd name="csX21" fmla="*/ 59373 w 296866"/>
                <a:gd name="csY21" fmla="*/ 190811 h 461679"/>
                <a:gd name="csX22" fmla="*/ 48569 w 296866"/>
                <a:gd name="csY22" fmla="*/ 154736 h 461679"/>
                <a:gd name="csX23" fmla="*/ 46466 w 296866"/>
                <a:gd name="csY23" fmla="*/ 141789 h 461679"/>
                <a:gd name="csX24" fmla="*/ 38475 w 296866"/>
                <a:gd name="csY24" fmla="*/ 114684 h 461679"/>
                <a:gd name="csX25" fmla="*/ 28150 w 296866"/>
                <a:gd name="csY25" fmla="*/ 99082 h 461679"/>
                <a:gd name="csX26" fmla="*/ 25815 w 296866"/>
                <a:gd name="csY26" fmla="*/ 89273 h 461679"/>
                <a:gd name="csX27" fmla="*/ 22760 w 296866"/>
                <a:gd name="csY27" fmla="*/ 77852 h 461679"/>
                <a:gd name="csX28" fmla="*/ 21512 w 296866"/>
                <a:gd name="csY28" fmla="*/ 72990 h 461679"/>
                <a:gd name="csX29" fmla="*/ 26374 w 296866"/>
                <a:gd name="csY29" fmla="*/ 74238 h 461679"/>
                <a:gd name="csX30" fmla="*/ 33559 w 296866"/>
                <a:gd name="csY30" fmla="*/ 72129 h 461679"/>
                <a:gd name="csX31" fmla="*/ 29687 w 296866"/>
                <a:gd name="csY31" fmla="*/ 66967 h 461679"/>
                <a:gd name="csX32" fmla="*/ 25815 w 296866"/>
                <a:gd name="csY32" fmla="*/ 64277 h 461679"/>
                <a:gd name="csX33" fmla="*/ 20828 w 296866"/>
                <a:gd name="csY33" fmla="*/ 56236 h 461679"/>
                <a:gd name="csX34" fmla="*/ 14159 w 296866"/>
                <a:gd name="csY34" fmla="*/ 40210 h 461679"/>
                <a:gd name="csX35" fmla="*/ 6238 w 296866"/>
                <a:gd name="csY35" fmla="*/ 17321 h 461679"/>
                <a:gd name="csX36" fmla="*/ 0 w 296866"/>
                <a:gd name="csY36" fmla="*/ 2478 h 461679"/>
                <a:gd name="csX37" fmla="*/ 99386 w 296866"/>
                <a:gd name="csY37" fmla="*/ 3758 h 461679"/>
                <a:gd name="csX38" fmla="*/ 191027 w 296866"/>
                <a:gd name="csY38" fmla="*/ 12449 h 461679"/>
                <a:gd name="csX39" fmla="*/ 178059 w 296866"/>
                <a:gd name="csY39" fmla="*/ 27807 h 461679"/>
                <a:gd name="csX40" fmla="*/ 167369 w 296866"/>
                <a:gd name="csY40" fmla="*/ 45725 h 461679"/>
                <a:gd name="csX41" fmla="*/ 163079 w 296866"/>
                <a:gd name="csY41" fmla="*/ 80524 h 461679"/>
                <a:gd name="csX42" fmla="*/ 162631 w 296866"/>
                <a:gd name="csY42" fmla="*/ 83796 h 461679"/>
                <a:gd name="csX43" fmla="*/ 171021 w 296866"/>
                <a:gd name="csY43" fmla="*/ 93315 h 461679"/>
                <a:gd name="csX44" fmla="*/ 173406 w 296866"/>
                <a:gd name="csY44" fmla="*/ 109690 h 461679"/>
                <a:gd name="csX45" fmla="*/ 164850 w 296866"/>
                <a:gd name="csY45" fmla="*/ 145701 h 461679"/>
                <a:gd name="csX46" fmla="*/ 169084 w 296866"/>
                <a:gd name="csY46" fmla="*/ 169291 h 461679"/>
                <a:gd name="csX47" fmla="*/ 171477 w 296866"/>
                <a:gd name="csY47" fmla="*/ 213103 h 461679"/>
                <a:gd name="csX48" fmla="*/ 174210 w 296866"/>
                <a:gd name="csY48" fmla="*/ 257046 h 461679"/>
                <a:gd name="csX49" fmla="*/ 178120 w 296866"/>
                <a:gd name="csY49" fmla="*/ 261958 h 461679"/>
                <a:gd name="csX50" fmla="*/ 182243 w 296866"/>
                <a:gd name="csY50" fmla="*/ 269492 h 461679"/>
                <a:gd name="csX51" fmla="*/ 184937 w 296866"/>
                <a:gd name="csY51" fmla="*/ 277338 h 461679"/>
                <a:gd name="csX52" fmla="*/ 193415 w 296866"/>
                <a:gd name="csY52" fmla="*/ 285510 h 461679"/>
                <a:gd name="csX53" fmla="*/ 199664 w 296866"/>
                <a:gd name="csY53" fmla="*/ 290658 h 461679"/>
                <a:gd name="csX54" fmla="*/ 207927 w 296866"/>
                <a:gd name="csY54" fmla="*/ 300943 h 461679"/>
                <a:gd name="csX55" fmla="*/ 219722 w 296866"/>
                <a:gd name="csY55" fmla="*/ 315205 h 461679"/>
                <a:gd name="csX56" fmla="*/ 234342 w 296866"/>
                <a:gd name="csY56" fmla="*/ 331253 h 461679"/>
                <a:gd name="csX57" fmla="*/ 242348 w 296866"/>
                <a:gd name="csY57" fmla="*/ 342893 h 461679"/>
                <a:gd name="csX58" fmla="*/ 243886 w 296866"/>
                <a:gd name="csY58" fmla="*/ 354430 h 461679"/>
                <a:gd name="csX59" fmla="*/ 242906 w 296866"/>
                <a:gd name="csY59" fmla="*/ 363679 h 461679"/>
                <a:gd name="csX60" fmla="*/ 242638 w 296866"/>
                <a:gd name="csY60" fmla="*/ 372819 h 461679"/>
                <a:gd name="csX61" fmla="*/ 248980 w 296866"/>
                <a:gd name="csY61" fmla="*/ 375191 h 461679"/>
                <a:gd name="csX62" fmla="*/ 256854 w 296866"/>
                <a:gd name="csY62" fmla="*/ 380201 h 461679"/>
                <a:gd name="csX63" fmla="*/ 262017 w 296866"/>
                <a:gd name="csY63" fmla="*/ 385776 h 461679"/>
                <a:gd name="csX64" fmla="*/ 267554 w 296866"/>
                <a:gd name="csY64" fmla="*/ 396801 h 461679"/>
                <a:gd name="csX65" fmla="*/ 281559 w 296866"/>
                <a:gd name="csY65" fmla="*/ 416793 h 461679"/>
                <a:gd name="csX66" fmla="*/ 290755 w 296866"/>
                <a:gd name="csY66" fmla="*/ 428632 h 461679"/>
                <a:gd name="csX67" fmla="*/ 294624 w 296866"/>
                <a:gd name="csY67" fmla="*/ 440196 h 461679"/>
                <a:gd name="csX68" fmla="*/ 296867 w 296866"/>
                <a:gd name="csY68" fmla="*/ 451755 h 461679"/>
                <a:gd name="csX69" fmla="*/ 287186 w 296866"/>
                <a:gd name="csY69" fmla="*/ 461588 h 461679"/>
                <a:gd name="csX70" fmla="*/ 234204 w 296866"/>
                <a:gd name="csY70" fmla="*/ 456793 h 4616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Lst>
              <a:rect l="l" t="t" r="r" b="b"/>
              <a:pathLst>
                <a:path w="296866" h="461679">
                  <a:moveTo>
                    <a:pt x="234204" y="456793"/>
                  </a:moveTo>
                  <a:cubicBezTo>
                    <a:pt x="210389" y="454343"/>
                    <a:pt x="190335" y="451771"/>
                    <a:pt x="189641" y="451076"/>
                  </a:cubicBezTo>
                  <a:cubicBezTo>
                    <a:pt x="188946" y="450382"/>
                    <a:pt x="190136" y="445606"/>
                    <a:pt x="192285" y="440463"/>
                  </a:cubicBezTo>
                  <a:cubicBezTo>
                    <a:pt x="195748" y="432175"/>
                    <a:pt x="195752" y="431281"/>
                    <a:pt x="192319" y="432599"/>
                  </a:cubicBezTo>
                  <a:cubicBezTo>
                    <a:pt x="188021" y="434248"/>
                    <a:pt x="186953" y="428358"/>
                    <a:pt x="190826" y="424368"/>
                  </a:cubicBezTo>
                  <a:cubicBezTo>
                    <a:pt x="192136" y="423019"/>
                    <a:pt x="193972" y="417747"/>
                    <a:pt x="194908" y="412652"/>
                  </a:cubicBezTo>
                  <a:cubicBezTo>
                    <a:pt x="196394" y="404559"/>
                    <a:pt x="195613" y="402447"/>
                    <a:pt x="188729" y="395950"/>
                  </a:cubicBezTo>
                  <a:cubicBezTo>
                    <a:pt x="184395" y="391860"/>
                    <a:pt x="178494" y="383039"/>
                    <a:pt x="175616" y="376348"/>
                  </a:cubicBezTo>
                  <a:cubicBezTo>
                    <a:pt x="172738" y="369658"/>
                    <a:pt x="168155" y="363476"/>
                    <a:pt x="165432" y="362612"/>
                  </a:cubicBezTo>
                  <a:cubicBezTo>
                    <a:pt x="162709" y="361748"/>
                    <a:pt x="159193" y="357894"/>
                    <a:pt x="157619" y="354047"/>
                  </a:cubicBezTo>
                  <a:cubicBezTo>
                    <a:pt x="149821" y="334997"/>
                    <a:pt x="131426" y="312204"/>
                    <a:pt x="123850" y="312204"/>
                  </a:cubicBezTo>
                  <a:cubicBezTo>
                    <a:pt x="121509" y="312204"/>
                    <a:pt x="115460" y="307848"/>
                    <a:pt x="110408" y="302524"/>
                  </a:cubicBezTo>
                  <a:cubicBezTo>
                    <a:pt x="105356" y="297200"/>
                    <a:pt x="96453" y="288788"/>
                    <a:pt x="90624" y="283830"/>
                  </a:cubicBezTo>
                  <a:cubicBezTo>
                    <a:pt x="81794" y="276321"/>
                    <a:pt x="80025" y="273244"/>
                    <a:pt x="80025" y="265391"/>
                  </a:cubicBezTo>
                  <a:cubicBezTo>
                    <a:pt x="80025" y="259326"/>
                    <a:pt x="78622" y="255426"/>
                    <a:pt x="76089" y="254455"/>
                  </a:cubicBezTo>
                  <a:cubicBezTo>
                    <a:pt x="73596" y="253498"/>
                    <a:pt x="72591" y="250794"/>
                    <a:pt x="73345" y="247079"/>
                  </a:cubicBezTo>
                  <a:cubicBezTo>
                    <a:pt x="77548" y="226392"/>
                    <a:pt x="77309" y="220102"/>
                    <a:pt x="72109" y="214519"/>
                  </a:cubicBezTo>
                  <a:cubicBezTo>
                    <a:pt x="69219" y="211417"/>
                    <a:pt x="67513" y="207813"/>
                    <a:pt x="68319" y="206510"/>
                  </a:cubicBezTo>
                  <a:cubicBezTo>
                    <a:pt x="69124" y="205206"/>
                    <a:pt x="68603" y="203410"/>
                    <a:pt x="67160" y="202519"/>
                  </a:cubicBezTo>
                  <a:cubicBezTo>
                    <a:pt x="65698" y="201615"/>
                    <a:pt x="64536" y="203319"/>
                    <a:pt x="64536" y="206365"/>
                  </a:cubicBezTo>
                  <a:cubicBezTo>
                    <a:pt x="64536" y="209372"/>
                    <a:pt x="63375" y="211114"/>
                    <a:pt x="61955" y="210237"/>
                  </a:cubicBezTo>
                  <a:cubicBezTo>
                    <a:pt x="60535" y="209360"/>
                    <a:pt x="59373" y="200618"/>
                    <a:pt x="59373" y="190811"/>
                  </a:cubicBezTo>
                  <a:cubicBezTo>
                    <a:pt x="59373" y="173740"/>
                    <a:pt x="53682" y="154736"/>
                    <a:pt x="48569" y="154736"/>
                  </a:cubicBezTo>
                  <a:cubicBezTo>
                    <a:pt x="47413" y="154736"/>
                    <a:pt x="46466" y="148910"/>
                    <a:pt x="46466" y="141789"/>
                  </a:cubicBezTo>
                  <a:cubicBezTo>
                    <a:pt x="46466" y="132086"/>
                    <a:pt x="44464" y="125296"/>
                    <a:pt x="38475" y="114684"/>
                  </a:cubicBezTo>
                  <a:cubicBezTo>
                    <a:pt x="34080" y="106897"/>
                    <a:pt x="29434" y="99876"/>
                    <a:pt x="28150" y="99082"/>
                  </a:cubicBezTo>
                  <a:cubicBezTo>
                    <a:pt x="26865" y="98289"/>
                    <a:pt x="25815" y="93874"/>
                    <a:pt x="25815" y="89273"/>
                  </a:cubicBezTo>
                  <a:cubicBezTo>
                    <a:pt x="25815" y="84671"/>
                    <a:pt x="24440" y="79532"/>
                    <a:pt x="22760" y="77852"/>
                  </a:cubicBezTo>
                  <a:cubicBezTo>
                    <a:pt x="21080" y="76172"/>
                    <a:pt x="20518" y="73984"/>
                    <a:pt x="21512" y="72990"/>
                  </a:cubicBezTo>
                  <a:cubicBezTo>
                    <a:pt x="22506" y="71996"/>
                    <a:pt x="24694" y="72558"/>
                    <a:pt x="26374" y="74238"/>
                  </a:cubicBezTo>
                  <a:cubicBezTo>
                    <a:pt x="30884" y="78748"/>
                    <a:pt x="33559" y="77963"/>
                    <a:pt x="33559" y="72129"/>
                  </a:cubicBezTo>
                  <a:cubicBezTo>
                    <a:pt x="33559" y="69261"/>
                    <a:pt x="31838" y="66967"/>
                    <a:pt x="29687" y="66967"/>
                  </a:cubicBezTo>
                  <a:cubicBezTo>
                    <a:pt x="27557" y="66967"/>
                    <a:pt x="25815" y="65756"/>
                    <a:pt x="25815" y="64277"/>
                  </a:cubicBezTo>
                  <a:cubicBezTo>
                    <a:pt x="25815" y="62798"/>
                    <a:pt x="23571" y="59179"/>
                    <a:pt x="20828" y="56236"/>
                  </a:cubicBezTo>
                  <a:cubicBezTo>
                    <a:pt x="18086" y="53292"/>
                    <a:pt x="15085" y="46080"/>
                    <a:pt x="14159" y="40210"/>
                  </a:cubicBezTo>
                  <a:cubicBezTo>
                    <a:pt x="13233" y="34339"/>
                    <a:pt x="9669" y="24039"/>
                    <a:pt x="6238" y="17321"/>
                  </a:cubicBezTo>
                  <a:cubicBezTo>
                    <a:pt x="2807" y="10603"/>
                    <a:pt x="0" y="3924"/>
                    <a:pt x="0" y="2478"/>
                  </a:cubicBezTo>
                  <a:cubicBezTo>
                    <a:pt x="0" y="-1152"/>
                    <a:pt x="23478" y="-850"/>
                    <a:pt x="99386" y="3758"/>
                  </a:cubicBezTo>
                  <a:cubicBezTo>
                    <a:pt x="175010" y="8348"/>
                    <a:pt x="191027" y="9867"/>
                    <a:pt x="191027" y="12449"/>
                  </a:cubicBezTo>
                  <a:cubicBezTo>
                    <a:pt x="191027" y="13496"/>
                    <a:pt x="185192" y="20407"/>
                    <a:pt x="178059" y="27807"/>
                  </a:cubicBezTo>
                  <a:cubicBezTo>
                    <a:pt x="167978" y="38266"/>
                    <a:pt x="165598" y="42256"/>
                    <a:pt x="167369" y="45725"/>
                  </a:cubicBezTo>
                  <a:cubicBezTo>
                    <a:pt x="174634" y="59948"/>
                    <a:pt x="171699" y="83751"/>
                    <a:pt x="163079" y="80524"/>
                  </a:cubicBezTo>
                  <a:cubicBezTo>
                    <a:pt x="159180" y="79065"/>
                    <a:pt x="159137" y="79384"/>
                    <a:pt x="162631" y="83796"/>
                  </a:cubicBezTo>
                  <a:cubicBezTo>
                    <a:pt x="164761" y="86485"/>
                    <a:pt x="168536" y="90769"/>
                    <a:pt x="171021" y="93315"/>
                  </a:cubicBezTo>
                  <a:cubicBezTo>
                    <a:pt x="175834" y="98246"/>
                    <a:pt x="176913" y="105657"/>
                    <a:pt x="173406" y="109690"/>
                  </a:cubicBezTo>
                  <a:cubicBezTo>
                    <a:pt x="169336" y="114370"/>
                    <a:pt x="164942" y="132862"/>
                    <a:pt x="164850" y="145701"/>
                  </a:cubicBezTo>
                  <a:cubicBezTo>
                    <a:pt x="164711" y="165107"/>
                    <a:pt x="165194" y="167798"/>
                    <a:pt x="169084" y="169291"/>
                  </a:cubicBezTo>
                  <a:cubicBezTo>
                    <a:pt x="171992" y="170406"/>
                    <a:pt x="172437" y="178546"/>
                    <a:pt x="171477" y="213103"/>
                  </a:cubicBezTo>
                  <a:cubicBezTo>
                    <a:pt x="170471" y="249367"/>
                    <a:pt x="170869" y="255764"/>
                    <a:pt x="174210" y="257046"/>
                  </a:cubicBezTo>
                  <a:cubicBezTo>
                    <a:pt x="176360" y="257871"/>
                    <a:pt x="178120" y="260081"/>
                    <a:pt x="178120" y="261958"/>
                  </a:cubicBezTo>
                  <a:cubicBezTo>
                    <a:pt x="178120" y="263834"/>
                    <a:pt x="179975" y="267225"/>
                    <a:pt x="182243" y="269492"/>
                  </a:cubicBezTo>
                  <a:cubicBezTo>
                    <a:pt x="184511" y="271760"/>
                    <a:pt x="185723" y="275291"/>
                    <a:pt x="184937" y="277338"/>
                  </a:cubicBezTo>
                  <a:cubicBezTo>
                    <a:pt x="183466" y="281172"/>
                    <a:pt x="186953" y="284533"/>
                    <a:pt x="193415" y="285510"/>
                  </a:cubicBezTo>
                  <a:cubicBezTo>
                    <a:pt x="195439" y="285815"/>
                    <a:pt x="198251" y="288132"/>
                    <a:pt x="199664" y="290658"/>
                  </a:cubicBezTo>
                  <a:cubicBezTo>
                    <a:pt x="201078" y="293183"/>
                    <a:pt x="204796" y="297811"/>
                    <a:pt x="207927" y="300943"/>
                  </a:cubicBezTo>
                  <a:cubicBezTo>
                    <a:pt x="211058" y="304074"/>
                    <a:pt x="216366" y="310492"/>
                    <a:pt x="219722" y="315205"/>
                  </a:cubicBezTo>
                  <a:cubicBezTo>
                    <a:pt x="223078" y="319918"/>
                    <a:pt x="229657" y="327140"/>
                    <a:pt x="234342" y="331253"/>
                  </a:cubicBezTo>
                  <a:cubicBezTo>
                    <a:pt x="239027" y="335367"/>
                    <a:pt x="242630" y="340605"/>
                    <a:pt x="242348" y="342893"/>
                  </a:cubicBezTo>
                  <a:cubicBezTo>
                    <a:pt x="242066" y="345182"/>
                    <a:pt x="242758" y="350373"/>
                    <a:pt x="243886" y="354430"/>
                  </a:cubicBezTo>
                  <a:cubicBezTo>
                    <a:pt x="245242" y="359308"/>
                    <a:pt x="244910" y="362440"/>
                    <a:pt x="242906" y="363679"/>
                  </a:cubicBezTo>
                  <a:cubicBezTo>
                    <a:pt x="240669" y="365062"/>
                    <a:pt x="240599" y="367456"/>
                    <a:pt x="242638" y="372819"/>
                  </a:cubicBezTo>
                  <a:cubicBezTo>
                    <a:pt x="245274" y="379752"/>
                    <a:pt x="245565" y="379861"/>
                    <a:pt x="248980" y="375191"/>
                  </a:cubicBezTo>
                  <a:cubicBezTo>
                    <a:pt x="253071" y="369596"/>
                    <a:pt x="256854" y="372003"/>
                    <a:pt x="256854" y="380201"/>
                  </a:cubicBezTo>
                  <a:cubicBezTo>
                    <a:pt x="256854" y="384054"/>
                    <a:pt x="258448" y="385776"/>
                    <a:pt x="262017" y="385776"/>
                  </a:cubicBezTo>
                  <a:cubicBezTo>
                    <a:pt x="266316" y="385777"/>
                    <a:pt x="267243" y="387623"/>
                    <a:pt x="267554" y="396801"/>
                  </a:cubicBezTo>
                  <a:cubicBezTo>
                    <a:pt x="267995" y="409833"/>
                    <a:pt x="271290" y="414537"/>
                    <a:pt x="281559" y="416793"/>
                  </a:cubicBezTo>
                  <a:cubicBezTo>
                    <a:pt x="287964" y="418199"/>
                    <a:pt x="289378" y="420020"/>
                    <a:pt x="290755" y="428632"/>
                  </a:cubicBezTo>
                  <a:cubicBezTo>
                    <a:pt x="291650" y="434230"/>
                    <a:pt x="293391" y="439433"/>
                    <a:pt x="294624" y="440196"/>
                  </a:cubicBezTo>
                  <a:cubicBezTo>
                    <a:pt x="295858" y="440958"/>
                    <a:pt x="296867" y="446160"/>
                    <a:pt x="296867" y="451755"/>
                  </a:cubicBezTo>
                  <a:cubicBezTo>
                    <a:pt x="296867" y="461851"/>
                    <a:pt x="296793" y="461926"/>
                    <a:pt x="287186" y="461588"/>
                  </a:cubicBezTo>
                  <a:cubicBezTo>
                    <a:pt x="281862" y="461400"/>
                    <a:pt x="258020" y="459243"/>
                    <a:pt x="234204" y="456793"/>
                  </a:cubicBezTo>
                  <a:close/>
                </a:path>
              </a:pathLst>
            </a:custGeom>
            <a:solidFill>
              <a:srgbClr val="B9B9B9"/>
            </a:solidFill>
            <a:ln w="5163" cap="flat">
              <a:noFill/>
              <a:prstDash val="solid"/>
              <a:miter/>
            </a:ln>
          </p:spPr>
          <p:txBody>
            <a:bodyPr/>
            <a:lstStyle/>
            <a:p>
              <a:endParaRPr lang="es-419" noProof="0" dirty="0"/>
            </a:p>
          </p:txBody>
        </p:sp>
        <p:sp>
          <p:nvSpPr>
            <p:cNvPr id="108" name="Forma libre: forma 107">
              <a:extLst>
                <a:ext uri="{FF2B5EF4-FFF2-40B4-BE49-F238E27FC236}">
                  <a16:creationId xmlns:a16="http://schemas.microsoft.com/office/drawing/2014/main" id="{8436B239-934A-A894-6DAC-4781F715D20E}"/>
                </a:ext>
              </a:extLst>
            </p:cNvPr>
            <p:cNvSpPr/>
            <p:nvPr/>
          </p:nvSpPr>
          <p:spPr>
            <a:xfrm>
              <a:off x="259777" y="1434618"/>
              <a:ext cx="20905" cy="34765"/>
            </a:xfrm>
            <a:custGeom>
              <a:avLst/>
              <a:gdLst>
                <a:gd name="csX0" fmla="*/ 7343 w 20905"/>
                <a:gd name="csY0" fmla="*/ 31742 h 34765"/>
                <a:gd name="csX1" fmla="*/ 5095 w 20905"/>
                <a:gd name="csY1" fmla="*/ 22712 h 34765"/>
                <a:gd name="csX2" fmla="*/ 11946 w 20905"/>
                <a:gd name="csY2" fmla="*/ 12959 h 34765"/>
                <a:gd name="csX3" fmla="*/ 17992 w 20905"/>
                <a:gd name="csY3" fmla="*/ 1997 h 34765"/>
                <a:gd name="csX4" fmla="*/ 19063 w 20905"/>
                <a:gd name="csY4" fmla="*/ 27093 h 34765"/>
                <a:gd name="csX5" fmla="*/ 7343 w 20905"/>
                <a:gd name="csY5" fmla="*/ 31742 h 34765"/>
              </a:gdLst>
              <a:ahLst/>
              <a:cxnLst>
                <a:cxn ang="0">
                  <a:pos x="csX0" y="csY0"/>
                </a:cxn>
                <a:cxn ang="0">
                  <a:pos x="csX1" y="csY1"/>
                </a:cxn>
                <a:cxn ang="0">
                  <a:pos x="csX2" y="csY2"/>
                </a:cxn>
                <a:cxn ang="0">
                  <a:pos x="csX3" y="csY3"/>
                </a:cxn>
                <a:cxn ang="0">
                  <a:pos x="csX4" y="csY4"/>
                </a:cxn>
                <a:cxn ang="0">
                  <a:pos x="csX5" y="csY5"/>
                </a:cxn>
              </a:cxnLst>
              <a:rect l="l" t="t" r="r" b="b"/>
              <a:pathLst>
                <a:path w="20905" h="34765">
                  <a:moveTo>
                    <a:pt x="7343" y="31742"/>
                  </a:moveTo>
                  <a:cubicBezTo>
                    <a:pt x="-1878" y="26647"/>
                    <a:pt x="-2170" y="25474"/>
                    <a:pt x="5095" y="22712"/>
                  </a:cubicBezTo>
                  <a:cubicBezTo>
                    <a:pt x="10179" y="20779"/>
                    <a:pt x="11916" y="18306"/>
                    <a:pt x="11946" y="12959"/>
                  </a:cubicBezTo>
                  <a:cubicBezTo>
                    <a:pt x="11996" y="3833"/>
                    <a:pt x="16177" y="-3749"/>
                    <a:pt x="17992" y="1997"/>
                  </a:cubicBezTo>
                  <a:cubicBezTo>
                    <a:pt x="21527" y="13191"/>
                    <a:pt x="21797" y="19522"/>
                    <a:pt x="19063" y="27093"/>
                  </a:cubicBezTo>
                  <a:cubicBezTo>
                    <a:pt x="15722" y="36343"/>
                    <a:pt x="15691" y="36355"/>
                    <a:pt x="7343" y="31742"/>
                  </a:cubicBezTo>
                  <a:close/>
                </a:path>
              </a:pathLst>
            </a:custGeom>
            <a:solidFill>
              <a:srgbClr val="B9B9B9"/>
            </a:solidFill>
            <a:ln w="5163" cap="flat">
              <a:noFill/>
              <a:prstDash val="solid"/>
              <a:miter/>
            </a:ln>
          </p:spPr>
          <p:txBody>
            <a:bodyPr/>
            <a:lstStyle/>
            <a:p>
              <a:endParaRPr lang="es-419" noProof="0" dirty="0"/>
            </a:p>
          </p:txBody>
        </p:sp>
        <p:sp>
          <p:nvSpPr>
            <p:cNvPr id="109" name="Forma libre: forma 108">
              <a:extLst>
                <a:ext uri="{FF2B5EF4-FFF2-40B4-BE49-F238E27FC236}">
                  <a16:creationId xmlns:a16="http://schemas.microsoft.com/office/drawing/2014/main" id="{33AB93D6-1743-E0A6-4A34-E8BF9F1F9E1E}"/>
                </a:ext>
              </a:extLst>
            </p:cNvPr>
            <p:cNvSpPr/>
            <p:nvPr/>
          </p:nvSpPr>
          <p:spPr>
            <a:xfrm>
              <a:off x="73152" y="1375664"/>
              <a:ext cx="14357" cy="42577"/>
            </a:xfrm>
            <a:custGeom>
              <a:avLst/>
              <a:gdLst>
                <a:gd name="csX0" fmla="*/ 7495 w 14357"/>
                <a:gd name="csY0" fmla="*/ 37645 h 42577"/>
                <a:gd name="csX1" fmla="*/ 3632 w 14357"/>
                <a:gd name="csY1" fmla="*/ 24738 h 42577"/>
                <a:gd name="csX2" fmla="*/ 3632 w 14357"/>
                <a:gd name="csY2" fmla="*/ 1505 h 42577"/>
                <a:gd name="csX3" fmla="*/ 7504 w 14357"/>
                <a:gd name="csY3" fmla="*/ 6137 h 42577"/>
                <a:gd name="csX4" fmla="*/ 10146 w 14357"/>
                <a:gd name="csY4" fmla="*/ 14863 h 42577"/>
                <a:gd name="csX5" fmla="*/ 11643 w 14357"/>
                <a:gd name="csY5" fmla="*/ 38936 h 42577"/>
                <a:gd name="csX6" fmla="*/ 7495 w 14357"/>
                <a:gd name="csY6" fmla="*/ 37645 h 42577"/>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4357" h="42577">
                  <a:moveTo>
                    <a:pt x="7495" y="37645"/>
                  </a:moveTo>
                  <a:cubicBezTo>
                    <a:pt x="7399" y="34096"/>
                    <a:pt x="5661" y="28288"/>
                    <a:pt x="3632" y="24738"/>
                  </a:cubicBezTo>
                  <a:cubicBezTo>
                    <a:pt x="-1211" y="16267"/>
                    <a:pt x="-1211" y="5524"/>
                    <a:pt x="3632" y="1505"/>
                  </a:cubicBezTo>
                  <a:cubicBezTo>
                    <a:pt x="6929" y="-1232"/>
                    <a:pt x="7504" y="-544"/>
                    <a:pt x="7504" y="6137"/>
                  </a:cubicBezTo>
                  <a:cubicBezTo>
                    <a:pt x="7504" y="10452"/>
                    <a:pt x="8693" y="14378"/>
                    <a:pt x="10146" y="14863"/>
                  </a:cubicBezTo>
                  <a:cubicBezTo>
                    <a:pt x="14898" y="16447"/>
                    <a:pt x="15948" y="33343"/>
                    <a:pt x="11643" y="38936"/>
                  </a:cubicBezTo>
                  <a:cubicBezTo>
                    <a:pt x="7745" y="44000"/>
                    <a:pt x="7665" y="43975"/>
                    <a:pt x="7495" y="37645"/>
                  </a:cubicBezTo>
                  <a:close/>
                </a:path>
              </a:pathLst>
            </a:custGeom>
            <a:solidFill>
              <a:srgbClr val="B9B9B9"/>
            </a:solidFill>
            <a:ln w="5163" cap="flat">
              <a:noFill/>
              <a:prstDash val="solid"/>
              <a:miter/>
            </a:ln>
          </p:spPr>
          <p:txBody>
            <a:bodyPr/>
            <a:lstStyle/>
            <a:p>
              <a:endParaRPr lang="es-419" noProof="0" dirty="0"/>
            </a:p>
          </p:txBody>
        </p:sp>
        <p:sp>
          <p:nvSpPr>
            <p:cNvPr id="110" name="Forma libre: forma 109">
              <a:extLst>
                <a:ext uri="{FF2B5EF4-FFF2-40B4-BE49-F238E27FC236}">
                  <a16:creationId xmlns:a16="http://schemas.microsoft.com/office/drawing/2014/main" id="{06850910-F2F0-422F-5211-DF3D603DEBC8}"/>
                </a:ext>
              </a:extLst>
            </p:cNvPr>
            <p:cNvSpPr/>
            <p:nvPr/>
          </p:nvSpPr>
          <p:spPr>
            <a:xfrm>
              <a:off x="420547" y="1341567"/>
              <a:ext cx="36589" cy="57857"/>
            </a:xfrm>
            <a:custGeom>
              <a:avLst/>
              <a:gdLst>
                <a:gd name="csX0" fmla="*/ 24033 w 36589"/>
                <a:gd name="csY0" fmla="*/ 48231 h 57857"/>
                <a:gd name="csX1" fmla="*/ 8875 w 36589"/>
                <a:gd name="csY1" fmla="*/ 31730 h 57857"/>
                <a:gd name="csX2" fmla="*/ 2815 w 36589"/>
                <a:gd name="csY2" fmla="*/ 140 h 57857"/>
                <a:gd name="csX3" fmla="*/ 18571 w 36589"/>
                <a:gd name="csY3" fmla="*/ 17532 h 57857"/>
                <a:gd name="csX4" fmla="*/ 26156 w 36589"/>
                <a:gd name="csY4" fmla="*/ 27858 h 57857"/>
                <a:gd name="csX5" fmla="*/ 32361 w 36589"/>
                <a:gd name="csY5" fmla="*/ 36599 h 57857"/>
                <a:gd name="csX6" fmla="*/ 34380 w 36589"/>
                <a:gd name="csY6" fmla="*/ 51018 h 57857"/>
                <a:gd name="csX7" fmla="*/ 24033 w 36589"/>
                <a:gd name="csY7" fmla="*/ 48231 h 578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6589" h="57857">
                  <a:moveTo>
                    <a:pt x="24033" y="48231"/>
                  </a:moveTo>
                  <a:cubicBezTo>
                    <a:pt x="18251" y="41995"/>
                    <a:pt x="11430" y="34569"/>
                    <a:pt x="8875" y="31730"/>
                  </a:cubicBezTo>
                  <a:cubicBezTo>
                    <a:pt x="870" y="22831"/>
                    <a:pt x="-3051" y="2391"/>
                    <a:pt x="2815" y="140"/>
                  </a:cubicBezTo>
                  <a:cubicBezTo>
                    <a:pt x="7073" y="-1494"/>
                    <a:pt x="18931" y="11596"/>
                    <a:pt x="18571" y="17532"/>
                  </a:cubicBezTo>
                  <a:cubicBezTo>
                    <a:pt x="18043" y="26212"/>
                    <a:pt x="19252" y="27858"/>
                    <a:pt x="26156" y="27858"/>
                  </a:cubicBezTo>
                  <a:cubicBezTo>
                    <a:pt x="32848" y="27858"/>
                    <a:pt x="33306" y="28504"/>
                    <a:pt x="32361" y="36599"/>
                  </a:cubicBezTo>
                  <a:cubicBezTo>
                    <a:pt x="31800" y="41406"/>
                    <a:pt x="32708" y="47895"/>
                    <a:pt x="34380" y="51018"/>
                  </a:cubicBezTo>
                  <a:cubicBezTo>
                    <a:pt x="39819" y="61181"/>
                    <a:pt x="34782" y="59825"/>
                    <a:pt x="24033" y="48231"/>
                  </a:cubicBezTo>
                  <a:close/>
                </a:path>
              </a:pathLst>
            </a:custGeom>
            <a:solidFill>
              <a:srgbClr val="B9B9B9"/>
            </a:solidFill>
            <a:ln w="5163" cap="flat">
              <a:noFill/>
              <a:prstDash val="solid"/>
              <a:miter/>
            </a:ln>
          </p:spPr>
          <p:txBody>
            <a:bodyPr/>
            <a:lstStyle/>
            <a:p>
              <a:endParaRPr lang="es-419" noProof="0" dirty="0"/>
            </a:p>
          </p:txBody>
        </p:sp>
      </p:grpSp>
      <p:grpSp>
        <p:nvGrpSpPr>
          <p:cNvPr id="111" name="Gráfico 39">
            <a:extLst>
              <a:ext uri="{FF2B5EF4-FFF2-40B4-BE49-F238E27FC236}">
                <a16:creationId xmlns:a16="http://schemas.microsoft.com/office/drawing/2014/main" id="{66A4C753-5DA7-E316-3B54-5E592900CDC8}"/>
              </a:ext>
            </a:extLst>
          </p:cNvPr>
          <p:cNvGrpSpPr/>
          <p:nvPr/>
        </p:nvGrpSpPr>
        <p:grpSpPr>
          <a:xfrm>
            <a:off x="347681" y="1057339"/>
            <a:ext cx="481325" cy="621418"/>
            <a:chOff x="347681" y="1057339"/>
            <a:chExt cx="481325" cy="621418"/>
          </a:xfrm>
          <a:solidFill>
            <a:srgbClr val="B9B9B9"/>
          </a:solidFill>
        </p:grpSpPr>
        <p:grpSp>
          <p:nvGrpSpPr>
            <p:cNvPr id="112" name="Gráfico 39">
              <a:extLst>
                <a:ext uri="{FF2B5EF4-FFF2-40B4-BE49-F238E27FC236}">
                  <a16:creationId xmlns:a16="http://schemas.microsoft.com/office/drawing/2014/main" id="{2F1BDFA7-967B-711F-1FC7-E55EB9B88B5B}"/>
                </a:ext>
              </a:extLst>
            </p:cNvPr>
            <p:cNvGrpSpPr/>
            <p:nvPr/>
          </p:nvGrpSpPr>
          <p:grpSpPr>
            <a:xfrm>
              <a:off x="492211" y="1384222"/>
              <a:ext cx="33498" cy="51895"/>
              <a:chOff x="492211" y="1384222"/>
              <a:chExt cx="33498" cy="51895"/>
            </a:xfrm>
            <a:solidFill>
              <a:srgbClr val="B9B9B9"/>
            </a:solidFill>
          </p:grpSpPr>
          <p:sp>
            <p:nvSpPr>
              <p:cNvPr id="113" name="Forma libre: forma 112">
                <a:extLst>
                  <a:ext uri="{FF2B5EF4-FFF2-40B4-BE49-F238E27FC236}">
                    <a16:creationId xmlns:a16="http://schemas.microsoft.com/office/drawing/2014/main" id="{E9A6EC46-B59D-F322-4635-723ADCA020CA}"/>
                  </a:ext>
                </a:extLst>
              </p:cNvPr>
              <p:cNvSpPr/>
              <p:nvPr/>
            </p:nvSpPr>
            <p:spPr>
              <a:xfrm>
                <a:off x="492211" y="1428798"/>
                <a:ext cx="6246" cy="7319"/>
              </a:xfrm>
              <a:custGeom>
                <a:avLst/>
                <a:gdLst>
                  <a:gd name="csX0" fmla="*/ 460 w 6246"/>
                  <a:gd name="csY0" fmla="*/ 4088 h 7319"/>
                  <a:gd name="csX1" fmla="*/ 4549 w 6246"/>
                  <a:gd name="csY1" fmla="*/ 0 h 7319"/>
                  <a:gd name="csX2" fmla="*/ 1959 w 6246"/>
                  <a:gd name="csY2" fmla="*/ 7153 h 7319"/>
                  <a:gd name="csX3" fmla="*/ 460 w 6246"/>
                  <a:gd name="csY3" fmla="*/ 4088 h 7319"/>
                </a:gdLst>
                <a:ahLst/>
                <a:cxnLst>
                  <a:cxn ang="0">
                    <a:pos x="csX0" y="csY0"/>
                  </a:cxn>
                  <a:cxn ang="0">
                    <a:pos x="csX1" y="csY1"/>
                  </a:cxn>
                  <a:cxn ang="0">
                    <a:pos x="csX2" y="csY2"/>
                  </a:cxn>
                  <a:cxn ang="0">
                    <a:pos x="csX3" y="csY3"/>
                  </a:cxn>
                </a:cxnLst>
                <a:rect l="l" t="t" r="r" b="b"/>
                <a:pathLst>
                  <a:path w="6246" h="7319">
                    <a:moveTo>
                      <a:pt x="460" y="4088"/>
                    </a:moveTo>
                    <a:cubicBezTo>
                      <a:pt x="1323" y="1840"/>
                      <a:pt x="3163" y="0"/>
                      <a:pt x="4549" y="0"/>
                    </a:cubicBezTo>
                    <a:cubicBezTo>
                      <a:pt x="7942" y="0"/>
                      <a:pt x="5818" y="5867"/>
                      <a:pt x="1959" y="7153"/>
                    </a:cubicBezTo>
                    <a:cubicBezTo>
                      <a:pt x="72" y="7782"/>
                      <a:pt x="-505" y="6602"/>
                      <a:pt x="460" y="4088"/>
                    </a:cubicBezTo>
                    <a:close/>
                  </a:path>
                </a:pathLst>
              </a:custGeom>
              <a:solidFill>
                <a:srgbClr val="B9B9B9"/>
              </a:solidFill>
              <a:ln w="5163" cap="flat">
                <a:noFill/>
                <a:prstDash val="solid"/>
                <a:miter/>
              </a:ln>
            </p:spPr>
            <p:txBody>
              <a:bodyPr/>
              <a:lstStyle/>
              <a:p>
                <a:endParaRPr lang="es-419" noProof="0" dirty="0"/>
              </a:p>
            </p:txBody>
          </p:sp>
          <p:sp>
            <p:nvSpPr>
              <p:cNvPr id="114" name="Forma libre: forma 113">
                <a:extLst>
                  <a:ext uri="{FF2B5EF4-FFF2-40B4-BE49-F238E27FC236}">
                    <a16:creationId xmlns:a16="http://schemas.microsoft.com/office/drawing/2014/main" id="{F572E44C-3A95-638F-1EBA-90FA90B54DBF}"/>
                  </a:ext>
                </a:extLst>
              </p:cNvPr>
              <p:cNvSpPr/>
              <p:nvPr/>
            </p:nvSpPr>
            <p:spPr>
              <a:xfrm>
                <a:off x="495379" y="1384222"/>
                <a:ext cx="30331" cy="44105"/>
              </a:xfrm>
              <a:custGeom>
                <a:avLst/>
                <a:gdLst>
                  <a:gd name="csX0" fmla="*/ 10578 w 30331"/>
                  <a:gd name="csY0" fmla="*/ 40845 h 44105"/>
                  <a:gd name="csX1" fmla="*/ 3426 w 30331"/>
                  <a:gd name="csY1" fmla="*/ 27268 h 44105"/>
                  <a:gd name="csX2" fmla="*/ 8634 w 30331"/>
                  <a:gd name="csY2" fmla="*/ 13316 h 44105"/>
                  <a:gd name="csX3" fmla="*/ 25629 w 30331"/>
                  <a:gd name="csY3" fmla="*/ 1695 h 44105"/>
                  <a:gd name="csX4" fmla="*/ 27283 w 30331"/>
                  <a:gd name="csY4" fmla="*/ 34769 h 44105"/>
                  <a:gd name="csX5" fmla="*/ 10578 w 30331"/>
                  <a:gd name="csY5" fmla="*/ 40845 h 44105"/>
                </a:gdLst>
                <a:ahLst/>
                <a:cxnLst>
                  <a:cxn ang="0">
                    <a:pos x="csX0" y="csY0"/>
                  </a:cxn>
                  <a:cxn ang="0">
                    <a:pos x="csX1" y="csY1"/>
                  </a:cxn>
                  <a:cxn ang="0">
                    <a:pos x="csX2" y="csY2"/>
                  </a:cxn>
                  <a:cxn ang="0">
                    <a:pos x="csX3" y="csY3"/>
                  </a:cxn>
                  <a:cxn ang="0">
                    <a:pos x="csX4" y="csY4"/>
                  </a:cxn>
                  <a:cxn ang="0">
                    <a:pos x="csX5" y="csY5"/>
                  </a:cxn>
                </a:cxnLst>
                <a:rect l="l" t="t" r="r" b="b"/>
                <a:pathLst>
                  <a:path w="30331" h="44105">
                    <a:moveTo>
                      <a:pt x="10578" y="40845"/>
                    </a:moveTo>
                    <a:cubicBezTo>
                      <a:pt x="-1917" y="34327"/>
                      <a:pt x="-2001" y="34167"/>
                      <a:pt x="3426" y="27268"/>
                    </a:cubicBezTo>
                    <a:cubicBezTo>
                      <a:pt x="6291" y="23626"/>
                      <a:pt x="8634" y="17348"/>
                      <a:pt x="8634" y="13316"/>
                    </a:cubicBezTo>
                    <a:cubicBezTo>
                      <a:pt x="8634" y="4586"/>
                      <a:pt x="20679" y="-3650"/>
                      <a:pt x="25629" y="1695"/>
                    </a:cubicBezTo>
                    <a:cubicBezTo>
                      <a:pt x="31123" y="7627"/>
                      <a:pt x="31970" y="24580"/>
                      <a:pt x="27283" y="34769"/>
                    </a:cubicBezTo>
                    <a:cubicBezTo>
                      <a:pt x="22315" y="45567"/>
                      <a:pt x="20734" y="46142"/>
                      <a:pt x="10578" y="40845"/>
                    </a:cubicBezTo>
                    <a:close/>
                  </a:path>
                </a:pathLst>
              </a:custGeom>
              <a:solidFill>
                <a:srgbClr val="B9B9B9"/>
              </a:solidFill>
              <a:ln w="5163" cap="flat">
                <a:noFill/>
                <a:prstDash val="solid"/>
                <a:miter/>
              </a:ln>
            </p:spPr>
            <p:txBody>
              <a:bodyPr/>
              <a:lstStyle/>
              <a:p>
                <a:endParaRPr lang="es-419" noProof="0" dirty="0"/>
              </a:p>
            </p:txBody>
          </p:sp>
        </p:grpSp>
        <p:grpSp>
          <p:nvGrpSpPr>
            <p:cNvPr id="115" name="Gráfico 39">
              <a:extLst>
                <a:ext uri="{FF2B5EF4-FFF2-40B4-BE49-F238E27FC236}">
                  <a16:creationId xmlns:a16="http://schemas.microsoft.com/office/drawing/2014/main" id="{823605DD-FF51-B939-EE77-EAE53AB4E8D4}"/>
                </a:ext>
              </a:extLst>
            </p:cNvPr>
            <p:cNvGrpSpPr/>
            <p:nvPr/>
          </p:nvGrpSpPr>
          <p:grpSpPr>
            <a:xfrm>
              <a:off x="347681" y="1057339"/>
              <a:ext cx="481325" cy="621418"/>
              <a:chOff x="347681" y="1057339"/>
              <a:chExt cx="481325" cy="621418"/>
            </a:xfrm>
            <a:solidFill>
              <a:srgbClr val="B9B9B9"/>
            </a:solidFill>
          </p:grpSpPr>
          <p:sp>
            <p:nvSpPr>
              <p:cNvPr id="116" name="Forma libre: forma 115">
                <a:extLst>
                  <a:ext uri="{FF2B5EF4-FFF2-40B4-BE49-F238E27FC236}">
                    <a16:creationId xmlns:a16="http://schemas.microsoft.com/office/drawing/2014/main" id="{047A6EAE-9A59-80FB-65E4-D0BF6932F367}"/>
                  </a:ext>
                </a:extLst>
              </p:cNvPr>
              <p:cNvSpPr/>
              <p:nvPr/>
            </p:nvSpPr>
            <p:spPr>
              <a:xfrm>
                <a:off x="347681" y="1057339"/>
                <a:ext cx="481325" cy="621418"/>
              </a:xfrm>
              <a:custGeom>
                <a:avLst/>
                <a:gdLst>
                  <a:gd name="csX0" fmla="*/ 392709 w 481325"/>
                  <a:gd name="csY0" fmla="*/ 609477 h 621418"/>
                  <a:gd name="csX1" fmla="*/ 388957 w 481325"/>
                  <a:gd name="csY1" fmla="*/ 594848 h 621418"/>
                  <a:gd name="csX2" fmla="*/ 382520 w 481325"/>
                  <a:gd name="csY2" fmla="*/ 582680 h 621418"/>
                  <a:gd name="csX3" fmla="*/ 381003 w 481325"/>
                  <a:gd name="csY3" fmla="*/ 575394 h 621418"/>
                  <a:gd name="csX4" fmla="*/ 376772 w 481325"/>
                  <a:gd name="csY4" fmla="*/ 573517 h 621418"/>
                  <a:gd name="csX5" fmla="*/ 372471 w 481325"/>
                  <a:gd name="csY5" fmla="*/ 575078 h 621418"/>
                  <a:gd name="csX6" fmla="*/ 371638 w 481325"/>
                  <a:gd name="csY6" fmla="*/ 577600 h 621418"/>
                  <a:gd name="csX7" fmla="*/ 373727 w 481325"/>
                  <a:gd name="csY7" fmla="*/ 583138 h 621418"/>
                  <a:gd name="csX8" fmla="*/ 369193 w 481325"/>
                  <a:gd name="csY8" fmla="*/ 580381 h 621418"/>
                  <a:gd name="csX9" fmla="*/ 364289 w 481325"/>
                  <a:gd name="csY9" fmla="*/ 578851 h 621418"/>
                  <a:gd name="csX10" fmla="*/ 358202 w 481325"/>
                  <a:gd name="csY10" fmla="*/ 578294 h 621418"/>
                  <a:gd name="csX11" fmla="*/ 344811 w 481325"/>
                  <a:gd name="csY11" fmla="*/ 546998 h 621418"/>
                  <a:gd name="csX12" fmla="*/ 347360 w 481325"/>
                  <a:gd name="csY12" fmla="*/ 544424 h 621418"/>
                  <a:gd name="csX13" fmla="*/ 329284 w 481325"/>
                  <a:gd name="csY13" fmla="*/ 536840 h 621418"/>
                  <a:gd name="csX14" fmla="*/ 312504 w 481325"/>
                  <a:gd name="csY14" fmla="*/ 531378 h 621418"/>
                  <a:gd name="csX15" fmla="*/ 299274 w 481325"/>
                  <a:gd name="csY15" fmla="*/ 523870 h 621418"/>
                  <a:gd name="csX16" fmla="*/ 298267 w 481325"/>
                  <a:gd name="csY16" fmla="*/ 519838 h 621418"/>
                  <a:gd name="csX17" fmla="*/ 294146 w 481325"/>
                  <a:gd name="csY17" fmla="*/ 506308 h 621418"/>
                  <a:gd name="csX18" fmla="*/ 290635 w 481325"/>
                  <a:gd name="csY18" fmla="*/ 495822 h 621418"/>
                  <a:gd name="csX19" fmla="*/ 290295 w 481325"/>
                  <a:gd name="csY19" fmla="*/ 485043 h 621418"/>
                  <a:gd name="csX20" fmla="*/ 292460 w 481325"/>
                  <a:gd name="csY20" fmla="*/ 479235 h 621418"/>
                  <a:gd name="csX21" fmla="*/ 293954 w 481325"/>
                  <a:gd name="csY21" fmla="*/ 469554 h 621418"/>
                  <a:gd name="csX22" fmla="*/ 288754 w 481325"/>
                  <a:gd name="csY22" fmla="*/ 460702 h 621418"/>
                  <a:gd name="csX23" fmla="*/ 283583 w 481325"/>
                  <a:gd name="csY23" fmla="*/ 460065 h 621418"/>
                  <a:gd name="csX24" fmla="*/ 278874 w 481325"/>
                  <a:gd name="csY24" fmla="*/ 460231 h 621418"/>
                  <a:gd name="csX25" fmla="*/ 272498 w 481325"/>
                  <a:gd name="csY25" fmla="*/ 449744 h 621418"/>
                  <a:gd name="csX26" fmla="*/ 269740 w 481325"/>
                  <a:gd name="csY26" fmla="*/ 445139 h 621418"/>
                  <a:gd name="csX27" fmla="*/ 268211 w 481325"/>
                  <a:gd name="csY27" fmla="*/ 450043 h 621418"/>
                  <a:gd name="csX28" fmla="*/ 267044 w 481325"/>
                  <a:gd name="csY28" fmla="*/ 456881 h 621418"/>
                  <a:gd name="csX29" fmla="*/ 259538 w 481325"/>
                  <a:gd name="csY29" fmla="*/ 454425 h 621418"/>
                  <a:gd name="csX30" fmla="*/ 254428 w 481325"/>
                  <a:gd name="csY30" fmla="*/ 444654 h 621418"/>
                  <a:gd name="csX31" fmla="*/ 249421 w 481325"/>
                  <a:gd name="csY31" fmla="*/ 443656 h 621418"/>
                  <a:gd name="csX32" fmla="*/ 238700 w 481325"/>
                  <a:gd name="csY32" fmla="*/ 428558 h 621418"/>
                  <a:gd name="csX33" fmla="*/ 224166 w 481325"/>
                  <a:gd name="csY33" fmla="*/ 409935 h 621418"/>
                  <a:gd name="csX34" fmla="*/ 213124 w 481325"/>
                  <a:gd name="csY34" fmla="*/ 401065 h 621418"/>
                  <a:gd name="csX35" fmla="*/ 206671 w 481325"/>
                  <a:gd name="csY35" fmla="*/ 388468 h 621418"/>
                  <a:gd name="csX36" fmla="*/ 204242 w 481325"/>
                  <a:gd name="csY36" fmla="*/ 374041 h 621418"/>
                  <a:gd name="csX37" fmla="*/ 206562 w 481325"/>
                  <a:gd name="csY37" fmla="*/ 371283 h 621418"/>
                  <a:gd name="csX38" fmla="*/ 201394 w 481325"/>
                  <a:gd name="csY38" fmla="*/ 369855 h 621418"/>
                  <a:gd name="csX39" fmla="*/ 181743 w 481325"/>
                  <a:gd name="csY39" fmla="*/ 350072 h 621418"/>
                  <a:gd name="csX40" fmla="*/ 180840 w 481325"/>
                  <a:gd name="csY40" fmla="*/ 340015 h 621418"/>
                  <a:gd name="csX41" fmla="*/ 168342 w 481325"/>
                  <a:gd name="csY41" fmla="*/ 316750 h 621418"/>
                  <a:gd name="csX42" fmla="*/ 162786 w 481325"/>
                  <a:gd name="csY42" fmla="*/ 304341 h 621418"/>
                  <a:gd name="csX43" fmla="*/ 153959 w 481325"/>
                  <a:gd name="csY43" fmla="*/ 280463 h 621418"/>
                  <a:gd name="csX44" fmla="*/ 143231 w 481325"/>
                  <a:gd name="csY44" fmla="*/ 268201 h 621418"/>
                  <a:gd name="csX45" fmla="*/ 141096 w 481325"/>
                  <a:gd name="csY45" fmla="*/ 246493 h 621418"/>
                  <a:gd name="csX46" fmla="*/ 133510 w 481325"/>
                  <a:gd name="csY46" fmla="*/ 215932 h 621418"/>
                  <a:gd name="csX47" fmla="*/ 125786 w 481325"/>
                  <a:gd name="csY47" fmla="*/ 201792 h 621418"/>
                  <a:gd name="csX48" fmla="*/ 113580 w 481325"/>
                  <a:gd name="csY48" fmla="*/ 175023 h 621418"/>
                  <a:gd name="csX49" fmla="*/ 104703 w 481325"/>
                  <a:gd name="csY49" fmla="*/ 151035 h 621418"/>
                  <a:gd name="csX50" fmla="*/ 100240 w 481325"/>
                  <a:gd name="csY50" fmla="*/ 135893 h 621418"/>
                  <a:gd name="csX51" fmla="*/ 100240 w 481325"/>
                  <a:gd name="csY51" fmla="*/ 128463 h 621418"/>
                  <a:gd name="csX52" fmla="*/ 99247 w 481325"/>
                  <a:gd name="csY52" fmla="*/ 115142 h 621418"/>
                  <a:gd name="csX53" fmla="*/ 93791 w 481325"/>
                  <a:gd name="csY53" fmla="*/ 109442 h 621418"/>
                  <a:gd name="csX54" fmla="*/ 95549 w 481325"/>
                  <a:gd name="csY54" fmla="*/ 115250 h 621418"/>
                  <a:gd name="csX55" fmla="*/ 90800 w 481325"/>
                  <a:gd name="csY55" fmla="*/ 117023 h 621418"/>
                  <a:gd name="csX56" fmla="*/ 87172 w 481325"/>
                  <a:gd name="csY56" fmla="*/ 114272 h 621418"/>
                  <a:gd name="csX57" fmla="*/ 67148 w 481325"/>
                  <a:gd name="csY57" fmla="*/ 111209 h 621418"/>
                  <a:gd name="csX58" fmla="*/ 49971 w 481325"/>
                  <a:gd name="csY58" fmla="*/ 100232 h 621418"/>
                  <a:gd name="csX59" fmla="*/ 44090 w 481325"/>
                  <a:gd name="csY59" fmla="*/ 90574 h 621418"/>
                  <a:gd name="csX60" fmla="*/ 35863 w 481325"/>
                  <a:gd name="csY60" fmla="*/ 83433 h 621418"/>
                  <a:gd name="csX61" fmla="*/ 32588 w 481325"/>
                  <a:gd name="csY61" fmla="*/ 82069 h 621418"/>
                  <a:gd name="csX62" fmla="*/ 11771 w 481325"/>
                  <a:gd name="csY62" fmla="*/ 68233 h 621418"/>
                  <a:gd name="csX63" fmla="*/ 5348 w 481325"/>
                  <a:gd name="csY63" fmla="*/ 59589 h 621418"/>
                  <a:gd name="csX64" fmla="*/ 1583 w 481325"/>
                  <a:gd name="csY64" fmla="*/ 46912 h 621418"/>
                  <a:gd name="csX65" fmla="*/ 325 w 481325"/>
                  <a:gd name="csY65" fmla="*/ 17525 h 621418"/>
                  <a:gd name="csX66" fmla="*/ 4538 w 481325"/>
                  <a:gd name="csY66" fmla="*/ 6689 h 621418"/>
                  <a:gd name="csX67" fmla="*/ 10480 w 481325"/>
                  <a:gd name="csY67" fmla="*/ 0 h 621418"/>
                  <a:gd name="csX68" fmla="*/ 53074 w 481325"/>
                  <a:gd name="csY68" fmla="*/ 22147 h 621418"/>
                  <a:gd name="csX69" fmla="*/ 133099 w 481325"/>
                  <a:gd name="csY69" fmla="*/ 64285 h 621418"/>
                  <a:gd name="csX70" fmla="*/ 308638 w 481325"/>
                  <a:gd name="csY70" fmla="*/ 150152 h 621418"/>
                  <a:gd name="csX71" fmla="*/ 460324 w 481325"/>
                  <a:gd name="csY71" fmla="*/ 163865 h 621418"/>
                  <a:gd name="csX72" fmla="*/ 466125 w 481325"/>
                  <a:gd name="csY72" fmla="*/ 170071 h 621418"/>
                  <a:gd name="csX73" fmla="*/ 465714 w 481325"/>
                  <a:gd name="csY73" fmla="*/ 176317 h 621418"/>
                  <a:gd name="csX74" fmla="*/ 471176 w 481325"/>
                  <a:gd name="csY74" fmla="*/ 205515 h 621418"/>
                  <a:gd name="csX75" fmla="*/ 478356 w 481325"/>
                  <a:gd name="csY75" fmla="*/ 244968 h 621418"/>
                  <a:gd name="csX76" fmla="*/ 480666 w 481325"/>
                  <a:gd name="csY76" fmla="*/ 291434 h 621418"/>
                  <a:gd name="csX77" fmla="*/ 471606 w 481325"/>
                  <a:gd name="csY77" fmla="*/ 339879 h 621418"/>
                  <a:gd name="csX78" fmla="*/ 467718 w 481325"/>
                  <a:gd name="csY78" fmla="*/ 346935 h 621418"/>
                  <a:gd name="csX79" fmla="*/ 468256 w 481325"/>
                  <a:gd name="csY79" fmla="*/ 419216 h 621418"/>
                  <a:gd name="csX80" fmla="*/ 469120 w 481325"/>
                  <a:gd name="csY80" fmla="*/ 434705 h 621418"/>
                  <a:gd name="csX81" fmla="*/ 451760 w 481325"/>
                  <a:gd name="csY81" fmla="*/ 439004 h 621418"/>
                  <a:gd name="csX82" fmla="*/ 430017 w 481325"/>
                  <a:gd name="csY82" fmla="*/ 458164 h 621418"/>
                  <a:gd name="csX83" fmla="*/ 441207 w 481325"/>
                  <a:gd name="csY83" fmla="*/ 484914 h 621418"/>
                  <a:gd name="csX84" fmla="*/ 455538 w 481325"/>
                  <a:gd name="csY84" fmla="*/ 533438 h 621418"/>
                  <a:gd name="csX85" fmla="*/ 463393 w 481325"/>
                  <a:gd name="csY85" fmla="*/ 557324 h 621418"/>
                  <a:gd name="csX86" fmla="*/ 466107 w 481325"/>
                  <a:gd name="csY86" fmla="*/ 564704 h 621418"/>
                  <a:gd name="csX87" fmla="*/ 427332 w 481325"/>
                  <a:gd name="csY87" fmla="*/ 607875 h 621418"/>
                  <a:gd name="csX88" fmla="*/ 408378 w 481325"/>
                  <a:gd name="csY88" fmla="*/ 619278 h 621418"/>
                  <a:gd name="csX89" fmla="*/ 406733 w 481325"/>
                  <a:gd name="csY89" fmla="*/ 612610 h 621418"/>
                  <a:gd name="csX90" fmla="*/ 398989 w 481325"/>
                  <a:gd name="csY90" fmla="*/ 614115 h 621418"/>
                  <a:gd name="csX91" fmla="*/ 394277 w 481325"/>
                  <a:gd name="csY91" fmla="*/ 621279 h 621418"/>
                  <a:gd name="csX92" fmla="*/ 392709 w 481325"/>
                  <a:gd name="csY92" fmla="*/ 609477 h 62141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Lst>
                <a:rect l="l" t="t" r="r" b="b"/>
                <a:pathLst>
                  <a:path w="481325" h="621418">
                    <a:moveTo>
                      <a:pt x="392709" y="609477"/>
                    </a:moveTo>
                    <a:cubicBezTo>
                      <a:pt x="394253" y="597840"/>
                      <a:pt x="393887" y="596413"/>
                      <a:pt x="388957" y="594848"/>
                    </a:cubicBezTo>
                    <a:cubicBezTo>
                      <a:pt x="381454" y="592467"/>
                      <a:pt x="376874" y="583809"/>
                      <a:pt x="382520" y="582680"/>
                    </a:cubicBezTo>
                    <a:cubicBezTo>
                      <a:pt x="386074" y="581969"/>
                      <a:pt x="385853" y="580904"/>
                      <a:pt x="381003" y="575394"/>
                    </a:cubicBezTo>
                    <a:cubicBezTo>
                      <a:pt x="377016" y="570863"/>
                      <a:pt x="375755" y="570304"/>
                      <a:pt x="376772" y="573517"/>
                    </a:cubicBezTo>
                    <a:cubicBezTo>
                      <a:pt x="378038" y="577517"/>
                      <a:pt x="377495" y="577714"/>
                      <a:pt x="372471" y="575078"/>
                    </a:cubicBezTo>
                    <a:cubicBezTo>
                      <a:pt x="366755" y="572079"/>
                      <a:pt x="366750" y="572094"/>
                      <a:pt x="371638" y="577600"/>
                    </a:cubicBezTo>
                    <a:cubicBezTo>
                      <a:pt x="374343" y="580646"/>
                      <a:pt x="375283" y="583138"/>
                      <a:pt x="373727" y="583138"/>
                    </a:cubicBezTo>
                    <a:cubicBezTo>
                      <a:pt x="372171" y="583138"/>
                      <a:pt x="370131" y="581897"/>
                      <a:pt x="369193" y="580381"/>
                    </a:cubicBezTo>
                    <a:cubicBezTo>
                      <a:pt x="368256" y="578864"/>
                      <a:pt x="366049" y="578176"/>
                      <a:pt x="364289" y="578851"/>
                    </a:cubicBezTo>
                    <a:cubicBezTo>
                      <a:pt x="362530" y="579526"/>
                      <a:pt x="359790" y="579276"/>
                      <a:pt x="358202" y="578294"/>
                    </a:cubicBezTo>
                    <a:cubicBezTo>
                      <a:pt x="354056" y="575732"/>
                      <a:pt x="341762" y="546998"/>
                      <a:pt x="344811" y="546998"/>
                    </a:cubicBezTo>
                    <a:cubicBezTo>
                      <a:pt x="346213" y="546998"/>
                      <a:pt x="347360" y="545839"/>
                      <a:pt x="347360" y="544424"/>
                    </a:cubicBezTo>
                    <a:cubicBezTo>
                      <a:pt x="347360" y="541126"/>
                      <a:pt x="331006" y="534265"/>
                      <a:pt x="329284" y="536840"/>
                    </a:cubicBezTo>
                    <a:cubicBezTo>
                      <a:pt x="328570" y="537907"/>
                      <a:pt x="321020" y="535449"/>
                      <a:pt x="312504" y="531378"/>
                    </a:cubicBezTo>
                    <a:cubicBezTo>
                      <a:pt x="303989" y="527306"/>
                      <a:pt x="298035" y="523928"/>
                      <a:pt x="299274" y="523870"/>
                    </a:cubicBezTo>
                    <a:cubicBezTo>
                      <a:pt x="300512" y="523812"/>
                      <a:pt x="300059" y="521998"/>
                      <a:pt x="298267" y="519838"/>
                    </a:cubicBezTo>
                    <a:cubicBezTo>
                      <a:pt x="296474" y="517678"/>
                      <a:pt x="294620" y="511589"/>
                      <a:pt x="294146" y="506308"/>
                    </a:cubicBezTo>
                    <a:cubicBezTo>
                      <a:pt x="293672" y="501026"/>
                      <a:pt x="292092" y="496307"/>
                      <a:pt x="290635" y="495822"/>
                    </a:cubicBezTo>
                    <a:cubicBezTo>
                      <a:pt x="287387" y="494739"/>
                      <a:pt x="287081" y="485043"/>
                      <a:pt x="290295" y="485043"/>
                    </a:cubicBezTo>
                    <a:cubicBezTo>
                      <a:pt x="291564" y="485043"/>
                      <a:pt x="292539" y="482429"/>
                      <a:pt x="292460" y="479235"/>
                    </a:cubicBezTo>
                    <a:cubicBezTo>
                      <a:pt x="292381" y="476040"/>
                      <a:pt x="293054" y="471684"/>
                      <a:pt x="293954" y="469554"/>
                    </a:cubicBezTo>
                    <a:cubicBezTo>
                      <a:pt x="294994" y="467095"/>
                      <a:pt x="293096" y="463864"/>
                      <a:pt x="288754" y="460702"/>
                    </a:cubicBezTo>
                    <a:cubicBezTo>
                      <a:pt x="282831" y="456387"/>
                      <a:pt x="282139" y="456302"/>
                      <a:pt x="283583" y="460065"/>
                    </a:cubicBezTo>
                    <a:cubicBezTo>
                      <a:pt x="285131" y="464099"/>
                      <a:pt x="284795" y="464110"/>
                      <a:pt x="278874" y="460231"/>
                    </a:cubicBezTo>
                    <a:cubicBezTo>
                      <a:pt x="274972" y="457675"/>
                      <a:pt x="272498" y="453605"/>
                      <a:pt x="272498" y="449744"/>
                    </a:cubicBezTo>
                    <a:cubicBezTo>
                      <a:pt x="272498" y="445927"/>
                      <a:pt x="271409" y="444108"/>
                      <a:pt x="269740" y="445139"/>
                    </a:cubicBezTo>
                    <a:cubicBezTo>
                      <a:pt x="268224" y="446077"/>
                      <a:pt x="267535" y="448283"/>
                      <a:pt x="268211" y="450043"/>
                    </a:cubicBezTo>
                    <a:cubicBezTo>
                      <a:pt x="268886" y="451803"/>
                      <a:pt x="268361" y="454880"/>
                      <a:pt x="267044" y="456881"/>
                    </a:cubicBezTo>
                    <a:cubicBezTo>
                      <a:pt x="265087" y="459853"/>
                      <a:pt x="263712" y="459403"/>
                      <a:pt x="259538" y="454425"/>
                    </a:cubicBezTo>
                    <a:cubicBezTo>
                      <a:pt x="256727" y="451073"/>
                      <a:pt x="254428" y="446676"/>
                      <a:pt x="254428" y="444654"/>
                    </a:cubicBezTo>
                    <a:cubicBezTo>
                      <a:pt x="254428" y="441815"/>
                      <a:pt x="253286" y="441587"/>
                      <a:pt x="249421" y="443656"/>
                    </a:cubicBezTo>
                    <a:cubicBezTo>
                      <a:pt x="243479" y="446836"/>
                      <a:pt x="243193" y="446433"/>
                      <a:pt x="238700" y="428558"/>
                    </a:cubicBezTo>
                    <a:cubicBezTo>
                      <a:pt x="235500" y="415829"/>
                      <a:pt x="234285" y="414272"/>
                      <a:pt x="224166" y="409935"/>
                    </a:cubicBezTo>
                    <a:cubicBezTo>
                      <a:pt x="217728" y="407175"/>
                      <a:pt x="213124" y="403477"/>
                      <a:pt x="213124" y="401065"/>
                    </a:cubicBezTo>
                    <a:cubicBezTo>
                      <a:pt x="213124" y="398790"/>
                      <a:pt x="210220" y="393122"/>
                      <a:pt x="206671" y="388468"/>
                    </a:cubicBezTo>
                    <a:cubicBezTo>
                      <a:pt x="199265" y="378758"/>
                      <a:pt x="198471" y="374041"/>
                      <a:pt x="204242" y="374041"/>
                    </a:cubicBezTo>
                    <a:cubicBezTo>
                      <a:pt x="206455" y="374041"/>
                      <a:pt x="207499" y="372800"/>
                      <a:pt x="206562" y="371283"/>
                    </a:cubicBezTo>
                    <a:cubicBezTo>
                      <a:pt x="205625" y="369767"/>
                      <a:pt x="203299" y="369124"/>
                      <a:pt x="201394" y="369855"/>
                    </a:cubicBezTo>
                    <a:cubicBezTo>
                      <a:pt x="197850" y="371215"/>
                      <a:pt x="182472" y="355734"/>
                      <a:pt x="181743" y="350072"/>
                    </a:cubicBezTo>
                    <a:cubicBezTo>
                      <a:pt x="181521" y="348347"/>
                      <a:pt x="181114" y="343821"/>
                      <a:pt x="180840" y="340015"/>
                    </a:cubicBezTo>
                    <a:cubicBezTo>
                      <a:pt x="179988" y="328208"/>
                      <a:pt x="174287" y="317597"/>
                      <a:pt x="168342" y="316750"/>
                    </a:cubicBezTo>
                    <a:cubicBezTo>
                      <a:pt x="163596" y="316073"/>
                      <a:pt x="162786" y="314266"/>
                      <a:pt x="162786" y="304341"/>
                    </a:cubicBezTo>
                    <a:cubicBezTo>
                      <a:pt x="162786" y="295229"/>
                      <a:pt x="160883" y="290082"/>
                      <a:pt x="153959" y="280463"/>
                    </a:cubicBezTo>
                    <a:cubicBezTo>
                      <a:pt x="149104" y="273719"/>
                      <a:pt x="144276" y="268201"/>
                      <a:pt x="143231" y="268201"/>
                    </a:cubicBezTo>
                    <a:cubicBezTo>
                      <a:pt x="142186" y="268201"/>
                      <a:pt x="141225" y="258432"/>
                      <a:pt x="141096" y="246493"/>
                    </a:cubicBezTo>
                    <a:cubicBezTo>
                      <a:pt x="140831" y="221943"/>
                      <a:pt x="139743" y="217562"/>
                      <a:pt x="133510" y="215932"/>
                    </a:cubicBezTo>
                    <a:cubicBezTo>
                      <a:pt x="130755" y="215211"/>
                      <a:pt x="127873" y="209936"/>
                      <a:pt x="125786" y="201792"/>
                    </a:cubicBezTo>
                    <a:cubicBezTo>
                      <a:pt x="123955" y="194647"/>
                      <a:pt x="118462" y="182601"/>
                      <a:pt x="113580" y="175023"/>
                    </a:cubicBezTo>
                    <a:cubicBezTo>
                      <a:pt x="107284" y="165251"/>
                      <a:pt x="104703" y="158277"/>
                      <a:pt x="104703" y="151035"/>
                    </a:cubicBezTo>
                    <a:cubicBezTo>
                      <a:pt x="104703" y="144982"/>
                      <a:pt x="102887" y="138818"/>
                      <a:pt x="100240" y="135893"/>
                    </a:cubicBezTo>
                    <a:cubicBezTo>
                      <a:pt x="96009" y="131218"/>
                      <a:pt x="96009" y="130831"/>
                      <a:pt x="100240" y="128463"/>
                    </a:cubicBezTo>
                    <a:cubicBezTo>
                      <a:pt x="106103" y="125181"/>
                      <a:pt x="105871" y="122062"/>
                      <a:pt x="99247" y="115142"/>
                    </a:cubicBezTo>
                    <a:lnTo>
                      <a:pt x="93791" y="109442"/>
                    </a:lnTo>
                    <a:lnTo>
                      <a:pt x="95549" y="115250"/>
                    </a:lnTo>
                    <a:cubicBezTo>
                      <a:pt x="97517" y="121752"/>
                      <a:pt x="93229" y="123352"/>
                      <a:pt x="90800" y="117023"/>
                    </a:cubicBezTo>
                    <a:cubicBezTo>
                      <a:pt x="89948" y="114803"/>
                      <a:pt x="88316" y="113565"/>
                      <a:pt x="87172" y="114272"/>
                    </a:cubicBezTo>
                    <a:cubicBezTo>
                      <a:pt x="86029" y="114978"/>
                      <a:pt x="77018" y="113600"/>
                      <a:pt x="67148" y="111209"/>
                    </a:cubicBezTo>
                    <a:cubicBezTo>
                      <a:pt x="50330" y="107134"/>
                      <a:pt x="49251" y="106444"/>
                      <a:pt x="49971" y="100232"/>
                    </a:cubicBezTo>
                    <a:cubicBezTo>
                      <a:pt x="50552" y="95214"/>
                      <a:pt x="49124" y="92867"/>
                      <a:pt x="44090" y="90574"/>
                    </a:cubicBezTo>
                    <a:cubicBezTo>
                      <a:pt x="40433" y="88908"/>
                      <a:pt x="36731" y="85694"/>
                      <a:pt x="35863" y="83433"/>
                    </a:cubicBezTo>
                    <a:cubicBezTo>
                      <a:pt x="34873" y="80853"/>
                      <a:pt x="33654" y="80345"/>
                      <a:pt x="32588" y="82069"/>
                    </a:cubicBezTo>
                    <a:cubicBezTo>
                      <a:pt x="30403" y="85606"/>
                      <a:pt x="11771" y="73222"/>
                      <a:pt x="11771" y="68233"/>
                    </a:cubicBezTo>
                    <a:cubicBezTo>
                      <a:pt x="11771" y="66258"/>
                      <a:pt x="8881" y="62368"/>
                      <a:pt x="5348" y="59589"/>
                    </a:cubicBezTo>
                    <a:cubicBezTo>
                      <a:pt x="-304" y="55143"/>
                      <a:pt x="-756" y="53621"/>
                      <a:pt x="1583" y="46912"/>
                    </a:cubicBezTo>
                    <a:cubicBezTo>
                      <a:pt x="4225" y="39332"/>
                      <a:pt x="3631" y="25451"/>
                      <a:pt x="325" y="17525"/>
                    </a:cubicBezTo>
                    <a:cubicBezTo>
                      <a:pt x="-744" y="14961"/>
                      <a:pt x="864" y="10824"/>
                      <a:pt x="4538" y="6689"/>
                    </a:cubicBezTo>
                    <a:lnTo>
                      <a:pt x="10480" y="0"/>
                    </a:lnTo>
                    <a:lnTo>
                      <a:pt x="53074" y="22147"/>
                    </a:lnTo>
                    <a:cubicBezTo>
                      <a:pt x="76501" y="34328"/>
                      <a:pt x="112512" y="53290"/>
                      <a:pt x="133099" y="64285"/>
                    </a:cubicBezTo>
                    <a:cubicBezTo>
                      <a:pt x="293633" y="150024"/>
                      <a:pt x="290844" y="148660"/>
                      <a:pt x="308638" y="150152"/>
                    </a:cubicBezTo>
                    <a:cubicBezTo>
                      <a:pt x="379829" y="156121"/>
                      <a:pt x="453326" y="162765"/>
                      <a:pt x="460324" y="163865"/>
                    </a:cubicBezTo>
                    <a:cubicBezTo>
                      <a:pt x="467642" y="165014"/>
                      <a:pt x="468398" y="165824"/>
                      <a:pt x="466125" y="170071"/>
                    </a:cubicBezTo>
                    <a:cubicBezTo>
                      <a:pt x="464688" y="172758"/>
                      <a:pt x="464502" y="175568"/>
                      <a:pt x="465714" y="176317"/>
                    </a:cubicBezTo>
                    <a:cubicBezTo>
                      <a:pt x="466925" y="177066"/>
                      <a:pt x="469383" y="190205"/>
                      <a:pt x="471176" y="205515"/>
                    </a:cubicBezTo>
                    <a:cubicBezTo>
                      <a:pt x="472969" y="220825"/>
                      <a:pt x="476200" y="238579"/>
                      <a:pt x="478356" y="244968"/>
                    </a:cubicBezTo>
                    <a:cubicBezTo>
                      <a:pt x="481464" y="254178"/>
                      <a:pt x="481943" y="263804"/>
                      <a:pt x="480666" y="291434"/>
                    </a:cubicBezTo>
                    <a:cubicBezTo>
                      <a:pt x="478736" y="333232"/>
                      <a:pt x="477318" y="340812"/>
                      <a:pt x="471606" y="339879"/>
                    </a:cubicBezTo>
                    <a:cubicBezTo>
                      <a:pt x="468443" y="339362"/>
                      <a:pt x="467477" y="341115"/>
                      <a:pt x="467718" y="346935"/>
                    </a:cubicBezTo>
                    <a:cubicBezTo>
                      <a:pt x="467998" y="353675"/>
                      <a:pt x="468241" y="386395"/>
                      <a:pt x="468256" y="419216"/>
                    </a:cubicBezTo>
                    <a:cubicBezTo>
                      <a:pt x="468259" y="424895"/>
                      <a:pt x="468647" y="431865"/>
                      <a:pt x="469120" y="434705"/>
                    </a:cubicBezTo>
                    <a:cubicBezTo>
                      <a:pt x="469922" y="439526"/>
                      <a:pt x="468775" y="439811"/>
                      <a:pt x="451760" y="439004"/>
                    </a:cubicBezTo>
                    <a:cubicBezTo>
                      <a:pt x="428789" y="437915"/>
                      <a:pt x="426025" y="440351"/>
                      <a:pt x="430017" y="458164"/>
                    </a:cubicBezTo>
                    <a:cubicBezTo>
                      <a:pt x="431548" y="464996"/>
                      <a:pt x="436584" y="477034"/>
                      <a:pt x="441207" y="484914"/>
                    </a:cubicBezTo>
                    <a:cubicBezTo>
                      <a:pt x="456169" y="510414"/>
                      <a:pt x="459720" y="522439"/>
                      <a:pt x="455538" y="533438"/>
                    </a:cubicBezTo>
                    <a:cubicBezTo>
                      <a:pt x="452990" y="540141"/>
                      <a:pt x="458641" y="557324"/>
                      <a:pt x="463393" y="557324"/>
                    </a:cubicBezTo>
                    <a:cubicBezTo>
                      <a:pt x="464886" y="557324"/>
                      <a:pt x="466107" y="560645"/>
                      <a:pt x="466107" y="564704"/>
                    </a:cubicBezTo>
                    <a:cubicBezTo>
                      <a:pt x="466107" y="574709"/>
                      <a:pt x="449340" y="593376"/>
                      <a:pt x="427332" y="607875"/>
                    </a:cubicBezTo>
                    <a:cubicBezTo>
                      <a:pt x="417812" y="614147"/>
                      <a:pt x="409283" y="619278"/>
                      <a:pt x="408378" y="619278"/>
                    </a:cubicBezTo>
                    <a:cubicBezTo>
                      <a:pt x="407473" y="619278"/>
                      <a:pt x="406733" y="616277"/>
                      <a:pt x="406733" y="612610"/>
                    </a:cubicBezTo>
                    <a:cubicBezTo>
                      <a:pt x="406733" y="604379"/>
                      <a:pt x="401025" y="605489"/>
                      <a:pt x="398989" y="614115"/>
                    </a:cubicBezTo>
                    <a:cubicBezTo>
                      <a:pt x="398201" y="617454"/>
                      <a:pt x="396080" y="620678"/>
                      <a:pt x="394277" y="621279"/>
                    </a:cubicBezTo>
                    <a:cubicBezTo>
                      <a:pt x="391773" y="622114"/>
                      <a:pt x="391403" y="619327"/>
                      <a:pt x="392709" y="609477"/>
                    </a:cubicBezTo>
                    <a:close/>
                  </a:path>
                </a:pathLst>
              </a:custGeom>
              <a:solidFill>
                <a:srgbClr val="B9B9B9"/>
              </a:solidFill>
              <a:ln w="5163" cap="flat">
                <a:noFill/>
                <a:prstDash val="solid"/>
                <a:miter/>
              </a:ln>
            </p:spPr>
            <p:txBody>
              <a:bodyPr/>
              <a:lstStyle/>
              <a:p>
                <a:endParaRPr lang="es-419" noProof="0" dirty="0"/>
              </a:p>
            </p:txBody>
          </p:sp>
          <p:sp>
            <p:nvSpPr>
              <p:cNvPr id="117" name="Forma libre: forma 116">
                <a:extLst>
                  <a:ext uri="{FF2B5EF4-FFF2-40B4-BE49-F238E27FC236}">
                    <a16:creationId xmlns:a16="http://schemas.microsoft.com/office/drawing/2014/main" id="{5E858D5C-3F80-8D4E-7207-42FC9FF03570}"/>
                  </a:ext>
                </a:extLst>
              </p:cNvPr>
              <p:cNvSpPr/>
              <p:nvPr/>
            </p:nvSpPr>
            <p:spPr>
              <a:xfrm>
                <a:off x="356836" y="1137381"/>
                <a:ext cx="20516" cy="20135"/>
              </a:xfrm>
              <a:custGeom>
                <a:avLst/>
                <a:gdLst>
                  <a:gd name="csX0" fmla="*/ 3031 w 20516"/>
                  <a:gd name="csY0" fmla="*/ 13790 h 20135"/>
                  <a:gd name="csX1" fmla="*/ 11787 w 20516"/>
                  <a:gd name="csY1" fmla="*/ 6812 h 20135"/>
                  <a:gd name="csX2" fmla="*/ 16388 w 20516"/>
                  <a:gd name="csY2" fmla="*/ 8970 h 20135"/>
                  <a:gd name="csX3" fmla="*/ 17667 w 20516"/>
                  <a:gd name="csY3" fmla="*/ 5896 h 20135"/>
                  <a:gd name="csX4" fmla="*/ 16630 w 20516"/>
                  <a:gd name="csY4" fmla="*/ 16309 h 20135"/>
                  <a:gd name="csX5" fmla="*/ 3031 w 20516"/>
                  <a:gd name="csY5" fmla="*/ 13790 h 20135"/>
                </a:gdLst>
                <a:ahLst/>
                <a:cxnLst>
                  <a:cxn ang="0">
                    <a:pos x="csX0" y="csY0"/>
                  </a:cxn>
                  <a:cxn ang="0">
                    <a:pos x="csX1" y="csY1"/>
                  </a:cxn>
                  <a:cxn ang="0">
                    <a:pos x="csX2" y="csY2"/>
                  </a:cxn>
                  <a:cxn ang="0">
                    <a:pos x="csX3" y="csY3"/>
                  </a:cxn>
                  <a:cxn ang="0">
                    <a:pos x="csX4" y="csY4"/>
                  </a:cxn>
                  <a:cxn ang="0">
                    <a:pos x="csX5" y="csY5"/>
                  </a:cxn>
                </a:cxnLst>
                <a:rect l="l" t="t" r="r" b="b"/>
                <a:pathLst>
                  <a:path w="20516" h="20135">
                    <a:moveTo>
                      <a:pt x="3031" y="13790"/>
                    </a:moveTo>
                    <a:cubicBezTo>
                      <a:pt x="-3651" y="-875"/>
                      <a:pt x="1356" y="-4865"/>
                      <a:pt x="11787" y="6812"/>
                    </a:cubicBezTo>
                    <a:cubicBezTo>
                      <a:pt x="16355" y="11926"/>
                      <a:pt x="17642" y="12530"/>
                      <a:pt x="16388" y="8970"/>
                    </a:cubicBezTo>
                    <a:cubicBezTo>
                      <a:pt x="15184" y="5554"/>
                      <a:pt x="15578" y="4605"/>
                      <a:pt x="17667" y="5896"/>
                    </a:cubicBezTo>
                    <a:cubicBezTo>
                      <a:pt x="21766" y="8429"/>
                      <a:pt x="21462" y="11477"/>
                      <a:pt x="16630" y="16309"/>
                    </a:cubicBezTo>
                    <a:cubicBezTo>
                      <a:pt x="10809" y="22130"/>
                      <a:pt x="6464" y="21325"/>
                      <a:pt x="3031" y="13790"/>
                    </a:cubicBezTo>
                    <a:close/>
                  </a:path>
                </a:pathLst>
              </a:custGeom>
              <a:solidFill>
                <a:srgbClr val="B9B9B9"/>
              </a:solidFill>
              <a:ln w="5163" cap="flat">
                <a:noFill/>
                <a:prstDash val="solid"/>
                <a:miter/>
              </a:ln>
            </p:spPr>
            <p:txBody>
              <a:bodyPr/>
              <a:lstStyle/>
              <a:p>
                <a:endParaRPr lang="es-419" noProof="0" dirty="0"/>
              </a:p>
            </p:txBody>
          </p:sp>
        </p:grpSp>
      </p:grpSp>
      <p:grpSp>
        <p:nvGrpSpPr>
          <p:cNvPr id="36" name="Group 45">
            <a:extLst>
              <a:ext uri="{FF2B5EF4-FFF2-40B4-BE49-F238E27FC236}">
                <a16:creationId xmlns:a16="http://schemas.microsoft.com/office/drawing/2014/main" id="{AC22226A-05DE-1F52-6286-C12F64FE97CD}"/>
              </a:ext>
            </a:extLst>
          </p:cNvPr>
          <p:cNvGrpSpPr>
            <a:grpSpLocks noChangeAspect="1"/>
          </p:cNvGrpSpPr>
          <p:nvPr/>
        </p:nvGrpSpPr>
        <p:grpSpPr>
          <a:xfrm>
            <a:off x="2073003" y="2274474"/>
            <a:ext cx="213038" cy="337620"/>
            <a:chOff x="0" y="26670"/>
            <a:chExt cx="3924300" cy="6219190"/>
          </a:xfrm>
        </p:grpSpPr>
        <p:sp>
          <p:nvSpPr>
            <p:cNvPr id="37" name="Freeform 46">
              <a:extLst>
                <a:ext uri="{FF2B5EF4-FFF2-40B4-BE49-F238E27FC236}">
                  <a16:creationId xmlns:a16="http://schemas.microsoft.com/office/drawing/2014/main" id="{26F4EF30-E818-3486-026B-AA88C7BC2846}"/>
                </a:ext>
              </a:extLst>
            </p:cNvPr>
            <p:cNvSpPr/>
            <p:nvPr/>
          </p:nvSpPr>
          <p:spPr>
            <a:xfrm>
              <a:off x="0" y="26670"/>
              <a:ext cx="3924300" cy="6219190"/>
            </a:xfrm>
            <a:custGeom>
              <a:avLst/>
              <a:gdLst/>
              <a:ahLst/>
              <a:cxnLst/>
              <a:rect l="l" t="t" r="r" b="b"/>
              <a:pathLst>
                <a:path w="3924300" h="6219190">
                  <a:moveTo>
                    <a:pt x="3924300" y="1962150"/>
                  </a:moveTo>
                  <a:cubicBezTo>
                    <a:pt x="3924300" y="878840"/>
                    <a:pt x="3045460" y="0"/>
                    <a:pt x="1962150" y="0"/>
                  </a:cubicBezTo>
                  <a:cubicBezTo>
                    <a:pt x="878840" y="0"/>
                    <a:pt x="0" y="878840"/>
                    <a:pt x="0" y="1962150"/>
                  </a:cubicBezTo>
                  <a:cubicBezTo>
                    <a:pt x="0" y="2974340"/>
                    <a:pt x="765810" y="3807460"/>
                    <a:pt x="1750060" y="3912870"/>
                  </a:cubicBezTo>
                  <a:lnTo>
                    <a:pt x="1962150" y="6219190"/>
                  </a:lnTo>
                  <a:lnTo>
                    <a:pt x="2174240" y="3912870"/>
                  </a:lnTo>
                  <a:cubicBezTo>
                    <a:pt x="3158490" y="3807460"/>
                    <a:pt x="3924300" y="2974340"/>
                    <a:pt x="3924300" y="1962150"/>
                  </a:cubicBezTo>
                  <a:close/>
                </a:path>
              </a:pathLst>
            </a:custGeom>
            <a:solidFill>
              <a:srgbClr val="EB6C01"/>
            </a:solidFill>
          </p:spPr>
          <p:txBody>
            <a:bodyPr/>
            <a:lstStyle/>
            <a:p>
              <a:endParaRPr lang="es-419" noProof="0" dirty="0"/>
            </a:p>
          </p:txBody>
        </p:sp>
        <p:sp>
          <p:nvSpPr>
            <p:cNvPr id="38" name="Freeform 47">
              <a:extLst>
                <a:ext uri="{FF2B5EF4-FFF2-40B4-BE49-F238E27FC236}">
                  <a16:creationId xmlns:a16="http://schemas.microsoft.com/office/drawing/2014/main" id="{EB9F0B81-DAE1-29E8-A661-75DD184B5CAB}"/>
                </a:ext>
              </a:extLst>
            </p:cNvPr>
            <p:cNvSpPr/>
            <p:nvPr/>
          </p:nvSpPr>
          <p:spPr>
            <a:xfrm>
              <a:off x="340744" y="374636"/>
              <a:ext cx="3242813" cy="3228370"/>
            </a:xfrm>
            <a:custGeom>
              <a:avLst/>
              <a:gdLst/>
              <a:ahLst/>
              <a:cxnLst/>
              <a:rect l="l" t="t" r="r" b="b"/>
              <a:pathLst>
                <a:path w="3242810" h="3228373">
                  <a:moveTo>
                    <a:pt x="1621405" y="16"/>
                  </a:moveTo>
                  <a:cubicBezTo>
                    <a:pt x="1042998" y="-2571"/>
                    <a:pt x="507417" y="304521"/>
                    <a:pt x="217465" y="805010"/>
                  </a:cubicBezTo>
                  <a:cubicBezTo>
                    <a:pt x="-72488" y="1305499"/>
                    <a:pt x="-72488" y="1922874"/>
                    <a:pt x="217465" y="2423362"/>
                  </a:cubicBezTo>
                  <a:cubicBezTo>
                    <a:pt x="507417" y="2923851"/>
                    <a:pt x="1042998" y="3230943"/>
                    <a:pt x="1621405" y="3228356"/>
                  </a:cubicBezTo>
                  <a:cubicBezTo>
                    <a:pt x="2199812" y="3230943"/>
                    <a:pt x="2735392" y="2923851"/>
                    <a:pt x="3025345" y="2423362"/>
                  </a:cubicBezTo>
                  <a:cubicBezTo>
                    <a:pt x="3315298" y="1922874"/>
                    <a:pt x="3315298" y="1305499"/>
                    <a:pt x="3025345" y="805010"/>
                  </a:cubicBezTo>
                  <a:cubicBezTo>
                    <a:pt x="2735392" y="304522"/>
                    <a:pt x="2199812" y="-2571"/>
                    <a:pt x="1621405" y="16"/>
                  </a:cubicBezTo>
                  <a:close/>
                </a:path>
              </a:pathLst>
            </a:custGeom>
            <a:blipFill>
              <a:blip r:embed="rId5"/>
              <a:stretch>
                <a:fillRect l="-28801" r="-28801" b="-58308"/>
              </a:stretch>
            </a:blipFill>
          </p:spPr>
          <p:txBody>
            <a:bodyPr/>
            <a:lstStyle/>
            <a:p>
              <a:endParaRPr lang="es-419" noProof="0" dirty="0"/>
            </a:p>
          </p:txBody>
        </p:sp>
      </p:grpSp>
    </p:spTree>
    <p:extLst>
      <p:ext uri="{BB962C8B-B14F-4D97-AF65-F5344CB8AC3E}">
        <p14:creationId xmlns:p14="http://schemas.microsoft.com/office/powerpoint/2010/main" val="21094992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nodeType="with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wipe(down)">
                                      <p:cBhvr>
                                        <p:cTn id="7" dur="580">
                                          <p:stCondLst>
                                            <p:cond delay="0"/>
                                          </p:stCondLst>
                                        </p:cTn>
                                        <p:tgtEl>
                                          <p:spTgt spid="36"/>
                                        </p:tgtEl>
                                      </p:cBhvr>
                                    </p:animEffect>
                                    <p:anim calcmode="lin" valueType="num">
                                      <p:cBhvr>
                                        <p:cTn id="8" dur="1822" tmFilter="0,0; 0.14,0.36; 0.43,0.73; 0.71,0.91; 1.0,1.0">
                                          <p:stCondLst>
                                            <p:cond delay="0"/>
                                          </p:stCondLst>
                                        </p:cTn>
                                        <p:tgtEl>
                                          <p:spTgt spid="36"/>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36"/>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36"/>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36"/>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36"/>
                                        </p:tgtEl>
                                        <p:attrNameLst>
                                          <p:attrName>ppt_y</p:attrName>
                                        </p:attrNameLst>
                                      </p:cBhvr>
                                      <p:tavLst>
                                        <p:tav tm="0" fmla="#ppt_y-sin(pi*$)/81">
                                          <p:val>
                                            <p:fltVal val="0"/>
                                          </p:val>
                                        </p:tav>
                                        <p:tav tm="100000">
                                          <p:val>
                                            <p:fltVal val="1"/>
                                          </p:val>
                                        </p:tav>
                                      </p:tavLst>
                                    </p:anim>
                                    <p:animScale>
                                      <p:cBhvr>
                                        <p:cTn id="13" dur="26">
                                          <p:stCondLst>
                                            <p:cond delay="650"/>
                                          </p:stCondLst>
                                        </p:cTn>
                                        <p:tgtEl>
                                          <p:spTgt spid="36"/>
                                        </p:tgtEl>
                                      </p:cBhvr>
                                      <p:to x="100000" y="60000"/>
                                    </p:animScale>
                                    <p:animScale>
                                      <p:cBhvr>
                                        <p:cTn id="14" dur="166" decel="50000">
                                          <p:stCondLst>
                                            <p:cond delay="676"/>
                                          </p:stCondLst>
                                        </p:cTn>
                                        <p:tgtEl>
                                          <p:spTgt spid="36"/>
                                        </p:tgtEl>
                                      </p:cBhvr>
                                      <p:to x="100000" y="100000"/>
                                    </p:animScale>
                                    <p:animScale>
                                      <p:cBhvr>
                                        <p:cTn id="15" dur="26">
                                          <p:stCondLst>
                                            <p:cond delay="1312"/>
                                          </p:stCondLst>
                                        </p:cTn>
                                        <p:tgtEl>
                                          <p:spTgt spid="36"/>
                                        </p:tgtEl>
                                      </p:cBhvr>
                                      <p:to x="100000" y="80000"/>
                                    </p:animScale>
                                    <p:animScale>
                                      <p:cBhvr>
                                        <p:cTn id="16" dur="166" decel="50000">
                                          <p:stCondLst>
                                            <p:cond delay="1338"/>
                                          </p:stCondLst>
                                        </p:cTn>
                                        <p:tgtEl>
                                          <p:spTgt spid="36"/>
                                        </p:tgtEl>
                                      </p:cBhvr>
                                      <p:to x="100000" y="100000"/>
                                    </p:animScale>
                                    <p:animScale>
                                      <p:cBhvr>
                                        <p:cTn id="17" dur="26">
                                          <p:stCondLst>
                                            <p:cond delay="1642"/>
                                          </p:stCondLst>
                                        </p:cTn>
                                        <p:tgtEl>
                                          <p:spTgt spid="36"/>
                                        </p:tgtEl>
                                      </p:cBhvr>
                                      <p:to x="100000" y="90000"/>
                                    </p:animScale>
                                    <p:animScale>
                                      <p:cBhvr>
                                        <p:cTn id="18" dur="166" decel="50000">
                                          <p:stCondLst>
                                            <p:cond delay="1668"/>
                                          </p:stCondLst>
                                        </p:cTn>
                                        <p:tgtEl>
                                          <p:spTgt spid="36"/>
                                        </p:tgtEl>
                                      </p:cBhvr>
                                      <p:to x="100000" y="100000"/>
                                    </p:animScale>
                                    <p:animScale>
                                      <p:cBhvr>
                                        <p:cTn id="19" dur="26">
                                          <p:stCondLst>
                                            <p:cond delay="1808"/>
                                          </p:stCondLst>
                                        </p:cTn>
                                        <p:tgtEl>
                                          <p:spTgt spid="36"/>
                                        </p:tgtEl>
                                      </p:cBhvr>
                                      <p:to x="100000" y="95000"/>
                                    </p:animScale>
                                    <p:animScale>
                                      <p:cBhvr>
                                        <p:cTn id="20" dur="166" decel="50000">
                                          <p:stCondLst>
                                            <p:cond delay="1834"/>
                                          </p:stCondLst>
                                        </p:cTn>
                                        <p:tgtEl>
                                          <p:spTgt spid="36"/>
                                        </p:tgtEl>
                                      </p:cBhvr>
                                      <p:to x="100000" y="100000"/>
                                    </p:animScale>
                                  </p:childTnLst>
                                </p:cTn>
                              </p:par>
                            </p:childTnLst>
                          </p:cTn>
                        </p:par>
                        <p:par>
                          <p:cTn id="21" fill="hold">
                            <p:stCondLst>
                              <p:cond delay="2000"/>
                            </p:stCondLst>
                            <p:childTnLst>
                              <p:par>
                                <p:cTn id="22" presetID="35" presetClass="emph" presetSubtype="0" repeatCount="indefinite" fill="hold" grpId="0" nodeType="afterEffect">
                                  <p:stCondLst>
                                    <p:cond delay="0"/>
                                  </p:stCondLst>
                                  <p:childTnLst>
                                    <p:anim calcmode="discrete" valueType="str">
                                      <p:cBhvr>
                                        <p:cTn id="23" dur="1000" fill="hold"/>
                                        <p:tgtEl>
                                          <p:spTgt spid="6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bg>
      <p:bgPr>
        <a:solidFill>
          <a:srgbClr val="122548"/>
        </a:solidFill>
        <a:effectLst/>
      </p:bgPr>
    </p:bg>
    <p:spTree>
      <p:nvGrpSpPr>
        <p:cNvPr id="1" name="">
          <a:extLst>
            <a:ext uri="{FF2B5EF4-FFF2-40B4-BE49-F238E27FC236}">
              <a16:creationId xmlns:a16="http://schemas.microsoft.com/office/drawing/2014/main" id="{EECCD3ED-A031-F815-FE30-7C63810F7C02}"/>
            </a:ext>
          </a:extLst>
        </p:cNvPr>
        <p:cNvGrpSpPr/>
        <p:nvPr/>
      </p:nvGrpSpPr>
      <p:grpSpPr>
        <a:xfrm>
          <a:off x="0" y="0"/>
          <a:ext cx="0" cy="0"/>
          <a:chOff x="0" y="0"/>
          <a:chExt cx="0" cy="0"/>
        </a:xfrm>
      </p:grpSpPr>
      <p:sp>
        <p:nvSpPr>
          <p:cNvPr id="2" name="Shape 0">
            <a:extLst>
              <a:ext uri="{FF2B5EF4-FFF2-40B4-BE49-F238E27FC236}">
                <a16:creationId xmlns:a16="http://schemas.microsoft.com/office/drawing/2014/main" id="{B4C7EF9A-79FA-041B-CB05-5991703BE447}"/>
              </a:ext>
            </a:extLst>
          </p:cNvPr>
          <p:cNvSpPr/>
          <p:nvPr/>
        </p:nvSpPr>
        <p:spPr>
          <a:xfrm>
            <a:off x="0" y="0"/>
            <a:ext cx="9144000" cy="43891"/>
          </a:xfrm>
          <a:prstGeom prst="rect">
            <a:avLst/>
          </a:prstGeom>
          <a:solidFill>
            <a:srgbClr val="EB6C01"/>
          </a:solidFill>
          <a:ln w="12700">
            <a:solidFill>
              <a:srgbClr val="EB6C01"/>
            </a:solidFill>
            <a:prstDash val="solid"/>
          </a:ln>
        </p:spPr>
        <p:txBody>
          <a:bodyPr/>
          <a:lstStyle/>
          <a:p>
            <a:endParaRPr lang="es-419" noProof="0" dirty="0"/>
          </a:p>
        </p:txBody>
      </p:sp>
      <p:sp>
        <p:nvSpPr>
          <p:cNvPr id="3" name="Shape 1">
            <a:extLst>
              <a:ext uri="{FF2B5EF4-FFF2-40B4-BE49-F238E27FC236}">
                <a16:creationId xmlns:a16="http://schemas.microsoft.com/office/drawing/2014/main" id="{1C5C2FCC-1A80-B827-C5C9-7724F263664B}"/>
              </a:ext>
            </a:extLst>
          </p:cNvPr>
          <p:cNvSpPr/>
          <p:nvPr/>
        </p:nvSpPr>
        <p:spPr>
          <a:xfrm>
            <a:off x="0" y="0"/>
            <a:ext cx="43891" cy="5143500"/>
          </a:xfrm>
          <a:prstGeom prst="rect">
            <a:avLst/>
          </a:prstGeom>
          <a:solidFill>
            <a:srgbClr val="EB6C01"/>
          </a:solidFill>
          <a:ln w="12700">
            <a:solidFill>
              <a:srgbClr val="EB6C01"/>
            </a:solidFill>
            <a:prstDash val="solid"/>
          </a:ln>
        </p:spPr>
        <p:txBody>
          <a:bodyPr/>
          <a:lstStyle/>
          <a:p>
            <a:endParaRPr lang="es-419" noProof="0" dirty="0"/>
          </a:p>
        </p:txBody>
      </p:sp>
      <p:sp>
        <p:nvSpPr>
          <p:cNvPr id="4" name="Shape 2">
            <a:extLst>
              <a:ext uri="{FF2B5EF4-FFF2-40B4-BE49-F238E27FC236}">
                <a16:creationId xmlns:a16="http://schemas.microsoft.com/office/drawing/2014/main" id="{4EF279E7-0913-1E8B-C244-4E615F49F7E5}"/>
              </a:ext>
            </a:extLst>
          </p:cNvPr>
          <p:cNvSpPr/>
          <p:nvPr/>
        </p:nvSpPr>
        <p:spPr>
          <a:xfrm rot="720000">
            <a:off x="7863840" y="-1371600"/>
            <a:ext cx="502920" cy="8229600"/>
          </a:xfrm>
          <a:prstGeom prst="rect">
            <a:avLst/>
          </a:prstGeom>
          <a:solidFill>
            <a:srgbClr val="EB6C01">
              <a:alpha val="8000"/>
            </a:srgbClr>
          </a:solidFill>
          <a:ln w="12700">
            <a:solidFill>
              <a:srgbClr val="EB6C01">
                <a:alpha val="8000"/>
              </a:srgbClr>
            </a:solidFill>
            <a:prstDash val="solid"/>
          </a:ln>
        </p:spPr>
        <p:txBody>
          <a:bodyPr/>
          <a:lstStyle/>
          <a:p>
            <a:endParaRPr lang="es-419" noProof="0" dirty="0"/>
          </a:p>
        </p:txBody>
      </p:sp>
      <p:sp>
        <p:nvSpPr>
          <p:cNvPr id="5" name="Shape 3">
            <a:extLst>
              <a:ext uri="{FF2B5EF4-FFF2-40B4-BE49-F238E27FC236}">
                <a16:creationId xmlns:a16="http://schemas.microsoft.com/office/drawing/2014/main" id="{B13BA668-3CED-0A4F-7A56-CD3C0D13DB90}"/>
              </a:ext>
            </a:extLst>
          </p:cNvPr>
          <p:cNvSpPr/>
          <p:nvPr/>
        </p:nvSpPr>
        <p:spPr>
          <a:xfrm rot="720000">
            <a:off x="8412480" y="-1371600"/>
            <a:ext cx="274320" cy="8229600"/>
          </a:xfrm>
          <a:prstGeom prst="rect">
            <a:avLst/>
          </a:prstGeom>
          <a:solidFill>
            <a:srgbClr val="EB6C01">
              <a:alpha val="6000"/>
            </a:srgbClr>
          </a:solidFill>
          <a:ln w="12700">
            <a:solidFill>
              <a:srgbClr val="EB6C01">
                <a:alpha val="6000"/>
              </a:srgbClr>
            </a:solidFill>
            <a:prstDash val="solid"/>
          </a:ln>
        </p:spPr>
        <p:txBody>
          <a:bodyPr/>
          <a:lstStyle/>
          <a:p>
            <a:endParaRPr lang="es-419" noProof="0" dirty="0"/>
          </a:p>
        </p:txBody>
      </p:sp>
      <p:sp>
        <p:nvSpPr>
          <p:cNvPr id="7" name="Shape 4">
            <a:extLst>
              <a:ext uri="{FF2B5EF4-FFF2-40B4-BE49-F238E27FC236}">
                <a16:creationId xmlns:a16="http://schemas.microsoft.com/office/drawing/2014/main" id="{BE1B25EC-8E23-DDDC-F204-0B4AA5711F7E}"/>
              </a:ext>
            </a:extLst>
          </p:cNvPr>
          <p:cNvSpPr/>
          <p:nvPr/>
        </p:nvSpPr>
        <p:spPr>
          <a:xfrm>
            <a:off x="658368" y="1389888"/>
            <a:ext cx="237744" cy="18288"/>
          </a:xfrm>
          <a:prstGeom prst="rect">
            <a:avLst/>
          </a:prstGeom>
          <a:solidFill>
            <a:srgbClr val="EB6C01"/>
          </a:solidFill>
          <a:ln w="12700">
            <a:solidFill>
              <a:srgbClr val="EB6C01"/>
            </a:solidFill>
            <a:prstDash val="solid"/>
          </a:ln>
        </p:spPr>
        <p:txBody>
          <a:bodyPr/>
          <a:lstStyle/>
          <a:p>
            <a:endParaRPr lang="es-419" noProof="0" dirty="0"/>
          </a:p>
        </p:txBody>
      </p:sp>
      <p:sp>
        <p:nvSpPr>
          <p:cNvPr id="8" name="Text 5">
            <a:extLst>
              <a:ext uri="{FF2B5EF4-FFF2-40B4-BE49-F238E27FC236}">
                <a16:creationId xmlns:a16="http://schemas.microsoft.com/office/drawing/2014/main" id="{80A72EA8-B5B3-4124-3EDB-E9ACDBEED4B2}"/>
              </a:ext>
            </a:extLst>
          </p:cNvPr>
          <p:cNvSpPr/>
          <p:nvPr/>
        </p:nvSpPr>
        <p:spPr>
          <a:xfrm>
            <a:off x="969264" y="1335024"/>
            <a:ext cx="5526786" cy="201168"/>
          </a:xfrm>
          <a:prstGeom prst="rect">
            <a:avLst/>
          </a:prstGeom>
          <a:noFill/>
          <a:ln/>
        </p:spPr>
        <p:txBody>
          <a:bodyPr wrap="square" lIns="0" tIns="0" rIns="0" bIns="0" rtlCol="0" anchor="ctr"/>
          <a:lstStyle/>
          <a:p>
            <a:r>
              <a:rPr lang="es-419" sz="700" b="1" kern="0" spc="400" noProof="0" dirty="0">
                <a:solidFill>
                  <a:srgbClr val="EB6C01"/>
                </a:solidFill>
                <a:latin typeface="Montserrat" pitchFamily="34" charset="0"/>
                <a:ea typeface="Montserrat" pitchFamily="34" charset="-122"/>
                <a:cs typeface="Montserrat" pitchFamily="34" charset="-120"/>
              </a:rPr>
              <a:t>FEDERACIÓN MANO AMIGA  ·  OBRAS Y MANTENIMIENTO</a:t>
            </a:r>
            <a:endParaRPr lang="es-419" sz="700" noProof="0" dirty="0"/>
          </a:p>
          <a:p>
            <a:pPr marL="0" indent="0">
              <a:buNone/>
            </a:pPr>
            <a:endParaRPr lang="es-419" sz="700" noProof="0" dirty="0"/>
          </a:p>
        </p:txBody>
      </p:sp>
      <p:sp>
        <p:nvSpPr>
          <p:cNvPr id="9" name="Text 6">
            <a:extLst>
              <a:ext uri="{FF2B5EF4-FFF2-40B4-BE49-F238E27FC236}">
                <a16:creationId xmlns:a16="http://schemas.microsoft.com/office/drawing/2014/main" id="{955F6C32-88EB-1CFF-4AB4-E8623A4259C0}"/>
              </a:ext>
            </a:extLst>
          </p:cNvPr>
          <p:cNvSpPr/>
          <p:nvPr/>
        </p:nvSpPr>
        <p:spPr>
          <a:xfrm>
            <a:off x="658368" y="1609344"/>
            <a:ext cx="7772400" cy="1920240"/>
          </a:xfrm>
          <a:prstGeom prst="rect">
            <a:avLst/>
          </a:prstGeom>
          <a:noFill/>
          <a:ln/>
        </p:spPr>
        <p:txBody>
          <a:bodyPr wrap="square" rtlCol="0" anchor="ctr"/>
          <a:lstStyle/>
          <a:p>
            <a:pPr marL="0" indent="0">
              <a:buNone/>
            </a:pPr>
            <a:r>
              <a:rPr lang="es-419" sz="5500" b="1" noProof="0" dirty="0">
                <a:solidFill>
                  <a:srgbClr val="FFFFFF"/>
                </a:solidFill>
                <a:latin typeface="Montserrat" pitchFamily="34" charset="0"/>
              </a:rPr>
              <a:t>PROYECTOS</a:t>
            </a:r>
            <a:endParaRPr lang="es-419" sz="5500" noProof="0" dirty="0"/>
          </a:p>
          <a:p>
            <a:pPr marL="0" indent="0">
              <a:buNone/>
            </a:pPr>
            <a:r>
              <a:rPr lang="es-419" sz="5500" b="1" noProof="0" dirty="0">
                <a:solidFill>
                  <a:srgbClr val="EB6C01"/>
                </a:solidFill>
                <a:latin typeface="Montserrat" pitchFamily="34" charset="0"/>
              </a:rPr>
              <a:t>FMA</a:t>
            </a:r>
            <a:endParaRPr lang="es-419" sz="5500" noProof="0" dirty="0"/>
          </a:p>
        </p:txBody>
      </p:sp>
      <p:sp>
        <p:nvSpPr>
          <p:cNvPr id="10" name="Text 7">
            <a:extLst>
              <a:ext uri="{FF2B5EF4-FFF2-40B4-BE49-F238E27FC236}">
                <a16:creationId xmlns:a16="http://schemas.microsoft.com/office/drawing/2014/main" id="{FBCCF4EA-50DC-971A-7C8E-39B0A9A5C38A}"/>
              </a:ext>
            </a:extLst>
          </p:cNvPr>
          <p:cNvSpPr/>
          <p:nvPr/>
        </p:nvSpPr>
        <p:spPr>
          <a:xfrm>
            <a:off x="658368" y="3657600"/>
            <a:ext cx="5901182" cy="914400"/>
          </a:xfrm>
          <a:prstGeom prst="rect">
            <a:avLst/>
          </a:prstGeom>
          <a:noFill/>
          <a:ln/>
        </p:spPr>
        <p:txBody>
          <a:bodyPr wrap="square" rtlCol="0" anchor="ctr"/>
          <a:lstStyle/>
          <a:p>
            <a:r>
              <a:rPr lang="es-419" sz="1050" noProof="0" dirty="0">
                <a:solidFill>
                  <a:srgbClr val="8FAECB"/>
                </a:solidFill>
                <a:latin typeface="Montserrat" pitchFamily="34" charset="0"/>
                <a:ea typeface="Montserrat" pitchFamily="34" charset="-122"/>
                <a:cs typeface="Montserrat" pitchFamily="34" charset="-120"/>
              </a:rPr>
              <a:t>Seguimiento de proyectos en oficinas Federación Mano Amiga:</a:t>
            </a:r>
            <a:endParaRPr lang="es-419" sz="1050" noProof="0" dirty="0"/>
          </a:p>
          <a:p>
            <a:r>
              <a:rPr lang="es-419" sz="1050" noProof="0" dirty="0">
                <a:solidFill>
                  <a:srgbClr val="8FAECB"/>
                </a:solidFill>
                <a:latin typeface="Montserrat" pitchFamily="34" charset="0"/>
                <a:ea typeface="Montserrat" pitchFamily="34" charset="-122"/>
                <a:cs typeface="Montserrat" pitchFamily="34" charset="-120"/>
              </a:rPr>
              <a:t>Oficinas MTY · Oficinas CDMX</a:t>
            </a:r>
            <a:endParaRPr lang="es-419" sz="1050" noProof="0" dirty="0"/>
          </a:p>
        </p:txBody>
      </p:sp>
    </p:spTree>
    <p:extLst>
      <p:ext uri="{BB962C8B-B14F-4D97-AF65-F5344CB8AC3E}">
        <p14:creationId xmlns:p14="http://schemas.microsoft.com/office/powerpoint/2010/main" val="16086886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down)">
                                      <p:cBhvr>
                                        <p:cTn id="7" dur="500"/>
                                        <p:tgtEl>
                                          <p:spTgt spid="7"/>
                                        </p:tgtEl>
                                      </p:cBhvr>
                                    </p:animEffect>
                                  </p:childTnLst>
                                </p:cTn>
                              </p:par>
                              <p:par>
                                <p:cTn id="8" presetID="22" presetClass="entr" presetSubtype="4"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wipe(down)">
                                      <p:cBhvr>
                                        <p:cTn id="10" dur="500"/>
                                        <p:tgtEl>
                                          <p:spTgt spid="8"/>
                                        </p:tgtEl>
                                      </p:cBhvr>
                                    </p:animEffect>
                                  </p:childTnLst>
                                </p:cTn>
                              </p:par>
                            </p:childTnLst>
                          </p:cTn>
                        </p:par>
                        <p:par>
                          <p:cTn id="11" fill="hold">
                            <p:stCondLst>
                              <p:cond delay="500"/>
                            </p:stCondLst>
                            <p:childTnLst>
                              <p:par>
                                <p:cTn id="12" presetID="22" presetClass="entr" presetSubtype="4" fill="hold" grpId="0" nodeType="afterEffect">
                                  <p:stCondLst>
                                    <p:cond delay="0"/>
                                  </p:stCondLst>
                                  <p:childTnLst>
                                    <p:set>
                                      <p:cBhvr>
                                        <p:cTn id="13" dur="1" fill="hold">
                                          <p:stCondLst>
                                            <p:cond delay="0"/>
                                          </p:stCondLst>
                                        </p:cTn>
                                        <p:tgtEl>
                                          <p:spTgt spid="9"/>
                                        </p:tgtEl>
                                        <p:attrNameLst>
                                          <p:attrName>style.visibility</p:attrName>
                                        </p:attrNameLst>
                                      </p:cBhvr>
                                      <p:to>
                                        <p:strVal val="visible"/>
                                      </p:to>
                                    </p:set>
                                    <p:animEffect transition="in" filter="wipe(down)">
                                      <p:cBhvr>
                                        <p:cTn id="14" dur="500"/>
                                        <p:tgtEl>
                                          <p:spTgt spid="9"/>
                                        </p:tgtEl>
                                      </p:cBhvr>
                                    </p:animEffect>
                                  </p:childTnLst>
                                </p:cTn>
                              </p:par>
                            </p:childTnLst>
                          </p:cTn>
                        </p:par>
                        <p:par>
                          <p:cTn id="15" fill="hold">
                            <p:stCondLst>
                              <p:cond delay="1000"/>
                            </p:stCondLst>
                            <p:childTnLst>
                              <p:par>
                                <p:cTn id="16" presetID="22" presetClass="entr" presetSubtype="4" fill="hold" grpId="0" nodeType="after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wipe(down)">
                                      <p:cBhvr>
                                        <p:cTn id="18"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10"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bg>
      <p:bgPr>
        <a:solidFill>
          <a:srgbClr val="F0F6FC"/>
        </a:solidFill>
        <a:effectLst/>
      </p:bgPr>
    </p:bg>
    <p:spTree>
      <p:nvGrpSpPr>
        <p:cNvPr id="1" name="">
          <a:extLst>
            <a:ext uri="{FF2B5EF4-FFF2-40B4-BE49-F238E27FC236}">
              <a16:creationId xmlns:a16="http://schemas.microsoft.com/office/drawing/2014/main" id="{E39FE028-3427-7B5B-C731-116F96B65041}"/>
            </a:ext>
          </a:extLst>
        </p:cNvPr>
        <p:cNvGrpSpPr/>
        <p:nvPr/>
      </p:nvGrpSpPr>
      <p:grpSpPr>
        <a:xfrm>
          <a:off x="0" y="0"/>
          <a:ext cx="0" cy="0"/>
          <a:chOff x="0" y="0"/>
          <a:chExt cx="0" cy="0"/>
        </a:xfrm>
      </p:grpSpPr>
      <p:sp>
        <p:nvSpPr>
          <p:cNvPr id="2" name="Shape 0">
            <a:extLst>
              <a:ext uri="{FF2B5EF4-FFF2-40B4-BE49-F238E27FC236}">
                <a16:creationId xmlns:a16="http://schemas.microsoft.com/office/drawing/2014/main" id="{B3339FB2-18DC-2AF2-7BF1-5B6761237015}"/>
              </a:ext>
            </a:extLst>
          </p:cNvPr>
          <p:cNvSpPr/>
          <p:nvPr/>
        </p:nvSpPr>
        <p:spPr>
          <a:xfrm>
            <a:off x="0" y="0"/>
            <a:ext cx="9144000" cy="38405"/>
          </a:xfrm>
          <a:prstGeom prst="rect">
            <a:avLst/>
          </a:prstGeom>
          <a:solidFill>
            <a:srgbClr val="EB6C01"/>
          </a:solidFill>
          <a:ln w="12700">
            <a:solidFill>
              <a:srgbClr val="EB6C01"/>
            </a:solidFill>
            <a:prstDash val="solid"/>
          </a:ln>
        </p:spPr>
        <p:txBody>
          <a:bodyPr/>
          <a:lstStyle/>
          <a:p>
            <a:endParaRPr lang="es-419" noProof="0" dirty="0"/>
          </a:p>
        </p:txBody>
      </p:sp>
      <p:sp>
        <p:nvSpPr>
          <p:cNvPr id="3" name="Shape 1">
            <a:extLst>
              <a:ext uri="{FF2B5EF4-FFF2-40B4-BE49-F238E27FC236}">
                <a16:creationId xmlns:a16="http://schemas.microsoft.com/office/drawing/2014/main" id="{16E2495A-3934-A88A-E4B3-E80BA8CFE427}"/>
              </a:ext>
            </a:extLst>
          </p:cNvPr>
          <p:cNvSpPr/>
          <p:nvPr/>
        </p:nvSpPr>
        <p:spPr>
          <a:xfrm>
            <a:off x="0" y="38405"/>
            <a:ext cx="9144000" cy="667512"/>
          </a:xfrm>
          <a:prstGeom prst="rect">
            <a:avLst/>
          </a:prstGeom>
          <a:solidFill>
            <a:srgbClr val="1A3464"/>
          </a:solidFill>
          <a:ln w="12700">
            <a:solidFill>
              <a:srgbClr val="1A3464"/>
            </a:solidFill>
            <a:prstDash val="solid"/>
          </a:ln>
        </p:spPr>
        <p:txBody>
          <a:bodyPr/>
          <a:lstStyle/>
          <a:p>
            <a:endParaRPr lang="es-419" noProof="0" dirty="0"/>
          </a:p>
        </p:txBody>
      </p:sp>
      <p:sp>
        <p:nvSpPr>
          <p:cNvPr id="4" name="Shape 2">
            <a:extLst>
              <a:ext uri="{FF2B5EF4-FFF2-40B4-BE49-F238E27FC236}">
                <a16:creationId xmlns:a16="http://schemas.microsoft.com/office/drawing/2014/main" id="{E74F1004-2CCB-5383-ADF3-04794EAC6E19}"/>
              </a:ext>
            </a:extLst>
          </p:cNvPr>
          <p:cNvSpPr/>
          <p:nvPr/>
        </p:nvSpPr>
        <p:spPr>
          <a:xfrm>
            <a:off x="384048" y="117043"/>
            <a:ext cx="685800" cy="237744"/>
          </a:xfrm>
          <a:prstGeom prst="rect">
            <a:avLst/>
          </a:prstGeom>
          <a:solidFill>
            <a:srgbClr val="EB6C01"/>
          </a:solidFill>
          <a:ln w="12700">
            <a:solidFill>
              <a:srgbClr val="EB6C01"/>
            </a:solidFill>
            <a:prstDash val="solid"/>
          </a:ln>
        </p:spPr>
        <p:txBody>
          <a:bodyPr/>
          <a:lstStyle/>
          <a:p>
            <a:endParaRPr lang="es-419" noProof="0" dirty="0"/>
          </a:p>
        </p:txBody>
      </p:sp>
      <p:sp>
        <p:nvSpPr>
          <p:cNvPr id="5" name="Text 3">
            <a:extLst>
              <a:ext uri="{FF2B5EF4-FFF2-40B4-BE49-F238E27FC236}">
                <a16:creationId xmlns:a16="http://schemas.microsoft.com/office/drawing/2014/main" id="{CD00B4FA-8C60-E765-9D8A-99E2E673C4EA}"/>
              </a:ext>
            </a:extLst>
          </p:cNvPr>
          <p:cNvSpPr/>
          <p:nvPr/>
        </p:nvSpPr>
        <p:spPr>
          <a:xfrm>
            <a:off x="384048" y="117043"/>
            <a:ext cx="685800" cy="237744"/>
          </a:xfrm>
          <a:prstGeom prst="rect">
            <a:avLst/>
          </a:prstGeom>
          <a:noFill/>
          <a:ln/>
        </p:spPr>
        <p:txBody>
          <a:bodyPr wrap="square" lIns="0" tIns="0" rIns="0" bIns="0" rtlCol="0" anchor="ctr"/>
          <a:lstStyle/>
          <a:p>
            <a:pPr marL="0" indent="0" algn="ctr">
              <a:buNone/>
            </a:pPr>
            <a:r>
              <a:rPr lang="es-419" sz="650" b="1" kern="0" spc="150" noProof="0" dirty="0">
                <a:solidFill>
                  <a:srgbClr val="FFFFFF"/>
                </a:solidFill>
                <a:latin typeface="Montserrat" pitchFamily="34" charset="0"/>
                <a:ea typeface="Montserrat" pitchFamily="34" charset="-122"/>
                <a:cs typeface="Montserrat" pitchFamily="34" charset="-120"/>
              </a:rPr>
              <a:t>T. NORTE</a:t>
            </a:r>
            <a:endParaRPr lang="es-419" sz="650" noProof="0" dirty="0"/>
          </a:p>
        </p:txBody>
      </p:sp>
      <p:sp>
        <p:nvSpPr>
          <p:cNvPr id="6" name="Text 4">
            <a:extLst>
              <a:ext uri="{FF2B5EF4-FFF2-40B4-BE49-F238E27FC236}">
                <a16:creationId xmlns:a16="http://schemas.microsoft.com/office/drawing/2014/main" id="{C74C7B5C-FE04-C879-2AF6-4F2D6ECBD1A3}"/>
              </a:ext>
            </a:extLst>
          </p:cNvPr>
          <p:cNvSpPr/>
          <p:nvPr/>
        </p:nvSpPr>
        <p:spPr>
          <a:xfrm>
            <a:off x="1170432" y="91440"/>
            <a:ext cx="5029200" cy="402336"/>
          </a:xfrm>
          <a:prstGeom prst="rect">
            <a:avLst/>
          </a:prstGeom>
          <a:noFill/>
          <a:ln/>
        </p:spPr>
        <p:txBody>
          <a:bodyPr wrap="square" lIns="0" tIns="0" rIns="0" bIns="0" rtlCol="0" anchor="ctr"/>
          <a:lstStyle/>
          <a:p>
            <a:pPr marL="0" indent="0">
              <a:buNone/>
            </a:pPr>
            <a:r>
              <a:rPr lang="es-419" sz="2000" b="1" dirty="0">
                <a:solidFill>
                  <a:srgbClr val="FFFFFF"/>
                </a:solidFill>
                <a:latin typeface="Montserrat" pitchFamily="34" charset="0"/>
                <a:ea typeface="Montserrat" pitchFamily="34" charset="-122"/>
                <a:cs typeface="Montserrat" pitchFamily="34" charset="-120"/>
              </a:rPr>
              <a:t>OFICINAS</a:t>
            </a:r>
            <a:r>
              <a:rPr lang="es-419" sz="2000" b="1" noProof="0" dirty="0">
                <a:solidFill>
                  <a:srgbClr val="FFFFFF"/>
                </a:solidFill>
                <a:latin typeface="Montserrat" pitchFamily="34" charset="0"/>
                <a:ea typeface="Montserrat" pitchFamily="34" charset="-122"/>
                <a:cs typeface="Montserrat" pitchFamily="34" charset="-120"/>
              </a:rPr>
              <a:t> MTY</a:t>
            </a:r>
            <a:endParaRPr lang="es-419" sz="2000" noProof="0" dirty="0"/>
          </a:p>
        </p:txBody>
      </p:sp>
      <p:sp>
        <p:nvSpPr>
          <p:cNvPr id="7" name="Text 5">
            <a:extLst>
              <a:ext uri="{FF2B5EF4-FFF2-40B4-BE49-F238E27FC236}">
                <a16:creationId xmlns:a16="http://schemas.microsoft.com/office/drawing/2014/main" id="{70977512-3DE0-5752-D2E7-7002060987CB}"/>
              </a:ext>
            </a:extLst>
          </p:cNvPr>
          <p:cNvSpPr/>
          <p:nvPr/>
        </p:nvSpPr>
        <p:spPr>
          <a:xfrm>
            <a:off x="1170432" y="475488"/>
            <a:ext cx="3200400" cy="182880"/>
          </a:xfrm>
          <a:prstGeom prst="rect">
            <a:avLst/>
          </a:prstGeom>
          <a:noFill/>
          <a:ln/>
        </p:spPr>
        <p:txBody>
          <a:bodyPr wrap="square" lIns="0" tIns="0" rIns="0" bIns="0" rtlCol="0" anchor="ctr"/>
          <a:lstStyle/>
          <a:p>
            <a:pPr marL="0" indent="0">
              <a:buNone/>
            </a:pPr>
            <a:r>
              <a:rPr lang="es-419" sz="950" noProof="0" dirty="0">
                <a:solidFill>
                  <a:srgbClr val="8FAECB"/>
                </a:solidFill>
                <a:latin typeface="Montserrat" pitchFamily="34" charset="0"/>
              </a:rPr>
              <a:t>Nuevo León </a:t>
            </a:r>
            <a:endParaRPr lang="es-419" sz="950" noProof="0" dirty="0"/>
          </a:p>
        </p:txBody>
      </p:sp>
      <p:sp>
        <p:nvSpPr>
          <p:cNvPr id="8" name="Text 6">
            <a:extLst>
              <a:ext uri="{FF2B5EF4-FFF2-40B4-BE49-F238E27FC236}">
                <a16:creationId xmlns:a16="http://schemas.microsoft.com/office/drawing/2014/main" id="{F367A641-BCF2-82FE-7F28-33DAF679A79F}"/>
              </a:ext>
            </a:extLst>
          </p:cNvPr>
          <p:cNvSpPr/>
          <p:nvPr/>
        </p:nvSpPr>
        <p:spPr>
          <a:xfrm>
            <a:off x="7132320" y="246888"/>
            <a:ext cx="1828800" cy="182880"/>
          </a:xfrm>
          <a:prstGeom prst="rect">
            <a:avLst/>
          </a:prstGeom>
          <a:noFill/>
          <a:ln/>
        </p:spPr>
        <p:txBody>
          <a:bodyPr wrap="square" lIns="0" tIns="0" rIns="0" bIns="0" rtlCol="0" anchor="ctr"/>
          <a:lstStyle/>
          <a:p>
            <a:pPr marL="0" indent="0" algn="r">
              <a:buNone/>
            </a:pPr>
            <a:r>
              <a:rPr lang="es-419" sz="700" b="1" kern="0" spc="150" noProof="0" dirty="0">
                <a:solidFill>
                  <a:srgbClr val="EB6C01"/>
                </a:solidFill>
                <a:latin typeface="Montserrat" pitchFamily="34" charset="0"/>
                <a:ea typeface="Montserrat" pitchFamily="34" charset="-122"/>
                <a:cs typeface="Montserrat" pitchFamily="34" charset="-120"/>
              </a:rPr>
              <a:t>SEMANA 18  ·  2025</a:t>
            </a:r>
            <a:endParaRPr lang="es-419" sz="700" noProof="0" dirty="0"/>
          </a:p>
        </p:txBody>
      </p:sp>
      <p:sp>
        <p:nvSpPr>
          <p:cNvPr id="9" name="Shape 7">
            <a:extLst>
              <a:ext uri="{FF2B5EF4-FFF2-40B4-BE49-F238E27FC236}">
                <a16:creationId xmlns:a16="http://schemas.microsoft.com/office/drawing/2014/main" id="{12331F41-46F0-42F2-2AF8-07821BF54C5D}"/>
              </a:ext>
            </a:extLst>
          </p:cNvPr>
          <p:cNvSpPr/>
          <p:nvPr/>
        </p:nvSpPr>
        <p:spPr>
          <a:xfrm>
            <a:off x="0" y="705917"/>
            <a:ext cx="2779776" cy="4163263"/>
          </a:xfrm>
          <a:prstGeom prst="rect">
            <a:avLst/>
          </a:prstGeom>
          <a:solidFill>
            <a:srgbClr val="FFFFFF"/>
          </a:solidFill>
          <a:ln w="12700">
            <a:solidFill>
              <a:srgbClr val="D4E4F2"/>
            </a:solidFill>
            <a:prstDash val="solid"/>
          </a:ln>
        </p:spPr>
        <p:txBody>
          <a:bodyPr/>
          <a:lstStyle/>
          <a:p>
            <a:endParaRPr lang="es-419" noProof="0" dirty="0"/>
          </a:p>
        </p:txBody>
      </p:sp>
      <p:sp>
        <p:nvSpPr>
          <p:cNvPr id="10" name="Text 8">
            <a:extLst>
              <a:ext uri="{FF2B5EF4-FFF2-40B4-BE49-F238E27FC236}">
                <a16:creationId xmlns:a16="http://schemas.microsoft.com/office/drawing/2014/main" id="{9330EE8A-A0BC-6D22-C6B7-D77403E6DB1C}"/>
              </a:ext>
            </a:extLst>
          </p:cNvPr>
          <p:cNvSpPr/>
          <p:nvPr/>
        </p:nvSpPr>
        <p:spPr>
          <a:xfrm>
            <a:off x="118872" y="768096"/>
            <a:ext cx="2468880" cy="146304"/>
          </a:xfrm>
          <a:prstGeom prst="rect">
            <a:avLst/>
          </a:prstGeom>
          <a:noFill/>
          <a:ln/>
        </p:spPr>
        <p:txBody>
          <a:bodyPr wrap="square" lIns="0" tIns="0" rIns="0" bIns="0" rtlCol="0" anchor="ctr"/>
          <a:lstStyle/>
          <a:p>
            <a:pPr marL="0" indent="0">
              <a:buNone/>
            </a:pPr>
            <a:r>
              <a:rPr lang="es-419" sz="650" b="1" kern="0" spc="250" noProof="0" dirty="0">
                <a:solidFill>
                  <a:srgbClr val="8FAECB"/>
                </a:solidFill>
                <a:latin typeface="Montserrat" pitchFamily="34" charset="0"/>
                <a:ea typeface="Montserrat" pitchFamily="34" charset="-122"/>
                <a:cs typeface="Montserrat" pitchFamily="34" charset="-120"/>
              </a:rPr>
              <a:t>UBICACIÓN EN MÉXICO</a:t>
            </a:r>
            <a:endParaRPr lang="es-419" sz="650" noProof="0" dirty="0"/>
          </a:p>
        </p:txBody>
      </p:sp>
      <p:sp>
        <p:nvSpPr>
          <p:cNvPr id="12" name="Text 9">
            <a:extLst>
              <a:ext uri="{FF2B5EF4-FFF2-40B4-BE49-F238E27FC236}">
                <a16:creationId xmlns:a16="http://schemas.microsoft.com/office/drawing/2014/main" id="{7259B016-B203-AD1C-440B-E4BB68ADA938}"/>
              </a:ext>
            </a:extLst>
          </p:cNvPr>
          <p:cNvSpPr/>
          <p:nvPr/>
        </p:nvSpPr>
        <p:spPr>
          <a:xfrm>
            <a:off x="73152" y="2944368"/>
            <a:ext cx="2633472" cy="182880"/>
          </a:xfrm>
          <a:prstGeom prst="rect">
            <a:avLst/>
          </a:prstGeom>
          <a:noFill/>
          <a:ln/>
        </p:spPr>
        <p:txBody>
          <a:bodyPr wrap="square" lIns="0" tIns="0" rIns="0" bIns="0" rtlCol="0" anchor="ctr"/>
          <a:lstStyle/>
          <a:p>
            <a:pPr marL="0" indent="0" algn="ctr">
              <a:buNone/>
            </a:pPr>
            <a:r>
              <a:rPr lang="es-419" sz="750" b="1" kern="0" spc="200" noProof="0" dirty="0">
                <a:solidFill>
                  <a:srgbClr val="EB6C01"/>
                </a:solidFill>
                <a:latin typeface="Montserrat" pitchFamily="34" charset="0"/>
              </a:rPr>
              <a:t>MONTERREY</a:t>
            </a:r>
            <a:endParaRPr lang="es-419" sz="750" noProof="0" dirty="0"/>
          </a:p>
        </p:txBody>
      </p:sp>
      <p:sp>
        <p:nvSpPr>
          <p:cNvPr id="13" name="Text 10">
            <a:extLst>
              <a:ext uri="{FF2B5EF4-FFF2-40B4-BE49-F238E27FC236}">
                <a16:creationId xmlns:a16="http://schemas.microsoft.com/office/drawing/2014/main" id="{B9563AE7-E3C3-2360-B4DD-B00D68AD0951}"/>
              </a:ext>
            </a:extLst>
          </p:cNvPr>
          <p:cNvSpPr/>
          <p:nvPr/>
        </p:nvSpPr>
        <p:spPr>
          <a:xfrm>
            <a:off x="2944368" y="859536"/>
            <a:ext cx="1353312" cy="164592"/>
          </a:xfrm>
          <a:prstGeom prst="rect">
            <a:avLst/>
          </a:prstGeom>
          <a:noFill/>
          <a:ln/>
        </p:spPr>
        <p:txBody>
          <a:bodyPr wrap="square" lIns="0" tIns="0" rIns="0" bIns="0" rtlCol="0" anchor="ctr"/>
          <a:lstStyle/>
          <a:p>
            <a:pPr marL="0" indent="0">
              <a:buNone/>
            </a:pPr>
            <a:r>
              <a:rPr lang="es-419" sz="650" b="1" kern="0" spc="250" noProof="0" dirty="0">
                <a:solidFill>
                  <a:srgbClr val="EB6C01"/>
                </a:solidFill>
                <a:latin typeface="Montserrat" pitchFamily="34" charset="0"/>
                <a:ea typeface="Montserrat" pitchFamily="34" charset="-122"/>
                <a:cs typeface="Montserrat" pitchFamily="34" charset="-120"/>
              </a:rPr>
              <a:t>PROYECTO ACTIVO</a:t>
            </a:r>
            <a:endParaRPr lang="es-419" sz="650" noProof="0" dirty="0"/>
          </a:p>
        </p:txBody>
      </p:sp>
      <p:sp>
        <p:nvSpPr>
          <p:cNvPr id="14" name="Shape 11">
            <a:extLst>
              <a:ext uri="{FF2B5EF4-FFF2-40B4-BE49-F238E27FC236}">
                <a16:creationId xmlns:a16="http://schemas.microsoft.com/office/drawing/2014/main" id="{17F76789-0DCA-BECB-F3DB-B95B7B40910A}"/>
              </a:ext>
            </a:extLst>
          </p:cNvPr>
          <p:cNvSpPr/>
          <p:nvPr/>
        </p:nvSpPr>
        <p:spPr>
          <a:xfrm>
            <a:off x="2944368" y="1024128"/>
            <a:ext cx="987552" cy="16459"/>
          </a:xfrm>
          <a:prstGeom prst="rect">
            <a:avLst/>
          </a:prstGeom>
          <a:solidFill>
            <a:srgbClr val="EB6C01"/>
          </a:solidFill>
          <a:ln w="12700">
            <a:solidFill>
              <a:srgbClr val="EB6C01"/>
            </a:solidFill>
            <a:prstDash val="solid"/>
          </a:ln>
        </p:spPr>
        <p:txBody>
          <a:bodyPr/>
          <a:lstStyle/>
          <a:p>
            <a:endParaRPr lang="es-419" noProof="0" dirty="0"/>
          </a:p>
        </p:txBody>
      </p:sp>
      <p:sp>
        <p:nvSpPr>
          <p:cNvPr id="15" name="Shape 12">
            <a:extLst>
              <a:ext uri="{FF2B5EF4-FFF2-40B4-BE49-F238E27FC236}">
                <a16:creationId xmlns:a16="http://schemas.microsoft.com/office/drawing/2014/main" id="{A42DC782-25E3-7E07-4074-86383E989717}"/>
              </a:ext>
            </a:extLst>
          </p:cNvPr>
          <p:cNvSpPr/>
          <p:nvPr/>
        </p:nvSpPr>
        <p:spPr>
          <a:xfrm>
            <a:off x="2944368" y="1115568"/>
            <a:ext cx="6035040" cy="603504"/>
          </a:xfrm>
          <a:prstGeom prst="rect">
            <a:avLst/>
          </a:prstGeom>
          <a:solidFill>
            <a:srgbClr val="E5EFF8"/>
          </a:solidFill>
          <a:ln w="12700">
            <a:solidFill>
              <a:srgbClr val="A8C0D8"/>
            </a:solidFill>
            <a:prstDash val="solid"/>
          </a:ln>
        </p:spPr>
        <p:txBody>
          <a:bodyPr/>
          <a:lstStyle/>
          <a:p>
            <a:endParaRPr lang="es-419" noProof="0" dirty="0"/>
          </a:p>
        </p:txBody>
      </p:sp>
      <p:sp>
        <p:nvSpPr>
          <p:cNvPr id="16" name="Text 13">
            <a:extLst>
              <a:ext uri="{FF2B5EF4-FFF2-40B4-BE49-F238E27FC236}">
                <a16:creationId xmlns:a16="http://schemas.microsoft.com/office/drawing/2014/main" id="{9C60ADD0-91BA-0E1D-6C45-CC1E3C3C831B}"/>
              </a:ext>
            </a:extLst>
          </p:cNvPr>
          <p:cNvSpPr/>
          <p:nvPr/>
        </p:nvSpPr>
        <p:spPr>
          <a:xfrm>
            <a:off x="3054096" y="1170432"/>
            <a:ext cx="5815584" cy="493776"/>
          </a:xfrm>
          <a:prstGeom prst="rect">
            <a:avLst/>
          </a:prstGeom>
          <a:noFill/>
          <a:ln/>
        </p:spPr>
        <p:txBody>
          <a:bodyPr wrap="square" lIns="0" tIns="0" rIns="0" bIns="0" rtlCol="0" anchor="ctr"/>
          <a:lstStyle/>
          <a:p>
            <a:pPr marL="0" indent="0">
              <a:buNone/>
            </a:pPr>
            <a:r>
              <a:rPr lang="es-419" sz="1500" b="1" noProof="0" dirty="0">
                <a:solidFill>
                  <a:srgbClr val="9BB5CC"/>
                </a:solidFill>
                <a:latin typeface="Montserrat" pitchFamily="34" charset="0"/>
                <a:ea typeface="Montserrat" pitchFamily="34" charset="-122"/>
                <a:cs typeface="Montserrat" pitchFamily="34" charset="-120"/>
              </a:rPr>
              <a:t>[Nombre del Proyecto / Actividad]</a:t>
            </a:r>
            <a:endParaRPr lang="es-419" sz="1500" noProof="0" dirty="0"/>
          </a:p>
        </p:txBody>
      </p:sp>
      <p:sp>
        <p:nvSpPr>
          <p:cNvPr id="17" name="Shape 14">
            <a:extLst>
              <a:ext uri="{FF2B5EF4-FFF2-40B4-BE49-F238E27FC236}">
                <a16:creationId xmlns:a16="http://schemas.microsoft.com/office/drawing/2014/main" id="{4E9FE611-754C-F390-A52E-DC8FB1F07005}"/>
              </a:ext>
            </a:extLst>
          </p:cNvPr>
          <p:cNvSpPr/>
          <p:nvPr/>
        </p:nvSpPr>
        <p:spPr>
          <a:xfrm>
            <a:off x="2944368" y="1837944"/>
            <a:ext cx="91440" cy="91440"/>
          </a:xfrm>
          <a:prstGeom prst="ellipse">
            <a:avLst/>
          </a:prstGeom>
          <a:solidFill>
            <a:srgbClr val="A8C0D8"/>
          </a:solidFill>
          <a:ln w="12700">
            <a:solidFill>
              <a:srgbClr val="A8C0D8"/>
            </a:solidFill>
            <a:prstDash val="solid"/>
          </a:ln>
        </p:spPr>
        <p:txBody>
          <a:bodyPr/>
          <a:lstStyle/>
          <a:p>
            <a:endParaRPr lang="es-419" noProof="0" dirty="0"/>
          </a:p>
        </p:txBody>
      </p:sp>
      <p:sp>
        <p:nvSpPr>
          <p:cNvPr id="18" name="Text 15">
            <a:extLst>
              <a:ext uri="{FF2B5EF4-FFF2-40B4-BE49-F238E27FC236}">
                <a16:creationId xmlns:a16="http://schemas.microsoft.com/office/drawing/2014/main" id="{977360E0-21FD-D58F-5A95-D6BCCFF6C9F1}"/>
              </a:ext>
            </a:extLst>
          </p:cNvPr>
          <p:cNvSpPr/>
          <p:nvPr/>
        </p:nvSpPr>
        <p:spPr>
          <a:xfrm>
            <a:off x="3099816" y="1819656"/>
            <a:ext cx="2743200" cy="137160"/>
          </a:xfrm>
          <a:prstGeom prst="rect">
            <a:avLst/>
          </a:prstGeom>
          <a:noFill/>
          <a:ln/>
        </p:spPr>
        <p:txBody>
          <a:bodyPr wrap="square" lIns="0" tIns="0" rIns="0" bIns="0" rtlCol="0" anchor="ctr"/>
          <a:lstStyle/>
          <a:p>
            <a:pPr marL="0" indent="0">
              <a:buNone/>
            </a:pPr>
            <a:r>
              <a:rPr lang="es-419" sz="850" b="1" kern="0" spc="100" noProof="0" dirty="0">
                <a:solidFill>
                  <a:srgbClr val="A8C0D8"/>
                </a:solidFill>
                <a:latin typeface="Montserrat" pitchFamily="34" charset="0"/>
                <a:ea typeface="Montserrat" pitchFamily="34" charset="-122"/>
                <a:cs typeface="Montserrat" pitchFamily="34" charset="-120"/>
              </a:rPr>
              <a:t>[ESTADO DEL PROYECTO]</a:t>
            </a:r>
            <a:endParaRPr lang="es-419" sz="850" noProof="0" dirty="0"/>
          </a:p>
        </p:txBody>
      </p:sp>
      <p:sp>
        <p:nvSpPr>
          <p:cNvPr id="19" name="Shape 16">
            <a:extLst>
              <a:ext uri="{FF2B5EF4-FFF2-40B4-BE49-F238E27FC236}">
                <a16:creationId xmlns:a16="http://schemas.microsoft.com/office/drawing/2014/main" id="{28642EB3-2334-470C-C981-C2774301167E}"/>
              </a:ext>
            </a:extLst>
          </p:cNvPr>
          <p:cNvSpPr/>
          <p:nvPr/>
        </p:nvSpPr>
        <p:spPr>
          <a:xfrm>
            <a:off x="2944368" y="2057400"/>
            <a:ext cx="25603" cy="658368"/>
          </a:xfrm>
          <a:prstGeom prst="rect">
            <a:avLst/>
          </a:prstGeom>
          <a:solidFill>
            <a:srgbClr val="A8C0D8"/>
          </a:solidFill>
          <a:ln w="12700">
            <a:solidFill>
              <a:srgbClr val="A8C0D8"/>
            </a:solidFill>
            <a:prstDash val="solid"/>
          </a:ln>
        </p:spPr>
        <p:txBody>
          <a:bodyPr/>
          <a:lstStyle/>
          <a:p>
            <a:endParaRPr lang="es-419" noProof="0" dirty="0"/>
          </a:p>
        </p:txBody>
      </p:sp>
      <p:sp>
        <p:nvSpPr>
          <p:cNvPr id="20" name="Text 17">
            <a:extLst>
              <a:ext uri="{FF2B5EF4-FFF2-40B4-BE49-F238E27FC236}">
                <a16:creationId xmlns:a16="http://schemas.microsoft.com/office/drawing/2014/main" id="{38407F00-3DFE-99DF-1171-02FBDF3EC771}"/>
              </a:ext>
            </a:extLst>
          </p:cNvPr>
          <p:cNvSpPr/>
          <p:nvPr/>
        </p:nvSpPr>
        <p:spPr>
          <a:xfrm>
            <a:off x="3035808" y="2057400"/>
            <a:ext cx="5925312" cy="658368"/>
          </a:xfrm>
          <a:prstGeom prst="rect">
            <a:avLst/>
          </a:prstGeom>
          <a:noFill/>
          <a:ln/>
        </p:spPr>
        <p:txBody>
          <a:bodyPr wrap="square" rtlCol="0" anchor="ctr"/>
          <a:lstStyle/>
          <a:p>
            <a:pPr marL="0" indent="0">
              <a:buNone/>
            </a:pPr>
            <a:r>
              <a:rPr lang="es-419" sz="950" i="1" noProof="0" dirty="0">
                <a:solidFill>
                  <a:srgbClr val="A8BDD0"/>
                </a:solidFill>
                <a:latin typeface="Montserrat" pitchFamily="34" charset="0"/>
                <a:ea typeface="Montserrat" pitchFamily="34" charset="-122"/>
                <a:cs typeface="Montserrat" pitchFamily="34" charset="-120"/>
              </a:rPr>
              <a:t>Describa aquí el avance semanal, actividades realizadas,</a:t>
            </a:r>
            <a:endParaRPr lang="es-419" sz="950" noProof="0" dirty="0"/>
          </a:p>
          <a:p>
            <a:pPr marL="0" indent="0">
              <a:buNone/>
            </a:pPr>
            <a:r>
              <a:rPr lang="es-419" sz="950" i="1" noProof="0" dirty="0">
                <a:solidFill>
                  <a:srgbClr val="A8BDD0"/>
                </a:solidFill>
                <a:latin typeface="Montserrat" pitchFamily="34" charset="0"/>
                <a:ea typeface="Montserrat" pitchFamily="34" charset="-122"/>
                <a:cs typeface="Montserrat" pitchFamily="34" charset="-120"/>
              </a:rPr>
              <a:t>pagos, documentación o incidencias del proyecto.</a:t>
            </a:r>
            <a:endParaRPr lang="es-419" sz="950" noProof="0" dirty="0"/>
          </a:p>
        </p:txBody>
      </p:sp>
      <p:sp>
        <p:nvSpPr>
          <p:cNvPr id="21" name="Text 18">
            <a:extLst>
              <a:ext uri="{FF2B5EF4-FFF2-40B4-BE49-F238E27FC236}">
                <a16:creationId xmlns:a16="http://schemas.microsoft.com/office/drawing/2014/main" id="{8B573BB6-0209-DDD8-C80B-1D5351BEEEED}"/>
              </a:ext>
            </a:extLst>
          </p:cNvPr>
          <p:cNvSpPr/>
          <p:nvPr/>
        </p:nvSpPr>
        <p:spPr>
          <a:xfrm>
            <a:off x="2944368" y="2834640"/>
            <a:ext cx="1828800" cy="164592"/>
          </a:xfrm>
          <a:prstGeom prst="rect">
            <a:avLst/>
          </a:prstGeom>
          <a:noFill/>
          <a:ln/>
        </p:spPr>
        <p:txBody>
          <a:bodyPr wrap="square" lIns="0" tIns="0" rIns="0" bIns="0" rtlCol="0" anchor="ctr"/>
          <a:lstStyle/>
          <a:p>
            <a:pPr marL="0" indent="0">
              <a:buNone/>
            </a:pPr>
            <a:r>
              <a:rPr lang="es-419" sz="650" b="1" kern="0" spc="250" noProof="0" dirty="0">
                <a:solidFill>
                  <a:srgbClr val="EB6C01"/>
                </a:solidFill>
                <a:latin typeface="Montserrat" pitchFamily="34" charset="0"/>
                <a:ea typeface="Montserrat" pitchFamily="34" charset="-122"/>
                <a:cs typeface="Montserrat" pitchFamily="34" charset="-120"/>
              </a:rPr>
              <a:t>FOTOGRAFÍAS DE AVANCE</a:t>
            </a:r>
            <a:endParaRPr lang="es-419" sz="650" noProof="0" dirty="0"/>
          </a:p>
        </p:txBody>
      </p:sp>
      <p:sp>
        <p:nvSpPr>
          <p:cNvPr id="22" name="Shape 19">
            <a:extLst>
              <a:ext uri="{FF2B5EF4-FFF2-40B4-BE49-F238E27FC236}">
                <a16:creationId xmlns:a16="http://schemas.microsoft.com/office/drawing/2014/main" id="{8A55CD7C-85A3-1979-4809-8DEB85B22C39}"/>
              </a:ext>
            </a:extLst>
          </p:cNvPr>
          <p:cNvSpPr/>
          <p:nvPr/>
        </p:nvSpPr>
        <p:spPr>
          <a:xfrm>
            <a:off x="2944368" y="3008376"/>
            <a:ext cx="1481328" cy="16459"/>
          </a:xfrm>
          <a:prstGeom prst="rect">
            <a:avLst/>
          </a:prstGeom>
          <a:solidFill>
            <a:srgbClr val="EB6C01"/>
          </a:solidFill>
          <a:ln w="12700">
            <a:solidFill>
              <a:srgbClr val="EB6C01"/>
            </a:solidFill>
            <a:prstDash val="solid"/>
          </a:ln>
        </p:spPr>
        <p:txBody>
          <a:bodyPr/>
          <a:lstStyle/>
          <a:p>
            <a:endParaRPr lang="es-419" noProof="0" dirty="0"/>
          </a:p>
        </p:txBody>
      </p:sp>
      <p:sp>
        <p:nvSpPr>
          <p:cNvPr id="23" name="Shape 20">
            <a:extLst>
              <a:ext uri="{FF2B5EF4-FFF2-40B4-BE49-F238E27FC236}">
                <a16:creationId xmlns:a16="http://schemas.microsoft.com/office/drawing/2014/main" id="{174CAD01-D9E9-BD81-24E5-DD1361DBC736}"/>
              </a:ext>
            </a:extLst>
          </p:cNvPr>
          <p:cNvSpPr/>
          <p:nvPr/>
        </p:nvSpPr>
        <p:spPr>
          <a:xfrm>
            <a:off x="2944368"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24" name="Image 1" descr="preencoded.png">
            <a:extLst>
              <a:ext uri="{FF2B5EF4-FFF2-40B4-BE49-F238E27FC236}">
                <a16:creationId xmlns:a16="http://schemas.microsoft.com/office/drawing/2014/main" id="{36D04982-983A-4F56-E21F-3A4980AF0D23}"/>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797808" y="3593592"/>
            <a:ext cx="256032" cy="256032"/>
          </a:xfrm>
          <a:prstGeom prst="rect">
            <a:avLst/>
          </a:prstGeom>
        </p:spPr>
      </p:pic>
      <p:sp>
        <p:nvSpPr>
          <p:cNvPr id="25" name="Text 21">
            <a:extLst>
              <a:ext uri="{FF2B5EF4-FFF2-40B4-BE49-F238E27FC236}">
                <a16:creationId xmlns:a16="http://schemas.microsoft.com/office/drawing/2014/main" id="{4A75C0C2-3AD2-3CAF-C777-EF1692F94FBE}"/>
              </a:ext>
            </a:extLst>
          </p:cNvPr>
          <p:cNvSpPr/>
          <p:nvPr/>
        </p:nvSpPr>
        <p:spPr>
          <a:xfrm>
            <a:off x="2944368"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26" name="Shape 22">
            <a:extLst>
              <a:ext uri="{FF2B5EF4-FFF2-40B4-BE49-F238E27FC236}">
                <a16:creationId xmlns:a16="http://schemas.microsoft.com/office/drawing/2014/main" id="{DFF81985-B6A6-BF2E-A941-2A2E1CD0C607}"/>
              </a:ext>
            </a:extLst>
          </p:cNvPr>
          <p:cNvSpPr/>
          <p:nvPr/>
        </p:nvSpPr>
        <p:spPr>
          <a:xfrm>
            <a:off x="4980432"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27" name="Image 2" descr="preencoded.png">
            <a:extLst>
              <a:ext uri="{FF2B5EF4-FFF2-40B4-BE49-F238E27FC236}">
                <a16:creationId xmlns:a16="http://schemas.microsoft.com/office/drawing/2014/main" id="{779FDE48-918E-8F2C-D2CD-2ABBF067BD23}"/>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833872" y="3593592"/>
            <a:ext cx="256032" cy="256032"/>
          </a:xfrm>
          <a:prstGeom prst="rect">
            <a:avLst/>
          </a:prstGeom>
        </p:spPr>
      </p:pic>
      <p:sp>
        <p:nvSpPr>
          <p:cNvPr id="28" name="Text 23">
            <a:extLst>
              <a:ext uri="{FF2B5EF4-FFF2-40B4-BE49-F238E27FC236}">
                <a16:creationId xmlns:a16="http://schemas.microsoft.com/office/drawing/2014/main" id="{E8E59116-022F-32D9-5CD7-A277360AB815}"/>
              </a:ext>
            </a:extLst>
          </p:cNvPr>
          <p:cNvSpPr/>
          <p:nvPr/>
        </p:nvSpPr>
        <p:spPr>
          <a:xfrm>
            <a:off x="4980432"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29" name="Shape 24">
            <a:extLst>
              <a:ext uri="{FF2B5EF4-FFF2-40B4-BE49-F238E27FC236}">
                <a16:creationId xmlns:a16="http://schemas.microsoft.com/office/drawing/2014/main" id="{A9C3177C-9759-585F-812B-C47E1BE6F337}"/>
              </a:ext>
            </a:extLst>
          </p:cNvPr>
          <p:cNvSpPr/>
          <p:nvPr/>
        </p:nvSpPr>
        <p:spPr>
          <a:xfrm>
            <a:off x="7016496"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30" name="Image 3" descr="preencoded.png">
            <a:extLst>
              <a:ext uri="{FF2B5EF4-FFF2-40B4-BE49-F238E27FC236}">
                <a16:creationId xmlns:a16="http://schemas.microsoft.com/office/drawing/2014/main" id="{8FB9DB9E-77A3-D64B-21D6-595C581B20EB}"/>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7869936" y="3593592"/>
            <a:ext cx="256032" cy="256032"/>
          </a:xfrm>
          <a:prstGeom prst="rect">
            <a:avLst/>
          </a:prstGeom>
        </p:spPr>
      </p:pic>
      <p:sp>
        <p:nvSpPr>
          <p:cNvPr id="31" name="Text 25">
            <a:extLst>
              <a:ext uri="{FF2B5EF4-FFF2-40B4-BE49-F238E27FC236}">
                <a16:creationId xmlns:a16="http://schemas.microsoft.com/office/drawing/2014/main" id="{8FE0E997-8DA9-869A-AC49-B6CD63C1EBC0}"/>
              </a:ext>
            </a:extLst>
          </p:cNvPr>
          <p:cNvSpPr/>
          <p:nvPr/>
        </p:nvSpPr>
        <p:spPr>
          <a:xfrm>
            <a:off x="7016496"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32" name="Shape 26">
            <a:extLst>
              <a:ext uri="{FF2B5EF4-FFF2-40B4-BE49-F238E27FC236}">
                <a16:creationId xmlns:a16="http://schemas.microsoft.com/office/drawing/2014/main" id="{BD466EED-E609-9556-75AB-B8E00F9372AF}"/>
              </a:ext>
            </a:extLst>
          </p:cNvPr>
          <p:cNvSpPr/>
          <p:nvPr/>
        </p:nvSpPr>
        <p:spPr>
          <a:xfrm>
            <a:off x="0" y="4873752"/>
            <a:ext cx="9144000" cy="269748"/>
          </a:xfrm>
          <a:prstGeom prst="rect">
            <a:avLst/>
          </a:prstGeom>
          <a:solidFill>
            <a:srgbClr val="1A3464"/>
          </a:solidFill>
          <a:ln w="12700">
            <a:solidFill>
              <a:srgbClr val="1A3464"/>
            </a:solidFill>
            <a:prstDash val="solid"/>
          </a:ln>
        </p:spPr>
        <p:txBody>
          <a:bodyPr/>
          <a:lstStyle/>
          <a:p>
            <a:endParaRPr lang="es-419" noProof="0" dirty="0"/>
          </a:p>
        </p:txBody>
      </p:sp>
      <p:sp>
        <p:nvSpPr>
          <p:cNvPr id="33" name="Text 27">
            <a:extLst>
              <a:ext uri="{FF2B5EF4-FFF2-40B4-BE49-F238E27FC236}">
                <a16:creationId xmlns:a16="http://schemas.microsoft.com/office/drawing/2014/main" id="{6E213FBE-EB28-46CB-997F-5DDA8F9F01F6}"/>
              </a:ext>
            </a:extLst>
          </p:cNvPr>
          <p:cNvSpPr/>
          <p:nvPr/>
        </p:nvSpPr>
        <p:spPr>
          <a:xfrm>
            <a:off x="384048" y="4901184"/>
            <a:ext cx="5029200" cy="182880"/>
          </a:xfrm>
          <a:prstGeom prst="rect">
            <a:avLst/>
          </a:prstGeom>
          <a:noFill/>
          <a:ln/>
        </p:spPr>
        <p:txBody>
          <a:bodyPr wrap="square" lIns="0" tIns="0" rIns="0" bIns="0" rtlCol="0" anchor="ctr"/>
          <a:lstStyle/>
          <a:p>
            <a:pPr marL="0" indent="0">
              <a:buNone/>
            </a:pPr>
            <a:r>
              <a:rPr lang="es-419" sz="700" kern="0" spc="150" noProof="0" dirty="0">
                <a:solidFill>
                  <a:srgbClr val="8FAECB"/>
                </a:solidFill>
                <a:latin typeface="Montserrat" pitchFamily="34" charset="0"/>
                <a:ea typeface="Montserrat" pitchFamily="34" charset="-122"/>
                <a:cs typeface="Montserrat" pitchFamily="34" charset="-120"/>
              </a:rPr>
              <a:t>COORDINACIÓN DE OBRAS Y MANTENIMIENTO RCMA</a:t>
            </a:r>
            <a:endParaRPr lang="es-419" sz="700" noProof="0" dirty="0"/>
          </a:p>
        </p:txBody>
      </p:sp>
      <p:sp>
        <p:nvSpPr>
          <p:cNvPr id="34" name="Shape 28">
            <a:extLst>
              <a:ext uri="{FF2B5EF4-FFF2-40B4-BE49-F238E27FC236}">
                <a16:creationId xmlns:a16="http://schemas.microsoft.com/office/drawing/2014/main" id="{E3519D46-F66E-4544-F7BC-D0F4AD9D2187}"/>
              </a:ext>
            </a:extLst>
          </p:cNvPr>
          <p:cNvSpPr/>
          <p:nvPr/>
        </p:nvSpPr>
        <p:spPr>
          <a:xfrm>
            <a:off x="5559552" y="4974336"/>
            <a:ext cx="5486" cy="100584"/>
          </a:xfrm>
          <a:prstGeom prst="rect">
            <a:avLst/>
          </a:prstGeom>
          <a:solidFill>
            <a:srgbClr val="8FAECB"/>
          </a:solidFill>
          <a:ln w="12700">
            <a:solidFill>
              <a:srgbClr val="8FAECB"/>
            </a:solidFill>
            <a:prstDash val="solid"/>
          </a:ln>
        </p:spPr>
        <p:txBody>
          <a:bodyPr/>
          <a:lstStyle/>
          <a:p>
            <a:endParaRPr lang="es-419" noProof="0" dirty="0"/>
          </a:p>
        </p:txBody>
      </p:sp>
      <p:sp>
        <p:nvSpPr>
          <p:cNvPr id="35" name="Text 29">
            <a:extLst>
              <a:ext uri="{FF2B5EF4-FFF2-40B4-BE49-F238E27FC236}">
                <a16:creationId xmlns:a16="http://schemas.microsoft.com/office/drawing/2014/main" id="{4A95EFC7-8BF8-FA5A-DA32-D049554D8F1A}"/>
              </a:ext>
            </a:extLst>
          </p:cNvPr>
          <p:cNvSpPr/>
          <p:nvPr/>
        </p:nvSpPr>
        <p:spPr>
          <a:xfrm>
            <a:off x="5650992" y="4901184"/>
            <a:ext cx="2286000" cy="182880"/>
          </a:xfrm>
          <a:prstGeom prst="rect">
            <a:avLst/>
          </a:prstGeom>
          <a:noFill/>
          <a:ln/>
        </p:spPr>
        <p:txBody>
          <a:bodyPr wrap="square" lIns="0" tIns="0" rIns="0" bIns="0" rtlCol="0" anchor="ctr"/>
          <a:lstStyle/>
          <a:p>
            <a:pPr marL="0" indent="0">
              <a:buNone/>
            </a:pPr>
            <a:r>
              <a:rPr lang="es-419" sz="700" kern="0" spc="150" noProof="0" dirty="0">
                <a:solidFill>
                  <a:srgbClr val="8FAECB"/>
                </a:solidFill>
                <a:latin typeface="Montserrat" pitchFamily="34" charset="0"/>
                <a:ea typeface="Montserrat" pitchFamily="34" charset="-122"/>
                <a:cs typeface="Montserrat" pitchFamily="34" charset="-120"/>
              </a:rPr>
              <a:t>Mano Amiga</a:t>
            </a:r>
            <a:endParaRPr lang="es-419" sz="700" noProof="0" dirty="0"/>
          </a:p>
        </p:txBody>
      </p:sp>
      <p:sp>
        <p:nvSpPr>
          <p:cNvPr id="43" name="Forma libre: forma 42">
            <a:extLst>
              <a:ext uri="{FF2B5EF4-FFF2-40B4-BE49-F238E27FC236}">
                <a16:creationId xmlns:a16="http://schemas.microsoft.com/office/drawing/2014/main" id="{8EBA3A0E-9D07-597D-0152-E10DD1C1D33E}"/>
              </a:ext>
            </a:extLst>
          </p:cNvPr>
          <p:cNvSpPr/>
          <p:nvPr/>
        </p:nvSpPr>
        <p:spPr>
          <a:xfrm>
            <a:off x="1596105" y="2222074"/>
            <a:ext cx="193086" cy="261624"/>
          </a:xfrm>
          <a:custGeom>
            <a:avLst/>
            <a:gdLst>
              <a:gd name="csX0" fmla="*/ 47363 w 193086"/>
              <a:gd name="csY0" fmla="*/ 258865 h 261624"/>
              <a:gd name="csX1" fmla="*/ 34066 w 193086"/>
              <a:gd name="csY1" fmla="*/ 253627 h 261624"/>
              <a:gd name="csX2" fmla="*/ 25677 w 193086"/>
              <a:gd name="csY2" fmla="*/ 249703 h 261624"/>
              <a:gd name="csX3" fmla="*/ 12838 w 193086"/>
              <a:gd name="csY3" fmla="*/ 237813 h 261624"/>
              <a:gd name="csX4" fmla="*/ 0 w 193086"/>
              <a:gd name="csY4" fmla="*/ 228023 h 261624"/>
              <a:gd name="csX5" fmla="*/ 10590 w 193086"/>
              <a:gd name="csY5" fmla="*/ 222007 h 261624"/>
              <a:gd name="csX6" fmla="*/ 24311 w 193086"/>
              <a:gd name="csY6" fmla="*/ 218591 h 261624"/>
              <a:gd name="csX7" fmla="*/ 30840 w 193086"/>
              <a:gd name="csY7" fmla="*/ 210994 h 261624"/>
              <a:gd name="csX8" fmla="*/ 34002 w 193086"/>
              <a:gd name="csY8" fmla="*/ 201034 h 261624"/>
              <a:gd name="csX9" fmla="*/ 34055 w 193086"/>
              <a:gd name="csY9" fmla="*/ 192894 h 261624"/>
              <a:gd name="csX10" fmla="*/ 33474 w 193086"/>
              <a:gd name="csY10" fmla="*/ 186352 h 261624"/>
              <a:gd name="csX11" fmla="*/ 36002 w 193086"/>
              <a:gd name="csY11" fmla="*/ 155255 h 261624"/>
              <a:gd name="csX12" fmla="*/ 40814 w 193086"/>
              <a:gd name="csY12" fmla="*/ 125721 h 261624"/>
              <a:gd name="csX13" fmla="*/ 52906 w 193086"/>
              <a:gd name="csY13" fmla="*/ 136226 h 261624"/>
              <a:gd name="csX14" fmla="*/ 67584 w 193086"/>
              <a:gd name="csY14" fmla="*/ 150557 h 261624"/>
              <a:gd name="csX15" fmla="*/ 85050 w 193086"/>
              <a:gd name="csY15" fmla="*/ 148575 h 261624"/>
              <a:gd name="csX16" fmla="*/ 92615 w 193086"/>
              <a:gd name="csY16" fmla="*/ 147623 h 261624"/>
              <a:gd name="csX17" fmla="*/ 103162 w 193086"/>
              <a:gd name="csY17" fmla="*/ 143713 h 261624"/>
              <a:gd name="csX18" fmla="*/ 110991 w 193086"/>
              <a:gd name="csY18" fmla="*/ 139409 h 261624"/>
              <a:gd name="csX19" fmla="*/ 118857 w 193086"/>
              <a:gd name="csY19" fmla="*/ 137039 h 261624"/>
              <a:gd name="csX20" fmla="*/ 114946 w 193086"/>
              <a:gd name="csY20" fmla="*/ 126979 h 261624"/>
              <a:gd name="csX21" fmla="*/ 104278 w 193086"/>
              <a:gd name="csY21" fmla="*/ 120558 h 261624"/>
              <a:gd name="csX22" fmla="*/ 100539 w 193086"/>
              <a:gd name="csY22" fmla="*/ 116814 h 261624"/>
              <a:gd name="csX23" fmla="*/ 87769 w 193086"/>
              <a:gd name="csY23" fmla="*/ 107211 h 261624"/>
              <a:gd name="csX24" fmla="*/ 75649 w 193086"/>
              <a:gd name="csY24" fmla="*/ 82459 h 261624"/>
              <a:gd name="csX25" fmla="*/ 81162 w 193086"/>
              <a:gd name="csY25" fmla="*/ 66581 h 261624"/>
              <a:gd name="csX26" fmla="*/ 76956 w 193086"/>
              <a:gd name="csY26" fmla="*/ 53086 h 261624"/>
              <a:gd name="csX27" fmla="*/ 74281 w 193086"/>
              <a:gd name="csY27" fmla="*/ 48335 h 261624"/>
              <a:gd name="csX28" fmla="*/ 98388 w 193086"/>
              <a:gd name="csY28" fmla="*/ 21931 h 261624"/>
              <a:gd name="csX29" fmla="*/ 99033 w 193086"/>
              <a:gd name="csY29" fmla="*/ 12782 h 261624"/>
              <a:gd name="csX30" fmla="*/ 112340 w 193086"/>
              <a:gd name="csY30" fmla="*/ 234 h 261624"/>
              <a:gd name="csX31" fmla="*/ 115367 w 193086"/>
              <a:gd name="csY31" fmla="*/ 7384 h 261624"/>
              <a:gd name="csX32" fmla="*/ 123019 w 193086"/>
              <a:gd name="csY32" fmla="*/ 18442 h 261624"/>
              <a:gd name="csX33" fmla="*/ 122268 w 193086"/>
              <a:gd name="csY33" fmla="*/ 30221 h 261624"/>
              <a:gd name="csX34" fmla="*/ 113949 w 193086"/>
              <a:gd name="csY34" fmla="*/ 45287 h 261624"/>
              <a:gd name="csX35" fmla="*/ 120402 w 193086"/>
              <a:gd name="csY35" fmla="*/ 65276 h 261624"/>
              <a:gd name="csX36" fmla="*/ 138506 w 193086"/>
              <a:gd name="csY36" fmla="*/ 64867 h 261624"/>
              <a:gd name="csX37" fmla="*/ 143345 w 193086"/>
              <a:gd name="csY37" fmla="*/ 58224 h 261624"/>
              <a:gd name="csX38" fmla="*/ 152274 w 193086"/>
              <a:gd name="csY38" fmla="*/ 62931 h 261624"/>
              <a:gd name="csX39" fmla="*/ 162130 w 193086"/>
              <a:gd name="csY39" fmla="*/ 68135 h 261624"/>
              <a:gd name="csX40" fmla="*/ 158059 w 193086"/>
              <a:gd name="csY40" fmla="*/ 75879 h 261624"/>
              <a:gd name="csX41" fmla="*/ 142387 w 193086"/>
              <a:gd name="csY41" fmla="*/ 123139 h 261624"/>
              <a:gd name="csX42" fmla="*/ 161574 w 193086"/>
              <a:gd name="csY42" fmla="*/ 140138 h 261624"/>
              <a:gd name="csX43" fmla="*/ 162505 w 193086"/>
              <a:gd name="csY43" fmla="*/ 150542 h 261624"/>
              <a:gd name="csX44" fmla="*/ 151065 w 193086"/>
              <a:gd name="csY44" fmla="*/ 162165 h 261624"/>
              <a:gd name="csX45" fmla="*/ 147000 w 193086"/>
              <a:gd name="csY45" fmla="*/ 176069 h 261624"/>
              <a:gd name="csX46" fmla="*/ 151074 w 193086"/>
              <a:gd name="csY46" fmla="*/ 198795 h 261624"/>
              <a:gd name="csX47" fmla="*/ 161382 w 193086"/>
              <a:gd name="csY47" fmla="*/ 209212 h 261624"/>
              <a:gd name="csX48" fmla="*/ 180801 w 193086"/>
              <a:gd name="csY48" fmla="*/ 215310 h 261624"/>
              <a:gd name="csX49" fmla="*/ 191062 w 193086"/>
              <a:gd name="csY49" fmla="*/ 220266 h 261624"/>
              <a:gd name="csX50" fmla="*/ 186266 w 193086"/>
              <a:gd name="csY50" fmla="*/ 234411 h 261624"/>
              <a:gd name="csX51" fmla="*/ 146648 w 193086"/>
              <a:gd name="csY51" fmla="*/ 241973 h 261624"/>
              <a:gd name="csX52" fmla="*/ 130308 w 193086"/>
              <a:gd name="csY52" fmla="*/ 244333 h 261624"/>
              <a:gd name="csX53" fmla="*/ 120069 w 193086"/>
              <a:gd name="csY53" fmla="*/ 230760 h 261624"/>
              <a:gd name="csX54" fmla="*/ 99204 w 193086"/>
              <a:gd name="csY54" fmla="*/ 236809 h 261624"/>
              <a:gd name="csX55" fmla="*/ 99051 w 193086"/>
              <a:gd name="csY55" fmla="*/ 250983 h 261624"/>
              <a:gd name="csX56" fmla="*/ 92202 w 193086"/>
              <a:gd name="csY56" fmla="*/ 257021 h 261624"/>
              <a:gd name="csX57" fmla="*/ 61602 w 193086"/>
              <a:gd name="csY57" fmla="*/ 257374 h 261624"/>
              <a:gd name="csX58" fmla="*/ 47363 w 193086"/>
              <a:gd name="csY58" fmla="*/ 258865 h 2616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Lst>
            <a:rect l="l" t="t" r="r" b="b"/>
            <a:pathLst>
              <a:path w="193086" h="261624">
                <a:moveTo>
                  <a:pt x="47363" y="258865"/>
                </a:moveTo>
                <a:cubicBezTo>
                  <a:pt x="44664" y="256988"/>
                  <a:pt x="38681" y="254631"/>
                  <a:pt x="34066" y="253627"/>
                </a:cubicBezTo>
                <a:cubicBezTo>
                  <a:pt x="29452" y="252623"/>
                  <a:pt x="25677" y="250857"/>
                  <a:pt x="25677" y="249703"/>
                </a:cubicBezTo>
                <a:cubicBezTo>
                  <a:pt x="25677" y="248548"/>
                  <a:pt x="19899" y="243198"/>
                  <a:pt x="12838" y="237813"/>
                </a:cubicBezTo>
                <a:lnTo>
                  <a:pt x="0" y="228023"/>
                </a:lnTo>
                <a:lnTo>
                  <a:pt x="10590" y="222007"/>
                </a:lnTo>
                <a:cubicBezTo>
                  <a:pt x="17972" y="217814"/>
                  <a:pt x="22129" y="216779"/>
                  <a:pt x="24311" y="218591"/>
                </a:cubicBezTo>
                <a:cubicBezTo>
                  <a:pt x="28477" y="222048"/>
                  <a:pt x="30840" y="219299"/>
                  <a:pt x="30840" y="210994"/>
                </a:cubicBezTo>
                <a:cubicBezTo>
                  <a:pt x="30840" y="207256"/>
                  <a:pt x="32263" y="202774"/>
                  <a:pt x="34002" y="201034"/>
                </a:cubicBezTo>
                <a:cubicBezTo>
                  <a:pt x="36474" y="198562"/>
                  <a:pt x="36486" y="196787"/>
                  <a:pt x="34055" y="192894"/>
                </a:cubicBezTo>
                <a:cubicBezTo>
                  <a:pt x="32093" y="189753"/>
                  <a:pt x="31879" y="187338"/>
                  <a:pt x="33474" y="186352"/>
                </a:cubicBezTo>
                <a:cubicBezTo>
                  <a:pt x="34886" y="185479"/>
                  <a:pt x="36002" y="171748"/>
                  <a:pt x="36002" y="155255"/>
                </a:cubicBezTo>
                <a:cubicBezTo>
                  <a:pt x="36002" y="128160"/>
                  <a:pt x="36400" y="125721"/>
                  <a:pt x="40814" y="125721"/>
                </a:cubicBezTo>
                <a:cubicBezTo>
                  <a:pt x="43528" y="125721"/>
                  <a:pt x="48800" y="130301"/>
                  <a:pt x="52906" y="136226"/>
                </a:cubicBezTo>
                <a:cubicBezTo>
                  <a:pt x="56911" y="142004"/>
                  <a:pt x="63516" y="148453"/>
                  <a:pt x="67584" y="150557"/>
                </a:cubicBezTo>
                <a:cubicBezTo>
                  <a:pt x="75108" y="154448"/>
                  <a:pt x="85050" y="153319"/>
                  <a:pt x="85050" y="148575"/>
                </a:cubicBezTo>
                <a:cubicBezTo>
                  <a:pt x="85050" y="147029"/>
                  <a:pt x="88138" y="146640"/>
                  <a:pt x="92615" y="147623"/>
                </a:cubicBezTo>
                <a:cubicBezTo>
                  <a:pt x="98706" y="148961"/>
                  <a:pt x="100761" y="148199"/>
                  <a:pt x="103162" y="143713"/>
                </a:cubicBezTo>
                <a:cubicBezTo>
                  <a:pt x="105115" y="140063"/>
                  <a:pt x="107816" y="138578"/>
                  <a:pt x="110991" y="139409"/>
                </a:cubicBezTo>
                <a:cubicBezTo>
                  <a:pt x="113656" y="140106"/>
                  <a:pt x="117196" y="139039"/>
                  <a:pt x="118857" y="137039"/>
                </a:cubicBezTo>
                <a:cubicBezTo>
                  <a:pt x="121254" y="134150"/>
                  <a:pt x="120449" y="132080"/>
                  <a:pt x="114946" y="126979"/>
                </a:cubicBezTo>
                <a:cubicBezTo>
                  <a:pt x="111135" y="123448"/>
                  <a:pt x="106335" y="120558"/>
                  <a:pt x="104278" y="120558"/>
                </a:cubicBezTo>
                <a:cubicBezTo>
                  <a:pt x="102221" y="120558"/>
                  <a:pt x="100539" y="118873"/>
                  <a:pt x="100539" y="116814"/>
                </a:cubicBezTo>
                <a:cubicBezTo>
                  <a:pt x="100539" y="114754"/>
                  <a:pt x="94792" y="110433"/>
                  <a:pt x="87769" y="107211"/>
                </a:cubicBezTo>
                <a:cubicBezTo>
                  <a:pt x="73337" y="100591"/>
                  <a:pt x="69935" y="93642"/>
                  <a:pt x="75649" y="82459"/>
                </a:cubicBezTo>
                <a:cubicBezTo>
                  <a:pt x="77638" y="78567"/>
                  <a:pt x="80119" y="71422"/>
                  <a:pt x="81162" y="66581"/>
                </a:cubicBezTo>
                <a:cubicBezTo>
                  <a:pt x="82769" y="59128"/>
                  <a:pt x="82125" y="57061"/>
                  <a:pt x="76956" y="53086"/>
                </a:cubicBezTo>
                <a:cubicBezTo>
                  <a:pt x="73561" y="50475"/>
                  <a:pt x="72374" y="48366"/>
                  <a:pt x="74281" y="48335"/>
                </a:cubicBezTo>
                <a:cubicBezTo>
                  <a:pt x="79014" y="48255"/>
                  <a:pt x="97860" y="27614"/>
                  <a:pt x="98388" y="21931"/>
                </a:cubicBezTo>
                <a:cubicBezTo>
                  <a:pt x="98624" y="19384"/>
                  <a:pt x="98915" y="15267"/>
                  <a:pt x="99033" y="12782"/>
                </a:cubicBezTo>
                <a:cubicBezTo>
                  <a:pt x="99328" y="6580"/>
                  <a:pt x="107875" y="-1480"/>
                  <a:pt x="112340" y="234"/>
                </a:cubicBezTo>
                <a:cubicBezTo>
                  <a:pt x="114351" y="1006"/>
                  <a:pt x="115714" y="4223"/>
                  <a:pt x="115367" y="7384"/>
                </a:cubicBezTo>
                <a:cubicBezTo>
                  <a:pt x="114925" y="11414"/>
                  <a:pt x="117211" y="14717"/>
                  <a:pt x="123019" y="18442"/>
                </a:cubicBezTo>
                <a:cubicBezTo>
                  <a:pt x="132830" y="24734"/>
                  <a:pt x="132594" y="28432"/>
                  <a:pt x="122268" y="30221"/>
                </a:cubicBezTo>
                <a:cubicBezTo>
                  <a:pt x="115180" y="31449"/>
                  <a:pt x="114690" y="32336"/>
                  <a:pt x="113949" y="45287"/>
                </a:cubicBezTo>
                <a:cubicBezTo>
                  <a:pt x="113241" y="57646"/>
                  <a:pt x="113899" y="59682"/>
                  <a:pt x="120402" y="65276"/>
                </a:cubicBezTo>
                <a:cubicBezTo>
                  <a:pt x="129577" y="73166"/>
                  <a:pt x="132509" y="73100"/>
                  <a:pt x="138506" y="64867"/>
                </a:cubicBezTo>
                <a:lnTo>
                  <a:pt x="143345" y="58224"/>
                </a:lnTo>
                <a:lnTo>
                  <a:pt x="152274" y="62931"/>
                </a:lnTo>
                <a:cubicBezTo>
                  <a:pt x="157185" y="65520"/>
                  <a:pt x="161620" y="67861"/>
                  <a:pt x="162130" y="68135"/>
                </a:cubicBezTo>
                <a:cubicBezTo>
                  <a:pt x="162640" y="68408"/>
                  <a:pt x="160808" y="71893"/>
                  <a:pt x="158059" y="75879"/>
                </a:cubicBezTo>
                <a:cubicBezTo>
                  <a:pt x="151713" y="85081"/>
                  <a:pt x="141902" y="114664"/>
                  <a:pt x="142387" y="123139"/>
                </a:cubicBezTo>
                <a:cubicBezTo>
                  <a:pt x="142935" y="132744"/>
                  <a:pt x="146254" y="135684"/>
                  <a:pt x="161574" y="140138"/>
                </a:cubicBezTo>
                <a:cubicBezTo>
                  <a:pt x="177125" y="144659"/>
                  <a:pt x="177438" y="148154"/>
                  <a:pt x="162505" y="150542"/>
                </a:cubicBezTo>
                <a:cubicBezTo>
                  <a:pt x="152866" y="152083"/>
                  <a:pt x="147932" y="157096"/>
                  <a:pt x="151065" y="162165"/>
                </a:cubicBezTo>
                <a:cubicBezTo>
                  <a:pt x="151887" y="163495"/>
                  <a:pt x="150058" y="169752"/>
                  <a:pt x="147000" y="176069"/>
                </a:cubicBezTo>
                <a:cubicBezTo>
                  <a:pt x="140040" y="190447"/>
                  <a:pt x="141019" y="195911"/>
                  <a:pt x="151074" y="198795"/>
                </a:cubicBezTo>
                <a:cubicBezTo>
                  <a:pt x="156834" y="200447"/>
                  <a:pt x="159631" y="203274"/>
                  <a:pt x="161382" y="209212"/>
                </a:cubicBezTo>
                <a:cubicBezTo>
                  <a:pt x="163891" y="217725"/>
                  <a:pt x="167253" y="218781"/>
                  <a:pt x="180801" y="215310"/>
                </a:cubicBezTo>
                <a:cubicBezTo>
                  <a:pt x="186270" y="213909"/>
                  <a:pt x="188145" y="214815"/>
                  <a:pt x="191062" y="220266"/>
                </a:cubicBezTo>
                <a:cubicBezTo>
                  <a:pt x="194411" y="226524"/>
                  <a:pt x="194115" y="227399"/>
                  <a:pt x="186266" y="234411"/>
                </a:cubicBezTo>
                <a:cubicBezTo>
                  <a:pt x="177581" y="242171"/>
                  <a:pt x="173505" y="242950"/>
                  <a:pt x="146648" y="241973"/>
                </a:cubicBezTo>
                <a:cubicBezTo>
                  <a:pt x="138138" y="241664"/>
                  <a:pt x="131353" y="242644"/>
                  <a:pt x="130308" y="244333"/>
                </a:cubicBezTo>
                <a:cubicBezTo>
                  <a:pt x="127797" y="248397"/>
                  <a:pt x="118188" y="235660"/>
                  <a:pt x="120069" y="230760"/>
                </a:cubicBezTo>
                <a:cubicBezTo>
                  <a:pt x="124398" y="219478"/>
                  <a:pt x="105303" y="225013"/>
                  <a:pt x="99204" y="236809"/>
                </a:cubicBezTo>
                <a:cubicBezTo>
                  <a:pt x="95428" y="244110"/>
                  <a:pt x="95414" y="245432"/>
                  <a:pt x="99051" y="250983"/>
                </a:cubicBezTo>
                <a:cubicBezTo>
                  <a:pt x="103916" y="258408"/>
                  <a:pt x="100434" y="261478"/>
                  <a:pt x="92202" y="257021"/>
                </a:cubicBezTo>
                <a:cubicBezTo>
                  <a:pt x="83927" y="252540"/>
                  <a:pt x="66492" y="252742"/>
                  <a:pt x="61602" y="257374"/>
                </a:cubicBezTo>
                <a:cubicBezTo>
                  <a:pt x="56090" y="262596"/>
                  <a:pt x="53167" y="262902"/>
                  <a:pt x="47363" y="258865"/>
                </a:cubicBezTo>
                <a:close/>
              </a:path>
            </a:pathLst>
          </a:custGeom>
          <a:solidFill>
            <a:srgbClr val="B9B9B9"/>
          </a:solidFill>
          <a:ln w="5163" cap="flat">
            <a:noFill/>
            <a:prstDash val="solid"/>
            <a:miter/>
          </a:ln>
        </p:spPr>
        <p:txBody>
          <a:bodyPr/>
          <a:lstStyle/>
          <a:p>
            <a:endParaRPr lang="es-419" noProof="0" dirty="0"/>
          </a:p>
        </p:txBody>
      </p:sp>
      <p:sp>
        <p:nvSpPr>
          <p:cNvPr id="44" name="Forma libre: forma 43">
            <a:extLst>
              <a:ext uri="{FF2B5EF4-FFF2-40B4-BE49-F238E27FC236}">
                <a16:creationId xmlns:a16="http://schemas.microsoft.com/office/drawing/2014/main" id="{65B60C7A-B5B0-D947-54E9-2D138F8C0452}"/>
              </a:ext>
            </a:extLst>
          </p:cNvPr>
          <p:cNvSpPr/>
          <p:nvPr/>
        </p:nvSpPr>
        <p:spPr>
          <a:xfrm>
            <a:off x="1103504" y="2345749"/>
            <a:ext cx="95653" cy="64838"/>
          </a:xfrm>
          <a:custGeom>
            <a:avLst/>
            <a:gdLst>
              <a:gd name="csX0" fmla="*/ 71219 w 95653"/>
              <a:gd name="csY0" fmla="*/ 62506 h 64838"/>
              <a:gd name="csX1" fmla="*/ 62655 w 95653"/>
              <a:gd name="csY1" fmla="*/ 53685 h 64838"/>
              <a:gd name="csX2" fmla="*/ 57443 w 95653"/>
              <a:gd name="csY2" fmla="*/ 48511 h 64838"/>
              <a:gd name="csX3" fmla="*/ 51242 w 95653"/>
              <a:gd name="csY3" fmla="*/ 43994 h 64838"/>
              <a:gd name="csX4" fmla="*/ 48532 w 95653"/>
              <a:gd name="csY4" fmla="*/ 43994 h 64838"/>
              <a:gd name="csX5" fmla="*/ 36926 w 95653"/>
              <a:gd name="csY5" fmla="*/ 44510 h 64838"/>
              <a:gd name="csX6" fmla="*/ 28785 w 95653"/>
              <a:gd name="csY6" fmla="*/ 36765 h 64838"/>
              <a:gd name="csX7" fmla="*/ 27076 w 95653"/>
              <a:gd name="csY7" fmla="*/ 32629 h 64838"/>
              <a:gd name="csX8" fmla="*/ 11500 w 95653"/>
              <a:gd name="csY8" fmla="*/ 28262 h 64838"/>
              <a:gd name="csX9" fmla="*/ 1174 w 95653"/>
              <a:gd name="csY9" fmla="*/ 25068 h 64838"/>
              <a:gd name="csX10" fmla="*/ 31004 w 95653"/>
              <a:gd name="csY10" fmla="*/ 14820 h 64838"/>
              <a:gd name="csX11" fmla="*/ 49970 w 95653"/>
              <a:gd name="csY11" fmla="*/ 6499 h 64838"/>
              <a:gd name="csX12" fmla="*/ 60293 w 95653"/>
              <a:gd name="csY12" fmla="*/ 3207 h 64838"/>
              <a:gd name="csX13" fmla="*/ 79487 w 95653"/>
              <a:gd name="csY13" fmla="*/ 1724 h 64838"/>
              <a:gd name="csX14" fmla="*/ 95469 w 95653"/>
              <a:gd name="csY14" fmla="*/ 24677 h 64838"/>
              <a:gd name="csX15" fmla="*/ 92590 w 95653"/>
              <a:gd name="csY15" fmla="*/ 45837 h 64838"/>
              <a:gd name="csX16" fmla="*/ 88748 w 95653"/>
              <a:gd name="csY16" fmla="*/ 52688 h 64838"/>
              <a:gd name="csX17" fmla="*/ 82592 w 95653"/>
              <a:gd name="csY17" fmla="*/ 62155 h 64838"/>
              <a:gd name="csX18" fmla="*/ 71219 w 95653"/>
              <a:gd name="csY18" fmla="*/ 62506 h 648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95653" h="64838">
                <a:moveTo>
                  <a:pt x="71219" y="62506"/>
                </a:moveTo>
                <a:cubicBezTo>
                  <a:pt x="67412" y="60499"/>
                  <a:pt x="63558" y="56530"/>
                  <a:pt x="62655" y="53685"/>
                </a:cubicBezTo>
                <a:cubicBezTo>
                  <a:pt x="61752" y="50839"/>
                  <a:pt x="59407" y="48511"/>
                  <a:pt x="57443" y="48511"/>
                </a:cubicBezTo>
                <a:cubicBezTo>
                  <a:pt x="55480" y="48511"/>
                  <a:pt x="52689" y="46478"/>
                  <a:pt x="51242" y="43994"/>
                </a:cubicBezTo>
                <a:cubicBezTo>
                  <a:pt x="48736" y="39691"/>
                  <a:pt x="48607" y="39691"/>
                  <a:pt x="48532" y="43994"/>
                </a:cubicBezTo>
                <a:cubicBezTo>
                  <a:pt x="48437" y="49469"/>
                  <a:pt x="48761" y="49455"/>
                  <a:pt x="36926" y="44510"/>
                </a:cubicBezTo>
                <a:cubicBezTo>
                  <a:pt x="30451" y="41804"/>
                  <a:pt x="27814" y="39296"/>
                  <a:pt x="28785" y="36765"/>
                </a:cubicBezTo>
                <a:cubicBezTo>
                  <a:pt x="29575" y="34707"/>
                  <a:pt x="28806" y="32846"/>
                  <a:pt x="27076" y="32629"/>
                </a:cubicBezTo>
                <a:cubicBezTo>
                  <a:pt x="21029" y="31874"/>
                  <a:pt x="18714" y="31225"/>
                  <a:pt x="11500" y="28262"/>
                </a:cubicBezTo>
                <a:cubicBezTo>
                  <a:pt x="7503" y="26621"/>
                  <a:pt x="2857" y="25183"/>
                  <a:pt x="1174" y="25068"/>
                </a:cubicBezTo>
                <a:cubicBezTo>
                  <a:pt x="-4949" y="24646"/>
                  <a:pt x="14045" y="18121"/>
                  <a:pt x="31004" y="14820"/>
                </a:cubicBezTo>
                <a:cubicBezTo>
                  <a:pt x="44060" y="12279"/>
                  <a:pt x="48794" y="10202"/>
                  <a:pt x="49970" y="6499"/>
                </a:cubicBezTo>
                <a:cubicBezTo>
                  <a:pt x="51256" y="2445"/>
                  <a:pt x="53098" y="1858"/>
                  <a:pt x="60293" y="3207"/>
                </a:cubicBezTo>
                <a:cubicBezTo>
                  <a:pt x="65110" y="4111"/>
                  <a:pt x="73747" y="3443"/>
                  <a:pt x="79487" y="1724"/>
                </a:cubicBezTo>
                <a:cubicBezTo>
                  <a:pt x="94315" y="-2719"/>
                  <a:pt x="96385" y="255"/>
                  <a:pt x="95469" y="24677"/>
                </a:cubicBezTo>
                <a:cubicBezTo>
                  <a:pt x="95060" y="35554"/>
                  <a:pt x="93765" y="45076"/>
                  <a:pt x="92590" y="45837"/>
                </a:cubicBezTo>
                <a:cubicBezTo>
                  <a:pt x="91414" y="46598"/>
                  <a:pt x="89686" y="49681"/>
                  <a:pt x="88748" y="52688"/>
                </a:cubicBezTo>
                <a:cubicBezTo>
                  <a:pt x="87811" y="55696"/>
                  <a:pt x="85041" y="59955"/>
                  <a:pt x="82592" y="62155"/>
                </a:cubicBezTo>
                <a:cubicBezTo>
                  <a:pt x="78702" y="65649"/>
                  <a:pt x="77268" y="65693"/>
                  <a:pt x="71219" y="62506"/>
                </a:cubicBezTo>
                <a:close/>
              </a:path>
            </a:pathLst>
          </a:custGeom>
          <a:solidFill>
            <a:srgbClr val="B9B9B9"/>
          </a:solidFill>
          <a:ln w="5163" cap="flat">
            <a:noFill/>
            <a:prstDash val="solid"/>
            <a:miter/>
          </a:ln>
        </p:spPr>
        <p:txBody>
          <a:bodyPr/>
          <a:lstStyle/>
          <a:p>
            <a:endParaRPr lang="es-419" noProof="0" dirty="0"/>
          </a:p>
        </p:txBody>
      </p:sp>
      <p:sp>
        <p:nvSpPr>
          <p:cNvPr id="45" name="Forma libre: forma 44">
            <a:extLst>
              <a:ext uri="{FF2B5EF4-FFF2-40B4-BE49-F238E27FC236}">
                <a16:creationId xmlns:a16="http://schemas.microsoft.com/office/drawing/2014/main" id="{1922B518-C00A-4A40-0CD5-9C83EDB90C56}"/>
              </a:ext>
            </a:extLst>
          </p:cNvPr>
          <p:cNvSpPr/>
          <p:nvPr/>
        </p:nvSpPr>
        <p:spPr>
          <a:xfrm>
            <a:off x="1015863" y="2030672"/>
            <a:ext cx="364335" cy="362024"/>
          </a:xfrm>
          <a:custGeom>
            <a:avLst/>
            <a:gdLst>
              <a:gd name="csX0" fmla="*/ 185142 w 364335"/>
              <a:gd name="csY0" fmla="*/ 358570 h 362024"/>
              <a:gd name="csX1" fmla="*/ 187621 w 364335"/>
              <a:gd name="csY1" fmla="*/ 340898 h 362024"/>
              <a:gd name="csX2" fmla="*/ 186283 w 364335"/>
              <a:gd name="csY2" fmla="*/ 320178 h 362024"/>
              <a:gd name="csX3" fmla="*/ 182466 w 364335"/>
              <a:gd name="csY3" fmla="*/ 312528 h 362024"/>
              <a:gd name="csX4" fmla="*/ 160064 w 364335"/>
              <a:gd name="csY4" fmla="*/ 313164 h 362024"/>
              <a:gd name="csX5" fmla="*/ 135394 w 364335"/>
              <a:gd name="csY5" fmla="*/ 318882 h 362024"/>
              <a:gd name="csX6" fmla="*/ 107653 w 364335"/>
              <a:gd name="csY6" fmla="*/ 328620 h 362024"/>
              <a:gd name="csX7" fmla="*/ 77975 w 364335"/>
              <a:gd name="csY7" fmla="*/ 329071 h 362024"/>
              <a:gd name="csX8" fmla="*/ 69734 w 364335"/>
              <a:gd name="csY8" fmla="*/ 324866 h 362024"/>
              <a:gd name="csX9" fmla="*/ 48325 w 364335"/>
              <a:gd name="csY9" fmla="*/ 303007 h 362024"/>
              <a:gd name="csX10" fmla="*/ 38186 w 364335"/>
              <a:gd name="csY10" fmla="*/ 292203 h 362024"/>
              <a:gd name="csX11" fmla="*/ 25184 w 364335"/>
              <a:gd name="csY11" fmla="*/ 273778 h 362024"/>
              <a:gd name="csX12" fmla="*/ 11540 w 364335"/>
              <a:gd name="csY12" fmla="*/ 253016 h 362024"/>
              <a:gd name="csX13" fmla="*/ 9603 w 364335"/>
              <a:gd name="csY13" fmla="*/ 246065 h 362024"/>
              <a:gd name="csX14" fmla="*/ 4075 w 364335"/>
              <a:gd name="csY14" fmla="*/ 230604 h 362024"/>
              <a:gd name="csX15" fmla="*/ 2870 w 364335"/>
              <a:gd name="csY15" fmla="*/ 216903 h 362024"/>
              <a:gd name="csX16" fmla="*/ 19099 w 364335"/>
              <a:gd name="csY16" fmla="*/ 209992 h 362024"/>
              <a:gd name="csX17" fmla="*/ 33857 w 364335"/>
              <a:gd name="csY17" fmla="*/ 202727 h 362024"/>
              <a:gd name="csX18" fmla="*/ 62323 w 364335"/>
              <a:gd name="csY18" fmla="*/ 175142 h 362024"/>
              <a:gd name="csX19" fmla="*/ 75732 w 364335"/>
              <a:gd name="csY19" fmla="*/ 169793 h 362024"/>
              <a:gd name="csX20" fmla="*/ 107485 w 364335"/>
              <a:gd name="csY20" fmla="*/ 178512 h 362024"/>
              <a:gd name="csX21" fmla="*/ 118888 w 364335"/>
              <a:gd name="csY21" fmla="*/ 188952 h 362024"/>
              <a:gd name="csX22" fmla="*/ 122369 w 364335"/>
              <a:gd name="csY22" fmla="*/ 177011 h 362024"/>
              <a:gd name="csX23" fmla="*/ 128391 w 364335"/>
              <a:gd name="csY23" fmla="*/ 163500 h 362024"/>
              <a:gd name="csX24" fmla="*/ 127169 w 364335"/>
              <a:gd name="csY24" fmla="*/ 147778 h 362024"/>
              <a:gd name="csX25" fmla="*/ 130389 w 364335"/>
              <a:gd name="csY25" fmla="*/ 138750 h 362024"/>
              <a:gd name="csX26" fmla="*/ 147714 w 364335"/>
              <a:gd name="csY26" fmla="*/ 129037 h 362024"/>
              <a:gd name="csX27" fmla="*/ 142395 w 364335"/>
              <a:gd name="csY27" fmla="*/ 116273 h 362024"/>
              <a:gd name="csX28" fmla="*/ 138322 w 364335"/>
              <a:gd name="csY28" fmla="*/ 100445 h 362024"/>
              <a:gd name="csX29" fmla="*/ 132219 w 364335"/>
              <a:gd name="csY29" fmla="*/ 77384 h 362024"/>
              <a:gd name="csX30" fmla="*/ 123182 w 364335"/>
              <a:gd name="csY30" fmla="*/ 67380 h 362024"/>
              <a:gd name="csX31" fmla="*/ 127316 w 364335"/>
              <a:gd name="csY31" fmla="*/ 49072 h 362024"/>
              <a:gd name="csX32" fmla="*/ 149002 w 364335"/>
              <a:gd name="csY32" fmla="*/ 26791 h 362024"/>
              <a:gd name="csX33" fmla="*/ 156308 w 364335"/>
              <a:gd name="csY33" fmla="*/ 19245 h 362024"/>
              <a:gd name="csX34" fmla="*/ 153995 w 364335"/>
              <a:gd name="csY34" fmla="*/ 9825 h 362024"/>
              <a:gd name="csX35" fmla="*/ 161050 w 364335"/>
              <a:gd name="csY35" fmla="*/ 76 h 362024"/>
              <a:gd name="csX36" fmla="*/ 166583 w 364335"/>
              <a:gd name="csY36" fmla="*/ 7348 h 362024"/>
              <a:gd name="csX37" fmla="*/ 154998 w 364335"/>
              <a:gd name="csY37" fmla="*/ 39300 h 362024"/>
              <a:gd name="csX38" fmla="*/ 157050 w 364335"/>
              <a:gd name="csY38" fmla="*/ 45546 h 362024"/>
              <a:gd name="csX39" fmla="*/ 169737 w 364335"/>
              <a:gd name="csY39" fmla="*/ 24492 h 362024"/>
              <a:gd name="csX40" fmla="*/ 176182 w 364335"/>
              <a:gd name="csY40" fmla="*/ 20317 h 362024"/>
              <a:gd name="csX41" fmla="*/ 177678 w 364335"/>
              <a:gd name="csY41" fmla="*/ 26406 h 362024"/>
              <a:gd name="csX42" fmla="*/ 173510 w 364335"/>
              <a:gd name="csY42" fmla="*/ 43871 h 362024"/>
              <a:gd name="csX43" fmla="*/ 171706 w 364335"/>
              <a:gd name="csY43" fmla="*/ 58451 h 362024"/>
              <a:gd name="csX44" fmla="*/ 179820 w 364335"/>
              <a:gd name="csY44" fmla="*/ 60233 h 362024"/>
              <a:gd name="csX45" fmla="*/ 195468 w 364335"/>
              <a:gd name="csY45" fmla="*/ 47665 h 362024"/>
              <a:gd name="csX46" fmla="*/ 212893 w 364335"/>
              <a:gd name="csY46" fmla="*/ 36256 h 362024"/>
              <a:gd name="csX47" fmla="*/ 215787 w 364335"/>
              <a:gd name="csY47" fmla="*/ 59322 h 362024"/>
              <a:gd name="csX48" fmla="*/ 202515 w 364335"/>
              <a:gd name="csY48" fmla="*/ 73785 h 362024"/>
              <a:gd name="csX49" fmla="*/ 193598 w 364335"/>
              <a:gd name="csY49" fmla="*/ 76402 h 362024"/>
              <a:gd name="csX50" fmla="*/ 196544 w 364335"/>
              <a:gd name="csY50" fmla="*/ 79629 h 362024"/>
              <a:gd name="csX51" fmla="*/ 200631 w 364335"/>
              <a:gd name="csY51" fmla="*/ 82161 h 362024"/>
              <a:gd name="csX52" fmla="*/ 183851 w 364335"/>
              <a:gd name="csY52" fmla="*/ 86694 h 362024"/>
              <a:gd name="csX53" fmla="*/ 179447 w 364335"/>
              <a:gd name="csY53" fmla="*/ 90600 h 362024"/>
              <a:gd name="csX54" fmla="*/ 177337 w 364335"/>
              <a:gd name="csY54" fmla="*/ 95117 h 362024"/>
              <a:gd name="csX55" fmla="*/ 175970 w 364335"/>
              <a:gd name="csY55" fmla="*/ 99847 h 362024"/>
              <a:gd name="csX56" fmla="*/ 172279 w 364335"/>
              <a:gd name="csY56" fmla="*/ 109275 h 362024"/>
              <a:gd name="csX57" fmla="*/ 162736 w 364335"/>
              <a:gd name="csY57" fmla="*/ 127778 h 362024"/>
              <a:gd name="csX58" fmla="*/ 154984 w 364335"/>
              <a:gd name="csY58" fmla="*/ 141584 h 362024"/>
              <a:gd name="csX59" fmla="*/ 157382 w 364335"/>
              <a:gd name="csY59" fmla="*/ 150820 h 362024"/>
              <a:gd name="csX60" fmla="*/ 166003 w 364335"/>
              <a:gd name="csY60" fmla="*/ 156522 h 362024"/>
              <a:gd name="csX61" fmla="*/ 178921 w 364335"/>
              <a:gd name="csY61" fmla="*/ 158229 h 362024"/>
              <a:gd name="csX62" fmla="*/ 200631 w 364335"/>
              <a:gd name="csY62" fmla="*/ 155851 h 362024"/>
              <a:gd name="csX63" fmla="*/ 253127 w 364335"/>
              <a:gd name="csY63" fmla="*/ 145110 h 362024"/>
              <a:gd name="csX64" fmla="*/ 260004 w 364335"/>
              <a:gd name="csY64" fmla="*/ 117060 h 362024"/>
              <a:gd name="csX65" fmla="*/ 261186 w 364335"/>
              <a:gd name="csY65" fmla="*/ 105023 h 362024"/>
              <a:gd name="csX66" fmla="*/ 280779 w 364335"/>
              <a:gd name="csY66" fmla="*/ 107831 h 362024"/>
              <a:gd name="csX67" fmla="*/ 316123 w 364335"/>
              <a:gd name="csY67" fmla="*/ 101238 h 362024"/>
              <a:gd name="csX68" fmla="*/ 332436 w 364335"/>
              <a:gd name="csY68" fmla="*/ 86525 h 362024"/>
              <a:gd name="csX69" fmla="*/ 340656 w 364335"/>
              <a:gd name="csY69" fmla="*/ 79224 h 362024"/>
              <a:gd name="csX70" fmla="*/ 348855 w 364335"/>
              <a:gd name="csY70" fmla="*/ 87171 h 362024"/>
              <a:gd name="csX71" fmla="*/ 361269 w 364335"/>
              <a:gd name="csY71" fmla="*/ 95117 h 362024"/>
              <a:gd name="csX72" fmla="*/ 363171 w 364335"/>
              <a:gd name="csY72" fmla="*/ 103178 h 362024"/>
              <a:gd name="csX73" fmla="*/ 356290 w 364335"/>
              <a:gd name="csY73" fmla="*/ 118022 h 362024"/>
              <a:gd name="csX74" fmla="*/ 352528 w 364335"/>
              <a:gd name="csY74" fmla="*/ 135380 h 362024"/>
              <a:gd name="csX75" fmla="*/ 345616 w 364335"/>
              <a:gd name="csY75" fmla="*/ 149152 h 362024"/>
              <a:gd name="csX76" fmla="*/ 336399 w 364335"/>
              <a:gd name="csY76" fmla="*/ 158318 h 362024"/>
              <a:gd name="csX77" fmla="*/ 325505 w 364335"/>
              <a:gd name="csY77" fmla="*/ 175523 h 362024"/>
              <a:gd name="csX78" fmla="*/ 315430 w 364335"/>
              <a:gd name="csY78" fmla="*/ 204352 h 362024"/>
              <a:gd name="csX79" fmla="*/ 313994 w 364335"/>
              <a:gd name="csY79" fmla="*/ 218773 h 362024"/>
              <a:gd name="csX80" fmla="*/ 296375 w 364335"/>
              <a:gd name="csY80" fmla="*/ 228175 h 362024"/>
              <a:gd name="csX81" fmla="*/ 265231 w 364335"/>
              <a:gd name="csY81" fmla="*/ 238311 h 362024"/>
              <a:gd name="csX82" fmla="*/ 244951 w 364335"/>
              <a:gd name="csY82" fmla="*/ 244768 h 362024"/>
              <a:gd name="csX83" fmla="*/ 219261 w 364335"/>
              <a:gd name="csY83" fmla="*/ 258588 h 362024"/>
              <a:gd name="csX84" fmla="*/ 224662 w 364335"/>
              <a:gd name="csY84" fmla="*/ 270643 h 362024"/>
              <a:gd name="csX85" fmla="*/ 242353 w 364335"/>
              <a:gd name="csY85" fmla="*/ 274944 h 362024"/>
              <a:gd name="csX86" fmla="*/ 251900 w 364335"/>
              <a:gd name="csY86" fmla="*/ 285801 h 362024"/>
              <a:gd name="csX87" fmla="*/ 252381 w 364335"/>
              <a:gd name="csY87" fmla="*/ 304719 h 362024"/>
              <a:gd name="csX88" fmla="*/ 261267 w 364335"/>
              <a:gd name="csY88" fmla="*/ 315608 h 362024"/>
              <a:gd name="csX89" fmla="*/ 268876 w 364335"/>
              <a:gd name="csY89" fmla="*/ 316858 h 362024"/>
              <a:gd name="csX90" fmla="*/ 252027 w 364335"/>
              <a:gd name="csY90" fmla="*/ 336142 h 362024"/>
              <a:gd name="csX91" fmla="*/ 230251 w 364335"/>
              <a:gd name="csY91" fmla="*/ 349333 h 362024"/>
              <a:gd name="csX92" fmla="*/ 209844 w 364335"/>
              <a:gd name="csY92" fmla="*/ 359530 h 362024"/>
              <a:gd name="csX93" fmla="*/ 194478 w 364335"/>
              <a:gd name="csY93" fmla="*/ 360594 h 362024"/>
              <a:gd name="csX94" fmla="*/ 185142 w 364335"/>
              <a:gd name="csY94" fmla="*/ 358570 h 362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364335" h="362024">
                <a:moveTo>
                  <a:pt x="185142" y="358570"/>
                </a:moveTo>
                <a:cubicBezTo>
                  <a:pt x="185142" y="356038"/>
                  <a:pt x="186257" y="348086"/>
                  <a:pt x="187621" y="340898"/>
                </a:cubicBezTo>
                <a:cubicBezTo>
                  <a:pt x="189559" y="330679"/>
                  <a:pt x="189267" y="326160"/>
                  <a:pt x="186283" y="320178"/>
                </a:cubicBezTo>
                <a:lnTo>
                  <a:pt x="182466" y="312528"/>
                </a:lnTo>
                <a:lnTo>
                  <a:pt x="160064" y="313164"/>
                </a:lnTo>
                <a:cubicBezTo>
                  <a:pt x="140617" y="313716"/>
                  <a:pt x="137363" y="314470"/>
                  <a:pt x="135394" y="318882"/>
                </a:cubicBezTo>
                <a:cubicBezTo>
                  <a:pt x="133601" y="322902"/>
                  <a:pt x="127800" y="324938"/>
                  <a:pt x="107653" y="328620"/>
                </a:cubicBezTo>
                <a:cubicBezTo>
                  <a:pt x="84116" y="332921"/>
                  <a:pt x="81860" y="332955"/>
                  <a:pt x="77975" y="329071"/>
                </a:cubicBezTo>
                <a:cubicBezTo>
                  <a:pt x="75663" y="326758"/>
                  <a:pt x="71954" y="324866"/>
                  <a:pt x="69734" y="324866"/>
                </a:cubicBezTo>
                <a:cubicBezTo>
                  <a:pt x="64790" y="324866"/>
                  <a:pt x="53564" y="313404"/>
                  <a:pt x="48325" y="303007"/>
                </a:cubicBezTo>
                <a:cubicBezTo>
                  <a:pt x="46195" y="298781"/>
                  <a:pt x="41633" y="293919"/>
                  <a:pt x="38186" y="292203"/>
                </a:cubicBezTo>
                <a:cubicBezTo>
                  <a:pt x="31831" y="289039"/>
                  <a:pt x="25350" y="279856"/>
                  <a:pt x="25184" y="273778"/>
                </a:cubicBezTo>
                <a:cubicBezTo>
                  <a:pt x="25085" y="270192"/>
                  <a:pt x="14730" y="254434"/>
                  <a:pt x="11540" y="253016"/>
                </a:cubicBezTo>
                <a:cubicBezTo>
                  <a:pt x="10475" y="252543"/>
                  <a:pt x="9603" y="249415"/>
                  <a:pt x="9603" y="246065"/>
                </a:cubicBezTo>
                <a:cubicBezTo>
                  <a:pt x="9603" y="242715"/>
                  <a:pt x="7116" y="235757"/>
                  <a:pt x="4075" y="230604"/>
                </a:cubicBezTo>
                <a:cubicBezTo>
                  <a:pt x="-1096" y="221839"/>
                  <a:pt x="-1174" y="220953"/>
                  <a:pt x="2870" y="216903"/>
                </a:cubicBezTo>
                <a:cubicBezTo>
                  <a:pt x="5247" y="214522"/>
                  <a:pt x="12551" y="211412"/>
                  <a:pt x="19099" y="209992"/>
                </a:cubicBezTo>
                <a:cubicBezTo>
                  <a:pt x="25650" y="208572"/>
                  <a:pt x="32288" y="205304"/>
                  <a:pt x="33857" y="202727"/>
                </a:cubicBezTo>
                <a:cubicBezTo>
                  <a:pt x="40254" y="192222"/>
                  <a:pt x="57879" y="175142"/>
                  <a:pt x="62323" y="175142"/>
                </a:cubicBezTo>
                <a:cubicBezTo>
                  <a:pt x="64938" y="175142"/>
                  <a:pt x="70972" y="172735"/>
                  <a:pt x="75732" y="169793"/>
                </a:cubicBezTo>
                <a:cubicBezTo>
                  <a:pt x="86563" y="163099"/>
                  <a:pt x="92402" y="164703"/>
                  <a:pt x="107485" y="178512"/>
                </a:cubicBezTo>
                <a:lnTo>
                  <a:pt x="118888" y="188952"/>
                </a:lnTo>
                <a:lnTo>
                  <a:pt x="122369" y="177011"/>
                </a:lnTo>
                <a:cubicBezTo>
                  <a:pt x="124284" y="170444"/>
                  <a:pt x="126994" y="164364"/>
                  <a:pt x="128391" y="163500"/>
                </a:cubicBezTo>
                <a:cubicBezTo>
                  <a:pt x="132170" y="161165"/>
                  <a:pt x="131464" y="152072"/>
                  <a:pt x="127169" y="147778"/>
                </a:cubicBezTo>
                <a:cubicBezTo>
                  <a:pt x="122214" y="142823"/>
                  <a:pt x="124785" y="135614"/>
                  <a:pt x="130389" y="138750"/>
                </a:cubicBezTo>
                <a:cubicBezTo>
                  <a:pt x="136409" y="142119"/>
                  <a:pt x="145744" y="136885"/>
                  <a:pt x="147714" y="129037"/>
                </a:cubicBezTo>
                <a:cubicBezTo>
                  <a:pt x="149051" y="123709"/>
                  <a:pt x="147940" y="121043"/>
                  <a:pt x="142395" y="116273"/>
                </a:cubicBezTo>
                <a:cubicBezTo>
                  <a:pt x="135828" y="110625"/>
                  <a:pt x="135571" y="109625"/>
                  <a:pt x="138322" y="100445"/>
                </a:cubicBezTo>
                <a:cubicBezTo>
                  <a:pt x="142194" y="87522"/>
                  <a:pt x="142531" y="88798"/>
                  <a:pt x="132219" y="77384"/>
                </a:cubicBezTo>
                <a:lnTo>
                  <a:pt x="123182" y="67380"/>
                </a:lnTo>
                <a:lnTo>
                  <a:pt x="127316" y="49072"/>
                </a:lnTo>
                <a:cubicBezTo>
                  <a:pt x="131667" y="29805"/>
                  <a:pt x="134422" y="26975"/>
                  <a:pt x="149002" y="26791"/>
                </a:cubicBezTo>
                <a:cubicBezTo>
                  <a:pt x="154177" y="26725"/>
                  <a:pt x="155624" y="25231"/>
                  <a:pt x="156308" y="19245"/>
                </a:cubicBezTo>
                <a:cubicBezTo>
                  <a:pt x="156776" y="15139"/>
                  <a:pt x="155736" y="10900"/>
                  <a:pt x="153995" y="9825"/>
                </a:cubicBezTo>
                <a:cubicBezTo>
                  <a:pt x="148346" y="6334"/>
                  <a:pt x="153520" y="-815"/>
                  <a:pt x="161050" y="76"/>
                </a:cubicBezTo>
                <a:cubicBezTo>
                  <a:pt x="168082" y="908"/>
                  <a:pt x="172982" y="7348"/>
                  <a:pt x="166583" y="7348"/>
                </a:cubicBezTo>
                <a:cubicBezTo>
                  <a:pt x="163388" y="7348"/>
                  <a:pt x="159114" y="19135"/>
                  <a:pt x="154998" y="39300"/>
                </a:cubicBezTo>
                <a:cubicBezTo>
                  <a:pt x="153853" y="44911"/>
                  <a:pt x="154355" y="46439"/>
                  <a:pt x="157050" y="45546"/>
                </a:cubicBezTo>
                <a:cubicBezTo>
                  <a:pt x="160851" y="44288"/>
                  <a:pt x="165520" y="36539"/>
                  <a:pt x="169737" y="24492"/>
                </a:cubicBezTo>
                <a:cubicBezTo>
                  <a:pt x="171898" y="18321"/>
                  <a:pt x="172952" y="17637"/>
                  <a:pt x="176182" y="20317"/>
                </a:cubicBezTo>
                <a:cubicBezTo>
                  <a:pt x="178636" y="22355"/>
                  <a:pt x="179182" y="24572"/>
                  <a:pt x="177678" y="26406"/>
                </a:cubicBezTo>
                <a:cubicBezTo>
                  <a:pt x="176378" y="27992"/>
                  <a:pt x="174502" y="35852"/>
                  <a:pt x="173510" y="43871"/>
                </a:cubicBezTo>
                <a:lnTo>
                  <a:pt x="171706" y="58451"/>
                </a:lnTo>
                <a:lnTo>
                  <a:pt x="179820" y="60233"/>
                </a:lnTo>
                <a:cubicBezTo>
                  <a:pt x="190172" y="62507"/>
                  <a:pt x="195468" y="58253"/>
                  <a:pt x="195468" y="47665"/>
                </a:cubicBezTo>
                <a:cubicBezTo>
                  <a:pt x="195468" y="37295"/>
                  <a:pt x="201609" y="33273"/>
                  <a:pt x="212893" y="36256"/>
                </a:cubicBezTo>
                <a:cubicBezTo>
                  <a:pt x="222809" y="38877"/>
                  <a:pt x="222920" y="39758"/>
                  <a:pt x="215787" y="59322"/>
                </a:cubicBezTo>
                <a:cubicBezTo>
                  <a:pt x="210635" y="73452"/>
                  <a:pt x="209804" y="74357"/>
                  <a:pt x="202515" y="73785"/>
                </a:cubicBezTo>
                <a:cubicBezTo>
                  <a:pt x="198132" y="73441"/>
                  <a:pt x="194241" y="74583"/>
                  <a:pt x="193598" y="76402"/>
                </a:cubicBezTo>
                <a:cubicBezTo>
                  <a:pt x="192970" y="78177"/>
                  <a:pt x="194295" y="79629"/>
                  <a:pt x="196544" y="79629"/>
                </a:cubicBezTo>
                <a:cubicBezTo>
                  <a:pt x="198791" y="79629"/>
                  <a:pt x="200631" y="80768"/>
                  <a:pt x="200631" y="82161"/>
                </a:cubicBezTo>
                <a:cubicBezTo>
                  <a:pt x="200631" y="85088"/>
                  <a:pt x="191380" y="87587"/>
                  <a:pt x="183851" y="86694"/>
                </a:cubicBezTo>
                <a:cubicBezTo>
                  <a:pt x="180197" y="86261"/>
                  <a:pt x="178910" y="87403"/>
                  <a:pt x="179447" y="90600"/>
                </a:cubicBezTo>
                <a:cubicBezTo>
                  <a:pt x="179864" y="93084"/>
                  <a:pt x="178915" y="95117"/>
                  <a:pt x="177337" y="95117"/>
                </a:cubicBezTo>
                <a:cubicBezTo>
                  <a:pt x="175731" y="95117"/>
                  <a:pt x="175129" y="97199"/>
                  <a:pt x="175970" y="99847"/>
                </a:cubicBezTo>
                <a:cubicBezTo>
                  <a:pt x="176899" y="102775"/>
                  <a:pt x="175493" y="106367"/>
                  <a:pt x="172279" y="109275"/>
                </a:cubicBezTo>
                <a:cubicBezTo>
                  <a:pt x="169424" y="111859"/>
                  <a:pt x="165130" y="120185"/>
                  <a:pt x="162736" y="127778"/>
                </a:cubicBezTo>
                <a:cubicBezTo>
                  <a:pt x="160343" y="135371"/>
                  <a:pt x="156854" y="141584"/>
                  <a:pt x="154984" y="141584"/>
                </a:cubicBezTo>
                <a:cubicBezTo>
                  <a:pt x="149300" y="141584"/>
                  <a:pt x="151188" y="148854"/>
                  <a:pt x="157382" y="150820"/>
                </a:cubicBezTo>
                <a:cubicBezTo>
                  <a:pt x="160571" y="151832"/>
                  <a:pt x="164451" y="154398"/>
                  <a:pt x="166003" y="156522"/>
                </a:cubicBezTo>
                <a:cubicBezTo>
                  <a:pt x="168191" y="159513"/>
                  <a:pt x="171101" y="159898"/>
                  <a:pt x="178921" y="158229"/>
                </a:cubicBezTo>
                <a:cubicBezTo>
                  <a:pt x="184472" y="157045"/>
                  <a:pt x="194242" y="155975"/>
                  <a:pt x="200631" y="155851"/>
                </a:cubicBezTo>
                <a:cubicBezTo>
                  <a:pt x="239506" y="155102"/>
                  <a:pt x="240586" y="154881"/>
                  <a:pt x="253127" y="145110"/>
                </a:cubicBezTo>
                <a:cubicBezTo>
                  <a:pt x="266671" y="134558"/>
                  <a:pt x="268972" y="125175"/>
                  <a:pt x="260004" y="117060"/>
                </a:cubicBezTo>
                <a:cubicBezTo>
                  <a:pt x="253254" y="110951"/>
                  <a:pt x="253492" y="108529"/>
                  <a:pt x="261186" y="105023"/>
                </a:cubicBezTo>
                <a:cubicBezTo>
                  <a:pt x="266361" y="102665"/>
                  <a:pt x="269974" y="103183"/>
                  <a:pt x="280779" y="107831"/>
                </a:cubicBezTo>
                <a:cubicBezTo>
                  <a:pt x="296129" y="114435"/>
                  <a:pt x="303140" y="113127"/>
                  <a:pt x="316123" y="101238"/>
                </a:cubicBezTo>
                <a:cubicBezTo>
                  <a:pt x="320574" y="97162"/>
                  <a:pt x="327915" y="90541"/>
                  <a:pt x="332436" y="86525"/>
                </a:cubicBezTo>
                <a:lnTo>
                  <a:pt x="340656" y="79224"/>
                </a:lnTo>
                <a:lnTo>
                  <a:pt x="348855" y="87171"/>
                </a:lnTo>
                <a:cubicBezTo>
                  <a:pt x="353365" y="91541"/>
                  <a:pt x="358951" y="95117"/>
                  <a:pt x="361269" y="95117"/>
                </a:cubicBezTo>
                <a:cubicBezTo>
                  <a:pt x="364761" y="95117"/>
                  <a:pt x="365087" y="96499"/>
                  <a:pt x="363171" y="103178"/>
                </a:cubicBezTo>
                <a:cubicBezTo>
                  <a:pt x="361900" y="107612"/>
                  <a:pt x="358803" y="114292"/>
                  <a:pt x="356290" y="118022"/>
                </a:cubicBezTo>
                <a:cubicBezTo>
                  <a:pt x="353286" y="122482"/>
                  <a:pt x="351997" y="128425"/>
                  <a:pt x="352528" y="135380"/>
                </a:cubicBezTo>
                <a:cubicBezTo>
                  <a:pt x="353262" y="145010"/>
                  <a:pt x="352644" y="146241"/>
                  <a:pt x="345616" y="149152"/>
                </a:cubicBezTo>
                <a:cubicBezTo>
                  <a:pt x="341239" y="150965"/>
                  <a:pt x="337248" y="154934"/>
                  <a:pt x="336399" y="158318"/>
                </a:cubicBezTo>
                <a:cubicBezTo>
                  <a:pt x="335575" y="161601"/>
                  <a:pt x="330673" y="169343"/>
                  <a:pt x="325505" y="175523"/>
                </a:cubicBezTo>
                <a:cubicBezTo>
                  <a:pt x="311850" y="191852"/>
                  <a:pt x="310247" y="196441"/>
                  <a:pt x="315430" y="204352"/>
                </a:cubicBezTo>
                <a:cubicBezTo>
                  <a:pt x="319567" y="210666"/>
                  <a:pt x="319502" y="211324"/>
                  <a:pt x="313994" y="218773"/>
                </a:cubicBezTo>
                <a:cubicBezTo>
                  <a:pt x="309522" y="224822"/>
                  <a:pt x="305556" y="226939"/>
                  <a:pt x="296375" y="228175"/>
                </a:cubicBezTo>
                <a:cubicBezTo>
                  <a:pt x="280209" y="230353"/>
                  <a:pt x="268738" y="234086"/>
                  <a:pt x="265231" y="238311"/>
                </a:cubicBezTo>
                <a:cubicBezTo>
                  <a:pt x="263619" y="240253"/>
                  <a:pt x="254493" y="243158"/>
                  <a:pt x="244951" y="244768"/>
                </a:cubicBezTo>
                <a:cubicBezTo>
                  <a:pt x="224827" y="248162"/>
                  <a:pt x="223542" y="248854"/>
                  <a:pt x="219261" y="258588"/>
                </a:cubicBezTo>
                <a:cubicBezTo>
                  <a:pt x="215450" y="267254"/>
                  <a:pt x="216976" y="270661"/>
                  <a:pt x="224662" y="270643"/>
                </a:cubicBezTo>
                <a:cubicBezTo>
                  <a:pt x="227772" y="270636"/>
                  <a:pt x="235733" y="272571"/>
                  <a:pt x="242353" y="274944"/>
                </a:cubicBezTo>
                <a:cubicBezTo>
                  <a:pt x="253677" y="279002"/>
                  <a:pt x="254241" y="279644"/>
                  <a:pt x="251900" y="285801"/>
                </a:cubicBezTo>
                <a:cubicBezTo>
                  <a:pt x="250237" y="290175"/>
                  <a:pt x="250396" y="296447"/>
                  <a:pt x="252381" y="304719"/>
                </a:cubicBezTo>
                <a:cubicBezTo>
                  <a:pt x="255038" y="315794"/>
                  <a:pt x="255971" y="316937"/>
                  <a:pt x="261267" y="315608"/>
                </a:cubicBezTo>
                <a:cubicBezTo>
                  <a:pt x="264522" y="314791"/>
                  <a:pt x="267946" y="315353"/>
                  <a:pt x="268876" y="316858"/>
                </a:cubicBezTo>
                <a:cubicBezTo>
                  <a:pt x="271618" y="321295"/>
                  <a:pt x="260047" y="334538"/>
                  <a:pt x="252027" y="336142"/>
                </a:cubicBezTo>
                <a:cubicBezTo>
                  <a:pt x="247958" y="336956"/>
                  <a:pt x="238159" y="342892"/>
                  <a:pt x="230251" y="349333"/>
                </a:cubicBezTo>
                <a:cubicBezTo>
                  <a:pt x="219279" y="358270"/>
                  <a:pt x="214445" y="360685"/>
                  <a:pt x="209844" y="359530"/>
                </a:cubicBezTo>
                <a:cubicBezTo>
                  <a:pt x="206527" y="358698"/>
                  <a:pt x="199613" y="359176"/>
                  <a:pt x="194478" y="360594"/>
                </a:cubicBezTo>
                <a:cubicBezTo>
                  <a:pt x="186278" y="362858"/>
                  <a:pt x="185142" y="362612"/>
                  <a:pt x="185142" y="358570"/>
                </a:cubicBezTo>
                <a:close/>
              </a:path>
            </a:pathLst>
          </a:custGeom>
          <a:solidFill>
            <a:srgbClr val="B9B9B9"/>
          </a:solidFill>
          <a:ln w="5163" cap="flat">
            <a:noFill/>
            <a:prstDash val="solid"/>
            <a:miter/>
          </a:ln>
        </p:spPr>
        <p:txBody>
          <a:bodyPr/>
          <a:lstStyle/>
          <a:p>
            <a:endParaRPr lang="es-419" noProof="0" dirty="0"/>
          </a:p>
        </p:txBody>
      </p:sp>
      <p:sp>
        <p:nvSpPr>
          <p:cNvPr id="46" name="Forma libre: forma 45">
            <a:extLst>
              <a:ext uri="{FF2B5EF4-FFF2-40B4-BE49-F238E27FC236}">
                <a16:creationId xmlns:a16="http://schemas.microsoft.com/office/drawing/2014/main" id="{4EDEF9B4-ACD4-CF21-7F31-1F82FB5000FB}"/>
              </a:ext>
            </a:extLst>
          </p:cNvPr>
          <p:cNvSpPr/>
          <p:nvPr/>
        </p:nvSpPr>
        <p:spPr>
          <a:xfrm>
            <a:off x="1331227" y="2128697"/>
            <a:ext cx="198884" cy="167193"/>
          </a:xfrm>
          <a:custGeom>
            <a:avLst/>
            <a:gdLst>
              <a:gd name="csX0" fmla="*/ 102761 w 198884"/>
              <a:gd name="csY0" fmla="*/ 161938 h 167193"/>
              <a:gd name="csX1" fmla="*/ 88269 w 198884"/>
              <a:gd name="csY1" fmla="*/ 157454 h 167193"/>
              <a:gd name="csX2" fmla="*/ 69481 w 198884"/>
              <a:gd name="csY2" fmla="*/ 161146 h 167193"/>
              <a:gd name="csX3" fmla="*/ 60039 w 198884"/>
              <a:gd name="csY3" fmla="*/ 160242 h 167193"/>
              <a:gd name="csX4" fmla="*/ 55236 w 198884"/>
              <a:gd name="csY4" fmla="*/ 148107 h 167193"/>
              <a:gd name="csX5" fmla="*/ 50480 w 198884"/>
              <a:gd name="csY5" fmla="*/ 138608 h 167193"/>
              <a:gd name="csX6" fmla="*/ 28907 w 198884"/>
              <a:gd name="csY6" fmla="*/ 140363 h 167193"/>
              <a:gd name="csX7" fmla="*/ 11289 w 198884"/>
              <a:gd name="csY7" fmla="*/ 137781 h 167193"/>
              <a:gd name="csX8" fmla="*/ 6827 w 198884"/>
              <a:gd name="csY8" fmla="*/ 131288 h 167193"/>
              <a:gd name="csX9" fmla="*/ 1775 w 198884"/>
              <a:gd name="csY9" fmla="*/ 129012 h 167193"/>
              <a:gd name="csX10" fmla="*/ 4158 w 198884"/>
              <a:gd name="csY10" fmla="*/ 118778 h 167193"/>
              <a:gd name="csX11" fmla="*/ 5752 w 198884"/>
              <a:gd name="csY11" fmla="*/ 106007 h 167193"/>
              <a:gd name="csX12" fmla="*/ 11789 w 198884"/>
              <a:gd name="csY12" fmla="*/ 81269 h 167193"/>
              <a:gd name="csX13" fmla="*/ 23630 w 198884"/>
              <a:gd name="csY13" fmla="*/ 62821 h 167193"/>
              <a:gd name="csX14" fmla="*/ 32410 w 198884"/>
              <a:gd name="csY14" fmla="*/ 53884 h 167193"/>
              <a:gd name="csX15" fmla="*/ 41084 w 198884"/>
              <a:gd name="csY15" fmla="*/ 33929 h 167193"/>
              <a:gd name="csX16" fmla="*/ 44790 w 198884"/>
              <a:gd name="csY16" fmla="*/ 21065 h 167193"/>
              <a:gd name="csX17" fmla="*/ 50866 w 198884"/>
              <a:gd name="csY17" fmla="*/ 7384 h 167193"/>
              <a:gd name="csX18" fmla="*/ 69085 w 198884"/>
              <a:gd name="csY18" fmla="*/ 3371 h 167193"/>
              <a:gd name="csX19" fmla="*/ 83968 w 198884"/>
              <a:gd name="csY19" fmla="*/ 7430 h 167193"/>
              <a:gd name="csX20" fmla="*/ 103250 w 198884"/>
              <a:gd name="csY20" fmla="*/ 16788 h 167193"/>
              <a:gd name="csX21" fmla="*/ 120904 w 198884"/>
              <a:gd name="csY21" fmla="*/ 28277 h 167193"/>
              <a:gd name="csX22" fmla="*/ 134887 w 198884"/>
              <a:gd name="csY22" fmla="*/ 23438 h 167193"/>
              <a:gd name="csX23" fmla="*/ 159058 w 198884"/>
              <a:gd name="csY23" fmla="*/ 20032 h 167193"/>
              <a:gd name="csX24" fmla="*/ 176483 w 198884"/>
              <a:gd name="csY24" fmla="*/ 28515 h 167193"/>
              <a:gd name="csX25" fmla="*/ 192460 w 198884"/>
              <a:gd name="csY25" fmla="*/ 37014 h 167193"/>
              <a:gd name="csX26" fmla="*/ 196332 w 198884"/>
              <a:gd name="csY26" fmla="*/ 44480 h 167193"/>
              <a:gd name="csX27" fmla="*/ 196153 w 198884"/>
              <a:gd name="csY27" fmla="*/ 52404 h 167193"/>
              <a:gd name="csX28" fmla="*/ 187288 w 198884"/>
              <a:gd name="csY28" fmla="*/ 53879 h 167193"/>
              <a:gd name="csX29" fmla="*/ 174390 w 198884"/>
              <a:gd name="csY29" fmla="*/ 56149 h 167193"/>
              <a:gd name="csX30" fmla="*/ 170518 w 198884"/>
              <a:gd name="csY30" fmla="*/ 64210 h 167193"/>
              <a:gd name="csX31" fmla="*/ 166645 w 198884"/>
              <a:gd name="csY31" fmla="*/ 72206 h 167193"/>
              <a:gd name="csX32" fmla="*/ 158901 w 198884"/>
              <a:gd name="csY32" fmla="*/ 75439 h 167193"/>
              <a:gd name="csX33" fmla="*/ 151157 w 198884"/>
              <a:gd name="csY33" fmla="*/ 76992 h 167193"/>
              <a:gd name="csX34" fmla="*/ 142182 w 198884"/>
              <a:gd name="csY34" fmla="*/ 79321 h 167193"/>
              <a:gd name="csX35" fmla="*/ 127056 w 198884"/>
              <a:gd name="csY35" fmla="*/ 97769 h 167193"/>
              <a:gd name="csX36" fmla="*/ 130544 w 198884"/>
              <a:gd name="csY36" fmla="*/ 109385 h 167193"/>
              <a:gd name="csX37" fmla="*/ 134269 w 198884"/>
              <a:gd name="csY37" fmla="*/ 120288 h 167193"/>
              <a:gd name="csX38" fmla="*/ 148765 w 198884"/>
              <a:gd name="csY38" fmla="*/ 140043 h 167193"/>
              <a:gd name="csX39" fmla="*/ 155377 w 198884"/>
              <a:gd name="csY39" fmla="*/ 157142 h 167193"/>
              <a:gd name="csX40" fmla="*/ 143045 w 198884"/>
              <a:gd name="csY40" fmla="*/ 162040 h 167193"/>
              <a:gd name="csX41" fmla="*/ 102761 w 198884"/>
              <a:gd name="csY41" fmla="*/ 161938 h 167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Lst>
            <a:rect l="l" t="t" r="r" b="b"/>
            <a:pathLst>
              <a:path w="198884" h="167193">
                <a:moveTo>
                  <a:pt x="102761" y="161938"/>
                </a:moveTo>
                <a:cubicBezTo>
                  <a:pt x="101767" y="158136"/>
                  <a:pt x="99022" y="157287"/>
                  <a:pt x="88269" y="157454"/>
                </a:cubicBezTo>
                <a:cubicBezTo>
                  <a:pt x="80973" y="157567"/>
                  <a:pt x="72518" y="159228"/>
                  <a:pt x="69481" y="161146"/>
                </a:cubicBezTo>
                <a:cubicBezTo>
                  <a:pt x="64710" y="164157"/>
                  <a:pt x="63423" y="164033"/>
                  <a:pt x="60039" y="160242"/>
                </a:cubicBezTo>
                <a:cubicBezTo>
                  <a:pt x="57884" y="157827"/>
                  <a:pt x="55723" y="152366"/>
                  <a:pt x="55236" y="148107"/>
                </a:cubicBezTo>
                <a:cubicBezTo>
                  <a:pt x="54750" y="143848"/>
                  <a:pt x="52610" y="139573"/>
                  <a:pt x="50480" y="138608"/>
                </a:cubicBezTo>
                <a:cubicBezTo>
                  <a:pt x="43634" y="135506"/>
                  <a:pt x="32890" y="136379"/>
                  <a:pt x="28907" y="140363"/>
                </a:cubicBezTo>
                <a:cubicBezTo>
                  <a:pt x="22942" y="146328"/>
                  <a:pt x="14628" y="145109"/>
                  <a:pt x="11289" y="137781"/>
                </a:cubicBezTo>
                <a:cubicBezTo>
                  <a:pt x="9671" y="134232"/>
                  <a:pt x="7664" y="131310"/>
                  <a:pt x="6827" y="131288"/>
                </a:cubicBezTo>
                <a:cubicBezTo>
                  <a:pt x="5990" y="131266"/>
                  <a:pt x="3716" y="130242"/>
                  <a:pt x="1775" y="129012"/>
                </a:cubicBezTo>
                <a:cubicBezTo>
                  <a:pt x="-1083" y="127202"/>
                  <a:pt x="-629" y="125253"/>
                  <a:pt x="4158" y="118778"/>
                </a:cubicBezTo>
                <a:cubicBezTo>
                  <a:pt x="9713" y="111264"/>
                  <a:pt x="9810" y="110491"/>
                  <a:pt x="5752" y="106007"/>
                </a:cubicBezTo>
                <a:cubicBezTo>
                  <a:pt x="-610" y="98977"/>
                  <a:pt x="325" y="95142"/>
                  <a:pt x="11789" y="81269"/>
                </a:cubicBezTo>
                <a:cubicBezTo>
                  <a:pt x="17485" y="74376"/>
                  <a:pt x="22814" y="66074"/>
                  <a:pt x="23630" y="62821"/>
                </a:cubicBezTo>
                <a:cubicBezTo>
                  <a:pt x="24447" y="59568"/>
                  <a:pt x="28398" y="55546"/>
                  <a:pt x="32410" y="53884"/>
                </a:cubicBezTo>
                <a:cubicBezTo>
                  <a:pt x="40181" y="50665"/>
                  <a:pt x="43478" y="43081"/>
                  <a:pt x="41084" y="33929"/>
                </a:cubicBezTo>
                <a:cubicBezTo>
                  <a:pt x="40186" y="30493"/>
                  <a:pt x="41619" y="25519"/>
                  <a:pt x="44790" y="21065"/>
                </a:cubicBezTo>
                <a:cubicBezTo>
                  <a:pt x="47634" y="17072"/>
                  <a:pt x="50368" y="10915"/>
                  <a:pt x="50866" y="7384"/>
                </a:cubicBezTo>
                <a:cubicBezTo>
                  <a:pt x="51978" y="-503"/>
                  <a:pt x="60785" y="-2442"/>
                  <a:pt x="69085" y="3371"/>
                </a:cubicBezTo>
                <a:cubicBezTo>
                  <a:pt x="72262" y="5597"/>
                  <a:pt x="78960" y="7424"/>
                  <a:pt x="83968" y="7430"/>
                </a:cubicBezTo>
                <a:cubicBezTo>
                  <a:pt x="90827" y="7440"/>
                  <a:pt x="95585" y="9748"/>
                  <a:pt x="103250" y="16788"/>
                </a:cubicBezTo>
                <a:cubicBezTo>
                  <a:pt x="108847" y="21927"/>
                  <a:pt x="116791" y="27098"/>
                  <a:pt x="120904" y="28277"/>
                </a:cubicBezTo>
                <a:cubicBezTo>
                  <a:pt x="127215" y="30087"/>
                  <a:pt x="129398" y="29332"/>
                  <a:pt x="134887" y="23438"/>
                </a:cubicBezTo>
                <a:cubicBezTo>
                  <a:pt x="142030" y="15767"/>
                  <a:pt x="156507" y="13727"/>
                  <a:pt x="159058" y="20032"/>
                </a:cubicBezTo>
                <a:cubicBezTo>
                  <a:pt x="159855" y="22000"/>
                  <a:pt x="167696" y="25818"/>
                  <a:pt x="176483" y="28515"/>
                </a:cubicBezTo>
                <a:cubicBezTo>
                  <a:pt x="186066" y="31457"/>
                  <a:pt x="192460" y="34858"/>
                  <a:pt x="192460" y="37014"/>
                </a:cubicBezTo>
                <a:cubicBezTo>
                  <a:pt x="192460" y="38991"/>
                  <a:pt x="194203" y="42351"/>
                  <a:pt x="196332" y="44480"/>
                </a:cubicBezTo>
                <a:cubicBezTo>
                  <a:pt x="199774" y="47922"/>
                  <a:pt x="199754" y="48803"/>
                  <a:pt x="196153" y="52404"/>
                </a:cubicBezTo>
                <a:cubicBezTo>
                  <a:pt x="193159" y="55398"/>
                  <a:pt x="190845" y="55783"/>
                  <a:pt x="187288" y="53879"/>
                </a:cubicBezTo>
                <a:cubicBezTo>
                  <a:pt x="179800" y="49872"/>
                  <a:pt x="174390" y="50824"/>
                  <a:pt x="174390" y="56149"/>
                </a:cubicBezTo>
                <a:cubicBezTo>
                  <a:pt x="174390" y="58815"/>
                  <a:pt x="172647" y="62442"/>
                  <a:pt x="170518" y="64210"/>
                </a:cubicBezTo>
                <a:cubicBezTo>
                  <a:pt x="168388" y="65977"/>
                  <a:pt x="166645" y="69575"/>
                  <a:pt x="166645" y="72206"/>
                </a:cubicBezTo>
                <a:cubicBezTo>
                  <a:pt x="166645" y="76143"/>
                  <a:pt x="165276" y="76714"/>
                  <a:pt x="158901" y="75439"/>
                </a:cubicBezTo>
                <a:cubicBezTo>
                  <a:pt x="153734" y="74406"/>
                  <a:pt x="151157" y="74922"/>
                  <a:pt x="151157" y="76992"/>
                </a:cubicBezTo>
                <a:cubicBezTo>
                  <a:pt x="151157" y="78961"/>
                  <a:pt x="147877" y="79812"/>
                  <a:pt x="142182" y="79321"/>
                </a:cubicBezTo>
                <a:cubicBezTo>
                  <a:pt x="130428" y="78308"/>
                  <a:pt x="124889" y="85064"/>
                  <a:pt x="127056" y="97769"/>
                </a:cubicBezTo>
                <a:cubicBezTo>
                  <a:pt x="127904" y="102738"/>
                  <a:pt x="129473" y="107965"/>
                  <a:pt x="130544" y="109385"/>
                </a:cubicBezTo>
                <a:cubicBezTo>
                  <a:pt x="131614" y="110805"/>
                  <a:pt x="133291" y="115711"/>
                  <a:pt x="134269" y="120288"/>
                </a:cubicBezTo>
                <a:cubicBezTo>
                  <a:pt x="135415" y="125645"/>
                  <a:pt x="140578" y="132682"/>
                  <a:pt x="148765" y="140043"/>
                </a:cubicBezTo>
                <a:cubicBezTo>
                  <a:pt x="162833" y="152691"/>
                  <a:pt x="164554" y="157142"/>
                  <a:pt x="155377" y="157142"/>
                </a:cubicBezTo>
                <a:cubicBezTo>
                  <a:pt x="152019" y="157142"/>
                  <a:pt x="146470" y="159346"/>
                  <a:pt x="143045" y="162040"/>
                </a:cubicBezTo>
                <a:cubicBezTo>
                  <a:pt x="134241" y="168966"/>
                  <a:pt x="104579" y="168891"/>
                  <a:pt x="102761" y="161938"/>
                </a:cubicBezTo>
                <a:close/>
              </a:path>
            </a:pathLst>
          </a:custGeom>
          <a:solidFill>
            <a:srgbClr val="B9B9B9"/>
          </a:solidFill>
          <a:ln w="5163" cap="flat">
            <a:noFill/>
            <a:prstDash val="solid"/>
            <a:miter/>
          </a:ln>
        </p:spPr>
        <p:txBody>
          <a:bodyPr/>
          <a:lstStyle/>
          <a:p>
            <a:endParaRPr lang="es-419" noProof="0" dirty="0"/>
          </a:p>
        </p:txBody>
      </p:sp>
      <p:sp>
        <p:nvSpPr>
          <p:cNvPr id="47" name="Forma libre: forma 46">
            <a:extLst>
              <a:ext uri="{FF2B5EF4-FFF2-40B4-BE49-F238E27FC236}">
                <a16:creationId xmlns:a16="http://schemas.microsoft.com/office/drawing/2014/main" id="{9FAC8C3A-7E22-C633-FE6F-0369E586E40E}"/>
              </a:ext>
            </a:extLst>
          </p:cNvPr>
          <p:cNvSpPr/>
          <p:nvPr/>
        </p:nvSpPr>
        <p:spPr>
          <a:xfrm>
            <a:off x="1461542" y="2144566"/>
            <a:ext cx="129500" cy="144710"/>
          </a:xfrm>
          <a:custGeom>
            <a:avLst/>
            <a:gdLst>
              <a:gd name="csX0" fmla="*/ 39451 w 129500"/>
              <a:gd name="csY0" fmla="*/ 143362 h 144710"/>
              <a:gd name="csX1" fmla="*/ 36297 w 129500"/>
              <a:gd name="csY1" fmla="*/ 137530 h 144710"/>
              <a:gd name="csX2" fmla="*/ 22310 w 129500"/>
              <a:gd name="csY2" fmla="*/ 122582 h 144710"/>
              <a:gd name="csX3" fmla="*/ 6555 w 129500"/>
              <a:gd name="csY3" fmla="*/ 101930 h 144710"/>
              <a:gd name="csX4" fmla="*/ 2723 w 129500"/>
              <a:gd name="csY4" fmla="*/ 90935 h 144710"/>
              <a:gd name="csX5" fmla="*/ 1214 w 129500"/>
              <a:gd name="csY5" fmla="*/ 71343 h 144710"/>
              <a:gd name="csX6" fmla="*/ 12550 w 129500"/>
              <a:gd name="csY6" fmla="*/ 66880 h 144710"/>
              <a:gd name="csX7" fmla="*/ 22940 w 129500"/>
              <a:gd name="csY7" fmla="*/ 63986 h 144710"/>
              <a:gd name="csX8" fmla="*/ 31348 w 129500"/>
              <a:gd name="csY8" fmla="*/ 62963 h 144710"/>
              <a:gd name="csX9" fmla="*/ 38911 w 129500"/>
              <a:gd name="csY9" fmla="*/ 59306 h 144710"/>
              <a:gd name="csX10" fmla="*/ 42783 w 129500"/>
              <a:gd name="csY10" fmla="*/ 50923 h 144710"/>
              <a:gd name="csX11" fmla="*/ 46656 w 129500"/>
              <a:gd name="csY11" fmla="*/ 42586 h 144710"/>
              <a:gd name="csX12" fmla="*/ 51173 w 129500"/>
              <a:gd name="csY12" fmla="*/ 39323 h 144710"/>
              <a:gd name="csX13" fmla="*/ 69566 w 129500"/>
              <a:gd name="csY13" fmla="*/ 37767 h 144710"/>
              <a:gd name="csX14" fmla="*/ 69872 w 129500"/>
              <a:gd name="csY14" fmla="*/ 27120 h 144710"/>
              <a:gd name="csX15" fmla="*/ 67231 w 129500"/>
              <a:gd name="csY15" fmla="*/ 13692 h 144710"/>
              <a:gd name="csX16" fmla="*/ 69736 w 129500"/>
              <a:gd name="csY16" fmla="*/ 7102 h 144710"/>
              <a:gd name="csX17" fmla="*/ 81814 w 129500"/>
              <a:gd name="csY17" fmla="*/ 13524 h 144710"/>
              <a:gd name="csX18" fmla="*/ 100866 w 129500"/>
              <a:gd name="csY18" fmla="*/ 15068 h 144710"/>
              <a:gd name="csX19" fmla="*/ 113355 w 129500"/>
              <a:gd name="csY19" fmla="*/ 326 h 144710"/>
              <a:gd name="csX20" fmla="*/ 116355 w 129500"/>
              <a:gd name="csY20" fmla="*/ 6085 h 144710"/>
              <a:gd name="csX21" fmla="*/ 122928 w 129500"/>
              <a:gd name="csY21" fmla="*/ 21207 h 144710"/>
              <a:gd name="csX22" fmla="*/ 129501 w 129500"/>
              <a:gd name="csY22" fmla="*/ 32422 h 144710"/>
              <a:gd name="csX23" fmla="*/ 122289 w 129500"/>
              <a:gd name="csY23" fmla="*/ 39110 h 144710"/>
              <a:gd name="csX24" fmla="*/ 114210 w 129500"/>
              <a:gd name="csY24" fmla="*/ 43197 h 144710"/>
              <a:gd name="csX25" fmla="*/ 100996 w 129500"/>
              <a:gd name="csY25" fmla="*/ 50277 h 144710"/>
              <a:gd name="csX26" fmla="*/ 91480 w 129500"/>
              <a:gd name="csY26" fmla="*/ 69527 h 144710"/>
              <a:gd name="csX27" fmla="*/ 86825 w 129500"/>
              <a:gd name="csY27" fmla="*/ 82667 h 144710"/>
              <a:gd name="csX28" fmla="*/ 75170 w 129500"/>
              <a:gd name="csY28" fmla="*/ 92424 h 144710"/>
              <a:gd name="csX29" fmla="*/ 62144 w 129500"/>
              <a:gd name="csY29" fmla="*/ 108405 h 144710"/>
              <a:gd name="csX30" fmla="*/ 58272 w 129500"/>
              <a:gd name="csY30" fmla="*/ 119688 h 144710"/>
              <a:gd name="csX31" fmla="*/ 54400 w 129500"/>
              <a:gd name="csY31" fmla="*/ 127352 h 144710"/>
              <a:gd name="csX32" fmla="*/ 52416 w 129500"/>
              <a:gd name="csY32" fmla="*/ 133529 h 144710"/>
              <a:gd name="csX33" fmla="*/ 46503 w 129500"/>
              <a:gd name="csY33" fmla="*/ 140006 h 144710"/>
              <a:gd name="csX34" fmla="*/ 39451 w 129500"/>
              <a:gd name="csY34" fmla="*/ 143362 h 1447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129500" h="144710">
                <a:moveTo>
                  <a:pt x="39451" y="143362"/>
                </a:moveTo>
                <a:cubicBezTo>
                  <a:pt x="37734" y="141645"/>
                  <a:pt x="36315" y="139021"/>
                  <a:pt x="36297" y="137530"/>
                </a:cubicBezTo>
                <a:cubicBezTo>
                  <a:pt x="36279" y="136040"/>
                  <a:pt x="29985" y="129313"/>
                  <a:pt x="22310" y="122582"/>
                </a:cubicBezTo>
                <a:cubicBezTo>
                  <a:pt x="12868" y="114302"/>
                  <a:pt x="7773" y="107623"/>
                  <a:pt x="6555" y="101930"/>
                </a:cubicBezTo>
                <a:cubicBezTo>
                  <a:pt x="5566" y="97303"/>
                  <a:pt x="3842" y="92355"/>
                  <a:pt x="2723" y="90935"/>
                </a:cubicBezTo>
                <a:cubicBezTo>
                  <a:pt x="-91" y="87360"/>
                  <a:pt x="-945" y="76286"/>
                  <a:pt x="1214" y="71343"/>
                </a:cubicBezTo>
                <a:cubicBezTo>
                  <a:pt x="2338" y="68767"/>
                  <a:pt x="6560" y="67105"/>
                  <a:pt x="12550" y="66880"/>
                </a:cubicBezTo>
                <a:cubicBezTo>
                  <a:pt x="17800" y="66683"/>
                  <a:pt x="22476" y="65380"/>
                  <a:pt x="22940" y="63986"/>
                </a:cubicBezTo>
                <a:cubicBezTo>
                  <a:pt x="23405" y="62591"/>
                  <a:pt x="27189" y="62131"/>
                  <a:pt x="31348" y="62963"/>
                </a:cubicBezTo>
                <a:cubicBezTo>
                  <a:pt x="37697" y="64232"/>
                  <a:pt x="38911" y="63645"/>
                  <a:pt x="38911" y="59306"/>
                </a:cubicBezTo>
                <a:cubicBezTo>
                  <a:pt x="38911" y="56463"/>
                  <a:pt x="40654" y="52690"/>
                  <a:pt x="42783" y="50923"/>
                </a:cubicBezTo>
                <a:cubicBezTo>
                  <a:pt x="44913" y="49155"/>
                  <a:pt x="46656" y="45404"/>
                  <a:pt x="46656" y="42586"/>
                </a:cubicBezTo>
                <a:cubicBezTo>
                  <a:pt x="46656" y="38720"/>
                  <a:pt x="47764" y="37919"/>
                  <a:pt x="51173" y="39323"/>
                </a:cubicBezTo>
                <a:cubicBezTo>
                  <a:pt x="61512" y="43579"/>
                  <a:pt x="64377" y="43337"/>
                  <a:pt x="69566" y="37767"/>
                </a:cubicBezTo>
                <a:cubicBezTo>
                  <a:pt x="75009" y="31925"/>
                  <a:pt x="75010" y="31906"/>
                  <a:pt x="69872" y="27120"/>
                </a:cubicBezTo>
                <a:cubicBezTo>
                  <a:pt x="63882" y="21540"/>
                  <a:pt x="64007" y="22172"/>
                  <a:pt x="67231" y="13692"/>
                </a:cubicBezTo>
                <a:lnTo>
                  <a:pt x="69736" y="7102"/>
                </a:lnTo>
                <a:lnTo>
                  <a:pt x="81814" y="13524"/>
                </a:lnTo>
                <a:cubicBezTo>
                  <a:pt x="96277" y="21214"/>
                  <a:pt x="100866" y="21586"/>
                  <a:pt x="100866" y="15068"/>
                </a:cubicBezTo>
                <a:cubicBezTo>
                  <a:pt x="100866" y="8386"/>
                  <a:pt x="109640" y="-1970"/>
                  <a:pt x="113355" y="326"/>
                </a:cubicBezTo>
                <a:cubicBezTo>
                  <a:pt x="115005" y="1346"/>
                  <a:pt x="116355" y="3937"/>
                  <a:pt x="116355" y="6085"/>
                </a:cubicBezTo>
                <a:cubicBezTo>
                  <a:pt x="116355" y="8233"/>
                  <a:pt x="119313" y="15038"/>
                  <a:pt x="122928" y="21207"/>
                </a:cubicBezTo>
                <a:lnTo>
                  <a:pt x="129501" y="32422"/>
                </a:lnTo>
                <a:lnTo>
                  <a:pt x="122289" y="39110"/>
                </a:lnTo>
                <a:cubicBezTo>
                  <a:pt x="118322" y="42788"/>
                  <a:pt x="114687" y="44627"/>
                  <a:pt x="114210" y="43197"/>
                </a:cubicBezTo>
                <a:cubicBezTo>
                  <a:pt x="112111" y="36901"/>
                  <a:pt x="104310" y="41081"/>
                  <a:pt x="100996" y="50277"/>
                </a:cubicBezTo>
                <a:cubicBezTo>
                  <a:pt x="99077" y="55602"/>
                  <a:pt x="94795" y="64264"/>
                  <a:pt x="91480" y="69527"/>
                </a:cubicBezTo>
                <a:cubicBezTo>
                  <a:pt x="88166" y="74789"/>
                  <a:pt x="86071" y="80703"/>
                  <a:pt x="86825" y="82667"/>
                </a:cubicBezTo>
                <a:cubicBezTo>
                  <a:pt x="87734" y="85037"/>
                  <a:pt x="83812" y="88321"/>
                  <a:pt x="75170" y="92424"/>
                </a:cubicBezTo>
                <a:cubicBezTo>
                  <a:pt x="62898" y="98250"/>
                  <a:pt x="62144" y="99174"/>
                  <a:pt x="62144" y="108405"/>
                </a:cubicBezTo>
                <a:cubicBezTo>
                  <a:pt x="62144" y="114732"/>
                  <a:pt x="60773" y="118729"/>
                  <a:pt x="58272" y="119688"/>
                </a:cubicBezTo>
                <a:cubicBezTo>
                  <a:pt x="56143" y="120506"/>
                  <a:pt x="54400" y="123954"/>
                  <a:pt x="54400" y="127352"/>
                </a:cubicBezTo>
                <a:cubicBezTo>
                  <a:pt x="54400" y="130749"/>
                  <a:pt x="53507" y="133529"/>
                  <a:pt x="52416" y="133529"/>
                </a:cubicBezTo>
                <a:cubicBezTo>
                  <a:pt x="51325" y="133529"/>
                  <a:pt x="48664" y="136444"/>
                  <a:pt x="46503" y="140006"/>
                </a:cubicBezTo>
                <a:cubicBezTo>
                  <a:pt x="43429" y="145071"/>
                  <a:pt x="41892" y="145803"/>
                  <a:pt x="39451" y="143362"/>
                </a:cubicBezTo>
                <a:close/>
              </a:path>
            </a:pathLst>
          </a:custGeom>
          <a:solidFill>
            <a:srgbClr val="B9B9B9"/>
          </a:solidFill>
          <a:ln w="5163" cap="flat">
            <a:noFill/>
            <a:prstDash val="solid"/>
            <a:miter/>
          </a:ln>
        </p:spPr>
        <p:txBody>
          <a:bodyPr/>
          <a:lstStyle/>
          <a:p>
            <a:endParaRPr lang="es-419" noProof="0" dirty="0"/>
          </a:p>
        </p:txBody>
      </p:sp>
      <p:sp>
        <p:nvSpPr>
          <p:cNvPr id="48" name="Forma libre: forma 47">
            <a:extLst>
              <a:ext uri="{FF2B5EF4-FFF2-40B4-BE49-F238E27FC236}">
                <a16:creationId xmlns:a16="http://schemas.microsoft.com/office/drawing/2014/main" id="{0F082CC6-7163-CDF8-0E32-6ED13AE02D21}"/>
              </a:ext>
            </a:extLst>
          </p:cNvPr>
          <p:cNvSpPr/>
          <p:nvPr/>
        </p:nvSpPr>
        <p:spPr>
          <a:xfrm>
            <a:off x="2333829" y="2099494"/>
            <a:ext cx="245950" cy="186219"/>
          </a:xfrm>
          <a:custGeom>
            <a:avLst/>
            <a:gdLst>
              <a:gd name="csX0" fmla="*/ 63193 w 245950"/>
              <a:gd name="csY0" fmla="*/ 151536 h 186219"/>
              <a:gd name="csX1" fmla="*/ 28715 w 245950"/>
              <a:gd name="csY1" fmla="*/ 120621 h 186219"/>
              <a:gd name="csX2" fmla="*/ 15073 w 245950"/>
              <a:gd name="csY2" fmla="*/ 124390 h 186219"/>
              <a:gd name="csX3" fmla="*/ 5596 w 245950"/>
              <a:gd name="csY3" fmla="*/ 124390 h 186219"/>
              <a:gd name="csX4" fmla="*/ 5596 w 245950"/>
              <a:gd name="csY4" fmla="*/ 107763 h 186219"/>
              <a:gd name="csX5" fmla="*/ 3015 w 245950"/>
              <a:gd name="csY5" fmla="*/ 89541 h 186219"/>
              <a:gd name="csX6" fmla="*/ 11404 w 245950"/>
              <a:gd name="csY6" fmla="*/ 63244 h 186219"/>
              <a:gd name="csX7" fmla="*/ 106611 w 245950"/>
              <a:gd name="csY7" fmla="*/ 25070 h 186219"/>
              <a:gd name="csX8" fmla="*/ 133716 w 245950"/>
              <a:gd name="csY8" fmla="*/ 14252 h 186219"/>
              <a:gd name="csX9" fmla="*/ 160483 w 245950"/>
              <a:gd name="csY9" fmla="*/ 1908 h 186219"/>
              <a:gd name="csX10" fmla="*/ 238554 w 245950"/>
              <a:gd name="csY10" fmla="*/ 11931 h 186219"/>
              <a:gd name="csX11" fmla="*/ 245107 w 245950"/>
              <a:gd name="csY11" fmla="*/ 29136 h 186219"/>
              <a:gd name="csX12" fmla="*/ 240861 w 245950"/>
              <a:gd name="csY12" fmla="*/ 62435 h 186219"/>
              <a:gd name="csX13" fmla="*/ 234529 w 245950"/>
              <a:gd name="csY13" fmla="*/ 81796 h 186219"/>
              <a:gd name="csX14" fmla="*/ 183096 w 245950"/>
              <a:gd name="csY14" fmla="*/ 120518 h 186219"/>
              <a:gd name="csX15" fmla="*/ 112584 w 245950"/>
              <a:gd name="csY15" fmla="*/ 172730 h 186219"/>
              <a:gd name="csX16" fmla="*/ 93505 w 245950"/>
              <a:gd name="csY16" fmla="*/ 186220 h 186219"/>
              <a:gd name="csX17" fmla="*/ 63193 w 245950"/>
              <a:gd name="csY17" fmla="*/ 151536 h 1862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245950" h="186219">
                <a:moveTo>
                  <a:pt x="63193" y="151536"/>
                </a:moveTo>
                <a:cubicBezTo>
                  <a:pt x="35962" y="120379"/>
                  <a:pt x="32456" y="117236"/>
                  <a:pt x="28715" y="120621"/>
                </a:cubicBezTo>
                <a:cubicBezTo>
                  <a:pt x="26425" y="122694"/>
                  <a:pt x="20286" y="124390"/>
                  <a:pt x="15073" y="124390"/>
                </a:cubicBezTo>
                <a:lnTo>
                  <a:pt x="5596" y="124390"/>
                </a:lnTo>
                <a:lnTo>
                  <a:pt x="5596" y="107763"/>
                </a:lnTo>
                <a:cubicBezTo>
                  <a:pt x="5596" y="98618"/>
                  <a:pt x="4435" y="90418"/>
                  <a:pt x="3015" y="89541"/>
                </a:cubicBezTo>
                <a:cubicBezTo>
                  <a:pt x="-3245" y="85672"/>
                  <a:pt x="575" y="73700"/>
                  <a:pt x="11404" y="63244"/>
                </a:cubicBezTo>
                <a:cubicBezTo>
                  <a:pt x="30218" y="45081"/>
                  <a:pt x="67101" y="30293"/>
                  <a:pt x="106611" y="25070"/>
                </a:cubicBezTo>
                <a:cubicBezTo>
                  <a:pt x="113529" y="24155"/>
                  <a:pt x="124948" y="19598"/>
                  <a:pt x="133716" y="14252"/>
                </a:cubicBezTo>
                <a:cubicBezTo>
                  <a:pt x="142049" y="9172"/>
                  <a:pt x="154094" y="3617"/>
                  <a:pt x="160483" y="1908"/>
                </a:cubicBezTo>
                <a:cubicBezTo>
                  <a:pt x="179743" y="-3243"/>
                  <a:pt x="225908" y="2684"/>
                  <a:pt x="238554" y="11931"/>
                </a:cubicBezTo>
                <a:cubicBezTo>
                  <a:pt x="241216" y="13878"/>
                  <a:pt x="243864" y="20830"/>
                  <a:pt x="245107" y="29136"/>
                </a:cubicBezTo>
                <a:cubicBezTo>
                  <a:pt x="246841" y="40720"/>
                  <a:pt x="246124" y="46345"/>
                  <a:pt x="240861" y="62435"/>
                </a:cubicBezTo>
                <a:lnTo>
                  <a:pt x="234529" y="81796"/>
                </a:lnTo>
                <a:lnTo>
                  <a:pt x="183096" y="120518"/>
                </a:lnTo>
                <a:cubicBezTo>
                  <a:pt x="154808" y="141815"/>
                  <a:pt x="123078" y="165310"/>
                  <a:pt x="112584" y="172730"/>
                </a:cubicBezTo>
                <a:lnTo>
                  <a:pt x="93505" y="186220"/>
                </a:lnTo>
                <a:lnTo>
                  <a:pt x="63193" y="151536"/>
                </a:lnTo>
                <a:close/>
              </a:path>
            </a:pathLst>
          </a:custGeom>
          <a:solidFill>
            <a:srgbClr val="B9B9B9"/>
          </a:solidFill>
          <a:ln w="5163" cap="flat">
            <a:noFill/>
            <a:prstDash val="solid"/>
            <a:miter/>
          </a:ln>
        </p:spPr>
        <p:txBody>
          <a:bodyPr/>
          <a:lstStyle/>
          <a:p>
            <a:endParaRPr lang="es-419" noProof="0" dirty="0"/>
          </a:p>
        </p:txBody>
      </p:sp>
      <p:sp>
        <p:nvSpPr>
          <p:cNvPr id="49" name="Forma libre: forma 48">
            <a:extLst>
              <a:ext uri="{FF2B5EF4-FFF2-40B4-BE49-F238E27FC236}">
                <a16:creationId xmlns:a16="http://schemas.microsoft.com/office/drawing/2014/main" id="{66022B46-7E11-C844-74C5-F4C822A2EC3A}"/>
              </a:ext>
            </a:extLst>
          </p:cNvPr>
          <p:cNvSpPr/>
          <p:nvPr/>
        </p:nvSpPr>
        <p:spPr>
          <a:xfrm>
            <a:off x="2334670" y="2196667"/>
            <a:ext cx="1839" cy="7968"/>
          </a:xfrm>
          <a:custGeom>
            <a:avLst/>
            <a:gdLst>
              <a:gd name="csX0" fmla="*/ 0 w 1839"/>
              <a:gd name="csY0" fmla="*/ 3984 h 7968"/>
              <a:gd name="csX1" fmla="*/ 1302 w 1839"/>
              <a:gd name="csY1" fmla="*/ 757 h 7968"/>
              <a:gd name="csX2" fmla="*/ 1302 w 1839"/>
              <a:gd name="csY2" fmla="*/ 7211 h 7968"/>
              <a:gd name="csX3" fmla="*/ 0 w 1839"/>
              <a:gd name="csY3" fmla="*/ 3984 h 7968"/>
            </a:gdLst>
            <a:ahLst/>
            <a:cxnLst>
              <a:cxn ang="0">
                <a:pos x="csX0" y="csY0"/>
              </a:cxn>
              <a:cxn ang="0">
                <a:pos x="csX1" y="csY1"/>
              </a:cxn>
              <a:cxn ang="0">
                <a:pos x="csX2" y="csY2"/>
              </a:cxn>
              <a:cxn ang="0">
                <a:pos x="csX3" y="csY3"/>
              </a:cxn>
            </a:cxnLst>
            <a:rect l="l" t="t" r="r" b="b"/>
            <a:pathLst>
              <a:path w="1839" h="7968">
                <a:moveTo>
                  <a:pt x="0" y="3984"/>
                </a:moveTo>
                <a:cubicBezTo>
                  <a:pt x="0" y="435"/>
                  <a:pt x="586" y="-1017"/>
                  <a:pt x="1302" y="757"/>
                </a:cubicBezTo>
                <a:cubicBezTo>
                  <a:pt x="2018" y="2532"/>
                  <a:pt x="2018" y="5436"/>
                  <a:pt x="1302" y="7211"/>
                </a:cubicBezTo>
                <a:cubicBezTo>
                  <a:pt x="586" y="8986"/>
                  <a:pt x="0" y="7534"/>
                  <a:pt x="0" y="3984"/>
                </a:cubicBezTo>
                <a:close/>
              </a:path>
            </a:pathLst>
          </a:custGeom>
          <a:solidFill>
            <a:srgbClr val="B9B9B9"/>
          </a:solidFill>
          <a:ln w="5163" cap="flat">
            <a:noFill/>
            <a:prstDash val="solid"/>
            <a:miter/>
          </a:ln>
        </p:spPr>
        <p:txBody>
          <a:bodyPr/>
          <a:lstStyle/>
          <a:p>
            <a:endParaRPr lang="es-419" noProof="0" dirty="0"/>
          </a:p>
        </p:txBody>
      </p:sp>
      <p:sp>
        <p:nvSpPr>
          <p:cNvPr id="50" name="Forma libre: forma 49">
            <a:extLst>
              <a:ext uri="{FF2B5EF4-FFF2-40B4-BE49-F238E27FC236}">
                <a16:creationId xmlns:a16="http://schemas.microsoft.com/office/drawing/2014/main" id="{313D60DB-66E8-6D98-CD97-192C50E32590}"/>
              </a:ext>
            </a:extLst>
          </p:cNvPr>
          <p:cNvSpPr/>
          <p:nvPr/>
        </p:nvSpPr>
        <p:spPr>
          <a:xfrm>
            <a:off x="1309468" y="1877186"/>
            <a:ext cx="342958" cy="300162"/>
          </a:xfrm>
          <a:custGeom>
            <a:avLst/>
            <a:gdLst>
              <a:gd name="csX0" fmla="*/ 295686 w 342958"/>
              <a:gd name="csY0" fmla="*/ 296278 h 300162"/>
              <a:gd name="csX1" fmla="*/ 285863 w 342958"/>
              <a:gd name="csY1" fmla="*/ 292488 h 300162"/>
              <a:gd name="csX2" fmla="*/ 274573 w 342958"/>
              <a:gd name="csY2" fmla="*/ 278339 h 300162"/>
              <a:gd name="csX3" fmla="*/ 265490 w 342958"/>
              <a:gd name="csY3" fmla="*/ 262580 h 300162"/>
              <a:gd name="csX4" fmla="*/ 250359 w 342958"/>
              <a:gd name="csY4" fmla="*/ 277449 h 300162"/>
              <a:gd name="csX5" fmla="*/ 232353 w 342958"/>
              <a:gd name="csY5" fmla="*/ 275755 h 300162"/>
              <a:gd name="csX6" fmla="*/ 216800 w 342958"/>
              <a:gd name="csY6" fmla="*/ 278780 h 300162"/>
              <a:gd name="csX7" fmla="*/ 197688 w 342958"/>
              <a:gd name="csY7" fmla="*/ 275445 h 300162"/>
              <a:gd name="csX8" fmla="*/ 186717 w 342958"/>
              <a:gd name="csY8" fmla="*/ 271836 h 300162"/>
              <a:gd name="csX9" fmla="*/ 183241 w 342958"/>
              <a:gd name="csY9" fmla="*/ 267964 h 300162"/>
              <a:gd name="csX10" fmla="*/ 171812 w 342958"/>
              <a:gd name="csY10" fmla="*/ 264092 h 300162"/>
              <a:gd name="csX11" fmla="*/ 155307 w 342958"/>
              <a:gd name="csY11" fmla="*/ 270545 h 300162"/>
              <a:gd name="csX12" fmla="*/ 128918 w 342958"/>
              <a:gd name="csY12" fmla="*/ 266264 h 300162"/>
              <a:gd name="csX13" fmla="*/ 106345 w 342958"/>
              <a:gd name="csY13" fmla="*/ 255141 h 300162"/>
              <a:gd name="csX14" fmla="*/ 91555 w 342958"/>
              <a:gd name="csY14" fmla="*/ 250269 h 300162"/>
              <a:gd name="csX15" fmla="*/ 81548 w 342958"/>
              <a:gd name="csY15" fmla="*/ 247474 h 300162"/>
              <a:gd name="csX16" fmla="*/ 78435 w 342958"/>
              <a:gd name="csY16" fmla="*/ 239429 h 300162"/>
              <a:gd name="csX17" fmla="*/ 82408 w 342958"/>
              <a:gd name="csY17" fmla="*/ 200657 h 300162"/>
              <a:gd name="csX18" fmla="*/ 83563 w 342958"/>
              <a:gd name="csY18" fmla="*/ 189030 h 300162"/>
              <a:gd name="csX19" fmla="*/ 79311 w 342958"/>
              <a:gd name="csY19" fmla="*/ 164140 h 300162"/>
              <a:gd name="csX20" fmla="*/ 69658 w 342958"/>
              <a:gd name="csY20" fmla="*/ 165664 h 300162"/>
              <a:gd name="csX21" fmla="*/ 52863 w 342958"/>
              <a:gd name="csY21" fmla="*/ 178880 h 300162"/>
              <a:gd name="csX22" fmla="*/ 46310 w 342958"/>
              <a:gd name="csY22" fmla="*/ 180840 h 300162"/>
              <a:gd name="csX23" fmla="*/ 41273 w 342958"/>
              <a:gd name="csY23" fmla="*/ 176042 h 300162"/>
              <a:gd name="csX24" fmla="*/ 28735 w 342958"/>
              <a:gd name="csY24" fmla="*/ 163573 h 300162"/>
              <a:gd name="csX25" fmla="*/ 8346 w 342958"/>
              <a:gd name="csY25" fmla="*/ 134458 h 300162"/>
              <a:gd name="csX26" fmla="*/ 3097 w 342958"/>
              <a:gd name="csY26" fmla="*/ 117621 h 300162"/>
              <a:gd name="csX27" fmla="*/ 147 w 342958"/>
              <a:gd name="csY27" fmla="*/ 113613 h 300162"/>
              <a:gd name="csX28" fmla="*/ 21165 w 342958"/>
              <a:gd name="csY28" fmla="*/ 104003 h 300162"/>
              <a:gd name="csX29" fmla="*/ 72335 w 342958"/>
              <a:gd name="csY29" fmla="*/ 73250 h 300162"/>
              <a:gd name="csX30" fmla="*/ 93508 w 342958"/>
              <a:gd name="csY30" fmla="*/ 38847 h 300162"/>
              <a:gd name="csX31" fmla="*/ 97565 w 342958"/>
              <a:gd name="csY31" fmla="*/ 29800 h 300162"/>
              <a:gd name="csX32" fmla="*/ 109742 w 342958"/>
              <a:gd name="csY32" fmla="*/ 18194 h 300162"/>
              <a:gd name="csX33" fmla="*/ 113822 w 342958"/>
              <a:gd name="csY33" fmla="*/ 11110 h 300162"/>
              <a:gd name="csX34" fmla="*/ 121678 w 342958"/>
              <a:gd name="csY34" fmla="*/ 5555 h 300162"/>
              <a:gd name="csX35" fmla="*/ 127233 w 342958"/>
              <a:gd name="csY35" fmla="*/ 0 h 300162"/>
              <a:gd name="csX36" fmla="*/ 134516 w 342958"/>
              <a:gd name="csY36" fmla="*/ 8782 h 300162"/>
              <a:gd name="csX37" fmla="*/ 141869 w 342958"/>
              <a:gd name="csY37" fmla="*/ 33944 h 300162"/>
              <a:gd name="csX38" fmla="*/ 147505 w 342958"/>
              <a:gd name="csY38" fmla="*/ 58144 h 300162"/>
              <a:gd name="csX39" fmla="*/ 152804 w 342958"/>
              <a:gd name="csY39" fmla="*/ 90810 h 300162"/>
              <a:gd name="csX40" fmla="*/ 162764 w 342958"/>
              <a:gd name="csY40" fmla="*/ 124694 h 300162"/>
              <a:gd name="csX41" fmla="*/ 170334 w 342958"/>
              <a:gd name="csY41" fmla="*/ 121832 h 300162"/>
              <a:gd name="csX42" fmla="*/ 185393 w 342958"/>
              <a:gd name="csY42" fmla="*/ 124884 h 300162"/>
              <a:gd name="csX43" fmla="*/ 190271 w 342958"/>
              <a:gd name="csY43" fmla="*/ 127275 h 300162"/>
              <a:gd name="csX44" fmla="*/ 201229 w 342958"/>
              <a:gd name="csY44" fmla="*/ 139721 h 300162"/>
              <a:gd name="csX45" fmla="*/ 197439 w 342958"/>
              <a:gd name="csY45" fmla="*/ 147005 h 300162"/>
              <a:gd name="csX46" fmla="*/ 196794 w 342958"/>
              <a:gd name="csY46" fmla="*/ 162615 h 300162"/>
              <a:gd name="csX47" fmla="*/ 220205 w 342958"/>
              <a:gd name="csY47" fmla="*/ 171185 h 300162"/>
              <a:gd name="csX48" fmla="*/ 242581 w 342958"/>
              <a:gd name="csY48" fmla="*/ 173796 h 300162"/>
              <a:gd name="csX49" fmla="*/ 259092 w 342958"/>
              <a:gd name="csY49" fmla="*/ 186698 h 300162"/>
              <a:gd name="csX50" fmla="*/ 273592 w 342958"/>
              <a:gd name="csY50" fmla="*/ 197707 h 300162"/>
              <a:gd name="csX51" fmla="*/ 304244 w 342958"/>
              <a:gd name="csY51" fmla="*/ 198591 h 300162"/>
              <a:gd name="csX52" fmla="*/ 333285 w 342958"/>
              <a:gd name="csY52" fmla="*/ 203946 h 300162"/>
              <a:gd name="csX53" fmla="*/ 339205 w 342958"/>
              <a:gd name="csY53" fmla="*/ 216060 h 300162"/>
              <a:gd name="csX54" fmla="*/ 336274 w 342958"/>
              <a:gd name="csY54" fmla="*/ 220854 h 300162"/>
              <a:gd name="csX55" fmla="*/ 328850 w 342958"/>
              <a:gd name="csY55" fmla="*/ 233114 h 300162"/>
              <a:gd name="csX56" fmla="*/ 326965 w 342958"/>
              <a:gd name="csY56" fmla="*/ 236341 h 300162"/>
              <a:gd name="csX57" fmla="*/ 329181 w 342958"/>
              <a:gd name="csY57" fmla="*/ 240859 h 300162"/>
              <a:gd name="csX58" fmla="*/ 331403 w 342958"/>
              <a:gd name="csY58" fmla="*/ 248187 h 300162"/>
              <a:gd name="csX59" fmla="*/ 328049 w 342958"/>
              <a:gd name="csY59" fmla="*/ 258014 h 300162"/>
              <a:gd name="csX60" fmla="*/ 326532 w 342958"/>
              <a:gd name="csY60" fmla="*/ 276244 h 300162"/>
              <a:gd name="csX61" fmla="*/ 325085 w 342958"/>
              <a:gd name="csY61" fmla="*/ 283496 h 300162"/>
              <a:gd name="csX62" fmla="*/ 321398 w 342958"/>
              <a:gd name="csY62" fmla="*/ 292711 h 300162"/>
              <a:gd name="csX63" fmla="*/ 311874 w 342958"/>
              <a:gd name="csY63" fmla="*/ 300150 h 300162"/>
              <a:gd name="csX64" fmla="*/ 295686 w 342958"/>
              <a:gd name="csY64" fmla="*/ 296278 h 3001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Lst>
            <a:rect l="l" t="t" r="r" b="b"/>
            <a:pathLst>
              <a:path w="342958" h="300162">
                <a:moveTo>
                  <a:pt x="295686" y="296278"/>
                </a:moveTo>
                <a:cubicBezTo>
                  <a:pt x="292930" y="294193"/>
                  <a:pt x="288510" y="292488"/>
                  <a:pt x="285863" y="292488"/>
                </a:cubicBezTo>
                <a:cubicBezTo>
                  <a:pt x="282541" y="292488"/>
                  <a:pt x="279045" y="288107"/>
                  <a:pt x="274573" y="278339"/>
                </a:cubicBezTo>
                <a:cubicBezTo>
                  <a:pt x="271011" y="270557"/>
                  <a:pt x="266923" y="263466"/>
                  <a:pt x="265490" y="262580"/>
                </a:cubicBezTo>
                <a:cubicBezTo>
                  <a:pt x="261887" y="260353"/>
                  <a:pt x="250359" y="271682"/>
                  <a:pt x="250359" y="277449"/>
                </a:cubicBezTo>
                <a:cubicBezTo>
                  <a:pt x="250359" y="284106"/>
                  <a:pt x="242694" y="283385"/>
                  <a:pt x="232353" y="275755"/>
                </a:cubicBezTo>
                <a:cubicBezTo>
                  <a:pt x="223375" y="269132"/>
                  <a:pt x="216800" y="270410"/>
                  <a:pt x="216800" y="278780"/>
                </a:cubicBezTo>
                <a:cubicBezTo>
                  <a:pt x="216800" y="282868"/>
                  <a:pt x="211006" y="281857"/>
                  <a:pt x="197688" y="275445"/>
                </a:cubicBezTo>
                <a:cubicBezTo>
                  <a:pt x="193566" y="273460"/>
                  <a:pt x="188628" y="271836"/>
                  <a:pt x="186717" y="271836"/>
                </a:cubicBezTo>
                <a:cubicBezTo>
                  <a:pt x="184805" y="271836"/>
                  <a:pt x="183241" y="270094"/>
                  <a:pt x="183241" y="267964"/>
                </a:cubicBezTo>
                <a:cubicBezTo>
                  <a:pt x="183241" y="265105"/>
                  <a:pt x="180251" y="264092"/>
                  <a:pt x="171812" y="264092"/>
                </a:cubicBezTo>
                <a:cubicBezTo>
                  <a:pt x="162696" y="264092"/>
                  <a:pt x="159356" y="265398"/>
                  <a:pt x="155307" y="270545"/>
                </a:cubicBezTo>
                <a:cubicBezTo>
                  <a:pt x="148138" y="279659"/>
                  <a:pt x="141633" y="278604"/>
                  <a:pt x="128918" y="266264"/>
                </a:cubicBezTo>
                <a:cubicBezTo>
                  <a:pt x="119547" y="257171"/>
                  <a:pt x="116097" y="255470"/>
                  <a:pt x="106345" y="255141"/>
                </a:cubicBezTo>
                <a:cubicBezTo>
                  <a:pt x="98734" y="254884"/>
                  <a:pt x="93722" y="253233"/>
                  <a:pt x="91555" y="250269"/>
                </a:cubicBezTo>
                <a:cubicBezTo>
                  <a:pt x="89207" y="247058"/>
                  <a:pt x="86367" y="246265"/>
                  <a:pt x="81548" y="247474"/>
                </a:cubicBezTo>
                <a:cubicBezTo>
                  <a:pt x="74001" y="249368"/>
                  <a:pt x="73102" y="247043"/>
                  <a:pt x="78435" y="239429"/>
                </a:cubicBezTo>
                <a:cubicBezTo>
                  <a:pt x="83856" y="231688"/>
                  <a:pt x="86528" y="205621"/>
                  <a:pt x="82408" y="200657"/>
                </a:cubicBezTo>
                <a:cubicBezTo>
                  <a:pt x="79647" y="197331"/>
                  <a:pt x="79847" y="195321"/>
                  <a:pt x="83563" y="189030"/>
                </a:cubicBezTo>
                <a:cubicBezTo>
                  <a:pt x="88650" y="180419"/>
                  <a:pt x="87374" y="172952"/>
                  <a:pt x="79311" y="164140"/>
                </a:cubicBezTo>
                <a:cubicBezTo>
                  <a:pt x="73608" y="157907"/>
                  <a:pt x="69658" y="158530"/>
                  <a:pt x="69658" y="165664"/>
                </a:cubicBezTo>
                <a:cubicBezTo>
                  <a:pt x="69658" y="171138"/>
                  <a:pt x="55140" y="182563"/>
                  <a:pt x="52863" y="178880"/>
                </a:cubicBezTo>
                <a:cubicBezTo>
                  <a:pt x="50323" y="174770"/>
                  <a:pt x="46434" y="175933"/>
                  <a:pt x="46310" y="180840"/>
                </a:cubicBezTo>
                <a:cubicBezTo>
                  <a:pt x="46241" y="183582"/>
                  <a:pt x="44262" y="181697"/>
                  <a:pt x="41273" y="176042"/>
                </a:cubicBezTo>
                <a:cubicBezTo>
                  <a:pt x="38533" y="170858"/>
                  <a:pt x="32973" y="165329"/>
                  <a:pt x="28735" y="163573"/>
                </a:cubicBezTo>
                <a:cubicBezTo>
                  <a:pt x="15748" y="158193"/>
                  <a:pt x="9667" y="149510"/>
                  <a:pt x="8346" y="134458"/>
                </a:cubicBezTo>
                <a:cubicBezTo>
                  <a:pt x="7635" y="126353"/>
                  <a:pt x="5506" y="119523"/>
                  <a:pt x="3097" y="117621"/>
                </a:cubicBezTo>
                <a:cubicBezTo>
                  <a:pt x="868" y="115861"/>
                  <a:pt x="-459" y="114058"/>
                  <a:pt x="147" y="113613"/>
                </a:cubicBezTo>
                <a:cubicBezTo>
                  <a:pt x="7952" y="107892"/>
                  <a:pt x="16388" y="104034"/>
                  <a:pt x="21165" y="104003"/>
                </a:cubicBezTo>
                <a:cubicBezTo>
                  <a:pt x="38718" y="103886"/>
                  <a:pt x="49596" y="97348"/>
                  <a:pt x="72335" y="73250"/>
                </a:cubicBezTo>
                <a:cubicBezTo>
                  <a:pt x="94445" y="49819"/>
                  <a:pt x="94883" y="49106"/>
                  <a:pt x="93508" y="38847"/>
                </a:cubicBezTo>
                <a:cubicBezTo>
                  <a:pt x="92208" y="29159"/>
                  <a:pt x="92513" y="28479"/>
                  <a:pt x="97565" y="29800"/>
                </a:cubicBezTo>
                <a:cubicBezTo>
                  <a:pt x="103852" y="31444"/>
                  <a:pt x="107223" y="28231"/>
                  <a:pt x="109742" y="18194"/>
                </a:cubicBezTo>
                <a:cubicBezTo>
                  <a:pt x="110720" y="14298"/>
                  <a:pt x="112556" y="11110"/>
                  <a:pt x="113822" y="11110"/>
                </a:cubicBezTo>
                <a:cubicBezTo>
                  <a:pt x="115088" y="11110"/>
                  <a:pt x="118623" y="8610"/>
                  <a:pt x="121678" y="5555"/>
                </a:cubicBezTo>
                <a:lnTo>
                  <a:pt x="127233" y="0"/>
                </a:lnTo>
                <a:lnTo>
                  <a:pt x="134516" y="8782"/>
                </a:lnTo>
                <a:cubicBezTo>
                  <a:pt x="140793" y="16350"/>
                  <a:pt x="141809" y="19826"/>
                  <a:pt x="141869" y="33944"/>
                </a:cubicBezTo>
                <a:cubicBezTo>
                  <a:pt x="141922" y="46507"/>
                  <a:pt x="143236" y="52147"/>
                  <a:pt x="147505" y="58144"/>
                </a:cubicBezTo>
                <a:cubicBezTo>
                  <a:pt x="152339" y="64931"/>
                  <a:pt x="153038" y="69240"/>
                  <a:pt x="152804" y="90810"/>
                </a:cubicBezTo>
                <a:cubicBezTo>
                  <a:pt x="152465" y="122159"/>
                  <a:pt x="153210" y="124694"/>
                  <a:pt x="162764" y="124694"/>
                </a:cubicBezTo>
                <a:cubicBezTo>
                  <a:pt x="166927" y="124694"/>
                  <a:pt x="170334" y="123406"/>
                  <a:pt x="170334" y="121832"/>
                </a:cubicBezTo>
                <a:cubicBezTo>
                  <a:pt x="170334" y="118431"/>
                  <a:pt x="184072" y="121216"/>
                  <a:pt x="185393" y="124884"/>
                </a:cubicBezTo>
                <a:cubicBezTo>
                  <a:pt x="185866" y="126199"/>
                  <a:pt x="188061" y="127275"/>
                  <a:pt x="190271" y="127275"/>
                </a:cubicBezTo>
                <a:cubicBezTo>
                  <a:pt x="194758" y="127275"/>
                  <a:pt x="201103" y="134482"/>
                  <a:pt x="201229" y="139721"/>
                </a:cubicBezTo>
                <a:cubicBezTo>
                  <a:pt x="201275" y="141597"/>
                  <a:pt x="199569" y="144875"/>
                  <a:pt x="197439" y="147005"/>
                </a:cubicBezTo>
                <a:cubicBezTo>
                  <a:pt x="192728" y="151716"/>
                  <a:pt x="192413" y="159339"/>
                  <a:pt x="196794" y="162615"/>
                </a:cubicBezTo>
                <a:cubicBezTo>
                  <a:pt x="198569" y="163942"/>
                  <a:pt x="209104" y="167799"/>
                  <a:pt x="220205" y="171185"/>
                </a:cubicBezTo>
                <a:cubicBezTo>
                  <a:pt x="236917" y="176284"/>
                  <a:pt x="240766" y="176733"/>
                  <a:pt x="242581" y="173796"/>
                </a:cubicBezTo>
                <a:cubicBezTo>
                  <a:pt x="245948" y="168348"/>
                  <a:pt x="255565" y="175863"/>
                  <a:pt x="259092" y="186698"/>
                </a:cubicBezTo>
                <a:cubicBezTo>
                  <a:pt x="261627" y="194485"/>
                  <a:pt x="263378" y="195815"/>
                  <a:pt x="273592" y="197707"/>
                </a:cubicBezTo>
                <a:cubicBezTo>
                  <a:pt x="279981" y="198890"/>
                  <a:pt x="293775" y="199289"/>
                  <a:pt x="304244" y="198591"/>
                </a:cubicBezTo>
                <a:cubicBezTo>
                  <a:pt x="321502" y="197442"/>
                  <a:pt x="324213" y="197942"/>
                  <a:pt x="333285" y="203946"/>
                </a:cubicBezTo>
                <a:cubicBezTo>
                  <a:pt x="344213" y="211177"/>
                  <a:pt x="345431" y="213671"/>
                  <a:pt x="339205" y="216060"/>
                </a:cubicBezTo>
                <a:cubicBezTo>
                  <a:pt x="336957" y="216923"/>
                  <a:pt x="335638" y="219080"/>
                  <a:pt x="336274" y="220854"/>
                </a:cubicBezTo>
                <a:cubicBezTo>
                  <a:pt x="337968" y="225576"/>
                  <a:pt x="333403" y="233114"/>
                  <a:pt x="328850" y="233114"/>
                </a:cubicBezTo>
                <a:cubicBezTo>
                  <a:pt x="326331" y="233114"/>
                  <a:pt x="325653" y="234275"/>
                  <a:pt x="326965" y="236341"/>
                </a:cubicBezTo>
                <a:cubicBezTo>
                  <a:pt x="328092" y="238116"/>
                  <a:pt x="329089" y="240149"/>
                  <a:pt x="329181" y="240859"/>
                </a:cubicBezTo>
                <a:cubicBezTo>
                  <a:pt x="329272" y="241569"/>
                  <a:pt x="330272" y="244866"/>
                  <a:pt x="331403" y="248187"/>
                </a:cubicBezTo>
                <a:cubicBezTo>
                  <a:pt x="332991" y="252852"/>
                  <a:pt x="332229" y="255087"/>
                  <a:pt x="328049" y="258014"/>
                </a:cubicBezTo>
                <a:cubicBezTo>
                  <a:pt x="321663" y="262487"/>
                  <a:pt x="321157" y="268570"/>
                  <a:pt x="326532" y="276244"/>
                </a:cubicBezTo>
                <a:cubicBezTo>
                  <a:pt x="330115" y="281360"/>
                  <a:pt x="330000" y="281936"/>
                  <a:pt x="325085" y="283496"/>
                </a:cubicBezTo>
                <a:cubicBezTo>
                  <a:pt x="320727" y="284879"/>
                  <a:pt x="320050" y="286571"/>
                  <a:pt x="321398" y="292711"/>
                </a:cubicBezTo>
                <a:cubicBezTo>
                  <a:pt x="323026" y="300123"/>
                  <a:pt x="322888" y="300231"/>
                  <a:pt x="311874" y="300150"/>
                </a:cubicBezTo>
                <a:cubicBezTo>
                  <a:pt x="305727" y="300105"/>
                  <a:pt x="298443" y="298362"/>
                  <a:pt x="295686" y="296278"/>
                </a:cubicBezTo>
                <a:close/>
              </a:path>
            </a:pathLst>
          </a:custGeom>
          <a:solidFill>
            <a:srgbClr val="B9B9B9"/>
          </a:solidFill>
          <a:ln w="5163" cap="flat">
            <a:noFill/>
            <a:prstDash val="solid"/>
            <a:miter/>
          </a:ln>
        </p:spPr>
        <p:txBody>
          <a:bodyPr/>
          <a:lstStyle/>
          <a:p>
            <a:endParaRPr lang="es-419" noProof="0" dirty="0"/>
          </a:p>
        </p:txBody>
      </p:sp>
      <p:sp>
        <p:nvSpPr>
          <p:cNvPr id="51" name="Forma libre: forma 50">
            <a:extLst>
              <a:ext uri="{FF2B5EF4-FFF2-40B4-BE49-F238E27FC236}">
                <a16:creationId xmlns:a16="http://schemas.microsoft.com/office/drawing/2014/main" id="{FA99A788-B0DA-320E-4917-4CCC448BEE73}"/>
              </a:ext>
            </a:extLst>
          </p:cNvPr>
          <p:cNvSpPr/>
          <p:nvPr/>
        </p:nvSpPr>
        <p:spPr>
          <a:xfrm>
            <a:off x="1257795" y="2071057"/>
            <a:ext cx="87522" cy="67430"/>
          </a:xfrm>
          <a:custGeom>
            <a:avLst/>
            <a:gdLst>
              <a:gd name="csX0" fmla="*/ 3976 w 87522"/>
              <a:gd name="csY0" fmla="*/ 62589 h 67430"/>
              <a:gd name="csX1" fmla="*/ 1611 w 87522"/>
              <a:gd name="csY1" fmla="*/ 35473 h 67430"/>
              <a:gd name="csX2" fmla="*/ 13354 w 87522"/>
              <a:gd name="csY2" fmla="*/ 26110 h 67430"/>
              <a:gd name="csX3" fmla="*/ 24928 w 87522"/>
              <a:gd name="csY3" fmla="*/ 17185 h 67430"/>
              <a:gd name="csX4" fmla="*/ 28816 w 87522"/>
              <a:gd name="csY4" fmla="*/ 13430 h 67430"/>
              <a:gd name="csX5" fmla="*/ 55396 w 87522"/>
              <a:gd name="csY5" fmla="*/ 696 h 67430"/>
              <a:gd name="csX6" fmla="*/ 76595 w 87522"/>
              <a:gd name="csY6" fmla="*/ 27413 h 67430"/>
              <a:gd name="csX7" fmla="*/ 81474 w 87522"/>
              <a:gd name="csY7" fmla="*/ 35237 h 67430"/>
              <a:gd name="csX8" fmla="*/ 81963 w 87522"/>
              <a:gd name="csY8" fmla="*/ 49346 h 67430"/>
              <a:gd name="csX9" fmla="*/ 69036 w 87522"/>
              <a:gd name="csY9" fmla="*/ 59608 h 67430"/>
              <a:gd name="csX10" fmla="*/ 36947 w 87522"/>
              <a:gd name="csY10" fmla="*/ 62618 h 67430"/>
              <a:gd name="csX11" fmla="*/ 17042 w 87522"/>
              <a:gd name="csY11" fmla="*/ 62345 h 67430"/>
              <a:gd name="csX12" fmla="*/ 3976 w 87522"/>
              <a:gd name="csY12" fmla="*/ 62589 h 67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7522" h="67430">
                <a:moveTo>
                  <a:pt x="3976" y="62589"/>
                </a:moveTo>
                <a:cubicBezTo>
                  <a:pt x="-42" y="58150"/>
                  <a:pt x="-1347" y="43182"/>
                  <a:pt x="1611" y="35473"/>
                </a:cubicBezTo>
                <a:cubicBezTo>
                  <a:pt x="2496" y="33167"/>
                  <a:pt x="7780" y="28954"/>
                  <a:pt x="13354" y="26110"/>
                </a:cubicBezTo>
                <a:cubicBezTo>
                  <a:pt x="18927" y="23267"/>
                  <a:pt x="24135" y="19251"/>
                  <a:pt x="24928" y="17185"/>
                </a:cubicBezTo>
                <a:cubicBezTo>
                  <a:pt x="25721" y="15120"/>
                  <a:pt x="27470" y="13430"/>
                  <a:pt x="28816" y="13430"/>
                </a:cubicBezTo>
                <a:cubicBezTo>
                  <a:pt x="32726" y="13430"/>
                  <a:pt x="53752" y="3357"/>
                  <a:pt x="55396" y="696"/>
                </a:cubicBezTo>
                <a:cubicBezTo>
                  <a:pt x="58624" y="-4526"/>
                  <a:pt x="78997" y="21152"/>
                  <a:pt x="76595" y="27413"/>
                </a:cubicBezTo>
                <a:cubicBezTo>
                  <a:pt x="75767" y="29569"/>
                  <a:pt x="77801" y="32831"/>
                  <a:pt x="81474" y="35237"/>
                </a:cubicBezTo>
                <a:cubicBezTo>
                  <a:pt x="89349" y="40396"/>
                  <a:pt x="89558" y="46431"/>
                  <a:pt x="81963" y="49346"/>
                </a:cubicBezTo>
                <a:cubicBezTo>
                  <a:pt x="78769" y="50572"/>
                  <a:pt x="72952" y="55190"/>
                  <a:pt x="69036" y="59608"/>
                </a:cubicBezTo>
                <a:cubicBezTo>
                  <a:pt x="60658" y="69060"/>
                  <a:pt x="52768" y="69801"/>
                  <a:pt x="36947" y="62618"/>
                </a:cubicBezTo>
                <a:cubicBezTo>
                  <a:pt x="26493" y="57872"/>
                  <a:pt x="25833" y="57863"/>
                  <a:pt x="17042" y="62345"/>
                </a:cubicBezTo>
                <a:cubicBezTo>
                  <a:pt x="8489" y="66705"/>
                  <a:pt x="7714" y="66720"/>
                  <a:pt x="3976" y="62589"/>
                </a:cubicBezTo>
                <a:close/>
              </a:path>
            </a:pathLst>
          </a:custGeom>
          <a:solidFill>
            <a:srgbClr val="B9B9B9"/>
          </a:solidFill>
          <a:ln w="5163" cap="flat">
            <a:noFill/>
            <a:prstDash val="solid"/>
            <a:miter/>
          </a:ln>
        </p:spPr>
        <p:txBody>
          <a:bodyPr/>
          <a:lstStyle/>
          <a:p>
            <a:endParaRPr lang="es-419" noProof="0" dirty="0"/>
          </a:p>
        </p:txBody>
      </p:sp>
      <p:sp>
        <p:nvSpPr>
          <p:cNvPr id="52" name="Forma libre: forma 51">
            <a:extLst>
              <a:ext uri="{FF2B5EF4-FFF2-40B4-BE49-F238E27FC236}">
                <a16:creationId xmlns:a16="http://schemas.microsoft.com/office/drawing/2014/main" id="{46D97E73-BE1C-B729-58E6-6F52276F8373}"/>
              </a:ext>
            </a:extLst>
          </p:cNvPr>
          <p:cNvSpPr/>
          <p:nvPr/>
        </p:nvSpPr>
        <p:spPr>
          <a:xfrm>
            <a:off x="1498388" y="1582666"/>
            <a:ext cx="245235" cy="503912"/>
          </a:xfrm>
          <a:custGeom>
            <a:avLst/>
            <a:gdLst>
              <a:gd name="csX0" fmla="*/ 181623 w 245235"/>
              <a:gd name="csY0" fmla="*/ 494203 h 503912"/>
              <a:gd name="csX1" fmla="*/ 158452 w 245235"/>
              <a:gd name="csY1" fmla="*/ 485687 h 503912"/>
              <a:gd name="csX2" fmla="*/ 148342 w 245235"/>
              <a:gd name="csY2" fmla="*/ 487770 h 503912"/>
              <a:gd name="csX3" fmla="*/ 119521 w 245235"/>
              <a:gd name="csY3" fmla="*/ 489801 h 503912"/>
              <a:gd name="csX4" fmla="*/ 87472 w 245235"/>
              <a:gd name="csY4" fmla="*/ 489620 h 503912"/>
              <a:gd name="csX5" fmla="*/ 73190 w 245235"/>
              <a:gd name="csY5" fmla="*/ 478988 h 503912"/>
              <a:gd name="csX6" fmla="*/ 52773 w 245235"/>
              <a:gd name="csY6" fmla="*/ 460575 h 503912"/>
              <a:gd name="csX7" fmla="*/ 49575 w 245235"/>
              <a:gd name="csY7" fmla="*/ 464677 h 503912"/>
              <a:gd name="csX8" fmla="*/ 47915 w 245235"/>
              <a:gd name="csY8" fmla="*/ 467591 h 503912"/>
              <a:gd name="csX9" fmla="*/ 13036 w 245235"/>
              <a:gd name="csY9" fmla="*/ 456319 h 503912"/>
              <a:gd name="csX10" fmla="*/ 12217 w 245235"/>
              <a:gd name="csY10" fmla="*/ 442447 h 503912"/>
              <a:gd name="csX11" fmla="*/ 16234 w 245235"/>
              <a:gd name="csY11" fmla="*/ 437376 h 503912"/>
              <a:gd name="csX12" fmla="*/ 3077 w 245235"/>
              <a:gd name="csY12" fmla="*/ 417673 h 503912"/>
              <a:gd name="csX13" fmla="*/ 0 w 245235"/>
              <a:gd name="csY13" fmla="*/ 409784 h 503912"/>
              <a:gd name="csX14" fmla="*/ 6196 w 245235"/>
              <a:gd name="csY14" fmla="*/ 402269 h 503912"/>
              <a:gd name="csX15" fmla="*/ 12532 w 245235"/>
              <a:gd name="csY15" fmla="*/ 401839 h 503912"/>
              <a:gd name="csX16" fmla="*/ 13332 w 245235"/>
              <a:gd name="csY16" fmla="*/ 389178 h 503912"/>
              <a:gd name="csX17" fmla="*/ 18583 w 245235"/>
              <a:gd name="csY17" fmla="*/ 371495 h 503912"/>
              <a:gd name="csX18" fmla="*/ 33934 w 245235"/>
              <a:gd name="csY18" fmla="*/ 366100 h 503912"/>
              <a:gd name="csX19" fmla="*/ 49768 w 245235"/>
              <a:gd name="csY19" fmla="*/ 361841 h 503912"/>
              <a:gd name="csX20" fmla="*/ 46692 w 245235"/>
              <a:gd name="csY20" fmla="*/ 337409 h 503912"/>
              <a:gd name="csX21" fmla="*/ 42031 w 245235"/>
              <a:gd name="csY21" fmla="*/ 321770 h 503912"/>
              <a:gd name="csX22" fmla="*/ 39524 w 245235"/>
              <a:gd name="csY22" fmla="*/ 295336 h 503912"/>
              <a:gd name="csX23" fmla="*/ 41858 w 245235"/>
              <a:gd name="csY23" fmla="*/ 287644 h 503912"/>
              <a:gd name="csX24" fmla="*/ 57042 w 245235"/>
              <a:gd name="csY24" fmla="*/ 277265 h 503912"/>
              <a:gd name="csX25" fmla="*/ 69737 w 245235"/>
              <a:gd name="csY25" fmla="*/ 269502 h 503912"/>
              <a:gd name="csX26" fmla="*/ 79509 w 245235"/>
              <a:gd name="csY26" fmla="*/ 253317 h 503912"/>
              <a:gd name="csX27" fmla="*/ 95370 w 245235"/>
              <a:gd name="csY27" fmla="*/ 241529 h 503912"/>
              <a:gd name="csX28" fmla="*/ 141543 w 245235"/>
              <a:gd name="csY28" fmla="*/ 207386 h 503912"/>
              <a:gd name="csX29" fmla="*/ 135987 w 245235"/>
              <a:gd name="csY29" fmla="*/ 199791 h 503912"/>
              <a:gd name="csX30" fmla="*/ 127900 w 245235"/>
              <a:gd name="csY30" fmla="*/ 166538 h 503912"/>
              <a:gd name="csX31" fmla="*/ 127266 w 245235"/>
              <a:gd name="csY31" fmla="*/ 150064 h 503912"/>
              <a:gd name="csX32" fmla="*/ 118230 w 245235"/>
              <a:gd name="csY32" fmla="*/ 149351 h 503912"/>
              <a:gd name="csX33" fmla="*/ 106311 w 245235"/>
              <a:gd name="csY33" fmla="*/ 151014 h 503912"/>
              <a:gd name="csX34" fmla="*/ 100187 w 245235"/>
              <a:gd name="csY34" fmla="*/ 149485 h 503912"/>
              <a:gd name="csX35" fmla="*/ 89795 w 245235"/>
              <a:gd name="csY35" fmla="*/ 145581 h 503912"/>
              <a:gd name="csX36" fmla="*/ 79509 w 245235"/>
              <a:gd name="csY36" fmla="*/ 132462 h 503912"/>
              <a:gd name="csX37" fmla="*/ 74746 w 245235"/>
              <a:gd name="csY37" fmla="*/ 127510 h 503912"/>
              <a:gd name="csX38" fmla="*/ 61439 w 245235"/>
              <a:gd name="csY38" fmla="*/ 106041 h 503912"/>
              <a:gd name="csX39" fmla="*/ 51376 w 245235"/>
              <a:gd name="csY39" fmla="*/ 92403 h 503912"/>
              <a:gd name="csX40" fmla="*/ 43631 w 245235"/>
              <a:gd name="csY40" fmla="*/ 82710 h 503912"/>
              <a:gd name="csX41" fmla="*/ 40756 w 245235"/>
              <a:gd name="csY41" fmla="*/ 70719 h 503912"/>
              <a:gd name="csX42" fmla="*/ 37174 w 245235"/>
              <a:gd name="csY42" fmla="*/ 60642 h 503912"/>
              <a:gd name="csX43" fmla="*/ 23391 w 245235"/>
              <a:gd name="csY43" fmla="*/ 17685 h 503912"/>
              <a:gd name="csX44" fmla="*/ 16983 w 245235"/>
              <a:gd name="csY44" fmla="*/ 12409 h 503912"/>
              <a:gd name="csX45" fmla="*/ 27512 w 245235"/>
              <a:gd name="csY45" fmla="*/ 5441 h 503912"/>
              <a:gd name="csX46" fmla="*/ 44577 w 245235"/>
              <a:gd name="csY46" fmla="*/ 1452 h 503912"/>
              <a:gd name="csX47" fmla="*/ 51418 w 245235"/>
              <a:gd name="csY47" fmla="*/ 21016 h 503912"/>
              <a:gd name="csX48" fmla="*/ 53995 w 245235"/>
              <a:gd name="csY48" fmla="*/ 32559 h 503912"/>
              <a:gd name="csX49" fmla="*/ 56749 w 245235"/>
              <a:gd name="csY49" fmla="*/ 46824 h 503912"/>
              <a:gd name="csX50" fmla="*/ 61515 w 245235"/>
              <a:gd name="csY50" fmla="*/ 64401 h 503912"/>
              <a:gd name="csX51" fmla="*/ 66783 w 245235"/>
              <a:gd name="csY51" fmla="*/ 80478 h 503912"/>
              <a:gd name="csX52" fmla="*/ 69183 w 245235"/>
              <a:gd name="csY52" fmla="*/ 82335 h 503912"/>
              <a:gd name="csX53" fmla="*/ 72797 w 245235"/>
              <a:gd name="csY53" fmla="*/ 89434 h 503912"/>
              <a:gd name="csX54" fmla="*/ 77368 w 245235"/>
              <a:gd name="csY54" fmla="*/ 95891 h 503912"/>
              <a:gd name="csX55" fmla="*/ 83382 w 245235"/>
              <a:gd name="csY55" fmla="*/ 106862 h 503912"/>
              <a:gd name="csX56" fmla="*/ 91209 w 245235"/>
              <a:gd name="csY56" fmla="*/ 114603 h 503912"/>
              <a:gd name="csX57" fmla="*/ 115649 w 245235"/>
              <a:gd name="csY57" fmla="*/ 125394 h 503912"/>
              <a:gd name="csX58" fmla="*/ 132428 w 245235"/>
              <a:gd name="csY58" fmla="*/ 131624 h 503912"/>
              <a:gd name="csX59" fmla="*/ 150553 w 245235"/>
              <a:gd name="csY59" fmla="*/ 139348 h 503912"/>
              <a:gd name="csX60" fmla="*/ 176368 w 245235"/>
              <a:gd name="csY60" fmla="*/ 146927 h 503912"/>
              <a:gd name="csX61" fmla="*/ 211382 w 245235"/>
              <a:gd name="csY61" fmla="*/ 156343 h 503912"/>
              <a:gd name="csX62" fmla="*/ 230401 w 245235"/>
              <a:gd name="csY62" fmla="*/ 161456 h 503912"/>
              <a:gd name="csX63" fmla="*/ 244475 w 245235"/>
              <a:gd name="csY63" fmla="*/ 154799 h 503912"/>
              <a:gd name="csX64" fmla="*/ 229656 w 245235"/>
              <a:gd name="csY64" fmla="*/ 212698 h 503912"/>
              <a:gd name="csX65" fmla="*/ 216833 w 245235"/>
              <a:gd name="csY65" fmla="*/ 242385 h 503912"/>
              <a:gd name="csX66" fmla="*/ 205960 w 245235"/>
              <a:gd name="csY66" fmla="*/ 288674 h 503912"/>
              <a:gd name="csX67" fmla="*/ 203418 w 245235"/>
              <a:gd name="csY67" fmla="*/ 300468 h 503912"/>
              <a:gd name="csX68" fmla="*/ 200956 w 245235"/>
              <a:gd name="csY68" fmla="*/ 300468 h 503912"/>
              <a:gd name="csX69" fmla="*/ 214917 w 245235"/>
              <a:gd name="csY69" fmla="*/ 237240 h 503912"/>
              <a:gd name="csX70" fmla="*/ 224070 w 245235"/>
              <a:gd name="csY70" fmla="*/ 211401 h 503912"/>
              <a:gd name="csX71" fmla="*/ 218637 w 245235"/>
              <a:gd name="csY71" fmla="*/ 205384 h 503912"/>
              <a:gd name="csX72" fmla="*/ 214956 w 245235"/>
              <a:gd name="csY72" fmla="*/ 204826 h 503912"/>
              <a:gd name="csX73" fmla="*/ 214905 w 245235"/>
              <a:gd name="csY73" fmla="*/ 215873 h 503912"/>
              <a:gd name="csX74" fmla="*/ 213101 w 245235"/>
              <a:gd name="csY74" fmla="*/ 224084 h 503912"/>
              <a:gd name="csX75" fmla="*/ 208491 w 245235"/>
              <a:gd name="csY75" fmla="*/ 218391 h 503912"/>
              <a:gd name="csX76" fmla="*/ 197466 w 245235"/>
              <a:gd name="csY76" fmla="*/ 218019 h 503912"/>
              <a:gd name="csX77" fmla="*/ 199747 w 245235"/>
              <a:gd name="csY77" fmla="*/ 224749 h 503912"/>
              <a:gd name="csX78" fmla="*/ 203418 w 245235"/>
              <a:gd name="csY78" fmla="*/ 228616 h 503912"/>
              <a:gd name="csX79" fmla="*/ 201015 w 245235"/>
              <a:gd name="csY79" fmla="*/ 229588 h 503912"/>
              <a:gd name="csX80" fmla="*/ 196991 w 245235"/>
              <a:gd name="csY80" fmla="*/ 230726 h 503912"/>
              <a:gd name="csX81" fmla="*/ 198308 w 245235"/>
              <a:gd name="csY81" fmla="*/ 233350 h 503912"/>
              <a:gd name="csX82" fmla="*/ 199523 w 245235"/>
              <a:gd name="csY82" fmla="*/ 241200 h 503912"/>
              <a:gd name="csX83" fmla="*/ 200899 w 245235"/>
              <a:gd name="csY83" fmla="*/ 252786 h 503912"/>
              <a:gd name="csX84" fmla="*/ 200228 w 245235"/>
              <a:gd name="csY84" fmla="*/ 257969 h 503912"/>
              <a:gd name="csX85" fmla="*/ 197509 w 245235"/>
              <a:gd name="csY85" fmla="*/ 272843 h 503912"/>
              <a:gd name="csX86" fmla="*/ 194340 w 245235"/>
              <a:gd name="csY86" fmla="*/ 281107 h 503912"/>
              <a:gd name="csX87" fmla="*/ 191370 w 245235"/>
              <a:gd name="csY87" fmla="*/ 292273 h 503912"/>
              <a:gd name="csX88" fmla="*/ 195674 w 245235"/>
              <a:gd name="csY88" fmla="*/ 307167 h 503912"/>
              <a:gd name="csX89" fmla="*/ 199681 w 245235"/>
              <a:gd name="csY89" fmla="*/ 306687 h 503912"/>
              <a:gd name="csX90" fmla="*/ 200986 w 245235"/>
              <a:gd name="csY90" fmla="*/ 320424 h 503912"/>
              <a:gd name="csX91" fmla="*/ 197882 w 245235"/>
              <a:gd name="csY91" fmla="*/ 340480 h 503912"/>
              <a:gd name="csX92" fmla="*/ 197480 w 245235"/>
              <a:gd name="csY92" fmla="*/ 350806 h 503912"/>
              <a:gd name="csX93" fmla="*/ 195674 w 245235"/>
              <a:gd name="csY93" fmla="*/ 339189 h 503912"/>
              <a:gd name="csX94" fmla="*/ 193480 w 245235"/>
              <a:gd name="csY94" fmla="*/ 360201 h 503912"/>
              <a:gd name="csX95" fmla="*/ 197184 w 245235"/>
              <a:gd name="csY95" fmla="*/ 414396 h 503912"/>
              <a:gd name="csX96" fmla="*/ 198086 w 245235"/>
              <a:gd name="csY96" fmla="*/ 450991 h 503912"/>
              <a:gd name="csX97" fmla="*/ 192986 w 245235"/>
              <a:gd name="csY97" fmla="*/ 462927 h 503912"/>
              <a:gd name="csX98" fmla="*/ 186260 w 245235"/>
              <a:gd name="csY98" fmla="*/ 476652 h 503912"/>
              <a:gd name="csX99" fmla="*/ 187756 w 245235"/>
              <a:gd name="csY99" fmla="*/ 481169 h 503912"/>
              <a:gd name="csX100" fmla="*/ 190891 w 245235"/>
              <a:gd name="csY100" fmla="*/ 476652 h 503912"/>
              <a:gd name="csX101" fmla="*/ 193026 w 245235"/>
              <a:gd name="csY101" fmla="*/ 487623 h 503912"/>
              <a:gd name="csX102" fmla="*/ 194241 w 245235"/>
              <a:gd name="csY102" fmla="*/ 503884 h 503912"/>
              <a:gd name="csX103" fmla="*/ 181623 w 245235"/>
              <a:gd name="csY103" fmla="*/ 494203 h 5039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Lst>
            <a:rect l="l" t="t" r="r" b="b"/>
            <a:pathLst>
              <a:path w="245235" h="503912">
                <a:moveTo>
                  <a:pt x="181623" y="494203"/>
                </a:moveTo>
                <a:cubicBezTo>
                  <a:pt x="170080" y="484213"/>
                  <a:pt x="162664" y="481487"/>
                  <a:pt x="158452" y="485687"/>
                </a:cubicBezTo>
                <a:cubicBezTo>
                  <a:pt x="157384" y="486752"/>
                  <a:pt x="152834" y="487689"/>
                  <a:pt x="148342" y="487770"/>
                </a:cubicBezTo>
                <a:cubicBezTo>
                  <a:pt x="143849" y="487851"/>
                  <a:pt x="130880" y="488765"/>
                  <a:pt x="119521" y="489801"/>
                </a:cubicBezTo>
                <a:cubicBezTo>
                  <a:pt x="108163" y="490837"/>
                  <a:pt x="93741" y="490755"/>
                  <a:pt x="87472" y="489620"/>
                </a:cubicBezTo>
                <a:cubicBezTo>
                  <a:pt x="77605" y="487832"/>
                  <a:pt x="75687" y="486404"/>
                  <a:pt x="73190" y="478988"/>
                </a:cubicBezTo>
                <a:cubicBezTo>
                  <a:pt x="70001" y="469517"/>
                  <a:pt x="60184" y="460664"/>
                  <a:pt x="52773" y="460575"/>
                </a:cubicBezTo>
                <a:cubicBezTo>
                  <a:pt x="49415" y="460535"/>
                  <a:pt x="48457" y="461764"/>
                  <a:pt x="49575" y="464677"/>
                </a:cubicBezTo>
                <a:cubicBezTo>
                  <a:pt x="50616" y="467390"/>
                  <a:pt x="50039" y="468403"/>
                  <a:pt x="47915" y="467591"/>
                </a:cubicBezTo>
                <a:cubicBezTo>
                  <a:pt x="43178" y="465778"/>
                  <a:pt x="16822" y="457260"/>
                  <a:pt x="13036" y="456319"/>
                </a:cubicBezTo>
                <a:cubicBezTo>
                  <a:pt x="9334" y="455399"/>
                  <a:pt x="8569" y="442447"/>
                  <a:pt x="12217" y="442447"/>
                </a:cubicBezTo>
                <a:cubicBezTo>
                  <a:pt x="13541" y="442447"/>
                  <a:pt x="15349" y="440165"/>
                  <a:pt x="16234" y="437376"/>
                </a:cubicBezTo>
                <a:cubicBezTo>
                  <a:pt x="18137" y="431382"/>
                  <a:pt x="7778" y="415870"/>
                  <a:pt x="3077" y="417673"/>
                </a:cubicBezTo>
                <a:cubicBezTo>
                  <a:pt x="1055" y="418449"/>
                  <a:pt x="0" y="415744"/>
                  <a:pt x="0" y="409784"/>
                </a:cubicBezTo>
                <a:cubicBezTo>
                  <a:pt x="0" y="401499"/>
                  <a:pt x="536" y="400849"/>
                  <a:pt x="6196" y="402269"/>
                </a:cubicBezTo>
                <a:cubicBezTo>
                  <a:pt x="9603" y="403124"/>
                  <a:pt x="12454" y="402931"/>
                  <a:pt x="12532" y="401839"/>
                </a:cubicBezTo>
                <a:cubicBezTo>
                  <a:pt x="12609" y="400747"/>
                  <a:pt x="12969" y="395050"/>
                  <a:pt x="13332" y="389178"/>
                </a:cubicBezTo>
                <a:cubicBezTo>
                  <a:pt x="13694" y="383307"/>
                  <a:pt x="16057" y="375349"/>
                  <a:pt x="18583" y="371495"/>
                </a:cubicBezTo>
                <a:cubicBezTo>
                  <a:pt x="22726" y="365172"/>
                  <a:pt x="24227" y="364644"/>
                  <a:pt x="33934" y="366100"/>
                </a:cubicBezTo>
                <a:cubicBezTo>
                  <a:pt x="43066" y="367469"/>
                  <a:pt x="45460" y="366825"/>
                  <a:pt x="49768" y="361841"/>
                </a:cubicBezTo>
                <a:cubicBezTo>
                  <a:pt x="55970" y="354665"/>
                  <a:pt x="55203" y="348567"/>
                  <a:pt x="46692" y="337409"/>
                </a:cubicBezTo>
                <a:cubicBezTo>
                  <a:pt x="41680" y="330837"/>
                  <a:pt x="40608" y="327241"/>
                  <a:pt x="42031" y="321770"/>
                </a:cubicBezTo>
                <a:cubicBezTo>
                  <a:pt x="45168" y="309711"/>
                  <a:pt x="44306" y="300620"/>
                  <a:pt x="39524" y="295336"/>
                </a:cubicBezTo>
                <a:cubicBezTo>
                  <a:pt x="35095" y="290442"/>
                  <a:pt x="35173" y="290185"/>
                  <a:pt x="41858" y="287644"/>
                </a:cubicBezTo>
                <a:cubicBezTo>
                  <a:pt x="45661" y="286198"/>
                  <a:pt x="52494" y="281527"/>
                  <a:pt x="57042" y="277265"/>
                </a:cubicBezTo>
                <a:cubicBezTo>
                  <a:pt x="61590" y="273002"/>
                  <a:pt x="67303" y="269509"/>
                  <a:pt x="69737" y="269502"/>
                </a:cubicBezTo>
                <a:cubicBezTo>
                  <a:pt x="74976" y="269488"/>
                  <a:pt x="79509" y="261980"/>
                  <a:pt x="79509" y="253317"/>
                </a:cubicBezTo>
                <a:cubicBezTo>
                  <a:pt x="79509" y="246749"/>
                  <a:pt x="88587" y="240002"/>
                  <a:pt x="95370" y="241529"/>
                </a:cubicBezTo>
                <a:cubicBezTo>
                  <a:pt x="99614" y="242485"/>
                  <a:pt x="137917" y="214161"/>
                  <a:pt x="141543" y="207386"/>
                </a:cubicBezTo>
                <a:cubicBezTo>
                  <a:pt x="144262" y="202307"/>
                  <a:pt x="142422" y="199791"/>
                  <a:pt x="135987" y="199791"/>
                </a:cubicBezTo>
                <a:cubicBezTo>
                  <a:pt x="130714" y="199791"/>
                  <a:pt x="128893" y="192306"/>
                  <a:pt x="127900" y="166538"/>
                </a:cubicBezTo>
                <a:lnTo>
                  <a:pt x="127266" y="150064"/>
                </a:lnTo>
                <a:lnTo>
                  <a:pt x="118230" y="149351"/>
                </a:lnTo>
                <a:cubicBezTo>
                  <a:pt x="113261" y="148959"/>
                  <a:pt x="107898" y="149707"/>
                  <a:pt x="106311" y="151014"/>
                </a:cubicBezTo>
                <a:cubicBezTo>
                  <a:pt x="104470" y="152530"/>
                  <a:pt x="102255" y="151977"/>
                  <a:pt x="100187" y="149485"/>
                </a:cubicBezTo>
                <a:cubicBezTo>
                  <a:pt x="98405" y="147337"/>
                  <a:pt x="93728" y="145581"/>
                  <a:pt x="89795" y="145581"/>
                </a:cubicBezTo>
                <a:cubicBezTo>
                  <a:pt x="82532" y="145581"/>
                  <a:pt x="79509" y="141725"/>
                  <a:pt x="79509" y="132462"/>
                </a:cubicBezTo>
                <a:cubicBezTo>
                  <a:pt x="79509" y="129370"/>
                  <a:pt x="77720" y="127510"/>
                  <a:pt x="74746" y="127510"/>
                </a:cubicBezTo>
                <a:cubicBezTo>
                  <a:pt x="66661" y="127510"/>
                  <a:pt x="61439" y="119085"/>
                  <a:pt x="61439" y="106041"/>
                </a:cubicBezTo>
                <a:cubicBezTo>
                  <a:pt x="61439" y="94056"/>
                  <a:pt x="61402" y="94007"/>
                  <a:pt x="51376" y="92403"/>
                </a:cubicBezTo>
                <a:cubicBezTo>
                  <a:pt x="41507" y="90825"/>
                  <a:pt x="41357" y="90638"/>
                  <a:pt x="43631" y="82710"/>
                </a:cubicBezTo>
                <a:cubicBezTo>
                  <a:pt x="46841" y="71517"/>
                  <a:pt x="46650" y="70719"/>
                  <a:pt x="40756" y="70719"/>
                </a:cubicBezTo>
                <a:cubicBezTo>
                  <a:pt x="36165" y="70719"/>
                  <a:pt x="35750" y="69551"/>
                  <a:pt x="37174" y="60642"/>
                </a:cubicBezTo>
                <a:cubicBezTo>
                  <a:pt x="39267" y="47555"/>
                  <a:pt x="31942" y="24727"/>
                  <a:pt x="23391" y="17685"/>
                </a:cubicBezTo>
                <a:lnTo>
                  <a:pt x="16983" y="12409"/>
                </a:lnTo>
                <a:lnTo>
                  <a:pt x="27512" y="5441"/>
                </a:lnTo>
                <a:cubicBezTo>
                  <a:pt x="36589" y="-566"/>
                  <a:pt x="38942" y="-1116"/>
                  <a:pt x="44577" y="1452"/>
                </a:cubicBezTo>
                <a:cubicBezTo>
                  <a:pt x="50920" y="4342"/>
                  <a:pt x="52469" y="8771"/>
                  <a:pt x="51418" y="21016"/>
                </a:cubicBezTo>
                <a:cubicBezTo>
                  <a:pt x="51144" y="24205"/>
                  <a:pt x="52304" y="29399"/>
                  <a:pt x="53995" y="32559"/>
                </a:cubicBezTo>
                <a:cubicBezTo>
                  <a:pt x="55686" y="35718"/>
                  <a:pt x="56925" y="42138"/>
                  <a:pt x="56749" y="46824"/>
                </a:cubicBezTo>
                <a:cubicBezTo>
                  <a:pt x="56573" y="51511"/>
                  <a:pt x="58717" y="59420"/>
                  <a:pt x="61515" y="64401"/>
                </a:cubicBezTo>
                <a:cubicBezTo>
                  <a:pt x="64313" y="69382"/>
                  <a:pt x="66683" y="76616"/>
                  <a:pt x="66783" y="80478"/>
                </a:cubicBezTo>
                <a:cubicBezTo>
                  <a:pt x="66944" y="86723"/>
                  <a:pt x="67209" y="86928"/>
                  <a:pt x="69183" y="82335"/>
                </a:cubicBezTo>
                <a:cubicBezTo>
                  <a:pt x="71476" y="76999"/>
                  <a:pt x="71863" y="77758"/>
                  <a:pt x="72797" y="89434"/>
                </a:cubicBezTo>
                <a:cubicBezTo>
                  <a:pt x="72939" y="91209"/>
                  <a:pt x="74996" y="94114"/>
                  <a:pt x="77368" y="95891"/>
                </a:cubicBezTo>
                <a:cubicBezTo>
                  <a:pt x="79740" y="97667"/>
                  <a:pt x="82447" y="102604"/>
                  <a:pt x="83382" y="106862"/>
                </a:cubicBezTo>
                <a:cubicBezTo>
                  <a:pt x="84688" y="112811"/>
                  <a:pt x="86501" y="114603"/>
                  <a:pt x="91209" y="114603"/>
                </a:cubicBezTo>
                <a:cubicBezTo>
                  <a:pt x="99379" y="114603"/>
                  <a:pt x="110872" y="119677"/>
                  <a:pt x="115649" y="125394"/>
                </a:cubicBezTo>
                <a:cubicBezTo>
                  <a:pt x="117952" y="128149"/>
                  <a:pt x="124752" y="130674"/>
                  <a:pt x="132428" y="131624"/>
                </a:cubicBezTo>
                <a:cubicBezTo>
                  <a:pt x="141521" y="132750"/>
                  <a:pt x="146878" y="135032"/>
                  <a:pt x="150553" y="139348"/>
                </a:cubicBezTo>
                <a:cubicBezTo>
                  <a:pt x="154982" y="144548"/>
                  <a:pt x="158885" y="145694"/>
                  <a:pt x="176368" y="146927"/>
                </a:cubicBezTo>
                <a:cubicBezTo>
                  <a:pt x="205380" y="148973"/>
                  <a:pt x="204499" y="148736"/>
                  <a:pt x="211382" y="156343"/>
                </a:cubicBezTo>
                <a:cubicBezTo>
                  <a:pt x="219859" y="165712"/>
                  <a:pt x="228327" y="167989"/>
                  <a:pt x="230401" y="161456"/>
                </a:cubicBezTo>
                <a:cubicBezTo>
                  <a:pt x="231901" y="156729"/>
                  <a:pt x="241748" y="152072"/>
                  <a:pt x="244475" y="154799"/>
                </a:cubicBezTo>
                <a:cubicBezTo>
                  <a:pt x="248005" y="158329"/>
                  <a:pt x="238595" y="195092"/>
                  <a:pt x="229656" y="212698"/>
                </a:cubicBezTo>
                <a:cubicBezTo>
                  <a:pt x="224250" y="223347"/>
                  <a:pt x="218479" y="236706"/>
                  <a:pt x="216833" y="242385"/>
                </a:cubicBezTo>
                <a:cubicBezTo>
                  <a:pt x="208092" y="272545"/>
                  <a:pt x="205996" y="281464"/>
                  <a:pt x="205960" y="288674"/>
                </a:cubicBezTo>
                <a:cubicBezTo>
                  <a:pt x="205939" y="293031"/>
                  <a:pt x="204795" y="298338"/>
                  <a:pt x="203418" y="300468"/>
                </a:cubicBezTo>
                <a:cubicBezTo>
                  <a:pt x="201194" y="303910"/>
                  <a:pt x="200920" y="303910"/>
                  <a:pt x="200956" y="300468"/>
                </a:cubicBezTo>
                <a:cubicBezTo>
                  <a:pt x="201123" y="284393"/>
                  <a:pt x="207229" y="256741"/>
                  <a:pt x="214917" y="237240"/>
                </a:cubicBezTo>
                <a:cubicBezTo>
                  <a:pt x="219951" y="224471"/>
                  <a:pt x="224070" y="212844"/>
                  <a:pt x="224070" y="211401"/>
                </a:cubicBezTo>
                <a:cubicBezTo>
                  <a:pt x="224070" y="209958"/>
                  <a:pt x="221625" y="207250"/>
                  <a:pt x="218637" y="205384"/>
                </a:cubicBezTo>
                <a:cubicBezTo>
                  <a:pt x="215583" y="203477"/>
                  <a:pt x="213971" y="203233"/>
                  <a:pt x="214956" y="204826"/>
                </a:cubicBezTo>
                <a:cubicBezTo>
                  <a:pt x="215920" y="206386"/>
                  <a:pt x="215897" y="211356"/>
                  <a:pt x="214905" y="215873"/>
                </a:cubicBezTo>
                <a:lnTo>
                  <a:pt x="213101" y="224084"/>
                </a:lnTo>
                <a:lnTo>
                  <a:pt x="208491" y="218391"/>
                </a:lnTo>
                <a:cubicBezTo>
                  <a:pt x="202731" y="211277"/>
                  <a:pt x="199260" y="211160"/>
                  <a:pt x="197466" y="218019"/>
                </a:cubicBezTo>
                <a:cubicBezTo>
                  <a:pt x="196615" y="221276"/>
                  <a:pt x="197499" y="223887"/>
                  <a:pt x="199747" y="224749"/>
                </a:cubicBezTo>
                <a:cubicBezTo>
                  <a:pt x="201766" y="225524"/>
                  <a:pt x="203418" y="227264"/>
                  <a:pt x="203418" y="228616"/>
                </a:cubicBezTo>
                <a:cubicBezTo>
                  <a:pt x="203418" y="229967"/>
                  <a:pt x="202337" y="230405"/>
                  <a:pt x="201015" y="229588"/>
                </a:cubicBezTo>
                <a:cubicBezTo>
                  <a:pt x="199694" y="228771"/>
                  <a:pt x="197882" y="229283"/>
                  <a:pt x="196991" y="230726"/>
                </a:cubicBezTo>
                <a:cubicBezTo>
                  <a:pt x="196099" y="232169"/>
                  <a:pt x="196692" y="233350"/>
                  <a:pt x="198308" y="233350"/>
                </a:cubicBezTo>
                <a:cubicBezTo>
                  <a:pt x="200240" y="233350"/>
                  <a:pt x="200656" y="236041"/>
                  <a:pt x="199523" y="241200"/>
                </a:cubicBezTo>
                <a:cubicBezTo>
                  <a:pt x="198474" y="245978"/>
                  <a:pt x="199012" y="250512"/>
                  <a:pt x="200899" y="252786"/>
                </a:cubicBezTo>
                <a:cubicBezTo>
                  <a:pt x="203352" y="255741"/>
                  <a:pt x="203212" y="256824"/>
                  <a:pt x="200228" y="257969"/>
                </a:cubicBezTo>
                <a:cubicBezTo>
                  <a:pt x="197388" y="259059"/>
                  <a:pt x="196716" y="262734"/>
                  <a:pt x="197509" y="272843"/>
                </a:cubicBezTo>
                <a:cubicBezTo>
                  <a:pt x="198508" y="285590"/>
                  <a:pt x="198348" y="286008"/>
                  <a:pt x="194340" y="281107"/>
                </a:cubicBezTo>
                <a:cubicBezTo>
                  <a:pt x="190355" y="276233"/>
                  <a:pt x="190188" y="276860"/>
                  <a:pt x="191370" y="292273"/>
                </a:cubicBezTo>
                <a:cubicBezTo>
                  <a:pt x="192505" y="307076"/>
                  <a:pt x="195674" y="318043"/>
                  <a:pt x="195674" y="307167"/>
                </a:cubicBezTo>
                <a:cubicBezTo>
                  <a:pt x="195674" y="303112"/>
                  <a:pt x="196059" y="303066"/>
                  <a:pt x="199681" y="306687"/>
                </a:cubicBezTo>
                <a:cubicBezTo>
                  <a:pt x="202942" y="309948"/>
                  <a:pt x="203185" y="312507"/>
                  <a:pt x="200986" y="320424"/>
                </a:cubicBezTo>
                <a:cubicBezTo>
                  <a:pt x="199500" y="325776"/>
                  <a:pt x="198103" y="334801"/>
                  <a:pt x="197882" y="340480"/>
                </a:cubicBezTo>
                <a:lnTo>
                  <a:pt x="197480" y="350806"/>
                </a:lnTo>
                <a:lnTo>
                  <a:pt x="195674" y="339189"/>
                </a:lnTo>
                <a:cubicBezTo>
                  <a:pt x="194403" y="331014"/>
                  <a:pt x="193753" y="337239"/>
                  <a:pt x="193480" y="360201"/>
                </a:cubicBezTo>
                <a:cubicBezTo>
                  <a:pt x="193236" y="380786"/>
                  <a:pt x="194603" y="400790"/>
                  <a:pt x="197184" y="414396"/>
                </a:cubicBezTo>
                <a:cubicBezTo>
                  <a:pt x="200612" y="432468"/>
                  <a:pt x="200758" y="438399"/>
                  <a:pt x="198086" y="450991"/>
                </a:cubicBezTo>
                <a:cubicBezTo>
                  <a:pt x="196258" y="459605"/>
                  <a:pt x="194082" y="464699"/>
                  <a:pt x="192986" y="462927"/>
                </a:cubicBezTo>
                <a:cubicBezTo>
                  <a:pt x="191158" y="459970"/>
                  <a:pt x="190587" y="461135"/>
                  <a:pt x="186260" y="476652"/>
                </a:cubicBezTo>
                <a:cubicBezTo>
                  <a:pt x="185567" y="479136"/>
                  <a:pt x="186240" y="481169"/>
                  <a:pt x="187756" y="481169"/>
                </a:cubicBezTo>
                <a:cubicBezTo>
                  <a:pt x="189271" y="481169"/>
                  <a:pt x="190682" y="479136"/>
                  <a:pt x="190891" y="476652"/>
                </a:cubicBezTo>
                <a:cubicBezTo>
                  <a:pt x="191099" y="474167"/>
                  <a:pt x="192060" y="479104"/>
                  <a:pt x="193026" y="487623"/>
                </a:cubicBezTo>
                <a:cubicBezTo>
                  <a:pt x="193992" y="496142"/>
                  <a:pt x="194538" y="503459"/>
                  <a:pt x="194241" y="503884"/>
                </a:cubicBezTo>
                <a:cubicBezTo>
                  <a:pt x="193943" y="504308"/>
                  <a:pt x="188265" y="499952"/>
                  <a:pt x="181623" y="494203"/>
                </a:cubicBezTo>
                <a:close/>
              </a:path>
            </a:pathLst>
          </a:custGeom>
          <a:solidFill>
            <a:srgbClr val="B9B9B9"/>
          </a:solidFill>
          <a:ln w="5163" cap="flat">
            <a:noFill/>
            <a:prstDash val="solid"/>
            <a:miter/>
          </a:ln>
        </p:spPr>
        <p:txBody>
          <a:bodyPr/>
          <a:lstStyle/>
          <a:p>
            <a:endParaRPr lang="es-419" noProof="0" dirty="0"/>
          </a:p>
        </p:txBody>
      </p:sp>
      <p:sp>
        <p:nvSpPr>
          <p:cNvPr id="53" name="Forma libre: forma 52">
            <a:extLst>
              <a:ext uri="{FF2B5EF4-FFF2-40B4-BE49-F238E27FC236}">
                <a16:creationId xmlns:a16="http://schemas.microsoft.com/office/drawing/2014/main" id="{9F4E3138-DB5D-C0BB-4D05-27FB95307F0A}"/>
              </a:ext>
            </a:extLst>
          </p:cNvPr>
          <p:cNvSpPr/>
          <p:nvPr/>
        </p:nvSpPr>
        <p:spPr>
          <a:xfrm>
            <a:off x="920115" y="1646957"/>
            <a:ext cx="379561" cy="415583"/>
          </a:xfrm>
          <a:custGeom>
            <a:avLst/>
            <a:gdLst>
              <a:gd name="csX0" fmla="*/ 203090 w 379561"/>
              <a:gd name="csY0" fmla="*/ 414284 h 415583"/>
              <a:gd name="csX1" fmla="*/ 197077 w 379561"/>
              <a:gd name="csY1" fmla="*/ 404675 h 415583"/>
              <a:gd name="csX2" fmla="*/ 192271 w 379561"/>
              <a:gd name="csY2" fmla="*/ 395646 h 415583"/>
              <a:gd name="csX3" fmla="*/ 171007 w 379561"/>
              <a:gd name="csY3" fmla="*/ 397866 h 415583"/>
              <a:gd name="csX4" fmla="*/ 166946 w 379561"/>
              <a:gd name="csY4" fmla="*/ 392738 h 415583"/>
              <a:gd name="csX5" fmla="*/ 171214 w 379561"/>
              <a:gd name="csY5" fmla="*/ 375323 h 415583"/>
              <a:gd name="csX6" fmla="*/ 168526 w 379561"/>
              <a:gd name="csY6" fmla="*/ 359903 h 415583"/>
              <a:gd name="csX7" fmla="*/ 135682 w 379561"/>
              <a:gd name="csY7" fmla="*/ 348579 h 415583"/>
              <a:gd name="csX8" fmla="*/ 130456 w 379561"/>
              <a:gd name="csY8" fmla="*/ 344743 h 415583"/>
              <a:gd name="csX9" fmla="*/ 123707 w 379561"/>
              <a:gd name="csY9" fmla="*/ 339434 h 415583"/>
              <a:gd name="csX10" fmla="*/ 111898 w 379561"/>
              <a:gd name="csY10" fmla="*/ 326710 h 415583"/>
              <a:gd name="csX11" fmla="*/ 102819 w 379561"/>
              <a:gd name="csY11" fmla="*/ 312359 h 415583"/>
              <a:gd name="csX12" fmla="*/ 100189 w 379561"/>
              <a:gd name="csY12" fmla="*/ 303716 h 415583"/>
              <a:gd name="csX13" fmla="*/ 96495 w 379561"/>
              <a:gd name="csY13" fmla="*/ 291424 h 415583"/>
              <a:gd name="csX14" fmla="*/ 91114 w 379561"/>
              <a:gd name="csY14" fmla="*/ 269668 h 415583"/>
              <a:gd name="csX15" fmla="*/ 73368 w 379561"/>
              <a:gd name="csY15" fmla="*/ 228658 h 415583"/>
              <a:gd name="csX16" fmla="*/ 56149 w 379561"/>
              <a:gd name="csY16" fmla="*/ 225592 h 415583"/>
              <a:gd name="csX17" fmla="*/ 38234 w 379561"/>
              <a:gd name="csY17" fmla="*/ 218995 h 415583"/>
              <a:gd name="csX18" fmla="*/ 14702 w 379561"/>
              <a:gd name="csY18" fmla="*/ 179229 h 415583"/>
              <a:gd name="csX19" fmla="*/ 4675 w 379561"/>
              <a:gd name="csY19" fmla="*/ 165798 h 415583"/>
              <a:gd name="csX20" fmla="*/ 1771 w 379561"/>
              <a:gd name="csY20" fmla="*/ 155184 h 415583"/>
              <a:gd name="csX21" fmla="*/ 712 w 379561"/>
              <a:gd name="csY21" fmla="*/ 126667 h 415583"/>
              <a:gd name="csX22" fmla="*/ 2557 w 379561"/>
              <a:gd name="csY22" fmla="*/ 104522 h 415583"/>
              <a:gd name="csX23" fmla="*/ 16402 w 379561"/>
              <a:gd name="csY23" fmla="*/ 104522 h 415583"/>
              <a:gd name="csX24" fmla="*/ 46584 w 379561"/>
              <a:gd name="csY24" fmla="*/ 95540 h 415583"/>
              <a:gd name="csX25" fmla="*/ 48520 w 379561"/>
              <a:gd name="csY25" fmla="*/ 81044 h 415583"/>
              <a:gd name="csX26" fmla="*/ 53693 w 379561"/>
              <a:gd name="csY26" fmla="*/ 64536 h 415583"/>
              <a:gd name="csX27" fmla="*/ 57236 w 379561"/>
              <a:gd name="csY27" fmla="*/ 49938 h 415583"/>
              <a:gd name="csX28" fmla="*/ 61307 w 379561"/>
              <a:gd name="csY28" fmla="*/ 39986 h 415583"/>
              <a:gd name="csX29" fmla="*/ 72238 w 379561"/>
              <a:gd name="csY29" fmla="*/ 37166 h 415583"/>
              <a:gd name="csX30" fmla="*/ 75921 w 379561"/>
              <a:gd name="csY30" fmla="*/ 26420 h 415583"/>
              <a:gd name="csX31" fmla="*/ 86217 w 379561"/>
              <a:gd name="csY31" fmla="*/ 9008 h 415583"/>
              <a:gd name="csX32" fmla="*/ 91229 w 379561"/>
              <a:gd name="csY32" fmla="*/ 3610 h 415583"/>
              <a:gd name="csX33" fmla="*/ 100572 w 379561"/>
              <a:gd name="csY33" fmla="*/ 6016 h 415583"/>
              <a:gd name="csX34" fmla="*/ 115842 w 379561"/>
              <a:gd name="csY34" fmla="*/ 15498 h 415583"/>
              <a:gd name="csX35" fmla="*/ 130061 w 379561"/>
              <a:gd name="csY35" fmla="*/ 25801 h 415583"/>
              <a:gd name="csX36" fmla="*/ 153502 w 379561"/>
              <a:gd name="csY36" fmla="*/ 36020 h 415583"/>
              <a:gd name="csX37" fmla="*/ 166647 w 379561"/>
              <a:gd name="csY37" fmla="*/ 35196 h 415583"/>
              <a:gd name="csX38" fmla="*/ 177014 w 379561"/>
              <a:gd name="csY38" fmla="*/ 35079 h 415583"/>
              <a:gd name="csX39" fmla="*/ 199575 w 379561"/>
              <a:gd name="csY39" fmla="*/ 42570 h 415583"/>
              <a:gd name="csX40" fmla="*/ 223114 w 379561"/>
              <a:gd name="csY40" fmla="*/ 30983 h 415583"/>
              <a:gd name="csX41" fmla="*/ 243392 w 379561"/>
              <a:gd name="csY41" fmla="*/ 13562 h 415583"/>
              <a:gd name="csX42" fmla="*/ 257664 w 379561"/>
              <a:gd name="csY42" fmla="*/ 14175 h 415583"/>
              <a:gd name="csX43" fmla="*/ 270020 w 379561"/>
              <a:gd name="csY43" fmla="*/ 16753 h 415583"/>
              <a:gd name="csX44" fmla="*/ 290519 w 379561"/>
              <a:gd name="csY44" fmla="*/ 30455 h 415583"/>
              <a:gd name="csX45" fmla="*/ 307913 w 379561"/>
              <a:gd name="csY45" fmla="*/ 52734 h 415583"/>
              <a:gd name="csX46" fmla="*/ 307918 w 379561"/>
              <a:gd name="csY46" fmla="*/ 71135 h 415583"/>
              <a:gd name="csX47" fmla="*/ 305239 w 379561"/>
              <a:gd name="csY47" fmla="*/ 92635 h 415583"/>
              <a:gd name="csX48" fmla="*/ 300393 w 379561"/>
              <a:gd name="csY48" fmla="*/ 116124 h 415583"/>
              <a:gd name="csX49" fmla="*/ 296534 w 379561"/>
              <a:gd name="csY49" fmla="*/ 139467 h 415583"/>
              <a:gd name="csX50" fmla="*/ 294862 w 379561"/>
              <a:gd name="csY50" fmla="*/ 144381 h 415583"/>
              <a:gd name="csX51" fmla="*/ 302443 w 379561"/>
              <a:gd name="csY51" fmla="*/ 174221 h 415583"/>
              <a:gd name="csX52" fmla="*/ 331579 w 379561"/>
              <a:gd name="csY52" fmla="*/ 200036 h 415583"/>
              <a:gd name="csX53" fmla="*/ 345885 w 379561"/>
              <a:gd name="csY53" fmla="*/ 204322 h 415583"/>
              <a:gd name="csX54" fmla="*/ 358173 w 379561"/>
              <a:gd name="csY54" fmla="*/ 192088 h 415583"/>
              <a:gd name="csX55" fmla="*/ 365209 w 379561"/>
              <a:gd name="csY55" fmla="*/ 177533 h 415583"/>
              <a:gd name="csX56" fmla="*/ 378528 w 379561"/>
              <a:gd name="csY56" fmla="*/ 217259 h 415583"/>
              <a:gd name="csX57" fmla="*/ 379561 w 379561"/>
              <a:gd name="csY57" fmla="*/ 233192 h 415583"/>
              <a:gd name="csX58" fmla="*/ 368302 w 379561"/>
              <a:gd name="csY58" fmla="*/ 234810 h 415583"/>
              <a:gd name="csX59" fmla="*/ 342845 w 379561"/>
              <a:gd name="csY59" fmla="*/ 234877 h 415583"/>
              <a:gd name="csX60" fmla="*/ 294625 w 379561"/>
              <a:gd name="csY60" fmla="*/ 235311 h 415583"/>
              <a:gd name="csX61" fmla="*/ 265550 w 379561"/>
              <a:gd name="csY61" fmla="*/ 264572 h 415583"/>
              <a:gd name="csX62" fmla="*/ 257155 w 379561"/>
              <a:gd name="csY62" fmla="*/ 290178 h 415583"/>
              <a:gd name="csX63" fmla="*/ 253059 w 379561"/>
              <a:gd name="csY63" fmla="*/ 303293 h 415583"/>
              <a:gd name="csX64" fmla="*/ 248021 w 379561"/>
              <a:gd name="csY64" fmla="*/ 307811 h 415583"/>
              <a:gd name="csX65" fmla="*/ 241573 w 379561"/>
              <a:gd name="csY65" fmla="*/ 316201 h 415583"/>
              <a:gd name="csX66" fmla="*/ 230054 w 379561"/>
              <a:gd name="csY66" fmla="*/ 378609 h 415583"/>
              <a:gd name="csX67" fmla="*/ 225886 w 379561"/>
              <a:gd name="csY67" fmla="*/ 411224 h 415583"/>
              <a:gd name="csX68" fmla="*/ 203090 w 379561"/>
              <a:gd name="csY68" fmla="*/ 414284 h 4155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Lst>
            <a:rect l="l" t="t" r="r" b="b"/>
            <a:pathLst>
              <a:path w="379561" h="415583">
                <a:moveTo>
                  <a:pt x="203090" y="414284"/>
                </a:moveTo>
                <a:cubicBezTo>
                  <a:pt x="200763" y="412907"/>
                  <a:pt x="198058" y="408583"/>
                  <a:pt x="197077" y="404675"/>
                </a:cubicBezTo>
                <a:cubicBezTo>
                  <a:pt x="196096" y="400766"/>
                  <a:pt x="193933" y="396703"/>
                  <a:pt x="192271" y="395646"/>
                </a:cubicBezTo>
                <a:cubicBezTo>
                  <a:pt x="187214" y="392429"/>
                  <a:pt x="177806" y="393412"/>
                  <a:pt x="171007" y="397866"/>
                </a:cubicBezTo>
                <a:cubicBezTo>
                  <a:pt x="162395" y="403509"/>
                  <a:pt x="159848" y="400293"/>
                  <a:pt x="166946" y="392738"/>
                </a:cubicBezTo>
                <a:cubicBezTo>
                  <a:pt x="171625" y="387757"/>
                  <a:pt x="172379" y="384679"/>
                  <a:pt x="171214" y="375323"/>
                </a:cubicBezTo>
                <a:cubicBezTo>
                  <a:pt x="170436" y="369072"/>
                  <a:pt x="169226" y="362133"/>
                  <a:pt x="168526" y="359903"/>
                </a:cubicBezTo>
                <a:cubicBezTo>
                  <a:pt x="167058" y="355229"/>
                  <a:pt x="141404" y="346384"/>
                  <a:pt x="135682" y="348579"/>
                </a:cubicBezTo>
                <a:cubicBezTo>
                  <a:pt x="133235" y="349518"/>
                  <a:pt x="131342" y="348128"/>
                  <a:pt x="130456" y="344743"/>
                </a:cubicBezTo>
                <a:cubicBezTo>
                  <a:pt x="129618" y="341535"/>
                  <a:pt x="126946" y="339434"/>
                  <a:pt x="123707" y="339434"/>
                </a:cubicBezTo>
                <a:cubicBezTo>
                  <a:pt x="119877" y="339434"/>
                  <a:pt x="116504" y="335800"/>
                  <a:pt x="111898" y="326710"/>
                </a:cubicBezTo>
                <a:cubicBezTo>
                  <a:pt x="108351" y="319711"/>
                  <a:pt x="104266" y="313253"/>
                  <a:pt x="102819" y="312359"/>
                </a:cubicBezTo>
                <a:cubicBezTo>
                  <a:pt x="101373" y="311465"/>
                  <a:pt x="100189" y="307575"/>
                  <a:pt x="100189" y="303716"/>
                </a:cubicBezTo>
                <a:cubicBezTo>
                  <a:pt x="100189" y="299856"/>
                  <a:pt x="98526" y="294325"/>
                  <a:pt x="96495" y="291424"/>
                </a:cubicBezTo>
                <a:cubicBezTo>
                  <a:pt x="94463" y="288523"/>
                  <a:pt x="92041" y="278733"/>
                  <a:pt x="91114" y="269668"/>
                </a:cubicBezTo>
                <a:cubicBezTo>
                  <a:pt x="89247" y="251425"/>
                  <a:pt x="83480" y="238096"/>
                  <a:pt x="73368" y="228658"/>
                </a:cubicBezTo>
                <a:cubicBezTo>
                  <a:pt x="67157" y="222862"/>
                  <a:pt x="65968" y="222650"/>
                  <a:pt x="56149" y="225592"/>
                </a:cubicBezTo>
                <a:cubicBezTo>
                  <a:pt x="44901" y="228962"/>
                  <a:pt x="38234" y="226507"/>
                  <a:pt x="38234" y="218995"/>
                </a:cubicBezTo>
                <a:cubicBezTo>
                  <a:pt x="38234" y="211509"/>
                  <a:pt x="24381" y="188100"/>
                  <a:pt x="14702" y="179229"/>
                </a:cubicBezTo>
                <a:cubicBezTo>
                  <a:pt x="9187" y="174175"/>
                  <a:pt x="4675" y="168131"/>
                  <a:pt x="4675" y="165798"/>
                </a:cubicBezTo>
                <a:cubicBezTo>
                  <a:pt x="4675" y="163466"/>
                  <a:pt x="3368" y="158689"/>
                  <a:pt x="1771" y="155184"/>
                </a:cubicBezTo>
                <a:cubicBezTo>
                  <a:pt x="-157" y="150952"/>
                  <a:pt x="-513" y="141373"/>
                  <a:pt x="712" y="126667"/>
                </a:cubicBezTo>
                <a:lnTo>
                  <a:pt x="2557" y="104522"/>
                </a:lnTo>
                <a:lnTo>
                  <a:pt x="16402" y="104522"/>
                </a:lnTo>
                <a:cubicBezTo>
                  <a:pt x="30035" y="104522"/>
                  <a:pt x="42866" y="100703"/>
                  <a:pt x="46584" y="95540"/>
                </a:cubicBezTo>
                <a:cubicBezTo>
                  <a:pt x="47627" y="94091"/>
                  <a:pt x="48499" y="87568"/>
                  <a:pt x="48520" y="81044"/>
                </a:cubicBezTo>
                <a:cubicBezTo>
                  <a:pt x="48549" y="72518"/>
                  <a:pt x="50004" y="67875"/>
                  <a:pt x="53693" y="64536"/>
                </a:cubicBezTo>
                <a:cubicBezTo>
                  <a:pt x="57798" y="60822"/>
                  <a:pt x="58508" y="57895"/>
                  <a:pt x="57236" y="49938"/>
                </a:cubicBezTo>
                <a:cubicBezTo>
                  <a:pt x="55795" y="40930"/>
                  <a:pt x="56182" y="39986"/>
                  <a:pt x="61307" y="39986"/>
                </a:cubicBezTo>
                <a:cubicBezTo>
                  <a:pt x="64421" y="39986"/>
                  <a:pt x="69340" y="38717"/>
                  <a:pt x="72238" y="37166"/>
                </a:cubicBezTo>
                <a:cubicBezTo>
                  <a:pt x="76432" y="34922"/>
                  <a:pt x="77183" y="32731"/>
                  <a:pt x="75921" y="26420"/>
                </a:cubicBezTo>
                <a:cubicBezTo>
                  <a:pt x="74260" y="18119"/>
                  <a:pt x="79648" y="9008"/>
                  <a:pt x="86217" y="9008"/>
                </a:cubicBezTo>
                <a:cubicBezTo>
                  <a:pt x="88031" y="9008"/>
                  <a:pt x="90286" y="6579"/>
                  <a:pt x="91229" y="3610"/>
                </a:cubicBezTo>
                <a:cubicBezTo>
                  <a:pt x="92878" y="-1587"/>
                  <a:pt x="93226" y="-1498"/>
                  <a:pt x="100572" y="6016"/>
                </a:cubicBezTo>
                <a:cubicBezTo>
                  <a:pt x="104769" y="10308"/>
                  <a:pt x="111640" y="14575"/>
                  <a:pt x="115842" y="15498"/>
                </a:cubicBezTo>
                <a:cubicBezTo>
                  <a:pt x="120151" y="16445"/>
                  <a:pt x="126350" y="20937"/>
                  <a:pt x="130061" y="25801"/>
                </a:cubicBezTo>
                <a:cubicBezTo>
                  <a:pt x="137904" y="36084"/>
                  <a:pt x="151245" y="41900"/>
                  <a:pt x="153502" y="36020"/>
                </a:cubicBezTo>
                <a:cubicBezTo>
                  <a:pt x="155231" y="31515"/>
                  <a:pt x="162509" y="31058"/>
                  <a:pt x="166647" y="35196"/>
                </a:cubicBezTo>
                <a:cubicBezTo>
                  <a:pt x="168865" y="37413"/>
                  <a:pt x="171448" y="37384"/>
                  <a:pt x="177014" y="35079"/>
                </a:cubicBezTo>
                <a:cubicBezTo>
                  <a:pt x="186293" y="31236"/>
                  <a:pt x="197119" y="34830"/>
                  <a:pt x="199575" y="42570"/>
                </a:cubicBezTo>
                <a:cubicBezTo>
                  <a:pt x="202586" y="52057"/>
                  <a:pt x="211392" y="47722"/>
                  <a:pt x="223114" y="30983"/>
                </a:cubicBezTo>
                <a:cubicBezTo>
                  <a:pt x="231922" y="18404"/>
                  <a:pt x="235698" y="15160"/>
                  <a:pt x="243392" y="13562"/>
                </a:cubicBezTo>
                <a:cubicBezTo>
                  <a:pt x="248841" y="12430"/>
                  <a:pt x="254889" y="12690"/>
                  <a:pt x="257664" y="14175"/>
                </a:cubicBezTo>
                <a:cubicBezTo>
                  <a:pt x="260313" y="15593"/>
                  <a:pt x="265874" y="16753"/>
                  <a:pt x="270020" y="16753"/>
                </a:cubicBezTo>
                <a:cubicBezTo>
                  <a:pt x="275778" y="16753"/>
                  <a:pt x="280624" y="19992"/>
                  <a:pt x="290519" y="30455"/>
                </a:cubicBezTo>
                <a:cubicBezTo>
                  <a:pt x="297647" y="37991"/>
                  <a:pt x="305474" y="48017"/>
                  <a:pt x="307913" y="52734"/>
                </a:cubicBezTo>
                <a:cubicBezTo>
                  <a:pt x="312104" y="60839"/>
                  <a:pt x="312105" y="61851"/>
                  <a:pt x="307918" y="71135"/>
                </a:cubicBezTo>
                <a:cubicBezTo>
                  <a:pt x="304686" y="78303"/>
                  <a:pt x="303961" y="84117"/>
                  <a:pt x="305239" y="92635"/>
                </a:cubicBezTo>
                <a:cubicBezTo>
                  <a:pt x="306699" y="102374"/>
                  <a:pt x="305896" y="106269"/>
                  <a:pt x="300393" y="116124"/>
                </a:cubicBezTo>
                <a:cubicBezTo>
                  <a:pt x="293385" y="128678"/>
                  <a:pt x="292058" y="136701"/>
                  <a:pt x="296534" y="139467"/>
                </a:cubicBezTo>
                <a:cubicBezTo>
                  <a:pt x="298276" y="140544"/>
                  <a:pt x="297669" y="142329"/>
                  <a:pt x="294862" y="144381"/>
                </a:cubicBezTo>
                <a:cubicBezTo>
                  <a:pt x="289162" y="148549"/>
                  <a:pt x="291010" y="155821"/>
                  <a:pt x="302443" y="174221"/>
                </a:cubicBezTo>
                <a:cubicBezTo>
                  <a:pt x="315893" y="195868"/>
                  <a:pt x="320598" y="200036"/>
                  <a:pt x="331579" y="200036"/>
                </a:cubicBezTo>
                <a:cubicBezTo>
                  <a:pt x="336873" y="200036"/>
                  <a:pt x="343264" y="201951"/>
                  <a:pt x="345885" y="204322"/>
                </a:cubicBezTo>
                <a:cubicBezTo>
                  <a:pt x="351730" y="209612"/>
                  <a:pt x="352148" y="209195"/>
                  <a:pt x="358173" y="192088"/>
                </a:cubicBezTo>
                <a:cubicBezTo>
                  <a:pt x="360854" y="184473"/>
                  <a:pt x="364021" y="177924"/>
                  <a:pt x="365209" y="177533"/>
                </a:cubicBezTo>
                <a:cubicBezTo>
                  <a:pt x="369150" y="176239"/>
                  <a:pt x="377478" y="201079"/>
                  <a:pt x="378528" y="217259"/>
                </a:cubicBezTo>
                <a:lnTo>
                  <a:pt x="379561" y="233192"/>
                </a:lnTo>
                <a:lnTo>
                  <a:pt x="368302" y="234810"/>
                </a:lnTo>
                <a:cubicBezTo>
                  <a:pt x="362110" y="235699"/>
                  <a:pt x="350654" y="235730"/>
                  <a:pt x="342845" y="234877"/>
                </a:cubicBezTo>
                <a:cubicBezTo>
                  <a:pt x="300900" y="230295"/>
                  <a:pt x="296475" y="230334"/>
                  <a:pt x="294625" y="235311"/>
                </a:cubicBezTo>
                <a:cubicBezTo>
                  <a:pt x="292370" y="241375"/>
                  <a:pt x="269321" y="264572"/>
                  <a:pt x="265550" y="264572"/>
                </a:cubicBezTo>
                <a:cubicBezTo>
                  <a:pt x="261474" y="264572"/>
                  <a:pt x="258070" y="274955"/>
                  <a:pt x="257155" y="290178"/>
                </a:cubicBezTo>
                <a:cubicBezTo>
                  <a:pt x="256642" y="298710"/>
                  <a:pt x="255211" y="303293"/>
                  <a:pt x="253059" y="303293"/>
                </a:cubicBezTo>
                <a:cubicBezTo>
                  <a:pt x="251239" y="303294"/>
                  <a:pt x="248973" y="305327"/>
                  <a:pt x="248021" y="307811"/>
                </a:cubicBezTo>
                <a:cubicBezTo>
                  <a:pt x="247070" y="310296"/>
                  <a:pt x="244168" y="314071"/>
                  <a:pt x="241573" y="316201"/>
                </a:cubicBezTo>
                <a:cubicBezTo>
                  <a:pt x="235220" y="321415"/>
                  <a:pt x="231367" y="342287"/>
                  <a:pt x="230054" y="378609"/>
                </a:cubicBezTo>
                <a:cubicBezTo>
                  <a:pt x="229366" y="397612"/>
                  <a:pt x="227827" y="409663"/>
                  <a:pt x="225886" y="411224"/>
                </a:cubicBezTo>
                <a:cubicBezTo>
                  <a:pt x="220922" y="415217"/>
                  <a:pt x="207671" y="416995"/>
                  <a:pt x="203090" y="414284"/>
                </a:cubicBezTo>
                <a:close/>
              </a:path>
            </a:pathLst>
          </a:custGeom>
          <a:solidFill>
            <a:srgbClr val="B9B9B9"/>
          </a:solidFill>
          <a:ln w="5163" cap="flat">
            <a:noFill/>
            <a:prstDash val="solid"/>
            <a:miter/>
          </a:ln>
        </p:spPr>
        <p:txBody>
          <a:bodyPr/>
          <a:lstStyle/>
          <a:p>
            <a:endParaRPr lang="es-419" noProof="0" dirty="0"/>
          </a:p>
        </p:txBody>
      </p:sp>
      <p:sp>
        <p:nvSpPr>
          <p:cNvPr id="54" name="Forma libre: forma 53">
            <a:extLst>
              <a:ext uri="{FF2B5EF4-FFF2-40B4-BE49-F238E27FC236}">
                <a16:creationId xmlns:a16="http://schemas.microsoft.com/office/drawing/2014/main" id="{F328D93D-4FA6-BAC8-7BC3-C44D73A25B9C}"/>
              </a:ext>
            </a:extLst>
          </p:cNvPr>
          <p:cNvSpPr/>
          <p:nvPr/>
        </p:nvSpPr>
        <p:spPr>
          <a:xfrm>
            <a:off x="845627" y="1846993"/>
            <a:ext cx="4301" cy="5162"/>
          </a:xfrm>
          <a:custGeom>
            <a:avLst/>
            <a:gdLst>
              <a:gd name="csX0" fmla="*/ 4301 w 4301"/>
              <a:gd name="csY0" fmla="*/ 2581 h 5162"/>
              <a:gd name="csX1" fmla="*/ 1567 w 4301"/>
              <a:gd name="csY1" fmla="*/ 0 h 5162"/>
              <a:gd name="csX2" fmla="*/ 429 w 4301"/>
              <a:gd name="csY2" fmla="*/ 2581 h 5162"/>
              <a:gd name="csX3" fmla="*/ 3163 w 4301"/>
              <a:gd name="csY3" fmla="*/ 5163 h 5162"/>
              <a:gd name="csX4" fmla="*/ 4301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4301" y="2581"/>
                </a:moveTo>
                <a:cubicBezTo>
                  <a:pt x="4301" y="1162"/>
                  <a:pt x="3071" y="0"/>
                  <a:pt x="1567" y="0"/>
                </a:cubicBezTo>
                <a:cubicBezTo>
                  <a:pt x="64" y="0"/>
                  <a:pt x="-449" y="1162"/>
                  <a:pt x="429" y="2581"/>
                </a:cubicBezTo>
                <a:cubicBezTo>
                  <a:pt x="1306" y="4001"/>
                  <a:pt x="2537" y="5163"/>
                  <a:pt x="3163" y="5163"/>
                </a:cubicBezTo>
                <a:cubicBezTo>
                  <a:pt x="3789" y="5163"/>
                  <a:pt x="4301" y="4001"/>
                  <a:pt x="4301" y="2581"/>
                </a:cubicBezTo>
                <a:close/>
              </a:path>
            </a:pathLst>
          </a:custGeom>
          <a:solidFill>
            <a:srgbClr val="00C100"/>
          </a:solidFill>
          <a:ln w="5163" cap="flat">
            <a:noFill/>
            <a:prstDash val="solid"/>
            <a:miter/>
          </a:ln>
        </p:spPr>
        <p:txBody>
          <a:bodyPr/>
          <a:lstStyle/>
          <a:p>
            <a:endParaRPr lang="es-419" noProof="0" dirty="0"/>
          </a:p>
        </p:txBody>
      </p:sp>
      <p:sp>
        <p:nvSpPr>
          <p:cNvPr id="55" name="Forma libre: forma 54">
            <a:extLst>
              <a:ext uri="{FF2B5EF4-FFF2-40B4-BE49-F238E27FC236}">
                <a16:creationId xmlns:a16="http://schemas.microsoft.com/office/drawing/2014/main" id="{1109269A-B2DD-5041-CD47-1F91C58C537D}"/>
              </a:ext>
            </a:extLst>
          </p:cNvPr>
          <p:cNvSpPr/>
          <p:nvPr/>
        </p:nvSpPr>
        <p:spPr>
          <a:xfrm>
            <a:off x="1407174" y="1572075"/>
            <a:ext cx="229470" cy="427142"/>
          </a:xfrm>
          <a:custGeom>
            <a:avLst/>
            <a:gdLst>
              <a:gd name="csX0" fmla="*/ 59479 w 229470"/>
              <a:gd name="csY0" fmla="*/ 423996 h 427142"/>
              <a:gd name="csX1" fmla="*/ 59694 w 229470"/>
              <a:gd name="csY1" fmla="*/ 396698 h 427142"/>
              <a:gd name="csX2" fmla="*/ 53195 w 229470"/>
              <a:gd name="csY2" fmla="*/ 362114 h 427142"/>
              <a:gd name="csX3" fmla="*/ 47446 w 229470"/>
              <a:gd name="csY3" fmla="*/ 337138 h 427142"/>
              <a:gd name="csX4" fmla="*/ 40306 w 229470"/>
              <a:gd name="csY4" fmla="*/ 312349 h 427142"/>
              <a:gd name="csX5" fmla="*/ 32609 w 229470"/>
              <a:gd name="csY5" fmla="*/ 289116 h 427142"/>
              <a:gd name="csX6" fmla="*/ 35070 w 229470"/>
              <a:gd name="csY6" fmla="*/ 271899 h 427142"/>
              <a:gd name="csX7" fmla="*/ 32418 w 229470"/>
              <a:gd name="csY7" fmla="*/ 260780 h 427142"/>
              <a:gd name="csX8" fmla="*/ 33172 w 229470"/>
              <a:gd name="csY8" fmla="*/ 247019 h 427142"/>
              <a:gd name="csX9" fmla="*/ 57856 w 229470"/>
              <a:gd name="csY9" fmla="*/ 240981 h 427142"/>
              <a:gd name="csX10" fmla="*/ 80243 w 229470"/>
              <a:gd name="csY10" fmla="*/ 236439 h 427142"/>
              <a:gd name="csX11" fmla="*/ 76436 w 229470"/>
              <a:gd name="csY11" fmla="*/ 228427 h 427142"/>
              <a:gd name="csX12" fmla="*/ 66283 w 229470"/>
              <a:gd name="csY12" fmla="*/ 225870 h 427142"/>
              <a:gd name="csX13" fmla="*/ 61369 w 229470"/>
              <a:gd name="csY13" fmla="*/ 221998 h 427142"/>
              <a:gd name="csX14" fmla="*/ 54487 w 229470"/>
              <a:gd name="csY14" fmla="*/ 218126 h 427142"/>
              <a:gd name="csX15" fmla="*/ 50882 w 229470"/>
              <a:gd name="csY15" fmla="*/ 215226 h 427142"/>
              <a:gd name="csX16" fmla="*/ 39078 w 229470"/>
              <a:gd name="csY16" fmla="*/ 199827 h 427142"/>
              <a:gd name="csX17" fmla="*/ 27028 w 229470"/>
              <a:gd name="csY17" fmla="*/ 179593 h 427142"/>
              <a:gd name="csX18" fmla="*/ 26078 w 229470"/>
              <a:gd name="csY18" fmla="*/ 170317 h 427142"/>
              <a:gd name="csX19" fmla="*/ 23581 w 229470"/>
              <a:gd name="csY19" fmla="*/ 162984 h 427142"/>
              <a:gd name="csX20" fmla="*/ 11790 w 229470"/>
              <a:gd name="csY20" fmla="*/ 145065 h 427142"/>
              <a:gd name="csX21" fmla="*/ 0 w 229470"/>
              <a:gd name="csY21" fmla="*/ 132934 h 427142"/>
              <a:gd name="csX22" fmla="*/ 16266 w 229470"/>
              <a:gd name="csY22" fmla="*/ 118970 h 427142"/>
              <a:gd name="csX23" fmla="*/ 37313 w 229470"/>
              <a:gd name="csY23" fmla="*/ 107565 h 427142"/>
              <a:gd name="csX24" fmla="*/ 42526 w 229470"/>
              <a:gd name="csY24" fmla="*/ 109268 h 427142"/>
              <a:gd name="csX25" fmla="*/ 48759 w 229470"/>
              <a:gd name="csY25" fmla="*/ 100129 h 427142"/>
              <a:gd name="csX26" fmla="*/ 49251 w 229470"/>
              <a:gd name="csY26" fmla="*/ 64399 h 427142"/>
              <a:gd name="csX27" fmla="*/ 38960 w 229470"/>
              <a:gd name="csY27" fmla="*/ 62708 h 427142"/>
              <a:gd name="csX28" fmla="*/ 28744 w 229470"/>
              <a:gd name="csY28" fmla="*/ 61040 h 427142"/>
              <a:gd name="csX29" fmla="*/ 53379 w 229470"/>
              <a:gd name="csY29" fmla="*/ 39197 h 427142"/>
              <a:gd name="csX30" fmla="*/ 71905 w 229470"/>
              <a:gd name="csY30" fmla="*/ 19485 h 427142"/>
              <a:gd name="csX31" fmla="*/ 90959 w 229470"/>
              <a:gd name="csY31" fmla="*/ 8717 h 427142"/>
              <a:gd name="csX32" fmla="*/ 109824 w 229470"/>
              <a:gd name="csY32" fmla="*/ 6256 h 427142"/>
              <a:gd name="csX33" fmla="*/ 121001 w 229470"/>
              <a:gd name="csY33" fmla="*/ 2822 h 427142"/>
              <a:gd name="csX34" fmla="*/ 122428 w 229470"/>
              <a:gd name="csY34" fmla="*/ 8347 h 427142"/>
              <a:gd name="csX35" fmla="*/ 111269 w 229470"/>
              <a:gd name="csY35" fmla="*/ 31492 h 427142"/>
              <a:gd name="csX36" fmla="*/ 125654 w 229470"/>
              <a:gd name="csY36" fmla="*/ 68353 h 427142"/>
              <a:gd name="csX37" fmla="*/ 129394 w 229470"/>
              <a:gd name="csY37" fmla="*/ 83822 h 427142"/>
              <a:gd name="csX38" fmla="*/ 132621 w 229470"/>
              <a:gd name="csY38" fmla="*/ 87380 h 427142"/>
              <a:gd name="csX39" fmla="*/ 129420 w 229470"/>
              <a:gd name="csY39" fmla="*/ 96950 h 427142"/>
              <a:gd name="csX40" fmla="*/ 135228 w 229470"/>
              <a:gd name="csY40" fmla="*/ 104581 h 427142"/>
              <a:gd name="csX41" fmla="*/ 149666 w 229470"/>
              <a:gd name="csY41" fmla="*/ 122913 h 427142"/>
              <a:gd name="csX42" fmla="*/ 159752 w 229470"/>
              <a:gd name="csY42" fmla="*/ 139280 h 427142"/>
              <a:gd name="csX43" fmla="*/ 168181 w 229470"/>
              <a:gd name="csY43" fmla="*/ 148315 h 427142"/>
              <a:gd name="csX44" fmla="*/ 179067 w 229470"/>
              <a:gd name="csY44" fmla="*/ 159986 h 427142"/>
              <a:gd name="csX45" fmla="*/ 189769 w 229470"/>
              <a:gd name="csY45" fmla="*/ 164249 h 427142"/>
              <a:gd name="csX46" fmla="*/ 197030 w 229470"/>
              <a:gd name="csY46" fmla="*/ 167037 h 427142"/>
              <a:gd name="csX47" fmla="*/ 208574 w 229470"/>
              <a:gd name="csY47" fmla="*/ 163915 h 427142"/>
              <a:gd name="csX48" fmla="*/ 216996 w 229470"/>
              <a:gd name="csY48" fmla="*/ 163915 h 427142"/>
              <a:gd name="csX49" fmla="*/ 217738 w 229470"/>
              <a:gd name="csY49" fmla="*/ 187794 h 427142"/>
              <a:gd name="csX50" fmla="*/ 224437 w 229470"/>
              <a:gd name="csY50" fmla="*/ 212516 h 427142"/>
              <a:gd name="csX51" fmla="*/ 229386 w 229470"/>
              <a:gd name="csY51" fmla="*/ 216389 h 427142"/>
              <a:gd name="csX52" fmla="*/ 185958 w 229470"/>
              <a:gd name="csY52" fmla="*/ 248433 h 427142"/>
              <a:gd name="csX53" fmla="*/ 168142 w 229470"/>
              <a:gd name="csY53" fmla="*/ 261325 h 427142"/>
              <a:gd name="csX54" fmla="*/ 158371 w 229470"/>
              <a:gd name="csY54" fmla="*/ 277501 h 427142"/>
              <a:gd name="csX55" fmla="*/ 143795 w 229470"/>
              <a:gd name="csY55" fmla="*/ 286536 h 427142"/>
              <a:gd name="csX56" fmla="*/ 128870 w 229470"/>
              <a:gd name="csY56" fmla="*/ 295569 h 427142"/>
              <a:gd name="csX57" fmla="*/ 127129 w 229470"/>
              <a:gd name="csY57" fmla="*/ 308193 h 427142"/>
              <a:gd name="csX58" fmla="*/ 130400 w 229470"/>
              <a:gd name="csY58" fmla="*/ 326436 h 427142"/>
              <a:gd name="csX59" fmla="*/ 134994 w 229470"/>
              <a:gd name="csY59" fmla="*/ 349937 h 427142"/>
              <a:gd name="csX60" fmla="*/ 142327 w 229470"/>
              <a:gd name="csY60" fmla="*/ 362849 h 427142"/>
              <a:gd name="csX61" fmla="*/ 123210 w 229470"/>
              <a:gd name="csY61" fmla="*/ 373013 h 427142"/>
              <a:gd name="csX62" fmla="*/ 101651 w 229470"/>
              <a:gd name="csY62" fmla="*/ 397639 h 427142"/>
              <a:gd name="csX63" fmla="*/ 95883 w 229470"/>
              <a:gd name="csY63" fmla="*/ 407869 h 427142"/>
              <a:gd name="csX64" fmla="*/ 86571 w 229470"/>
              <a:gd name="csY64" fmla="*/ 418453 h 427142"/>
              <a:gd name="csX65" fmla="*/ 80167 w 229470"/>
              <a:gd name="csY65" fmla="*/ 421479 h 427142"/>
              <a:gd name="csX66" fmla="*/ 70822 w 229470"/>
              <a:gd name="csY66" fmla="*/ 423763 h 427142"/>
              <a:gd name="csX67" fmla="*/ 59479 w 229470"/>
              <a:gd name="csY67" fmla="*/ 423996 h 42714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Lst>
            <a:rect l="l" t="t" r="r" b="b"/>
            <a:pathLst>
              <a:path w="229470" h="427142">
                <a:moveTo>
                  <a:pt x="59479" y="423996"/>
                </a:moveTo>
                <a:cubicBezTo>
                  <a:pt x="59345" y="422222"/>
                  <a:pt x="59442" y="409937"/>
                  <a:pt x="59694" y="396698"/>
                </a:cubicBezTo>
                <a:cubicBezTo>
                  <a:pt x="60117" y="374482"/>
                  <a:pt x="59616" y="371817"/>
                  <a:pt x="53195" y="362114"/>
                </a:cubicBezTo>
                <a:cubicBezTo>
                  <a:pt x="47165" y="353002"/>
                  <a:pt x="46399" y="349674"/>
                  <a:pt x="47446" y="337138"/>
                </a:cubicBezTo>
                <a:cubicBezTo>
                  <a:pt x="48558" y="323819"/>
                  <a:pt x="47993" y="321857"/>
                  <a:pt x="40306" y="312349"/>
                </a:cubicBezTo>
                <a:cubicBezTo>
                  <a:pt x="33058" y="303383"/>
                  <a:pt x="32044" y="300323"/>
                  <a:pt x="32609" y="289116"/>
                </a:cubicBezTo>
                <a:cubicBezTo>
                  <a:pt x="32967" y="282017"/>
                  <a:pt x="34074" y="274269"/>
                  <a:pt x="35070" y="271899"/>
                </a:cubicBezTo>
                <a:cubicBezTo>
                  <a:pt x="36124" y="269390"/>
                  <a:pt x="35017" y="264746"/>
                  <a:pt x="32418" y="260780"/>
                </a:cubicBezTo>
                <a:cubicBezTo>
                  <a:pt x="28144" y="254257"/>
                  <a:pt x="28176" y="253678"/>
                  <a:pt x="33172" y="247019"/>
                </a:cubicBezTo>
                <a:cubicBezTo>
                  <a:pt x="38159" y="240374"/>
                  <a:pt x="39247" y="240108"/>
                  <a:pt x="57856" y="240981"/>
                </a:cubicBezTo>
                <a:cubicBezTo>
                  <a:pt x="75524" y="241809"/>
                  <a:pt x="77593" y="241390"/>
                  <a:pt x="80243" y="236439"/>
                </a:cubicBezTo>
                <a:cubicBezTo>
                  <a:pt x="82790" y="231679"/>
                  <a:pt x="82305" y="230659"/>
                  <a:pt x="76436" y="228427"/>
                </a:cubicBezTo>
                <a:cubicBezTo>
                  <a:pt x="72737" y="227021"/>
                  <a:pt x="68168" y="225870"/>
                  <a:pt x="66283" y="225870"/>
                </a:cubicBezTo>
                <a:cubicBezTo>
                  <a:pt x="64397" y="225870"/>
                  <a:pt x="62186" y="224127"/>
                  <a:pt x="61369" y="221998"/>
                </a:cubicBezTo>
                <a:cubicBezTo>
                  <a:pt x="60552" y="219868"/>
                  <a:pt x="57455" y="218126"/>
                  <a:pt x="54487" y="218126"/>
                </a:cubicBezTo>
                <a:cubicBezTo>
                  <a:pt x="51152" y="218126"/>
                  <a:pt x="49775" y="217018"/>
                  <a:pt x="50882" y="215226"/>
                </a:cubicBezTo>
                <a:cubicBezTo>
                  <a:pt x="51914" y="213556"/>
                  <a:pt x="46909" y="207027"/>
                  <a:pt x="39078" y="199827"/>
                </a:cubicBezTo>
                <a:cubicBezTo>
                  <a:pt x="27017" y="188739"/>
                  <a:pt x="25656" y="186453"/>
                  <a:pt x="27028" y="179593"/>
                </a:cubicBezTo>
                <a:cubicBezTo>
                  <a:pt x="27878" y="175340"/>
                  <a:pt x="27451" y="171165"/>
                  <a:pt x="26078" y="170317"/>
                </a:cubicBezTo>
                <a:cubicBezTo>
                  <a:pt x="24704" y="169468"/>
                  <a:pt x="23581" y="166168"/>
                  <a:pt x="23581" y="162984"/>
                </a:cubicBezTo>
                <a:cubicBezTo>
                  <a:pt x="23581" y="159602"/>
                  <a:pt x="18679" y="152152"/>
                  <a:pt x="11790" y="145065"/>
                </a:cubicBezTo>
                <a:lnTo>
                  <a:pt x="0" y="132934"/>
                </a:lnTo>
                <a:lnTo>
                  <a:pt x="16266" y="118970"/>
                </a:lnTo>
                <a:cubicBezTo>
                  <a:pt x="29571" y="107549"/>
                  <a:pt x="33403" y="105472"/>
                  <a:pt x="37313" y="107565"/>
                </a:cubicBezTo>
                <a:cubicBezTo>
                  <a:pt x="39942" y="108972"/>
                  <a:pt x="42288" y="109738"/>
                  <a:pt x="42526" y="109268"/>
                </a:cubicBezTo>
                <a:cubicBezTo>
                  <a:pt x="42764" y="108799"/>
                  <a:pt x="45569" y="104686"/>
                  <a:pt x="48759" y="100129"/>
                </a:cubicBezTo>
                <a:cubicBezTo>
                  <a:pt x="56473" y="89108"/>
                  <a:pt x="56720" y="71159"/>
                  <a:pt x="49251" y="64399"/>
                </a:cubicBezTo>
                <a:cubicBezTo>
                  <a:pt x="44880" y="60443"/>
                  <a:pt x="43064" y="60145"/>
                  <a:pt x="38960" y="62708"/>
                </a:cubicBezTo>
                <a:cubicBezTo>
                  <a:pt x="31928" y="67099"/>
                  <a:pt x="28744" y="66579"/>
                  <a:pt x="28744" y="61040"/>
                </a:cubicBezTo>
                <a:cubicBezTo>
                  <a:pt x="28744" y="53145"/>
                  <a:pt x="42480" y="40966"/>
                  <a:pt x="53379" y="39197"/>
                </a:cubicBezTo>
                <a:cubicBezTo>
                  <a:pt x="66115" y="37130"/>
                  <a:pt x="70109" y="32880"/>
                  <a:pt x="71905" y="19485"/>
                </a:cubicBezTo>
                <a:cubicBezTo>
                  <a:pt x="73827" y="5162"/>
                  <a:pt x="82115" y="478"/>
                  <a:pt x="90959" y="8717"/>
                </a:cubicBezTo>
                <a:cubicBezTo>
                  <a:pt x="98823" y="16043"/>
                  <a:pt x="101930" y="15638"/>
                  <a:pt x="109824" y="6256"/>
                </a:cubicBezTo>
                <a:cubicBezTo>
                  <a:pt x="116173" y="-1290"/>
                  <a:pt x="116721" y="-1458"/>
                  <a:pt x="121001" y="2822"/>
                </a:cubicBezTo>
                <a:cubicBezTo>
                  <a:pt x="124083" y="5904"/>
                  <a:pt x="124533" y="7646"/>
                  <a:pt x="122428" y="8347"/>
                </a:cubicBezTo>
                <a:cubicBezTo>
                  <a:pt x="108913" y="12852"/>
                  <a:pt x="101196" y="28858"/>
                  <a:pt x="111269" y="31492"/>
                </a:cubicBezTo>
                <a:cubicBezTo>
                  <a:pt x="117751" y="33187"/>
                  <a:pt x="127868" y="59114"/>
                  <a:pt x="125654" y="68353"/>
                </a:cubicBezTo>
                <a:cubicBezTo>
                  <a:pt x="122658" y="80848"/>
                  <a:pt x="122997" y="82249"/>
                  <a:pt x="129394" y="83822"/>
                </a:cubicBezTo>
                <a:cubicBezTo>
                  <a:pt x="133741" y="84890"/>
                  <a:pt x="134786" y="86042"/>
                  <a:pt x="132621" y="87380"/>
                </a:cubicBezTo>
                <a:cubicBezTo>
                  <a:pt x="130861" y="88468"/>
                  <a:pt x="129420" y="92774"/>
                  <a:pt x="129420" y="96950"/>
                </a:cubicBezTo>
                <a:cubicBezTo>
                  <a:pt x="129420" y="103090"/>
                  <a:pt x="130531" y="104549"/>
                  <a:pt x="135228" y="104581"/>
                </a:cubicBezTo>
                <a:cubicBezTo>
                  <a:pt x="144939" y="104647"/>
                  <a:pt x="147895" y="108401"/>
                  <a:pt x="149666" y="122913"/>
                </a:cubicBezTo>
                <a:cubicBezTo>
                  <a:pt x="151241" y="135814"/>
                  <a:pt x="151964" y="136987"/>
                  <a:pt x="159752" y="139280"/>
                </a:cubicBezTo>
                <a:cubicBezTo>
                  <a:pt x="166352" y="141223"/>
                  <a:pt x="168150" y="143150"/>
                  <a:pt x="168181" y="148315"/>
                </a:cubicBezTo>
                <a:cubicBezTo>
                  <a:pt x="168242" y="158306"/>
                  <a:pt x="171565" y="161869"/>
                  <a:pt x="179067" y="159986"/>
                </a:cubicBezTo>
                <a:cubicBezTo>
                  <a:pt x="184111" y="158720"/>
                  <a:pt x="186588" y="159706"/>
                  <a:pt x="189769" y="164249"/>
                </a:cubicBezTo>
                <a:cubicBezTo>
                  <a:pt x="193006" y="168870"/>
                  <a:pt x="194589" y="169478"/>
                  <a:pt x="197030" y="167037"/>
                </a:cubicBezTo>
                <a:cubicBezTo>
                  <a:pt x="198747" y="165320"/>
                  <a:pt x="203942" y="163915"/>
                  <a:pt x="208574" y="163915"/>
                </a:cubicBezTo>
                <a:lnTo>
                  <a:pt x="216996" y="163915"/>
                </a:lnTo>
                <a:lnTo>
                  <a:pt x="217738" y="187794"/>
                </a:lnTo>
                <a:cubicBezTo>
                  <a:pt x="218444" y="210514"/>
                  <a:pt x="218769" y="211713"/>
                  <a:pt x="224437" y="212516"/>
                </a:cubicBezTo>
                <a:cubicBezTo>
                  <a:pt x="227714" y="212981"/>
                  <a:pt x="229940" y="214723"/>
                  <a:pt x="229386" y="216389"/>
                </a:cubicBezTo>
                <a:cubicBezTo>
                  <a:pt x="227670" y="221537"/>
                  <a:pt x="190328" y="249091"/>
                  <a:pt x="185958" y="248433"/>
                </a:cubicBezTo>
                <a:cubicBezTo>
                  <a:pt x="178411" y="247297"/>
                  <a:pt x="168142" y="254728"/>
                  <a:pt x="168142" y="261325"/>
                </a:cubicBezTo>
                <a:cubicBezTo>
                  <a:pt x="168142" y="269993"/>
                  <a:pt x="163608" y="277499"/>
                  <a:pt x="158371" y="277501"/>
                </a:cubicBezTo>
                <a:cubicBezTo>
                  <a:pt x="155936" y="277502"/>
                  <a:pt x="149377" y="281568"/>
                  <a:pt x="143795" y="286536"/>
                </a:cubicBezTo>
                <a:cubicBezTo>
                  <a:pt x="138212" y="291504"/>
                  <a:pt x="131496" y="295569"/>
                  <a:pt x="128870" y="295569"/>
                </a:cubicBezTo>
                <a:cubicBezTo>
                  <a:pt x="121381" y="295569"/>
                  <a:pt x="120392" y="302737"/>
                  <a:pt x="127129" y="308193"/>
                </a:cubicBezTo>
                <a:cubicBezTo>
                  <a:pt x="132769" y="312760"/>
                  <a:pt x="132971" y="313884"/>
                  <a:pt x="130400" y="326436"/>
                </a:cubicBezTo>
                <a:cubicBezTo>
                  <a:pt x="127799" y="339132"/>
                  <a:pt x="128033" y="340327"/>
                  <a:pt x="134994" y="349937"/>
                </a:cubicBezTo>
                <a:cubicBezTo>
                  <a:pt x="139027" y="355505"/>
                  <a:pt x="142327" y="361315"/>
                  <a:pt x="142327" y="362849"/>
                </a:cubicBezTo>
                <a:cubicBezTo>
                  <a:pt x="142327" y="368872"/>
                  <a:pt x="134539" y="373013"/>
                  <a:pt x="123210" y="373013"/>
                </a:cubicBezTo>
                <a:cubicBezTo>
                  <a:pt x="109180" y="373013"/>
                  <a:pt x="103724" y="379244"/>
                  <a:pt x="101651" y="397639"/>
                </a:cubicBezTo>
                <a:cubicBezTo>
                  <a:pt x="100573" y="407198"/>
                  <a:pt x="99540" y="409030"/>
                  <a:pt x="95883" y="407869"/>
                </a:cubicBezTo>
                <a:cubicBezTo>
                  <a:pt x="90324" y="406105"/>
                  <a:pt x="84411" y="412825"/>
                  <a:pt x="86571" y="418453"/>
                </a:cubicBezTo>
                <a:cubicBezTo>
                  <a:pt x="87898" y="421912"/>
                  <a:pt x="86764" y="422448"/>
                  <a:pt x="80167" y="421479"/>
                </a:cubicBezTo>
                <a:cubicBezTo>
                  <a:pt x="74953" y="420714"/>
                  <a:pt x="71686" y="421512"/>
                  <a:pt x="70822" y="423763"/>
                </a:cubicBezTo>
                <a:cubicBezTo>
                  <a:pt x="69146" y="428132"/>
                  <a:pt x="59804" y="428324"/>
                  <a:pt x="59479" y="423996"/>
                </a:cubicBezTo>
                <a:close/>
              </a:path>
            </a:pathLst>
          </a:custGeom>
          <a:solidFill>
            <a:srgbClr val="B9B9B9"/>
          </a:solidFill>
          <a:ln w="5163" cap="flat">
            <a:noFill/>
            <a:prstDash val="solid"/>
            <a:miter/>
          </a:ln>
        </p:spPr>
        <p:txBody>
          <a:bodyPr/>
          <a:lstStyle/>
          <a:p>
            <a:endParaRPr lang="es-419" noProof="0" dirty="0"/>
          </a:p>
        </p:txBody>
      </p:sp>
      <p:sp>
        <p:nvSpPr>
          <p:cNvPr id="56" name="Forma libre: forma 55">
            <a:extLst>
              <a:ext uri="{FF2B5EF4-FFF2-40B4-BE49-F238E27FC236}">
                <a16:creationId xmlns:a16="http://schemas.microsoft.com/office/drawing/2014/main" id="{6E9F165B-A4A4-AAE3-9F62-22BDC6D0CD40}"/>
              </a:ext>
            </a:extLst>
          </p:cNvPr>
          <p:cNvSpPr/>
          <p:nvPr/>
        </p:nvSpPr>
        <p:spPr>
          <a:xfrm>
            <a:off x="1184880" y="1375117"/>
            <a:ext cx="334306" cy="498738"/>
          </a:xfrm>
          <a:custGeom>
            <a:avLst/>
            <a:gdLst>
              <a:gd name="csX0" fmla="*/ 247743 w 334306"/>
              <a:gd name="csY0" fmla="*/ 496867 h 498738"/>
              <a:gd name="csX1" fmla="*/ 240505 w 334306"/>
              <a:gd name="csY1" fmla="*/ 493884 h 498738"/>
              <a:gd name="csX2" fmla="*/ 219827 w 334306"/>
              <a:gd name="csY2" fmla="*/ 476477 h 498738"/>
              <a:gd name="csX3" fmla="*/ 204292 w 334306"/>
              <a:gd name="csY3" fmla="*/ 470138 h 498738"/>
              <a:gd name="csX4" fmla="*/ 191180 w 334306"/>
              <a:gd name="csY4" fmla="*/ 465927 h 498738"/>
              <a:gd name="csX5" fmla="*/ 185245 w 334306"/>
              <a:gd name="csY5" fmla="*/ 460255 h 498738"/>
              <a:gd name="csX6" fmla="*/ 179372 w 334306"/>
              <a:gd name="csY6" fmla="*/ 456383 h 498738"/>
              <a:gd name="csX7" fmla="*/ 119384 w 334306"/>
              <a:gd name="csY7" fmla="*/ 437991 h 498738"/>
              <a:gd name="csX8" fmla="*/ 89617 w 334306"/>
              <a:gd name="csY8" fmla="*/ 463480 h 498738"/>
              <a:gd name="csX9" fmla="*/ 81270 w 334306"/>
              <a:gd name="csY9" fmla="*/ 471310 h 498738"/>
              <a:gd name="csX10" fmla="*/ 65769 w 334306"/>
              <a:gd name="csY10" fmla="*/ 466800 h 498738"/>
              <a:gd name="csX11" fmla="*/ 41569 w 334306"/>
              <a:gd name="csY11" fmla="*/ 444771 h 498738"/>
              <a:gd name="csX12" fmla="*/ 29063 w 334306"/>
              <a:gd name="csY12" fmla="*/ 422183 h 498738"/>
              <a:gd name="csX13" fmla="*/ 35486 w 334306"/>
              <a:gd name="csY13" fmla="*/ 420247 h 498738"/>
              <a:gd name="csX14" fmla="*/ 36311 w 334306"/>
              <a:gd name="csY14" fmla="*/ 410716 h 498738"/>
              <a:gd name="csX15" fmla="*/ 30682 w 334306"/>
              <a:gd name="csY15" fmla="*/ 404725 h 498738"/>
              <a:gd name="csX16" fmla="*/ 36945 w 334306"/>
              <a:gd name="csY16" fmla="*/ 393771 h 498738"/>
              <a:gd name="csX17" fmla="*/ 44969 w 334306"/>
              <a:gd name="csY17" fmla="*/ 363455 h 498738"/>
              <a:gd name="csX18" fmla="*/ 48481 w 334306"/>
              <a:gd name="csY18" fmla="*/ 335841 h 498738"/>
              <a:gd name="csX19" fmla="*/ 28755 w 334306"/>
              <a:gd name="csY19" fmla="*/ 300210 h 498738"/>
              <a:gd name="csX20" fmla="*/ 9477 w 334306"/>
              <a:gd name="csY20" fmla="*/ 236920 h 498738"/>
              <a:gd name="csX21" fmla="*/ 0 w 334306"/>
              <a:gd name="csY21" fmla="*/ 183956 h 498738"/>
              <a:gd name="csX22" fmla="*/ 8603 w 334306"/>
              <a:gd name="csY22" fmla="*/ 171093 h 498738"/>
              <a:gd name="csX23" fmla="*/ 19247 w 334306"/>
              <a:gd name="csY23" fmla="*/ 157370 h 498738"/>
              <a:gd name="csX24" fmla="*/ 21288 w 334306"/>
              <a:gd name="csY24" fmla="*/ 154226 h 498738"/>
              <a:gd name="csX25" fmla="*/ 42935 w 334306"/>
              <a:gd name="csY25" fmla="*/ 118946 h 498738"/>
              <a:gd name="csX26" fmla="*/ 66467 w 334306"/>
              <a:gd name="csY26" fmla="*/ 79496 h 498738"/>
              <a:gd name="csX27" fmla="*/ 76541 w 334306"/>
              <a:gd name="csY27" fmla="*/ 65175 h 498738"/>
              <a:gd name="csX28" fmla="*/ 97572 w 334306"/>
              <a:gd name="csY28" fmla="*/ 34163 h 498738"/>
              <a:gd name="csX29" fmla="*/ 112627 w 334306"/>
              <a:gd name="csY29" fmla="*/ 9814 h 498738"/>
              <a:gd name="csX30" fmla="*/ 119648 w 334306"/>
              <a:gd name="csY30" fmla="*/ 4329 h 498738"/>
              <a:gd name="csX31" fmla="*/ 132858 w 334306"/>
              <a:gd name="csY31" fmla="*/ 713 h 498738"/>
              <a:gd name="csX32" fmla="*/ 193546 w 334306"/>
              <a:gd name="csY32" fmla="*/ 5578 h 498738"/>
              <a:gd name="csX33" fmla="*/ 220060 w 334306"/>
              <a:gd name="csY33" fmla="*/ 20523 h 498738"/>
              <a:gd name="csX34" fmla="*/ 224578 w 334306"/>
              <a:gd name="csY34" fmla="*/ 25298 h 498738"/>
              <a:gd name="csX35" fmla="*/ 221567 w 334306"/>
              <a:gd name="csY35" fmla="*/ 31335 h 498738"/>
              <a:gd name="csX36" fmla="*/ 217338 w 334306"/>
              <a:gd name="csY36" fmla="*/ 39397 h 498738"/>
              <a:gd name="csX37" fmla="*/ 222891 w 334306"/>
              <a:gd name="csY37" fmla="*/ 37878 h 498738"/>
              <a:gd name="csX38" fmla="*/ 225189 w 334306"/>
              <a:gd name="csY38" fmla="*/ 36902 h 498738"/>
              <a:gd name="csX39" fmla="*/ 234581 w 334306"/>
              <a:gd name="csY39" fmla="*/ 40152 h 498738"/>
              <a:gd name="csX40" fmla="*/ 261177 w 334306"/>
              <a:gd name="csY40" fmla="*/ 57181 h 498738"/>
              <a:gd name="csX41" fmla="*/ 267817 w 334306"/>
              <a:gd name="csY41" fmla="*/ 67059 h 498738"/>
              <a:gd name="csX42" fmla="*/ 274280 w 334306"/>
              <a:gd name="csY42" fmla="*/ 79049 h 498738"/>
              <a:gd name="csX43" fmla="*/ 279443 w 334306"/>
              <a:gd name="csY43" fmla="*/ 91820 h 498738"/>
              <a:gd name="csX44" fmla="*/ 284596 w 334306"/>
              <a:gd name="csY44" fmla="*/ 105775 h 498738"/>
              <a:gd name="csX45" fmla="*/ 291417 w 334306"/>
              <a:gd name="csY45" fmla="*/ 120219 h 498738"/>
              <a:gd name="csX46" fmla="*/ 298659 w 334306"/>
              <a:gd name="csY46" fmla="*/ 133370 h 498738"/>
              <a:gd name="csX47" fmla="*/ 314425 w 334306"/>
              <a:gd name="csY47" fmla="*/ 156674 h 498738"/>
              <a:gd name="csX48" fmla="*/ 323321 w 334306"/>
              <a:gd name="csY48" fmla="*/ 164371 h 498738"/>
              <a:gd name="csX49" fmla="*/ 329277 w 334306"/>
              <a:gd name="csY49" fmla="*/ 172896 h 498738"/>
              <a:gd name="csX50" fmla="*/ 327346 w 334306"/>
              <a:gd name="csY50" fmla="*/ 203260 h 498738"/>
              <a:gd name="csX51" fmla="*/ 321564 w 334306"/>
              <a:gd name="csY51" fmla="*/ 208691 h 498738"/>
              <a:gd name="csX52" fmla="*/ 314839 w 334306"/>
              <a:gd name="csY52" fmla="*/ 201967 h 498738"/>
              <a:gd name="csX53" fmla="*/ 300945 w 334306"/>
              <a:gd name="csY53" fmla="*/ 198679 h 498738"/>
              <a:gd name="csX54" fmla="*/ 291854 w 334306"/>
              <a:gd name="csY54" fmla="*/ 213362 h 498738"/>
              <a:gd name="csX55" fmla="*/ 273477 w 334306"/>
              <a:gd name="csY55" fmla="*/ 233193 h 498738"/>
              <a:gd name="csX56" fmla="*/ 248561 w 334306"/>
              <a:gd name="csY56" fmla="*/ 258261 h 498738"/>
              <a:gd name="csX57" fmla="*/ 254757 w 334306"/>
              <a:gd name="csY57" fmla="*/ 265360 h 498738"/>
              <a:gd name="csX58" fmla="*/ 262758 w 334306"/>
              <a:gd name="csY58" fmla="*/ 262611 h 498738"/>
              <a:gd name="csX59" fmla="*/ 269300 w 334306"/>
              <a:gd name="csY59" fmla="*/ 264243 h 498738"/>
              <a:gd name="csX60" fmla="*/ 257492 w 334306"/>
              <a:gd name="csY60" fmla="*/ 300210 h 498738"/>
              <a:gd name="csX61" fmla="*/ 220205 w 334306"/>
              <a:gd name="csY61" fmla="*/ 329428 h 498738"/>
              <a:gd name="csX62" fmla="*/ 231476 w 334306"/>
              <a:gd name="csY62" fmla="*/ 344578 h 498738"/>
              <a:gd name="csX63" fmla="*/ 244540 w 334306"/>
              <a:gd name="csY63" fmla="*/ 369570 h 498738"/>
              <a:gd name="csX64" fmla="*/ 259568 w 334306"/>
              <a:gd name="csY64" fmla="*/ 400936 h 498738"/>
              <a:gd name="csX65" fmla="*/ 267812 w 334306"/>
              <a:gd name="csY65" fmla="*/ 410972 h 498738"/>
              <a:gd name="csX66" fmla="*/ 272980 w 334306"/>
              <a:gd name="csY66" fmla="*/ 418667 h 498738"/>
              <a:gd name="csX67" fmla="*/ 279745 w 334306"/>
              <a:gd name="csY67" fmla="*/ 423732 h 498738"/>
              <a:gd name="csX68" fmla="*/ 289553 w 334306"/>
              <a:gd name="csY68" fmla="*/ 427604 h 498738"/>
              <a:gd name="csX69" fmla="*/ 298277 w 334306"/>
              <a:gd name="csY69" fmla="*/ 431864 h 498738"/>
              <a:gd name="csX70" fmla="*/ 272913 w 334306"/>
              <a:gd name="csY70" fmla="*/ 433099 h 498738"/>
              <a:gd name="csX71" fmla="*/ 253686 w 334306"/>
              <a:gd name="csY71" fmla="*/ 440109 h 498738"/>
              <a:gd name="csX72" fmla="*/ 252360 w 334306"/>
              <a:gd name="csY72" fmla="*/ 461577 h 498738"/>
              <a:gd name="csX73" fmla="*/ 253346 w 334306"/>
              <a:gd name="csY73" fmla="*/ 468333 h 498738"/>
              <a:gd name="csX74" fmla="*/ 251680 w 334306"/>
              <a:gd name="csY74" fmla="*/ 476637 h 498738"/>
              <a:gd name="csX75" fmla="*/ 251259 w 334306"/>
              <a:gd name="csY75" fmla="*/ 491494 h 498738"/>
              <a:gd name="csX76" fmla="*/ 247743 w 334306"/>
              <a:gd name="csY76" fmla="*/ 496867 h 4987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Lst>
            <a:rect l="l" t="t" r="r" b="b"/>
            <a:pathLst>
              <a:path w="334306" h="498738">
                <a:moveTo>
                  <a:pt x="247743" y="496867"/>
                </a:moveTo>
                <a:cubicBezTo>
                  <a:pt x="246424" y="493506"/>
                  <a:pt x="244367" y="492659"/>
                  <a:pt x="240505" y="493884"/>
                </a:cubicBezTo>
                <a:cubicBezTo>
                  <a:pt x="234008" y="495946"/>
                  <a:pt x="224617" y="488040"/>
                  <a:pt x="219827" y="476477"/>
                </a:cubicBezTo>
                <a:cubicBezTo>
                  <a:pt x="216729" y="468997"/>
                  <a:pt x="216097" y="468739"/>
                  <a:pt x="204292" y="470138"/>
                </a:cubicBezTo>
                <a:cubicBezTo>
                  <a:pt x="193057" y="471468"/>
                  <a:pt x="191916" y="471102"/>
                  <a:pt x="191180" y="465927"/>
                </a:cubicBezTo>
                <a:cubicBezTo>
                  <a:pt x="190659" y="462266"/>
                  <a:pt x="188558" y="460258"/>
                  <a:pt x="185245" y="460255"/>
                </a:cubicBezTo>
                <a:cubicBezTo>
                  <a:pt x="182424" y="460253"/>
                  <a:pt x="179781" y="458510"/>
                  <a:pt x="179372" y="456383"/>
                </a:cubicBezTo>
                <a:cubicBezTo>
                  <a:pt x="178300" y="450818"/>
                  <a:pt x="133997" y="437235"/>
                  <a:pt x="119384" y="437991"/>
                </a:cubicBezTo>
                <a:cubicBezTo>
                  <a:pt x="99217" y="439035"/>
                  <a:pt x="100133" y="438251"/>
                  <a:pt x="89617" y="463480"/>
                </a:cubicBezTo>
                <a:cubicBezTo>
                  <a:pt x="85806" y="472621"/>
                  <a:pt x="84419" y="473923"/>
                  <a:pt x="81270" y="471310"/>
                </a:cubicBezTo>
                <a:cubicBezTo>
                  <a:pt x="79194" y="469587"/>
                  <a:pt x="72218" y="467557"/>
                  <a:pt x="65769" y="466800"/>
                </a:cubicBezTo>
                <a:cubicBezTo>
                  <a:pt x="54283" y="465451"/>
                  <a:pt x="53791" y="465003"/>
                  <a:pt x="41569" y="444771"/>
                </a:cubicBezTo>
                <a:cubicBezTo>
                  <a:pt x="34707" y="433413"/>
                  <a:pt x="29080" y="423248"/>
                  <a:pt x="29063" y="422183"/>
                </a:cubicBezTo>
                <a:cubicBezTo>
                  <a:pt x="29046" y="421119"/>
                  <a:pt x="31937" y="420247"/>
                  <a:pt x="35486" y="420247"/>
                </a:cubicBezTo>
                <a:cubicBezTo>
                  <a:pt x="43403" y="420247"/>
                  <a:pt x="43560" y="418433"/>
                  <a:pt x="36311" y="410716"/>
                </a:cubicBezTo>
                <a:lnTo>
                  <a:pt x="30682" y="404725"/>
                </a:lnTo>
                <a:lnTo>
                  <a:pt x="36945" y="393771"/>
                </a:lnTo>
                <a:cubicBezTo>
                  <a:pt x="41241" y="386255"/>
                  <a:pt x="43760" y="376739"/>
                  <a:pt x="44969" y="363455"/>
                </a:cubicBezTo>
                <a:cubicBezTo>
                  <a:pt x="45939" y="352807"/>
                  <a:pt x="47519" y="340381"/>
                  <a:pt x="48481" y="335841"/>
                </a:cubicBezTo>
                <a:cubicBezTo>
                  <a:pt x="50445" y="326577"/>
                  <a:pt x="45773" y="318139"/>
                  <a:pt x="28755" y="300210"/>
                </a:cubicBezTo>
                <a:cubicBezTo>
                  <a:pt x="18993" y="289925"/>
                  <a:pt x="18916" y="289673"/>
                  <a:pt x="9477" y="236920"/>
                </a:cubicBezTo>
                <a:lnTo>
                  <a:pt x="0" y="183956"/>
                </a:lnTo>
                <a:lnTo>
                  <a:pt x="8603" y="171093"/>
                </a:lnTo>
                <a:cubicBezTo>
                  <a:pt x="13334" y="164019"/>
                  <a:pt x="18124" y="157843"/>
                  <a:pt x="19247" y="157370"/>
                </a:cubicBezTo>
                <a:cubicBezTo>
                  <a:pt x="20370" y="156896"/>
                  <a:pt x="21288" y="155482"/>
                  <a:pt x="21288" y="154226"/>
                </a:cubicBezTo>
                <a:cubicBezTo>
                  <a:pt x="21288" y="152970"/>
                  <a:pt x="31029" y="137094"/>
                  <a:pt x="42935" y="118946"/>
                </a:cubicBezTo>
                <a:cubicBezTo>
                  <a:pt x="54840" y="100798"/>
                  <a:pt x="65430" y="83045"/>
                  <a:pt x="66467" y="79496"/>
                </a:cubicBezTo>
                <a:cubicBezTo>
                  <a:pt x="67505" y="75946"/>
                  <a:pt x="72038" y="69502"/>
                  <a:pt x="76541" y="65175"/>
                </a:cubicBezTo>
                <a:cubicBezTo>
                  <a:pt x="87950" y="54213"/>
                  <a:pt x="95497" y="43084"/>
                  <a:pt x="97572" y="34163"/>
                </a:cubicBezTo>
                <a:cubicBezTo>
                  <a:pt x="99599" y="25448"/>
                  <a:pt x="109249" y="9841"/>
                  <a:pt x="112627" y="9814"/>
                </a:cubicBezTo>
                <a:cubicBezTo>
                  <a:pt x="113880" y="9805"/>
                  <a:pt x="117040" y="7336"/>
                  <a:pt x="119648" y="4329"/>
                </a:cubicBezTo>
                <a:cubicBezTo>
                  <a:pt x="123477" y="-86"/>
                  <a:pt x="126019" y="-782"/>
                  <a:pt x="132858" y="713"/>
                </a:cubicBezTo>
                <a:cubicBezTo>
                  <a:pt x="141063" y="2507"/>
                  <a:pt x="160286" y="4048"/>
                  <a:pt x="193546" y="5578"/>
                </a:cubicBezTo>
                <a:cubicBezTo>
                  <a:pt x="210737" y="6368"/>
                  <a:pt x="220060" y="11623"/>
                  <a:pt x="220060" y="20523"/>
                </a:cubicBezTo>
                <a:cubicBezTo>
                  <a:pt x="220060" y="23333"/>
                  <a:pt x="221912" y="25291"/>
                  <a:pt x="224578" y="25298"/>
                </a:cubicBezTo>
                <a:cubicBezTo>
                  <a:pt x="228025" y="25308"/>
                  <a:pt x="227313" y="26737"/>
                  <a:pt x="221567" y="31335"/>
                </a:cubicBezTo>
                <a:cubicBezTo>
                  <a:pt x="216052" y="35748"/>
                  <a:pt x="214921" y="37903"/>
                  <a:pt x="217338" y="39397"/>
                </a:cubicBezTo>
                <a:cubicBezTo>
                  <a:pt x="219279" y="40596"/>
                  <a:pt x="221565" y="39971"/>
                  <a:pt x="222891" y="37878"/>
                </a:cubicBezTo>
                <a:cubicBezTo>
                  <a:pt x="224130" y="35921"/>
                  <a:pt x="225164" y="35482"/>
                  <a:pt x="225189" y="36902"/>
                </a:cubicBezTo>
                <a:cubicBezTo>
                  <a:pt x="225213" y="38322"/>
                  <a:pt x="229440" y="39784"/>
                  <a:pt x="234581" y="40152"/>
                </a:cubicBezTo>
                <a:cubicBezTo>
                  <a:pt x="243367" y="40781"/>
                  <a:pt x="260731" y="51899"/>
                  <a:pt x="261177" y="57181"/>
                </a:cubicBezTo>
                <a:cubicBezTo>
                  <a:pt x="261279" y="58396"/>
                  <a:pt x="264267" y="62841"/>
                  <a:pt x="267817" y="67059"/>
                </a:cubicBezTo>
                <a:cubicBezTo>
                  <a:pt x="271366" y="71278"/>
                  <a:pt x="274275" y="76673"/>
                  <a:pt x="274280" y="79049"/>
                </a:cubicBezTo>
                <a:cubicBezTo>
                  <a:pt x="274285" y="81424"/>
                  <a:pt x="276609" y="87172"/>
                  <a:pt x="279443" y="91820"/>
                </a:cubicBezTo>
                <a:cubicBezTo>
                  <a:pt x="282277" y="96469"/>
                  <a:pt x="284596" y="102748"/>
                  <a:pt x="284596" y="105775"/>
                </a:cubicBezTo>
                <a:cubicBezTo>
                  <a:pt x="284596" y="108801"/>
                  <a:pt x="287666" y="115301"/>
                  <a:pt x="291417" y="120219"/>
                </a:cubicBezTo>
                <a:cubicBezTo>
                  <a:pt x="295169" y="125138"/>
                  <a:pt x="298428" y="131056"/>
                  <a:pt x="298659" y="133370"/>
                </a:cubicBezTo>
                <a:cubicBezTo>
                  <a:pt x="299477" y="141547"/>
                  <a:pt x="305637" y="150653"/>
                  <a:pt x="314425" y="156674"/>
                </a:cubicBezTo>
                <a:cubicBezTo>
                  <a:pt x="319316" y="160026"/>
                  <a:pt x="323320" y="163489"/>
                  <a:pt x="323321" y="164371"/>
                </a:cubicBezTo>
                <a:cubicBezTo>
                  <a:pt x="323323" y="165253"/>
                  <a:pt x="326003" y="169089"/>
                  <a:pt x="329277" y="172896"/>
                </a:cubicBezTo>
                <a:cubicBezTo>
                  <a:pt x="336682" y="181505"/>
                  <a:pt x="335803" y="195314"/>
                  <a:pt x="327346" y="203260"/>
                </a:cubicBezTo>
                <a:lnTo>
                  <a:pt x="321564" y="208691"/>
                </a:lnTo>
                <a:lnTo>
                  <a:pt x="314839" y="201967"/>
                </a:lnTo>
                <a:cubicBezTo>
                  <a:pt x="308661" y="195789"/>
                  <a:pt x="307532" y="195522"/>
                  <a:pt x="300945" y="198679"/>
                </a:cubicBezTo>
                <a:cubicBezTo>
                  <a:pt x="295346" y="201363"/>
                  <a:pt x="293353" y="204582"/>
                  <a:pt x="291854" y="213362"/>
                </a:cubicBezTo>
                <a:cubicBezTo>
                  <a:pt x="289357" y="227993"/>
                  <a:pt x="286547" y="231025"/>
                  <a:pt x="273477" y="233193"/>
                </a:cubicBezTo>
                <a:cubicBezTo>
                  <a:pt x="260663" y="235319"/>
                  <a:pt x="248722" y="247333"/>
                  <a:pt x="248561" y="258261"/>
                </a:cubicBezTo>
                <a:cubicBezTo>
                  <a:pt x="248475" y="264096"/>
                  <a:pt x="249579" y="265360"/>
                  <a:pt x="254757" y="265360"/>
                </a:cubicBezTo>
                <a:cubicBezTo>
                  <a:pt x="258223" y="265360"/>
                  <a:pt x="261823" y="264123"/>
                  <a:pt x="262758" y="262611"/>
                </a:cubicBezTo>
                <a:cubicBezTo>
                  <a:pt x="263872" y="260808"/>
                  <a:pt x="266124" y="261370"/>
                  <a:pt x="269300" y="264243"/>
                </a:cubicBezTo>
                <a:cubicBezTo>
                  <a:pt x="279445" y="273424"/>
                  <a:pt x="270651" y="300210"/>
                  <a:pt x="257492" y="300210"/>
                </a:cubicBezTo>
                <a:cubicBezTo>
                  <a:pt x="250513" y="300210"/>
                  <a:pt x="220446" y="323770"/>
                  <a:pt x="220205" y="329428"/>
                </a:cubicBezTo>
                <a:cubicBezTo>
                  <a:pt x="220125" y="331300"/>
                  <a:pt x="225197" y="338118"/>
                  <a:pt x="231476" y="344578"/>
                </a:cubicBezTo>
                <a:cubicBezTo>
                  <a:pt x="241029" y="354406"/>
                  <a:pt x="243162" y="358486"/>
                  <a:pt x="244540" y="369570"/>
                </a:cubicBezTo>
                <a:cubicBezTo>
                  <a:pt x="246852" y="388171"/>
                  <a:pt x="250097" y="394944"/>
                  <a:pt x="259568" y="400936"/>
                </a:cubicBezTo>
                <a:cubicBezTo>
                  <a:pt x="264099" y="403804"/>
                  <a:pt x="267809" y="408320"/>
                  <a:pt x="267812" y="410972"/>
                </a:cubicBezTo>
                <a:cubicBezTo>
                  <a:pt x="267815" y="413625"/>
                  <a:pt x="270140" y="417087"/>
                  <a:pt x="272980" y="418667"/>
                </a:cubicBezTo>
                <a:cubicBezTo>
                  <a:pt x="275819" y="420246"/>
                  <a:pt x="278864" y="422525"/>
                  <a:pt x="279745" y="423732"/>
                </a:cubicBezTo>
                <a:cubicBezTo>
                  <a:pt x="280626" y="424939"/>
                  <a:pt x="285040" y="426681"/>
                  <a:pt x="289553" y="427604"/>
                </a:cubicBezTo>
                <a:cubicBezTo>
                  <a:pt x="294067" y="428527"/>
                  <a:pt x="297992" y="430444"/>
                  <a:pt x="298277" y="431864"/>
                </a:cubicBezTo>
                <a:cubicBezTo>
                  <a:pt x="299018" y="435562"/>
                  <a:pt x="277163" y="436626"/>
                  <a:pt x="272913" y="433099"/>
                </a:cubicBezTo>
                <a:cubicBezTo>
                  <a:pt x="268101" y="429105"/>
                  <a:pt x="260026" y="432049"/>
                  <a:pt x="253686" y="440109"/>
                </a:cubicBezTo>
                <a:cubicBezTo>
                  <a:pt x="247489" y="447987"/>
                  <a:pt x="246928" y="457069"/>
                  <a:pt x="252360" y="461577"/>
                </a:cubicBezTo>
                <a:cubicBezTo>
                  <a:pt x="255321" y="464035"/>
                  <a:pt x="255560" y="465666"/>
                  <a:pt x="253346" y="468333"/>
                </a:cubicBezTo>
                <a:cubicBezTo>
                  <a:pt x="251741" y="470267"/>
                  <a:pt x="250992" y="474004"/>
                  <a:pt x="251680" y="476637"/>
                </a:cubicBezTo>
                <a:cubicBezTo>
                  <a:pt x="252369" y="479271"/>
                  <a:pt x="252179" y="485956"/>
                  <a:pt x="251259" y="491494"/>
                </a:cubicBezTo>
                <a:cubicBezTo>
                  <a:pt x="249997" y="499087"/>
                  <a:pt x="249133" y="500409"/>
                  <a:pt x="247743" y="496867"/>
                </a:cubicBezTo>
                <a:close/>
              </a:path>
            </a:pathLst>
          </a:custGeom>
          <a:solidFill>
            <a:srgbClr val="B9B9B9"/>
          </a:solidFill>
          <a:ln w="5163" cap="flat">
            <a:noFill/>
            <a:prstDash val="solid"/>
            <a:miter/>
          </a:ln>
        </p:spPr>
        <p:txBody>
          <a:bodyPr/>
          <a:lstStyle/>
          <a:p>
            <a:endParaRPr lang="es-419" noProof="0" dirty="0"/>
          </a:p>
        </p:txBody>
      </p:sp>
      <p:grpSp>
        <p:nvGrpSpPr>
          <p:cNvPr id="57" name="Gráfico 39">
            <a:extLst>
              <a:ext uri="{FF2B5EF4-FFF2-40B4-BE49-F238E27FC236}">
                <a16:creationId xmlns:a16="http://schemas.microsoft.com/office/drawing/2014/main" id="{6D8F9DB9-06BE-EF69-C867-1A2C1F5E15E9}"/>
              </a:ext>
            </a:extLst>
          </p:cNvPr>
          <p:cNvGrpSpPr/>
          <p:nvPr/>
        </p:nvGrpSpPr>
        <p:grpSpPr>
          <a:xfrm>
            <a:off x="726816" y="1624037"/>
            <a:ext cx="321478" cy="429471"/>
            <a:chOff x="726816" y="1624037"/>
            <a:chExt cx="321478" cy="429471"/>
          </a:xfrm>
          <a:solidFill>
            <a:srgbClr val="B9B9B9"/>
          </a:solidFill>
        </p:grpSpPr>
        <p:sp>
          <p:nvSpPr>
            <p:cNvPr id="58" name="Forma libre: forma 57">
              <a:extLst>
                <a:ext uri="{FF2B5EF4-FFF2-40B4-BE49-F238E27FC236}">
                  <a16:creationId xmlns:a16="http://schemas.microsoft.com/office/drawing/2014/main" id="{4E342910-E8DA-550C-4FC2-6B0ED59F3FCE}"/>
                </a:ext>
              </a:extLst>
            </p:cNvPr>
            <p:cNvSpPr/>
            <p:nvPr/>
          </p:nvSpPr>
          <p:spPr>
            <a:xfrm>
              <a:off x="726816" y="1624037"/>
              <a:ext cx="321478" cy="429471"/>
            </a:xfrm>
            <a:custGeom>
              <a:avLst/>
              <a:gdLst>
                <a:gd name="csX0" fmla="*/ 298651 w 321478"/>
                <a:gd name="csY0" fmla="*/ 424657 h 429471"/>
                <a:gd name="csX1" fmla="*/ 285240 w 321478"/>
                <a:gd name="csY1" fmla="*/ 406239 h 429471"/>
                <a:gd name="csX2" fmla="*/ 285795 w 321478"/>
                <a:gd name="csY2" fmla="*/ 410173 h 429471"/>
                <a:gd name="csX3" fmla="*/ 287678 w 321478"/>
                <a:gd name="csY3" fmla="*/ 415491 h 429471"/>
                <a:gd name="csX4" fmla="*/ 268647 w 321478"/>
                <a:gd name="csY4" fmla="*/ 394065 h 429471"/>
                <a:gd name="csX5" fmla="*/ 249603 w 321478"/>
                <a:gd name="csY5" fmla="*/ 371546 h 429471"/>
                <a:gd name="csX6" fmla="*/ 255246 w 321478"/>
                <a:gd name="csY6" fmla="*/ 382701 h 429471"/>
                <a:gd name="csX7" fmla="*/ 260888 w 321478"/>
                <a:gd name="csY7" fmla="*/ 392041 h 429471"/>
                <a:gd name="csX8" fmla="*/ 254982 w 321478"/>
                <a:gd name="csY8" fmla="*/ 386884 h 429471"/>
                <a:gd name="csX9" fmla="*/ 245088 w 321478"/>
                <a:gd name="csY9" fmla="*/ 373977 h 429471"/>
                <a:gd name="csX10" fmla="*/ 227283 w 321478"/>
                <a:gd name="csY10" fmla="*/ 350451 h 429471"/>
                <a:gd name="csX11" fmla="*/ 213463 w 321478"/>
                <a:gd name="csY11" fmla="*/ 331266 h 429471"/>
                <a:gd name="csX12" fmla="*/ 191325 w 321478"/>
                <a:gd name="csY12" fmla="*/ 295282 h 429471"/>
                <a:gd name="csX13" fmla="*/ 182351 w 321478"/>
                <a:gd name="csY13" fmla="*/ 288640 h 429471"/>
                <a:gd name="csX14" fmla="*/ 181003 w 321478"/>
                <a:gd name="csY14" fmla="*/ 283904 h 429471"/>
                <a:gd name="csX15" fmla="*/ 179966 w 321478"/>
                <a:gd name="csY15" fmla="*/ 277802 h 429471"/>
                <a:gd name="csX16" fmla="*/ 170951 w 321478"/>
                <a:gd name="csY16" fmla="*/ 271038 h 429471"/>
                <a:gd name="csX17" fmla="*/ 164513 w 321478"/>
                <a:gd name="csY17" fmla="*/ 268249 h 429471"/>
                <a:gd name="csX18" fmla="*/ 156542 w 321478"/>
                <a:gd name="csY18" fmla="*/ 264259 h 429471"/>
                <a:gd name="csX19" fmla="*/ 146588 w 321478"/>
                <a:gd name="csY19" fmla="*/ 257160 h 429471"/>
                <a:gd name="csX20" fmla="*/ 135566 w 321478"/>
                <a:gd name="csY20" fmla="*/ 244331 h 429471"/>
                <a:gd name="csX21" fmla="*/ 140198 w 321478"/>
                <a:gd name="csY21" fmla="*/ 240806 h 429471"/>
                <a:gd name="csX22" fmla="*/ 149956 w 321478"/>
                <a:gd name="csY22" fmla="*/ 243611 h 429471"/>
                <a:gd name="csX23" fmla="*/ 139967 w 321478"/>
                <a:gd name="csY23" fmla="*/ 232769 h 429471"/>
                <a:gd name="csX24" fmla="*/ 129672 w 321478"/>
                <a:gd name="csY24" fmla="*/ 230788 h 429471"/>
                <a:gd name="csX25" fmla="*/ 122631 w 321478"/>
                <a:gd name="csY25" fmla="*/ 229456 h 429471"/>
                <a:gd name="csX26" fmla="*/ 114075 w 321478"/>
                <a:gd name="csY26" fmla="*/ 225535 h 429471"/>
                <a:gd name="csX27" fmla="*/ 112561 w 321478"/>
                <a:gd name="csY27" fmla="*/ 210989 h 429471"/>
                <a:gd name="csX28" fmla="*/ 113046 w 321478"/>
                <a:gd name="csY28" fmla="*/ 198950 h 429471"/>
                <a:gd name="csX29" fmla="*/ 110205 w 321478"/>
                <a:gd name="csY29" fmla="*/ 203079 h 429471"/>
                <a:gd name="csX30" fmla="*/ 107624 w 321478"/>
                <a:gd name="csY30" fmla="*/ 210049 h 429471"/>
                <a:gd name="csX31" fmla="*/ 105042 w 321478"/>
                <a:gd name="csY31" fmla="*/ 205992 h 429471"/>
                <a:gd name="csX32" fmla="*/ 101146 w 321478"/>
                <a:gd name="csY32" fmla="*/ 198040 h 429471"/>
                <a:gd name="csX33" fmla="*/ 106495 w 321478"/>
                <a:gd name="csY33" fmla="*/ 192040 h 429471"/>
                <a:gd name="csX34" fmla="*/ 110185 w 321478"/>
                <a:gd name="csY34" fmla="*/ 189360 h 429471"/>
                <a:gd name="csX35" fmla="*/ 105416 w 321478"/>
                <a:gd name="csY35" fmla="*/ 184234 h 429471"/>
                <a:gd name="csX36" fmla="*/ 94806 w 321478"/>
                <a:gd name="csY36" fmla="*/ 176570 h 429471"/>
                <a:gd name="csX37" fmla="*/ 84222 w 321478"/>
                <a:gd name="csY37" fmla="*/ 170141 h 429471"/>
                <a:gd name="csX38" fmla="*/ 77400 w 321478"/>
                <a:gd name="csY38" fmla="*/ 165246 h 429471"/>
                <a:gd name="csX39" fmla="*/ 66830 w 321478"/>
                <a:gd name="csY39" fmla="*/ 157291 h 429471"/>
                <a:gd name="csX40" fmla="*/ 62321 w 321478"/>
                <a:gd name="csY40" fmla="*/ 153462 h 429471"/>
                <a:gd name="csX41" fmla="*/ 58487 w 321478"/>
                <a:gd name="csY41" fmla="*/ 146011 h 429471"/>
                <a:gd name="csX42" fmla="*/ 53413 w 321478"/>
                <a:gd name="csY42" fmla="*/ 136585 h 429471"/>
                <a:gd name="csX43" fmla="*/ 46519 w 321478"/>
                <a:gd name="csY43" fmla="*/ 136694 h 429471"/>
                <a:gd name="csX44" fmla="*/ 42767 w 321478"/>
                <a:gd name="csY44" fmla="*/ 137339 h 429471"/>
                <a:gd name="csX45" fmla="*/ 40545 w 321478"/>
                <a:gd name="csY45" fmla="*/ 138358 h 429471"/>
                <a:gd name="csX46" fmla="*/ 34194 w 321478"/>
                <a:gd name="csY46" fmla="*/ 139945 h 429471"/>
                <a:gd name="csX47" fmla="*/ 30312 w 321478"/>
                <a:gd name="csY47" fmla="*/ 128691 h 429471"/>
                <a:gd name="csX48" fmla="*/ 32982 w 321478"/>
                <a:gd name="csY48" fmla="*/ 121125 h 429471"/>
                <a:gd name="csX49" fmla="*/ 29550 w 321478"/>
                <a:gd name="csY49" fmla="*/ 122878 h 429471"/>
                <a:gd name="csX50" fmla="*/ 21151 w 321478"/>
                <a:gd name="csY50" fmla="*/ 122752 h 429471"/>
                <a:gd name="csX51" fmla="*/ 17154 w 321478"/>
                <a:gd name="csY51" fmla="*/ 123427 h 429471"/>
                <a:gd name="csX52" fmla="*/ 6342 w 321478"/>
                <a:gd name="csY52" fmla="*/ 119543 h 429471"/>
                <a:gd name="csX53" fmla="*/ 4365 w 321478"/>
                <a:gd name="csY53" fmla="*/ 113226 h 429471"/>
                <a:gd name="csX54" fmla="*/ 10819 w 321478"/>
                <a:gd name="csY54" fmla="*/ 114808 h 429471"/>
                <a:gd name="csX55" fmla="*/ 4707 w 321478"/>
                <a:gd name="csY55" fmla="*/ 109494 h 429471"/>
                <a:gd name="csX56" fmla="*/ 1796 w 321478"/>
                <a:gd name="csY56" fmla="*/ 100322 h 429471"/>
                <a:gd name="csX57" fmla="*/ 1838 w 321478"/>
                <a:gd name="csY57" fmla="*/ 92658 h 429471"/>
                <a:gd name="csX58" fmla="*/ 4233 w 321478"/>
                <a:gd name="csY58" fmla="*/ 77378 h 429471"/>
                <a:gd name="csX59" fmla="*/ 13902 w 321478"/>
                <a:gd name="csY59" fmla="*/ 62490 h 429471"/>
                <a:gd name="csX60" fmla="*/ 16192 w 321478"/>
                <a:gd name="csY60" fmla="*/ 65508 h 429471"/>
                <a:gd name="csX61" fmla="*/ 14368 w 321478"/>
                <a:gd name="csY61" fmla="*/ 71941 h 429471"/>
                <a:gd name="csX62" fmla="*/ 19324 w 321478"/>
                <a:gd name="csY62" fmla="*/ 65780 h 429471"/>
                <a:gd name="csX63" fmla="*/ 24280 w 321478"/>
                <a:gd name="csY63" fmla="*/ 59619 h 429471"/>
                <a:gd name="csX64" fmla="*/ 25989 w 321478"/>
                <a:gd name="csY64" fmla="*/ 66426 h 429471"/>
                <a:gd name="csX65" fmla="*/ 30049 w 321478"/>
                <a:gd name="csY65" fmla="*/ 73232 h 429471"/>
                <a:gd name="csX66" fmla="*/ 30241 w 321478"/>
                <a:gd name="csY66" fmla="*/ 65700 h 429471"/>
                <a:gd name="csX67" fmla="*/ 47033 w 321478"/>
                <a:gd name="csY67" fmla="*/ 46164 h 429471"/>
                <a:gd name="csX68" fmla="*/ 89508 w 321478"/>
                <a:gd name="csY68" fmla="*/ 4943 h 429471"/>
                <a:gd name="csX69" fmla="*/ 99998 w 321478"/>
                <a:gd name="csY69" fmla="*/ 2688 h 429471"/>
                <a:gd name="csX70" fmla="*/ 114706 w 321478"/>
                <a:gd name="csY70" fmla="*/ 3716 h 429471"/>
                <a:gd name="csX71" fmla="*/ 123108 w 321478"/>
                <a:gd name="csY71" fmla="*/ 2764 h 429471"/>
                <a:gd name="csX72" fmla="*/ 137332 w 321478"/>
                <a:gd name="csY72" fmla="*/ 60759 h 429471"/>
                <a:gd name="csX73" fmla="*/ 159468 w 321478"/>
                <a:gd name="csY73" fmla="*/ 80313 h 429471"/>
                <a:gd name="csX74" fmla="*/ 174324 w 321478"/>
                <a:gd name="csY74" fmla="*/ 89973 h 429471"/>
                <a:gd name="csX75" fmla="*/ 184004 w 321478"/>
                <a:gd name="csY75" fmla="*/ 107383 h 429471"/>
                <a:gd name="csX76" fmla="*/ 190190 w 321478"/>
                <a:gd name="csY76" fmla="*/ 148735 h 429471"/>
                <a:gd name="csX77" fmla="*/ 191494 w 321478"/>
                <a:gd name="csY77" fmla="*/ 177131 h 429471"/>
                <a:gd name="csX78" fmla="*/ 195355 w 321478"/>
                <a:gd name="csY78" fmla="*/ 191824 h 429471"/>
                <a:gd name="csX79" fmla="*/ 205385 w 321478"/>
                <a:gd name="csY79" fmla="*/ 204731 h 429471"/>
                <a:gd name="csX80" fmla="*/ 224780 w 321478"/>
                <a:gd name="csY80" fmla="*/ 233927 h 429471"/>
                <a:gd name="csX81" fmla="*/ 251313 w 321478"/>
                <a:gd name="csY81" fmla="*/ 251602 h 429471"/>
                <a:gd name="csX82" fmla="*/ 265826 w 321478"/>
                <a:gd name="csY82" fmla="*/ 256119 h 429471"/>
                <a:gd name="csX83" fmla="*/ 280190 w 321478"/>
                <a:gd name="csY83" fmla="*/ 283901 h 429471"/>
                <a:gd name="csX84" fmla="*/ 287275 w 321478"/>
                <a:gd name="csY84" fmla="*/ 317016 h 429471"/>
                <a:gd name="csX85" fmla="*/ 290907 w 321478"/>
                <a:gd name="csY85" fmla="*/ 329217 h 429471"/>
                <a:gd name="csX86" fmla="*/ 293537 w 321478"/>
                <a:gd name="csY86" fmla="*/ 337861 h 429471"/>
                <a:gd name="csX87" fmla="*/ 302616 w 321478"/>
                <a:gd name="csY87" fmla="*/ 352211 h 429471"/>
                <a:gd name="csX88" fmla="*/ 314264 w 321478"/>
                <a:gd name="csY88" fmla="*/ 364936 h 429471"/>
                <a:gd name="csX89" fmla="*/ 319645 w 321478"/>
                <a:gd name="csY89" fmla="*/ 375951 h 429471"/>
                <a:gd name="csX90" fmla="*/ 316721 w 321478"/>
                <a:gd name="csY90" fmla="*/ 384238 h 429471"/>
                <a:gd name="csX91" fmla="*/ 312540 w 321478"/>
                <a:gd name="csY91" fmla="*/ 395571 h 429471"/>
                <a:gd name="csX92" fmla="*/ 312871 w 321478"/>
                <a:gd name="csY92" fmla="*/ 424954 h 429471"/>
                <a:gd name="csX93" fmla="*/ 306671 w 321478"/>
                <a:gd name="csY93" fmla="*/ 429472 h 429471"/>
                <a:gd name="csX94" fmla="*/ 298651 w 321478"/>
                <a:gd name="csY94" fmla="*/ 424657 h 4294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321478" h="429471">
                  <a:moveTo>
                    <a:pt x="298651" y="424657"/>
                  </a:moveTo>
                  <a:cubicBezTo>
                    <a:pt x="298651" y="419121"/>
                    <a:pt x="289271" y="406239"/>
                    <a:pt x="285240" y="406239"/>
                  </a:cubicBezTo>
                  <a:cubicBezTo>
                    <a:pt x="283590" y="406239"/>
                    <a:pt x="283808" y="407778"/>
                    <a:pt x="285795" y="410173"/>
                  </a:cubicBezTo>
                  <a:cubicBezTo>
                    <a:pt x="287591" y="412337"/>
                    <a:pt x="288438" y="414730"/>
                    <a:pt x="287678" y="415491"/>
                  </a:cubicBezTo>
                  <a:cubicBezTo>
                    <a:pt x="285539" y="417629"/>
                    <a:pt x="270321" y="400495"/>
                    <a:pt x="268647" y="394065"/>
                  </a:cubicBezTo>
                  <a:cubicBezTo>
                    <a:pt x="267226" y="388605"/>
                    <a:pt x="249603" y="367767"/>
                    <a:pt x="249603" y="371546"/>
                  </a:cubicBezTo>
                  <a:cubicBezTo>
                    <a:pt x="249603" y="372545"/>
                    <a:pt x="252142" y="377564"/>
                    <a:pt x="255246" y="382701"/>
                  </a:cubicBezTo>
                  <a:lnTo>
                    <a:pt x="260888" y="392041"/>
                  </a:lnTo>
                  <a:lnTo>
                    <a:pt x="254982" y="386884"/>
                  </a:lnTo>
                  <a:cubicBezTo>
                    <a:pt x="251733" y="384048"/>
                    <a:pt x="247281" y="378240"/>
                    <a:pt x="245088" y="373977"/>
                  </a:cubicBezTo>
                  <a:cubicBezTo>
                    <a:pt x="242896" y="369714"/>
                    <a:pt x="234883" y="359128"/>
                    <a:pt x="227283" y="350451"/>
                  </a:cubicBezTo>
                  <a:cubicBezTo>
                    <a:pt x="219682" y="341775"/>
                    <a:pt x="213463" y="333142"/>
                    <a:pt x="213463" y="331266"/>
                  </a:cubicBezTo>
                  <a:cubicBezTo>
                    <a:pt x="213463" y="326133"/>
                    <a:pt x="194515" y="295333"/>
                    <a:pt x="191325" y="295282"/>
                  </a:cubicBezTo>
                  <a:cubicBezTo>
                    <a:pt x="189798" y="295257"/>
                    <a:pt x="185760" y="292268"/>
                    <a:pt x="182351" y="288640"/>
                  </a:cubicBezTo>
                  <a:cubicBezTo>
                    <a:pt x="177259" y="283219"/>
                    <a:pt x="177019" y="282375"/>
                    <a:pt x="181003" y="283904"/>
                  </a:cubicBezTo>
                  <a:cubicBezTo>
                    <a:pt x="185315" y="285558"/>
                    <a:pt x="185200" y="284882"/>
                    <a:pt x="179966" y="277802"/>
                  </a:cubicBezTo>
                  <a:cubicBezTo>
                    <a:pt x="176728" y="273422"/>
                    <a:pt x="172671" y="270378"/>
                    <a:pt x="170951" y="271038"/>
                  </a:cubicBezTo>
                  <a:cubicBezTo>
                    <a:pt x="169231" y="271698"/>
                    <a:pt x="166334" y="270443"/>
                    <a:pt x="164513" y="268249"/>
                  </a:cubicBezTo>
                  <a:cubicBezTo>
                    <a:pt x="162692" y="266054"/>
                    <a:pt x="159105" y="264259"/>
                    <a:pt x="156542" y="264259"/>
                  </a:cubicBezTo>
                  <a:cubicBezTo>
                    <a:pt x="153980" y="264259"/>
                    <a:pt x="149500" y="261065"/>
                    <a:pt x="146588" y="257160"/>
                  </a:cubicBezTo>
                  <a:cubicBezTo>
                    <a:pt x="143676" y="253256"/>
                    <a:pt x="138716" y="247482"/>
                    <a:pt x="135566" y="244331"/>
                  </a:cubicBezTo>
                  <a:cubicBezTo>
                    <a:pt x="127839" y="236597"/>
                    <a:pt x="131401" y="233886"/>
                    <a:pt x="140198" y="240806"/>
                  </a:cubicBezTo>
                  <a:cubicBezTo>
                    <a:pt x="145135" y="244689"/>
                    <a:pt x="148042" y="245525"/>
                    <a:pt x="149956" y="243611"/>
                  </a:cubicBezTo>
                  <a:cubicBezTo>
                    <a:pt x="154558" y="239009"/>
                    <a:pt x="147985" y="231874"/>
                    <a:pt x="139967" y="232769"/>
                  </a:cubicBezTo>
                  <a:cubicBezTo>
                    <a:pt x="136133" y="233196"/>
                    <a:pt x="131500" y="232305"/>
                    <a:pt x="129672" y="230788"/>
                  </a:cubicBezTo>
                  <a:cubicBezTo>
                    <a:pt x="127844" y="229271"/>
                    <a:pt x="124675" y="228672"/>
                    <a:pt x="122631" y="229456"/>
                  </a:cubicBezTo>
                  <a:cubicBezTo>
                    <a:pt x="120587" y="230241"/>
                    <a:pt x="116736" y="228476"/>
                    <a:pt x="114075" y="225535"/>
                  </a:cubicBezTo>
                  <a:cubicBezTo>
                    <a:pt x="109769" y="220777"/>
                    <a:pt x="109602" y="219173"/>
                    <a:pt x="112561" y="210989"/>
                  </a:cubicBezTo>
                  <a:cubicBezTo>
                    <a:pt x="114982" y="204297"/>
                    <a:pt x="115114" y="201018"/>
                    <a:pt x="113046" y="198950"/>
                  </a:cubicBezTo>
                  <a:cubicBezTo>
                    <a:pt x="110979" y="196883"/>
                    <a:pt x="110205" y="198007"/>
                    <a:pt x="110205" y="203079"/>
                  </a:cubicBezTo>
                  <a:cubicBezTo>
                    <a:pt x="110205" y="206912"/>
                    <a:pt x="109043" y="210049"/>
                    <a:pt x="107624" y="210049"/>
                  </a:cubicBezTo>
                  <a:cubicBezTo>
                    <a:pt x="106204" y="210049"/>
                    <a:pt x="105042" y="208223"/>
                    <a:pt x="105042" y="205992"/>
                  </a:cubicBezTo>
                  <a:cubicBezTo>
                    <a:pt x="105042" y="203761"/>
                    <a:pt x="103289" y="200182"/>
                    <a:pt x="101146" y="198040"/>
                  </a:cubicBezTo>
                  <a:cubicBezTo>
                    <a:pt x="95668" y="192562"/>
                    <a:pt x="98756" y="189098"/>
                    <a:pt x="106495" y="192040"/>
                  </a:cubicBezTo>
                  <a:cubicBezTo>
                    <a:pt x="112388" y="194281"/>
                    <a:pt x="112698" y="194056"/>
                    <a:pt x="110185" y="189360"/>
                  </a:cubicBezTo>
                  <a:cubicBezTo>
                    <a:pt x="108676" y="186541"/>
                    <a:pt x="106530" y="184234"/>
                    <a:pt x="105416" y="184234"/>
                  </a:cubicBezTo>
                  <a:cubicBezTo>
                    <a:pt x="104302" y="184234"/>
                    <a:pt x="99527" y="180785"/>
                    <a:pt x="94806" y="176570"/>
                  </a:cubicBezTo>
                  <a:cubicBezTo>
                    <a:pt x="90084" y="172354"/>
                    <a:pt x="85321" y="169461"/>
                    <a:pt x="84222" y="170141"/>
                  </a:cubicBezTo>
                  <a:cubicBezTo>
                    <a:pt x="83122" y="170820"/>
                    <a:pt x="80052" y="168617"/>
                    <a:pt x="77400" y="165246"/>
                  </a:cubicBezTo>
                  <a:cubicBezTo>
                    <a:pt x="74748" y="161874"/>
                    <a:pt x="69991" y="158294"/>
                    <a:pt x="66830" y="157291"/>
                  </a:cubicBezTo>
                  <a:cubicBezTo>
                    <a:pt x="63669" y="156287"/>
                    <a:pt x="61640" y="154564"/>
                    <a:pt x="62321" y="153462"/>
                  </a:cubicBezTo>
                  <a:cubicBezTo>
                    <a:pt x="63003" y="152359"/>
                    <a:pt x="61277" y="149007"/>
                    <a:pt x="58487" y="146011"/>
                  </a:cubicBezTo>
                  <a:cubicBezTo>
                    <a:pt x="55696" y="143016"/>
                    <a:pt x="53413" y="138774"/>
                    <a:pt x="53413" y="136585"/>
                  </a:cubicBezTo>
                  <a:cubicBezTo>
                    <a:pt x="53413" y="131375"/>
                    <a:pt x="48531" y="131452"/>
                    <a:pt x="46519" y="136694"/>
                  </a:cubicBezTo>
                  <a:cubicBezTo>
                    <a:pt x="45256" y="139986"/>
                    <a:pt x="44525" y="140111"/>
                    <a:pt x="42767" y="137339"/>
                  </a:cubicBezTo>
                  <a:cubicBezTo>
                    <a:pt x="41090" y="134693"/>
                    <a:pt x="40576" y="134929"/>
                    <a:pt x="40545" y="138358"/>
                  </a:cubicBezTo>
                  <a:cubicBezTo>
                    <a:pt x="40512" y="142152"/>
                    <a:pt x="39561" y="142390"/>
                    <a:pt x="34194" y="139945"/>
                  </a:cubicBezTo>
                  <a:cubicBezTo>
                    <a:pt x="25899" y="136165"/>
                    <a:pt x="24011" y="130691"/>
                    <a:pt x="30312" y="128691"/>
                  </a:cubicBezTo>
                  <a:cubicBezTo>
                    <a:pt x="35660" y="126994"/>
                    <a:pt x="36881" y="123535"/>
                    <a:pt x="32982" y="121125"/>
                  </a:cubicBezTo>
                  <a:cubicBezTo>
                    <a:pt x="31683" y="120322"/>
                    <a:pt x="30139" y="121111"/>
                    <a:pt x="29550" y="122878"/>
                  </a:cubicBezTo>
                  <a:cubicBezTo>
                    <a:pt x="28702" y="125423"/>
                    <a:pt x="26957" y="125397"/>
                    <a:pt x="21151" y="122752"/>
                  </a:cubicBezTo>
                  <a:cubicBezTo>
                    <a:pt x="14600" y="119767"/>
                    <a:pt x="14176" y="119839"/>
                    <a:pt x="17154" y="123427"/>
                  </a:cubicBezTo>
                  <a:cubicBezTo>
                    <a:pt x="23195" y="130706"/>
                    <a:pt x="15185" y="127829"/>
                    <a:pt x="6342" y="119543"/>
                  </a:cubicBezTo>
                  <a:cubicBezTo>
                    <a:pt x="-1702" y="112007"/>
                    <a:pt x="-1792" y="111717"/>
                    <a:pt x="4365" y="113226"/>
                  </a:cubicBezTo>
                  <a:lnTo>
                    <a:pt x="10819" y="114808"/>
                  </a:lnTo>
                  <a:lnTo>
                    <a:pt x="4707" y="109494"/>
                  </a:lnTo>
                  <a:cubicBezTo>
                    <a:pt x="-312" y="105131"/>
                    <a:pt x="-833" y="103490"/>
                    <a:pt x="1796" y="100322"/>
                  </a:cubicBezTo>
                  <a:cubicBezTo>
                    <a:pt x="4323" y="97278"/>
                    <a:pt x="4332" y="95662"/>
                    <a:pt x="1838" y="92658"/>
                  </a:cubicBezTo>
                  <a:cubicBezTo>
                    <a:pt x="-700" y="89600"/>
                    <a:pt x="-229" y="86595"/>
                    <a:pt x="4233" y="77378"/>
                  </a:cubicBezTo>
                  <a:cubicBezTo>
                    <a:pt x="7287" y="71068"/>
                    <a:pt x="11639" y="64368"/>
                    <a:pt x="13902" y="62490"/>
                  </a:cubicBezTo>
                  <a:cubicBezTo>
                    <a:pt x="17532" y="59477"/>
                    <a:pt x="17802" y="59833"/>
                    <a:pt x="16192" y="65508"/>
                  </a:cubicBezTo>
                  <a:lnTo>
                    <a:pt x="14368" y="71941"/>
                  </a:lnTo>
                  <a:lnTo>
                    <a:pt x="19324" y="65780"/>
                  </a:lnTo>
                  <a:lnTo>
                    <a:pt x="24280" y="59619"/>
                  </a:lnTo>
                  <a:lnTo>
                    <a:pt x="25989" y="66426"/>
                  </a:lnTo>
                  <a:cubicBezTo>
                    <a:pt x="26928" y="70169"/>
                    <a:pt x="28755" y="73232"/>
                    <a:pt x="30049" y="73232"/>
                  </a:cubicBezTo>
                  <a:cubicBezTo>
                    <a:pt x="31420" y="73232"/>
                    <a:pt x="31500" y="70091"/>
                    <a:pt x="30241" y="65700"/>
                  </a:cubicBezTo>
                  <a:cubicBezTo>
                    <a:pt x="28162" y="58450"/>
                    <a:pt x="28788" y="57720"/>
                    <a:pt x="47033" y="46164"/>
                  </a:cubicBezTo>
                  <a:cubicBezTo>
                    <a:pt x="66934" y="33559"/>
                    <a:pt x="85466" y="15573"/>
                    <a:pt x="89508" y="4943"/>
                  </a:cubicBezTo>
                  <a:cubicBezTo>
                    <a:pt x="91833" y="-1172"/>
                    <a:pt x="92131" y="-1236"/>
                    <a:pt x="99998" y="2688"/>
                  </a:cubicBezTo>
                  <a:cubicBezTo>
                    <a:pt x="106503" y="5933"/>
                    <a:pt x="109396" y="6135"/>
                    <a:pt x="114706" y="3716"/>
                  </a:cubicBezTo>
                  <a:cubicBezTo>
                    <a:pt x="118341" y="2059"/>
                    <a:pt x="122122" y="1631"/>
                    <a:pt x="123108" y="2764"/>
                  </a:cubicBezTo>
                  <a:cubicBezTo>
                    <a:pt x="125561" y="5583"/>
                    <a:pt x="135461" y="45948"/>
                    <a:pt x="137332" y="60759"/>
                  </a:cubicBezTo>
                  <a:cubicBezTo>
                    <a:pt x="139199" y="75538"/>
                    <a:pt x="141734" y="77777"/>
                    <a:pt x="159468" y="80313"/>
                  </a:cubicBezTo>
                  <a:cubicBezTo>
                    <a:pt x="172513" y="82178"/>
                    <a:pt x="173509" y="82826"/>
                    <a:pt x="174324" y="89973"/>
                  </a:cubicBezTo>
                  <a:cubicBezTo>
                    <a:pt x="174804" y="94187"/>
                    <a:pt x="179160" y="102021"/>
                    <a:pt x="184004" y="107383"/>
                  </a:cubicBezTo>
                  <a:cubicBezTo>
                    <a:pt x="193664" y="118075"/>
                    <a:pt x="194152" y="121338"/>
                    <a:pt x="190190" y="148735"/>
                  </a:cubicBezTo>
                  <a:cubicBezTo>
                    <a:pt x="188197" y="162515"/>
                    <a:pt x="188470" y="168448"/>
                    <a:pt x="191494" y="177131"/>
                  </a:cubicBezTo>
                  <a:cubicBezTo>
                    <a:pt x="193597" y="183167"/>
                    <a:pt x="195335" y="189779"/>
                    <a:pt x="195355" y="191824"/>
                  </a:cubicBezTo>
                  <a:cubicBezTo>
                    <a:pt x="195376" y="193868"/>
                    <a:pt x="199889" y="199676"/>
                    <a:pt x="205385" y="204731"/>
                  </a:cubicBezTo>
                  <a:cubicBezTo>
                    <a:pt x="211344" y="210212"/>
                    <a:pt x="219172" y="221995"/>
                    <a:pt x="224780" y="233927"/>
                  </a:cubicBezTo>
                  <a:cubicBezTo>
                    <a:pt x="234706" y="255043"/>
                    <a:pt x="236093" y="255967"/>
                    <a:pt x="251313" y="251602"/>
                  </a:cubicBezTo>
                  <a:cubicBezTo>
                    <a:pt x="258379" y="249575"/>
                    <a:pt x="260277" y="250166"/>
                    <a:pt x="265826" y="256119"/>
                  </a:cubicBezTo>
                  <a:cubicBezTo>
                    <a:pt x="272628" y="263417"/>
                    <a:pt x="281243" y="280080"/>
                    <a:pt x="280190" y="283901"/>
                  </a:cubicBezTo>
                  <a:cubicBezTo>
                    <a:pt x="278841" y="288796"/>
                    <a:pt x="283826" y="312090"/>
                    <a:pt x="287275" y="317016"/>
                  </a:cubicBezTo>
                  <a:cubicBezTo>
                    <a:pt x="289273" y="319867"/>
                    <a:pt x="290907" y="325358"/>
                    <a:pt x="290907" y="329217"/>
                  </a:cubicBezTo>
                  <a:cubicBezTo>
                    <a:pt x="290907" y="333077"/>
                    <a:pt x="292090" y="336967"/>
                    <a:pt x="293537" y="337861"/>
                  </a:cubicBezTo>
                  <a:cubicBezTo>
                    <a:pt x="294984" y="338755"/>
                    <a:pt x="299069" y="345213"/>
                    <a:pt x="302616" y="352211"/>
                  </a:cubicBezTo>
                  <a:cubicBezTo>
                    <a:pt x="307126" y="361111"/>
                    <a:pt x="310627" y="364936"/>
                    <a:pt x="314264" y="364936"/>
                  </a:cubicBezTo>
                  <a:cubicBezTo>
                    <a:pt x="320436" y="364936"/>
                    <a:pt x="323792" y="371805"/>
                    <a:pt x="319645" y="375951"/>
                  </a:cubicBezTo>
                  <a:cubicBezTo>
                    <a:pt x="318037" y="377560"/>
                    <a:pt x="316721" y="381289"/>
                    <a:pt x="316721" y="384238"/>
                  </a:cubicBezTo>
                  <a:cubicBezTo>
                    <a:pt x="316721" y="387188"/>
                    <a:pt x="314840" y="392287"/>
                    <a:pt x="312540" y="395571"/>
                  </a:cubicBezTo>
                  <a:cubicBezTo>
                    <a:pt x="308425" y="401445"/>
                    <a:pt x="308570" y="414286"/>
                    <a:pt x="312871" y="424954"/>
                  </a:cubicBezTo>
                  <a:cubicBezTo>
                    <a:pt x="314372" y="428678"/>
                    <a:pt x="313283" y="429472"/>
                    <a:pt x="306671" y="429472"/>
                  </a:cubicBezTo>
                  <a:cubicBezTo>
                    <a:pt x="300565" y="429472"/>
                    <a:pt x="298651" y="428323"/>
                    <a:pt x="298651" y="424657"/>
                  </a:cubicBezTo>
                  <a:close/>
                </a:path>
              </a:pathLst>
            </a:custGeom>
            <a:solidFill>
              <a:srgbClr val="B9B9B9"/>
            </a:solidFill>
            <a:ln w="5163" cap="flat">
              <a:noFill/>
              <a:prstDash val="solid"/>
              <a:miter/>
            </a:ln>
          </p:spPr>
          <p:txBody>
            <a:bodyPr/>
            <a:lstStyle/>
            <a:p>
              <a:endParaRPr lang="es-419" noProof="0" dirty="0"/>
            </a:p>
          </p:txBody>
        </p:sp>
        <p:sp>
          <p:nvSpPr>
            <p:cNvPr id="59" name="Forma libre: forma 58">
              <a:extLst>
                <a:ext uri="{FF2B5EF4-FFF2-40B4-BE49-F238E27FC236}">
                  <a16:creationId xmlns:a16="http://schemas.microsoft.com/office/drawing/2014/main" id="{8A411571-53FB-0862-31D1-0F114A1E8941}"/>
                </a:ext>
              </a:extLst>
            </p:cNvPr>
            <p:cNvSpPr/>
            <p:nvPr/>
          </p:nvSpPr>
          <p:spPr>
            <a:xfrm>
              <a:off x="812163" y="1806340"/>
              <a:ext cx="15955" cy="30179"/>
            </a:xfrm>
            <a:custGeom>
              <a:avLst/>
              <a:gdLst>
                <a:gd name="csX0" fmla="*/ 12859 w 15955"/>
                <a:gd name="csY0" fmla="*/ 27128 h 30179"/>
                <a:gd name="csX1" fmla="*/ 45 w 15955"/>
                <a:gd name="csY1" fmla="*/ 70 h 30179"/>
                <a:gd name="csX2" fmla="*/ 15145 w 15955"/>
                <a:gd name="csY2" fmla="*/ 24519 h 30179"/>
                <a:gd name="csX3" fmla="*/ 12859 w 15955"/>
                <a:gd name="csY3" fmla="*/ 27128 h 30179"/>
              </a:gdLst>
              <a:ahLst/>
              <a:cxnLst>
                <a:cxn ang="0">
                  <a:pos x="csX0" y="csY0"/>
                </a:cxn>
                <a:cxn ang="0">
                  <a:pos x="csX1" y="csY1"/>
                </a:cxn>
                <a:cxn ang="0">
                  <a:pos x="csX2" y="csY2"/>
                </a:cxn>
                <a:cxn ang="0">
                  <a:pos x="csX3" y="csY3"/>
                </a:cxn>
              </a:cxnLst>
              <a:rect l="l" t="t" r="r" b="b"/>
              <a:pathLst>
                <a:path w="15955" h="30179">
                  <a:moveTo>
                    <a:pt x="12859" y="27128"/>
                  </a:moveTo>
                  <a:cubicBezTo>
                    <a:pt x="8119" y="19457"/>
                    <a:pt x="-707" y="822"/>
                    <a:pt x="45" y="70"/>
                  </a:cubicBezTo>
                  <a:cubicBezTo>
                    <a:pt x="1430" y="-1315"/>
                    <a:pt x="13563" y="18330"/>
                    <a:pt x="15145" y="24519"/>
                  </a:cubicBezTo>
                  <a:cubicBezTo>
                    <a:pt x="16793" y="30962"/>
                    <a:pt x="15876" y="32008"/>
                    <a:pt x="12859" y="27128"/>
                  </a:cubicBezTo>
                  <a:close/>
                </a:path>
              </a:pathLst>
            </a:custGeom>
            <a:solidFill>
              <a:srgbClr val="B9B9B9"/>
            </a:solidFill>
            <a:ln w="5163" cap="flat">
              <a:noFill/>
              <a:prstDash val="solid"/>
              <a:miter/>
            </a:ln>
          </p:spPr>
          <p:txBody>
            <a:bodyPr/>
            <a:lstStyle/>
            <a:p>
              <a:endParaRPr lang="es-419" noProof="0" dirty="0"/>
            </a:p>
          </p:txBody>
        </p:sp>
      </p:grpSp>
      <p:sp>
        <p:nvSpPr>
          <p:cNvPr id="60" name="Forma libre: forma 59">
            <a:extLst>
              <a:ext uri="{FF2B5EF4-FFF2-40B4-BE49-F238E27FC236}">
                <a16:creationId xmlns:a16="http://schemas.microsoft.com/office/drawing/2014/main" id="{F8A93B9B-23C8-2351-5F0E-F1191D92CF45}"/>
              </a:ext>
            </a:extLst>
          </p:cNvPr>
          <p:cNvSpPr/>
          <p:nvPr/>
        </p:nvSpPr>
        <p:spPr>
          <a:xfrm>
            <a:off x="781520" y="1178397"/>
            <a:ext cx="460893" cy="570101"/>
          </a:xfrm>
          <a:custGeom>
            <a:avLst/>
            <a:gdLst>
              <a:gd name="csX0" fmla="*/ 151660 w 460893"/>
              <a:gd name="csY0" fmla="*/ 568610 h 570101"/>
              <a:gd name="csX1" fmla="*/ 140689 w 460893"/>
              <a:gd name="csY1" fmla="*/ 563178 h 570101"/>
              <a:gd name="csX2" fmla="*/ 131877 w 460893"/>
              <a:gd name="csY2" fmla="*/ 549661 h 570101"/>
              <a:gd name="csX3" fmla="*/ 122196 w 460893"/>
              <a:gd name="csY3" fmla="*/ 532968 h 570101"/>
              <a:gd name="csX4" fmla="*/ 107130 w 460893"/>
              <a:gd name="csY4" fmla="*/ 523131 h 570101"/>
              <a:gd name="csX5" fmla="*/ 89869 w 460893"/>
              <a:gd name="csY5" fmla="*/ 518421 h 570101"/>
              <a:gd name="csX6" fmla="*/ 85076 w 460893"/>
              <a:gd name="csY6" fmla="*/ 501266 h 570101"/>
              <a:gd name="csX7" fmla="*/ 77677 w 460893"/>
              <a:gd name="csY7" fmla="*/ 465952 h 570101"/>
              <a:gd name="csX8" fmla="*/ 72006 w 460893"/>
              <a:gd name="csY8" fmla="*/ 445300 h 570101"/>
              <a:gd name="csX9" fmla="*/ 58957 w 460893"/>
              <a:gd name="csY9" fmla="*/ 446095 h 570101"/>
              <a:gd name="csX10" fmla="*/ 35144 w 460893"/>
              <a:gd name="csY10" fmla="*/ 436548 h 570101"/>
              <a:gd name="csX11" fmla="*/ 24381 w 460893"/>
              <a:gd name="csY11" fmla="*/ 426207 h 570101"/>
              <a:gd name="csX12" fmla="*/ 26114 w 460893"/>
              <a:gd name="csY12" fmla="*/ 405421 h 570101"/>
              <a:gd name="csX13" fmla="*/ 25165 w 460893"/>
              <a:gd name="csY13" fmla="*/ 384636 h 570101"/>
              <a:gd name="csX14" fmla="*/ 17520 w 460893"/>
              <a:gd name="csY14" fmla="*/ 374956 h 570101"/>
              <a:gd name="csX15" fmla="*/ 6475 w 460893"/>
              <a:gd name="csY15" fmla="*/ 353942 h 570101"/>
              <a:gd name="csX16" fmla="*/ 196 w 460893"/>
              <a:gd name="csY16" fmla="*/ 332000 h 570101"/>
              <a:gd name="csX17" fmla="*/ 0 w 460893"/>
              <a:gd name="csY17" fmla="*/ 321391 h 570101"/>
              <a:gd name="csX18" fmla="*/ 20006 w 460893"/>
              <a:gd name="csY18" fmla="*/ 322209 h 570101"/>
              <a:gd name="csX19" fmla="*/ 37306 w 460893"/>
              <a:gd name="csY19" fmla="*/ 304003 h 570101"/>
              <a:gd name="csX20" fmla="*/ 36933 w 460893"/>
              <a:gd name="csY20" fmla="*/ 289805 h 570101"/>
              <a:gd name="csX21" fmla="*/ 37690 w 460893"/>
              <a:gd name="csY21" fmla="*/ 253719 h 570101"/>
              <a:gd name="csX22" fmla="*/ 41303 w 460893"/>
              <a:gd name="csY22" fmla="*/ 221451 h 570101"/>
              <a:gd name="csX23" fmla="*/ 48412 w 460893"/>
              <a:gd name="csY23" fmla="*/ 202644 h 570101"/>
              <a:gd name="csX24" fmla="*/ 48257 w 460893"/>
              <a:gd name="csY24" fmla="*/ 124622 h 570101"/>
              <a:gd name="csX25" fmla="*/ 40464 w 460893"/>
              <a:gd name="csY25" fmla="*/ 83859 h 570101"/>
              <a:gd name="csX26" fmla="*/ 52830 w 460893"/>
              <a:gd name="csY26" fmla="*/ 45160 h 570101"/>
              <a:gd name="csX27" fmla="*/ 63246 w 460893"/>
              <a:gd name="csY27" fmla="*/ 46920 h 570101"/>
              <a:gd name="csX28" fmla="*/ 63246 w 460893"/>
              <a:gd name="csY28" fmla="*/ 23460 h 570101"/>
              <a:gd name="csX29" fmla="*/ 66672 w 460893"/>
              <a:gd name="csY29" fmla="*/ 0 h 570101"/>
              <a:gd name="csX30" fmla="*/ 126691 w 460893"/>
              <a:gd name="csY30" fmla="*/ 3798 h 570101"/>
              <a:gd name="csX31" fmla="*/ 203405 w 460893"/>
              <a:gd name="csY31" fmla="*/ 8311 h 570101"/>
              <a:gd name="csX32" fmla="*/ 223527 w 460893"/>
              <a:gd name="csY32" fmla="*/ 9026 h 570101"/>
              <a:gd name="csX33" fmla="*/ 229665 w 460893"/>
              <a:gd name="csY33" fmla="*/ 21938 h 570101"/>
              <a:gd name="csX34" fmla="*/ 254984 w 460893"/>
              <a:gd name="csY34" fmla="*/ 54210 h 570101"/>
              <a:gd name="csX35" fmla="*/ 267180 w 460893"/>
              <a:gd name="csY35" fmla="*/ 65624 h 570101"/>
              <a:gd name="csX36" fmla="*/ 283960 w 460893"/>
              <a:gd name="csY36" fmla="*/ 83994 h 570101"/>
              <a:gd name="csX37" fmla="*/ 300739 w 460893"/>
              <a:gd name="csY37" fmla="*/ 103278 h 570101"/>
              <a:gd name="csX38" fmla="*/ 307688 w 460893"/>
              <a:gd name="csY38" fmla="*/ 107024 h 570101"/>
              <a:gd name="csX39" fmla="*/ 338320 w 460893"/>
              <a:gd name="csY39" fmla="*/ 140082 h 570101"/>
              <a:gd name="csX40" fmla="*/ 345307 w 460893"/>
              <a:gd name="csY40" fmla="*/ 156757 h 570101"/>
              <a:gd name="csX41" fmla="*/ 350264 w 460893"/>
              <a:gd name="csY41" fmla="*/ 174757 h 570101"/>
              <a:gd name="csX42" fmla="*/ 353728 w 460893"/>
              <a:gd name="csY42" fmla="*/ 192882 h 570101"/>
              <a:gd name="csX43" fmla="*/ 357557 w 460893"/>
              <a:gd name="csY43" fmla="*/ 206186 h 570101"/>
              <a:gd name="csX44" fmla="*/ 373046 w 460893"/>
              <a:gd name="csY44" fmla="*/ 221653 h 570101"/>
              <a:gd name="csX45" fmla="*/ 388508 w 460893"/>
              <a:gd name="csY45" fmla="*/ 235073 h 570101"/>
              <a:gd name="csX46" fmla="*/ 408536 w 460893"/>
              <a:gd name="csY46" fmla="*/ 251563 h 570101"/>
              <a:gd name="csX47" fmla="*/ 419486 w 460893"/>
              <a:gd name="csY47" fmla="*/ 258145 h 570101"/>
              <a:gd name="csX48" fmla="*/ 429612 w 460893"/>
              <a:gd name="csY48" fmla="*/ 264555 h 570101"/>
              <a:gd name="csX49" fmla="*/ 440498 w 460893"/>
              <a:gd name="csY49" fmla="*/ 270196 h 570101"/>
              <a:gd name="csX50" fmla="*/ 458638 w 460893"/>
              <a:gd name="csY50" fmla="*/ 279871 h 570101"/>
              <a:gd name="csX51" fmla="*/ 433706 w 460893"/>
              <a:gd name="csY51" fmla="*/ 328123 h 570101"/>
              <a:gd name="csX52" fmla="*/ 401785 w 460893"/>
              <a:gd name="csY52" fmla="*/ 376892 h 570101"/>
              <a:gd name="csX53" fmla="*/ 408173 w 460893"/>
              <a:gd name="csY53" fmla="*/ 427230 h 570101"/>
              <a:gd name="csX54" fmla="*/ 407224 w 460893"/>
              <a:gd name="csY54" fmla="*/ 481463 h 570101"/>
              <a:gd name="csX55" fmla="*/ 357001 w 460893"/>
              <a:gd name="csY55" fmla="*/ 500599 h 570101"/>
              <a:gd name="csX56" fmla="*/ 339993 w 460893"/>
              <a:gd name="csY56" fmla="*/ 507393 h 570101"/>
              <a:gd name="csX57" fmla="*/ 315871 w 460893"/>
              <a:gd name="csY57" fmla="*/ 500146 h 570101"/>
              <a:gd name="csX58" fmla="*/ 305685 w 460893"/>
              <a:gd name="csY58" fmla="*/ 499249 h 570101"/>
              <a:gd name="csX59" fmla="*/ 291896 w 460893"/>
              <a:gd name="csY59" fmla="*/ 499687 h 570101"/>
              <a:gd name="csX60" fmla="*/ 270870 w 460893"/>
              <a:gd name="csY60" fmla="*/ 491757 h 570101"/>
              <a:gd name="csX61" fmla="*/ 256706 w 460893"/>
              <a:gd name="csY61" fmla="*/ 481408 h 570101"/>
              <a:gd name="csX62" fmla="*/ 242051 w 460893"/>
              <a:gd name="csY62" fmla="*/ 472207 h 570101"/>
              <a:gd name="csX63" fmla="*/ 227525 w 460893"/>
              <a:gd name="csY63" fmla="*/ 468533 h 570101"/>
              <a:gd name="csX64" fmla="*/ 222731 w 460893"/>
              <a:gd name="csY64" fmla="*/ 472486 h 570101"/>
              <a:gd name="csX65" fmla="*/ 210984 w 460893"/>
              <a:gd name="csY65" fmla="*/ 493362 h 570101"/>
              <a:gd name="csX66" fmla="*/ 200162 w 460893"/>
              <a:gd name="csY66" fmla="*/ 504374 h 570101"/>
              <a:gd name="csX67" fmla="*/ 192160 w 460893"/>
              <a:gd name="csY67" fmla="*/ 516880 h 570101"/>
              <a:gd name="csX68" fmla="*/ 189436 w 460893"/>
              <a:gd name="csY68" fmla="*/ 530760 h 570101"/>
              <a:gd name="csX69" fmla="*/ 184534 w 460893"/>
              <a:gd name="csY69" fmla="*/ 547022 h 570101"/>
              <a:gd name="csX70" fmla="*/ 182598 w 460893"/>
              <a:gd name="csY70" fmla="*/ 561518 h 570101"/>
              <a:gd name="csX71" fmla="*/ 164446 w 460893"/>
              <a:gd name="csY71" fmla="*/ 570049 h 570101"/>
              <a:gd name="csX72" fmla="*/ 151660 w 460893"/>
              <a:gd name="csY72" fmla="*/ 568610 h 5701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Lst>
            <a:rect l="l" t="t" r="r" b="b"/>
            <a:pathLst>
              <a:path w="460893" h="570101">
                <a:moveTo>
                  <a:pt x="151660" y="568610"/>
                </a:moveTo>
                <a:cubicBezTo>
                  <a:pt x="143384" y="567865"/>
                  <a:pt x="140689" y="566530"/>
                  <a:pt x="140689" y="563178"/>
                </a:cubicBezTo>
                <a:cubicBezTo>
                  <a:pt x="140689" y="560733"/>
                  <a:pt x="136724" y="554651"/>
                  <a:pt x="131877" y="549661"/>
                </a:cubicBezTo>
                <a:cubicBezTo>
                  <a:pt x="126875" y="544511"/>
                  <a:pt x="122689" y="537293"/>
                  <a:pt x="122196" y="532968"/>
                </a:cubicBezTo>
                <a:cubicBezTo>
                  <a:pt x="121389" y="525881"/>
                  <a:pt x="120335" y="525192"/>
                  <a:pt x="107130" y="523131"/>
                </a:cubicBezTo>
                <a:cubicBezTo>
                  <a:pt x="99321" y="521912"/>
                  <a:pt x="91554" y="519792"/>
                  <a:pt x="89869" y="518421"/>
                </a:cubicBezTo>
                <a:cubicBezTo>
                  <a:pt x="88184" y="517050"/>
                  <a:pt x="86027" y="509330"/>
                  <a:pt x="85076" y="501266"/>
                </a:cubicBezTo>
                <a:cubicBezTo>
                  <a:pt x="84126" y="493202"/>
                  <a:pt x="80796" y="477310"/>
                  <a:pt x="77677" y="465952"/>
                </a:cubicBezTo>
                <a:lnTo>
                  <a:pt x="72006" y="445300"/>
                </a:lnTo>
                <a:lnTo>
                  <a:pt x="58957" y="446095"/>
                </a:lnTo>
                <a:cubicBezTo>
                  <a:pt x="46778" y="446836"/>
                  <a:pt x="45189" y="446199"/>
                  <a:pt x="35144" y="436548"/>
                </a:cubicBezTo>
                <a:lnTo>
                  <a:pt x="24381" y="426207"/>
                </a:lnTo>
                <a:lnTo>
                  <a:pt x="26114" y="405421"/>
                </a:lnTo>
                <a:cubicBezTo>
                  <a:pt x="27263" y="391650"/>
                  <a:pt x="26942" y="384636"/>
                  <a:pt x="25165" y="384636"/>
                </a:cubicBezTo>
                <a:cubicBezTo>
                  <a:pt x="23689" y="384636"/>
                  <a:pt x="20249" y="380280"/>
                  <a:pt x="17520" y="374956"/>
                </a:cubicBezTo>
                <a:cubicBezTo>
                  <a:pt x="14791" y="369631"/>
                  <a:pt x="9821" y="360175"/>
                  <a:pt x="6475" y="353942"/>
                </a:cubicBezTo>
                <a:cubicBezTo>
                  <a:pt x="3106" y="347664"/>
                  <a:pt x="305" y="337877"/>
                  <a:pt x="196" y="332000"/>
                </a:cubicBezTo>
                <a:lnTo>
                  <a:pt x="0" y="321391"/>
                </a:lnTo>
                <a:lnTo>
                  <a:pt x="20006" y="322209"/>
                </a:lnTo>
                <a:cubicBezTo>
                  <a:pt x="42391" y="323125"/>
                  <a:pt x="42565" y="322942"/>
                  <a:pt x="37306" y="304003"/>
                </a:cubicBezTo>
                <a:cubicBezTo>
                  <a:pt x="35685" y="298169"/>
                  <a:pt x="35538" y="292562"/>
                  <a:pt x="36933" y="289805"/>
                </a:cubicBezTo>
                <a:cubicBezTo>
                  <a:pt x="38201" y="287300"/>
                  <a:pt x="38542" y="271061"/>
                  <a:pt x="37690" y="253719"/>
                </a:cubicBezTo>
                <a:cubicBezTo>
                  <a:pt x="36207" y="223555"/>
                  <a:pt x="36364" y="222156"/>
                  <a:pt x="41303" y="221451"/>
                </a:cubicBezTo>
                <a:cubicBezTo>
                  <a:pt x="45680" y="220826"/>
                  <a:pt x="46762" y="217964"/>
                  <a:pt x="48412" y="202644"/>
                </a:cubicBezTo>
                <a:cubicBezTo>
                  <a:pt x="51806" y="171127"/>
                  <a:pt x="51726" y="130863"/>
                  <a:pt x="48257" y="124622"/>
                </a:cubicBezTo>
                <a:cubicBezTo>
                  <a:pt x="46501" y="121464"/>
                  <a:pt x="42994" y="103121"/>
                  <a:pt x="40464" y="83859"/>
                </a:cubicBezTo>
                <a:cubicBezTo>
                  <a:pt x="35209" y="43860"/>
                  <a:pt x="35717" y="42269"/>
                  <a:pt x="52830" y="45160"/>
                </a:cubicBezTo>
                <a:lnTo>
                  <a:pt x="63246" y="46920"/>
                </a:lnTo>
                <a:lnTo>
                  <a:pt x="63246" y="23460"/>
                </a:lnTo>
                <a:cubicBezTo>
                  <a:pt x="63246" y="5683"/>
                  <a:pt x="64076" y="0"/>
                  <a:pt x="66672" y="0"/>
                </a:cubicBezTo>
                <a:cubicBezTo>
                  <a:pt x="68557" y="0"/>
                  <a:pt x="95565" y="1709"/>
                  <a:pt x="126691" y="3798"/>
                </a:cubicBezTo>
                <a:cubicBezTo>
                  <a:pt x="157817" y="5887"/>
                  <a:pt x="192338" y="7917"/>
                  <a:pt x="203405" y="8311"/>
                </a:cubicBezTo>
                <a:lnTo>
                  <a:pt x="223527" y="9026"/>
                </a:lnTo>
                <a:lnTo>
                  <a:pt x="229665" y="21938"/>
                </a:lnTo>
                <a:cubicBezTo>
                  <a:pt x="235583" y="34389"/>
                  <a:pt x="251134" y="54210"/>
                  <a:pt x="254984" y="54210"/>
                </a:cubicBezTo>
                <a:cubicBezTo>
                  <a:pt x="256963" y="54210"/>
                  <a:pt x="267180" y="63772"/>
                  <a:pt x="267180" y="65624"/>
                </a:cubicBezTo>
                <a:cubicBezTo>
                  <a:pt x="267180" y="66222"/>
                  <a:pt x="274731" y="74489"/>
                  <a:pt x="283960" y="83994"/>
                </a:cubicBezTo>
                <a:cubicBezTo>
                  <a:pt x="293188" y="93499"/>
                  <a:pt x="300739" y="102177"/>
                  <a:pt x="300739" y="103278"/>
                </a:cubicBezTo>
                <a:cubicBezTo>
                  <a:pt x="300739" y="104379"/>
                  <a:pt x="303866" y="106065"/>
                  <a:pt x="307688" y="107024"/>
                </a:cubicBezTo>
                <a:cubicBezTo>
                  <a:pt x="316754" y="109299"/>
                  <a:pt x="336159" y="130241"/>
                  <a:pt x="338320" y="140082"/>
                </a:cubicBezTo>
                <a:cubicBezTo>
                  <a:pt x="339250" y="144316"/>
                  <a:pt x="342394" y="151820"/>
                  <a:pt x="345307" y="156757"/>
                </a:cubicBezTo>
                <a:cubicBezTo>
                  <a:pt x="348253" y="161749"/>
                  <a:pt x="350453" y="169738"/>
                  <a:pt x="350264" y="174757"/>
                </a:cubicBezTo>
                <a:cubicBezTo>
                  <a:pt x="350078" y="179720"/>
                  <a:pt x="351636" y="187876"/>
                  <a:pt x="353728" y="192882"/>
                </a:cubicBezTo>
                <a:cubicBezTo>
                  <a:pt x="355820" y="197888"/>
                  <a:pt x="357543" y="203875"/>
                  <a:pt x="357557" y="206186"/>
                </a:cubicBezTo>
                <a:cubicBezTo>
                  <a:pt x="357572" y="208497"/>
                  <a:pt x="364542" y="215457"/>
                  <a:pt x="373046" y="221653"/>
                </a:cubicBezTo>
                <a:cubicBezTo>
                  <a:pt x="381550" y="227849"/>
                  <a:pt x="388508" y="233888"/>
                  <a:pt x="388508" y="235073"/>
                </a:cubicBezTo>
                <a:cubicBezTo>
                  <a:pt x="388508" y="239850"/>
                  <a:pt x="400638" y="249837"/>
                  <a:pt x="408536" y="251563"/>
                </a:cubicBezTo>
                <a:cubicBezTo>
                  <a:pt x="413162" y="252574"/>
                  <a:pt x="418090" y="255536"/>
                  <a:pt x="419486" y="258145"/>
                </a:cubicBezTo>
                <a:cubicBezTo>
                  <a:pt x="420882" y="260754"/>
                  <a:pt x="425439" y="263638"/>
                  <a:pt x="429612" y="264555"/>
                </a:cubicBezTo>
                <a:cubicBezTo>
                  <a:pt x="433785" y="265471"/>
                  <a:pt x="438684" y="268010"/>
                  <a:pt x="440498" y="270196"/>
                </a:cubicBezTo>
                <a:cubicBezTo>
                  <a:pt x="443409" y="273704"/>
                  <a:pt x="453843" y="279268"/>
                  <a:pt x="458638" y="279871"/>
                </a:cubicBezTo>
                <a:cubicBezTo>
                  <a:pt x="464237" y="280575"/>
                  <a:pt x="460647" y="287523"/>
                  <a:pt x="433706" y="328123"/>
                </a:cubicBezTo>
                <a:cubicBezTo>
                  <a:pt x="417320" y="352816"/>
                  <a:pt x="402956" y="374762"/>
                  <a:pt x="401785" y="376892"/>
                </a:cubicBezTo>
                <a:cubicBezTo>
                  <a:pt x="400523" y="379188"/>
                  <a:pt x="403122" y="399673"/>
                  <a:pt x="408173" y="427230"/>
                </a:cubicBezTo>
                <a:cubicBezTo>
                  <a:pt x="419157" y="487163"/>
                  <a:pt x="419215" y="483871"/>
                  <a:pt x="407224" y="481463"/>
                </a:cubicBezTo>
                <a:cubicBezTo>
                  <a:pt x="377101" y="475416"/>
                  <a:pt x="375238" y="476126"/>
                  <a:pt x="357001" y="500599"/>
                </a:cubicBezTo>
                <a:cubicBezTo>
                  <a:pt x="346599" y="514558"/>
                  <a:pt x="343773" y="515687"/>
                  <a:pt x="339993" y="507393"/>
                </a:cubicBezTo>
                <a:cubicBezTo>
                  <a:pt x="336462" y="499643"/>
                  <a:pt x="325739" y="496421"/>
                  <a:pt x="315871" y="500146"/>
                </a:cubicBezTo>
                <a:cubicBezTo>
                  <a:pt x="310307" y="502246"/>
                  <a:pt x="308004" y="502043"/>
                  <a:pt x="305685" y="499249"/>
                </a:cubicBezTo>
                <a:cubicBezTo>
                  <a:pt x="301762" y="494522"/>
                  <a:pt x="296907" y="494676"/>
                  <a:pt x="291896" y="499687"/>
                </a:cubicBezTo>
                <a:cubicBezTo>
                  <a:pt x="286395" y="505188"/>
                  <a:pt x="278982" y="502392"/>
                  <a:pt x="270870" y="491757"/>
                </a:cubicBezTo>
                <a:cubicBezTo>
                  <a:pt x="267159" y="486892"/>
                  <a:pt x="260921" y="482334"/>
                  <a:pt x="256706" y="481408"/>
                </a:cubicBezTo>
                <a:cubicBezTo>
                  <a:pt x="252563" y="480498"/>
                  <a:pt x="245969" y="476358"/>
                  <a:pt x="242051" y="472207"/>
                </a:cubicBezTo>
                <a:cubicBezTo>
                  <a:pt x="234140" y="463825"/>
                  <a:pt x="229757" y="462717"/>
                  <a:pt x="227525" y="468533"/>
                </a:cubicBezTo>
                <a:cubicBezTo>
                  <a:pt x="226708" y="470663"/>
                  <a:pt x="224550" y="472442"/>
                  <a:pt x="222731" y="472486"/>
                </a:cubicBezTo>
                <a:cubicBezTo>
                  <a:pt x="216831" y="472631"/>
                  <a:pt x="209780" y="485162"/>
                  <a:pt x="210984" y="493362"/>
                </a:cubicBezTo>
                <a:cubicBezTo>
                  <a:pt x="212266" y="502098"/>
                  <a:pt x="211304" y="503076"/>
                  <a:pt x="200162" y="504374"/>
                </a:cubicBezTo>
                <a:cubicBezTo>
                  <a:pt x="189734" y="505588"/>
                  <a:pt x="189645" y="505728"/>
                  <a:pt x="192160" y="516880"/>
                </a:cubicBezTo>
                <a:cubicBezTo>
                  <a:pt x="193910" y="524639"/>
                  <a:pt x="193416" y="527159"/>
                  <a:pt x="189436" y="530760"/>
                </a:cubicBezTo>
                <a:cubicBezTo>
                  <a:pt x="186033" y="533840"/>
                  <a:pt x="184562" y="538720"/>
                  <a:pt x="184534" y="547022"/>
                </a:cubicBezTo>
                <a:cubicBezTo>
                  <a:pt x="184512" y="553546"/>
                  <a:pt x="183641" y="560069"/>
                  <a:pt x="182598" y="561518"/>
                </a:cubicBezTo>
                <a:cubicBezTo>
                  <a:pt x="180445" y="564508"/>
                  <a:pt x="167199" y="570734"/>
                  <a:pt x="164446" y="570049"/>
                </a:cubicBezTo>
                <a:cubicBezTo>
                  <a:pt x="163448" y="569801"/>
                  <a:pt x="157694" y="569154"/>
                  <a:pt x="151660" y="568610"/>
                </a:cubicBezTo>
                <a:close/>
              </a:path>
            </a:pathLst>
          </a:custGeom>
          <a:solidFill>
            <a:srgbClr val="B9B9B9"/>
          </a:solidFill>
          <a:ln w="5163" cap="flat">
            <a:noFill/>
            <a:prstDash val="solid"/>
            <a:miter/>
          </a:ln>
        </p:spPr>
        <p:txBody>
          <a:bodyPr/>
          <a:lstStyle/>
          <a:p>
            <a:endParaRPr lang="es-419" noProof="0" dirty="0"/>
          </a:p>
        </p:txBody>
      </p:sp>
      <p:sp>
        <p:nvSpPr>
          <p:cNvPr id="61" name="Forma libre: forma 60">
            <a:extLst>
              <a:ext uri="{FF2B5EF4-FFF2-40B4-BE49-F238E27FC236}">
                <a16:creationId xmlns:a16="http://schemas.microsoft.com/office/drawing/2014/main" id="{A0931564-AFC1-B408-546B-B30C2D739184}"/>
              </a:ext>
            </a:extLst>
          </p:cNvPr>
          <p:cNvSpPr/>
          <p:nvPr/>
        </p:nvSpPr>
        <p:spPr>
          <a:xfrm>
            <a:off x="2038384" y="2469122"/>
            <a:ext cx="332998" cy="314936"/>
          </a:xfrm>
          <a:custGeom>
            <a:avLst/>
            <a:gdLst>
              <a:gd name="csX0" fmla="*/ 150508 w 332998"/>
              <a:gd name="csY0" fmla="*/ 295153 h 314936"/>
              <a:gd name="csX1" fmla="*/ 122921 w 332998"/>
              <a:gd name="csY1" fmla="*/ 269012 h 314936"/>
              <a:gd name="csX2" fmla="*/ 122279 w 332998"/>
              <a:gd name="csY2" fmla="*/ 264031 h 314936"/>
              <a:gd name="csX3" fmla="*/ 126546 w 332998"/>
              <a:gd name="csY3" fmla="*/ 262908 h 314936"/>
              <a:gd name="csX4" fmla="*/ 106954 w 332998"/>
              <a:gd name="csY4" fmla="*/ 254224 h 314936"/>
              <a:gd name="csX5" fmla="*/ 78561 w 332998"/>
              <a:gd name="csY5" fmla="*/ 232541 h 314936"/>
              <a:gd name="csX6" fmla="*/ 60903 w 332998"/>
              <a:gd name="csY6" fmla="*/ 216842 h 314936"/>
              <a:gd name="csX7" fmla="*/ 60455 w 332998"/>
              <a:gd name="csY7" fmla="*/ 213585 h 314936"/>
              <a:gd name="csX8" fmla="*/ 56711 w 332998"/>
              <a:gd name="csY8" fmla="*/ 207285 h 314936"/>
              <a:gd name="csX9" fmla="*/ 53349 w 332998"/>
              <a:gd name="csY9" fmla="*/ 207961 h 314936"/>
              <a:gd name="csX10" fmla="*/ 34703 w 332998"/>
              <a:gd name="csY10" fmla="*/ 200142 h 314936"/>
              <a:gd name="csX11" fmla="*/ 16028 w 332998"/>
              <a:gd name="csY11" fmla="*/ 187234 h 314936"/>
              <a:gd name="csX12" fmla="*/ 16436 w 332998"/>
              <a:gd name="csY12" fmla="*/ 184359 h 314936"/>
              <a:gd name="csX13" fmla="*/ 14549 w 332998"/>
              <a:gd name="csY13" fmla="*/ 178120 h 314936"/>
              <a:gd name="csX14" fmla="*/ 7908 w 332998"/>
              <a:gd name="csY14" fmla="*/ 171021 h 314936"/>
              <a:gd name="csX15" fmla="*/ 2407 w 332998"/>
              <a:gd name="csY15" fmla="*/ 154470 h 314936"/>
              <a:gd name="csX16" fmla="*/ 6812 w 332998"/>
              <a:gd name="csY16" fmla="*/ 119621 h 314936"/>
              <a:gd name="csX17" fmla="*/ 17071 w 332998"/>
              <a:gd name="csY17" fmla="*/ 91641 h 314936"/>
              <a:gd name="csX18" fmla="*/ 20635 w 332998"/>
              <a:gd name="csY18" fmla="*/ 82008 h 314936"/>
              <a:gd name="csX19" fmla="*/ 29523 w 332998"/>
              <a:gd name="csY19" fmla="*/ 71230 h 314936"/>
              <a:gd name="csX20" fmla="*/ 42896 w 332998"/>
              <a:gd name="csY20" fmla="*/ 48085 h 314936"/>
              <a:gd name="csX21" fmla="*/ 49532 w 332998"/>
              <a:gd name="csY21" fmla="*/ 35969 h 314936"/>
              <a:gd name="csX22" fmla="*/ 54906 w 332998"/>
              <a:gd name="csY22" fmla="*/ 23257 h 314936"/>
              <a:gd name="csX23" fmla="*/ 66531 w 332998"/>
              <a:gd name="csY23" fmla="*/ 0 h 314936"/>
              <a:gd name="csX24" fmla="*/ 82468 w 332998"/>
              <a:gd name="csY24" fmla="*/ 19425 h 314936"/>
              <a:gd name="csX25" fmla="*/ 95351 w 332998"/>
              <a:gd name="csY25" fmla="*/ 43885 h 314936"/>
              <a:gd name="csX26" fmla="*/ 106141 w 332998"/>
              <a:gd name="csY26" fmla="*/ 49048 h 314936"/>
              <a:gd name="csX27" fmla="*/ 113640 w 332998"/>
              <a:gd name="csY27" fmla="*/ 54166 h 314936"/>
              <a:gd name="csX28" fmla="*/ 132249 w 332998"/>
              <a:gd name="csY28" fmla="*/ 34653 h 314936"/>
              <a:gd name="csX29" fmla="*/ 156404 w 332998"/>
              <a:gd name="csY29" fmla="*/ 10326 h 314936"/>
              <a:gd name="csX30" fmla="*/ 168334 w 332998"/>
              <a:gd name="csY30" fmla="*/ 6060 h 314936"/>
              <a:gd name="csX31" fmla="*/ 186389 w 332998"/>
              <a:gd name="csY31" fmla="*/ 9933 h 314936"/>
              <a:gd name="csX32" fmla="*/ 200349 w 332998"/>
              <a:gd name="csY32" fmla="*/ 18070 h 314936"/>
              <a:gd name="csX33" fmla="*/ 204999 w 332998"/>
              <a:gd name="csY33" fmla="*/ 30473 h 314936"/>
              <a:gd name="csX34" fmla="*/ 218185 w 332998"/>
              <a:gd name="csY34" fmla="*/ 43802 h 314936"/>
              <a:gd name="csX35" fmla="*/ 227241 w 332998"/>
              <a:gd name="csY35" fmla="*/ 50036 h 314936"/>
              <a:gd name="csX36" fmla="*/ 238424 w 332998"/>
              <a:gd name="csY36" fmla="*/ 60571 h 314936"/>
              <a:gd name="csX37" fmla="*/ 261581 w 332998"/>
              <a:gd name="csY37" fmla="*/ 79599 h 314936"/>
              <a:gd name="csX38" fmla="*/ 276424 w 332998"/>
              <a:gd name="csY38" fmla="*/ 89453 h 314936"/>
              <a:gd name="csX39" fmla="*/ 280389 w 332998"/>
              <a:gd name="csY39" fmla="*/ 90232 h 314936"/>
              <a:gd name="csX40" fmla="*/ 288978 w 332998"/>
              <a:gd name="csY40" fmla="*/ 95366 h 314936"/>
              <a:gd name="csX41" fmla="*/ 309784 w 332998"/>
              <a:gd name="csY41" fmla="*/ 117828 h 314936"/>
              <a:gd name="csX42" fmla="*/ 323208 w 332998"/>
              <a:gd name="csY42" fmla="*/ 127731 h 314936"/>
              <a:gd name="csX43" fmla="*/ 330610 w 332998"/>
              <a:gd name="csY43" fmla="*/ 136947 h 314936"/>
              <a:gd name="csX44" fmla="*/ 327230 w 332998"/>
              <a:gd name="csY44" fmla="*/ 153094 h 314936"/>
              <a:gd name="csX45" fmla="*/ 328146 w 332998"/>
              <a:gd name="csY45" fmla="*/ 164492 h 314936"/>
              <a:gd name="csX46" fmla="*/ 285552 w 332998"/>
              <a:gd name="csY46" fmla="*/ 166189 h 314936"/>
              <a:gd name="csX47" fmla="*/ 228050 w 332998"/>
              <a:gd name="csY47" fmla="*/ 169472 h 314936"/>
              <a:gd name="csX48" fmla="*/ 213142 w 332998"/>
              <a:gd name="csY48" fmla="*/ 171057 h 314936"/>
              <a:gd name="csX49" fmla="*/ 197915 w 332998"/>
              <a:gd name="csY49" fmla="*/ 199758 h 314936"/>
              <a:gd name="csX50" fmla="*/ 180329 w 332998"/>
              <a:gd name="csY50" fmla="*/ 231127 h 314936"/>
              <a:gd name="csX51" fmla="*/ 181055 w 332998"/>
              <a:gd name="csY51" fmla="*/ 253031 h 314936"/>
              <a:gd name="csX52" fmla="*/ 185000 w 332998"/>
              <a:gd name="csY52" fmla="*/ 272477 h 314936"/>
              <a:gd name="csX53" fmla="*/ 182260 w 332998"/>
              <a:gd name="csY53" fmla="*/ 301769 h 314936"/>
              <a:gd name="csX54" fmla="*/ 174070 w 332998"/>
              <a:gd name="csY54" fmla="*/ 314937 h 314936"/>
              <a:gd name="csX55" fmla="*/ 150508 w 332998"/>
              <a:gd name="csY55" fmla="*/ 295153 h 3149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Lst>
            <a:rect l="l" t="t" r="r" b="b"/>
            <a:pathLst>
              <a:path w="332998" h="314936">
                <a:moveTo>
                  <a:pt x="150508" y="295153"/>
                </a:moveTo>
                <a:cubicBezTo>
                  <a:pt x="138884" y="284272"/>
                  <a:pt x="126470" y="272508"/>
                  <a:pt x="122921" y="269012"/>
                </a:cubicBezTo>
                <a:cubicBezTo>
                  <a:pt x="116541" y="262727"/>
                  <a:pt x="116534" y="262670"/>
                  <a:pt x="122279" y="264031"/>
                </a:cubicBezTo>
                <a:cubicBezTo>
                  <a:pt x="125681" y="264837"/>
                  <a:pt x="127450" y="264371"/>
                  <a:pt x="126546" y="262908"/>
                </a:cubicBezTo>
                <a:cubicBezTo>
                  <a:pt x="124960" y="260342"/>
                  <a:pt x="114693" y="255791"/>
                  <a:pt x="106954" y="254224"/>
                </a:cubicBezTo>
                <a:cubicBezTo>
                  <a:pt x="98738" y="252560"/>
                  <a:pt x="93040" y="248209"/>
                  <a:pt x="78561" y="232541"/>
                </a:cubicBezTo>
                <a:cubicBezTo>
                  <a:pt x="70581" y="223906"/>
                  <a:pt x="62635" y="216842"/>
                  <a:pt x="60903" y="216842"/>
                </a:cubicBezTo>
                <a:cubicBezTo>
                  <a:pt x="58660" y="216842"/>
                  <a:pt x="58531" y="215904"/>
                  <a:pt x="60455" y="213585"/>
                </a:cubicBezTo>
                <a:cubicBezTo>
                  <a:pt x="62461" y="211169"/>
                  <a:pt x="61494" y="209543"/>
                  <a:pt x="56711" y="207285"/>
                </a:cubicBezTo>
                <a:cubicBezTo>
                  <a:pt x="51186" y="204678"/>
                  <a:pt x="50705" y="204775"/>
                  <a:pt x="53349" y="207961"/>
                </a:cubicBezTo>
                <a:cubicBezTo>
                  <a:pt x="59572" y="215458"/>
                  <a:pt x="50558" y="211678"/>
                  <a:pt x="34703" y="200142"/>
                </a:cubicBezTo>
                <a:cubicBezTo>
                  <a:pt x="25983" y="193796"/>
                  <a:pt x="17579" y="187988"/>
                  <a:pt x="16028" y="187234"/>
                </a:cubicBezTo>
                <a:cubicBezTo>
                  <a:pt x="14108" y="186301"/>
                  <a:pt x="14238" y="185384"/>
                  <a:pt x="16436" y="184359"/>
                </a:cubicBezTo>
                <a:cubicBezTo>
                  <a:pt x="21429" y="182028"/>
                  <a:pt x="20247" y="178120"/>
                  <a:pt x="14549" y="178120"/>
                </a:cubicBezTo>
                <a:cubicBezTo>
                  <a:pt x="11062" y="178120"/>
                  <a:pt x="8950" y="175862"/>
                  <a:pt x="7908" y="171021"/>
                </a:cubicBezTo>
                <a:cubicBezTo>
                  <a:pt x="7068" y="167117"/>
                  <a:pt x="4593" y="159669"/>
                  <a:pt x="2407" y="154470"/>
                </a:cubicBezTo>
                <a:cubicBezTo>
                  <a:pt x="-1401" y="145413"/>
                  <a:pt x="-1217" y="143959"/>
                  <a:pt x="6812" y="119621"/>
                </a:cubicBezTo>
                <a:cubicBezTo>
                  <a:pt x="11420" y="105652"/>
                  <a:pt x="16036" y="93061"/>
                  <a:pt x="17071" y="91641"/>
                </a:cubicBezTo>
                <a:cubicBezTo>
                  <a:pt x="18105" y="90222"/>
                  <a:pt x="19709" y="85887"/>
                  <a:pt x="20635" y="82008"/>
                </a:cubicBezTo>
                <a:cubicBezTo>
                  <a:pt x="21600" y="77965"/>
                  <a:pt x="25393" y="73366"/>
                  <a:pt x="29523" y="71230"/>
                </a:cubicBezTo>
                <a:cubicBezTo>
                  <a:pt x="37293" y="67213"/>
                  <a:pt x="42896" y="57515"/>
                  <a:pt x="42896" y="48085"/>
                </a:cubicBezTo>
                <a:cubicBezTo>
                  <a:pt x="42896" y="44850"/>
                  <a:pt x="45882" y="39398"/>
                  <a:pt x="49532" y="35969"/>
                </a:cubicBezTo>
                <a:cubicBezTo>
                  <a:pt x="54317" y="31473"/>
                  <a:pt x="55816" y="27929"/>
                  <a:pt x="54906" y="23257"/>
                </a:cubicBezTo>
                <a:cubicBezTo>
                  <a:pt x="53161" y="14292"/>
                  <a:pt x="60305" y="0"/>
                  <a:pt x="66531" y="0"/>
                </a:cubicBezTo>
                <a:cubicBezTo>
                  <a:pt x="74307" y="0"/>
                  <a:pt x="80918" y="8058"/>
                  <a:pt x="82468" y="19425"/>
                </a:cubicBezTo>
                <a:cubicBezTo>
                  <a:pt x="84849" y="36891"/>
                  <a:pt x="88533" y="43885"/>
                  <a:pt x="95351" y="43885"/>
                </a:cubicBezTo>
                <a:cubicBezTo>
                  <a:pt x="98716" y="43885"/>
                  <a:pt x="103572" y="46208"/>
                  <a:pt x="106141" y="49048"/>
                </a:cubicBezTo>
                <a:cubicBezTo>
                  <a:pt x="108711" y="51887"/>
                  <a:pt x="112086" y="54190"/>
                  <a:pt x="113640" y="54166"/>
                </a:cubicBezTo>
                <a:cubicBezTo>
                  <a:pt x="117209" y="54110"/>
                  <a:pt x="125915" y="44980"/>
                  <a:pt x="132249" y="34653"/>
                </a:cubicBezTo>
                <a:cubicBezTo>
                  <a:pt x="141121" y="20185"/>
                  <a:pt x="150911" y="10326"/>
                  <a:pt x="156404" y="10326"/>
                </a:cubicBezTo>
                <a:cubicBezTo>
                  <a:pt x="159385" y="10326"/>
                  <a:pt x="164754" y="8406"/>
                  <a:pt x="168334" y="6060"/>
                </a:cubicBezTo>
                <a:cubicBezTo>
                  <a:pt x="174611" y="1948"/>
                  <a:pt x="175258" y="2087"/>
                  <a:pt x="186389" y="9933"/>
                </a:cubicBezTo>
                <a:cubicBezTo>
                  <a:pt x="192739" y="14408"/>
                  <a:pt x="199021" y="18070"/>
                  <a:pt x="200349" y="18070"/>
                </a:cubicBezTo>
                <a:cubicBezTo>
                  <a:pt x="204669" y="18070"/>
                  <a:pt x="208141" y="27331"/>
                  <a:pt x="204999" y="30473"/>
                </a:cubicBezTo>
                <a:cubicBezTo>
                  <a:pt x="200842" y="34630"/>
                  <a:pt x="205908" y="39750"/>
                  <a:pt x="218185" y="43802"/>
                </a:cubicBezTo>
                <a:cubicBezTo>
                  <a:pt x="223767" y="45645"/>
                  <a:pt x="227842" y="48450"/>
                  <a:pt x="227241" y="50036"/>
                </a:cubicBezTo>
                <a:cubicBezTo>
                  <a:pt x="226639" y="51622"/>
                  <a:pt x="231671" y="56363"/>
                  <a:pt x="238424" y="60571"/>
                </a:cubicBezTo>
                <a:cubicBezTo>
                  <a:pt x="245177" y="64780"/>
                  <a:pt x="255598" y="73342"/>
                  <a:pt x="261581" y="79599"/>
                </a:cubicBezTo>
                <a:cubicBezTo>
                  <a:pt x="268586" y="86925"/>
                  <a:pt x="273870" y="90433"/>
                  <a:pt x="276424" y="89453"/>
                </a:cubicBezTo>
                <a:cubicBezTo>
                  <a:pt x="278605" y="88616"/>
                  <a:pt x="280389" y="88966"/>
                  <a:pt x="280389" y="90232"/>
                </a:cubicBezTo>
                <a:cubicBezTo>
                  <a:pt x="280389" y="91497"/>
                  <a:pt x="284254" y="93807"/>
                  <a:pt x="288978" y="95366"/>
                </a:cubicBezTo>
                <a:cubicBezTo>
                  <a:pt x="297678" y="98238"/>
                  <a:pt x="306636" y="107909"/>
                  <a:pt x="309784" y="117828"/>
                </a:cubicBezTo>
                <a:cubicBezTo>
                  <a:pt x="310845" y="121169"/>
                  <a:pt x="316015" y="124983"/>
                  <a:pt x="323208" y="127731"/>
                </a:cubicBezTo>
                <a:cubicBezTo>
                  <a:pt x="334331" y="131978"/>
                  <a:pt x="334696" y="132432"/>
                  <a:pt x="330610" y="136947"/>
                </a:cubicBezTo>
                <a:cubicBezTo>
                  <a:pt x="327588" y="140286"/>
                  <a:pt x="326585" y="145078"/>
                  <a:pt x="327230" y="153094"/>
                </a:cubicBezTo>
                <a:lnTo>
                  <a:pt x="328146" y="164492"/>
                </a:lnTo>
                <a:lnTo>
                  <a:pt x="285552" y="166189"/>
                </a:lnTo>
                <a:cubicBezTo>
                  <a:pt x="262126" y="167123"/>
                  <a:pt x="236250" y="168600"/>
                  <a:pt x="228050" y="169472"/>
                </a:cubicBezTo>
                <a:lnTo>
                  <a:pt x="213142" y="171057"/>
                </a:lnTo>
                <a:lnTo>
                  <a:pt x="197915" y="199758"/>
                </a:lnTo>
                <a:cubicBezTo>
                  <a:pt x="189539" y="215543"/>
                  <a:pt x="181626" y="229659"/>
                  <a:pt x="180329" y="231127"/>
                </a:cubicBezTo>
                <a:cubicBezTo>
                  <a:pt x="174323" y="237923"/>
                  <a:pt x="174624" y="246989"/>
                  <a:pt x="181055" y="253031"/>
                </a:cubicBezTo>
                <a:cubicBezTo>
                  <a:pt x="187596" y="259176"/>
                  <a:pt x="189401" y="268075"/>
                  <a:pt x="185000" y="272477"/>
                </a:cubicBezTo>
                <a:cubicBezTo>
                  <a:pt x="182808" y="274669"/>
                  <a:pt x="182167" y="281522"/>
                  <a:pt x="182260" y="301769"/>
                </a:cubicBezTo>
                <a:cubicBezTo>
                  <a:pt x="182290" y="308297"/>
                  <a:pt x="178160" y="314937"/>
                  <a:pt x="174070" y="314937"/>
                </a:cubicBezTo>
                <a:cubicBezTo>
                  <a:pt x="172734" y="314937"/>
                  <a:pt x="162131" y="306034"/>
                  <a:pt x="150508" y="295153"/>
                </a:cubicBezTo>
                <a:close/>
              </a:path>
            </a:pathLst>
          </a:custGeom>
          <a:solidFill>
            <a:srgbClr val="B9B9B9"/>
          </a:solidFill>
          <a:ln w="5163" cap="flat">
            <a:noFill/>
            <a:prstDash val="solid"/>
            <a:miter/>
          </a:ln>
        </p:spPr>
        <p:txBody>
          <a:bodyPr/>
          <a:lstStyle/>
          <a:p>
            <a:endParaRPr lang="es-419" noProof="0" dirty="0"/>
          </a:p>
        </p:txBody>
      </p:sp>
      <p:sp>
        <p:nvSpPr>
          <p:cNvPr id="62" name="Forma libre: forma 61">
            <a:extLst>
              <a:ext uri="{FF2B5EF4-FFF2-40B4-BE49-F238E27FC236}">
                <a16:creationId xmlns:a16="http://schemas.microsoft.com/office/drawing/2014/main" id="{9D3D61BD-ED6B-B57B-7A68-1D0BBAA4A3D7}"/>
              </a:ext>
            </a:extLst>
          </p:cNvPr>
          <p:cNvSpPr/>
          <p:nvPr/>
        </p:nvSpPr>
        <p:spPr>
          <a:xfrm>
            <a:off x="1645015" y="2415517"/>
            <a:ext cx="409424" cy="276749"/>
          </a:xfrm>
          <a:custGeom>
            <a:avLst/>
            <a:gdLst>
              <a:gd name="csX0" fmla="*/ 169694 w 409424"/>
              <a:gd name="csY0" fmla="*/ 275279 h 276749"/>
              <a:gd name="csX1" fmla="*/ 152536 w 409424"/>
              <a:gd name="csY1" fmla="*/ 270490 h 276749"/>
              <a:gd name="csX2" fmla="*/ 128939 w 409424"/>
              <a:gd name="csY2" fmla="*/ 261017 h 276749"/>
              <a:gd name="csX3" fmla="*/ 97253 w 409424"/>
              <a:gd name="csY3" fmla="*/ 251980 h 276749"/>
              <a:gd name="csX4" fmla="*/ 66316 w 409424"/>
              <a:gd name="csY4" fmla="*/ 248914 h 276749"/>
              <a:gd name="csX5" fmla="*/ 49536 w 409424"/>
              <a:gd name="csY5" fmla="*/ 241356 h 276749"/>
              <a:gd name="csX6" fmla="*/ 12262 w 409424"/>
              <a:gd name="csY6" fmla="*/ 223990 h 276749"/>
              <a:gd name="csX7" fmla="*/ 0 w 409424"/>
              <a:gd name="csY7" fmla="*/ 222341 h 276749"/>
              <a:gd name="csX8" fmla="*/ 5808 w 409424"/>
              <a:gd name="csY8" fmla="*/ 214784 h 276749"/>
              <a:gd name="csX9" fmla="*/ 14198 w 409424"/>
              <a:gd name="csY9" fmla="*/ 206134 h 276749"/>
              <a:gd name="csX10" fmla="*/ 30441 w 409424"/>
              <a:gd name="csY10" fmla="*/ 191104 h 276749"/>
              <a:gd name="csX11" fmla="*/ 44102 w 409424"/>
              <a:gd name="csY11" fmla="*/ 178805 h 276749"/>
              <a:gd name="csX12" fmla="*/ 41686 w 409424"/>
              <a:gd name="csY12" fmla="*/ 166228 h 276749"/>
              <a:gd name="csX13" fmla="*/ 27640 w 409424"/>
              <a:gd name="csY13" fmla="*/ 142994 h 276749"/>
              <a:gd name="csX14" fmla="*/ 10050 w 409424"/>
              <a:gd name="csY14" fmla="*/ 94836 h 276749"/>
              <a:gd name="csX15" fmla="*/ 25607 w 409424"/>
              <a:gd name="csY15" fmla="*/ 63931 h 276749"/>
              <a:gd name="csX16" fmla="*/ 43054 w 409424"/>
              <a:gd name="csY16" fmla="*/ 67030 h 276749"/>
              <a:gd name="csX17" fmla="*/ 54130 w 409424"/>
              <a:gd name="csY17" fmla="*/ 57326 h 276749"/>
              <a:gd name="csX18" fmla="*/ 54400 w 409424"/>
              <a:gd name="csY18" fmla="*/ 43740 h 276749"/>
              <a:gd name="csX19" fmla="*/ 67118 w 409424"/>
              <a:gd name="csY19" fmla="*/ 40356 h 276749"/>
              <a:gd name="csX20" fmla="*/ 69858 w 409424"/>
              <a:gd name="csY20" fmla="*/ 47250 h 276749"/>
              <a:gd name="csX21" fmla="*/ 74957 w 409424"/>
              <a:gd name="csY21" fmla="*/ 55146 h 276749"/>
              <a:gd name="csX22" fmla="*/ 85078 w 409424"/>
              <a:gd name="csY22" fmla="*/ 56392 h 276749"/>
              <a:gd name="csX23" fmla="*/ 108275 w 409424"/>
              <a:gd name="csY23" fmla="*/ 51828 h 276749"/>
              <a:gd name="csX24" fmla="*/ 135859 w 409424"/>
              <a:gd name="csY24" fmla="*/ 46965 h 276749"/>
              <a:gd name="csX25" fmla="*/ 159928 w 409424"/>
              <a:gd name="csY25" fmla="*/ 4926 h 276749"/>
              <a:gd name="csX26" fmla="*/ 164133 w 409424"/>
              <a:gd name="csY26" fmla="*/ 409 h 276749"/>
              <a:gd name="csX27" fmla="*/ 170486 w 409424"/>
              <a:gd name="csY27" fmla="*/ 1976 h 276749"/>
              <a:gd name="csX28" fmla="*/ 183283 w 409424"/>
              <a:gd name="csY28" fmla="*/ 17951 h 276749"/>
              <a:gd name="csX29" fmla="*/ 185999 w 409424"/>
              <a:gd name="csY29" fmla="*/ 22627 h 276749"/>
              <a:gd name="csX30" fmla="*/ 191478 w 409424"/>
              <a:gd name="csY30" fmla="*/ 30556 h 276749"/>
              <a:gd name="csX31" fmla="*/ 217371 w 409424"/>
              <a:gd name="csY31" fmla="*/ 43279 h 276749"/>
              <a:gd name="csX32" fmla="*/ 231319 w 409424"/>
              <a:gd name="csY32" fmla="*/ 47797 h 276749"/>
              <a:gd name="csX33" fmla="*/ 231065 w 409424"/>
              <a:gd name="csY33" fmla="*/ 71654 h 276749"/>
              <a:gd name="csX34" fmla="*/ 232914 w 409424"/>
              <a:gd name="csY34" fmla="*/ 94162 h 276749"/>
              <a:gd name="csX35" fmla="*/ 264097 w 409424"/>
              <a:gd name="csY35" fmla="*/ 98422 h 276749"/>
              <a:gd name="csX36" fmla="*/ 290859 w 409424"/>
              <a:gd name="csY36" fmla="*/ 85458 h 276749"/>
              <a:gd name="csX37" fmla="*/ 289553 w 409424"/>
              <a:gd name="csY37" fmla="*/ 87164 h 276749"/>
              <a:gd name="csX38" fmla="*/ 313001 w 409424"/>
              <a:gd name="csY38" fmla="*/ 117924 h 276749"/>
              <a:gd name="csX39" fmla="*/ 320100 w 409424"/>
              <a:gd name="csY39" fmla="*/ 125822 h 276749"/>
              <a:gd name="csX40" fmla="*/ 323327 w 409424"/>
              <a:gd name="csY40" fmla="*/ 131062 h 276749"/>
              <a:gd name="csX41" fmla="*/ 409403 w 409424"/>
              <a:gd name="csY41" fmla="*/ 134303 h 276749"/>
              <a:gd name="csX42" fmla="*/ 398626 w 409424"/>
              <a:gd name="csY42" fmla="*/ 166622 h 276749"/>
              <a:gd name="csX43" fmla="*/ 387152 w 409424"/>
              <a:gd name="csY43" fmla="*/ 198243 h 276749"/>
              <a:gd name="csX44" fmla="*/ 392348 w 409424"/>
              <a:gd name="csY44" fmla="*/ 208428 h 276749"/>
              <a:gd name="csX45" fmla="*/ 395238 w 409424"/>
              <a:gd name="csY45" fmla="*/ 226562 h 276749"/>
              <a:gd name="csX46" fmla="*/ 391384 w 409424"/>
              <a:gd name="csY46" fmla="*/ 222526 h 276749"/>
              <a:gd name="csX47" fmla="*/ 386991 w 409424"/>
              <a:gd name="csY47" fmla="*/ 220249 h 276749"/>
              <a:gd name="csX48" fmla="*/ 376751 w 409424"/>
              <a:gd name="csY48" fmla="*/ 216540 h 276749"/>
              <a:gd name="csX49" fmla="*/ 366566 w 409424"/>
              <a:gd name="csY49" fmla="*/ 215027 h 276749"/>
              <a:gd name="csX50" fmla="*/ 371084 w 409424"/>
              <a:gd name="csY50" fmla="*/ 220497 h 276749"/>
              <a:gd name="csX51" fmla="*/ 400125 w 409424"/>
              <a:gd name="csY51" fmla="*/ 234526 h 276749"/>
              <a:gd name="csX52" fmla="*/ 382700 w 409424"/>
              <a:gd name="csY52" fmla="*/ 228973 h 276749"/>
              <a:gd name="csX53" fmla="*/ 356240 w 409424"/>
              <a:gd name="csY53" fmla="*/ 221430 h 276749"/>
              <a:gd name="csX54" fmla="*/ 344640 w 409424"/>
              <a:gd name="csY54" fmla="*/ 215296 h 276749"/>
              <a:gd name="csX55" fmla="*/ 351310 w 409424"/>
              <a:gd name="csY55" fmla="*/ 215089 h 276749"/>
              <a:gd name="csX56" fmla="*/ 353659 w 409424"/>
              <a:gd name="csY56" fmla="*/ 213898 h 276749"/>
              <a:gd name="csX57" fmla="*/ 348281 w 409424"/>
              <a:gd name="csY57" fmla="*/ 208377 h 276749"/>
              <a:gd name="csX58" fmla="*/ 338397 w 409424"/>
              <a:gd name="csY58" fmla="*/ 209577 h 276749"/>
              <a:gd name="csX59" fmla="*/ 330426 w 409424"/>
              <a:gd name="csY59" fmla="*/ 208411 h 276749"/>
              <a:gd name="csX60" fmla="*/ 317751 w 409424"/>
              <a:gd name="csY60" fmla="*/ 206264 h 276749"/>
              <a:gd name="csX61" fmla="*/ 320963 w 409424"/>
              <a:gd name="csY61" fmla="*/ 214760 h 276749"/>
              <a:gd name="csX62" fmla="*/ 323972 w 409424"/>
              <a:gd name="csY62" fmla="*/ 215747 h 276749"/>
              <a:gd name="csX63" fmla="*/ 314937 w 409424"/>
              <a:gd name="csY63" fmla="*/ 219599 h 276749"/>
              <a:gd name="csX64" fmla="*/ 321391 w 409424"/>
              <a:gd name="csY64" fmla="*/ 219864 h 276749"/>
              <a:gd name="csX65" fmla="*/ 330426 w 409424"/>
              <a:gd name="csY65" fmla="*/ 221426 h 276749"/>
              <a:gd name="csX66" fmla="*/ 310754 w 409424"/>
              <a:gd name="csY66" fmla="*/ 223941 h 276749"/>
              <a:gd name="csX67" fmla="*/ 284939 w 409424"/>
              <a:gd name="csY67" fmla="*/ 234304 h 276749"/>
              <a:gd name="csX68" fmla="*/ 270316 w 409424"/>
              <a:gd name="csY68" fmla="*/ 244630 h 276749"/>
              <a:gd name="csX69" fmla="*/ 259397 w 409424"/>
              <a:gd name="csY69" fmla="*/ 248767 h 276749"/>
              <a:gd name="csX70" fmla="*/ 242736 w 409424"/>
              <a:gd name="csY70" fmla="*/ 255227 h 276749"/>
              <a:gd name="csX71" fmla="*/ 220097 w 409424"/>
              <a:gd name="csY71" fmla="*/ 265079 h 276749"/>
              <a:gd name="csX72" fmla="*/ 198772 w 409424"/>
              <a:gd name="csY72" fmla="*/ 274061 h 276749"/>
              <a:gd name="csX73" fmla="*/ 169694 w 409424"/>
              <a:gd name="csY73" fmla="*/ 275279 h 2767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Lst>
            <a:rect l="l" t="t" r="r" b="b"/>
            <a:pathLst>
              <a:path w="409424" h="276749">
                <a:moveTo>
                  <a:pt x="169694" y="275279"/>
                </a:moveTo>
                <a:cubicBezTo>
                  <a:pt x="167412" y="274002"/>
                  <a:pt x="159691" y="271847"/>
                  <a:pt x="152536" y="270490"/>
                </a:cubicBezTo>
                <a:cubicBezTo>
                  <a:pt x="145381" y="269133"/>
                  <a:pt x="134762" y="264870"/>
                  <a:pt x="128939" y="261017"/>
                </a:cubicBezTo>
                <a:cubicBezTo>
                  <a:pt x="120697" y="255563"/>
                  <a:pt x="113680" y="253561"/>
                  <a:pt x="97253" y="251980"/>
                </a:cubicBezTo>
                <a:cubicBezTo>
                  <a:pt x="85648" y="250863"/>
                  <a:pt x="71726" y="249483"/>
                  <a:pt x="66316" y="248914"/>
                </a:cubicBezTo>
                <a:cubicBezTo>
                  <a:pt x="60430" y="248295"/>
                  <a:pt x="53691" y="245260"/>
                  <a:pt x="49536" y="241356"/>
                </a:cubicBezTo>
                <a:cubicBezTo>
                  <a:pt x="36860" y="229445"/>
                  <a:pt x="25174" y="224000"/>
                  <a:pt x="12262" y="223990"/>
                </a:cubicBezTo>
                <a:cubicBezTo>
                  <a:pt x="5518" y="223985"/>
                  <a:pt x="0" y="223243"/>
                  <a:pt x="0" y="222341"/>
                </a:cubicBezTo>
                <a:cubicBezTo>
                  <a:pt x="0" y="221438"/>
                  <a:pt x="2614" y="218038"/>
                  <a:pt x="5808" y="214784"/>
                </a:cubicBezTo>
                <a:cubicBezTo>
                  <a:pt x="9003" y="211529"/>
                  <a:pt x="12778" y="207637"/>
                  <a:pt x="14198" y="206134"/>
                </a:cubicBezTo>
                <a:cubicBezTo>
                  <a:pt x="15618" y="204632"/>
                  <a:pt x="22927" y="197868"/>
                  <a:pt x="30441" y="191104"/>
                </a:cubicBezTo>
                <a:lnTo>
                  <a:pt x="44102" y="178805"/>
                </a:lnTo>
                <a:lnTo>
                  <a:pt x="41686" y="166228"/>
                </a:lnTo>
                <a:cubicBezTo>
                  <a:pt x="39751" y="156152"/>
                  <a:pt x="36957" y="151530"/>
                  <a:pt x="27640" y="142994"/>
                </a:cubicBezTo>
                <a:cubicBezTo>
                  <a:pt x="14024" y="130519"/>
                  <a:pt x="10714" y="121458"/>
                  <a:pt x="10050" y="94836"/>
                </a:cubicBezTo>
                <a:cubicBezTo>
                  <a:pt x="9450" y="70766"/>
                  <a:pt x="12891" y="63931"/>
                  <a:pt x="25607" y="63931"/>
                </a:cubicBezTo>
                <a:cubicBezTo>
                  <a:pt x="30489" y="63931"/>
                  <a:pt x="38340" y="65326"/>
                  <a:pt x="43054" y="67030"/>
                </a:cubicBezTo>
                <a:cubicBezTo>
                  <a:pt x="54638" y="71219"/>
                  <a:pt x="59354" y="67087"/>
                  <a:pt x="54130" y="57326"/>
                </a:cubicBezTo>
                <a:cubicBezTo>
                  <a:pt x="51035" y="51543"/>
                  <a:pt x="51072" y="49668"/>
                  <a:pt x="54400" y="43740"/>
                </a:cubicBezTo>
                <a:cubicBezTo>
                  <a:pt x="59239" y="35118"/>
                  <a:pt x="67118" y="33022"/>
                  <a:pt x="67118" y="40356"/>
                </a:cubicBezTo>
                <a:cubicBezTo>
                  <a:pt x="67118" y="43216"/>
                  <a:pt x="68351" y="46318"/>
                  <a:pt x="69858" y="47250"/>
                </a:cubicBezTo>
                <a:cubicBezTo>
                  <a:pt x="71366" y="48181"/>
                  <a:pt x="73660" y="51735"/>
                  <a:pt x="74957" y="55146"/>
                </a:cubicBezTo>
                <a:cubicBezTo>
                  <a:pt x="77803" y="62631"/>
                  <a:pt x="81496" y="63085"/>
                  <a:pt x="85078" y="56392"/>
                </a:cubicBezTo>
                <a:cubicBezTo>
                  <a:pt x="87383" y="52084"/>
                  <a:pt x="90423" y="51486"/>
                  <a:pt x="108275" y="51828"/>
                </a:cubicBezTo>
                <a:cubicBezTo>
                  <a:pt x="125309" y="52154"/>
                  <a:pt x="130021" y="51323"/>
                  <a:pt x="135859" y="46965"/>
                </a:cubicBezTo>
                <a:cubicBezTo>
                  <a:pt x="144210" y="40730"/>
                  <a:pt x="159754" y="13580"/>
                  <a:pt x="159928" y="4926"/>
                </a:cubicBezTo>
                <a:cubicBezTo>
                  <a:pt x="160018" y="462"/>
                  <a:pt x="161137" y="-741"/>
                  <a:pt x="164133" y="409"/>
                </a:cubicBezTo>
                <a:cubicBezTo>
                  <a:pt x="166379" y="1271"/>
                  <a:pt x="169238" y="1976"/>
                  <a:pt x="170486" y="1976"/>
                </a:cubicBezTo>
                <a:cubicBezTo>
                  <a:pt x="174404" y="1976"/>
                  <a:pt x="183283" y="13060"/>
                  <a:pt x="183283" y="17951"/>
                </a:cubicBezTo>
                <a:cubicBezTo>
                  <a:pt x="183283" y="20523"/>
                  <a:pt x="184505" y="22627"/>
                  <a:pt x="185999" y="22627"/>
                </a:cubicBezTo>
                <a:cubicBezTo>
                  <a:pt x="187493" y="22627"/>
                  <a:pt x="189958" y="26195"/>
                  <a:pt x="191478" y="30556"/>
                </a:cubicBezTo>
                <a:cubicBezTo>
                  <a:pt x="194632" y="39603"/>
                  <a:pt x="202114" y="43279"/>
                  <a:pt x="217371" y="43279"/>
                </a:cubicBezTo>
                <a:cubicBezTo>
                  <a:pt x="224361" y="43279"/>
                  <a:pt x="229040" y="44794"/>
                  <a:pt x="231319" y="47797"/>
                </a:cubicBezTo>
                <a:cubicBezTo>
                  <a:pt x="235951" y="53900"/>
                  <a:pt x="235804" y="67721"/>
                  <a:pt x="231065" y="71654"/>
                </a:cubicBezTo>
                <a:cubicBezTo>
                  <a:pt x="227042" y="74993"/>
                  <a:pt x="227738" y="83470"/>
                  <a:pt x="232914" y="94162"/>
                </a:cubicBezTo>
                <a:cubicBezTo>
                  <a:pt x="236944" y="102487"/>
                  <a:pt x="256280" y="105129"/>
                  <a:pt x="264097" y="98422"/>
                </a:cubicBezTo>
                <a:cubicBezTo>
                  <a:pt x="272137" y="91525"/>
                  <a:pt x="288836" y="83435"/>
                  <a:pt x="290859" y="85458"/>
                </a:cubicBezTo>
                <a:cubicBezTo>
                  <a:pt x="291797" y="86396"/>
                  <a:pt x="291209" y="87164"/>
                  <a:pt x="289553" y="87164"/>
                </a:cubicBezTo>
                <a:cubicBezTo>
                  <a:pt x="278849" y="87164"/>
                  <a:pt x="297992" y="112276"/>
                  <a:pt x="313001" y="117924"/>
                </a:cubicBezTo>
                <a:cubicBezTo>
                  <a:pt x="317528" y="119627"/>
                  <a:pt x="320100" y="122488"/>
                  <a:pt x="320100" y="125822"/>
                </a:cubicBezTo>
                <a:cubicBezTo>
                  <a:pt x="320100" y="128696"/>
                  <a:pt x="321552" y="131055"/>
                  <a:pt x="323327" y="131062"/>
                </a:cubicBezTo>
                <a:cubicBezTo>
                  <a:pt x="338940" y="131129"/>
                  <a:pt x="408862" y="133762"/>
                  <a:pt x="409403" y="134303"/>
                </a:cubicBezTo>
                <a:cubicBezTo>
                  <a:pt x="409786" y="134687"/>
                  <a:pt x="404937" y="149230"/>
                  <a:pt x="398626" y="166622"/>
                </a:cubicBezTo>
                <a:lnTo>
                  <a:pt x="387152" y="198243"/>
                </a:lnTo>
                <a:lnTo>
                  <a:pt x="392348" y="208428"/>
                </a:lnTo>
                <a:cubicBezTo>
                  <a:pt x="397867" y="219247"/>
                  <a:pt x="399033" y="226562"/>
                  <a:pt x="395238" y="226562"/>
                </a:cubicBezTo>
                <a:cubicBezTo>
                  <a:pt x="393970" y="226562"/>
                  <a:pt x="392236" y="224746"/>
                  <a:pt x="391384" y="222526"/>
                </a:cubicBezTo>
                <a:cubicBezTo>
                  <a:pt x="390533" y="220307"/>
                  <a:pt x="388555" y="219282"/>
                  <a:pt x="386991" y="220249"/>
                </a:cubicBezTo>
                <a:cubicBezTo>
                  <a:pt x="385426" y="221216"/>
                  <a:pt x="380818" y="219547"/>
                  <a:pt x="376751" y="216540"/>
                </a:cubicBezTo>
                <a:cubicBezTo>
                  <a:pt x="367939" y="210026"/>
                  <a:pt x="366566" y="209821"/>
                  <a:pt x="366566" y="215027"/>
                </a:cubicBezTo>
                <a:cubicBezTo>
                  <a:pt x="366566" y="217201"/>
                  <a:pt x="368599" y="219663"/>
                  <a:pt x="371084" y="220497"/>
                </a:cubicBezTo>
                <a:cubicBezTo>
                  <a:pt x="382593" y="224364"/>
                  <a:pt x="400125" y="232833"/>
                  <a:pt x="400125" y="234526"/>
                </a:cubicBezTo>
                <a:cubicBezTo>
                  <a:pt x="400125" y="235560"/>
                  <a:pt x="392284" y="233061"/>
                  <a:pt x="382700" y="228973"/>
                </a:cubicBezTo>
                <a:cubicBezTo>
                  <a:pt x="373117" y="224884"/>
                  <a:pt x="361210" y="221490"/>
                  <a:pt x="356240" y="221430"/>
                </a:cubicBezTo>
                <a:cubicBezTo>
                  <a:pt x="344962" y="221293"/>
                  <a:pt x="338255" y="217747"/>
                  <a:pt x="344640" y="215296"/>
                </a:cubicBezTo>
                <a:cubicBezTo>
                  <a:pt x="347017" y="214384"/>
                  <a:pt x="350019" y="214291"/>
                  <a:pt x="351310" y="215089"/>
                </a:cubicBezTo>
                <a:cubicBezTo>
                  <a:pt x="352602" y="215888"/>
                  <a:pt x="353659" y="215352"/>
                  <a:pt x="353659" y="213898"/>
                </a:cubicBezTo>
                <a:cubicBezTo>
                  <a:pt x="353659" y="212444"/>
                  <a:pt x="351239" y="209960"/>
                  <a:pt x="348281" y="208377"/>
                </a:cubicBezTo>
                <a:cubicBezTo>
                  <a:pt x="344050" y="206113"/>
                  <a:pt x="341943" y="206369"/>
                  <a:pt x="338397" y="209577"/>
                </a:cubicBezTo>
                <a:cubicBezTo>
                  <a:pt x="332399" y="215006"/>
                  <a:pt x="330426" y="214717"/>
                  <a:pt x="330426" y="208411"/>
                </a:cubicBezTo>
                <a:cubicBezTo>
                  <a:pt x="330426" y="200483"/>
                  <a:pt x="323396" y="199293"/>
                  <a:pt x="317751" y="206264"/>
                </a:cubicBezTo>
                <a:cubicBezTo>
                  <a:pt x="311888" y="213504"/>
                  <a:pt x="313243" y="217088"/>
                  <a:pt x="320963" y="214760"/>
                </a:cubicBezTo>
                <a:cubicBezTo>
                  <a:pt x="324787" y="213607"/>
                  <a:pt x="325738" y="213919"/>
                  <a:pt x="323972" y="215747"/>
                </a:cubicBezTo>
                <a:cubicBezTo>
                  <a:pt x="322552" y="217218"/>
                  <a:pt x="318487" y="218951"/>
                  <a:pt x="314937" y="219599"/>
                </a:cubicBezTo>
                <a:cubicBezTo>
                  <a:pt x="311388" y="220248"/>
                  <a:pt x="314292" y="220366"/>
                  <a:pt x="321391" y="219864"/>
                </a:cubicBezTo>
                <a:cubicBezTo>
                  <a:pt x="330318" y="219231"/>
                  <a:pt x="333104" y="219713"/>
                  <a:pt x="330426" y="221426"/>
                </a:cubicBezTo>
                <a:cubicBezTo>
                  <a:pt x="328296" y="222787"/>
                  <a:pt x="319444" y="223919"/>
                  <a:pt x="310754" y="223941"/>
                </a:cubicBezTo>
                <a:cubicBezTo>
                  <a:pt x="295733" y="223979"/>
                  <a:pt x="294460" y="224490"/>
                  <a:pt x="284939" y="234304"/>
                </a:cubicBezTo>
                <a:cubicBezTo>
                  <a:pt x="279431" y="239982"/>
                  <a:pt x="272851" y="244629"/>
                  <a:pt x="270316" y="244630"/>
                </a:cubicBezTo>
                <a:cubicBezTo>
                  <a:pt x="267782" y="244631"/>
                  <a:pt x="262868" y="246493"/>
                  <a:pt x="259397" y="248767"/>
                </a:cubicBezTo>
                <a:cubicBezTo>
                  <a:pt x="255927" y="251041"/>
                  <a:pt x="248429" y="253948"/>
                  <a:pt x="242736" y="255227"/>
                </a:cubicBezTo>
                <a:cubicBezTo>
                  <a:pt x="237044" y="256506"/>
                  <a:pt x="226856" y="260940"/>
                  <a:pt x="220097" y="265079"/>
                </a:cubicBezTo>
                <a:cubicBezTo>
                  <a:pt x="213337" y="269219"/>
                  <a:pt x="203741" y="273261"/>
                  <a:pt x="198772" y="274061"/>
                </a:cubicBezTo>
                <a:cubicBezTo>
                  <a:pt x="178742" y="277289"/>
                  <a:pt x="173664" y="277501"/>
                  <a:pt x="169694" y="275279"/>
                </a:cubicBezTo>
                <a:close/>
              </a:path>
            </a:pathLst>
          </a:custGeom>
          <a:solidFill>
            <a:srgbClr val="B9B9B9"/>
          </a:solidFill>
          <a:ln w="5163" cap="flat">
            <a:noFill/>
            <a:prstDash val="solid"/>
            <a:miter/>
          </a:ln>
        </p:spPr>
        <p:txBody>
          <a:bodyPr/>
          <a:lstStyle/>
          <a:p>
            <a:endParaRPr lang="es-419" noProof="0" dirty="0"/>
          </a:p>
        </p:txBody>
      </p:sp>
      <p:sp>
        <p:nvSpPr>
          <p:cNvPr id="63" name="Forma libre: forma 62">
            <a:extLst>
              <a:ext uri="{FF2B5EF4-FFF2-40B4-BE49-F238E27FC236}">
                <a16:creationId xmlns:a16="http://schemas.microsoft.com/office/drawing/2014/main" id="{244AA13E-8559-2438-E330-BD800C29C5C7}"/>
              </a:ext>
            </a:extLst>
          </p:cNvPr>
          <p:cNvSpPr/>
          <p:nvPr/>
        </p:nvSpPr>
        <p:spPr>
          <a:xfrm>
            <a:off x="1324915" y="2412330"/>
            <a:ext cx="357764" cy="223095"/>
          </a:xfrm>
          <a:custGeom>
            <a:avLst/>
            <a:gdLst>
              <a:gd name="csX0" fmla="*/ 310749 w 357764"/>
              <a:gd name="csY0" fmla="*/ 220821 h 223095"/>
              <a:gd name="csX1" fmla="*/ 306750 w 357764"/>
              <a:gd name="csY1" fmla="*/ 216842 h 223095"/>
              <a:gd name="csX2" fmla="*/ 298107 w 357764"/>
              <a:gd name="csY2" fmla="*/ 209508 h 223095"/>
              <a:gd name="csX3" fmla="*/ 280348 w 357764"/>
              <a:gd name="csY3" fmla="*/ 201999 h 223095"/>
              <a:gd name="csX4" fmla="*/ 262845 w 357764"/>
              <a:gd name="csY4" fmla="*/ 196313 h 223095"/>
              <a:gd name="csX5" fmla="*/ 256032 w 357764"/>
              <a:gd name="csY5" fmla="*/ 193496 h 223095"/>
              <a:gd name="csX6" fmla="*/ 242886 w 357764"/>
              <a:gd name="csY6" fmla="*/ 190679 h 223095"/>
              <a:gd name="csX7" fmla="*/ 229978 w 357764"/>
              <a:gd name="csY7" fmla="*/ 186722 h 223095"/>
              <a:gd name="csX8" fmla="*/ 220854 w 357764"/>
              <a:gd name="csY8" fmla="*/ 186091 h 223095"/>
              <a:gd name="csX9" fmla="*/ 209097 w 357764"/>
              <a:gd name="csY9" fmla="*/ 183130 h 223095"/>
              <a:gd name="csX10" fmla="*/ 214906 w 357764"/>
              <a:gd name="csY10" fmla="*/ 187877 h 223095"/>
              <a:gd name="csX11" fmla="*/ 215222 w 357764"/>
              <a:gd name="csY11" fmla="*/ 190853 h 223095"/>
              <a:gd name="csX12" fmla="*/ 206349 w 357764"/>
              <a:gd name="csY12" fmla="*/ 186954 h 223095"/>
              <a:gd name="csX13" fmla="*/ 189899 w 357764"/>
              <a:gd name="csY13" fmla="*/ 176334 h 223095"/>
              <a:gd name="csX14" fmla="*/ 172154 w 357764"/>
              <a:gd name="csY14" fmla="*/ 165667 h 223095"/>
              <a:gd name="csX15" fmla="*/ 165494 w 357764"/>
              <a:gd name="csY15" fmla="*/ 164758 h 223095"/>
              <a:gd name="csX16" fmla="*/ 154887 w 357764"/>
              <a:gd name="csY16" fmla="*/ 162867 h 223095"/>
              <a:gd name="csX17" fmla="*/ 146116 w 357764"/>
              <a:gd name="csY17" fmla="*/ 160825 h 223095"/>
              <a:gd name="csX18" fmla="*/ 117490 w 357764"/>
              <a:gd name="csY18" fmla="*/ 151278 h 223095"/>
              <a:gd name="csX19" fmla="*/ 95284 w 357764"/>
              <a:gd name="csY19" fmla="*/ 141980 h 223095"/>
              <a:gd name="csX20" fmla="*/ 92932 w 357764"/>
              <a:gd name="csY20" fmla="*/ 138216 h 223095"/>
              <a:gd name="csX21" fmla="*/ 81316 w 357764"/>
              <a:gd name="csY21" fmla="*/ 127645 h 223095"/>
              <a:gd name="csX22" fmla="*/ 69699 w 357764"/>
              <a:gd name="csY22" fmla="*/ 117508 h 223095"/>
              <a:gd name="csX23" fmla="*/ 49682 w 357764"/>
              <a:gd name="csY23" fmla="*/ 104238 h 223095"/>
              <a:gd name="csX24" fmla="*/ 33940 w 357764"/>
              <a:gd name="csY24" fmla="*/ 91155 h 223095"/>
              <a:gd name="csX25" fmla="*/ 3571 w 357764"/>
              <a:gd name="csY25" fmla="*/ 73330 h 223095"/>
              <a:gd name="csX26" fmla="*/ 0 w 357764"/>
              <a:gd name="csY26" fmla="*/ 65812 h 223095"/>
              <a:gd name="csX27" fmla="*/ 7287 w 357764"/>
              <a:gd name="csY27" fmla="*/ 53156 h 223095"/>
              <a:gd name="csX28" fmla="*/ 18044 w 357764"/>
              <a:gd name="csY28" fmla="*/ 33495 h 223095"/>
              <a:gd name="csX29" fmla="*/ 19421 w 357764"/>
              <a:gd name="csY29" fmla="*/ 20586 h 223095"/>
              <a:gd name="csX30" fmla="*/ 43911 w 357764"/>
              <a:gd name="csY30" fmla="*/ 20678 h 223095"/>
              <a:gd name="csX31" fmla="*/ 60045 w 357764"/>
              <a:gd name="csY31" fmla="*/ 24079 h 223095"/>
              <a:gd name="csX32" fmla="*/ 132045 w 357764"/>
              <a:gd name="csY32" fmla="*/ 29780 h 223095"/>
              <a:gd name="csX33" fmla="*/ 140624 w 357764"/>
              <a:gd name="csY33" fmla="*/ 26018 h 223095"/>
              <a:gd name="csX34" fmla="*/ 141619 w 357764"/>
              <a:gd name="csY34" fmla="*/ 13502 h 223095"/>
              <a:gd name="csX35" fmla="*/ 147260 w 357764"/>
              <a:gd name="csY35" fmla="*/ 0 h 223095"/>
              <a:gd name="csX36" fmla="*/ 157468 w 357764"/>
              <a:gd name="csY36" fmla="*/ 24790 h 223095"/>
              <a:gd name="csX37" fmla="*/ 164323 w 357764"/>
              <a:gd name="csY37" fmla="*/ 32600 h 223095"/>
              <a:gd name="csX38" fmla="*/ 177876 w 357764"/>
              <a:gd name="csY38" fmla="*/ 26172 h 223095"/>
              <a:gd name="csX39" fmla="*/ 195232 w 357764"/>
              <a:gd name="csY39" fmla="*/ 18047 h 223095"/>
              <a:gd name="csX40" fmla="*/ 208905 w 357764"/>
              <a:gd name="csY40" fmla="*/ 10791 h 223095"/>
              <a:gd name="csX41" fmla="*/ 219887 w 357764"/>
              <a:gd name="csY41" fmla="*/ 4680 h 223095"/>
              <a:gd name="csX42" fmla="*/ 238661 w 357764"/>
              <a:gd name="csY42" fmla="*/ 20265 h 223095"/>
              <a:gd name="csX43" fmla="*/ 254397 w 357764"/>
              <a:gd name="csY43" fmla="*/ 25712 h 223095"/>
              <a:gd name="csX44" fmla="*/ 258145 w 357764"/>
              <a:gd name="csY44" fmla="*/ 24934 h 223095"/>
              <a:gd name="csX45" fmla="*/ 286337 w 357764"/>
              <a:gd name="csY45" fmla="*/ 54210 h 223095"/>
              <a:gd name="csX46" fmla="*/ 292234 w 357764"/>
              <a:gd name="csY46" fmla="*/ 58728 h 223095"/>
              <a:gd name="csX47" fmla="*/ 311147 w 357764"/>
              <a:gd name="csY47" fmla="*/ 69699 h 223095"/>
              <a:gd name="csX48" fmla="*/ 321808 w 357764"/>
              <a:gd name="csY48" fmla="*/ 76335 h 223095"/>
              <a:gd name="csX49" fmla="*/ 326980 w 357764"/>
              <a:gd name="csY49" fmla="*/ 102795 h 223095"/>
              <a:gd name="csX50" fmla="*/ 329261 w 357764"/>
              <a:gd name="csY50" fmla="*/ 127630 h 223095"/>
              <a:gd name="csX51" fmla="*/ 333007 w 357764"/>
              <a:gd name="csY51" fmla="*/ 137310 h 223095"/>
              <a:gd name="csX52" fmla="*/ 335120 w 357764"/>
              <a:gd name="csY52" fmla="*/ 141980 h 223095"/>
              <a:gd name="csX53" fmla="*/ 346410 w 357764"/>
              <a:gd name="csY53" fmla="*/ 150369 h 223095"/>
              <a:gd name="csX54" fmla="*/ 357125 w 357764"/>
              <a:gd name="csY54" fmla="*/ 170794 h 223095"/>
              <a:gd name="csX55" fmla="*/ 348644 w 357764"/>
              <a:gd name="csY55" fmla="*/ 191877 h 223095"/>
              <a:gd name="csX56" fmla="*/ 333236 w 357764"/>
              <a:gd name="csY56" fmla="*/ 203812 h 223095"/>
              <a:gd name="csX57" fmla="*/ 327844 w 357764"/>
              <a:gd name="csY57" fmla="*/ 209994 h 223095"/>
              <a:gd name="csX58" fmla="*/ 320060 w 357764"/>
              <a:gd name="csY58" fmla="*/ 219045 h 223095"/>
              <a:gd name="csX59" fmla="*/ 310749 w 357764"/>
              <a:gd name="csY59" fmla="*/ 220821 h 2230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Lst>
            <a:rect l="l" t="t" r="r" b="b"/>
            <a:pathLst>
              <a:path w="357764" h="223095">
                <a:moveTo>
                  <a:pt x="310749" y="220821"/>
                </a:moveTo>
                <a:cubicBezTo>
                  <a:pt x="309909" y="218632"/>
                  <a:pt x="308109" y="216842"/>
                  <a:pt x="306750" y="216842"/>
                </a:cubicBezTo>
                <a:cubicBezTo>
                  <a:pt x="305390" y="216842"/>
                  <a:pt x="301501" y="213542"/>
                  <a:pt x="298107" y="209508"/>
                </a:cubicBezTo>
                <a:cubicBezTo>
                  <a:pt x="293077" y="203531"/>
                  <a:pt x="289793" y="202142"/>
                  <a:pt x="280348" y="201999"/>
                </a:cubicBezTo>
                <a:cubicBezTo>
                  <a:pt x="272259" y="201877"/>
                  <a:pt x="266975" y="200160"/>
                  <a:pt x="262845" y="196313"/>
                </a:cubicBezTo>
                <a:cubicBezTo>
                  <a:pt x="259591" y="193282"/>
                  <a:pt x="256525" y="192014"/>
                  <a:pt x="256032" y="193496"/>
                </a:cubicBezTo>
                <a:cubicBezTo>
                  <a:pt x="254564" y="197900"/>
                  <a:pt x="248378" y="196574"/>
                  <a:pt x="242886" y="190679"/>
                </a:cubicBezTo>
                <a:cubicBezTo>
                  <a:pt x="238972" y="186478"/>
                  <a:pt x="235903" y="185537"/>
                  <a:pt x="229978" y="186722"/>
                </a:cubicBezTo>
                <a:cubicBezTo>
                  <a:pt x="225703" y="187577"/>
                  <a:pt x="221597" y="187293"/>
                  <a:pt x="220854" y="186091"/>
                </a:cubicBezTo>
                <a:cubicBezTo>
                  <a:pt x="219048" y="183170"/>
                  <a:pt x="209097" y="180663"/>
                  <a:pt x="209097" y="183130"/>
                </a:cubicBezTo>
                <a:cubicBezTo>
                  <a:pt x="209097" y="184200"/>
                  <a:pt x="211711" y="186336"/>
                  <a:pt x="214906" y="187877"/>
                </a:cubicBezTo>
                <a:cubicBezTo>
                  <a:pt x="220644" y="190644"/>
                  <a:pt x="220647" y="190680"/>
                  <a:pt x="215222" y="190853"/>
                </a:cubicBezTo>
                <a:cubicBezTo>
                  <a:pt x="212201" y="190949"/>
                  <a:pt x="208208" y="189194"/>
                  <a:pt x="206349" y="186954"/>
                </a:cubicBezTo>
                <a:cubicBezTo>
                  <a:pt x="204489" y="184713"/>
                  <a:pt x="197087" y="179934"/>
                  <a:pt x="189899" y="176334"/>
                </a:cubicBezTo>
                <a:cubicBezTo>
                  <a:pt x="182711" y="172733"/>
                  <a:pt x="174726" y="167933"/>
                  <a:pt x="172154" y="165667"/>
                </a:cubicBezTo>
                <a:cubicBezTo>
                  <a:pt x="168546" y="162487"/>
                  <a:pt x="167026" y="162279"/>
                  <a:pt x="165494" y="164758"/>
                </a:cubicBezTo>
                <a:cubicBezTo>
                  <a:pt x="163542" y="167916"/>
                  <a:pt x="154887" y="166373"/>
                  <a:pt x="154887" y="162867"/>
                </a:cubicBezTo>
                <a:cubicBezTo>
                  <a:pt x="154887" y="161880"/>
                  <a:pt x="150940" y="160961"/>
                  <a:pt x="146116" y="160825"/>
                </a:cubicBezTo>
                <a:cubicBezTo>
                  <a:pt x="141292" y="160688"/>
                  <a:pt x="128410" y="156392"/>
                  <a:pt x="117490" y="151278"/>
                </a:cubicBezTo>
                <a:cubicBezTo>
                  <a:pt x="106570" y="146164"/>
                  <a:pt x="96577" y="141980"/>
                  <a:pt x="95284" y="141980"/>
                </a:cubicBezTo>
                <a:cubicBezTo>
                  <a:pt x="93990" y="141980"/>
                  <a:pt x="92932" y="140286"/>
                  <a:pt x="92932" y="138216"/>
                </a:cubicBezTo>
                <a:cubicBezTo>
                  <a:pt x="92932" y="136147"/>
                  <a:pt x="87705" y="131390"/>
                  <a:pt x="81316" y="127645"/>
                </a:cubicBezTo>
                <a:cubicBezTo>
                  <a:pt x="74927" y="123901"/>
                  <a:pt x="69699" y="119339"/>
                  <a:pt x="69699" y="117508"/>
                </a:cubicBezTo>
                <a:cubicBezTo>
                  <a:pt x="69699" y="113290"/>
                  <a:pt x="58936" y="106155"/>
                  <a:pt x="49682" y="104238"/>
                </a:cubicBezTo>
                <a:cubicBezTo>
                  <a:pt x="45282" y="103326"/>
                  <a:pt x="39312" y="98365"/>
                  <a:pt x="33940" y="91155"/>
                </a:cubicBezTo>
                <a:cubicBezTo>
                  <a:pt x="25287" y="79543"/>
                  <a:pt x="10302" y="70747"/>
                  <a:pt x="3571" y="73330"/>
                </a:cubicBezTo>
                <a:cubicBezTo>
                  <a:pt x="957" y="74333"/>
                  <a:pt x="0" y="72319"/>
                  <a:pt x="0" y="65812"/>
                </a:cubicBezTo>
                <a:cubicBezTo>
                  <a:pt x="0" y="58672"/>
                  <a:pt x="1433" y="56184"/>
                  <a:pt x="7287" y="53156"/>
                </a:cubicBezTo>
                <a:cubicBezTo>
                  <a:pt x="19411" y="46887"/>
                  <a:pt x="21790" y="42538"/>
                  <a:pt x="18044" y="33495"/>
                </a:cubicBezTo>
                <a:cubicBezTo>
                  <a:pt x="15244" y="26735"/>
                  <a:pt x="15429" y="24996"/>
                  <a:pt x="19421" y="20586"/>
                </a:cubicBezTo>
                <a:cubicBezTo>
                  <a:pt x="25368" y="14014"/>
                  <a:pt x="37292" y="14059"/>
                  <a:pt x="43911" y="20678"/>
                </a:cubicBezTo>
                <a:cubicBezTo>
                  <a:pt x="48190" y="24957"/>
                  <a:pt x="51021" y="25553"/>
                  <a:pt x="60045" y="24079"/>
                </a:cubicBezTo>
                <a:cubicBezTo>
                  <a:pt x="79921" y="20832"/>
                  <a:pt x="103607" y="22707"/>
                  <a:pt x="132045" y="29780"/>
                </a:cubicBezTo>
                <a:cubicBezTo>
                  <a:pt x="137569" y="31154"/>
                  <a:pt x="139225" y="30428"/>
                  <a:pt x="140624" y="26018"/>
                </a:cubicBezTo>
                <a:cubicBezTo>
                  <a:pt x="141578" y="23013"/>
                  <a:pt x="142026" y="17381"/>
                  <a:pt x="141619" y="13502"/>
                </a:cubicBezTo>
                <a:cubicBezTo>
                  <a:pt x="140830" y="5985"/>
                  <a:pt x="143331" y="0"/>
                  <a:pt x="147260" y="0"/>
                </a:cubicBezTo>
                <a:cubicBezTo>
                  <a:pt x="150433" y="0"/>
                  <a:pt x="157468" y="17085"/>
                  <a:pt x="157468" y="24790"/>
                </a:cubicBezTo>
                <a:cubicBezTo>
                  <a:pt x="157468" y="29227"/>
                  <a:pt x="159328" y="31346"/>
                  <a:pt x="164323" y="32600"/>
                </a:cubicBezTo>
                <a:cubicBezTo>
                  <a:pt x="169965" y="34015"/>
                  <a:pt x="172364" y="32878"/>
                  <a:pt x="177876" y="26172"/>
                </a:cubicBezTo>
                <a:cubicBezTo>
                  <a:pt x="183430" y="19415"/>
                  <a:pt x="186393" y="18028"/>
                  <a:pt x="195232" y="18047"/>
                </a:cubicBezTo>
                <a:cubicBezTo>
                  <a:pt x="204499" y="18067"/>
                  <a:pt x="206283" y="17120"/>
                  <a:pt x="208905" y="10791"/>
                </a:cubicBezTo>
                <a:cubicBezTo>
                  <a:pt x="211484" y="4565"/>
                  <a:pt x="213074" y="3680"/>
                  <a:pt x="219887" y="4680"/>
                </a:cubicBezTo>
                <a:cubicBezTo>
                  <a:pt x="228665" y="5969"/>
                  <a:pt x="236077" y="12121"/>
                  <a:pt x="238661" y="20265"/>
                </a:cubicBezTo>
                <a:cubicBezTo>
                  <a:pt x="240752" y="26852"/>
                  <a:pt x="249411" y="29849"/>
                  <a:pt x="254397" y="25712"/>
                </a:cubicBezTo>
                <a:cubicBezTo>
                  <a:pt x="256458" y="24001"/>
                  <a:pt x="258145" y="23651"/>
                  <a:pt x="258145" y="24934"/>
                </a:cubicBezTo>
                <a:cubicBezTo>
                  <a:pt x="258145" y="28142"/>
                  <a:pt x="283247" y="54210"/>
                  <a:pt x="286337" y="54210"/>
                </a:cubicBezTo>
                <a:cubicBezTo>
                  <a:pt x="287708" y="54210"/>
                  <a:pt x="290362" y="56243"/>
                  <a:pt x="292234" y="58728"/>
                </a:cubicBezTo>
                <a:cubicBezTo>
                  <a:pt x="296425" y="64288"/>
                  <a:pt x="305753" y="69699"/>
                  <a:pt x="311147" y="69699"/>
                </a:cubicBezTo>
                <a:cubicBezTo>
                  <a:pt x="313361" y="69699"/>
                  <a:pt x="318158" y="72685"/>
                  <a:pt x="321808" y="76335"/>
                </a:cubicBezTo>
                <a:cubicBezTo>
                  <a:pt x="328098" y="82626"/>
                  <a:pt x="328367" y="84002"/>
                  <a:pt x="326980" y="102795"/>
                </a:cubicBezTo>
                <a:cubicBezTo>
                  <a:pt x="325865" y="117888"/>
                  <a:pt x="326410" y="123815"/>
                  <a:pt x="329261" y="127630"/>
                </a:cubicBezTo>
                <a:cubicBezTo>
                  <a:pt x="331322" y="130386"/>
                  <a:pt x="333007" y="134742"/>
                  <a:pt x="333007" y="137310"/>
                </a:cubicBezTo>
                <a:cubicBezTo>
                  <a:pt x="333007" y="139879"/>
                  <a:pt x="333958" y="141980"/>
                  <a:pt x="335120" y="141980"/>
                </a:cubicBezTo>
                <a:cubicBezTo>
                  <a:pt x="336282" y="141980"/>
                  <a:pt x="341362" y="145755"/>
                  <a:pt x="346410" y="150369"/>
                </a:cubicBezTo>
                <a:cubicBezTo>
                  <a:pt x="353607" y="156948"/>
                  <a:pt x="355920" y="161358"/>
                  <a:pt x="357125" y="170794"/>
                </a:cubicBezTo>
                <a:cubicBezTo>
                  <a:pt x="358591" y="182285"/>
                  <a:pt x="358209" y="183236"/>
                  <a:pt x="348644" y="191877"/>
                </a:cubicBezTo>
                <a:cubicBezTo>
                  <a:pt x="343134" y="196855"/>
                  <a:pt x="336201" y="202226"/>
                  <a:pt x="333236" y="203812"/>
                </a:cubicBezTo>
                <a:cubicBezTo>
                  <a:pt x="330270" y="205399"/>
                  <a:pt x="327844" y="208181"/>
                  <a:pt x="327844" y="209994"/>
                </a:cubicBezTo>
                <a:cubicBezTo>
                  <a:pt x="327844" y="211806"/>
                  <a:pt x="324341" y="215879"/>
                  <a:pt x="320060" y="219045"/>
                </a:cubicBezTo>
                <a:cubicBezTo>
                  <a:pt x="313416" y="223957"/>
                  <a:pt x="312052" y="224217"/>
                  <a:pt x="310749" y="220821"/>
                </a:cubicBezTo>
                <a:close/>
              </a:path>
            </a:pathLst>
          </a:custGeom>
          <a:solidFill>
            <a:srgbClr val="B9B9B9"/>
          </a:solidFill>
          <a:ln w="5163" cap="flat">
            <a:noFill/>
            <a:prstDash val="solid"/>
            <a:miter/>
          </a:ln>
        </p:spPr>
        <p:txBody>
          <a:bodyPr/>
          <a:lstStyle/>
          <a:p>
            <a:endParaRPr lang="es-419" noProof="0" dirty="0"/>
          </a:p>
        </p:txBody>
      </p:sp>
      <p:sp>
        <p:nvSpPr>
          <p:cNvPr id="64" name="Forma libre: forma 63">
            <a:extLst>
              <a:ext uri="{FF2B5EF4-FFF2-40B4-BE49-F238E27FC236}">
                <a16:creationId xmlns:a16="http://schemas.microsoft.com/office/drawing/2014/main" id="{4236DECB-05AA-8943-75E4-A4521B479430}"/>
              </a:ext>
            </a:extLst>
          </p:cNvPr>
          <p:cNvSpPr/>
          <p:nvPr/>
        </p:nvSpPr>
        <p:spPr>
          <a:xfrm>
            <a:off x="2030531" y="2394260"/>
            <a:ext cx="276109" cy="131653"/>
          </a:xfrm>
          <a:custGeom>
            <a:avLst/>
            <a:gdLst>
              <a:gd name="csX0" fmla="*/ 240916 w 276109"/>
              <a:gd name="csY0" fmla="*/ 129933 h 131653"/>
              <a:gd name="csX1" fmla="*/ 239195 w 276109"/>
              <a:gd name="csY1" fmla="*/ 124013 h 131653"/>
              <a:gd name="csX2" fmla="*/ 228223 w 276109"/>
              <a:gd name="csY2" fmla="*/ 115744 h 131653"/>
              <a:gd name="csX3" fmla="*/ 217897 w 276109"/>
              <a:gd name="csY3" fmla="*/ 106005 h 131653"/>
              <a:gd name="csX4" fmla="*/ 210063 w 276109"/>
              <a:gd name="csY4" fmla="*/ 90246 h 131653"/>
              <a:gd name="csX5" fmla="*/ 197989 w 276109"/>
              <a:gd name="csY5" fmla="*/ 82502 h 131653"/>
              <a:gd name="csX6" fmla="*/ 171181 w 276109"/>
              <a:gd name="csY6" fmla="*/ 78639 h 131653"/>
              <a:gd name="csX7" fmla="*/ 162540 w 276109"/>
              <a:gd name="csY7" fmla="*/ 80766 h 131653"/>
              <a:gd name="csX8" fmla="*/ 140024 w 276109"/>
              <a:gd name="csY8" fmla="*/ 103258 h 131653"/>
              <a:gd name="csX9" fmla="*/ 121107 w 276109"/>
              <a:gd name="csY9" fmla="*/ 123910 h 131653"/>
              <a:gd name="csX10" fmla="*/ 115285 w 276109"/>
              <a:gd name="csY10" fmla="*/ 120037 h 131653"/>
              <a:gd name="csX11" fmla="*/ 106086 w 276109"/>
              <a:gd name="csY11" fmla="*/ 116165 h 131653"/>
              <a:gd name="csX12" fmla="*/ 95488 w 276109"/>
              <a:gd name="csY12" fmla="*/ 97511 h 131653"/>
              <a:gd name="csX13" fmla="*/ 74161 w 276109"/>
              <a:gd name="csY13" fmla="*/ 72281 h 131653"/>
              <a:gd name="csX14" fmla="*/ 62180 w 276109"/>
              <a:gd name="csY14" fmla="*/ 80383 h 131653"/>
              <a:gd name="csX15" fmla="*/ 59403 w 276109"/>
              <a:gd name="csY15" fmla="*/ 95543 h 131653"/>
              <a:gd name="csX16" fmla="*/ 54777 w 276109"/>
              <a:gd name="csY16" fmla="*/ 108274 h 131653"/>
              <a:gd name="csX17" fmla="*/ 46950 w 276109"/>
              <a:gd name="csY17" fmla="*/ 122154 h 131653"/>
              <a:gd name="csX18" fmla="*/ 45160 w 276109"/>
              <a:gd name="csY18" fmla="*/ 130363 h 131653"/>
              <a:gd name="csX19" fmla="*/ 42524 w 276109"/>
              <a:gd name="csY19" fmla="*/ 123910 h 131653"/>
              <a:gd name="csX20" fmla="*/ 27585 w 276109"/>
              <a:gd name="csY20" fmla="*/ 101648 h 131653"/>
              <a:gd name="csX21" fmla="*/ 3541 w 276109"/>
              <a:gd name="csY21" fmla="*/ 71617 h 131653"/>
              <a:gd name="csX22" fmla="*/ 489 w 276109"/>
              <a:gd name="csY22" fmla="*/ 57859 h 131653"/>
              <a:gd name="csX23" fmla="*/ 5896 w 276109"/>
              <a:gd name="csY23" fmla="*/ 47783 h 131653"/>
              <a:gd name="csX24" fmla="*/ 14046 w 276109"/>
              <a:gd name="csY24" fmla="*/ 46070 h 131653"/>
              <a:gd name="csX25" fmla="*/ 24934 w 276109"/>
              <a:gd name="csY25" fmla="*/ 43885 h 131653"/>
              <a:gd name="csX26" fmla="*/ 35503 w 276109"/>
              <a:gd name="csY26" fmla="*/ 38722 h 131653"/>
              <a:gd name="csX27" fmla="*/ 41946 w 276109"/>
              <a:gd name="csY27" fmla="*/ 35764 h 131653"/>
              <a:gd name="csX28" fmla="*/ 25819 w 276109"/>
              <a:gd name="csY28" fmla="*/ 37615 h 131653"/>
              <a:gd name="csX29" fmla="*/ 26045 w 276109"/>
              <a:gd name="csY29" fmla="*/ 35947 h 131653"/>
              <a:gd name="csX30" fmla="*/ 73982 w 276109"/>
              <a:gd name="csY30" fmla="*/ 25857 h 131653"/>
              <a:gd name="csX31" fmla="*/ 76916 w 276109"/>
              <a:gd name="csY31" fmla="*/ 28123 h 131653"/>
              <a:gd name="csX32" fmla="*/ 76893 w 276109"/>
              <a:gd name="csY32" fmla="*/ 31518 h 131653"/>
              <a:gd name="csX33" fmla="*/ 83755 w 276109"/>
              <a:gd name="csY33" fmla="*/ 29317 h 131653"/>
              <a:gd name="csX34" fmla="*/ 96686 w 276109"/>
              <a:gd name="csY34" fmla="*/ 23336 h 131653"/>
              <a:gd name="csX35" fmla="*/ 114106 w 276109"/>
              <a:gd name="csY35" fmla="*/ 13587 h 131653"/>
              <a:gd name="csX36" fmla="*/ 134447 w 276109"/>
              <a:gd name="csY36" fmla="*/ 0 h 131653"/>
              <a:gd name="csX37" fmla="*/ 136418 w 276109"/>
              <a:gd name="csY37" fmla="*/ 8390 h 131653"/>
              <a:gd name="csX38" fmla="*/ 147553 w 276109"/>
              <a:gd name="csY38" fmla="*/ 17557 h 131653"/>
              <a:gd name="csX39" fmla="*/ 164372 w 276109"/>
              <a:gd name="csY39" fmla="*/ 37279 h 131653"/>
              <a:gd name="csX40" fmla="*/ 179001 w 276109"/>
              <a:gd name="csY40" fmla="*/ 58990 h 131653"/>
              <a:gd name="csX41" fmla="*/ 191415 w 276109"/>
              <a:gd name="csY41" fmla="*/ 67081 h 131653"/>
              <a:gd name="csX42" fmla="*/ 215539 w 276109"/>
              <a:gd name="csY42" fmla="*/ 67434 h 131653"/>
              <a:gd name="csX43" fmla="*/ 218120 w 276109"/>
              <a:gd name="csY43" fmla="*/ 59084 h 131653"/>
              <a:gd name="csX44" fmla="*/ 224155 w 276109"/>
              <a:gd name="csY44" fmla="*/ 52122 h 131653"/>
              <a:gd name="csX45" fmla="*/ 241477 w 276109"/>
              <a:gd name="csY45" fmla="*/ 56639 h 131653"/>
              <a:gd name="csX46" fmla="*/ 260758 w 276109"/>
              <a:gd name="csY46" fmla="*/ 61955 h 131653"/>
              <a:gd name="csX47" fmla="*/ 271115 w 276109"/>
              <a:gd name="csY47" fmla="*/ 65853 h 131653"/>
              <a:gd name="csX48" fmla="*/ 274360 w 276109"/>
              <a:gd name="csY48" fmla="*/ 100702 h 131653"/>
              <a:gd name="csX49" fmla="*/ 276110 w 276109"/>
              <a:gd name="csY49" fmla="*/ 131654 h 131653"/>
              <a:gd name="csX50" fmla="*/ 259373 w 276109"/>
              <a:gd name="csY50" fmla="*/ 131654 h 131653"/>
              <a:gd name="csX51" fmla="*/ 240916 w 276109"/>
              <a:gd name="csY51" fmla="*/ 129933 h 1316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Lst>
            <a:rect l="l" t="t" r="r" b="b"/>
            <a:pathLst>
              <a:path w="276109" h="131653">
                <a:moveTo>
                  <a:pt x="240916" y="129933"/>
                </a:moveTo>
                <a:cubicBezTo>
                  <a:pt x="239969" y="128986"/>
                  <a:pt x="239195" y="126322"/>
                  <a:pt x="239195" y="124013"/>
                </a:cubicBezTo>
                <a:cubicBezTo>
                  <a:pt x="239195" y="121432"/>
                  <a:pt x="234966" y="118245"/>
                  <a:pt x="228223" y="115744"/>
                </a:cubicBezTo>
                <a:cubicBezTo>
                  <a:pt x="219440" y="112485"/>
                  <a:pt x="217381" y="110543"/>
                  <a:pt x="217897" y="106005"/>
                </a:cubicBezTo>
                <a:cubicBezTo>
                  <a:pt x="218682" y="99107"/>
                  <a:pt x="214348" y="90389"/>
                  <a:pt x="210063" y="90246"/>
                </a:cubicBezTo>
                <a:cubicBezTo>
                  <a:pt x="208338" y="90188"/>
                  <a:pt x="202905" y="86703"/>
                  <a:pt x="197989" y="82502"/>
                </a:cubicBezTo>
                <a:cubicBezTo>
                  <a:pt x="188345" y="74258"/>
                  <a:pt x="178782" y="72880"/>
                  <a:pt x="171181" y="78639"/>
                </a:cubicBezTo>
                <a:cubicBezTo>
                  <a:pt x="168558" y="80626"/>
                  <a:pt x="164670" y="81583"/>
                  <a:pt x="162540" y="80766"/>
                </a:cubicBezTo>
                <a:cubicBezTo>
                  <a:pt x="158541" y="79232"/>
                  <a:pt x="151258" y="86508"/>
                  <a:pt x="140024" y="103258"/>
                </a:cubicBezTo>
                <a:cubicBezTo>
                  <a:pt x="131601" y="115819"/>
                  <a:pt x="124189" y="123910"/>
                  <a:pt x="121107" y="123910"/>
                </a:cubicBezTo>
                <a:cubicBezTo>
                  <a:pt x="119672" y="123910"/>
                  <a:pt x="117052" y="122167"/>
                  <a:pt x="115285" y="120037"/>
                </a:cubicBezTo>
                <a:cubicBezTo>
                  <a:pt x="113517" y="117908"/>
                  <a:pt x="109378" y="116165"/>
                  <a:pt x="106086" y="116165"/>
                </a:cubicBezTo>
                <a:cubicBezTo>
                  <a:pt x="98470" y="116165"/>
                  <a:pt x="97317" y="114137"/>
                  <a:pt x="95488" y="97511"/>
                </a:cubicBezTo>
                <a:cubicBezTo>
                  <a:pt x="93708" y="81325"/>
                  <a:pt x="86063" y="72281"/>
                  <a:pt x="74161" y="72281"/>
                </a:cubicBezTo>
                <a:cubicBezTo>
                  <a:pt x="68039" y="72281"/>
                  <a:pt x="65473" y="74016"/>
                  <a:pt x="62180" y="80383"/>
                </a:cubicBezTo>
                <a:cubicBezTo>
                  <a:pt x="59748" y="85087"/>
                  <a:pt x="58583" y="91445"/>
                  <a:pt x="59403" y="95543"/>
                </a:cubicBezTo>
                <a:cubicBezTo>
                  <a:pt x="60452" y="100790"/>
                  <a:pt x="59265" y="104058"/>
                  <a:pt x="54777" y="108274"/>
                </a:cubicBezTo>
                <a:cubicBezTo>
                  <a:pt x="51457" y="111393"/>
                  <a:pt x="47935" y="117640"/>
                  <a:pt x="46950" y="122154"/>
                </a:cubicBezTo>
                <a:lnTo>
                  <a:pt x="45160" y="130363"/>
                </a:lnTo>
                <a:lnTo>
                  <a:pt x="42524" y="123910"/>
                </a:lnTo>
                <a:cubicBezTo>
                  <a:pt x="37073" y="110563"/>
                  <a:pt x="32979" y="104462"/>
                  <a:pt x="27585" y="101648"/>
                </a:cubicBezTo>
                <a:cubicBezTo>
                  <a:pt x="17943" y="96616"/>
                  <a:pt x="4895" y="80319"/>
                  <a:pt x="3541" y="71617"/>
                </a:cubicBezTo>
                <a:cubicBezTo>
                  <a:pt x="2825" y="67013"/>
                  <a:pt x="1452" y="60822"/>
                  <a:pt x="489" y="57859"/>
                </a:cubicBezTo>
                <a:cubicBezTo>
                  <a:pt x="-848" y="53746"/>
                  <a:pt x="431" y="51364"/>
                  <a:pt x="5896" y="47783"/>
                </a:cubicBezTo>
                <a:cubicBezTo>
                  <a:pt x="10761" y="44595"/>
                  <a:pt x="13372" y="44047"/>
                  <a:pt x="14046" y="46070"/>
                </a:cubicBezTo>
                <a:cubicBezTo>
                  <a:pt x="15462" y="50316"/>
                  <a:pt x="18138" y="49779"/>
                  <a:pt x="24934" y="43885"/>
                </a:cubicBezTo>
                <a:cubicBezTo>
                  <a:pt x="28208" y="41045"/>
                  <a:pt x="32964" y="38722"/>
                  <a:pt x="35503" y="38722"/>
                </a:cubicBezTo>
                <a:cubicBezTo>
                  <a:pt x="38041" y="38722"/>
                  <a:pt x="40941" y="37391"/>
                  <a:pt x="41946" y="35764"/>
                </a:cubicBezTo>
                <a:cubicBezTo>
                  <a:pt x="43722" y="32890"/>
                  <a:pt x="39180" y="33412"/>
                  <a:pt x="25819" y="37615"/>
                </a:cubicBezTo>
                <a:cubicBezTo>
                  <a:pt x="21516" y="38969"/>
                  <a:pt x="21538" y="38810"/>
                  <a:pt x="26045" y="35947"/>
                </a:cubicBezTo>
                <a:cubicBezTo>
                  <a:pt x="31416" y="32535"/>
                  <a:pt x="63427" y="25797"/>
                  <a:pt x="73982" y="25857"/>
                </a:cubicBezTo>
                <a:cubicBezTo>
                  <a:pt x="78607" y="25883"/>
                  <a:pt x="79439" y="26525"/>
                  <a:pt x="76916" y="28123"/>
                </a:cubicBezTo>
                <a:cubicBezTo>
                  <a:pt x="73965" y="29993"/>
                  <a:pt x="73961" y="30540"/>
                  <a:pt x="76893" y="31518"/>
                </a:cubicBezTo>
                <a:cubicBezTo>
                  <a:pt x="78816" y="32159"/>
                  <a:pt x="81904" y="31168"/>
                  <a:pt x="83755" y="29317"/>
                </a:cubicBezTo>
                <a:cubicBezTo>
                  <a:pt x="85607" y="27466"/>
                  <a:pt x="91425" y="24774"/>
                  <a:pt x="96686" y="23336"/>
                </a:cubicBezTo>
                <a:cubicBezTo>
                  <a:pt x="101946" y="21898"/>
                  <a:pt x="109785" y="17511"/>
                  <a:pt x="114106" y="13587"/>
                </a:cubicBezTo>
                <a:cubicBezTo>
                  <a:pt x="121455" y="6915"/>
                  <a:pt x="131807" y="0"/>
                  <a:pt x="134447" y="0"/>
                </a:cubicBezTo>
                <a:cubicBezTo>
                  <a:pt x="135087" y="0"/>
                  <a:pt x="135973" y="3775"/>
                  <a:pt x="136418" y="8390"/>
                </a:cubicBezTo>
                <a:cubicBezTo>
                  <a:pt x="137168" y="16168"/>
                  <a:pt x="137980" y="16836"/>
                  <a:pt x="147553" y="17557"/>
                </a:cubicBezTo>
                <a:cubicBezTo>
                  <a:pt x="160105" y="18501"/>
                  <a:pt x="164320" y="23444"/>
                  <a:pt x="164372" y="37279"/>
                </a:cubicBezTo>
                <a:cubicBezTo>
                  <a:pt x="164422" y="50382"/>
                  <a:pt x="165667" y="52231"/>
                  <a:pt x="179001" y="58990"/>
                </a:cubicBezTo>
                <a:cubicBezTo>
                  <a:pt x="184939" y="62000"/>
                  <a:pt x="190525" y="65641"/>
                  <a:pt x="191415" y="67081"/>
                </a:cubicBezTo>
                <a:cubicBezTo>
                  <a:pt x="193368" y="70242"/>
                  <a:pt x="210709" y="70495"/>
                  <a:pt x="215539" y="67434"/>
                </a:cubicBezTo>
                <a:cubicBezTo>
                  <a:pt x="217436" y="66231"/>
                  <a:pt x="218597" y="62474"/>
                  <a:pt x="218120" y="59084"/>
                </a:cubicBezTo>
                <a:cubicBezTo>
                  <a:pt x="217412" y="54054"/>
                  <a:pt x="218522" y="52773"/>
                  <a:pt x="224155" y="52122"/>
                </a:cubicBezTo>
                <a:cubicBezTo>
                  <a:pt x="227952" y="51683"/>
                  <a:pt x="235747" y="53716"/>
                  <a:pt x="241477" y="56639"/>
                </a:cubicBezTo>
                <a:cubicBezTo>
                  <a:pt x="247208" y="59563"/>
                  <a:pt x="255884" y="61955"/>
                  <a:pt x="260758" y="61955"/>
                </a:cubicBezTo>
                <a:cubicBezTo>
                  <a:pt x="266280" y="61955"/>
                  <a:pt x="270184" y="63424"/>
                  <a:pt x="271115" y="65853"/>
                </a:cubicBezTo>
                <a:cubicBezTo>
                  <a:pt x="271938" y="67996"/>
                  <a:pt x="273398" y="83679"/>
                  <a:pt x="274360" y="100702"/>
                </a:cubicBezTo>
                <a:lnTo>
                  <a:pt x="276110" y="131654"/>
                </a:lnTo>
                <a:lnTo>
                  <a:pt x="259373" y="131654"/>
                </a:lnTo>
                <a:cubicBezTo>
                  <a:pt x="250168" y="131654"/>
                  <a:pt x="241862" y="130880"/>
                  <a:pt x="240916" y="129933"/>
                </a:cubicBezTo>
                <a:close/>
              </a:path>
            </a:pathLst>
          </a:custGeom>
          <a:solidFill>
            <a:srgbClr val="B9B9B9"/>
          </a:solidFill>
          <a:ln w="5163" cap="flat">
            <a:noFill/>
            <a:prstDash val="solid"/>
            <a:miter/>
          </a:ln>
        </p:spPr>
        <p:txBody>
          <a:bodyPr/>
          <a:lstStyle/>
          <a:p>
            <a:endParaRPr lang="es-419" noProof="0" dirty="0"/>
          </a:p>
        </p:txBody>
      </p:sp>
      <p:sp>
        <p:nvSpPr>
          <p:cNvPr id="65" name="Forma libre: forma 64">
            <a:extLst>
              <a:ext uri="{FF2B5EF4-FFF2-40B4-BE49-F238E27FC236}">
                <a16:creationId xmlns:a16="http://schemas.microsoft.com/office/drawing/2014/main" id="{44FA48F2-AD78-74FA-24F1-F30CC2E7204D}"/>
              </a:ext>
            </a:extLst>
          </p:cNvPr>
          <p:cNvSpPr/>
          <p:nvPr/>
        </p:nvSpPr>
        <p:spPr>
          <a:xfrm>
            <a:off x="1184484" y="2261861"/>
            <a:ext cx="318490" cy="227740"/>
          </a:xfrm>
          <a:custGeom>
            <a:avLst/>
            <a:gdLst>
              <a:gd name="csX0" fmla="*/ 114616 w 318490"/>
              <a:gd name="csY0" fmla="*/ 224041 h 227740"/>
              <a:gd name="csX1" fmla="*/ 98063 w 318490"/>
              <a:gd name="csY1" fmla="*/ 220365 h 227740"/>
              <a:gd name="csX2" fmla="*/ 78702 w 318490"/>
              <a:gd name="csY2" fmla="*/ 212689 h 227740"/>
              <a:gd name="csX3" fmla="*/ 52720 w 318490"/>
              <a:gd name="csY3" fmla="*/ 202264 h 227740"/>
              <a:gd name="csX4" fmla="*/ 16521 w 318490"/>
              <a:gd name="csY4" fmla="*/ 184010 h 227740"/>
              <a:gd name="csX5" fmla="*/ 9212 w 318490"/>
              <a:gd name="csY5" fmla="*/ 173147 h 227740"/>
              <a:gd name="csX6" fmla="*/ 4642 w 318490"/>
              <a:gd name="csY6" fmla="*/ 147730 h 227740"/>
              <a:gd name="csX7" fmla="*/ 11809 w 318490"/>
              <a:gd name="csY7" fmla="*/ 137502 h 227740"/>
              <a:gd name="csX8" fmla="*/ 21183 w 318490"/>
              <a:gd name="csY8" fmla="*/ 134430 h 227740"/>
              <a:gd name="csX9" fmla="*/ 31013 w 318490"/>
              <a:gd name="csY9" fmla="*/ 131925 h 227740"/>
              <a:gd name="csX10" fmla="*/ 40878 w 318490"/>
              <a:gd name="csY10" fmla="*/ 131248 h 227740"/>
              <a:gd name="csX11" fmla="*/ 63873 w 318490"/>
              <a:gd name="csY11" fmla="*/ 121001 h 227740"/>
              <a:gd name="csX12" fmla="*/ 83748 w 318490"/>
              <a:gd name="csY12" fmla="*/ 109166 h 227740"/>
              <a:gd name="csX13" fmla="*/ 103738 w 318490"/>
              <a:gd name="csY13" fmla="*/ 85934 h 227740"/>
              <a:gd name="csX14" fmla="*/ 95901 w 318490"/>
              <a:gd name="csY14" fmla="*/ 79966 h 227740"/>
              <a:gd name="csX15" fmla="*/ 88802 w 318490"/>
              <a:gd name="csY15" fmla="*/ 74674 h 227740"/>
              <a:gd name="csX16" fmla="*/ 86125 w 318490"/>
              <a:gd name="csY16" fmla="*/ 66219 h 227740"/>
              <a:gd name="csX17" fmla="*/ 86125 w 318490"/>
              <a:gd name="csY17" fmla="*/ 56499 h 227740"/>
              <a:gd name="csX18" fmla="*/ 88802 w 318490"/>
              <a:gd name="csY18" fmla="*/ 47540 h 227740"/>
              <a:gd name="csX19" fmla="*/ 60913 w 318490"/>
              <a:gd name="csY19" fmla="*/ 35309 h 227740"/>
              <a:gd name="csX20" fmla="*/ 56419 w 318490"/>
              <a:gd name="csY20" fmla="*/ 24926 h 227740"/>
              <a:gd name="csX21" fmla="*/ 74769 w 318490"/>
              <a:gd name="csY21" fmla="*/ 18056 h 227740"/>
              <a:gd name="csX22" fmla="*/ 99155 w 318490"/>
              <a:gd name="csY22" fmla="*/ 10069 h 227740"/>
              <a:gd name="csX23" fmla="*/ 128747 w 318490"/>
              <a:gd name="csY23" fmla="*/ 1794 h 227740"/>
              <a:gd name="csX24" fmla="*/ 148545 w 318490"/>
              <a:gd name="csY24" fmla="*/ 0 h 227740"/>
              <a:gd name="csX25" fmla="*/ 155959 w 318490"/>
              <a:gd name="csY25" fmla="*/ 8117 h 227740"/>
              <a:gd name="csX26" fmla="*/ 176571 w 318490"/>
              <a:gd name="csY26" fmla="*/ 11071 h 227740"/>
              <a:gd name="csX27" fmla="*/ 199804 w 318490"/>
              <a:gd name="csY27" fmla="*/ 21145 h 227740"/>
              <a:gd name="csX28" fmla="*/ 218086 w 318490"/>
              <a:gd name="csY28" fmla="*/ 31610 h 227740"/>
              <a:gd name="csX29" fmla="*/ 246412 w 318490"/>
              <a:gd name="csY29" fmla="*/ 32163 h 227740"/>
              <a:gd name="csX30" fmla="*/ 266539 w 318490"/>
              <a:gd name="csY30" fmla="*/ 37891 h 227740"/>
              <a:gd name="csX31" fmla="*/ 290777 w 318490"/>
              <a:gd name="csY31" fmla="*/ 32555 h 227740"/>
              <a:gd name="csX32" fmla="*/ 315453 w 318490"/>
              <a:gd name="csY32" fmla="*/ 29658 h 227740"/>
              <a:gd name="csX33" fmla="*/ 315970 w 318490"/>
              <a:gd name="csY33" fmla="*/ 49793 h 227740"/>
              <a:gd name="csX34" fmla="*/ 313388 w 318490"/>
              <a:gd name="csY34" fmla="*/ 54741 h 227740"/>
              <a:gd name="csX35" fmla="*/ 311088 w 318490"/>
              <a:gd name="csY35" fmla="*/ 60549 h 227740"/>
              <a:gd name="csX36" fmla="*/ 306292 w 318490"/>
              <a:gd name="csY36" fmla="*/ 87865 h 227740"/>
              <a:gd name="csX37" fmla="*/ 284623 w 318490"/>
              <a:gd name="csY37" fmla="*/ 147819 h 227740"/>
              <a:gd name="csX38" fmla="*/ 277248 w 318490"/>
              <a:gd name="csY38" fmla="*/ 167736 h 227740"/>
              <a:gd name="csX39" fmla="*/ 272730 w 318490"/>
              <a:gd name="csY39" fmla="*/ 177484 h 227740"/>
              <a:gd name="csX40" fmla="*/ 214235 w 318490"/>
              <a:gd name="csY40" fmla="*/ 170076 h 227740"/>
              <a:gd name="csX41" fmla="*/ 184978 w 318490"/>
              <a:gd name="csY41" fmla="*/ 166604 h 227740"/>
              <a:gd name="csX42" fmla="*/ 157292 w 318490"/>
              <a:gd name="csY42" fmla="*/ 168449 h 227740"/>
              <a:gd name="csX43" fmla="*/ 156212 w 318490"/>
              <a:gd name="csY43" fmla="*/ 189010 h 227740"/>
              <a:gd name="csX44" fmla="*/ 147530 w 318490"/>
              <a:gd name="csY44" fmla="*/ 199123 h 227740"/>
              <a:gd name="csX45" fmla="*/ 137850 w 318490"/>
              <a:gd name="csY45" fmla="*/ 216729 h 227740"/>
              <a:gd name="csX46" fmla="*/ 130751 w 318490"/>
              <a:gd name="csY46" fmla="*/ 227717 h 227740"/>
              <a:gd name="csX47" fmla="*/ 114616 w 318490"/>
              <a:gd name="csY47" fmla="*/ 224041 h 2277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Lst>
            <a:rect l="l" t="t" r="r" b="b"/>
            <a:pathLst>
              <a:path w="318490" h="227740">
                <a:moveTo>
                  <a:pt x="114616" y="224041"/>
                </a:moveTo>
                <a:cubicBezTo>
                  <a:pt x="109647" y="222127"/>
                  <a:pt x="102198" y="220473"/>
                  <a:pt x="98063" y="220365"/>
                </a:cubicBezTo>
                <a:cubicBezTo>
                  <a:pt x="93928" y="220257"/>
                  <a:pt x="85216" y="216803"/>
                  <a:pt x="78702" y="212689"/>
                </a:cubicBezTo>
                <a:cubicBezTo>
                  <a:pt x="72189" y="208575"/>
                  <a:pt x="60497" y="203884"/>
                  <a:pt x="52720" y="202264"/>
                </a:cubicBezTo>
                <a:cubicBezTo>
                  <a:pt x="38260" y="199253"/>
                  <a:pt x="16521" y="188291"/>
                  <a:pt x="16521" y="184010"/>
                </a:cubicBezTo>
                <a:cubicBezTo>
                  <a:pt x="16521" y="182699"/>
                  <a:pt x="13232" y="177811"/>
                  <a:pt x="9212" y="173147"/>
                </a:cubicBezTo>
                <a:cubicBezTo>
                  <a:pt x="-1729" y="160453"/>
                  <a:pt x="-2493" y="156209"/>
                  <a:pt x="4642" y="147730"/>
                </a:cubicBezTo>
                <a:cubicBezTo>
                  <a:pt x="8064" y="143663"/>
                  <a:pt x="11290" y="139060"/>
                  <a:pt x="11809" y="137502"/>
                </a:cubicBezTo>
                <a:cubicBezTo>
                  <a:pt x="12328" y="135944"/>
                  <a:pt x="16546" y="134562"/>
                  <a:pt x="21183" y="134430"/>
                </a:cubicBezTo>
                <a:cubicBezTo>
                  <a:pt x="25819" y="134298"/>
                  <a:pt x="30243" y="133171"/>
                  <a:pt x="31013" y="131925"/>
                </a:cubicBezTo>
                <a:cubicBezTo>
                  <a:pt x="31783" y="130679"/>
                  <a:pt x="36222" y="130374"/>
                  <a:pt x="40878" y="131248"/>
                </a:cubicBezTo>
                <a:cubicBezTo>
                  <a:pt x="48236" y="132628"/>
                  <a:pt x="51244" y="131288"/>
                  <a:pt x="63873" y="121001"/>
                </a:cubicBezTo>
                <a:cubicBezTo>
                  <a:pt x="71865" y="114492"/>
                  <a:pt x="80808" y="109166"/>
                  <a:pt x="83748" y="109166"/>
                </a:cubicBezTo>
                <a:cubicBezTo>
                  <a:pt x="91503" y="109166"/>
                  <a:pt x="104649" y="93888"/>
                  <a:pt x="103738" y="85934"/>
                </a:cubicBezTo>
                <a:cubicBezTo>
                  <a:pt x="103134" y="80649"/>
                  <a:pt x="101713" y="79568"/>
                  <a:pt x="95901" y="79966"/>
                </a:cubicBezTo>
                <a:cubicBezTo>
                  <a:pt x="90126" y="80361"/>
                  <a:pt x="88802" y="79374"/>
                  <a:pt x="88802" y="74674"/>
                </a:cubicBezTo>
                <a:cubicBezTo>
                  <a:pt x="88802" y="71496"/>
                  <a:pt x="87597" y="67691"/>
                  <a:pt x="86125" y="66219"/>
                </a:cubicBezTo>
                <a:cubicBezTo>
                  <a:pt x="84276" y="64370"/>
                  <a:pt x="84276" y="61362"/>
                  <a:pt x="86125" y="56499"/>
                </a:cubicBezTo>
                <a:cubicBezTo>
                  <a:pt x="87597" y="52626"/>
                  <a:pt x="88802" y="48595"/>
                  <a:pt x="88802" y="47540"/>
                </a:cubicBezTo>
                <a:cubicBezTo>
                  <a:pt x="88802" y="45033"/>
                  <a:pt x="71424" y="37411"/>
                  <a:pt x="60913" y="35309"/>
                </a:cubicBezTo>
                <a:cubicBezTo>
                  <a:pt x="51581" y="33443"/>
                  <a:pt x="51150" y="32448"/>
                  <a:pt x="56419" y="24926"/>
                </a:cubicBezTo>
                <a:cubicBezTo>
                  <a:pt x="59183" y="20980"/>
                  <a:pt x="64034" y="19164"/>
                  <a:pt x="74769" y="18056"/>
                </a:cubicBezTo>
                <a:cubicBezTo>
                  <a:pt x="84042" y="17099"/>
                  <a:pt x="92933" y="14187"/>
                  <a:pt x="99155" y="10069"/>
                </a:cubicBezTo>
                <a:cubicBezTo>
                  <a:pt x="106450" y="5242"/>
                  <a:pt x="114000" y="3130"/>
                  <a:pt x="128747" y="1794"/>
                </a:cubicBezTo>
                <a:lnTo>
                  <a:pt x="148545" y="0"/>
                </a:lnTo>
                <a:lnTo>
                  <a:pt x="155959" y="8117"/>
                </a:lnTo>
                <a:cubicBezTo>
                  <a:pt x="164608" y="17586"/>
                  <a:pt x="168428" y="18134"/>
                  <a:pt x="176571" y="11071"/>
                </a:cubicBezTo>
                <a:cubicBezTo>
                  <a:pt x="187391" y="1687"/>
                  <a:pt x="199804" y="7069"/>
                  <a:pt x="199804" y="21145"/>
                </a:cubicBezTo>
                <a:cubicBezTo>
                  <a:pt x="199804" y="30772"/>
                  <a:pt x="209395" y="36261"/>
                  <a:pt x="218086" y="31610"/>
                </a:cubicBezTo>
                <a:cubicBezTo>
                  <a:pt x="228270" y="26160"/>
                  <a:pt x="241869" y="26426"/>
                  <a:pt x="246412" y="32163"/>
                </a:cubicBezTo>
                <a:cubicBezTo>
                  <a:pt x="249505" y="36068"/>
                  <a:pt x="254126" y="37384"/>
                  <a:pt x="266539" y="37891"/>
                </a:cubicBezTo>
                <a:cubicBezTo>
                  <a:pt x="279978" y="38440"/>
                  <a:pt x="284000" y="37555"/>
                  <a:pt x="290777" y="32555"/>
                </a:cubicBezTo>
                <a:cubicBezTo>
                  <a:pt x="299613" y="26036"/>
                  <a:pt x="310548" y="24752"/>
                  <a:pt x="315453" y="29658"/>
                </a:cubicBezTo>
                <a:cubicBezTo>
                  <a:pt x="319191" y="33396"/>
                  <a:pt x="319612" y="49793"/>
                  <a:pt x="315970" y="49793"/>
                </a:cubicBezTo>
                <a:cubicBezTo>
                  <a:pt x="314550" y="49793"/>
                  <a:pt x="313388" y="52020"/>
                  <a:pt x="313388" y="54741"/>
                </a:cubicBezTo>
                <a:cubicBezTo>
                  <a:pt x="313388" y="57462"/>
                  <a:pt x="312353" y="60076"/>
                  <a:pt x="311088" y="60549"/>
                </a:cubicBezTo>
                <a:cubicBezTo>
                  <a:pt x="309822" y="61023"/>
                  <a:pt x="307664" y="73315"/>
                  <a:pt x="306292" y="87865"/>
                </a:cubicBezTo>
                <a:cubicBezTo>
                  <a:pt x="303509" y="117372"/>
                  <a:pt x="292552" y="147689"/>
                  <a:pt x="284623" y="147819"/>
                </a:cubicBezTo>
                <a:cubicBezTo>
                  <a:pt x="279191" y="147908"/>
                  <a:pt x="277248" y="153157"/>
                  <a:pt x="277248" y="167736"/>
                </a:cubicBezTo>
                <a:cubicBezTo>
                  <a:pt x="277248" y="177878"/>
                  <a:pt x="276652" y="179163"/>
                  <a:pt x="272730" y="177484"/>
                </a:cubicBezTo>
                <a:cubicBezTo>
                  <a:pt x="262382" y="173052"/>
                  <a:pt x="240695" y="170306"/>
                  <a:pt x="214235" y="170076"/>
                </a:cubicBezTo>
                <a:cubicBezTo>
                  <a:pt x="194190" y="169901"/>
                  <a:pt x="185756" y="168900"/>
                  <a:pt x="184978" y="166604"/>
                </a:cubicBezTo>
                <a:cubicBezTo>
                  <a:pt x="183149" y="161204"/>
                  <a:pt x="162610" y="162574"/>
                  <a:pt x="157292" y="168449"/>
                </a:cubicBezTo>
                <a:cubicBezTo>
                  <a:pt x="153074" y="173111"/>
                  <a:pt x="152885" y="176707"/>
                  <a:pt x="156212" y="189010"/>
                </a:cubicBezTo>
                <a:cubicBezTo>
                  <a:pt x="156777" y="191099"/>
                  <a:pt x="153007" y="195490"/>
                  <a:pt x="147530" y="199123"/>
                </a:cubicBezTo>
                <a:cubicBezTo>
                  <a:pt x="138821" y="204900"/>
                  <a:pt x="137850" y="206668"/>
                  <a:pt x="137850" y="216729"/>
                </a:cubicBezTo>
                <a:cubicBezTo>
                  <a:pt x="137850" y="227257"/>
                  <a:pt x="137433" y="227902"/>
                  <a:pt x="130751" y="227717"/>
                </a:cubicBezTo>
                <a:cubicBezTo>
                  <a:pt x="126846" y="227609"/>
                  <a:pt x="119586" y="225955"/>
                  <a:pt x="114616" y="224041"/>
                </a:cubicBezTo>
                <a:close/>
              </a:path>
            </a:pathLst>
          </a:custGeom>
          <a:solidFill>
            <a:srgbClr val="B9B9B9"/>
          </a:solidFill>
          <a:ln w="5163" cap="flat">
            <a:noFill/>
            <a:prstDash val="solid"/>
            <a:miter/>
          </a:ln>
        </p:spPr>
        <p:txBody>
          <a:bodyPr/>
          <a:lstStyle/>
          <a:p>
            <a:endParaRPr lang="es-419" noProof="0" dirty="0"/>
          </a:p>
        </p:txBody>
      </p:sp>
      <p:sp>
        <p:nvSpPr>
          <p:cNvPr id="66" name="Forma libre: forma 65">
            <a:extLst>
              <a:ext uri="{FF2B5EF4-FFF2-40B4-BE49-F238E27FC236}">
                <a16:creationId xmlns:a16="http://schemas.microsoft.com/office/drawing/2014/main" id="{29C4E768-7546-34F7-F18D-DD0AE6428E04}"/>
              </a:ext>
            </a:extLst>
          </p:cNvPr>
          <p:cNvSpPr/>
          <p:nvPr/>
        </p:nvSpPr>
        <p:spPr>
          <a:xfrm>
            <a:off x="1557246" y="2384328"/>
            <a:ext cx="70794" cy="61560"/>
          </a:xfrm>
          <a:custGeom>
            <a:avLst/>
            <a:gdLst>
              <a:gd name="csX0" fmla="*/ 30977 w 70794"/>
              <a:gd name="csY0" fmla="*/ 53817 h 61560"/>
              <a:gd name="csX1" fmla="*/ 18070 w 70794"/>
              <a:gd name="csY1" fmla="*/ 49863 h 61560"/>
              <a:gd name="csX2" fmla="*/ 14198 w 70794"/>
              <a:gd name="csY2" fmla="*/ 52169 h 61560"/>
              <a:gd name="csX3" fmla="*/ 10326 w 70794"/>
              <a:gd name="csY3" fmla="*/ 47062 h 61560"/>
              <a:gd name="csX4" fmla="*/ 5163 w 70794"/>
              <a:gd name="csY4" fmla="*/ 39020 h 61560"/>
              <a:gd name="csX5" fmla="*/ 0 w 70794"/>
              <a:gd name="csY5" fmla="*/ 32748 h 61560"/>
              <a:gd name="csX6" fmla="*/ 10326 w 70794"/>
              <a:gd name="csY6" fmla="*/ 18967 h 61560"/>
              <a:gd name="csX7" fmla="*/ 20652 w 70794"/>
              <a:gd name="csY7" fmla="*/ 3034 h 61560"/>
              <a:gd name="csX8" fmla="*/ 30332 w 70794"/>
              <a:gd name="csY8" fmla="*/ 698 h 61560"/>
              <a:gd name="csX9" fmla="*/ 54210 w 70794"/>
              <a:gd name="csY9" fmla="*/ 10137 h 61560"/>
              <a:gd name="csX10" fmla="*/ 63267 w 70794"/>
              <a:gd name="csY10" fmla="*/ 15095 h 61560"/>
              <a:gd name="csX11" fmla="*/ 69100 w 70794"/>
              <a:gd name="csY11" fmla="*/ 20258 h 61560"/>
              <a:gd name="csX12" fmla="*/ 69100 w 70794"/>
              <a:gd name="csY12" fmla="*/ 30584 h 61560"/>
              <a:gd name="csX13" fmla="*/ 69721 w 70794"/>
              <a:gd name="csY13" fmla="*/ 35746 h 61560"/>
              <a:gd name="csX14" fmla="*/ 67118 w 70794"/>
              <a:gd name="csY14" fmla="*/ 44803 h 61560"/>
              <a:gd name="csX15" fmla="*/ 61618 w 70794"/>
              <a:gd name="csY15" fmla="*/ 50612 h 61560"/>
              <a:gd name="csX16" fmla="*/ 54931 w 70794"/>
              <a:gd name="csY16" fmla="*/ 50644 h 61560"/>
              <a:gd name="csX17" fmla="*/ 37735 w 70794"/>
              <a:gd name="csY17" fmla="*/ 61561 h 61560"/>
              <a:gd name="csX18" fmla="*/ 30977 w 70794"/>
              <a:gd name="csY18" fmla="*/ 53817 h 615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70794" h="61560">
                <a:moveTo>
                  <a:pt x="30977" y="53817"/>
                </a:moveTo>
                <a:cubicBezTo>
                  <a:pt x="25158" y="45644"/>
                  <a:pt x="18070" y="43473"/>
                  <a:pt x="18070" y="49863"/>
                </a:cubicBezTo>
                <a:cubicBezTo>
                  <a:pt x="18070" y="52173"/>
                  <a:pt x="16557" y="53074"/>
                  <a:pt x="14198" y="52169"/>
                </a:cubicBezTo>
                <a:cubicBezTo>
                  <a:pt x="12068" y="51351"/>
                  <a:pt x="10326" y="49053"/>
                  <a:pt x="10326" y="47062"/>
                </a:cubicBezTo>
                <a:cubicBezTo>
                  <a:pt x="10326" y="45070"/>
                  <a:pt x="8003" y="41451"/>
                  <a:pt x="5163" y="39020"/>
                </a:cubicBezTo>
                <a:cubicBezTo>
                  <a:pt x="2323" y="36588"/>
                  <a:pt x="0" y="33766"/>
                  <a:pt x="0" y="32748"/>
                </a:cubicBezTo>
                <a:cubicBezTo>
                  <a:pt x="0" y="31730"/>
                  <a:pt x="4647" y="25529"/>
                  <a:pt x="10326" y="18967"/>
                </a:cubicBezTo>
                <a:cubicBezTo>
                  <a:pt x="16005" y="12405"/>
                  <a:pt x="20652" y="5235"/>
                  <a:pt x="20652" y="3034"/>
                </a:cubicBezTo>
                <a:cubicBezTo>
                  <a:pt x="20652" y="-166"/>
                  <a:pt x="22592" y="-634"/>
                  <a:pt x="30332" y="698"/>
                </a:cubicBezTo>
                <a:cubicBezTo>
                  <a:pt x="52748" y="4557"/>
                  <a:pt x="54210" y="5134"/>
                  <a:pt x="54210" y="10137"/>
                </a:cubicBezTo>
                <a:cubicBezTo>
                  <a:pt x="54210" y="14084"/>
                  <a:pt x="56056" y="15095"/>
                  <a:pt x="63267" y="15095"/>
                </a:cubicBezTo>
                <a:cubicBezTo>
                  <a:pt x="71678" y="15095"/>
                  <a:pt x="72094" y="15463"/>
                  <a:pt x="69100" y="20258"/>
                </a:cubicBezTo>
                <a:cubicBezTo>
                  <a:pt x="66522" y="24386"/>
                  <a:pt x="66522" y="26456"/>
                  <a:pt x="69100" y="30584"/>
                </a:cubicBezTo>
                <a:cubicBezTo>
                  <a:pt x="71011" y="33644"/>
                  <a:pt x="71264" y="35746"/>
                  <a:pt x="69721" y="35746"/>
                </a:cubicBezTo>
                <a:cubicBezTo>
                  <a:pt x="68289" y="35746"/>
                  <a:pt x="67118" y="39822"/>
                  <a:pt x="67118" y="44803"/>
                </a:cubicBezTo>
                <a:cubicBezTo>
                  <a:pt x="67118" y="53341"/>
                  <a:pt x="66802" y="53674"/>
                  <a:pt x="61618" y="50612"/>
                </a:cubicBezTo>
                <a:cubicBezTo>
                  <a:pt x="57188" y="47995"/>
                  <a:pt x="55886" y="48002"/>
                  <a:pt x="54931" y="50644"/>
                </a:cubicBezTo>
                <a:cubicBezTo>
                  <a:pt x="53898" y="53500"/>
                  <a:pt x="41201" y="61561"/>
                  <a:pt x="37735" y="61561"/>
                </a:cubicBezTo>
                <a:cubicBezTo>
                  <a:pt x="37051" y="61561"/>
                  <a:pt x="34010" y="58076"/>
                  <a:pt x="30977" y="53817"/>
                </a:cubicBezTo>
                <a:close/>
              </a:path>
            </a:pathLst>
          </a:custGeom>
          <a:solidFill>
            <a:srgbClr val="B9B9B9"/>
          </a:solidFill>
          <a:ln w="5163" cap="flat">
            <a:noFill/>
            <a:prstDash val="solid"/>
            <a:miter/>
          </a:ln>
        </p:spPr>
        <p:txBody>
          <a:bodyPr/>
          <a:lstStyle/>
          <a:p>
            <a:endParaRPr lang="es-419" noProof="0" dirty="0"/>
          </a:p>
        </p:txBody>
      </p:sp>
      <p:sp>
        <p:nvSpPr>
          <p:cNvPr id="67" name="Forma libre: forma 66">
            <a:extLst>
              <a:ext uri="{FF2B5EF4-FFF2-40B4-BE49-F238E27FC236}">
                <a16:creationId xmlns:a16="http://schemas.microsoft.com/office/drawing/2014/main" id="{2802CAC8-31B8-D8D4-EED8-911F9C081DFA}"/>
              </a:ext>
            </a:extLst>
          </p:cNvPr>
          <p:cNvSpPr/>
          <p:nvPr/>
        </p:nvSpPr>
        <p:spPr>
          <a:xfrm>
            <a:off x="1478193" y="2273156"/>
            <a:ext cx="153622" cy="170128"/>
          </a:xfrm>
          <a:custGeom>
            <a:avLst/>
            <a:gdLst>
              <a:gd name="csX0" fmla="*/ 8493 w 153622"/>
              <a:gd name="csY0" fmla="*/ 168431 h 170128"/>
              <a:gd name="csX1" fmla="*/ 6772 w 153622"/>
              <a:gd name="csY1" fmla="*/ 161418 h 170128"/>
              <a:gd name="csX2" fmla="*/ 2681 w 153622"/>
              <a:gd name="csY2" fmla="*/ 145415 h 170128"/>
              <a:gd name="csX3" fmla="*/ 5459 w 153622"/>
              <a:gd name="csY3" fmla="*/ 121148 h 170128"/>
              <a:gd name="csX4" fmla="*/ 14777 w 153622"/>
              <a:gd name="csY4" fmla="*/ 82726 h 170128"/>
              <a:gd name="csX5" fmla="*/ 25155 w 153622"/>
              <a:gd name="csY5" fmla="*/ 43661 h 170128"/>
              <a:gd name="csX6" fmla="*/ 27423 w 153622"/>
              <a:gd name="csY6" fmla="*/ 32229 h 170128"/>
              <a:gd name="csX7" fmla="*/ 31172 w 153622"/>
              <a:gd name="csY7" fmla="*/ 17047 h 170128"/>
              <a:gd name="csX8" fmla="*/ 33221 w 153622"/>
              <a:gd name="csY8" fmla="*/ 11598 h 170128"/>
              <a:gd name="csX9" fmla="*/ 37362 w 153622"/>
              <a:gd name="csY9" fmla="*/ 8370 h 170128"/>
              <a:gd name="csX10" fmla="*/ 41848 w 153622"/>
              <a:gd name="csY10" fmla="*/ 3309 h 170128"/>
              <a:gd name="csX11" fmla="*/ 51947 w 153622"/>
              <a:gd name="csY11" fmla="*/ 4939 h 170128"/>
              <a:gd name="csX12" fmla="*/ 67990 w 153622"/>
              <a:gd name="csY12" fmla="*/ 10085 h 170128"/>
              <a:gd name="csX13" fmla="*/ 82983 w 153622"/>
              <a:gd name="csY13" fmla="*/ 28865 h 170128"/>
              <a:gd name="csX14" fmla="*/ 93236 w 153622"/>
              <a:gd name="csY14" fmla="*/ 38498 h 170128"/>
              <a:gd name="csX15" fmla="*/ 103025 w 153622"/>
              <a:gd name="csY15" fmla="*/ 33366 h 170128"/>
              <a:gd name="csX16" fmla="*/ 120832 w 153622"/>
              <a:gd name="csY16" fmla="*/ 24595 h 170128"/>
              <a:gd name="csX17" fmla="*/ 122064 w 153622"/>
              <a:gd name="csY17" fmla="*/ 33182 h 170128"/>
              <a:gd name="csX18" fmla="*/ 135261 w 153622"/>
              <a:gd name="csY18" fmla="*/ 39968 h 170128"/>
              <a:gd name="csX19" fmla="*/ 152396 w 153622"/>
              <a:gd name="csY19" fmla="*/ 46930 h 170128"/>
              <a:gd name="csX20" fmla="*/ 149002 w 153622"/>
              <a:gd name="csY20" fmla="*/ 58232 h 170128"/>
              <a:gd name="csX21" fmla="*/ 146552 w 153622"/>
              <a:gd name="csY21" fmla="*/ 64545 h 170128"/>
              <a:gd name="csX22" fmla="*/ 148358 w 153622"/>
              <a:gd name="csY22" fmla="*/ 121402 h 170128"/>
              <a:gd name="csX23" fmla="*/ 135844 w 153622"/>
              <a:gd name="csY23" fmla="*/ 118523 h 170128"/>
              <a:gd name="csX24" fmla="*/ 131972 w 153622"/>
              <a:gd name="csY24" fmla="*/ 113360 h 170128"/>
              <a:gd name="csX25" fmla="*/ 128062 w 153622"/>
              <a:gd name="csY25" fmla="*/ 103679 h 170128"/>
              <a:gd name="csX26" fmla="*/ 124378 w 153622"/>
              <a:gd name="csY26" fmla="*/ 87545 h 170128"/>
              <a:gd name="csX27" fmla="*/ 116378 w 153622"/>
              <a:gd name="csY27" fmla="*/ 72702 h 170128"/>
              <a:gd name="csX28" fmla="*/ 107448 w 153622"/>
              <a:gd name="csY28" fmla="*/ 67912 h 170128"/>
              <a:gd name="csX29" fmla="*/ 99376 w 153622"/>
              <a:gd name="csY29" fmla="*/ 80152 h 170128"/>
              <a:gd name="csX30" fmla="*/ 94468 w 153622"/>
              <a:gd name="csY30" fmla="*/ 101141 h 170128"/>
              <a:gd name="csX31" fmla="*/ 81766 w 153622"/>
              <a:gd name="csY31" fmla="*/ 133635 h 170128"/>
              <a:gd name="csX32" fmla="*/ 65090 w 153622"/>
              <a:gd name="csY32" fmla="*/ 140680 h 170128"/>
              <a:gd name="csX33" fmla="*/ 53260 w 153622"/>
              <a:gd name="csY33" fmla="*/ 146865 h 170128"/>
              <a:gd name="csX34" fmla="*/ 38902 w 153622"/>
              <a:gd name="csY34" fmla="*/ 154663 h 170128"/>
              <a:gd name="csX35" fmla="*/ 22260 w 153622"/>
              <a:gd name="csY35" fmla="*/ 162407 h 170128"/>
              <a:gd name="csX36" fmla="*/ 8493 w 153622"/>
              <a:gd name="csY36" fmla="*/ 168431 h 17012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Lst>
            <a:rect l="l" t="t" r="r" b="b"/>
            <a:pathLst>
              <a:path w="153622" h="170128">
                <a:moveTo>
                  <a:pt x="8493" y="168431"/>
                </a:moveTo>
                <a:cubicBezTo>
                  <a:pt x="7546" y="167484"/>
                  <a:pt x="6772" y="164329"/>
                  <a:pt x="6772" y="161418"/>
                </a:cubicBezTo>
                <a:cubicBezTo>
                  <a:pt x="6772" y="158508"/>
                  <a:pt x="4931" y="151306"/>
                  <a:pt x="2681" y="145415"/>
                </a:cubicBezTo>
                <a:cubicBezTo>
                  <a:pt x="-1298" y="134996"/>
                  <a:pt x="-1222" y="134332"/>
                  <a:pt x="5459" y="121148"/>
                </a:cubicBezTo>
                <a:cubicBezTo>
                  <a:pt x="10516" y="111168"/>
                  <a:pt x="12973" y="101035"/>
                  <a:pt x="14777" y="82726"/>
                </a:cubicBezTo>
                <a:cubicBezTo>
                  <a:pt x="17244" y="57676"/>
                  <a:pt x="20967" y="43661"/>
                  <a:pt x="25155" y="43661"/>
                </a:cubicBezTo>
                <a:cubicBezTo>
                  <a:pt x="26403" y="43661"/>
                  <a:pt x="27423" y="38516"/>
                  <a:pt x="27423" y="32229"/>
                </a:cubicBezTo>
                <a:cubicBezTo>
                  <a:pt x="27423" y="25675"/>
                  <a:pt x="29023" y="19196"/>
                  <a:pt x="31172" y="17047"/>
                </a:cubicBezTo>
                <a:cubicBezTo>
                  <a:pt x="33235" y="14985"/>
                  <a:pt x="34156" y="12533"/>
                  <a:pt x="33221" y="11598"/>
                </a:cubicBezTo>
                <a:cubicBezTo>
                  <a:pt x="32286" y="10662"/>
                  <a:pt x="34150" y="9210"/>
                  <a:pt x="37362" y="8370"/>
                </a:cubicBezTo>
                <a:cubicBezTo>
                  <a:pt x="40925" y="7438"/>
                  <a:pt x="42675" y="5464"/>
                  <a:pt x="41848" y="3309"/>
                </a:cubicBezTo>
                <a:cubicBezTo>
                  <a:pt x="39982" y="-1555"/>
                  <a:pt x="42837" y="-1094"/>
                  <a:pt x="51947" y="4939"/>
                </a:cubicBezTo>
                <a:cubicBezTo>
                  <a:pt x="56206" y="7760"/>
                  <a:pt x="63426" y="10076"/>
                  <a:pt x="67990" y="10085"/>
                </a:cubicBezTo>
                <a:cubicBezTo>
                  <a:pt x="77231" y="10104"/>
                  <a:pt x="80149" y="13759"/>
                  <a:pt x="82983" y="28865"/>
                </a:cubicBezTo>
                <a:cubicBezTo>
                  <a:pt x="84632" y="37657"/>
                  <a:pt x="85527" y="38498"/>
                  <a:pt x="93236" y="38498"/>
                </a:cubicBezTo>
                <a:cubicBezTo>
                  <a:pt x="99495" y="38498"/>
                  <a:pt x="102031" y="37168"/>
                  <a:pt x="103025" y="33366"/>
                </a:cubicBezTo>
                <a:cubicBezTo>
                  <a:pt x="104466" y="27855"/>
                  <a:pt x="116509" y="21923"/>
                  <a:pt x="120832" y="24595"/>
                </a:cubicBezTo>
                <a:cubicBezTo>
                  <a:pt x="122276" y="25487"/>
                  <a:pt x="122830" y="29351"/>
                  <a:pt x="122064" y="33182"/>
                </a:cubicBezTo>
                <a:cubicBezTo>
                  <a:pt x="120679" y="40107"/>
                  <a:pt x="120757" y="40147"/>
                  <a:pt x="135261" y="39968"/>
                </a:cubicBezTo>
                <a:cubicBezTo>
                  <a:pt x="148934" y="39800"/>
                  <a:pt x="150012" y="40238"/>
                  <a:pt x="152396" y="46930"/>
                </a:cubicBezTo>
                <a:cubicBezTo>
                  <a:pt x="154575" y="53045"/>
                  <a:pt x="154087" y="54670"/>
                  <a:pt x="149002" y="58232"/>
                </a:cubicBezTo>
                <a:cubicBezTo>
                  <a:pt x="144363" y="61481"/>
                  <a:pt x="143827" y="62863"/>
                  <a:pt x="146552" y="64545"/>
                </a:cubicBezTo>
                <a:cubicBezTo>
                  <a:pt x="151618" y="67671"/>
                  <a:pt x="153227" y="118317"/>
                  <a:pt x="148358" y="121402"/>
                </a:cubicBezTo>
                <a:cubicBezTo>
                  <a:pt x="142062" y="125392"/>
                  <a:pt x="135844" y="123962"/>
                  <a:pt x="135844" y="118523"/>
                </a:cubicBezTo>
                <a:cubicBezTo>
                  <a:pt x="135844" y="115655"/>
                  <a:pt x="134123" y="113360"/>
                  <a:pt x="131972" y="113360"/>
                </a:cubicBezTo>
                <a:cubicBezTo>
                  <a:pt x="129225" y="113360"/>
                  <a:pt x="128089" y="110546"/>
                  <a:pt x="128062" y="103679"/>
                </a:cubicBezTo>
                <a:cubicBezTo>
                  <a:pt x="128041" y="98355"/>
                  <a:pt x="126383" y="91095"/>
                  <a:pt x="124378" y="87545"/>
                </a:cubicBezTo>
                <a:cubicBezTo>
                  <a:pt x="122373" y="83996"/>
                  <a:pt x="118773" y="77316"/>
                  <a:pt x="116378" y="72702"/>
                </a:cubicBezTo>
                <a:cubicBezTo>
                  <a:pt x="111867" y="64011"/>
                  <a:pt x="107448" y="61641"/>
                  <a:pt x="107448" y="67912"/>
                </a:cubicBezTo>
                <a:cubicBezTo>
                  <a:pt x="107448" y="69891"/>
                  <a:pt x="103816" y="75399"/>
                  <a:pt x="99376" y="80152"/>
                </a:cubicBezTo>
                <a:cubicBezTo>
                  <a:pt x="91445" y="88642"/>
                  <a:pt x="91359" y="89010"/>
                  <a:pt x="94468" y="101141"/>
                </a:cubicBezTo>
                <a:cubicBezTo>
                  <a:pt x="97988" y="114877"/>
                  <a:pt x="97068" y="117230"/>
                  <a:pt x="81766" y="133635"/>
                </a:cubicBezTo>
                <a:cubicBezTo>
                  <a:pt x="74766" y="141139"/>
                  <a:pt x="72544" y="142078"/>
                  <a:pt x="65090" y="140680"/>
                </a:cubicBezTo>
                <a:cubicBezTo>
                  <a:pt x="57313" y="139221"/>
                  <a:pt x="56181" y="139812"/>
                  <a:pt x="53260" y="146865"/>
                </a:cubicBezTo>
                <a:cubicBezTo>
                  <a:pt x="50372" y="153836"/>
                  <a:pt x="48850" y="154663"/>
                  <a:pt x="38902" y="154663"/>
                </a:cubicBezTo>
                <a:cubicBezTo>
                  <a:pt x="29485" y="154663"/>
                  <a:pt x="26927" y="155853"/>
                  <a:pt x="22260" y="162407"/>
                </a:cubicBezTo>
                <a:cubicBezTo>
                  <a:pt x="16933" y="169889"/>
                  <a:pt x="12076" y="172014"/>
                  <a:pt x="8493" y="168431"/>
                </a:cubicBezTo>
                <a:close/>
              </a:path>
            </a:pathLst>
          </a:custGeom>
          <a:solidFill>
            <a:srgbClr val="B9B9B9"/>
          </a:solidFill>
          <a:ln w="5163" cap="flat">
            <a:noFill/>
            <a:prstDash val="solid"/>
            <a:miter/>
          </a:ln>
        </p:spPr>
        <p:txBody>
          <a:bodyPr/>
          <a:lstStyle/>
          <a:p>
            <a:endParaRPr lang="es-419" noProof="0" dirty="0"/>
          </a:p>
        </p:txBody>
      </p:sp>
      <p:grpSp>
        <p:nvGrpSpPr>
          <p:cNvPr id="68" name="Gráfico 39">
            <a:extLst>
              <a:ext uri="{FF2B5EF4-FFF2-40B4-BE49-F238E27FC236}">
                <a16:creationId xmlns:a16="http://schemas.microsoft.com/office/drawing/2014/main" id="{7B83C35B-B460-718B-77BC-FBAEE306B0A4}"/>
              </a:ext>
            </a:extLst>
          </p:cNvPr>
          <p:cNvGrpSpPr/>
          <p:nvPr/>
        </p:nvGrpSpPr>
        <p:grpSpPr>
          <a:xfrm>
            <a:off x="2169009" y="2212045"/>
            <a:ext cx="273705" cy="260208"/>
            <a:chOff x="2169009" y="2212045"/>
            <a:chExt cx="273705" cy="260208"/>
          </a:xfrm>
          <a:solidFill>
            <a:srgbClr val="B9B9B9"/>
          </a:solidFill>
        </p:grpSpPr>
        <p:sp>
          <p:nvSpPr>
            <p:cNvPr id="69" name="Forma libre: forma 68">
              <a:extLst>
                <a:ext uri="{FF2B5EF4-FFF2-40B4-BE49-F238E27FC236}">
                  <a16:creationId xmlns:a16="http://schemas.microsoft.com/office/drawing/2014/main" id="{CE846A22-D075-64A9-17A6-15D8FBA65D53}"/>
                </a:ext>
              </a:extLst>
            </p:cNvPr>
            <p:cNvSpPr/>
            <p:nvPr/>
          </p:nvSpPr>
          <p:spPr>
            <a:xfrm>
              <a:off x="2169009" y="2212045"/>
              <a:ext cx="273705" cy="260208"/>
            </a:xfrm>
            <a:custGeom>
              <a:avLst/>
              <a:gdLst>
                <a:gd name="csX0" fmla="*/ 136396 w 273705"/>
                <a:gd name="csY0" fmla="*/ 251544 h 260208"/>
                <a:gd name="csX1" fmla="*/ 123951 w 273705"/>
                <a:gd name="csY1" fmla="*/ 241399 h 260208"/>
                <a:gd name="csX2" fmla="*/ 100178 w 273705"/>
                <a:gd name="csY2" fmla="*/ 233837 h 260208"/>
                <a:gd name="csX3" fmla="*/ 81199 w 273705"/>
                <a:gd name="csY3" fmla="*/ 230865 h 260208"/>
                <a:gd name="csX4" fmla="*/ 75979 w 273705"/>
                <a:gd name="csY4" fmla="*/ 240363 h 260208"/>
                <a:gd name="csX5" fmla="*/ 67894 w 273705"/>
                <a:gd name="csY5" fmla="*/ 246752 h 260208"/>
                <a:gd name="csX6" fmla="*/ 29911 w 273705"/>
                <a:gd name="csY6" fmla="*/ 227450 h 260208"/>
                <a:gd name="csX7" fmla="*/ 28472 w 273705"/>
                <a:gd name="csY7" fmla="*/ 213064 h 260208"/>
                <a:gd name="csX8" fmla="*/ 12481 w 273705"/>
                <a:gd name="csY8" fmla="*/ 197704 h 260208"/>
                <a:gd name="csX9" fmla="*/ 1103 w 273705"/>
                <a:gd name="csY9" fmla="*/ 191257 h 260208"/>
                <a:gd name="csX10" fmla="*/ 24560 w 273705"/>
                <a:gd name="csY10" fmla="*/ 177413 h 260208"/>
                <a:gd name="csX11" fmla="*/ 49357 w 273705"/>
                <a:gd name="csY11" fmla="*/ 181249 h 260208"/>
                <a:gd name="csX12" fmla="*/ 33383 w 273705"/>
                <a:gd name="csY12" fmla="*/ 188440 h 260208"/>
                <a:gd name="csX13" fmla="*/ 18111 w 273705"/>
                <a:gd name="csY13" fmla="*/ 189801 h 260208"/>
                <a:gd name="csX14" fmla="*/ 23379 w 273705"/>
                <a:gd name="csY14" fmla="*/ 191217 h 260208"/>
                <a:gd name="csX15" fmla="*/ 42338 w 273705"/>
                <a:gd name="csY15" fmla="*/ 193852 h 260208"/>
                <a:gd name="csX16" fmla="*/ 54801 w 273705"/>
                <a:gd name="csY16" fmla="*/ 205031 h 260208"/>
                <a:gd name="csX17" fmla="*/ 53572 w 273705"/>
                <a:gd name="csY17" fmla="*/ 211902 h 260208"/>
                <a:gd name="csX18" fmla="*/ 58745 w 273705"/>
                <a:gd name="csY18" fmla="*/ 206739 h 260208"/>
                <a:gd name="csX19" fmla="*/ 62804 w 273705"/>
                <a:gd name="csY19" fmla="*/ 199640 h 260208"/>
                <a:gd name="csX20" fmla="*/ 78923 w 273705"/>
                <a:gd name="csY20" fmla="*/ 200342 h 260208"/>
                <a:gd name="csX21" fmla="*/ 84524 w 273705"/>
                <a:gd name="csY21" fmla="*/ 197871 h 260208"/>
                <a:gd name="csX22" fmla="*/ 91725 w 273705"/>
                <a:gd name="csY22" fmla="*/ 189946 h 260208"/>
                <a:gd name="csX23" fmla="*/ 100403 w 273705"/>
                <a:gd name="csY23" fmla="*/ 165765 h 260208"/>
                <a:gd name="csX24" fmla="*/ 96700 w 273705"/>
                <a:gd name="csY24" fmla="*/ 159218 h 260208"/>
                <a:gd name="csX25" fmla="*/ 94398 w 273705"/>
                <a:gd name="csY25" fmla="*/ 157998 h 260208"/>
                <a:gd name="csX26" fmla="*/ 90392 w 273705"/>
                <a:gd name="csY26" fmla="*/ 161840 h 260208"/>
                <a:gd name="csX27" fmla="*/ 87810 w 273705"/>
                <a:gd name="csY27" fmla="*/ 164145 h 260208"/>
                <a:gd name="csX28" fmla="*/ 100799 w 273705"/>
                <a:gd name="csY28" fmla="*/ 149016 h 260208"/>
                <a:gd name="csX29" fmla="*/ 118746 w 273705"/>
                <a:gd name="csY29" fmla="*/ 138331 h 260208"/>
                <a:gd name="csX30" fmla="*/ 133646 w 273705"/>
                <a:gd name="csY30" fmla="*/ 125809 h 260208"/>
                <a:gd name="csX31" fmla="*/ 149004 w 273705"/>
                <a:gd name="csY31" fmla="*/ 91807 h 260208"/>
                <a:gd name="csX32" fmla="*/ 157715 w 273705"/>
                <a:gd name="csY32" fmla="*/ 65895 h 260208"/>
                <a:gd name="csX33" fmla="*/ 163243 w 273705"/>
                <a:gd name="csY33" fmla="*/ 33397 h 260208"/>
                <a:gd name="csX34" fmla="*/ 165326 w 273705"/>
                <a:gd name="csY34" fmla="*/ 1486 h 260208"/>
                <a:gd name="csX35" fmla="*/ 167796 w 273705"/>
                <a:gd name="csY35" fmla="*/ 6032 h 260208"/>
                <a:gd name="csX36" fmla="*/ 180226 w 273705"/>
                <a:gd name="csY36" fmla="*/ 14421 h 260208"/>
                <a:gd name="csX37" fmla="*/ 195070 w 273705"/>
                <a:gd name="csY37" fmla="*/ 12027 h 260208"/>
                <a:gd name="csX38" fmla="*/ 227557 w 273705"/>
                <a:gd name="csY38" fmla="*/ 43889 h 260208"/>
                <a:gd name="csX39" fmla="*/ 257592 w 273705"/>
                <a:gd name="csY39" fmla="*/ 78146 h 260208"/>
                <a:gd name="csX40" fmla="*/ 261681 w 273705"/>
                <a:gd name="csY40" fmla="*/ 107593 h 260208"/>
                <a:gd name="csX41" fmla="*/ 273489 w 273705"/>
                <a:gd name="csY41" fmla="*/ 250266 h 260208"/>
                <a:gd name="csX42" fmla="*/ 218174 w 273705"/>
                <a:gd name="csY42" fmla="*/ 254247 h 260208"/>
                <a:gd name="csX43" fmla="*/ 150594 w 273705"/>
                <a:gd name="csY43" fmla="*/ 258722 h 260208"/>
                <a:gd name="csX44" fmla="*/ 137226 w 273705"/>
                <a:gd name="csY44" fmla="*/ 260208 h 260208"/>
                <a:gd name="csX45" fmla="*/ 136396 w 273705"/>
                <a:gd name="csY45" fmla="*/ 251544 h 2602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Lst>
              <a:rect l="l" t="t" r="r" b="b"/>
              <a:pathLst>
                <a:path w="273705" h="260208">
                  <a:moveTo>
                    <a:pt x="136396" y="251544"/>
                  </a:moveTo>
                  <a:cubicBezTo>
                    <a:pt x="135615" y="243380"/>
                    <a:pt x="134897" y="242794"/>
                    <a:pt x="123951" y="241399"/>
                  </a:cubicBezTo>
                  <a:cubicBezTo>
                    <a:pt x="117562" y="240584"/>
                    <a:pt x="106864" y="237181"/>
                    <a:pt x="100178" y="233837"/>
                  </a:cubicBezTo>
                  <a:cubicBezTo>
                    <a:pt x="89763" y="228627"/>
                    <a:pt x="87046" y="228201"/>
                    <a:pt x="81199" y="230865"/>
                  </a:cubicBezTo>
                  <a:cubicBezTo>
                    <a:pt x="75659" y="233390"/>
                    <a:pt x="74677" y="235176"/>
                    <a:pt x="75979" y="240363"/>
                  </a:cubicBezTo>
                  <a:cubicBezTo>
                    <a:pt x="77472" y="246311"/>
                    <a:pt x="76914" y="246752"/>
                    <a:pt x="67894" y="246752"/>
                  </a:cubicBezTo>
                  <a:cubicBezTo>
                    <a:pt x="55809" y="246752"/>
                    <a:pt x="31822" y="234563"/>
                    <a:pt x="29911" y="227450"/>
                  </a:cubicBezTo>
                  <a:cubicBezTo>
                    <a:pt x="29139" y="224578"/>
                    <a:pt x="28492" y="218104"/>
                    <a:pt x="28472" y="213064"/>
                  </a:cubicBezTo>
                  <a:cubicBezTo>
                    <a:pt x="28427" y="201349"/>
                    <a:pt x="24633" y="197704"/>
                    <a:pt x="12481" y="197704"/>
                  </a:cubicBezTo>
                  <a:cubicBezTo>
                    <a:pt x="4225" y="197704"/>
                    <a:pt x="2471" y="196710"/>
                    <a:pt x="1103" y="191257"/>
                  </a:cubicBezTo>
                  <a:cubicBezTo>
                    <a:pt x="-2114" y="178441"/>
                    <a:pt x="578" y="176853"/>
                    <a:pt x="24560" y="177413"/>
                  </a:cubicBezTo>
                  <a:cubicBezTo>
                    <a:pt x="38820" y="177746"/>
                    <a:pt x="47574" y="179100"/>
                    <a:pt x="49357" y="181249"/>
                  </a:cubicBezTo>
                  <a:cubicBezTo>
                    <a:pt x="54736" y="187730"/>
                    <a:pt x="49187" y="190228"/>
                    <a:pt x="33383" y="188440"/>
                  </a:cubicBezTo>
                  <a:cubicBezTo>
                    <a:pt x="22288" y="187184"/>
                    <a:pt x="18111" y="187556"/>
                    <a:pt x="18111" y="189801"/>
                  </a:cubicBezTo>
                  <a:cubicBezTo>
                    <a:pt x="18111" y="191735"/>
                    <a:pt x="20080" y="192265"/>
                    <a:pt x="23379" y="191217"/>
                  </a:cubicBezTo>
                  <a:cubicBezTo>
                    <a:pt x="26276" y="190298"/>
                    <a:pt x="34808" y="191483"/>
                    <a:pt x="42338" y="193852"/>
                  </a:cubicBezTo>
                  <a:cubicBezTo>
                    <a:pt x="54989" y="197831"/>
                    <a:pt x="55937" y="198681"/>
                    <a:pt x="54801" y="205031"/>
                  </a:cubicBezTo>
                  <a:lnTo>
                    <a:pt x="53572" y="211902"/>
                  </a:lnTo>
                  <a:lnTo>
                    <a:pt x="58745" y="206739"/>
                  </a:lnTo>
                  <a:cubicBezTo>
                    <a:pt x="61590" y="203900"/>
                    <a:pt x="63416" y="200705"/>
                    <a:pt x="62804" y="199640"/>
                  </a:cubicBezTo>
                  <a:cubicBezTo>
                    <a:pt x="61196" y="196843"/>
                    <a:pt x="70823" y="197262"/>
                    <a:pt x="78923" y="200342"/>
                  </a:cubicBezTo>
                  <a:cubicBezTo>
                    <a:pt x="85153" y="202711"/>
                    <a:pt x="85724" y="202459"/>
                    <a:pt x="84524" y="197871"/>
                  </a:cubicBezTo>
                  <a:cubicBezTo>
                    <a:pt x="83478" y="193868"/>
                    <a:pt x="85034" y="192154"/>
                    <a:pt x="91725" y="189946"/>
                  </a:cubicBezTo>
                  <a:cubicBezTo>
                    <a:pt x="104380" y="185769"/>
                    <a:pt x="109318" y="172009"/>
                    <a:pt x="100403" y="165765"/>
                  </a:cubicBezTo>
                  <a:cubicBezTo>
                    <a:pt x="97428" y="163681"/>
                    <a:pt x="95762" y="160736"/>
                    <a:pt x="96700" y="159218"/>
                  </a:cubicBezTo>
                  <a:cubicBezTo>
                    <a:pt x="97747" y="157525"/>
                    <a:pt x="96859" y="157053"/>
                    <a:pt x="94398" y="157998"/>
                  </a:cubicBezTo>
                  <a:cubicBezTo>
                    <a:pt x="92194" y="158843"/>
                    <a:pt x="90392" y="160572"/>
                    <a:pt x="90392" y="161840"/>
                  </a:cubicBezTo>
                  <a:cubicBezTo>
                    <a:pt x="90392" y="163108"/>
                    <a:pt x="89230" y="164145"/>
                    <a:pt x="87810" y="164145"/>
                  </a:cubicBezTo>
                  <a:cubicBezTo>
                    <a:pt x="81811" y="164145"/>
                    <a:pt x="86198" y="159036"/>
                    <a:pt x="100799" y="149016"/>
                  </a:cubicBezTo>
                  <a:cubicBezTo>
                    <a:pt x="109362" y="143139"/>
                    <a:pt x="117438" y="138331"/>
                    <a:pt x="118746" y="138331"/>
                  </a:cubicBezTo>
                  <a:cubicBezTo>
                    <a:pt x="120053" y="138331"/>
                    <a:pt x="126758" y="132696"/>
                    <a:pt x="133646" y="125809"/>
                  </a:cubicBezTo>
                  <a:cubicBezTo>
                    <a:pt x="145786" y="113669"/>
                    <a:pt x="146254" y="112631"/>
                    <a:pt x="149004" y="91807"/>
                  </a:cubicBezTo>
                  <a:cubicBezTo>
                    <a:pt x="151298" y="74430"/>
                    <a:pt x="152962" y="69481"/>
                    <a:pt x="157715" y="65895"/>
                  </a:cubicBezTo>
                  <a:cubicBezTo>
                    <a:pt x="163239" y="61729"/>
                    <a:pt x="163570" y="59784"/>
                    <a:pt x="163243" y="33397"/>
                  </a:cubicBezTo>
                  <a:cubicBezTo>
                    <a:pt x="163052" y="17960"/>
                    <a:pt x="163989" y="3600"/>
                    <a:pt x="165326" y="1486"/>
                  </a:cubicBezTo>
                  <a:cubicBezTo>
                    <a:pt x="167138" y="-1380"/>
                    <a:pt x="167766" y="-224"/>
                    <a:pt x="167796" y="6032"/>
                  </a:cubicBezTo>
                  <a:cubicBezTo>
                    <a:pt x="167835" y="14326"/>
                    <a:pt x="167976" y="14421"/>
                    <a:pt x="180226" y="14421"/>
                  </a:cubicBezTo>
                  <a:cubicBezTo>
                    <a:pt x="187041" y="14421"/>
                    <a:pt x="193721" y="13344"/>
                    <a:pt x="195070" y="12027"/>
                  </a:cubicBezTo>
                  <a:cubicBezTo>
                    <a:pt x="196598" y="10534"/>
                    <a:pt x="208840" y="22541"/>
                    <a:pt x="227557" y="43889"/>
                  </a:cubicBezTo>
                  <a:lnTo>
                    <a:pt x="257592" y="78146"/>
                  </a:lnTo>
                  <a:lnTo>
                    <a:pt x="261681" y="107593"/>
                  </a:lnTo>
                  <a:cubicBezTo>
                    <a:pt x="266251" y="140497"/>
                    <a:pt x="275208" y="248724"/>
                    <a:pt x="273489" y="250266"/>
                  </a:cubicBezTo>
                  <a:cubicBezTo>
                    <a:pt x="272881" y="250811"/>
                    <a:pt x="247989" y="252602"/>
                    <a:pt x="218174" y="254247"/>
                  </a:cubicBezTo>
                  <a:cubicBezTo>
                    <a:pt x="188358" y="255891"/>
                    <a:pt x="157947" y="257905"/>
                    <a:pt x="150594" y="258722"/>
                  </a:cubicBezTo>
                  <a:lnTo>
                    <a:pt x="137226" y="260208"/>
                  </a:lnTo>
                  <a:lnTo>
                    <a:pt x="136396" y="251544"/>
                  </a:lnTo>
                  <a:close/>
                </a:path>
              </a:pathLst>
            </a:custGeom>
            <a:solidFill>
              <a:srgbClr val="B9B9B9"/>
            </a:solidFill>
            <a:ln w="5163" cap="flat">
              <a:noFill/>
              <a:prstDash val="solid"/>
              <a:miter/>
            </a:ln>
          </p:spPr>
          <p:txBody>
            <a:bodyPr/>
            <a:lstStyle/>
            <a:p>
              <a:endParaRPr lang="es-419" noProof="0" dirty="0"/>
            </a:p>
          </p:txBody>
        </p:sp>
        <p:sp>
          <p:nvSpPr>
            <p:cNvPr id="70" name="Forma libre: forma 69">
              <a:extLst>
                <a:ext uri="{FF2B5EF4-FFF2-40B4-BE49-F238E27FC236}">
                  <a16:creationId xmlns:a16="http://schemas.microsoft.com/office/drawing/2014/main" id="{DAF0223B-F869-BFF2-1D2C-80C85ED53FF1}"/>
                </a:ext>
              </a:extLst>
            </p:cNvPr>
            <p:cNvSpPr/>
            <p:nvPr/>
          </p:nvSpPr>
          <p:spPr>
            <a:xfrm>
              <a:off x="2221969" y="2379232"/>
              <a:ext cx="29491" cy="17638"/>
            </a:xfrm>
            <a:custGeom>
              <a:avLst/>
              <a:gdLst>
                <a:gd name="csX0" fmla="*/ 10326 w 29491"/>
                <a:gd name="csY0" fmla="*/ 11251 h 17638"/>
                <a:gd name="csX1" fmla="*/ 23663 w 29491"/>
                <a:gd name="csY1" fmla="*/ 4783 h 17638"/>
                <a:gd name="csX2" fmla="*/ 27977 w 29491"/>
                <a:gd name="csY2" fmla="*/ 1475 h 17638"/>
                <a:gd name="csX3" fmla="*/ 29483 w 29491"/>
                <a:gd name="csY3" fmla="*/ 1025 h 17638"/>
                <a:gd name="csX4" fmla="*/ 8425 w 29491"/>
                <a:gd name="csY4" fmla="*/ 16751 h 17638"/>
                <a:gd name="csX5" fmla="*/ 0 w 29491"/>
                <a:gd name="csY5" fmla="*/ 17639 h 17638"/>
                <a:gd name="csX6" fmla="*/ 10326 w 29491"/>
                <a:gd name="csY6" fmla="*/ 11251 h 17638"/>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9491" h="17638">
                  <a:moveTo>
                    <a:pt x="10326" y="11251"/>
                  </a:moveTo>
                  <a:cubicBezTo>
                    <a:pt x="16005" y="7738"/>
                    <a:pt x="22007" y="4827"/>
                    <a:pt x="23663" y="4783"/>
                  </a:cubicBezTo>
                  <a:cubicBezTo>
                    <a:pt x="25320" y="4738"/>
                    <a:pt x="27261" y="3250"/>
                    <a:pt x="27977" y="1475"/>
                  </a:cubicBezTo>
                  <a:cubicBezTo>
                    <a:pt x="28693" y="-299"/>
                    <a:pt x="29371" y="-502"/>
                    <a:pt x="29483" y="1025"/>
                  </a:cubicBezTo>
                  <a:cubicBezTo>
                    <a:pt x="29861" y="6183"/>
                    <a:pt x="16907" y="15857"/>
                    <a:pt x="8425" y="16751"/>
                  </a:cubicBezTo>
                  <a:lnTo>
                    <a:pt x="0" y="17639"/>
                  </a:lnTo>
                  <a:lnTo>
                    <a:pt x="10326" y="11251"/>
                  </a:lnTo>
                  <a:close/>
                </a:path>
              </a:pathLst>
            </a:custGeom>
            <a:solidFill>
              <a:srgbClr val="B9B9B9"/>
            </a:solidFill>
            <a:ln w="5163" cap="flat">
              <a:noFill/>
              <a:prstDash val="solid"/>
              <a:miter/>
            </a:ln>
          </p:spPr>
          <p:txBody>
            <a:bodyPr/>
            <a:lstStyle/>
            <a:p>
              <a:endParaRPr lang="es-419" noProof="0" dirty="0"/>
            </a:p>
          </p:txBody>
        </p:sp>
      </p:grpSp>
      <p:sp>
        <p:nvSpPr>
          <p:cNvPr id="71" name="Forma libre: forma 70">
            <a:extLst>
              <a:ext uri="{FF2B5EF4-FFF2-40B4-BE49-F238E27FC236}">
                <a16:creationId xmlns:a16="http://schemas.microsoft.com/office/drawing/2014/main" id="{A13C180D-445F-1D07-4DFB-DD440C08436E}"/>
              </a:ext>
            </a:extLst>
          </p:cNvPr>
          <p:cNvSpPr/>
          <p:nvPr/>
        </p:nvSpPr>
        <p:spPr>
          <a:xfrm>
            <a:off x="1574029" y="2346575"/>
            <a:ext cx="28491" cy="35790"/>
          </a:xfrm>
          <a:custGeom>
            <a:avLst/>
            <a:gdLst>
              <a:gd name="csX0" fmla="*/ 11768 w 28491"/>
              <a:gd name="csY0" fmla="*/ 34872 h 35790"/>
              <a:gd name="csX1" fmla="*/ 805 w 28491"/>
              <a:gd name="csY1" fmla="*/ 25413 h 35790"/>
              <a:gd name="csX2" fmla="*/ 7669 w 28491"/>
              <a:gd name="csY2" fmla="*/ 7571 h 35790"/>
              <a:gd name="csX3" fmla="*/ 18379 w 28491"/>
              <a:gd name="csY3" fmla="*/ 2738 h 35790"/>
              <a:gd name="csX4" fmla="*/ 23574 w 28491"/>
              <a:gd name="csY4" fmla="*/ 11696 h 35790"/>
              <a:gd name="csX5" fmla="*/ 28193 w 28491"/>
              <a:gd name="csY5" fmla="*/ 24987 h 35790"/>
              <a:gd name="csX6" fmla="*/ 11768 w 28491"/>
              <a:gd name="csY6" fmla="*/ 34872 h 35790"/>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8491" h="35790">
                <a:moveTo>
                  <a:pt x="11768" y="34872"/>
                </a:moveTo>
                <a:cubicBezTo>
                  <a:pt x="4464" y="33733"/>
                  <a:pt x="2519" y="32055"/>
                  <a:pt x="805" y="25413"/>
                </a:cubicBezTo>
                <a:cubicBezTo>
                  <a:pt x="-1017" y="18356"/>
                  <a:pt x="-153" y="16110"/>
                  <a:pt x="7669" y="7571"/>
                </a:cubicBezTo>
                <a:cubicBezTo>
                  <a:pt x="15700" y="-1197"/>
                  <a:pt x="16797" y="-1692"/>
                  <a:pt x="18379" y="2738"/>
                </a:cubicBezTo>
                <a:cubicBezTo>
                  <a:pt x="19348" y="5452"/>
                  <a:pt x="21686" y="9483"/>
                  <a:pt x="23574" y="11696"/>
                </a:cubicBezTo>
                <a:cubicBezTo>
                  <a:pt x="25461" y="13908"/>
                  <a:pt x="27540" y="19890"/>
                  <a:pt x="28193" y="24987"/>
                </a:cubicBezTo>
                <a:cubicBezTo>
                  <a:pt x="29539" y="35505"/>
                  <a:pt x="26717" y="37203"/>
                  <a:pt x="11768" y="34872"/>
                </a:cubicBezTo>
                <a:close/>
              </a:path>
            </a:pathLst>
          </a:custGeom>
          <a:solidFill>
            <a:srgbClr val="CCCCCC"/>
          </a:solidFill>
          <a:ln w="5163" cap="flat">
            <a:noFill/>
            <a:prstDash val="solid"/>
            <a:miter/>
          </a:ln>
        </p:spPr>
        <p:txBody>
          <a:bodyPr/>
          <a:lstStyle/>
          <a:p>
            <a:endParaRPr lang="es-419" noProof="0" dirty="0"/>
          </a:p>
        </p:txBody>
      </p:sp>
      <p:sp>
        <p:nvSpPr>
          <p:cNvPr id="72" name="Forma libre: forma 71">
            <a:extLst>
              <a:ext uri="{FF2B5EF4-FFF2-40B4-BE49-F238E27FC236}">
                <a16:creationId xmlns:a16="http://schemas.microsoft.com/office/drawing/2014/main" id="{FC49C00F-5D55-94EA-99A8-70B5A6DC9712}"/>
              </a:ext>
            </a:extLst>
          </p:cNvPr>
          <p:cNvSpPr/>
          <p:nvPr/>
        </p:nvSpPr>
        <p:spPr>
          <a:xfrm>
            <a:off x="1629800" y="2326596"/>
            <a:ext cx="82332" cy="45198"/>
          </a:xfrm>
          <a:custGeom>
            <a:avLst/>
            <a:gdLst>
              <a:gd name="csX0" fmla="*/ 35828 w 82332"/>
              <a:gd name="csY0" fmla="*/ 43172 h 45198"/>
              <a:gd name="csX1" fmla="*/ 20861 w 82332"/>
              <a:gd name="csY1" fmla="*/ 27939 h 45198"/>
              <a:gd name="csX2" fmla="*/ 6710 w 82332"/>
              <a:gd name="csY2" fmla="*/ 16733 h 45198"/>
              <a:gd name="csX3" fmla="*/ 200 w 82332"/>
              <a:gd name="csY3" fmla="*/ 11518 h 45198"/>
              <a:gd name="csX4" fmla="*/ 11960 w 82332"/>
              <a:gd name="csY4" fmla="*/ 5709 h 45198"/>
              <a:gd name="csX5" fmla="*/ 29437 w 82332"/>
              <a:gd name="csY5" fmla="*/ 2139 h 45198"/>
              <a:gd name="csX6" fmla="*/ 38320 w 82332"/>
              <a:gd name="csY6" fmla="*/ 692 h 45198"/>
              <a:gd name="csX7" fmla="*/ 49592 w 82332"/>
              <a:gd name="csY7" fmla="*/ 4355 h 45198"/>
              <a:gd name="csX8" fmla="*/ 61209 w 82332"/>
              <a:gd name="csY8" fmla="*/ 13550 h 45198"/>
              <a:gd name="csX9" fmla="*/ 68838 w 82332"/>
              <a:gd name="csY9" fmla="*/ 19970 h 45198"/>
              <a:gd name="csX10" fmla="*/ 82332 w 82332"/>
              <a:gd name="csY10" fmla="*/ 30233 h 45198"/>
              <a:gd name="csX11" fmla="*/ 75901 w 82332"/>
              <a:gd name="csY11" fmla="*/ 31524 h 45198"/>
              <a:gd name="csX12" fmla="*/ 66358 w 82332"/>
              <a:gd name="csY12" fmla="*/ 36506 h 45198"/>
              <a:gd name="csX13" fmla="*/ 58348 w 82332"/>
              <a:gd name="csY13" fmla="*/ 38866 h 45198"/>
              <a:gd name="csX14" fmla="*/ 47885 w 82332"/>
              <a:gd name="csY14" fmla="*/ 41425 h 45198"/>
              <a:gd name="csX15" fmla="*/ 35828 w 82332"/>
              <a:gd name="csY15" fmla="*/ 43172 h 4519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82332" h="45198">
                <a:moveTo>
                  <a:pt x="35828" y="43172"/>
                </a:moveTo>
                <a:cubicBezTo>
                  <a:pt x="32257" y="41284"/>
                  <a:pt x="25522" y="34429"/>
                  <a:pt x="20861" y="27939"/>
                </a:cubicBezTo>
                <a:cubicBezTo>
                  <a:pt x="14698" y="19357"/>
                  <a:pt x="10840" y="16301"/>
                  <a:pt x="6710" y="16733"/>
                </a:cubicBezTo>
                <a:cubicBezTo>
                  <a:pt x="2564" y="17166"/>
                  <a:pt x="809" y="15760"/>
                  <a:pt x="200" y="11518"/>
                </a:cubicBezTo>
                <a:cubicBezTo>
                  <a:pt x="-566" y="6174"/>
                  <a:pt x="375" y="5709"/>
                  <a:pt x="11960" y="5709"/>
                </a:cubicBezTo>
                <a:cubicBezTo>
                  <a:pt x="18887" y="5709"/>
                  <a:pt x="26751" y="4102"/>
                  <a:pt x="29437" y="2139"/>
                </a:cubicBezTo>
                <a:cubicBezTo>
                  <a:pt x="32427" y="-48"/>
                  <a:pt x="35871" y="-609"/>
                  <a:pt x="38320" y="692"/>
                </a:cubicBezTo>
                <a:cubicBezTo>
                  <a:pt x="40520" y="1860"/>
                  <a:pt x="45592" y="3509"/>
                  <a:pt x="49592" y="4355"/>
                </a:cubicBezTo>
                <a:cubicBezTo>
                  <a:pt x="53972" y="5282"/>
                  <a:pt x="58593" y="8940"/>
                  <a:pt x="61209" y="13550"/>
                </a:cubicBezTo>
                <a:cubicBezTo>
                  <a:pt x="63598" y="17761"/>
                  <a:pt x="67032" y="20650"/>
                  <a:pt x="68838" y="19970"/>
                </a:cubicBezTo>
                <a:cubicBezTo>
                  <a:pt x="71755" y="18872"/>
                  <a:pt x="82332" y="26917"/>
                  <a:pt x="82332" y="30233"/>
                </a:cubicBezTo>
                <a:cubicBezTo>
                  <a:pt x="82332" y="30943"/>
                  <a:pt x="79438" y="31524"/>
                  <a:pt x="75901" y="31524"/>
                </a:cubicBezTo>
                <a:cubicBezTo>
                  <a:pt x="72343" y="31524"/>
                  <a:pt x="68079" y="33750"/>
                  <a:pt x="66358" y="36506"/>
                </a:cubicBezTo>
                <a:cubicBezTo>
                  <a:pt x="63915" y="40418"/>
                  <a:pt x="62194" y="40925"/>
                  <a:pt x="58348" y="38866"/>
                </a:cubicBezTo>
                <a:cubicBezTo>
                  <a:pt x="54563" y="36841"/>
                  <a:pt x="52184" y="37422"/>
                  <a:pt x="47885" y="41425"/>
                </a:cubicBezTo>
                <a:cubicBezTo>
                  <a:pt x="42972" y="45999"/>
                  <a:pt x="41560" y="46204"/>
                  <a:pt x="35828" y="43172"/>
                </a:cubicBezTo>
                <a:close/>
              </a:path>
            </a:pathLst>
          </a:custGeom>
          <a:solidFill>
            <a:srgbClr val="B9B9B9"/>
          </a:solidFill>
          <a:ln w="5163" cap="flat">
            <a:noFill/>
            <a:prstDash val="solid"/>
            <a:miter/>
          </a:ln>
        </p:spPr>
        <p:txBody>
          <a:bodyPr/>
          <a:lstStyle/>
          <a:p>
            <a:endParaRPr lang="es-419" noProof="0" dirty="0"/>
          </a:p>
        </p:txBody>
      </p:sp>
      <p:sp>
        <p:nvSpPr>
          <p:cNvPr id="73" name="Forma libre: forma 72">
            <a:extLst>
              <a:ext uri="{FF2B5EF4-FFF2-40B4-BE49-F238E27FC236}">
                <a16:creationId xmlns:a16="http://schemas.microsoft.com/office/drawing/2014/main" id="{24051AC6-8A45-88E0-D958-B901890AAC32}"/>
              </a:ext>
            </a:extLst>
          </p:cNvPr>
          <p:cNvSpPr/>
          <p:nvPr/>
        </p:nvSpPr>
        <p:spPr>
          <a:xfrm>
            <a:off x="1522864" y="2163021"/>
            <a:ext cx="166771" cy="166600"/>
          </a:xfrm>
          <a:custGeom>
            <a:avLst/>
            <a:gdLst>
              <a:gd name="csX0" fmla="*/ 112825 w 166771"/>
              <a:gd name="csY0" fmla="*/ 162186 h 166600"/>
              <a:gd name="csX1" fmla="*/ 93810 w 166771"/>
              <a:gd name="csY1" fmla="*/ 146052 h 166600"/>
              <a:gd name="csX2" fmla="*/ 80847 w 166771"/>
              <a:gd name="csY2" fmla="*/ 139517 h 166600"/>
              <a:gd name="csX3" fmla="*/ 77061 w 166771"/>
              <a:gd name="csY3" fmla="*/ 131529 h 166600"/>
              <a:gd name="csX4" fmla="*/ 56324 w 166771"/>
              <a:gd name="csY4" fmla="*/ 140503 h 166600"/>
              <a:gd name="csX5" fmla="*/ 40835 w 166771"/>
              <a:gd name="csY5" fmla="*/ 134435 h 166600"/>
              <a:gd name="csX6" fmla="*/ 25839 w 166771"/>
              <a:gd name="csY6" fmla="*/ 117575 h 166600"/>
              <a:gd name="csX7" fmla="*/ 603 w 166771"/>
              <a:gd name="csY7" fmla="*/ 103594 h 166600"/>
              <a:gd name="csX8" fmla="*/ 3427 w 166771"/>
              <a:gd name="csY8" fmla="*/ 92334 h 166600"/>
              <a:gd name="csX9" fmla="*/ 16980 w 166771"/>
              <a:gd name="csY9" fmla="*/ 76064 h 166600"/>
              <a:gd name="csX10" fmla="*/ 29744 w 166771"/>
              <a:gd name="csY10" fmla="*/ 65065 h 166600"/>
              <a:gd name="csX11" fmla="*/ 36843 w 166771"/>
              <a:gd name="csY11" fmla="*/ 46479 h 166600"/>
              <a:gd name="csX12" fmla="*/ 44707 w 166771"/>
              <a:gd name="csY12" fmla="*/ 28415 h 166600"/>
              <a:gd name="csX13" fmla="*/ 49507 w 166771"/>
              <a:gd name="csY13" fmla="*/ 27678 h 166600"/>
              <a:gd name="csX14" fmla="*/ 60947 w 166771"/>
              <a:gd name="csY14" fmla="*/ 25763 h 166600"/>
              <a:gd name="csX15" fmla="*/ 70323 w 166771"/>
              <a:gd name="csY15" fmla="*/ 14969 h 166600"/>
              <a:gd name="csX16" fmla="*/ 78890 w 166771"/>
              <a:gd name="csY16" fmla="*/ 12726 h 166600"/>
              <a:gd name="csX17" fmla="*/ 98544 w 166771"/>
              <a:gd name="csY17" fmla="*/ 17873 h 166600"/>
              <a:gd name="csX18" fmla="*/ 112369 w 166771"/>
              <a:gd name="csY18" fmla="*/ 19382 h 166600"/>
              <a:gd name="csX19" fmla="*/ 111333 w 166771"/>
              <a:gd name="csY19" fmla="*/ 10510 h 166600"/>
              <a:gd name="csX20" fmla="*/ 113560 w 166771"/>
              <a:gd name="csY20" fmla="*/ 387 h 166600"/>
              <a:gd name="csX21" fmla="*/ 117960 w 166771"/>
              <a:gd name="csY21" fmla="*/ 7843 h 166600"/>
              <a:gd name="csX22" fmla="*/ 132949 w 166771"/>
              <a:gd name="csY22" fmla="*/ 23283 h 166600"/>
              <a:gd name="csX23" fmla="*/ 137639 w 166771"/>
              <a:gd name="csY23" fmla="*/ 24249 h 166600"/>
              <a:gd name="csX24" fmla="*/ 142971 w 166771"/>
              <a:gd name="csY24" fmla="*/ 28097 h 166600"/>
              <a:gd name="csX25" fmla="*/ 144280 w 166771"/>
              <a:gd name="csY25" fmla="*/ 37270 h 166600"/>
              <a:gd name="csX26" fmla="*/ 141806 w 166771"/>
              <a:gd name="csY26" fmla="*/ 49084 h 166600"/>
              <a:gd name="csX27" fmla="*/ 134976 w 166771"/>
              <a:gd name="csY27" fmla="*/ 50495 h 166600"/>
              <a:gd name="csX28" fmla="*/ 125814 w 166771"/>
              <a:gd name="csY28" fmla="*/ 54367 h 166600"/>
              <a:gd name="csX29" fmla="*/ 117982 w 166771"/>
              <a:gd name="csY29" fmla="*/ 60864 h 166600"/>
              <a:gd name="csX30" fmla="*/ 114406 w 166771"/>
              <a:gd name="csY30" fmla="*/ 64736 h 166600"/>
              <a:gd name="csX31" fmla="*/ 118081 w 166771"/>
              <a:gd name="csY31" fmla="*/ 68608 h 166600"/>
              <a:gd name="csX32" fmla="*/ 117880 w 166771"/>
              <a:gd name="csY32" fmla="*/ 76375 h 166600"/>
              <a:gd name="csX33" fmla="*/ 120902 w 166771"/>
              <a:gd name="csY33" fmla="*/ 101250 h 166600"/>
              <a:gd name="csX34" fmla="*/ 146578 w 166771"/>
              <a:gd name="csY34" fmla="*/ 85070 h 166600"/>
              <a:gd name="csX35" fmla="*/ 165866 w 166771"/>
              <a:gd name="csY35" fmla="*/ 78619 h 166600"/>
              <a:gd name="csX36" fmla="*/ 158858 w 166771"/>
              <a:gd name="csY36" fmla="*/ 93393 h 166600"/>
              <a:gd name="csX37" fmla="*/ 145606 w 166771"/>
              <a:gd name="csY37" fmla="*/ 103389 h 166600"/>
              <a:gd name="csX38" fmla="*/ 146405 w 166771"/>
              <a:gd name="csY38" fmla="*/ 113844 h 166600"/>
              <a:gd name="csX39" fmla="*/ 151373 w 166771"/>
              <a:gd name="csY39" fmla="*/ 126271 h 166600"/>
              <a:gd name="csX40" fmla="*/ 146320 w 166771"/>
              <a:gd name="csY40" fmla="*/ 138511 h 166600"/>
              <a:gd name="csX41" fmla="*/ 142802 w 166771"/>
              <a:gd name="csY41" fmla="*/ 150216 h 166600"/>
              <a:gd name="csX42" fmla="*/ 135305 w 166771"/>
              <a:gd name="csY42" fmla="*/ 162275 h 166600"/>
              <a:gd name="csX43" fmla="*/ 112825 w 166771"/>
              <a:gd name="csY43" fmla="*/ 162186 h 1666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66771" h="166600">
                <a:moveTo>
                  <a:pt x="112825" y="162186"/>
                </a:moveTo>
                <a:cubicBezTo>
                  <a:pt x="107924" y="146593"/>
                  <a:pt x="107287" y="146052"/>
                  <a:pt x="93810" y="146052"/>
                </a:cubicBezTo>
                <a:cubicBezTo>
                  <a:pt x="81661" y="146052"/>
                  <a:pt x="80847" y="145641"/>
                  <a:pt x="80847" y="139517"/>
                </a:cubicBezTo>
                <a:cubicBezTo>
                  <a:pt x="80847" y="135923"/>
                  <a:pt x="79143" y="132329"/>
                  <a:pt x="77061" y="131529"/>
                </a:cubicBezTo>
                <a:cubicBezTo>
                  <a:pt x="70944" y="129182"/>
                  <a:pt x="59116" y="134300"/>
                  <a:pt x="56324" y="140503"/>
                </a:cubicBezTo>
                <a:cubicBezTo>
                  <a:pt x="52116" y="149848"/>
                  <a:pt x="43882" y="146622"/>
                  <a:pt x="40835" y="134435"/>
                </a:cubicBezTo>
                <a:cubicBezTo>
                  <a:pt x="37208" y="119926"/>
                  <a:pt x="35198" y="117667"/>
                  <a:pt x="25839" y="117575"/>
                </a:cubicBezTo>
                <a:cubicBezTo>
                  <a:pt x="16487" y="117484"/>
                  <a:pt x="-3740" y="106278"/>
                  <a:pt x="603" y="103594"/>
                </a:cubicBezTo>
                <a:cubicBezTo>
                  <a:pt x="2143" y="102641"/>
                  <a:pt x="3414" y="97575"/>
                  <a:pt x="3427" y="92334"/>
                </a:cubicBezTo>
                <a:cubicBezTo>
                  <a:pt x="3448" y="83428"/>
                  <a:pt x="4333" y="82366"/>
                  <a:pt x="16980" y="76064"/>
                </a:cubicBezTo>
                <a:cubicBezTo>
                  <a:pt x="26201" y="71468"/>
                  <a:pt x="30266" y="67966"/>
                  <a:pt x="29744" y="65065"/>
                </a:cubicBezTo>
                <a:cubicBezTo>
                  <a:pt x="29324" y="62724"/>
                  <a:pt x="32518" y="54360"/>
                  <a:pt x="36843" y="46479"/>
                </a:cubicBezTo>
                <a:cubicBezTo>
                  <a:pt x="41168" y="38598"/>
                  <a:pt x="44707" y="30469"/>
                  <a:pt x="44707" y="28415"/>
                </a:cubicBezTo>
                <a:cubicBezTo>
                  <a:pt x="44707" y="25420"/>
                  <a:pt x="45659" y="25274"/>
                  <a:pt x="49507" y="27678"/>
                </a:cubicBezTo>
                <a:cubicBezTo>
                  <a:pt x="53370" y="30090"/>
                  <a:pt x="55603" y="29716"/>
                  <a:pt x="60947" y="25763"/>
                </a:cubicBezTo>
                <a:cubicBezTo>
                  <a:pt x="64599" y="23062"/>
                  <a:pt x="68819" y="18205"/>
                  <a:pt x="70323" y="14969"/>
                </a:cubicBezTo>
                <a:cubicBezTo>
                  <a:pt x="72821" y="9600"/>
                  <a:pt x="73567" y="9404"/>
                  <a:pt x="78890" y="12726"/>
                </a:cubicBezTo>
                <a:cubicBezTo>
                  <a:pt x="82096" y="14727"/>
                  <a:pt x="90941" y="17044"/>
                  <a:pt x="98544" y="17873"/>
                </a:cubicBezTo>
                <a:lnTo>
                  <a:pt x="112369" y="19382"/>
                </a:lnTo>
                <a:lnTo>
                  <a:pt x="111333" y="10510"/>
                </a:lnTo>
                <a:cubicBezTo>
                  <a:pt x="110680" y="4917"/>
                  <a:pt x="111503" y="1176"/>
                  <a:pt x="113560" y="387"/>
                </a:cubicBezTo>
                <a:cubicBezTo>
                  <a:pt x="117812" y="-1245"/>
                  <a:pt x="120015" y="2488"/>
                  <a:pt x="117960" y="7843"/>
                </a:cubicBezTo>
                <a:cubicBezTo>
                  <a:pt x="115692" y="13753"/>
                  <a:pt x="126829" y="25225"/>
                  <a:pt x="132949" y="23283"/>
                </a:cubicBezTo>
                <a:cubicBezTo>
                  <a:pt x="135529" y="22464"/>
                  <a:pt x="137639" y="22899"/>
                  <a:pt x="137639" y="24249"/>
                </a:cubicBezTo>
                <a:cubicBezTo>
                  <a:pt x="137639" y="25599"/>
                  <a:pt x="140039" y="27330"/>
                  <a:pt x="142971" y="28097"/>
                </a:cubicBezTo>
                <a:cubicBezTo>
                  <a:pt x="148037" y="29422"/>
                  <a:pt x="148102" y="29879"/>
                  <a:pt x="144280" y="37270"/>
                </a:cubicBezTo>
                <a:cubicBezTo>
                  <a:pt x="142067" y="41548"/>
                  <a:pt x="140954" y="46864"/>
                  <a:pt x="141806" y="49084"/>
                </a:cubicBezTo>
                <a:cubicBezTo>
                  <a:pt x="143608" y="53779"/>
                  <a:pt x="141808" y="54151"/>
                  <a:pt x="134976" y="50495"/>
                </a:cubicBezTo>
                <a:cubicBezTo>
                  <a:pt x="130992" y="48362"/>
                  <a:pt x="129272" y="49089"/>
                  <a:pt x="125814" y="54367"/>
                </a:cubicBezTo>
                <a:cubicBezTo>
                  <a:pt x="123473" y="57940"/>
                  <a:pt x="119948" y="60864"/>
                  <a:pt x="117982" y="60864"/>
                </a:cubicBezTo>
                <a:cubicBezTo>
                  <a:pt x="116015" y="60864"/>
                  <a:pt x="114406" y="62606"/>
                  <a:pt x="114406" y="64736"/>
                </a:cubicBezTo>
                <a:cubicBezTo>
                  <a:pt x="114406" y="66866"/>
                  <a:pt x="116060" y="68608"/>
                  <a:pt x="118081" y="68608"/>
                </a:cubicBezTo>
                <a:cubicBezTo>
                  <a:pt x="121214" y="68608"/>
                  <a:pt x="121185" y="69751"/>
                  <a:pt x="117880" y="76375"/>
                </a:cubicBezTo>
                <a:cubicBezTo>
                  <a:pt x="113557" y="85043"/>
                  <a:pt x="115262" y="99086"/>
                  <a:pt x="120902" y="101250"/>
                </a:cubicBezTo>
                <a:cubicBezTo>
                  <a:pt x="125974" y="103196"/>
                  <a:pt x="134577" y="97775"/>
                  <a:pt x="146578" y="85070"/>
                </a:cubicBezTo>
                <a:cubicBezTo>
                  <a:pt x="158352" y="72606"/>
                  <a:pt x="161996" y="71387"/>
                  <a:pt x="165866" y="78619"/>
                </a:cubicBezTo>
                <a:cubicBezTo>
                  <a:pt x="167980" y="82568"/>
                  <a:pt x="166683" y="85304"/>
                  <a:pt x="158858" y="93393"/>
                </a:cubicBezTo>
                <a:cubicBezTo>
                  <a:pt x="153577" y="98853"/>
                  <a:pt x="147613" y="103351"/>
                  <a:pt x="145606" y="103389"/>
                </a:cubicBezTo>
                <a:cubicBezTo>
                  <a:pt x="139218" y="103509"/>
                  <a:pt x="139670" y="109432"/>
                  <a:pt x="146405" y="113844"/>
                </a:cubicBezTo>
                <a:cubicBezTo>
                  <a:pt x="151813" y="117388"/>
                  <a:pt x="152650" y="119482"/>
                  <a:pt x="151373" y="126271"/>
                </a:cubicBezTo>
                <a:cubicBezTo>
                  <a:pt x="150529" y="130761"/>
                  <a:pt x="148255" y="136269"/>
                  <a:pt x="146320" y="138511"/>
                </a:cubicBezTo>
                <a:cubicBezTo>
                  <a:pt x="144385" y="140752"/>
                  <a:pt x="142802" y="146020"/>
                  <a:pt x="142802" y="150216"/>
                </a:cubicBezTo>
                <a:cubicBezTo>
                  <a:pt x="142802" y="155900"/>
                  <a:pt x="140890" y="158975"/>
                  <a:pt x="135305" y="162275"/>
                </a:cubicBezTo>
                <a:cubicBezTo>
                  <a:pt x="125481" y="168078"/>
                  <a:pt x="114663" y="168035"/>
                  <a:pt x="112825" y="162186"/>
                </a:cubicBezTo>
                <a:close/>
              </a:path>
            </a:pathLst>
          </a:custGeom>
          <a:solidFill>
            <a:srgbClr val="B9B9B9"/>
          </a:solidFill>
          <a:ln w="5163" cap="flat">
            <a:noFill/>
            <a:prstDash val="solid"/>
            <a:miter/>
          </a:ln>
        </p:spPr>
        <p:txBody>
          <a:bodyPr/>
          <a:lstStyle/>
          <a:p>
            <a:endParaRPr lang="es-419" noProof="0" dirty="0"/>
          </a:p>
        </p:txBody>
      </p:sp>
      <p:sp>
        <p:nvSpPr>
          <p:cNvPr id="74" name="Forma libre: forma 73">
            <a:extLst>
              <a:ext uri="{FF2B5EF4-FFF2-40B4-BE49-F238E27FC236}">
                <a16:creationId xmlns:a16="http://schemas.microsoft.com/office/drawing/2014/main" id="{C24DA7A3-544F-769B-A3C5-B884A17B469D}"/>
              </a:ext>
            </a:extLst>
          </p:cNvPr>
          <p:cNvSpPr/>
          <p:nvPr/>
        </p:nvSpPr>
        <p:spPr>
          <a:xfrm>
            <a:off x="1152549" y="1816032"/>
            <a:ext cx="278306" cy="369963"/>
          </a:xfrm>
          <a:custGeom>
            <a:avLst/>
            <a:gdLst>
              <a:gd name="csX0" fmla="*/ 34904 w 278306"/>
              <a:gd name="csY0" fmla="*/ 369743 h 369963"/>
              <a:gd name="csX1" fmla="*/ 30386 w 278306"/>
              <a:gd name="csY1" fmla="*/ 366534 h 369963"/>
              <a:gd name="csX2" fmla="*/ 24882 w 278306"/>
              <a:gd name="csY2" fmla="*/ 362569 h 369963"/>
              <a:gd name="csX3" fmla="*/ 21927 w 278306"/>
              <a:gd name="csY3" fmla="*/ 359169 h 369963"/>
              <a:gd name="csX4" fmla="*/ 27578 w 278306"/>
              <a:gd name="csY4" fmla="*/ 347996 h 369963"/>
              <a:gd name="csX5" fmla="*/ 35410 w 278306"/>
              <a:gd name="csY5" fmla="*/ 332463 h 369963"/>
              <a:gd name="csX6" fmla="*/ 46301 w 278306"/>
              <a:gd name="csY6" fmla="*/ 305733 h 369963"/>
              <a:gd name="csX7" fmla="*/ 51274 w 278306"/>
              <a:gd name="csY7" fmla="*/ 305469 h 369963"/>
              <a:gd name="csX8" fmla="*/ 85602 w 278306"/>
              <a:gd name="csY8" fmla="*/ 259605 h 369963"/>
              <a:gd name="csX9" fmla="*/ 77041 w 278306"/>
              <a:gd name="csY9" fmla="*/ 247151 h 369963"/>
              <a:gd name="csX10" fmla="*/ 56201 w 278306"/>
              <a:gd name="csY10" fmla="*/ 259540 h 369963"/>
              <a:gd name="csX11" fmla="*/ 43804 w 278306"/>
              <a:gd name="csY11" fmla="*/ 271918 h 369963"/>
              <a:gd name="csX12" fmla="*/ 42369 w 278306"/>
              <a:gd name="csY12" fmla="*/ 249815 h 369963"/>
              <a:gd name="csX13" fmla="*/ 41724 w 278306"/>
              <a:gd name="csY13" fmla="*/ 231013 h 369963"/>
              <a:gd name="csX14" fmla="*/ 29106 w 278306"/>
              <a:gd name="csY14" fmla="*/ 240028 h 369963"/>
              <a:gd name="csX15" fmla="*/ 22444 w 278306"/>
              <a:gd name="csY15" fmla="*/ 254379 h 369963"/>
              <a:gd name="csX16" fmla="*/ 24802 w 278306"/>
              <a:gd name="csY16" fmla="*/ 241025 h 369963"/>
              <a:gd name="csX17" fmla="*/ 33753 w 278306"/>
              <a:gd name="csY17" fmla="*/ 223416 h 369963"/>
              <a:gd name="csX18" fmla="*/ 20060 w 278306"/>
              <a:gd name="csY18" fmla="*/ 211002 h 369963"/>
              <a:gd name="csX19" fmla="*/ 12798 w 278306"/>
              <a:gd name="csY19" fmla="*/ 218762 h 369963"/>
              <a:gd name="csX20" fmla="*/ 14913 w 278306"/>
              <a:gd name="csY20" fmla="*/ 227151 h 369963"/>
              <a:gd name="csX21" fmla="*/ 17013 w 278306"/>
              <a:gd name="csY21" fmla="*/ 232960 h 369963"/>
              <a:gd name="csX22" fmla="*/ 9735 w 278306"/>
              <a:gd name="csY22" fmla="*/ 237857 h 369963"/>
              <a:gd name="csX23" fmla="*/ 1293 w 278306"/>
              <a:gd name="csY23" fmla="*/ 233984 h 369963"/>
              <a:gd name="csX24" fmla="*/ 5050 w 278306"/>
              <a:gd name="csY24" fmla="*/ 166825 h 369963"/>
              <a:gd name="csX25" fmla="*/ 13098 w 278306"/>
              <a:gd name="csY25" fmla="*/ 148470 h 369963"/>
              <a:gd name="csX26" fmla="*/ 17479 w 278306"/>
              <a:gd name="csY26" fmla="*/ 142324 h 369963"/>
              <a:gd name="csX27" fmla="*/ 23957 w 278306"/>
              <a:gd name="csY27" fmla="*/ 139382 h 369963"/>
              <a:gd name="csX28" fmla="*/ 29365 w 278306"/>
              <a:gd name="csY28" fmla="*/ 127120 h 369963"/>
              <a:gd name="csX29" fmla="*/ 37749 w 278306"/>
              <a:gd name="csY29" fmla="*/ 97729 h 369963"/>
              <a:gd name="csX30" fmla="*/ 49507 w 278306"/>
              <a:gd name="csY30" fmla="*/ 88122 h 369963"/>
              <a:gd name="csX31" fmla="*/ 58774 w 278306"/>
              <a:gd name="csY31" fmla="*/ 77796 h 369963"/>
              <a:gd name="csX32" fmla="*/ 64863 w 278306"/>
              <a:gd name="csY32" fmla="*/ 68721 h 369963"/>
              <a:gd name="csX33" fmla="*/ 80119 w 278306"/>
              <a:gd name="csY33" fmla="*/ 65404 h 369963"/>
              <a:gd name="csX34" fmla="*/ 105248 w 278306"/>
              <a:gd name="csY34" fmla="*/ 69057 h 369963"/>
              <a:gd name="csX35" fmla="*/ 132354 w 278306"/>
              <a:gd name="csY35" fmla="*/ 69793 h 369963"/>
              <a:gd name="csX36" fmla="*/ 147842 w 278306"/>
              <a:gd name="csY36" fmla="*/ 68392 h 369963"/>
              <a:gd name="csX37" fmla="*/ 148600 w 278306"/>
              <a:gd name="csY37" fmla="*/ 51194 h 369963"/>
              <a:gd name="csX38" fmla="*/ 143045 w 278306"/>
              <a:gd name="csY38" fmla="*/ 18458 h 369963"/>
              <a:gd name="csX39" fmla="*/ 138200 w 278306"/>
              <a:gd name="csY39" fmla="*/ 1452 h 369963"/>
              <a:gd name="csX40" fmla="*/ 176238 w 278306"/>
              <a:gd name="csY40" fmla="*/ 4099 h 369963"/>
              <a:gd name="csX41" fmla="*/ 200117 w 278306"/>
              <a:gd name="csY41" fmla="*/ 11594 h 369963"/>
              <a:gd name="csX42" fmla="*/ 208506 w 278306"/>
              <a:gd name="csY42" fmla="*/ 17328 h 369963"/>
              <a:gd name="csX43" fmla="*/ 213126 w 278306"/>
              <a:gd name="csY43" fmla="*/ 22327 h 369963"/>
              <a:gd name="csX44" fmla="*/ 220224 w 278306"/>
              <a:gd name="csY44" fmla="*/ 29184 h 369963"/>
              <a:gd name="csX45" fmla="*/ 234966 w 278306"/>
              <a:gd name="csY45" fmla="*/ 33975 h 369963"/>
              <a:gd name="csX46" fmla="*/ 247228 w 278306"/>
              <a:gd name="csY46" fmla="*/ 35904 h 369963"/>
              <a:gd name="csX47" fmla="*/ 256714 w 278306"/>
              <a:gd name="csY47" fmla="*/ 49191 h 369963"/>
              <a:gd name="csX48" fmla="*/ 272203 w 278306"/>
              <a:gd name="csY48" fmla="*/ 58184 h 369963"/>
              <a:gd name="csX49" fmla="*/ 271714 w 278306"/>
              <a:gd name="csY49" fmla="*/ 67589 h 369963"/>
              <a:gd name="csX50" fmla="*/ 263105 w 278306"/>
              <a:gd name="csY50" fmla="*/ 78504 h 369963"/>
              <a:gd name="csX51" fmla="*/ 254303 w 278306"/>
              <a:gd name="csY51" fmla="*/ 85750 h 369963"/>
              <a:gd name="csX52" fmla="*/ 246105 w 278306"/>
              <a:gd name="csY52" fmla="*/ 101699 h 369963"/>
              <a:gd name="csX53" fmla="*/ 227494 w 278306"/>
              <a:gd name="csY53" fmla="*/ 130702 h 369963"/>
              <a:gd name="csX54" fmla="*/ 183924 w 278306"/>
              <a:gd name="csY54" fmla="*/ 160034 h 369963"/>
              <a:gd name="csX55" fmla="*/ 153537 w 278306"/>
              <a:gd name="csY55" fmla="*/ 173778 h 369963"/>
              <a:gd name="csX56" fmla="*/ 157053 w 278306"/>
              <a:gd name="csY56" fmla="*/ 181528 h 369963"/>
              <a:gd name="csX57" fmla="*/ 160436 w 278306"/>
              <a:gd name="csY57" fmla="*/ 193225 h 369963"/>
              <a:gd name="csX58" fmla="*/ 180263 w 278306"/>
              <a:gd name="csY58" fmla="*/ 225950 h 369963"/>
              <a:gd name="csX59" fmla="*/ 194663 w 278306"/>
              <a:gd name="csY59" fmla="*/ 239264 h 369963"/>
              <a:gd name="csX60" fmla="*/ 204770 w 278306"/>
              <a:gd name="csY60" fmla="*/ 247088 h 369963"/>
              <a:gd name="csX61" fmla="*/ 210897 w 278306"/>
              <a:gd name="csY61" fmla="*/ 244424 h 369963"/>
              <a:gd name="csX62" fmla="*/ 229158 w 278306"/>
              <a:gd name="csY62" fmla="*/ 228391 h 369963"/>
              <a:gd name="csX63" fmla="*/ 234321 w 278306"/>
              <a:gd name="csY63" fmla="*/ 228442 h 369963"/>
              <a:gd name="csX64" fmla="*/ 234966 w 278306"/>
              <a:gd name="csY64" fmla="*/ 250091 h 369963"/>
              <a:gd name="csX65" fmla="*/ 235014 w 278306"/>
              <a:gd name="csY65" fmla="*/ 261191 h 369963"/>
              <a:gd name="csX66" fmla="*/ 230353 w 278306"/>
              <a:gd name="csY66" fmla="*/ 300578 h 369963"/>
              <a:gd name="csX67" fmla="*/ 224337 w 278306"/>
              <a:gd name="csY67" fmla="*/ 308123 h 369963"/>
              <a:gd name="csX68" fmla="*/ 215823 w 278306"/>
              <a:gd name="csY68" fmla="*/ 299799 h 369963"/>
              <a:gd name="csX69" fmla="*/ 202099 w 278306"/>
              <a:gd name="csY69" fmla="*/ 292094 h 369963"/>
              <a:gd name="csX70" fmla="*/ 185246 w 278306"/>
              <a:gd name="csY70" fmla="*/ 278805 h 369963"/>
              <a:gd name="csX71" fmla="*/ 173928 w 278306"/>
              <a:gd name="csY71" fmla="*/ 260086 h 369963"/>
              <a:gd name="csX72" fmla="*/ 159486 w 278306"/>
              <a:gd name="csY72" fmla="*/ 251642 h 369963"/>
              <a:gd name="csX73" fmla="*/ 135920 w 278306"/>
              <a:gd name="csY73" fmla="*/ 263292 h 369963"/>
              <a:gd name="csX74" fmla="*/ 128496 w 278306"/>
              <a:gd name="csY74" fmla="*/ 268428 h 369963"/>
              <a:gd name="csX75" fmla="*/ 118324 w 278306"/>
              <a:gd name="csY75" fmla="*/ 277403 h 369963"/>
              <a:gd name="csX76" fmla="*/ 102749 w 278306"/>
              <a:gd name="csY76" fmla="*/ 302843 h 369963"/>
              <a:gd name="csX77" fmla="*/ 111986 w 278306"/>
              <a:gd name="csY77" fmla="*/ 325389 h 369963"/>
              <a:gd name="csX78" fmla="*/ 124791 w 278306"/>
              <a:gd name="csY78" fmla="*/ 345325 h 369963"/>
              <a:gd name="csX79" fmla="*/ 112525 w 278306"/>
              <a:gd name="csY79" fmla="*/ 358252 h 369963"/>
              <a:gd name="csX80" fmla="*/ 61364 w 278306"/>
              <a:gd name="csY80" fmla="*/ 367059 h 369963"/>
              <a:gd name="csX81" fmla="*/ 45875 w 278306"/>
              <a:gd name="csY81" fmla="*/ 368630 h 369963"/>
              <a:gd name="csX82" fmla="*/ 34904 w 278306"/>
              <a:gd name="csY82" fmla="*/ 369743 h 3699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Lst>
            <a:rect l="l" t="t" r="r" b="b"/>
            <a:pathLst>
              <a:path w="278306" h="369963">
                <a:moveTo>
                  <a:pt x="34904" y="369743"/>
                </a:moveTo>
                <a:cubicBezTo>
                  <a:pt x="32419" y="369198"/>
                  <a:pt x="30386" y="367754"/>
                  <a:pt x="30386" y="366534"/>
                </a:cubicBezTo>
                <a:cubicBezTo>
                  <a:pt x="30386" y="365314"/>
                  <a:pt x="27909" y="363530"/>
                  <a:pt x="24882" y="362569"/>
                </a:cubicBezTo>
                <a:cubicBezTo>
                  <a:pt x="21855" y="361609"/>
                  <a:pt x="20525" y="360078"/>
                  <a:pt x="21927" y="359169"/>
                </a:cubicBezTo>
                <a:cubicBezTo>
                  <a:pt x="23328" y="358259"/>
                  <a:pt x="25871" y="353231"/>
                  <a:pt x="27578" y="347996"/>
                </a:cubicBezTo>
                <a:cubicBezTo>
                  <a:pt x="29284" y="342760"/>
                  <a:pt x="32809" y="335771"/>
                  <a:pt x="35410" y="332463"/>
                </a:cubicBezTo>
                <a:cubicBezTo>
                  <a:pt x="41776" y="324371"/>
                  <a:pt x="48428" y="308044"/>
                  <a:pt x="46301" y="305733"/>
                </a:cubicBezTo>
                <a:cubicBezTo>
                  <a:pt x="45357" y="304708"/>
                  <a:pt x="47595" y="304589"/>
                  <a:pt x="51274" y="305469"/>
                </a:cubicBezTo>
                <a:cubicBezTo>
                  <a:pt x="65489" y="308870"/>
                  <a:pt x="84946" y="282874"/>
                  <a:pt x="85602" y="259605"/>
                </a:cubicBezTo>
                <a:cubicBezTo>
                  <a:pt x="85868" y="250143"/>
                  <a:pt x="85296" y="249310"/>
                  <a:pt x="77041" y="247151"/>
                </a:cubicBezTo>
                <a:cubicBezTo>
                  <a:pt x="64390" y="243842"/>
                  <a:pt x="56201" y="248710"/>
                  <a:pt x="56201" y="259540"/>
                </a:cubicBezTo>
                <a:cubicBezTo>
                  <a:pt x="56201" y="269382"/>
                  <a:pt x="51616" y="273960"/>
                  <a:pt x="43804" y="271918"/>
                </a:cubicBezTo>
                <a:cubicBezTo>
                  <a:pt x="37009" y="270141"/>
                  <a:pt x="36944" y="269149"/>
                  <a:pt x="42369" y="249815"/>
                </a:cubicBezTo>
                <a:cubicBezTo>
                  <a:pt x="46434" y="235327"/>
                  <a:pt x="46408" y="234559"/>
                  <a:pt x="41724" y="231013"/>
                </a:cubicBezTo>
                <a:cubicBezTo>
                  <a:pt x="34464" y="225517"/>
                  <a:pt x="33758" y="226021"/>
                  <a:pt x="29106" y="240028"/>
                </a:cubicBezTo>
                <a:cubicBezTo>
                  <a:pt x="26753" y="247111"/>
                  <a:pt x="23756" y="253568"/>
                  <a:pt x="22444" y="254379"/>
                </a:cubicBezTo>
                <a:cubicBezTo>
                  <a:pt x="19454" y="256227"/>
                  <a:pt x="19357" y="256781"/>
                  <a:pt x="24802" y="241025"/>
                </a:cubicBezTo>
                <a:cubicBezTo>
                  <a:pt x="27318" y="233748"/>
                  <a:pt x="31345" y="225823"/>
                  <a:pt x="33753" y="223416"/>
                </a:cubicBezTo>
                <a:cubicBezTo>
                  <a:pt x="41536" y="215633"/>
                  <a:pt x="38403" y="212792"/>
                  <a:pt x="20060" y="211002"/>
                </a:cubicBezTo>
                <a:cubicBezTo>
                  <a:pt x="14508" y="210460"/>
                  <a:pt x="13494" y="211544"/>
                  <a:pt x="12798" y="218762"/>
                </a:cubicBezTo>
                <a:cubicBezTo>
                  <a:pt x="12315" y="223766"/>
                  <a:pt x="13169" y="227151"/>
                  <a:pt x="14913" y="227151"/>
                </a:cubicBezTo>
                <a:cubicBezTo>
                  <a:pt x="16522" y="227151"/>
                  <a:pt x="17467" y="229765"/>
                  <a:pt x="17013" y="232960"/>
                </a:cubicBezTo>
                <a:cubicBezTo>
                  <a:pt x="16365" y="237521"/>
                  <a:pt x="14803" y="238572"/>
                  <a:pt x="9735" y="237857"/>
                </a:cubicBezTo>
                <a:cubicBezTo>
                  <a:pt x="6185" y="237355"/>
                  <a:pt x="2386" y="235613"/>
                  <a:pt x="1293" y="233984"/>
                </a:cubicBezTo>
                <a:cubicBezTo>
                  <a:pt x="-1682" y="229553"/>
                  <a:pt x="858" y="184145"/>
                  <a:pt x="5050" y="166825"/>
                </a:cubicBezTo>
                <a:cubicBezTo>
                  <a:pt x="7067" y="158491"/>
                  <a:pt x="10689" y="150232"/>
                  <a:pt x="13098" y="148470"/>
                </a:cubicBezTo>
                <a:cubicBezTo>
                  <a:pt x="15508" y="146708"/>
                  <a:pt x="17479" y="143943"/>
                  <a:pt x="17479" y="142324"/>
                </a:cubicBezTo>
                <a:cubicBezTo>
                  <a:pt x="17479" y="140706"/>
                  <a:pt x="20394" y="139382"/>
                  <a:pt x="23957" y="139382"/>
                </a:cubicBezTo>
                <a:cubicBezTo>
                  <a:pt x="30115" y="139382"/>
                  <a:pt x="30383" y="138776"/>
                  <a:pt x="29365" y="127120"/>
                </a:cubicBezTo>
                <a:cubicBezTo>
                  <a:pt x="27807" y="109281"/>
                  <a:pt x="29957" y="101744"/>
                  <a:pt x="37749" y="97729"/>
                </a:cubicBezTo>
                <a:cubicBezTo>
                  <a:pt x="41508" y="95792"/>
                  <a:pt x="46799" y="91468"/>
                  <a:pt x="49507" y="88122"/>
                </a:cubicBezTo>
                <a:cubicBezTo>
                  <a:pt x="52214" y="84775"/>
                  <a:pt x="56385" y="80128"/>
                  <a:pt x="58774" y="77796"/>
                </a:cubicBezTo>
                <a:cubicBezTo>
                  <a:pt x="61163" y="75463"/>
                  <a:pt x="63903" y="71380"/>
                  <a:pt x="64863" y="68721"/>
                </a:cubicBezTo>
                <a:cubicBezTo>
                  <a:pt x="66368" y="64550"/>
                  <a:pt x="68459" y="64095"/>
                  <a:pt x="80119" y="65404"/>
                </a:cubicBezTo>
                <a:cubicBezTo>
                  <a:pt x="87551" y="66238"/>
                  <a:pt x="98859" y="67882"/>
                  <a:pt x="105248" y="69057"/>
                </a:cubicBezTo>
                <a:cubicBezTo>
                  <a:pt x="111637" y="70233"/>
                  <a:pt x="123835" y="70564"/>
                  <a:pt x="132354" y="69793"/>
                </a:cubicBezTo>
                <a:lnTo>
                  <a:pt x="147842" y="68392"/>
                </a:lnTo>
                <a:lnTo>
                  <a:pt x="148600" y="51194"/>
                </a:lnTo>
                <a:cubicBezTo>
                  <a:pt x="149196" y="37679"/>
                  <a:pt x="148006" y="30668"/>
                  <a:pt x="143045" y="18458"/>
                </a:cubicBezTo>
                <a:cubicBezTo>
                  <a:pt x="139573" y="9912"/>
                  <a:pt x="137392" y="2259"/>
                  <a:pt x="138200" y="1452"/>
                </a:cubicBezTo>
                <a:cubicBezTo>
                  <a:pt x="141102" y="-1451"/>
                  <a:pt x="166125" y="290"/>
                  <a:pt x="176238" y="4099"/>
                </a:cubicBezTo>
                <a:cubicBezTo>
                  <a:pt x="189419" y="9062"/>
                  <a:pt x="190086" y="9272"/>
                  <a:pt x="200117" y="11594"/>
                </a:cubicBezTo>
                <a:cubicBezTo>
                  <a:pt x="204892" y="12700"/>
                  <a:pt x="208506" y="15170"/>
                  <a:pt x="208506" y="17328"/>
                </a:cubicBezTo>
                <a:cubicBezTo>
                  <a:pt x="208506" y="19413"/>
                  <a:pt x="210585" y="21662"/>
                  <a:pt x="213126" y="22327"/>
                </a:cubicBezTo>
                <a:cubicBezTo>
                  <a:pt x="215666" y="22991"/>
                  <a:pt x="218861" y="26077"/>
                  <a:pt x="220224" y="29184"/>
                </a:cubicBezTo>
                <a:cubicBezTo>
                  <a:pt x="222363" y="34057"/>
                  <a:pt x="224390" y="34715"/>
                  <a:pt x="234966" y="33975"/>
                </a:cubicBezTo>
                <a:cubicBezTo>
                  <a:pt x="242553" y="33444"/>
                  <a:pt x="247228" y="34179"/>
                  <a:pt x="247228" y="35904"/>
                </a:cubicBezTo>
                <a:cubicBezTo>
                  <a:pt x="247228" y="37437"/>
                  <a:pt x="251497" y="43416"/>
                  <a:pt x="256714" y="49191"/>
                </a:cubicBezTo>
                <a:cubicBezTo>
                  <a:pt x="264193" y="57469"/>
                  <a:pt x="267470" y="59372"/>
                  <a:pt x="272203" y="58184"/>
                </a:cubicBezTo>
                <a:cubicBezTo>
                  <a:pt x="280616" y="56072"/>
                  <a:pt x="280219" y="63714"/>
                  <a:pt x="271714" y="67589"/>
                </a:cubicBezTo>
                <a:cubicBezTo>
                  <a:pt x="267863" y="69343"/>
                  <a:pt x="264361" y="73784"/>
                  <a:pt x="263105" y="78504"/>
                </a:cubicBezTo>
                <a:cubicBezTo>
                  <a:pt x="261351" y="85098"/>
                  <a:pt x="259842" y="86340"/>
                  <a:pt x="254303" y="85750"/>
                </a:cubicBezTo>
                <a:cubicBezTo>
                  <a:pt x="246592" y="84928"/>
                  <a:pt x="243436" y="91067"/>
                  <a:pt x="246105" y="101699"/>
                </a:cubicBezTo>
                <a:cubicBezTo>
                  <a:pt x="247533" y="107389"/>
                  <a:pt x="244867" y="111544"/>
                  <a:pt x="227494" y="130702"/>
                </a:cubicBezTo>
                <a:cubicBezTo>
                  <a:pt x="207371" y="152893"/>
                  <a:pt x="196764" y="160034"/>
                  <a:pt x="183924" y="160034"/>
                </a:cubicBezTo>
                <a:cubicBezTo>
                  <a:pt x="175394" y="160034"/>
                  <a:pt x="155328" y="169109"/>
                  <a:pt x="153537" y="173778"/>
                </a:cubicBezTo>
                <a:cubicBezTo>
                  <a:pt x="152784" y="175740"/>
                  <a:pt x="154366" y="179227"/>
                  <a:pt x="157053" y="181528"/>
                </a:cubicBezTo>
                <a:cubicBezTo>
                  <a:pt x="160618" y="184580"/>
                  <a:pt x="161532" y="187741"/>
                  <a:pt x="160436" y="193225"/>
                </a:cubicBezTo>
                <a:cubicBezTo>
                  <a:pt x="158065" y="205081"/>
                  <a:pt x="165477" y="217314"/>
                  <a:pt x="180263" y="225950"/>
                </a:cubicBezTo>
                <a:cubicBezTo>
                  <a:pt x="187814" y="230360"/>
                  <a:pt x="193823" y="235916"/>
                  <a:pt x="194663" y="239264"/>
                </a:cubicBezTo>
                <a:cubicBezTo>
                  <a:pt x="196711" y="247420"/>
                  <a:pt x="202826" y="252154"/>
                  <a:pt x="204770" y="247088"/>
                </a:cubicBezTo>
                <a:cubicBezTo>
                  <a:pt x="205617" y="244882"/>
                  <a:pt x="208258" y="243734"/>
                  <a:pt x="210897" y="244424"/>
                </a:cubicBezTo>
                <a:cubicBezTo>
                  <a:pt x="216566" y="245906"/>
                  <a:pt x="229158" y="234851"/>
                  <a:pt x="229158" y="228391"/>
                </a:cubicBezTo>
                <a:cubicBezTo>
                  <a:pt x="229158" y="223967"/>
                  <a:pt x="229378" y="223969"/>
                  <a:pt x="234321" y="228442"/>
                </a:cubicBezTo>
                <a:cubicBezTo>
                  <a:pt x="240730" y="234242"/>
                  <a:pt x="241099" y="246636"/>
                  <a:pt x="234966" y="250091"/>
                </a:cubicBezTo>
                <a:cubicBezTo>
                  <a:pt x="230667" y="252513"/>
                  <a:pt x="230669" y="253050"/>
                  <a:pt x="235014" y="261191"/>
                </a:cubicBezTo>
                <a:cubicBezTo>
                  <a:pt x="240871" y="272165"/>
                  <a:pt x="238755" y="290041"/>
                  <a:pt x="230353" y="300578"/>
                </a:cubicBezTo>
                <a:lnTo>
                  <a:pt x="224337" y="308123"/>
                </a:lnTo>
                <a:lnTo>
                  <a:pt x="215823" y="299799"/>
                </a:lnTo>
                <a:cubicBezTo>
                  <a:pt x="210927" y="295013"/>
                  <a:pt x="205095" y="291738"/>
                  <a:pt x="202099" y="292094"/>
                </a:cubicBezTo>
                <a:cubicBezTo>
                  <a:pt x="194035" y="293052"/>
                  <a:pt x="185277" y="286146"/>
                  <a:pt x="185246" y="278805"/>
                </a:cubicBezTo>
                <a:cubicBezTo>
                  <a:pt x="185229" y="274767"/>
                  <a:pt x="180965" y="267715"/>
                  <a:pt x="173928" y="260086"/>
                </a:cubicBezTo>
                <a:cubicBezTo>
                  <a:pt x="164333" y="249682"/>
                  <a:pt x="162165" y="248415"/>
                  <a:pt x="159486" y="251642"/>
                </a:cubicBezTo>
                <a:cubicBezTo>
                  <a:pt x="155362" y="256612"/>
                  <a:pt x="141849" y="263292"/>
                  <a:pt x="135920" y="263292"/>
                </a:cubicBezTo>
                <a:cubicBezTo>
                  <a:pt x="133348" y="263292"/>
                  <a:pt x="130007" y="265603"/>
                  <a:pt x="128496" y="268428"/>
                </a:cubicBezTo>
                <a:cubicBezTo>
                  <a:pt x="126984" y="271253"/>
                  <a:pt x="122406" y="275292"/>
                  <a:pt x="118324" y="277403"/>
                </a:cubicBezTo>
                <a:cubicBezTo>
                  <a:pt x="105333" y="284120"/>
                  <a:pt x="102661" y="288486"/>
                  <a:pt x="102749" y="302843"/>
                </a:cubicBezTo>
                <a:cubicBezTo>
                  <a:pt x="102826" y="315405"/>
                  <a:pt x="106784" y="325066"/>
                  <a:pt x="111986" y="325389"/>
                </a:cubicBezTo>
                <a:cubicBezTo>
                  <a:pt x="116589" y="325676"/>
                  <a:pt x="126252" y="340721"/>
                  <a:pt x="124791" y="345325"/>
                </a:cubicBezTo>
                <a:cubicBezTo>
                  <a:pt x="123983" y="347870"/>
                  <a:pt x="118463" y="353688"/>
                  <a:pt x="112525" y="358252"/>
                </a:cubicBezTo>
                <a:cubicBezTo>
                  <a:pt x="101535" y="366699"/>
                  <a:pt x="89725" y="368732"/>
                  <a:pt x="61364" y="367059"/>
                </a:cubicBezTo>
                <a:cubicBezTo>
                  <a:pt x="56394" y="366766"/>
                  <a:pt x="49424" y="367473"/>
                  <a:pt x="45875" y="368630"/>
                </a:cubicBezTo>
                <a:cubicBezTo>
                  <a:pt x="42325" y="369787"/>
                  <a:pt x="37388" y="370288"/>
                  <a:pt x="34904" y="369743"/>
                </a:cubicBezTo>
                <a:close/>
              </a:path>
            </a:pathLst>
          </a:custGeom>
          <a:solidFill>
            <a:srgbClr val="B9B9B9"/>
          </a:solidFill>
          <a:ln w="5163" cap="flat">
            <a:noFill/>
            <a:prstDash val="solid"/>
            <a:miter/>
          </a:ln>
        </p:spPr>
        <p:txBody>
          <a:bodyPr/>
          <a:lstStyle/>
          <a:p>
            <a:endParaRPr lang="es-419" noProof="0" dirty="0"/>
          </a:p>
        </p:txBody>
      </p:sp>
      <p:grpSp>
        <p:nvGrpSpPr>
          <p:cNvPr id="75" name="Gráfico 39">
            <a:extLst>
              <a:ext uri="{FF2B5EF4-FFF2-40B4-BE49-F238E27FC236}">
                <a16:creationId xmlns:a16="http://schemas.microsoft.com/office/drawing/2014/main" id="{70783DF3-AD88-FDB9-6855-5BB2A8F4741C}"/>
              </a:ext>
            </a:extLst>
          </p:cNvPr>
          <p:cNvGrpSpPr/>
          <p:nvPr/>
        </p:nvGrpSpPr>
        <p:grpSpPr>
          <a:xfrm>
            <a:off x="1634957" y="2069316"/>
            <a:ext cx="438046" cy="474569"/>
            <a:chOff x="1634957" y="2069316"/>
            <a:chExt cx="438046" cy="474569"/>
          </a:xfrm>
        </p:grpSpPr>
        <p:sp>
          <p:nvSpPr>
            <p:cNvPr id="76" name="Forma libre: forma 75">
              <a:extLst>
                <a:ext uri="{FF2B5EF4-FFF2-40B4-BE49-F238E27FC236}">
                  <a16:creationId xmlns:a16="http://schemas.microsoft.com/office/drawing/2014/main" id="{A1383EDC-BE86-DFB5-A2FC-877E7C9D1518}"/>
                </a:ext>
              </a:extLst>
            </p:cNvPr>
            <p:cNvSpPr/>
            <p:nvPr/>
          </p:nvSpPr>
          <p:spPr>
            <a:xfrm>
              <a:off x="1634957" y="2069316"/>
              <a:ext cx="438046" cy="474569"/>
            </a:xfrm>
            <a:custGeom>
              <a:avLst/>
              <a:gdLst>
                <a:gd name="csX0" fmla="*/ 332739 w 438046"/>
                <a:gd name="csY0" fmla="*/ 469202 h 474569"/>
                <a:gd name="csX1" fmla="*/ 324349 w 438046"/>
                <a:gd name="csY1" fmla="*/ 460541 h 474569"/>
                <a:gd name="csX2" fmla="*/ 306954 w 438046"/>
                <a:gd name="csY2" fmla="*/ 447652 h 474569"/>
                <a:gd name="csX3" fmla="*/ 301522 w 438046"/>
                <a:gd name="csY3" fmla="*/ 436095 h 474569"/>
                <a:gd name="csX4" fmla="*/ 298287 w 438046"/>
                <a:gd name="csY4" fmla="*/ 425621 h 474569"/>
                <a:gd name="csX5" fmla="*/ 291436 w 438046"/>
                <a:gd name="csY5" fmla="*/ 429493 h 474569"/>
                <a:gd name="csX6" fmla="*/ 284162 w 438046"/>
                <a:gd name="csY6" fmla="*/ 433365 h 474569"/>
                <a:gd name="csX7" fmla="*/ 273181 w 438046"/>
                <a:gd name="csY7" fmla="*/ 439996 h 474569"/>
                <a:gd name="csX8" fmla="*/ 246542 w 438046"/>
                <a:gd name="csY8" fmla="*/ 415677 h 474569"/>
                <a:gd name="csX9" fmla="*/ 247543 w 438046"/>
                <a:gd name="csY9" fmla="*/ 398488 h 474569"/>
                <a:gd name="csX10" fmla="*/ 227242 w 438046"/>
                <a:gd name="csY10" fmla="*/ 385770 h 474569"/>
                <a:gd name="csX11" fmla="*/ 216574 w 438046"/>
                <a:gd name="csY11" fmla="*/ 384267 h 474569"/>
                <a:gd name="csX12" fmla="*/ 211411 w 438046"/>
                <a:gd name="csY12" fmla="*/ 381736 h 474569"/>
                <a:gd name="csX13" fmla="*/ 206248 w 438046"/>
                <a:gd name="csY13" fmla="*/ 377864 h 474569"/>
                <a:gd name="csX14" fmla="*/ 201085 w 438046"/>
                <a:gd name="csY14" fmla="*/ 368829 h 474569"/>
                <a:gd name="csX15" fmla="*/ 195840 w 438046"/>
                <a:gd name="csY15" fmla="*/ 360439 h 474569"/>
                <a:gd name="csX16" fmla="*/ 179383 w 438046"/>
                <a:gd name="csY16" fmla="*/ 344572 h 474569"/>
                <a:gd name="csX17" fmla="*/ 166056 w 438046"/>
                <a:gd name="csY17" fmla="*/ 347532 h 474569"/>
                <a:gd name="csX18" fmla="*/ 162127 w 438046"/>
                <a:gd name="csY18" fmla="*/ 363514 h 474569"/>
                <a:gd name="csX19" fmla="*/ 156676 w 438046"/>
                <a:gd name="csY19" fmla="*/ 372397 h 474569"/>
                <a:gd name="csX20" fmla="*/ 152333 w 438046"/>
                <a:gd name="csY20" fmla="*/ 366640 h 474569"/>
                <a:gd name="csX21" fmla="*/ 138487 w 438046"/>
                <a:gd name="csY21" fmla="*/ 364853 h 474569"/>
                <a:gd name="csX22" fmla="*/ 126312 w 438046"/>
                <a:gd name="csY22" fmla="*/ 363833 h 474569"/>
                <a:gd name="csX23" fmla="*/ 123641 w 438046"/>
                <a:gd name="csY23" fmla="*/ 355006 h 474569"/>
                <a:gd name="csX24" fmla="*/ 115723 w 438046"/>
                <a:gd name="csY24" fmla="*/ 349430 h 474569"/>
                <a:gd name="csX25" fmla="*/ 110493 w 438046"/>
                <a:gd name="csY25" fmla="*/ 333027 h 474569"/>
                <a:gd name="csX26" fmla="*/ 115897 w 438046"/>
                <a:gd name="csY26" fmla="*/ 317692 h 474569"/>
                <a:gd name="csX27" fmla="*/ 126868 w 438046"/>
                <a:gd name="csY27" fmla="*/ 306474 h 474569"/>
                <a:gd name="csX28" fmla="*/ 128005 w 438046"/>
                <a:gd name="csY28" fmla="*/ 290864 h 474569"/>
                <a:gd name="csX29" fmla="*/ 107467 w 438046"/>
                <a:gd name="csY29" fmla="*/ 276906 h 474569"/>
                <a:gd name="csX30" fmla="*/ 125531 w 438046"/>
                <a:gd name="csY30" fmla="*/ 228226 h 474569"/>
                <a:gd name="csX31" fmla="*/ 128516 w 438046"/>
                <a:gd name="csY31" fmla="*/ 218872 h 474569"/>
                <a:gd name="csX32" fmla="*/ 122054 w 438046"/>
                <a:gd name="csY32" fmla="*/ 216563 h 474569"/>
                <a:gd name="csX33" fmla="*/ 112602 w 438046"/>
                <a:gd name="csY33" fmla="*/ 211354 h 474569"/>
                <a:gd name="csX34" fmla="*/ 97827 w 438046"/>
                <a:gd name="csY34" fmla="*/ 212411 h 474569"/>
                <a:gd name="csX35" fmla="*/ 87566 w 438046"/>
                <a:gd name="csY35" fmla="*/ 216588 h 474569"/>
                <a:gd name="csX36" fmla="*/ 80430 w 438046"/>
                <a:gd name="csY36" fmla="*/ 211038 h 474569"/>
                <a:gd name="csX37" fmla="*/ 79784 w 438046"/>
                <a:gd name="csY37" fmla="*/ 198453 h 474569"/>
                <a:gd name="csX38" fmla="*/ 82015 w 438046"/>
                <a:gd name="csY38" fmla="*/ 188949 h 474569"/>
                <a:gd name="csX39" fmla="*/ 89966 w 438046"/>
                <a:gd name="csY39" fmla="*/ 185629 h 474569"/>
                <a:gd name="csX40" fmla="*/ 87641 w 438046"/>
                <a:gd name="csY40" fmla="*/ 169636 h 474569"/>
                <a:gd name="csX41" fmla="*/ 79292 w 438046"/>
                <a:gd name="csY41" fmla="*/ 156728 h 474569"/>
                <a:gd name="csX42" fmla="*/ 72462 w 438046"/>
                <a:gd name="csY42" fmla="*/ 148956 h 474569"/>
                <a:gd name="csX43" fmla="*/ 56524 w 438046"/>
                <a:gd name="csY43" fmla="*/ 163920 h 474569"/>
                <a:gd name="csX44" fmla="*/ 52658 w 438046"/>
                <a:gd name="csY44" fmla="*/ 164900 h 474569"/>
                <a:gd name="csX45" fmla="*/ 39697 w 438046"/>
                <a:gd name="csY45" fmla="*/ 168628 h 474569"/>
                <a:gd name="csX46" fmla="*/ 26748 w 438046"/>
                <a:gd name="csY46" fmla="*/ 181448 h 474569"/>
                <a:gd name="csX47" fmla="*/ 16403 w 438046"/>
                <a:gd name="csY47" fmla="*/ 190289 h 474569"/>
                <a:gd name="csX48" fmla="*/ 7343 w 438046"/>
                <a:gd name="csY48" fmla="*/ 186486 h 474569"/>
                <a:gd name="csX49" fmla="*/ 9965 w 438046"/>
                <a:gd name="csY49" fmla="*/ 170925 h 474569"/>
                <a:gd name="csX50" fmla="*/ 15158 w 438046"/>
                <a:gd name="csY50" fmla="*/ 162124 h 474569"/>
                <a:gd name="csX51" fmla="*/ 9381 w 438046"/>
                <a:gd name="csY51" fmla="*/ 159801 h 474569"/>
                <a:gd name="csX52" fmla="*/ 7807 w 438046"/>
                <a:gd name="csY52" fmla="*/ 157314 h 474569"/>
                <a:gd name="csX53" fmla="*/ 15681 w 438046"/>
                <a:gd name="csY53" fmla="*/ 151621 h 474569"/>
                <a:gd name="csX54" fmla="*/ 24691 w 438046"/>
                <a:gd name="csY54" fmla="*/ 148948 h 474569"/>
                <a:gd name="csX55" fmla="*/ 33291 w 438046"/>
                <a:gd name="csY55" fmla="*/ 142643 h 474569"/>
                <a:gd name="csX56" fmla="*/ 36252 w 438046"/>
                <a:gd name="csY56" fmla="*/ 130243 h 474569"/>
                <a:gd name="csX57" fmla="*/ 35959 w 438046"/>
                <a:gd name="csY57" fmla="*/ 119824 h 474569"/>
                <a:gd name="csX58" fmla="*/ 30417 w 438046"/>
                <a:gd name="csY58" fmla="*/ 117319 h 474569"/>
                <a:gd name="csX59" fmla="*/ 28128 w 438046"/>
                <a:gd name="csY59" fmla="*/ 114535 h 474569"/>
                <a:gd name="csX60" fmla="*/ 22780 w 438046"/>
                <a:gd name="csY60" fmla="*/ 112034 h 474569"/>
                <a:gd name="csX61" fmla="*/ 9335 w 438046"/>
                <a:gd name="csY61" fmla="*/ 100263 h 474569"/>
                <a:gd name="csX62" fmla="*/ 5316 w 438046"/>
                <a:gd name="csY62" fmla="*/ 85099 h 474569"/>
                <a:gd name="csX63" fmla="*/ 0 w 438046"/>
                <a:gd name="csY63" fmla="*/ 74899 h 474569"/>
                <a:gd name="csX64" fmla="*/ 5230 w 438046"/>
                <a:gd name="csY64" fmla="*/ 68250 h 474569"/>
                <a:gd name="csX65" fmla="*/ 8777 w 438046"/>
                <a:gd name="csY65" fmla="*/ 53938 h 474569"/>
                <a:gd name="csX66" fmla="*/ 11157 w 438046"/>
                <a:gd name="csY66" fmla="*/ 40474 h 474569"/>
                <a:gd name="csX67" fmla="*/ 15221 w 438046"/>
                <a:gd name="csY67" fmla="*/ 30361 h 474569"/>
                <a:gd name="csX68" fmla="*/ 19093 w 438046"/>
                <a:gd name="csY68" fmla="*/ 24563 h 474569"/>
                <a:gd name="csX69" fmla="*/ 13331 w 438046"/>
                <a:gd name="csY69" fmla="*/ 11391 h 474569"/>
                <a:gd name="csX70" fmla="*/ 15610 w 438046"/>
                <a:gd name="csY70" fmla="*/ 4739 h 474569"/>
                <a:gd name="csX71" fmla="*/ 24152 w 438046"/>
                <a:gd name="csY71" fmla="*/ 2431 h 474569"/>
                <a:gd name="csX72" fmla="*/ 42643 w 438046"/>
                <a:gd name="csY72" fmla="*/ 10008 h 474569"/>
                <a:gd name="csX73" fmla="*/ 58021 w 438046"/>
                <a:gd name="csY73" fmla="*/ 20333 h 474569"/>
                <a:gd name="csX74" fmla="*/ 76259 w 438046"/>
                <a:gd name="csY74" fmla="*/ 58909 h 474569"/>
                <a:gd name="csX75" fmla="*/ 87417 w 438046"/>
                <a:gd name="csY75" fmla="*/ 80908 h 474569"/>
                <a:gd name="csX76" fmla="*/ 99122 w 438046"/>
                <a:gd name="csY76" fmla="*/ 102996 h 474569"/>
                <a:gd name="csX77" fmla="*/ 103913 w 438046"/>
                <a:gd name="csY77" fmla="*/ 110684 h 474569"/>
                <a:gd name="csX78" fmla="*/ 102362 w 438046"/>
                <a:gd name="csY78" fmla="*/ 90033 h 474569"/>
                <a:gd name="csX79" fmla="*/ 92203 w 438046"/>
                <a:gd name="csY79" fmla="*/ 66799 h 474569"/>
                <a:gd name="csX80" fmla="*/ 83568 w 438046"/>
                <a:gd name="csY80" fmla="*/ 60346 h 474569"/>
                <a:gd name="csX81" fmla="*/ 86838 w 438046"/>
                <a:gd name="csY81" fmla="*/ 69381 h 474569"/>
                <a:gd name="csX82" fmla="*/ 85111 w 438046"/>
                <a:gd name="csY82" fmla="*/ 70354 h 474569"/>
                <a:gd name="csX83" fmla="*/ 81250 w 438046"/>
                <a:gd name="csY83" fmla="*/ 58738 h 474569"/>
                <a:gd name="csX84" fmla="*/ 73693 w 438046"/>
                <a:gd name="csY84" fmla="*/ 39979 h 474569"/>
                <a:gd name="csX85" fmla="*/ 66850 w 438046"/>
                <a:gd name="csY85" fmla="*/ 27201 h 474569"/>
                <a:gd name="csX86" fmla="*/ 80920 w 438046"/>
                <a:gd name="csY86" fmla="*/ 44489 h 474569"/>
                <a:gd name="csX87" fmla="*/ 99162 w 438046"/>
                <a:gd name="csY87" fmla="*/ 64586 h 474569"/>
                <a:gd name="csX88" fmla="*/ 107565 w 438046"/>
                <a:gd name="csY88" fmla="*/ 86419 h 474569"/>
                <a:gd name="csX89" fmla="*/ 116108 w 438046"/>
                <a:gd name="csY89" fmla="*/ 138203 h 474569"/>
                <a:gd name="csX90" fmla="*/ 121060 w 438046"/>
                <a:gd name="csY90" fmla="*/ 151411 h 474569"/>
                <a:gd name="csX91" fmla="*/ 135828 w 438046"/>
                <a:gd name="csY91" fmla="*/ 169580 h 474569"/>
                <a:gd name="csX92" fmla="*/ 173747 w 438046"/>
                <a:gd name="csY92" fmla="*/ 217637 h 474569"/>
                <a:gd name="csX93" fmla="*/ 186052 w 438046"/>
                <a:gd name="csY93" fmla="*/ 237240 h 474569"/>
                <a:gd name="csX94" fmla="*/ 192809 w 438046"/>
                <a:gd name="csY94" fmla="*/ 259193 h 474569"/>
                <a:gd name="csX95" fmla="*/ 202887 w 438046"/>
                <a:gd name="csY95" fmla="*/ 280570 h 474569"/>
                <a:gd name="csX96" fmla="*/ 215434 w 438046"/>
                <a:gd name="csY96" fmla="*/ 294429 h 474569"/>
                <a:gd name="csX97" fmla="*/ 223898 w 438046"/>
                <a:gd name="csY97" fmla="*/ 302869 h 474569"/>
                <a:gd name="csX98" fmla="*/ 231639 w 438046"/>
                <a:gd name="csY98" fmla="*/ 310848 h 474569"/>
                <a:gd name="csX99" fmla="*/ 241066 w 438046"/>
                <a:gd name="csY99" fmla="*/ 319770 h 474569"/>
                <a:gd name="csX100" fmla="*/ 242388 w 438046"/>
                <a:gd name="csY100" fmla="*/ 323654 h 474569"/>
                <a:gd name="csX101" fmla="*/ 237225 w 438046"/>
                <a:gd name="csY101" fmla="*/ 324770 h 474569"/>
                <a:gd name="csX102" fmla="*/ 239807 w 438046"/>
                <a:gd name="csY102" fmla="*/ 327526 h 474569"/>
                <a:gd name="csX103" fmla="*/ 241743 w 438046"/>
                <a:gd name="csY103" fmla="*/ 330724 h 474569"/>
                <a:gd name="csX104" fmla="*/ 248333 w 438046"/>
                <a:gd name="csY104" fmla="*/ 333103 h 474569"/>
                <a:gd name="csX105" fmla="*/ 259724 w 438046"/>
                <a:gd name="csY105" fmla="*/ 335713 h 474569"/>
                <a:gd name="csX106" fmla="*/ 262612 w 438046"/>
                <a:gd name="csY106" fmla="*/ 335270 h 474569"/>
                <a:gd name="csX107" fmla="*/ 255739 w 438046"/>
                <a:gd name="csY107" fmla="*/ 330573 h 474569"/>
                <a:gd name="csX108" fmla="*/ 250133 w 438046"/>
                <a:gd name="csY108" fmla="*/ 327461 h 474569"/>
                <a:gd name="csX109" fmla="*/ 260301 w 438046"/>
                <a:gd name="csY109" fmla="*/ 328761 h 474569"/>
                <a:gd name="csX110" fmla="*/ 284960 w 438046"/>
                <a:gd name="csY110" fmla="*/ 330853 h 474569"/>
                <a:gd name="csX111" fmla="*/ 308115 w 438046"/>
                <a:gd name="csY111" fmla="*/ 337754 h 474569"/>
                <a:gd name="csX112" fmla="*/ 325378 w 438046"/>
                <a:gd name="csY112" fmla="*/ 347910 h 474569"/>
                <a:gd name="csX113" fmla="*/ 336932 w 438046"/>
                <a:gd name="csY113" fmla="*/ 355594 h 474569"/>
                <a:gd name="csX114" fmla="*/ 342564 w 438046"/>
                <a:gd name="csY114" fmla="*/ 364198 h 474569"/>
                <a:gd name="csX115" fmla="*/ 343743 w 438046"/>
                <a:gd name="csY115" fmla="*/ 371080 h 474569"/>
                <a:gd name="csX116" fmla="*/ 344358 w 438046"/>
                <a:gd name="csY116" fmla="*/ 373363 h 474569"/>
                <a:gd name="csX117" fmla="*/ 350269 w 438046"/>
                <a:gd name="csY117" fmla="*/ 376862 h 474569"/>
                <a:gd name="csX118" fmla="*/ 372627 w 438046"/>
                <a:gd name="csY118" fmla="*/ 380540 h 474569"/>
                <a:gd name="csX119" fmla="*/ 391189 w 438046"/>
                <a:gd name="csY119" fmla="*/ 378801 h 474569"/>
                <a:gd name="csX120" fmla="*/ 394232 w 438046"/>
                <a:gd name="csY120" fmla="*/ 388958 h 474569"/>
                <a:gd name="csX121" fmla="*/ 397318 w 438046"/>
                <a:gd name="csY121" fmla="*/ 403978 h 474569"/>
                <a:gd name="csX122" fmla="*/ 409224 w 438046"/>
                <a:gd name="csY122" fmla="*/ 419167 h 474569"/>
                <a:gd name="csX123" fmla="*/ 434929 w 438046"/>
                <a:gd name="csY123" fmla="*/ 450207 h 474569"/>
                <a:gd name="csX124" fmla="*/ 429332 w 438046"/>
                <a:gd name="csY124" fmla="*/ 469288 h 474569"/>
                <a:gd name="csX125" fmla="*/ 376412 w 438046"/>
                <a:gd name="csY125" fmla="*/ 474534 h 474569"/>
                <a:gd name="csX126" fmla="*/ 332739 w 438046"/>
                <a:gd name="csY126" fmla="*/ 469202 h 47456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438046" h="474569">
                  <a:moveTo>
                    <a:pt x="332739" y="469202"/>
                  </a:moveTo>
                  <a:cubicBezTo>
                    <a:pt x="332739" y="465869"/>
                    <a:pt x="329807" y="462843"/>
                    <a:pt x="324349" y="460541"/>
                  </a:cubicBezTo>
                  <a:cubicBezTo>
                    <a:pt x="319735" y="458594"/>
                    <a:pt x="311907" y="452795"/>
                    <a:pt x="306954" y="447652"/>
                  </a:cubicBezTo>
                  <a:cubicBezTo>
                    <a:pt x="299888" y="440316"/>
                    <a:pt x="298719" y="437828"/>
                    <a:pt x="301522" y="436095"/>
                  </a:cubicBezTo>
                  <a:cubicBezTo>
                    <a:pt x="305823" y="433437"/>
                    <a:pt x="303408" y="425621"/>
                    <a:pt x="298287" y="425621"/>
                  </a:cubicBezTo>
                  <a:cubicBezTo>
                    <a:pt x="296286" y="425621"/>
                    <a:pt x="293203" y="427364"/>
                    <a:pt x="291436" y="429493"/>
                  </a:cubicBezTo>
                  <a:cubicBezTo>
                    <a:pt x="289668" y="431623"/>
                    <a:pt x="286395" y="433365"/>
                    <a:pt x="284162" y="433365"/>
                  </a:cubicBezTo>
                  <a:cubicBezTo>
                    <a:pt x="281929" y="433365"/>
                    <a:pt x="276987" y="436349"/>
                    <a:pt x="273181" y="439996"/>
                  </a:cubicBezTo>
                  <a:cubicBezTo>
                    <a:pt x="256469" y="456007"/>
                    <a:pt x="233183" y="434749"/>
                    <a:pt x="246542" y="415677"/>
                  </a:cubicBezTo>
                  <a:cubicBezTo>
                    <a:pt x="250094" y="410606"/>
                    <a:pt x="250239" y="408115"/>
                    <a:pt x="247543" y="398488"/>
                  </a:cubicBezTo>
                  <a:cubicBezTo>
                    <a:pt x="243936" y="385603"/>
                    <a:pt x="241942" y="384354"/>
                    <a:pt x="227242" y="385770"/>
                  </a:cubicBezTo>
                  <a:cubicBezTo>
                    <a:pt x="221295" y="386343"/>
                    <a:pt x="216574" y="385678"/>
                    <a:pt x="216574" y="384267"/>
                  </a:cubicBezTo>
                  <a:cubicBezTo>
                    <a:pt x="216574" y="382875"/>
                    <a:pt x="214251" y="381736"/>
                    <a:pt x="211411" y="381736"/>
                  </a:cubicBezTo>
                  <a:cubicBezTo>
                    <a:pt x="208543" y="381736"/>
                    <a:pt x="206248" y="380015"/>
                    <a:pt x="206248" y="377864"/>
                  </a:cubicBezTo>
                  <a:cubicBezTo>
                    <a:pt x="206248" y="375735"/>
                    <a:pt x="203925" y="371669"/>
                    <a:pt x="201085" y="368829"/>
                  </a:cubicBezTo>
                  <a:cubicBezTo>
                    <a:pt x="198245" y="365990"/>
                    <a:pt x="195885" y="362214"/>
                    <a:pt x="195840" y="360439"/>
                  </a:cubicBezTo>
                  <a:cubicBezTo>
                    <a:pt x="195695" y="354744"/>
                    <a:pt x="189552" y="348821"/>
                    <a:pt x="179383" y="344572"/>
                  </a:cubicBezTo>
                  <a:cubicBezTo>
                    <a:pt x="165908" y="338942"/>
                    <a:pt x="164292" y="339301"/>
                    <a:pt x="166056" y="347532"/>
                  </a:cubicBezTo>
                  <a:cubicBezTo>
                    <a:pt x="167087" y="352339"/>
                    <a:pt x="165818" y="357500"/>
                    <a:pt x="162127" y="363514"/>
                  </a:cubicBezTo>
                  <a:lnTo>
                    <a:pt x="156676" y="372397"/>
                  </a:lnTo>
                  <a:lnTo>
                    <a:pt x="152333" y="366640"/>
                  </a:lnTo>
                  <a:cubicBezTo>
                    <a:pt x="148166" y="361115"/>
                    <a:pt x="147605" y="361043"/>
                    <a:pt x="138487" y="364853"/>
                  </a:cubicBezTo>
                  <a:cubicBezTo>
                    <a:pt x="129534" y="368594"/>
                    <a:pt x="128828" y="368535"/>
                    <a:pt x="126312" y="363833"/>
                  </a:cubicBezTo>
                  <a:cubicBezTo>
                    <a:pt x="124843" y="361088"/>
                    <a:pt x="123641" y="357116"/>
                    <a:pt x="123641" y="355006"/>
                  </a:cubicBezTo>
                  <a:cubicBezTo>
                    <a:pt x="123641" y="352823"/>
                    <a:pt x="120228" y="350420"/>
                    <a:pt x="115723" y="349430"/>
                  </a:cubicBezTo>
                  <a:cubicBezTo>
                    <a:pt x="105375" y="347157"/>
                    <a:pt x="103846" y="342362"/>
                    <a:pt x="110493" y="333027"/>
                  </a:cubicBezTo>
                  <a:cubicBezTo>
                    <a:pt x="113465" y="328853"/>
                    <a:pt x="115897" y="321952"/>
                    <a:pt x="115897" y="317692"/>
                  </a:cubicBezTo>
                  <a:cubicBezTo>
                    <a:pt x="115897" y="310844"/>
                    <a:pt x="117170" y="309543"/>
                    <a:pt x="126868" y="306474"/>
                  </a:cubicBezTo>
                  <a:cubicBezTo>
                    <a:pt x="141640" y="301799"/>
                    <a:pt x="142221" y="293818"/>
                    <a:pt x="128005" y="290864"/>
                  </a:cubicBezTo>
                  <a:cubicBezTo>
                    <a:pt x="113703" y="287893"/>
                    <a:pt x="108950" y="284662"/>
                    <a:pt x="107467" y="276906"/>
                  </a:cubicBezTo>
                  <a:cubicBezTo>
                    <a:pt x="105739" y="267867"/>
                    <a:pt x="117059" y="237363"/>
                    <a:pt x="125531" y="228226"/>
                  </a:cubicBezTo>
                  <a:cubicBezTo>
                    <a:pt x="130828" y="222513"/>
                    <a:pt x="131406" y="220702"/>
                    <a:pt x="128516" y="218872"/>
                  </a:cubicBezTo>
                  <a:cubicBezTo>
                    <a:pt x="126545" y="217624"/>
                    <a:pt x="123637" y="216585"/>
                    <a:pt x="122054" y="216563"/>
                  </a:cubicBezTo>
                  <a:cubicBezTo>
                    <a:pt x="120470" y="216541"/>
                    <a:pt x="116217" y="214197"/>
                    <a:pt x="112602" y="211354"/>
                  </a:cubicBezTo>
                  <a:cubicBezTo>
                    <a:pt x="105961" y="206129"/>
                    <a:pt x="97827" y="206711"/>
                    <a:pt x="97827" y="212411"/>
                  </a:cubicBezTo>
                  <a:cubicBezTo>
                    <a:pt x="97827" y="219059"/>
                    <a:pt x="92291" y="221313"/>
                    <a:pt x="87566" y="216588"/>
                  </a:cubicBezTo>
                  <a:cubicBezTo>
                    <a:pt x="85046" y="214068"/>
                    <a:pt x="81835" y="211570"/>
                    <a:pt x="80430" y="211038"/>
                  </a:cubicBezTo>
                  <a:cubicBezTo>
                    <a:pt x="78870" y="210447"/>
                    <a:pt x="78619" y="205549"/>
                    <a:pt x="79784" y="198453"/>
                  </a:cubicBezTo>
                  <a:cubicBezTo>
                    <a:pt x="80834" y="192064"/>
                    <a:pt x="81838" y="187787"/>
                    <a:pt x="82015" y="188949"/>
                  </a:cubicBezTo>
                  <a:cubicBezTo>
                    <a:pt x="82193" y="190110"/>
                    <a:pt x="85771" y="188616"/>
                    <a:pt x="89966" y="185629"/>
                  </a:cubicBezTo>
                  <a:cubicBezTo>
                    <a:pt x="98750" y="179374"/>
                    <a:pt x="98211" y="175668"/>
                    <a:pt x="87641" y="169636"/>
                  </a:cubicBezTo>
                  <a:cubicBezTo>
                    <a:pt x="82102" y="166474"/>
                    <a:pt x="79900" y="163069"/>
                    <a:pt x="79292" y="156728"/>
                  </a:cubicBezTo>
                  <a:cubicBezTo>
                    <a:pt x="78587" y="149374"/>
                    <a:pt x="77588" y="148238"/>
                    <a:pt x="72462" y="148956"/>
                  </a:cubicBezTo>
                  <a:cubicBezTo>
                    <a:pt x="65224" y="149970"/>
                    <a:pt x="56524" y="158137"/>
                    <a:pt x="56524" y="163920"/>
                  </a:cubicBezTo>
                  <a:cubicBezTo>
                    <a:pt x="56524" y="167347"/>
                    <a:pt x="55821" y="167525"/>
                    <a:pt x="52658" y="164900"/>
                  </a:cubicBezTo>
                  <a:cubicBezTo>
                    <a:pt x="49486" y="162267"/>
                    <a:pt x="47159" y="162936"/>
                    <a:pt x="39697" y="168628"/>
                  </a:cubicBezTo>
                  <a:cubicBezTo>
                    <a:pt x="34695" y="172443"/>
                    <a:pt x="28868" y="178212"/>
                    <a:pt x="26748" y="181448"/>
                  </a:cubicBezTo>
                  <a:cubicBezTo>
                    <a:pt x="24627" y="184684"/>
                    <a:pt x="19972" y="188663"/>
                    <a:pt x="16403" y="190289"/>
                  </a:cubicBezTo>
                  <a:cubicBezTo>
                    <a:pt x="10541" y="192960"/>
                    <a:pt x="9664" y="192592"/>
                    <a:pt x="7343" y="186486"/>
                  </a:cubicBezTo>
                  <a:cubicBezTo>
                    <a:pt x="5309" y="181137"/>
                    <a:pt x="5857" y="177888"/>
                    <a:pt x="9965" y="170925"/>
                  </a:cubicBezTo>
                  <a:lnTo>
                    <a:pt x="15158" y="162124"/>
                  </a:lnTo>
                  <a:lnTo>
                    <a:pt x="9381" y="159801"/>
                  </a:lnTo>
                  <a:cubicBezTo>
                    <a:pt x="5449" y="158219"/>
                    <a:pt x="4946" y="157425"/>
                    <a:pt x="7807" y="157314"/>
                  </a:cubicBezTo>
                  <a:cubicBezTo>
                    <a:pt x="10118" y="157224"/>
                    <a:pt x="13662" y="154662"/>
                    <a:pt x="15681" y="151621"/>
                  </a:cubicBezTo>
                  <a:cubicBezTo>
                    <a:pt x="18731" y="147026"/>
                    <a:pt x="20256" y="146574"/>
                    <a:pt x="24691" y="148948"/>
                  </a:cubicBezTo>
                  <a:cubicBezTo>
                    <a:pt x="31018" y="152334"/>
                    <a:pt x="33291" y="150668"/>
                    <a:pt x="33291" y="142643"/>
                  </a:cubicBezTo>
                  <a:cubicBezTo>
                    <a:pt x="33291" y="139397"/>
                    <a:pt x="34623" y="133817"/>
                    <a:pt x="36252" y="130243"/>
                  </a:cubicBezTo>
                  <a:cubicBezTo>
                    <a:pt x="38533" y="125236"/>
                    <a:pt x="38466" y="122844"/>
                    <a:pt x="35959" y="119824"/>
                  </a:cubicBezTo>
                  <a:cubicBezTo>
                    <a:pt x="34170" y="117668"/>
                    <a:pt x="31676" y="116540"/>
                    <a:pt x="30417" y="117319"/>
                  </a:cubicBezTo>
                  <a:cubicBezTo>
                    <a:pt x="29158" y="118097"/>
                    <a:pt x="28128" y="116844"/>
                    <a:pt x="28128" y="114535"/>
                  </a:cubicBezTo>
                  <a:cubicBezTo>
                    <a:pt x="28128" y="111463"/>
                    <a:pt x="26693" y="110792"/>
                    <a:pt x="22780" y="112034"/>
                  </a:cubicBezTo>
                  <a:cubicBezTo>
                    <a:pt x="15848" y="114234"/>
                    <a:pt x="7575" y="106991"/>
                    <a:pt x="9335" y="100263"/>
                  </a:cubicBezTo>
                  <a:cubicBezTo>
                    <a:pt x="10049" y="97533"/>
                    <a:pt x="8241" y="90709"/>
                    <a:pt x="5316" y="85099"/>
                  </a:cubicBezTo>
                  <a:lnTo>
                    <a:pt x="0" y="74899"/>
                  </a:lnTo>
                  <a:lnTo>
                    <a:pt x="5230" y="68250"/>
                  </a:lnTo>
                  <a:cubicBezTo>
                    <a:pt x="9068" y="63371"/>
                    <a:pt x="10012" y="59562"/>
                    <a:pt x="8777" y="53938"/>
                  </a:cubicBezTo>
                  <a:cubicBezTo>
                    <a:pt x="7655" y="48830"/>
                    <a:pt x="8449" y="44342"/>
                    <a:pt x="11157" y="40474"/>
                  </a:cubicBezTo>
                  <a:cubicBezTo>
                    <a:pt x="13392" y="37284"/>
                    <a:pt x="15221" y="32733"/>
                    <a:pt x="15221" y="30361"/>
                  </a:cubicBezTo>
                  <a:cubicBezTo>
                    <a:pt x="15221" y="27989"/>
                    <a:pt x="16963" y="25380"/>
                    <a:pt x="19093" y="24563"/>
                  </a:cubicBezTo>
                  <a:cubicBezTo>
                    <a:pt x="25297" y="22182"/>
                    <a:pt x="23642" y="18398"/>
                    <a:pt x="13331" y="11391"/>
                  </a:cubicBezTo>
                  <a:cubicBezTo>
                    <a:pt x="3467" y="4689"/>
                    <a:pt x="3713" y="3972"/>
                    <a:pt x="15610" y="4739"/>
                  </a:cubicBezTo>
                  <a:cubicBezTo>
                    <a:pt x="19374" y="4981"/>
                    <a:pt x="23217" y="3943"/>
                    <a:pt x="24152" y="2431"/>
                  </a:cubicBezTo>
                  <a:cubicBezTo>
                    <a:pt x="26872" y="-1970"/>
                    <a:pt x="29405" y="-932"/>
                    <a:pt x="42643" y="10008"/>
                  </a:cubicBezTo>
                  <a:cubicBezTo>
                    <a:pt x="49515" y="15687"/>
                    <a:pt x="56436" y="20333"/>
                    <a:pt x="58021" y="20333"/>
                  </a:cubicBezTo>
                  <a:cubicBezTo>
                    <a:pt x="61009" y="20333"/>
                    <a:pt x="65792" y="30450"/>
                    <a:pt x="76259" y="58909"/>
                  </a:cubicBezTo>
                  <a:cubicBezTo>
                    <a:pt x="79624" y="68058"/>
                    <a:pt x="84645" y="77957"/>
                    <a:pt x="87417" y="80908"/>
                  </a:cubicBezTo>
                  <a:cubicBezTo>
                    <a:pt x="90189" y="83859"/>
                    <a:pt x="95457" y="93799"/>
                    <a:pt x="99122" y="102996"/>
                  </a:cubicBezTo>
                  <a:cubicBezTo>
                    <a:pt x="103054" y="112863"/>
                    <a:pt x="105019" y="116015"/>
                    <a:pt x="103913" y="110684"/>
                  </a:cubicBezTo>
                  <a:cubicBezTo>
                    <a:pt x="102883" y="105715"/>
                    <a:pt x="102185" y="96422"/>
                    <a:pt x="102362" y="90033"/>
                  </a:cubicBezTo>
                  <a:cubicBezTo>
                    <a:pt x="102644" y="79863"/>
                    <a:pt x="101378" y="76968"/>
                    <a:pt x="92203" y="66799"/>
                  </a:cubicBezTo>
                  <a:cubicBezTo>
                    <a:pt x="86438" y="60410"/>
                    <a:pt x="82553" y="57506"/>
                    <a:pt x="83568" y="60346"/>
                  </a:cubicBezTo>
                  <a:cubicBezTo>
                    <a:pt x="84584" y="63185"/>
                    <a:pt x="86055" y="67251"/>
                    <a:pt x="86838" y="69381"/>
                  </a:cubicBezTo>
                  <a:cubicBezTo>
                    <a:pt x="87916" y="72315"/>
                    <a:pt x="87498" y="72550"/>
                    <a:pt x="85111" y="70354"/>
                  </a:cubicBezTo>
                  <a:cubicBezTo>
                    <a:pt x="83379" y="68760"/>
                    <a:pt x="81641" y="63533"/>
                    <a:pt x="81250" y="58738"/>
                  </a:cubicBezTo>
                  <a:cubicBezTo>
                    <a:pt x="80858" y="53943"/>
                    <a:pt x="77457" y="45502"/>
                    <a:pt x="73693" y="39979"/>
                  </a:cubicBezTo>
                  <a:cubicBezTo>
                    <a:pt x="69929" y="34457"/>
                    <a:pt x="66850" y="28707"/>
                    <a:pt x="66850" y="27201"/>
                  </a:cubicBezTo>
                  <a:cubicBezTo>
                    <a:pt x="66850" y="23517"/>
                    <a:pt x="69162" y="26358"/>
                    <a:pt x="80920" y="44489"/>
                  </a:cubicBezTo>
                  <a:cubicBezTo>
                    <a:pt x="86314" y="52805"/>
                    <a:pt x="94522" y="61849"/>
                    <a:pt x="99162" y="64586"/>
                  </a:cubicBezTo>
                  <a:cubicBezTo>
                    <a:pt x="108835" y="70294"/>
                    <a:pt x="111618" y="77524"/>
                    <a:pt x="107565" y="86419"/>
                  </a:cubicBezTo>
                  <a:cubicBezTo>
                    <a:pt x="104001" y="94242"/>
                    <a:pt x="108931" y="124125"/>
                    <a:pt x="116108" y="138203"/>
                  </a:cubicBezTo>
                  <a:cubicBezTo>
                    <a:pt x="118832" y="143545"/>
                    <a:pt x="121060" y="149489"/>
                    <a:pt x="121060" y="151411"/>
                  </a:cubicBezTo>
                  <a:cubicBezTo>
                    <a:pt x="121060" y="153333"/>
                    <a:pt x="127706" y="161509"/>
                    <a:pt x="135828" y="169580"/>
                  </a:cubicBezTo>
                  <a:cubicBezTo>
                    <a:pt x="153391" y="187033"/>
                    <a:pt x="164572" y="201203"/>
                    <a:pt x="173747" y="217637"/>
                  </a:cubicBezTo>
                  <a:cubicBezTo>
                    <a:pt x="177457" y="224283"/>
                    <a:pt x="182994" y="233104"/>
                    <a:pt x="186052" y="237240"/>
                  </a:cubicBezTo>
                  <a:cubicBezTo>
                    <a:pt x="189610" y="242051"/>
                    <a:pt x="192043" y="249958"/>
                    <a:pt x="192809" y="259193"/>
                  </a:cubicBezTo>
                  <a:cubicBezTo>
                    <a:pt x="193864" y="271919"/>
                    <a:pt x="195056" y="274447"/>
                    <a:pt x="202887" y="280570"/>
                  </a:cubicBezTo>
                  <a:cubicBezTo>
                    <a:pt x="207772" y="284389"/>
                    <a:pt x="213418" y="290626"/>
                    <a:pt x="215434" y="294429"/>
                  </a:cubicBezTo>
                  <a:cubicBezTo>
                    <a:pt x="217449" y="298233"/>
                    <a:pt x="221258" y="302031"/>
                    <a:pt x="223898" y="302869"/>
                  </a:cubicBezTo>
                  <a:cubicBezTo>
                    <a:pt x="226538" y="303707"/>
                    <a:pt x="230021" y="307297"/>
                    <a:pt x="231639" y="310848"/>
                  </a:cubicBezTo>
                  <a:cubicBezTo>
                    <a:pt x="233257" y="314399"/>
                    <a:pt x="237499" y="318413"/>
                    <a:pt x="241066" y="319770"/>
                  </a:cubicBezTo>
                  <a:cubicBezTo>
                    <a:pt x="248737" y="322686"/>
                    <a:pt x="249875" y="326030"/>
                    <a:pt x="242388" y="323654"/>
                  </a:cubicBezTo>
                  <a:cubicBezTo>
                    <a:pt x="239427" y="322714"/>
                    <a:pt x="237225" y="323190"/>
                    <a:pt x="237225" y="324770"/>
                  </a:cubicBezTo>
                  <a:cubicBezTo>
                    <a:pt x="237225" y="326286"/>
                    <a:pt x="238387" y="327526"/>
                    <a:pt x="239807" y="327526"/>
                  </a:cubicBezTo>
                  <a:cubicBezTo>
                    <a:pt x="241227" y="327526"/>
                    <a:pt x="242098" y="328965"/>
                    <a:pt x="241743" y="330724"/>
                  </a:cubicBezTo>
                  <a:cubicBezTo>
                    <a:pt x="241323" y="332806"/>
                    <a:pt x="243624" y="333637"/>
                    <a:pt x="248333" y="333103"/>
                  </a:cubicBezTo>
                  <a:cubicBezTo>
                    <a:pt x="252313" y="332652"/>
                    <a:pt x="257439" y="333827"/>
                    <a:pt x="259724" y="335713"/>
                  </a:cubicBezTo>
                  <a:cubicBezTo>
                    <a:pt x="263236" y="338612"/>
                    <a:pt x="263683" y="338543"/>
                    <a:pt x="262612" y="335270"/>
                  </a:cubicBezTo>
                  <a:cubicBezTo>
                    <a:pt x="261915" y="333141"/>
                    <a:pt x="258822" y="331027"/>
                    <a:pt x="255739" y="330573"/>
                  </a:cubicBezTo>
                  <a:cubicBezTo>
                    <a:pt x="252655" y="330119"/>
                    <a:pt x="250133" y="328719"/>
                    <a:pt x="250133" y="327461"/>
                  </a:cubicBezTo>
                  <a:cubicBezTo>
                    <a:pt x="250133" y="326203"/>
                    <a:pt x="254708" y="326788"/>
                    <a:pt x="260301" y="328761"/>
                  </a:cubicBezTo>
                  <a:cubicBezTo>
                    <a:pt x="266891" y="331086"/>
                    <a:pt x="275567" y="331822"/>
                    <a:pt x="284960" y="330853"/>
                  </a:cubicBezTo>
                  <a:cubicBezTo>
                    <a:pt x="298714" y="329433"/>
                    <a:pt x="299892" y="329784"/>
                    <a:pt x="308115" y="337754"/>
                  </a:cubicBezTo>
                  <a:cubicBezTo>
                    <a:pt x="312880" y="342373"/>
                    <a:pt x="320648" y="346943"/>
                    <a:pt x="325378" y="347910"/>
                  </a:cubicBezTo>
                  <a:cubicBezTo>
                    <a:pt x="330622" y="348983"/>
                    <a:pt x="335130" y="351981"/>
                    <a:pt x="336932" y="355594"/>
                  </a:cubicBezTo>
                  <a:cubicBezTo>
                    <a:pt x="338556" y="358853"/>
                    <a:pt x="341091" y="362725"/>
                    <a:pt x="342564" y="364198"/>
                  </a:cubicBezTo>
                  <a:cubicBezTo>
                    <a:pt x="344037" y="365671"/>
                    <a:pt x="344568" y="368768"/>
                    <a:pt x="343743" y="371080"/>
                  </a:cubicBezTo>
                  <a:cubicBezTo>
                    <a:pt x="342917" y="373391"/>
                    <a:pt x="343194" y="374419"/>
                    <a:pt x="344358" y="373363"/>
                  </a:cubicBezTo>
                  <a:cubicBezTo>
                    <a:pt x="345522" y="372307"/>
                    <a:pt x="348182" y="373882"/>
                    <a:pt x="350269" y="376862"/>
                  </a:cubicBezTo>
                  <a:cubicBezTo>
                    <a:pt x="353742" y="381821"/>
                    <a:pt x="355637" y="382132"/>
                    <a:pt x="372627" y="380540"/>
                  </a:cubicBezTo>
                  <a:lnTo>
                    <a:pt x="391189" y="378801"/>
                  </a:lnTo>
                  <a:lnTo>
                    <a:pt x="394232" y="388958"/>
                  </a:lnTo>
                  <a:cubicBezTo>
                    <a:pt x="395906" y="394544"/>
                    <a:pt x="397295" y="401303"/>
                    <a:pt x="397318" y="403978"/>
                  </a:cubicBezTo>
                  <a:cubicBezTo>
                    <a:pt x="397342" y="406653"/>
                    <a:pt x="402699" y="413488"/>
                    <a:pt x="409224" y="419167"/>
                  </a:cubicBezTo>
                  <a:cubicBezTo>
                    <a:pt x="427997" y="435508"/>
                    <a:pt x="431130" y="439291"/>
                    <a:pt x="434929" y="450207"/>
                  </a:cubicBezTo>
                  <a:cubicBezTo>
                    <a:pt x="439665" y="463816"/>
                    <a:pt x="439887" y="463061"/>
                    <a:pt x="429332" y="469288"/>
                  </a:cubicBezTo>
                  <a:cubicBezTo>
                    <a:pt x="420856" y="474289"/>
                    <a:pt x="416443" y="474727"/>
                    <a:pt x="376412" y="474534"/>
                  </a:cubicBezTo>
                  <a:cubicBezTo>
                    <a:pt x="334645" y="474334"/>
                    <a:pt x="332739" y="474101"/>
                    <a:pt x="332739" y="469202"/>
                  </a:cubicBezTo>
                  <a:close/>
                </a:path>
              </a:pathLst>
            </a:custGeom>
            <a:solidFill>
              <a:srgbClr val="B9B9B9"/>
            </a:solidFill>
            <a:ln w="5163" cap="flat">
              <a:noFill/>
              <a:prstDash val="solid"/>
              <a:miter/>
            </a:ln>
          </p:spPr>
          <p:txBody>
            <a:bodyPr/>
            <a:lstStyle/>
            <a:p>
              <a:endParaRPr lang="es-419" noProof="0" dirty="0"/>
            </a:p>
          </p:txBody>
        </p:sp>
        <p:sp>
          <p:nvSpPr>
            <p:cNvPr id="77" name="Forma libre: forma 76">
              <a:extLst>
                <a:ext uri="{FF2B5EF4-FFF2-40B4-BE49-F238E27FC236}">
                  <a16:creationId xmlns:a16="http://schemas.microsoft.com/office/drawing/2014/main" id="{2A52E7C7-06A6-4C30-4C7A-E5861789CE1C}"/>
                </a:ext>
              </a:extLst>
            </p:cNvPr>
            <p:cNvSpPr/>
            <p:nvPr/>
          </p:nvSpPr>
          <p:spPr>
            <a:xfrm>
              <a:off x="1730874" y="2149721"/>
              <a:ext cx="4491" cy="9472"/>
            </a:xfrm>
            <a:custGeom>
              <a:avLst/>
              <a:gdLst>
                <a:gd name="csX0" fmla="*/ 480 w 4491"/>
                <a:gd name="csY0" fmla="*/ 6821 h 9472"/>
                <a:gd name="csX1" fmla="*/ 1619 w 4491"/>
                <a:gd name="csY1" fmla="*/ 1142 h 9472"/>
                <a:gd name="csX2" fmla="*/ 4491 w 4491"/>
                <a:gd name="csY2" fmla="*/ 3948 h 9472"/>
                <a:gd name="csX3" fmla="*/ 480 w 4491"/>
                <a:gd name="csY3" fmla="*/ 6821 h 9472"/>
              </a:gdLst>
              <a:ahLst/>
              <a:cxnLst>
                <a:cxn ang="0">
                  <a:pos x="csX0" y="csY0"/>
                </a:cxn>
                <a:cxn ang="0">
                  <a:pos x="csX1" y="csY1"/>
                </a:cxn>
                <a:cxn ang="0">
                  <a:pos x="csX2" y="csY2"/>
                </a:cxn>
                <a:cxn ang="0">
                  <a:pos x="csX3" y="csY3"/>
                </a:cxn>
              </a:cxnLst>
              <a:rect l="l" t="t" r="r" b="b"/>
              <a:pathLst>
                <a:path w="4491" h="9472">
                  <a:moveTo>
                    <a:pt x="480" y="6821"/>
                  </a:moveTo>
                  <a:cubicBezTo>
                    <a:pt x="-474" y="5277"/>
                    <a:pt x="39" y="2722"/>
                    <a:pt x="1619" y="1142"/>
                  </a:cubicBezTo>
                  <a:cubicBezTo>
                    <a:pt x="3728" y="-968"/>
                    <a:pt x="4491" y="-222"/>
                    <a:pt x="4491" y="3948"/>
                  </a:cubicBezTo>
                  <a:cubicBezTo>
                    <a:pt x="4491" y="10181"/>
                    <a:pt x="3150" y="11141"/>
                    <a:pt x="480" y="6821"/>
                  </a:cubicBezTo>
                  <a:close/>
                </a:path>
              </a:pathLst>
            </a:custGeom>
            <a:solidFill>
              <a:srgbClr val="00C100"/>
            </a:solidFill>
            <a:ln w="5163" cap="flat">
              <a:noFill/>
              <a:prstDash val="solid"/>
              <a:miter/>
            </a:ln>
          </p:spPr>
          <p:txBody>
            <a:bodyPr/>
            <a:lstStyle/>
            <a:p>
              <a:endParaRPr lang="es-419" noProof="0" dirty="0"/>
            </a:p>
          </p:txBody>
        </p:sp>
      </p:grpSp>
      <p:grpSp>
        <p:nvGrpSpPr>
          <p:cNvPr id="78" name="Gráfico 39">
            <a:extLst>
              <a:ext uri="{FF2B5EF4-FFF2-40B4-BE49-F238E27FC236}">
                <a16:creationId xmlns:a16="http://schemas.microsoft.com/office/drawing/2014/main" id="{3916171A-009F-7128-20F8-3C0764EBAAAA}"/>
              </a:ext>
            </a:extLst>
          </p:cNvPr>
          <p:cNvGrpSpPr/>
          <p:nvPr/>
        </p:nvGrpSpPr>
        <p:grpSpPr>
          <a:xfrm>
            <a:off x="2429776" y="2092540"/>
            <a:ext cx="224135" cy="371419"/>
            <a:chOff x="2429776" y="2092540"/>
            <a:chExt cx="224135" cy="371419"/>
          </a:xfrm>
          <a:solidFill>
            <a:srgbClr val="B9B9B9"/>
          </a:solidFill>
        </p:grpSpPr>
        <p:sp>
          <p:nvSpPr>
            <p:cNvPr id="79" name="Forma libre: forma 78">
              <a:extLst>
                <a:ext uri="{FF2B5EF4-FFF2-40B4-BE49-F238E27FC236}">
                  <a16:creationId xmlns:a16="http://schemas.microsoft.com/office/drawing/2014/main" id="{E623ABE3-184C-3611-711C-8633E84A225F}"/>
                </a:ext>
              </a:extLst>
            </p:cNvPr>
            <p:cNvSpPr/>
            <p:nvPr/>
          </p:nvSpPr>
          <p:spPr>
            <a:xfrm>
              <a:off x="2429776" y="2092540"/>
              <a:ext cx="213820" cy="371419"/>
            </a:xfrm>
            <a:custGeom>
              <a:avLst/>
              <a:gdLst>
                <a:gd name="csX0" fmla="*/ 16950 w 213820"/>
                <a:gd name="csY0" fmla="*/ 360449 h 371419"/>
                <a:gd name="csX1" fmla="*/ 11453 w 213820"/>
                <a:gd name="csY1" fmla="*/ 297848 h 371419"/>
                <a:gd name="csX2" fmla="*/ 3696 w 213820"/>
                <a:gd name="csY2" fmla="*/ 222369 h 371419"/>
                <a:gd name="csX3" fmla="*/ 0 w 213820"/>
                <a:gd name="csY3" fmla="*/ 197274 h 371419"/>
                <a:gd name="csX4" fmla="*/ 19120 w 213820"/>
                <a:gd name="csY4" fmla="*/ 182403 h 371419"/>
                <a:gd name="csX5" fmla="*/ 138310 w 213820"/>
                <a:gd name="csY5" fmla="*/ 92657 h 371419"/>
                <a:gd name="csX6" fmla="*/ 152643 w 213820"/>
                <a:gd name="csY6" fmla="*/ 35441 h 371419"/>
                <a:gd name="csX7" fmla="*/ 150658 w 213820"/>
                <a:gd name="csY7" fmla="*/ 20853 h 371419"/>
                <a:gd name="csX8" fmla="*/ 160369 w 213820"/>
                <a:gd name="csY8" fmla="*/ 19300 h 371419"/>
                <a:gd name="csX9" fmla="*/ 171671 w 213820"/>
                <a:gd name="csY9" fmla="*/ 15173 h 371419"/>
                <a:gd name="csX10" fmla="*/ 158173 w 213820"/>
                <a:gd name="csY10" fmla="*/ 10308 h 371419"/>
                <a:gd name="csX11" fmla="*/ 132945 w 213820"/>
                <a:gd name="csY11" fmla="*/ 8975 h 371419"/>
                <a:gd name="csX12" fmla="*/ 120037 w 213820"/>
                <a:gd name="csY12" fmla="*/ 5453 h 371419"/>
                <a:gd name="csX13" fmla="*/ 136817 w 213820"/>
                <a:gd name="csY13" fmla="*/ 5689 h 371419"/>
                <a:gd name="csX14" fmla="*/ 168222 w 213820"/>
                <a:gd name="csY14" fmla="*/ 2321 h 371419"/>
                <a:gd name="csX15" fmla="*/ 193336 w 213820"/>
                <a:gd name="csY15" fmla="*/ 5657 h 371419"/>
                <a:gd name="csX16" fmla="*/ 207546 w 213820"/>
                <a:gd name="csY16" fmla="*/ 12598 h 371419"/>
                <a:gd name="csX17" fmla="*/ 213132 w 213820"/>
                <a:gd name="csY17" fmla="*/ 30004 h 371419"/>
                <a:gd name="csX18" fmla="*/ 187630 w 213820"/>
                <a:gd name="csY18" fmla="*/ 96831 h 371419"/>
                <a:gd name="csX19" fmla="*/ 176562 w 213820"/>
                <a:gd name="csY19" fmla="*/ 115211 h 371419"/>
                <a:gd name="csX20" fmla="*/ 172870 w 213820"/>
                <a:gd name="csY20" fmla="*/ 123601 h 371419"/>
                <a:gd name="csX21" fmla="*/ 166261 w 213820"/>
                <a:gd name="csY21" fmla="*/ 157642 h 371419"/>
                <a:gd name="csX22" fmla="*/ 166219 w 213820"/>
                <a:gd name="csY22" fmla="*/ 169421 h 371419"/>
                <a:gd name="csX23" fmla="*/ 156436 w 213820"/>
                <a:gd name="csY23" fmla="*/ 177166 h 371419"/>
                <a:gd name="csX24" fmla="*/ 152486 w 213820"/>
                <a:gd name="csY24" fmla="*/ 184910 h 371419"/>
                <a:gd name="csX25" fmla="*/ 149724 w 213820"/>
                <a:gd name="csY25" fmla="*/ 180392 h 371419"/>
                <a:gd name="csX26" fmla="*/ 150673 w 213820"/>
                <a:gd name="csY26" fmla="*/ 190434 h 371419"/>
                <a:gd name="csX27" fmla="*/ 157540 w 213820"/>
                <a:gd name="csY27" fmla="*/ 189342 h 371419"/>
                <a:gd name="csX28" fmla="*/ 164336 w 213820"/>
                <a:gd name="csY28" fmla="*/ 186648 h 371419"/>
                <a:gd name="csX29" fmla="*/ 167794 w 213820"/>
                <a:gd name="csY29" fmla="*/ 183969 h 371419"/>
                <a:gd name="csX30" fmla="*/ 171021 w 213820"/>
                <a:gd name="csY30" fmla="*/ 181048 h 371419"/>
                <a:gd name="csX31" fmla="*/ 159467 w 213820"/>
                <a:gd name="csY31" fmla="*/ 208029 h 371419"/>
                <a:gd name="csX32" fmla="*/ 153370 w 213820"/>
                <a:gd name="csY32" fmla="*/ 220699 h 371419"/>
                <a:gd name="csX33" fmla="*/ 158583 w 213820"/>
                <a:gd name="csY33" fmla="*/ 221050 h 371419"/>
                <a:gd name="csX34" fmla="*/ 167434 w 213820"/>
                <a:gd name="csY34" fmla="*/ 216533 h 371419"/>
                <a:gd name="csX35" fmla="*/ 167794 w 213820"/>
                <a:gd name="csY35" fmla="*/ 224277 h 371419"/>
                <a:gd name="csX36" fmla="*/ 162477 w 213820"/>
                <a:gd name="csY36" fmla="*/ 240411 h 371419"/>
                <a:gd name="csX37" fmla="*/ 159980 w 213820"/>
                <a:gd name="csY37" fmla="*/ 264290 h 371419"/>
                <a:gd name="csX38" fmla="*/ 154702 w 213820"/>
                <a:gd name="csY38" fmla="*/ 297848 h 371419"/>
                <a:gd name="csX39" fmla="*/ 147143 w 213820"/>
                <a:gd name="csY39" fmla="*/ 319016 h 371419"/>
                <a:gd name="csX40" fmla="*/ 144561 w 213820"/>
                <a:gd name="csY40" fmla="*/ 314628 h 371419"/>
                <a:gd name="csX41" fmla="*/ 142397 w 213820"/>
                <a:gd name="csY41" fmla="*/ 312692 h 371419"/>
                <a:gd name="csX42" fmla="*/ 133654 w 213820"/>
                <a:gd name="csY42" fmla="*/ 296518 h 371419"/>
                <a:gd name="csX43" fmla="*/ 127870 w 213820"/>
                <a:gd name="csY43" fmla="*/ 279915 h 371419"/>
                <a:gd name="csX44" fmla="*/ 129246 w 213820"/>
                <a:gd name="csY44" fmla="*/ 255255 h 371419"/>
                <a:gd name="csX45" fmla="*/ 125242 w 213820"/>
                <a:gd name="csY45" fmla="*/ 260285 h 371419"/>
                <a:gd name="csX46" fmla="*/ 118479 w 213820"/>
                <a:gd name="csY46" fmla="*/ 266956 h 371419"/>
                <a:gd name="csX47" fmla="*/ 115990 w 213820"/>
                <a:gd name="csY47" fmla="*/ 271823 h 371419"/>
                <a:gd name="csX48" fmla="*/ 103625 w 213820"/>
                <a:gd name="csY48" fmla="*/ 299151 h 371419"/>
                <a:gd name="csX49" fmla="*/ 93086 w 213820"/>
                <a:gd name="csY49" fmla="*/ 304140 h 371419"/>
                <a:gd name="csX50" fmla="*/ 86910 w 213820"/>
                <a:gd name="csY50" fmla="*/ 313522 h 371419"/>
                <a:gd name="csX51" fmla="*/ 79326 w 213820"/>
                <a:gd name="csY51" fmla="*/ 328399 h 371419"/>
                <a:gd name="csX52" fmla="*/ 69895 w 213820"/>
                <a:gd name="csY52" fmla="*/ 347747 h 371419"/>
                <a:gd name="csX53" fmla="*/ 51629 w 213820"/>
                <a:gd name="csY53" fmla="*/ 357222 h 371419"/>
                <a:gd name="csX54" fmla="*/ 36622 w 213820"/>
                <a:gd name="csY54" fmla="*/ 363051 h 371419"/>
                <a:gd name="csX55" fmla="*/ 27100 w 213820"/>
                <a:gd name="csY55" fmla="*/ 371420 h 371419"/>
                <a:gd name="csX56" fmla="*/ 16950 w 213820"/>
                <a:gd name="csY56" fmla="*/ 360449 h 3714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Lst>
              <a:rect l="l" t="t" r="r" b="b"/>
              <a:pathLst>
                <a:path w="213820" h="371419">
                  <a:moveTo>
                    <a:pt x="16950" y="360449"/>
                  </a:moveTo>
                  <a:cubicBezTo>
                    <a:pt x="16160" y="354414"/>
                    <a:pt x="13687" y="326244"/>
                    <a:pt x="11453" y="297848"/>
                  </a:cubicBezTo>
                  <a:cubicBezTo>
                    <a:pt x="9219" y="269452"/>
                    <a:pt x="5728" y="235487"/>
                    <a:pt x="3696" y="222369"/>
                  </a:cubicBezTo>
                  <a:cubicBezTo>
                    <a:pt x="1663" y="209251"/>
                    <a:pt x="0" y="197958"/>
                    <a:pt x="0" y="197274"/>
                  </a:cubicBezTo>
                  <a:cubicBezTo>
                    <a:pt x="0" y="196590"/>
                    <a:pt x="8604" y="189898"/>
                    <a:pt x="19120" y="182403"/>
                  </a:cubicBezTo>
                  <a:cubicBezTo>
                    <a:pt x="45138" y="163860"/>
                    <a:pt x="131668" y="98706"/>
                    <a:pt x="138310" y="92657"/>
                  </a:cubicBezTo>
                  <a:cubicBezTo>
                    <a:pt x="147047" y="84700"/>
                    <a:pt x="155017" y="52884"/>
                    <a:pt x="152643" y="35441"/>
                  </a:cubicBezTo>
                  <a:lnTo>
                    <a:pt x="150658" y="20853"/>
                  </a:lnTo>
                  <a:lnTo>
                    <a:pt x="160369" y="19300"/>
                  </a:lnTo>
                  <a:cubicBezTo>
                    <a:pt x="165710" y="18446"/>
                    <a:pt x="170796" y="16589"/>
                    <a:pt x="171671" y="15173"/>
                  </a:cubicBezTo>
                  <a:cubicBezTo>
                    <a:pt x="174939" y="9885"/>
                    <a:pt x="170188" y="8173"/>
                    <a:pt x="158173" y="10308"/>
                  </a:cubicBezTo>
                  <a:cubicBezTo>
                    <a:pt x="149606" y="11830"/>
                    <a:pt x="141919" y="11424"/>
                    <a:pt x="132945" y="8975"/>
                  </a:cubicBezTo>
                  <a:lnTo>
                    <a:pt x="120037" y="5453"/>
                  </a:lnTo>
                  <a:lnTo>
                    <a:pt x="136817" y="5689"/>
                  </a:lnTo>
                  <a:cubicBezTo>
                    <a:pt x="146045" y="5819"/>
                    <a:pt x="160178" y="4304"/>
                    <a:pt x="168222" y="2321"/>
                  </a:cubicBezTo>
                  <a:cubicBezTo>
                    <a:pt x="182583" y="-1218"/>
                    <a:pt x="183037" y="-1158"/>
                    <a:pt x="193336" y="5657"/>
                  </a:cubicBezTo>
                  <a:cubicBezTo>
                    <a:pt x="199104" y="9475"/>
                    <a:pt x="205499" y="12598"/>
                    <a:pt x="207546" y="12598"/>
                  </a:cubicBezTo>
                  <a:cubicBezTo>
                    <a:pt x="210236" y="12598"/>
                    <a:pt x="211785" y="17427"/>
                    <a:pt x="213132" y="30004"/>
                  </a:cubicBezTo>
                  <a:cubicBezTo>
                    <a:pt x="216062" y="57367"/>
                    <a:pt x="210014" y="73217"/>
                    <a:pt x="187630" y="96831"/>
                  </a:cubicBezTo>
                  <a:cubicBezTo>
                    <a:pt x="182422" y="102326"/>
                    <a:pt x="177441" y="110596"/>
                    <a:pt x="176562" y="115211"/>
                  </a:cubicBezTo>
                  <a:cubicBezTo>
                    <a:pt x="175683" y="119825"/>
                    <a:pt x="174022" y="123601"/>
                    <a:pt x="172870" y="123601"/>
                  </a:cubicBezTo>
                  <a:cubicBezTo>
                    <a:pt x="168512" y="123601"/>
                    <a:pt x="164964" y="141879"/>
                    <a:pt x="166261" y="157642"/>
                  </a:cubicBezTo>
                  <a:cubicBezTo>
                    <a:pt x="166999" y="166605"/>
                    <a:pt x="166980" y="171906"/>
                    <a:pt x="166219" y="169421"/>
                  </a:cubicBezTo>
                  <a:cubicBezTo>
                    <a:pt x="163842" y="161666"/>
                    <a:pt x="160352" y="164428"/>
                    <a:pt x="156436" y="177166"/>
                  </a:cubicBezTo>
                  <a:cubicBezTo>
                    <a:pt x="154362" y="183910"/>
                    <a:pt x="152584" y="187395"/>
                    <a:pt x="152486" y="184910"/>
                  </a:cubicBezTo>
                  <a:cubicBezTo>
                    <a:pt x="152387" y="182425"/>
                    <a:pt x="151144" y="180392"/>
                    <a:pt x="149724" y="180392"/>
                  </a:cubicBezTo>
                  <a:cubicBezTo>
                    <a:pt x="145947" y="180392"/>
                    <a:pt x="146574" y="187032"/>
                    <a:pt x="150673" y="190434"/>
                  </a:cubicBezTo>
                  <a:cubicBezTo>
                    <a:pt x="153362" y="192666"/>
                    <a:pt x="154997" y="192406"/>
                    <a:pt x="157540" y="189342"/>
                  </a:cubicBezTo>
                  <a:cubicBezTo>
                    <a:pt x="159375" y="187130"/>
                    <a:pt x="162434" y="185918"/>
                    <a:pt x="164336" y="186648"/>
                  </a:cubicBezTo>
                  <a:cubicBezTo>
                    <a:pt x="166311" y="187405"/>
                    <a:pt x="167794" y="186256"/>
                    <a:pt x="167794" y="183969"/>
                  </a:cubicBezTo>
                  <a:cubicBezTo>
                    <a:pt x="167794" y="181765"/>
                    <a:pt x="169246" y="180451"/>
                    <a:pt x="171021" y="181048"/>
                  </a:cubicBezTo>
                  <a:cubicBezTo>
                    <a:pt x="178588" y="183594"/>
                    <a:pt x="167396" y="209728"/>
                    <a:pt x="159467" y="208029"/>
                  </a:cubicBezTo>
                  <a:cubicBezTo>
                    <a:pt x="155365" y="207150"/>
                    <a:pt x="151352" y="215489"/>
                    <a:pt x="153370" y="220699"/>
                  </a:cubicBezTo>
                  <a:cubicBezTo>
                    <a:pt x="155154" y="225305"/>
                    <a:pt x="155436" y="225324"/>
                    <a:pt x="158583" y="221050"/>
                  </a:cubicBezTo>
                  <a:cubicBezTo>
                    <a:pt x="160413" y="218566"/>
                    <a:pt x="164395" y="216533"/>
                    <a:pt x="167434" y="216533"/>
                  </a:cubicBezTo>
                  <a:cubicBezTo>
                    <a:pt x="174275" y="216533"/>
                    <a:pt x="174331" y="217740"/>
                    <a:pt x="167794" y="224277"/>
                  </a:cubicBezTo>
                  <a:cubicBezTo>
                    <a:pt x="164323" y="227748"/>
                    <a:pt x="162581" y="233035"/>
                    <a:pt x="162477" y="240411"/>
                  </a:cubicBezTo>
                  <a:cubicBezTo>
                    <a:pt x="162393" y="246445"/>
                    <a:pt x="161269" y="257191"/>
                    <a:pt x="159980" y="264290"/>
                  </a:cubicBezTo>
                  <a:cubicBezTo>
                    <a:pt x="158691" y="271389"/>
                    <a:pt x="156316" y="286490"/>
                    <a:pt x="154702" y="297848"/>
                  </a:cubicBezTo>
                  <a:cubicBezTo>
                    <a:pt x="152051" y="316511"/>
                    <a:pt x="147143" y="330254"/>
                    <a:pt x="147143" y="319016"/>
                  </a:cubicBezTo>
                  <a:cubicBezTo>
                    <a:pt x="147143" y="316603"/>
                    <a:pt x="145981" y="314628"/>
                    <a:pt x="144561" y="314628"/>
                  </a:cubicBezTo>
                  <a:cubicBezTo>
                    <a:pt x="143141" y="314628"/>
                    <a:pt x="142167" y="313757"/>
                    <a:pt x="142397" y="312692"/>
                  </a:cubicBezTo>
                  <a:cubicBezTo>
                    <a:pt x="143282" y="308582"/>
                    <a:pt x="136781" y="296556"/>
                    <a:pt x="133654" y="296518"/>
                  </a:cubicBezTo>
                  <a:cubicBezTo>
                    <a:pt x="125264" y="296417"/>
                    <a:pt x="123998" y="292782"/>
                    <a:pt x="127870" y="279915"/>
                  </a:cubicBezTo>
                  <a:cubicBezTo>
                    <a:pt x="132191" y="265558"/>
                    <a:pt x="132766" y="255255"/>
                    <a:pt x="129246" y="255255"/>
                  </a:cubicBezTo>
                  <a:cubicBezTo>
                    <a:pt x="127923" y="255255"/>
                    <a:pt x="126121" y="257518"/>
                    <a:pt x="125242" y="260285"/>
                  </a:cubicBezTo>
                  <a:cubicBezTo>
                    <a:pt x="124364" y="263052"/>
                    <a:pt x="121321" y="266054"/>
                    <a:pt x="118479" y="266956"/>
                  </a:cubicBezTo>
                  <a:cubicBezTo>
                    <a:pt x="114695" y="268157"/>
                    <a:pt x="114029" y="269460"/>
                    <a:pt x="115990" y="271823"/>
                  </a:cubicBezTo>
                  <a:cubicBezTo>
                    <a:pt x="120178" y="276868"/>
                    <a:pt x="111817" y="295346"/>
                    <a:pt x="103625" y="299151"/>
                  </a:cubicBezTo>
                  <a:cubicBezTo>
                    <a:pt x="99874" y="300894"/>
                    <a:pt x="95131" y="303139"/>
                    <a:pt x="93086" y="304140"/>
                  </a:cubicBezTo>
                  <a:cubicBezTo>
                    <a:pt x="91041" y="305142"/>
                    <a:pt x="88261" y="309364"/>
                    <a:pt x="86910" y="313522"/>
                  </a:cubicBezTo>
                  <a:cubicBezTo>
                    <a:pt x="85558" y="317680"/>
                    <a:pt x="82145" y="324374"/>
                    <a:pt x="79326" y="328399"/>
                  </a:cubicBezTo>
                  <a:cubicBezTo>
                    <a:pt x="76507" y="332423"/>
                    <a:pt x="72263" y="341130"/>
                    <a:pt x="69895" y="347747"/>
                  </a:cubicBezTo>
                  <a:cubicBezTo>
                    <a:pt x="65145" y="361024"/>
                    <a:pt x="59224" y="364095"/>
                    <a:pt x="51629" y="357222"/>
                  </a:cubicBezTo>
                  <a:cubicBezTo>
                    <a:pt x="44314" y="350602"/>
                    <a:pt x="37572" y="353221"/>
                    <a:pt x="36622" y="363051"/>
                  </a:cubicBezTo>
                  <a:cubicBezTo>
                    <a:pt x="35885" y="370676"/>
                    <a:pt x="35039" y="371420"/>
                    <a:pt x="27100" y="371420"/>
                  </a:cubicBezTo>
                  <a:cubicBezTo>
                    <a:pt x="18795" y="371420"/>
                    <a:pt x="18319" y="370905"/>
                    <a:pt x="16950" y="360449"/>
                  </a:cubicBezTo>
                  <a:close/>
                </a:path>
              </a:pathLst>
            </a:custGeom>
            <a:solidFill>
              <a:srgbClr val="B9B9B9"/>
            </a:solidFill>
            <a:ln w="5163" cap="flat">
              <a:noFill/>
              <a:prstDash val="solid"/>
              <a:miter/>
            </a:ln>
          </p:spPr>
          <p:txBody>
            <a:bodyPr/>
            <a:lstStyle/>
            <a:p>
              <a:endParaRPr lang="es-419" noProof="0" dirty="0"/>
            </a:p>
          </p:txBody>
        </p:sp>
        <p:sp>
          <p:nvSpPr>
            <p:cNvPr id="80" name="Forma libre: forma 79">
              <a:extLst>
                <a:ext uri="{FF2B5EF4-FFF2-40B4-BE49-F238E27FC236}">
                  <a16:creationId xmlns:a16="http://schemas.microsoft.com/office/drawing/2014/main" id="{E3CFD1E6-CF45-A6E8-21B7-AFB0B77DE487}"/>
                </a:ext>
              </a:extLst>
            </p:cNvPr>
            <p:cNvSpPr/>
            <p:nvPr/>
          </p:nvSpPr>
          <p:spPr>
            <a:xfrm>
              <a:off x="2598432" y="2301328"/>
              <a:ext cx="4301" cy="5162"/>
            </a:xfrm>
            <a:custGeom>
              <a:avLst/>
              <a:gdLst>
                <a:gd name="csX0" fmla="*/ 429 w 4301"/>
                <a:gd name="csY0" fmla="*/ 2581 h 5162"/>
                <a:gd name="csX1" fmla="*/ 1567 w 4301"/>
                <a:gd name="csY1" fmla="*/ 0 h 5162"/>
                <a:gd name="csX2" fmla="*/ 4301 w 4301"/>
                <a:gd name="csY2" fmla="*/ 2581 h 5162"/>
                <a:gd name="csX3" fmla="*/ 3163 w 4301"/>
                <a:gd name="csY3" fmla="*/ 5163 h 5162"/>
                <a:gd name="csX4" fmla="*/ 429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429" y="2581"/>
                  </a:moveTo>
                  <a:cubicBezTo>
                    <a:pt x="-448" y="1162"/>
                    <a:pt x="64" y="0"/>
                    <a:pt x="1567" y="0"/>
                  </a:cubicBezTo>
                  <a:cubicBezTo>
                    <a:pt x="3071" y="0"/>
                    <a:pt x="4301" y="1162"/>
                    <a:pt x="4301" y="2581"/>
                  </a:cubicBezTo>
                  <a:cubicBezTo>
                    <a:pt x="4301" y="4001"/>
                    <a:pt x="3789" y="5163"/>
                    <a:pt x="3163" y="5163"/>
                  </a:cubicBezTo>
                  <a:cubicBezTo>
                    <a:pt x="2537" y="5163"/>
                    <a:pt x="1307" y="4001"/>
                    <a:pt x="429" y="2581"/>
                  </a:cubicBezTo>
                  <a:close/>
                </a:path>
              </a:pathLst>
            </a:custGeom>
            <a:solidFill>
              <a:srgbClr val="B9B9B9"/>
            </a:solidFill>
            <a:ln w="5163" cap="flat">
              <a:noFill/>
              <a:prstDash val="solid"/>
              <a:miter/>
            </a:ln>
          </p:spPr>
          <p:txBody>
            <a:bodyPr/>
            <a:lstStyle/>
            <a:p>
              <a:endParaRPr lang="es-419" noProof="0" dirty="0"/>
            </a:p>
          </p:txBody>
        </p:sp>
        <p:sp>
          <p:nvSpPr>
            <p:cNvPr id="81" name="Forma libre: forma 80">
              <a:extLst>
                <a:ext uri="{FF2B5EF4-FFF2-40B4-BE49-F238E27FC236}">
                  <a16:creationId xmlns:a16="http://schemas.microsoft.com/office/drawing/2014/main" id="{D6D04E39-58BC-0D12-38E8-CA81A6DA1651}"/>
                </a:ext>
              </a:extLst>
            </p:cNvPr>
            <p:cNvSpPr/>
            <p:nvPr/>
          </p:nvSpPr>
          <p:spPr>
            <a:xfrm>
              <a:off x="2631714" y="2178527"/>
              <a:ext cx="22197" cy="31992"/>
            </a:xfrm>
            <a:custGeom>
              <a:avLst/>
              <a:gdLst>
                <a:gd name="csX0" fmla="*/ 471 w 22197"/>
                <a:gd name="csY0" fmla="*/ 28899 h 31992"/>
                <a:gd name="csX1" fmla="*/ 9355 w 22197"/>
                <a:gd name="csY1" fmla="*/ 4976 h 31992"/>
                <a:gd name="csX2" fmla="*/ 18130 w 22197"/>
                <a:gd name="csY2" fmla="*/ 1262 h 31992"/>
                <a:gd name="csX3" fmla="*/ 15361 w 22197"/>
                <a:gd name="csY3" fmla="*/ 16772 h 31992"/>
                <a:gd name="csX4" fmla="*/ 471 w 22197"/>
                <a:gd name="csY4" fmla="*/ 28899 h 31992"/>
              </a:gdLst>
              <a:ahLst/>
              <a:cxnLst>
                <a:cxn ang="0">
                  <a:pos x="csX0" y="csY0"/>
                </a:cxn>
                <a:cxn ang="0">
                  <a:pos x="csX1" y="csY1"/>
                </a:cxn>
                <a:cxn ang="0">
                  <a:pos x="csX2" y="csY2"/>
                </a:cxn>
                <a:cxn ang="0">
                  <a:pos x="csX3" y="csY3"/>
                </a:cxn>
                <a:cxn ang="0">
                  <a:pos x="csX4" y="csY4"/>
                </a:cxn>
              </a:cxnLst>
              <a:rect l="l" t="t" r="r" b="b"/>
              <a:pathLst>
                <a:path w="22197" h="31992">
                  <a:moveTo>
                    <a:pt x="471" y="28899"/>
                  </a:moveTo>
                  <a:cubicBezTo>
                    <a:pt x="-1762" y="23078"/>
                    <a:pt x="4399" y="6487"/>
                    <a:pt x="9355" y="4976"/>
                  </a:cubicBezTo>
                  <a:cubicBezTo>
                    <a:pt x="11697" y="4262"/>
                    <a:pt x="15646" y="2591"/>
                    <a:pt x="18130" y="1262"/>
                  </a:cubicBezTo>
                  <a:cubicBezTo>
                    <a:pt x="24115" y="-1937"/>
                    <a:pt x="23741" y="160"/>
                    <a:pt x="15361" y="16772"/>
                  </a:cubicBezTo>
                  <a:cubicBezTo>
                    <a:pt x="7920" y="31524"/>
                    <a:pt x="3013" y="35521"/>
                    <a:pt x="471" y="28899"/>
                  </a:cubicBezTo>
                  <a:close/>
                </a:path>
              </a:pathLst>
            </a:custGeom>
            <a:solidFill>
              <a:srgbClr val="B9B9B9"/>
            </a:solidFill>
            <a:ln w="5163" cap="flat">
              <a:noFill/>
              <a:prstDash val="solid"/>
              <a:miter/>
            </a:ln>
          </p:spPr>
          <p:txBody>
            <a:bodyPr/>
            <a:lstStyle/>
            <a:p>
              <a:endParaRPr lang="es-419" noProof="0" dirty="0"/>
            </a:p>
          </p:txBody>
        </p:sp>
        <p:sp>
          <p:nvSpPr>
            <p:cNvPr id="82" name="Forma libre: forma 81">
              <a:extLst>
                <a:ext uri="{FF2B5EF4-FFF2-40B4-BE49-F238E27FC236}">
                  <a16:creationId xmlns:a16="http://schemas.microsoft.com/office/drawing/2014/main" id="{F1FAF947-96EE-62F7-AD20-91DAB59B250E}"/>
                </a:ext>
              </a:extLst>
            </p:cNvPr>
            <p:cNvSpPr/>
            <p:nvPr/>
          </p:nvSpPr>
          <p:spPr>
            <a:xfrm>
              <a:off x="2646618" y="2128371"/>
              <a:ext cx="5162" cy="6756"/>
            </a:xfrm>
            <a:custGeom>
              <a:avLst/>
              <a:gdLst>
                <a:gd name="csX0" fmla="*/ 0 w 5162"/>
                <a:gd name="csY0" fmla="*/ 4025 h 6756"/>
                <a:gd name="csX1" fmla="*/ 2581 w 5162"/>
                <a:gd name="csY1" fmla="*/ 0 h 6756"/>
                <a:gd name="csX2" fmla="*/ 5163 w 5162"/>
                <a:gd name="csY2" fmla="*/ 2429 h 6756"/>
                <a:gd name="csX3" fmla="*/ 2581 w 5162"/>
                <a:gd name="csY3" fmla="*/ 6454 h 6756"/>
                <a:gd name="csX4" fmla="*/ 0 w 5162"/>
                <a:gd name="csY4" fmla="*/ 4025 h 6756"/>
              </a:gdLst>
              <a:ahLst/>
              <a:cxnLst>
                <a:cxn ang="0">
                  <a:pos x="csX0" y="csY0"/>
                </a:cxn>
                <a:cxn ang="0">
                  <a:pos x="csX1" y="csY1"/>
                </a:cxn>
                <a:cxn ang="0">
                  <a:pos x="csX2" y="csY2"/>
                </a:cxn>
                <a:cxn ang="0">
                  <a:pos x="csX3" y="csY3"/>
                </a:cxn>
                <a:cxn ang="0">
                  <a:pos x="csX4" y="csY4"/>
                </a:cxn>
              </a:cxnLst>
              <a:rect l="l" t="t" r="r" b="b"/>
              <a:pathLst>
                <a:path w="5162" h="6756">
                  <a:moveTo>
                    <a:pt x="0" y="4025"/>
                  </a:moveTo>
                  <a:cubicBezTo>
                    <a:pt x="0" y="1811"/>
                    <a:pt x="1162" y="0"/>
                    <a:pt x="2581" y="0"/>
                  </a:cubicBezTo>
                  <a:cubicBezTo>
                    <a:pt x="4001" y="0"/>
                    <a:pt x="5163" y="1093"/>
                    <a:pt x="5163" y="2429"/>
                  </a:cubicBezTo>
                  <a:cubicBezTo>
                    <a:pt x="5163" y="3765"/>
                    <a:pt x="4001" y="5576"/>
                    <a:pt x="2581" y="6454"/>
                  </a:cubicBezTo>
                  <a:cubicBezTo>
                    <a:pt x="1162" y="7331"/>
                    <a:pt x="0" y="6238"/>
                    <a:pt x="0" y="4025"/>
                  </a:cubicBezTo>
                  <a:close/>
                </a:path>
              </a:pathLst>
            </a:custGeom>
            <a:solidFill>
              <a:srgbClr val="B9B9B9"/>
            </a:solidFill>
            <a:ln w="5163" cap="flat">
              <a:noFill/>
              <a:prstDash val="solid"/>
              <a:miter/>
            </a:ln>
          </p:spPr>
          <p:txBody>
            <a:bodyPr/>
            <a:lstStyle/>
            <a:p>
              <a:endParaRPr lang="es-419" noProof="0" dirty="0"/>
            </a:p>
          </p:txBody>
        </p:sp>
        <p:sp>
          <p:nvSpPr>
            <p:cNvPr id="83" name="Forma libre: forma 82">
              <a:extLst>
                <a:ext uri="{FF2B5EF4-FFF2-40B4-BE49-F238E27FC236}">
                  <a16:creationId xmlns:a16="http://schemas.microsoft.com/office/drawing/2014/main" id="{A173EA47-985B-FDDC-02BF-9E121279583C}"/>
                </a:ext>
              </a:extLst>
            </p:cNvPr>
            <p:cNvSpPr/>
            <p:nvPr/>
          </p:nvSpPr>
          <p:spPr>
            <a:xfrm>
              <a:off x="2646618" y="2110301"/>
              <a:ext cx="4301" cy="5162"/>
            </a:xfrm>
            <a:custGeom>
              <a:avLst/>
              <a:gdLst>
                <a:gd name="csX0" fmla="*/ 0 w 4301"/>
                <a:gd name="csY0" fmla="*/ 2581 h 5162"/>
                <a:gd name="csX1" fmla="*/ 1138 w 4301"/>
                <a:gd name="csY1" fmla="*/ 0 h 5162"/>
                <a:gd name="csX2" fmla="*/ 3872 w 4301"/>
                <a:gd name="csY2" fmla="*/ 2581 h 5162"/>
                <a:gd name="csX3" fmla="*/ 2734 w 4301"/>
                <a:gd name="csY3" fmla="*/ 5163 h 5162"/>
                <a:gd name="csX4" fmla="*/ 0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0" y="2581"/>
                  </a:moveTo>
                  <a:cubicBezTo>
                    <a:pt x="0" y="1162"/>
                    <a:pt x="512" y="0"/>
                    <a:pt x="1138" y="0"/>
                  </a:cubicBezTo>
                  <a:cubicBezTo>
                    <a:pt x="1765" y="0"/>
                    <a:pt x="2995" y="1162"/>
                    <a:pt x="3872" y="2581"/>
                  </a:cubicBezTo>
                  <a:cubicBezTo>
                    <a:pt x="4750" y="4001"/>
                    <a:pt x="4237" y="5163"/>
                    <a:pt x="2734" y="5163"/>
                  </a:cubicBezTo>
                  <a:cubicBezTo>
                    <a:pt x="1230" y="5163"/>
                    <a:pt x="0" y="4001"/>
                    <a:pt x="0" y="2581"/>
                  </a:cubicBezTo>
                  <a:close/>
                </a:path>
              </a:pathLst>
            </a:custGeom>
            <a:solidFill>
              <a:srgbClr val="B9B9B9"/>
            </a:solidFill>
            <a:ln w="5163" cap="flat">
              <a:noFill/>
              <a:prstDash val="solid"/>
              <a:miter/>
            </a:ln>
          </p:spPr>
          <p:txBody>
            <a:bodyPr/>
            <a:lstStyle/>
            <a:p>
              <a:endParaRPr lang="es-419" noProof="0" dirty="0"/>
            </a:p>
          </p:txBody>
        </p:sp>
      </p:grpSp>
      <p:grpSp>
        <p:nvGrpSpPr>
          <p:cNvPr id="84" name="Gráfico 39">
            <a:extLst>
              <a:ext uri="{FF2B5EF4-FFF2-40B4-BE49-F238E27FC236}">
                <a16:creationId xmlns:a16="http://schemas.microsoft.com/office/drawing/2014/main" id="{422140AB-55FA-0165-C3E7-213131E9411E}"/>
              </a:ext>
            </a:extLst>
          </p:cNvPr>
          <p:cNvGrpSpPr/>
          <p:nvPr/>
        </p:nvGrpSpPr>
        <p:grpSpPr>
          <a:xfrm>
            <a:off x="924790" y="1999612"/>
            <a:ext cx="235561" cy="223008"/>
            <a:chOff x="924790" y="1999612"/>
            <a:chExt cx="235561" cy="223008"/>
          </a:xfrm>
          <a:solidFill>
            <a:srgbClr val="B9B9B9"/>
          </a:solidFill>
        </p:grpSpPr>
        <p:sp>
          <p:nvSpPr>
            <p:cNvPr id="85" name="Forma libre: forma 84">
              <a:extLst>
                <a:ext uri="{FF2B5EF4-FFF2-40B4-BE49-F238E27FC236}">
                  <a16:creationId xmlns:a16="http://schemas.microsoft.com/office/drawing/2014/main" id="{CB4CFCF6-CCA8-EAA1-BF5E-EC715894DADF}"/>
                </a:ext>
              </a:extLst>
            </p:cNvPr>
            <p:cNvSpPr/>
            <p:nvPr/>
          </p:nvSpPr>
          <p:spPr>
            <a:xfrm>
              <a:off x="1018216" y="1999612"/>
              <a:ext cx="142135" cy="223008"/>
            </a:xfrm>
            <a:custGeom>
              <a:avLst/>
              <a:gdLst>
                <a:gd name="csX0" fmla="*/ 33142 w 142135"/>
                <a:gd name="csY0" fmla="*/ 222624 h 223008"/>
                <a:gd name="csX1" fmla="*/ 24030 w 142135"/>
                <a:gd name="csY1" fmla="*/ 217989 h 223008"/>
                <a:gd name="csX2" fmla="*/ 15077 w 142135"/>
                <a:gd name="csY2" fmla="*/ 214475 h 223008"/>
                <a:gd name="csX3" fmla="*/ 28065 w 142135"/>
                <a:gd name="csY3" fmla="*/ 199749 h 223008"/>
                <a:gd name="csX4" fmla="*/ 39623 w 142135"/>
                <a:gd name="csY4" fmla="*/ 181324 h 223008"/>
                <a:gd name="csX5" fmla="*/ 40552 w 142135"/>
                <a:gd name="csY5" fmla="*/ 163618 h 223008"/>
                <a:gd name="csX6" fmla="*/ 38270 w 142135"/>
                <a:gd name="csY6" fmla="*/ 146871 h 223008"/>
                <a:gd name="csX7" fmla="*/ 31342 w 142135"/>
                <a:gd name="csY7" fmla="*/ 141344 h 223008"/>
                <a:gd name="csX8" fmla="*/ 23064 w 142135"/>
                <a:gd name="csY8" fmla="*/ 130695 h 223008"/>
                <a:gd name="csX9" fmla="*/ 21238 w 142135"/>
                <a:gd name="csY9" fmla="*/ 121015 h 223008"/>
                <a:gd name="csX10" fmla="*/ 21448 w 142135"/>
                <a:gd name="csY10" fmla="*/ 110689 h 223008"/>
                <a:gd name="csX11" fmla="*/ 17417 w 142135"/>
                <a:gd name="csY11" fmla="*/ 113600 h 223008"/>
                <a:gd name="csX12" fmla="*/ 6090 w 142135"/>
                <a:gd name="csY12" fmla="*/ 75839 h 223008"/>
                <a:gd name="csX13" fmla="*/ 446 w 142135"/>
                <a:gd name="csY13" fmla="*/ 49379 h 223008"/>
                <a:gd name="csX14" fmla="*/ 1787 w 142135"/>
                <a:gd name="csY14" fmla="*/ 43571 h 223008"/>
                <a:gd name="csX15" fmla="*/ 4669 w 142135"/>
                <a:gd name="csY15" fmla="*/ 50173 h 223008"/>
                <a:gd name="csX16" fmla="*/ 15640 w 142135"/>
                <a:gd name="csY16" fmla="*/ 55981 h 223008"/>
                <a:gd name="csX17" fmla="*/ 25590 w 142135"/>
                <a:gd name="csY17" fmla="*/ 51315 h 223008"/>
                <a:gd name="csX18" fmla="*/ 21927 w 142135"/>
                <a:gd name="csY18" fmla="*/ 38128 h 223008"/>
                <a:gd name="csX19" fmla="*/ 25126 w 142135"/>
                <a:gd name="csY19" fmla="*/ 20612 h 223008"/>
                <a:gd name="csX20" fmla="*/ 29635 w 142135"/>
                <a:gd name="csY20" fmla="*/ 8944 h 223008"/>
                <a:gd name="csX21" fmla="*/ 56601 w 142135"/>
                <a:gd name="csY21" fmla="*/ 2664 h 223008"/>
                <a:gd name="csX22" fmla="*/ 68014 w 142135"/>
                <a:gd name="csY22" fmla="*/ 14926 h 223008"/>
                <a:gd name="csX23" fmla="*/ 70397 w 142135"/>
                <a:gd name="csY23" fmla="*/ 28730 h 223008"/>
                <a:gd name="csX24" fmla="*/ 64799 w 142135"/>
                <a:gd name="csY24" fmla="*/ 38367 h 223008"/>
                <a:gd name="csX25" fmla="*/ 76515 w 142135"/>
                <a:gd name="csY25" fmla="*/ 47199 h 223008"/>
                <a:gd name="csX26" fmla="*/ 95020 w 142135"/>
                <a:gd name="csY26" fmla="*/ 52596 h 223008"/>
                <a:gd name="csX27" fmla="*/ 116723 w 142135"/>
                <a:gd name="csY27" fmla="*/ 66052 h 223008"/>
                <a:gd name="csX28" fmla="*/ 125419 w 142135"/>
                <a:gd name="csY28" fmla="*/ 64641 h 223008"/>
                <a:gd name="csX29" fmla="*/ 121867 w 142135"/>
                <a:gd name="csY29" fmla="*/ 77984 h 223008"/>
                <a:gd name="csX30" fmla="*/ 126198 w 142135"/>
                <a:gd name="csY30" fmla="*/ 109560 h 223008"/>
                <a:gd name="csX31" fmla="*/ 132452 w 142135"/>
                <a:gd name="csY31" fmla="*/ 130811 h 223008"/>
                <a:gd name="csX32" fmla="*/ 137172 w 142135"/>
                <a:gd name="csY32" fmla="*/ 149525 h 223008"/>
                <a:gd name="csX33" fmla="*/ 126264 w 142135"/>
                <a:gd name="csY33" fmla="*/ 165042 h 223008"/>
                <a:gd name="csX34" fmla="*/ 119713 w 142135"/>
                <a:gd name="csY34" fmla="*/ 162318 h 223008"/>
                <a:gd name="csX35" fmla="*/ 122125 w 142135"/>
                <a:gd name="csY35" fmla="*/ 181310 h 223008"/>
                <a:gd name="csX36" fmla="*/ 122395 w 142135"/>
                <a:gd name="csY36" fmla="*/ 193071 h 223008"/>
                <a:gd name="csX37" fmla="*/ 117050 w 142135"/>
                <a:gd name="csY37" fmla="*/ 205350 h 223008"/>
                <a:gd name="csX38" fmla="*/ 115307 w 142135"/>
                <a:gd name="csY38" fmla="*/ 214639 h 223008"/>
                <a:gd name="csX39" fmla="*/ 105608 w 142135"/>
                <a:gd name="csY39" fmla="*/ 205168 h 223008"/>
                <a:gd name="csX40" fmla="*/ 70306 w 142135"/>
                <a:gd name="csY40" fmla="*/ 198146 h 223008"/>
                <a:gd name="csX41" fmla="*/ 57886 w 142135"/>
                <a:gd name="csY41" fmla="*/ 203581 h 223008"/>
                <a:gd name="csX42" fmla="*/ 42822 w 142135"/>
                <a:gd name="csY42" fmla="*/ 214552 h 223008"/>
                <a:gd name="csX43" fmla="*/ 33142 w 142135"/>
                <a:gd name="csY43" fmla="*/ 222624 h 2230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42135" h="223008">
                  <a:moveTo>
                    <a:pt x="33142" y="222624"/>
                  </a:moveTo>
                  <a:cubicBezTo>
                    <a:pt x="33100" y="221007"/>
                    <a:pt x="28999" y="218922"/>
                    <a:pt x="24030" y="217989"/>
                  </a:cubicBezTo>
                  <a:cubicBezTo>
                    <a:pt x="19061" y="217057"/>
                    <a:pt x="15032" y="215476"/>
                    <a:pt x="15077" y="214475"/>
                  </a:cubicBezTo>
                  <a:cubicBezTo>
                    <a:pt x="15123" y="213475"/>
                    <a:pt x="20967" y="206848"/>
                    <a:pt x="28065" y="199749"/>
                  </a:cubicBezTo>
                  <a:cubicBezTo>
                    <a:pt x="37756" y="190056"/>
                    <a:pt x="40635" y="185467"/>
                    <a:pt x="39623" y="181324"/>
                  </a:cubicBezTo>
                  <a:cubicBezTo>
                    <a:pt x="38882" y="178289"/>
                    <a:pt x="39300" y="170321"/>
                    <a:pt x="40552" y="163618"/>
                  </a:cubicBezTo>
                  <a:cubicBezTo>
                    <a:pt x="42457" y="153420"/>
                    <a:pt x="42085" y="150686"/>
                    <a:pt x="38270" y="146871"/>
                  </a:cubicBezTo>
                  <a:cubicBezTo>
                    <a:pt x="35762" y="144363"/>
                    <a:pt x="32644" y="141876"/>
                    <a:pt x="31342" y="141344"/>
                  </a:cubicBezTo>
                  <a:cubicBezTo>
                    <a:pt x="30039" y="140811"/>
                    <a:pt x="26314" y="136019"/>
                    <a:pt x="23064" y="130695"/>
                  </a:cubicBezTo>
                  <a:cubicBezTo>
                    <a:pt x="18146" y="122638"/>
                    <a:pt x="17840" y="121015"/>
                    <a:pt x="21238" y="121015"/>
                  </a:cubicBezTo>
                  <a:cubicBezTo>
                    <a:pt x="26407" y="121015"/>
                    <a:pt x="26532" y="114908"/>
                    <a:pt x="21448" y="110689"/>
                  </a:cubicBezTo>
                  <a:cubicBezTo>
                    <a:pt x="18195" y="107989"/>
                    <a:pt x="17551" y="108454"/>
                    <a:pt x="17417" y="113600"/>
                  </a:cubicBezTo>
                  <a:cubicBezTo>
                    <a:pt x="17202" y="121855"/>
                    <a:pt x="11362" y="102386"/>
                    <a:pt x="6090" y="75839"/>
                  </a:cubicBezTo>
                  <a:cubicBezTo>
                    <a:pt x="3834" y="64481"/>
                    <a:pt x="1295" y="52574"/>
                    <a:pt x="446" y="49379"/>
                  </a:cubicBezTo>
                  <a:cubicBezTo>
                    <a:pt x="-477" y="45903"/>
                    <a:pt x="61" y="43571"/>
                    <a:pt x="1787" y="43571"/>
                  </a:cubicBezTo>
                  <a:cubicBezTo>
                    <a:pt x="3372" y="43571"/>
                    <a:pt x="4669" y="46542"/>
                    <a:pt x="4669" y="50173"/>
                  </a:cubicBezTo>
                  <a:cubicBezTo>
                    <a:pt x="4669" y="56344"/>
                    <a:pt x="5386" y="56723"/>
                    <a:pt x="15640" y="55981"/>
                  </a:cubicBezTo>
                  <a:cubicBezTo>
                    <a:pt x="23894" y="55384"/>
                    <a:pt x="26358" y="54229"/>
                    <a:pt x="25590" y="51315"/>
                  </a:cubicBezTo>
                  <a:cubicBezTo>
                    <a:pt x="25028" y="49186"/>
                    <a:pt x="23380" y="43251"/>
                    <a:pt x="21927" y="38128"/>
                  </a:cubicBezTo>
                  <a:cubicBezTo>
                    <a:pt x="19644" y="30074"/>
                    <a:pt x="20076" y="27703"/>
                    <a:pt x="25126" y="20612"/>
                  </a:cubicBezTo>
                  <a:cubicBezTo>
                    <a:pt x="28338" y="16101"/>
                    <a:pt x="30367" y="10851"/>
                    <a:pt x="29635" y="8944"/>
                  </a:cubicBezTo>
                  <a:cubicBezTo>
                    <a:pt x="26306" y="269"/>
                    <a:pt x="38854" y="-2653"/>
                    <a:pt x="56601" y="2664"/>
                  </a:cubicBezTo>
                  <a:cubicBezTo>
                    <a:pt x="65243" y="5253"/>
                    <a:pt x="66731" y="6851"/>
                    <a:pt x="68014" y="14926"/>
                  </a:cubicBezTo>
                  <a:cubicBezTo>
                    <a:pt x="68826" y="20032"/>
                    <a:pt x="69898" y="26244"/>
                    <a:pt x="70397" y="28730"/>
                  </a:cubicBezTo>
                  <a:cubicBezTo>
                    <a:pt x="70908" y="31276"/>
                    <a:pt x="68463" y="35485"/>
                    <a:pt x="64799" y="38367"/>
                  </a:cubicBezTo>
                  <a:cubicBezTo>
                    <a:pt x="52677" y="47902"/>
                    <a:pt x="63675" y="56192"/>
                    <a:pt x="76515" y="47199"/>
                  </a:cubicBezTo>
                  <a:cubicBezTo>
                    <a:pt x="84862" y="41352"/>
                    <a:pt x="95020" y="44315"/>
                    <a:pt x="95020" y="52596"/>
                  </a:cubicBezTo>
                  <a:cubicBezTo>
                    <a:pt x="95020" y="61383"/>
                    <a:pt x="105491" y="67875"/>
                    <a:pt x="116723" y="66052"/>
                  </a:cubicBezTo>
                  <a:lnTo>
                    <a:pt x="125419" y="64641"/>
                  </a:lnTo>
                  <a:lnTo>
                    <a:pt x="121867" y="77984"/>
                  </a:lnTo>
                  <a:cubicBezTo>
                    <a:pt x="116766" y="97143"/>
                    <a:pt x="117305" y="101074"/>
                    <a:pt x="126198" y="109560"/>
                  </a:cubicBezTo>
                  <a:cubicBezTo>
                    <a:pt x="133696" y="116715"/>
                    <a:pt x="134049" y="117914"/>
                    <a:pt x="132452" y="130811"/>
                  </a:cubicBezTo>
                  <a:cubicBezTo>
                    <a:pt x="130905" y="143306"/>
                    <a:pt x="131310" y="144914"/>
                    <a:pt x="137172" y="149525"/>
                  </a:cubicBezTo>
                  <a:cubicBezTo>
                    <a:pt x="148350" y="158317"/>
                    <a:pt x="138877" y="171792"/>
                    <a:pt x="126264" y="165042"/>
                  </a:cubicBezTo>
                  <a:cubicBezTo>
                    <a:pt x="123464" y="163544"/>
                    <a:pt x="120516" y="162318"/>
                    <a:pt x="119713" y="162318"/>
                  </a:cubicBezTo>
                  <a:cubicBezTo>
                    <a:pt x="116537" y="162318"/>
                    <a:pt x="118487" y="177672"/>
                    <a:pt x="122125" y="181310"/>
                  </a:cubicBezTo>
                  <a:cubicBezTo>
                    <a:pt x="126947" y="186132"/>
                    <a:pt x="127019" y="189234"/>
                    <a:pt x="122395" y="193071"/>
                  </a:cubicBezTo>
                  <a:cubicBezTo>
                    <a:pt x="120414" y="194715"/>
                    <a:pt x="118009" y="200241"/>
                    <a:pt x="117050" y="205350"/>
                  </a:cubicBezTo>
                  <a:lnTo>
                    <a:pt x="115307" y="214639"/>
                  </a:lnTo>
                  <a:lnTo>
                    <a:pt x="105608" y="205168"/>
                  </a:lnTo>
                  <a:cubicBezTo>
                    <a:pt x="93087" y="192941"/>
                    <a:pt x="80185" y="190375"/>
                    <a:pt x="70306" y="198146"/>
                  </a:cubicBezTo>
                  <a:cubicBezTo>
                    <a:pt x="66478" y="201157"/>
                    <a:pt x="60889" y="203603"/>
                    <a:pt x="57886" y="203581"/>
                  </a:cubicBezTo>
                  <a:cubicBezTo>
                    <a:pt x="54649" y="203557"/>
                    <a:pt x="48516" y="208024"/>
                    <a:pt x="42822" y="214552"/>
                  </a:cubicBezTo>
                  <a:cubicBezTo>
                    <a:pt x="37540" y="220608"/>
                    <a:pt x="33184" y="224241"/>
                    <a:pt x="33142" y="222624"/>
                  </a:cubicBezTo>
                  <a:close/>
                </a:path>
              </a:pathLst>
            </a:custGeom>
            <a:solidFill>
              <a:srgbClr val="B9B9B9"/>
            </a:solidFill>
            <a:ln w="5163" cap="flat">
              <a:noFill/>
              <a:prstDash val="solid"/>
              <a:miter/>
            </a:ln>
          </p:spPr>
          <p:txBody>
            <a:bodyPr/>
            <a:lstStyle/>
            <a:p>
              <a:endParaRPr lang="es-419" noProof="0" dirty="0"/>
            </a:p>
          </p:txBody>
        </p:sp>
        <p:sp>
          <p:nvSpPr>
            <p:cNvPr id="86" name="Forma libre: forma 85">
              <a:extLst>
                <a:ext uri="{FF2B5EF4-FFF2-40B4-BE49-F238E27FC236}">
                  <a16:creationId xmlns:a16="http://schemas.microsoft.com/office/drawing/2014/main" id="{6BA48B28-8D43-2FB9-9FF2-AD2C66B58C57}"/>
                </a:ext>
              </a:extLst>
            </p:cNvPr>
            <p:cNvSpPr/>
            <p:nvPr/>
          </p:nvSpPr>
          <p:spPr>
            <a:xfrm>
              <a:off x="976738" y="2149266"/>
              <a:ext cx="9026" cy="7395"/>
            </a:xfrm>
            <a:custGeom>
              <a:avLst/>
              <a:gdLst>
                <a:gd name="csX0" fmla="*/ 866 w 9026"/>
                <a:gd name="csY0" fmla="*/ 4748 h 7395"/>
                <a:gd name="csX1" fmla="*/ 6187 w 9026"/>
                <a:gd name="csY1" fmla="*/ 710 h 7395"/>
                <a:gd name="csX2" fmla="*/ 8728 w 9026"/>
                <a:gd name="csY2" fmla="*/ 4901 h 7395"/>
                <a:gd name="csX3" fmla="*/ 866 w 9026"/>
                <a:gd name="csY3" fmla="*/ 4748 h 7395"/>
              </a:gdLst>
              <a:ahLst/>
              <a:cxnLst>
                <a:cxn ang="0">
                  <a:pos x="csX0" y="csY0"/>
                </a:cxn>
                <a:cxn ang="0">
                  <a:pos x="csX1" y="csY1"/>
                </a:cxn>
                <a:cxn ang="0">
                  <a:pos x="csX2" y="csY2"/>
                </a:cxn>
                <a:cxn ang="0">
                  <a:pos x="csX3" y="csY3"/>
                </a:cxn>
              </a:cxnLst>
              <a:rect l="l" t="t" r="r" b="b"/>
              <a:pathLst>
                <a:path w="9026" h="7395">
                  <a:moveTo>
                    <a:pt x="866" y="4748"/>
                  </a:moveTo>
                  <a:cubicBezTo>
                    <a:pt x="-1510" y="904"/>
                    <a:pt x="1245" y="-1186"/>
                    <a:pt x="6187" y="710"/>
                  </a:cubicBezTo>
                  <a:cubicBezTo>
                    <a:pt x="8468" y="1586"/>
                    <a:pt x="9611" y="3472"/>
                    <a:pt x="8728" y="4901"/>
                  </a:cubicBezTo>
                  <a:cubicBezTo>
                    <a:pt x="6635" y="8287"/>
                    <a:pt x="3009" y="8216"/>
                    <a:pt x="866" y="4748"/>
                  </a:cubicBezTo>
                  <a:close/>
                </a:path>
              </a:pathLst>
            </a:custGeom>
            <a:solidFill>
              <a:srgbClr val="B9B9B9"/>
            </a:solidFill>
            <a:ln w="5163" cap="flat">
              <a:noFill/>
              <a:prstDash val="solid"/>
              <a:miter/>
            </a:ln>
          </p:spPr>
          <p:txBody>
            <a:bodyPr/>
            <a:lstStyle/>
            <a:p>
              <a:endParaRPr lang="es-419" noProof="0" dirty="0"/>
            </a:p>
          </p:txBody>
        </p:sp>
        <p:sp>
          <p:nvSpPr>
            <p:cNvPr id="87" name="Forma libre: forma 86">
              <a:extLst>
                <a:ext uri="{FF2B5EF4-FFF2-40B4-BE49-F238E27FC236}">
                  <a16:creationId xmlns:a16="http://schemas.microsoft.com/office/drawing/2014/main" id="{D508FA30-7850-FA64-6A61-9CC15167B9DD}"/>
                </a:ext>
              </a:extLst>
            </p:cNvPr>
            <p:cNvSpPr/>
            <p:nvPr/>
          </p:nvSpPr>
          <p:spPr>
            <a:xfrm>
              <a:off x="958388" y="2135665"/>
              <a:ext cx="19364" cy="11047"/>
            </a:xfrm>
            <a:custGeom>
              <a:avLst/>
              <a:gdLst>
                <a:gd name="csX0" fmla="*/ 0 w 19364"/>
                <a:gd name="csY0" fmla="*/ 8841 h 11047"/>
                <a:gd name="csX1" fmla="*/ 17408 w 19364"/>
                <a:gd name="csY1" fmla="*/ 154 h 11047"/>
                <a:gd name="csX2" fmla="*/ 17432 w 19364"/>
                <a:gd name="csY2" fmla="*/ 5614 h 11047"/>
                <a:gd name="csX3" fmla="*/ 0 w 19364"/>
                <a:gd name="csY3" fmla="*/ 8841 h 11047"/>
              </a:gdLst>
              <a:ahLst/>
              <a:cxnLst>
                <a:cxn ang="0">
                  <a:pos x="csX0" y="csY0"/>
                </a:cxn>
                <a:cxn ang="0">
                  <a:pos x="csX1" y="csY1"/>
                </a:cxn>
                <a:cxn ang="0">
                  <a:pos x="csX2" y="csY2"/>
                </a:cxn>
                <a:cxn ang="0">
                  <a:pos x="csX3" y="csY3"/>
                </a:cxn>
              </a:cxnLst>
              <a:rect l="l" t="t" r="r" b="b"/>
              <a:pathLst>
                <a:path w="19364" h="11047">
                  <a:moveTo>
                    <a:pt x="0" y="8841"/>
                  </a:moveTo>
                  <a:cubicBezTo>
                    <a:pt x="126" y="2682"/>
                    <a:pt x="7086" y="-791"/>
                    <a:pt x="17408" y="154"/>
                  </a:cubicBezTo>
                  <a:cubicBezTo>
                    <a:pt x="20010" y="392"/>
                    <a:pt x="20015" y="1478"/>
                    <a:pt x="17432" y="5614"/>
                  </a:cubicBezTo>
                  <a:cubicBezTo>
                    <a:pt x="14357" y="10538"/>
                    <a:pt x="-89" y="13212"/>
                    <a:pt x="0" y="8841"/>
                  </a:cubicBezTo>
                  <a:close/>
                </a:path>
              </a:pathLst>
            </a:custGeom>
            <a:solidFill>
              <a:srgbClr val="B9B9B9"/>
            </a:solidFill>
            <a:ln w="5163" cap="flat">
              <a:noFill/>
              <a:prstDash val="solid"/>
              <a:miter/>
            </a:ln>
          </p:spPr>
          <p:txBody>
            <a:bodyPr/>
            <a:lstStyle/>
            <a:p>
              <a:endParaRPr lang="es-419" noProof="0" dirty="0"/>
            </a:p>
          </p:txBody>
        </p:sp>
        <p:sp>
          <p:nvSpPr>
            <p:cNvPr id="88" name="Forma libre: forma 87">
              <a:extLst>
                <a:ext uri="{FF2B5EF4-FFF2-40B4-BE49-F238E27FC236}">
                  <a16:creationId xmlns:a16="http://schemas.microsoft.com/office/drawing/2014/main" id="{B2FC04A2-85B0-579A-E76C-72299AEF714A}"/>
                </a:ext>
              </a:extLst>
            </p:cNvPr>
            <p:cNvSpPr/>
            <p:nvPr/>
          </p:nvSpPr>
          <p:spPr>
            <a:xfrm>
              <a:off x="938010" y="2110987"/>
              <a:ext cx="18997" cy="19965"/>
            </a:xfrm>
            <a:custGeom>
              <a:avLst/>
              <a:gdLst>
                <a:gd name="csX0" fmla="*/ 2787 w 18997"/>
                <a:gd name="csY0" fmla="*/ 11392 h 19965"/>
                <a:gd name="csX1" fmla="*/ 4678 w 18997"/>
                <a:gd name="csY1" fmla="*/ 36 h 19965"/>
                <a:gd name="csX2" fmla="*/ 17544 w 18997"/>
                <a:gd name="csY2" fmla="*/ 12951 h 19965"/>
                <a:gd name="csX3" fmla="*/ 13049 w 18997"/>
                <a:gd name="csY3" fmla="*/ 19965 h 19965"/>
                <a:gd name="csX4" fmla="*/ 2787 w 18997"/>
                <a:gd name="csY4" fmla="*/ 11392 h 19965"/>
              </a:gdLst>
              <a:ahLst/>
              <a:cxnLst>
                <a:cxn ang="0">
                  <a:pos x="csX0" y="csY0"/>
                </a:cxn>
                <a:cxn ang="0">
                  <a:pos x="csX1" y="csY1"/>
                </a:cxn>
                <a:cxn ang="0">
                  <a:pos x="csX2" y="csY2"/>
                </a:cxn>
                <a:cxn ang="0">
                  <a:pos x="csX3" y="csY3"/>
                </a:cxn>
                <a:cxn ang="0">
                  <a:pos x="csX4" y="csY4"/>
                </a:cxn>
              </a:cxnLst>
              <a:rect l="l" t="t" r="r" b="b"/>
              <a:pathLst>
                <a:path w="18997" h="19965">
                  <a:moveTo>
                    <a:pt x="2787" y="11392"/>
                  </a:moveTo>
                  <a:cubicBezTo>
                    <a:pt x="-1192" y="389"/>
                    <a:pt x="-1207" y="479"/>
                    <a:pt x="4678" y="36"/>
                  </a:cubicBezTo>
                  <a:cubicBezTo>
                    <a:pt x="10396" y="-395"/>
                    <a:pt x="13750" y="2973"/>
                    <a:pt x="17544" y="12951"/>
                  </a:cubicBezTo>
                  <a:cubicBezTo>
                    <a:pt x="20048" y="19537"/>
                    <a:pt x="19774" y="19965"/>
                    <a:pt x="13049" y="19965"/>
                  </a:cubicBezTo>
                  <a:cubicBezTo>
                    <a:pt x="7281" y="19965"/>
                    <a:pt x="5284" y="18297"/>
                    <a:pt x="2787" y="11392"/>
                  </a:cubicBezTo>
                  <a:close/>
                </a:path>
              </a:pathLst>
            </a:custGeom>
            <a:solidFill>
              <a:srgbClr val="B9B9B9"/>
            </a:solidFill>
            <a:ln w="5163" cap="flat">
              <a:noFill/>
              <a:prstDash val="solid"/>
              <a:miter/>
            </a:ln>
          </p:spPr>
          <p:txBody>
            <a:bodyPr/>
            <a:lstStyle/>
            <a:p>
              <a:endParaRPr lang="es-419" noProof="0" dirty="0"/>
            </a:p>
          </p:txBody>
        </p:sp>
        <p:sp>
          <p:nvSpPr>
            <p:cNvPr id="89" name="Forma libre: forma 88">
              <a:extLst>
                <a:ext uri="{FF2B5EF4-FFF2-40B4-BE49-F238E27FC236}">
                  <a16:creationId xmlns:a16="http://schemas.microsoft.com/office/drawing/2014/main" id="{B5D87B43-EC92-CACA-7009-FBF9DDDB2377}"/>
                </a:ext>
              </a:extLst>
            </p:cNvPr>
            <p:cNvSpPr/>
            <p:nvPr/>
          </p:nvSpPr>
          <p:spPr>
            <a:xfrm>
              <a:off x="924790" y="2098451"/>
              <a:ext cx="5162" cy="9268"/>
            </a:xfrm>
            <a:custGeom>
              <a:avLst/>
              <a:gdLst>
                <a:gd name="csX0" fmla="*/ 0 w 5162"/>
                <a:gd name="csY0" fmla="*/ 3953 h 9268"/>
                <a:gd name="csX1" fmla="*/ 2581 w 5162"/>
                <a:gd name="csY1" fmla="*/ 233 h 9268"/>
                <a:gd name="csX2" fmla="*/ 5163 w 5162"/>
                <a:gd name="csY2" fmla="*/ 5549 h 9268"/>
                <a:gd name="csX3" fmla="*/ 2581 w 5162"/>
                <a:gd name="csY3" fmla="*/ 9269 h 9268"/>
                <a:gd name="csX4" fmla="*/ 0 w 5162"/>
                <a:gd name="csY4" fmla="*/ 3953 h 9268"/>
              </a:gdLst>
              <a:ahLst/>
              <a:cxnLst>
                <a:cxn ang="0">
                  <a:pos x="csX0" y="csY0"/>
                </a:cxn>
                <a:cxn ang="0">
                  <a:pos x="csX1" y="csY1"/>
                </a:cxn>
                <a:cxn ang="0">
                  <a:pos x="csX2" y="csY2"/>
                </a:cxn>
                <a:cxn ang="0">
                  <a:pos x="csX3" y="csY3"/>
                </a:cxn>
                <a:cxn ang="0">
                  <a:pos x="csX4" y="csY4"/>
                </a:cxn>
              </a:cxnLst>
              <a:rect l="l" t="t" r="r" b="b"/>
              <a:pathLst>
                <a:path w="5162" h="9268">
                  <a:moveTo>
                    <a:pt x="0" y="3953"/>
                  </a:moveTo>
                  <a:cubicBezTo>
                    <a:pt x="0" y="1030"/>
                    <a:pt x="1162" y="-644"/>
                    <a:pt x="2581" y="233"/>
                  </a:cubicBezTo>
                  <a:cubicBezTo>
                    <a:pt x="4001" y="1111"/>
                    <a:pt x="5163" y="3503"/>
                    <a:pt x="5163" y="5549"/>
                  </a:cubicBezTo>
                  <a:cubicBezTo>
                    <a:pt x="5163" y="7595"/>
                    <a:pt x="4001" y="9269"/>
                    <a:pt x="2581" y="9269"/>
                  </a:cubicBezTo>
                  <a:cubicBezTo>
                    <a:pt x="1162" y="9269"/>
                    <a:pt x="0" y="6877"/>
                    <a:pt x="0" y="3953"/>
                  </a:cubicBezTo>
                  <a:close/>
                </a:path>
              </a:pathLst>
            </a:custGeom>
            <a:solidFill>
              <a:srgbClr val="B9B9B9"/>
            </a:solidFill>
            <a:ln w="5163" cap="flat">
              <a:noFill/>
              <a:prstDash val="solid"/>
              <a:miter/>
            </a:ln>
          </p:spPr>
          <p:txBody>
            <a:bodyPr/>
            <a:lstStyle/>
            <a:p>
              <a:endParaRPr lang="es-419" noProof="0" dirty="0"/>
            </a:p>
          </p:txBody>
        </p:sp>
      </p:grpSp>
      <p:grpSp>
        <p:nvGrpSpPr>
          <p:cNvPr id="90" name="Gráfico 39">
            <a:extLst>
              <a:ext uri="{FF2B5EF4-FFF2-40B4-BE49-F238E27FC236}">
                <a16:creationId xmlns:a16="http://schemas.microsoft.com/office/drawing/2014/main" id="{4B9CC9BC-90B1-5A57-DB40-8635628CFF06}"/>
              </a:ext>
            </a:extLst>
          </p:cNvPr>
          <p:cNvGrpSpPr/>
          <p:nvPr/>
        </p:nvGrpSpPr>
        <p:grpSpPr>
          <a:xfrm>
            <a:off x="281340" y="1474182"/>
            <a:ext cx="428841" cy="522535"/>
            <a:chOff x="281340" y="1474182"/>
            <a:chExt cx="428841" cy="522535"/>
          </a:xfrm>
          <a:solidFill>
            <a:srgbClr val="B9B9B9"/>
          </a:solidFill>
        </p:grpSpPr>
        <p:grpSp>
          <p:nvGrpSpPr>
            <p:cNvPr id="91" name="Gráfico 39">
              <a:extLst>
                <a:ext uri="{FF2B5EF4-FFF2-40B4-BE49-F238E27FC236}">
                  <a16:creationId xmlns:a16="http://schemas.microsoft.com/office/drawing/2014/main" id="{B5BC22C0-FD42-491E-DAD3-2F53CBCF9708}"/>
                </a:ext>
              </a:extLst>
            </p:cNvPr>
            <p:cNvGrpSpPr/>
            <p:nvPr/>
          </p:nvGrpSpPr>
          <p:grpSpPr>
            <a:xfrm>
              <a:off x="281340" y="1474182"/>
              <a:ext cx="428841" cy="522535"/>
              <a:chOff x="281340" y="1474182"/>
              <a:chExt cx="428841" cy="522535"/>
            </a:xfrm>
            <a:solidFill>
              <a:srgbClr val="B9B9B9"/>
            </a:solidFill>
          </p:grpSpPr>
          <p:sp>
            <p:nvSpPr>
              <p:cNvPr id="92" name="Forma libre: forma 91">
                <a:extLst>
                  <a:ext uri="{FF2B5EF4-FFF2-40B4-BE49-F238E27FC236}">
                    <a16:creationId xmlns:a16="http://schemas.microsoft.com/office/drawing/2014/main" id="{0E223512-37DD-F333-41E9-8E993AB8ECE9}"/>
                  </a:ext>
                </a:extLst>
              </p:cNvPr>
              <p:cNvSpPr/>
              <p:nvPr/>
            </p:nvSpPr>
            <p:spPr>
              <a:xfrm>
                <a:off x="281340" y="1474182"/>
                <a:ext cx="428841" cy="522535"/>
              </a:xfrm>
              <a:custGeom>
                <a:avLst/>
                <a:gdLst>
                  <a:gd name="csX0" fmla="*/ 375000 w 428841"/>
                  <a:gd name="csY0" fmla="*/ 516104 h 522535"/>
                  <a:gd name="csX1" fmla="*/ 367101 w 428841"/>
                  <a:gd name="csY1" fmla="*/ 496098 h 522535"/>
                  <a:gd name="csX2" fmla="*/ 357849 w 428841"/>
                  <a:gd name="csY2" fmla="*/ 467300 h 522535"/>
                  <a:gd name="csX3" fmla="*/ 337807 w 428841"/>
                  <a:gd name="csY3" fmla="*/ 445109 h 522535"/>
                  <a:gd name="csX4" fmla="*/ 320489 w 428841"/>
                  <a:gd name="csY4" fmla="*/ 429036 h 522535"/>
                  <a:gd name="csX5" fmla="*/ 269809 w 428841"/>
                  <a:gd name="csY5" fmla="*/ 379110 h 522535"/>
                  <a:gd name="csX6" fmla="*/ 248488 w 428841"/>
                  <a:gd name="csY6" fmla="*/ 370097 h 522535"/>
                  <a:gd name="csX7" fmla="*/ 256878 w 428841"/>
                  <a:gd name="csY7" fmla="*/ 370327 h 522535"/>
                  <a:gd name="csX8" fmla="*/ 265267 w 428841"/>
                  <a:gd name="csY8" fmla="*/ 372646 h 522535"/>
                  <a:gd name="csX9" fmla="*/ 258168 w 428841"/>
                  <a:gd name="csY9" fmla="*/ 366399 h 522535"/>
                  <a:gd name="csX10" fmla="*/ 251069 w 428841"/>
                  <a:gd name="csY10" fmla="*/ 355305 h 522535"/>
                  <a:gd name="csX11" fmla="*/ 237556 w 428841"/>
                  <a:gd name="csY11" fmla="*/ 353450 h 522535"/>
                  <a:gd name="csX12" fmla="*/ 235538 w 428841"/>
                  <a:gd name="csY12" fmla="*/ 349578 h 522535"/>
                  <a:gd name="csX13" fmla="*/ 231626 w 428841"/>
                  <a:gd name="csY13" fmla="*/ 338114 h 522535"/>
                  <a:gd name="csX14" fmla="*/ 227531 w 428841"/>
                  <a:gd name="csY14" fmla="*/ 327788 h 522535"/>
                  <a:gd name="csX15" fmla="*/ 225255 w 428841"/>
                  <a:gd name="csY15" fmla="*/ 330217 h 522535"/>
                  <a:gd name="csX16" fmla="*/ 222797 w 428841"/>
                  <a:gd name="csY16" fmla="*/ 331508 h 522535"/>
                  <a:gd name="csX17" fmla="*/ 220276 w 428841"/>
                  <a:gd name="csY17" fmla="*/ 330217 h 522535"/>
                  <a:gd name="csX18" fmla="*/ 216375 w 428841"/>
                  <a:gd name="csY18" fmla="*/ 326968 h 522535"/>
                  <a:gd name="csX19" fmla="*/ 212138 w 428841"/>
                  <a:gd name="csY19" fmla="*/ 320021 h 522535"/>
                  <a:gd name="csX20" fmla="*/ 209766 w 428841"/>
                  <a:gd name="csY20" fmla="*/ 317462 h 522535"/>
                  <a:gd name="csX21" fmla="*/ 212670 w 428841"/>
                  <a:gd name="csY21" fmla="*/ 314083 h 522535"/>
                  <a:gd name="csX22" fmla="*/ 216877 w 428841"/>
                  <a:gd name="csY22" fmla="*/ 311142 h 522535"/>
                  <a:gd name="csX23" fmla="*/ 215264 w 428841"/>
                  <a:gd name="csY23" fmla="*/ 309359 h 522535"/>
                  <a:gd name="csX24" fmla="*/ 217511 w 428841"/>
                  <a:gd name="csY24" fmla="*/ 291496 h 522535"/>
                  <a:gd name="csX25" fmla="*/ 222673 w 428841"/>
                  <a:gd name="csY25" fmla="*/ 271731 h 522535"/>
                  <a:gd name="csX26" fmla="*/ 225571 w 428841"/>
                  <a:gd name="csY26" fmla="*/ 266972 h 522535"/>
                  <a:gd name="csX27" fmla="*/ 225255 w 428841"/>
                  <a:gd name="csY27" fmla="*/ 263100 h 522535"/>
                  <a:gd name="csX28" fmla="*/ 224939 w 428841"/>
                  <a:gd name="csY28" fmla="*/ 259227 h 522535"/>
                  <a:gd name="csX29" fmla="*/ 227470 w 428841"/>
                  <a:gd name="csY29" fmla="*/ 246966 h 522535"/>
                  <a:gd name="csX30" fmla="*/ 227104 w 428841"/>
                  <a:gd name="csY30" fmla="*/ 234704 h 522535"/>
                  <a:gd name="csX31" fmla="*/ 225255 w 428841"/>
                  <a:gd name="csY31" fmla="*/ 245029 h 522535"/>
                  <a:gd name="csX32" fmla="*/ 222926 w 428841"/>
                  <a:gd name="csY32" fmla="*/ 241157 h 522535"/>
                  <a:gd name="csX33" fmla="*/ 213514 w 428841"/>
                  <a:gd name="csY33" fmla="*/ 204198 h 522535"/>
                  <a:gd name="csX34" fmla="*/ 207511 w 428841"/>
                  <a:gd name="csY34" fmla="*/ 195911 h 522535"/>
                  <a:gd name="csX35" fmla="*/ 199366 w 428841"/>
                  <a:gd name="csY35" fmla="*/ 188261 h 522535"/>
                  <a:gd name="csX36" fmla="*/ 189814 w 428841"/>
                  <a:gd name="csY36" fmla="*/ 185143 h 522535"/>
                  <a:gd name="csX37" fmla="*/ 177824 w 428841"/>
                  <a:gd name="csY37" fmla="*/ 176701 h 522535"/>
                  <a:gd name="csX38" fmla="*/ 173385 w 428841"/>
                  <a:gd name="csY38" fmla="*/ 171969 h 522535"/>
                  <a:gd name="csX39" fmla="*/ 172244 w 428841"/>
                  <a:gd name="csY39" fmla="*/ 166295 h 522535"/>
                  <a:gd name="csX40" fmla="*/ 157189 w 428841"/>
                  <a:gd name="csY40" fmla="*/ 154717 h 522535"/>
                  <a:gd name="csX41" fmla="*/ 154290 w 428841"/>
                  <a:gd name="csY41" fmla="*/ 143110 h 522535"/>
                  <a:gd name="csX42" fmla="*/ 153437 w 428841"/>
                  <a:gd name="csY42" fmla="*/ 130888 h 522535"/>
                  <a:gd name="csX43" fmla="*/ 150373 w 428841"/>
                  <a:gd name="csY43" fmla="*/ 128835 h 522535"/>
                  <a:gd name="csX44" fmla="*/ 148457 w 428841"/>
                  <a:gd name="csY44" fmla="*/ 125777 h 522535"/>
                  <a:gd name="csX45" fmla="*/ 150890 w 428841"/>
                  <a:gd name="csY45" fmla="*/ 109503 h 522535"/>
                  <a:gd name="csX46" fmla="*/ 144325 w 428841"/>
                  <a:gd name="csY46" fmla="*/ 119656 h 522535"/>
                  <a:gd name="csX47" fmla="*/ 132054 w 428841"/>
                  <a:gd name="csY47" fmla="*/ 127093 h 522535"/>
                  <a:gd name="csX48" fmla="*/ 125630 w 428841"/>
                  <a:gd name="csY48" fmla="*/ 120812 h 522535"/>
                  <a:gd name="csX49" fmla="*/ 123207 w 428841"/>
                  <a:gd name="csY49" fmla="*/ 117248 h 522535"/>
                  <a:gd name="csX50" fmla="*/ 119415 w 428841"/>
                  <a:gd name="csY50" fmla="*/ 121894 h 522535"/>
                  <a:gd name="csX51" fmla="*/ 116519 w 428841"/>
                  <a:gd name="csY51" fmla="*/ 129437 h 522535"/>
                  <a:gd name="csX52" fmla="*/ 107977 w 428841"/>
                  <a:gd name="csY52" fmla="*/ 127285 h 522535"/>
                  <a:gd name="csX53" fmla="*/ 105433 w 428841"/>
                  <a:gd name="csY53" fmla="*/ 123427 h 522535"/>
                  <a:gd name="csX54" fmla="*/ 96024 w 428841"/>
                  <a:gd name="csY54" fmla="*/ 113119 h 522535"/>
                  <a:gd name="csX55" fmla="*/ 84566 w 428841"/>
                  <a:gd name="csY55" fmla="*/ 104340 h 522535"/>
                  <a:gd name="csX56" fmla="*/ 73108 w 428841"/>
                  <a:gd name="csY56" fmla="*/ 95562 h 522535"/>
                  <a:gd name="csX57" fmla="*/ 56725 w 428841"/>
                  <a:gd name="csY57" fmla="*/ 85124 h 522535"/>
                  <a:gd name="csX58" fmla="*/ 41890 w 428841"/>
                  <a:gd name="csY58" fmla="*/ 66163 h 522535"/>
                  <a:gd name="csX59" fmla="*/ 28677 w 428841"/>
                  <a:gd name="csY59" fmla="*/ 46701 h 522535"/>
                  <a:gd name="csX60" fmla="*/ 19131 w 428841"/>
                  <a:gd name="csY60" fmla="*/ 37238 h 522535"/>
                  <a:gd name="csX61" fmla="*/ 12905 w 428841"/>
                  <a:gd name="csY61" fmla="*/ 29478 h 522535"/>
                  <a:gd name="csX62" fmla="*/ 565 w 428841"/>
                  <a:gd name="csY62" fmla="*/ 12763 h 522535"/>
                  <a:gd name="csX63" fmla="*/ 24931 w 428841"/>
                  <a:gd name="csY63" fmla="*/ 17586 h 522535"/>
                  <a:gd name="csX64" fmla="*/ 53740 w 428841"/>
                  <a:gd name="csY64" fmla="*/ 17944 h 522535"/>
                  <a:gd name="csX65" fmla="*/ 62623 w 428841"/>
                  <a:gd name="csY65" fmla="*/ 19236 h 522535"/>
                  <a:gd name="csX66" fmla="*/ 68432 w 428841"/>
                  <a:gd name="csY66" fmla="*/ 26677 h 522535"/>
                  <a:gd name="csX67" fmla="*/ 76711 w 428841"/>
                  <a:gd name="csY67" fmla="*/ 24137 h 522535"/>
                  <a:gd name="csX68" fmla="*/ 79251 w 428841"/>
                  <a:gd name="csY68" fmla="*/ 21734 h 522535"/>
                  <a:gd name="csX69" fmla="*/ 83275 w 428841"/>
                  <a:gd name="csY69" fmla="*/ 19103 h 522535"/>
                  <a:gd name="csX70" fmla="*/ 76792 w 428841"/>
                  <a:gd name="csY70" fmla="*/ 18100 h 522535"/>
                  <a:gd name="csX71" fmla="*/ 72078 w 428841"/>
                  <a:gd name="csY71" fmla="*/ 15119 h 522535"/>
                  <a:gd name="csX72" fmla="*/ 69501 w 428841"/>
                  <a:gd name="csY72" fmla="*/ 12179 h 522535"/>
                  <a:gd name="csX73" fmla="*/ 70989 w 428841"/>
                  <a:gd name="csY73" fmla="*/ 5916 h 522535"/>
                  <a:gd name="csX74" fmla="*/ 77646 w 428841"/>
                  <a:gd name="csY74" fmla="*/ 3402 h 522535"/>
                  <a:gd name="csX75" fmla="*/ 139275 w 428841"/>
                  <a:gd name="csY75" fmla="*/ 15638 h 522535"/>
                  <a:gd name="csX76" fmla="*/ 187630 w 428841"/>
                  <a:gd name="csY76" fmla="*/ 22047 h 522535"/>
                  <a:gd name="csX77" fmla="*/ 207209 w 428841"/>
                  <a:gd name="csY77" fmla="*/ 56596 h 522535"/>
                  <a:gd name="csX78" fmla="*/ 227114 w 428841"/>
                  <a:gd name="csY78" fmla="*/ 93147 h 522535"/>
                  <a:gd name="csX79" fmla="*/ 237157 w 428841"/>
                  <a:gd name="csY79" fmla="*/ 106748 h 522535"/>
                  <a:gd name="csX80" fmla="*/ 244314 w 428841"/>
                  <a:gd name="csY80" fmla="*/ 119404 h 522535"/>
                  <a:gd name="csX81" fmla="*/ 245646 w 428841"/>
                  <a:gd name="csY81" fmla="*/ 128703 h 522535"/>
                  <a:gd name="csX82" fmla="*/ 248545 w 428841"/>
                  <a:gd name="csY82" fmla="*/ 142569 h 522535"/>
                  <a:gd name="csX83" fmla="*/ 261330 w 428841"/>
                  <a:gd name="csY83" fmla="*/ 164801 h 522535"/>
                  <a:gd name="csX84" fmla="*/ 258888 w 428841"/>
                  <a:gd name="csY84" fmla="*/ 155359 h 522535"/>
                  <a:gd name="csX85" fmla="*/ 255800 w 428841"/>
                  <a:gd name="csY85" fmla="*/ 130155 h 522535"/>
                  <a:gd name="csX86" fmla="*/ 275961 w 428841"/>
                  <a:gd name="csY86" fmla="*/ 158456 h 522535"/>
                  <a:gd name="csX87" fmla="*/ 281077 w 428841"/>
                  <a:gd name="csY87" fmla="*/ 166295 h 522535"/>
                  <a:gd name="csX88" fmla="*/ 284516 w 428841"/>
                  <a:gd name="csY88" fmla="*/ 174685 h 522535"/>
                  <a:gd name="csX89" fmla="*/ 290330 w 428841"/>
                  <a:gd name="csY89" fmla="*/ 206853 h 522535"/>
                  <a:gd name="csX90" fmla="*/ 289732 w 428841"/>
                  <a:gd name="csY90" fmla="*/ 219395 h 522535"/>
                  <a:gd name="csX91" fmla="*/ 295284 w 428841"/>
                  <a:gd name="csY91" fmla="*/ 246624 h 522535"/>
                  <a:gd name="csX92" fmla="*/ 307839 w 428841"/>
                  <a:gd name="csY92" fmla="*/ 265674 h 522535"/>
                  <a:gd name="csX93" fmla="*/ 311998 w 428841"/>
                  <a:gd name="csY93" fmla="*/ 272749 h 522535"/>
                  <a:gd name="csX94" fmla="*/ 323310 w 428841"/>
                  <a:gd name="csY94" fmla="*/ 313772 h 522535"/>
                  <a:gd name="csX95" fmla="*/ 331080 w 428841"/>
                  <a:gd name="csY95" fmla="*/ 343142 h 522535"/>
                  <a:gd name="csX96" fmla="*/ 329774 w 428841"/>
                  <a:gd name="csY96" fmla="*/ 364390 h 522535"/>
                  <a:gd name="csX97" fmla="*/ 349986 w 428841"/>
                  <a:gd name="csY97" fmla="*/ 396248 h 522535"/>
                  <a:gd name="csX98" fmla="*/ 354973 w 428841"/>
                  <a:gd name="csY98" fmla="*/ 397754 h 522535"/>
                  <a:gd name="csX99" fmla="*/ 357026 w 428841"/>
                  <a:gd name="csY99" fmla="*/ 403789 h 522535"/>
                  <a:gd name="csX100" fmla="*/ 360843 w 428841"/>
                  <a:gd name="csY100" fmla="*/ 395399 h 522535"/>
                  <a:gd name="csX101" fmla="*/ 361835 w 428841"/>
                  <a:gd name="csY101" fmla="*/ 383279 h 522535"/>
                  <a:gd name="csX102" fmla="*/ 377379 w 428841"/>
                  <a:gd name="csY102" fmla="*/ 393272 h 522535"/>
                  <a:gd name="csX103" fmla="*/ 390468 w 428841"/>
                  <a:gd name="csY103" fmla="*/ 410555 h 522535"/>
                  <a:gd name="csX104" fmla="*/ 396921 w 428841"/>
                  <a:gd name="csY104" fmla="*/ 414114 h 522535"/>
                  <a:gd name="csX105" fmla="*/ 403375 w 428841"/>
                  <a:gd name="csY105" fmla="*/ 419847 h 522535"/>
                  <a:gd name="csX106" fmla="*/ 406602 w 428841"/>
                  <a:gd name="csY106" fmla="*/ 439662 h 522535"/>
                  <a:gd name="csX107" fmla="*/ 418087 w 428841"/>
                  <a:gd name="csY107" fmla="*/ 458630 h 522535"/>
                  <a:gd name="csX108" fmla="*/ 419011 w 428841"/>
                  <a:gd name="csY108" fmla="*/ 503820 h 522535"/>
                  <a:gd name="csX109" fmla="*/ 409820 w 428841"/>
                  <a:gd name="csY109" fmla="*/ 509628 h 522535"/>
                  <a:gd name="csX110" fmla="*/ 394580 w 428841"/>
                  <a:gd name="csY110" fmla="*/ 516082 h 522535"/>
                  <a:gd name="csX111" fmla="*/ 382031 w 428841"/>
                  <a:gd name="csY111" fmla="*/ 522535 h 522535"/>
                  <a:gd name="csX112" fmla="*/ 375000 w 428841"/>
                  <a:gd name="csY112" fmla="*/ 516104 h 5225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Lst>
                <a:rect l="l" t="t" r="r" b="b"/>
                <a:pathLst>
                  <a:path w="428841" h="522535">
                    <a:moveTo>
                      <a:pt x="375000" y="516104"/>
                    </a:moveTo>
                    <a:cubicBezTo>
                      <a:pt x="371085" y="511937"/>
                      <a:pt x="368304" y="504894"/>
                      <a:pt x="367101" y="496098"/>
                    </a:cubicBezTo>
                    <a:cubicBezTo>
                      <a:pt x="366079" y="488632"/>
                      <a:pt x="361916" y="475673"/>
                      <a:pt x="357849" y="467300"/>
                    </a:cubicBezTo>
                    <a:cubicBezTo>
                      <a:pt x="351802" y="454850"/>
                      <a:pt x="348152" y="450809"/>
                      <a:pt x="337807" y="445109"/>
                    </a:cubicBezTo>
                    <a:cubicBezTo>
                      <a:pt x="329743" y="440665"/>
                      <a:pt x="323467" y="434840"/>
                      <a:pt x="320489" y="429036"/>
                    </a:cubicBezTo>
                    <a:cubicBezTo>
                      <a:pt x="313727" y="415856"/>
                      <a:pt x="278311" y="380967"/>
                      <a:pt x="269809" y="379110"/>
                    </a:cubicBezTo>
                    <a:cubicBezTo>
                      <a:pt x="258622" y="376667"/>
                      <a:pt x="248488" y="372383"/>
                      <a:pt x="248488" y="370097"/>
                    </a:cubicBezTo>
                    <a:cubicBezTo>
                      <a:pt x="248488" y="368948"/>
                      <a:pt x="252263" y="369052"/>
                      <a:pt x="256878" y="370327"/>
                    </a:cubicBezTo>
                    <a:lnTo>
                      <a:pt x="265267" y="372646"/>
                    </a:lnTo>
                    <a:lnTo>
                      <a:pt x="258168" y="366399"/>
                    </a:lnTo>
                    <a:cubicBezTo>
                      <a:pt x="254264" y="362963"/>
                      <a:pt x="251069" y="357971"/>
                      <a:pt x="251069" y="355305"/>
                    </a:cubicBezTo>
                    <a:cubicBezTo>
                      <a:pt x="251069" y="350053"/>
                      <a:pt x="241061" y="348679"/>
                      <a:pt x="237556" y="353450"/>
                    </a:cubicBezTo>
                    <a:cubicBezTo>
                      <a:pt x="236513" y="354870"/>
                      <a:pt x="235605" y="353128"/>
                      <a:pt x="235538" y="349578"/>
                    </a:cubicBezTo>
                    <a:cubicBezTo>
                      <a:pt x="235471" y="346029"/>
                      <a:pt x="233711" y="340870"/>
                      <a:pt x="231626" y="338114"/>
                    </a:cubicBezTo>
                    <a:cubicBezTo>
                      <a:pt x="229542" y="335358"/>
                      <a:pt x="227699" y="330711"/>
                      <a:pt x="227531" y="327788"/>
                    </a:cubicBezTo>
                    <a:cubicBezTo>
                      <a:pt x="227316" y="324054"/>
                      <a:pt x="226639" y="324776"/>
                      <a:pt x="225255" y="330217"/>
                    </a:cubicBezTo>
                    <a:cubicBezTo>
                      <a:pt x="223398" y="337513"/>
                      <a:pt x="223256" y="337588"/>
                      <a:pt x="222797" y="331508"/>
                    </a:cubicBezTo>
                    <a:cubicBezTo>
                      <a:pt x="222352" y="325610"/>
                      <a:pt x="222136" y="325499"/>
                      <a:pt x="220276" y="330217"/>
                    </a:cubicBezTo>
                    <a:cubicBezTo>
                      <a:pt x="218499" y="334726"/>
                      <a:pt x="218005" y="334315"/>
                      <a:pt x="216375" y="326968"/>
                    </a:cubicBezTo>
                    <a:cubicBezTo>
                      <a:pt x="215349" y="322341"/>
                      <a:pt x="213442" y="319215"/>
                      <a:pt x="212138" y="320021"/>
                    </a:cubicBezTo>
                    <a:cubicBezTo>
                      <a:pt x="210833" y="320827"/>
                      <a:pt x="209766" y="319676"/>
                      <a:pt x="209766" y="317462"/>
                    </a:cubicBezTo>
                    <a:cubicBezTo>
                      <a:pt x="209766" y="315249"/>
                      <a:pt x="211073" y="313728"/>
                      <a:pt x="212670" y="314083"/>
                    </a:cubicBezTo>
                    <a:cubicBezTo>
                      <a:pt x="214268" y="314438"/>
                      <a:pt x="216161" y="313115"/>
                      <a:pt x="216877" y="311142"/>
                    </a:cubicBezTo>
                    <a:cubicBezTo>
                      <a:pt x="217675" y="308946"/>
                      <a:pt x="217050" y="308255"/>
                      <a:pt x="215264" y="309359"/>
                    </a:cubicBezTo>
                    <a:cubicBezTo>
                      <a:pt x="211189" y="311878"/>
                      <a:pt x="211586" y="308715"/>
                      <a:pt x="217511" y="291496"/>
                    </a:cubicBezTo>
                    <a:cubicBezTo>
                      <a:pt x="220350" y="283242"/>
                      <a:pt x="222673" y="274348"/>
                      <a:pt x="222673" y="271731"/>
                    </a:cubicBezTo>
                    <a:cubicBezTo>
                      <a:pt x="222673" y="269113"/>
                      <a:pt x="223977" y="266972"/>
                      <a:pt x="225571" y="266972"/>
                    </a:cubicBezTo>
                    <a:cubicBezTo>
                      <a:pt x="227573" y="266972"/>
                      <a:pt x="227475" y="265775"/>
                      <a:pt x="225255" y="263100"/>
                    </a:cubicBezTo>
                    <a:cubicBezTo>
                      <a:pt x="223035" y="260424"/>
                      <a:pt x="222937" y="259227"/>
                      <a:pt x="224939" y="259227"/>
                    </a:cubicBezTo>
                    <a:cubicBezTo>
                      <a:pt x="226726" y="259227"/>
                      <a:pt x="227696" y="254529"/>
                      <a:pt x="227470" y="246966"/>
                    </a:cubicBezTo>
                    <a:lnTo>
                      <a:pt x="227104" y="234704"/>
                    </a:lnTo>
                    <a:lnTo>
                      <a:pt x="225255" y="245029"/>
                    </a:lnTo>
                    <a:cubicBezTo>
                      <a:pt x="223422" y="255266"/>
                      <a:pt x="223402" y="255233"/>
                      <a:pt x="222926" y="241157"/>
                    </a:cubicBezTo>
                    <a:cubicBezTo>
                      <a:pt x="222330" y="223537"/>
                      <a:pt x="217100" y="203003"/>
                      <a:pt x="213514" y="204198"/>
                    </a:cubicBezTo>
                    <a:cubicBezTo>
                      <a:pt x="212038" y="204690"/>
                      <a:pt x="209337" y="200961"/>
                      <a:pt x="207511" y="195911"/>
                    </a:cubicBezTo>
                    <a:cubicBezTo>
                      <a:pt x="204912" y="188724"/>
                      <a:pt x="203143" y="187062"/>
                      <a:pt x="199366" y="188261"/>
                    </a:cubicBezTo>
                    <a:cubicBezTo>
                      <a:pt x="196479" y="189177"/>
                      <a:pt x="192643" y="187925"/>
                      <a:pt x="189814" y="185143"/>
                    </a:cubicBezTo>
                    <a:cubicBezTo>
                      <a:pt x="187213" y="182586"/>
                      <a:pt x="181818" y="178787"/>
                      <a:pt x="177824" y="176701"/>
                    </a:cubicBezTo>
                    <a:cubicBezTo>
                      <a:pt x="173830" y="174616"/>
                      <a:pt x="171833" y="172486"/>
                      <a:pt x="173385" y="171969"/>
                    </a:cubicBezTo>
                    <a:cubicBezTo>
                      <a:pt x="177632" y="170553"/>
                      <a:pt x="176775" y="166295"/>
                      <a:pt x="172244" y="166295"/>
                    </a:cubicBezTo>
                    <a:cubicBezTo>
                      <a:pt x="165904" y="166295"/>
                      <a:pt x="155744" y="158482"/>
                      <a:pt x="157189" y="154717"/>
                    </a:cubicBezTo>
                    <a:cubicBezTo>
                      <a:pt x="157916" y="152822"/>
                      <a:pt x="156611" y="147599"/>
                      <a:pt x="154290" y="143110"/>
                    </a:cubicBezTo>
                    <a:cubicBezTo>
                      <a:pt x="150789" y="136341"/>
                      <a:pt x="150644" y="134254"/>
                      <a:pt x="153437" y="130888"/>
                    </a:cubicBezTo>
                    <a:cubicBezTo>
                      <a:pt x="156396" y="127323"/>
                      <a:pt x="156023" y="127073"/>
                      <a:pt x="150373" y="128835"/>
                    </a:cubicBezTo>
                    <a:cubicBezTo>
                      <a:pt x="144136" y="130780"/>
                      <a:pt x="144078" y="130686"/>
                      <a:pt x="148457" y="125777"/>
                    </a:cubicBezTo>
                    <a:cubicBezTo>
                      <a:pt x="153040" y="120640"/>
                      <a:pt x="154705" y="109503"/>
                      <a:pt x="150890" y="109503"/>
                    </a:cubicBezTo>
                    <a:cubicBezTo>
                      <a:pt x="149743" y="109503"/>
                      <a:pt x="146789" y="114072"/>
                      <a:pt x="144325" y="119656"/>
                    </a:cubicBezTo>
                    <a:cubicBezTo>
                      <a:pt x="140017" y="129421"/>
                      <a:pt x="139548" y="129705"/>
                      <a:pt x="132054" y="127093"/>
                    </a:cubicBezTo>
                    <a:cubicBezTo>
                      <a:pt x="127075" y="125357"/>
                      <a:pt x="124756" y="123090"/>
                      <a:pt x="125630" y="120812"/>
                    </a:cubicBezTo>
                    <a:cubicBezTo>
                      <a:pt x="126411" y="118778"/>
                      <a:pt x="125370" y="117248"/>
                      <a:pt x="123207" y="117248"/>
                    </a:cubicBezTo>
                    <a:cubicBezTo>
                      <a:pt x="121121" y="117248"/>
                      <a:pt x="119415" y="119339"/>
                      <a:pt x="119415" y="121894"/>
                    </a:cubicBezTo>
                    <a:cubicBezTo>
                      <a:pt x="119415" y="124450"/>
                      <a:pt x="118112" y="127844"/>
                      <a:pt x="116519" y="129437"/>
                    </a:cubicBezTo>
                    <a:cubicBezTo>
                      <a:pt x="113230" y="132727"/>
                      <a:pt x="105775" y="130849"/>
                      <a:pt x="107977" y="127285"/>
                    </a:cubicBezTo>
                    <a:cubicBezTo>
                      <a:pt x="108769" y="126004"/>
                      <a:pt x="107624" y="124268"/>
                      <a:pt x="105433" y="123427"/>
                    </a:cubicBezTo>
                    <a:cubicBezTo>
                      <a:pt x="103242" y="122586"/>
                      <a:pt x="99008" y="117948"/>
                      <a:pt x="96024" y="113119"/>
                    </a:cubicBezTo>
                    <a:cubicBezTo>
                      <a:pt x="92358" y="107187"/>
                      <a:pt x="88642" y="104340"/>
                      <a:pt x="84566" y="104340"/>
                    </a:cubicBezTo>
                    <a:cubicBezTo>
                      <a:pt x="80490" y="104340"/>
                      <a:pt x="76774" y="101493"/>
                      <a:pt x="73108" y="95562"/>
                    </a:cubicBezTo>
                    <a:cubicBezTo>
                      <a:pt x="67387" y="86305"/>
                      <a:pt x="62222" y="83015"/>
                      <a:pt x="56725" y="85124"/>
                    </a:cubicBezTo>
                    <a:cubicBezTo>
                      <a:pt x="50606" y="87472"/>
                      <a:pt x="41978" y="76444"/>
                      <a:pt x="41890" y="66163"/>
                    </a:cubicBezTo>
                    <a:cubicBezTo>
                      <a:pt x="41792" y="54708"/>
                      <a:pt x="37917" y="49001"/>
                      <a:pt x="28677" y="46701"/>
                    </a:cubicBezTo>
                    <a:cubicBezTo>
                      <a:pt x="24172" y="45580"/>
                      <a:pt x="20912" y="42349"/>
                      <a:pt x="19131" y="37238"/>
                    </a:cubicBezTo>
                    <a:cubicBezTo>
                      <a:pt x="17643" y="32970"/>
                      <a:pt x="14841" y="29478"/>
                      <a:pt x="12905" y="29478"/>
                    </a:cubicBezTo>
                    <a:cubicBezTo>
                      <a:pt x="8305" y="29478"/>
                      <a:pt x="-2593" y="14715"/>
                      <a:pt x="565" y="12763"/>
                    </a:cubicBezTo>
                    <a:cubicBezTo>
                      <a:pt x="3818" y="10752"/>
                      <a:pt x="12858" y="12542"/>
                      <a:pt x="24931" y="17586"/>
                    </a:cubicBezTo>
                    <a:cubicBezTo>
                      <a:pt x="37286" y="22748"/>
                      <a:pt x="47225" y="22872"/>
                      <a:pt x="53740" y="17944"/>
                    </a:cubicBezTo>
                    <a:cubicBezTo>
                      <a:pt x="60581" y="12770"/>
                      <a:pt x="62623" y="13067"/>
                      <a:pt x="62623" y="19236"/>
                    </a:cubicBezTo>
                    <a:cubicBezTo>
                      <a:pt x="62623" y="22305"/>
                      <a:pt x="65034" y="25393"/>
                      <a:pt x="68432" y="26677"/>
                    </a:cubicBezTo>
                    <a:cubicBezTo>
                      <a:pt x="74871" y="29111"/>
                      <a:pt x="79002" y="27843"/>
                      <a:pt x="76711" y="24137"/>
                    </a:cubicBezTo>
                    <a:cubicBezTo>
                      <a:pt x="75894" y="22815"/>
                      <a:pt x="77037" y="21734"/>
                      <a:pt x="79251" y="21734"/>
                    </a:cubicBezTo>
                    <a:cubicBezTo>
                      <a:pt x="81464" y="21734"/>
                      <a:pt x="83275" y="20550"/>
                      <a:pt x="83275" y="19103"/>
                    </a:cubicBezTo>
                    <a:cubicBezTo>
                      <a:pt x="83275" y="17583"/>
                      <a:pt x="80538" y="17160"/>
                      <a:pt x="76792" y="18100"/>
                    </a:cubicBezTo>
                    <a:cubicBezTo>
                      <a:pt x="71329" y="19471"/>
                      <a:pt x="70588" y="19002"/>
                      <a:pt x="72078" y="15119"/>
                    </a:cubicBezTo>
                    <a:cubicBezTo>
                      <a:pt x="73452" y="11539"/>
                      <a:pt x="72877" y="10883"/>
                      <a:pt x="69501" y="12179"/>
                    </a:cubicBezTo>
                    <a:cubicBezTo>
                      <a:pt x="66052" y="13503"/>
                      <a:pt x="66358" y="12212"/>
                      <a:pt x="70989" y="5916"/>
                    </a:cubicBezTo>
                    <a:cubicBezTo>
                      <a:pt x="76351" y="-1376"/>
                      <a:pt x="76888" y="-1579"/>
                      <a:pt x="77646" y="3402"/>
                    </a:cubicBezTo>
                    <a:cubicBezTo>
                      <a:pt x="78672" y="10145"/>
                      <a:pt x="78784" y="10167"/>
                      <a:pt x="139275" y="15638"/>
                    </a:cubicBezTo>
                    <a:cubicBezTo>
                      <a:pt x="166526" y="18103"/>
                      <a:pt x="188286" y="20987"/>
                      <a:pt x="187630" y="22047"/>
                    </a:cubicBezTo>
                    <a:cubicBezTo>
                      <a:pt x="185081" y="26172"/>
                      <a:pt x="200296" y="53021"/>
                      <a:pt x="207209" y="56596"/>
                    </a:cubicBezTo>
                    <a:cubicBezTo>
                      <a:pt x="214767" y="60504"/>
                      <a:pt x="224810" y="78946"/>
                      <a:pt x="227114" y="93147"/>
                    </a:cubicBezTo>
                    <a:cubicBezTo>
                      <a:pt x="228108" y="99272"/>
                      <a:pt x="230904" y="103059"/>
                      <a:pt x="237157" y="106748"/>
                    </a:cubicBezTo>
                    <a:cubicBezTo>
                      <a:pt x="244668" y="111180"/>
                      <a:pt x="245621" y="112866"/>
                      <a:pt x="244314" y="119404"/>
                    </a:cubicBezTo>
                    <a:cubicBezTo>
                      <a:pt x="243448" y="123731"/>
                      <a:pt x="244017" y="127696"/>
                      <a:pt x="245646" y="128703"/>
                    </a:cubicBezTo>
                    <a:cubicBezTo>
                      <a:pt x="247209" y="129669"/>
                      <a:pt x="248514" y="135909"/>
                      <a:pt x="248545" y="142569"/>
                    </a:cubicBezTo>
                    <a:cubicBezTo>
                      <a:pt x="248610" y="156222"/>
                      <a:pt x="256380" y="169733"/>
                      <a:pt x="261330" y="164801"/>
                    </a:cubicBezTo>
                    <a:cubicBezTo>
                      <a:pt x="263334" y="162805"/>
                      <a:pt x="262643" y="160133"/>
                      <a:pt x="258888" y="155359"/>
                    </a:cubicBezTo>
                    <a:cubicBezTo>
                      <a:pt x="253728" y="148800"/>
                      <a:pt x="251444" y="130155"/>
                      <a:pt x="255800" y="130155"/>
                    </a:cubicBezTo>
                    <a:cubicBezTo>
                      <a:pt x="259829" y="130155"/>
                      <a:pt x="274389" y="150593"/>
                      <a:pt x="275961" y="158456"/>
                    </a:cubicBezTo>
                    <a:cubicBezTo>
                      <a:pt x="276824" y="162768"/>
                      <a:pt x="279126" y="166295"/>
                      <a:pt x="281077" y="166295"/>
                    </a:cubicBezTo>
                    <a:cubicBezTo>
                      <a:pt x="283382" y="166295"/>
                      <a:pt x="284587" y="169236"/>
                      <a:pt x="284516" y="174685"/>
                    </a:cubicBezTo>
                    <a:cubicBezTo>
                      <a:pt x="284361" y="186530"/>
                      <a:pt x="287367" y="203159"/>
                      <a:pt x="290330" y="206853"/>
                    </a:cubicBezTo>
                    <a:cubicBezTo>
                      <a:pt x="291973" y="208901"/>
                      <a:pt x="291767" y="213229"/>
                      <a:pt x="289732" y="219395"/>
                    </a:cubicBezTo>
                    <a:cubicBezTo>
                      <a:pt x="286869" y="228068"/>
                      <a:pt x="287307" y="230214"/>
                      <a:pt x="295284" y="246624"/>
                    </a:cubicBezTo>
                    <a:cubicBezTo>
                      <a:pt x="300047" y="256421"/>
                      <a:pt x="305697" y="264994"/>
                      <a:pt x="307839" y="265674"/>
                    </a:cubicBezTo>
                    <a:cubicBezTo>
                      <a:pt x="309981" y="266354"/>
                      <a:pt x="311853" y="269538"/>
                      <a:pt x="311998" y="272749"/>
                    </a:cubicBezTo>
                    <a:cubicBezTo>
                      <a:pt x="312747" y="289262"/>
                      <a:pt x="316417" y="302569"/>
                      <a:pt x="323310" y="313772"/>
                    </a:cubicBezTo>
                    <a:cubicBezTo>
                      <a:pt x="332864" y="329298"/>
                      <a:pt x="335210" y="338166"/>
                      <a:pt x="331080" y="343142"/>
                    </a:cubicBezTo>
                    <a:cubicBezTo>
                      <a:pt x="328823" y="345861"/>
                      <a:pt x="328447" y="351993"/>
                      <a:pt x="329774" y="364390"/>
                    </a:cubicBezTo>
                    <a:cubicBezTo>
                      <a:pt x="332100" y="386110"/>
                      <a:pt x="338349" y="395959"/>
                      <a:pt x="349986" y="396248"/>
                    </a:cubicBezTo>
                    <a:cubicBezTo>
                      <a:pt x="354503" y="396360"/>
                      <a:pt x="356748" y="397038"/>
                      <a:pt x="354973" y="397754"/>
                    </a:cubicBezTo>
                    <a:cubicBezTo>
                      <a:pt x="349867" y="399814"/>
                      <a:pt x="351219" y="403789"/>
                      <a:pt x="357026" y="403789"/>
                    </a:cubicBezTo>
                    <a:cubicBezTo>
                      <a:pt x="361562" y="403789"/>
                      <a:pt x="362100" y="402606"/>
                      <a:pt x="360843" y="395399"/>
                    </a:cubicBezTo>
                    <a:cubicBezTo>
                      <a:pt x="360039" y="390785"/>
                      <a:pt x="360485" y="385331"/>
                      <a:pt x="361835" y="383279"/>
                    </a:cubicBezTo>
                    <a:cubicBezTo>
                      <a:pt x="363800" y="380292"/>
                      <a:pt x="366898" y="382284"/>
                      <a:pt x="377379" y="393272"/>
                    </a:cubicBezTo>
                    <a:cubicBezTo>
                      <a:pt x="384578" y="400820"/>
                      <a:pt x="390468" y="408598"/>
                      <a:pt x="390468" y="410555"/>
                    </a:cubicBezTo>
                    <a:cubicBezTo>
                      <a:pt x="390468" y="412631"/>
                      <a:pt x="393158" y="414114"/>
                      <a:pt x="396921" y="414114"/>
                    </a:cubicBezTo>
                    <a:cubicBezTo>
                      <a:pt x="401868" y="414114"/>
                      <a:pt x="403375" y="415453"/>
                      <a:pt x="403375" y="419847"/>
                    </a:cubicBezTo>
                    <a:cubicBezTo>
                      <a:pt x="403375" y="423000"/>
                      <a:pt x="404827" y="431917"/>
                      <a:pt x="406602" y="439662"/>
                    </a:cubicBezTo>
                    <a:cubicBezTo>
                      <a:pt x="409222" y="451096"/>
                      <a:pt x="411381" y="454663"/>
                      <a:pt x="418087" y="458630"/>
                    </a:cubicBezTo>
                    <a:cubicBezTo>
                      <a:pt x="432031" y="466881"/>
                      <a:pt x="432496" y="489608"/>
                      <a:pt x="419011" y="503820"/>
                    </a:cubicBezTo>
                    <a:cubicBezTo>
                      <a:pt x="415980" y="507014"/>
                      <a:pt x="411844" y="509628"/>
                      <a:pt x="409820" y="509628"/>
                    </a:cubicBezTo>
                    <a:cubicBezTo>
                      <a:pt x="407796" y="509628"/>
                      <a:pt x="400938" y="512532"/>
                      <a:pt x="394580" y="516082"/>
                    </a:cubicBezTo>
                    <a:cubicBezTo>
                      <a:pt x="388222" y="519631"/>
                      <a:pt x="382575" y="522535"/>
                      <a:pt x="382031" y="522535"/>
                    </a:cubicBezTo>
                    <a:cubicBezTo>
                      <a:pt x="381487" y="522535"/>
                      <a:pt x="378323" y="519641"/>
                      <a:pt x="375000" y="516104"/>
                    </a:cubicBezTo>
                    <a:close/>
                  </a:path>
                </a:pathLst>
              </a:custGeom>
              <a:solidFill>
                <a:srgbClr val="B9B9B9"/>
              </a:solidFill>
              <a:ln w="5163" cap="flat">
                <a:noFill/>
                <a:prstDash val="solid"/>
                <a:miter/>
              </a:ln>
            </p:spPr>
            <p:txBody>
              <a:bodyPr/>
              <a:lstStyle/>
              <a:p>
                <a:endParaRPr lang="es-419" noProof="0" dirty="0"/>
              </a:p>
            </p:txBody>
          </p:sp>
          <p:sp>
            <p:nvSpPr>
              <p:cNvPr id="93" name="Forma libre: forma 92">
                <a:extLst>
                  <a:ext uri="{FF2B5EF4-FFF2-40B4-BE49-F238E27FC236}">
                    <a16:creationId xmlns:a16="http://schemas.microsoft.com/office/drawing/2014/main" id="{EC74CEF7-76DF-506F-1308-C4D0B41541D1}"/>
                  </a:ext>
                </a:extLst>
              </p:cNvPr>
              <p:cNvSpPr/>
              <p:nvPr/>
            </p:nvSpPr>
            <p:spPr>
              <a:xfrm>
                <a:off x="675648" y="1860606"/>
                <a:ext cx="11408" cy="19945"/>
              </a:xfrm>
              <a:custGeom>
                <a:avLst/>
                <a:gdLst>
                  <a:gd name="csX0" fmla="*/ 2146 w 11408"/>
                  <a:gd name="csY0" fmla="*/ 10289 h 19945"/>
                  <a:gd name="csX1" fmla="*/ 6337 w 11408"/>
                  <a:gd name="csY1" fmla="*/ 7392 h 19945"/>
                  <a:gd name="csX2" fmla="*/ 8408 w 11408"/>
                  <a:gd name="csY2" fmla="*/ 19945 h 19945"/>
                  <a:gd name="csX3" fmla="*/ 2146 w 11408"/>
                  <a:gd name="csY3" fmla="*/ 10289 h 19945"/>
                </a:gdLst>
                <a:ahLst/>
                <a:cxnLst>
                  <a:cxn ang="0">
                    <a:pos x="csX0" y="csY0"/>
                  </a:cxn>
                  <a:cxn ang="0">
                    <a:pos x="csX1" y="csY1"/>
                  </a:cxn>
                  <a:cxn ang="0">
                    <a:pos x="csX2" y="csY2"/>
                  </a:cxn>
                  <a:cxn ang="0">
                    <a:pos x="csX3" y="csY3"/>
                  </a:cxn>
                </a:cxnLst>
                <a:rect l="l" t="t" r="r" b="b"/>
                <a:pathLst>
                  <a:path w="11408" h="19945">
                    <a:moveTo>
                      <a:pt x="2146" y="10289"/>
                    </a:moveTo>
                    <a:cubicBezTo>
                      <a:pt x="-1802" y="-2324"/>
                      <a:pt x="-243" y="-3401"/>
                      <a:pt x="6337" y="7392"/>
                    </a:cubicBezTo>
                    <a:cubicBezTo>
                      <a:pt x="12476" y="17462"/>
                      <a:pt x="12886" y="19945"/>
                      <a:pt x="8408" y="19945"/>
                    </a:cubicBezTo>
                    <a:cubicBezTo>
                      <a:pt x="6626" y="19945"/>
                      <a:pt x="3808" y="15600"/>
                      <a:pt x="2146" y="10289"/>
                    </a:cubicBezTo>
                    <a:close/>
                  </a:path>
                </a:pathLst>
              </a:custGeom>
              <a:solidFill>
                <a:srgbClr val="B9B9B9"/>
              </a:solidFill>
              <a:ln w="5163" cap="flat">
                <a:noFill/>
                <a:prstDash val="solid"/>
                <a:miter/>
              </a:ln>
            </p:spPr>
            <p:txBody>
              <a:bodyPr/>
              <a:lstStyle/>
              <a:p>
                <a:endParaRPr lang="es-419" noProof="0" dirty="0"/>
              </a:p>
            </p:txBody>
          </p:sp>
          <p:sp>
            <p:nvSpPr>
              <p:cNvPr id="94" name="Forma libre: forma 93">
                <a:extLst>
                  <a:ext uri="{FF2B5EF4-FFF2-40B4-BE49-F238E27FC236}">
                    <a16:creationId xmlns:a16="http://schemas.microsoft.com/office/drawing/2014/main" id="{C5FE89D7-F3A1-F2BA-C559-A165D138F616}"/>
                  </a:ext>
                </a:extLst>
              </p:cNvPr>
              <p:cNvSpPr/>
              <p:nvPr/>
            </p:nvSpPr>
            <p:spPr>
              <a:xfrm>
                <a:off x="517039" y="1839249"/>
                <a:ext cx="11082" cy="12784"/>
              </a:xfrm>
              <a:custGeom>
                <a:avLst/>
                <a:gdLst>
                  <a:gd name="csX0" fmla="*/ 4154 w 11082"/>
                  <a:gd name="csY0" fmla="*/ 8186 h 12784"/>
                  <a:gd name="csX1" fmla="*/ 2167 w 11082"/>
                  <a:gd name="csY1" fmla="*/ 0 h 12784"/>
                  <a:gd name="csX2" fmla="*/ 8680 w 11082"/>
                  <a:gd name="csY2" fmla="*/ 6454 h 12784"/>
                  <a:gd name="csX3" fmla="*/ 4154 w 11082"/>
                  <a:gd name="csY3" fmla="*/ 8186 h 12784"/>
                </a:gdLst>
                <a:ahLst/>
                <a:cxnLst>
                  <a:cxn ang="0">
                    <a:pos x="csX0" y="csY0"/>
                  </a:cxn>
                  <a:cxn ang="0">
                    <a:pos x="csX1" y="csY1"/>
                  </a:cxn>
                  <a:cxn ang="0">
                    <a:pos x="csX2" y="csY2"/>
                  </a:cxn>
                  <a:cxn ang="0">
                    <a:pos x="csX3" y="csY3"/>
                  </a:cxn>
                </a:cxnLst>
                <a:rect l="l" t="t" r="r" b="b"/>
                <a:pathLst>
                  <a:path w="11082" h="12784">
                    <a:moveTo>
                      <a:pt x="4154" y="8186"/>
                    </a:moveTo>
                    <a:cubicBezTo>
                      <a:pt x="-584" y="2950"/>
                      <a:pt x="-1300" y="0"/>
                      <a:pt x="2167" y="0"/>
                    </a:cubicBezTo>
                    <a:cubicBezTo>
                      <a:pt x="3423" y="0"/>
                      <a:pt x="6354" y="2904"/>
                      <a:pt x="8680" y="6454"/>
                    </a:cubicBezTo>
                    <a:cubicBezTo>
                      <a:pt x="13580" y="13931"/>
                      <a:pt x="10441" y="15133"/>
                      <a:pt x="4154" y="8186"/>
                    </a:cubicBezTo>
                    <a:close/>
                  </a:path>
                </a:pathLst>
              </a:custGeom>
              <a:solidFill>
                <a:srgbClr val="B9B9B9"/>
              </a:solidFill>
              <a:ln w="5163" cap="flat">
                <a:noFill/>
                <a:prstDash val="solid"/>
                <a:miter/>
              </a:ln>
            </p:spPr>
            <p:txBody>
              <a:bodyPr/>
              <a:lstStyle/>
              <a:p>
                <a:endParaRPr lang="es-419" noProof="0" dirty="0"/>
              </a:p>
            </p:txBody>
          </p:sp>
          <p:sp>
            <p:nvSpPr>
              <p:cNvPr id="95" name="Forma libre: forma 94">
                <a:extLst>
                  <a:ext uri="{FF2B5EF4-FFF2-40B4-BE49-F238E27FC236}">
                    <a16:creationId xmlns:a16="http://schemas.microsoft.com/office/drawing/2014/main" id="{BE6218C5-D03F-8F95-4E9D-F5094262D364}"/>
                  </a:ext>
                </a:extLst>
              </p:cNvPr>
              <p:cNvSpPr/>
              <p:nvPr/>
            </p:nvSpPr>
            <p:spPr>
              <a:xfrm>
                <a:off x="633440" y="1833111"/>
                <a:ext cx="12552" cy="18971"/>
              </a:xfrm>
              <a:custGeom>
                <a:avLst/>
                <a:gdLst>
                  <a:gd name="csX0" fmla="*/ 3996 w 12552"/>
                  <a:gd name="csY0" fmla="*/ 9922 h 18971"/>
                  <a:gd name="csX1" fmla="*/ 6099 w 12552"/>
                  <a:gd name="csY1" fmla="*/ 5082 h 18971"/>
                  <a:gd name="csX2" fmla="*/ 12553 w 12552"/>
                  <a:gd name="csY2" fmla="*/ 15290 h 18971"/>
                  <a:gd name="csX3" fmla="*/ 3996 w 12552"/>
                  <a:gd name="csY3" fmla="*/ 9922 h 18971"/>
                </a:gdLst>
                <a:ahLst/>
                <a:cxnLst>
                  <a:cxn ang="0">
                    <a:pos x="csX0" y="csY0"/>
                  </a:cxn>
                  <a:cxn ang="0">
                    <a:pos x="csX1" y="csY1"/>
                  </a:cxn>
                  <a:cxn ang="0">
                    <a:pos x="csX2" y="csY2"/>
                  </a:cxn>
                  <a:cxn ang="0">
                    <a:pos x="csX3" y="csY3"/>
                  </a:cxn>
                </a:cxnLst>
                <a:rect l="l" t="t" r="r" b="b"/>
                <a:pathLst>
                  <a:path w="12552" h="18971">
                    <a:moveTo>
                      <a:pt x="3996" y="9922"/>
                    </a:moveTo>
                    <a:cubicBezTo>
                      <a:pt x="-1733" y="-2091"/>
                      <a:pt x="-1533" y="-2550"/>
                      <a:pt x="6099" y="5082"/>
                    </a:cubicBezTo>
                    <a:cubicBezTo>
                      <a:pt x="9649" y="8631"/>
                      <a:pt x="12553" y="13225"/>
                      <a:pt x="12553" y="15290"/>
                    </a:cubicBezTo>
                    <a:cubicBezTo>
                      <a:pt x="12553" y="21885"/>
                      <a:pt x="8483" y="19332"/>
                      <a:pt x="3996" y="9922"/>
                    </a:cubicBezTo>
                    <a:close/>
                  </a:path>
                </a:pathLst>
              </a:custGeom>
              <a:solidFill>
                <a:srgbClr val="B9B9B9"/>
              </a:solidFill>
              <a:ln w="5163" cap="flat">
                <a:noFill/>
                <a:prstDash val="solid"/>
                <a:miter/>
              </a:ln>
            </p:spPr>
            <p:txBody>
              <a:bodyPr/>
              <a:lstStyle/>
              <a:p>
                <a:endParaRPr lang="es-419" noProof="0" dirty="0"/>
              </a:p>
            </p:txBody>
          </p:sp>
          <p:sp>
            <p:nvSpPr>
              <p:cNvPr id="96" name="Forma libre: forma 95">
                <a:extLst>
                  <a:ext uri="{FF2B5EF4-FFF2-40B4-BE49-F238E27FC236}">
                    <a16:creationId xmlns:a16="http://schemas.microsoft.com/office/drawing/2014/main" id="{93EABAC3-13B7-2011-18B8-55C29A66710C}"/>
                  </a:ext>
                </a:extLst>
              </p:cNvPr>
              <p:cNvSpPr/>
              <p:nvPr/>
            </p:nvSpPr>
            <p:spPr>
              <a:xfrm>
                <a:off x="499513" y="1824179"/>
                <a:ext cx="16487" cy="10786"/>
              </a:xfrm>
              <a:custGeom>
                <a:avLst/>
                <a:gdLst>
                  <a:gd name="csX0" fmla="*/ 5790 w 16487"/>
                  <a:gd name="csY0" fmla="*/ 5576 h 10786"/>
                  <a:gd name="csX1" fmla="*/ 4501 w 16487"/>
                  <a:gd name="csY1" fmla="*/ 936 h 10786"/>
                  <a:gd name="csX2" fmla="*/ 15719 w 16487"/>
                  <a:gd name="csY2" fmla="*/ 10646 h 10786"/>
                  <a:gd name="csX3" fmla="*/ 5790 w 16487"/>
                  <a:gd name="csY3" fmla="*/ 5576 h 10786"/>
                </a:gdLst>
                <a:ahLst/>
                <a:cxnLst>
                  <a:cxn ang="0">
                    <a:pos x="csX0" y="csY0"/>
                  </a:cxn>
                  <a:cxn ang="0">
                    <a:pos x="csX1" y="csY1"/>
                  </a:cxn>
                  <a:cxn ang="0">
                    <a:pos x="csX2" y="csY2"/>
                  </a:cxn>
                  <a:cxn ang="0">
                    <a:pos x="csX3" y="csY3"/>
                  </a:cxn>
                </a:cxnLst>
                <a:rect l="l" t="t" r="r" b="b"/>
                <a:pathLst>
                  <a:path w="16487" h="10786">
                    <a:moveTo>
                      <a:pt x="5790" y="5576"/>
                    </a:moveTo>
                    <a:cubicBezTo>
                      <a:pt x="-1676" y="-615"/>
                      <a:pt x="-1722" y="-781"/>
                      <a:pt x="4501" y="936"/>
                    </a:cubicBezTo>
                    <a:cubicBezTo>
                      <a:pt x="12209" y="3063"/>
                      <a:pt x="18782" y="8753"/>
                      <a:pt x="15719" y="10646"/>
                    </a:cubicBezTo>
                    <a:cubicBezTo>
                      <a:pt x="14517" y="11389"/>
                      <a:pt x="10049" y="9107"/>
                      <a:pt x="5790" y="5576"/>
                    </a:cubicBezTo>
                    <a:close/>
                  </a:path>
                </a:pathLst>
              </a:custGeom>
              <a:solidFill>
                <a:srgbClr val="B9B9B9"/>
              </a:solidFill>
              <a:ln w="5163" cap="flat">
                <a:noFill/>
                <a:prstDash val="solid"/>
                <a:miter/>
              </a:ln>
            </p:spPr>
            <p:txBody>
              <a:bodyPr/>
              <a:lstStyle/>
              <a:p>
                <a:endParaRPr lang="es-419" noProof="0" dirty="0"/>
              </a:p>
            </p:txBody>
          </p:sp>
          <p:sp>
            <p:nvSpPr>
              <p:cNvPr id="97" name="Forma libre: forma 96">
                <a:extLst>
                  <a:ext uri="{FF2B5EF4-FFF2-40B4-BE49-F238E27FC236}">
                    <a16:creationId xmlns:a16="http://schemas.microsoft.com/office/drawing/2014/main" id="{DD397170-5691-CED0-E4C0-8A7FC524FFBE}"/>
                  </a:ext>
                </a:extLst>
              </p:cNvPr>
              <p:cNvSpPr/>
              <p:nvPr/>
            </p:nvSpPr>
            <p:spPr>
              <a:xfrm>
                <a:off x="478303" y="1760241"/>
                <a:ext cx="17819" cy="62484"/>
              </a:xfrm>
              <a:custGeom>
                <a:avLst/>
                <a:gdLst>
                  <a:gd name="csX0" fmla="*/ 12817 w 17819"/>
                  <a:gd name="csY0" fmla="*/ 59663 h 62484"/>
                  <a:gd name="csX1" fmla="*/ 8906 w 17819"/>
                  <a:gd name="csY1" fmla="*/ 49920 h 62484"/>
                  <a:gd name="csX2" fmla="*/ 3768 w 17819"/>
                  <a:gd name="csY2" fmla="*/ 41934 h 62484"/>
                  <a:gd name="csX3" fmla="*/ 2261 w 17819"/>
                  <a:gd name="csY3" fmla="*/ 33152 h 62484"/>
                  <a:gd name="csX4" fmla="*/ 8278 w 17819"/>
                  <a:gd name="csY4" fmla="*/ 19635 h 62484"/>
                  <a:gd name="csX5" fmla="*/ 14954 w 17819"/>
                  <a:gd name="csY5" fmla="*/ 4146 h 62484"/>
                  <a:gd name="csX6" fmla="*/ 16371 w 17819"/>
                  <a:gd name="csY6" fmla="*/ 6727 h 62484"/>
                  <a:gd name="csX7" fmla="*/ 10951 w 17819"/>
                  <a:gd name="csY7" fmla="*/ 23219 h 62484"/>
                  <a:gd name="csX8" fmla="*/ 9971 w 17819"/>
                  <a:gd name="csY8" fmla="*/ 36893 h 62484"/>
                  <a:gd name="csX9" fmla="*/ 12803 w 17819"/>
                  <a:gd name="csY9" fmla="*/ 48926 h 62484"/>
                  <a:gd name="csX10" fmla="*/ 15858 w 17819"/>
                  <a:gd name="csY10" fmla="*/ 57797 h 62484"/>
                  <a:gd name="csX11" fmla="*/ 17517 w 17819"/>
                  <a:gd name="csY11" fmla="*/ 62248 h 62484"/>
                  <a:gd name="csX12" fmla="*/ 12817 w 17819"/>
                  <a:gd name="csY12" fmla="*/ 59663 h 624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7819" h="62484">
                    <a:moveTo>
                      <a:pt x="12817" y="59663"/>
                    </a:moveTo>
                    <a:cubicBezTo>
                      <a:pt x="10999" y="57473"/>
                      <a:pt x="9240" y="53089"/>
                      <a:pt x="8906" y="49920"/>
                    </a:cubicBezTo>
                    <a:cubicBezTo>
                      <a:pt x="7921" y="40559"/>
                      <a:pt x="7808" y="40384"/>
                      <a:pt x="3768" y="41934"/>
                    </a:cubicBezTo>
                    <a:cubicBezTo>
                      <a:pt x="-606" y="43612"/>
                      <a:pt x="-1257" y="39820"/>
                      <a:pt x="2261" y="33152"/>
                    </a:cubicBezTo>
                    <a:cubicBezTo>
                      <a:pt x="3561" y="30687"/>
                      <a:pt x="6269" y="24604"/>
                      <a:pt x="8278" y="19635"/>
                    </a:cubicBezTo>
                    <a:cubicBezTo>
                      <a:pt x="10287" y="14665"/>
                      <a:pt x="13291" y="7695"/>
                      <a:pt x="14954" y="4146"/>
                    </a:cubicBezTo>
                    <a:cubicBezTo>
                      <a:pt x="17758" y="-1839"/>
                      <a:pt x="17861" y="-1651"/>
                      <a:pt x="16371" y="6727"/>
                    </a:cubicBezTo>
                    <a:cubicBezTo>
                      <a:pt x="15486" y="11697"/>
                      <a:pt x="13047" y="19118"/>
                      <a:pt x="10951" y="23219"/>
                    </a:cubicBezTo>
                    <a:cubicBezTo>
                      <a:pt x="8012" y="28966"/>
                      <a:pt x="7787" y="32101"/>
                      <a:pt x="9971" y="36893"/>
                    </a:cubicBezTo>
                    <a:cubicBezTo>
                      <a:pt x="11529" y="40313"/>
                      <a:pt x="12803" y="45728"/>
                      <a:pt x="12803" y="48926"/>
                    </a:cubicBezTo>
                    <a:cubicBezTo>
                      <a:pt x="12803" y="52125"/>
                      <a:pt x="14178" y="56117"/>
                      <a:pt x="15858" y="57797"/>
                    </a:cubicBezTo>
                    <a:cubicBezTo>
                      <a:pt x="17538" y="59477"/>
                      <a:pt x="18285" y="61480"/>
                      <a:pt x="17517" y="62248"/>
                    </a:cubicBezTo>
                    <a:cubicBezTo>
                      <a:pt x="16749" y="63016"/>
                      <a:pt x="14634" y="61852"/>
                      <a:pt x="12817" y="59663"/>
                    </a:cubicBezTo>
                    <a:close/>
                  </a:path>
                </a:pathLst>
              </a:custGeom>
              <a:solidFill>
                <a:srgbClr val="B9B9B9"/>
              </a:solidFill>
              <a:ln w="5163" cap="flat">
                <a:noFill/>
                <a:prstDash val="solid"/>
                <a:miter/>
              </a:ln>
            </p:spPr>
            <p:txBody>
              <a:bodyPr/>
              <a:lstStyle/>
              <a:p>
                <a:endParaRPr lang="es-419" noProof="0" dirty="0"/>
              </a:p>
            </p:txBody>
          </p:sp>
          <p:sp>
            <p:nvSpPr>
              <p:cNvPr id="98" name="Forma libre: forma 97">
                <a:extLst>
                  <a:ext uri="{FF2B5EF4-FFF2-40B4-BE49-F238E27FC236}">
                    <a16:creationId xmlns:a16="http://schemas.microsoft.com/office/drawing/2014/main" id="{8350C746-976C-811F-C070-07994A52A0B9}"/>
                  </a:ext>
                </a:extLst>
              </p:cNvPr>
              <p:cNvSpPr/>
              <p:nvPr/>
            </p:nvSpPr>
            <p:spPr>
              <a:xfrm>
                <a:off x="610272" y="1785879"/>
                <a:ext cx="19431" cy="24201"/>
              </a:xfrm>
              <a:custGeom>
                <a:avLst/>
                <a:gdLst>
                  <a:gd name="csX0" fmla="*/ 12977 w 19431"/>
                  <a:gd name="csY0" fmla="*/ 20895 h 24201"/>
                  <a:gd name="csX1" fmla="*/ 7325 w 19431"/>
                  <a:gd name="csY1" fmla="*/ 14059 h 24201"/>
                  <a:gd name="csX2" fmla="*/ 3038 w 19431"/>
                  <a:gd name="csY2" fmla="*/ 6445 h 24201"/>
                  <a:gd name="csX3" fmla="*/ 7745 w 19431"/>
                  <a:gd name="csY3" fmla="*/ 1409 h 24201"/>
                  <a:gd name="csX4" fmla="*/ 17054 w 19431"/>
                  <a:gd name="csY4" fmla="*/ 13612 h 24201"/>
                  <a:gd name="csX5" fmla="*/ 19347 w 19431"/>
                  <a:gd name="csY5" fmla="*/ 24137 h 24201"/>
                  <a:gd name="csX6" fmla="*/ 12977 w 19431"/>
                  <a:gd name="csY6" fmla="*/ 20895 h 24201"/>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9431" h="24201">
                    <a:moveTo>
                      <a:pt x="12977" y="20895"/>
                    </a:moveTo>
                    <a:cubicBezTo>
                      <a:pt x="9869" y="18718"/>
                      <a:pt x="7325" y="15642"/>
                      <a:pt x="7325" y="14059"/>
                    </a:cubicBezTo>
                    <a:cubicBezTo>
                      <a:pt x="7325" y="12477"/>
                      <a:pt x="5396" y="9050"/>
                      <a:pt x="3038" y="6445"/>
                    </a:cubicBezTo>
                    <a:cubicBezTo>
                      <a:pt x="-2384" y="453"/>
                      <a:pt x="-388" y="-1683"/>
                      <a:pt x="7745" y="1409"/>
                    </a:cubicBezTo>
                    <a:cubicBezTo>
                      <a:pt x="11871" y="2978"/>
                      <a:pt x="15083" y="7189"/>
                      <a:pt x="17054" y="13612"/>
                    </a:cubicBezTo>
                    <a:cubicBezTo>
                      <a:pt x="18710" y="19007"/>
                      <a:pt x="19742" y="23743"/>
                      <a:pt x="19347" y="24137"/>
                    </a:cubicBezTo>
                    <a:cubicBezTo>
                      <a:pt x="18953" y="24532"/>
                      <a:pt x="16086" y="23073"/>
                      <a:pt x="12977" y="20895"/>
                    </a:cubicBezTo>
                    <a:close/>
                  </a:path>
                </a:pathLst>
              </a:custGeom>
              <a:solidFill>
                <a:srgbClr val="B9B9B9"/>
              </a:solidFill>
              <a:ln w="5163" cap="flat">
                <a:noFill/>
                <a:prstDash val="solid"/>
                <a:miter/>
              </a:ln>
            </p:spPr>
            <p:txBody>
              <a:bodyPr/>
              <a:lstStyle/>
              <a:p>
                <a:endParaRPr lang="es-419" noProof="0" dirty="0"/>
              </a:p>
            </p:txBody>
          </p:sp>
          <p:sp>
            <p:nvSpPr>
              <p:cNvPr id="99" name="Forma libre: forma 98">
                <a:extLst>
                  <a:ext uri="{FF2B5EF4-FFF2-40B4-BE49-F238E27FC236}">
                    <a16:creationId xmlns:a16="http://schemas.microsoft.com/office/drawing/2014/main" id="{C2994D0B-437B-83D2-510C-F841B01CA576}"/>
                  </a:ext>
                </a:extLst>
              </p:cNvPr>
              <p:cNvSpPr/>
              <p:nvPr/>
            </p:nvSpPr>
            <p:spPr>
              <a:xfrm>
                <a:off x="615016" y="1765374"/>
                <a:ext cx="5162" cy="6756"/>
              </a:xfrm>
              <a:custGeom>
                <a:avLst/>
                <a:gdLst>
                  <a:gd name="csX0" fmla="*/ 0 w 5162"/>
                  <a:gd name="csY0" fmla="*/ 4328 h 6756"/>
                  <a:gd name="csX1" fmla="*/ 2581 w 5162"/>
                  <a:gd name="csY1" fmla="*/ 303 h 6756"/>
                  <a:gd name="csX2" fmla="*/ 5163 w 5162"/>
                  <a:gd name="csY2" fmla="*/ 2732 h 6756"/>
                  <a:gd name="csX3" fmla="*/ 2581 w 5162"/>
                  <a:gd name="csY3" fmla="*/ 6757 h 6756"/>
                  <a:gd name="csX4" fmla="*/ 0 w 5162"/>
                  <a:gd name="csY4" fmla="*/ 4328 h 6756"/>
                </a:gdLst>
                <a:ahLst/>
                <a:cxnLst>
                  <a:cxn ang="0">
                    <a:pos x="csX0" y="csY0"/>
                  </a:cxn>
                  <a:cxn ang="0">
                    <a:pos x="csX1" y="csY1"/>
                  </a:cxn>
                  <a:cxn ang="0">
                    <a:pos x="csX2" y="csY2"/>
                  </a:cxn>
                  <a:cxn ang="0">
                    <a:pos x="csX3" y="csY3"/>
                  </a:cxn>
                  <a:cxn ang="0">
                    <a:pos x="csX4" y="csY4"/>
                  </a:cxn>
                </a:cxnLst>
                <a:rect l="l" t="t" r="r" b="b"/>
                <a:pathLst>
                  <a:path w="5162" h="6756">
                    <a:moveTo>
                      <a:pt x="0" y="4328"/>
                    </a:moveTo>
                    <a:cubicBezTo>
                      <a:pt x="0" y="2992"/>
                      <a:pt x="1162" y="1181"/>
                      <a:pt x="2581" y="303"/>
                    </a:cubicBezTo>
                    <a:cubicBezTo>
                      <a:pt x="4001" y="-574"/>
                      <a:pt x="5163" y="519"/>
                      <a:pt x="5163" y="2732"/>
                    </a:cubicBezTo>
                    <a:cubicBezTo>
                      <a:pt x="5163" y="4946"/>
                      <a:pt x="4001" y="6757"/>
                      <a:pt x="2581" y="6757"/>
                    </a:cubicBezTo>
                    <a:cubicBezTo>
                      <a:pt x="1162" y="6757"/>
                      <a:pt x="0" y="5664"/>
                      <a:pt x="0" y="4328"/>
                    </a:cubicBezTo>
                    <a:close/>
                  </a:path>
                </a:pathLst>
              </a:custGeom>
              <a:solidFill>
                <a:srgbClr val="B9B9B9"/>
              </a:solidFill>
              <a:ln w="5163" cap="flat">
                <a:noFill/>
                <a:prstDash val="solid"/>
                <a:miter/>
              </a:ln>
            </p:spPr>
            <p:txBody>
              <a:bodyPr/>
              <a:lstStyle/>
              <a:p>
                <a:endParaRPr lang="es-419" noProof="0" dirty="0"/>
              </a:p>
            </p:txBody>
          </p:sp>
          <p:sp>
            <p:nvSpPr>
              <p:cNvPr id="100" name="Forma libre: forma 99">
                <a:extLst>
                  <a:ext uri="{FF2B5EF4-FFF2-40B4-BE49-F238E27FC236}">
                    <a16:creationId xmlns:a16="http://schemas.microsoft.com/office/drawing/2014/main" id="{C0CAA160-02AD-BB0D-9542-9CD4E00CE184}"/>
                  </a:ext>
                </a:extLst>
              </p:cNvPr>
              <p:cNvSpPr/>
              <p:nvPr/>
            </p:nvSpPr>
            <p:spPr>
              <a:xfrm>
                <a:off x="496444" y="1737058"/>
                <a:ext cx="4812" cy="15975"/>
              </a:xfrm>
              <a:custGeom>
                <a:avLst/>
                <a:gdLst>
                  <a:gd name="csX0" fmla="*/ 6 w 4812"/>
                  <a:gd name="csY0" fmla="*/ 12637 h 15975"/>
                  <a:gd name="csX1" fmla="*/ 2406 w 4812"/>
                  <a:gd name="csY1" fmla="*/ 2804 h 15975"/>
                  <a:gd name="csX2" fmla="*/ 4806 w 4812"/>
                  <a:gd name="csY2" fmla="*/ 5879 h 15975"/>
                  <a:gd name="csX3" fmla="*/ 2406 w 4812"/>
                  <a:gd name="csY3" fmla="*/ 15712 h 15975"/>
                  <a:gd name="csX4" fmla="*/ 6 w 4812"/>
                  <a:gd name="csY4" fmla="*/ 12637 h 15975"/>
                </a:gdLst>
                <a:ahLst/>
                <a:cxnLst>
                  <a:cxn ang="0">
                    <a:pos x="csX0" y="csY0"/>
                  </a:cxn>
                  <a:cxn ang="0">
                    <a:pos x="csX1" y="csY1"/>
                  </a:cxn>
                  <a:cxn ang="0">
                    <a:pos x="csX2" y="csY2"/>
                  </a:cxn>
                  <a:cxn ang="0">
                    <a:pos x="csX3" y="csY3"/>
                  </a:cxn>
                  <a:cxn ang="0">
                    <a:pos x="csX4" y="csY4"/>
                  </a:cxn>
                </a:cxnLst>
                <a:rect l="l" t="t" r="r" b="b"/>
                <a:pathLst>
                  <a:path w="4812" h="15975">
                    <a:moveTo>
                      <a:pt x="6" y="12637"/>
                    </a:moveTo>
                    <a:cubicBezTo>
                      <a:pt x="106" y="10069"/>
                      <a:pt x="1186" y="5644"/>
                      <a:pt x="2406" y="2804"/>
                    </a:cubicBezTo>
                    <a:cubicBezTo>
                      <a:pt x="4277" y="-1548"/>
                      <a:pt x="4653" y="-1065"/>
                      <a:pt x="4806" y="5879"/>
                    </a:cubicBezTo>
                    <a:cubicBezTo>
                      <a:pt x="4906" y="10409"/>
                      <a:pt x="3826" y="14834"/>
                      <a:pt x="2406" y="15712"/>
                    </a:cubicBezTo>
                    <a:cubicBezTo>
                      <a:pt x="987" y="16589"/>
                      <a:pt x="-93" y="15206"/>
                      <a:pt x="6" y="12637"/>
                    </a:cubicBezTo>
                    <a:close/>
                  </a:path>
                </a:pathLst>
              </a:custGeom>
              <a:solidFill>
                <a:srgbClr val="B9B9B9"/>
              </a:solidFill>
              <a:ln w="5163" cap="flat">
                <a:noFill/>
                <a:prstDash val="solid"/>
                <a:miter/>
              </a:ln>
            </p:spPr>
            <p:txBody>
              <a:bodyPr/>
              <a:lstStyle/>
              <a:p>
                <a:endParaRPr lang="es-419" noProof="0" dirty="0"/>
              </a:p>
            </p:txBody>
          </p:sp>
          <p:sp>
            <p:nvSpPr>
              <p:cNvPr id="101" name="Forma libre: forma 100">
                <a:extLst>
                  <a:ext uri="{FF2B5EF4-FFF2-40B4-BE49-F238E27FC236}">
                    <a16:creationId xmlns:a16="http://schemas.microsoft.com/office/drawing/2014/main" id="{BFF70800-5ACB-A5BF-CB4E-A0DCEABEA021}"/>
                  </a:ext>
                </a:extLst>
              </p:cNvPr>
              <p:cNvSpPr/>
              <p:nvPr/>
            </p:nvSpPr>
            <p:spPr>
              <a:xfrm>
                <a:off x="610293" y="1727161"/>
                <a:ext cx="5615" cy="11379"/>
              </a:xfrm>
              <a:custGeom>
                <a:avLst/>
                <a:gdLst>
                  <a:gd name="csX0" fmla="*/ 427 w 5615"/>
                  <a:gd name="csY0" fmla="*/ 7365 h 11379"/>
                  <a:gd name="csX1" fmla="*/ 1464 w 5615"/>
                  <a:gd name="csY1" fmla="*/ 731 h 11379"/>
                  <a:gd name="csX2" fmla="*/ 5321 w 5615"/>
                  <a:gd name="csY2" fmla="*/ 4777 h 11379"/>
                  <a:gd name="csX3" fmla="*/ 427 w 5615"/>
                  <a:gd name="csY3" fmla="*/ 7365 h 11379"/>
                </a:gdLst>
                <a:ahLst/>
                <a:cxnLst>
                  <a:cxn ang="0">
                    <a:pos x="csX0" y="csY0"/>
                  </a:cxn>
                  <a:cxn ang="0">
                    <a:pos x="csX1" y="csY1"/>
                  </a:cxn>
                  <a:cxn ang="0">
                    <a:pos x="csX2" y="csY2"/>
                  </a:cxn>
                  <a:cxn ang="0">
                    <a:pos x="csX3" y="csY3"/>
                  </a:cxn>
                </a:cxnLst>
                <a:rect l="l" t="t" r="r" b="b"/>
                <a:pathLst>
                  <a:path w="5615" h="11379">
                    <a:moveTo>
                      <a:pt x="427" y="7365"/>
                    </a:moveTo>
                    <a:cubicBezTo>
                      <a:pt x="-426" y="5140"/>
                      <a:pt x="40" y="2155"/>
                      <a:pt x="1464" y="731"/>
                    </a:cubicBezTo>
                    <a:cubicBezTo>
                      <a:pt x="3194" y="-1000"/>
                      <a:pt x="4473" y="341"/>
                      <a:pt x="5321" y="4777"/>
                    </a:cubicBezTo>
                    <a:cubicBezTo>
                      <a:pt x="6696" y="11973"/>
                      <a:pt x="2955" y="13952"/>
                      <a:pt x="427" y="7365"/>
                    </a:cubicBezTo>
                    <a:close/>
                  </a:path>
                </a:pathLst>
              </a:custGeom>
              <a:solidFill>
                <a:srgbClr val="B9B9B9"/>
              </a:solidFill>
              <a:ln w="5163" cap="flat">
                <a:noFill/>
                <a:prstDash val="solid"/>
                <a:miter/>
              </a:ln>
            </p:spPr>
            <p:txBody>
              <a:bodyPr/>
              <a:lstStyle/>
              <a:p>
                <a:endParaRPr lang="es-419" noProof="0" dirty="0"/>
              </a:p>
            </p:txBody>
          </p:sp>
          <p:sp>
            <p:nvSpPr>
              <p:cNvPr id="102" name="Forma libre: forma 101">
                <a:extLst>
                  <a:ext uri="{FF2B5EF4-FFF2-40B4-BE49-F238E27FC236}">
                    <a16:creationId xmlns:a16="http://schemas.microsoft.com/office/drawing/2014/main" id="{BF3C1985-7FB4-FF03-31E2-7F7355E928A1}"/>
                  </a:ext>
                </a:extLst>
              </p:cNvPr>
              <p:cNvSpPr/>
              <p:nvPr/>
            </p:nvSpPr>
            <p:spPr>
              <a:xfrm>
                <a:off x="589201" y="1723083"/>
                <a:ext cx="5162" cy="7744"/>
              </a:xfrm>
              <a:custGeom>
                <a:avLst/>
                <a:gdLst>
                  <a:gd name="csX0" fmla="*/ 0 w 5162"/>
                  <a:gd name="csY0" fmla="*/ 3872 h 7744"/>
                  <a:gd name="csX1" fmla="*/ 2581 w 5162"/>
                  <a:gd name="csY1" fmla="*/ 0 h 7744"/>
                  <a:gd name="csX2" fmla="*/ 5163 w 5162"/>
                  <a:gd name="csY2" fmla="*/ 3872 h 7744"/>
                  <a:gd name="csX3" fmla="*/ 2581 w 5162"/>
                  <a:gd name="csY3" fmla="*/ 7744 h 7744"/>
                  <a:gd name="csX4" fmla="*/ 0 w 5162"/>
                  <a:gd name="csY4" fmla="*/ 3872 h 7744"/>
                </a:gdLst>
                <a:ahLst/>
                <a:cxnLst>
                  <a:cxn ang="0">
                    <a:pos x="csX0" y="csY0"/>
                  </a:cxn>
                  <a:cxn ang="0">
                    <a:pos x="csX1" y="csY1"/>
                  </a:cxn>
                  <a:cxn ang="0">
                    <a:pos x="csX2" y="csY2"/>
                  </a:cxn>
                  <a:cxn ang="0">
                    <a:pos x="csX3" y="csY3"/>
                  </a:cxn>
                  <a:cxn ang="0">
                    <a:pos x="csX4" y="csY4"/>
                  </a:cxn>
                </a:cxnLst>
                <a:rect l="l" t="t" r="r" b="b"/>
                <a:pathLst>
                  <a:path w="5162" h="7744">
                    <a:moveTo>
                      <a:pt x="0" y="3872"/>
                    </a:moveTo>
                    <a:cubicBezTo>
                      <a:pt x="0" y="1742"/>
                      <a:pt x="1162" y="0"/>
                      <a:pt x="2581" y="0"/>
                    </a:cubicBezTo>
                    <a:cubicBezTo>
                      <a:pt x="4001" y="0"/>
                      <a:pt x="5163" y="1742"/>
                      <a:pt x="5163" y="3872"/>
                    </a:cubicBezTo>
                    <a:cubicBezTo>
                      <a:pt x="5163" y="6002"/>
                      <a:pt x="4001" y="7744"/>
                      <a:pt x="2581" y="7744"/>
                    </a:cubicBezTo>
                    <a:cubicBezTo>
                      <a:pt x="1162" y="7744"/>
                      <a:pt x="0" y="6002"/>
                      <a:pt x="0" y="3872"/>
                    </a:cubicBezTo>
                    <a:close/>
                  </a:path>
                </a:pathLst>
              </a:custGeom>
              <a:solidFill>
                <a:srgbClr val="B9B9B9"/>
              </a:solidFill>
              <a:ln w="5163" cap="flat">
                <a:noFill/>
                <a:prstDash val="solid"/>
                <a:miter/>
              </a:ln>
            </p:spPr>
            <p:txBody>
              <a:bodyPr/>
              <a:lstStyle/>
              <a:p>
                <a:endParaRPr lang="es-419" noProof="0" dirty="0"/>
              </a:p>
            </p:txBody>
          </p:sp>
          <p:sp>
            <p:nvSpPr>
              <p:cNvPr id="103" name="Forma libre: forma 102">
                <a:extLst>
                  <a:ext uri="{FF2B5EF4-FFF2-40B4-BE49-F238E27FC236}">
                    <a16:creationId xmlns:a16="http://schemas.microsoft.com/office/drawing/2014/main" id="{F8D9A630-A724-BC70-4F06-EDE8EEE8ACAD}"/>
                  </a:ext>
                </a:extLst>
              </p:cNvPr>
              <p:cNvSpPr/>
              <p:nvPr/>
            </p:nvSpPr>
            <p:spPr>
              <a:xfrm>
                <a:off x="576294" y="1689525"/>
                <a:ext cx="15348" cy="20423"/>
              </a:xfrm>
              <a:custGeom>
                <a:avLst/>
                <a:gdLst>
                  <a:gd name="csX0" fmla="*/ 0 w 15348"/>
                  <a:gd name="csY0" fmla="*/ 17942 h 20423"/>
                  <a:gd name="csX1" fmla="*/ 11683 w 15348"/>
                  <a:gd name="csY1" fmla="*/ 0 h 20423"/>
                  <a:gd name="csX2" fmla="*/ 8918 w 15348"/>
                  <a:gd name="csY2" fmla="*/ 14081 h 20423"/>
                  <a:gd name="csX3" fmla="*/ 0 w 15348"/>
                  <a:gd name="csY3" fmla="*/ 17942 h 20423"/>
                </a:gdLst>
                <a:ahLst/>
                <a:cxnLst>
                  <a:cxn ang="0">
                    <a:pos x="csX0" y="csY0"/>
                  </a:cxn>
                  <a:cxn ang="0">
                    <a:pos x="csX1" y="csY1"/>
                  </a:cxn>
                  <a:cxn ang="0">
                    <a:pos x="csX2" y="csY2"/>
                  </a:cxn>
                  <a:cxn ang="0">
                    <a:pos x="csX3" y="csY3"/>
                  </a:cxn>
                </a:cxnLst>
                <a:rect l="l" t="t" r="r" b="b"/>
                <a:pathLst>
                  <a:path w="15348" h="20423">
                    <a:moveTo>
                      <a:pt x="0" y="17942"/>
                    </a:moveTo>
                    <a:cubicBezTo>
                      <a:pt x="0" y="12328"/>
                      <a:pt x="8027" y="0"/>
                      <a:pt x="11683" y="0"/>
                    </a:cubicBezTo>
                    <a:cubicBezTo>
                      <a:pt x="17539" y="0"/>
                      <a:pt x="16205" y="6793"/>
                      <a:pt x="8918" y="14081"/>
                    </a:cubicBezTo>
                    <a:cubicBezTo>
                      <a:pt x="1711" y="21287"/>
                      <a:pt x="0" y="22028"/>
                      <a:pt x="0" y="17942"/>
                    </a:cubicBezTo>
                    <a:close/>
                  </a:path>
                </a:pathLst>
              </a:custGeom>
              <a:solidFill>
                <a:srgbClr val="B9B9B9"/>
              </a:solidFill>
              <a:ln w="5163" cap="flat">
                <a:noFill/>
                <a:prstDash val="solid"/>
                <a:miter/>
              </a:ln>
            </p:spPr>
            <p:txBody>
              <a:bodyPr/>
              <a:lstStyle/>
              <a:p>
                <a:endParaRPr lang="es-419" noProof="0" dirty="0"/>
              </a:p>
            </p:txBody>
          </p:sp>
        </p:grpSp>
        <p:sp>
          <p:nvSpPr>
            <p:cNvPr id="104" name="Forma libre: forma 103">
              <a:extLst>
                <a:ext uri="{FF2B5EF4-FFF2-40B4-BE49-F238E27FC236}">
                  <a16:creationId xmlns:a16="http://schemas.microsoft.com/office/drawing/2014/main" id="{DDAF09F1-9C42-F306-2E86-A6051FEFA0C0}"/>
                </a:ext>
              </a:extLst>
            </p:cNvPr>
            <p:cNvSpPr/>
            <p:nvPr/>
          </p:nvSpPr>
          <p:spPr>
            <a:xfrm>
              <a:off x="516921" y="1569184"/>
              <a:ext cx="5162" cy="6756"/>
            </a:xfrm>
            <a:custGeom>
              <a:avLst/>
              <a:gdLst>
                <a:gd name="csX0" fmla="*/ 0 w 5162"/>
                <a:gd name="csY0" fmla="*/ 2732 h 6756"/>
                <a:gd name="csX1" fmla="*/ 2581 w 5162"/>
                <a:gd name="csY1" fmla="*/ 303 h 6756"/>
                <a:gd name="csX2" fmla="*/ 5163 w 5162"/>
                <a:gd name="csY2" fmla="*/ 4328 h 6756"/>
                <a:gd name="csX3" fmla="*/ 2581 w 5162"/>
                <a:gd name="csY3" fmla="*/ 6757 h 6756"/>
                <a:gd name="csX4" fmla="*/ 0 w 5162"/>
                <a:gd name="csY4" fmla="*/ 2732 h 6756"/>
              </a:gdLst>
              <a:ahLst/>
              <a:cxnLst>
                <a:cxn ang="0">
                  <a:pos x="csX0" y="csY0"/>
                </a:cxn>
                <a:cxn ang="0">
                  <a:pos x="csX1" y="csY1"/>
                </a:cxn>
                <a:cxn ang="0">
                  <a:pos x="csX2" y="csY2"/>
                </a:cxn>
                <a:cxn ang="0">
                  <a:pos x="csX3" y="csY3"/>
                </a:cxn>
                <a:cxn ang="0">
                  <a:pos x="csX4" y="csY4"/>
                </a:cxn>
              </a:cxnLst>
              <a:rect l="l" t="t" r="r" b="b"/>
              <a:pathLst>
                <a:path w="5162" h="6756">
                  <a:moveTo>
                    <a:pt x="0" y="2732"/>
                  </a:moveTo>
                  <a:cubicBezTo>
                    <a:pt x="0" y="519"/>
                    <a:pt x="1162" y="-574"/>
                    <a:pt x="2581" y="303"/>
                  </a:cubicBezTo>
                  <a:cubicBezTo>
                    <a:pt x="4001" y="1181"/>
                    <a:pt x="5163" y="2992"/>
                    <a:pt x="5163" y="4328"/>
                  </a:cubicBezTo>
                  <a:cubicBezTo>
                    <a:pt x="5163" y="5664"/>
                    <a:pt x="4001" y="6757"/>
                    <a:pt x="2581" y="6757"/>
                  </a:cubicBezTo>
                  <a:cubicBezTo>
                    <a:pt x="1162" y="6757"/>
                    <a:pt x="0" y="4946"/>
                    <a:pt x="0" y="2732"/>
                  </a:cubicBezTo>
                  <a:close/>
                </a:path>
              </a:pathLst>
            </a:custGeom>
            <a:solidFill>
              <a:srgbClr val="B9B9B9"/>
            </a:solidFill>
            <a:ln w="5163" cap="flat">
              <a:noFill/>
              <a:prstDash val="solid"/>
              <a:miter/>
            </a:ln>
          </p:spPr>
          <p:txBody>
            <a:bodyPr/>
            <a:lstStyle/>
            <a:p>
              <a:endParaRPr lang="es-419" noProof="0" dirty="0"/>
            </a:p>
          </p:txBody>
        </p:sp>
      </p:grpSp>
      <p:sp>
        <p:nvSpPr>
          <p:cNvPr id="105" name="Forma libre: forma 104">
            <a:extLst>
              <a:ext uri="{FF2B5EF4-FFF2-40B4-BE49-F238E27FC236}">
                <a16:creationId xmlns:a16="http://schemas.microsoft.com/office/drawing/2014/main" id="{503ED33B-B8B9-BB50-B35C-ADF5689236EB}"/>
              </a:ext>
            </a:extLst>
          </p:cNvPr>
          <p:cNvSpPr/>
          <p:nvPr/>
        </p:nvSpPr>
        <p:spPr>
          <a:xfrm>
            <a:off x="466238" y="1431499"/>
            <a:ext cx="11558" cy="7543"/>
          </a:xfrm>
          <a:custGeom>
            <a:avLst/>
            <a:gdLst>
              <a:gd name="csX0" fmla="*/ 1635 w 11558"/>
              <a:gd name="csY0" fmla="*/ 3752 h 7543"/>
              <a:gd name="csX1" fmla="*/ 8241 w 11558"/>
              <a:gd name="csY1" fmla="*/ 3670 h 7543"/>
              <a:gd name="csX2" fmla="*/ 9050 w 11558"/>
              <a:gd name="csY2" fmla="*/ 7542 h 7543"/>
              <a:gd name="csX3" fmla="*/ 1635 w 11558"/>
              <a:gd name="csY3" fmla="*/ 3752 h 7543"/>
            </a:gdLst>
            <a:ahLst/>
            <a:cxnLst>
              <a:cxn ang="0">
                <a:pos x="csX0" y="csY0"/>
              </a:cxn>
              <a:cxn ang="0">
                <a:pos x="csX1" y="csY1"/>
              </a:cxn>
              <a:cxn ang="0">
                <a:pos x="csX2" y="csY2"/>
              </a:cxn>
              <a:cxn ang="0">
                <a:pos x="csX3" y="csY3"/>
              </a:cxn>
            </a:cxnLst>
            <a:rect l="l" t="t" r="r" b="b"/>
            <a:pathLst>
              <a:path w="11558" h="7543">
                <a:moveTo>
                  <a:pt x="1635" y="3752"/>
                </a:moveTo>
                <a:cubicBezTo>
                  <a:pt x="-2484" y="-1211"/>
                  <a:pt x="1718" y="-1263"/>
                  <a:pt x="8241" y="3670"/>
                </a:cubicBezTo>
                <a:cubicBezTo>
                  <a:pt x="12450" y="6854"/>
                  <a:pt x="12580" y="7473"/>
                  <a:pt x="9050" y="7542"/>
                </a:cubicBezTo>
                <a:cubicBezTo>
                  <a:pt x="6739" y="7587"/>
                  <a:pt x="3403" y="5882"/>
                  <a:pt x="1635" y="3752"/>
                </a:cubicBezTo>
                <a:close/>
              </a:path>
            </a:pathLst>
          </a:custGeom>
          <a:solidFill>
            <a:srgbClr val="B9B9B9"/>
          </a:solidFill>
          <a:ln w="5163" cap="flat">
            <a:noFill/>
            <a:prstDash val="solid"/>
            <a:miter/>
          </a:ln>
        </p:spPr>
        <p:txBody>
          <a:bodyPr/>
          <a:lstStyle/>
          <a:p>
            <a:endParaRPr lang="es-419" noProof="0" dirty="0"/>
          </a:p>
        </p:txBody>
      </p:sp>
      <p:grpSp>
        <p:nvGrpSpPr>
          <p:cNvPr id="106" name="Gráfico 39">
            <a:extLst>
              <a:ext uri="{FF2B5EF4-FFF2-40B4-BE49-F238E27FC236}">
                <a16:creationId xmlns:a16="http://schemas.microsoft.com/office/drawing/2014/main" id="{E1700B70-6012-0211-5273-12ED6CD12302}"/>
              </a:ext>
            </a:extLst>
          </p:cNvPr>
          <p:cNvGrpSpPr/>
          <p:nvPr/>
        </p:nvGrpSpPr>
        <p:grpSpPr>
          <a:xfrm>
            <a:off x="73152" y="1028824"/>
            <a:ext cx="399884" cy="461679"/>
            <a:chOff x="73152" y="1028824"/>
            <a:chExt cx="399884" cy="461679"/>
          </a:xfrm>
          <a:solidFill>
            <a:srgbClr val="B9B9B9"/>
          </a:solidFill>
        </p:grpSpPr>
        <p:sp>
          <p:nvSpPr>
            <p:cNvPr id="107" name="Forma libre: forma 106">
              <a:extLst>
                <a:ext uri="{FF2B5EF4-FFF2-40B4-BE49-F238E27FC236}">
                  <a16:creationId xmlns:a16="http://schemas.microsoft.com/office/drawing/2014/main" id="{DAC296EE-44F8-0A8E-AADB-978AB11224D7}"/>
                </a:ext>
              </a:extLst>
            </p:cNvPr>
            <p:cNvSpPr/>
            <p:nvPr/>
          </p:nvSpPr>
          <p:spPr>
            <a:xfrm>
              <a:off x="176169" y="1028824"/>
              <a:ext cx="296866" cy="461679"/>
            </a:xfrm>
            <a:custGeom>
              <a:avLst/>
              <a:gdLst>
                <a:gd name="csX0" fmla="*/ 234204 w 296866"/>
                <a:gd name="csY0" fmla="*/ 456793 h 461679"/>
                <a:gd name="csX1" fmla="*/ 189641 w 296866"/>
                <a:gd name="csY1" fmla="*/ 451076 h 461679"/>
                <a:gd name="csX2" fmla="*/ 192285 w 296866"/>
                <a:gd name="csY2" fmla="*/ 440463 h 461679"/>
                <a:gd name="csX3" fmla="*/ 192319 w 296866"/>
                <a:gd name="csY3" fmla="*/ 432599 h 461679"/>
                <a:gd name="csX4" fmla="*/ 190826 w 296866"/>
                <a:gd name="csY4" fmla="*/ 424368 h 461679"/>
                <a:gd name="csX5" fmla="*/ 194908 w 296866"/>
                <a:gd name="csY5" fmla="*/ 412652 h 461679"/>
                <a:gd name="csX6" fmla="*/ 188729 w 296866"/>
                <a:gd name="csY6" fmla="*/ 395950 h 461679"/>
                <a:gd name="csX7" fmla="*/ 175616 w 296866"/>
                <a:gd name="csY7" fmla="*/ 376348 h 461679"/>
                <a:gd name="csX8" fmla="*/ 165432 w 296866"/>
                <a:gd name="csY8" fmla="*/ 362612 h 461679"/>
                <a:gd name="csX9" fmla="*/ 157619 w 296866"/>
                <a:gd name="csY9" fmla="*/ 354047 h 461679"/>
                <a:gd name="csX10" fmla="*/ 123850 w 296866"/>
                <a:gd name="csY10" fmla="*/ 312204 h 461679"/>
                <a:gd name="csX11" fmla="*/ 110408 w 296866"/>
                <a:gd name="csY11" fmla="*/ 302524 h 461679"/>
                <a:gd name="csX12" fmla="*/ 90624 w 296866"/>
                <a:gd name="csY12" fmla="*/ 283830 h 461679"/>
                <a:gd name="csX13" fmla="*/ 80025 w 296866"/>
                <a:gd name="csY13" fmla="*/ 265391 h 461679"/>
                <a:gd name="csX14" fmla="*/ 76089 w 296866"/>
                <a:gd name="csY14" fmla="*/ 254455 h 461679"/>
                <a:gd name="csX15" fmla="*/ 73345 w 296866"/>
                <a:gd name="csY15" fmla="*/ 247079 h 461679"/>
                <a:gd name="csX16" fmla="*/ 72109 w 296866"/>
                <a:gd name="csY16" fmla="*/ 214519 h 461679"/>
                <a:gd name="csX17" fmla="*/ 68319 w 296866"/>
                <a:gd name="csY17" fmla="*/ 206510 h 461679"/>
                <a:gd name="csX18" fmla="*/ 67160 w 296866"/>
                <a:gd name="csY18" fmla="*/ 202519 h 461679"/>
                <a:gd name="csX19" fmla="*/ 64536 w 296866"/>
                <a:gd name="csY19" fmla="*/ 206365 h 461679"/>
                <a:gd name="csX20" fmla="*/ 61955 w 296866"/>
                <a:gd name="csY20" fmla="*/ 210237 h 461679"/>
                <a:gd name="csX21" fmla="*/ 59373 w 296866"/>
                <a:gd name="csY21" fmla="*/ 190811 h 461679"/>
                <a:gd name="csX22" fmla="*/ 48569 w 296866"/>
                <a:gd name="csY22" fmla="*/ 154736 h 461679"/>
                <a:gd name="csX23" fmla="*/ 46466 w 296866"/>
                <a:gd name="csY23" fmla="*/ 141789 h 461679"/>
                <a:gd name="csX24" fmla="*/ 38475 w 296866"/>
                <a:gd name="csY24" fmla="*/ 114684 h 461679"/>
                <a:gd name="csX25" fmla="*/ 28150 w 296866"/>
                <a:gd name="csY25" fmla="*/ 99082 h 461679"/>
                <a:gd name="csX26" fmla="*/ 25815 w 296866"/>
                <a:gd name="csY26" fmla="*/ 89273 h 461679"/>
                <a:gd name="csX27" fmla="*/ 22760 w 296866"/>
                <a:gd name="csY27" fmla="*/ 77852 h 461679"/>
                <a:gd name="csX28" fmla="*/ 21512 w 296866"/>
                <a:gd name="csY28" fmla="*/ 72990 h 461679"/>
                <a:gd name="csX29" fmla="*/ 26374 w 296866"/>
                <a:gd name="csY29" fmla="*/ 74238 h 461679"/>
                <a:gd name="csX30" fmla="*/ 33559 w 296866"/>
                <a:gd name="csY30" fmla="*/ 72129 h 461679"/>
                <a:gd name="csX31" fmla="*/ 29687 w 296866"/>
                <a:gd name="csY31" fmla="*/ 66967 h 461679"/>
                <a:gd name="csX32" fmla="*/ 25815 w 296866"/>
                <a:gd name="csY32" fmla="*/ 64277 h 461679"/>
                <a:gd name="csX33" fmla="*/ 20828 w 296866"/>
                <a:gd name="csY33" fmla="*/ 56236 h 461679"/>
                <a:gd name="csX34" fmla="*/ 14159 w 296866"/>
                <a:gd name="csY34" fmla="*/ 40210 h 461679"/>
                <a:gd name="csX35" fmla="*/ 6238 w 296866"/>
                <a:gd name="csY35" fmla="*/ 17321 h 461679"/>
                <a:gd name="csX36" fmla="*/ 0 w 296866"/>
                <a:gd name="csY36" fmla="*/ 2478 h 461679"/>
                <a:gd name="csX37" fmla="*/ 99386 w 296866"/>
                <a:gd name="csY37" fmla="*/ 3758 h 461679"/>
                <a:gd name="csX38" fmla="*/ 191027 w 296866"/>
                <a:gd name="csY38" fmla="*/ 12449 h 461679"/>
                <a:gd name="csX39" fmla="*/ 178059 w 296866"/>
                <a:gd name="csY39" fmla="*/ 27807 h 461679"/>
                <a:gd name="csX40" fmla="*/ 167369 w 296866"/>
                <a:gd name="csY40" fmla="*/ 45725 h 461679"/>
                <a:gd name="csX41" fmla="*/ 163079 w 296866"/>
                <a:gd name="csY41" fmla="*/ 80524 h 461679"/>
                <a:gd name="csX42" fmla="*/ 162631 w 296866"/>
                <a:gd name="csY42" fmla="*/ 83796 h 461679"/>
                <a:gd name="csX43" fmla="*/ 171021 w 296866"/>
                <a:gd name="csY43" fmla="*/ 93315 h 461679"/>
                <a:gd name="csX44" fmla="*/ 173406 w 296866"/>
                <a:gd name="csY44" fmla="*/ 109690 h 461679"/>
                <a:gd name="csX45" fmla="*/ 164850 w 296866"/>
                <a:gd name="csY45" fmla="*/ 145701 h 461679"/>
                <a:gd name="csX46" fmla="*/ 169084 w 296866"/>
                <a:gd name="csY46" fmla="*/ 169291 h 461679"/>
                <a:gd name="csX47" fmla="*/ 171477 w 296866"/>
                <a:gd name="csY47" fmla="*/ 213103 h 461679"/>
                <a:gd name="csX48" fmla="*/ 174210 w 296866"/>
                <a:gd name="csY48" fmla="*/ 257046 h 461679"/>
                <a:gd name="csX49" fmla="*/ 178120 w 296866"/>
                <a:gd name="csY49" fmla="*/ 261958 h 461679"/>
                <a:gd name="csX50" fmla="*/ 182243 w 296866"/>
                <a:gd name="csY50" fmla="*/ 269492 h 461679"/>
                <a:gd name="csX51" fmla="*/ 184937 w 296866"/>
                <a:gd name="csY51" fmla="*/ 277338 h 461679"/>
                <a:gd name="csX52" fmla="*/ 193415 w 296866"/>
                <a:gd name="csY52" fmla="*/ 285510 h 461679"/>
                <a:gd name="csX53" fmla="*/ 199664 w 296866"/>
                <a:gd name="csY53" fmla="*/ 290658 h 461679"/>
                <a:gd name="csX54" fmla="*/ 207927 w 296866"/>
                <a:gd name="csY54" fmla="*/ 300943 h 461679"/>
                <a:gd name="csX55" fmla="*/ 219722 w 296866"/>
                <a:gd name="csY55" fmla="*/ 315205 h 461679"/>
                <a:gd name="csX56" fmla="*/ 234342 w 296866"/>
                <a:gd name="csY56" fmla="*/ 331253 h 461679"/>
                <a:gd name="csX57" fmla="*/ 242348 w 296866"/>
                <a:gd name="csY57" fmla="*/ 342893 h 461679"/>
                <a:gd name="csX58" fmla="*/ 243886 w 296866"/>
                <a:gd name="csY58" fmla="*/ 354430 h 461679"/>
                <a:gd name="csX59" fmla="*/ 242906 w 296866"/>
                <a:gd name="csY59" fmla="*/ 363679 h 461679"/>
                <a:gd name="csX60" fmla="*/ 242638 w 296866"/>
                <a:gd name="csY60" fmla="*/ 372819 h 461679"/>
                <a:gd name="csX61" fmla="*/ 248980 w 296866"/>
                <a:gd name="csY61" fmla="*/ 375191 h 461679"/>
                <a:gd name="csX62" fmla="*/ 256854 w 296866"/>
                <a:gd name="csY62" fmla="*/ 380201 h 461679"/>
                <a:gd name="csX63" fmla="*/ 262017 w 296866"/>
                <a:gd name="csY63" fmla="*/ 385776 h 461679"/>
                <a:gd name="csX64" fmla="*/ 267554 w 296866"/>
                <a:gd name="csY64" fmla="*/ 396801 h 461679"/>
                <a:gd name="csX65" fmla="*/ 281559 w 296866"/>
                <a:gd name="csY65" fmla="*/ 416793 h 461679"/>
                <a:gd name="csX66" fmla="*/ 290755 w 296866"/>
                <a:gd name="csY66" fmla="*/ 428632 h 461679"/>
                <a:gd name="csX67" fmla="*/ 294624 w 296866"/>
                <a:gd name="csY67" fmla="*/ 440196 h 461679"/>
                <a:gd name="csX68" fmla="*/ 296867 w 296866"/>
                <a:gd name="csY68" fmla="*/ 451755 h 461679"/>
                <a:gd name="csX69" fmla="*/ 287186 w 296866"/>
                <a:gd name="csY69" fmla="*/ 461588 h 461679"/>
                <a:gd name="csX70" fmla="*/ 234204 w 296866"/>
                <a:gd name="csY70" fmla="*/ 456793 h 4616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Lst>
              <a:rect l="l" t="t" r="r" b="b"/>
              <a:pathLst>
                <a:path w="296866" h="461679">
                  <a:moveTo>
                    <a:pt x="234204" y="456793"/>
                  </a:moveTo>
                  <a:cubicBezTo>
                    <a:pt x="210389" y="454343"/>
                    <a:pt x="190335" y="451771"/>
                    <a:pt x="189641" y="451076"/>
                  </a:cubicBezTo>
                  <a:cubicBezTo>
                    <a:pt x="188946" y="450382"/>
                    <a:pt x="190136" y="445606"/>
                    <a:pt x="192285" y="440463"/>
                  </a:cubicBezTo>
                  <a:cubicBezTo>
                    <a:pt x="195748" y="432175"/>
                    <a:pt x="195752" y="431281"/>
                    <a:pt x="192319" y="432599"/>
                  </a:cubicBezTo>
                  <a:cubicBezTo>
                    <a:pt x="188021" y="434248"/>
                    <a:pt x="186953" y="428358"/>
                    <a:pt x="190826" y="424368"/>
                  </a:cubicBezTo>
                  <a:cubicBezTo>
                    <a:pt x="192136" y="423019"/>
                    <a:pt x="193972" y="417747"/>
                    <a:pt x="194908" y="412652"/>
                  </a:cubicBezTo>
                  <a:cubicBezTo>
                    <a:pt x="196394" y="404559"/>
                    <a:pt x="195613" y="402447"/>
                    <a:pt x="188729" y="395950"/>
                  </a:cubicBezTo>
                  <a:cubicBezTo>
                    <a:pt x="184395" y="391860"/>
                    <a:pt x="178494" y="383039"/>
                    <a:pt x="175616" y="376348"/>
                  </a:cubicBezTo>
                  <a:cubicBezTo>
                    <a:pt x="172738" y="369658"/>
                    <a:pt x="168155" y="363476"/>
                    <a:pt x="165432" y="362612"/>
                  </a:cubicBezTo>
                  <a:cubicBezTo>
                    <a:pt x="162709" y="361748"/>
                    <a:pt x="159193" y="357894"/>
                    <a:pt x="157619" y="354047"/>
                  </a:cubicBezTo>
                  <a:cubicBezTo>
                    <a:pt x="149821" y="334997"/>
                    <a:pt x="131426" y="312204"/>
                    <a:pt x="123850" y="312204"/>
                  </a:cubicBezTo>
                  <a:cubicBezTo>
                    <a:pt x="121509" y="312204"/>
                    <a:pt x="115460" y="307848"/>
                    <a:pt x="110408" y="302524"/>
                  </a:cubicBezTo>
                  <a:cubicBezTo>
                    <a:pt x="105356" y="297200"/>
                    <a:pt x="96453" y="288788"/>
                    <a:pt x="90624" y="283830"/>
                  </a:cubicBezTo>
                  <a:cubicBezTo>
                    <a:pt x="81794" y="276321"/>
                    <a:pt x="80025" y="273244"/>
                    <a:pt x="80025" y="265391"/>
                  </a:cubicBezTo>
                  <a:cubicBezTo>
                    <a:pt x="80025" y="259326"/>
                    <a:pt x="78622" y="255426"/>
                    <a:pt x="76089" y="254455"/>
                  </a:cubicBezTo>
                  <a:cubicBezTo>
                    <a:pt x="73596" y="253498"/>
                    <a:pt x="72591" y="250794"/>
                    <a:pt x="73345" y="247079"/>
                  </a:cubicBezTo>
                  <a:cubicBezTo>
                    <a:pt x="77548" y="226392"/>
                    <a:pt x="77309" y="220102"/>
                    <a:pt x="72109" y="214519"/>
                  </a:cubicBezTo>
                  <a:cubicBezTo>
                    <a:pt x="69219" y="211417"/>
                    <a:pt x="67513" y="207813"/>
                    <a:pt x="68319" y="206510"/>
                  </a:cubicBezTo>
                  <a:cubicBezTo>
                    <a:pt x="69124" y="205206"/>
                    <a:pt x="68603" y="203410"/>
                    <a:pt x="67160" y="202519"/>
                  </a:cubicBezTo>
                  <a:cubicBezTo>
                    <a:pt x="65698" y="201615"/>
                    <a:pt x="64536" y="203319"/>
                    <a:pt x="64536" y="206365"/>
                  </a:cubicBezTo>
                  <a:cubicBezTo>
                    <a:pt x="64536" y="209372"/>
                    <a:pt x="63375" y="211114"/>
                    <a:pt x="61955" y="210237"/>
                  </a:cubicBezTo>
                  <a:cubicBezTo>
                    <a:pt x="60535" y="209360"/>
                    <a:pt x="59373" y="200618"/>
                    <a:pt x="59373" y="190811"/>
                  </a:cubicBezTo>
                  <a:cubicBezTo>
                    <a:pt x="59373" y="173740"/>
                    <a:pt x="53682" y="154736"/>
                    <a:pt x="48569" y="154736"/>
                  </a:cubicBezTo>
                  <a:cubicBezTo>
                    <a:pt x="47413" y="154736"/>
                    <a:pt x="46466" y="148910"/>
                    <a:pt x="46466" y="141789"/>
                  </a:cubicBezTo>
                  <a:cubicBezTo>
                    <a:pt x="46466" y="132086"/>
                    <a:pt x="44464" y="125296"/>
                    <a:pt x="38475" y="114684"/>
                  </a:cubicBezTo>
                  <a:cubicBezTo>
                    <a:pt x="34080" y="106897"/>
                    <a:pt x="29434" y="99876"/>
                    <a:pt x="28150" y="99082"/>
                  </a:cubicBezTo>
                  <a:cubicBezTo>
                    <a:pt x="26865" y="98289"/>
                    <a:pt x="25815" y="93874"/>
                    <a:pt x="25815" y="89273"/>
                  </a:cubicBezTo>
                  <a:cubicBezTo>
                    <a:pt x="25815" y="84671"/>
                    <a:pt x="24440" y="79532"/>
                    <a:pt x="22760" y="77852"/>
                  </a:cubicBezTo>
                  <a:cubicBezTo>
                    <a:pt x="21080" y="76172"/>
                    <a:pt x="20518" y="73984"/>
                    <a:pt x="21512" y="72990"/>
                  </a:cubicBezTo>
                  <a:cubicBezTo>
                    <a:pt x="22506" y="71996"/>
                    <a:pt x="24694" y="72558"/>
                    <a:pt x="26374" y="74238"/>
                  </a:cubicBezTo>
                  <a:cubicBezTo>
                    <a:pt x="30884" y="78748"/>
                    <a:pt x="33559" y="77963"/>
                    <a:pt x="33559" y="72129"/>
                  </a:cubicBezTo>
                  <a:cubicBezTo>
                    <a:pt x="33559" y="69261"/>
                    <a:pt x="31838" y="66967"/>
                    <a:pt x="29687" y="66967"/>
                  </a:cubicBezTo>
                  <a:cubicBezTo>
                    <a:pt x="27557" y="66967"/>
                    <a:pt x="25815" y="65756"/>
                    <a:pt x="25815" y="64277"/>
                  </a:cubicBezTo>
                  <a:cubicBezTo>
                    <a:pt x="25815" y="62798"/>
                    <a:pt x="23571" y="59179"/>
                    <a:pt x="20828" y="56236"/>
                  </a:cubicBezTo>
                  <a:cubicBezTo>
                    <a:pt x="18086" y="53292"/>
                    <a:pt x="15085" y="46080"/>
                    <a:pt x="14159" y="40210"/>
                  </a:cubicBezTo>
                  <a:cubicBezTo>
                    <a:pt x="13233" y="34339"/>
                    <a:pt x="9669" y="24039"/>
                    <a:pt x="6238" y="17321"/>
                  </a:cubicBezTo>
                  <a:cubicBezTo>
                    <a:pt x="2807" y="10603"/>
                    <a:pt x="0" y="3924"/>
                    <a:pt x="0" y="2478"/>
                  </a:cubicBezTo>
                  <a:cubicBezTo>
                    <a:pt x="0" y="-1152"/>
                    <a:pt x="23478" y="-850"/>
                    <a:pt x="99386" y="3758"/>
                  </a:cubicBezTo>
                  <a:cubicBezTo>
                    <a:pt x="175010" y="8348"/>
                    <a:pt x="191027" y="9867"/>
                    <a:pt x="191027" y="12449"/>
                  </a:cubicBezTo>
                  <a:cubicBezTo>
                    <a:pt x="191027" y="13496"/>
                    <a:pt x="185192" y="20407"/>
                    <a:pt x="178059" y="27807"/>
                  </a:cubicBezTo>
                  <a:cubicBezTo>
                    <a:pt x="167978" y="38266"/>
                    <a:pt x="165598" y="42256"/>
                    <a:pt x="167369" y="45725"/>
                  </a:cubicBezTo>
                  <a:cubicBezTo>
                    <a:pt x="174634" y="59948"/>
                    <a:pt x="171699" y="83751"/>
                    <a:pt x="163079" y="80524"/>
                  </a:cubicBezTo>
                  <a:cubicBezTo>
                    <a:pt x="159180" y="79065"/>
                    <a:pt x="159137" y="79384"/>
                    <a:pt x="162631" y="83796"/>
                  </a:cubicBezTo>
                  <a:cubicBezTo>
                    <a:pt x="164761" y="86485"/>
                    <a:pt x="168536" y="90769"/>
                    <a:pt x="171021" y="93315"/>
                  </a:cubicBezTo>
                  <a:cubicBezTo>
                    <a:pt x="175834" y="98246"/>
                    <a:pt x="176913" y="105657"/>
                    <a:pt x="173406" y="109690"/>
                  </a:cubicBezTo>
                  <a:cubicBezTo>
                    <a:pt x="169336" y="114370"/>
                    <a:pt x="164942" y="132862"/>
                    <a:pt x="164850" y="145701"/>
                  </a:cubicBezTo>
                  <a:cubicBezTo>
                    <a:pt x="164711" y="165107"/>
                    <a:pt x="165194" y="167798"/>
                    <a:pt x="169084" y="169291"/>
                  </a:cubicBezTo>
                  <a:cubicBezTo>
                    <a:pt x="171992" y="170406"/>
                    <a:pt x="172437" y="178546"/>
                    <a:pt x="171477" y="213103"/>
                  </a:cubicBezTo>
                  <a:cubicBezTo>
                    <a:pt x="170471" y="249367"/>
                    <a:pt x="170869" y="255764"/>
                    <a:pt x="174210" y="257046"/>
                  </a:cubicBezTo>
                  <a:cubicBezTo>
                    <a:pt x="176360" y="257871"/>
                    <a:pt x="178120" y="260081"/>
                    <a:pt x="178120" y="261958"/>
                  </a:cubicBezTo>
                  <a:cubicBezTo>
                    <a:pt x="178120" y="263834"/>
                    <a:pt x="179975" y="267225"/>
                    <a:pt x="182243" y="269492"/>
                  </a:cubicBezTo>
                  <a:cubicBezTo>
                    <a:pt x="184511" y="271760"/>
                    <a:pt x="185723" y="275291"/>
                    <a:pt x="184937" y="277338"/>
                  </a:cubicBezTo>
                  <a:cubicBezTo>
                    <a:pt x="183466" y="281172"/>
                    <a:pt x="186953" y="284533"/>
                    <a:pt x="193415" y="285510"/>
                  </a:cubicBezTo>
                  <a:cubicBezTo>
                    <a:pt x="195439" y="285815"/>
                    <a:pt x="198251" y="288132"/>
                    <a:pt x="199664" y="290658"/>
                  </a:cubicBezTo>
                  <a:cubicBezTo>
                    <a:pt x="201078" y="293183"/>
                    <a:pt x="204796" y="297811"/>
                    <a:pt x="207927" y="300943"/>
                  </a:cubicBezTo>
                  <a:cubicBezTo>
                    <a:pt x="211058" y="304074"/>
                    <a:pt x="216366" y="310492"/>
                    <a:pt x="219722" y="315205"/>
                  </a:cubicBezTo>
                  <a:cubicBezTo>
                    <a:pt x="223078" y="319918"/>
                    <a:pt x="229657" y="327140"/>
                    <a:pt x="234342" y="331253"/>
                  </a:cubicBezTo>
                  <a:cubicBezTo>
                    <a:pt x="239027" y="335367"/>
                    <a:pt x="242630" y="340605"/>
                    <a:pt x="242348" y="342893"/>
                  </a:cubicBezTo>
                  <a:cubicBezTo>
                    <a:pt x="242066" y="345182"/>
                    <a:pt x="242758" y="350373"/>
                    <a:pt x="243886" y="354430"/>
                  </a:cubicBezTo>
                  <a:cubicBezTo>
                    <a:pt x="245242" y="359308"/>
                    <a:pt x="244910" y="362440"/>
                    <a:pt x="242906" y="363679"/>
                  </a:cubicBezTo>
                  <a:cubicBezTo>
                    <a:pt x="240669" y="365062"/>
                    <a:pt x="240599" y="367456"/>
                    <a:pt x="242638" y="372819"/>
                  </a:cubicBezTo>
                  <a:cubicBezTo>
                    <a:pt x="245274" y="379752"/>
                    <a:pt x="245565" y="379861"/>
                    <a:pt x="248980" y="375191"/>
                  </a:cubicBezTo>
                  <a:cubicBezTo>
                    <a:pt x="253071" y="369596"/>
                    <a:pt x="256854" y="372003"/>
                    <a:pt x="256854" y="380201"/>
                  </a:cubicBezTo>
                  <a:cubicBezTo>
                    <a:pt x="256854" y="384054"/>
                    <a:pt x="258448" y="385776"/>
                    <a:pt x="262017" y="385776"/>
                  </a:cubicBezTo>
                  <a:cubicBezTo>
                    <a:pt x="266316" y="385777"/>
                    <a:pt x="267243" y="387623"/>
                    <a:pt x="267554" y="396801"/>
                  </a:cubicBezTo>
                  <a:cubicBezTo>
                    <a:pt x="267995" y="409833"/>
                    <a:pt x="271290" y="414537"/>
                    <a:pt x="281559" y="416793"/>
                  </a:cubicBezTo>
                  <a:cubicBezTo>
                    <a:pt x="287964" y="418199"/>
                    <a:pt x="289378" y="420020"/>
                    <a:pt x="290755" y="428632"/>
                  </a:cubicBezTo>
                  <a:cubicBezTo>
                    <a:pt x="291650" y="434230"/>
                    <a:pt x="293391" y="439433"/>
                    <a:pt x="294624" y="440196"/>
                  </a:cubicBezTo>
                  <a:cubicBezTo>
                    <a:pt x="295858" y="440958"/>
                    <a:pt x="296867" y="446160"/>
                    <a:pt x="296867" y="451755"/>
                  </a:cubicBezTo>
                  <a:cubicBezTo>
                    <a:pt x="296867" y="461851"/>
                    <a:pt x="296793" y="461926"/>
                    <a:pt x="287186" y="461588"/>
                  </a:cubicBezTo>
                  <a:cubicBezTo>
                    <a:pt x="281862" y="461400"/>
                    <a:pt x="258020" y="459243"/>
                    <a:pt x="234204" y="456793"/>
                  </a:cubicBezTo>
                  <a:close/>
                </a:path>
              </a:pathLst>
            </a:custGeom>
            <a:solidFill>
              <a:srgbClr val="B9B9B9"/>
            </a:solidFill>
            <a:ln w="5163" cap="flat">
              <a:noFill/>
              <a:prstDash val="solid"/>
              <a:miter/>
            </a:ln>
          </p:spPr>
          <p:txBody>
            <a:bodyPr/>
            <a:lstStyle/>
            <a:p>
              <a:endParaRPr lang="es-419" noProof="0" dirty="0"/>
            </a:p>
          </p:txBody>
        </p:sp>
        <p:sp>
          <p:nvSpPr>
            <p:cNvPr id="108" name="Forma libre: forma 107">
              <a:extLst>
                <a:ext uri="{FF2B5EF4-FFF2-40B4-BE49-F238E27FC236}">
                  <a16:creationId xmlns:a16="http://schemas.microsoft.com/office/drawing/2014/main" id="{47D06346-21F1-AEBF-30C5-053E3FF6FEF5}"/>
                </a:ext>
              </a:extLst>
            </p:cNvPr>
            <p:cNvSpPr/>
            <p:nvPr/>
          </p:nvSpPr>
          <p:spPr>
            <a:xfrm>
              <a:off x="259777" y="1434618"/>
              <a:ext cx="20905" cy="34765"/>
            </a:xfrm>
            <a:custGeom>
              <a:avLst/>
              <a:gdLst>
                <a:gd name="csX0" fmla="*/ 7343 w 20905"/>
                <a:gd name="csY0" fmla="*/ 31742 h 34765"/>
                <a:gd name="csX1" fmla="*/ 5095 w 20905"/>
                <a:gd name="csY1" fmla="*/ 22712 h 34765"/>
                <a:gd name="csX2" fmla="*/ 11946 w 20905"/>
                <a:gd name="csY2" fmla="*/ 12959 h 34765"/>
                <a:gd name="csX3" fmla="*/ 17992 w 20905"/>
                <a:gd name="csY3" fmla="*/ 1997 h 34765"/>
                <a:gd name="csX4" fmla="*/ 19063 w 20905"/>
                <a:gd name="csY4" fmla="*/ 27093 h 34765"/>
                <a:gd name="csX5" fmla="*/ 7343 w 20905"/>
                <a:gd name="csY5" fmla="*/ 31742 h 34765"/>
              </a:gdLst>
              <a:ahLst/>
              <a:cxnLst>
                <a:cxn ang="0">
                  <a:pos x="csX0" y="csY0"/>
                </a:cxn>
                <a:cxn ang="0">
                  <a:pos x="csX1" y="csY1"/>
                </a:cxn>
                <a:cxn ang="0">
                  <a:pos x="csX2" y="csY2"/>
                </a:cxn>
                <a:cxn ang="0">
                  <a:pos x="csX3" y="csY3"/>
                </a:cxn>
                <a:cxn ang="0">
                  <a:pos x="csX4" y="csY4"/>
                </a:cxn>
                <a:cxn ang="0">
                  <a:pos x="csX5" y="csY5"/>
                </a:cxn>
              </a:cxnLst>
              <a:rect l="l" t="t" r="r" b="b"/>
              <a:pathLst>
                <a:path w="20905" h="34765">
                  <a:moveTo>
                    <a:pt x="7343" y="31742"/>
                  </a:moveTo>
                  <a:cubicBezTo>
                    <a:pt x="-1878" y="26647"/>
                    <a:pt x="-2170" y="25474"/>
                    <a:pt x="5095" y="22712"/>
                  </a:cubicBezTo>
                  <a:cubicBezTo>
                    <a:pt x="10179" y="20779"/>
                    <a:pt x="11916" y="18306"/>
                    <a:pt x="11946" y="12959"/>
                  </a:cubicBezTo>
                  <a:cubicBezTo>
                    <a:pt x="11996" y="3833"/>
                    <a:pt x="16177" y="-3749"/>
                    <a:pt x="17992" y="1997"/>
                  </a:cubicBezTo>
                  <a:cubicBezTo>
                    <a:pt x="21527" y="13191"/>
                    <a:pt x="21797" y="19522"/>
                    <a:pt x="19063" y="27093"/>
                  </a:cubicBezTo>
                  <a:cubicBezTo>
                    <a:pt x="15722" y="36343"/>
                    <a:pt x="15691" y="36355"/>
                    <a:pt x="7343" y="31742"/>
                  </a:cubicBezTo>
                  <a:close/>
                </a:path>
              </a:pathLst>
            </a:custGeom>
            <a:solidFill>
              <a:srgbClr val="B9B9B9"/>
            </a:solidFill>
            <a:ln w="5163" cap="flat">
              <a:noFill/>
              <a:prstDash val="solid"/>
              <a:miter/>
            </a:ln>
          </p:spPr>
          <p:txBody>
            <a:bodyPr/>
            <a:lstStyle/>
            <a:p>
              <a:endParaRPr lang="es-419" noProof="0" dirty="0"/>
            </a:p>
          </p:txBody>
        </p:sp>
        <p:sp>
          <p:nvSpPr>
            <p:cNvPr id="109" name="Forma libre: forma 108">
              <a:extLst>
                <a:ext uri="{FF2B5EF4-FFF2-40B4-BE49-F238E27FC236}">
                  <a16:creationId xmlns:a16="http://schemas.microsoft.com/office/drawing/2014/main" id="{3D49B208-3FF4-2682-67AB-C4DB3ABCB5FD}"/>
                </a:ext>
              </a:extLst>
            </p:cNvPr>
            <p:cNvSpPr/>
            <p:nvPr/>
          </p:nvSpPr>
          <p:spPr>
            <a:xfrm>
              <a:off x="73152" y="1375664"/>
              <a:ext cx="14357" cy="42577"/>
            </a:xfrm>
            <a:custGeom>
              <a:avLst/>
              <a:gdLst>
                <a:gd name="csX0" fmla="*/ 7495 w 14357"/>
                <a:gd name="csY0" fmla="*/ 37645 h 42577"/>
                <a:gd name="csX1" fmla="*/ 3632 w 14357"/>
                <a:gd name="csY1" fmla="*/ 24738 h 42577"/>
                <a:gd name="csX2" fmla="*/ 3632 w 14357"/>
                <a:gd name="csY2" fmla="*/ 1505 h 42577"/>
                <a:gd name="csX3" fmla="*/ 7504 w 14357"/>
                <a:gd name="csY3" fmla="*/ 6137 h 42577"/>
                <a:gd name="csX4" fmla="*/ 10146 w 14357"/>
                <a:gd name="csY4" fmla="*/ 14863 h 42577"/>
                <a:gd name="csX5" fmla="*/ 11643 w 14357"/>
                <a:gd name="csY5" fmla="*/ 38936 h 42577"/>
                <a:gd name="csX6" fmla="*/ 7495 w 14357"/>
                <a:gd name="csY6" fmla="*/ 37645 h 42577"/>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4357" h="42577">
                  <a:moveTo>
                    <a:pt x="7495" y="37645"/>
                  </a:moveTo>
                  <a:cubicBezTo>
                    <a:pt x="7399" y="34096"/>
                    <a:pt x="5661" y="28288"/>
                    <a:pt x="3632" y="24738"/>
                  </a:cubicBezTo>
                  <a:cubicBezTo>
                    <a:pt x="-1211" y="16267"/>
                    <a:pt x="-1211" y="5524"/>
                    <a:pt x="3632" y="1505"/>
                  </a:cubicBezTo>
                  <a:cubicBezTo>
                    <a:pt x="6929" y="-1232"/>
                    <a:pt x="7504" y="-544"/>
                    <a:pt x="7504" y="6137"/>
                  </a:cubicBezTo>
                  <a:cubicBezTo>
                    <a:pt x="7504" y="10452"/>
                    <a:pt x="8693" y="14378"/>
                    <a:pt x="10146" y="14863"/>
                  </a:cubicBezTo>
                  <a:cubicBezTo>
                    <a:pt x="14898" y="16447"/>
                    <a:pt x="15948" y="33343"/>
                    <a:pt x="11643" y="38936"/>
                  </a:cubicBezTo>
                  <a:cubicBezTo>
                    <a:pt x="7745" y="44000"/>
                    <a:pt x="7665" y="43975"/>
                    <a:pt x="7495" y="37645"/>
                  </a:cubicBezTo>
                  <a:close/>
                </a:path>
              </a:pathLst>
            </a:custGeom>
            <a:solidFill>
              <a:srgbClr val="B9B9B9"/>
            </a:solidFill>
            <a:ln w="5163" cap="flat">
              <a:noFill/>
              <a:prstDash val="solid"/>
              <a:miter/>
            </a:ln>
          </p:spPr>
          <p:txBody>
            <a:bodyPr/>
            <a:lstStyle/>
            <a:p>
              <a:endParaRPr lang="es-419" noProof="0" dirty="0"/>
            </a:p>
          </p:txBody>
        </p:sp>
        <p:sp>
          <p:nvSpPr>
            <p:cNvPr id="110" name="Forma libre: forma 109">
              <a:extLst>
                <a:ext uri="{FF2B5EF4-FFF2-40B4-BE49-F238E27FC236}">
                  <a16:creationId xmlns:a16="http://schemas.microsoft.com/office/drawing/2014/main" id="{F7D2CC0E-CB9E-6E0D-AFD6-BF23789109D3}"/>
                </a:ext>
              </a:extLst>
            </p:cNvPr>
            <p:cNvSpPr/>
            <p:nvPr/>
          </p:nvSpPr>
          <p:spPr>
            <a:xfrm>
              <a:off x="420547" y="1341567"/>
              <a:ext cx="36589" cy="57857"/>
            </a:xfrm>
            <a:custGeom>
              <a:avLst/>
              <a:gdLst>
                <a:gd name="csX0" fmla="*/ 24033 w 36589"/>
                <a:gd name="csY0" fmla="*/ 48231 h 57857"/>
                <a:gd name="csX1" fmla="*/ 8875 w 36589"/>
                <a:gd name="csY1" fmla="*/ 31730 h 57857"/>
                <a:gd name="csX2" fmla="*/ 2815 w 36589"/>
                <a:gd name="csY2" fmla="*/ 140 h 57857"/>
                <a:gd name="csX3" fmla="*/ 18571 w 36589"/>
                <a:gd name="csY3" fmla="*/ 17532 h 57857"/>
                <a:gd name="csX4" fmla="*/ 26156 w 36589"/>
                <a:gd name="csY4" fmla="*/ 27858 h 57857"/>
                <a:gd name="csX5" fmla="*/ 32361 w 36589"/>
                <a:gd name="csY5" fmla="*/ 36599 h 57857"/>
                <a:gd name="csX6" fmla="*/ 34380 w 36589"/>
                <a:gd name="csY6" fmla="*/ 51018 h 57857"/>
                <a:gd name="csX7" fmla="*/ 24033 w 36589"/>
                <a:gd name="csY7" fmla="*/ 48231 h 578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6589" h="57857">
                  <a:moveTo>
                    <a:pt x="24033" y="48231"/>
                  </a:moveTo>
                  <a:cubicBezTo>
                    <a:pt x="18251" y="41995"/>
                    <a:pt x="11430" y="34569"/>
                    <a:pt x="8875" y="31730"/>
                  </a:cubicBezTo>
                  <a:cubicBezTo>
                    <a:pt x="870" y="22831"/>
                    <a:pt x="-3051" y="2391"/>
                    <a:pt x="2815" y="140"/>
                  </a:cubicBezTo>
                  <a:cubicBezTo>
                    <a:pt x="7073" y="-1494"/>
                    <a:pt x="18931" y="11596"/>
                    <a:pt x="18571" y="17532"/>
                  </a:cubicBezTo>
                  <a:cubicBezTo>
                    <a:pt x="18043" y="26212"/>
                    <a:pt x="19252" y="27858"/>
                    <a:pt x="26156" y="27858"/>
                  </a:cubicBezTo>
                  <a:cubicBezTo>
                    <a:pt x="32848" y="27858"/>
                    <a:pt x="33306" y="28504"/>
                    <a:pt x="32361" y="36599"/>
                  </a:cubicBezTo>
                  <a:cubicBezTo>
                    <a:pt x="31800" y="41406"/>
                    <a:pt x="32708" y="47895"/>
                    <a:pt x="34380" y="51018"/>
                  </a:cubicBezTo>
                  <a:cubicBezTo>
                    <a:pt x="39819" y="61181"/>
                    <a:pt x="34782" y="59825"/>
                    <a:pt x="24033" y="48231"/>
                  </a:cubicBezTo>
                  <a:close/>
                </a:path>
              </a:pathLst>
            </a:custGeom>
            <a:solidFill>
              <a:srgbClr val="B9B9B9"/>
            </a:solidFill>
            <a:ln w="5163" cap="flat">
              <a:noFill/>
              <a:prstDash val="solid"/>
              <a:miter/>
            </a:ln>
          </p:spPr>
          <p:txBody>
            <a:bodyPr/>
            <a:lstStyle/>
            <a:p>
              <a:endParaRPr lang="es-419" noProof="0" dirty="0"/>
            </a:p>
          </p:txBody>
        </p:sp>
      </p:grpSp>
      <p:grpSp>
        <p:nvGrpSpPr>
          <p:cNvPr id="111" name="Gráfico 39">
            <a:extLst>
              <a:ext uri="{FF2B5EF4-FFF2-40B4-BE49-F238E27FC236}">
                <a16:creationId xmlns:a16="http://schemas.microsoft.com/office/drawing/2014/main" id="{D6296207-3515-5EA6-224D-EC0B773957FA}"/>
              </a:ext>
            </a:extLst>
          </p:cNvPr>
          <p:cNvGrpSpPr/>
          <p:nvPr/>
        </p:nvGrpSpPr>
        <p:grpSpPr>
          <a:xfrm>
            <a:off x="347681" y="1057339"/>
            <a:ext cx="481325" cy="621418"/>
            <a:chOff x="347681" y="1057339"/>
            <a:chExt cx="481325" cy="621418"/>
          </a:xfrm>
          <a:solidFill>
            <a:srgbClr val="B9B9B9"/>
          </a:solidFill>
        </p:grpSpPr>
        <p:grpSp>
          <p:nvGrpSpPr>
            <p:cNvPr id="112" name="Gráfico 39">
              <a:extLst>
                <a:ext uri="{FF2B5EF4-FFF2-40B4-BE49-F238E27FC236}">
                  <a16:creationId xmlns:a16="http://schemas.microsoft.com/office/drawing/2014/main" id="{1BE44F19-FDDC-52D9-DEE4-1DED3A94F48E}"/>
                </a:ext>
              </a:extLst>
            </p:cNvPr>
            <p:cNvGrpSpPr/>
            <p:nvPr/>
          </p:nvGrpSpPr>
          <p:grpSpPr>
            <a:xfrm>
              <a:off x="492211" y="1384222"/>
              <a:ext cx="33498" cy="51895"/>
              <a:chOff x="492211" y="1384222"/>
              <a:chExt cx="33498" cy="51895"/>
            </a:xfrm>
            <a:solidFill>
              <a:srgbClr val="B9B9B9"/>
            </a:solidFill>
          </p:grpSpPr>
          <p:sp>
            <p:nvSpPr>
              <p:cNvPr id="113" name="Forma libre: forma 112">
                <a:extLst>
                  <a:ext uri="{FF2B5EF4-FFF2-40B4-BE49-F238E27FC236}">
                    <a16:creationId xmlns:a16="http://schemas.microsoft.com/office/drawing/2014/main" id="{3AD12B9C-A944-F1DC-CBAE-AA90D0E817FB}"/>
                  </a:ext>
                </a:extLst>
              </p:cNvPr>
              <p:cNvSpPr/>
              <p:nvPr/>
            </p:nvSpPr>
            <p:spPr>
              <a:xfrm>
                <a:off x="492211" y="1428798"/>
                <a:ext cx="6246" cy="7319"/>
              </a:xfrm>
              <a:custGeom>
                <a:avLst/>
                <a:gdLst>
                  <a:gd name="csX0" fmla="*/ 460 w 6246"/>
                  <a:gd name="csY0" fmla="*/ 4088 h 7319"/>
                  <a:gd name="csX1" fmla="*/ 4549 w 6246"/>
                  <a:gd name="csY1" fmla="*/ 0 h 7319"/>
                  <a:gd name="csX2" fmla="*/ 1959 w 6246"/>
                  <a:gd name="csY2" fmla="*/ 7153 h 7319"/>
                  <a:gd name="csX3" fmla="*/ 460 w 6246"/>
                  <a:gd name="csY3" fmla="*/ 4088 h 7319"/>
                </a:gdLst>
                <a:ahLst/>
                <a:cxnLst>
                  <a:cxn ang="0">
                    <a:pos x="csX0" y="csY0"/>
                  </a:cxn>
                  <a:cxn ang="0">
                    <a:pos x="csX1" y="csY1"/>
                  </a:cxn>
                  <a:cxn ang="0">
                    <a:pos x="csX2" y="csY2"/>
                  </a:cxn>
                  <a:cxn ang="0">
                    <a:pos x="csX3" y="csY3"/>
                  </a:cxn>
                </a:cxnLst>
                <a:rect l="l" t="t" r="r" b="b"/>
                <a:pathLst>
                  <a:path w="6246" h="7319">
                    <a:moveTo>
                      <a:pt x="460" y="4088"/>
                    </a:moveTo>
                    <a:cubicBezTo>
                      <a:pt x="1323" y="1840"/>
                      <a:pt x="3163" y="0"/>
                      <a:pt x="4549" y="0"/>
                    </a:cubicBezTo>
                    <a:cubicBezTo>
                      <a:pt x="7942" y="0"/>
                      <a:pt x="5818" y="5867"/>
                      <a:pt x="1959" y="7153"/>
                    </a:cubicBezTo>
                    <a:cubicBezTo>
                      <a:pt x="72" y="7782"/>
                      <a:pt x="-505" y="6602"/>
                      <a:pt x="460" y="4088"/>
                    </a:cubicBezTo>
                    <a:close/>
                  </a:path>
                </a:pathLst>
              </a:custGeom>
              <a:solidFill>
                <a:srgbClr val="B9B9B9"/>
              </a:solidFill>
              <a:ln w="5163" cap="flat">
                <a:noFill/>
                <a:prstDash val="solid"/>
                <a:miter/>
              </a:ln>
            </p:spPr>
            <p:txBody>
              <a:bodyPr/>
              <a:lstStyle/>
              <a:p>
                <a:endParaRPr lang="es-419" noProof="0" dirty="0"/>
              </a:p>
            </p:txBody>
          </p:sp>
          <p:sp>
            <p:nvSpPr>
              <p:cNvPr id="114" name="Forma libre: forma 113">
                <a:extLst>
                  <a:ext uri="{FF2B5EF4-FFF2-40B4-BE49-F238E27FC236}">
                    <a16:creationId xmlns:a16="http://schemas.microsoft.com/office/drawing/2014/main" id="{BC5BEAE9-FF26-F5EA-0BBB-85C9CA0E227A}"/>
                  </a:ext>
                </a:extLst>
              </p:cNvPr>
              <p:cNvSpPr/>
              <p:nvPr/>
            </p:nvSpPr>
            <p:spPr>
              <a:xfrm>
                <a:off x="495379" y="1384222"/>
                <a:ext cx="30331" cy="44105"/>
              </a:xfrm>
              <a:custGeom>
                <a:avLst/>
                <a:gdLst>
                  <a:gd name="csX0" fmla="*/ 10578 w 30331"/>
                  <a:gd name="csY0" fmla="*/ 40845 h 44105"/>
                  <a:gd name="csX1" fmla="*/ 3426 w 30331"/>
                  <a:gd name="csY1" fmla="*/ 27268 h 44105"/>
                  <a:gd name="csX2" fmla="*/ 8634 w 30331"/>
                  <a:gd name="csY2" fmla="*/ 13316 h 44105"/>
                  <a:gd name="csX3" fmla="*/ 25629 w 30331"/>
                  <a:gd name="csY3" fmla="*/ 1695 h 44105"/>
                  <a:gd name="csX4" fmla="*/ 27283 w 30331"/>
                  <a:gd name="csY4" fmla="*/ 34769 h 44105"/>
                  <a:gd name="csX5" fmla="*/ 10578 w 30331"/>
                  <a:gd name="csY5" fmla="*/ 40845 h 44105"/>
                </a:gdLst>
                <a:ahLst/>
                <a:cxnLst>
                  <a:cxn ang="0">
                    <a:pos x="csX0" y="csY0"/>
                  </a:cxn>
                  <a:cxn ang="0">
                    <a:pos x="csX1" y="csY1"/>
                  </a:cxn>
                  <a:cxn ang="0">
                    <a:pos x="csX2" y="csY2"/>
                  </a:cxn>
                  <a:cxn ang="0">
                    <a:pos x="csX3" y="csY3"/>
                  </a:cxn>
                  <a:cxn ang="0">
                    <a:pos x="csX4" y="csY4"/>
                  </a:cxn>
                  <a:cxn ang="0">
                    <a:pos x="csX5" y="csY5"/>
                  </a:cxn>
                </a:cxnLst>
                <a:rect l="l" t="t" r="r" b="b"/>
                <a:pathLst>
                  <a:path w="30331" h="44105">
                    <a:moveTo>
                      <a:pt x="10578" y="40845"/>
                    </a:moveTo>
                    <a:cubicBezTo>
                      <a:pt x="-1917" y="34327"/>
                      <a:pt x="-2001" y="34167"/>
                      <a:pt x="3426" y="27268"/>
                    </a:cubicBezTo>
                    <a:cubicBezTo>
                      <a:pt x="6291" y="23626"/>
                      <a:pt x="8634" y="17348"/>
                      <a:pt x="8634" y="13316"/>
                    </a:cubicBezTo>
                    <a:cubicBezTo>
                      <a:pt x="8634" y="4586"/>
                      <a:pt x="20679" y="-3650"/>
                      <a:pt x="25629" y="1695"/>
                    </a:cubicBezTo>
                    <a:cubicBezTo>
                      <a:pt x="31123" y="7627"/>
                      <a:pt x="31970" y="24580"/>
                      <a:pt x="27283" y="34769"/>
                    </a:cubicBezTo>
                    <a:cubicBezTo>
                      <a:pt x="22315" y="45567"/>
                      <a:pt x="20734" y="46142"/>
                      <a:pt x="10578" y="40845"/>
                    </a:cubicBezTo>
                    <a:close/>
                  </a:path>
                </a:pathLst>
              </a:custGeom>
              <a:solidFill>
                <a:srgbClr val="B9B9B9"/>
              </a:solidFill>
              <a:ln w="5163" cap="flat">
                <a:noFill/>
                <a:prstDash val="solid"/>
                <a:miter/>
              </a:ln>
            </p:spPr>
            <p:txBody>
              <a:bodyPr/>
              <a:lstStyle/>
              <a:p>
                <a:endParaRPr lang="es-419" noProof="0" dirty="0"/>
              </a:p>
            </p:txBody>
          </p:sp>
        </p:grpSp>
        <p:grpSp>
          <p:nvGrpSpPr>
            <p:cNvPr id="115" name="Gráfico 39">
              <a:extLst>
                <a:ext uri="{FF2B5EF4-FFF2-40B4-BE49-F238E27FC236}">
                  <a16:creationId xmlns:a16="http://schemas.microsoft.com/office/drawing/2014/main" id="{2417680C-9295-99E5-FAC1-45CF788ABF99}"/>
                </a:ext>
              </a:extLst>
            </p:cNvPr>
            <p:cNvGrpSpPr/>
            <p:nvPr/>
          </p:nvGrpSpPr>
          <p:grpSpPr>
            <a:xfrm>
              <a:off x="347681" y="1057339"/>
              <a:ext cx="481325" cy="621418"/>
              <a:chOff x="347681" y="1057339"/>
              <a:chExt cx="481325" cy="621418"/>
            </a:xfrm>
            <a:solidFill>
              <a:srgbClr val="B9B9B9"/>
            </a:solidFill>
          </p:grpSpPr>
          <p:sp>
            <p:nvSpPr>
              <p:cNvPr id="116" name="Forma libre: forma 115">
                <a:extLst>
                  <a:ext uri="{FF2B5EF4-FFF2-40B4-BE49-F238E27FC236}">
                    <a16:creationId xmlns:a16="http://schemas.microsoft.com/office/drawing/2014/main" id="{C9A62EF3-2E13-3C7B-B1A6-23E007B53400}"/>
                  </a:ext>
                </a:extLst>
              </p:cNvPr>
              <p:cNvSpPr/>
              <p:nvPr/>
            </p:nvSpPr>
            <p:spPr>
              <a:xfrm>
                <a:off x="347681" y="1057339"/>
                <a:ext cx="481325" cy="621418"/>
              </a:xfrm>
              <a:custGeom>
                <a:avLst/>
                <a:gdLst>
                  <a:gd name="csX0" fmla="*/ 392709 w 481325"/>
                  <a:gd name="csY0" fmla="*/ 609477 h 621418"/>
                  <a:gd name="csX1" fmla="*/ 388957 w 481325"/>
                  <a:gd name="csY1" fmla="*/ 594848 h 621418"/>
                  <a:gd name="csX2" fmla="*/ 382520 w 481325"/>
                  <a:gd name="csY2" fmla="*/ 582680 h 621418"/>
                  <a:gd name="csX3" fmla="*/ 381003 w 481325"/>
                  <a:gd name="csY3" fmla="*/ 575394 h 621418"/>
                  <a:gd name="csX4" fmla="*/ 376772 w 481325"/>
                  <a:gd name="csY4" fmla="*/ 573517 h 621418"/>
                  <a:gd name="csX5" fmla="*/ 372471 w 481325"/>
                  <a:gd name="csY5" fmla="*/ 575078 h 621418"/>
                  <a:gd name="csX6" fmla="*/ 371638 w 481325"/>
                  <a:gd name="csY6" fmla="*/ 577600 h 621418"/>
                  <a:gd name="csX7" fmla="*/ 373727 w 481325"/>
                  <a:gd name="csY7" fmla="*/ 583138 h 621418"/>
                  <a:gd name="csX8" fmla="*/ 369193 w 481325"/>
                  <a:gd name="csY8" fmla="*/ 580381 h 621418"/>
                  <a:gd name="csX9" fmla="*/ 364289 w 481325"/>
                  <a:gd name="csY9" fmla="*/ 578851 h 621418"/>
                  <a:gd name="csX10" fmla="*/ 358202 w 481325"/>
                  <a:gd name="csY10" fmla="*/ 578294 h 621418"/>
                  <a:gd name="csX11" fmla="*/ 344811 w 481325"/>
                  <a:gd name="csY11" fmla="*/ 546998 h 621418"/>
                  <a:gd name="csX12" fmla="*/ 347360 w 481325"/>
                  <a:gd name="csY12" fmla="*/ 544424 h 621418"/>
                  <a:gd name="csX13" fmla="*/ 329284 w 481325"/>
                  <a:gd name="csY13" fmla="*/ 536840 h 621418"/>
                  <a:gd name="csX14" fmla="*/ 312504 w 481325"/>
                  <a:gd name="csY14" fmla="*/ 531378 h 621418"/>
                  <a:gd name="csX15" fmla="*/ 299274 w 481325"/>
                  <a:gd name="csY15" fmla="*/ 523870 h 621418"/>
                  <a:gd name="csX16" fmla="*/ 298267 w 481325"/>
                  <a:gd name="csY16" fmla="*/ 519838 h 621418"/>
                  <a:gd name="csX17" fmla="*/ 294146 w 481325"/>
                  <a:gd name="csY17" fmla="*/ 506308 h 621418"/>
                  <a:gd name="csX18" fmla="*/ 290635 w 481325"/>
                  <a:gd name="csY18" fmla="*/ 495822 h 621418"/>
                  <a:gd name="csX19" fmla="*/ 290295 w 481325"/>
                  <a:gd name="csY19" fmla="*/ 485043 h 621418"/>
                  <a:gd name="csX20" fmla="*/ 292460 w 481325"/>
                  <a:gd name="csY20" fmla="*/ 479235 h 621418"/>
                  <a:gd name="csX21" fmla="*/ 293954 w 481325"/>
                  <a:gd name="csY21" fmla="*/ 469554 h 621418"/>
                  <a:gd name="csX22" fmla="*/ 288754 w 481325"/>
                  <a:gd name="csY22" fmla="*/ 460702 h 621418"/>
                  <a:gd name="csX23" fmla="*/ 283583 w 481325"/>
                  <a:gd name="csY23" fmla="*/ 460065 h 621418"/>
                  <a:gd name="csX24" fmla="*/ 278874 w 481325"/>
                  <a:gd name="csY24" fmla="*/ 460231 h 621418"/>
                  <a:gd name="csX25" fmla="*/ 272498 w 481325"/>
                  <a:gd name="csY25" fmla="*/ 449744 h 621418"/>
                  <a:gd name="csX26" fmla="*/ 269740 w 481325"/>
                  <a:gd name="csY26" fmla="*/ 445139 h 621418"/>
                  <a:gd name="csX27" fmla="*/ 268211 w 481325"/>
                  <a:gd name="csY27" fmla="*/ 450043 h 621418"/>
                  <a:gd name="csX28" fmla="*/ 267044 w 481325"/>
                  <a:gd name="csY28" fmla="*/ 456881 h 621418"/>
                  <a:gd name="csX29" fmla="*/ 259538 w 481325"/>
                  <a:gd name="csY29" fmla="*/ 454425 h 621418"/>
                  <a:gd name="csX30" fmla="*/ 254428 w 481325"/>
                  <a:gd name="csY30" fmla="*/ 444654 h 621418"/>
                  <a:gd name="csX31" fmla="*/ 249421 w 481325"/>
                  <a:gd name="csY31" fmla="*/ 443656 h 621418"/>
                  <a:gd name="csX32" fmla="*/ 238700 w 481325"/>
                  <a:gd name="csY32" fmla="*/ 428558 h 621418"/>
                  <a:gd name="csX33" fmla="*/ 224166 w 481325"/>
                  <a:gd name="csY33" fmla="*/ 409935 h 621418"/>
                  <a:gd name="csX34" fmla="*/ 213124 w 481325"/>
                  <a:gd name="csY34" fmla="*/ 401065 h 621418"/>
                  <a:gd name="csX35" fmla="*/ 206671 w 481325"/>
                  <a:gd name="csY35" fmla="*/ 388468 h 621418"/>
                  <a:gd name="csX36" fmla="*/ 204242 w 481325"/>
                  <a:gd name="csY36" fmla="*/ 374041 h 621418"/>
                  <a:gd name="csX37" fmla="*/ 206562 w 481325"/>
                  <a:gd name="csY37" fmla="*/ 371283 h 621418"/>
                  <a:gd name="csX38" fmla="*/ 201394 w 481325"/>
                  <a:gd name="csY38" fmla="*/ 369855 h 621418"/>
                  <a:gd name="csX39" fmla="*/ 181743 w 481325"/>
                  <a:gd name="csY39" fmla="*/ 350072 h 621418"/>
                  <a:gd name="csX40" fmla="*/ 180840 w 481325"/>
                  <a:gd name="csY40" fmla="*/ 340015 h 621418"/>
                  <a:gd name="csX41" fmla="*/ 168342 w 481325"/>
                  <a:gd name="csY41" fmla="*/ 316750 h 621418"/>
                  <a:gd name="csX42" fmla="*/ 162786 w 481325"/>
                  <a:gd name="csY42" fmla="*/ 304341 h 621418"/>
                  <a:gd name="csX43" fmla="*/ 153959 w 481325"/>
                  <a:gd name="csY43" fmla="*/ 280463 h 621418"/>
                  <a:gd name="csX44" fmla="*/ 143231 w 481325"/>
                  <a:gd name="csY44" fmla="*/ 268201 h 621418"/>
                  <a:gd name="csX45" fmla="*/ 141096 w 481325"/>
                  <a:gd name="csY45" fmla="*/ 246493 h 621418"/>
                  <a:gd name="csX46" fmla="*/ 133510 w 481325"/>
                  <a:gd name="csY46" fmla="*/ 215932 h 621418"/>
                  <a:gd name="csX47" fmla="*/ 125786 w 481325"/>
                  <a:gd name="csY47" fmla="*/ 201792 h 621418"/>
                  <a:gd name="csX48" fmla="*/ 113580 w 481325"/>
                  <a:gd name="csY48" fmla="*/ 175023 h 621418"/>
                  <a:gd name="csX49" fmla="*/ 104703 w 481325"/>
                  <a:gd name="csY49" fmla="*/ 151035 h 621418"/>
                  <a:gd name="csX50" fmla="*/ 100240 w 481325"/>
                  <a:gd name="csY50" fmla="*/ 135893 h 621418"/>
                  <a:gd name="csX51" fmla="*/ 100240 w 481325"/>
                  <a:gd name="csY51" fmla="*/ 128463 h 621418"/>
                  <a:gd name="csX52" fmla="*/ 99247 w 481325"/>
                  <a:gd name="csY52" fmla="*/ 115142 h 621418"/>
                  <a:gd name="csX53" fmla="*/ 93791 w 481325"/>
                  <a:gd name="csY53" fmla="*/ 109442 h 621418"/>
                  <a:gd name="csX54" fmla="*/ 95549 w 481325"/>
                  <a:gd name="csY54" fmla="*/ 115250 h 621418"/>
                  <a:gd name="csX55" fmla="*/ 90800 w 481325"/>
                  <a:gd name="csY55" fmla="*/ 117023 h 621418"/>
                  <a:gd name="csX56" fmla="*/ 87172 w 481325"/>
                  <a:gd name="csY56" fmla="*/ 114272 h 621418"/>
                  <a:gd name="csX57" fmla="*/ 67148 w 481325"/>
                  <a:gd name="csY57" fmla="*/ 111209 h 621418"/>
                  <a:gd name="csX58" fmla="*/ 49971 w 481325"/>
                  <a:gd name="csY58" fmla="*/ 100232 h 621418"/>
                  <a:gd name="csX59" fmla="*/ 44090 w 481325"/>
                  <a:gd name="csY59" fmla="*/ 90574 h 621418"/>
                  <a:gd name="csX60" fmla="*/ 35863 w 481325"/>
                  <a:gd name="csY60" fmla="*/ 83433 h 621418"/>
                  <a:gd name="csX61" fmla="*/ 32588 w 481325"/>
                  <a:gd name="csY61" fmla="*/ 82069 h 621418"/>
                  <a:gd name="csX62" fmla="*/ 11771 w 481325"/>
                  <a:gd name="csY62" fmla="*/ 68233 h 621418"/>
                  <a:gd name="csX63" fmla="*/ 5348 w 481325"/>
                  <a:gd name="csY63" fmla="*/ 59589 h 621418"/>
                  <a:gd name="csX64" fmla="*/ 1583 w 481325"/>
                  <a:gd name="csY64" fmla="*/ 46912 h 621418"/>
                  <a:gd name="csX65" fmla="*/ 325 w 481325"/>
                  <a:gd name="csY65" fmla="*/ 17525 h 621418"/>
                  <a:gd name="csX66" fmla="*/ 4538 w 481325"/>
                  <a:gd name="csY66" fmla="*/ 6689 h 621418"/>
                  <a:gd name="csX67" fmla="*/ 10480 w 481325"/>
                  <a:gd name="csY67" fmla="*/ 0 h 621418"/>
                  <a:gd name="csX68" fmla="*/ 53074 w 481325"/>
                  <a:gd name="csY68" fmla="*/ 22147 h 621418"/>
                  <a:gd name="csX69" fmla="*/ 133099 w 481325"/>
                  <a:gd name="csY69" fmla="*/ 64285 h 621418"/>
                  <a:gd name="csX70" fmla="*/ 308638 w 481325"/>
                  <a:gd name="csY70" fmla="*/ 150152 h 621418"/>
                  <a:gd name="csX71" fmla="*/ 460324 w 481325"/>
                  <a:gd name="csY71" fmla="*/ 163865 h 621418"/>
                  <a:gd name="csX72" fmla="*/ 466125 w 481325"/>
                  <a:gd name="csY72" fmla="*/ 170071 h 621418"/>
                  <a:gd name="csX73" fmla="*/ 465714 w 481325"/>
                  <a:gd name="csY73" fmla="*/ 176317 h 621418"/>
                  <a:gd name="csX74" fmla="*/ 471176 w 481325"/>
                  <a:gd name="csY74" fmla="*/ 205515 h 621418"/>
                  <a:gd name="csX75" fmla="*/ 478356 w 481325"/>
                  <a:gd name="csY75" fmla="*/ 244968 h 621418"/>
                  <a:gd name="csX76" fmla="*/ 480666 w 481325"/>
                  <a:gd name="csY76" fmla="*/ 291434 h 621418"/>
                  <a:gd name="csX77" fmla="*/ 471606 w 481325"/>
                  <a:gd name="csY77" fmla="*/ 339879 h 621418"/>
                  <a:gd name="csX78" fmla="*/ 467718 w 481325"/>
                  <a:gd name="csY78" fmla="*/ 346935 h 621418"/>
                  <a:gd name="csX79" fmla="*/ 468256 w 481325"/>
                  <a:gd name="csY79" fmla="*/ 419216 h 621418"/>
                  <a:gd name="csX80" fmla="*/ 469120 w 481325"/>
                  <a:gd name="csY80" fmla="*/ 434705 h 621418"/>
                  <a:gd name="csX81" fmla="*/ 451760 w 481325"/>
                  <a:gd name="csY81" fmla="*/ 439004 h 621418"/>
                  <a:gd name="csX82" fmla="*/ 430017 w 481325"/>
                  <a:gd name="csY82" fmla="*/ 458164 h 621418"/>
                  <a:gd name="csX83" fmla="*/ 441207 w 481325"/>
                  <a:gd name="csY83" fmla="*/ 484914 h 621418"/>
                  <a:gd name="csX84" fmla="*/ 455538 w 481325"/>
                  <a:gd name="csY84" fmla="*/ 533438 h 621418"/>
                  <a:gd name="csX85" fmla="*/ 463393 w 481325"/>
                  <a:gd name="csY85" fmla="*/ 557324 h 621418"/>
                  <a:gd name="csX86" fmla="*/ 466107 w 481325"/>
                  <a:gd name="csY86" fmla="*/ 564704 h 621418"/>
                  <a:gd name="csX87" fmla="*/ 427332 w 481325"/>
                  <a:gd name="csY87" fmla="*/ 607875 h 621418"/>
                  <a:gd name="csX88" fmla="*/ 408378 w 481325"/>
                  <a:gd name="csY88" fmla="*/ 619278 h 621418"/>
                  <a:gd name="csX89" fmla="*/ 406733 w 481325"/>
                  <a:gd name="csY89" fmla="*/ 612610 h 621418"/>
                  <a:gd name="csX90" fmla="*/ 398989 w 481325"/>
                  <a:gd name="csY90" fmla="*/ 614115 h 621418"/>
                  <a:gd name="csX91" fmla="*/ 394277 w 481325"/>
                  <a:gd name="csY91" fmla="*/ 621279 h 621418"/>
                  <a:gd name="csX92" fmla="*/ 392709 w 481325"/>
                  <a:gd name="csY92" fmla="*/ 609477 h 62141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Lst>
                <a:rect l="l" t="t" r="r" b="b"/>
                <a:pathLst>
                  <a:path w="481325" h="621418">
                    <a:moveTo>
                      <a:pt x="392709" y="609477"/>
                    </a:moveTo>
                    <a:cubicBezTo>
                      <a:pt x="394253" y="597840"/>
                      <a:pt x="393887" y="596413"/>
                      <a:pt x="388957" y="594848"/>
                    </a:cubicBezTo>
                    <a:cubicBezTo>
                      <a:pt x="381454" y="592467"/>
                      <a:pt x="376874" y="583809"/>
                      <a:pt x="382520" y="582680"/>
                    </a:cubicBezTo>
                    <a:cubicBezTo>
                      <a:pt x="386074" y="581969"/>
                      <a:pt x="385853" y="580904"/>
                      <a:pt x="381003" y="575394"/>
                    </a:cubicBezTo>
                    <a:cubicBezTo>
                      <a:pt x="377016" y="570863"/>
                      <a:pt x="375755" y="570304"/>
                      <a:pt x="376772" y="573517"/>
                    </a:cubicBezTo>
                    <a:cubicBezTo>
                      <a:pt x="378038" y="577517"/>
                      <a:pt x="377495" y="577714"/>
                      <a:pt x="372471" y="575078"/>
                    </a:cubicBezTo>
                    <a:cubicBezTo>
                      <a:pt x="366755" y="572079"/>
                      <a:pt x="366750" y="572094"/>
                      <a:pt x="371638" y="577600"/>
                    </a:cubicBezTo>
                    <a:cubicBezTo>
                      <a:pt x="374343" y="580646"/>
                      <a:pt x="375283" y="583138"/>
                      <a:pt x="373727" y="583138"/>
                    </a:cubicBezTo>
                    <a:cubicBezTo>
                      <a:pt x="372171" y="583138"/>
                      <a:pt x="370131" y="581897"/>
                      <a:pt x="369193" y="580381"/>
                    </a:cubicBezTo>
                    <a:cubicBezTo>
                      <a:pt x="368256" y="578864"/>
                      <a:pt x="366049" y="578176"/>
                      <a:pt x="364289" y="578851"/>
                    </a:cubicBezTo>
                    <a:cubicBezTo>
                      <a:pt x="362530" y="579526"/>
                      <a:pt x="359790" y="579276"/>
                      <a:pt x="358202" y="578294"/>
                    </a:cubicBezTo>
                    <a:cubicBezTo>
                      <a:pt x="354056" y="575732"/>
                      <a:pt x="341762" y="546998"/>
                      <a:pt x="344811" y="546998"/>
                    </a:cubicBezTo>
                    <a:cubicBezTo>
                      <a:pt x="346213" y="546998"/>
                      <a:pt x="347360" y="545839"/>
                      <a:pt x="347360" y="544424"/>
                    </a:cubicBezTo>
                    <a:cubicBezTo>
                      <a:pt x="347360" y="541126"/>
                      <a:pt x="331006" y="534265"/>
                      <a:pt x="329284" y="536840"/>
                    </a:cubicBezTo>
                    <a:cubicBezTo>
                      <a:pt x="328570" y="537907"/>
                      <a:pt x="321020" y="535449"/>
                      <a:pt x="312504" y="531378"/>
                    </a:cubicBezTo>
                    <a:cubicBezTo>
                      <a:pt x="303989" y="527306"/>
                      <a:pt x="298035" y="523928"/>
                      <a:pt x="299274" y="523870"/>
                    </a:cubicBezTo>
                    <a:cubicBezTo>
                      <a:pt x="300512" y="523812"/>
                      <a:pt x="300059" y="521998"/>
                      <a:pt x="298267" y="519838"/>
                    </a:cubicBezTo>
                    <a:cubicBezTo>
                      <a:pt x="296474" y="517678"/>
                      <a:pt x="294620" y="511589"/>
                      <a:pt x="294146" y="506308"/>
                    </a:cubicBezTo>
                    <a:cubicBezTo>
                      <a:pt x="293672" y="501026"/>
                      <a:pt x="292092" y="496307"/>
                      <a:pt x="290635" y="495822"/>
                    </a:cubicBezTo>
                    <a:cubicBezTo>
                      <a:pt x="287387" y="494739"/>
                      <a:pt x="287081" y="485043"/>
                      <a:pt x="290295" y="485043"/>
                    </a:cubicBezTo>
                    <a:cubicBezTo>
                      <a:pt x="291564" y="485043"/>
                      <a:pt x="292539" y="482429"/>
                      <a:pt x="292460" y="479235"/>
                    </a:cubicBezTo>
                    <a:cubicBezTo>
                      <a:pt x="292381" y="476040"/>
                      <a:pt x="293054" y="471684"/>
                      <a:pt x="293954" y="469554"/>
                    </a:cubicBezTo>
                    <a:cubicBezTo>
                      <a:pt x="294994" y="467095"/>
                      <a:pt x="293096" y="463864"/>
                      <a:pt x="288754" y="460702"/>
                    </a:cubicBezTo>
                    <a:cubicBezTo>
                      <a:pt x="282831" y="456387"/>
                      <a:pt x="282139" y="456302"/>
                      <a:pt x="283583" y="460065"/>
                    </a:cubicBezTo>
                    <a:cubicBezTo>
                      <a:pt x="285131" y="464099"/>
                      <a:pt x="284795" y="464110"/>
                      <a:pt x="278874" y="460231"/>
                    </a:cubicBezTo>
                    <a:cubicBezTo>
                      <a:pt x="274972" y="457675"/>
                      <a:pt x="272498" y="453605"/>
                      <a:pt x="272498" y="449744"/>
                    </a:cubicBezTo>
                    <a:cubicBezTo>
                      <a:pt x="272498" y="445927"/>
                      <a:pt x="271409" y="444108"/>
                      <a:pt x="269740" y="445139"/>
                    </a:cubicBezTo>
                    <a:cubicBezTo>
                      <a:pt x="268224" y="446077"/>
                      <a:pt x="267535" y="448283"/>
                      <a:pt x="268211" y="450043"/>
                    </a:cubicBezTo>
                    <a:cubicBezTo>
                      <a:pt x="268886" y="451803"/>
                      <a:pt x="268361" y="454880"/>
                      <a:pt x="267044" y="456881"/>
                    </a:cubicBezTo>
                    <a:cubicBezTo>
                      <a:pt x="265087" y="459853"/>
                      <a:pt x="263712" y="459403"/>
                      <a:pt x="259538" y="454425"/>
                    </a:cubicBezTo>
                    <a:cubicBezTo>
                      <a:pt x="256727" y="451073"/>
                      <a:pt x="254428" y="446676"/>
                      <a:pt x="254428" y="444654"/>
                    </a:cubicBezTo>
                    <a:cubicBezTo>
                      <a:pt x="254428" y="441815"/>
                      <a:pt x="253286" y="441587"/>
                      <a:pt x="249421" y="443656"/>
                    </a:cubicBezTo>
                    <a:cubicBezTo>
                      <a:pt x="243479" y="446836"/>
                      <a:pt x="243193" y="446433"/>
                      <a:pt x="238700" y="428558"/>
                    </a:cubicBezTo>
                    <a:cubicBezTo>
                      <a:pt x="235500" y="415829"/>
                      <a:pt x="234285" y="414272"/>
                      <a:pt x="224166" y="409935"/>
                    </a:cubicBezTo>
                    <a:cubicBezTo>
                      <a:pt x="217728" y="407175"/>
                      <a:pt x="213124" y="403477"/>
                      <a:pt x="213124" y="401065"/>
                    </a:cubicBezTo>
                    <a:cubicBezTo>
                      <a:pt x="213124" y="398790"/>
                      <a:pt x="210220" y="393122"/>
                      <a:pt x="206671" y="388468"/>
                    </a:cubicBezTo>
                    <a:cubicBezTo>
                      <a:pt x="199265" y="378758"/>
                      <a:pt x="198471" y="374041"/>
                      <a:pt x="204242" y="374041"/>
                    </a:cubicBezTo>
                    <a:cubicBezTo>
                      <a:pt x="206455" y="374041"/>
                      <a:pt x="207499" y="372800"/>
                      <a:pt x="206562" y="371283"/>
                    </a:cubicBezTo>
                    <a:cubicBezTo>
                      <a:pt x="205625" y="369767"/>
                      <a:pt x="203299" y="369124"/>
                      <a:pt x="201394" y="369855"/>
                    </a:cubicBezTo>
                    <a:cubicBezTo>
                      <a:pt x="197850" y="371215"/>
                      <a:pt x="182472" y="355734"/>
                      <a:pt x="181743" y="350072"/>
                    </a:cubicBezTo>
                    <a:cubicBezTo>
                      <a:pt x="181521" y="348347"/>
                      <a:pt x="181114" y="343821"/>
                      <a:pt x="180840" y="340015"/>
                    </a:cubicBezTo>
                    <a:cubicBezTo>
                      <a:pt x="179988" y="328208"/>
                      <a:pt x="174287" y="317597"/>
                      <a:pt x="168342" y="316750"/>
                    </a:cubicBezTo>
                    <a:cubicBezTo>
                      <a:pt x="163596" y="316073"/>
                      <a:pt x="162786" y="314266"/>
                      <a:pt x="162786" y="304341"/>
                    </a:cubicBezTo>
                    <a:cubicBezTo>
                      <a:pt x="162786" y="295229"/>
                      <a:pt x="160883" y="290082"/>
                      <a:pt x="153959" y="280463"/>
                    </a:cubicBezTo>
                    <a:cubicBezTo>
                      <a:pt x="149104" y="273719"/>
                      <a:pt x="144276" y="268201"/>
                      <a:pt x="143231" y="268201"/>
                    </a:cubicBezTo>
                    <a:cubicBezTo>
                      <a:pt x="142186" y="268201"/>
                      <a:pt x="141225" y="258432"/>
                      <a:pt x="141096" y="246493"/>
                    </a:cubicBezTo>
                    <a:cubicBezTo>
                      <a:pt x="140831" y="221943"/>
                      <a:pt x="139743" y="217562"/>
                      <a:pt x="133510" y="215932"/>
                    </a:cubicBezTo>
                    <a:cubicBezTo>
                      <a:pt x="130755" y="215211"/>
                      <a:pt x="127873" y="209936"/>
                      <a:pt x="125786" y="201792"/>
                    </a:cubicBezTo>
                    <a:cubicBezTo>
                      <a:pt x="123955" y="194647"/>
                      <a:pt x="118462" y="182601"/>
                      <a:pt x="113580" y="175023"/>
                    </a:cubicBezTo>
                    <a:cubicBezTo>
                      <a:pt x="107284" y="165251"/>
                      <a:pt x="104703" y="158277"/>
                      <a:pt x="104703" y="151035"/>
                    </a:cubicBezTo>
                    <a:cubicBezTo>
                      <a:pt x="104703" y="144982"/>
                      <a:pt x="102887" y="138818"/>
                      <a:pt x="100240" y="135893"/>
                    </a:cubicBezTo>
                    <a:cubicBezTo>
                      <a:pt x="96009" y="131218"/>
                      <a:pt x="96009" y="130831"/>
                      <a:pt x="100240" y="128463"/>
                    </a:cubicBezTo>
                    <a:cubicBezTo>
                      <a:pt x="106103" y="125181"/>
                      <a:pt x="105871" y="122062"/>
                      <a:pt x="99247" y="115142"/>
                    </a:cubicBezTo>
                    <a:lnTo>
                      <a:pt x="93791" y="109442"/>
                    </a:lnTo>
                    <a:lnTo>
                      <a:pt x="95549" y="115250"/>
                    </a:lnTo>
                    <a:cubicBezTo>
                      <a:pt x="97517" y="121752"/>
                      <a:pt x="93229" y="123352"/>
                      <a:pt x="90800" y="117023"/>
                    </a:cubicBezTo>
                    <a:cubicBezTo>
                      <a:pt x="89948" y="114803"/>
                      <a:pt x="88316" y="113565"/>
                      <a:pt x="87172" y="114272"/>
                    </a:cubicBezTo>
                    <a:cubicBezTo>
                      <a:pt x="86029" y="114978"/>
                      <a:pt x="77018" y="113600"/>
                      <a:pt x="67148" y="111209"/>
                    </a:cubicBezTo>
                    <a:cubicBezTo>
                      <a:pt x="50330" y="107134"/>
                      <a:pt x="49251" y="106444"/>
                      <a:pt x="49971" y="100232"/>
                    </a:cubicBezTo>
                    <a:cubicBezTo>
                      <a:pt x="50552" y="95214"/>
                      <a:pt x="49124" y="92867"/>
                      <a:pt x="44090" y="90574"/>
                    </a:cubicBezTo>
                    <a:cubicBezTo>
                      <a:pt x="40433" y="88908"/>
                      <a:pt x="36731" y="85694"/>
                      <a:pt x="35863" y="83433"/>
                    </a:cubicBezTo>
                    <a:cubicBezTo>
                      <a:pt x="34873" y="80853"/>
                      <a:pt x="33654" y="80345"/>
                      <a:pt x="32588" y="82069"/>
                    </a:cubicBezTo>
                    <a:cubicBezTo>
                      <a:pt x="30403" y="85606"/>
                      <a:pt x="11771" y="73222"/>
                      <a:pt x="11771" y="68233"/>
                    </a:cubicBezTo>
                    <a:cubicBezTo>
                      <a:pt x="11771" y="66258"/>
                      <a:pt x="8881" y="62368"/>
                      <a:pt x="5348" y="59589"/>
                    </a:cubicBezTo>
                    <a:cubicBezTo>
                      <a:pt x="-304" y="55143"/>
                      <a:pt x="-756" y="53621"/>
                      <a:pt x="1583" y="46912"/>
                    </a:cubicBezTo>
                    <a:cubicBezTo>
                      <a:pt x="4225" y="39332"/>
                      <a:pt x="3631" y="25451"/>
                      <a:pt x="325" y="17525"/>
                    </a:cubicBezTo>
                    <a:cubicBezTo>
                      <a:pt x="-744" y="14961"/>
                      <a:pt x="864" y="10824"/>
                      <a:pt x="4538" y="6689"/>
                    </a:cubicBezTo>
                    <a:lnTo>
                      <a:pt x="10480" y="0"/>
                    </a:lnTo>
                    <a:lnTo>
                      <a:pt x="53074" y="22147"/>
                    </a:lnTo>
                    <a:cubicBezTo>
                      <a:pt x="76501" y="34328"/>
                      <a:pt x="112512" y="53290"/>
                      <a:pt x="133099" y="64285"/>
                    </a:cubicBezTo>
                    <a:cubicBezTo>
                      <a:pt x="293633" y="150024"/>
                      <a:pt x="290844" y="148660"/>
                      <a:pt x="308638" y="150152"/>
                    </a:cubicBezTo>
                    <a:cubicBezTo>
                      <a:pt x="379829" y="156121"/>
                      <a:pt x="453326" y="162765"/>
                      <a:pt x="460324" y="163865"/>
                    </a:cubicBezTo>
                    <a:cubicBezTo>
                      <a:pt x="467642" y="165014"/>
                      <a:pt x="468398" y="165824"/>
                      <a:pt x="466125" y="170071"/>
                    </a:cubicBezTo>
                    <a:cubicBezTo>
                      <a:pt x="464688" y="172758"/>
                      <a:pt x="464502" y="175568"/>
                      <a:pt x="465714" y="176317"/>
                    </a:cubicBezTo>
                    <a:cubicBezTo>
                      <a:pt x="466925" y="177066"/>
                      <a:pt x="469383" y="190205"/>
                      <a:pt x="471176" y="205515"/>
                    </a:cubicBezTo>
                    <a:cubicBezTo>
                      <a:pt x="472969" y="220825"/>
                      <a:pt x="476200" y="238579"/>
                      <a:pt x="478356" y="244968"/>
                    </a:cubicBezTo>
                    <a:cubicBezTo>
                      <a:pt x="481464" y="254178"/>
                      <a:pt x="481943" y="263804"/>
                      <a:pt x="480666" y="291434"/>
                    </a:cubicBezTo>
                    <a:cubicBezTo>
                      <a:pt x="478736" y="333232"/>
                      <a:pt x="477318" y="340812"/>
                      <a:pt x="471606" y="339879"/>
                    </a:cubicBezTo>
                    <a:cubicBezTo>
                      <a:pt x="468443" y="339362"/>
                      <a:pt x="467477" y="341115"/>
                      <a:pt x="467718" y="346935"/>
                    </a:cubicBezTo>
                    <a:cubicBezTo>
                      <a:pt x="467998" y="353675"/>
                      <a:pt x="468241" y="386395"/>
                      <a:pt x="468256" y="419216"/>
                    </a:cubicBezTo>
                    <a:cubicBezTo>
                      <a:pt x="468259" y="424895"/>
                      <a:pt x="468647" y="431865"/>
                      <a:pt x="469120" y="434705"/>
                    </a:cubicBezTo>
                    <a:cubicBezTo>
                      <a:pt x="469922" y="439526"/>
                      <a:pt x="468775" y="439811"/>
                      <a:pt x="451760" y="439004"/>
                    </a:cubicBezTo>
                    <a:cubicBezTo>
                      <a:pt x="428789" y="437915"/>
                      <a:pt x="426025" y="440351"/>
                      <a:pt x="430017" y="458164"/>
                    </a:cubicBezTo>
                    <a:cubicBezTo>
                      <a:pt x="431548" y="464996"/>
                      <a:pt x="436584" y="477034"/>
                      <a:pt x="441207" y="484914"/>
                    </a:cubicBezTo>
                    <a:cubicBezTo>
                      <a:pt x="456169" y="510414"/>
                      <a:pt x="459720" y="522439"/>
                      <a:pt x="455538" y="533438"/>
                    </a:cubicBezTo>
                    <a:cubicBezTo>
                      <a:pt x="452990" y="540141"/>
                      <a:pt x="458641" y="557324"/>
                      <a:pt x="463393" y="557324"/>
                    </a:cubicBezTo>
                    <a:cubicBezTo>
                      <a:pt x="464886" y="557324"/>
                      <a:pt x="466107" y="560645"/>
                      <a:pt x="466107" y="564704"/>
                    </a:cubicBezTo>
                    <a:cubicBezTo>
                      <a:pt x="466107" y="574709"/>
                      <a:pt x="449340" y="593376"/>
                      <a:pt x="427332" y="607875"/>
                    </a:cubicBezTo>
                    <a:cubicBezTo>
                      <a:pt x="417812" y="614147"/>
                      <a:pt x="409283" y="619278"/>
                      <a:pt x="408378" y="619278"/>
                    </a:cubicBezTo>
                    <a:cubicBezTo>
                      <a:pt x="407473" y="619278"/>
                      <a:pt x="406733" y="616277"/>
                      <a:pt x="406733" y="612610"/>
                    </a:cubicBezTo>
                    <a:cubicBezTo>
                      <a:pt x="406733" y="604379"/>
                      <a:pt x="401025" y="605489"/>
                      <a:pt x="398989" y="614115"/>
                    </a:cubicBezTo>
                    <a:cubicBezTo>
                      <a:pt x="398201" y="617454"/>
                      <a:pt x="396080" y="620678"/>
                      <a:pt x="394277" y="621279"/>
                    </a:cubicBezTo>
                    <a:cubicBezTo>
                      <a:pt x="391773" y="622114"/>
                      <a:pt x="391403" y="619327"/>
                      <a:pt x="392709" y="609477"/>
                    </a:cubicBezTo>
                    <a:close/>
                  </a:path>
                </a:pathLst>
              </a:custGeom>
              <a:solidFill>
                <a:srgbClr val="B9B9B9"/>
              </a:solidFill>
              <a:ln w="5163" cap="flat">
                <a:noFill/>
                <a:prstDash val="solid"/>
                <a:miter/>
              </a:ln>
            </p:spPr>
            <p:txBody>
              <a:bodyPr/>
              <a:lstStyle/>
              <a:p>
                <a:endParaRPr lang="es-419" noProof="0" dirty="0"/>
              </a:p>
            </p:txBody>
          </p:sp>
          <p:sp>
            <p:nvSpPr>
              <p:cNvPr id="117" name="Forma libre: forma 116">
                <a:extLst>
                  <a:ext uri="{FF2B5EF4-FFF2-40B4-BE49-F238E27FC236}">
                    <a16:creationId xmlns:a16="http://schemas.microsoft.com/office/drawing/2014/main" id="{35737BDE-56A2-2A6F-E81E-3917A9806525}"/>
                  </a:ext>
                </a:extLst>
              </p:cNvPr>
              <p:cNvSpPr/>
              <p:nvPr/>
            </p:nvSpPr>
            <p:spPr>
              <a:xfrm>
                <a:off x="356836" y="1137381"/>
                <a:ext cx="20516" cy="20135"/>
              </a:xfrm>
              <a:custGeom>
                <a:avLst/>
                <a:gdLst>
                  <a:gd name="csX0" fmla="*/ 3031 w 20516"/>
                  <a:gd name="csY0" fmla="*/ 13790 h 20135"/>
                  <a:gd name="csX1" fmla="*/ 11787 w 20516"/>
                  <a:gd name="csY1" fmla="*/ 6812 h 20135"/>
                  <a:gd name="csX2" fmla="*/ 16388 w 20516"/>
                  <a:gd name="csY2" fmla="*/ 8970 h 20135"/>
                  <a:gd name="csX3" fmla="*/ 17667 w 20516"/>
                  <a:gd name="csY3" fmla="*/ 5896 h 20135"/>
                  <a:gd name="csX4" fmla="*/ 16630 w 20516"/>
                  <a:gd name="csY4" fmla="*/ 16309 h 20135"/>
                  <a:gd name="csX5" fmla="*/ 3031 w 20516"/>
                  <a:gd name="csY5" fmla="*/ 13790 h 20135"/>
                </a:gdLst>
                <a:ahLst/>
                <a:cxnLst>
                  <a:cxn ang="0">
                    <a:pos x="csX0" y="csY0"/>
                  </a:cxn>
                  <a:cxn ang="0">
                    <a:pos x="csX1" y="csY1"/>
                  </a:cxn>
                  <a:cxn ang="0">
                    <a:pos x="csX2" y="csY2"/>
                  </a:cxn>
                  <a:cxn ang="0">
                    <a:pos x="csX3" y="csY3"/>
                  </a:cxn>
                  <a:cxn ang="0">
                    <a:pos x="csX4" y="csY4"/>
                  </a:cxn>
                  <a:cxn ang="0">
                    <a:pos x="csX5" y="csY5"/>
                  </a:cxn>
                </a:cxnLst>
                <a:rect l="l" t="t" r="r" b="b"/>
                <a:pathLst>
                  <a:path w="20516" h="20135">
                    <a:moveTo>
                      <a:pt x="3031" y="13790"/>
                    </a:moveTo>
                    <a:cubicBezTo>
                      <a:pt x="-3651" y="-875"/>
                      <a:pt x="1356" y="-4865"/>
                      <a:pt x="11787" y="6812"/>
                    </a:cubicBezTo>
                    <a:cubicBezTo>
                      <a:pt x="16355" y="11926"/>
                      <a:pt x="17642" y="12530"/>
                      <a:pt x="16388" y="8970"/>
                    </a:cubicBezTo>
                    <a:cubicBezTo>
                      <a:pt x="15184" y="5554"/>
                      <a:pt x="15578" y="4605"/>
                      <a:pt x="17667" y="5896"/>
                    </a:cubicBezTo>
                    <a:cubicBezTo>
                      <a:pt x="21766" y="8429"/>
                      <a:pt x="21462" y="11477"/>
                      <a:pt x="16630" y="16309"/>
                    </a:cubicBezTo>
                    <a:cubicBezTo>
                      <a:pt x="10809" y="22130"/>
                      <a:pt x="6464" y="21325"/>
                      <a:pt x="3031" y="13790"/>
                    </a:cubicBezTo>
                    <a:close/>
                  </a:path>
                </a:pathLst>
              </a:custGeom>
              <a:solidFill>
                <a:srgbClr val="B9B9B9"/>
              </a:solidFill>
              <a:ln w="5163" cap="flat">
                <a:noFill/>
                <a:prstDash val="solid"/>
                <a:miter/>
              </a:ln>
            </p:spPr>
            <p:txBody>
              <a:bodyPr/>
              <a:lstStyle/>
              <a:p>
                <a:endParaRPr lang="es-419" noProof="0" dirty="0"/>
              </a:p>
            </p:txBody>
          </p:sp>
        </p:grpSp>
      </p:grpSp>
      <p:grpSp>
        <p:nvGrpSpPr>
          <p:cNvPr id="36" name="Group 45">
            <a:extLst>
              <a:ext uri="{FF2B5EF4-FFF2-40B4-BE49-F238E27FC236}">
                <a16:creationId xmlns:a16="http://schemas.microsoft.com/office/drawing/2014/main" id="{05E9B4E9-3155-BF42-E49D-F49F00914DE4}"/>
              </a:ext>
            </a:extLst>
          </p:cNvPr>
          <p:cNvGrpSpPr>
            <a:grpSpLocks noChangeAspect="1"/>
          </p:cNvGrpSpPr>
          <p:nvPr/>
        </p:nvGrpSpPr>
        <p:grpSpPr>
          <a:xfrm>
            <a:off x="1416345" y="1431499"/>
            <a:ext cx="213038" cy="337620"/>
            <a:chOff x="0" y="26670"/>
            <a:chExt cx="3924300" cy="6219190"/>
          </a:xfrm>
        </p:grpSpPr>
        <p:sp>
          <p:nvSpPr>
            <p:cNvPr id="37" name="Freeform 46">
              <a:extLst>
                <a:ext uri="{FF2B5EF4-FFF2-40B4-BE49-F238E27FC236}">
                  <a16:creationId xmlns:a16="http://schemas.microsoft.com/office/drawing/2014/main" id="{7E0D9B38-E45A-0F0C-2C34-5B2903894151}"/>
                </a:ext>
              </a:extLst>
            </p:cNvPr>
            <p:cNvSpPr/>
            <p:nvPr/>
          </p:nvSpPr>
          <p:spPr>
            <a:xfrm>
              <a:off x="0" y="26670"/>
              <a:ext cx="3924300" cy="6219190"/>
            </a:xfrm>
            <a:custGeom>
              <a:avLst/>
              <a:gdLst/>
              <a:ahLst/>
              <a:cxnLst/>
              <a:rect l="l" t="t" r="r" b="b"/>
              <a:pathLst>
                <a:path w="3924300" h="6219190">
                  <a:moveTo>
                    <a:pt x="3924300" y="1962150"/>
                  </a:moveTo>
                  <a:cubicBezTo>
                    <a:pt x="3924300" y="878840"/>
                    <a:pt x="3045460" y="0"/>
                    <a:pt x="1962150" y="0"/>
                  </a:cubicBezTo>
                  <a:cubicBezTo>
                    <a:pt x="878840" y="0"/>
                    <a:pt x="0" y="878840"/>
                    <a:pt x="0" y="1962150"/>
                  </a:cubicBezTo>
                  <a:cubicBezTo>
                    <a:pt x="0" y="2974340"/>
                    <a:pt x="765810" y="3807460"/>
                    <a:pt x="1750060" y="3912870"/>
                  </a:cubicBezTo>
                  <a:lnTo>
                    <a:pt x="1962150" y="6219190"/>
                  </a:lnTo>
                  <a:lnTo>
                    <a:pt x="2174240" y="3912870"/>
                  </a:lnTo>
                  <a:cubicBezTo>
                    <a:pt x="3158490" y="3807460"/>
                    <a:pt x="3924300" y="2974340"/>
                    <a:pt x="3924300" y="1962150"/>
                  </a:cubicBezTo>
                  <a:close/>
                </a:path>
              </a:pathLst>
            </a:custGeom>
            <a:solidFill>
              <a:srgbClr val="EB6C01"/>
            </a:solidFill>
          </p:spPr>
          <p:txBody>
            <a:bodyPr/>
            <a:lstStyle/>
            <a:p>
              <a:endParaRPr lang="es-419" noProof="0" dirty="0"/>
            </a:p>
          </p:txBody>
        </p:sp>
        <p:sp>
          <p:nvSpPr>
            <p:cNvPr id="38" name="Freeform 47">
              <a:extLst>
                <a:ext uri="{FF2B5EF4-FFF2-40B4-BE49-F238E27FC236}">
                  <a16:creationId xmlns:a16="http://schemas.microsoft.com/office/drawing/2014/main" id="{F8D6823E-605F-5340-06B6-28D447452444}"/>
                </a:ext>
              </a:extLst>
            </p:cNvPr>
            <p:cNvSpPr/>
            <p:nvPr/>
          </p:nvSpPr>
          <p:spPr>
            <a:xfrm>
              <a:off x="340744" y="374636"/>
              <a:ext cx="3242813" cy="3228370"/>
            </a:xfrm>
            <a:custGeom>
              <a:avLst/>
              <a:gdLst/>
              <a:ahLst/>
              <a:cxnLst/>
              <a:rect l="l" t="t" r="r" b="b"/>
              <a:pathLst>
                <a:path w="3242810" h="3228373">
                  <a:moveTo>
                    <a:pt x="1621405" y="16"/>
                  </a:moveTo>
                  <a:cubicBezTo>
                    <a:pt x="1042998" y="-2571"/>
                    <a:pt x="507417" y="304521"/>
                    <a:pt x="217465" y="805010"/>
                  </a:cubicBezTo>
                  <a:cubicBezTo>
                    <a:pt x="-72488" y="1305499"/>
                    <a:pt x="-72488" y="1922874"/>
                    <a:pt x="217465" y="2423362"/>
                  </a:cubicBezTo>
                  <a:cubicBezTo>
                    <a:pt x="507417" y="2923851"/>
                    <a:pt x="1042998" y="3230943"/>
                    <a:pt x="1621405" y="3228356"/>
                  </a:cubicBezTo>
                  <a:cubicBezTo>
                    <a:pt x="2199812" y="3230943"/>
                    <a:pt x="2735392" y="2923851"/>
                    <a:pt x="3025345" y="2423362"/>
                  </a:cubicBezTo>
                  <a:cubicBezTo>
                    <a:pt x="3315298" y="1922874"/>
                    <a:pt x="3315298" y="1305499"/>
                    <a:pt x="3025345" y="805010"/>
                  </a:cubicBezTo>
                  <a:cubicBezTo>
                    <a:pt x="2735392" y="304522"/>
                    <a:pt x="2199812" y="-2571"/>
                    <a:pt x="1621405" y="16"/>
                  </a:cubicBezTo>
                  <a:close/>
                </a:path>
              </a:pathLst>
            </a:custGeom>
            <a:blipFill>
              <a:blip r:embed="rId5"/>
              <a:stretch>
                <a:fillRect l="-28801" r="-28801" b="-58308"/>
              </a:stretch>
            </a:blipFill>
          </p:spPr>
          <p:txBody>
            <a:bodyPr/>
            <a:lstStyle/>
            <a:p>
              <a:endParaRPr lang="es-419" noProof="0" dirty="0"/>
            </a:p>
          </p:txBody>
        </p:sp>
      </p:grpSp>
    </p:spTree>
    <p:extLst>
      <p:ext uri="{BB962C8B-B14F-4D97-AF65-F5344CB8AC3E}">
        <p14:creationId xmlns:p14="http://schemas.microsoft.com/office/powerpoint/2010/main" val="12992125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nodeType="with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wipe(down)">
                                      <p:cBhvr>
                                        <p:cTn id="7" dur="580">
                                          <p:stCondLst>
                                            <p:cond delay="0"/>
                                          </p:stCondLst>
                                        </p:cTn>
                                        <p:tgtEl>
                                          <p:spTgt spid="36"/>
                                        </p:tgtEl>
                                      </p:cBhvr>
                                    </p:animEffect>
                                    <p:anim calcmode="lin" valueType="num">
                                      <p:cBhvr>
                                        <p:cTn id="8" dur="1822" tmFilter="0,0; 0.14,0.36; 0.43,0.73; 0.71,0.91; 1.0,1.0">
                                          <p:stCondLst>
                                            <p:cond delay="0"/>
                                          </p:stCondLst>
                                        </p:cTn>
                                        <p:tgtEl>
                                          <p:spTgt spid="36"/>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36"/>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36"/>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36"/>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36"/>
                                        </p:tgtEl>
                                        <p:attrNameLst>
                                          <p:attrName>ppt_y</p:attrName>
                                        </p:attrNameLst>
                                      </p:cBhvr>
                                      <p:tavLst>
                                        <p:tav tm="0" fmla="#ppt_y-sin(pi*$)/81">
                                          <p:val>
                                            <p:fltVal val="0"/>
                                          </p:val>
                                        </p:tav>
                                        <p:tav tm="100000">
                                          <p:val>
                                            <p:fltVal val="1"/>
                                          </p:val>
                                        </p:tav>
                                      </p:tavLst>
                                    </p:anim>
                                    <p:animScale>
                                      <p:cBhvr>
                                        <p:cTn id="13" dur="26">
                                          <p:stCondLst>
                                            <p:cond delay="650"/>
                                          </p:stCondLst>
                                        </p:cTn>
                                        <p:tgtEl>
                                          <p:spTgt spid="36"/>
                                        </p:tgtEl>
                                      </p:cBhvr>
                                      <p:to x="100000" y="60000"/>
                                    </p:animScale>
                                    <p:animScale>
                                      <p:cBhvr>
                                        <p:cTn id="14" dur="166" decel="50000">
                                          <p:stCondLst>
                                            <p:cond delay="676"/>
                                          </p:stCondLst>
                                        </p:cTn>
                                        <p:tgtEl>
                                          <p:spTgt spid="36"/>
                                        </p:tgtEl>
                                      </p:cBhvr>
                                      <p:to x="100000" y="100000"/>
                                    </p:animScale>
                                    <p:animScale>
                                      <p:cBhvr>
                                        <p:cTn id="15" dur="26">
                                          <p:stCondLst>
                                            <p:cond delay="1312"/>
                                          </p:stCondLst>
                                        </p:cTn>
                                        <p:tgtEl>
                                          <p:spTgt spid="36"/>
                                        </p:tgtEl>
                                      </p:cBhvr>
                                      <p:to x="100000" y="80000"/>
                                    </p:animScale>
                                    <p:animScale>
                                      <p:cBhvr>
                                        <p:cTn id="16" dur="166" decel="50000">
                                          <p:stCondLst>
                                            <p:cond delay="1338"/>
                                          </p:stCondLst>
                                        </p:cTn>
                                        <p:tgtEl>
                                          <p:spTgt spid="36"/>
                                        </p:tgtEl>
                                      </p:cBhvr>
                                      <p:to x="100000" y="100000"/>
                                    </p:animScale>
                                    <p:animScale>
                                      <p:cBhvr>
                                        <p:cTn id="17" dur="26">
                                          <p:stCondLst>
                                            <p:cond delay="1642"/>
                                          </p:stCondLst>
                                        </p:cTn>
                                        <p:tgtEl>
                                          <p:spTgt spid="36"/>
                                        </p:tgtEl>
                                      </p:cBhvr>
                                      <p:to x="100000" y="90000"/>
                                    </p:animScale>
                                    <p:animScale>
                                      <p:cBhvr>
                                        <p:cTn id="18" dur="166" decel="50000">
                                          <p:stCondLst>
                                            <p:cond delay="1668"/>
                                          </p:stCondLst>
                                        </p:cTn>
                                        <p:tgtEl>
                                          <p:spTgt spid="36"/>
                                        </p:tgtEl>
                                      </p:cBhvr>
                                      <p:to x="100000" y="100000"/>
                                    </p:animScale>
                                    <p:animScale>
                                      <p:cBhvr>
                                        <p:cTn id="19" dur="26">
                                          <p:stCondLst>
                                            <p:cond delay="1808"/>
                                          </p:stCondLst>
                                        </p:cTn>
                                        <p:tgtEl>
                                          <p:spTgt spid="36"/>
                                        </p:tgtEl>
                                      </p:cBhvr>
                                      <p:to x="100000" y="95000"/>
                                    </p:animScale>
                                    <p:animScale>
                                      <p:cBhvr>
                                        <p:cTn id="20" dur="166" decel="50000">
                                          <p:stCondLst>
                                            <p:cond delay="1834"/>
                                          </p:stCondLst>
                                        </p:cTn>
                                        <p:tgtEl>
                                          <p:spTgt spid="36"/>
                                        </p:tgtEl>
                                      </p:cBhvr>
                                      <p:to x="100000" y="100000"/>
                                    </p:animScale>
                                  </p:childTnLst>
                                </p:cTn>
                              </p:par>
                            </p:childTnLst>
                          </p:cTn>
                        </p:par>
                        <p:par>
                          <p:cTn id="21" fill="hold">
                            <p:stCondLst>
                              <p:cond delay="2000"/>
                            </p:stCondLst>
                            <p:childTnLst>
                              <p:par>
                                <p:cTn id="22" presetID="35" presetClass="emph" presetSubtype="0" repeatCount="indefinite" fill="hold" grpId="0" nodeType="afterEffect">
                                  <p:stCondLst>
                                    <p:cond delay="0"/>
                                  </p:stCondLst>
                                  <p:childTnLst>
                                    <p:anim calcmode="discrete" valueType="str">
                                      <p:cBhvr>
                                        <p:cTn id="23" dur="1000" fill="hold"/>
                                        <p:tgtEl>
                                          <p:spTgt spid="55"/>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bg>
      <p:bgPr>
        <a:solidFill>
          <a:srgbClr val="F0F6FC"/>
        </a:solidFill>
        <a:effectLst/>
      </p:bgPr>
    </p:bg>
    <p:spTree>
      <p:nvGrpSpPr>
        <p:cNvPr id="1" name="">
          <a:extLst>
            <a:ext uri="{FF2B5EF4-FFF2-40B4-BE49-F238E27FC236}">
              <a16:creationId xmlns:a16="http://schemas.microsoft.com/office/drawing/2014/main" id="{CA90EFC0-19BE-E523-ADB1-3DD915DDE9D3}"/>
            </a:ext>
          </a:extLst>
        </p:cNvPr>
        <p:cNvGrpSpPr/>
        <p:nvPr/>
      </p:nvGrpSpPr>
      <p:grpSpPr>
        <a:xfrm>
          <a:off x="0" y="0"/>
          <a:ext cx="0" cy="0"/>
          <a:chOff x="0" y="0"/>
          <a:chExt cx="0" cy="0"/>
        </a:xfrm>
      </p:grpSpPr>
      <p:sp>
        <p:nvSpPr>
          <p:cNvPr id="2" name="Shape 0">
            <a:extLst>
              <a:ext uri="{FF2B5EF4-FFF2-40B4-BE49-F238E27FC236}">
                <a16:creationId xmlns:a16="http://schemas.microsoft.com/office/drawing/2014/main" id="{FC3A4B36-93D7-99DF-4859-152754B13613}"/>
              </a:ext>
            </a:extLst>
          </p:cNvPr>
          <p:cNvSpPr/>
          <p:nvPr/>
        </p:nvSpPr>
        <p:spPr>
          <a:xfrm>
            <a:off x="0" y="0"/>
            <a:ext cx="9144000" cy="38405"/>
          </a:xfrm>
          <a:prstGeom prst="rect">
            <a:avLst/>
          </a:prstGeom>
          <a:solidFill>
            <a:srgbClr val="EB6C01"/>
          </a:solidFill>
          <a:ln w="12700">
            <a:solidFill>
              <a:srgbClr val="EB6C01"/>
            </a:solidFill>
            <a:prstDash val="solid"/>
          </a:ln>
        </p:spPr>
        <p:txBody>
          <a:bodyPr/>
          <a:lstStyle/>
          <a:p>
            <a:endParaRPr lang="es-419" noProof="0" dirty="0"/>
          </a:p>
        </p:txBody>
      </p:sp>
      <p:sp>
        <p:nvSpPr>
          <p:cNvPr id="3" name="Shape 1">
            <a:extLst>
              <a:ext uri="{FF2B5EF4-FFF2-40B4-BE49-F238E27FC236}">
                <a16:creationId xmlns:a16="http://schemas.microsoft.com/office/drawing/2014/main" id="{4CDAB09B-CE28-EAC8-8E0C-72AC3CAE4E04}"/>
              </a:ext>
            </a:extLst>
          </p:cNvPr>
          <p:cNvSpPr/>
          <p:nvPr/>
        </p:nvSpPr>
        <p:spPr>
          <a:xfrm>
            <a:off x="0" y="38405"/>
            <a:ext cx="9144000" cy="667512"/>
          </a:xfrm>
          <a:prstGeom prst="rect">
            <a:avLst/>
          </a:prstGeom>
          <a:solidFill>
            <a:srgbClr val="1A3464"/>
          </a:solidFill>
          <a:ln w="12700">
            <a:solidFill>
              <a:srgbClr val="1A3464"/>
            </a:solidFill>
            <a:prstDash val="solid"/>
          </a:ln>
        </p:spPr>
        <p:txBody>
          <a:bodyPr/>
          <a:lstStyle/>
          <a:p>
            <a:endParaRPr lang="es-419" noProof="0" dirty="0"/>
          </a:p>
        </p:txBody>
      </p:sp>
      <p:sp>
        <p:nvSpPr>
          <p:cNvPr id="4" name="Shape 2">
            <a:extLst>
              <a:ext uri="{FF2B5EF4-FFF2-40B4-BE49-F238E27FC236}">
                <a16:creationId xmlns:a16="http://schemas.microsoft.com/office/drawing/2014/main" id="{240135D6-2F14-2494-D5E4-07DE47332239}"/>
              </a:ext>
            </a:extLst>
          </p:cNvPr>
          <p:cNvSpPr/>
          <p:nvPr/>
        </p:nvSpPr>
        <p:spPr>
          <a:xfrm>
            <a:off x="384048" y="117043"/>
            <a:ext cx="685800" cy="237744"/>
          </a:xfrm>
          <a:prstGeom prst="rect">
            <a:avLst/>
          </a:prstGeom>
          <a:solidFill>
            <a:srgbClr val="EB6C01"/>
          </a:solidFill>
          <a:ln w="12700">
            <a:solidFill>
              <a:srgbClr val="EB6C01"/>
            </a:solidFill>
            <a:prstDash val="solid"/>
          </a:ln>
        </p:spPr>
        <p:txBody>
          <a:bodyPr/>
          <a:lstStyle/>
          <a:p>
            <a:endParaRPr lang="es-419" noProof="0" dirty="0"/>
          </a:p>
        </p:txBody>
      </p:sp>
      <p:sp>
        <p:nvSpPr>
          <p:cNvPr id="5" name="Text 3">
            <a:extLst>
              <a:ext uri="{FF2B5EF4-FFF2-40B4-BE49-F238E27FC236}">
                <a16:creationId xmlns:a16="http://schemas.microsoft.com/office/drawing/2014/main" id="{1130DBE0-A58D-A633-07AF-9201CA7CE7AF}"/>
              </a:ext>
            </a:extLst>
          </p:cNvPr>
          <p:cNvSpPr/>
          <p:nvPr/>
        </p:nvSpPr>
        <p:spPr>
          <a:xfrm>
            <a:off x="384048" y="117043"/>
            <a:ext cx="685800" cy="237744"/>
          </a:xfrm>
          <a:prstGeom prst="rect">
            <a:avLst/>
          </a:prstGeom>
          <a:noFill/>
          <a:ln/>
        </p:spPr>
        <p:txBody>
          <a:bodyPr wrap="square" lIns="0" tIns="0" rIns="0" bIns="0" rtlCol="0" anchor="ctr"/>
          <a:lstStyle/>
          <a:p>
            <a:pPr marL="0" indent="0" algn="ctr">
              <a:buNone/>
            </a:pPr>
            <a:r>
              <a:rPr lang="es-419" sz="650" b="1" kern="0" spc="150" noProof="0" dirty="0">
                <a:solidFill>
                  <a:srgbClr val="FFFFFF"/>
                </a:solidFill>
                <a:latin typeface="Montserrat" pitchFamily="34" charset="0"/>
                <a:ea typeface="Montserrat" pitchFamily="34" charset="-122"/>
                <a:cs typeface="Montserrat" pitchFamily="34" charset="-120"/>
              </a:rPr>
              <a:t>T. MÉXICO</a:t>
            </a:r>
            <a:endParaRPr lang="es-419" sz="650" noProof="0" dirty="0"/>
          </a:p>
        </p:txBody>
      </p:sp>
      <p:sp>
        <p:nvSpPr>
          <p:cNvPr id="6" name="Text 4">
            <a:extLst>
              <a:ext uri="{FF2B5EF4-FFF2-40B4-BE49-F238E27FC236}">
                <a16:creationId xmlns:a16="http://schemas.microsoft.com/office/drawing/2014/main" id="{42BEC0E0-3592-8CCF-9942-B55148582338}"/>
              </a:ext>
            </a:extLst>
          </p:cNvPr>
          <p:cNvSpPr/>
          <p:nvPr/>
        </p:nvSpPr>
        <p:spPr>
          <a:xfrm>
            <a:off x="1170432" y="91440"/>
            <a:ext cx="5029200" cy="402336"/>
          </a:xfrm>
          <a:prstGeom prst="rect">
            <a:avLst/>
          </a:prstGeom>
          <a:noFill/>
          <a:ln/>
        </p:spPr>
        <p:txBody>
          <a:bodyPr wrap="square" lIns="0" tIns="0" rIns="0" bIns="0" rtlCol="0" anchor="ctr"/>
          <a:lstStyle/>
          <a:p>
            <a:pPr marL="0" indent="0">
              <a:buNone/>
            </a:pPr>
            <a:r>
              <a:rPr lang="es-419" sz="2000" b="1" dirty="0">
                <a:solidFill>
                  <a:srgbClr val="FFFFFF"/>
                </a:solidFill>
                <a:latin typeface="Montserrat" pitchFamily="34" charset="0"/>
                <a:ea typeface="Montserrat" pitchFamily="34" charset="-122"/>
                <a:cs typeface="Montserrat" pitchFamily="34" charset="-120"/>
              </a:rPr>
              <a:t>OFICINAS CDMX</a:t>
            </a:r>
            <a:r>
              <a:rPr lang="es-419" sz="2000" b="1" noProof="0" dirty="0">
                <a:solidFill>
                  <a:srgbClr val="FFFFFF"/>
                </a:solidFill>
                <a:latin typeface="Montserrat" pitchFamily="34" charset="0"/>
                <a:ea typeface="Montserrat" pitchFamily="34" charset="-122"/>
                <a:cs typeface="Montserrat" pitchFamily="34" charset="-120"/>
              </a:rPr>
              <a:t> </a:t>
            </a:r>
            <a:endParaRPr lang="es-419" sz="2000" noProof="0" dirty="0"/>
          </a:p>
        </p:txBody>
      </p:sp>
      <p:sp>
        <p:nvSpPr>
          <p:cNvPr id="7" name="Text 5">
            <a:extLst>
              <a:ext uri="{FF2B5EF4-FFF2-40B4-BE49-F238E27FC236}">
                <a16:creationId xmlns:a16="http://schemas.microsoft.com/office/drawing/2014/main" id="{BF5E2785-1369-8D3F-AD70-C7AB66441902}"/>
              </a:ext>
            </a:extLst>
          </p:cNvPr>
          <p:cNvSpPr/>
          <p:nvPr/>
        </p:nvSpPr>
        <p:spPr>
          <a:xfrm>
            <a:off x="1170432" y="475488"/>
            <a:ext cx="3200400" cy="182880"/>
          </a:xfrm>
          <a:prstGeom prst="rect">
            <a:avLst/>
          </a:prstGeom>
          <a:noFill/>
          <a:ln/>
        </p:spPr>
        <p:txBody>
          <a:bodyPr wrap="square" lIns="0" tIns="0" rIns="0" bIns="0" rtlCol="0" anchor="ctr"/>
          <a:lstStyle/>
          <a:p>
            <a:pPr marL="0" indent="0">
              <a:buNone/>
            </a:pPr>
            <a:r>
              <a:rPr lang="es-419" sz="950" dirty="0">
                <a:solidFill>
                  <a:srgbClr val="8FAECB"/>
                </a:solidFill>
                <a:latin typeface="Montserrat" pitchFamily="34" charset="0"/>
              </a:rPr>
              <a:t>Ciudad de México</a:t>
            </a:r>
            <a:r>
              <a:rPr lang="es-419" sz="950" noProof="0" dirty="0">
                <a:solidFill>
                  <a:srgbClr val="8FAECB"/>
                </a:solidFill>
                <a:latin typeface="Montserrat" pitchFamily="34" charset="0"/>
              </a:rPr>
              <a:t> </a:t>
            </a:r>
            <a:endParaRPr lang="es-419" sz="950" noProof="0" dirty="0"/>
          </a:p>
        </p:txBody>
      </p:sp>
      <p:sp>
        <p:nvSpPr>
          <p:cNvPr id="8" name="Text 6">
            <a:extLst>
              <a:ext uri="{FF2B5EF4-FFF2-40B4-BE49-F238E27FC236}">
                <a16:creationId xmlns:a16="http://schemas.microsoft.com/office/drawing/2014/main" id="{5C56B847-FAFC-DD05-0CBA-6C47678E2D24}"/>
              </a:ext>
            </a:extLst>
          </p:cNvPr>
          <p:cNvSpPr/>
          <p:nvPr/>
        </p:nvSpPr>
        <p:spPr>
          <a:xfrm>
            <a:off x="7132320" y="246888"/>
            <a:ext cx="1828800" cy="182880"/>
          </a:xfrm>
          <a:prstGeom prst="rect">
            <a:avLst/>
          </a:prstGeom>
          <a:noFill/>
          <a:ln/>
        </p:spPr>
        <p:txBody>
          <a:bodyPr wrap="square" lIns="0" tIns="0" rIns="0" bIns="0" rtlCol="0" anchor="ctr"/>
          <a:lstStyle/>
          <a:p>
            <a:pPr marL="0" indent="0" algn="r">
              <a:buNone/>
            </a:pPr>
            <a:r>
              <a:rPr lang="es-419" sz="700" b="1" kern="0" spc="150" noProof="0" dirty="0">
                <a:solidFill>
                  <a:srgbClr val="EB6C01"/>
                </a:solidFill>
                <a:latin typeface="Montserrat" pitchFamily="34" charset="0"/>
                <a:ea typeface="Montserrat" pitchFamily="34" charset="-122"/>
                <a:cs typeface="Montserrat" pitchFamily="34" charset="-120"/>
              </a:rPr>
              <a:t>SEMANA 18  ·  2025</a:t>
            </a:r>
            <a:endParaRPr lang="es-419" sz="700" noProof="0" dirty="0"/>
          </a:p>
        </p:txBody>
      </p:sp>
      <p:sp>
        <p:nvSpPr>
          <p:cNvPr id="9" name="Shape 7">
            <a:extLst>
              <a:ext uri="{FF2B5EF4-FFF2-40B4-BE49-F238E27FC236}">
                <a16:creationId xmlns:a16="http://schemas.microsoft.com/office/drawing/2014/main" id="{CF30CAD9-FBE7-F1A6-3D76-F171ADFCCB5D}"/>
              </a:ext>
            </a:extLst>
          </p:cNvPr>
          <p:cNvSpPr/>
          <p:nvPr/>
        </p:nvSpPr>
        <p:spPr>
          <a:xfrm>
            <a:off x="0" y="705917"/>
            <a:ext cx="2779776" cy="4163263"/>
          </a:xfrm>
          <a:prstGeom prst="rect">
            <a:avLst/>
          </a:prstGeom>
          <a:solidFill>
            <a:srgbClr val="FFFFFF"/>
          </a:solidFill>
          <a:ln w="12700">
            <a:solidFill>
              <a:srgbClr val="D4E4F2"/>
            </a:solidFill>
            <a:prstDash val="solid"/>
          </a:ln>
        </p:spPr>
        <p:txBody>
          <a:bodyPr/>
          <a:lstStyle/>
          <a:p>
            <a:endParaRPr lang="es-419" noProof="0" dirty="0"/>
          </a:p>
        </p:txBody>
      </p:sp>
      <p:sp>
        <p:nvSpPr>
          <p:cNvPr id="10" name="Text 8">
            <a:extLst>
              <a:ext uri="{FF2B5EF4-FFF2-40B4-BE49-F238E27FC236}">
                <a16:creationId xmlns:a16="http://schemas.microsoft.com/office/drawing/2014/main" id="{5D220C59-115C-A30E-EAFA-BB626F51AB0A}"/>
              </a:ext>
            </a:extLst>
          </p:cNvPr>
          <p:cNvSpPr/>
          <p:nvPr/>
        </p:nvSpPr>
        <p:spPr>
          <a:xfrm>
            <a:off x="118872" y="768096"/>
            <a:ext cx="2468880" cy="146304"/>
          </a:xfrm>
          <a:prstGeom prst="rect">
            <a:avLst/>
          </a:prstGeom>
          <a:noFill/>
          <a:ln/>
        </p:spPr>
        <p:txBody>
          <a:bodyPr wrap="square" lIns="0" tIns="0" rIns="0" bIns="0" rtlCol="0" anchor="ctr"/>
          <a:lstStyle/>
          <a:p>
            <a:pPr marL="0" indent="0">
              <a:buNone/>
            </a:pPr>
            <a:r>
              <a:rPr lang="es-419" sz="650" b="1" kern="0" spc="250" noProof="0" dirty="0">
                <a:solidFill>
                  <a:srgbClr val="8FAECB"/>
                </a:solidFill>
                <a:latin typeface="Montserrat" pitchFamily="34" charset="0"/>
                <a:ea typeface="Montserrat" pitchFamily="34" charset="-122"/>
                <a:cs typeface="Montserrat" pitchFamily="34" charset="-120"/>
              </a:rPr>
              <a:t>UBICACIÓN EN MÉXICO</a:t>
            </a:r>
            <a:endParaRPr lang="es-419" sz="650" noProof="0" dirty="0"/>
          </a:p>
        </p:txBody>
      </p:sp>
      <p:sp>
        <p:nvSpPr>
          <p:cNvPr id="12" name="Text 9">
            <a:extLst>
              <a:ext uri="{FF2B5EF4-FFF2-40B4-BE49-F238E27FC236}">
                <a16:creationId xmlns:a16="http://schemas.microsoft.com/office/drawing/2014/main" id="{49717EDF-0ACF-2E2B-A124-4B501FB3F704}"/>
              </a:ext>
            </a:extLst>
          </p:cNvPr>
          <p:cNvSpPr/>
          <p:nvPr/>
        </p:nvSpPr>
        <p:spPr>
          <a:xfrm>
            <a:off x="73152" y="2944368"/>
            <a:ext cx="2633472" cy="182880"/>
          </a:xfrm>
          <a:prstGeom prst="rect">
            <a:avLst/>
          </a:prstGeom>
          <a:noFill/>
          <a:ln/>
        </p:spPr>
        <p:txBody>
          <a:bodyPr wrap="square" lIns="0" tIns="0" rIns="0" bIns="0" rtlCol="0" anchor="ctr"/>
          <a:lstStyle/>
          <a:p>
            <a:pPr marL="0" indent="0" algn="ctr">
              <a:buNone/>
            </a:pPr>
            <a:r>
              <a:rPr lang="es-419" sz="750" b="1" kern="0" spc="200" dirty="0">
                <a:solidFill>
                  <a:srgbClr val="EB6C01"/>
                </a:solidFill>
                <a:latin typeface="Montserrat" pitchFamily="34" charset="0"/>
              </a:rPr>
              <a:t>RIO HONDO, LOMAS VIRREYES</a:t>
            </a:r>
            <a:r>
              <a:rPr lang="es-419" sz="750" b="1" kern="0" spc="200" noProof="0" dirty="0">
                <a:solidFill>
                  <a:srgbClr val="EB6C01"/>
                </a:solidFill>
                <a:latin typeface="Montserrat" pitchFamily="34" charset="0"/>
              </a:rPr>
              <a:t> </a:t>
            </a:r>
            <a:endParaRPr lang="es-419" sz="750" noProof="0" dirty="0"/>
          </a:p>
        </p:txBody>
      </p:sp>
      <p:sp>
        <p:nvSpPr>
          <p:cNvPr id="13" name="Text 10">
            <a:extLst>
              <a:ext uri="{FF2B5EF4-FFF2-40B4-BE49-F238E27FC236}">
                <a16:creationId xmlns:a16="http://schemas.microsoft.com/office/drawing/2014/main" id="{B3E3E203-A284-D667-DC36-98BC5033EA0B}"/>
              </a:ext>
            </a:extLst>
          </p:cNvPr>
          <p:cNvSpPr/>
          <p:nvPr/>
        </p:nvSpPr>
        <p:spPr>
          <a:xfrm>
            <a:off x="2944368" y="859536"/>
            <a:ext cx="1353312" cy="164592"/>
          </a:xfrm>
          <a:prstGeom prst="rect">
            <a:avLst/>
          </a:prstGeom>
          <a:noFill/>
          <a:ln/>
        </p:spPr>
        <p:txBody>
          <a:bodyPr wrap="square" lIns="0" tIns="0" rIns="0" bIns="0" rtlCol="0" anchor="ctr"/>
          <a:lstStyle/>
          <a:p>
            <a:pPr marL="0" indent="0">
              <a:buNone/>
            </a:pPr>
            <a:r>
              <a:rPr lang="es-419" sz="650" b="1" kern="0" spc="250" noProof="0" dirty="0">
                <a:solidFill>
                  <a:srgbClr val="EB6C01"/>
                </a:solidFill>
                <a:latin typeface="Montserrat" pitchFamily="34" charset="0"/>
                <a:ea typeface="Montserrat" pitchFamily="34" charset="-122"/>
                <a:cs typeface="Montserrat" pitchFamily="34" charset="-120"/>
              </a:rPr>
              <a:t>PROYECTO ACTIVO</a:t>
            </a:r>
            <a:endParaRPr lang="es-419" sz="650" noProof="0" dirty="0"/>
          </a:p>
        </p:txBody>
      </p:sp>
      <p:sp>
        <p:nvSpPr>
          <p:cNvPr id="14" name="Shape 11">
            <a:extLst>
              <a:ext uri="{FF2B5EF4-FFF2-40B4-BE49-F238E27FC236}">
                <a16:creationId xmlns:a16="http://schemas.microsoft.com/office/drawing/2014/main" id="{8F9BBDE9-F278-D8C4-8431-816BC0404883}"/>
              </a:ext>
            </a:extLst>
          </p:cNvPr>
          <p:cNvSpPr/>
          <p:nvPr/>
        </p:nvSpPr>
        <p:spPr>
          <a:xfrm>
            <a:off x="2944368" y="1024128"/>
            <a:ext cx="987552" cy="16459"/>
          </a:xfrm>
          <a:prstGeom prst="rect">
            <a:avLst/>
          </a:prstGeom>
          <a:solidFill>
            <a:srgbClr val="EB6C01"/>
          </a:solidFill>
          <a:ln w="12700">
            <a:solidFill>
              <a:srgbClr val="EB6C01"/>
            </a:solidFill>
            <a:prstDash val="solid"/>
          </a:ln>
        </p:spPr>
        <p:txBody>
          <a:bodyPr/>
          <a:lstStyle/>
          <a:p>
            <a:endParaRPr lang="es-419" noProof="0" dirty="0"/>
          </a:p>
        </p:txBody>
      </p:sp>
      <p:sp>
        <p:nvSpPr>
          <p:cNvPr id="15" name="Shape 12">
            <a:extLst>
              <a:ext uri="{FF2B5EF4-FFF2-40B4-BE49-F238E27FC236}">
                <a16:creationId xmlns:a16="http://schemas.microsoft.com/office/drawing/2014/main" id="{85877CB9-6683-A698-AAB6-1F07167B1369}"/>
              </a:ext>
            </a:extLst>
          </p:cNvPr>
          <p:cNvSpPr/>
          <p:nvPr/>
        </p:nvSpPr>
        <p:spPr>
          <a:xfrm>
            <a:off x="2944368" y="1115568"/>
            <a:ext cx="6035040" cy="603504"/>
          </a:xfrm>
          <a:prstGeom prst="rect">
            <a:avLst/>
          </a:prstGeom>
          <a:solidFill>
            <a:srgbClr val="E5EFF8"/>
          </a:solidFill>
          <a:ln w="12700">
            <a:solidFill>
              <a:srgbClr val="A8C0D8"/>
            </a:solidFill>
            <a:prstDash val="solid"/>
          </a:ln>
        </p:spPr>
        <p:txBody>
          <a:bodyPr/>
          <a:lstStyle/>
          <a:p>
            <a:endParaRPr lang="es-419" noProof="0" dirty="0"/>
          </a:p>
        </p:txBody>
      </p:sp>
      <p:sp>
        <p:nvSpPr>
          <p:cNvPr id="16" name="Text 13">
            <a:extLst>
              <a:ext uri="{FF2B5EF4-FFF2-40B4-BE49-F238E27FC236}">
                <a16:creationId xmlns:a16="http://schemas.microsoft.com/office/drawing/2014/main" id="{A6D672D7-7B52-9FEA-59C4-F323222ED7B1}"/>
              </a:ext>
            </a:extLst>
          </p:cNvPr>
          <p:cNvSpPr/>
          <p:nvPr/>
        </p:nvSpPr>
        <p:spPr>
          <a:xfrm>
            <a:off x="3054096" y="1170432"/>
            <a:ext cx="5815584" cy="493776"/>
          </a:xfrm>
          <a:prstGeom prst="rect">
            <a:avLst/>
          </a:prstGeom>
          <a:noFill/>
          <a:ln/>
        </p:spPr>
        <p:txBody>
          <a:bodyPr wrap="square" lIns="0" tIns="0" rIns="0" bIns="0" rtlCol="0" anchor="ctr"/>
          <a:lstStyle/>
          <a:p>
            <a:pPr marL="0" indent="0">
              <a:buNone/>
            </a:pPr>
            <a:r>
              <a:rPr lang="es-419" sz="1500" b="1" noProof="0" dirty="0">
                <a:solidFill>
                  <a:srgbClr val="9BB5CC"/>
                </a:solidFill>
                <a:latin typeface="Montserrat" pitchFamily="34" charset="0"/>
                <a:ea typeface="Montserrat" pitchFamily="34" charset="-122"/>
                <a:cs typeface="Montserrat" pitchFamily="34" charset="-120"/>
              </a:rPr>
              <a:t>[Nombre del Proyecto / Actividad]</a:t>
            </a:r>
            <a:endParaRPr lang="es-419" sz="1500" noProof="0" dirty="0"/>
          </a:p>
        </p:txBody>
      </p:sp>
      <p:sp>
        <p:nvSpPr>
          <p:cNvPr id="17" name="Shape 14">
            <a:extLst>
              <a:ext uri="{FF2B5EF4-FFF2-40B4-BE49-F238E27FC236}">
                <a16:creationId xmlns:a16="http://schemas.microsoft.com/office/drawing/2014/main" id="{D269BFDB-ED7B-A0D9-3F18-2D0C0B28A476}"/>
              </a:ext>
            </a:extLst>
          </p:cNvPr>
          <p:cNvSpPr/>
          <p:nvPr/>
        </p:nvSpPr>
        <p:spPr>
          <a:xfrm>
            <a:off x="2944368" y="1837944"/>
            <a:ext cx="91440" cy="91440"/>
          </a:xfrm>
          <a:prstGeom prst="ellipse">
            <a:avLst/>
          </a:prstGeom>
          <a:solidFill>
            <a:srgbClr val="A8C0D8"/>
          </a:solidFill>
          <a:ln w="12700">
            <a:solidFill>
              <a:srgbClr val="A8C0D8"/>
            </a:solidFill>
            <a:prstDash val="solid"/>
          </a:ln>
        </p:spPr>
        <p:txBody>
          <a:bodyPr/>
          <a:lstStyle/>
          <a:p>
            <a:endParaRPr lang="es-419" noProof="0" dirty="0"/>
          </a:p>
        </p:txBody>
      </p:sp>
      <p:sp>
        <p:nvSpPr>
          <p:cNvPr id="18" name="Text 15">
            <a:extLst>
              <a:ext uri="{FF2B5EF4-FFF2-40B4-BE49-F238E27FC236}">
                <a16:creationId xmlns:a16="http://schemas.microsoft.com/office/drawing/2014/main" id="{3D2B682E-4AAA-D827-512D-C430BB2F7DBA}"/>
              </a:ext>
            </a:extLst>
          </p:cNvPr>
          <p:cNvSpPr/>
          <p:nvPr/>
        </p:nvSpPr>
        <p:spPr>
          <a:xfrm>
            <a:off x="3099816" y="1819656"/>
            <a:ext cx="2743200" cy="137160"/>
          </a:xfrm>
          <a:prstGeom prst="rect">
            <a:avLst/>
          </a:prstGeom>
          <a:noFill/>
          <a:ln/>
        </p:spPr>
        <p:txBody>
          <a:bodyPr wrap="square" lIns="0" tIns="0" rIns="0" bIns="0" rtlCol="0" anchor="ctr"/>
          <a:lstStyle/>
          <a:p>
            <a:pPr marL="0" indent="0">
              <a:buNone/>
            </a:pPr>
            <a:r>
              <a:rPr lang="es-419" sz="850" b="1" kern="0" spc="100" noProof="0" dirty="0">
                <a:solidFill>
                  <a:srgbClr val="A8C0D8"/>
                </a:solidFill>
                <a:latin typeface="Montserrat" pitchFamily="34" charset="0"/>
                <a:ea typeface="Montserrat" pitchFamily="34" charset="-122"/>
                <a:cs typeface="Montserrat" pitchFamily="34" charset="-120"/>
              </a:rPr>
              <a:t>[ESTADO DEL PROYECTO]</a:t>
            </a:r>
            <a:endParaRPr lang="es-419" sz="850" noProof="0" dirty="0"/>
          </a:p>
        </p:txBody>
      </p:sp>
      <p:sp>
        <p:nvSpPr>
          <p:cNvPr id="19" name="Shape 16">
            <a:extLst>
              <a:ext uri="{FF2B5EF4-FFF2-40B4-BE49-F238E27FC236}">
                <a16:creationId xmlns:a16="http://schemas.microsoft.com/office/drawing/2014/main" id="{EF33750F-25E3-DBE5-3B58-CB30D4752BAF}"/>
              </a:ext>
            </a:extLst>
          </p:cNvPr>
          <p:cNvSpPr/>
          <p:nvPr/>
        </p:nvSpPr>
        <p:spPr>
          <a:xfrm>
            <a:off x="2944368" y="2057400"/>
            <a:ext cx="25603" cy="658368"/>
          </a:xfrm>
          <a:prstGeom prst="rect">
            <a:avLst/>
          </a:prstGeom>
          <a:solidFill>
            <a:srgbClr val="A8C0D8"/>
          </a:solidFill>
          <a:ln w="12700">
            <a:solidFill>
              <a:srgbClr val="A8C0D8"/>
            </a:solidFill>
            <a:prstDash val="solid"/>
          </a:ln>
        </p:spPr>
        <p:txBody>
          <a:bodyPr/>
          <a:lstStyle/>
          <a:p>
            <a:endParaRPr lang="es-419" noProof="0" dirty="0"/>
          </a:p>
        </p:txBody>
      </p:sp>
      <p:sp>
        <p:nvSpPr>
          <p:cNvPr id="20" name="Text 17">
            <a:extLst>
              <a:ext uri="{FF2B5EF4-FFF2-40B4-BE49-F238E27FC236}">
                <a16:creationId xmlns:a16="http://schemas.microsoft.com/office/drawing/2014/main" id="{8E887994-63E3-59DF-EE1C-C80F9644C7A6}"/>
              </a:ext>
            </a:extLst>
          </p:cNvPr>
          <p:cNvSpPr/>
          <p:nvPr/>
        </p:nvSpPr>
        <p:spPr>
          <a:xfrm>
            <a:off x="3035808" y="2057400"/>
            <a:ext cx="5925312" cy="658368"/>
          </a:xfrm>
          <a:prstGeom prst="rect">
            <a:avLst/>
          </a:prstGeom>
          <a:noFill/>
          <a:ln/>
        </p:spPr>
        <p:txBody>
          <a:bodyPr wrap="square" rtlCol="0" anchor="ctr"/>
          <a:lstStyle/>
          <a:p>
            <a:pPr marL="0" indent="0">
              <a:buNone/>
            </a:pPr>
            <a:r>
              <a:rPr lang="es-419" sz="950" i="1" noProof="0" dirty="0">
                <a:solidFill>
                  <a:srgbClr val="A8BDD0"/>
                </a:solidFill>
                <a:latin typeface="Montserrat" pitchFamily="34" charset="0"/>
                <a:ea typeface="Montserrat" pitchFamily="34" charset="-122"/>
                <a:cs typeface="Montserrat" pitchFamily="34" charset="-120"/>
              </a:rPr>
              <a:t>Describa aquí el avance semanal, actividades realizadas,</a:t>
            </a:r>
            <a:endParaRPr lang="es-419" sz="950" noProof="0" dirty="0"/>
          </a:p>
          <a:p>
            <a:pPr marL="0" indent="0">
              <a:buNone/>
            </a:pPr>
            <a:r>
              <a:rPr lang="es-419" sz="950" i="1" noProof="0" dirty="0">
                <a:solidFill>
                  <a:srgbClr val="A8BDD0"/>
                </a:solidFill>
                <a:latin typeface="Montserrat" pitchFamily="34" charset="0"/>
                <a:ea typeface="Montserrat" pitchFamily="34" charset="-122"/>
                <a:cs typeface="Montserrat" pitchFamily="34" charset="-120"/>
              </a:rPr>
              <a:t>pagos, documentación o incidencias del proyecto.</a:t>
            </a:r>
            <a:endParaRPr lang="es-419" sz="950" noProof="0" dirty="0"/>
          </a:p>
        </p:txBody>
      </p:sp>
      <p:sp>
        <p:nvSpPr>
          <p:cNvPr id="21" name="Text 18">
            <a:extLst>
              <a:ext uri="{FF2B5EF4-FFF2-40B4-BE49-F238E27FC236}">
                <a16:creationId xmlns:a16="http://schemas.microsoft.com/office/drawing/2014/main" id="{272A129D-D5D9-42D2-97FA-E6915FACC5D1}"/>
              </a:ext>
            </a:extLst>
          </p:cNvPr>
          <p:cNvSpPr/>
          <p:nvPr/>
        </p:nvSpPr>
        <p:spPr>
          <a:xfrm>
            <a:off x="2944368" y="2834640"/>
            <a:ext cx="1828800" cy="164592"/>
          </a:xfrm>
          <a:prstGeom prst="rect">
            <a:avLst/>
          </a:prstGeom>
          <a:noFill/>
          <a:ln/>
        </p:spPr>
        <p:txBody>
          <a:bodyPr wrap="square" lIns="0" tIns="0" rIns="0" bIns="0" rtlCol="0" anchor="ctr"/>
          <a:lstStyle/>
          <a:p>
            <a:pPr marL="0" indent="0">
              <a:buNone/>
            </a:pPr>
            <a:r>
              <a:rPr lang="es-419" sz="650" b="1" kern="0" spc="250" noProof="0" dirty="0">
                <a:solidFill>
                  <a:srgbClr val="EB6C01"/>
                </a:solidFill>
                <a:latin typeface="Montserrat" pitchFamily="34" charset="0"/>
                <a:ea typeface="Montserrat" pitchFamily="34" charset="-122"/>
                <a:cs typeface="Montserrat" pitchFamily="34" charset="-120"/>
              </a:rPr>
              <a:t>FOTOGRAFÍAS DE AVANCE</a:t>
            </a:r>
            <a:endParaRPr lang="es-419" sz="650" noProof="0" dirty="0"/>
          </a:p>
        </p:txBody>
      </p:sp>
      <p:sp>
        <p:nvSpPr>
          <p:cNvPr id="22" name="Shape 19">
            <a:extLst>
              <a:ext uri="{FF2B5EF4-FFF2-40B4-BE49-F238E27FC236}">
                <a16:creationId xmlns:a16="http://schemas.microsoft.com/office/drawing/2014/main" id="{C5868178-B758-FF6D-B861-4A7CD6B6619C}"/>
              </a:ext>
            </a:extLst>
          </p:cNvPr>
          <p:cNvSpPr/>
          <p:nvPr/>
        </p:nvSpPr>
        <p:spPr>
          <a:xfrm>
            <a:off x="2944368" y="3008376"/>
            <a:ext cx="1481328" cy="16459"/>
          </a:xfrm>
          <a:prstGeom prst="rect">
            <a:avLst/>
          </a:prstGeom>
          <a:solidFill>
            <a:srgbClr val="EB6C01"/>
          </a:solidFill>
          <a:ln w="12700">
            <a:solidFill>
              <a:srgbClr val="EB6C01"/>
            </a:solidFill>
            <a:prstDash val="solid"/>
          </a:ln>
        </p:spPr>
        <p:txBody>
          <a:bodyPr/>
          <a:lstStyle/>
          <a:p>
            <a:endParaRPr lang="es-419" noProof="0" dirty="0"/>
          </a:p>
        </p:txBody>
      </p:sp>
      <p:sp>
        <p:nvSpPr>
          <p:cNvPr id="23" name="Shape 20">
            <a:extLst>
              <a:ext uri="{FF2B5EF4-FFF2-40B4-BE49-F238E27FC236}">
                <a16:creationId xmlns:a16="http://schemas.microsoft.com/office/drawing/2014/main" id="{F0B2D83A-DCFA-175A-8EA6-3EA9345AAA41}"/>
              </a:ext>
            </a:extLst>
          </p:cNvPr>
          <p:cNvSpPr/>
          <p:nvPr/>
        </p:nvSpPr>
        <p:spPr>
          <a:xfrm>
            <a:off x="2944368"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24" name="Image 1" descr="preencoded.png">
            <a:extLst>
              <a:ext uri="{FF2B5EF4-FFF2-40B4-BE49-F238E27FC236}">
                <a16:creationId xmlns:a16="http://schemas.microsoft.com/office/drawing/2014/main" id="{84E4BD44-2F28-1798-B74B-3E0240C007B8}"/>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797808" y="3593592"/>
            <a:ext cx="256032" cy="256032"/>
          </a:xfrm>
          <a:prstGeom prst="rect">
            <a:avLst/>
          </a:prstGeom>
        </p:spPr>
      </p:pic>
      <p:sp>
        <p:nvSpPr>
          <p:cNvPr id="25" name="Text 21">
            <a:extLst>
              <a:ext uri="{FF2B5EF4-FFF2-40B4-BE49-F238E27FC236}">
                <a16:creationId xmlns:a16="http://schemas.microsoft.com/office/drawing/2014/main" id="{0250B112-9E29-470B-3606-2D8D25ACCFCB}"/>
              </a:ext>
            </a:extLst>
          </p:cNvPr>
          <p:cNvSpPr/>
          <p:nvPr/>
        </p:nvSpPr>
        <p:spPr>
          <a:xfrm>
            <a:off x="2944368"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26" name="Shape 22">
            <a:extLst>
              <a:ext uri="{FF2B5EF4-FFF2-40B4-BE49-F238E27FC236}">
                <a16:creationId xmlns:a16="http://schemas.microsoft.com/office/drawing/2014/main" id="{74BE34C9-CE29-2303-A8E0-837CF87CF906}"/>
              </a:ext>
            </a:extLst>
          </p:cNvPr>
          <p:cNvSpPr/>
          <p:nvPr/>
        </p:nvSpPr>
        <p:spPr>
          <a:xfrm>
            <a:off x="4980432"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27" name="Image 2" descr="preencoded.png">
            <a:extLst>
              <a:ext uri="{FF2B5EF4-FFF2-40B4-BE49-F238E27FC236}">
                <a16:creationId xmlns:a16="http://schemas.microsoft.com/office/drawing/2014/main" id="{64687859-DE21-5365-C3E3-F4809470A636}"/>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833872" y="3593592"/>
            <a:ext cx="256032" cy="256032"/>
          </a:xfrm>
          <a:prstGeom prst="rect">
            <a:avLst/>
          </a:prstGeom>
        </p:spPr>
      </p:pic>
      <p:sp>
        <p:nvSpPr>
          <p:cNvPr id="28" name="Text 23">
            <a:extLst>
              <a:ext uri="{FF2B5EF4-FFF2-40B4-BE49-F238E27FC236}">
                <a16:creationId xmlns:a16="http://schemas.microsoft.com/office/drawing/2014/main" id="{6595F8B2-2414-E3EB-A7F2-5C28B67077FB}"/>
              </a:ext>
            </a:extLst>
          </p:cNvPr>
          <p:cNvSpPr/>
          <p:nvPr/>
        </p:nvSpPr>
        <p:spPr>
          <a:xfrm>
            <a:off x="4980432"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29" name="Shape 24">
            <a:extLst>
              <a:ext uri="{FF2B5EF4-FFF2-40B4-BE49-F238E27FC236}">
                <a16:creationId xmlns:a16="http://schemas.microsoft.com/office/drawing/2014/main" id="{CE7F686D-E18B-92BC-CEBD-8E3AE20426BB}"/>
              </a:ext>
            </a:extLst>
          </p:cNvPr>
          <p:cNvSpPr/>
          <p:nvPr/>
        </p:nvSpPr>
        <p:spPr>
          <a:xfrm>
            <a:off x="7016496"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30" name="Image 3" descr="preencoded.png">
            <a:extLst>
              <a:ext uri="{FF2B5EF4-FFF2-40B4-BE49-F238E27FC236}">
                <a16:creationId xmlns:a16="http://schemas.microsoft.com/office/drawing/2014/main" id="{AAE891C2-00D3-47B1-EA78-52BCA0267E6D}"/>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7869936" y="3593592"/>
            <a:ext cx="256032" cy="256032"/>
          </a:xfrm>
          <a:prstGeom prst="rect">
            <a:avLst/>
          </a:prstGeom>
        </p:spPr>
      </p:pic>
      <p:sp>
        <p:nvSpPr>
          <p:cNvPr id="31" name="Text 25">
            <a:extLst>
              <a:ext uri="{FF2B5EF4-FFF2-40B4-BE49-F238E27FC236}">
                <a16:creationId xmlns:a16="http://schemas.microsoft.com/office/drawing/2014/main" id="{DD0A78B1-3A75-DC48-A074-51003AFF9B0E}"/>
              </a:ext>
            </a:extLst>
          </p:cNvPr>
          <p:cNvSpPr/>
          <p:nvPr/>
        </p:nvSpPr>
        <p:spPr>
          <a:xfrm>
            <a:off x="7016496"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32" name="Shape 26">
            <a:extLst>
              <a:ext uri="{FF2B5EF4-FFF2-40B4-BE49-F238E27FC236}">
                <a16:creationId xmlns:a16="http://schemas.microsoft.com/office/drawing/2014/main" id="{7E2C7287-65ED-33EF-5538-C631D6D5ED21}"/>
              </a:ext>
            </a:extLst>
          </p:cNvPr>
          <p:cNvSpPr/>
          <p:nvPr/>
        </p:nvSpPr>
        <p:spPr>
          <a:xfrm>
            <a:off x="0" y="4873752"/>
            <a:ext cx="9144000" cy="269748"/>
          </a:xfrm>
          <a:prstGeom prst="rect">
            <a:avLst/>
          </a:prstGeom>
          <a:solidFill>
            <a:srgbClr val="1A3464"/>
          </a:solidFill>
          <a:ln w="12700">
            <a:solidFill>
              <a:srgbClr val="1A3464"/>
            </a:solidFill>
            <a:prstDash val="solid"/>
          </a:ln>
        </p:spPr>
        <p:txBody>
          <a:bodyPr/>
          <a:lstStyle/>
          <a:p>
            <a:endParaRPr lang="es-419" noProof="0" dirty="0"/>
          </a:p>
        </p:txBody>
      </p:sp>
      <p:sp>
        <p:nvSpPr>
          <p:cNvPr id="33" name="Text 27">
            <a:extLst>
              <a:ext uri="{FF2B5EF4-FFF2-40B4-BE49-F238E27FC236}">
                <a16:creationId xmlns:a16="http://schemas.microsoft.com/office/drawing/2014/main" id="{E6B820F2-CB69-98F1-CD8F-4806AFC3320C}"/>
              </a:ext>
            </a:extLst>
          </p:cNvPr>
          <p:cNvSpPr/>
          <p:nvPr/>
        </p:nvSpPr>
        <p:spPr>
          <a:xfrm>
            <a:off x="384048" y="4901184"/>
            <a:ext cx="5029200" cy="182880"/>
          </a:xfrm>
          <a:prstGeom prst="rect">
            <a:avLst/>
          </a:prstGeom>
          <a:noFill/>
          <a:ln/>
        </p:spPr>
        <p:txBody>
          <a:bodyPr wrap="square" lIns="0" tIns="0" rIns="0" bIns="0" rtlCol="0" anchor="ctr"/>
          <a:lstStyle/>
          <a:p>
            <a:pPr marL="0" indent="0">
              <a:buNone/>
            </a:pPr>
            <a:r>
              <a:rPr lang="es-419" sz="700" kern="0" spc="150" noProof="0" dirty="0">
                <a:solidFill>
                  <a:srgbClr val="8FAECB"/>
                </a:solidFill>
                <a:latin typeface="Montserrat" pitchFamily="34" charset="0"/>
                <a:ea typeface="Montserrat" pitchFamily="34" charset="-122"/>
                <a:cs typeface="Montserrat" pitchFamily="34" charset="-120"/>
              </a:rPr>
              <a:t>COORDINACIÓN DE OBRAS Y MANTENIMIENTO RCMA</a:t>
            </a:r>
            <a:endParaRPr lang="es-419" sz="700" noProof="0" dirty="0"/>
          </a:p>
        </p:txBody>
      </p:sp>
      <p:sp>
        <p:nvSpPr>
          <p:cNvPr id="34" name="Shape 28">
            <a:extLst>
              <a:ext uri="{FF2B5EF4-FFF2-40B4-BE49-F238E27FC236}">
                <a16:creationId xmlns:a16="http://schemas.microsoft.com/office/drawing/2014/main" id="{7D3E9264-AA5B-ECB6-1C14-A4663A9C6AB5}"/>
              </a:ext>
            </a:extLst>
          </p:cNvPr>
          <p:cNvSpPr/>
          <p:nvPr/>
        </p:nvSpPr>
        <p:spPr>
          <a:xfrm>
            <a:off x="5559552" y="4974336"/>
            <a:ext cx="5486" cy="100584"/>
          </a:xfrm>
          <a:prstGeom prst="rect">
            <a:avLst/>
          </a:prstGeom>
          <a:solidFill>
            <a:srgbClr val="8FAECB"/>
          </a:solidFill>
          <a:ln w="12700">
            <a:solidFill>
              <a:srgbClr val="8FAECB"/>
            </a:solidFill>
            <a:prstDash val="solid"/>
          </a:ln>
        </p:spPr>
        <p:txBody>
          <a:bodyPr/>
          <a:lstStyle/>
          <a:p>
            <a:endParaRPr lang="es-419" noProof="0" dirty="0"/>
          </a:p>
        </p:txBody>
      </p:sp>
      <p:sp>
        <p:nvSpPr>
          <p:cNvPr id="35" name="Text 29">
            <a:extLst>
              <a:ext uri="{FF2B5EF4-FFF2-40B4-BE49-F238E27FC236}">
                <a16:creationId xmlns:a16="http://schemas.microsoft.com/office/drawing/2014/main" id="{4B549A47-6566-481A-AEFD-01A3117A7536}"/>
              </a:ext>
            </a:extLst>
          </p:cNvPr>
          <p:cNvSpPr/>
          <p:nvPr/>
        </p:nvSpPr>
        <p:spPr>
          <a:xfrm>
            <a:off x="5650992" y="4901184"/>
            <a:ext cx="2286000" cy="182880"/>
          </a:xfrm>
          <a:prstGeom prst="rect">
            <a:avLst/>
          </a:prstGeom>
          <a:noFill/>
          <a:ln/>
        </p:spPr>
        <p:txBody>
          <a:bodyPr wrap="square" lIns="0" tIns="0" rIns="0" bIns="0" rtlCol="0" anchor="ctr"/>
          <a:lstStyle/>
          <a:p>
            <a:pPr marL="0" indent="0">
              <a:buNone/>
            </a:pPr>
            <a:r>
              <a:rPr lang="es-419" sz="700" kern="0" spc="150" noProof="0" dirty="0">
                <a:solidFill>
                  <a:srgbClr val="8FAECB"/>
                </a:solidFill>
                <a:latin typeface="Montserrat" pitchFamily="34" charset="0"/>
                <a:ea typeface="Montserrat" pitchFamily="34" charset="-122"/>
                <a:cs typeface="Montserrat" pitchFamily="34" charset="-120"/>
              </a:rPr>
              <a:t>Mano Amiga</a:t>
            </a:r>
            <a:endParaRPr lang="es-419" sz="700" noProof="0" dirty="0"/>
          </a:p>
        </p:txBody>
      </p:sp>
      <p:sp>
        <p:nvSpPr>
          <p:cNvPr id="43" name="Forma libre: forma 42">
            <a:extLst>
              <a:ext uri="{FF2B5EF4-FFF2-40B4-BE49-F238E27FC236}">
                <a16:creationId xmlns:a16="http://schemas.microsoft.com/office/drawing/2014/main" id="{4C8A3CF3-B28D-AA12-84A2-5E0983B88442}"/>
              </a:ext>
            </a:extLst>
          </p:cNvPr>
          <p:cNvSpPr/>
          <p:nvPr/>
        </p:nvSpPr>
        <p:spPr>
          <a:xfrm>
            <a:off x="1596105" y="2222074"/>
            <a:ext cx="193086" cy="261624"/>
          </a:xfrm>
          <a:custGeom>
            <a:avLst/>
            <a:gdLst>
              <a:gd name="csX0" fmla="*/ 47363 w 193086"/>
              <a:gd name="csY0" fmla="*/ 258865 h 261624"/>
              <a:gd name="csX1" fmla="*/ 34066 w 193086"/>
              <a:gd name="csY1" fmla="*/ 253627 h 261624"/>
              <a:gd name="csX2" fmla="*/ 25677 w 193086"/>
              <a:gd name="csY2" fmla="*/ 249703 h 261624"/>
              <a:gd name="csX3" fmla="*/ 12838 w 193086"/>
              <a:gd name="csY3" fmla="*/ 237813 h 261624"/>
              <a:gd name="csX4" fmla="*/ 0 w 193086"/>
              <a:gd name="csY4" fmla="*/ 228023 h 261624"/>
              <a:gd name="csX5" fmla="*/ 10590 w 193086"/>
              <a:gd name="csY5" fmla="*/ 222007 h 261624"/>
              <a:gd name="csX6" fmla="*/ 24311 w 193086"/>
              <a:gd name="csY6" fmla="*/ 218591 h 261624"/>
              <a:gd name="csX7" fmla="*/ 30840 w 193086"/>
              <a:gd name="csY7" fmla="*/ 210994 h 261624"/>
              <a:gd name="csX8" fmla="*/ 34002 w 193086"/>
              <a:gd name="csY8" fmla="*/ 201034 h 261624"/>
              <a:gd name="csX9" fmla="*/ 34055 w 193086"/>
              <a:gd name="csY9" fmla="*/ 192894 h 261624"/>
              <a:gd name="csX10" fmla="*/ 33474 w 193086"/>
              <a:gd name="csY10" fmla="*/ 186352 h 261624"/>
              <a:gd name="csX11" fmla="*/ 36002 w 193086"/>
              <a:gd name="csY11" fmla="*/ 155255 h 261624"/>
              <a:gd name="csX12" fmla="*/ 40814 w 193086"/>
              <a:gd name="csY12" fmla="*/ 125721 h 261624"/>
              <a:gd name="csX13" fmla="*/ 52906 w 193086"/>
              <a:gd name="csY13" fmla="*/ 136226 h 261624"/>
              <a:gd name="csX14" fmla="*/ 67584 w 193086"/>
              <a:gd name="csY14" fmla="*/ 150557 h 261624"/>
              <a:gd name="csX15" fmla="*/ 85050 w 193086"/>
              <a:gd name="csY15" fmla="*/ 148575 h 261624"/>
              <a:gd name="csX16" fmla="*/ 92615 w 193086"/>
              <a:gd name="csY16" fmla="*/ 147623 h 261624"/>
              <a:gd name="csX17" fmla="*/ 103162 w 193086"/>
              <a:gd name="csY17" fmla="*/ 143713 h 261624"/>
              <a:gd name="csX18" fmla="*/ 110991 w 193086"/>
              <a:gd name="csY18" fmla="*/ 139409 h 261624"/>
              <a:gd name="csX19" fmla="*/ 118857 w 193086"/>
              <a:gd name="csY19" fmla="*/ 137039 h 261624"/>
              <a:gd name="csX20" fmla="*/ 114946 w 193086"/>
              <a:gd name="csY20" fmla="*/ 126979 h 261624"/>
              <a:gd name="csX21" fmla="*/ 104278 w 193086"/>
              <a:gd name="csY21" fmla="*/ 120558 h 261624"/>
              <a:gd name="csX22" fmla="*/ 100539 w 193086"/>
              <a:gd name="csY22" fmla="*/ 116814 h 261624"/>
              <a:gd name="csX23" fmla="*/ 87769 w 193086"/>
              <a:gd name="csY23" fmla="*/ 107211 h 261624"/>
              <a:gd name="csX24" fmla="*/ 75649 w 193086"/>
              <a:gd name="csY24" fmla="*/ 82459 h 261624"/>
              <a:gd name="csX25" fmla="*/ 81162 w 193086"/>
              <a:gd name="csY25" fmla="*/ 66581 h 261624"/>
              <a:gd name="csX26" fmla="*/ 76956 w 193086"/>
              <a:gd name="csY26" fmla="*/ 53086 h 261624"/>
              <a:gd name="csX27" fmla="*/ 74281 w 193086"/>
              <a:gd name="csY27" fmla="*/ 48335 h 261624"/>
              <a:gd name="csX28" fmla="*/ 98388 w 193086"/>
              <a:gd name="csY28" fmla="*/ 21931 h 261624"/>
              <a:gd name="csX29" fmla="*/ 99033 w 193086"/>
              <a:gd name="csY29" fmla="*/ 12782 h 261624"/>
              <a:gd name="csX30" fmla="*/ 112340 w 193086"/>
              <a:gd name="csY30" fmla="*/ 234 h 261624"/>
              <a:gd name="csX31" fmla="*/ 115367 w 193086"/>
              <a:gd name="csY31" fmla="*/ 7384 h 261624"/>
              <a:gd name="csX32" fmla="*/ 123019 w 193086"/>
              <a:gd name="csY32" fmla="*/ 18442 h 261624"/>
              <a:gd name="csX33" fmla="*/ 122268 w 193086"/>
              <a:gd name="csY33" fmla="*/ 30221 h 261624"/>
              <a:gd name="csX34" fmla="*/ 113949 w 193086"/>
              <a:gd name="csY34" fmla="*/ 45287 h 261624"/>
              <a:gd name="csX35" fmla="*/ 120402 w 193086"/>
              <a:gd name="csY35" fmla="*/ 65276 h 261624"/>
              <a:gd name="csX36" fmla="*/ 138506 w 193086"/>
              <a:gd name="csY36" fmla="*/ 64867 h 261624"/>
              <a:gd name="csX37" fmla="*/ 143345 w 193086"/>
              <a:gd name="csY37" fmla="*/ 58224 h 261624"/>
              <a:gd name="csX38" fmla="*/ 152274 w 193086"/>
              <a:gd name="csY38" fmla="*/ 62931 h 261624"/>
              <a:gd name="csX39" fmla="*/ 162130 w 193086"/>
              <a:gd name="csY39" fmla="*/ 68135 h 261624"/>
              <a:gd name="csX40" fmla="*/ 158059 w 193086"/>
              <a:gd name="csY40" fmla="*/ 75879 h 261624"/>
              <a:gd name="csX41" fmla="*/ 142387 w 193086"/>
              <a:gd name="csY41" fmla="*/ 123139 h 261624"/>
              <a:gd name="csX42" fmla="*/ 161574 w 193086"/>
              <a:gd name="csY42" fmla="*/ 140138 h 261624"/>
              <a:gd name="csX43" fmla="*/ 162505 w 193086"/>
              <a:gd name="csY43" fmla="*/ 150542 h 261624"/>
              <a:gd name="csX44" fmla="*/ 151065 w 193086"/>
              <a:gd name="csY44" fmla="*/ 162165 h 261624"/>
              <a:gd name="csX45" fmla="*/ 147000 w 193086"/>
              <a:gd name="csY45" fmla="*/ 176069 h 261624"/>
              <a:gd name="csX46" fmla="*/ 151074 w 193086"/>
              <a:gd name="csY46" fmla="*/ 198795 h 261624"/>
              <a:gd name="csX47" fmla="*/ 161382 w 193086"/>
              <a:gd name="csY47" fmla="*/ 209212 h 261624"/>
              <a:gd name="csX48" fmla="*/ 180801 w 193086"/>
              <a:gd name="csY48" fmla="*/ 215310 h 261624"/>
              <a:gd name="csX49" fmla="*/ 191062 w 193086"/>
              <a:gd name="csY49" fmla="*/ 220266 h 261624"/>
              <a:gd name="csX50" fmla="*/ 186266 w 193086"/>
              <a:gd name="csY50" fmla="*/ 234411 h 261624"/>
              <a:gd name="csX51" fmla="*/ 146648 w 193086"/>
              <a:gd name="csY51" fmla="*/ 241973 h 261624"/>
              <a:gd name="csX52" fmla="*/ 130308 w 193086"/>
              <a:gd name="csY52" fmla="*/ 244333 h 261624"/>
              <a:gd name="csX53" fmla="*/ 120069 w 193086"/>
              <a:gd name="csY53" fmla="*/ 230760 h 261624"/>
              <a:gd name="csX54" fmla="*/ 99204 w 193086"/>
              <a:gd name="csY54" fmla="*/ 236809 h 261624"/>
              <a:gd name="csX55" fmla="*/ 99051 w 193086"/>
              <a:gd name="csY55" fmla="*/ 250983 h 261624"/>
              <a:gd name="csX56" fmla="*/ 92202 w 193086"/>
              <a:gd name="csY56" fmla="*/ 257021 h 261624"/>
              <a:gd name="csX57" fmla="*/ 61602 w 193086"/>
              <a:gd name="csY57" fmla="*/ 257374 h 261624"/>
              <a:gd name="csX58" fmla="*/ 47363 w 193086"/>
              <a:gd name="csY58" fmla="*/ 258865 h 2616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Lst>
            <a:rect l="l" t="t" r="r" b="b"/>
            <a:pathLst>
              <a:path w="193086" h="261624">
                <a:moveTo>
                  <a:pt x="47363" y="258865"/>
                </a:moveTo>
                <a:cubicBezTo>
                  <a:pt x="44664" y="256988"/>
                  <a:pt x="38681" y="254631"/>
                  <a:pt x="34066" y="253627"/>
                </a:cubicBezTo>
                <a:cubicBezTo>
                  <a:pt x="29452" y="252623"/>
                  <a:pt x="25677" y="250857"/>
                  <a:pt x="25677" y="249703"/>
                </a:cubicBezTo>
                <a:cubicBezTo>
                  <a:pt x="25677" y="248548"/>
                  <a:pt x="19899" y="243198"/>
                  <a:pt x="12838" y="237813"/>
                </a:cubicBezTo>
                <a:lnTo>
                  <a:pt x="0" y="228023"/>
                </a:lnTo>
                <a:lnTo>
                  <a:pt x="10590" y="222007"/>
                </a:lnTo>
                <a:cubicBezTo>
                  <a:pt x="17972" y="217814"/>
                  <a:pt x="22129" y="216779"/>
                  <a:pt x="24311" y="218591"/>
                </a:cubicBezTo>
                <a:cubicBezTo>
                  <a:pt x="28477" y="222048"/>
                  <a:pt x="30840" y="219299"/>
                  <a:pt x="30840" y="210994"/>
                </a:cubicBezTo>
                <a:cubicBezTo>
                  <a:pt x="30840" y="207256"/>
                  <a:pt x="32263" y="202774"/>
                  <a:pt x="34002" y="201034"/>
                </a:cubicBezTo>
                <a:cubicBezTo>
                  <a:pt x="36474" y="198562"/>
                  <a:pt x="36486" y="196787"/>
                  <a:pt x="34055" y="192894"/>
                </a:cubicBezTo>
                <a:cubicBezTo>
                  <a:pt x="32093" y="189753"/>
                  <a:pt x="31879" y="187338"/>
                  <a:pt x="33474" y="186352"/>
                </a:cubicBezTo>
                <a:cubicBezTo>
                  <a:pt x="34886" y="185479"/>
                  <a:pt x="36002" y="171748"/>
                  <a:pt x="36002" y="155255"/>
                </a:cubicBezTo>
                <a:cubicBezTo>
                  <a:pt x="36002" y="128160"/>
                  <a:pt x="36400" y="125721"/>
                  <a:pt x="40814" y="125721"/>
                </a:cubicBezTo>
                <a:cubicBezTo>
                  <a:pt x="43528" y="125721"/>
                  <a:pt x="48800" y="130301"/>
                  <a:pt x="52906" y="136226"/>
                </a:cubicBezTo>
                <a:cubicBezTo>
                  <a:pt x="56911" y="142004"/>
                  <a:pt x="63516" y="148453"/>
                  <a:pt x="67584" y="150557"/>
                </a:cubicBezTo>
                <a:cubicBezTo>
                  <a:pt x="75108" y="154448"/>
                  <a:pt x="85050" y="153319"/>
                  <a:pt x="85050" y="148575"/>
                </a:cubicBezTo>
                <a:cubicBezTo>
                  <a:pt x="85050" y="147029"/>
                  <a:pt x="88138" y="146640"/>
                  <a:pt x="92615" y="147623"/>
                </a:cubicBezTo>
                <a:cubicBezTo>
                  <a:pt x="98706" y="148961"/>
                  <a:pt x="100761" y="148199"/>
                  <a:pt x="103162" y="143713"/>
                </a:cubicBezTo>
                <a:cubicBezTo>
                  <a:pt x="105115" y="140063"/>
                  <a:pt x="107816" y="138578"/>
                  <a:pt x="110991" y="139409"/>
                </a:cubicBezTo>
                <a:cubicBezTo>
                  <a:pt x="113656" y="140106"/>
                  <a:pt x="117196" y="139039"/>
                  <a:pt x="118857" y="137039"/>
                </a:cubicBezTo>
                <a:cubicBezTo>
                  <a:pt x="121254" y="134150"/>
                  <a:pt x="120449" y="132080"/>
                  <a:pt x="114946" y="126979"/>
                </a:cubicBezTo>
                <a:cubicBezTo>
                  <a:pt x="111135" y="123448"/>
                  <a:pt x="106335" y="120558"/>
                  <a:pt x="104278" y="120558"/>
                </a:cubicBezTo>
                <a:cubicBezTo>
                  <a:pt x="102221" y="120558"/>
                  <a:pt x="100539" y="118873"/>
                  <a:pt x="100539" y="116814"/>
                </a:cubicBezTo>
                <a:cubicBezTo>
                  <a:pt x="100539" y="114754"/>
                  <a:pt x="94792" y="110433"/>
                  <a:pt x="87769" y="107211"/>
                </a:cubicBezTo>
                <a:cubicBezTo>
                  <a:pt x="73337" y="100591"/>
                  <a:pt x="69935" y="93642"/>
                  <a:pt x="75649" y="82459"/>
                </a:cubicBezTo>
                <a:cubicBezTo>
                  <a:pt x="77638" y="78567"/>
                  <a:pt x="80119" y="71422"/>
                  <a:pt x="81162" y="66581"/>
                </a:cubicBezTo>
                <a:cubicBezTo>
                  <a:pt x="82769" y="59128"/>
                  <a:pt x="82125" y="57061"/>
                  <a:pt x="76956" y="53086"/>
                </a:cubicBezTo>
                <a:cubicBezTo>
                  <a:pt x="73561" y="50475"/>
                  <a:pt x="72374" y="48366"/>
                  <a:pt x="74281" y="48335"/>
                </a:cubicBezTo>
                <a:cubicBezTo>
                  <a:pt x="79014" y="48255"/>
                  <a:pt x="97860" y="27614"/>
                  <a:pt x="98388" y="21931"/>
                </a:cubicBezTo>
                <a:cubicBezTo>
                  <a:pt x="98624" y="19384"/>
                  <a:pt x="98915" y="15267"/>
                  <a:pt x="99033" y="12782"/>
                </a:cubicBezTo>
                <a:cubicBezTo>
                  <a:pt x="99328" y="6580"/>
                  <a:pt x="107875" y="-1480"/>
                  <a:pt x="112340" y="234"/>
                </a:cubicBezTo>
                <a:cubicBezTo>
                  <a:pt x="114351" y="1006"/>
                  <a:pt x="115714" y="4223"/>
                  <a:pt x="115367" y="7384"/>
                </a:cubicBezTo>
                <a:cubicBezTo>
                  <a:pt x="114925" y="11414"/>
                  <a:pt x="117211" y="14717"/>
                  <a:pt x="123019" y="18442"/>
                </a:cubicBezTo>
                <a:cubicBezTo>
                  <a:pt x="132830" y="24734"/>
                  <a:pt x="132594" y="28432"/>
                  <a:pt x="122268" y="30221"/>
                </a:cubicBezTo>
                <a:cubicBezTo>
                  <a:pt x="115180" y="31449"/>
                  <a:pt x="114690" y="32336"/>
                  <a:pt x="113949" y="45287"/>
                </a:cubicBezTo>
                <a:cubicBezTo>
                  <a:pt x="113241" y="57646"/>
                  <a:pt x="113899" y="59682"/>
                  <a:pt x="120402" y="65276"/>
                </a:cubicBezTo>
                <a:cubicBezTo>
                  <a:pt x="129577" y="73166"/>
                  <a:pt x="132509" y="73100"/>
                  <a:pt x="138506" y="64867"/>
                </a:cubicBezTo>
                <a:lnTo>
                  <a:pt x="143345" y="58224"/>
                </a:lnTo>
                <a:lnTo>
                  <a:pt x="152274" y="62931"/>
                </a:lnTo>
                <a:cubicBezTo>
                  <a:pt x="157185" y="65520"/>
                  <a:pt x="161620" y="67861"/>
                  <a:pt x="162130" y="68135"/>
                </a:cubicBezTo>
                <a:cubicBezTo>
                  <a:pt x="162640" y="68408"/>
                  <a:pt x="160808" y="71893"/>
                  <a:pt x="158059" y="75879"/>
                </a:cubicBezTo>
                <a:cubicBezTo>
                  <a:pt x="151713" y="85081"/>
                  <a:pt x="141902" y="114664"/>
                  <a:pt x="142387" y="123139"/>
                </a:cubicBezTo>
                <a:cubicBezTo>
                  <a:pt x="142935" y="132744"/>
                  <a:pt x="146254" y="135684"/>
                  <a:pt x="161574" y="140138"/>
                </a:cubicBezTo>
                <a:cubicBezTo>
                  <a:pt x="177125" y="144659"/>
                  <a:pt x="177438" y="148154"/>
                  <a:pt x="162505" y="150542"/>
                </a:cubicBezTo>
                <a:cubicBezTo>
                  <a:pt x="152866" y="152083"/>
                  <a:pt x="147932" y="157096"/>
                  <a:pt x="151065" y="162165"/>
                </a:cubicBezTo>
                <a:cubicBezTo>
                  <a:pt x="151887" y="163495"/>
                  <a:pt x="150058" y="169752"/>
                  <a:pt x="147000" y="176069"/>
                </a:cubicBezTo>
                <a:cubicBezTo>
                  <a:pt x="140040" y="190447"/>
                  <a:pt x="141019" y="195911"/>
                  <a:pt x="151074" y="198795"/>
                </a:cubicBezTo>
                <a:cubicBezTo>
                  <a:pt x="156834" y="200447"/>
                  <a:pt x="159631" y="203274"/>
                  <a:pt x="161382" y="209212"/>
                </a:cubicBezTo>
                <a:cubicBezTo>
                  <a:pt x="163891" y="217725"/>
                  <a:pt x="167253" y="218781"/>
                  <a:pt x="180801" y="215310"/>
                </a:cubicBezTo>
                <a:cubicBezTo>
                  <a:pt x="186270" y="213909"/>
                  <a:pt x="188145" y="214815"/>
                  <a:pt x="191062" y="220266"/>
                </a:cubicBezTo>
                <a:cubicBezTo>
                  <a:pt x="194411" y="226524"/>
                  <a:pt x="194115" y="227399"/>
                  <a:pt x="186266" y="234411"/>
                </a:cubicBezTo>
                <a:cubicBezTo>
                  <a:pt x="177581" y="242171"/>
                  <a:pt x="173505" y="242950"/>
                  <a:pt x="146648" y="241973"/>
                </a:cubicBezTo>
                <a:cubicBezTo>
                  <a:pt x="138138" y="241664"/>
                  <a:pt x="131353" y="242644"/>
                  <a:pt x="130308" y="244333"/>
                </a:cubicBezTo>
                <a:cubicBezTo>
                  <a:pt x="127797" y="248397"/>
                  <a:pt x="118188" y="235660"/>
                  <a:pt x="120069" y="230760"/>
                </a:cubicBezTo>
                <a:cubicBezTo>
                  <a:pt x="124398" y="219478"/>
                  <a:pt x="105303" y="225013"/>
                  <a:pt x="99204" y="236809"/>
                </a:cubicBezTo>
                <a:cubicBezTo>
                  <a:pt x="95428" y="244110"/>
                  <a:pt x="95414" y="245432"/>
                  <a:pt x="99051" y="250983"/>
                </a:cubicBezTo>
                <a:cubicBezTo>
                  <a:pt x="103916" y="258408"/>
                  <a:pt x="100434" y="261478"/>
                  <a:pt x="92202" y="257021"/>
                </a:cubicBezTo>
                <a:cubicBezTo>
                  <a:pt x="83927" y="252540"/>
                  <a:pt x="66492" y="252742"/>
                  <a:pt x="61602" y="257374"/>
                </a:cubicBezTo>
                <a:cubicBezTo>
                  <a:pt x="56090" y="262596"/>
                  <a:pt x="53167" y="262902"/>
                  <a:pt x="47363" y="258865"/>
                </a:cubicBezTo>
                <a:close/>
              </a:path>
            </a:pathLst>
          </a:custGeom>
          <a:solidFill>
            <a:srgbClr val="B9B9B9"/>
          </a:solidFill>
          <a:ln w="5163" cap="flat">
            <a:noFill/>
            <a:prstDash val="solid"/>
            <a:miter/>
          </a:ln>
        </p:spPr>
        <p:txBody>
          <a:bodyPr/>
          <a:lstStyle/>
          <a:p>
            <a:endParaRPr lang="es-419" noProof="0" dirty="0"/>
          </a:p>
        </p:txBody>
      </p:sp>
      <p:sp>
        <p:nvSpPr>
          <p:cNvPr id="44" name="Forma libre: forma 43">
            <a:extLst>
              <a:ext uri="{FF2B5EF4-FFF2-40B4-BE49-F238E27FC236}">
                <a16:creationId xmlns:a16="http://schemas.microsoft.com/office/drawing/2014/main" id="{E1384977-FAF5-C144-9C7F-1AC6B0AC9A4A}"/>
              </a:ext>
            </a:extLst>
          </p:cNvPr>
          <p:cNvSpPr/>
          <p:nvPr/>
        </p:nvSpPr>
        <p:spPr>
          <a:xfrm>
            <a:off x="1103504" y="2345749"/>
            <a:ext cx="95653" cy="64838"/>
          </a:xfrm>
          <a:custGeom>
            <a:avLst/>
            <a:gdLst>
              <a:gd name="csX0" fmla="*/ 71219 w 95653"/>
              <a:gd name="csY0" fmla="*/ 62506 h 64838"/>
              <a:gd name="csX1" fmla="*/ 62655 w 95653"/>
              <a:gd name="csY1" fmla="*/ 53685 h 64838"/>
              <a:gd name="csX2" fmla="*/ 57443 w 95653"/>
              <a:gd name="csY2" fmla="*/ 48511 h 64838"/>
              <a:gd name="csX3" fmla="*/ 51242 w 95653"/>
              <a:gd name="csY3" fmla="*/ 43994 h 64838"/>
              <a:gd name="csX4" fmla="*/ 48532 w 95653"/>
              <a:gd name="csY4" fmla="*/ 43994 h 64838"/>
              <a:gd name="csX5" fmla="*/ 36926 w 95653"/>
              <a:gd name="csY5" fmla="*/ 44510 h 64838"/>
              <a:gd name="csX6" fmla="*/ 28785 w 95653"/>
              <a:gd name="csY6" fmla="*/ 36765 h 64838"/>
              <a:gd name="csX7" fmla="*/ 27076 w 95653"/>
              <a:gd name="csY7" fmla="*/ 32629 h 64838"/>
              <a:gd name="csX8" fmla="*/ 11500 w 95653"/>
              <a:gd name="csY8" fmla="*/ 28262 h 64838"/>
              <a:gd name="csX9" fmla="*/ 1174 w 95653"/>
              <a:gd name="csY9" fmla="*/ 25068 h 64838"/>
              <a:gd name="csX10" fmla="*/ 31004 w 95653"/>
              <a:gd name="csY10" fmla="*/ 14820 h 64838"/>
              <a:gd name="csX11" fmla="*/ 49970 w 95653"/>
              <a:gd name="csY11" fmla="*/ 6499 h 64838"/>
              <a:gd name="csX12" fmla="*/ 60293 w 95653"/>
              <a:gd name="csY12" fmla="*/ 3207 h 64838"/>
              <a:gd name="csX13" fmla="*/ 79487 w 95653"/>
              <a:gd name="csY13" fmla="*/ 1724 h 64838"/>
              <a:gd name="csX14" fmla="*/ 95469 w 95653"/>
              <a:gd name="csY14" fmla="*/ 24677 h 64838"/>
              <a:gd name="csX15" fmla="*/ 92590 w 95653"/>
              <a:gd name="csY15" fmla="*/ 45837 h 64838"/>
              <a:gd name="csX16" fmla="*/ 88748 w 95653"/>
              <a:gd name="csY16" fmla="*/ 52688 h 64838"/>
              <a:gd name="csX17" fmla="*/ 82592 w 95653"/>
              <a:gd name="csY17" fmla="*/ 62155 h 64838"/>
              <a:gd name="csX18" fmla="*/ 71219 w 95653"/>
              <a:gd name="csY18" fmla="*/ 62506 h 648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95653" h="64838">
                <a:moveTo>
                  <a:pt x="71219" y="62506"/>
                </a:moveTo>
                <a:cubicBezTo>
                  <a:pt x="67412" y="60499"/>
                  <a:pt x="63558" y="56530"/>
                  <a:pt x="62655" y="53685"/>
                </a:cubicBezTo>
                <a:cubicBezTo>
                  <a:pt x="61752" y="50839"/>
                  <a:pt x="59407" y="48511"/>
                  <a:pt x="57443" y="48511"/>
                </a:cubicBezTo>
                <a:cubicBezTo>
                  <a:pt x="55480" y="48511"/>
                  <a:pt x="52689" y="46478"/>
                  <a:pt x="51242" y="43994"/>
                </a:cubicBezTo>
                <a:cubicBezTo>
                  <a:pt x="48736" y="39691"/>
                  <a:pt x="48607" y="39691"/>
                  <a:pt x="48532" y="43994"/>
                </a:cubicBezTo>
                <a:cubicBezTo>
                  <a:pt x="48437" y="49469"/>
                  <a:pt x="48761" y="49455"/>
                  <a:pt x="36926" y="44510"/>
                </a:cubicBezTo>
                <a:cubicBezTo>
                  <a:pt x="30451" y="41804"/>
                  <a:pt x="27814" y="39296"/>
                  <a:pt x="28785" y="36765"/>
                </a:cubicBezTo>
                <a:cubicBezTo>
                  <a:pt x="29575" y="34707"/>
                  <a:pt x="28806" y="32846"/>
                  <a:pt x="27076" y="32629"/>
                </a:cubicBezTo>
                <a:cubicBezTo>
                  <a:pt x="21029" y="31874"/>
                  <a:pt x="18714" y="31225"/>
                  <a:pt x="11500" y="28262"/>
                </a:cubicBezTo>
                <a:cubicBezTo>
                  <a:pt x="7503" y="26621"/>
                  <a:pt x="2857" y="25183"/>
                  <a:pt x="1174" y="25068"/>
                </a:cubicBezTo>
                <a:cubicBezTo>
                  <a:pt x="-4949" y="24646"/>
                  <a:pt x="14045" y="18121"/>
                  <a:pt x="31004" y="14820"/>
                </a:cubicBezTo>
                <a:cubicBezTo>
                  <a:pt x="44060" y="12279"/>
                  <a:pt x="48794" y="10202"/>
                  <a:pt x="49970" y="6499"/>
                </a:cubicBezTo>
                <a:cubicBezTo>
                  <a:pt x="51256" y="2445"/>
                  <a:pt x="53098" y="1858"/>
                  <a:pt x="60293" y="3207"/>
                </a:cubicBezTo>
                <a:cubicBezTo>
                  <a:pt x="65110" y="4111"/>
                  <a:pt x="73747" y="3443"/>
                  <a:pt x="79487" y="1724"/>
                </a:cubicBezTo>
                <a:cubicBezTo>
                  <a:pt x="94315" y="-2719"/>
                  <a:pt x="96385" y="255"/>
                  <a:pt x="95469" y="24677"/>
                </a:cubicBezTo>
                <a:cubicBezTo>
                  <a:pt x="95060" y="35554"/>
                  <a:pt x="93765" y="45076"/>
                  <a:pt x="92590" y="45837"/>
                </a:cubicBezTo>
                <a:cubicBezTo>
                  <a:pt x="91414" y="46598"/>
                  <a:pt x="89686" y="49681"/>
                  <a:pt x="88748" y="52688"/>
                </a:cubicBezTo>
                <a:cubicBezTo>
                  <a:pt x="87811" y="55696"/>
                  <a:pt x="85041" y="59955"/>
                  <a:pt x="82592" y="62155"/>
                </a:cubicBezTo>
                <a:cubicBezTo>
                  <a:pt x="78702" y="65649"/>
                  <a:pt x="77268" y="65693"/>
                  <a:pt x="71219" y="62506"/>
                </a:cubicBezTo>
                <a:close/>
              </a:path>
            </a:pathLst>
          </a:custGeom>
          <a:solidFill>
            <a:srgbClr val="B9B9B9"/>
          </a:solidFill>
          <a:ln w="5163" cap="flat">
            <a:noFill/>
            <a:prstDash val="solid"/>
            <a:miter/>
          </a:ln>
        </p:spPr>
        <p:txBody>
          <a:bodyPr/>
          <a:lstStyle/>
          <a:p>
            <a:endParaRPr lang="es-419" noProof="0" dirty="0"/>
          </a:p>
        </p:txBody>
      </p:sp>
      <p:sp>
        <p:nvSpPr>
          <p:cNvPr id="45" name="Forma libre: forma 44">
            <a:extLst>
              <a:ext uri="{FF2B5EF4-FFF2-40B4-BE49-F238E27FC236}">
                <a16:creationId xmlns:a16="http://schemas.microsoft.com/office/drawing/2014/main" id="{84178AD5-A2B5-521E-AAC9-CAB2916A985A}"/>
              </a:ext>
            </a:extLst>
          </p:cNvPr>
          <p:cNvSpPr/>
          <p:nvPr/>
        </p:nvSpPr>
        <p:spPr>
          <a:xfrm>
            <a:off x="1015863" y="2030672"/>
            <a:ext cx="364335" cy="362024"/>
          </a:xfrm>
          <a:custGeom>
            <a:avLst/>
            <a:gdLst>
              <a:gd name="csX0" fmla="*/ 185142 w 364335"/>
              <a:gd name="csY0" fmla="*/ 358570 h 362024"/>
              <a:gd name="csX1" fmla="*/ 187621 w 364335"/>
              <a:gd name="csY1" fmla="*/ 340898 h 362024"/>
              <a:gd name="csX2" fmla="*/ 186283 w 364335"/>
              <a:gd name="csY2" fmla="*/ 320178 h 362024"/>
              <a:gd name="csX3" fmla="*/ 182466 w 364335"/>
              <a:gd name="csY3" fmla="*/ 312528 h 362024"/>
              <a:gd name="csX4" fmla="*/ 160064 w 364335"/>
              <a:gd name="csY4" fmla="*/ 313164 h 362024"/>
              <a:gd name="csX5" fmla="*/ 135394 w 364335"/>
              <a:gd name="csY5" fmla="*/ 318882 h 362024"/>
              <a:gd name="csX6" fmla="*/ 107653 w 364335"/>
              <a:gd name="csY6" fmla="*/ 328620 h 362024"/>
              <a:gd name="csX7" fmla="*/ 77975 w 364335"/>
              <a:gd name="csY7" fmla="*/ 329071 h 362024"/>
              <a:gd name="csX8" fmla="*/ 69734 w 364335"/>
              <a:gd name="csY8" fmla="*/ 324866 h 362024"/>
              <a:gd name="csX9" fmla="*/ 48325 w 364335"/>
              <a:gd name="csY9" fmla="*/ 303007 h 362024"/>
              <a:gd name="csX10" fmla="*/ 38186 w 364335"/>
              <a:gd name="csY10" fmla="*/ 292203 h 362024"/>
              <a:gd name="csX11" fmla="*/ 25184 w 364335"/>
              <a:gd name="csY11" fmla="*/ 273778 h 362024"/>
              <a:gd name="csX12" fmla="*/ 11540 w 364335"/>
              <a:gd name="csY12" fmla="*/ 253016 h 362024"/>
              <a:gd name="csX13" fmla="*/ 9603 w 364335"/>
              <a:gd name="csY13" fmla="*/ 246065 h 362024"/>
              <a:gd name="csX14" fmla="*/ 4075 w 364335"/>
              <a:gd name="csY14" fmla="*/ 230604 h 362024"/>
              <a:gd name="csX15" fmla="*/ 2870 w 364335"/>
              <a:gd name="csY15" fmla="*/ 216903 h 362024"/>
              <a:gd name="csX16" fmla="*/ 19099 w 364335"/>
              <a:gd name="csY16" fmla="*/ 209992 h 362024"/>
              <a:gd name="csX17" fmla="*/ 33857 w 364335"/>
              <a:gd name="csY17" fmla="*/ 202727 h 362024"/>
              <a:gd name="csX18" fmla="*/ 62323 w 364335"/>
              <a:gd name="csY18" fmla="*/ 175142 h 362024"/>
              <a:gd name="csX19" fmla="*/ 75732 w 364335"/>
              <a:gd name="csY19" fmla="*/ 169793 h 362024"/>
              <a:gd name="csX20" fmla="*/ 107485 w 364335"/>
              <a:gd name="csY20" fmla="*/ 178512 h 362024"/>
              <a:gd name="csX21" fmla="*/ 118888 w 364335"/>
              <a:gd name="csY21" fmla="*/ 188952 h 362024"/>
              <a:gd name="csX22" fmla="*/ 122369 w 364335"/>
              <a:gd name="csY22" fmla="*/ 177011 h 362024"/>
              <a:gd name="csX23" fmla="*/ 128391 w 364335"/>
              <a:gd name="csY23" fmla="*/ 163500 h 362024"/>
              <a:gd name="csX24" fmla="*/ 127169 w 364335"/>
              <a:gd name="csY24" fmla="*/ 147778 h 362024"/>
              <a:gd name="csX25" fmla="*/ 130389 w 364335"/>
              <a:gd name="csY25" fmla="*/ 138750 h 362024"/>
              <a:gd name="csX26" fmla="*/ 147714 w 364335"/>
              <a:gd name="csY26" fmla="*/ 129037 h 362024"/>
              <a:gd name="csX27" fmla="*/ 142395 w 364335"/>
              <a:gd name="csY27" fmla="*/ 116273 h 362024"/>
              <a:gd name="csX28" fmla="*/ 138322 w 364335"/>
              <a:gd name="csY28" fmla="*/ 100445 h 362024"/>
              <a:gd name="csX29" fmla="*/ 132219 w 364335"/>
              <a:gd name="csY29" fmla="*/ 77384 h 362024"/>
              <a:gd name="csX30" fmla="*/ 123182 w 364335"/>
              <a:gd name="csY30" fmla="*/ 67380 h 362024"/>
              <a:gd name="csX31" fmla="*/ 127316 w 364335"/>
              <a:gd name="csY31" fmla="*/ 49072 h 362024"/>
              <a:gd name="csX32" fmla="*/ 149002 w 364335"/>
              <a:gd name="csY32" fmla="*/ 26791 h 362024"/>
              <a:gd name="csX33" fmla="*/ 156308 w 364335"/>
              <a:gd name="csY33" fmla="*/ 19245 h 362024"/>
              <a:gd name="csX34" fmla="*/ 153995 w 364335"/>
              <a:gd name="csY34" fmla="*/ 9825 h 362024"/>
              <a:gd name="csX35" fmla="*/ 161050 w 364335"/>
              <a:gd name="csY35" fmla="*/ 76 h 362024"/>
              <a:gd name="csX36" fmla="*/ 166583 w 364335"/>
              <a:gd name="csY36" fmla="*/ 7348 h 362024"/>
              <a:gd name="csX37" fmla="*/ 154998 w 364335"/>
              <a:gd name="csY37" fmla="*/ 39300 h 362024"/>
              <a:gd name="csX38" fmla="*/ 157050 w 364335"/>
              <a:gd name="csY38" fmla="*/ 45546 h 362024"/>
              <a:gd name="csX39" fmla="*/ 169737 w 364335"/>
              <a:gd name="csY39" fmla="*/ 24492 h 362024"/>
              <a:gd name="csX40" fmla="*/ 176182 w 364335"/>
              <a:gd name="csY40" fmla="*/ 20317 h 362024"/>
              <a:gd name="csX41" fmla="*/ 177678 w 364335"/>
              <a:gd name="csY41" fmla="*/ 26406 h 362024"/>
              <a:gd name="csX42" fmla="*/ 173510 w 364335"/>
              <a:gd name="csY42" fmla="*/ 43871 h 362024"/>
              <a:gd name="csX43" fmla="*/ 171706 w 364335"/>
              <a:gd name="csY43" fmla="*/ 58451 h 362024"/>
              <a:gd name="csX44" fmla="*/ 179820 w 364335"/>
              <a:gd name="csY44" fmla="*/ 60233 h 362024"/>
              <a:gd name="csX45" fmla="*/ 195468 w 364335"/>
              <a:gd name="csY45" fmla="*/ 47665 h 362024"/>
              <a:gd name="csX46" fmla="*/ 212893 w 364335"/>
              <a:gd name="csY46" fmla="*/ 36256 h 362024"/>
              <a:gd name="csX47" fmla="*/ 215787 w 364335"/>
              <a:gd name="csY47" fmla="*/ 59322 h 362024"/>
              <a:gd name="csX48" fmla="*/ 202515 w 364335"/>
              <a:gd name="csY48" fmla="*/ 73785 h 362024"/>
              <a:gd name="csX49" fmla="*/ 193598 w 364335"/>
              <a:gd name="csY49" fmla="*/ 76402 h 362024"/>
              <a:gd name="csX50" fmla="*/ 196544 w 364335"/>
              <a:gd name="csY50" fmla="*/ 79629 h 362024"/>
              <a:gd name="csX51" fmla="*/ 200631 w 364335"/>
              <a:gd name="csY51" fmla="*/ 82161 h 362024"/>
              <a:gd name="csX52" fmla="*/ 183851 w 364335"/>
              <a:gd name="csY52" fmla="*/ 86694 h 362024"/>
              <a:gd name="csX53" fmla="*/ 179447 w 364335"/>
              <a:gd name="csY53" fmla="*/ 90600 h 362024"/>
              <a:gd name="csX54" fmla="*/ 177337 w 364335"/>
              <a:gd name="csY54" fmla="*/ 95117 h 362024"/>
              <a:gd name="csX55" fmla="*/ 175970 w 364335"/>
              <a:gd name="csY55" fmla="*/ 99847 h 362024"/>
              <a:gd name="csX56" fmla="*/ 172279 w 364335"/>
              <a:gd name="csY56" fmla="*/ 109275 h 362024"/>
              <a:gd name="csX57" fmla="*/ 162736 w 364335"/>
              <a:gd name="csY57" fmla="*/ 127778 h 362024"/>
              <a:gd name="csX58" fmla="*/ 154984 w 364335"/>
              <a:gd name="csY58" fmla="*/ 141584 h 362024"/>
              <a:gd name="csX59" fmla="*/ 157382 w 364335"/>
              <a:gd name="csY59" fmla="*/ 150820 h 362024"/>
              <a:gd name="csX60" fmla="*/ 166003 w 364335"/>
              <a:gd name="csY60" fmla="*/ 156522 h 362024"/>
              <a:gd name="csX61" fmla="*/ 178921 w 364335"/>
              <a:gd name="csY61" fmla="*/ 158229 h 362024"/>
              <a:gd name="csX62" fmla="*/ 200631 w 364335"/>
              <a:gd name="csY62" fmla="*/ 155851 h 362024"/>
              <a:gd name="csX63" fmla="*/ 253127 w 364335"/>
              <a:gd name="csY63" fmla="*/ 145110 h 362024"/>
              <a:gd name="csX64" fmla="*/ 260004 w 364335"/>
              <a:gd name="csY64" fmla="*/ 117060 h 362024"/>
              <a:gd name="csX65" fmla="*/ 261186 w 364335"/>
              <a:gd name="csY65" fmla="*/ 105023 h 362024"/>
              <a:gd name="csX66" fmla="*/ 280779 w 364335"/>
              <a:gd name="csY66" fmla="*/ 107831 h 362024"/>
              <a:gd name="csX67" fmla="*/ 316123 w 364335"/>
              <a:gd name="csY67" fmla="*/ 101238 h 362024"/>
              <a:gd name="csX68" fmla="*/ 332436 w 364335"/>
              <a:gd name="csY68" fmla="*/ 86525 h 362024"/>
              <a:gd name="csX69" fmla="*/ 340656 w 364335"/>
              <a:gd name="csY69" fmla="*/ 79224 h 362024"/>
              <a:gd name="csX70" fmla="*/ 348855 w 364335"/>
              <a:gd name="csY70" fmla="*/ 87171 h 362024"/>
              <a:gd name="csX71" fmla="*/ 361269 w 364335"/>
              <a:gd name="csY71" fmla="*/ 95117 h 362024"/>
              <a:gd name="csX72" fmla="*/ 363171 w 364335"/>
              <a:gd name="csY72" fmla="*/ 103178 h 362024"/>
              <a:gd name="csX73" fmla="*/ 356290 w 364335"/>
              <a:gd name="csY73" fmla="*/ 118022 h 362024"/>
              <a:gd name="csX74" fmla="*/ 352528 w 364335"/>
              <a:gd name="csY74" fmla="*/ 135380 h 362024"/>
              <a:gd name="csX75" fmla="*/ 345616 w 364335"/>
              <a:gd name="csY75" fmla="*/ 149152 h 362024"/>
              <a:gd name="csX76" fmla="*/ 336399 w 364335"/>
              <a:gd name="csY76" fmla="*/ 158318 h 362024"/>
              <a:gd name="csX77" fmla="*/ 325505 w 364335"/>
              <a:gd name="csY77" fmla="*/ 175523 h 362024"/>
              <a:gd name="csX78" fmla="*/ 315430 w 364335"/>
              <a:gd name="csY78" fmla="*/ 204352 h 362024"/>
              <a:gd name="csX79" fmla="*/ 313994 w 364335"/>
              <a:gd name="csY79" fmla="*/ 218773 h 362024"/>
              <a:gd name="csX80" fmla="*/ 296375 w 364335"/>
              <a:gd name="csY80" fmla="*/ 228175 h 362024"/>
              <a:gd name="csX81" fmla="*/ 265231 w 364335"/>
              <a:gd name="csY81" fmla="*/ 238311 h 362024"/>
              <a:gd name="csX82" fmla="*/ 244951 w 364335"/>
              <a:gd name="csY82" fmla="*/ 244768 h 362024"/>
              <a:gd name="csX83" fmla="*/ 219261 w 364335"/>
              <a:gd name="csY83" fmla="*/ 258588 h 362024"/>
              <a:gd name="csX84" fmla="*/ 224662 w 364335"/>
              <a:gd name="csY84" fmla="*/ 270643 h 362024"/>
              <a:gd name="csX85" fmla="*/ 242353 w 364335"/>
              <a:gd name="csY85" fmla="*/ 274944 h 362024"/>
              <a:gd name="csX86" fmla="*/ 251900 w 364335"/>
              <a:gd name="csY86" fmla="*/ 285801 h 362024"/>
              <a:gd name="csX87" fmla="*/ 252381 w 364335"/>
              <a:gd name="csY87" fmla="*/ 304719 h 362024"/>
              <a:gd name="csX88" fmla="*/ 261267 w 364335"/>
              <a:gd name="csY88" fmla="*/ 315608 h 362024"/>
              <a:gd name="csX89" fmla="*/ 268876 w 364335"/>
              <a:gd name="csY89" fmla="*/ 316858 h 362024"/>
              <a:gd name="csX90" fmla="*/ 252027 w 364335"/>
              <a:gd name="csY90" fmla="*/ 336142 h 362024"/>
              <a:gd name="csX91" fmla="*/ 230251 w 364335"/>
              <a:gd name="csY91" fmla="*/ 349333 h 362024"/>
              <a:gd name="csX92" fmla="*/ 209844 w 364335"/>
              <a:gd name="csY92" fmla="*/ 359530 h 362024"/>
              <a:gd name="csX93" fmla="*/ 194478 w 364335"/>
              <a:gd name="csY93" fmla="*/ 360594 h 362024"/>
              <a:gd name="csX94" fmla="*/ 185142 w 364335"/>
              <a:gd name="csY94" fmla="*/ 358570 h 362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364335" h="362024">
                <a:moveTo>
                  <a:pt x="185142" y="358570"/>
                </a:moveTo>
                <a:cubicBezTo>
                  <a:pt x="185142" y="356038"/>
                  <a:pt x="186257" y="348086"/>
                  <a:pt x="187621" y="340898"/>
                </a:cubicBezTo>
                <a:cubicBezTo>
                  <a:pt x="189559" y="330679"/>
                  <a:pt x="189267" y="326160"/>
                  <a:pt x="186283" y="320178"/>
                </a:cubicBezTo>
                <a:lnTo>
                  <a:pt x="182466" y="312528"/>
                </a:lnTo>
                <a:lnTo>
                  <a:pt x="160064" y="313164"/>
                </a:lnTo>
                <a:cubicBezTo>
                  <a:pt x="140617" y="313716"/>
                  <a:pt x="137363" y="314470"/>
                  <a:pt x="135394" y="318882"/>
                </a:cubicBezTo>
                <a:cubicBezTo>
                  <a:pt x="133601" y="322902"/>
                  <a:pt x="127800" y="324938"/>
                  <a:pt x="107653" y="328620"/>
                </a:cubicBezTo>
                <a:cubicBezTo>
                  <a:pt x="84116" y="332921"/>
                  <a:pt x="81860" y="332955"/>
                  <a:pt x="77975" y="329071"/>
                </a:cubicBezTo>
                <a:cubicBezTo>
                  <a:pt x="75663" y="326758"/>
                  <a:pt x="71954" y="324866"/>
                  <a:pt x="69734" y="324866"/>
                </a:cubicBezTo>
                <a:cubicBezTo>
                  <a:pt x="64790" y="324866"/>
                  <a:pt x="53564" y="313404"/>
                  <a:pt x="48325" y="303007"/>
                </a:cubicBezTo>
                <a:cubicBezTo>
                  <a:pt x="46195" y="298781"/>
                  <a:pt x="41633" y="293919"/>
                  <a:pt x="38186" y="292203"/>
                </a:cubicBezTo>
                <a:cubicBezTo>
                  <a:pt x="31831" y="289039"/>
                  <a:pt x="25350" y="279856"/>
                  <a:pt x="25184" y="273778"/>
                </a:cubicBezTo>
                <a:cubicBezTo>
                  <a:pt x="25085" y="270192"/>
                  <a:pt x="14730" y="254434"/>
                  <a:pt x="11540" y="253016"/>
                </a:cubicBezTo>
                <a:cubicBezTo>
                  <a:pt x="10475" y="252543"/>
                  <a:pt x="9603" y="249415"/>
                  <a:pt x="9603" y="246065"/>
                </a:cubicBezTo>
                <a:cubicBezTo>
                  <a:pt x="9603" y="242715"/>
                  <a:pt x="7116" y="235757"/>
                  <a:pt x="4075" y="230604"/>
                </a:cubicBezTo>
                <a:cubicBezTo>
                  <a:pt x="-1096" y="221839"/>
                  <a:pt x="-1174" y="220953"/>
                  <a:pt x="2870" y="216903"/>
                </a:cubicBezTo>
                <a:cubicBezTo>
                  <a:pt x="5247" y="214522"/>
                  <a:pt x="12551" y="211412"/>
                  <a:pt x="19099" y="209992"/>
                </a:cubicBezTo>
                <a:cubicBezTo>
                  <a:pt x="25650" y="208572"/>
                  <a:pt x="32288" y="205304"/>
                  <a:pt x="33857" y="202727"/>
                </a:cubicBezTo>
                <a:cubicBezTo>
                  <a:pt x="40254" y="192222"/>
                  <a:pt x="57879" y="175142"/>
                  <a:pt x="62323" y="175142"/>
                </a:cubicBezTo>
                <a:cubicBezTo>
                  <a:pt x="64938" y="175142"/>
                  <a:pt x="70972" y="172735"/>
                  <a:pt x="75732" y="169793"/>
                </a:cubicBezTo>
                <a:cubicBezTo>
                  <a:pt x="86563" y="163099"/>
                  <a:pt x="92402" y="164703"/>
                  <a:pt x="107485" y="178512"/>
                </a:cubicBezTo>
                <a:lnTo>
                  <a:pt x="118888" y="188952"/>
                </a:lnTo>
                <a:lnTo>
                  <a:pt x="122369" y="177011"/>
                </a:lnTo>
                <a:cubicBezTo>
                  <a:pt x="124284" y="170444"/>
                  <a:pt x="126994" y="164364"/>
                  <a:pt x="128391" y="163500"/>
                </a:cubicBezTo>
                <a:cubicBezTo>
                  <a:pt x="132170" y="161165"/>
                  <a:pt x="131464" y="152072"/>
                  <a:pt x="127169" y="147778"/>
                </a:cubicBezTo>
                <a:cubicBezTo>
                  <a:pt x="122214" y="142823"/>
                  <a:pt x="124785" y="135614"/>
                  <a:pt x="130389" y="138750"/>
                </a:cubicBezTo>
                <a:cubicBezTo>
                  <a:pt x="136409" y="142119"/>
                  <a:pt x="145744" y="136885"/>
                  <a:pt x="147714" y="129037"/>
                </a:cubicBezTo>
                <a:cubicBezTo>
                  <a:pt x="149051" y="123709"/>
                  <a:pt x="147940" y="121043"/>
                  <a:pt x="142395" y="116273"/>
                </a:cubicBezTo>
                <a:cubicBezTo>
                  <a:pt x="135828" y="110625"/>
                  <a:pt x="135571" y="109625"/>
                  <a:pt x="138322" y="100445"/>
                </a:cubicBezTo>
                <a:cubicBezTo>
                  <a:pt x="142194" y="87522"/>
                  <a:pt x="142531" y="88798"/>
                  <a:pt x="132219" y="77384"/>
                </a:cubicBezTo>
                <a:lnTo>
                  <a:pt x="123182" y="67380"/>
                </a:lnTo>
                <a:lnTo>
                  <a:pt x="127316" y="49072"/>
                </a:lnTo>
                <a:cubicBezTo>
                  <a:pt x="131667" y="29805"/>
                  <a:pt x="134422" y="26975"/>
                  <a:pt x="149002" y="26791"/>
                </a:cubicBezTo>
                <a:cubicBezTo>
                  <a:pt x="154177" y="26725"/>
                  <a:pt x="155624" y="25231"/>
                  <a:pt x="156308" y="19245"/>
                </a:cubicBezTo>
                <a:cubicBezTo>
                  <a:pt x="156776" y="15139"/>
                  <a:pt x="155736" y="10900"/>
                  <a:pt x="153995" y="9825"/>
                </a:cubicBezTo>
                <a:cubicBezTo>
                  <a:pt x="148346" y="6334"/>
                  <a:pt x="153520" y="-815"/>
                  <a:pt x="161050" y="76"/>
                </a:cubicBezTo>
                <a:cubicBezTo>
                  <a:pt x="168082" y="908"/>
                  <a:pt x="172982" y="7348"/>
                  <a:pt x="166583" y="7348"/>
                </a:cubicBezTo>
                <a:cubicBezTo>
                  <a:pt x="163388" y="7348"/>
                  <a:pt x="159114" y="19135"/>
                  <a:pt x="154998" y="39300"/>
                </a:cubicBezTo>
                <a:cubicBezTo>
                  <a:pt x="153853" y="44911"/>
                  <a:pt x="154355" y="46439"/>
                  <a:pt x="157050" y="45546"/>
                </a:cubicBezTo>
                <a:cubicBezTo>
                  <a:pt x="160851" y="44288"/>
                  <a:pt x="165520" y="36539"/>
                  <a:pt x="169737" y="24492"/>
                </a:cubicBezTo>
                <a:cubicBezTo>
                  <a:pt x="171898" y="18321"/>
                  <a:pt x="172952" y="17637"/>
                  <a:pt x="176182" y="20317"/>
                </a:cubicBezTo>
                <a:cubicBezTo>
                  <a:pt x="178636" y="22355"/>
                  <a:pt x="179182" y="24572"/>
                  <a:pt x="177678" y="26406"/>
                </a:cubicBezTo>
                <a:cubicBezTo>
                  <a:pt x="176378" y="27992"/>
                  <a:pt x="174502" y="35852"/>
                  <a:pt x="173510" y="43871"/>
                </a:cubicBezTo>
                <a:lnTo>
                  <a:pt x="171706" y="58451"/>
                </a:lnTo>
                <a:lnTo>
                  <a:pt x="179820" y="60233"/>
                </a:lnTo>
                <a:cubicBezTo>
                  <a:pt x="190172" y="62507"/>
                  <a:pt x="195468" y="58253"/>
                  <a:pt x="195468" y="47665"/>
                </a:cubicBezTo>
                <a:cubicBezTo>
                  <a:pt x="195468" y="37295"/>
                  <a:pt x="201609" y="33273"/>
                  <a:pt x="212893" y="36256"/>
                </a:cubicBezTo>
                <a:cubicBezTo>
                  <a:pt x="222809" y="38877"/>
                  <a:pt x="222920" y="39758"/>
                  <a:pt x="215787" y="59322"/>
                </a:cubicBezTo>
                <a:cubicBezTo>
                  <a:pt x="210635" y="73452"/>
                  <a:pt x="209804" y="74357"/>
                  <a:pt x="202515" y="73785"/>
                </a:cubicBezTo>
                <a:cubicBezTo>
                  <a:pt x="198132" y="73441"/>
                  <a:pt x="194241" y="74583"/>
                  <a:pt x="193598" y="76402"/>
                </a:cubicBezTo>
                <a:cubicBezTo>
                  <a:pt x="192970" y="78177"/>
                  <a:pt x="194295" y="79629"/>
                  <a:pt x="196544" y="79629"/>
                </a:cubicBezTo>
                <a:cubicBezTo>
                  <a:pt x="198791" y="79629"/>
                  <a:pt x="200631" y="80768"/>
                  <a:pt x="200631" y="82161"/>
                </a:cubicBezTo>
                <a:cubicBezTo>
                  <a:pt x="200631" y="85088"/>
                  <a:pt x="191380" y="87587"/>
                  <a:pt x="183851" y="86694"/>
                </a:cubicBezTo>
                <a:cubicBezTo>
                  <a:pt x="180197" y="86261"/>
                  <a:pt x="178910" y="87403"/>
                  <a:pt x="179447" y="90600"/>
                </a:cubicBezTo>
                <a:cubicBezTo>
                  <a:pt x="179864" y="93084"/>
                  <a:pt x="178915" y="95117"/>
                  <a:pt x="177337" y="95117"/>
                </a:cubicBezTo>
                <a:cubicBezTo>
                  <a:pt x="175731" y="95117"/>
                  <a:pt x="175129" y="97199"/>
                  <a:pt x="175970" y="99847"/>
                </a:cubicBezTo>
                <a:cubicBezTo>
                  <a:pt x="176899" y="102775"/>
                  <a:pt x="175493" y="106367"/>
                  <a:pt x="172279" y="109275"/>
                </a:cubicBezTo>
                <a:cubicBezTo>
                  <a:pt x="169424" y="111859"/>
                  <a:pt x="165130" y="120185"/>
                  <a:pt x="162736" y="127778"/>
                </a:cubicBezTo>
                <a:cubicBezTo>
                  <a:pt x="160343" y="135371"/>
                  <a:pt x="156854" y="141584"/>
                  <a:pt x="154984" y="141584"/>
                </a:cubicBezTo>
                <a:cubicBezTo>
                  <a:pt x="149300" y="141584"/>
                  <a:pt x="151188" y="148854"/>
                  <a:pt x="157382" y="150820"/>
                </a:cubicBezTo>
                <a:cubicBezTo>
                  <a:pt x="160571" y="151832"/>
                  <a:pt x="164451" y="154398"/>
                  <a:pt x="166003" y="156522"/>
                </a:cubicBezTo>
                <a:cubicBezTo>
                  <a:pt x="168191" y="159513"/>
                  <a:pt x="171101" y="159898"/>
                  <a:pt x="178921" y="158229"/>
                </a:cubicBezTo>
                <a:cubicBezTo>
                  <a:pt x="184472" y="157045"/>
                  <a:pt x="194242" y="155975"/>
                  <a:pt x="200631" y="155851"/>
                </a:cubicBezTo>
                <a:cubicBezTo>
                  <a:pt x="239506" y="155102"/>
                  <a:pt x="240586" y="154881"/>
                  <a:pt x="253127" y="145110"/>
                </a:cubicBezTo>
                <a:cubicBezTo>
                  <a:pt x="266671" y="134558"/>
                  <a:pt x="268972" y="125175"/>
                  <a:pt x="260004" y="117060"/>
                </a:cubicBezTo>
                <a:cubicBezTo>
                  <a:pt x="253254" y="110951"/>
                  <a:pt x="253492" y="108529"/>
                  <a:pt x="261186" y="105023"/>
                </a:cubicBezTo>
                <a:cubicBezTo>
                  <a:pt x="266361" y="102665"/>
                  <a:pt x="269974" y="103183"/>
                  <a:pt x="280779" y="107831"/>
                </a:cubicBezTo>
                <a:cubicBezTo>
                  <a:pt x="296129" y="114435"/>
                  <a:pt x="303140" y="113127"/>
                  <a:pt x="316123" y="101238"/>
                </a:cubicBezTo>
                <a:cubicBezTo>
                  <a:pt x="320574" y="97162"/>
                  <a:pt x="327915" y="90541"/>
                  <a:pt x="332436" y="86525"/>
                </a:cubicBezTo>
                <a:lnTo>
                  <a:pt x="340656" y="79224"/>
                </a:lnTo>
                <a:lnTo>
                  <a:pt x="348855" y="87171"/>
                </a:lnTo>
                <a:cubicBezTo>
                  <a:pt x="353365" y="91541"/>
                  <a:pt x="358951" y="95117"/>
                  <a:pt x="361269" y="95117"/>
                </a:cubicBezTo>
                <a:cubicBezTo>
                  <a:pt x="364761" y="95117"/>
                  <a:pt x="365087" y="96499"/>
                  <a:pt x="363171" y="103178"/>
                </a:cubicBezTo>
                <a:cubicBezTo>
                  <a:pt x="361900" y="107612"/>
                  <a:pt x="358803" y="114292"/>
                  <a:pt x="356290" y="118022"/>
                </a:cubicBezTo>
                <a:cubicBezTo>
                  <a:pt x="353286" y="122482"/>
                  <a:pt x="351997" y="128425"/>
                  <a:pt x="352528" y="135380"/>
                </a:cubicBezTo>
                <a:cubicBezTo>
                  <a:pt x="353262" y="145010"/>
                  <a:pt x="352644" y="146241"/>
                  <a:pt x="345616" y="149152"/>
                </a:cubicBezTo>
                <a:cubicBezTo>
                  <a:pt x="341239" y="150965"/>
                  <a:pt x="337248" y="154934"/>
                  <a:pt x="336399" y="158318"/>
                </a:cubicBezTo>
                <a:cubicBezTo>
                  <a:pt x="335575" y="161601"/>
                  <a:pt x="330673" y="169343"/>
                  <a:pt x="325505" y="175523"/>
                </a:cubicBezTo>
                <a:cubicBezTo>
                  <a:pt x="311850" y="191852"/>
                  <a:pt x="310247" y="196441"/>
                  <a:pt x="315430" y="204352"/>
                </a:cubicBezTo>
                <a:cubicBezTo>
                  <a:pt x="319567" y="210666"/>
                  <a:pt x="319502" y="211324"/>
                  <a:pt x="313994" y="218773"/>
                </a:cubicBezTo>
                <a:cubicBezTo>
                  <a:pt x="309522" y="224822"/>
                  <a:pt x="305556" y="226939"/>
                  <a:pt x="296375" y="228175"/>
                </a:cubicBezTo>
                <a:cubicBezTo>
                  <a:pt x="280209" y="230353"/>
                  <a:pt x="268738" y="234086"/>
                  <a:pt x="265231" y="238311"/>
                </a:cubicBezTo>
                <a:cubicBezTo>
                  <a:pt x="263619" y="240253"/>
                  <a:pt x="254493" y="243158"/>
                  <a:pt x="244951" y="244768"/>
                </a:cubicBezTo>
                <a:cubicBezTo>
                  <a:pt x="224827" y="248162"/>
                  <a:pt x="223542" y="248854"/>
                  <a:pt x="219261" y="258588"/>
                </a:cubicBezTo>
                <a:cubicBezTo>
                  <a:pt x="215450" y="267254"/>
                  <a:pt x="216976" y="270661"/>
                  <a:pt x="224662" y="270643"/>
                </a:cubicBezTo>
                <a:cubicBezTo>
                  <a:pt x="227772" y="270636"/>
                  <a:pt x="235733" y="272571"/>
                  <a:pt x="242353" y="274944"/>
                </a:cubicBezTo>
                <a:cubicBezTo>
                  <a:pt x="253677" y="279002"/>
                  <a:pt x="254241" y="279644"/>
                  <a:pt x="251900" y="285801"/>
                </a:cubicBezTo>
                <a:cubicBezTo>
                  <a:pt x="250237" y="290175"/>
                  <a:pt x="250396" y="296447"/>
                  <a:pt x="252381" y="304719"/>
                </a:cubicBezTo>
                <a:cubicBezTo>
                  <a:pt x="255038" y="315794"/>
                  <a:pt x="255971" y="316937"/>
                  <a:pt x="261267" y="315608"/>
                </a:cubicBezTo>
                <a:cubicBezTo>
                  <a:pt x="264522" y="314791"/>
                  <a:pt x="267946" y="315353"/>
                  <a:pt x="268876" y="316858"/>
                </a:cubicBezTo>
                <a:cubicBezTo>
                  <a:pt x="271618" y="321295"/>
                  <a:pt x="260047" y="334538"/>
                  <a:pt x="252027" y="336142"/>
                </a:cubicBezTo>
                <a:cubicBezTo>
                  <a:pt x="247958" y="336956"/>
                  <a:pt x="238159" y="342892"/>
                  <a:pt x="230251" y="349333"/>
                </a:cubicBezTo>
                <a:cubicBezTo>
                  <a:pt x="219279" y="358270"/>
                  <a:pt x="214445" y="360685"/>
                  <a:pt x="209844" y="359530"/>
                </a:cubicBezTo>
                <a:cubicBezTo>
                  <a:pt x="206527" y="358698"/>
                  <a:pt x="199613" y="359176"/>
                  <a:pt x="194478" y="360594"/>
                </a:cubicBezTo>
                <a:cubicBezTo>
                  <a:pt x="186278" y="362858"/>
                  <a:pt x="185142" y="362612"/>
                  <a:pt x="185142" y="358570"/>
                </a:cubicBezTo>
                <a:close/>
              </a:path>
            </a:pathLst>
          </a:custGeom>
          <a:solidFill>
            <a:srgbClr val="B9B9B9"/>
          </a:solidFill>
          <a:ln w="5163" cap="flat">
            <a:noFill/>
            <a:prstDash val="solid"/>
            <a:miter/>
          </a:ln>
        </p:spPr>
        <p:txBody>
          <a:bodyPr/>
          <a:lstStyle/>
          <a:p>
            <a:endParaRPr lang="es-419" noProof="0" dirty="0"/>
          </a:p>
        </p:txBody>
      </p:sp>
      <p:sp>
        <p:nvSpPr>
          <p:cNvPr id="46" name="Forma libre: forma 45">
            <a:extLst>
              <a:ext uri="{FF2B5EF4-FFF2-40B4-BE49-F238E27FC236}">
                <a16:creationId xmlns:a16="http://schemas.microsoft.com/office/drawing/2014/main" id="{2CEA6533-0702-625C-374F-8ABA80C83D00}"/>
              </a:ext>
            </a:extLst>
          </p:cNvPr>
          <p:cNvSpPr/>
          <p:nvPr/>
        </p:nvSpPr>
        <p:spPr>
          <a:xfrm>
            <a:off x="1331227" y="2128697"/>
            <a:ext cx="198884" cy="167193"/>
          </a:xfrm>
          <a:custGeom>
            <a:avLst/>
            <a:gdLst>
              <a:gd name="csX0" fmla="*/ 102761 w 198884"/>
              <a:gd name="csY0" fmla="*/ 161938 h 167193"/>
              <a:gd name="csX1" fmla="*/ 88269 w 198884"/>
              <a:gd name="csY1" fmla="*/ 157454 h 167193"/>
              <a:gd name="csX2" fmla="*/ 69481 w 198884"/>
              <a:gd name="csY2" fmla="*/ 161146 h 167193"/>
              <a:gd name="csX3" fmla="*/ 60039 w 198884"/>
              <a:gd name="csY3" fmla="*/ 160242 h 167193"/>
              <a:gd name="csX4" fmla="*/ 55236 w 198884"/>
              <a:gd name="csY4" fmla="*/ 148107 h 167193"/>
              <a:gd name="csX5" fmla="*/ 50480 w 198884"/>
              <a:gd name="csY5" fmla="*/ 138608 h 167193"/>
              <a:gd name="csX6" fmla="*/ 28907 w 198884"/>
              <a:gd name="csY6" fmla="*/ 140363 h 167193"/>
              <a:gd name="csX7" fmla="*/ 11289 w 198884"/>
              <a:gd name="csY7" fmla="*/ 137781 h 167193"/>
              <a:gd name="csX8" fmla="*/ 6827 w 198884"/>
              <a:gd name="csY8" fmla="*/ 131288 h 167193"/>
              <a:gd name="csX9" fmla="*/ 1775 w 198884"/>
              <a:gd name="csY9" fmla="*/ 129012 h 167193"/>
              <a:gd name="csX10" fmla="*/ 4158 w 198884"/>
              <a:gd name="csY10" fmla="*/ 118778 h 167193"/>
              <a:gd name="csX11" fmla="*/ 5752 w 198884"/>
              <a:gd name="csY11" fmla="*/ 106007 h 167193"/>
              <a:gd name="csX12" fmla="*/ 11789 w 198884"/>
              <a:gd name="csY12" fmla="*/ 81269 h 167193"/>
              <a:gd name="csX13" fmla="*/ 23630 w 198884"/>
              <a:gd name="csY13" fmla="*/ 62821 h 167193"/>
              <a:gd name="csX14" fmla="*/ 32410 w 198884"/>
              <a:gd name="csY14" fmla="*/ 53884 h 167193"/>
              <a:gd name="csX15" fmla="*/ 41084 w 198884"/>
              <a:gd name="csY15" fmla="*/ 33929 h 167193"/>
              <a:gd name="csX16" fmla="*/ 44790 w 198884"/>
              <a:gd name="csY16" fmla="*/ 21065 h 167193"/>
              <a:gd name="csX17" fmla="*/ 50866 w 198884"/>
              <a:gd name="csY17" fmla="*/ 7384 h 167193"/>
              <a:gd name="csX18" fmla="*/ 69085 w 198884"/>
              <a:gd name="csY18" fmla="*/ 3371 h 167193"/>
              <a:gd name="csX19" fmla="*/ 83968 w 198884"/>
              <a:gd name="csY19" fmla="*/ 7430 h 167193"/>
              <a:gd name="csX20" fmla="*/ 103250 w 198884"/>
              <a:gd name="csY20" fmla="*/ 16788 h 167193"/>
              <a:gd name="csX21" fmla="*/ 120904 w 198884"/>
              <a:gd name="csY21" fmla="*/ 28277 h 167193"/>
              <a:gd name="csX22" fmla="*/ 134887 w 198884"/>
              <a:gd name="csY22" fmla="*/ 23438 h 167193"/>
              <a:gd name="csX23" fmla="*/ 159058 w 198884"/>
              <a:gd name="csY23" fmla="*/ 20032 h 167193"/>
              <a:gd name="csX24" fmla="*/ 176483 w 198884"/>
              <a:gd name="csY24" fmla="*/ 28515 h 167193"/>
              <a:gd name="csX25" fmla="*/ 192460 w 198884"/>
              <a:gd name="csY25" fmla="*/ 37014 h 167193"/>
              <a:gd name="csX26" fmla="*/ 196332 w 198884"/>
              <a:gd name="csY26" fmla="*/ 44480 h 167193"/>
              <a:gd name="csX27" fmla="*/ 196153 w 198884"/>
              <a:gd name="csY27" fmla="*/ 52404 h 167193"/>
              <a:gd name="csX28" fmla="*/ 187288 w 198884"/>
              <a:gd name="csY28" fmla="*/ 53879 h 167193"/>
              <a:gd name="csX29" fmla="*/ 174390 w 198884"/>
              <a:gd name="csY29" fmla="*/ 56149 h 167193"/>
              <a:gd name="csX30" fmla="*/ 170518 w 198884"/>
              <a:gd name="csY30" fmla="*/ 64210 h 167193"/>
              <a:gd name="csX31" fmla="*/ 166645 w 198884"/>
              <a:gd name="csY31" fmla="*/ 72206 h 167193"/>
              <a:gd name="csX32" fmla="*/ 158901 w 198884"/>
              <a:gd name="csY32" fmla="*/ 75439 h 167193"/>
              <a:gd name="csX33" fmla="*/ 151157 w 198884"/>
              <a:gd name="csY33" fmla="*/ 76992 h 167193"/>
              <a:gd name="csX34" fmla="*/ 142182 w 198884"/>
              <a:gd name="csY34" fmla="*/ 79321 h 167193"/>
              <a:gd name="csX35" fmla="*/ 127056 w 198884"/>
              <a:gd name="csY35" fmla="*/ 97769 h 167193"/>
              <a:gd name="csX36" fmla="*/ 130544 w 198884"/>
              <a:gd name="csY36" fmla="*/ 109385 h 167193"/>
              <a:gd name="csX37" fmla="*/ 134269 w 198884"/>
              <a:gd name="csY37" fmla="*/ 120288 h 167193"/>
              <a:gd name="csX38" fmla="*/ 148765 w 198884"/>
              <a:gd name="csY38" fmla="*/ 140043 h 167193"/>
              <a:gd name="csX39" fmla="*/ 155377 w 198884"/>
              <a:gd name="csY39" fmla="*/ 157142 h 167193"/>
              <a:gd name="csX40" fmla="*/ 143045 w 198884"/>
              <a:gd name="csY40" fmla="*/ 162040 h 167193"/>
              <a:gd name="csX41" fmla="*/ 102761 w 198884"/>
              <a:gd name="csY41" fmla="*/ 161938 h 167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Lst>
            <a:rect l="l" t="t" r="r" b="b"/>
            <a:pathLst>
              <a:path w="198884" h="167193">
                <a:moveTo>
                  <a:pt x="102761" y="161938"/>
                </a:moveTo>
                <a:cubicBezTo>
                  <a:pt x="101767" y="158136"/>
                  <a:pt x="99022" y="157287"/>
                  <a:pt x="88269" y="157454"/>
                </a:cubicBezTo>
                <a:cubicBezTo>
                  <a:pt x="80973" y="157567"/>
                  <a:pt x="72518" y="159228"/>
                  <a:pt x="69481" y="161146"/>
                </a:cubicBezTo>
                <a:cubicBezTo>
                  <a:pt x="64710" y="164157"/>
                  <a:pt x="63423" y="164033"/>
                  <a:pt x="60039" y="160242"/>
                </a:cubicBezTo>
                <a:cubicBezTo>
                  <a:pt x="57884" y="157827"/>
                  <a:pt x="55723" y="152366"/>
                  <a:pt x="55236" y="148107"/>
                </a:cubicBezTo>
                <a:cubicBezTo>
                  <a:pt x="54750" y="143848"/>
                  <a:pt x="52610" y="139573"/>
                  <a:pt x="50480" y="138608"/>
                </a:cubicBezTo>
                <a:cubicBezTo>
                  <a:pt x="43634" y="135506"/>
                  <a:pt x="32890" y="136379"/>
                  <a:pt x="28907" y="140363"/>
                </a:cubicBezTo>
                <a:cubicBezTo>
                  <a:pt x="22942" y="146328"/>
                  <a:pt x="14628" y="145109"/>
                  <a:pt x="11289" y="137781"/>
                </a:cubicBezTo>
                <a:cubicBezTo>
                  <a:pt x="9671" y="134232"/>
                  <a:pt x="7664" y="131310"/>
                  <a:pt x="6827" y="131288"/>
                </a:cubicBezTo>
                <a:cubicBezTo>
                  <a:pt x="5990" y="131266"/>
                  <a:pt x="3716" y="130242"/>
                  <a:pt x="1775" y="129012"/>
                </a:cubicBezTo>
                <a:cubicBezTo>
                  <a:pt x="-1083" y="127202"/>
                  <a:pt x="-629" y="125253"/>
                  <a:pt x="4158" y="118778"/>
                </a:cubicBezTo>
                <a:cubicBezTo>
                  <a:pt x="9713" y="111264"/>
                  <a:pt x="9810" y="110491"/>
                  <a:pt x="5752" y="106007"/>
                </a:cubicBezTo>
                <a:cubicBezTo>
                  <a:pt x="-610" y="98977"/>
                  <a:pt x="325" y="95142"/>
                  <a:pt x="11789" y="81269"/>
                </a:cubicBezTo>
                <a:cubicBezTo>
                  <a:pt x="17485" y="74376"/>
                  <a:pt x="22814" y="66074"/>
                  <a:pt x="23630" y="62821"/>
                </a:cubicBezTo>
                <a:cubicBezTo>
                  <a:pt x="24447" y="59568"/>
                  <a:pt x="28398" y="55546"/>
                  <a:pt x="32410" y="53884"/>
                </a:cubicBezTo>
                <a:cubicBezTo>
                  <a:pt x="40181" y="50665"/>
                  <a:pt x="43478" y="43081"/>
                  <a:pt x="41084" y="33929"/>
                </a:cubicBezTo>
                <a:cubicBezTo>
                  <a:pt x="40186" y="30493"/>
                  <a:pt x="41619" y="25519"/>
                  <a:pt x="44790" y="21065"/>
                </a:cubicBezTo>
                <a:cubicBezTo>
                  <a:pt x="47634" y="17072"/>
                  <a:pt x="50368" y="10915"/>
                  <a:pt x="50866" y="7384"/>
                </a:cubicBezTo>
                <a:cubicBezTo>
                  <a:pt x="51978" y="-503"/>
                  <a:pt x="60785" y="-2442"/>
                  <a:pt x="69085" y="3371"/>
                </a:cubicBezTo>
                <a:cubicBezTo>
                  <a:pt x="72262" y="5597"/>
                  <a:pt x="78960" y="7424"/>
                  <a:pt x="83968" y="7430"/>
                </a:cubicBezTo>
                <a:cubicBezTo>
                  <a:pt x="90827" y="7440"/>
                  <a:pt x="95585" y="9748"/>
                  <a:pt x="103250" y="16788"/>
                </a:cubicBezTo>
                <a:cubicBezTo>
                  <a:pt x="108847" y="21927"/>
                  <a:pt x="116791" y="27098"/>
                  <a:pt x="120904" y="28277"/>
                </a:cubicBezTo>
                <a:cubicBezTo>
                  <a:pt x="127215" y="30087"/>
                  <a:pt x="129398" y="29332"/>
                  <a:pt x="134887" y="23438"/>
                </a:cubicBezTo>
                <a:cubicBezTo>
                  <a:pt x="142030" y="15767"/>
                  <a:pt x="156507" y="13727"/>
                  <a:pt x="159058" y="20032"/>
                </a:cubicBezTo>
                <a:cubicBezTo>
                  <a:pt x="159855" y="22000"/>
                  <a:pt x="167696" y="25818"/>
                  <a:pt x="176483" y="28515"/>
                </a:cubicBezTo>
                <a:cubicBezTo>
                  <a:pt x="186066" y="31457"/>
                  <a:pt x="192460" y="34858"/>
                  <a:pt x="192460" y="37014"/>
                </a:cubicBezTo>
                <a:cubicBezTo>
                  <a:pt x="192460" y="38991"/>
                  <a:pt x="194203" y="42351"/>
                  <a:pt x="196332" y="44480"/>
                </a:cubicBezTo>
                <a:cubicBezTo>
                  <a:pt x="199774" y="47922"/>
                  <a:pt x="199754" y="48803"/>
                  <a:pt x="196153" y="52404"/>
                </a:cubicBezTo>
                <a:cubicBezTo>
                  <a:pt x="193159" y="55398"/>
                  <a:pt x="190845" y="55783"/>
                  <a:pt x="187288" y="53879"/>
                </a:cubicBezTo>
                <a:cubicBezTo>
                  <a:pt x="179800" y="49872"/>
                  <a:pt x="174390" y="50824"/>
                  <a:pt x="174390" y="56149"/>
                </a:cubicBezTo>
                <a:cubicBezTo>
                  <a:pt x="174390" y="58815"/>
                  <a:pt x="172647" y="62442"/>
                  <a:pt x="170518" y="64210"/>
                </a:cubicBezTo>
                <a:cubicBezTo>
                  <a:pt x="168388" y="65977"/>
                  <a:pt x="166645" y="69575"/>
                  <a:pt x="166645" y="72206"/>
                </a:cubicBezTo>
                <a:cubicBezTo>
                  <a:pt x="166645" y="76143"/>
                  <a:pt x="165276" y="76714"/>
                  <a:pt x="158901" y="75439"/>
                </a:cubicBezTo>
                <a:cubicBezTo>
                  <a:pt x="153734" y="74406"/>
                  <a:pt x="151157" y="74922"/>
                  <a:pt x="151157" y="76992"/>
                </a:cubicBezTo>
                <a:cubicBezTo>
                  <a:pt x="151157" y="78961"/>
                  <a:pt x="147877" y="79812"/>
                  <a:pt x="142182" y="79321"/>
                </a:cubicBezTo>
                <a:cubicBezTo>
                  <a:pt x="130428" y="78308"/>
                  <a:pt x="124889" y="85064"/>
                  <a:pt x="127056" y="97769"/>
                </a:cubicBezTo>
                <a:cubicBezTo>
                  <a:pt x="127904" y="102738"/>
                  <a:pt x="129473" y="107965"/>
                  <a:pt x="130544" y="109385"/>
                </a:cubicBezTo>
                <a:cubicBezTo>
                  <a:pt x="131614" y="110805"/>
                  <a:pt x="133291" y="115711"/>
                  <a:pt x="134269" y="120288"/>
                </a:cubicBezTo>
                <a:cubicBezTo>
                  <a:pt x="135415" y="125645"/>
                  <a:pt x="140578" y="132682"/>
                  <a:pt x="148765" y="140043"/>
                </a:cubicBezTo>
                <a:cubicBezTo>
                  <a:pt x="162833" y="152691"/>
                  <a:pt x="164554" y="157142"/>
                  <a:pt x="155377" y="157142"/>
                </a:cubicBezTo>
                <a:cubicBezTo>
                  <a:pt x="152019" y="157142"/>
                  <a:pt x="146470" y="159346"/>
                  <a:pt x="143045" y="162040"/>
                </a:cubicBezTo>
                <a:cubicBezTo>
                  <a:pt x="134241" y="168966"/>
                  <a:pt x="104579" y="168891"/>
                  <a:pt x="102761" y="161938"/>
                </a:cubicBezTo>
                <a:close/>
              </a:path>
            </a:pathLst>
          </a:custGeom>
          <a:solidFill>
            <a:srgbClr val="B9B9B9"/>
          </a:solidFill>
          <a:ln w="5163" cap="flat">
            <a:noFill/>
            <a:prstDash val="solid"/>
            <a:miter/>
          </a:ln>
        </p:spPr>
        <p:txBody>
          <a:bodyPr/>
          <a:lstStyle/>
          <a:p>
            <a:endParaRPr lang="es-419" noProof="0" dirty="0"/>
          </a:p>
        </p:txBody>
      </p:sp>
      <p:sp>
        <p:nvSpPr>
          <p:cNvPr id="47" name="Forma libre: forma 46">
            <a:extLst>
              <a:ext uri="{FF2B5EF4-FFF2-40B4-BE49-F238E27FC236}">
                <a16:creationId xmlns:a16="http://schemas.microsoft.com/office/drawing/2014/main" id="{52B8CCDD-EC61-2477-DF80-28221F8A7145}"/>
              </a:ext>
            </a:extLst>
          </p:cNvPr>
          <p:cNvSpPr/>
          <p:nvPr/>
        </p:nvSpPr>
        <p:spPr>
          <a:xfrm>
            <a:off x="1461542" y="2144566"/>
            <a:ext cx="129500" cy="144710"/>
          </a:xfrm>
          <a:custGeom>
            <a:avLst/>
            <a:gdLst>
              <a:gd name="csX0" fmla="*/ 39451 w 129500"/>
              <a:gd name="csY0" fmla="*/ 143362 h 144710"/>
              <a:gd name="csX1" fmla="*/ 36297 w 129500"/>
              <a:gd name="csY1" fmla="*/ 137530 h 144710"/>
              <a:gd name="csX2" fmla="*/ 22310 w 129500"/>
              <a:gd name="csY2" fmla="*/ 122582 h 144710"/>
              <a:gd name="csX3" fmla="*/ 6555 w 129500"/>
              <a:gd name="csY3" fmla="*/ 101930 h 144710"/>
              <a:gd name="csX4" fmla="*/ 2723 w 129500"/>
              <a:gd name="csY4" fmla="*/ 90935 h 144710"/>
              <a:gd name="csX5" fmla="*/ 1214 w 129500"/>
              <a:gd name="csY5" fmla="*/ 71343 h 144710"/>
              <a:gd name="csX6" fmla="*/ 12550 w 129500"/>
              <a:gd name="csY6" fmla="*/ 66880 h 144710"/>
              <a:gd name="csX7" fmla="*/ 22940 w 129500"/>
              <a:gd name="csY7" fmla="*/ 63986 h 144710"/>
              <a:gd name="csX8" fmla="*/ 31348 w 129500"/>
              <a:gd name="csY8" fmla="*/ 62963 h 144710"/>
              <a:gd name="csX9" fmla="*/ 38911 w 129500"/>
              <a:gd name="csY9" fmla="*/ 59306 h 144710"/>
              <a:gd name="csX10" fmla="*/ 42783 w 129500"/>
              <a:gd name="csY10" fmla="*/ 50923 h 144710"/>
              <a:gd name="csX11" fmla="*/ 46656 w 129500"/>
              <a:gd name="csY11" fmla="*/ 42586 h 144710"/>
              <a:gd name="csX12" fmla="*/ 51173 w 129500"/>
              <a:gd name="csY12" fmla="*/ 39323 h 144710"/>
              <a:gd name="csX13" fmla="*/ 69566 w 129500"/>
              <a:gd name="csY13" fmla="*/ 37767 h 144710"/>
              <a:gd name="csX14" fmla="*/ 69872 w 129500"/>
              <a:gd name="csY14" fmla="*/ 27120 h 144710"/>
              <a:gd name="csX15" fmla="*/ 67231 w 129500"/>
              <a:gd name="csY15" fmla="*/ 13692 h 144710"/>
              <a:gd name="csX16" fmla="*/ 69736 w 129500"/>
              <a:gd name="csY16" fmla="*/ 7102 h 144710"/>
              <a:gd name="csX17" fmla="*/ 81814 w 129500"/>
              <a:gd name="csY17" fmla="*/ 13524 h 144710"/>
              <a:gd name="csX18" fmla="*/ 100866 w 129500"/>
              <a:gd name="csY18" fmla="*/ 15068 h 144710"/>
              <a:gd name="csX19" fmla="*/ 113355 w 129500"/>
              <a:gd name="csY19" fmla="*/ 326 h 144710"/>
              <a:gd name="csX20" fmla="*/ 116355 w 129500"/>
              <a:gd name="csY20" fmla="*/ 6085 h 144710"/>
              <a:gd name="csX21" fmla="*/ 122928 w 129500"/>
              <a:gd name="csY21" fmla="*/ 21207 h 144710"/>
              <a:gd name="csX22" fmla="*/ 129501 w 129500"/>
              <a:gd name="csY22" fmla="*/ 32422 h 144710"/>
              <a:gd name="csX23" fmla="*/ 122289 w 129500"/>
              <a:gd name="csY23" fmla="*/ 39110 h 144710"/>
              <a:gd name="csX24" fmla="*/ 114210 w 129500"/>
              <a:gd name="csY24" fmla="*/ 43197 h 144710"/>
              <a:gd name="csX25" fmla="*/ 100996 w 129500"/>
              <a:gd name="csY25" fmla="*/ 50277 h 144710"/>
              <a:gd name="csX26" fmla="*/ 91480 w 129500"/>
              <a:gd name="csY26" fmla="*/ 69527 h 144710"/>
              <a:gd name="csX27" fmla="*/ 86825 w 129500"/>
              <a:gd name="csY27" fmla="*/ 82667 h 144710"/>
              <a:gd name="csX28" fmla="*/ 75170 w 129500"/>
              <a:gd name="csY28" fmla="*/ 92424 h 144710"/>
              <a:gd name="csX29" fmla="*/ 62144 w 129500"/>
              <a:gd name="csY29" fmla="*/ 108405 h 144710"/>
              <a:gd name="csX30" fmla="*/ 58272 w 129500"/>
              <a:gd name="csY30" fmla="*/ 119688 h 144710"/>
              <a:gd name="csX31" fmla="*/ 54400 w 129500"/>
              <a:gd name="csY31" fmla="*/ 127352 h 144710"/>
              <a:gd name="csX32" fmla="*/ 52416 w 129500"/>
              <a:gd name="csY32" fmla="*/ 133529 h 144710"/>
              <a:gd name="csX33" fmla="*/ 46503 w 129500"/>
              <a:gd name="csY33" fmla="*/ 140006 h 144710"/>
              <a:gd name="csX34" fmla="*/ 39451 w 129500"/>
              <a:gd name="csY34" fmla="*/ 143362 h 1447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129500" h="144710">
                <a:moveTo>
                  <a:pt x="39451" y="143362"/>
                </a:moveTo>
                <a:cubicBezTo>
                  <a:pt x="37734" y="141645"/>
                  <a:pt x="36315" y="139021"/>
                  <a:pt x="36297" y="137530"/>
                </a:cubicBezTo>
                <a:cubicBezTo>
                  <a:pt x="36279" y="136040"/>
                  <a:pt x="29985" y="129313"/>
                  <a:pt x="22310" y="122582"/>
                </a:cubicBezTo>
                <a:cubicBezTo>
                  <a:pt x="12868" y="114302"/>
                  <a:pt x="7773" y="107623"/>
                  <a:pt x="6555" y="101930"/>
                </a:cubicBezTo>
                <a:cubicBezTo>
                  <a:pt x="5566" y="97303"/>
                  <a:pt x="3842" y="92355"/>
                  <a:pt x="2723" y="90935"/>
                </a:cubicBezTo>
                <a:cubicBezTo>
                  <a:pt x="-91" y="87360"/>
                  <a:pt x="-945" y="76286"/>
                  <a:pt x="1214" y="71343"/>
                </a:cubicBezTo>
                <a:cubicBezTo>
                  <a:pt x="2338" y="68767"/>
                  <a:pt x="6560" y="67105"/>
                  <a:pt x="12550" y="66880"/>
                </a:cubicBezTo>
                <a:cubicBezTo>
                  <a:pt x="17800" y="66683"/>
                  <a:pt x="22476" y="65380"/>
                  <a:pt x="22940" y="63986"/>
                </a:cubicBezTo>
                <a:cubicBezTo>
                  <a:pt x="23405" y="62591"/>
                  <a:pt x="27189" y="62131"/>
                  <a:pt x="31348" y="62963"/>
                </a:cubicBezTo>
                <a:cubicBezTo>
                  <a:pt x="37697" y="64232"/>
                  <a:pt x="38911" y="63645"/>
                  <a:pt x="38911" y="59306"/>
                </a:cubicBezTo>
                <a:cubicBezTo>
                  <a:pt x="38911" y="56463"/>
                  <a:pt x="40654" y="52690"/>
                  <a:pt x="42783" y="50923"/>
                </a:cubicBezTo>
                <a:cubicBezTo>
                  <a:pt x="44913" y="49155"/>
                  <a:pt x="46656" y="45404"/>
                  <a:pt x="46656" y="42586"/>
                </a:cubicBezTo>
                <a:cubicBezTo>
                  <a:pt x="46656" y="38720"/>
                  <a:pt x="47764" y="37919"/>
                  <a:pt x="51173" y="39323"/>
                </a:cubicBezTo>
                <a:cubicBezTo>
                  <a:pt x="61512" y="43579"/>
                  <a:pt x="64377" y="43337"/>
                  <a:pt x="69566" y="37767"/>
                </a:cubicBezTo>
                <a:cubicBezTo>
                  <a:pt x="75009" y="31925"/>
                  <a:pt x="75010" y="31906"/>
                  <a:pt x="69872" y="27120"/>
                </a:cubicBezTo>
                <a:cubicBezTo>
                  <a:pt x="63882" y="21540"/>
                  <a:pt x="64007" y="22172"/>
                  <a:pt x="67231" y="13692"/>
                </a:cubicBezTo>
                <a:lnTo>
                  <a:pt x="69736" y="7102"/>
                </a:lnTo>
                <a:lnTo>
                  <a:pt x="81814" y="13524"/>
                </a:lnTo>
                <a:cubicBezTo>
                  <a:pt x="96277" y="21214"/>
                  <a:pt x="100866" y="21586"/>
                  <a:pt x="100866" y="15068"/>
                </a:cubicBezTo>
                <a:cubicBezTo>
                  <a:pt x="100866" y="8386"/>
                  <a:pt x="109640" y="-1970"/>
                  <a:pt x="113355" y="326"/>
                </a:cubicBezTo>
                <a:cubicBezTo>
                  <a:pt x="115005" y="1346"/>
                  <a:pt x="116355" y="3937"/>
                  <a:pt x="116355" y="6085"/>
                </a:cubicBezTo>
                <a:cubicBezTo>
                  <a:pt x="116355" y="8233"/>
                  <a:pt x="119313" y="15038"/>
                  <a:pt x="122928" y="21207"/>
                </a:cubicBezTo>
                <a:lnTo>
                  <a:pt x="129501" y="32422"/>
                </a:lnTo>
                <a:lnTo>
                  <a:pt x="122289" y="39110"/>
                </a:lnTo>
                <a:cubicBezTo>
                  <a:pt x="118322" y="42788"/>
                  <a:pt x="114687" y="44627"/>
                  <a:pt x="114210" y="43197"/>
                </a:cubicBezTo>
                <a:cubicBezTo>
                  <a:pt x="112111" y="36901"/>
                  <a:pt x="104310" y="41081"/>
                  <a:pt x="100996" y="50277"/>
                </a:cubicBezTo>
                <a:cubicBezTo>
                  <a:pt x="99077" y="55602"/>
                  <a:pt x="94795" y="64264"/>
                  <a:pt x="91480" y="69527"/>
                </a:cubicBezTo>
                <a:cubicBezTo>
                  <a:pt x="88166" y="74789"/>
                  <a:pt x="86071" y="80703"/>
                  <a:pt x="86825" y="82667"/>
                </a:cubicBezTo>
                <a:cubicBezTo>
                  <a:pt x="87734" y="85037"/>
                  <a:pt x="83812" y="88321"/>
                  <a:pt x="75170" y="92424"/>
                </a:cubicBezTo>
                <a:cubicBezTo>
                  <a:pt x="62898" y="98250"/>
                  <a:pt x="62144" y="99174"/>
                  <a:pt x="62144" y="108405"/>
                </a:cubicBezTo>
                <a:cubicBezTo>
                  <a:pt x="62144" y="114732"/>
                  <a:pt x="60773" y="118729"/>
                  <a:pt x="58272" y="119688"/>
                </a:cubicBezTo>
                <a:cubicBezTo>
                  <a:pt x="56143" y="120506"/>
                  <a:pt x="54400" y="123954"/>
                  <a:pt x="54400" y="127352"/>
                </a:cubicBezTo>
                <a:cubicBezTo>
                  <a:pt x="54400" y="130749"/>
                  <a:pt x="53507" y="133529"/>
                  <a:pt x="52416" y="133529"/>
                </a:cubicBezTo>
                <a:cubicBezTo>
                  <a:pt x="51325" y="133529"/>
                  <a:pt x="48664" y="136444"/>
                  <a:pt x="46503" y="140006"/>
                </a:cubicBezTo>
                <a:cubicBezTo>
                  <a:pt x="43429" y="145071"/>
                  <a:pt x="41892" y="145803"/>
                  <a:pt x="39451" y="143362"/>
                </a:cubicBezTo>
                <a:close/>
              </a:path>
            </a:pathLst>
          </a:custGeom>
          <a:solidFill>
            <a:srgbClr val="B9B9B9"/>
          </a:solidFill>
          <a:ln w="5163" cap="flat">
            <a:noFill/>
            <a:prstDash val="solid"/>
            <a:miter/>
          </a:ln>
        </p:spPr>
        <p:txBody>
          <a:bodyPr/>
          <a:lstStyle/>
          <a:p>
            <a:endParaRPr lang="es-419" noProof="0" dirty="0"/>
          </a:p>
        </p:txBody>
      </p:sp>
      <p:sp>
        <p:nvSpPr>
          <p:cNvPr id="48" name="Forma libre: forma 47">
            <a:extLst>
              <a:ext uri="{FF2B5EF4-FFF2-40B4-BE49-F238E27FC236}">
                <a16:creationId xmlns:a16="http://schemas.microsoft.com/office/drawing/2014/main" id="{AA114DAB-DA16-F3ED-2381-6F1563FA3AA7}"/>
              </a:ext>
            </a:extLst>
          </p:cNvPr>
          <p:cNvSpPr/>
          <p:nvPr/>
        </p:nvSpPr>
        <p:spPr>
          <a:xfrm>
            <a:off x="2333829" y="2099494"/>
            <a:ext cx="245950" cy="186219"/>
          </a:xfrm>
          <a:custGeom>
            <a:avLst/>
            <a:gdLst>
              <a:gd name="csX0" fmla="*/ 63193 w 245950"/>
              <a:gd name="csY0" fmla="*/ 151536 h 186219"/>
              <a:gd name="csX1" fmla="*/ 28715 w 245950"/>
              <a:gd name="csY1" fmla="*/ 120621 h 186219"/>
              <a:gd name="csX2" fmla="*/ 15073 w 245950"/>
              <a:gd name="csY2" fmla="*/ 124390 h 186219"/>
              <a:gd name="csX3" fmla="*/ 5596 w 245950"/>
              <a:gd name="csY3" fmla="*/ 124390 h 186219"/>
              <a:gd name="csX4" fmla="*/ 5596 w 245950"/>
              <a:gd name="csY4" fmla="*/ 107763 h 186219"/>
              <a:gd name="csX5" fmla="*/ 3015 w 245950"/>
              <a:gd name="csY5" fmla="*/ 89541 h 186219"/>
              <a:gd name="csX6" fmla="*/ 11404 w 245950"/>
              <a:gd name="csY6" fmla="*/ 63244 h 186219"/>
              <a:gd name="csX7" fmla="*/ 106611 w 245950"/>
              <a:gd name="csY7" fmla="*/ 25070 h 186219"/>
              <a:gd name="csX8" fmla="*/ 133716 w 245950"/>
              <a:gd name="csY8" fmla="*/ 14252 h 186219"/>
              <a:gd name="csX9" fmla="*/ 160483 w 245950"/>
              <a:gd name="csY9" fmla="*/ 1908 h 186219"/>
              <a:gd name="csX10" fmla="*/ 238554 w 245950"/>
              <a:gd name="csY10" fmla="*/ 11931 h 186219"/>
              <a:gd name="csX11" fmla="*/ 245107 w 245950"/>
              <a:gd name="csY11" fmla="*/ 29136 h 186219"/>
              <a:gd name="csX12" fmla="*/ 240861 w 245950"/>
              <a:gd name="csY12" fmla="*/ 62435 h 186219"/>
              <a:gd name="csX13" fmla="*/ 234529 w 245950"/>
              <a:gd name="csY13" fmla="*/ 81796 h 186219"/>
              <a:gd name="csX14" fmla="*/ 183096 w 245950"/>
              <a:gd name="csY14" fmla="*/ 120518 h 186219"/>
              <a:gd name="csX15" fmla="*/ 112584 w 245950"/>
              <a:gd name="csY15" fmla="*/ 172730 h 186219"/>
              <a:gd name="csX16" fmla="*/ 93505 w 245950"/>
              <a:gd name="csY16" fmla="*/ 186220 h 186219"/>
              <a:gd name="csX17" fmla="*/ 63193 w 245950"/>
              <a:gd name="csY17" fmla="*/ 151536 h 1862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245950" h="186219">
                <a:moveTo>
                  <a:pt x="63193" y="151536"/>
                </a:moveTo>
                <a:cubicBezTo>
                  <a:pt x="35962" y="120379"/>
                  <a:pt x="32456" y="117236"/>
                  <a:pt x="28715" y="120621"/>
                </a:cubicBezTo>
                <a:cubicBezTo>
                  <a:pt x="26425" y="122694"/>
                  <a:pt x="20286" y="124390"/>
                  <a:pt x="15073" y="124390"/>
                </a:cubicBezTo>
                <a:lnTo>
                  <a:pt x="5596" y="124390"/>
                </a:lnTo>
                <a:lnTo>
                  <a:pt x="5596" y="107763"/>
                </a:lnTo>
                <a:cubicBezTo>
                  <a:pt x="5596" y="98618"/>
                  <a:pt x="4435" y="90418"/>
                  <a:pt x="3015" y="89541"/>
                </a:cubicBezTo>
                <a:cubicBezTo>
                  <a:pt x="-3245" y="85672"/>
                  <a:pt x="575" y="73700"/>
                  <a:pt x="11404" y="63244"/>
                </a:cubicBezTo>
                <a:cubicBezTo>
                  <a:pt x="30218" y="45081"/>
                  <a:pt x="67101" y="30293"/>
                  <a:pt x="106611" y="25070"/>
                </a:cubicBezTo>
                <a:cubicBezTo>
                  <a:pt x="113529" y="24155"/>
                  <a:pt x="124948" y="19598"/>
                  <a:pt x="133716" y="14252"/>
                </a:cubicBezTo>
                <a:cubicBezTo>
                  <a:pt x="142049" y="9172"/>
                  <a:pt x="154094" y="3617"/>
                  <a:pt x="160483" y="1908"/>
                </a:cubicBezTo>
                <a:cubicBezTo>
                  <a:pt x="179743" y="-3243"/>
                  <a:pt x="225908" y="2684"/>
                  <a:pt x="238554" y="11931"/>
                </a:cubicBezTo>
                <a:cubicBezTo>
                  <a:pt x="241216" y="13878"/>
                  <a:pt x="243864" y="20830"/>
                  <a:pt x="245107" y="29136"/>
                </a:cubicBezTo>
                <a:cubicBezTo>
                  <a:pt x="246841" y="40720"/>
                  <a:pt x="246124" y="46345"/>
                  <a:pt x="240861" y="62435"/>
                </a:cubicBezTo>
                <a:lnTo>
                  <a:pt x="234529" y="81796"/>
                </a:lnTo>
                <a:lnTo>
                  <a:pt x="183096" y="120518"/>
                </a:lnTo>
                <a:cubicBezTo>
                  <a:pt x="154808" y="141815"/>
                  <a:pt x="123078" y="165310"/>
                  <a:pt x="112584" y="172730"/>
                </a:cubicBezTo>
                <a:lnTo>
                  <a:pt x="93505" y="186220"/>
                </a:lnTo>
                <a:lnTo>
                  <a:pt x="63193" y="151536"/>
                </a:lnTo>
                <a:close/>
              </a:path>
            </a:pathLst>
          </a:custGeom>
          <a:solidFill>
            <a:srgbClr val="B9B9B9"/>
          </a:solidFill>
          <a:ln w="5163" cap="flat">
            <a:noFill/>
            <a:prstDash val="solid"/>
            <a:miter/>
          </a:ln>
        </p:spPr>
        <p:txBody>
          <a:bodyPr/>
          <a:lstStyle/>
          <a:p>
            <a:endParaRPr lang="es-419" noProof="0" dirty="0"/>
          </a:p>
        </p:txBody>
      </p:sp>
      <p:sp>
        <p:nvSpPr>
          <p:cNvPr id="49" name="Forma libre: forma 48">
            <a:extLst>
              <a:ext uri="{FF2B5EF4-FFF2-40B4-BE49-F238E27FC236}">
                <a16:creationId xmlns:a16="http://schemas.microsoft.com/office/drawing/2014/main" id="{1566F59C-293F-4CA5-F043-869BFCB2C118}"/>
              </a:ext>
            </a:extLst>
          </p:cNvPr>
          <p:cNvSpPr/>
          <p:nvPr/>
        </p:nvSpPr>
        <p:spPr>
          <a:xfrm>
            <a:off x="2334670" y="2196667"/>
            <a:ext cx="1839" cy="7968"/>
          </a:xfrm>
          <a:custGeom>
            <a:avLst/>
            <a:gdLst>
              <a:gd name="csX0" fmla="*/ 0 w 1839"/>
              <a:gd name="csY0" fmla="*/ 3984 h 7968"/>
              <a:gd name="csX1" fmla="*/ 1302 w 1839"/>
              <a:gd name="csY1" fmla="*/ 757 h 7968"/>
              <a:gd name="csX2" fmla="*/ 1302 w 1839"/>
              <a:gd name="csY2" fmla="*/ 7211 h 7968"/>
              <a:gd name="csX3" fmla="*/ 0 w 1839"/>
              <a:gd name="csY3" fmla="*/ 3984 h 7968"/>
            </a:gdLst>
            <a:ahLst/>
            <a:cxnLst>
              <a:cxn ang="0">
                <a:pos x="csX0" y="csY0"/>
              </a:cxn>
              <a:cxn ang="0">
                <a:pos x="csX1" y="csY1"/>
              </a:cxn>
              <a:cxn ang="0">
                <a:pos x="csX2" y="csY2"/>
              </a:cxn>
              <a:cxn ang="0">
                <a:pos x="csX3" y="csY3"/>
              </a:cxn>
            </a:cxnLst>
            <a:rect l="l" t="t" r="r" b="b"/>
            <a:pathLst>
              <a:path w="1839" h="7968">
                <a:moveTo>
                  <a:pt x="0" y="3984"/>
                </a:moveTo>
                <a:cubicBezTo>
                  <a:pt x="0" y="435"/>
                  <a:pt x="586" y="-1017"/>
                  <a:pt x="1302" y="757"/>
                </a:cubicBezTo>
                <a:cubicBezTo>
                  <a:pt x="2018" y="2532"/>
                  <a:pt x="2018" y="5436"/>
                  <a:pt x="1302" y="7211"/>
                </a:cubicBezTo>
                <a:cubicBezTo>
                  <a:pt x="586" y="8986"/>
                  <a:pt x="0" y="7534"/>
                  <a:pt x="0" y="3984"/>
                </a:cubicBezTo>
                <a:close/>
              </a:path>
            </a:pathLst>
          </a:custGeom>
          <a:solidFill>
            <a:srgbClr val="B9B9B9"/>
          </a:solidFill>
          <a:ln w="5163" cap="flat">
            <a:noFill/>
            <a:prstDash val="solid"/>
            <a:miter/>
          </a:ln>
        </p:spPr>
        <p:txBody>
          <a:bodyPr/>
          <a:lstStyle/>
          <a:p>
            <a:endParaRPr lang="es-419" noProof="0" dirty="0"/>
          </a:p>
        </p:txBody>
      </p:sp>
      <p:sp>
        <p:nvSpPr>
          <p:cNvPr id="50" name="Forma libre: forma 49">
            <a:extLst>
              <a:ext uri="{FF2B5EF4-FFF2-40B4-BE49-F238E27FC236}">
                <a16:creationId xmlns:a16="http://schemas.microsoft.com/office/drawing/2014/main" id="{42359780-F2DD-BA02-C314-2027676DF0FA}"/>
              </a:ext>
            </a:extLst>
          </p:cNvPr>
          <p:cNvSpPr/>
          <p:nvPr/>
        </p:nvSpPr>
        <p:spPr>
          <a:xfrm>
            <a:off x="1309468" y="1877186"/>
            <a:ext cx="342958" cy="300162"/>
          </a:xfrm>
          <a:custGeom>
            <a:avLst/>
            <a:gdLst>
              <a:gd name="csX0" fmla="*/ 295686 w 342958"/>
              <a:gd name="csY0" fmla="*/ 296278 h 300162"/>
              <a:gd name="csX1" fmla="*/ 285863 w 342958"/>
              <a:gd name="csY1" fmla="*/ 292488 h 300162"/>
              <a:gd name="csX2" fmla="*/ 274573 w 342958"/>
              <a:gd name="csY2" fmla="*/ 278339 h 300162"/>
              <a:gd name="csX3" fmla="*/ 265490 w 342958"/>
              <a:gd name="csY3" fmla="*/ 262580 h 300162"/>
              <a:gd name="csX4" fmla="*/ 250359 w 342958"/>
              <a:gd name="csY4" fmla="*/ 277449 h 300162"/>
              <a:gd name="csX5" fmla="*/ 232353 w 342958"/>
              <a:gd name="csY5" fmla="*/ 275755 h 300162"/>
              <a:gd name="csX6" fmla="*/ 216800 w 342958"/>
              <a:gd name="csY6" fmla="*/ 278780 h 300162"/>
              <a:gd name="csX7" fmla="*/ 197688 w 342958"/>
              <a:gd name="csY7" fmla="*/ 275445 h 300162"/>
              <a:gd name="csX8" fmla="*/ 186717 w 342958"/>
              <a:gd name="csY8" fmla="*/ 271836 h 300162"/>
              <a:gd name="csX9" fmla="*/ 183241 w 342958"/>
              <a:gd name="csY9" fmla="*/ 267964 h 300162"/>
              <a:gd name="csX10" fmla="*/ 171812 w 342958"/>
              <a:gd name="csY10" fmla="*/ 264092 h 300162"/>
              <a:gd name="csX11" fmla="*/ 155307 w 342958"/>
              <a:gd name="csY11" fmla="*/ 270545 h 300162"/>
              <a:gd name="csX12" fmla="*/ 128918 w 342958"/>
              <a:gd name="csY12" fmla="*/ 266264 h 300162"/>
              <a:gd name="csX13" fmla="*/ 106345 w 342958"/>
              <a:gd name="csY13" fmla="*/ 255141 h 300162"/>
              <a:gd name="csX14" fmla="*/ 91555 w 342958"/>
              <a:gd name="csY14" fmla="*/ 250269 h 300162"/>
              <a:gd name="csX15" fmla="*/ 81548 w 342958"/>
              <a:gd name="csY15" fmla="*/ 247474 h 300162"/>
              <a:gd name="csX16" fmla="*/ 78435 w 342958"/>
              <a:gd name="csY16" fmla="*/ 239429 h 300162"/>
              <a:gd name="csX17" fmla="*/ 82408 w 342958"/>
              <a:gd name="csY17" fmla="*/ 200657 h 300162"/>
              <a:gd name="csX18" fmla="*/ 83563 w 342958"/>
              <a:gd name="csY18" fmla="*/ 189030 h 300162"/>
              <a:gd name="csX19" fmla="*/ 79311 w 342958"/>
              <a:gd name="csY19" fmla="*/ 164140 h 300162"/>
              <a:gd name="csX20" fmla="*/ 69658 w 342958"/>
              <a:gd name="csY20" fmla="*/ 165664 h 300162"/>
              <a:gd name="csX21" fmla="*/ 52863 w 342958"/>
              <a:gd name="csY21" fmla="*/ 178880 h 300162"/>
              <a:gd name="csX22" fmla="*/ 46310 w 342958"/>
              <a:gd name="csY22" fmla="*/ 180840 h 300162"/>
              <a:gd name="csX23" fmla="*/ 41273 w 342958"/>
              <a:gd name="csY23" fmla="*/ 176042 h 300162"/>
              <a:gd name="csX24" fmla="*/ 28735 w 342958"/>
              <a:gd name="csY24" fmla="*/ 163573 h 300162"/>
              <a:gd name="csX25" fmla="*/ 8346 w 342958"/>
              <a:gd name="csY25" fmla="*/ 134458 h 300162"/>
              <a:gd name="csX26" fmla="*/ 3097 w 342958"/>
              <a:gd name="csY26" fmla="*/ 117621 h 300162"/>
              <a:gd name="csX27" fmla="*/ 147 w 342958"/>
              <a:gd name="csY27" fmla="*/ 113613 h 300162"/>
              <a:gd name="csX28" fmla="*/ 21165 w 342958"/>
              <a:gd name="csY28" fmla="*/ 104003 h 300162"/>
              <a:gd name="csX29" fmla="*/ 72335 w 342958"/>
              <a:gd name="csY29" fmla="*/ 73250 h 300162"/>
              <a:gd name="csX30" fmla="*/ 93508 w 342958"/>
              <a:gd name="csY30" fmla="*/ 38847 h 300162"/>
              <a:gd name="csX31" fmla="*/ 97565 w 342958"/>
              <a:gd name="csY31" fmla="*/ 29800 h 300162"/>
              <a:gd name="csX32" fmla="*/ 109742 w 342958"/>
              <a:gd name="csY32" fmla="*/ 18194 h 300162"/>
              <a:gd name="csX33" fmla="*/ 113822 w 342958"/>
              <a:gd name="csY33" fmla="*/ 11110 h 300162"/>
              <a:gd name="csX34" fmla="*/ 121678 w 342958"/>
              <a:gd name="csY34" fmla="*/ 5555 h 300162"/>
              <a:gd name="csX35" fmla="*/ 127233 w 342958"/>
              <a:gd name="csY35" fmla="*/ 0 h 300162"/>
              <a:gd name="csX36" fmla="*/ 134516 w 342958"/>
              <a:gd name="csY36" fmla="*/ 8782 h 300162"/>
              <a:gd name="csX37" fmla="*/ 141869 w 342958"/>
              <a:gd name="csY37" fmla="*/ 33944 h 300162"/>
              <a:gd name="csX38" fmla="*/ 147505 w 342958"/>
              <a:gd name="csY38" fmla="*/ 58144 h 300162"/>
              <a:gd name="csX39" fmla="*/ 152804 w 342958"/>
              <a:gd name="csY39" fmla="*/ 90810 h 300162"/>
              <a:gd name="csX40" fmla="*/ 162764 w 342958"/>
              <a:gd name="csY40" fmla="*/ 124694 h 300162"/>
              <a:gd name="csX41" fmla="*/ 170334 w 342958"/>
              <a:gd name="csY41" fmla="*/ 121832 h 300162"/>
              <a:gd name="csX42" fmla="*/ 185393 w 342958"/>
              <a:gd name="csY42" fmla="*/ 124884 h 300162"/>
              <a:gd name="csX43" fmla="*/ 190271 w 342958"/>
              <a:gd name="csY43" fmla="*/ 127275 h 300162"/>
              <a:gd name="csX44" fmla="*/ 201229 w 342958"/>
              <a:gd name="csY44" fmla="*/ 139721 h 300162"/>
              <a:gd name="csX45" fmla="*/ 197439 w 342958"/>
              <a:gd name="csY45" fmla="*/ 147005 h 300162"/>
              <a:gd name="csX46" fmla="*/ 196794 w 342958"/>
              <a:gd name="csY46" fmla="*/ 162615 h 300162"/>
              <a:gd name="csX47" fmla="*/ 220205 w 342958"/>
              <a:gd name="csY47" fmla="*/ 171185 h 300162"/>
              <a:gd name="csX48" fmla="*/ 242581 w 342958"/>
              <a:gd name="csY48" fmla="*/ 173796 h 300162"/>
              <a:gd name="csX49" fmla="*/ 259092 w 342958"/>
              <a:gd name="csY49" fmla="*/ 186698 h 300162"/>
              <a:gd name="csX50" fmla="*/ 273592 w 342958"/>
              <a:gd name="csY50" fmla="*/ 197707 h 300162"/>
              <a:gd name="csX51" fmla="*/ 304244 w 342958"/>
              <a:gd name="csY51" fmla="*/ 198591 h 300162"/>
              <a:gd name="csX52" fmla="*/ 333285 w 342958"/>
              <a:gd name="csY52" fmla="*/ 203946 h 300162"/>
              <a:gd name="csX53" fmla="*/ 339205 w 342958"/>
              <a:gd name="csY53" fmla="*/ 216060 h 300162"/>
              <a:gd name="csX54" fmla="*/ 336274 w 342958"/>
              <a:gd name="csY54" fmla="*/ 220854 h 300162"/>
              <a:gd name="csX55" fmla="*/ 328850 w 342958"/>
              <a:gd name="csY55" fmla="*/ 233114 h 300162"/>
              <a:gd name="csX56" fmla="*/ 326965 w 342958"/>
              <a:gd name="csY56" fmla="*/ 236341 h 300162"/>
              <a:gd name="csX57" fmla="*/ 329181 w 342958"/>
              <a:gd name="csY57" fmla="*/ 240859 h 300162"/>
              <a:gd name="csX58" fmla="*/ 331403 w 342958"/>
              <a:gd name="csY58" fmla="*/ 248187 h 300162"/>
              <a:gd name="csX59" fmla="*/ 328049 w 342958"/>
              <a:gd name="csY59" fmla="*/ 258014 h 300162"/>
              <a:gd name="csX60" fmla="*/ 326532 w 342958"/>
              <a:gd name="csY60" fmla="*/ 276244 h 300162"/>
              <a:gd name="csX61" fmla="*/ 325085 w 342958"/>
              <a:gd name="csY61" fmla="*/ 283496 h 300162"/>
              <a:gd name="csX62" fmla="*/ 321398 w 342958"/>
              <a:gd name="csY62" fmla="*/ 292711 h 300162"/>
              <a:gd name="csX63" fmla="*/ 311874 w 342958"/>
              <a:gd name="csY63" fmla="*/ 300150 h 300162"/>
              <a:gd name="csX64" fmla="*/ 295686 w 342958"/>
              <a:gd name="csY64" fmla="*/ 296278 h 3001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Lst>
            <a:rect l="l" t="t" r="r" b="b"/>
            <a:pathLst>
              <a:path w="342958" h="300162">
                <a:moveTo>
                  <a:pt x="295686" y="296278"/>
                </a:moveTo>
                <a:cubicBezTo>
                  <a:pt x="292930" y="294193"/>
                  <a:pt x="288510" y="292488"/>
                  <a:pt x="285863" y="292488"/>
                </a:cubicBezTo>
                <a:cubicBezTo>
                  <a:pt x="282541" y="292488"/>
                  <a:pt x="279045" y="288107"/>
                  <a:pt x="274573" y="278339"/>
                </a:cubicBezTo>
                <a:cubicBezTo>
                  <a:pt x="271011" y="270557"/>
                  <a:pt x="266923" y="263466"/>
                  <a:pt x="265490" y="262580"/>
                </a:cubicBezTo>
                <a:cubicBezTo>
                  <a:pt x="261887" y="260353"/>
                  <a:pt x="250359" y="271682"/>
                  <a:pt x="250359" y="277449"/>
                </a:cubicBezTo>
                <a:cubicBezTo>
                  <a:pt x="250359" y="284106"/>
                  <a:pt x="242694" y="283385"/>
                  <a:pt x="232353" y="275755"/>
                </a:cubicBezTo>
                <a:cubicBezTo>
                  <a:pt x="223375" y="269132"/>
                  <a:pt x="216800" y="270410"/>
                  <a:pt x="216800" y="278780"/>
                </a:cubicBezTo>
                <a:cubicBezTo>
                  <a:pt x="216800" y="282868"/>
                  <a:pt x="211006" y="281857"/>
                  <a:pt x="197688" y="275445"/>
                </a:cubicBezTo>
                <a:cubicBezTo>
                  <a:pt x="193566" y="273460"/>
                  <a:pt x="188628" y="271836"/>
                  <a:pt x="186717" y="271836"/>
                </a:cubicBezTo>
                <a:cubicBezTo>
                  <a:pt x="184805" y="271836"/>
                  <a:pt x="183241" y="270094"/>
                  <a:pt x="183241" y="267964"/>
                </a:cubicBezTo>
                <a:cubicBezTo>
                  <a:pt x="183241" y="265105"/>
                  <a:pt x="180251" y="264092"/>
                  <a:pt x="171812" y="264092"/>
                </a:cubicBezTo>
                <a:cubicBezTo>
                  <a:pt x="162696" y="264092"/>
                  <a:pt x="159356" y="265398"/>
                  <a:pt x="155307" y="270545"/>
                </a:cubicBezTo>
                <a:cubicBezTo>
                  <a:pt x="148138" y="279659"/>
                  <a:pt x="141633" y="278604"/>
                  <a:pt x="128918" y="266264"/>
                </a:cubicBezTo>
                <a:cubicBezTo>
                  <a:pt x="119547" y="257171"/>
                  <a:pt x="116097" y="255470"/>
                  <a:pt x="106345" y="255141"/>
                </a:cubicBezTo>
                <a:cubicBezTo>
                  <a:pt x="98734" y="254884"/>
                  <a:pt x="93722" y="253233"/>
                  <a:pt x="91555" y="250269"/>
                </a:cubicBezTo>
                <a:cubicBezTo>
                  <a:pt x="89207" y="247058"/>
                  <a:pt x="86367" y="246265"/>
                  <a:pt x="81548" y="247474"/>
                </a:cubicBezTo>
                <a:cubicBezTo>
                  <a:pt x="74001" y="249368"/>
                  <a:pt x="73102" y="247043"/>
                  <a:pt x="78435" y="239429"/>
                </a:cubicBezTo>
                <a:cubicBezTo>
                  <a:pt x="83856" y="231688"/>
                  <a:pt x="86528" y="205621"/>
                  <a:pt x="82408" y="200657"/>
                </a:cubicBezTo>
                <a:cubicBezTo>
                  <a:pt x="79647" y="197331"/>
                  <a:pt x="79847" y="195321"/>
                  <a:pt x="83563" y="189030"/>
                </a:cubicBezTo>
                <a:cubicBezTo>
                  <a:pt x="88650" y="180419"/>
                  <a:pt x="87374" y="172952"/>
                  <a:pt x="79311" y="164140"/>
                </a:cubicBezTo>
                <a:cubicBezTo>
                  <a:pt x="73608" y="157907"/>
                  <a:pt x="69658" y="158530"/>
                  <a:pt x="69658" y="165664"/>
                </a:cubicBezTo>
                <a:cubicBezTo>
                  <a:pt x="69658" y="171138"/>
                  <a:pt x="55140" y="182563"/>
                  <a:pt x="52863" y="178880"/>
                </a:cubicBezTo>
                <a:cubicBezTo>
                  <a:pt x="50323" y="174770"/>
                  <a:pt x="46434" y="175933"/>
                  <a:pt x="46310" y="180840"/>
                </a:cubicBezTo>
                <a:cubicBezTo>
                  <a:pt x="46241" y="183582"/>
                  <a:pt x="44262" y="181697"/>
                  <a:pt x="41273" y="176042"/>
                </a:cubicBezTo>
                <a:cubicBezTo>
                  <a:pt x="38533" y="170858"/>
                  <a:pt x="32973" y="165329"/>
                  <a:pt x="28735" y="163573"/>
                </a:cubicBezTo>
                <a:cubicBezTo>
                  <a:pt x="15748" y="158193"/>
                  <a:pt x="9667" y="149510"/>
                  <a:pt x="8346" y="134458"/>
                </a:cubicBezTo>
                <a:cubicBezTo>
                  <a:pt x="7635" y="126353"/>
                  <a:pt x="5506" y="119523"/>
                  <a:pt x="3097" y="117621"/>
                </a:cubicBezTo>
                <a:cubicBezTo>
                  <a:pt x="868" y="115861"/>
                  <a:pt x="-459" y="114058"/>
                  <a:pt x="147" y="113613"/>
                </a:cubicBezTo>
                <a:cubicBezTo>
                  <a:pt x="7952" y="107892"/>
                  <a:pt x="16388" y="104034"/>
                  <a:pt x="21165" y="104003"/>
                </a:cubicBezTo>
                <a:cubicBezTo>
                  <a:pt x="38718" y="103886"/>
                  <a:pt x="49596" y="97348"/>
                  <a:pt x="72335" y="73250"/>
                </a:cubicBezTo>
                <a:cubicBezTo>
                  <a:pt x="94445" y="49819"/>
                  <a:pt x="94883" y="49106"/>
                  <a:pt x="93508" y="38847"/>
                </a:cubicBezTo>
                <a:cubicBezTo>
                  <a:pt x="92208" y="29159"/>
                  <a:pt x="92513" y="28479"/>
                  <a:pt x="97565" y="29800"/>
                </a:cubicBezTo>
                <a:cubicBezTo>
                  <a:pt x="103852" y="31444"/>
                  <a:pt x="107223" y="28231"/>
                  <a:pt x="109742" y="18194"/>
                </a:cubicBezTo>
                <a:cubicBezTo>
                  <a:pt x="110720" y="14298"/>
                  <a:pt x="112556" y="11110"/>
                  <a:pt x="113822" y="11110"/>
                </a:cubicBezTo>
                <a:cubicBezTo>
                  <a:pt x="115088" y="11110"/>
                  <a:pt x="118623" y="8610"/>
                  <a:pt x="121678" y="5555"/>
                </a:cubicBezTo>
                <a:lnTo>
                  <a:pt x="127233" y="0"/>
                </a:lnTo>
                <a:lnTo>
                  <a:pt x="134516" y="8782"/>
                </a:lnTo>
                <a:cubicBezTo>
                  <a:pt x="140793" y="16350"/>
                  <a:pt x="141809" y="19826"/>
                  <a:pt x="141869" y="33944"/>
                </a:cubicBezTo>
                <a:cubicBezTo>
                  <a:pt x="141922" y="46507"/>
                  <a:pt x="143236" y="52147"/>
                  <a:pt x="147505" y="58144"/>
                </a:cubicBezTo>
                <a:cubicBezTo>
                  <a:pt x="152339" y="64931"/>
                  <a:pt x="153038" y="69240"/>
                  <a:pt x="152804" y="90810"/>
                </a:cubicBezTo>
                <a:cubicBezTo>
                  <a:pt x="152465" y="122159"/>
                  <a:pt x="153210" y="124694"/>
                  <a:pt x="162764" y="124694"/>
                </a:cubicBezTo>
                <a:cubicBezTo>
                  <a:pt x="166927" y="124694"/>
                  <a:pt x="170334" y="123406"/>
                  <a:pt x="170334" y="121832"/>
                </a:cubicBezTo>
                <a:cubicBezTo>
                  <a:pt x="170334" y="118431"/>
                  <a:pt x="184072" y="121216"/>
                  <a:pt x="185393" y="124884"/>
                </a:cubicBezTo>
                <a:cubicBezTo>
                  <a:pt x="185866" y="126199"/>
                  <a:pt x="188061" y="127275"/>
                  <a:pt x="190271" y="127275"/>
                </a:cubicBezTo>
                <a:cubicBezTo>
                  <a:pt x="194758" y="127275"/>
                  <a:pt x="201103" y="134482"/>
                  <a:pt x="201229" y="139721"/>
                </a:cubicBezTo>
                <a:cubicBezTo>
                  <a:pt x="201275" y="141597"/>
                  <a:pt x="199569" y="144875"/>
                  <a:pt x="197439" y="147005"/>
                </a:cubicBezTo>
                <a:cubicBezTo>
                  <a:pt x="192728" y="151716"/>
                  <a:pt x="192413" y="159339"/>
                  <a:pt x="196794" y="162615"/>
                </a:cubicBezTo>
                <a:cubicBezTo>
                  <a:pt x="198569" y="163942"/>
                  <a:pt x="209104" y="167799"/>
                  <a:pt x="220205" y="171185"/>
                </a:cubicBezTo>
                <a:cubicBezTo>
                  <a:pt x="236917" y="176284"/>
                  <a:pt x="240766" y="176733"/>
                  <a:pt x="242581" y="173796"/>
                </a:cubicBezTo>
                <a:cubicBezTo>
                  <a:pt x="245948" y="168348"/>
                  <a:pt x="255565" y="175863"/>
                  <a:pt x="259092" y="186698"/>
                </a:cubicBezTo>
                <a:cubicBezTo>
                  <a:pt x="261627" y="194485"/>
                  <a:pt x="263378" y="195815"/>
                  <a:pt x="273592" y="197707"/>
                </a:cubicBezTo>
                <a:cubicBezTo>
                  <a:pt x="279981" y="198890"/>
                  <a:pt x="293775" y="199289"/>
                  <a:pt x="304244" y="198591"/>
                </a:cubicBezTo>
                <a:cubicBezTo>
                  <a:pt x="321502" y="197442"/>
                  <a:pt x="324213" y="197942"/>
                  <a:pt x="333285" y="203946"/>
                </a:cubicBezTo>
                <a:cubicBezTo>
                  <a:pt x="344213" y="211177"/>
                  <a:pt x="345431" y="213671"/>
                  <a:pt x="339205" y="216060"/>
                </a:cubicBezTo>
                <a:cubicBezTo>
                  <a:pt x="336957" y="216923"/>
                  <a:pt x="335638" y="219080"/>
                  <a:pt x="336274" y="220854"/>
                </a:cubicBezTo>
                <a:cubicBezTo>
                  <a:pt x="337968" y="225576"/>
                  <a:pt x="333403" y="233114"/>
                  <a:pt x="328850" y="233114"/>
                </a:cubicBezTo>
                <a:cubicBezTo>
                  <a:pt x="326331" y="233114"/>
                  <a:pt x="325653" y="234275"/>
                  <a:pt x="326965" y="236341"/>
                </a:cubicBezTo>
                <a:cubicBezTo>
                  <a:pt x="328092" y="238116"/>
                  <a:pt x="329089" y="240149"/>
                  <a:pt x="329181" y="240859"/>
                </a:cubicBezTo>
                <a:cubicBezTo>
                  <a:pt x="329272" y="241569"/>
                  <a:pt x="330272" y="244866"/>
                  <a:pt x="331403" y="248187"/>
                </a:cubicBezTo>
                <a:cubicBezTo>
                  <a:pt x="332991" y="252852"/>
                  <a:pt x="332229" y="255087"/>
                  <a:pt x="328049" y="258014"/>
                </a:cubicBezTo>
                <a:cubicBezTo>
                  <a:pt x="321663" y="262487"/>
                  <a:pt x="321157" y="268570"/>
                  <a:pt x="326532" y="276244"/>
                </a:cubicBezTo>
                <a:cubicBezTo>
                  <a:pt x="330115" y="281360"/>
                  <a:pt x="330000" y="281936"/>
                  <a:pt x="325085" y="283496"/>
                </a:cubicBezTo>
                <a:cubicBezTo>
                  <a:pt x="320727" y="284879"/>
                  <a:pt x="320050" y="286571"/>
                  <a:pt x="321398" y="292711"/>
                </a:cubicBezTo>
                <a:cubicBezTo>
                  <a:pt x="323026" y="300123"/>
                  <a:pt x="322888" y="300231"/>
                  <a:pt x="311874" y="300150"/>
                </a:cubicBezTo>
                <a:cubicBezTo>
                  <a:pt x="305727" y="300105"/>
                  <a:pt x="298443" y="298362"/>
                  <a:pt x="295686" y="296278"/>
                </a:cubicBezTo>
                <a:close/>
              </a:path>
            </a:pathLst>
          </a:custGeom>
          <a:solidFill>
            <a:srgbClr val="B9B9B9"/>
          </a:solidFill>
          <a:ln w="5163" cap="flat">
            <a:noFill/>
            <a:prstDash val="solid"/>
            <a:miter/>
          </a:ln>
        </p:spPr>
        <p:txBody>
          <a:bodyPr/>
          <a:lstStyle/>
          <a:p>
            <a:endParaRPr lang="es-419" noProof="0" dirty="0"/>
          </a:p>
        </p:txBody>
      </p:sp>
      <p:sp>
        <p:nvSpPr>
          <p:cNvPr id="51" name="Forma libre: forma 50">
            <a:extLst>
              <a:ext uri="{FF2B5EF4-FFF2-40B4-BE49-F238E27FC236}">
                <a16:creationId xmlns:a16="http://schemas.microsoft.com/office/drawing/2014/main" id="{82B26F84-C3E8-59C8-7F12-B93C47EA838B}"/>
              </a:ext>
            </a:extLst>
          </p:cNvPr>
          <p:cNvSpPr/>
          <p:nvPr/>
        </p:nvSpPr>
        <p:spPr>
          <a:xfrm>
            <a:off x="1257795" y="2071057"/>
            <a:ext cx="87522" cy="67430"/>
          </a:xfrm>
          <a:custGeom>
            <a:avLst/>
            <a:gdLst>
              <a:gd name="csX0" fmla="*/ 3976 w 87522"/>
              <a:gd name="csY0" fmla="*/ 62589 h 67430"/>
              <a:gd name="csX1" fmla="*/ 1611 w 87522"/>
              <a:gd name="csY1" fmla="*/ 35473 h 67430"/>
              <a:gd name="csX2" fmla="*/ 13354 w 87522"/>
              <a:gd name="csY2" fmla="*/ 26110 h 67430"/>
              <a:gd name="csX3" fmla="*/ 24928 w 87522"/>
              <a:gd name="csY3" fmla="*/ 17185 h 67430"/>
              <a:gd name="csX4" fmla="*/ 28816 w 87522"/>
              <a:gd name="csY4" fmla="*/ 13430 h 67430"/>
              <a:gd name="csX5" fmla="*/ 55396 w 87522"/>
              <a:gd name="csY5" fmla="*/ 696 h 67430"/>
              <a:gd name="csX6" fmla="*/ 76595 w 87522"/>
              <a:gd name="csY6" fmla="*/ 27413 h 67430"/>
              <a:gd name="csX7" fmla="*/ 81474 w 87522"/>
              <a:gd name="csY7" fmla="*/ 35237 h 67430"/>
              <a:gd name="csX8" fmla="*/ 81963 w 87522"/>
              <a:gd name="csY8" fmla="*/ 49346 h 67430"/>
              <a:gd name="csX9" fmla="*/ 69036 w 87522"/>
              <a:gd name="csY9" fmla="*/ 59608 h 67430"/>
              <a:gd name="csX10" fmla="*/ 36947 w 87522"/>
              <a:gd name="csY10" fmla="*/ 62618 h 67430"/>
              <a:gd name="csX11" fmla="*/ 17042 w 87522"/>
              <a:gd name="csY11" fmla="*/ 62345 h 67430"/>
              <a:gd name="csX12" fmla="*/ 3976 w 87522"/>
              <a:gd name="csY12" fmla="*/ 62589 h 67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7522" h="67430">
                <a:moveTo>
                  <a:pt x="3976" y="62589"/>
                </a:moveTo>
                <a:cubicBezTo>
                  <a:pt x="-42" y="58150"/>
                  <a:pt x="-1347" y="43182"/>
                  <a:pt x="1611" y="35473"/>
                </a:cubicBezTo>
                <a:cubicBezTo>
                  <a:pt x="2496" y="33167"/>
                  <a:pt x="7780" y="28954"/>
                  <a:pt x="13354" y="26110"/>
                </a:cubicBezTo>
                <a:cubicBezTo>
                  <a:pt x="18927" y="23267"/>
                  <a:pt x="24135" y="19251"/>
                  <a:pt x="24928" y="17185"/>
                </a:cubicBezTo>
                <a:cubicBezTo>
                  <a:pt x="25721" y="15120"/>
                  <a:pt x="27470" y="13430"/>
                  <a:pt x="28816" y="13430"/>
                </a:cubicBezTo>
                <a:cubicBezTo>
                  <a:pt x="32726" y="13430"/>
                  <a:pt x="53752" y="3357"/>
                  <a:pt x="55396" y="696"/>
                </a:cubicBezTo>
                <a:cubicBezTo>
                  <a:pt x="58624" y="-4526"/>
                  <a:pt x="78997" y="21152"/>
                  <a:pt x="76595" y="27413"/>
                </a:cubicBezTo>
                <a:cubicBezTo>
                  <a:pt x="75767" y="29569"/>
                  <a:pt x="77801" y="32831"/>
                  <a:pt x="81474" y="35237"/>
                </a:cubicBezTo>
                <a:cubicBezTo>
                  <a:pt x="89349" y="40396"/>
                  <a:pt x="89558" y="46431"/>
                  <a:pt x="81963" y="49346"/>
                </a:cubicBezTo>
                <a:cubicBezTo>
                  <a:pt x="78769" y="50572"/>
                  <a:pt x="72952" y="55190"/>
                  <a:pt x="69036" y="59608"/>
                </a:cubicBezTo>
                <a:cubicBezTo>
                  <a:pt x="60658" y="69060"/>
                  <a:pt x="52768" y="69801"/>
                  <a:pt x="36947" y="62618"/>
                </a:cubicBezTo>
                <a:cubicBezTo>
                  <a:pt x="26493" y="57872"/>
                  <a:pt x="25833" y="57863"/>
                  <a:pt x="17042" y="62345"/>
                </a:cubicBezTo>
                <a:cubicBezTo>
                  <a:pt x="8489" y="66705"/>
                  <a:pt x="7714" y="66720"/>
                  <a:pt x="3976" y="62589"/>
                </a:cubicBezTo>
                <a:close/>
              </a:path>
            </a:pathLst>
          </a:custGeom>
          <a:solidFill>
            <a:srgbClr val="B9B9B9"/>
          </a:solidFill>
          <a:ln w="5163" cap="flat">
            <a:noFill/>
            <a:prstDash val="solid"/>
            <a:miter/>
          </a:ln>
        </p:spPr>
        <p:txBody>
          <a:bodyPr/>
          <a:lstStyle/>
          <a:p>
            <a:endParaRPr lang="es-419" noProof="0" dirty="0"/>
          </a:p>
        </p:txBody>
      </p:sp>
      <p:sp>
        <p:nvSpPr>
          <p:cNvPr id="52" name="Forma libre: forma 51">
            <a:extLst>
              <a:ext uri="{FF2B5EF4-FFF2-40B4-BE49-F238E27FC236}">
                <a16:creationId xmlns:a16="http://schemas.microsoft.com/office/drawing/2014/main" id="{0917FB38-4F16-FD34-985B-66AA69A90CBF}"/>
              </a:ext>
            </a:extLst>
          </p:cNvPr>
          <p:cNvSpPr/>
          <p:nvPr/>
        </p:nvSpPr>
        <p:spPr>
          <a:xfrm>
            <a:off x="1498388" y="1582666"/>
            <a:ext cx="245235" cy="503912"/>
          </a:xfrm>
          <a:custGeom>
            <a:avLst/>
            <a:gdLst>
              <a:gd name="csX0" fmla="*/ 181623 w 245235"/>
              <a:gd name="csY0" fmla="*/ 494203 h 503912"/>
              <a:gd name="csX1" fmla="*/ 158452 w 245235"/>
              <a:gd name="csY1" fmla="*/ 485687 h 503912"/>
              <a:gd name="csX2" fmla="*/ 148342 w 245235"/>
              <a:gd name="csY2" fmla="*/ 487770 h 503912"/>
              <a:gd name="csX3" fmla="*/ 119521 w 245235"/>
              <a:gd name="csY3" fmla="*/ 489801 h 503912"/>
              <a:gd name="csX4" fmla="*/ 87472 w 245235"/>
              <a:gd name="csY4" fmla="*/ 489620 h 503912"/>
              <a:gd name="csX5" fmla="*/ 73190 w 245235"/>
              <a:gd name="csY5" fmla="*/ 478988 h 503912"/>
              <a:gd name="csX6" fmla="*/ 52773 w 245235"/>
              <a:gd name="csY6" fmla="*/ 460575 h 503912"/>
              <a:gd name="csX7" fmla="*/ 49575 w 245235"/>
              <a:gd name="csY7" fmla="*/ 464677 h 503912"/>
              <a:gd name="csX8" fmla="*/ 47915 w 245235"/>
              <a:gd name="csY8" fmla="*/ 467591 h 503912"/>
              <a:gd name="csX9" fmla="*/ 13036 w 245235"/>
              <a:gd name="csY9" fmla="*/ 456319 h 503912"/>
              <a:gd name="csX10" fmla="*/ 12217 w 245235"/>
              <a:gd name="csY10" fmla="*/ 442447 h 503912"/>
              <a:gd name="csX11" fmla="*/ 16234 w 245235"/>
              <a:gd name="csY11" fmla="*/ 437376 h 503912"/>
              <a:gd name="csX12" fmla="*/ 3077 w 245235"/>
              <a:gd name="csY12" fmla="*/ 417673 h 503912"/>
              <a:gd name="csX13" fmla="*/ 0 w 245235"/>
              <a:gd name="csY13" fmla="*/ 409784 h 503912"/>
              <a:gd name="csX14" fmla="*/ 6196 w 245235"/>
              <a:gd name="csY14" fmla="*/ 402269 h 503912"/>
              <a:gd name="csX15" fmla="*/ 12532 w 245235"/>
              <a:gd name="csY15" fmla="*/ 401839 h 503912"/>
              <a:gd name="csX16" fmla="*/ 13332 w 245235"/>
              <a:gd name="csY16" fmla="*/ 389178 h 503912"/>
              <a:gd name="csX17" fmla="*/ 18583 w 245235"/>
              <a:gd name="csY17" fmla="*/ 371495 h 503912"/>
              <a:gd name="csX18" fmla="*/ 33934 w 245235"/>
              <a:gd name="csY18" fmla="*/ 366100 h 503912"/>
              <a:gd name="csX19" fmla="*/ 49768 w 245235"/>
              <a:gd name="csY19" fmla="*/ 361841 h 503912"/>
              <a:gd name="csX20" fmla="*/ 46692 w 245235"/>
              <a:gd name="csY20" fmla="*/ 337409 h 503912"/>
              <a:gd name="csX21" fmla="*/ 42031 w 245235"/>
              <a:gd name="csY21" fmla="*/ 321770 h 503912"/>
              <a:gd name="csX22" fmla="*/ 39524 w 245235"/>
              <a:gd name="csY22" fmla="*/ 295336 h 503912"/>
              <a:gd name="csX23" fmla="*/ 41858 w 245235"/>
              <a:gd name="csY23" fmla="*/ 287644 h 503912"/>
              <a:gd name="csX24" fmla="*/ 57042 w 245235"/>
              <a:gd name="csY24" fmla="*/ 277265 h 503912"/>
              <a:gd name="csX25" fmla="*/ 69737 w 245235"/>
              <a:gd name="csY25" fmla="*/ 269502 h 503912"/>
              <a:gd name="csX26" fmla="*/ 79509 w 245235"/>
              <a:gd name="csY26" fmla="*/ 253317 h 503912"/>
              <a:gd name="csX27" fmla="*/ 95370 w 245235"/>
              <a:gd name="csY27" fmla="*/ 241529 h 503912"/>
              <a:gd name="csX28" fmla="*/ 141543 w 245235"/>
              <a:gd name="csY28" fmla="*/ 207386 h 503912"/>
              <a:gd name="csX29" fmla="*/ 135987 w 245235"/>
              <a:gd name="csY29" fmla="*/ 199791 h 503912"/>
              <a:gd name="csX30" fmla="*/ 127900 w 245235"/>
              <a:gd name="csY30" fmla="*/ 166538 h 503912"/>
              <a:gd name="csX31" fmla="*/ 127266 w 245235"/>
              <a:gd name="csY31" fmla="*/ 150064 h 503912"/>
              <a:gd name="csX32" fmla="*/ 118230 w 245235"/>
              <a:gd name="csY32" fmla="*/ 149351 h 503912"/>
              <a:gd name="csX33" fmla="*/ 106311 w 245235"/>
              <a:gd name="csY33" fmla="*/ 151014 h 503912"/>
              <a:gd name="csX34" fmla="*/ 100187 w 245235"/>
              <a:gd name="csY34" fmla="*/ 149485 h 503912"/>
              <a:gd name="csX35" fmla="*/ 89795 w 245235"/>
              <a:gd name="csY35" fmla="*/ 145581 h 503912"/>
              <a:gd name="csX36" fmla="*/ 79509 w 245235"/>
              <a:gd name="csY36" fmla="*/ 132462 h 503912"/>
              <a:gd name="csX37" fmla="*/ 74746 w 245235"/>
              <a:gd name="csY37" fmla="*/ 127510 h 503912"/>
              <a:gd name="csX38" fmla="*/ 61439 w 245235"/>
              <a:gd name="csY38" fmla="*/ 106041 h 503912"/>
              <a:gd name="csX39" fmla="*/ 51376 w 245235"/>
              <a:gd name="csY39" fmla="*/ 92403 h 503912"/>
              <a:gd name="csX40" fmla="*/ 43631 w 245235"/>
              <a:gd name="csY40" fmla="*/ 82710 h 503912"/>
              <a:gd name="csX41" fmla="*/ 40756 w 245235"/>
              <a:gd name="csY41" fmla="*/ 70719 h 503912"/>
              <a:gd name="csX42" fmla="*/ 37174 w 245235"/>
              <a:gd name="csY42" fmla="*/ 60642 h 503912"/>
              <a:gd name="csX43" fmla="*/ 23391 w 245235"/>
              <a:gd name="csY43" fmla="*/ 17685 h 503912"/>
              <a:gd name="csX44" fmla="*/ 16983 w 245235"/>
              <a:gd name="csY44" fmla="*/ 12409 h 503912"/>
              <a:gd name="csX45" fmla="*/ 27512 w 245235"/>
              <a:gd name="csY45" fmla="*/ 5441 h 503912"/>
              <a:gd name="csX46" fmla="*/ 44577 w 245235"/>
              <a:gd name="csY46" fmla="*/ 1452 h 503912"/>
              <a:gd name="csX47" fmla="*/ 51418 w 245235"/>
              <a:gd name="csY47" fmla="*/ 21016 h 503912"/>
              <a:gd name="csX48" fmla="*/ 53995 w 245235"/>
              <a:gd name="csY48" fmla="*/ 32559 h 503912"/>
              <a:gd name="csX49" fmla="*/ 56749 w 245235"/>
              <a:gd name="csY49" fmla="*/ 46824 h 503912"/>
              <a:gd name="csX50" fmla="*/ 61515 w 245235"/>
              <a:gd name="csY50" fmla="*/ 64401 h 503912"/>
              <a:gd name="csX51" fmla="*/ 66783 w 245235"/>
              <a:gd name="csY51" fmla="*/ 80478 h 503912"/>
              <a:gd name="csX52" fmla="*/ 69183 w 245235"/>
              <a:gd name="csY52" fmla="*/ 82335 h 503912"/>
              <a:gd name="csX53" fmla="*/ 72797 w 245235"/>
              <a:gd name="csY53" fmla="*/ 89434 h 503912"/>
              <a:gd name="csX54" fmla="*/ 77368 w 245235"/>
              <a:gd name="csY54" fmla="*/ 95891 h 503912"/>
              <a:gd name="csX55" fmla="*/ 83382 w 245235"/>
              <a:gd name="csY55" fmla="*/ 106862 h 503912"/>
              <a:gd name="csX56" fmla="*/ 91209 w 245235"/>
              <a:gd name="csY56" fmla="*/ 114603 h 503912"/>
              <a:gd name="csX57" fmla="*/ 115649 w 245235"/>
              <a:gd name="csY57" fmla="*/ 125394 h 503912"/>
              <a:gd name="csX58" fmla="*/ 132428 w 245235"/>
              <a:gd name="csY58" fmla="*/ 131624 h 503912"/>
              <a:gd name="csX59" fmla="*/ 150553 w 245235"/>
              <a:gd name="csY59" fmla="*/ 139348 h 503912"/>
              <a:gd name="csX60" fmla="*/ 176368 w 245235"/>
              <a:gd name="csY60" fmla="*/ 146927 h 503912"/>
              <a:gd name="csX61" fmla="*/ 211382 w 245235"/>
              <a:gd name="csY61" fmla="*/ 156343 h 503912"/>
              <a:gd name="csX62" fmla="*/ 230401 w 245235"/>
              <a:gd name="csY62" fmla="*/ 161456 h 503912"/>
              <a:gd name="csX63" fmla="*/ 244475 w 245235"/>
              <a:gd name="csY63" fmla="*/ 154799 h 503912"/>
              <a:gd name="csX64" fmla="*/ 229656 w 245235"/>
              <a:gd name="csY64" fmla="*/ 212698 h 503912"/>
              <a:gd name="csX65" fmla="*/ 216833 w 245235"/>
              <a:gd name="csY65" fmla="*/ 242385 h 503912"/>
              <a:gd name="csX66" fmla="*/ 205960 w 245235"/>
              <a:gd name="csY66" fmla="*/ 288674 h 503912"/>
              <a:gd name="csX67" fmla="*/ 203418 w 245235"/>
              <a:gd name="csY67" fmla="*/ 300468 h 503912"/>
              <a:gd name="csX68" fmla="*/ 200956 w 245235"/>
              <a:gd name="csY68" fmla="*/ 300468 h 503912"/>
              <a:gd name="csX69" fmla="*/ 214917 w 245235"/>
              <a:gd name="csY69" fmla="*/ 237240 h 503912"/>
              <a:gd name="csX70" fmla="*/ 224070 w 245235"/>
              <a:gd name="csY70" fmla="*/ 211401 h 503912"/>
              <a:gd name="csX71" fmla="*/ 218637 w 245235"/>
              <a:gd name="csY71" fmla="*/ 205384 h 503912"/>
              <a:gd name="csX72" fmla="*/ 214956 w 245235"/>
              <a:gd name="csY72" fmla="*/ 204826 h 503912"/>
              <a:gd name="csX73" fmla="*/ 214905 w 245235"/>
              <a:gd name="csY73" fmla="*/ 215873 h 503912"/>
              <a:gd name="csX74" fmla="*/ 213101 w 245235"/>
              <a:gd name="csY74" fmla="*/ 224084 h 503912"/>
              <a:gd name="csX75" fmla="*/ 208491 w 245235"/>
              <a:gd name="csY75" fmla="*/ 218391 h 503912"/>
              <a:gd name="csX76" fmla="*/ 197466 w 245235"/>
              <a:gd name="csY76" fmla="*/ 218019 h 503912"/>
              <a:gd name="csX77" fmla="*/ 199747 w 245235"/>
              <a:gd name="csY77" fmla="*/ 224749 h 503912"/>
              <a:gd name="csX78" fmla="*/ 203418 w 245235"/>
              <a:gd name="csY78" fmla="*/ 228616 h 503912"/>
              <a:gd name="csX79" fmla="*/ 201015 w 245235"/>
              <a:gd name="csY79" fmla="*/ 229588 h 503912"/>
              <a:gd name="csX80" fmla="*/ 196991 w 245235"/>
              <a:gd name="csY80" fmla="*/ 230726 h 503912"/>
              <a:gd name="csX81" fmla="*/ 198308 w 245235"/>
              <a:gd name="csY81" fmla="*/ 233350 h 503912"/>
              <a:gd name="csX82" fmla="*/ 199523 w 245235"/>
              <a:gd name="csY82" fmla="*/ 241200 h 503912"/>
              <a:gd name="csX83" fmla="*/ 200899 w 245235"/>
              <a:gd name="csY83" fmla="*/ 252786 h 503912"/>
              <a:gd name="csX84" fmla="*/ 200228 w 245235"/>
              <a:gd name="csY84" fmla="*/ 257969 h 503912"/>
              <a:gd name="csX85" fmla="*/ 197509 w 245235"/>
              <a:gd name="csY85" fmla="*/ 272843 h 503912"/>
              <a:gd name="csX86" fmla="*/ 194340 w 245235"/>
              <a:gd name="csY86" fmla="*/ 281107 h 503912"/>
              <a:gd name="csX87" fmla="*/ 191370 w 245235"/>
              <a:gd name="csY87" fmla="*/ 292273 h 503912"/>
              <a:gd name="csX88" fmla="*/ 195674 w 245235"/>
              <a:gd name="csY88" fmla="*/ 307167 h 503912"/>
              <a:gd name="csX89" fmla="*/ 199681 w 245235"/>
              <a:gd name="csY89" fmla="*/ 306687 h 503912"/>
              <a:gd name="csX90" fmla="*/ 200986 w 245235"/>
              <a:gd name="csY90" fmla="*/ 320424 h 503912"/>
              <a:gd name="csX91" fmla="*/ 197882 w 245235"/>
              <a:gd name="csY91" fmla="*/ 340480 h 503912"/>
              <a:gd name="csX92" fmla="*/ 197480 w 245235"/>
              <a:gd name="csY92" fmla="*/ 350806 h 503912"/>
              <a:gd name="csX93" fmla="*/ 195674 w 245235"/>
              <a:gd name="csY93" fmla="*/ 339189 h 503912"/>
              <a:gd name="csX94" fmla="*/ 193480 w 245235"/>
              <a:gd name="csY94" fmla="*/ 360201 h 503912"/>
              <a:gd name="csX95" fmla="*/ 197184 w 245235"/>
              <a:gd name="csY95" fmla="*/ 414396 h 503912"/>
              <a:gd name="csX96" fmla="*/ 198086 w 245235"/>
              <a:gd name="csY96" fmla="*/ 450991 h 503912"/>
              <a:gd name="csX97" fmla="*/ 192986 w 245235"/>
              <a:gd name="csY97" fmla="*/ 462927 h 503912"/>
              <a:gd name="csX98" fmla="*/ 186260 w 245235"/>
              <a:gd name="csY98" fmla="*/ 476652 h 503912"/>
              <a:gd name="csX99" fmla="*/ 187756 w 245235"/>
              <a:gd name="csY99" fmla="*/ 481169 h 503912"/>
              <a:gd name="csX100" fmla="*/ 190891 w 245235"/>
              <a:gd name="csY100" fmla="*/ 476652 h 503912"/>
              <a:gd name="csX101" fmla="*/ 193026 w 245235"/>
              <a:gd name="csY101" fmla="*/ 487623 h 503912"/>
              <a:gd name="csX102" fmla="*/ 194241 w 245235"/>
              <a:gd name="csY102" fmla="*/ 503884 h 503912"/>
              <a:gd name="csX103" fmla="*/ 181623 w 245235"/>
              <a:gd name="csY103" fmla="*/ 494203 h 5039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Lst>
            <a:rect l="l" t="t" r="r" b="b"/>
            <a:pathLst>
              <a:path w="245235" h="503912">
                <a:moveTo>
                  <a:pt x="181623" y="494203"/>
                </a:moveTo>
                <a:cubicBezTo>
                  <a:pt x="170080" y="484213"/>
                  <a:pt x="162664" y="481487"/>
                  <a:pt x="158452" y="485687"/>
                </a:cubicBezTo>
                <a:cubicBezTo>
                  <a:pt x="157384" y="486752"/>
                  <a:pt x="152834" y="487689"/>
                  <a:pt x="148342" y="487770"/>
                </a:cubicBezTo>
                <a:cubicBezTo>
                  <a:pt x="143849" y="487851"/>
                  <a:pt x="130880" y="488765"/>
                  <a:pt x="119521" y="489801"/>
                </a:cubicBezTo>
                <a:cubicBezTo>
                  <a:pt x="108163" y="490837"/>
                  <a:pt x="93741" y="490755"/>
                  <a:pt x="87472" y="489620"/>
                </a:cubicBezTo>
                <a:cubicBezTo>
                  <a:pt x="77605" y="487832"/>
                  <a:pt x="75687" y="486404"/>
                  <a:pt x="73190" y="478988"/>
                </a:cubicBezTo>
                <a:cubicBezTo>
                  <a:pt x="70001" y="469517"/>
                  <a:pt x="60184" y="460664"/>
                  <a:pt x="52773" y="460575"/>
                </a:cubicBezTo>
                <a:cubicBezTo>
                  <a:pt x="49415" y="460535"/>
                  <a:pt x="48457" y="461764"/>
                  <a:pt x="49575" y="464677"/>
                </a:cubicBezTo>
                <a:cubicBezTo>
                  <a:pt x="50616" y="467390"/>
                  <a:pt x="50039" y="468403"/>
                  <a:pt x="47915" y="467591"/>
                </a:cubicBezTo>
                <a:cubicBezTo>
                  <a:pt x="43178" y="465778"/>
                  <a:pt x="16822" y="457260"/>
                  <a:pt x="13036" y="456319"/>
                </a:cubicBezTo>
                <a:cubicBezTo>
                  <a:pt x="9334" y="455399"/>
                  <a:pt x="8569" y="442447"/>
                  <a:pt x="12217" y="442447"/>
                </a:cubicBezTo>
                <a:cubicBezTo>
                  <a:pt x="13541" y="442447"/>
                  <a:pt x="15349" y="440165"/>
                  <a:pt x="16234" y="437376"/>
                </a:cubicBezTo>
                <a:cubicBezTo>
                  <a:pt x="18137" y="431382"/>
                  <a:pt x="7778" y="415870"/>
                  <a:pt x="3077" y="417673"/>
                </a:cubicBezTo>
                <a:cubicBezTo>
                  <a:pt x="1055" y="418449"/>
                  <a:pt x="0" y="415744"/>
                  <a:pt x="0" y="409784"/>
                </a:cubicBezTo>
                <a:cubicBezTo>
                  <a:pt x="0" y="401499"/>
                  <a:pt x="536" y="400849"/>
                  <a:pt x="6196" y="402269"/>
                </a:cubicBezTo>
                <a:cubicBezTo>
                  <a:pt x="9603" y="403124"/>
                  <a:pt x="12454" y="402931"/>
                  <a:pt x="12532" y="401839"/>
                </a:cubicBezTo>
                <a:cubicBezTo>
                  <a:pt x="12609" y="400747"/>
                  <a:pt x="12969" y="395050"/>
                  <a:pt x="13332" y="389178"/>
                </a:cubicBezTo>
                <a:cubicBezTo>
                  <a:pt x="13694" y="383307"/>
                  <a:pt x="16057" y="375349"/>
                  <a:pt x="18583" y="371495"/>
                </a:cubicBezTo>
                <a:cubicBezTo>
                  <a:pt x="22726" y="365172"/>
                  <a:pt x="24227" y="364644"/>
                  <a:pt x="33934" y="366100"/>
                </a:cubicBezTo>
                <a:cubicBezTo>
                  <a:pt x="43066" y="367469"/>
                  <a:pt x="45460" y="366825"/>
                  <a:pt x="49768" y="361841"/>
                </a:cubicBezTo>
                <a:cubicBezTo>
                  <a:pt x="55970" y="354665"/>
                  <a:pt x="55203" y="348567"/>
                  <a:pt x="46692" y="337409"/>
                </a:cubicBezTo>
                <a:cubicBezTo>
                  <a:pt x="41680" y="330837"/>
                  <a:pt x="40608" y="327241"/>
                  <a:pt x="42031" y="321770"/>
                </a:cubicBezTo>
                <a:cubicBezTo>
                  <a:pt x="45168" y="309711"/>
                  <a:pt x="44306" y="300620"/>
                  <a:pt x="39524" y="295336"/>
                </a:cubicBezTo>
                <a:cubicBezTo>
                  <a:pt x="35095" y="290442"/>
                  <a:pt x="35173" y="290185"/>
                  <a:pt x="41858" y="287644"/>
                </a:cubicBezTo>
                <a:cubicBezTo>
                  <a:pt x="45661" y="286198"/>
                  <a:pt x="52494" y="281527"/>
                  <a:pt x="57042" y="277265"/>
                </a:cubicBezTo>
                <a:cubicBezTo>
                  <a:pt x="61590" y="273002"/>
                  <a:pt x="67303" y="269509"/>
                  <a:pt x="69737" y="269502"/>
                </a:cubicBezTo>
                <a:cubicBezTo>
                  <a:pt x="74976" y="269488"/>
                  <a:pt x="79509" y="261980"/>
                  <a:pt x="79509" y="253317"/>
                </a:cubicBezTo>
                <a:cubicBezTo>
                  <a:pt x="79509" y="246749"/>
                  <a:pt x="88587" y="240002"/>
                  <a:pt x="95370" y="241529"/>
                </a:cubicBezTo>
                <a:cubicBezTo>
                  <a:pt x="99614" y="242485"/>
                  <a:pt x="137917" y="214161"/>
                  <a:pt x="141543" y="207386"/>
                </a:cubicBezTo>
                <a:cubicBezTo>
                  <a:pt x="144262" y="202307"/>
                  <a:pt x="142422" y="199791"/>
                  <a:pt x="135987" y="199791"/>
                </a:cubicBezTo>
                <a:cubicBezTo>
                  <a:pt x="130714" y="199791"/>
                  <a:pt x="128893" y="192306"/>
                  <a:pt x="127900" y="166538"/>
                </a:cubicBezTo>
                <a:lnTo>
                  <a:pt x="127266" y="150064"/>
                </a:lnTo>
                <a:lnTo>
                  <a:pt x="118230" y="149351"/>
                </a:lnTo>
                <a:cubicBezTo>
                  <a:pt x="113261" y="148959"/>
                  <a:pt x="107898" y="149707"/>
                  <a:pt x="106311" y="151014"/>
                </a:cubicBezTo>
                <a:cubicBezTo>
                  <a:pt x="104470" y="152530"/>
                  <a:pt x="102255" y="151977"/>
                  <a:pt x="100187" y="149485"/>
                </a:cubicBezTo>
                <a:cubicBezTo>
                  <a:pt x="98405" y="147337"/>
                  <a:pt x="93728" y="145581"/>
                  <a:pt x="89795" y="145581"/>
                </a:cubicBezTo>
                <a:cubicBezTo>
                  <a:pt x="82532" y="145581"/>
                  <a:pt x="79509" y="141725"/>
                  <a:pt x="79509" y="132462"/>
                </a:cubicBezTo>
                <a:cubicBezTo>
                  <a:pt x="79509" y="129370"/>
                  <a:pt x="77720" y="127510"/>
                  <a:pt x="74746" y="127510"/>
                </a:cubicBezTo>
                <a:cubicBezTo>
                  <a:pt x="66661" y="127510"/>
                  <a:pt x="61439" y="119085"/>
                  <a:pt x="61439" y="106041"/>
                </a:cubicBezTo>
                <a:cubicBezTo>
                  <a:pt x="61439" y="94056"/>
                  <a:pt x="61402" y="94007"/>
                  <a:pt x="51376" y="92403"/>
                </a:cubicBezTo>
                <a:cubicBezTo>
                  <a:pt x="41507" y="90825"/>
                  <a:pt x="41357" y="90638"/>
                  <a:pt x="43631" y="82710"/>
                </a:cubicBezTo>
                <a:cubicBezTo>
                  <a:pt x="46841" y="71517"/>
                  <a:pt x="46650" y="70719"/>
                  <a:pt x="40756" y="70719"/>
                </a:cubicBezTo>
                <a:cubicBezTo>
                  <a:pt x="36165" y="70719"/>
                  <a:pt x="35750" y="69551"/>
                  <a:pt x="37174" y="60642"/>
                </a:cubicBezTo>
                <a:cubicBezTo>
                  <a:pt x="39267" y="47555"/>
                  <a:pt x="31942" y="24727"/>
                  <a:pt x="23391" y="17685"/>
                </a:cubicBezTo>
                <a:lnTo>
                  <a:pt x="16983" y="12409"/>
                </a:lnTo>
                <a:lnTo>
                  <a:pt x="27512" y="5441"/>
                </a:lnTo>
                <a:cubicBezTo>
                  <a:pt x="36589" y="-566"/>
                  <a:pt x="38942" y="-1116"/>
                  <a:pt x="44577" y="1452"/>
                </a:cubicBezTo>
                <a:cubicBezTo>
                  <a:pt x="50920" y="4342"/>
                  <a:pt x="52469" y="8771"/>
                  <a:pt x="51418" y="21016"/>
                </a:cubicBezTo>
                <a:cubicBezTo>
                  <a:pt x="51144" y="24205"/>
                  <a:pt x="52304" y="29399"/>
                  <a:pt x="53995" y="32559"/>
                </a:cubicBezTo>
                <a:cubicBezTo>
                  <a:pt x="55686" y="35718"/>
                  <a:pt x="56925" y="42138"/>
                  <a:pt x="56749" y="46824"/>
                </a:cubicBezTo>
                <a:cubicBezTo>
                  <a:pt x="56573" y="51511"/>
                  <a:pt x="58717" y="59420"/>
                  <a:pt x="61515" y="64401"/>
                </a:cubicBezTo>
                <a:cubicBezTo>
                  <a:pt x="64313" y="69382"/>
                  <a:pt x="66683" y="76616"/>
                  <a:pt x="66783" y="80478"/>
                </a:cubicBezTo>
                <a:cubicBezTo>
                  <a:pt x="66944" y="86723"/>
                  <a:pt x="67209" y="86928"/>
                  <a:pt x="69183" y="82335"/>
                </a:cubicBezTo>
                <a:cubicBezTo>
                  <a:pt x="71476" y="76999"/>
                  <a:pt x="71863" y="77758"/>
                  <a:pt x="72797" y="89434"/>
                </a:cubicBezTo>
                <a:cubicBezTo>
                  <a:pt x="72939" y="91209"/>
                  <a:pt x="74996" y="94114"/>
                  <a:pt x="77368" y="95891"/>
                </a:cubicBezTo>
                <a:cubicBezTo>
                  <a:pt x="79740" y="97667"/>
                  <a:pt x="82447" y="102604"/>
                  <a:pt x="83382" y="106862"/>
                </a:cubicBezTo>
                <a:cubicBezTo>
                  <a:pt x="84688" y="112811"/>
                  <a:pt x="86501" y="114603"/>
                  <a:pt x="91209" y="114603"/>
                </a:cubicBezTo>
                <a:cubicBezTo>
                  <a:pt x="99379" y="114603"/>
                  <a:pt x="110872" y="119677"/>
                  <a:pt x="115649" y="125394"/>
                </a:cubicBezTo>
                <a:cubicBezTo>
                  <a:pt x="117952" y="128149"/>
                  <a:pt x="124752" y="130674"/>
                  <a:pt x="132428" y="131624"/>
                </a:cubicBezTo>
                <a:cubicBezTo>
                  <a:pt x="141521" y="132750"/>
                  <a:pt x="146878" y="135032"/>
                  <a:pt x="150553" y="139348"/>
                </a:cubicBezTo>
                <a:cubicBezTo>
                  <a:pt x="154982" y="144548"/>
                  <a:pt x="158885" y="145694"/>
                  <a:pt x="176368" y="146927"/>
                </a:cubicBezTo>
                <a:cubicBezTo>
                  <a:pt x="205380" y="148973"/>
                  <a:pt x="204499" y="148736"/>
                  <a:pt x="211382" y="156343"/>
                </a:cubicBezTo>
                <a:cubicBezTo>
                  <a:pt x="219859" y="165712"/>
                  <a:pt x="228327" y="167989"/>
                  <a:pt x="230401" y="161456"/>
                </a:cubicBezTo>
                <a:cubicBezTo>
                  <a:pt x="231901" y="156729"/>
                  <a:pt x="241748" y="152072"/>
                  <a:pt x="244475" y="154799"/>
                </a:cubicBezTo>
                <a:cubicBezTo>
                  <a:pt x="248005" y="158329"/>
                  <a:pt x="238595" y="195092"/>
                  <a:pt x="229656" y="212698"/>
                </a:cubicBezTo>
                <a:cubicBezTo>
                  <a:pt x="224250" y="223347"/>
                  <a:pt x="218479" y="236706"/>
                  <a:pt x="216833" y="242385"/>
                </a:cubicBezTo>
                <a:cubicBezTo>
                  <a:pt x="208092" y="272545"/>
                  <a:pt x="205996" y="281464"/>
                  <a:pt x="205960" y="288674"/>
                </a:cubicBezTo>
                <a:cubicBezTo>
                  <a:pt x="205939" y="293031"/>
                  <a:pt x="204795" y="298338"/>
                  <a:pt x="203418" y="300468"/>
                </a:cubicBezTo>
                <a:cubicBezTo>
                  <a:pt x="201194" y="303910"/>
                  <a:pt x="200920" y="303910"/>
                  <a:pt x="200956" y="300468"/>
                </a:cubicBezTo>
                <a:cubicBezTo>
                  <a:pt x="201123" y="284393"/>
                  <a:pt x="207229" y="256741"/>
                  <a:pt x="214917" y="237240"/>
                </a:cubicBezTo>
                <a:cubicBezTo>
                  <a:pt x="219951" y="224471"/>
                  <a:pt x="224070" y="212844"/>
                  <a:pt x="224070" y="211401"/>
                </a:cubicBezTo>
                <a:cubicBezTo>
                  <a:pt x="224070" y="209958"/>
                  <a:pt x="221625" y="207250"/>
                  <a:pt x="218637" y="205384"/>
                </a:cubicBezTo>
                <a:cubicBezTo>
                  <a:pt x="215583" y="203477"/>
                  <a:pt x="213971" y="203233"/>
                  <a:pt x="214956" y="204826"/>
                </a:cubicBezTo>
                <a:cubicBezTo>
                  <a:pt x="215920" y="206386"/>
                  <a:pt x="215897" y="211356"/>
                  <a:pt x="214905" y="215873"/>
                </a:cubicBezTo>
                <a:lnTo>
                  <a:pt x="213101" y="224084"/>
                </a:lnTo>
                <a:lnTo>
                  <a:pt x="208491" y="218391"/>
                </a:lnTo>
                <a:cubicBezTo>
                  <a:pt x="202731" y="211277"/>
                  <a:pt x="199260" y="211160"/>
                  <a:pt x="197466" y="218019"/>
                </a:cubicBezTo>
                <a:cubicBezTo>
                  <a:pt x="196615" y="221276"/>
                  <a:pt x="197499" y="223887"/>
                  <a:pt x="199747" y="224749"/>
                </a:cubicBezTo>
                <a:cubicBezTo>
                  <a:pt x="201766" y="225524"/>
                  <a:pt x="203418" y="227264"/>
                  <a:pt x="203418" y="228616"/>
                </a:cubicBezTo>
                <a:cubicBezTo>
                  <a:pt x="203418" y="229967"/>
                  <a:pt x="202337" y="230405"/>
                  <a:pt x="201015" y="229588"/>
                </a:cubicBezTo>
                <a:cubicBezTo>
                  <a:pt x="199694" y="228771"/>
                  <a:pt x="197882" y="229283"/>
                  <a:pt x="196991" y="230726"/>
                </a:cubicBezTo>
                <a:cubicBezTo>
                  <a:pt x="196099" y="232169"/>
                  <a:pt x="196692" y="233350"/>
                  <a:pt x="198308" y="233350"/>
                </a:cubicBezTo>
                <a:cubicBezTo>
                  <a:pt x="200240" y="233350"/>
                  <a:pt x="200656" y="236041"/>
                  <a:pt x="199523" y="241200"/>
                </a:cubicBezTo>
                <a:cubicBezTo>
                  <a:pt x="198474" y="245978"/>
                  <a:pt x="199012" y="250512"/>
                  <a:pt x="200899" y="252786"/>
                </a:cubicBezTo>
                <a:cubicBezTo>
                  <a:pt x="203352" y="255741"/>
                  <a:pt x="203212" y="256824"/>
                  <a:pt x="200228" y="257969"/>
                </a:cubicBezTo>
                <a:cubicBezTo>
                  <a:pt x="197388" y="259059"/>
                  <a:pt x="196716" y="262734"/>
                  <a:pt x="197509" y="272843"/>
                </a:cubicBezTo>
                <a:cubicBezTo>
                  <a:pt x="198508" y="285590"/>
                  <a:pt x="198348" y="286008"/>
                  <a:pt x="194340" y="281107"/>
                </a:cubicBezTo>
                <a:cubicBezTo>
                  <a:pt x="190355" y="276233"/>
                  <a:pt x="190188" y="276860"/>
                  <a:pt x="191370" y="292273"/>
                </a:cubicBezTo>
                <a:cubicBezTo>
                  <a:pt x="192505" y="307076"/>
                  <a:pt x="195674" y="318043"/>
                  <a:pt x="195674" y="307167"/>
                </a:cubicBezTo>
                <a:cubicBezTo>
                  <a:pt x="195674" y="303112"/>
                  <a:pt x="196059" y="303066"/>
                  <a:pt x="199681" y="306687"/>
                </a:cubicBezTo>
                <a:cubicBezTo>
                  <a:pt x="202942" y="309948"/>
                  <a:pt x="203185" y="312507"/>
                  <a:pt x="200986" y="320424"/>
                </a:cubicBezTo>
                <a:cubicBezTo>
                  <a:pt x="199500" y="325776"/>
                  <a:pt x="198103" y="334801"/>
                  <a:pt x="197882" y="340480"/>
                </a:cubicBezTo>
                <a:lnTo>
                  <a:pt x="197480" y="350806"/>
                </a:lnTo>
                <a:lnTo>
                  <a:pt x="195674" y="339189"/>
                </a:lnTo>
                <a:cubicBezTo>
                  <a:pt x="194403" y="331014"/>
                  <a:pt x="193753" y="337239"/>
                  <a:pt x="193480" y="360201"/>
                </a:cubicBezTo>
                <a:cubicBezTo>
                  <a:pt x="193236" y="380786"/>
                  <a:pt x="194603" y="400790"/>
                  <a:pt x="197184" y="414396"/>
                </a:cubicBezTo>
                <a:cubicBezTo>
                  <a:pt x="200612" y="432468"/>
                  <a:pt x="200758" y="438399"/>
                  <a:pt x="198086" y="450991"/>
                </a:cubicBezTo>
                <a:cubicBezTo>
                  <a:pt x="196258" y="459605"/>
                  <a:pt x="194082" y="464699"/>
                  <a:pt x="192986" y="462927"/>
                </a:cubicBezTo>
                <a:cubicBezTo>
                  <a:pt x="191158" y="459970"/>
                  <a:pt x="190587" y="461135"/>
                  <a:pt x="186260" y="476652"/>
                </a:cubicBezTo>
                <a:cubicBezTo>
                  <a:pt x="185567" y="479136"/>
                  <a:pt x="186240" y="481169"/>
                  <a:pt x="187756" y="481169"/>
                </a:cubicBezTo>
                <a:cubicBezTo>
                  <a:pt x="189271" y="481169"/>
                  <a:pt x="190682" y="479136"/>
                  <a:pt x="190891" y="476652"/>
                </a:cubicBezTo>
                <a:cubicBezTo>
                  <a:pt x="191099" y="474167"/>
                  <a:pt x="192060" y="479104"/>
                  <a:pt x="193026" y="487623"/>
                </a:cubicBezTo>
                <a:cubicBezTo>
                  <a:pt x="193992" y="496142"/>
                  <a:pt x="194538" y="503459"/>
                  <a:pt x="194241" y="503884"/>
                </a:cubicBezTo>
                <a:cubicBezTo>
                  <a:pt x="193943" y="504308"/>
                  <a:pt x="188265" y="499952"/>
                  <a:pt x="181623" y="494203"/>
                </a:cubicBezTo>
                <a:close/>
              </a:path>
            </a:pathLst>
          </a:custGeom>
          <a:solidFill>
            <a:srgbClr val="B9B9B9"/>
          </a:solidFill>
          <a:ln w="5163" cap="flat">
            <a:noFill/>
            <a:prstDash val="solid"/>
            <a:miter/>
          </a:ln>
        </p:spPr>
        <p:txBody>
          <a:bodyPr/>
          <a:lstStyle/>
          <a:p>
            <a:endParaRPr lang="es-419" noProof="0" dirty="0"/>
          </a:p>
        </p:txBody>
      </p:sp>
      <p:sp>
        <p:nvSpPr>
          <p:cNvPr id="53" name="Forma libre: forma 52">
            <a:extLst>
              <a:ext uri="{FF2B5EF4-FFF2-40B4-BE49-F238E27FC236}">
                <a16:creationId xmlns:a16="http://schemas.microsoft.com/office/drawing/2014/main" id="{F0D9DDB7-21E7-361A-C635-6A729BB7E315}"/>
              </a:ext>
            </a:extLst>
          </p:cNvPr>
          <p:cNvSpPr/>
          <p:nvPr/>
        </p:nvSpPr>
        <p:spPr>
          <a:xfrm>
            <a:off x="920115" y="1646957"/>
            <a:ext cx="379561" cy="415583"/>
          </a:xfrm>
          <a:custGeom>
            <a:avLst/>
            <a:gdLst>
              <a:gd name="csX0" fmla="*/ 203090 w 379561"/>
              <a:gd name="csY0" fmla="*/ 414284 h 415583"/>
              <a:gd name="csX1" fmla="*/ 197077 w 379561"/>
              <a:gd name="csY1" fmla="*/ 404675 h 415583"/>
              <a:gd name="csX2" fmla="*/ 192271 w 379561"/>
              <a:gd name="csY2" fmla="*/ 395646 h 415583"/>
              <a:gd name="csX3" fmla="*/ 171007 w 379561"/>
              <a:gd name="csY3" fmla="*/ 397866 h 415583"/>
              <a:gd name="csX4" fmla="*/ 166946 w 379561"/>
              <a:gd name="csY4" fmla="*/ 392738 h 415583"/>
              <a:gd name="csX5" fmla="*/ 171214 w 379561"/>
              <a:gd name="csY5" fmla="*/ 375323 h 415583"/>
              <a:gd name="csX6" fmla="*/ 168526 w 379561"/>
              <a:gd name="csY6" fmla="*/ 359903 h 415583"/>
              <a:gd name="csX7" fmla="*/ 135682 w 379561"/>
              <a:gd name="csY7" fmla="*/ 348579 h 415583"/>
              <a:gd name="csX8" fmla="*/ 130456 w 379561"/>
              <a:gd name="csY8" fmla="*/ 344743 h 415583"/>
              <a:gd name="csX9" fmla="*/ 123707 w 379561"/>
              <a:gd name="csY9" fmla="*/ 339434 h 415583"/>
              <a:gd name="csX10" fmla="*/ 111898 w 379561"/>
              <a:gd name="csY10" fmla="*/ 326710 h 415583"/>
              <a:gd name="csX11" fmla="*/ 102819 w 379561"/>
              <a:gd name="csY11" fmla="*/ 312359 h 415583"/>
              <a:gd name="csX12" fmla="*/ 100189 w 379561"/>
              <a:gd name="csY12" fmla="*/ 303716 h 415583"/>
              <a:gd name="csX13" fmla="*/ 96495 w 379561"/>
              <a:gd name="csY13" fmla="*/ 291424 h 415583"/>
              <a:gd name="csX14" fmla="*/ 91114 w 379561"/>
              <a:gd name="csY14" fmla="*/ 269668 h 415583"/>
              <a:gd name="csX15" fmla="*/ 73368 w 379561"/>
              <a:gd name="csY15" fmla="*/ 228658 h 415583"/>
              <a:gd name="csX16" fmla="*/ 56149 w 379561"/>
              <a:gd name="csY16" fmla="*/ 225592 h 415583"/>
              <a:gd name="csX17" fmla="*/ 38234 w 379561"/>
              <a:gd name="csY17" fmla="*/ 218995 h 415583"/>
              <a:gd name="csX18" fmla="*/ 14702 w 379561"/>
              <a:gd name="csY18" fmla="*/ 179229 h 415583"/>
              <a:gd name="csX19" fmla="*/ 4675 w 379561"/>
              <a:gd name="csY19" fmla="*/ 165798 h 415583"/>
              <a:gd name="csX20" fmla="*/ 1771 w 379561"/>
              <a:gd name="csY20" fmla="*/ 155184 h 415583"/>
              <a:gd name="csX21" fmla="*/ 712 w 379561"/>
              <a:gd name="csY21" fmla="*/ 126667 h 415583"/>
              <a:gd name="csX22" fmla="*/ 2557 w 379561"/>
              <a:gd name="csY22" fmla="*/ 104522 h 415583"/>
              <a:gd name="csX23" fmla="*/ 16402 w 379561"/>
              <a:gd name="csY23" fmla="*/ 104522 h 415583"/>
              <a:gd name="csX24" fmla="*/ 46584 w 379561"/>
              <a:gd name="csY24" fmla="*/ 95540 h 415583"/>
              <a:gd name="csX25" fmla="*/ 48520 w 379561"/>
              <a:gd name="csY25" fmla="*/ 81044 h 415583"/>
              <a:gd name="csX26" fmla="*/ 53693 w 379561"/>
              <a:gd name="csY26" fmla="*/ 64536 h 415583"/>
              <a:gd name="csX27" fmla="*/ 57236 w 379561"/>
              <a:gd name="csY27" fmla="*/ 49938 h 415583"/>
              <a:gd name="csX28" fmla="*/ 61307 w 379561"/>
              <a:gd name="csY28" fmla="*/ 39986 h 415583"/>
              <a:gd name="csX29" fmla="*/ 72238 w 379561"/>
              <a:gd name="csY29" fmla="*/ 37166 h 415583"/>
              <a:gd name="csX30" fmla="*/ 75921 w 379561"/>
              <a:gd name="csY30" fmla="*/ 26420 h 415583"/>
              <a:gd name="csX31" fmla="*/ 86217 w 379561"/>
              <a:gd name="csY31" fmla="*/ 9008 h 415583"/>
              <a:gd name="csX32" fmla="*/ 91229 w 379561"/>
              <a:gd name="csY32" fmla="*/ 3610 h 415583"/>
              <a:gd name="csX33" fmla="*/ 100572 w 379561"/>
              <a:gd name="csY33" fmla="*/ 6016 h 415583"/>
              <a:gd name="csX34" fmla="*/ 115842 w 379561"/>
              <a:gd name="csY34" fmla="*/ 15498 h 415583"/>
              <a:gd name="csX35" fmla="*/ 130061 w 379561"/>
              <a:gd name="csY35" fmla="*/ 25801 h 415583"/>
              <a:gd name="csX36" fmla="*/ 153502 w 379561"/>
              <a:gd name="csY36" fmla="*/ 36020 h 415583"/>
              <a:gd name="csX37" fmla="*/ 166647 w 379561"/>
              <a:gd name="csY37" fmla="*/ 35196 h 415583"/>
              <a:gd name="csX38" fmla="*/ 177014 w 379561"/>
              <a:gd name="csY38" fmla="*/ 35079 h 415583"/>
              <a:gd name="csX39" fmla="*/ 199575 w 379561"/>
              <a:gd name="csY39" fmla="*/ 42570 h 415583"/>
              <a:gd name="csX40" fmla="*/ 223114 w 379561"/>
              <a:gd name="csY40" fmla="*/ 30983 h 415583"/>
              <a:gd name="csX41" fmla="*/ 243392 w 379561"/>
              <a:gd name="csY41" fmla="*/ 13562 h 415583"/>
              <a:gd name="csX42" fmla="*/ 257664 w 379561"/>
              <a:gd name="csY42" fmla="*/ 14175 h 415583"/>
              <a:gd name="csX43" fmla="*/ 270020 w 379561"/>
              <a:gd name="csY43" fmla="*/ 16753 h 415583"/>
              <a:gd name="csX44" fmla="*/ 290519 w 379561"/>
              <a:gd name="csY44" fmla="*/ 30455 h 415583"/>
              <a:gd name="csX45" fmla="*/ 307913 w 379561"/>
              <a:gd name="csY45" fmla="*/ 52734 h 415583"/>
              <a:gd name="csX46" fmla="*/ 307918 w 379561"/>
              <a:gd name="csY46" fmla="*/ 71135 h 415583"/>
              <a:gd name="csX47" fmla="*/ 305239 w 379561"/>
              <a:gd name="csY47" fmla="*/ 92635 h 415583"/>
              <a:gd name="csX48" fmla="*/ 300393 w 379561"/>
              <a:gd name="csY48" fmla="*/ 116124 h 415583"/>
              <a:gd name="csX49" fmla="*/ 296534 w 379561"/>
              <a:gd name="csY49" fmla="*/ 139467 h 415583"/>
              <a:gd name="csX50" fmla="*/ 294862 w 379561"/>
              <a:gd name="csY50" fmla="*/ 144381 h 415583"/>
              <a:gd name="csX51" fmla="*/ 302443 w 379561"/>
              <a:gd name="csY51" fmla="*/ 174221 h 415583"/>
              <a:gd name="csX52" fmla="*/ 331579 w 379561"/>
              <a:gd name="csY52" fmla="*/ 200036 h 415583"/>
              <a:gd name="csX53" fmla="*/ 345885 w 379561"/>
              <a:gd name="csY53" fmla="*/ 204322 h 415583"/>
              <a:gd name="csX54" fmla="*/ 358173 w 379561"/>
              <a:gd name="csY54" fmla="*/ 192088 h 415583"/>
              <a:gd name="csX55" fmla="*/ 365209 w 379561"/>
              <a:gd name="csY55" fmla="*/ 177533 h 415583"/>
              <a:gd name="csX56" fmla="*/ 378528 w 379561"/>
              <a:gd name="csY56" fmla="*/ 217259 h 415583"/>
              <a:gd name="csX57" fmla="*/ 379561 w 379561"/>
              <a:gd name="csY57" fmla="*/ 233192 h 415583"/>
              <a:gd name="csX58" fmla="*/ 368302 w 379561"/>
              <a:gd name="csY58" fmla="*/ 234810 h 415583"/>
              <a:gd name="csX59" fmla="*/ 342845 w 379561"/>
              <a:gd name="csY59" fmla="*/ 234877 h 415583"/>
              <a:gd name="csX60" fmla="*/ 294625 w 379561"/>
              <a:gd name="csY60" fmla="*/ 235311 h 415583"/>
              <a:gd name="csX61" fmla="*/ 265550 w 379561"/>
              <a:gd name="csY61" fmla="*/ 264572 h 415583"/>
              <a:gd name="csX62" fmla="*/ 257155 w 379561"/>
              <a:gd name="csY62" fmla="*/ 290178 h 415583"/>
              <a:gd name="csX63" fmla="*/ 253059 w 379561"/>
              <a:gd name="csY63" fmla="*/ 303293 h 415583"/>
              <a:gd name="csX64" fmla="*/ 248021 w 379561"/>
              <a:gd name="csY64" fmla="*/ 307811 h 415583"/>
              <a:gd name="csX65" fmla="*/ 241573 w 379561"/>
              <a:gd name="csY65" fmla="*/ 316201 h 415583"/>
              <a:gd name="csX66" fmla="*/ 230054 w 379561"/>
              <a:gd name="csY66" fmla="*/ 378609 h 415583"/>
              <a:gd name="csX67" fmla="*/ 225886 w 379561"/>
              <a:gd name="csY67" fmla="*/ 411224 h 415583"/>
              <a:gd name="csX68" fmla="*/ 203090 w 379561"/>
              <a:gd name="csY68" fmla="*/ 414284 h 4155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Lst>
            <a:rect l="l" t="t" r="r" b="b"/>
            <a:pathLst>
              <a:path w="379561" h="415583">
                <a:moveTo>
                  <a:pt x="203090" y="414284"/>
                </a:moveTo>
                <a:cubicBezTo>
                  <a:pt x="200763" y="412907"/>
                  <a:pt x="198058" y="408583"/>
                  <a:pt x="197077" y="404675"/>
                </a:cubicBezTo>
                <a:cubicBezTo>
                  <a:pt x="196096" y="400766"/>
                  <a:pt x="193933" y="396703"/>
                  <a:pt x="192271" y="395646"/>
                </a:cubicBezTo>
                <a:cubicBezTo>
                  <a:pt x="187214" y="392429"/>
                  <a:pt x="177806" y="393412"/>
                  <a:pt x="171007" y="397866"/>
                </a:cubicBezTo>
                <a:cubicBezTo>
                  <a:pt x="162395" y="403509"/>
                  <a:pt x="159848" y="400293"/>
                  <a:pt x="166946" y="392738"/>
                </a:cubicBezTo>
                <a:cubicBezTo>
                  <a:pt x="171625" y="387757"/>
                  <a:pt x="172379" y="384679"/>
                  <a:pt x="171214" y="375323"/>
                </a:cubicBezTo>
                <a:cubicBezTo>
                  <a:pt x="170436" y="369072"/>
                  <a:pt x="169226" y="362133"/>
                  <a:pt x="168526" y="359903"/>
                </a:cubicBezTo>
                <a:cubicBezTo>
                  <a:pt x="167058" y="355229"/>
                  <a:pt x="141404" y="346384"/>
                  <a:pt x="135682" y="348579"/>
                </a:cubicBezTo>
                <a:cubicBezTo>
                  <a:pt x="133235" y="349518"/>
                  <a:pt x="131342" y="348128"/>
                  <a:pt x="130456" y="344743"/>
                </a:cubicBezTo>
                <a:cubicBezTo>
                  <a:pt x="129618" y="341535"/>
                  <a:pt x="126946" y="339434"/>
                  <a:pt x="123707" y="339434"/>
                </a:cubicBezTo>
                <a:cubicBezTo>
                  <a:pt x="119877" y="339434"/>
                  <a:pt x="116504" y="335800"/>
                  <a:pt x="111898" y="326710"/>
                </a:cubicBezTo>
                <a:cubicBezTo>
                  <a:pt x="108351" y="319711"/>
                  <a:pt x="104266" y="313253"/>
                  <a:pt x="102819" y="312359"/>
                </a:cubicBezTo>
                <a:cubicBezTo>
                  <a:pt x="101373" y="311465"/>
                  <a:pt x="100189" y="307575"/>
                  <a:pt x="100189" y="303716"/>
                </a:cubicBezTo>
                <a:cubicBezTo>
                  <a:pt x="100189" y="299856"/>
                  <a:pt x="98526" y="294325"/>
                  <a:pt x="96495" y="291424"/>
                </a:cubicBezTo>
                <a:cubicBezTo>
                  <a:pt x="94463" y="288523"/>
                  <a:pt x="92041" y="278733"/>
                  <a:pt x="91114" y="269668"/>
                </a:cubicBezTo>
                <a:cubicBezTo>
                  <a:pt x="89247" y="251425"/>
                  <a:pt x="83480" y="238096"/>
                  <a:pt x="73368" y="228658"/>
                </a:cubicBezTo>
                <a:cubicBezTo>
                  <a:pt x="67157" y="222862"/>
                  <a:pt x="65968" y="222650"/>
                  <a:pt x="56149" y="225592"/>
                </a:cubicBezTo>
                <a:cubicBezTo>
                  <a:pt x="44901" y="228962"/>
                  <a:pt x="38234" y="226507"/>
                  <a:pt x="38234" y="218995"/>
                </a:cubicBezTo>
                <a:cubicBezTo>
                  <a:pt x="38234" y="211509"/>
                  <a:pt x="24381" y="188100"/>
                  <a:pt x="14702" y="179229"/>
                </a:cubicBezTo>
                <a:cubicBezTo>
                  <a:pt x="9187" y="174175"/>
                  <a:pt x="4675" y="168131"/>
                  <a:pt x="4675" y="165798"/>
                </a:cubicBezTo>
                <a:cubicBezTo>
                  <a:pt x="4675" y="163466"/>
                  <a:pt x="3368" y="158689"/>
                  <a:pt x="1771" y="155184"/>
                </a:cubicBezTo>
                <a:cubicBezTo>
                  <a:pt x="-157" y="150952"/>
                  <a:pt x="-513" y="141373"/>
                  <a:pt x="712" y="126667"/>
                </a:cubicBezTo>
                <a:lnTo>
                  <a:pt x="2557" y="104522"/>
                </a:lnTo>
                <a:lnTo>
                  <a:pt x="16402" y="104522"/>
                </a:lnTo>
                <a:cubicBezTo>
                  <a:pt x="30035" y="104522"/>
                  <a:pt x="42866" y="100703"/>
                  <a:pt x="46584" y="95540"/>
                </a:cubicBezTo>
                <a:cubicBezTo>
                  <a:pt x="47627" y="94091"/>
                  <a:pt x="48499" y="87568"/>
                  <a:pt x="48520" y="81044"/>
                </a:cubicBezTo>
                <a:cubicBezTo>
                  <a:pt x="48549" y="72518"/>
                  <a:pt x="50004" y="67875"/>
                  <a:pt x="53693" y="64536"/>
                </a:cubicBezTo>
                <a:cubicBezTo>
                  <a:pt x="57798" y="60822"/>
                  <a:pt x="58508" y="57895"/>
                  <a:pt x="57236" y="49938"/>
                </a:cubicBezTo>
                <a:cubicBezTo>
                  <a:pt x="55795" y="40930"/>
                  <a:pt x="56182" y="39986"/>
                  <a:pt x="61307" y="39986"/>
                </a:cubicBezTo>
                <a:cubicBezTo>
                  <a:pt x="64421" y="39986"/>
                  <a:pt x="69340" y="38717"/>
                  <a:pt x="72238" y="37166"/>
                </a:cubicBezTo>
                <a:cubicBezTo>
                  <a:pt x="76432" y="34922"/>
                  <a:pt x="77183" y="32731"/>
                  <a:pt x="75921" y="26420"/>
                </a:cubicBezTo>
                <a:cubicBezTo>
                  <a:pt x="74260" y="18119"/>
                  <a:pt x="79648" y="9008"/>
                  <a:pt x="86217" y="9008"/>
                </a:cubicBezTo>
                <a:cubicBezTo>
                  <a:pt x="88031" y="9008"/>
                  <a:pt x="90286" y="6579"/>
                  <a:pt x="91229" y="3610"/>
                </a:cubicBezTo>
                <a:cubicBezTo>
                  <a:pt x="92878" y="-1587"/>
                  <a:pt x="93226" y="-1498"/>
                  <a:pt x="100572" y="6016"/>
                </a:cubicBezTo>
                <a:cubicBezTo>
                  <a:pt x="104769" y="10308"/>
                  <a:pt x="111640" y="14575"/>
                  <a:pt x="115842" y="15498"/>
                </a:cubicBezTo>
                <a:cubicBezTo>
                  <a:pt x="120151" y="16445"/>
                  <a:pt x="126350" y="20937"/>
                  <a:pt x="130061" y="25801"/>
                </a:cubicBezTo>
                <a:cubicBezTo>
                  <a:pt x="137904" y="36084"/>
                  <a:pt x="151245" y="41900"/>
                  <a:pt x="153502" y="36020"/>
                </a:cubicBezTo>
                <a:cubicBezTo>
                  <a:pt x="155231" y="31515"/>
                  <a:pt x="162509" y="31058"/>
                  <a:pt x="166647" y="35196"/>
                </a:cubicBezTo>
                <a:cubicBezTo>
                  <a:pt x="168865" y="37413"/>
                  <a:pt x="171448" y="37384"/>
                  <a:pt x="177014" y="35079"/>
                </a:cubicBezTo>
                <a:cubicBezTo>
                  <a:pt x="186293" y="31236"/>
                  <a:pt x="197119" y="34830"/>
                  <a:pt x="199575" y="42570"/>
                </a:cubicBezTo>
                <a:cubicBezTo>
                  <a:pt x="202586" y="52057"/>
                  <a:pt x="211392" y="47722"/>
                  <a:pt x="223114" y="30983"/>
                </a:cubicBezTo>
                <a:cubicBezTo>
                  <a:pt x="231922" y="18404"/>
                  <a:pt x="235698" y="15160"/>
                  <a:pt x="243392" y="13562"/>
                </a:cubicBezTo>
                <a:cubicBezTo>
                  <a:pt x="248841" y="12430"/>
                  <a:pt x="254889" y="12690"/>
                  <a:pt x="257664" y="14175"/>
                </a:cubicBezTo>
                <a:cubicBezTo>
                  <a:pt x="260313" y="15593"/>
                  <a:pt x="265874" y="16753"/>
                  <a:pt x="270020" y="16753"/>
                </a:cubicBezTo>
                <a:cubicBezTo>
                  <a:pt x="275778" y="16753"/>
                  <a:pt x="280624" y="19992"/>
                  <a:pt x="290519" y="30455"/>
                </a:cubicBezTo>
                <a:cubicBezTo>
                  <a:pt x="297647" y="37991"/>
                  <a:pt x="305474" y="48017"/>
                  <a:pt x="307913" y="52734"/>
                </a:cubicBezTo>
                <a:cubicBezTo>
                  <a:pt x="312104" y="60839"/>
                  <a:pt x="312105" y="61851"/>
                  <a:pt x="307918" y="71135"/>
                </a:cubicBezTo>
                <a:cubicBezTo>
                  <a:pt x="304686" y="78303"/>
                  <a:pt x="303961" y="84117"/>
                  <a:pt x="305239" y="92635"/>
                </a:cubicBezTo>
                <a:cubicBezTo>
                  <a:pt x="306699" y="102374"/>
                  <a:pt x="305896" y="106269"/>
                  <a:pt x="300393" y="116124"/>
                </a:cubicBezTo>
                <a:cubicBezTo>
                  <a:pt x="293385" y="128678"/>
                  <a:pt x="292058" y="136701"/>
                  <a:pt x="296534" y="139467"/>
                </a:cubicBezTo>
                <a:cubicBezTo>
                  <a:pt x="298276" y="140544"/>
                  <a:pt x="297669" y="142329"/>
                  <a:pt x="294862" y="144381"/>
                </a:cubicBezTo>
                <a:cubicBezTo>
                  <a:pt x="289162" y="148549"/>
                  <a:pt x="291010" y="155821"/>
                  <a:pt x="302443" y="174221"/>
                </a:cubicBezTo>
                <a:cubicBezTo>
                  <a:pt x="315893" y="195868"/>
                  <a:pt x="320598" y="200036"/>
                  <a:pt x="331579" y="200036"/>
                </a:cubicBezTo>
                <a:cubicBezTo>
                  <a:pt x="336873" y="200036"/>
                  <a:pt x="343264" y="201951"/>
                  <a:pt x="345885" y="204322"/>
                </a:cubicBezTo>
                <a:cubicBezTo>
                  <a:pt x="351730" y="209612"/>
                  <a:pt x="352148" y="209195"/>
                  <a:pt x="358173" y="192088"/>
                </a:cubicBezTo>
                <a:cubicBezTo>
                  <a:pt x="360854" y="184473"/>
                  <a:pt x="364021" y="177924"/>
                  <a:pt x="365209" y="177533"/>
                </a:cubicBezTo>
                <a:cubicBezTo>
                  <a:pt x="369150" y="176239"/>
                  <a:pt x="377478" y="201079"/>
                  <a:pt x="378528" y="217259"/>
                </a:cubicBezTo>
                <a:lnTo>
                  <a:pt x="379561" y="233192"/>
                </a:lnTo>
                <a:lnTo>
                  <a:pt x="368302" y="234810"/>
                </a:lnTo>
                <a:cubicBezTo>
                  <a:pt x="362110" y="235699"/>
                  <a:pt x="350654" y="235730"/>
                  <a:pt x="342845" y="234877"/>
                </a:cubicBezTo>
                <a:cubicBezTo>
                  <a:pt x="300900" y="230295"/>
                  <a:pt x="296475" y="230334"/>
                  <a:pt x="294625" y="235311"/>
                </a:cubicBezTo>
                <a:cubicBezTo>
                  <a:pt x="292370" y="241375"/>
                  <a:pt x="269321" y="264572"/>
                  <a:pt x="265550" y="264572"/>
                </a:cubicBezTo>
                <a:cubicBezTo>
                  <a:pt x="261474" y="264572"/>
                  <a:pt x="258070" y="274955"/>
                  <a:pt x="257155" y="290178"/>
                </a:cubicBezTo>
                <a:cubicBezTo>
                  <a:pt x="256642" y="298710"/>
                  <a:pt x="255211" y="303293"/>
                  <a:pt x="253059" y="303293"/>
                </a:cubicBezTo>
                <a:cubicBezTo>
                  <a:pt x="251239" y="303294"/>
                  <a:pt x="248973" y="305327"/>
                  <a:pt x="248021" y="307811"/>
                </a:cubicBezTo>
                <a:cubicBezTo>
                  <a:pt x="247070" y="310296"/>
                  <a:pt x="244168" y="314071"/>
                  <a:pt x="241573" y="316201"/>
                </a:cubicBezTo>
                <a:cubicBezTo>
                  <a:pt x="235220" y="321415"/>
                  <a:pt x="231367" y="342287"/>
                  <a:pt x="230054" y="378609"/>
                </a:cubicBezTo>
                <a:cubicBezTo>
                  <a:pt x="229366" y="397612"/>
                  <a:pt x="227827" y="409663"/>
                  <a:pt x="225886" y="411224"/>
                </a:cubicBezTo>
                <a:cubicBezTo>
                  <a:pt x="220922" y="415217"/>
                  <a:pt x="207671" y="416995"/>
                  <a:pt x="203090" y="414284"/>
                </a:cubicBezTo>
                <a:close/>
              </a:path>
            </a:pathLst>
          </a:custGeom>
          <a:solidFill>
            <a:srgbClr val="B9B9B9"/>
          </a:solidFill>
          <a:ln w="5163" cap="flat">
            <a:noFill/>
            <a:prstDash val="solid"/>
            <a:miter/>
          </a:ln>
        </p:spPr>
        <p:txBody>
          <a:bodyPr/>
          <a:lstStyle/>
          <a:p>
            <a:endParaRPr lang="es-419" noProof="0" dirty="0"/>
          </a:p>
        </p:txBody>
      </p:sp>
      <p:sp>
        <p:nvSpPr>
          <p:cNvPr id="54" name="Forma libre: forma 53">
            <a:extLst>
              <a:ext uri="{FF2B5EF4-FFF2-40B4-BE49-F238E27FC236}">
                <a16:creationId xmlns:a16="http://schemas.microsoft.com/office/drawing/2014/main" id="{882803F4-FB9B-8461-DA20-5BED4B5CB167}"/>
              </a:ext>
            </a:extLst>
          </p:cNvPr>
          <p:cNvSpPr/>
          <p:nvPr/>
        </p:nvSpPr>
        <p:spPr>
          <a:xfrm>
            <a:off x="845627" y="1846993"/>
            <a:ext cx="4301" cy="5162"/>
          </a:xfrm>
          <a:custGeom>
            <a:avLst/>
            <a:gdLst>
              <a:gd name="csX0" fmla="*/ 4301 w 4301"/>
              <a:gd name="csY0" fmla="*/ 2581 h 5162"/>
              <a:gd name="csX1" fmla="*/ 1567 w 4301"/>
              <a:gd name="csY1" fmla="*/ 0 h 5162"/>
              <a:gd name="csX2" fmla="*/ 429 w 4301"/>
              <a:gd name="csY2" fmla="*/ 2581 h 5162"/>
              <a:gd name="csX3" fmla="*/ 3163 w 4301"/>
              <a:gd name="csY3" fmla="*/ 5163 h 5162"/>
              <a:gd name="csX4" fmla="*/ 4301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4301" y="2581"/>
                </a:moveTo>
                <a:cubicBezTo>
                  <a:pt x="4301" y="1162"/>
                  <a:pt x="3071" y="0"/>
                  <a:pt x="1567" y="0"/>
                </a:cubicBezTo>
                <a:cubicBezTo>
                  <a:pt x="64" y="0"/>
                  <a:pt x="-449" y="1162"/>
                  <a:pt x="429" y="2581"/>
                </a:cubicBezTo>
                <a:cubicBezTo>
                  <a:pt x="1306" y="4001"/>
                  <a:pt x="2537" y="5163"/>
                  <a:pt x="3163" y="5163"/>
                </a:cubicBezTo>
                <a:cubicBezTo>
                  <a:pt x="3789" y="5163"/>
                  <a:pt x="4301" y="4001"/>
                  <a:pt x="4301" y="2581"/>
                </a:cubicBezTo>
                <a:close/>
              </a:path>
            </a:pathLst>
          </a:custGeom>
          <a:solidFill>
            <a:srgbClr val="00C100"/>
          </a:solidFill>
          <a:ln w="5163" cap="flat">
            <a:noFill/>
            <a:prstDash val="solid"/>
            <a:miter/>
          </a:ln>
        </p:spPr>
        <p:txBody>
          <a:bodyPr/>
          <a:lstStyle/>
          <a:p>
            <a:endParaRPr lang="es-419" noProof="0" dirty="0"/>
          </a:p>
        </p:txBody>
      </p:sp>
      <p:sp>
        <p:nvSpPr>
          <p:cNvPr id="55" name="Forma libre: forma 54">
            <a:extLst>
              <a:ext uri="{FF2B5EF4-FFF2-40B4-BE49-F238E27FC236}">
                <a16:creationId xmlns:a16="http://schemas.microsoft.com/office/drawing/2014/main" id="{463826DF-9794-CD2B-0FCF-2848D8C44E74}"/>
              </a:ext>
            </a:extLst>
          </p:cNvPr>
          <p:cNvSpPr/>
          <p:nvPr/>
        </p:nvSpPr>
        <p:spPr>
          <a:xfrm>
            <a:off x="1407174" y="1572075"/>
            <a:ext cx="229470" cy="427142"/>
          </a:xfrm>
          <a:custGeom>
            <a:avLst/>
            <a:gdLst>
              <a:gd name="csX0" fmla="*/ 59479 w 229470"/>
              <a:gd name="csY0" fmla="*/ 423996 h 427142"/>
              <a:gd name="csX1" fmla="*/ 59694 w 229470"/>
              <a:gd name="csY1" fmla="*/ 396698 h 427142"/>
              <a:gd name="csX2" fmla="*/ 53195 w 229470"/>
              <a:gd name="csY2" fmla="*/ 362114 h 427142"/>
              <a:gd name="csX3" fmla="*/ 47446 w 229470"/>
              <a:gd name="csY3" fmla="*/ 337138 h 427142"/>
              <a:gd name="csX4" fmla="*/ 40306 w 229470"/>
              <a:gd name="csY4" fmla="*/ 312349 h 427142"/>
              <a:gd name="csX5" fmla="*/ 32609 w 229470"/>
              <a:gd name="csY5" fmla="*/ 289116 h 427142"/>
              <a:gd name="csX6" fmla="*/ 35070 w 229470"/>
              <a:gd name="csY6" fmla="*/ 271899 h 427142"/>
              <a:gd name="csX7" fmla="*/ 32418 w 229470"/>
              <a:gd name="csY7" fmla="*/ 260780 h 427142"/>
              <a:gd name="csX8" fmla="*/ 33172 w 229470"/>
              <a:gd name="csY8" fmla="*/ 247019 h 427142"/>
              <a:gd name="csX9" fmla="*/ 57856 w 229470"/>
              <a:gd name="csY9" fmla="*/ 240981 h 427142"/>
              <a:gd name="csX10" fmla="*/ 80243 w 229470"/>
              <a:gd name="csY10" fmla="*/ 236439 h 427142"/>
              <a:gd name="csX11" fmla="*/ 76436 w 229470"/>
              <a:gd name="csY11" fmla="*/ 228427 h 427142"/>
              <a:gd name="csX12" fmla="*/ 66283 w 229470"/>
              <a:gd name="csY12" fmla="*/ 225870 h 427142"/>
              <a:gd name="csX13" fmla="*/ 61369 w 229470"/>
              <a:gd name="csY13" fmla="*/ 221998 h 427142"/>
              <a:gd name="csX14" fmla="*/ 54487 w 229470"/>
              <a:gd name="csY14" fmla="*/ 218126 h 427142"/>
              <a:gd name="csX15" fmla="*/ 50882 w 229470"/>
              <a:gd name="csY15" fmla="*/ 215226 h 427142"/>
              <a:gd name="csX16" fmla="*/ 39078 w 229470"/>
              <a:gd name="csY16" fmla="*/ 199827 h 427142"/>
              <a:gd name="csX17" fmla="*/ 27028 w 229470"/>
              <a:gd name="csY17" fmla="*/ 179593 h 427142"/>
              <a:gd name="csX18" fmla="*/ 26078 w 229470"/>
              <a:gd name="csY18" fmla="*/ 170317 h 427142"/>
              <a:gd name="csX19" fmla="*/ 23581 w 229470"/>
              <a:gd name="csY19" fmla="*/ 162984 h 427142"/>
              <a:gd name="csX20" fmla="*/ 11790 w 229470"/>
              <a:gd name="csY20" fmla="*/ 145065 h 427142"/>
              <a:gd name="csX21" fmla="*/ 0 w 229470"/>
              <a:gd name="csY21" fmla="*/ 132934 h 427142"/>
              <a:gd name="csX22" fmla="*/ 16266 w 229470"/>
              <a:gd name="csY22" fmla="*/ 118970 h 427142"/>
              <a:gd name="csX23" fmla="*/ 37313 w 229470"/>
              <a:gd name="csY23" fmla="*/ 107565 h 427142"/>
              <a:gd name="csX24" fmla="*/ 42526 w 229470"/>
              <a:gd name="csY24" fmla="*/ 109268 h 427142"/>
              <a:gd name="csX25" fmla="*/ 48759 w 229470"/>
              <a:gd name="csY25" fmla="*/ 100129 h 427142"/>
              <a:gd name="csX26" fmla="*/ 49251 w 229470"/>
              <a:gd name="csY26" fmla="*/ 64399 h 427142"/>
              <a:gd name="csX27" fmla="*/ 38960 w 229470"/>
              <a:gd name="csY27" fmla="*/ 62708 h 427142"/>
              <a:gd name="csX28" fmla="*/ 28744 w 229470"/>
              <a:gd name="csY28" fmla="*/ 61040 h 427142"/>
              <a:gd name="csX29" fmla="*/ 53379 w 229470"/>
              <a:gd name="csY29" fmla="*/ 39197 h 427142"/>
              <a:gd name="csX30" fmla="*/ 71905 w 229470"/>
              <a:gd name="csY30" fmla="*/ 19485 h 427142"/>
              <a:gd name="csX31" fmla="*/ 90959 w 229470"/>
              <a:gd name="csY31" fmla="*/ 8717 h 427142"/>
              <a:gd name="csX32" fmla="*/ 109824 w 229470"/>
              <a:gd name="csY32" fmla="*/ 6256 h 427142"/>
              <a:gd name="csX33" fmla="*/ 121001 w 229470"/>
              <a:gd name="csY33" fmla="*/ 2822 h 427142"/>
              <a:gd name="csX34" fmla="*/ 122428 w 229470"/>
              <a:gd name="csY34" fmla="*/ 8347 h 427142"/>
              <a:gd name="csX35" fmla="*/ 111269 w 229470"/>
              <a:gd name="csY35" fmla="*/ 31492 h 427142"/>
              <a:gd name="csX36" fmla="*/ 125654 w 229470"/>
              <a:gd name="csY36" fmla="*/ 68353 h 427142"/>
              <a:gd name="csX37" fmla="*/ 129394 w 229470"/>
              <a:gd name="csY37" fmla="*/ 83822 h 427142"/>
              <a:gd name="csX38" fmla="*/ 132621 w 229470"/>
              <a:gd name="csY38" fmla="*/ 87380 h 427142"/>
              <a:gd name="csX39" fmla="*/ 129420 w 229470"/>
              <a:gd name="csY39" fmla="*/ 96950 h 427142"/>
              <a:gd name="csX40" fmla="*/ 135228 w 229470"/>
              <a:gd name="csY40" fmla="*/ 104581 h 427142"/>
              <a:gd name="csX41" fmla="*/ 149666 w 229470"/>
              <a:gd name="csY41" fmla="*/ 122913 h 427142"/>
              <a:gd name="csX42" fmla="*/ 159752 w 229470"/>
              <a:gd name="csY42" fmla="*/ 139280 h 427142"/>
              <a:gd name="csX43" fmla="*/ 168181 w 229470"/>
              <a:gd name="csY43" fmla="*/ 148315 h 427142"/>
              <a:gd name="csX44" fmla="*/ 179067 w 229470"/>
              <a:gd name="csY44" fmla="*/ 159986 h 427142"/>
              <a:gd name="csX45" fmla="*/ 189769 w 229470"/>
              <a:gd name="csY45" fmla="*/ 164249 h 427142"/>
              <a:gd name="csX46" fmla="*/ 197030 w 229470"/>
              <a:gd name="csY46" fmla="*/ 167037 h 427142"/>
              <a:gd name="csX47" fmla="*/ 208574 w 229470"/>
              <a:gd name="csY47" fmla="*/ 163915 h 427142"/>
              <a:gd name="csX48" fmla="*/ 216996 w 229470"/>
              <a:gd name="csY48" fmla="*/ 163915 h 427142"/>
              <a:gd name="csX49" fmla="*/ 217738 w 229470"/>
              <a:gd name="csY49" fmla="*/ 187794 h 427142"/>
              <a:gd name="csX50" fmla="*/ 224437 w 229470"/>
              <a:gd name="csY50" fmla="*/ 212516 h 427142"/>
              <a:gd name="csX51" fmla="*/ 229386 w 229470"/>
              <a:gd name="csY51" fmla="*/ 216389 h 427142"/>
              <a:gd name="csX52" fmla="*/ 185958 w 229470"/>
              <a:gd name="csY52" fmla="*/ 248433 h 427142"/>
              <a:gd name="csX53" fmla="*/ 168142 w 229470"/>
              <a:gd name="csY53" fmla="*/ 261325 h 427142"/>
              <a:gd name="csX54" fmla="*/ 158371 w 229470"/>
              <a:gd name="csY54" fmla="*/ 277501 h 427142"/>
              <a:gd name="csX55" fmla="*/ 143795 w 229470"/>
              <a:gd name="csY55" fmla="*/ 286536 h 427142"/>
              <a:gd name="csX56" fmla="*/ 128870 w 229470"/>
              <a:gd name="csY56" fmla="*/ 295569 h 427142"/>
              <a:gd name="csX57" fmla="*/ 127129 w 229470"/>
              <a:gd name="csY57" fmla="*/ 308193 h 427142"/>
              <a:gd name="csX58" fmla="*/ 130400 w 229470"/>
              <a:gd name="csY58" fmla="*/ 326436 h 427142"/>
              <a:gd name="csX59" fmla="*/ 134994 w 229470"/>
              <a:gd name="csY59" fmla="*/ 349937 h 427142"/>
              <a:gd name="csX60" fmla="*/ 142327 w 229470"/>
              <a:gd name="csY60" fmla="*/ 362849 h 427142"/>
              <a:gd name="csX61" fmla="*/ 123210 w 229470"/>
              <a:gd name="csY61" fmla="*/ 373013 h 427142"/>
              <a:gd name="csX62" fmla="*/ 101651 w 229470"/>
              <a:gd name="csY62" fmla="*/ 397639 h 427142"/>
              <a:gd name="csX63" fmla="*/ 95883 w 229470"/>
              <a:gd name="csY63" fmla="*/ 407869 h 427142"/>
              <a:gd name="csX64" fmla="*/ 86571 w 229470"/>
              <a:gd name="csY64" fmla="*/ 418453 h 427142"/>
              <a:gd name="csX65" fmla="*/ 80167 w 229470"/>
              <a:gd name="csY65" fmla="*/ 421479 h 427142"/>
              <a:gd name="csX66" fmla="*/ 70822 w 229470"/>
              <a:gd name="csY66" fmla="*/ 423763 h 427142"/>
              <a:gd name="csX67" fmla="*/ 59479 w 229470"/>
              <a:gd name="csY67" fmla="*/ 423996 h 42714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Lst>
            <a:rect l="l" t="t" r="r" b="b"/>
            <a:pathLst>
              <a:path w="229470" h="427142">
                <a:moveTo>
                  <a:pt x="59479" y="423996"/>
                </a:moveTo>
                <a:cubicBezTo>
                  <a:pt x="59345" y="422222"/>
                  <a:pt x="59442" y="409937"/>
                  <a:pt x="59694" y="396698"/>
                </a:cubicBezTo>
                <a:cubicBezTo>
                  <a:pt x="60117" y="374482"/>
                  <a:pt x="59616" y="371817"/>
                  <a:pt x="53195" y="362114"/>
                </a:cubicBezTo>
                <a:cubicBezTo>
                  <a:pt x="47165" y="353002"/>
                  <a:pt x="46399" y="349674"/>
                  <a:pt x="47446" y="337138"/>
                </a:cubicBezTo>
                <a:cubicBezTo>
                  <a:pt x="48558" y="323819"/>
                  <a:pt x="47993" y="321857"/>
                  <a:pt x="40306" y="312349"/>
                </a:cubicBezTo>
                <a:cubicBezTo>
                  <a:pt x="33058" y="303383"/>
                  <a:pt x="32044" y="300323"/>
                  <a:pt x="32609" y="289116"/>
                </a:cubicBezTo>
                <a:cubicBezTo>
                  <a:pt x="32967" y="282017"/>
                  <a:pt x="34074" y="274269"/>
                  <a:pt x="35070" y="271899"/>
                </a:cubicBezTo>
                <a:cubicBezTo>
                  <a:pt x="36124" y="269390"/>
                  <a:pt x="35017" y="264746"/>
                  <a:pt x="32418" y="260780"/>
                </a:cubicBezTo>
                <a:cubicBezTo>
                  <a:pt x="28144" y="254257"/>
                  <a:pt x="28176" y="253678"/>
                  <a:pt x="33172" y="247019"/>
                </a:cubicBezTo>
                <a:cubicBezTo>
                  <a:pt x="38159" y="240374"/>
                  <a:pt x="39247" y="240108"/>
                  <a:pt x="57856" y="240981"/>
                </a:cubicBezTo>
                <a:cubicBezTo>
                  <a:pt x="75524" y="241809"/>
                  <a:pt x="77593" y="241390"/>
                  <a:pt x="80243" y="236439"/>
                </a:cubicBezTo>
                <a:cubicBezTo>
                  <a:pt x="82790" y="231679"/>
                  <a:pt x="82305" y="230659"/>
                  <a:pt x="76436" y="228427"/>
                </a:cubicBezTo>
                <a:cubicBezTo>
                  <a:pt x="72737" y="227021"/>
                  <a:pt x="68168" y="225870"/>
                  <a:pt x="66283" y="225870"/>
                </a:cubicBezTo>
                <a:cubicBezTo>
                  <a:pt x="64397" y="225870"/>
                  <a:pt x="62186" y="224127"/>
                  <a:pt x="61369" y="221998"/>
                </a:cubicBezTo>
                <a:cubicBezTo>
                  <a:pt x="60552" y="219868"/>
                  <a:pt x="57455" y="218126"/>
                  <a:pt x="54487" y="218126"/>
                </a:cubicBezTo>
                <a:cubicBezTo>
                  <a:pt x="51152" y="218126"/>
                  <a:pt x="49775" y="217018"/>
                  <a:pt x="50882" y="215226"/>
                </a:cubicBezTo>
                <a:cubicBezTo>
                  <a:pt x="51914" y="213556"/>
                  <a:pt x="46909" y="207027"/>
                  <a:pt x="39078" y="199827"/>
                </a:cubicBezTo>
                <a:cubicBezTo>
                  <a:pt x="27017" y="188739"/>
                  <a:pt x="25656" y="186453"/>
                  <a:pt x="27028" y="179593"/>
                </a:cubicBezTo>
                <a:cubicBezTo>
                  <a:pt x="27878" y="175340"/>
                  <a:pt x="27451" y="171165"/>
                  <a:pt x="26078" y="170317"/>
                </a:cubicBezTo>
                <a:cubicBezTo>
                  <a:pt x="24704" y="169468"/>
                  <a:pt x="23581" y="166168"/>
                  <a:pt x="23581" y="162984"/>
                </a:cubicBezTo>
                <a:cubicBezTo>
                  <a:pt x="23581" y="159602"/>
                  <a:pt x="18679" y="152152"/>
                  <a:pt x="11790" y="145065"/>
                </a:cubicBezTo>
                <a:lnTo>
                  <a:pt x="0" y="132934"/>
                </a:lnTo>
                <a:lnTo>
                  <a:pt x="16266" y="118970"/>
                </a:lnTo>
                <a:cubicBezTo>
                  <a:pt x="29571" y="107549"/>
                  <a:pt x="33403" y="105472"/>
                  <a:pt x="37313" y="107565"/>
                </a:cubicBezTo>
                <a:cubicBezTo>
                  <a:pt x="39942" y="108972"/>
                  <a:pt x="42288" y="109738"/>
                  <a:pt x="42526" y="109268"/>
                </a:cubicBezTo>
                <a:cubicBezTo>
                  <a:pt x="42764" y="108799"/>
                  <a:pt x="45569" y="104686"/>
                  <a:pt x="48759" y="100129"/>
                </a:cubicBezTo>
                <a:cubicBezTo>
                  <a:pt x="56473" y="89108"/>
                  <a:pt x="56720" y="71159"/>
                  <a:pt x="49251" y="64399"/>
                </a:cubicBezTo>
                <a:cubicBezTo>
                  <a:pt x="44880" y="60443"/>
                  <a:pt x="43064" y="60145"/>
                  <a:pt x="38960" y="62708"/>
                </a:cubicBezTo>
                <a:cubicBezTo>
                  <a:pt x="31928" y="67099"/>
                  <a:pt x="28744" y="66579"/>
                  <a:pt x="28744" y="61040"/>
                </a:cubicBezTo>
                <a:cubicBezTo>
                  <a:pt x="28744" y="53145"/>
                  <a:pt x="42480" y="40966"/>
                  <a:pt x="53379" y="39197"/>
                </a:cubicBezTo>
                <a:cubicBezTo>
                  <a:pt x="66115" y="37130"/>
                  <a:pt x="70109" y="32880"/>
                  <a:pt x="71905" y="19485"/>
                </a:cubicBezTo>
                <a:cubicBezTo>
                  <a:pt x="73827" y="5162"/>
                  <a:pt x="82115" y="478"/>
                  <a:pt x="90959" y="8717"/>
                </a:cubicBezTo>
                <a:cubicBezTo>
                  <a:pt x="98823" y="16043"/>
                  <a:pt x="101930" y="15638"/>
                  <a:pt x="109824" y="6256"/>
                </a:cubicBezTo>
                <a:cubicBezTo>
                  <a:pt x="116173" y="-1290"/>
                  <a:pt x="116721" y="-1458"/>
                  <a:pt x="121001" y="2822"/>
                </a:cubicBezTo>
                <a:cubicBezTo>
                  <a:pt x="124083" y="5904"/>
                  <a:pt x="124533" y="7646"/>
                  <a:pt x="122428" y="8347"/>
                </a:cubicBezTo>
                <a:cubicBezTo>
                  <a:pt x="108913" y="12852"/>
                  <a:pt x="101196" y="28858"/>
                  <a:pt x="111269" y="31492"/>
                </a:cubicBezTo>
                <a:cubicBezTo>
                  <a:pt x="117751" y="33187"/>
                  <a:pt x="127868" y="59114"/>
                  <a:pt x="125654" y="68353"/>
                </a:cubicBezTo>
                <a:cubicBezTo>
                  <a:pt x="122658" y="80848"/>
                  <a:pt x="122997" y="82249"/>
                  <a:pt x="129394" y="83822"/>
                </a:cubicBezTo>
                <a:cubicBezTo>
                  <a:pt x="133741" y="84890"/>
                  <a:pt x="134786" y="86042"/>
                  <a:pt x="132621" y="87380"/>
                </a:cubicBezTo>
                <a:cubicBezTo>
                  <a:pt x="130861" y="88468"/>
                  <a:pt x="129420" y="92774"/>
                  <a:pt x="129420" y="96950"/>
                </a:cubicBezTo>
                <a:cubicBezTo>
                  <a:pt x="129420" y="103090"/>
                  <a:pt x="130531" y="104549"/>
                  <a:pt x="135228" y="104581"/>
                </a:cubicBezTo>
                <a:cubicBezTo>
                  <a:pt x="144939" y="104647"/>
                  <a:pt x="147895" y="108401"/>
                  <a:pt x="149666" y="122913"/>
                </a:cubicBezTo>
                <a:cubicBezTo>
                  <a:pt x="151241" y="135814"/>
                  <a:pt x="151964" y="136987"/>
                  <a:pt x="159752" y="139280"/>
                </a:cubicBezTo>
                <a:cubicBezTo>
                  <a:pt x="166352" y="141223"/>
                  <a:pt x="168150" y="143150"/>
                  <a:pt x="168181" y="148315"/>
                </a:cubicBezTo>
                <a:cubicBezTo>
                  <a:pt x="168242" y="158306"/>
                  <a:pt x="171565" y="161869"/>
                  <a:pt x="179067" y="159986"/>
                </a:cubicBezTo>
                <a:cubicBezTo>
                  <a:pt x="184111" y="158720"/>
                  <a:pt x="186588" y="159706"/>
                  <a:pt x="189769" y="164249"/>
                </a:cubicBezTo>
                <a:cubicBezTo>
                  <a:pt x="193006" y="168870"/>
                  <a:pt x="194589" y="169478"/>
                  <a:pt x="197030" y="167037"/>
                </a:cubicBezTo>
                <a:cubicBezTo>
                  <a:pt x="198747" y="165320"/>
                  <a:pt x="203942" y="163915"/>
                  <a:pt x="208574" y="163915"/>
                </a:cubicBezTo>
                <a:lnTo>
                  <a:pt x="216996" y="163915"/>
                </a:lnTo>
                <a:lnTo>
                  <a:pt x="217738" y="187794"/>
                </a:lnTo>
                <a:cubicBezTo>
                  <a:pt x="218444" y="210514"/>
                  <a:pt x="218769" y="211713"/>
                  <a:pt x="224437" y="212516"/>
                </a:cubicBezTo>
                <a:cubicBezTo>
                  <a:pt x="227714" y="212981"/>
                  <a:pt x="229940" y="214723"/>
                  <a:pt x="229386" y="216389"/>
                </a:cubicBezTo>
                <a:cubicBezTo>
                  <a:pt x="227670" y="221537"/>
                  <a:pt x="190328" y="249091"/>
                  <a:pt x="185958" y="248433"/>
                </a:cubicBezTo>
                <a:cubicBezTo>
                  <a:pt x="178411" y="247297"/>
                  <a:pt x="168142" y="254728"/>
                  <a:pt x="168142" y="261325"/>
                </a:cubicBezTo>
                <a:cubicBezTo>
                  <a:pt x="168142" y="269993"/>
                  <a:pt x="163608" y="277499"/>
                  <a:pt x="158371" y="277501"/>
                </a:cubicBezTo>
                <a:cubicBezTo>
                  <a:pt x="155936" y="277502"/>
                  <a:pt x="149377" y="281568"/>
                  <a:pt x="143795" y="286536"/>
                </a:cubicBezTo>
                <a:cubicBezTo>
                  <a:pt x="138212" y="291504"/>
                  <a:pt x="131496" y="295569"/>
                  <a:pt x="128870" y="295569"/>
                </a:cubicBezTo>
                <a:cubicBezTo>
                  <a:pt x="121381" y="295569"/>
                  <a:pt x="120392" y="302737"/>
                  <a:pt x="127129" y="308193"/>
                </a:cubicBezTo>
                <a:cubicBezTo>
                  <a:pt x="132769" y="312760"/>
                  <a:pt x="132971" y="313884"/>
                  <a:pt x="130400" y="326436"/>
                </a:cubicBezTo>
                <a:cubicBezTo>
                  <a:pt x="127799" y="339132"/>
                  <a:pt x="128033" y="340327"/>
                  <a:pt x="134994" y="349937"/>
                </a:cubicBezTo>
                <a:cubicBezTo>
                  <a:pt x="139027" y="355505"/>
                  <a:pt x="142327" y="361315"/>
                  <a:pt x="142327" y="362849"/>
                </a:cubicBezTo>
                <a:cubicBezTo>
                  <a:pt x="142327" y="368872"/>
                  <a:pt x="134539" y="373013"/>
                  <a:pt x="123210" y="373013"/>
                </a:cubicBezTo>
                <a:cubicBezTo>
                  <a:pt x="109180" y="373013"/>
                  <a:pt x="103724" y="379244"/>
                  <a:pt x="101651" y="397639"/>
                </a:cubicBezTo>
                <a:cubicBezTo>
                  <a:pt x="100573" y="407198"/>
                  <a:pt x="99540" y="409030"/>
                  <a:pt x="95883" y="407869"/>
                </a:cubicBezTo>
                <a:cubicBezTo>
                  <a:pt x="90324" y="406105"/>
                  <a:pt x="84411" y="412825"/>
                  <a:pt x="86571" y="418453"/>
                </a:cubicBezTo>
                <a:cubicBezTo>
                  <a:pt x="87898" y="421912"/>
                  <a:pt x="86764" y="422448"/>
                  <a:pt x="80167" y="421479"/>
                </a:cubicBezTo>
                <a:cubicBezTo>
                  <a:pt x="74953" y="420714"/>
                  <a:pt x="71686" y="421512"/>
                  <a:pt x="70822" y="423763"/>
                </a:cubicBezTo>
                <a:cubicBezTo>
                  <a:pt x="69146" y="428132"/>
                  <a:pt x="59804" y="428324"/>
                  <a:pt x="59479" y="423996"/>
                </a:cubicBezTo>
                <a:close/>
              </a:path>
            </a:pathLst>
          </a:custGeom>
          <a:solidFill>
            <a:srgbClr val="B9B9B9"/>
          </a:solidFill>
          <a:ln w="5163" cap="flat">
            <a:noFill/>
            <a:prstDash val="solid"/>
            <a:miter/>
          </a:ln>
        </p:spPr>
        <p:txBody>
          <a:bodyPr/>
          <a:lstStyle/>
          <a:p>
            <a:endParaRPr lang="es-419" noProof="0" dirty="0"/>
          </a:p>
        </p:txBody>
      </p:sp>
      <p:sp>
        <p:nvSpPr>
          <p:cNvPr id="56" name="Forma libre: forma 55">
            <a:extLst>
              <a:ext uri="{FF2B5EF4-FFF2-40B4-BE49-F238E27FC236}">
                <a16:creationId xmlns:a16="http://schemas.microsoft.com/office/drawing/2014/main" id="{5B81616F-975E-4A4A-24D5-C83F1BD081BC}"/>
              </a:ext>
            </a:extLst>
          </p:cNvPr>
          <p:cNvSpPr/>
          <p:nvPr/>
        </p:nvSpPr>
        <p:spPr>
          <a:xfrm>
            <a:off x="1184880" y="1375117"/>
            <a:ext cx="334306" cy="498738"/>
          </a:xfrm>
          <a:custGeom>
            <a:avLst/>
            <a:gdLst>
              <a:gd name="csX0" fmla="*/ 247743 w 334306"/>
              <a:gd name="csY0" fmla="*/ 496867 h 498738"/>
              <a:gd name="csX1" fmla="*/ 240505 w 334306"/>
              <a:gd name="csY1" fmla="*/ 493884 h 498738"/>
              <a:gd name="csX2" fmla="*/ 219827 w 334306"/>
              <a:gd name="csY2" fmla="*/ 476477 h 498738"/>
              <a:gd name="csX3" fmla="*/ 204292 w 334306"/>
              <a:gd name="csY3" fmla="*/ 470138 h 498738"/>
              <a:gd name="csX4" fmla="*/ 191180 w 334306"/>
              <a:gd name="csY4" fmla="*/ 465927 h 498738"/>
              <a:gd name="csX5" fmla="*/ 185245 w 334306"/>
              <a:gd name="csY5" fmla="*/ 460255 h 498738"/>
              <a:gd name="csX6" fmla="*/ 179372 w 334306"/>
              <a:gd name="csY6" fmla="*/ 456383 h 498738"/>
              <a:gd name="csX7" fmla="*/ 119384 w 334306"/>
              <a:gd name="csY7" fmla="*/ 437991 h 498738"/>
              <a:gd name="csX8" fmla="*/ 89617 w 334306"/>
              <a:gd name="csY8" fmla="*/ 463480 h 498738"/>
              <a:gd name="csX9" fmla="*/ 81270 w 334306"/>
              <a:gd name="csY9" fmla="*/ 471310 h 498738"/>
              <a:gd name="csX10" fmla="*/ 65769 w 334306"/>
              <a:gd name="csY10" fmla="*/ 466800 h 498738"/>
              <a:gd name="csX11" fmla="*/ 41569 w 334306"/>
              <a:gd name="csY11" fmla="*/ 444771 h 498738"/>
              <a:gd name="csX12" fmla="*/ 29063 w 334306"/>
              <a:gd name="csY12" fmla="*/ 422183 h 498738"/>
              <a:gd name="csX13" fmla="*/ 35486 w 334306"/>
              <a:gd name="csY13" fmla="*/ 420247 h 498738"/>
              <a:gd name="csX14" fmla="*/ 36311 w 334306"/>
              <a:gd name="csY14" fmla="*/ 410716 h 498738"/>
              <a:gd name="csX15" fmla="*/ 30682 w 334306"/>
              <a:gd name="csY15" fmla="*/ 404725 h 498738"/>
              <a:gd name="csX16" fmla="*/ 36945 w 334306"/>
              <a:gd name="csY16" fmla="*/ 393771 h 498738"/>
              <a:gd name="csX17" fmla="*/ 44969 w 334306"/>
              <a:gd name="csY17" fmla="*/ 363455 h 498738"/>
              <a:gd name="csX18" fmla="*/ 48481 w 334306"/>
              <a:gd name="csY18" fmla="*/ 335841 h 498738"/>
              <a:gd name="csX19" fmla="*/ 28755 w 334306"/>
              <a:gd name="csY19" fmla="*/ 300210 h 498738"/>
              <a:gd name="csX20" fmla="*/ 9477 w 334306"/>
              <a:gd name="csY20" fmla="*/ 236920 h 498738"/>
              <a:gd name="csX21" fmla="*/ 0 w 334306"/>
              <a:gd name="csY21" fmla="*/ 183956 h 498738"/>
              <a:gd name="csX22" fmla="*/ 8603 w 334306"/>
              <a:gd name="csY22" fmla="*/ 171093 h 498738"/>
              <a:gd name="csX23" fmla="*/ 19247 w 334306"/>
              <a:gd name="csY23" fmla="*/ 157370 h 498738"/>
              <a:gd name="csX24" fmla="*/ 21288 w 334306"/>
              <a:gd name="csY24" fmla="*/ 154226 h 498738"/>
              <a:gd name="csX25" fmla="*/ 42935 w 334306"/>
              <a:gd name="csY25" fmla="*/ 118946 h 498738"/>
              <a:gd name="csX26" fmla="*/ 66467 w 334306"/>
              <a:gd name="csY26" fmla="*/ 79496 h 498738"/>
              <a:gd name="csX27" fmla="*/ 76541 w 334306"/>
              <a:gd name="csY27" fmla="*/ 65175 h 498738"/>
              <a:gd name="csX28" fmla="*/ 97572 w 334306"/>
              <a:gd name="csY28" fmla="*/ 34163 h 498738"/>
              <a:gd name="csX29" fmla="*/ 112627 w 334306"/>
              <a:gd name="csY29" fmla="*/ 9814 h 498738"/>
              <a:gd name="csX30" fmla="*/ 119648 w 334306"/>
              <a:gd name="csY30" fmla="*/ 4329 h 498738"/>
              <a:gd name="csX31" fmla="*/ 132858 w 334306"/>
              <a:gd name="csY31" fmla="*/ 713 h 498738"/>
              <a:gd name="csX32" fmla="*/ 193546 w 334306"/>
              <a:gd name="csY32" fmla="*/ 5578 h 498738"/>
              <a:gd name="csX33" fmla="*/ 220060 w 334306"/>
              <a:gd name="csY33" fmla="*/ 20523 h 498738"/>
              <a:gd name="csX34" fmla="*/ 224578 w 334306"/>
              <a:gd name="csY34" fmla="*/ 25298 h 498738"/>
              <a:gd name="csX35" fmla="*/ 221567 w 334306"/>
              <a:gd name="csY35" fmla="*/ 31335 h 498738"/>
              <a:gd name="csX36" fmla="*/ 217338 w 334306"/>
              <a:gd name="csY36" fmla="*/ 39397 h 498738"/>
              <a:gd name="csX37" fmla="*/ 222891 w 334306"/>
              <a:gd name="csY37" fmla="*/ 37878 h 498738"/>
              <a:gd name="csX38" fmla="*/ 225189 w 334306"/>
              <a:gd name="csY38" fmla="*/ 36902 h 498738"/>
              <a:gd name="csX39" fmla="*/ 234581 w 334306"/>
              <a:gd name="csY39" fmla="*/ 40152 h 498738"/>
              <a:gd name="csX40" fmla="*/ 261177 w 334306"/>
              <a:gd name="csY40" fmla="*/ 57181 h 498738"/>
              <a:gd name="csX41" fmla="*/ 267817 w 334306"/>
              <a:gd name="csY41" fmla="*/ 67059 h 498738"/>
              <a:gd name="csX42" fmla="*/ 274280 w 334306"/>
              <a:gd name="csY42" fmla="*/ 79049 h 498738"/>
              <a:gd name="csX43" fmla="*/ 279443 w 334306"/>
              <a:gd name="csY43" fmla="*/ 91820 h 498738"/>
              <a:gd name="csX44" fmla="*/ 284596 w 334306"/>
              <a:gd name="csY44" fmla="*/ 105775 h 498738"/>
              <a:gd name="csX45" fmla="*/ 291417 w 334306"/>
              <a:gd name="csY45" fmla="*/ 120219 h 498738"/>
              <a:gd name="csX46" fmla="*/ 298659 w 334306"/>
              <a:gd name="csY46" fmla="*/ 133370 h 498738"/>
              <a:gd name="csX47" fmla="*/ 314425 w 334306"/>
              <a:gd name="csY47" fmla="*/ 156674 h 498738"/>
              <a:gd name="csX48" fmla="*/ 323321 w 334306"/>
              <a:gd name="csY48" fmla="*/ 164371 h 498738"/>
              <a:gd name="csX49" fmla="*/ 329277 w 334306"/>
              <a:gd name="csY49" fmla="*/ 172896 h 498738"/>
              <a:gd name="csX50" fmla="*/ 327346 w 334306"/>
              <a:gd name="csY50" fmla="*/ 203260 h 498738"/>
              <a:gd name="csX51" fmla="*/ 321564 w 334306"/>
              <a:gd name="csY51" fmla="*/ 208691 h 498738"/>
              <a:gd name="csX52" fmla="*/ 314839 w 334306"/>
              <a:gd name="csY52" fmla="*/ 201967 h 498738"/>
              <a:gd name="csX53" fmla="*/ 300945 w 334306"/>
              <a:gd name="csY53" fmla="*/ 198679 h 498738"/>
              <a:gd name="csX54" fmla="*/ 291854 w 334306"/>
              <a:gd name="csY54" fmla="*/ 213362 h 498738"/>
              <a:gd name="csX55" fmla="*/ 273477 w 334306"/>
              <a:gd name="csY55" fmla="*/ 233193 h 498738"/>
              <a:gd name="csX56" fmla="*/ 248561 w 334306"/>
              <a:gd name="csY56" fmla="*/ 258261 h 498738"/>
              <a:gd name="csX57" fmla="*/ 254757 w 334306"/>
              <a:gd name="csY57" fmla="*/ 265360 h 498738"/>
              <a:gd name="csX58" fmla="*/ 262758 w 334306"/>
              <a:gd name="csY58" fmla="*/ 262611 h 498738"/>
              <a:gd name="csX59" fmla="*/ 269300 w 334306"/>
              <a:gd name="csY59" fmla="*/ 264243 h 498738"/>
              <a:gd name="csX60" fmla="*/ 257492 w 334306"/>
              <a:gd name="csY60" fmla="*/ 300210 h 498738"/>
              <a:gd name="csX61" fmla="*/ 220205 w 334306"/>
              <a:gd name="csY61" fmla="*/ 329428 h 498738"/>
              <a:gd name="csX62" fmla="*/ 231476 w 334306"/>
              <a:gd name="csY62" fmla="*/ 344578 h 498738"/>
              <a:gd name="csX63" fmla="*/ 244540 w 334306"/>
              <a:gd name="csY63" fmla="*/ 369570 h 498738"/>
              <a:gd name="csX64" fmla="*/ 259568 w 334306"/>
              <a:gd name="csY64" fmla="*/ 400936 h 498738"/>
              <a:gd name="csX65" fmla="*/ 267812 w 334306"/>
              <a:gd name="csY65" fmla="*/ 410972 h 498738"/>
              <a:gd name="csX66" fmla="*/ 272980 w 334306"/>
              <a:gd name="csY66" fmla="*/ 418667 h 498738"/>
              <a:gd name="csX67" fmla="*/ 279745 w 334306"/>
              <a:gd name="csY67" fmla="*/ 423732 h 498738"/>
              <a:gd name="csX68" fmla="*/ 289553 w 334306"/>
              <a:gd name="csY68" fmla="*/ 427604 h 498738"/>
              <a:gd name="csX69" fmla="*/ 298277 w 334306"/>
              <a:gd name="csY69" fmla="*/ 431864 h 498738"/>
              <a:gd name="csX70" fmla="*/ 272913 w 334306"/>
              <a:gd name="csY70" fmla="*/ 433099 h 498738"/>
              <a:gd name="csX71" fmla="*/ 253686 w 334306"/>
              <a:gd name="csY71" fmla="*/ 440109 h 498738"/>
              <a:gd name="csX72" fmla="*/ 252360 w 334306"/>
              <a:gd name="csY72" fmla="*/ 461577 h 498738"/>
              <a:gd name="csX73" fmla="*/ 253346 w 334306"/>
              <a:gd name="csY73" fmla="*/ 468333 h 498738"/>
              <a:gd name="csX74" fmla="*/ 251680 w 334306"/>
              <a:gd name="csY74" fmla="*/ 476637 h 498738"/>
              <a:gd name="csX75" fmla="*/ 251259 w 334306"/>
              <a:gd name="csY75" fmla="*/ 491494 h 498738"/>
              <a:gd name="csX76" fmla="*/ 247743 w 334306"/>
              <a:gd name="csY76" fmla="*/ 496867 h 4987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Lst>
            <a:rect l="l" t="t" r="r" b="b"/>
            <a:pathLst>
              <a:path w="334306" h="498738">
                <a:moveTo>
                  <a:pt x="247743" y="496867"/>
                </a:moveTo>
                <a:cubicBezTo>
                  <a:pt x="246424" y="493506"/>
                  <a:pt x="244367" y="492659"/>
                  <a:pt x="240505" y="493884"/>
                </a:cubicBezTo>
                <a:cubicBezTo>
                  <a:pt x="234008" y="495946"/>
                  <a:pt x="224617" y="488040"/>
                  <a:pt x="219827" y="476477"/>
                </a:cubicBezTo>
                <a:cubicBezTo>
                  <a:pt x="216729" y="468997"/>
                  <a:pt x="216097" y="468739"/>
                  <a:pt x="204292" y="470138"/>
                </a:cubicBezTo>
                <a:cubicBezTo>
                  <a:pt x="193057" y="471468"/>
                  <a:pt x="191916" y="471102"/>
                  <a:pt x="191180" y="465927"/>
                </a:cubicBezTo>
                <a:cubicBezTo>
                  <a:pt x="190659" y="462266"/>
                  <a:pt x="188558" y="460258"/>
                  <a:pt x="185245" y="460255"/>
                </a:cubicBezTo>
                <a:cubicBezTo>
                  <a:pt x="182424" y="460253"/>
                  <a:pt x="179781" y="458510"/>
                  <a:pt x="179372" y="456383"/>
                </a:cubicBezTo>
                <a:cubicBezTo>
                  <a:pt x="178300" y="450818"/>
                  <a:pt x="133997" y="437235"/>
                  <a:pt x="119384" y="437991"/>
                </a:cubicBezTo>
                <a:cubicBezTo>
                  <a:pt x="99217" y="439035"/>
                  <a:pt x="100133" y="438251"/>
                  <a:pt x="89617" y="463480"/>
                </a:cubicBezTo>
                <a:cubicBezTo>
                  <a:pt x="85806" y="472621"/>
                  <a:pt x="84419" y="473923"/>
                  <a:pt x="81270" y="471310"/>
                </a:cubicBezTo>
                <a:cubicBezTo>
                  <a:pt x="79194" y="469587"/>
                  <a:pt x="72218" y="467557"/>
                  <a:pt x="65769" y="466800"/>
                </a:cubicBezTo>
                <a:cubicBezTo>
                  <a:pt x="54283" y="465451"/>
                  <a:pt x="53791" y="465003"/>
                  <a:pt x="41569" y="444771"/>
                </a:cubicBezTo>
                <a:cubicBezTo>
                  <a:pt x="34707" y="433413"/>
                  <a:pt x="29080" y="423248"/>
                  <a:pt x="29063" y="422183"/>
                </a:cubicBezTo>
                <a:cubicBezTo>
                  <a:pt x="29046" y="421119"/>
                  <a:pt x="31937" y="420247"/>
                  <a:pt x="35486" y="420247"/>
                </a:cubicBezTo>
                <a:cubicBezTo>
                  <a:pt x="43403" y="420247"/>
                  <a:pt x="43560" y="418433"/>
                  <a:pt x="36311" y="410716"/>
                </a:cubicBezTo>
                <a:lnTo>
                  <a:pt x="30682" y="404725"/>
                </a:lnTo>
                <a:lnTo>
                  <a:pt x="36945" y="393771"/>
                </a:lnTo>
                <a:cubicBezTo>
                  <a:pt x="41241" y="386255"/>
                  <a:pt x="43760" y="376739"/>
                  <a:pt x="44969" y="363455"/>
                </a:cubicBezTo>
                <a:cubicBezTo>
                  <a:pt x="45939" y="352807"/>
                  <a:pt x="47519" y="340381"/>
                  <a:pt x="48481" y="335841"/>
                </a:cubicBezTo>
                <a:cubicBezTo>
                  <a:pt x="50445" y="326577"/>
                  <a:pt x="45773" y="318139"/>
                  <a:pt x="28755" y="300210"/>
                </a:cubicBezTo>
                <a:cubicBezTo>
                  <a:pt x="18993" y="289925"/>
                  <a:pt x="18916" y="289673"/>
                  <a:pt x="9477" y="236920"/>
                </a:cubicBezTo>
                <a:lnTo>
                  <a:pt x="0" y="183956"/>
                </a:lnTo>
                <a:lnTo>
                  <a:pt x="8603" y="171093"/>
                </a:lnTo>
                <a:cubicBezTo>
                  <a:pt x="13334" y="164019"/>
                  <a:pt x="18124" y="157843"/>
                  <a:pt x="19247" y="157370"/>
                </a:cubicBezTo>
                <a:cubicBezTo>
                  <a:pt x="20370" y="156896"/>
                  <a:pt x="21288" y="155482"/>
                  <a:pt x="21288" y="154226"/>
                </a:cubicBezTo>
                <a:cubicBezTo>
                  <a:pt x="21288" y="152970"/>
                  <a:pt x="31029" y="137094"/>
                  <a:pt x="42935" y="118946"/>
                </a:cubicBezTo>
                <a:cubicBezTo>
                  <a:pt x="54840" y="100798"/>
                  <a:pt x="65430" y="83045"/>
                  <a:pt x="66467" y="79496"/>
                </a:cubicBezTo>
                <a:cubicBezTo>
                  <a:pt x="67505" y="75946"/>
                  <a:pt x="72038" y="69502"/>
                  <a:pt x="76541" y="65175"/>
                </a:cubicBezTo>
                <a:cubicBezTo>
                  <a:pt x="87950" y="54213"/>
                  <a:pt x="95497" y="43084"/>
                  <a:pt x="97572" y="34163"/>
                </a:cubicBezTo>
                <a:cubicBezTo>
                  <a:pt x="99599" y="25448"/>
                  <a:pt x="109249" y="9841"/>
                  <a:pt x="112627" y="9814"/>
                </a:cubicBezTo>
                <a:cubicBezTo>
                  <a:pt x="113880" y="9805"/>
                  <a:pt x="117040" y="7336"/>
                  <a:pt x="119648" y="4329"/>
                </a:cubicBezTo>
                <a:cubicBezTo>
                  <a:pt x="123477" y="-86"/>
                  <a:pt x="126019" y="-782"/>
                  <a:pt x="132858" y="713"/>
                </a:cubicBezTo>
                <a:cubicBezTo>
                  <a:pt x="141063" y="2507"/>
                  <a:pt x="160286" y="4048"/>
                  <a:pt x="193546" y="5578"/>
                </a:cubicBezTo>
                <a:cubicBezTo>
                  <a:pt x="210737" y="6368"/>
                  <a:pt x="220060" y="11623"/>
                  <a:pt x="220060" y="20523"/>
                </a:cubicBezTo>
                <a:cubicBezTo>
                  <a:pt x="220060" y="23333"/>
                  <a:pt x="221912" y="25291"/>
                  <a:pt x="224578" y="25298"/>
                </a:cubicBezTo>
                <a:cubicBezTo>
                  <a:pt x="228025" y="25308"/>
                  <a:pt x="227313" y="26737"/>
                  <a:pt x="221567" y="31335"/>
                </a:cubicBezTo>
                <a:cubicBezTo>
                  <a:pt x="216052" y="35748"/>
                  <a:pt x="214921" y="37903"/>
                  <a:pt x="217338" y="39397"/>
                </a:cubicBezTo>
                <a:cubicBezTo>
                  <a:pt x="219279" y="40596"/>
                  <a:pt x="221565" y="39971"/>
                  <a:pt x="222891" y="37878"/>
                </a:cubicBezTo>
                <a:cubicBezTo>
                  <a:pt x="224130" y="35921"/>
                  <a:pt x="225164" y="35482"/>
                  <a:pt x="225189" y="36902"/>
                </a:cubicBezTo>
                <a:cubicBezTo>
                  <a:pt x="225213" y="38322"/>
                  <a:pt x="229440" y="39784"/>
                  <a:pt x="234581" y="40152"/>
                </a:cubicBezTo>
                <a:cubicBezTo>
                  <a:pt x="243367" y="40781"/>
                  <a:pt x="260731" y="51899"/>
                  <a:pt x="261177" y="57181"/>
                </a:cubicBezTo>
                <a:cubicBezTo>
                  <a:pt x="261279" y="58396"/>
                  <a:pt x="264267" y="62841"/>
                  <a:pt x="267817" y="67059"/>
                </a:cubicBezTo>
                <a:cubicBezTo>
                  <a:pt x="271366" y="71278"/>
                  <a:pt x="274275" y="76673"/>
                  <a:pt x="274280" y="79049"/>
                </a:cubicBezTo>
                <a:cubicBezTo>
                  <a:pt x="274285" y="81424"/>
                  <a:pt x="276609" y="87172"/>
                  <a:pt x="279443" y="91820"/>
                </a:cubicBezTo>
                <a:cubicBezTo>
                  <a:pt x="282277" y="96469"/>
                  <a:pt x="284596" y="102748"/>
                  <a:pt x="284596" y="105775"/>
                </a:cubicBezTo>
                <a:cubicBezTo>
                  <a:pt x="284596" y="108801"/>
                  <a:pt x="287666" y="115301"/>
                  <a:pt x="291417" y="120219"/>
                </a:cubicBezTo>
                <a:cubicBezTo>
                  <a:pt x="295169" y="125138"/>
                  <a:pt x="298428" y="131056"/>
                  <a:pt x="298659" y="133370"/>
                </a:cubicBezTo>
                <a:cubicBezTo>
                  <a:pt x="299477" y="141547"/>
                  <a:pt x="305637" y="150653"/>
                  <a:pt x="314425" y="156674"/>
                </a:cubicBezTo>
                <a:cubicBezTo>
                  <a:pt x="319316" y="160026"/>
                  <a:pt x="323320" y="163489"/>
                  <a:pt x="323321" y="164371"/>
                </a:cubicBezTo>
                <a:cubicBezTo>
                  <a:pt x="323323" y="165253"/>
                  <a:pt x="326003" y="169089"/>
                  <a:pt x="329277" y="172896"/>
                </a:cubicBezTo>
                <a:cubicBezTo>
                  <a:pt x="336682" y="181505"/>
                  <a:pt x="335803" y="195314"/>
                  <a:pt x="327346" y="203260"/>
                </a:cubicBezTo>
                <a:lnTo>
                  <a:pt x="321564" y="208691"/>
                </a:lnTo>
                <a:lnTo>
                  <a:pt x="314839" y="201967"/>
                </a:lnTo>
                <a:cubicBezTo>
                  <a:pt x="308661" y="195789"/>
                  <a:pt x="307532" y="195522"/>
                  <a:pt x="300945" y="198679"/>
                </a:cubicBezTo>
                <a:cubicBezTo>
                  <a:pt x="295346" y="201363"/>
                  <a:pt x="293353" y="204582"/>
                  <a:pt x="291854" y="213362"/>
                </a:cubicBezTo>
                <a:cubicBezTo>
                  <a:pt x="289357" y="227993"/>
                  <a:pt x="286547" y="231025"/>
                  <a:pt x="273477" y="233193"/>
                </a:cubicBezTo>
                <a:cubicBezTo>
                  <a:pt x="260663" y="235319"/>
                  <a:pt x="248722" y="247333"/>
                  <a:pt x="248561" y="258261"/>
                </a:cubicBezTo>
                <a:cubicBezTo>
                  <a:pt x="248475" y="264096"/>
                  <a:pt x="249579" y="265360"/>
                  <a:pt x="254757" y="265360"/>
                </a:cubicBezTo>
                <a:cubicBezTo>
                  <a:pt x="258223" y="265360"/>
                  <a:pt x="261823" y="264123"/>
                  <a:pt x="262758" y="262611"/>
                </a:cubicBezTo>
                <a:cubicBezTo>
                  <a:pt x="263872" y="260808"/>
                  <a:pt x="266124" y="261370"/>
                  <a:pt x="269300" y="264243"/>
                </a:cubicBezTo>
                <a:cubicBezTo>
                  <a:pt x="279445" y="273424"/>
                  <a:pt x="270651" y="300210"/>
                  <a:pt x="257492" y="300210"/>
                </a:cubicBezTo>
                <a:cubicBezTo>
                  <a:pt x="250513" y="300210"/>
                  <a:pt x="220446" y="323770"/>
                  <a:pt x="220205" y="329428"/>
                </a:cubicBezTo>
                <a:cubicBezTo>
                  <a:pt x="220125" y="331300"/>
                  <a:pt x="225197" y="338118"/>
                  <a:pt x="231476" y="344578"/>
                </a:cubicBezTo>
                <a:cubicBezTo>
                  <a:pt x="241029" y="354406"/>
                  <a:pt x="243162" y="358486"/>
                  <a:pt x="244540" y="369570"/>
                </a:cubicBezTo>
                <a:cubicBezTo>
                  <a:pt x="246852" y="388171"/>
                  <a:pt x="250097" y="394944"/>
                  <a:pt x="259568" y="400936"/>
                </a:cubicBezTo>
                <a:cubicBezTo>
                  <a:pt x="264099" y="403804"/>
                  <a:pt x="267809" y="408320"/>
                  <a:pt x="267812" y="410972"/>
                </a:cubicBezTo>
                <a:cubicBezTo>
                  <a:pt x="267815" y="413625"/>
                  <a:pt x="270140" y="417087"/>
                  <a:pt x="272980" y="418667"/>
                </a:cubicBezTo>
                <a:cubicBezTo>
                  <a:pt x="275819" y="420246"/>
                  <a:pt x="278864" y="422525"/>
                  <a:pt x="279745" y="423732"/>
                </a:cubicBezTo>
                <a:cubicBezTo>
                  <a:pt x="280626" y="424939"/>
                  <a:pt x="285040" y="426681"/>
                  <a:pt x="289553" y="427604"/>
                </a:cubicBezTo>
                <a:cubicBezTo>
                  <a:pt x="294067" y="428527"/>
                  <a:pt x="297992" y="430444"/>
                  <a:pt x="298277" y="431864"/>
                </a:cubicBezTo>
                <a:cubicBezTo>
                  <a:pt x="299018" y="435562"/>
                  <a:pt x="277163" y="436626"/>
                  <a:pt x="272913" y="433099"/>
                </a:cubicBezTo>
                <a:cubicBezTo>
                  <a:pt x="268101" y="429105"/>
                  <a:pt x="260026" y="432049"/>
                  <a:pt x="253686" y="440109"/>
                </a:cubicBezTo>
                <a:cubicBezTo>
                  <a:pt x="247489" y="447987"/>
                  <a:pt x="246928" y="457069"/>
                  <a:pt x="252360" y="461577"/>
                </a:cubicBezTo>
                <a:cubicBezTo>
                  <a:pt x="255321" y="464035"/>
                  <a:pt x="255560" y="465666"/>
                  <a:pt x="253346" y="468333"/>
                </a:cubicBezTo>
                <a:cubicBezTo>
                  <a:pt x="251741" y="470267"/>
                  <a:pt x="250992" y="474004"/>
                  <a:pt x="251680" y="476637"/>
                </a:cubicBezTo>
                <a:cubicBezTo>
                  <a:pt x="252369" y="479271"/>
                  <a:pt x="252179" y="485956"/>
                  <a:pt x="251259" y="491494"/>
                </a:cubicBezTo>
                <a:cubicBezTo>
                  <a:pt x="249997" y="499087"/>
                  <a:pt x="249133" y="500409"/>
                  <a:pt x="247743" y="496867"/>
                </a:cubicBezTo>
                <a:close/>
              </a:path>
            </a:pathLst>
          </a:custGeom>
          <a:solidFill>
            <a:srgbClr val="B9B9B9"/>
          </a:solidFill>
          <a:ln w="5163" cap="flat">
            <a:noFill/>
            <a:prstDash val="solid"/>
            <a:miter/>
          </a:ln>
        </p:spPr>
        <p:txBody>
          <a:bodyPr/>
          <a:lstStyle/>
          <a:p>
            <a:endParaRPr lang="es-419" noProof="0" dirty="0"/>
          </a:p>
        </p:txBody>
      </p:sp>
      <p:grpSp>
        <p:nvGrpSpPr>
          <p:cNvPr id="57" name="Gráfico 39">
            <a:extLst>
              <a:ext uri="{FF2B5EF4-FFF2-40B4-BE49-F238E27FC236}">
                <a16:creationId xmlns:a16="http://schemas.microsoft.com/office/drawing/2014/main" id="{F441C0F1-DE80-DE94-EC0C-A9879309CC57}"/>
              </a:ext>
            </a:extLst>
          </p:cNvPr>
          <p:cNvGrpSpPr/>
          <p:nvPr/>
        </p:nvGrpSpPr>
        <p:grpSpPr>
          <a:xfrm>
            <a:off x="726816" y="1624037"/>
            <a:ext cx="321478" cy="429471"/>
            <a:chOff x="726816" y="1624037"/>
            <a:chExt cx="321478" cy="429471"/>
          </a:xfrm>
          <a:solidFill>
            <a:srgbClr val="B9B9B9"/>
          </a:solidFill>
        </p:grpSpPr>
        <p:sp>
          <p:nvSpPr>
            <p:cNvPr id="58" name="Forma libre: forma 57">
              <a:extLst>
                <a:ext uri="{FF2B5EF4-FFF2-40B4-BE49-F238E27FC236}">
                  <a16:creationId xmlns:a16="http://schemas.microsoft.com/office/drawing/2014/main" id="{D4890489-7BF1-E20B-009F-57429D57ED73}"/>
                </a:ext>
              </a:extLst>
            </p:cNvPr>
            <p:cNvSpPr/>
            <p:nvPr/>
          </p:nvSpPr>
          <p:spPr>
            <a:xfrm>
              <a:off x="726816" y="1624037"/>
              <a:ext cx="321478" cy="429471"/>
            </a:xfrm>
            <a:custGeom>
              <a:avLst/>
              <a:gdLst>
                <a:gd name="csX0" fmla="*/ 298651 w 321478"/>
                <a:gd name="csY0" fmla="*/ 424657 h 429471"/>
                <a:gd name="csX1" fmla="*/ 285240 w 321478"/>
                <a:gd name="csY1" fmla="*/ 406239 h 429471"/>
                <a:gd name="csX2" fmla="*/ 285795 w 321478"/>
                <a:gd name="csY2" fmla="*/ 410173 h 429471"/>
                <a:gd name="csX3" fmla="*/ 287678 w 321478"/>
                <a:gd name="csY3" fmla="*/ 415491 h 429471"/>
                <a:gd name="csX4" fmla="*/ 268647 w 321478"/>
                <a:gd name="csY4" fmla="*/ 394065 h 429471"/>
                <a:gd name="csX5" fmla="*/ 249603 w 321478"/>
                <a:gd name="csY5" fmla="*/ 371546 h 429471"/>
                <a:gd name="csX6" fmla="*/ 255246 w 321478"/>
                <a:gd name="csY6" fmla="*/ 382701 h 429471"/>
                <a:gd name="csX7" fmla="*/ 260888 w 321478"/>
                <a:gd name="csY7" fmla="*/ 392041 h 429471"/>
                <a:gd name="csX8" fmla="*/ 254982 w 321478"/>
                <a:gd name="csY8" fmla="*/ 386884 h 429471"/>
                <a:gd name="csX9" fmla="*/ 245088 w 321478"/>
                <a:gd name="csY9" fmla="*/ 373977 h 429471"/>
                <a:gd name="csX10" fmla="*/ 227283 w 321478"/>
                <a:gd name="csY10" fmla="*/ 350451 h 429471"/>
                <a:gd name="csX11" fmla="*/ 213463 w 321478"/>
                <a:gd name="csY11" fmla="*/ 331266 h 429471"/>
                <a:gd name="csX12" fmla="*/ 191325 w 321478"/>
                <a:gd name="csY12" fmla="*/ 295282 h 429471"/>
                <a:gd name="csX13" fmla="*/ 182351 w 321478"/>
                <a:gd name="csY13" fmla="*/ 288640 h 429471"/>
                <a:gd name="csX14" fmla="*/ 181003 w 321478"/>
                <a:gd name="csY14" fmla="*/ 283904 h 429471"/>
                <a:gd name="csX15" fmla="*/ 179966 w 321478"/>
                <a:gd name="csY15" fmla="*/ 277802 h 429471"/>
                <a:gd name="csX16" fmla="*/ 170951 w 321478"/>
                <a:gd name="csY16" fmla="*/ 271038 h 429471"/>
                <a:gd name="csX17" fmla="*/ 164513 w 321478"/>
                <a:gd name="csY17" fmla="*/ 268249 h 429471"/>
                <a:gd name="csX18" fmla="*/ 156542 w 321478"/>
                <a:gd name="csY18" fmla="*/ 264259 h 429471"/>
                <a:gd name="csX19" fmla="*/ 146588 w 321478"/>
                <a:gd name="csY19" fmla="*/ 257160 h 429471"/>
                <a:gd name="csX20" fmla="*/ 135566 w 321478"/>
                <a:gd name="csY20" fmla="*/ 244331 h 429471"/>
                <a:gd name="csX21" fmla="*/ 140198 w 321478"/>
                <a:gd name="csY21" fmla="*/ 240806 h 429471"/>
                <a:gd name="csX22" fmla="*/ 149956 w 321478"/>
                <a:gd name="csY22" fmla="*/ 243611 h 429471"/>
                <a:gd name="csX23" fmla="*/ 139967 w 321478"/>
                <a:gd name="csY23" fmla="*/ 232769 h 429471"/>
                <a:gd name="csX24" fmla="*/ 129672 w 321478"/>
                <a:gd name="csY24" fmla="*/ 230788 h 429471"/>
                <a:gd name="csX25" fmla="*/ 122631 w 321478"/>
                <a:gd name="csY25" fmla="*/ 229456 h 429471"/>
                <a:gd name="csX26" fmla="*/ 114075 w 321478"/>
                <a:gd name="csY26" fmla="*/ 225535 h 429471"/>
                <a:gd name="csX27" fmla="*/ 112561 w 321478"/>
                <a:gd name="csY27" fmla="*/ 210989 h 429471"/>
                <a:gd name="csX28" fmla="*/ 113046 w 321478"/>
                <a:gd name="csY28" fmla="*/ 198950 h 429471"/>
                <a:gd name="csX29" fmla="*/ 110205 w 321478"/>
                <a:gd name="csY29" fmla="*/ 203079 h 429471"/>
                <a:gd name="csX30" fmla="*/ 107624 w 321478"/>
                <a:gd name="csY30" fmla="*/ 210049 h 429471"/>
                <a:gd name="csX31" fmla="*/ 105042 w 321478"/>
                <a:gd name="csY31" fmla="*/ 205992 h 429471"/>
                <a:gd name="csX32" fmla="*/ 101146 w 321478"/>
                <a:gd name="csY32" fmla="*/ 198040 h 429471"/>
                <a:gd name="csX33" fmla="*/ 106495 w 321478"/>
                <a:gd name="csY33" fmla="*/ 192040 h 429471"/>
                <a:gd name="csX34" fmla="*/ 110185 w 321478"/>
                <a:gd name="csY34" fmla="*/ 189360 h 429471"/>
                <a:gd name="csX35" fmla="*/ 105416 w 321478"/>
                <a:gd name="csY35" fmla="*/ 184234 h 429471"/>
                <a:gd name="csX36" fmla="*/ 94806 w 321478"/>
                <a:gd name="csY36" fmla="*/ 176570 h 429471"/>
                <a:gd name="csX37" fmla="*/ 84222 w 321478"/>
                <a:gd name="csY37" fmla="*/ 170141 h 429471"/>
                <a:gd name="csX38" fmla="*/ 77400 w 321478"/>
                <a:gd name="csY38" fmla="*/ 165246 h 429471"/>
                <a:gd name="csX39" fmla="*/ 66830 w 321478"/>
                <a:gd name="csY39" fmla="*/ 157291 h 429471"/>
                <a:gd name="csX40" fmla="*/ 62321 w 321478"/>
                <a:gd name="csY40" fmla="*/ 153462 h 429471"/>
                <a:gd name="csX41" fmla="*/ 58487 w 321478"/>
                <a:gd name="csY41" fmla="*/ 146011 h 429471"/>
                <a:gd name="csX42" fmla="*/ 53413 w 321478"/>
                <a:gd name="csY42" fmla="*/ 136585 h 429471"/>
                <a:gd name="csX43" fmla="*/ 46519 w 321478"/>
                <a:gd name="csY43" fmla="*/ 136694 h 429471"/>
                <a:gd name="csX44" fmla="*/ 42767 w 321478"/>
                <a:gd name="csY44" fmla="*/ 137339 h 429471"/>
                <a:gd name="csX45" fmla="*/ 40545 w 321478"/>
                <a:gd name="csY45" fmla="*/ 138358 h 429471"/>
                <a:gd name="csX46" fmla="*/ 34194 w 321478"/>
                <a:gd name="csY46" fmla="*/ 139945 h 429471"/>
                <a:gd name="csX47" fmla="*/ 30312 w 321478"/>
                <a:gd name="csY47" fmla="*/ 128691 h 429471"/>
                <a:gd name="csX48" fmla="*/ 32982 w 321478"/>
                <a:gd name="csY48" fmla="*/ 121125 h 429471"/>
                <a:gd name="csX49" fmla="*/ 29550 w 321478"/>
                <a:gd name="csY49" fmla="*/ 122878 h 429471"/>
                <a:gd name="csX50" fmla="*/ 21151 w 321478"/>
                <a:gd name="csY50" fmla="*/ 122752 h 429471"/>
                <a:gd name="csX51" fmla="*/ 17154 w 321478"/>
                <a:gd name="csY51" fmla="*/ 123427 h 429471"/>
                <a:gd name="csX52" fmla="*/ 6342 w 321478"/>
                <a:gd name="csY52" fmla="*/ 119543 h 429471"/>
                <a:gd name="csX53" fmla="*/ 4365 w 321478"/>
                <a:gd name="csY53" fmla="*/ 113226 h 429471"/>
                <a:gd name="csX54" fmla="*/ 10819 w 321478"/>
                <a:gd name="csY54" fmla="*/ 114808 h 429471"/>
                <a:gd name="csX55" fmla="*/ 4707 w 321478"/>
                <a:gd name="csY55" fmla="*/ 109494 h 429471"/>
                <a:gd name="csX56" fmla="*/ 1796 w 321478"/>
                <a:gd name="csY56" fmla="*/ 100322 h 429471"/>
                <a:gd name="csX57" fmla="*/ 1838 w 321478"/>
                <a:gd name="csY57" fmla="*/ 92658 h 429471"/>
                <a:gd name="csX58" fmla="*/ 4233 w 321478"/>
                <a:gd name="csY58" fmla="*/ 77378 h 429471"/>
                <a:gd name="csX59" fmla="*/ 13902 w 321478"/>
                <a:gd name="csY59" fmla="*/ 62490 h 429471"/>
                <a:gd name="csX60" fmla="*/ 16192 w 321478"/>
                <a:gd name="csY60" fmla="*/ 65508 h 429471"/>
                <a:gd name="csX61" fmla="*/ 14368 w 321478"/>
                <a:gd name="csY61" fmla="*/ 71941 h 429471"/>
                <a:gd name="csX62" fmla="*/ 19324 w 321478"/>
                <a:gd name="csY62" fmla="*/ 65780 h 429471"/>
                <a:gd name="csX63" fmla="*/ 24280 w 321478"/>
                <a:gd name="csY63" fmla="*/ 59619 h 429471"/>
                <a:gd name="csX64" fmla="*/ 25989 w 321478"/>
                <a:gd name="csY64" fmla="*/ 66426 h 429471"/>
                <a:gd name="csX65" fmla="*/ 30049 w 321478"/>
                <a:gd name="csY65" fmla="*/ 73232 h 429471"/>
                <a:gd name="csX66" fmla="*/ 30241 w 321478"/>
                <a:gd name="csY66" fmla="*/ 65700 h 429471"/>
                <a:gd name="csX67" fmla="*/ 47033 w 321478"/>
                <a:gd name="csY67" fmla="*/ 46164 h 429471"/>
                <a:gd name="csX68" fmla="*/ 89508 w 321478"/>
                <a:gd name="csY68" fmla="*/ 4943 h 429471"/>
                <a:gd name="csX69" fmla="*/ 99998 w 321478"/>
                <a:gd name="csY69" fmla="*/ 2688 h 429471"/>
                <a:gd name="csX70" fmla="*/ 114706 w 321478"/>
                <a:gd name="csY70" fmla="*/ 3716 h 429471"/>
                <a:gd name="csX71" fmla="*/ 123108 w 321478"/>
                <a:gd name="csY71" fmla="*/ 2764 h 429471"/>
                <a:gd name="csX72" fmla="*/ 137332 w 321478"/>
                <a:gd name="csY72" fmla="*/ 60759 h 429471"/>
                <a:gd name="csX73" fmla="*/ 159468 w 321478"/>
                <a:gd name="csY73" fmla="*/ 80313 h 429471"/>
                <a:gd name="csX74" fmla="*/ 174324 w 321478"/>
                <a:gd name="csY74" fmla="*/ 89973 h 429471"/>
                <a:gd name="csX75" fmla="*/ 184004 w 321478"/>
                <a:gd name="csY75" fmla="*/ 107383 h 429471"/>
                <a:gd name="csX76" fmla="*/ 190190 w 321478"/>
                <a:gd name="csY76" fmla="*/ 148735 h 429471"/>
                <a:gd name="csX77" fmla="*/ 191494 w 321478"/>
                <a:gd name="csY77" fmla="*/ 177131 h 429471"/>
                <a:gd name="csX78" fmla="*/ 195355 w 321478"/>
                <a:gd name="csY78" fmla="*/ 191824 h 429471"/>
                <a:gd name="csX79" fmla="*/ 205385 w 321478"/>
                <a:gd name="csY79" fmla="*/ 204731 h 429471"/>
                <a:gd name="csX80" fmla="*/ 224780 w 321478"/>
                <a:gd name="csY80" fmla="*/ 233927 h 429471"/>
                <a:gd name="csX81" fmla="*/ 251313 w 321478"/>
                <a:gd name="csY81" fmla="*/ 251602 h 429471"/>
                <a:gd name="csX82" fmla="*/ 265826 w 321478"/>
                <a:gd name="csY82" fmla="*/ 256119 h 429471"/>
                <a:gd name="csX83" fmla="*/ 280190 w 321478"/>
                <a:gd name="csY83" fmla="*/ 283901 h 429471"/>
                <a:gd name="csX84" fmla="*/ 287275 w 321478"/>
                <a:gd name="csY84" fmla="*/ 317016 h 429471"/>
                <a:gd name="csX85" fmla="*/ 290907 w 321478"/>
                <a:gd name="csY85" fmla="*/ 329217 h 429471"/>
                <a:gd name="csX86" fmla="*/ 293537 w 321478"/>
                <a:gd name="csY86" fmla="*/ 337861 h 429471"/>
                <a:gd name="csX87" fmla="*/ 302616 w 321478"/>
                <a:gd name="csY87" fmla="*/ 352211 h 429471"/>
                <a:gd name="csX88" fmla="*/ 314264 w 321478"/>
                <a:gd name="csY88" fmla="*/ 364936 h 429471"/>
                <a:gd name="csX89" fmla="*/ 319645 w 321478"/>
                <a:gd name="csY89" fmla="*/ 375951 h 429471"/>
                <a:gd name="csX90" fmla="*/ 316721 w 321478"/>
                <a:gd name="csY90" fmla="*/ 384238 h 429471"/>
                <a:gd name="csX91" fmla="*/ 312540 w 321478"/>
                <a:gd name="csY91" fmla="*/ 395571 h 429471"/>
                <a:gd name="csX92" fmla="*/ 312871 w 321478"/>
                <a:gd name="csY92" fmla="*/ 424954 h 429471"/>
                <a:gd name="csX93" fmla="*/ 306671 w 321478"/>
                <a:gd name="csY93" fmla="*/ 429472 h 429471"/>
                <a:gd name="csX94" fmla="*/ 298651 w 321478"/>
                <a:gd name="csY94" fmla="*/ 424657 h 4294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321478" h="429471">
                  <a:moveTo>
                    <a:pt x="298651" y="424657"/>
                  </a:moveTo>
                  <a:cubicBezTo>
                    <a:pt x="298651" y="419121"/>
                    <a:pt x="289271" y="406239"/>
                    <a:pt x="285240" y="406239"/>
                  </a:cubicBezTo>
                  <a:cubicBezTo>
                    <a:pt x="283590" y="406239"/>
                    <a:pt x="283808" y="407778"/>
                    <a:pt x="285795" y="410173"/>
                  </a:cubicBezTo>
                  <a:cubicBezTo>
                    <a:pt x="287591" y="412337"/>
                    <a:pt x="288438" y="414730"/>
                    <a:pt x="287678" y="415491"/>
                  </a:cubicBezTo>
                  <a:cubicBezTo>
                    <a:pt x="285539" y="417629"/>
                    <a:pt x="270321" y="400495"/>
                    <a:pt x="268647" y="394065"/>
                  </a:cubicBezTo>
                  <a:cubicBezTo>
                    <a:pt x="267226" y="388605"/>
                    <a:pt x="249603" y="367767"/>
                    <a:pt x="249603" y="371546"/>
                  </a:cubicBezTo>
                  <a:cubicBezTo>
                    <a:pt x="249603" y="372545"/>
                    <a:pt x="252142" y="377564"/>
                    <a:pt x="255246" y="382701"/>
                  </a:cubicBezTo>
                  <a:lnTo>
                    <a:pt x="260888" y="392041"/>
                  </a:lnTo>
                  <a:lnTo>
                    <a:pt x="254982" y="386884"/>
                  </a:lnTo>
                  <a:cubicBezTo>
                    <a:pt x="251733" y="384048"/>
                    <a:pt x="247281" y="378240"/>
                    <a:pt x="245088" y="373977"/>
                  </a:cubicBezTo>
                  <a:cubicBezTo>
                    <a:pt x="242896" y="369714"/>
                    <a:pt x="234883" y="359128"/>
                    <a:pt x="227283" y="350451"/>
                  </a:cubicBezTo>
                  <a:cubicBezTo>
                    <a:pt x="219682" y="341775"/>
                    <a:pt x="213463" y="333142"/>
                    <a:pt x="213463" y="331266"/>
                  </a:cubicBezTo>
                  <a:cubicBezTo>
                    <a:pt x="213463" y="326133"/>
                    <a:pt x="194515" y="295333"/>
                    <a:pt x="191325" y="295282"/>
                  </a:cubicBezTo>
                  <a:cubicBezTo>
                    <a:pt x="189798" y="295257"/>
                    <a:pt x="185760" y="292268"/>
                    <a:pt x="182351" y="288640"/>
                  </a:cubicBezTo>
                  <a:cubicBezTo>
                    <a:pt x="177259" y="283219"/>
                    <a:pt x="177019" y="282375"/>
                    <a:pt x="181003" y="283904"/>
                  </a:cubicBezTo>
                  <a:cubicBezTo>
                    <a:pt x="185315" y="285558"/>
                    <a:pt x="185200" y="284882"/>
                    <a:pt x="179966" y="277802"/>
                  </a:cubicBezTo>
                  <a:cubicBezTo>
                    <a:pt x="176728" y="273422"/>
                    <a:pt x="172671" y="270378"/>
                    <a:pt x="170951" y="271038"/>
                  </a:cubicBezTo>
                  <a:cubicBezTo>
                    <a:pt x="169231" y="271698"/>
                    <a:pt x="166334" y="270443"/>
                    <a:pt x="164513" y="268249"/>
                  </a:cubicBezTo>
                  <a:cubicBezTo>
                    <a:pt x="162692" y="266054"/>
                    <a:pt x="159105" y="264259"/>
                    <a:pt x="156542" y="264259"/>
                  </a:cubicBezTo>
                  <a:cubicBezTo>
                    <a:pt x="153980" y="264259"/>
                    <a:pt x="149500" y="261065"/>
                    <a:pt x="146588" y="257160"/>
                  </a:cubicBezTo>
                  <a:cubicBezTo>
                    <a:pt x="143676" y="253256"/>
                    <a:pt x="138716" y="247482"/>
                    <a:pt x="135566" y="244331"/>
                  </a:cubicBezTo>
                  <a:cubicBezTo>
                    <a:pt x="127839" y="236597"/>
                    <a:pt x="131401" y="233886"/>
                    <a:pt x="140198" y="240806"/>
                  </a:cubicBezTo>
                  <a:cubicBezTo>
                    <a:pt x="145135" y="244689"/>
                    <a:pt x="148042" y="245525"/>
                    <a:pt x="149956" y="243611"/>
                  </a:cubicBezTo>
                  <a:cubicBezTo>
                    <a:pt x="154558" y="239009"/>
                    <a:pt x="147985" y="231874"/>
                    <a:pt x="139967" y="232769"/>
                  </a:cubicBezTo>
                  <a:cubicBezTo>
                    <a:pt x="136133" y="233196"/>
                    <a:pt x="131500" y="232305"/>
                    <a:pt x="129672" y="230788"/>
                  </a:cubicBezTo>
                  <a:cubicBezTo>
                    <a:pt x="127844" y="229271"/>
                    <a:pt x="124675" y="228672"/>
                    <a:pt x="122631" y="229456"/>
                  </a:cubicBezTo>
                  <a:cubicBezTo>
                    <a:pt x="120587" y="230241"/>
                    <a:pt x="116736" y="228476"/>
                    <a:pt x="114075" y="225535"/>
                  </a:cubicBezTo>
                  <a:cubicBezTo>
                    <a:pt x="109769" y="220777"/>
                    <a:pt x="109602" y="219173"/>
                    <a:pt x="112561" y="210989"/>
                  </a:cubicBezTo>
                  <a:cubicBezTo>
                    <a:pt x="114982" y="204297"/>
                    <a:pt x="115114" y="201018"/>
                    <a:pt x="113046" y="198950"/>
                  </a:cubicBezTo>
                  <a:cubicBezTo>
                    <a:pt x="110979" y="196883"/>
                    <a:pt x="110205" y="198007"/>
                    <a:pt x="110205" y="203079"/>
                  </a:cubicBezTo>
                  <a:cubicBezTo>
                    <a:pt x="110205" y="206912"/>
                    <a:pt x="109043" y="210049"/>
                    <a:pt x="107624" y="210049"/>
                  </a:cubicBezTo>
                  <a:cubicBezTo>
                    <a:pt x="106204" y="210049"/>
                    <a:pt x="105042" y="208223"/>
                    <a:pt x="105042" y="205992"/>
                  </a:cubicBezTo>
                  <a:cubicBezTo>
                    <a:pt x="105042" y="203761"/>
                    <a:pt x="103289" y="200182"/>
                    <a:pt x="101146" y="198040"/>
                  </a:cubicBezTo>
                  <a:cubicBezTo>
                    <a:pt x="95668" y="192562"/>
                    <a:pt x="98756" y="189098"/>
                    <a:pt x="106495" y="192040"/>
                  </a:cubicBezTo>
                  <a:cubicBezTo>
                    <a:pt x="112388" y="194281"/>
                    <a:pt x="112698" y="194056"/>
                    <a:pt x="110185" y="189360"/>
                  </a:cubicBezTo>
                  <a:cubicBezTo>
                    <a:pt x="108676" y="186541"/>
                    <a:pt x="106530" y="184234"/>
                    <a:pt x="105416" y="184234"/>
                  </a:cubicBezTo>
                  <a:cubicBezTo>
                    <a:pt x="104302" y="184234"/>
                    <a:pt x="99527" y="180785"/>
                    <a:pt x="94806" y="176570"/>
                  </a:cubicBezTo>
                  <a:cubicBezTo>
                    <a:pt x="90084" y="172354"/>
                    <a:pt x="85321" y="169461"/>
                    <a:pt x="84222" y="170141"/>
                  </a:cubicBezTo>
                  <a:cubicBezTo>
                    <a:pt x="83122" y="170820"/>
                    <a:pt x="80052" y="168617"/>
                    <a:pt x="77400" y="165246"/>
                  </a:cubicBezTo>
                  <a:cubicBezTo>
                    <a:pt x="74748" y="161874"/>
                    <a:pt x="69991" y="158294"/>
                    <a:pt x="66830" y="157291"/>
                  </a:cubicBezTo>
                  <a:cubicBezTo>
                    <a:pt x="63669" y="156287"/>
                    <a:pt x="61640" y="154564"/>
                    <a:pt x="62321" y="153462"/>
                  </a:cubicBezTo>
                  <a:cubicBezTo>
                    <a:pt x="63003" y="152359"/>
                    <a:pt x="61277" y="149007"/>
                    <a:pt x="58487" y="146011"/>
                  </a:cubicBezTo>
                  <a:cubicBezTo>
                    <a:pt x="55696" y="143016"/>
                    <a:pt x="53413" y="138774"/>
                    <a:pt x="53413" y="136585"/>
                  </a:cubicBezTo>
                  <a:cubicBezTo>
                    <a:pt x="53413" y="131375"/>
                    <a:pt x="48531" y="131452"/>
                    <a:pt x="46519" y="136694"/>
                  </a:cubicBezTo>
                  <a:cubicBezTo>
                    <a:pt x="45256" y="139986"/>
                    <a:pt x="44525" y="140111"/>
                    <a:pt x="42767" y="137339"/>
                  </a:cubicBezTo>
                  <a:cubicBezTo>
                    <a:pt x="41090" y="134693"/>
                    <a:pt x="40576" y="134929"/>
                    <a:pt x="40545" y="138358"/>
                  </a:cubicBezTo>
                  <a:cubicBezTo>
                    <a:pt x="40512" y="142152"/>
                    <a:pt x="39561" y="142390"/>
                    <a:pt x="34194" y="139945"/>
                  </a:cubicBezTo>
                  <a:cubicBezTo>
                    <a:pt x="25899" y="136165"/>
                    <a:pt x="24011" y="130691"/>
                    <a:pt x="30312" y="128691"/>
                  </a:cubicBezTo>
                  <a:cubicBezTo>
                    <a:pt x="35660" y="126994"/>
                    <a:pt x="36881" y="123535"/>
                    <a:pt x="32982" y="121125"/>
                  </a:cubicBezTo>
                  <a:cubicBezTo>
                    <a:pt x="31683" y="120322"/>
                    <a:pt x="30139" y="121111"/>
                    <a:pt x="29550" y="122878"/>
                  </a:cubicBezTo>
                  <a:cubicBezTo>
                    <a:pt x="28702" y="125423"/>
                    <a:pt x="26957" y="125397"/>
                    <a:pt x="21151" y="122752"/>
                  </a:cubicBezTo>
                  <a:cubicBezTo>
                    <a:pt x="14600" y="119767"/>
                    <a:pt x="14176" y="119839"/>
                    <a:pt x="17154" y="123427"/>
                  </a:cubicBezTo>
                  <a:cubicBezTo>
                    <a:pt x="23195" y="130706"/>
                    <a:pt x="15185" y="127829"/>
                    <a:pt x="6342" y="119543"/>
                  </a:cubicBezTo>
                  <a:cubicBezTo>
                    <a:pt x="-1702" y="112007"/>
                    <a:pt x="-1792" y="111717"/>
                    <a:pt x="4365" y="113226"/>
                  </a:cubicBezTo>
                  <a:lnTo>
                    <a:pt x="10819" y="114808"/>
                  </a:lnTo>
                  <a:lnTo>
                    <a:pt x="4707" y="109494"/>
                  </a:lnTo>
                  <a:cubicBezTo>
                    <a:pt x="-312" y="105131"/>
                    <a:pt x="-833" y="103490"/>
                    <a:pt x="1796" y="100322"/>
                  </a:cubicBezTo>
                  <a:cubicBezTo>
                    <a:pt x="4323" y="97278"/>
                    <a:pt x="4332" y="95662"/>
                    <a:pt x="1838" y="92658"/>
                  </a:cubicBezTo>
                  <a:cubicBezTo>
                    <a:pt x="-700" y="89600"/>
                    <a:pt x="-229" y="86595"/>
                    <a:pt x="4233" y="77378"/>
                  </a:cubicBezTo>
                  <a:cubicBezTo>
                    <a:pt x="7287" y="71068"/>
                    <a:pt x="11639" y="64368"/>
                    <a:pt x="13902" y="62490"/>
                  </a:cubicBezTo>
                  <a:cubicBezTo>
                    <a:pt x="17532" y="59477"/>
                    <a:pt x="17802" y="59833"/>
                    <a:pt x="16192" y="65508"/>
                  </a:cubicBezTo>
                  <a:lnTo>
                    <a:pt x="14368" y="71941"/>
                  </a:lnTo>
                  <a:lnTo>
                    <a:pt x="19324" y="65780"/>
                  </a:lnTo>
                  <a:lnTo>
                    <a:pt x="24280" y="59619"/>
                  </a:lnTo>
                  <a:lnTo>
                    <a:pt x="25989" y="66426"/>
                  </a:lnTo>
                  <a:cubicBezTo>
                    <a:pt x="26928" y="70169"/>
                    <a:pt x="28755" y="73232"/>
                    <a:pt x="30049" y="73232"/>
                  </a:cubicBezTo>
                  <a:cubicBezTo>
                    <a:pt x="31420" y="73232"/>
                    <a:pt x="31500" y="70091"/>
                    <a:pt x="30241" y="65700"/>
                  </a:cubicBezTo>
                  <a:cubicBezTo>
                    <a:pt x="28162" y="58450"/>
                    <a:pt x="28788" y="57720"/>
                    <a:pt x="47033" y="46164"/>
                  </a:cubicBezTo>
                  <a:cubicBezTo>
                    <a:pt x="66934" y="33559"/>
                    <a:pt x="85466" y="15573"/>
                    <a:pt x="89508" y="4943"/>
                  </a:cubicBezTo>
                  <a:cubicBezTo>
                    <a:pt x="91833" y="-1172"/>
                    <a:pt x="92131" y="-1236"/>
                    <a:pt x="99998" y="2688"/>
                  </a:cubicBezTo>
                  <a:cubicBezTo>
                    <a:pt x="106503" y="5933"/>
                    <a:pt x="109396" y="6135"/>
                    <a:pt x="114706" y="3716"/>
                  </a:cubicBezTo>
                  <a:cubicBezTo>
                    <a:pt x="118341" y="2059"/>
                    <a:pt x="122122" y="1631"/>
                    <a:pt x="123108" y="2764"/>
                  </a:cubicBezTo>
                  <a:cubicBezTo>
                    <a:pt x="125561" y="5583"/>
                    <a:pt x="135461" y="45948"/>
                    <a:pt x="137332" y="60759"/>
                  </a:cubicBezTo>
                  <a:cubicBezTo>
                    <a:pt x="139199" y="75538"/>
                    <a:pt x="141734" y="77777"/>
                    <a:pt x="159468" y="80313"/>
                  </a:cubicBezTo>
                  <a:cubicBezTo>
                    <a:pt x="172513" y="82178"/>
                    <a:pt x="173509" y="82826"/>
                    <a:pt x="174324" y="89973"/>
                  </a:cubicBezTo>
                  <a:cubicBezTo>
                    <a:pt x="174804" y="94187"/>
                    <a:pt x="179160" y="102021"/>
                    <a:pt x="184004" y="107383"/>
                  </a:cubicBezTo>
                  <a:cubicBezTo>
                    <a:pt x="193664" y="118075"/>
                    <a:pt x="194152" y="121338"/>
                    <a:pt x="190190" y="148735"/>
                  </a:cubicBezTo>
                  <a:cubicBezTo>
                    <a:pt x="188197" y="162515"/>
                    <a:pt x="188470" y="168448"/>
                    <a:pt x="191494" y="177131"/>
                  </a:cubicBezTo>
                  <a:cubicBezTo>
                    <a:pt x="193597" y="183167"/>
                    <a:pt x="195335" y="189779"/>
                    <a:pt x="195355" y="191824"/>
                  </a:cubicBezTo>
                  <a:cubicBezTo>
                    <a:pt x="195376" y="193868"/>
                    <a:pt x="199889" y="199676"/>
                    <a:pt x="205385" y="204731"/>
                  </a:cubicBezTo>
                  <a:cubicBezTo>
                    <a:pt x="211344" y="210212"/>
                    <a:pt x="219172" y="221995"/>
                    <a:pt x="224780" y="233927"/>
                  </a:cubicBezTo>
                  <a:cubicBezTo>
                    <a:pt x="234706" y="255043"/>
                    <a:pt x="236093" y="255967"/>
                    <a:pt x="251313" y="251602"/>
                  </a:cubicBezTo>
                  <a:cubicBezTo>
                    <a:pt x="258379" y="249575"/>
                    <a:pt x="260277" y="250166"/>
                    <a:pt x="265826" y="256119"/>
                  </a:cubicBezTo>
                  <a:cubicBezTo>
                    <a:pt x="272628" y="263417"/>
                    <a:pt x="281243" y="280080"/>
                    <a:pt x="280190" y="283901"/>
                  </a:cubicBezTo>
                  <a:cubicBezTo>
                    <a:pt x="278841" y="288796"/>
                    <a:pt x="283826" y="312090"/>
                    <a:pt x="287275" y="317016"/>
                  </a:cubicBezTo>
                  <a:cubicBezTo>
                    <a:pt x="289273" y="319867"/>
                    <a:pt x="290907" y="325358"/>
                    <a:pt x="290907" y="329217"/>
                  </a:cubicBezTo>
                  <a:cubicBezTo>
                    <a:pt x="290907" y="333077"/>
                    <a:pt x="292090" y="336967"/>
                    <a:pt x="293537" y="337861"/>
                  </a:cubicBezTo>
                  <a:cubicBezTo>
                    <a:pt x="294984" y="338755"/>
                    <a:pt x="299069" y="345213"/>
                    <a:pt x="302616" y="352211"/>
                  </a:cubicBezTo>
                  <a:cubicBezTo>
                    <a:pt x="307126" y="361111"/>
                    <a:pt x="310627" y="364936"/>
                    <a:pt x="314264" y="364936"/>
                  </a:cubicBezTo>
                  <a:cubicBezTo>
                    <a:pt x="320436" y="364936"/>
                    <a:pt x="323792" y="371805"/>
                    <a:pt x="319645" y="375951"/>
                  </a:cubicBezTo>
                  <a:cubicBezTo>
                    <a:pt x="318037" y="377560"/>
                    <a:pt x="316721" y="381289"/>
                    <a:pt x="316721" y="384238"/>
                  </a:cubicBezTo>
                  <a:cubicBezTo>
                    <a:pt x="316721" y="387188"/>
                    <a:pt x="314840" y="392287"/>
                    <a:pt x="312540" y="395571"/>
                  </a:cubicBezTo>
                  <a:cubicBezTo>
                    <a:pt x="308425" y="401445"/>
                    <a:pt x="308570" y="414286"/>
                    <a:pt x="312871" y="424954"/>
                  </a:cubicBezTo>
                  <a:cubicBezTo>
                    <a:pt x="314372" y="428678"/>
                    <a:pt x="313283" y="429472"/>
                    <a:pt x="306671" y="429472"/>
                  </a:cubicBezTo>
                  <a:cubicBezTo>
                    <a:pt x="300565" y="429472"/>
                    <a:pt x="298651" y="428323"/>
                    <a:pt x="298651" y="424657"/>
                  </a:cubicBezTo>
                  <a:close/>
                </a:path>
              </a:pathLst>
            </a:custGeom>
            <a:solidFill>
              <a:srgbClr val="B9B9B9"/>
            </a:solidFill>
            <a:ln w="5163" cap="flat">
              <a:noFill/>
              <a:prstDash val="solid"/>
              <a:miter/>
            </a:ln>
          </p:spPr>
          <p:txBody>
            <a:bodyPr/>
            <a:lstStyle/>
            <a:p>
              <a:endParaRPr lang="es-419" noProof="0" dirty="0"/>
            </a:p>
          </p:txBody>
        </p:sp>
        <p:sp>
          <p:nvSpPr>
            <p:cNvPr id="59" name="Forma libre: forma 58">
              <a:extLst>
                <a:ext uri="{FF2B5EF4-FFF2-40B4-BE49-F238E27FC236}">
                  <a16:creationId xmlns:a16="http://schemas.microsoft.com/office/drawing/2014/main" id="{0E86E2E6-4159-11FD-963E-40261B83E5B1}"/>
                </a:ext>
              </a:extLst>
            </p:cNvPr>
            <p:cNvSpPr/>
            <p:nvPr/>
          </p:nvSpPr>
          <p:spPr>
            <a:xfrm>
              <a:off x="812163" y="1806340"/>
              <a:ext cx="15955" cy="30179"/>
            </a:xfrm>
            <a:custGeom>
              <a:avLst/>
              <a:gdLst>
                <a:gd name="csX0" fmla="*/ 12859 w 15955"/>
                <a:gd name="csY0" fmla="*/ 27128 h 30179"/>
                <a:gd name="csX1" fmla="*/ 45 w 15955"/>
                <a:gd name="csY1" fmla="*/ 70 h 30179"/>
                <a:gd name="csX2" fmla="*/ 15145 w 15955"/>
                <a:gd name="csY2" fmla="*/ 24519 h 30179"/>
                <a:gd name="csX3" fmla="*/ 12859 w 15955"/>
                <a:gd name="csY3" fmla="*/ 27128 h 30179"/>
              </a:gdLst>
              <a:ahLst/>
              <a:cxnLst>
                <a:cxn ang="0">
                  <a:pos x="csX0" y="csY0"/>
                </a:cxn>
                <a:cxn ang="0">
                  <a:pos x="csX1" y="csY1"/>
                </a:cxn>
                <a:cxn ang="0">
                  <a:pos x="csX2" y="csY2"/>
                </a:cxn>
                <a:cxn ang="0">
                  <a:pos x="csX3" y="csY3"/>
                </a:cxn>
              </a:cxnLst>
              <a:rect l="l" t="t" r="r" b="b"/>
              <a:pathLst>
                <a:path w="15955" h="30179">
                  <a:moveTo>
                    <a:pt x="12859" y="27128"/>
                  </a:moveTo>
                  <a:cubicBezTo>
                    <a:pt x="8119" y="19457"/>
                    <a:pt x="-707" y="822"/>
                    <a:pt x="45" y="70"/>
                  </a:cubicBezTo>
                  <a:cubicBezTo>
                    <a:pt x="1430" y="-1315"/>
                    <a:pt x="13563" y="18330"/>
                    <a:pt x="15145" y="24519"/>
                  </a:cubicBezTo>
                  <a:cubicBezTo>
                    <a:pt x="16793" y="30962"/>
                    <a:pt x="15876" y="32008"/>
                    <a:pt x="12859" y="27128"/>
                  </a:cubicBezTo>
                  <a:close/>
                </a:path>
              </a:pathLst>
            </a:custGeom>
            <a:solidFill>
              <a:srgbClr val="B9B9B9"/>
            </a:solidFill>
            <a:ln w="5163" cap="flat">
              <a:noFill/>
              <a:prstDash val="solid"/>
              <a:miter/>
            </a:ln>
          </p:spPr>
          <p:txBody>
            <a:bodyPr/>
            <a:lstStyle/>
            <a:p>
              <a:endParaRPr lang="es-419" noProof="0" dirty="0"/>
            </a:p>
          </p:txBody>
        </p:sp>
      </p:grpSp>
      <p:sp>
        <p:nvSpPr>
          <p:cNvPr id="60" name="Forma libre: forma 59">
            <a:extLst>
              <a:ext uri="{FF2B5EF4-FFF2-40B4-BE49-F238E27FC236}">
                <a16:creationId xmlns:a16="http://schemas.microsoft.com/office/drawing/2014/main" id="{708383D4-7C7A-5B8E-AA48-C3A71BA9124D}"/>
              </a:ext>
            </a:extLst>
          </p:cNvPr>
          <p:cNvSpPr/>
          <p:nvPr/>
        </p:nvSpPr>
        <p:spPr>
          <a:xfrm>
            <a:off x="781520" y="1178397"/>
            <a:ext cx="460893" cy="570101"/>
          </a:xfrm>
          <a:custGeom>
            <a:avLst/>
            <a:gdLst>
              <a:gd name="csX0" fmla="*/ 151660 w 460893"/>
              <a:gd name="csY0" fmla="*/ 568610 h 570101"/>
              <a:gd name="csX1" fmla="*/ 140689 w 460893"/>
              <a:gd name="csY1" fmla="*/ 563178 h 570101"/>
              <a:gd name="csX2" fmla="*/ 131877 w 460893"/>
              <a:gd name="csY2" fmla="*/ 549661 h 570101"/>
              <a:gd name="csX3" fmla="*/ 122196 w 460893"/>
              <a:gd name="csY3" fmla="*/ 532968 h 570101"/>
              <a:gd name="csX4" fmla="*/ 107130 w 460893"/>
              <a:gd name="csY4" fmla="*/ 523131 h 570101"/>
              <a:gd name="csX5" fmla="*/ 89869 w 460893"/>
              <a:gd name="csY5" fmla="*/ 518421 h 570101"/>
              <a:gd name="csX6" fmla="*/ 85076 w 460893"/>
              <a:gd name="csY6" fmla="*/ 501266 h 570101"/>
              <a:gd name="csX7" fmla="*/ 77677 w 460893"/>
              <a:gd name="csY7" fmla="*/ 465952 h 570101"/>
              <a:gd name="csX8" fmla="*/ 72006 w 460893"/>
              <a:gd name="csY8" fmla="*/ 445300 h 570101"/>
              <a:gd name="csX9" fmla="*/ 58957 w 460893"/>
              <a:gd name="csY9" fmla="*/ 446095 h 570101"/>
              <a:gd name="csX10" fmla="*/ 35144 w 460893"/>
              <a:gd name="csY10" fmla="*/ 436548 h 570101"/>
              <a:gd name="csX11" fmla="*/ 24381 w 460893"/>
              <a:gd name="csY11" fmla="*/ 426207 h 570101"/>
              <a:gd name="csX12" fmla="*/ 26114 w 460893"/>
              <a:gd name="csY12" fmla="*/ 405421 h 570101"/>
              <a:gd name="csX13" fmla="*/ 25165 w 460893"/>
              <a:gd name="csY13" fmla="*/ 384636 h 570101"/>
              <a:gd name="csX14" fmla="*/ 17520 w 460893"/>
              <a:gd name="csY14" fmla="*/ 374956 h 570101"/>
              <a:gd name="csX15" fmla="*/ 6475 w 460893"/>
              <a:gd name="csY15" fmla="*/ 353942 h 570101"/>
              <a:gd name="csX16" fmla="*/ 196 w 460893"/>
              <a:gd name="csY16" fmla="*/ 332000 h 570101"/>
              <a:gd name="csX17" fmla="*/ 0 w 460893"/>
              <a:gd name="csY17" fmla="*/ 321391 h 570101"/>
              <a:gd name="csX18" fmla="*/ 20006 w 460893"/>
              <a:gd name="csY18" fmla="*/ 322209 h 570101"/>
              <a:gd name="csX19" fmla="*/ 37306 w 460893"/>
              <a:gd name="csY19" fmla="*/ 304003 h 570101"/>
              <a:gd name="csX20" fmla="*/ 36933 w 460893"/>
              <a:gd name="csY20" fmla="*/ 289805 h 570101"/>
              <a:gd name="csX21" fmla="*/ 37690 w 460893"/>
              <a:gd name="csY21" fmla="*/ 253719 h 570101"/>
              <a:gd name="csX22" fmla="*/ 41303 w 460893"/>
              <a:gd name="csY22" fmla="*/ 221451 h 570101"/>
              <a:gd name="csX23" fmla="*/ 48412 w 460893"/>
              <a:gd name="csY23" fmla="*/ 202644 h 570101"/>
              <a:gd name="csX24" fmla="*/ 48257 w 460893"/>
              <a:gd name="csY24" fmla="*/ 124622 h 570101"/>
              <a:gd name="csX25" fmla="*/ 40464 w 460893"/>
              <a:gd name="csY25" fmla="*/ 83859 h 570101"/>
              <a:gd name="csX26" fmla="*/ 52830 w 460893"/>
              <a:gd name="csY26" fmla="*/ 45160 h 570101"/>
              <a:gd name="csX27" fmla="*/ 63246 w 460893"/>
              <a:gd name="csY27" fmla="*/ 46920 h 570101"/>
              <a:gd name="csX28" fmla="*/ 63246 w 460893"/>
              <a:gd name="csY28" fmla="*/ 23460 h 570101"/>
              <a:gd name="csX29" fmla="*/ 66672 w 460893"/>
              <a:gd name="csY29" fmla="*/ 0 h 570101"/>
              <a:gd name="csX30" fmla="*/ 126691 w 460893"/>
              <a:gd name="csY30" fmla="*/ 3798 h 570101"/>
              <a:gd name="csX31" fmla="*/ 203405 w 460893"/>
              <a:gd name="csY31" fmla="*/ 8311 h 570101"/>
              <a:gd name="csX32" fmla="*/ 223527 w 460893"/>
              <a:gd name="csY32" fmla="*/ 9026 h 570101"/>
              <a:gd name="csX33" fmla="*/ 229665 w 460893"/>
              <a:gd name="csY33" fmla="*/ 21938 h 570101"/>
              <a:gd name="csX34" fmla="*/ 254984 w 460893"/>
              <a:gd name="csY34" fmla="*/ 54210 h 570101"/>
              <a:gd name="csX35" fmla="*/ 267180 w 460893"/>
              <a:gd name="csY35" fmla="*/ 65624 h 570101"/>
              <a:gd name="csX36" fmla="*/ 283960 w 460893"/>
              <a:gd name="csY36" fmla="*/ 83994 h 570101"/>
              <a:gd name="csX37" fmla="*/ 300739 w 460893"/>
              <a:gd name="csY37" fmla="*/ 103278 h 570101"/>
              <a:gd name="csX38" fmla="*/ 307688 w 460893"/>
              <a:gd name="csY38" fmla="*/ 107024 h 570101"/>
              <a:gd name="csX39" fmla="*/ 338320 w 460893"/>
              <a:gd name="csY39" fmla="*/ 140082 h 570101"/>
              <a:gd name="csX40" fmla="*/ 345307 w 460893"/>
              <a:gd name="csY40" fmla="*/ 156757 h 570101"/>
              <a:gd name="csX41" fmla="*/ 350264 w 460893"/>
              <a:gd name="csY41" fmla="*/ 174757 h 570101"/>
              <a:gd name="csX42" fmla="*/ 353728 w 460893"/>
              <a:gd name="csY42" fmla="*/ 192882 h 570101"/>
              <a:gd name="csX43" fmla="*/ 357557 w 460893"/>
              <a:gd name="csY43" fmla="*/ 206186 h 570101"/>
              <a:gd name="csX44" fmla="*/ 373046 w 460893"/>
              <a:gd name="csY44" fmla="*/ 221653 h 570101"/>
              <a:gd name="csX45" fmla="*/ 388508 w 460893"/>
              <a:gd name="csY45" fmla="*/ 235073 h 570101"/>
              <a:gd name="csX46" fmla="*/ 408536 w 460893"/>
              <a:gd name="csY46" fmla="*/ 251563 h 570101"/>
              <a:gd name="csX47" fmla="*/ 419486 w 460893"/>
              <a:gd name="csY47" fmla="*/ 258145 h 570101"/>
              <a:gd name="csX48" fmla="*/ 429612 w 460893"/>
              <a:gd name="csY48" fmla="*/ 264555 h 570101"/>
              <a:gd name="csX49" fmla="*/ 440498 w 460893"/>
              <a:gd name="csY49" fmla="*/ 270196 h 570101"/>
              <a:gd name="csX50" fmla="*/ 458638 w 460893"/>
              <a:gd name="csY50" fmla="*/ 279871 h 570101"/>
              <a:gd name="csX51" fmla="*/ 433706 w 460893"/>
              <a:gd name="csY51" fmla="*/ 328123 h 570101"/>
              <a:gd name="csX52" fmla="*/ 401785 w 460893"/>
              <a:gd name="csY52" fmla="*/ 376892 h 570101"/>
              <a:gd name="csX53" fmla="*/ 408173 w 460893"/>
              <a:gd name="csY53" fmla="*/ 427230 h 570101"/>
              <a:gd name="csX54" fmla="*/ 407224 w 460893"/>
              <a:gd name="csY54" fmla="*/ 481463 h 570101"/>
              <a:gd name="csX55" fmla="*/ 357001 w 460893"/>
              <a:gd name="csY55" fmla="*/ 500599 h 570101"/>
              <a:gd name="csX56" fmla="*/ 339993 w 460893"/>
              <a:gd name="csY56" fmla="*/ 507393 h 570101"/>
              <a:gd name="csX57" fmla="*/ 315871 w 460893"/>
              <a:gd name="csY57" fmla="*/ 500146 h 570101"/>
              <a:gd name="csX58" fmla="*/ 305685 w 460893"/>
              <a:gd name="csY58" fmla="*/ 499249 h 570101"/>
              <a:gd name="csX59" fmla="*/ 291896 w 460893"/>
              <a:gd name="csY59" fmla="*/ 499687 h 570101"/>
              <a:gd name="csX60" fmla="*/ 270870 w 460893"/>
              <a:gd name="csY60" fmla="*/ 491757 h 570101"/>
              <a:gd name="csX61" fmla="*/ 256706 w 460893"/>
              <a:gd name="csY61" fmla="*/ 481408 h 570101"/>
              <a:gd name="csX62" fmla="*/ 242051 w 460893"/>
              <a:gd name="csY62" fmla="*/ 472207 h 570101"/>
              <a:gd name="csX63" fmla="*/ 227525 w 460893"/>
              <a:gd name="csY63" fmla="*/ 468533 h 570101"/>
              <a:gd name="csX64" fmla="*/ 222731 w 460893"/>
              <a:gd name="csY64" fmla="*/ 472486 h 570101"/>
              <a:gd name="csX65" fmla="*/ 210984 w 460893"/>
              <a:gd name="csY65" fmla="*/ 493362 h 570101"/>
              <a:gd name="csX66" fmla="*/ 200162 w 460893"/>
              <a:gd name="csY66" fmla="*/ 504374 h 570101"/>
              <a:gd name="csX67" fmla="*/ 192160 w 460893"/>
              <a:gd name="csY67" fmla="*/ 516880 h 570101"/>
              <a:gd name="csX68" fmla="*/ 189436 w 460893"/>
              <a:gd name="csY68" fmla="*/ 530760 h 570101"/>
              <a:gd name="csX69" fmla="*/ 184534 w 460893"/>
              <a:gd name="csY69" fmla="*/ 547022 h 570101"/>
              <a:gd name="csX70" fmla="*/ 182598 w 460893"/>
              <a:gd name="csY70" fmla="*/ 561518 h 570101"/>
              <a:gd name="csX71" fmla="*/ 164446 w 460893"/>
              <a:gd name="csY71" fmla="*/ 570049 h 570101"/>
              <a:gd name="csX72" fmla="*/ 151660 w 460893"/>
              <a:gd name="csY72" fmla="*/ 568610 h 5701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Lst>
            <a:rect l="l" t="t" r="r" b="b"/>
            <a:pathLst>
              <a:path w="460893" h="570101">
                <a:moveTo>
                  <a:pt x="151660" y="568610"/>
                </a:moveTo>
                <a:cubicBezTo>
                  <a:pt x="143384" y="567865"/>
                  <a:pt x="140689" y="566530"/>
                  <a:pt x="140689" y="563178"/>
                </a:cubicBezTo>
                <a:cubicBezTo>
                  <a:pt x="140689" y="560733"/>
                  <a:pt x="136724" y="554651"/>
                  <a:pt x="131877" y="549661"/>
                </a:cubicBezTo>
                <a:cubicBezTo>
                  <a:pt x="126875" y="544511"/>
                  <a:pt x="122689" y="537293"/>
                  <a:pt x="122196" y="532968"/>
                </a:cubicBezTo>
                <a:cubicBezTo>
                  <a:pt x="121389" y="525881"/>
                  <a:pt x="120335" y="525192"/>
                  <a:pt x="107130" y="523131"/>
                </a:cubicBezTo>
                <a:cubicBezTo>
                  <a:pt x="99321" y="521912"/>
                  <a:pt x="91554" y="519792"/>
                  <a:pt x="89869" y="518421"/>
                </a:cubicBezTo>
                <a:cubicBezTo>
                  <a:pt x="88184" y="517050"/>
                  <a:pt x="86027" y="509330"/>
                  <a:pt x="85076" y="501266"/>
                </a:cubicBezTo>
                <a:cubicBezTo>
                  <a:pt x="84126" y="493202"/>
                  <a:pt x="80796" y="477310"/>
                  <a:pt x="77677" y="465952"/>
                </a:cubicBezTo>
                <a:lnTo>
                  <a:pt x="72006" y="445300"/>
                </a:lnTo>
                <a:lnTo>
                  <a:pt x="58957" y="446095"/>
                </a:lnTo>
                <a:cubicBezTo>
                  <a:pt x="46778" y="446836"/>
                  <a:pt x="45189" y="446199"/>
                  <a:pt x="35144" y="436548"/>
                </a:cubicBezTo>
                <a:lnTo>
                  <a:pt x="24381" y="426207"/>
                </a:lnTo>
                <a:lnTo>
                  <a:pt x="26114" y="405421"/>
                </a:lnTo>
                <a:cubicBezTo>
                  <a:pt x="27263" y="391650"/>
                  <a:pt x="26942" y="384636"/>
                  <a:pt x="25165" y="384636"/>
                </a:cubicBezTo>
                <a:cubicBezTo>
                  <a:pt x="23689" y="384636"/>
                  <a:pt x="20249" y="380280"/>
                  <a:pt x="17520" y="374956"/>
                </a:cubicBezTo>
                <a:cubicBezTo>
                  <a:pt x="14791" y="369631"/>
                  <a:pt x="9821" y="360175"/>
                  <a:pt x="6475" y="353942"/>
                </a:cubicBezTo>
                <a:cubicBezTo>
                  <a:pt x="3106" y="347664"/>
                  <a:pt x="305" y="337877"/>
                  <a:pt x="196" y="332000"/>
                </a:cubicBezTo>
                <a:lnTo>
                  <a:pt x="0" y="321391"/>
                </a:lnTo>
                <a:lnTo>
                  <a:pt x="20006" y="322209"/>
                </a:lnTo>
                <a:cubicBezTo>
                  <a:pt x="42391" y="323125"/>
                  <a:pt x="42565" y="322942"/>
                  <a:pt x="37306" y="304003"/>
                </a:cubicBezTo>
                <a:cubicBezTo>
                  <a:pt x="35685" y="298169"/>
                  <a:pt x="35538" y="292562"/>
                  <a:pt x="36933" y="289805"/>
                </a:cubicBezTo>
                <a:cubicBezTo>
                  <a:pt x="38201" y="287300"/>
                  <a:pt x="38542" y="271061"/>
                  <a:pt x="37690" y="253719"/>
                </a:cubicBezTo>
                <a:cubicBezTo>
                  <a:pt x="36207" y="223555"/>
                  <a:pt x="36364" y="222156"/>
                  <a:pt x="41303" y="221451"/>
                </a:cubicBezTo>
                <a:cubicBezTo>
                  <a:pt x="45680" y="220826"/>
                  <a:pt x="46762" y="217964"/>
                  <a:pt x="48412" y="202644"/>
                </a:cubicBezTo>
                <a:cubicBezTo>
                  <a:pt x="51806" y="171127"/>
                  <a:pt x="51726" y="130863"/>
                  <a:pt x="48257" y="124622"/>
                </a:cubicBezTo>
                <a:cubicBezTo>
                  <a:pt x="46501" y="121464"/>
                  <a:pt x="42994" y="103121"/>
                  <a:pt x="40464" y="83859"/>
                </a:cubicBezTo>
                <a:cubicBezTo>
                  <a:pt x="35209" y="43860"/>
                  <a:pt x="35717" y="42269"/>
                  <a:pt x="52830" y="45160"/>
                </a:cubicBezTo>
                <a:lnTo>
                  <a:pt x="63246" y="46920"/>
                </a:lnTo>
                <a:lnTo>
                  <a:pt x="63246" y="23460"/>
                </a:lnTo>
                <a:cubicBezTo>
                  <a:pt x="63246" y="5683"/>
                  <a:pt x="64076" y="0"/>
                  <a:pt x="66672" y="0"/>
                </a:cubicBezTo>
                <a:cubicBezTo>
                  <a:pt x="68557" y="0"/>
                  <a:pt x="95565" y="1709"/>
                  <a:pt x="126691" y="3798"/>
                </a:cubicBezTo>
                <a:cubicBezTo>
                  <a:pt x="157817" y="5887"/>
                  <a:pt x="192338" y="7917"/>
                  <a:pt x="203405" y="8311"/>
                </a:cubicBezTo>
                <a:lnTo>
                  <a:pt x="223527" y="9026"/>
                </a:lnTo>
                <a:lnTo>
                  <a:pt x="229665" y="21938"/>
                </a:lnTo>
                <a:cubicBezTo>
                  <a:pt x="235583" y="34389"/>
                  <a:pt x="251134" y="54210"/>
                  <a:pt x="254984" y="54210"/>
                </a:cubicBezTo>
                <a:cubicBezTo>
                  <a:pt x="256963" y="54210"/>
                  <a:pt x="267180" y="63772"/>
                  <a:pt x="267180" y="65624"/>
                </a:cubicBezTo>
                <a:cubicBezTo>
                  <a:pt x="267180" y="66222"/>
                  <a:pt x="274731" y="74489"/>
                  <a:pt x="283960" y="83994"/>
                </a:cubicBezTo>
                <a:cubicBezTo>
                  <a:pt x="293188" y="93499"/>
                  <a:pt x="300739" y="102177"/>
                  <a:pt x="300739" y="103278"/>
                </a:cubicBezTo>
                <a:cubicBezTo>
                  <a:pt x="300739" y="104379"/>
                  <a:pt x="303866" y="106065"/>
                  <a:pt x="307688" y="107024"/>
                </a:cubicBezTo>
                <a:cubicBezTo>
                  <a:pt x="316754" y="109299"/>
                  <a:pt x="336159" y="130241"/>
                  <a:pt x="338320" y="140082"/>
                </a:cubicBezTo>
                <a:cubicBezTo>
                  <a:pt x="339250" y="144316"/>
                  <a:pt x="342394" y="151820"/>
                  <a:pt x="345307" y="156757"/>
                </a:cubicBezTo>
                <a:cubicBezTo>
                  <a:pt x="348253" y="161749"/>
                  <a:pt x="350453" y="169738"/>
                  <a:pt x="350264" y="174757"/>
                </a:cubicBezTo>
                <a:cubicBezTo>
                  <a:pt x="350078" y="179720"/>
                  <a:pt x="351636" y="187876"/>
                  <a:pt x="353728" y="192882"/>
                </a:cubicBezTo>
                <a:cubicBezTo>
                  <a:pt x="355820" y="197888"/>
                  <a:pt x="357543" y="203875"/>
                  <a:pt x="357557" y="206186"/>
                </a:cubicBezTo>
                <a:cubicBezTo>
                  <a:pt x="357572" y="208497"/>
                  <a:pt x="364542" y="215457"/>
                  <a:pt x="373046" y="221653"/>
                </a:cubicBezTo>
                <a:cubicBezTo>
                  <a:pt x="381550" y="227849"/>
                  <a:pt x="388508" y="233888"/>
                  <a:pt x="388508" y="235073"/>
                </a:cubicBezTo>
                <a:cubicBezTo>
                  <a:pt x="388508" y="239850"/>
                  <a:pt x="400638" y="249837"/>
                  <a:pt x="408536" y="251563"/>
                </a:cubicBezTo>
                <a:cubicBezTo>
                  <a:pt x="413162" y="252574"/>
                  <a:pt x="418090" y="255536"/>
                  <a:pt x="419486" y="258145"/>
                </a:cubicBezTo>
                <a:cubicBezTo>
                  <a:pt x="420882" y="260754"/>
                  <a:pt x="425439" y="263638"/>
                  <a:pt x="429612" y="264555"/>
                </a:cubicBezTo>
                <a:cubicBezTo>
                  <a:pt x="433785" y="265471"/>
                  <a:pt x="438684" y="268010"/>
                  <a:pt x="440498" y="270196"/>
                </a:cubicBezTo>
                <a:cubicBezTo>
                  <a:pt x="443409" y="273704"/>
                  <a:pt x="453843" y="279268"/>
                  <a:pt x="458638" y="279871"/>
                </a:cubicBezTo>
                <a:cubicBezTo>
                  <a:pt x="464237" y="280575"/>
                  <a:pt x="460647" y="287523"/>
                  <a:pt x="433706" y="328123"/>
                </a:cubicBezTo>
                <a:cubicBezTo>
                  <a:pt x="417320" y="352816"/>
                  <a:pt x="402956" y="374762"/>
                  <a:pt x="401785" y="376892"/>
                </a:cubicBezTo>
                <a:cubicBezTo>
                  <a:pt x="400523" y="379188"/>
                  <a:pt x="403122" y="399673"/>
                  <a:pt x="408173" y="427230"/>
                </a:cubicBezTo>
                <a:cubicBezTo>
                  <a:pt x="419157" y="487163"/>
                  <a:pt x="419215" y="483871"/>
                  <a:pt x="407224" y="481463"/>
                </a:cubicBezTo>
                <a:cubicBezTo>
                  <a:pt x="377101" y="475416"/>
                  <a:pt x="375238" y="476126"/>
                  <a:pt x="357001" y="500599"/>
                </a:cubicBezTo>
                <a:cubicBezTo>
                  <a:pt x="346599" y="514558"/>
                  <a:pt x="343773" y="515687"/>
                  <a:pt x="339993" y="507393"/>
                </a:cubicBezTo>
                <a:cubicBezTo>
                  <a:pt x="336462" y="499643"/>
                  <a:pt x="325739" y="496421"/>
                  <a:pt x="315871" y="500146"/>
                </a:cubicBezTo>
                <a:cubicBezTo>
                  <a:pt x="310307" y="502246"/>
                  <a:pt x="308004" y="502043"/>
                  <a:pt x="305685" y="499249"/>
                </a:cubicBezTo>
                <a:cubicBezTo>
                  <a:pt x="301762" y="494522"/>
                  <a:pt x="296907" y="494676"/>
                  <a:pt x="291896" y="499687"/>
                </a:cubicBezTo>
                <a:cubicBezTo>
                  <a:pt x="286395" y="505188"/>
                  <a:pt x="278982" y="502392"/>
                  <a:pt x="270870" y="491757"/>
                </a:cubicBezTo>
                <a:cubicBezTo>
                  <a:pt x="267159" y="486892"/>
                  <a:pt x="260921" y="482334"/>
                  <a:pt x="256706" y="481408"/>
                </a:cubicBezTo>
                <a:cubicBezTo>
                  <a:pt x="252563" y="480498"/>
                  <a:pt x="245969" y="476358"/>
                  <a:pt x="242051" y="472207"/>
                </a:cubicBezTo>
                <a:cubicBezTo>
                  <a:pt x="234140" y="463825"/>
                  <a:pt x="229757" y="462717"/>
                  <a:pt x="227525" y="468533"/>
                </a:cubicBezTo>
                <a:cubicBezTo>
                  <a:pt x="226708" y="470663"/>
                  <a:pt x="224550" y="472442"/>
                  <a:pt x="222731" y="472486"/>
                </a:cubicBezTo>
                <a:cubicBezTo>
                  <a:pt x="216831" y="472631"/>
                  <a:pt x="209780" y="485162"/>
                  <a:pt x="210984" y="493362"/>
                </a:cubicBezTo>
                <a:cubicBezTo>
                  <a:pt x="212266" y="502098"/>
                  <a:pt x="211304" y="503076"/>
                  <a:pt x="200162" y="504374"/>
                </a:cubicBezTo>
                <a:cubicBezTo>
                  <a:pt x="189734" y="505588"/>
                  <a:pt x="189645" y="505728"/>
                  <a:pt x="192160" y="516880"/>
                </a:cubicBezTo>
                <a:cubicBezTo>
                  <a:pt x="193910" y="524639"/>
                  <a:pt x="193416" y="527159"/>
                  <a:pt x="189436" y="530760"/>
                </a:cubicBezTo>
                <a:cubicBezTo>
                  <a:pt x="186033" y="533840"/>
                  <a:pt x="184562" y="538720"/>
                  <a:pt x="184534" y="547022"/>
                </a:cubicBezTo>
                <a:cubicBezTo>
                  <a:pt x="184512" y="553546"/>
                  <a:pt x="183641" y="560069"/>
                  <a:pt x="182598" y="561518"/>
                </a:cubicBezTo>
                <a:cubicBezTo>
                  <a:pt x="180445" y="564508"/>
                  <a:pt x="167199" y="570734"/>
                  <a:pt x="164446" y="570049"/>
                </a:cubicBezTo>
                <a:cubicBezTo>
                  <a:pt x="163448" y="569801"/>
                  <a:pt x="157694" y="569154"/>
                  <a:pt x="151660" y="568610"/>
                </a:cubicBezTo>
                <a:close/>
              </a:path>
            </a:pathLst>
          </a:custGeom>
          <a:solidFill>
            <a:srgbClr val="B9B9B9"/>
          </a:solidFill>
          <a:ln w="5163" cap="flat">
            <a:noFill/>
            <a:prstDash val="solid"/>
            <a:miter/>
          </a:ln>
        </p:spPr>
        <p:txBody>
          <a:bodyPr/>
          <a:lstStyle/>
          <a:p>
            <a:endParaRPr lang="es-419" noProof="0" dirty="0"/>
          </a:p>
        </p:txBody>
      </p:sp>
      <p:sp>
        <p:nvSpPr>
          <p:cNvPr id="61" name="Forma libre: forma 60">
            <a:extLst>
              <a:ext uri="{FF2B5EF4-FFF2-40B4-BE49-F238E27FC236}">
                <a16:creationId xmlns:a16="http://schemas.microsoft.com/office/drawing/2014/main" id="{591D80BE-9393-7E04-4FB4-339DB4F453A6}"/>
              </a:ext>
            </a:extLst>
          </p:cNvPr>
          <p:cNvSpPr/>
          <p:nvPr/>
        </p:nvSpPr>
        <p:spPr>
          <a:xfrm>
            <a:off x="2038384" y="2469122"/>
            <a:ext cx="332998" cy="314936"/>
          </a:xfrm>
          <a:custGeom>
            <a:avLst/>
            <a:gdLst>
              <a:gd name="csX0" fmla="*/ 150508 w 332998"/>
              <a:gd name="csY0" fmla="*/ 295153 h 314936"/>
              <a:gd name="csX1" fmla="*/ 122921 w 332998"/>
              <a:gd name="csY1" fmla="*/ 269012 h 314936"/>
              <a:gd name="csX2" fmla="*/ 122279 w 332998"/>
              <a:gd name="csY2" fmla="*/ 264031 h 314936"/>
              <a:gd name="csX3" fmla="*/ 126546 w 332998"/>
              <a:gd name="csY3" fmla="*/ 262908 h 314936"/>
              <a:gd name="csX4" fmla="*/ 106954 w 332998"/>
              <a:gd name="csY4" fmla="*/ 254224 h 314936"/>
              <a:gd name="csX5" fmla="*/ 78561 w 332998"/>
              <a:gd name="csY5" fmla="*/ 232541 h 314936"/>
              <a:gd name="csX6" fmla="*/ 60903 w 332998"/>
              <a:gd name="csY6" fmla="*/ 216842 h 314936"/>
              <a:gd name="csX7" fmla="*/ 60455 w 332998"/>
              <a:gd name="csY7" fmla="*/ 213585 h 314936"/>
              <a:gd name="csX8" fmla="*/ 56711 w 332998"/>
              <a:gd name="csY8" fmla="*/ 207285 h 314936"/>
              <a:gd name="csX9" fmla="*/ 53349 w 332998"/>
              <a:gd name="csY9" fmla="*/ 207961 h 314936"/>
              <a:gd name="csX10" fmla="*/ 34703 w 332998"/>
              <a:gd name="csY10" fmla="*/ 200142 h 314936"/>
              <a:gd name="csX11" fmla="*/ 16028 w 332998"/>
              <a:gd name="csY11" fmla="*/ 187234 h 314936"/>
              <a:gd name="csX12" fmla="*/ 16436 w 332998"/>
              <a:gd name="csY12" fmla="*/ 184359 h 314936"/>
              <a:gd name="csX13" fmla="*/ 14549 w 332998"/>
              <a:gd name="csY13" fmla="*/ 178120 h 314936"/>
              <a:gd name="csX14" fmla="*/ 7908 w 332998"/>
              <a:gd name="csY14" fmla="*/ 171021 h 314936"/>
              <a:gd name="csX15" fmla="*/ 2407 w 332998"/>
              <a:gd name="csY15" fmla="*/ 154470 h 314936"/>
              <a:gd name="csX16" fmla="*/ 6812 w 332998"/>
              <a:gd name="csY16" fmla="*/ 119621 h 314936"/>
              <a:gd name="csX17" fmla="*/ 17071 w 332998"/>
              <a:gd name="csY17" fmla="*/ 91641 h 314936"/>
              <a:gd name="csX18" fmla="*/ 20635 w 332998"/>
              <a:gd name="csY18" fmla="*/ 82008 h 314936"/>
              <a:gd name="csX19" fmla="*/ 29523 w 332998"/>
              <a:gd name="csY19" fmla="*/ 71230 h 314936"/>
              <a:gd name="csX20" fmla="*/ 42896 w 332998"/>
              <a:gd name="csY20" fmla="*/ 48085 h 314936"/>
              <a:gd name="csX21" fmla="*/ 49532 w 332998"/>
              <a:gd name="csY21" fmla="*/ 35969 h 314936"/>
              <a:gd name="csX22" fmla="*/ 54906 w 332998"/>
              <a:gd name="csY22" fmla="*/ 23257 h 314936"/>
              <a:gd name="csX23" fmla="*/ 66531 w 332998"/>
              <a:gd name="csY23" fmla="*/ 0 h 314936"/>
              <a:gd name="csX24" fmla="*/ 82468 w 332998"/>
              <a:gd name="csY24" fmla="*/ 19425 h 314936"/>
              <a:gd name="csX25" fmla="*/ 95351 w 332998"/>
              <a:gd name="csY25" fmla="*/ 43885 h 314936"/>
              <a:gd name="csX26" fmla="*/ 106141 w 332998"/>
              <a:gd name="csY26" fmla="*/ 49048 h 314936"/>
              <a:gd name="csX27" fmla="*/ 113640 w 332998"/>
              <a:gd name="csY27" fmla="*/ 54166 h 314936"/>
              <a:gd name="csX28" fmla="*/ 132249 w 332998"/>
              <a:gd name="csY28" fmla="*/ 34653 h 314936"/>
              <a:gd name="csX29" fmla="*/ 156404 w 332998"/>
              <a:gd name="csY29" fmla="*/ 10326 h 314936"/>
              <a:gd name="csX30" fmla="*/ 168334 w 332998"/>
              <a:gd name="csY30" fmla="*/ 6060 h 314936"/>
              <a:gd name="csX31" fmla="*/ 186389 w 332998"/>
              <a:gd name="csY31" fmla="*/ 9933 h 314936"/>
              <a:gd name="csX32" fmla="*/ 200349 w 332998"/>
              <a:gd name="csY32" fmla="*/ 18070 h 314936"/>
              <a:gd name="csX33" fmla="*/ 204999 w 332998"/>
              <a:gd name="csY33" fmla="*/ 30473 h 314936"/>
              <a:gd name="csX34" fmla="*/ 218185 w 332998"/>
              <a:gd name="csY34" fmla="*/ 43802 h 314936"/>
              <a:gd name="csX35" fmla="*/ 227241 w 332998"/>
              <a:gd name="csY35" fmla="*/ 50036 h 314936"/>
              <a:gd name="csX36" fmla="*/ 238424 w 332998"/>
              <a:gd name="csY36" fmla="*/ 60571 h 314936"/>
              <a:gd name="csX37" fmla="*/ 261581 w 332998"/>
              <a:gd name="csY37" fmla="*/ 79599 h 314936"/>
              <a:gd name="csX38" fmla="*/ 276424 w 332998"/>
              <a:gd name="csY38" fmla="*/ 89453 h 314936"/>
              <a:gd name="csX39" fmla="*/ 280389 w 332998"/>
              <a:gd name="csY39" fmla="*/ 90232 h 314936"/>
              <a:gd name="csX40" fmla="*/ 288978 w 332998"/>
              <a:gd name="csY40" fmla="*/ 95366 h 314936"/>
              <a:gd name="csX41" fmla="*/ 309784 w 332998"/>
              <a:gd name="csY41" fmla="*/ 117828 h 314936"/>
              <a:gd name="csX42" fmla="*/ 323208 w 332998"/>
              <a:gd name="csY42" fmla="*/ 127731 h 314936"/>
              <a:gd name="csX43" fmla="*/ 330610 w 332998"/>
              <a:gd name="csY43" fmla="*/ 136947 h 314936"/>
              <a:gd name="csX44" fmla="*/ 327230 w 332998"/>
              <a:gd name="csY44" fmla="*/ 153094 h 314936"/>
              <a:gd name="csX45" fmla="*/ 328146 w 332998"/>
              <a:gd name="csY45" fmla="*/ 164492 h 314936"/>
              <a:gd name="csX46" fmla="*/ 285552 w 332998"/>
              <a:gd name="csY46" fmla="*/ 166189 h 314936"/>
              <a:gd name="csX47" fmla="*/ 228050 w 332998"/>
              <a:gd name="csY47" fmla="*/ 169472 h 314936"/>
              <a:gd name="csX48" fmla="*/ 213142 w 332998"/>
              <a:gd name="csY48" fmla="*/ 171057 h 314936"/>
              <a:gd name="csX49" fmla="*/ 197915 w 332998"/>
              <a:gd name="csY49" fmla="*/ 199758 h 314936"/>
              <a:gd name="csX50" fmla="*/ 180329 w 332998"/>
              <a:gd name="csY50" fmla="*/ 231127 h 314936"/>
              <a:gd name="csX51" fmla="*/ 181055 w 332998"/>
              <a:gd name="csY51" fmla="*/ 253031 h 314936"/>
              <a:gd name="csX52" fmla="*/ 185000 w 332998"/>
              <a:gd name="csY52" fmla="*/ 272477 h 314936"/>
              <a:gd name="csX53" fmla="*/ 182260 w 332998"/>
              <a:gd name="csY53" fmla="*/ 301769 h 314936"/>
              <a:gd name="csX54" fmla="*/ 174070 w 332998"/>
              <a:gd name="csY54" fmla="*/ 314937 h 314936"/>
              <a:gd name="csX55" fmla="*/ 150508 w 332998"/>
              <a:gd name="csY55" fmla="*/ 295153 h 3149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Lst>
            <a:rect l="l" t="t" r="r" b="b"/>
            <a:pathLst>
              <a:path w="332998" h="314936">
                <a:moveTo>
                  <a:pt x="150508" y="295153"/>
                </a:moveTo>
                <a:cubicBezTo>
                  <a:pt x="138884" y="284272"/>
                  <a:pt x="126470" y="272508"/>
                  <a:pt x="122921" y="269012"/>
                </a:cubicBezTo>
                <a:cubicBezTo>
                  <a:pt x="116541" y="262727"/>
                  <a:pt x="116534" y="262670"/>
                  <a:pt x="122279" y="264031"/>
                </a:cubicBezTo>
                <a:cubicBezTo>
                  <a:pt x="125681" y="264837"/>
                  <a:pt x="127450" y="264371"/>
                  <a:pt x="126546" y="262908"/>
                </a:cubicBezTo>
                <a:cubicBezTo>
                  <a:pt x="124960" y="260342"/>
                  <a:pt x="114693" y="255791"/>
                  <a:pt x="106954" y="254224"/>
                </a:cubicBezTo>
                <a:cubicBezTo>
                  <a:pt x="98738" y="252560"/>
                  <a:pt x="93040" y="248209"/>
                  <a:pt x="78561" y="232541"/>
                </a:cubicBezTo>
                <a:cubicBezTo>
                  <a:pt x="70581" y="223906"/>
                  <a:pt x="62635" y="216842"/>
                  <a:pt x="60903" y="216842"/>
                </a:cubicBezTo>
                <a:cubicBezTo>
                  <a:pt x="58660" y="216842"/>
                  <a:pt x="58531" y="215904"/>
                  <a:pt x="60455" y="213585"/>
                </a:cubicBezTo>
                <a:cubicBezTo>
                  <a:pt x="62461" y="211169"/>
                  <a:pt x="61494" y="209543"/>
                  <a:pt x="56711" y="207285"/>
                </a:cubicBezTo>
                <a:cubicBezTo>
                  <a:pt x="51186" y="204678"/>
                  <a:pt x="50705" y="204775"/>
                  <a:pt x="53349" y="207961"/>
                </a:cubicBezTo>
                <a:cubicBezTo>
                  <a:pt x="59572" y="215458"/>
                  <a:pt x="50558" y="211678"/>
                  <a:pt x="34703" y="200142"/>
                </a:cubicBezTo>
                <a:cubicBezTo>
                  <a:pt x="25983" y="193796"/>
                  <a:pt x="17579" y="187988"/>
                  <a:pt x="16028" y="187234"/>
                </a:cubicBezTo>
                <a:cubicBezTo>
                  <a:pt x="14108" y="186301"/>
                  <a:pt x="14238" y="185384"/>
                  <a:pt x="16436" y="184359"/>
                </a:cubicBezTo>
                <a:cubicBezTo>
                  <a:pt x="21429" y="182028"/>
                  <a:pt x="20247" y="178120"/>
                  <a:pt x="14549" y="178120"/>
                </a:cubicBezTo>
                <a:cubicBezTo>
                  <a:pt x="11062" y="178120"/>
                  <a:pt x="8950" y="175862"/>
                  <a:pt x="7908" y="171021"/>
                </a:cubicBezTo>
                <a:cubicBezTo>
                  <a:pt x="7068" y="167117"/>
                  <a:pt x="4593" y="159669"/>
                  <a:pt x="2407" y="154470"/>
                </a:cubicBezTo>
                <a:cubicBezTo>
                  <a:pt x="-1401" y="145413"/>
                  <a:pt x="-1217" y="143959"/>
                  <a:pt x="6812" y="119621"/>
                </a:cubicBezTo>
                <a:cubicBezTo>
                  <a:pt x="11420" y="105652"/>
                  <a:pt x="16036" y="93061"/>
                  <a:pt x="17071" y="91641"/>
                </a:cubicBezTo>
                <a:cubicBezTo>
                  <a:pt x="18105" y="90222"/>
                  <a:pt x="19709" y="85887"/>
                  <a:pt x="20635" y="82008"/>
                </a:cubicBezTo>
                <a:cubicBezTo>
                  <a:pt x="21600" y="77965"/>
                  <a:pt x="25393" y="73366"/>
                  <a:pt x="29523" y="71230"/>
                </a:cubicBezTo>
                <a:cubicBezTo>
                  <a:pt x="37293" y="67213"/>
                  <a:pt x="42896" y="57515"/>
                  <a:pt x="42896" y="48085"/>
                </a:cubicBezTo>
                <a:cubicBezTo>
                  <a:pt x="42896" y="44850"/>
                  <a:pt x="45882" y="39398"/>
                  <a:pt x="49532" y="35969"/>
                </a:cubicBezTo>
                <a:cubicBezTo>
                  <a:pt x="54317" y="31473"/>
                  <a:pt x="55816" y="27929"/>
                  <a:pt x="54906" y="23257"/>
                </a:cubicBezTo>
                <a:cubicBezTo>
                  <a:pt x="53161" y="14292"/>
                  <a:pt x="60305" y="0"/>
                  <a:pt x="66531" y="0"/>
                </a:cubicBezTo>
                <a:cubicBezTo>
                  <a:pt x="74307" y="0"/>
                  <a:pt x="80918" y="8058"/>
                  <a:pt x="82468" y="19425"/>
                </a:cubicBezTo>
                <a:cubicBezTo>
                  <a:pt x="84849" y="36891"/>
                  <a:pt x="88533" y="43885"/>
                  <a:pt x="95351" y="43885"/>
                </a:cubicBezTo>
                <a:cubicBezTo>
                  <a:pt x="98716" y="43885"/>
                  <a:pt x="103572" y="46208"/>
                  <a:pt x="106141" y="49048"/>
                </a:cubicBezTo>
                <a:cubicBezTo>
                  <a:pt x="108711" y="51887"/>
                  <a:pt x="112086" y="54190"/>
                  <a:pt x="113640" y="54166"/>
                </a:cubicBezTo>
                <a:cubicBezTo>
                  <a:pt x="117209" y="54110"/>
                  <a:pt x="125915" y="44980"/>
                  <a:pt x="132249" y="34653"/>
                </a:cubicBezTo>
                <a:cubicBezTo>
                  <a:pt x="141121" y="20185"/>
                  <a:pt x="150911" y="10326"/>
                  <a:pt x="156404" y="10326"/>
                </a:cubicBezTo>
                <a:cubicBezTo>
                  <a:pt x="159385" y="10326"/>
                  <a:pt x="164754" y="8406"/>
                  <a:pt x="168334" y="6060"/>
                </a:cubicBezTo>
                <a:cubicBezTo>
                  <a:pt x="174611" y="1948"/>
                  <a:pt x="175258" y="2087"/>
                  <a:pt x="186389" y="9933"/>
                </a:cubicBezTo>
                <a:cubicBezTo>
                  <a:pt x="192739" y="14408"/>
                  <a:pt x="199021" y="18070"/>
                  <a:pt x="200349" y="18070"/>
                </a:cubicBezTo>
                <a:cubicBezTo>
                  <a:pt x="204669" y="18070"/>
                  <a:pt x="208141" y="27331"/>
                  <a:pt x="204999" y="30473"/>
                </a:cubicBezTo>
                <a:cubicBezTo>
                  <a:pt x="200842" y="34630"/>
                  <a:pt x="205908" y="39750"/>
                  <a:pt x="218185" y="43802"/>
                </a:cubicBezTo>
                <a:cubicBezTo>
                  <a:pt x="223767" y="45645"/>
                  <a:pt x="227842" y="48450"/>
                  <a:pt x="227241" y="50036"/>
                </a:cubicBezTo>
                <a:cubicBezTo>
                  <a:pt x="226639" y="51622"/>
                  <a:pt x="231671" y="56363"/>
                  <a:pt x="238424" y="60571"/>
                </a:cubicBezTo>
                <a:cubicBezTo>
                  <a:pt x="245177" y="64780"/>
                  <a:pt x="255598" y="73342"/>
                  <a:pt x="261581" y="79599"/>
                </a:cubicBezTo>
                <a:cubicBezTo>
                  <a:pt x="268586" y="86925"/>
                  <a:pt x="273870" y="90433"/>
                  <a:pt x="276424" y="89453"/>
                </a:cubicBezTo>
                <a:cubicBezTo>
                  <a:pt x="278605" y="88616"/>
                  <a:pt x="280389" y="88966"/>
                  <a:pt x="280389" y="90232"/>
                </a:cubicBezTo>
                <a:cubicBezTo>
                  <a:pt x="280389" y="91497"/>
                  <a:pt x="284254" y="93807"/>
                  <a:pt x="288978" y="95366"/>
                </a:cubicBezTo>
                <a:cubicBezTo>
                  <a:pt x="297678" y="98238"/>
                  <a:pt x="306636" y="107909"/>
                  <a:pt x="309784" y="117828"/>
                </a:cubicBezTo>
                <a:cubicBezTo>
                  <a:pt x="310845" y="121169"/>
                  <a:pt x="316015" y="124983"/>
                  <a:pt x="323208" y="127731"/>
                </a:cubicBezTo>
                <a:cubicBezTo>
                  <a:pt x="334331" y="131978"/>
                  <a:pt x="334696" y="132432"/>
                  <a:pt x="330610" y="136947"/>
                </a:cubicBezTo>
                <a:cubicBezTo>
                  <a:pt x="327588" y="140286"/>
                  <a:pt x="326585" y="145078"/>
                  <a:pt x="327230" y="153094"/>
                </a:cubicBezTo>
                <a:lnTo>
                  <a:pt x="328146" y="164492"/>
                </a:lnTo>
                <a:lnTo>
                  <a:pt x="285552" y="166189"/>
                </a:lnTo>
                <a:cubicBezTo>
                  <a:pt x="262126" y="167123"/>
                  <a:pt x="236250" y="168600"/>
                  <a:pt x="228050" y="169472"/>
                </a:cubicBezTo>
                <a:lnTo>
                  <a:pt x="213142" y="171057"/>
                </a:lnTo>
                <a:lnTo>
                  <a:pt x="197915" y="199758"/>
                </a:lnTo>
                <a:cubicBezTo>
                  <a:pt x="189539" y="215543"/>
                  <a:pt x="181626" y="229659"/>
                  <a:pt x="180329" y="231127"/>
                </a:cubicBezTo>
                <a:cubicBezTo>
                  <a:pt x="174323" y="237923"/>
                  <a:pt x="174624" y="246989"/>
                  <a:pt x="181055" y="253031"/>
                </a:cubicBezTo>
                <a:cubicBezTo>
                  <a:pt x="187596" y="259176"/>
                  <a:pt x="189401" y="268075"/>
                  <a:pt x="185000" y="272477"/>
                </a:cubicBezTo>
                <a:cubicBezTo>
                  <a:pt x="182808" y="274669"/>
                  <a:pt x="182167" y="281522"/>
                  <a:pt x="182260" y="301769"/>
                </a:cubicBezTo>
                <a:cubicBezTo>
                  <a:pt x="182290" y="308297"/>
                  <a:pt x="178160" y="314937"/>
                  <a:pt x="174070" y="314937"/>
                </a:cubicBezTo>
                <a:cubicBezTo>
                  <a:pt x="172734" y="314937"/>
                  <a:pt x="162131" y="306034"/>
                  <a:pt x="150508" y="295153"/>
                </a:cubicBezTo>
                <a:close/>
              </a:path>
            </a:pathLst>
          </a:custGeom>
          <a:solidFill>
            <a:srgbClr val="B9B9B9"/>
          </a:solidFill>
          <a:ln w="5163" cap="flat">
            <a:noFill/>
            <a:prstDash val="solid"/>
            <a:miter/>
          </a:ln>
        </p:spPr>
        <p:txBody>
          <a:bodyPr/>
          <a:lstStyle/>
          <a:p>
            <a:endParaRPr lang="es-419" noProof="0" dirty="0"/>
          </a:p>
        </p:txBody>
      </p:sp>
      <p:sp>
        <p:nvSpPr>
          <p:cNvPr id="62" name="Forma libre: forma 61">
            <a:extLst>
              <a:ext uri="{FF2B5EF4-FFF2-40B4-BE49-F238E27FC236}">
                <a16:creationId xmlns:a16="http://schemas.microsoft.com/office/drawing/2014/main" id="{6027459E-E49B-E513-0D25-EB843D4BA130}"/>
              </a:ext>
            </a:extLst>
          </p:cNvPr>
          <p:cNvSpPr/>
          <p:nvPr/>
        </p:nvSpPr>
        <p:spPr>
          <a:xfrm>
            <a:off x="1645015" y="2415517"/>
            <a:ext cx="409424" cy="276749"/>
          </a:xfrm>
          <a:custGeom>
            <a:avLst/>
            <a:gdLst>
              <a:gd name="csX0" fmla="*/ 169694 w 409424"/>
              <a:gd name="csY0" fmla="*/ 275279 h 276749"/>
              <a:gd name="csX1" fmla="*/ 152536 w 409424"/>
              <a:gd name="csY1" fmla="*/ 270490 h 276749"/>
              <a:gd name="csX2" fmla="*/ 128939 w 409424"/>
              <a:gd name="csY2" fmla="*/ 261017 h 276749"/>
              <a:gd name="csX3" fmla="*/ 97253 w 409424"/>
              <a:gd name="csY3" fmla="*/ 251980 h 276749"/>
              <a:gd name="csX4" fmla="*/ 66316 w 409424"/>
              <a:gd name="csY4" fmla="*/ 248914 h 276749"/>
              <a:gd name="csX5" fmla="*/ 49536 w 409424"/>
              <a:gd name="csY5" fmla="*/ 241356 h 276749"/>
              <a:gd name="csX6" fmla="*/ 12262 w 409424"/>
              <a:gd name="csY6" fmla="*/ 223990 h 276749"/>
              <a:gd name="csX7" fmla="*/ 0 w 409424"/>
              <a:gd name="csY7" fmla="*/ 222341 h 276749"/>
              <a:gd name="csX8" fmla="*/ 5808 w 409424"/>
              <a:gd name="csY8" fmla="*/ 214784 h 276749"/>
              <a:gd name="csX9" fmla="*/ 14198 w 409424"/>
              <a:gd name="csY9" fmla="*/ 206134 h 276749"/>
              <a:gd name="csX10" fmla="*/ 30441 w 409424"/>
              <a:gd name="csY10" fmla="*/ 191104 h 276749"/>
              <a:gd name="csX11" fmla="*/ 44102 w 409424"/>
              <a:gd name="csY11" fmla="*/ 178805 h 276749"/>
              <a:gd name="csX12" fmla="*/ 41686 w 409424"/>
              <a:gd name="csY12" fmla="*/ 166228 h 276749"/>
              <a:gd name="csX13" fmla="*/ 27640 w 409424"/>
              <a:gd name="csY13" fmla="*/ 142994 h 276749"/>
              <a:gd name="csX14" fmla="*/ 10050 w 409424"/>
              <a:gd name="csY14" fmla="*/ 94836 h 276749"/>
              <a:gd name="csX15" fmla="*/ 25607 w 409424"/>
              <a:gd name="csY15" fmla="*/ 63931 h 276749"/>
              <a:gd name="csX16" fmla="*/ 43054 w 409424"/>
              <a:gd name="csY16" fmla="*/ 67030 h 276749"/>
              <a:gd name="csX17" fmla="*/ 54130 w 409424"/>
              <a:gd name="csY17" fmla="*/ 57326 h 276749"/>
              <a:gd name="csX18" fmla="*/ 54400 w 409424"/>
              <a:gd name="csY18" fmla="*/ 43740 h 276749"/>
              <a:gd name="csX19" fmla="*/ 67118 w 409424"/>
              <a:gd name="csY19" fmla="*/ 40356 h 276749"/>
              <a:gd name="csX20" fmla="*/ 69858 w 409424"/>
              <a:gd name="csY20" fmla="*/ 47250 h 276749"/>
              <a:gd name="csX21" fmla="*/ 74957 w 409424"/>
              <a:gd name="csY21" fmla="*/ 55146 h 276749"/>
              <a:gd name="csX22" fmla="*/ 85078 w 409424"/>
              <a:gd name="csY22" fmla="*/ 56392 h 276749"/>
              <a:gd name="csX23" fmla="*/ 108275 w 409424"/>
              <a:gd name="csY23" fmla="*/ 51828 h 276749"/>
              <a:gd name="csX24" fmla="*/ 135859 w 409424"/>
              <a:gd name="csY24" fmla="*/ 46965 h 276749"/>
              <a:gd name="csX25" fmla="*/ 159928 w 409424"/>
              <a:gd name="csY25" fmla="*/ 4926 h 276749"/>
              <a:gd name="csX26" fmla="*/ 164133 w 409424"/>
              <a:gd name="csY26" fmla="*/ 409 h 276749"/>
              <a:gd name="csX27" fmla="*/ 170486 w 409424"/>
              <a:gd name="csY27" fmla="*/ 1976 h 276749"/>
              <a:gd name="csX28" fmla="*/ 183283 w 409424"/>
              <a:gd name="csY28" fmla="*/ 17951 h 276749"/>
              <a:gd name="csX29" fmla="*/ 185999 w 409424"/>
              <a:gd name="csY29" fmla="*/ 22627 h 276749"/>
              <a:gd name="csX30" fmla="*/ 191478 w 409424"/>
              <a:gd name="csY30" fmla="*/ 30556 h 276749"/>
              <a:gd name="csX31" fmla="*/ 217371 w 409424"/>
              <a:gd name="csY31" fmla="*/ 43279 h 276749"/>
              <a:gd name="csX32" fmla="*/ 231319 w 409424"/>
              <a:gd name="csY32" fmla="*/ 47797 h 276749"/>
              <a:gd name="csX33" fmla="*/ 231065 w 409424"/>
              <a:gd name="csY33" fmla="*/ 71654 h 276749"/>
              <a:gd name="csX34" fmla="*/ 232914 w 409424"/>
              <a:gd name="csY34" fmla="*/ 94162 h 276749"/>
              <a:gd name="csX35" fmla="*/ 264097 w 409424"/>
              <a:gd name="csY35" fmla="*/ 98422 h 276749"/>
              <a:gd name="csX36" fmla="*/ 290859 w 409424"/>
              <a:gd name="csY36" fmla="*/ 85458 h 276749"/>
              <a:gd name="csX37" fmla="*/ 289553 w 409424"/>
              <a:gd name="csY37" fmla="*/ 87164 h 276749"/>
              <a:gd name="csX38" fmla="*/ 313001 w 409424"/>
              <a:gd name="csY38" fmla="*/ 117924 h 276749"/>
              <a:gd name="csX39" fmla="*/ 320100 w 409424"/>
              <a:gd name="csY39" fmla="*/ 125822 h 276749"/>
              <a:gd name="csX40" fmla="*/ 323327 w 409424"/>
              <a:gd name="csY40" fmla="*/ 131062 h 276749"/>
              <a:gd name="csX41" fmla="*/ 409403 w 409424"/>
              <a:gd name="csY41" fmla="*/ 134303 h 276749"/>
              <a:gd name="csX42" fmla="*/ 398626 w 409424"/>
              <a:gd name="csY42" fmla="*/ 166622 h 276749"/>
              <a:gd name="csX43" fmla="*/ 387152 w 409424"/>
              <a:gd name="csY43" fmla="*/ 198243 h 276749"/>
              <a:gd name="csX44" fmla="*/ 392348 w 409424"/>
              <a:gd name="csY44" fmla="*/ 208428 h 276749"/>
              <a:gd name="csX45" fmla="*/ 395238 w 409424"/>
              <a:gd name="csY45" fmla="*/ 226562 h 276749"/>
              <a:gd name="csX46" fmla="*/ 391384 w 409424"/>
              <a:gd name="csY46" fmla="*/ 222526 h 276749"/>
              <a:gd name="csX47" fmla="*/ 386991 w 409424"/>
              <a:gd name="csY47" fmla="*/ 220249 h 276749"/>
              <a:gd name="csX48" fmla="*/ 376751 w 409424"/>
              <a:gd name="csY48" fmla="*/ 216540 h 276749"/>
              <a:gd name="csX49" fmla="*/ 366566 w 409424"/>
              <a:gd name="csY49" fmla="*/ 215027 h 276749"/>
              <a:gd name="csX50" fmla="*/ 371084 w 409424"/>
              <a:gd name="csY50" fmla="*/ 220497 h 276749"/>
              <a:gd name="csX51" fmla="*/ 400125 w 409424"/>
              <a:gd name="csY51" fmla="*/ 234526 h 276749"/>
              <a:gd name="csX52" fmla="*/ 382700 w 409424"/>
              <a:gd name="csY52" fmla="*/ 228973 h 276749"/>
              <a:gd name="csX53" fmla="*/ 356240 w 409424"/>
              <a:gd name="csY53" fmla="*/ 221430 h 276749"/>
              <a:gd name="csX54" fmla="*/ 344640 w 409424"/>
              <a:gd name="csY54" fmla="*/ 215296 h 276749"/>
              <a:gd name="csX55" fmla="*/ 351310 w 409424"/>
              <a:gd name="csY55" fmla="*/ 215089 h 276749"/>
              <a:gd name="csX56" fmla="*/ 353659 w 409424"/>
              <a:gd name="csY56" fmla="*/ 213898 h 276749"/>
              <a:gd name="csX57" fmla="*/ 348281 w 409424"/>
              <a:gd name="csY57" fmla="*/ 208377 h 276749"/>
              <a:gd name="csX58" fmla="*/ 338397 w 409424"/>
              <a:gd name="csY58" fmla="*/ 209577 h 276749"/>
              <a:gd name="csX59" fmla="*/ 330426 w 409424"/>
              <a:gd name="csY59" fmla="*/ 208411 h 276749"/>
              <a:gd name="csX60" fmla="*/ 317751 w 409424"/>
              <a:gd name="csY60" fmla="*/ 206264 h 276749"/>
              <a:gd name="csX61" fmla="*/ 320963 w 409424"/>
              <a:gd name="csY61" fmla="*/ 214760 h 276749"/>
              <a:gd name="csX62" fmla="*/ 323972 w 409424"/>
              <a:gd name="csY62" fmla="*/ 215747 h 276749"/>
              <a:gd name="csX63" fmla="*/ 314937 w 409424"/>
              <a:gd name="csY63" fmla="*/ 219599 h 276749"/>
              <a:gd name="csX64" fmla="*/ 321391 w 409424"/>
              <a:gd name="csY64" fmla="*/ 219864 h 276749"/>
              <a:gd name="csX65" fmla="*/ 330426 w 409424"/>
              <a:gd name="csY65" fmla="*/ 221426 h 276749"/>
              <a:gd name="csX66" fmla="*/ 310754 w 409424"/>
              <a:gd name="csY66" fmla="*/ 223941 h 276749"/>
              <a:gd name="csX67" fmla="*/ 284939 w 409424"/>
              <a:gd name="csY67" fmla="*/ 234304 h 276749"/>
              <a:gd name="csX68" fmla="*/ 270316 w 409424"/>
              <a:gd name="csY68" fmla="*/ 244630 h 276749"/>
              <a:gd name="csX69" fmla="*/ 259397 w 409424"/>
              <a:gd name="csY69" fmla="*/ 248767 h 276749"/>
              <a:gd name="csX70" fmla="*/ 242736 w 409424"/>
              <a:gd name="csY70" fmla="*/ 255227 h 276749"/>
              <a:gd name="csX71" fmla="*/ 220097 w 409424"/>
              <a:gd name="csY71" fmla="*/ 265079 h 276749"/>
              <a:gd name="csX72" fmla="*/ 198772 w 409424"/>
              <a:gd name="csY72" fmla="*/ 274061 h 276749"/>
              <a:gd name="csX73" fmla="*/ 169694 w 409424"/>
              <a:gd name="csY73" fmla="*/ 275279 h 2767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Lst>
            <a:rect l="l" t="t" r="r" b="b"/>
            <a:pathLst>
              <a:path w="409424" h="276749">
                <a:moveTo>
                  <a:pt x="169694" y="275279"/>
                </a:moveTo>
                <a:cubicBezTo>
                  <a:pt x="167412" y="274002"/>
                  <a:pt x="159691" y="271847"/>
                  <a:pt x="152536" y="270490"/>
                </a:cubicBezTo>
                <a:cubicBezTo>
                  <a:pt x="145381" y="269133"/>
                  <a:pt x="134762" y="264870"/>
                  <a:pt x="128939" y="261017"/>
                </a:cubicBezTo>
                <a:cubicBezTo>
                  <a:pt x="120697" y="255563"/>
                  <a:pt x="113680" y="253561"/>
                  <a:pt x="97253" y="251980"/>
                </a:cubicBezTo>
                <a:cubicBezTo>
                  <a:pt x="85648" y="250863"/>
                  <a:pt x="71726" y="249483"/>
                  <a:pt x="66316" y="248914"/>
                </a:cubicBezTo>
                <a:cubicBezTo>
                  <a:pt x="60430" y="248295"/>
                  <a:pt x="53691" y="245260"/>
                  <a:pt x="49536" y="241356"/>
                </a:cubicBezTo>
                <a:cubicBezTo>
                  <a:pt x="36860" y="229445"/>
                  <a:pt x="25174" y="224000"/>
                  <a:pt x="12262" y="223990"/>
                </a:cubicBezTo>
                <a:cubicBezTo>
                  <a:pt x="5518" y="223985"/>
                  <a:pt x="0" y="223243"/>
                  <a:pt x="0" y="222341"/>
                </a:cubicBezTo>
                <a:cubicBezTo>
                  <a:pt x="0" y="221438"/>
                  <a:pt x="2614" y="218038"/>
                  <a:pt x="5808" y="214784"/>
                </a:cubicBezTo>
                <a:cubicBezTo>
                  <a:pt x="9003" y="211529"/>
                  <a:pt x="12778" y="207637"/>
                  <a:pt x="14198" y="206134"/>
                </a:cubicBezTo>
                <a:cubicBezTo>
                  <a:pt x="15618" y="204632"/>
                  <a:pt x="22927" y="197868"/>
                  <a:pt x="30441" y="191104"/>
                </a:cubicBezTo>
                <a:lnTo>
                  <a:pt x="44102" y="178805"/>
                </a:lnTo>
                <a:lnTo>
                  <a:pt x="41686" y="166228"/>
                </a:lnTo>
                <a:cubicBezTo>
                  <a:pt x="39751" y="156152"/>
                  <a:pt x="36957" y="151530"/>
                  <a:pt x="27640" y="142994"/>
                </a:cubicBezTo>
                <a:cubicBezTo>
                  <a:pt x="14024" y="130519"/>
                  <a:pt x="10714" y="121458"/>
                  <a:pt x="10050" y="94836"/>
                </a:cubicBezTo>
                <a:cubicBezTo>
                  <a:pt x="9450" y="70766"/>
                  <a:pt x="12891" y="63931"/>
                  <a:pt x="25607" y="63931"/>
                </a:cubicBezTo>
                <a:cubicBezTo>
                  <a:pt x="30489" y="63931"/>
                  <a:pt x="38340" y="65326"/>
                  <a:pt x="43054" y="67030"/>
                </a:cubicBezTo>
                <a:cubicBezTo>
                  <a:pt x="54638" y="71219"/>
                  <a:pt x="59354" y="67087"/>
                  <a:pt x="54130" y="57326"/>
                </a:cubicBezTo>
                <a:cubicBezTo>
                  <a:pt x="51035" y="51543"/>
                  <a:pt x="51072" y="49668"/>
                  <a:pt x="54400" y="43740"/>
                </a:cubicBezTo>
                <a:cubicBezTo>
                  <a:pt x="59239" y="35118"/>
                  <a:pt x="67118" y="33022"/>
                  <a:pt x="67118" y="40356"/>
                </a:cubicBezTo>
                <a:cubicBezTo>
                  <a:pt x="67118" y="43216"/>
                  <a:pt x="68351" y="46318"/>
                  <a:pt x="69858" y="47250"/>
                </a:cubicBezTo>
                <a:cubicBezTo>
                  <a:pt x="71366" y="48181"/>
                  <a:pt x="73660" y="51735"/>
                  <a:pt x="74957" y="55146"/>
                </a:cubicBezTo>
                <a:cubicBezTo>
                  <a:pt x="77803" y="62631"/>
                  <a:pt x="81496" y="63085"/>
                  <a:pt x="85078" y="56392"/>
                </a:cubicBezTo>
                <a:cubicBezTo>
                  <a:pt x="87383" y="52084"/>
                  <a:pt x="90423" y="51486"/>
                  <a:pt x="108275" y="51828"/>
                </a:cubicBezTo>
                <a:cubicBezTo>
                  <a:pt x="125309" y="52154"/>
                  <a:pt x="130021" y="51323"/>
                  <a:pt x="135859" y="46965"/>
                </a:cubicBezTo>
                <a:cubicBezTo>
                  <a:pt x="144210" y="40730"/>
                  <a:pt x="159754" y="13580"/>
                  <a:pt x="159928" y="4926"/>
                </a:cubicBezTo>
                <a:cubicBezTo>
                  <a:pt x="160018" y="462"/>
                  <a:pt x="161137" y="-741"/>
                  <a:pt x="164133" y="409"/>
                </a:cubicBezTo>
                <a:cubicBezTo>
                  <a:pt x="166379" y="1271"/>
                  <a:pt x="169238" y="1976"/>
                  <a:pt x="170486" y="1976"/>
                </a:cubicBezTo>
                <a:cubicBezTo>
                  <a:pt x="174404" y="1976"/>
                  <a:pt x="183283" y="13060"/>
                  <a:pt x="183283" y="17951"/>
                </a:cubicBezTo>
                <a:cubicBezTo>
                  <a:pt x="183283" y="20523"/>
                  <a:pt x="184505" y="22627"/>
                  <a:pt x="185999" y="22627"/>
                </a:cubicBezTo>
                <a:cubicBezTo>
                  <a:pt x="187493" y="22627"/>
                  <a:pt x="189958" y="26195"/>
                  <a:pt x="191478" y="30556"/>
                </a:cubicBezTo>
                <a:cubicBezTo>
                  <a:pt x="194632" y="39603"/>
                  <a:pt x="202114" y="43279"/>
                  <a:pt x="217371" y="43279"/>
                </a:cubicBezTo>
                <a:cubicBezTo>
                  <a:pt x="224361" y="43279"/>
                  <a:pt x="229040" y="44794"/>
                  <a:pt x="231319" y="47797"/>
                </a:cubicBezTo>
                <a:cubicBezTo>
                  <a:pt x="235951" y="53900"/>
                  <a:pt x="235804" y="67721"/>
                  <a:pt x="231065" y="71654"/>
                </a:cubicBezTo>
                <a:cubicBezTo>
                  <a:pt x="227042" y="74993"/>
                  <a:pt x="227738" y="83470"/>
                  <a:pt x="232914" y="94162"/>
                </a:cubicBezTo>
                <a:cubicBezTo>
                  <a:pt x="236944" y="102487"/>
                  <a:pt x="256280" y="105129"/>
                  <a:pt x="264097" y="98422"/>
                </a:cubicBezTo>
                <a:cubicBezTo>
                  <a:pt x="272137" y="91525"/>
                  <a:pt x="288836" y="83435"/>
                  <a:pt x="290859" y="85458"/>
                </a:cubicBezTo>
                <a:cubicBezTo>
                  <a:pt x="291797" y="86396"/>
                  <a:pt x="291209" y="87164"/>
                  <a:pt x="289553" y="87164"/>
                </a:cubicBezTo>
                <a:cubicBezTo>
                  <a:pt x="278849" y="87164"/>
                  <a:pt x="297992" y="112276"/>
                  <a:pt x="313001" y="117924"/>
                </a:cubicBezTo>
                <a:cubicBezTo>
                  <a:pt x="317528" y="119627"/>
                  <a:pt x="320100" y="122488"/>
                  <a:pt x="320100" y="125822"/>
                </a:cubicBezTo>
                <a:cubicBezTo>
                  <a:pt x="320100" y="128696"/>
                  <a:pt x="321552" y="131055"/>
                  <a:pt x="323327" y="131062"/>
                </a:cubicBezTo>
                <a:cubicBezTo>
                  <a:pt x="338940" y="131129"/>
                  <a:pt x="408862" y="133762"/>
                  <a:pt x="409403" y="134303"/>
                </a:cubicBezTo>
                <a:cubicBezTo>
                  <a:pt x="409786" y="134687"/>
                  <a:pt x="404937" y="149230"/>
                  <a:pt x="398626" y="166622"/>
                </a:cubicBezTo>
                <a:lnTo>
                  <a:pt x="387152" y="198243"/>
                </a:lnTo>
                <a:lnTo>
                  <a:pt x="392348" y="208428"/>
                </a:lnTo>
                <a:cubicBezTo>
                  <a:pt x="397867" y="219247"/>
                  <a:pt x="399033" y="226562"/>
                  <a:pt x="395238" y="226562"/>
                </a:cubicBezTo>
                <a:cubicBezTo>
                  <a:pt x="393970" y="226562"/>
                  <a:pt x="392236" y="224746"/>
                  <a:pt x="391384" y="222526"/>
                </a:cubicBezTo>
                <a:cubicBezTo>
                  <a:pt x="390533" y="220307"/>
                  <a:pt x="388555" y="219282"/>
                  <a:pt x="386991" y="220249"/>
                </a:cubicBezTo>
                <a:cubicBezTo>
                  <a:pt x="385426" y="221216"/>
                  <a:pt x="380818" y="219547"/>
                  <a:pt x="376751" y="216540"/>
                </a:cubicBezTo>
                <a:cubicBezTo>
                  <a:pt x="367939" y="210026"/>
                  <a:pt x="366566" y="209821"/>
                  <a:pt x="366566" y="215027"/>
                </a:cubicBezTo>
                <a:cubicBezTo>
                  <a:pt x="366566" y="217201"/>
                  <a:pt x="368599" y="219663"/>
                  <a:pt x="371084" y="220497"/>
                </a:cubicBezTo>
                <a:cubicBezTo>
                  <a:pt x="382593" y="224364"/>
                  <a:pt x="400125" y="232833"/>
                  <a:pt x="400125" y="234526"/>
                </a:cubicBezTo>
                <a:cubicBezTo>
                  <a:pt x="400125" y="235560"/>
                  <a:pt x="392284" y="233061"/>
                  <a:pt x="382700" y="228973"/>
                </a:cubicBezTo>
                <a:cubicBezTo>
                  <a:pt x="373117" y="224884"/>
                  <a:pt x="361210" y="221490"/>
                  <a:pt x="356240" y="221430"/>
                </a:cubicBezTo>
                <a:cubicBezTo>
                  <a:pt x="344962" y="221293"/>
                  <a:pt x="338255" y="217747"/>
                  <a:pt x="344640" y="215296"/>
                </a:cubicBezTo>
                <a:cubicBezTo>
                  <a:pt x="347017" y="214384"/>
                  <a:pt x="350019" y="214291"/>
                  <a:pt x="351310" y="215089"/>
                </a:cubicBezTo>
                <a:cubicBezTo>
                  <a:pt x="352602" y="215888"/>
                  <a:pt x="353659" y="215352"/>
                  <a:pt x="353659" y="213898"/>
                </a:cubicBezTo>
                <a:cubicBezTo>
                  <a:pt x="353659" y="212444"/>
                  <a:pt x="351239" y="209960"/>
                  <a:pt x="348281" y="208377"/>
                </a:cubicBezTo>
                <a:cubicBezTo>
                  <a:pt x="344050" y="206113"/>
                  <a:pt x="341943" y="206369"/>
                  <a:pt x="338397" y="209577"/>
                </a:cubicBezTo>
                <a:cubicBezTo>
                  <a:pt x="332399" y="215006"/>
                  <a:pt x="330426" y="214717"/>
                  <a:pt x="330426" y="208411"/>
                </a:cubicBezTo>
                <a:cubicBezTo>
                  <a:pt x="330426" y="200483"/>
                  <a:pt x="323396" y="199293"/>
                  <a:pt x="317751" y="206264"/>
                </a:cubicBezTo>
                <a:cubicBezTo>
                  <a:pt x="311888" y="213504"/>
                  <a:pt x="313243" y="217088"/>
                  <a:pt x="320963" y="214760"/>
                </a:cubicBezTo>
                <a:cubicBezTo>
                  <a:pt x="324787" y="213607"/>
                  <a:pt x="325738" y="213919"/>
                  <a:pt x="323972" y="215747"/>
                </a:cubicBezTo>
                <a:cubicBezTo>
                  <a:pt x="322552" y="217218"/>
                  <a:pt x="318487" y="218951"/>
                  <a:pt x="314937" y="219599"/>
                </a:cubicBezTo>
                <a:cubicBezTo>
                  <a:pt x="311388" y="220248"/>
                  <a:pt x="314292" y="220366"/>
                  <a:pt x="321391" y="219864"/>
                </a:cubicBezTo>
                <a:cubicBezTo>
                  <a:pt x="330318" y="219231"/>
                  <a:pt x="333104" y="219713"/>
                  <a:pt x="330426" y="221426"/>
                </a:cubicBezTo>
                <a:cubicBezTo>
                  <a:pt x="328296" y="222787"/>
                  <a:pt x="319444" y="223919"/>
                  <a:pt x="310754" y="223941"/>
                </a:cubicBezTo>
                <a:cubicBezTo>
                  <a:pt x="295733" y="223979"/>
                  <a:pt x="294460" y="224490"/>
                  <a:pt x="284939" y="234304"/>
                </a:cubicBezTo>
                <a:cubicBezTo>
                  <a:pt x="279431" y="239982"/>
                  <a:pt x="272851" y="244629"/>
                  <a:pt x="270316" y="244630"/>
                </a:cubicBezTo>
                <a:cubicBezTo>
                  <a:pt x="267782" y="244631"/>
                  <a:pt x="262868" y="246493"/>
                  <a:pt x="259397" y="248767"/>
                </a:cubicBezTo>
                <a:cubicBezTo>
                  <a:pt x="255927" y="251041"/>
                  <a:pt x="248429" y="253948"/>
                  <a:pt x="242736" y="255227"/>
                </a:cubicBezTo>
                <a:cubicBezTo>
                  <a:pt x="237044" y="256506"/>
                  <a:pt x="226856" y="260940"/>
                  <a:pt x="220097" y="265079"/>
                </a:cubicBezTo>
                <a:cubicBezTo>
                  <a:pt x="213337" y="269219"/>
                  <a:pt x="203741" y="273261"/>
                  <a:pt x="198772" y="274061"/>
                </a:cubicBezTo>
                <a:cubicBezTo>
                  <a:pt x="178742" y="277289"/>
                  <a:pt x="173664" y="277501"/>
                  <a:pt x="169694" y="275279"/>
                </a:cubicBezTo>
                <a:close/>
              </a:path>
            </a:pathLst>
          </a:custGeom>
          <a:solidFill>
            <a:srgbClr val="B9B9B9"/>
          </a:solidFill>
          <a:ln w="5163" cap="flat">
            <a:noFill/>
            <a:prstDash val="solid"/>
            <a:miter/>
          </a:ln>
        </p:spPr>
        <p:txBody>
          <a:bodyPr/>
          <a:lstStyle/>
          <a:p>
            <a:endParaRPr lang="es-419" noProof="0" dirty="0"/>
          </a:p>
        </p:txBody>
      </p:sp>
      <p:sp>
        <p:nvSpPr>
          <p:cNvPr id="63" name="Forma libre: forma 62">
            <a:extLst>
              <a:ext uri="{FF2B5EF4-FFF2-40B4-BE49-F238E27FC236}">
                <a16:creationId xmlns:a16="http://schemas.microsoft.com/office/drawing/2014/main" id="{CF86050A-FB41-BAFF-259E-561C47901C83}"/>
              </a:ext>
            </a:extLst>
          </p:cNvPr>
          <p:cNvSpPr/>
          <p:nvPr/>
        </p:nvSpPr>
        <p:spPr>
          <a:xfrm>
            <a:off x="1324915" y="2412330"/>
            <a:ext cx="357764" cy="223095"/>
          </a:xfrm>
          <a:custGeom>
            <a:avLst/>
            <a:gdLst>
              <a:gd name="csX0" fmla="*/ 310749 w 357764"/>
              <a:gd name="csY0" fmla="*/ 220821 h 223095"/>
              <a:gd name="csX1" fmla="*/ 306750 w 357764"/>
              <a:gd name="csY1" fmla="*/ 216842 h 223095"/>
              <a:gd name="csX2" fmla="*/ 298107 w 357764"/>
              <a:gd name="csY2" fmla="*/ 209508 h 223095"/>
              <a:gd name="csX3" fmla="*/ 280348 w 357764"/>
              <a:gd name="csY3" fmla="*/ 201999 h 223095"/>
              <a:gd name="csX4" fmla="*/ 262845 w 357764"/>
              <a:gd name="csY4" fmla="*/ 196313 h 223095"/>
              <a:gd name="csX5" fmla="*/ 256032 w 357764"/>
              <a:gd name="csY5" fmla="*/ 193496 h 223095"/>
              <a:gd name="csX6" fmla="*/ 242886 w 357764"/>
              <a:gd name="csY6" fmla="*/ 190679 h 223095"/>
              <a:gd name="csX7" fmla="*/ 229978 w 357764"/>
              <a:gd name="csY7" fmla="*/ 186722 h 223095"/>
              <a:gd name="csX8" fmla="*/ 220854 w 357764"/>
              <a:gd name="csY8" fmla="*/ 186091 h 223095"/>
              <a:gd name="csX9" fmla="*/ 209097 w 357764"/>
              <a:gd name="csY9" fmla="*/ 183130 h 223095"/>
              <a:gd name="csX10" fmla="*/ 214906 w 357764"/>
              <a:gd name="csY10" fmla="*/ 187877 h 223095"/>
              <a:gd name="csX11" fmla="*/ 215222 w 357764"/>
              <a:gd name="csY11" fmla="*/ 190853 h 223095"/>
              <a:gd name="csX12" fmla="*/ 206349 w 357764"/>
              <a:gd name="csY12" fmla="*/ 186954 h 223095"/>
              <a:gd name="csX13" fmla="*/ 189899 w 357764"/>
              <a:gd name="csY13" fmla="*/ 176334 h 223095"/>
              <a:gd name="csX14" fmla="*/ 172154 w 357764"/>
              <a:gd name="csY14" fmla="*/ 165667 h 223095"/>
              <a:gd name="csX15" fmla="*/ 165494 w 357764"/>
              <a:gd name="csY15" fmla="*/ 164758 h 223095"/>
              <a:gd name="csX16" fmla="*/ 154887 w 357764"/>
              <a:gd name="csY16" fmla="*/ 162867 h 223095"/>
              <a:gd name="csX17" fmla="*/ 146116 w 357764"/>
              <a:gd name="csY17" fmla="*/ 160825 h 223095"/>
              <a:gd name="csX18" fmla="*/ 117490 w 357764"/>
              <a:gd name="csY18" fmla="*/ 151278 h 223095"/>
              <a:gd name="csX19" fmla="*/ 95284 w 357764"/>
              <a:gd name="csY19" fmla="*/ 141980 h 223095"/>
              <a:gd name="csX20" fmla="*/ 92932 w 357764"/>
              <a:gd name="csY20" fmla="*/ 138216 h 223095"/>
              <a:gd name="csX21" fmla="*/ 81316 w 357764"/>
              <a:gd name="csY21" fmla="*/ 127645 h 223095"/>
              <a:gd name="csX22" fmla="*/ 69699 w 357764"/>
              <a:gd name="csY22" fmla="*/ 117508 h 223095"/>
              <a:gd name="csX23" fmla="*/ 49682 w 357764"/>
              <a:gd name="csY23" fmla="*/ 104238 h 223095"/>
              <a:gd name="csX24" fmla="*/ 33940 w 357764"/>
              <a:gd name="csY24" fmla="*/ 91155 h 223095"/>
              <a:gd name="csX25" fmla="*/ 3571 w 357764"/>
              <a:gd name="csY25" fmla="*/ 73330 h 223095"/>
              <a:gd name="csX26" fmla="*/ 0 w 357764"/>
              <a:gd name="csY26" fmla="*/ 65812 h 223095"/>
              <a:gd name="csX27" fmla="*/ 7287 w 357764"/>
              <a:gd name="csY27" fmla="*/ 53156 h 223095"/>
              <a:gd name="csX28" fmla="*/ 18044 w 357764"/>
              <a:gd name="csY28" fmla="*/ 33495 h 223095"/>
              <a:gd name="csX29" fmla="*/ 19421 w 357764"/>
              <a:gd name="csY29" fmla="*/ 20586 h 223095"/>
              <a:gd name="csX30" fmla="*/ 43911 w 357764"/>
              <a:gd name="csY30" fmla="*/ 20678 h 223095"/>
              <a:gd name="csX31" fmla="*/ 60045 w 357764"/>
              <a:gd name="csY31" fmla="*/ 24079 h 223095"/>
              <a:gd name="csX32" fmla="*/ 132045 w 357764"/>
              <a:gd name="csY32" fmla="*/ 29780 h 223095"/>
              <a:gd name="csX33" fmla="*/ 140624 w 357764"/>
              <a:gd name="csY33" fmla="*/ 26018 h 223095"/>
              <a:gd name="csX34" fmla="*/ 141619 w 357764"/>
              <a:gd name="csY34" fmla="*/ 13502 h 223095"/>
              <a:gd name="csX35" fmla="*/ 147260 w 357764"/>
              <a:gd name="csY35" fmla="*/ 0 h 223095"/>
              <a:gd name="csX36" fmla="*/ 157468 w 357764"/>
              <a:gd name="csY36" fmla="*/ 24790 h 223095"/>
              <a:gd name="csX37" fmla="*/ 164323 w 357764"/>
              <a:gd name="csY37" fmla="*/ 32600 h 223095"/>
              <a:gd name="csX38" fmla="*/ 177876 w 357764"/>
              <a:gd name="csY38" fmla="*/ 26172 h 223095"/>
              <a:gd name="csX39" fmla="*/ 195232 w 357764"/>
              <a:gd name="csY39" fmla="*/ 18047 h 223095"/>
              <a:gd name="csX40" fmla="*/ 208905 w 357764"/>
              <a:gd name="csY40" fmla="*/ 10791 h 223095"/>
              <a:gd name="csX41" fmla="*/ 219887 w 357764"/>
              <a:gd name="csY41" fmla="*/ 4680 h 223095"/>
              <a:gd name="csX42" fmla="*/ 238661 w 357764"/>
              <a:gd name="csY42" fmla="*/ 20265 h 223095"/>
              <a:gd name="csX43" fmla="*/ 254397 w 357764"/>
              <a:gd name="csY43" fmla="*/ 25712 h 223095"/>
              <a:gd name="csX44" fmla="*/ 258145 w 357764"/>
              <a:gd name="csY44" fmla="*/ 24934 h 223095"/>
              <a:gd name="csX45" fmla="*/ 286337 w 357764"/>
              <a:gd name="csY45" fmla="*/ 54210 h 223095"/>
              <a:gd name="csX46" fmla="*/ 292234 w 357764"/>
              <a:gd name="csY46" fmla="*/ 58728 h 223095"/>
              <a:gd name="csX47" fmla="*/ 311147 w 357764"/>
              <a:gd name="csY47" fmla="*/ 69699 h 223095"/>
              <a:gd name="csX48" fmla="*/ 321808 w 357764"/>
              <a:gd name="csY48" fmla="*/ 76335 h 223095"/>
              <a:gd name="csX49" fmla="*/ 326980 w 357764"/>
              <a:gd name="csY49" fmla="*/ 102795 h 223095"/>
              <a:gd name="csX50" fmla="*/ 329261 w 357764"/>
              <a:gd name="csY50" fmla="*/ 127630 h 223095"/>
              <a:gd name="csX51" fmla="*/ 333007 w 357764"/>
              <a:gd name="csY51" fmla="*/ 137310 h 223095"/>
              <a:gd name="csX52" fmla="*/ 335120 w 357764"/>
              <a:gd name="csY52" fmla="*/ 141980 h 223095"/>
              <a:gd name="csX53" fmla="*/ 346410 w 357764"/>
              <a:gd name="csY53" fmla="*/ 150369 h 223095"/>
              <a:gd name="csX54" fmla="*/ 357125 w 357764"/>
              <a:gd name="csY54" fmla="*/ 170794 h 223095"/>
              <a:gd name="csX55" fmla="*/ 348644 w 357764"/>
              <a:gd name="csY55" fmla="*/ 191877 h 223095"/>
              <a:gd name="csX56" fmla="*/ 333236 w 357764"/>
              <a:gd name="csY56" fmla="*/ 203812 h 223095"/>
              <a:gd name="csX57" fmla="*/ 327844 w 357764"/>
              <a:gd name="csY57" fmla="*/ 209994 h 223095"/>
              <a:gd name="csX58" fmla="*/ 320060 w 357764"/>
              <a:gd name="csY58" fmla="*/ 219045 h 223095"/>
              <a:gd name="csX59" fmla="*/ 310749 w 357764"/>
              <a:gd name="csY59" fmla="*/ 220821 h 2230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Lst>
            <a:rect l="l" t="t" r="r" b="b"/>
            <a:pathLst>
              <a:path w="357764" h="223095">
                <a:moveTo>
                  <a:pt x="310749" y="220821"/>
                </a:moveTo>
                <a:cubicBezTo>
                  <a:pt x="309909" y="218632"/>
                  <a:pt x="308109" y="216842"/>
                  <a:pt x="306750" y="216842"/>
                </a:cubicBezTo>
                <a:cubicBezTo>
                  <a:pt x="305390" y="216842"/>
                  <a:pt x="301501" y="213542"/>
                  <a:pt x="298107" y="209508"/>
                </a:cubicBezTo>
                <a:cubicBezTo>
                  <a:pt x="293077" y="203531"/>
                  <a:pt x="289793" y="202142"/>
                  <a:pt x="280348" y="201999"/>
                </a:cubicBezTo>
                <a:cubicBezTo>
                  <a:pt x="272259" y="201877"/>
                  <a:pt x="266975" y="200160"/>
                  <a:pt x="262845" y="196313"/>
                </a:cubicBezTo>
                <a:cubicBezTo>
                  <a:pt x="259591" y="193282"/>
                  <a:pt x="256525" y="192014"/>
                  <a:pt x="256032" y="193496"/>
                </a:cubicBezTo>
                <a:cubicBezTo>
                  <a:pt x="254564" y="197900"/>
                  <a:pt x="248378" y="196574"/>
                  <a:pt x="242886" y="190679"/>
                </a:cubicBezTo>
                <a:cubicBezTo>
                  <a:pt x="238972" y="186478"/>
                  <a:pt x="235903" y="185537"/>
                  <a:pt x="229978" y="186722"/>
                </a:cubicBezTo>
                <a:cubicBezTo>
                  <a:pt x="225703" y="187577"/>
                  <a:pt x="221597" y="187293"/>
                  <a:pt x="220854" y="186091"/>
                </a:cubicBezTo>
                <a:cubicBezTo>
                  <a:pt x="219048" y="183170"/>
                  <a:pt x="209097" y="180663"/>
                  <a:pt x="209097" y="183130"/>
                </a:cubicBezTo>
                <a:cubicBezTo>
                  <a:pt x="209097" y="184200"/>
                  <a:pt x="211711" y="186336"/>
                  <a:pt x="214906" y="187877"/>
                </a:cubicBezTo>
                <a:cubicBezTo>
                  <a:pt x="220644" y="190644"/>
                  <a:pt x="220647" y="190680"/>
                  <a:pt x="215222" y="190853"/>
                </a:cubicBezTo>
                <a:cubicBezTo>
                  <a:pt x="212201" y="190949"/>
                  <a:pt x="208208" y="189194"/>
                  <a:pt x="206349" y="186954"/>
                </a:cubicBezTo>
                <a:cubicBezTo>
                  <a:pt x="204489" y="184713"/>
                  <a:pt x="197087" y="179934"/>
                  <a:pt x="189899" y="176334"/>
                </a:cubicBezTo>
                <a:cubicBezTo>
                  <a:pt x="182711" y="172733"/>
                  <a:pt x="174726" y="167933"/>
                  <a:pt x="172154" y="165667"/>
                </a:cubicBezTo>
                <a:cubicBezTo>
                  <a:pt x="168546" y="162487"/>
                  <a:pt x="167026" y="162279"/>
                  <a:pt x="165494" y="164758"/>
                </a:cubicBezTo>
                <a:cubicBezTo>
                  <a:pt x="163542" y="167916"/>
                  <a:pt x="154887" y="166373"/>
                  <a:pt x="154887" y="162867"/>
                </a:cubicBezTo>
                <a:cubicBezTo>
                  <a:pt x="154887" y="161880"/>
                  <a:pt x="150940" y="160961"/>
                  <a:pt x="146116" y="160825"/>
                </a:cubicBezTo>
                <a:cubicBezTo>
                  <a:pt x="141292" y="160688"/>
                  <a:pt x="128410" y="156392"/>
                  <a:pt x="117490" y="151278"/>
                </a:cubicBezTo>
                <a:cubicBezTo>
                  <a:pt x="106570" y="146164"/>
                  <a:pt x="96577" y="141980"/>
                  <a:pt x="95284" y="141980"/>
                </a:cubicBezTo>
                <a:cubicBezTo>
                  <a:pt x="93990" y="141980"/>
                  <a:pt x="92932" y="140286"/>
                  <a:pt x="92932" y="138216"/>
                </a:cubicBezTo>
                <a:cubicBezTo>
                  <a:pt x="92932" y="136147"/>
                  <a:pt x="87705" y="131390"/>
                  <a:pt x="81316" y="127645"/>
                </a:cubicBezTo>
                <a:cubicBezTo>
                  <a:pt x="74927" y="123901"/>
                  <a:pt x="69699" y="119339"/>
                  <a:pt x="69699" y="117508"/>
                </a:cubicBezTo>
                <a:cubicBezTo>
                  <a:pt x="69699" y="113290"/>
                  <a:pt x="58936" y="106155"/>
                  <a:pt x="49682" y="104238"/>
                </a:cubicBezTo>
                <a:cubicBezTo>
                  <a:pt x="45282" y="103326"/>
                  <a:pt x="39312" y="98365"/>
                  <a:pt x="33940" y="91155"/>
                </a:cubicBezTo>
                <a:cubicBezTo>
                  <a:pt x="25287" y="79543"/>
                  <a:pt x="10302" y="70747"/>
                  <a:pt x="3571" y="73330"/>
                </a:cubicBezTo>
                <a:cubicBezTo>
                  <a:pt x="957" y="74333"/>
                  <a:pt x="0" y="72319"/>
                  <a:pt x="0" y="65812"/>
                </a:cubicBezTo>
                <a:cubicBezTo>
                  <a:pt x="0" y="58672"/>
                  <a:pt x="1433" y="56184"/>
                  <a:pt x="7287" y="53156"/>
                </a:cubicBezTo>
                <a:cubicBezTo>
                  <a:pt x="19411" y="46887"/>
                  <a:pt x="21790" y="42538"/>
                  <a:pt x="18044" y="33495"/>
                </a:cubicBezTo>
                <a:cubicBezTo>
                  <a:pt x="15244" y="26735"/>
                  <a:pt x="15429" y="24996"/>
                  <a:pt x="19421" y="20586"/>
                </a:cubicBezTo>
                <a:cubicBezTo>
                  <a:pt x="25368" y="14014"/>
                  <a:pt x="37292" y="14059"/>
                  <a:pt x="43911" y="20678"/>
                </a:cubicBezTo>
                <a:cubicBezTo>
                  <a:pt x="48190" y="24957"/>
                  <a:pt x="51021" y="25553"/>
                  <a:pt x="60045" y="24079"/>
                </a:cubicBezTo>
                <a:cubicBezTo>
                  <a:pt x="79921" y="20832"/>
                  <a:pt x="103607" y="22707"/>
                  <a:pt x="132045" y="29780"/>
                </a:cubicBezTo>
                <a:cubicBezTo>
                  <a:pt x="137569" y="31154"/>
                  <a:pt x="139225" y="30428"/>
                  <a:pt x="140624" y="26018"/>
                </a:cubicBezTo>
                <a:cubicBezTo>
                  <a:pt x="141578" y="23013"/>
                  <a:pt x="142026" y="17381"/>
                  <a:pt x="141619" y="13502"/>
                </a:cubicBezTo>
                <a:cubicBezTo>
                  <a:pt x="140830" y="5985"/>
                  <a:pt x="143331" y="0"/>
                  <a:pt x="147260" y="0"/>
                </a:cubicBezTo>
                <a:cubicBezTo>
                  <a:pt x="150433" y="0"/>
                  <a:pt x="157468" y="17085"/>
                  <a:pt x="157468" y="24790"/>
                </a:cubicBezTo>
                <a:cubicBezTo>
                  <a:pt x="157468" y="29227"/>
                  <a:pt x="159328" y="31346"/>
                  <a:pt x="164323" y="32600"/>
                </a:cubicBezTo>
                <a:cubicBezTo>
                  <a:pt x="169965" y="34015"/>
                  <a:pt x="172364" y="32878"/>
                  <a:pt x="177876" y="26172"/>
                </a:cubicBezTo>
                <a:cubicBezTo>
                  <a:pt x="183430" y="19415"/>
                  <a:pt x="186393" y="18028"/>
                  <a:pt x="195232" y="18047"/>
                </a:cubicBezTo>
                <a:cubicBezTo>
                  <a:pt x="204499" y="18067"/>
                  <a:pt x="206283" y="17120"/>
                  <a:pt x="208905" y="10791"/>
                </a:cubicBezTo>
                <a:cubicBezTo>
                  <a:pt x="211484" y="4565"/>
                  <a:pt x="213074" y="3680"/>
                  <a:pt x="219887" y="4680"/>
                </a:cubicBezTo>
                <a:cubicBezTo>
                  <a:pt x="228665" y="5969"/>
                  <a:pt x="236077" y="12121"/>
                  <a:pt x="238661" y="20265"/>
                </a:cubicBezTo>
                <a:cubicBezTo>
                  <a:pt x="240752" y="26852"/>
                  <a:pt x="249411" y="29849"/>
                  <a:pt x="254397" y="25712"/>
                </a:cubicBezTo>
                <a:cubicBezTo>
                  <a:pt x="256458" y="24001"/>
                  <a:pt x="258145" y="23651"/>
                  <a:pt x="258145" y="24934"/>
                </a:cubicBezTo>
                <a:cubicBezTo>
                  <a:pt x="258145" y="28142"/>
                  <a:pt x="283247" y="54210"/>
                  <a:pt x="286337" y="54210"/>
                </a:cubicBezTo>
                <a:cubicBezTo>
                  <a:pt x="287708" y="54210"/>
                  <a:pt x="290362" y="56243"/>
                  <a:pt x="292234" y="58728"/>
                </a:cubicBezTo>
                <a:cubicBezTo>
                  <a:pt x="296425" y="64288"/>
                  <a:pt x="305753" y="69699"/>
                  <a:pt x="311147" y="69699"/>
                </a:cubicBezTo>
                <a:cubicBezTo>
                  <a:pt x="313361" y="69699"/>
                  <a:pt x="318158" y="72685"/>
                  <a:pt x="321808" y="76335"/>
                </a:cubicBezTo>
                <a:cubicBezTo>
                  <a:pt x="328098" y="82626"/>
                  <a:pt x="328367" y="84002"/>
                  <a:pt x="326980" y="102795"/>
                </a:cubicBezTo>
                <a:cubicBezTo>
                  <a:pt x="325865" y="117888"/>
                  <a:pt x="326410" y="123815"/>
                  <a:pt x="329261" y="127630"/>
                </a:cubicBezTo>
                <a:cubicBezTo>
                  <a:pt x="331322" y="130386"/>
                  <a:pt x="333007" y="134742"/>
                  <a:pt x="333007" y="137310"/>
                </a:cubicBezTo>
                <a:cubicBezTo>
                  <a:pt x="333007" y="139879"/>
                  <a:pt x="333958" y="141980"/>
                  <a:pt x="335120" y="141980"/>
                </a:cubicBezTo>
                <a:cubicBezTo>
                  <a:pt x="336282" y="141980"/>
                  <a:pt x="341362" y="145755"/>
                  <a:pt x="346410" y="150369"/>
                </a:cubicBezTo>
                <a:cubicBezTo>
                  <a:pt x="353607" y="156948"/>
                  <a:pt x="355920" y="161358"/>
                  <a:pt x="357125" y="170794"/>
                </a:cubicBezTo>
                <a:cubicBezTo>
                  <a:pt x="358591" y="182285"/>
                  <a:pt x="358209" y="183236"/>
                  <a:pt x="348644" y="191877"/>
                </a:cubicBezTo>
                <a:cubicBezTo>
                  <a:pt x="343134" y="196855"/>
                  <a:pt x="336201" y="202226"/>
                  <a:pt x="333236" y="203812"/>
                </a:cubicBezTo>
                <a:cubicBezTo>
                  <a:pt x="330270" y="205399"/>
                  <a:pt x="327844" y="208181"/>
                  <a:pt x="327844" y="209994"/>
                </a:cubicBezTo>
                <a:cubicBezTo>
                  <a:pt x="327844" y="211806"/>
                  <a:pt x="324341" y="215879"/>
                  <a:pt x="320060" y="219045"/>
                </a:cubicBezTo>
                <a:cubicBezTo>
                  <a:pt x="313416" y="223957"/>
                  <a:pt x="312052" y="224217"/>
                  <a:pt x="310749" y="220821"/>
                </a:cubicBezTo>
                <a:close/>
              </a:path>
            </a:pathLst>
          </a:custGeom>
          <a:solidFill>
            <a:srgbClr val="B9B9B9"/>
          </a:solidFill>
          <a:ln w="5163" cap="flat">
            <a:noFill/>
            <a:prstDash val="solid"/>
            <a:miter/>
          </a:ln>
        </p:spPr>
        <p:txBody>
          <a:bodyPr/>
          <a:lstStyle/>
          <a:p>
            <a:endParaRPr lang="es-419" noProof="0" dirty="0"/>
          </a:p>
        </p:txBody>
      </p:sp>
      <p:sp>
        <p:nvSpPr>
          <p:cNvPr id="64" name="Forma libre: forma 63">
            <a:extLst>
              <a:ext uri="{FF2B5EF4-FFF2-40B4-BE49-F238E27FC236}">
                <a16:creationId xmlns:a16="http://schemas.microsoft.com/office/drawing/2014/main" id="{CC3E8B76-53FC-C2C0-7610-1D3367E93FA5}"/>
              </a:ext>
            </a:extLst>
          </p:cNvPr>
          <p:cNvSpPr/>
          <p:nvPr/>
        </p:nvSpPr>
        <p:spPr>
          <a:xfrm>
            <a:off x="2030531" y="2394260"/>
            <a:ext cx="276109" cy="131653"/>
          </a:xfrm>
          <a:custGeom>
            <a:avLst/>
            <a:gdLst>
              <a:gd name="csX0" fmla="*/ 240916 w 276109"/>
              <a:gd name="csY0" fmla="*/ 129933 h 131653"/>
              <a:gd name="csX1" fmla="*/ 239195 w 276109"/>
              <a:gd name="csY1" fmla="*/ 124013 h 131653"/>
              <a:gd name="csX2" fmla="*/ 228223 w 276109"/>
              <a:gd name="csY2" fmla="*/ 115744 h 131653"/>
              <a:gd name="csX3" fmla="*/ 217897 w 276109"/>
              <a:gd name="csY3" fmla="*/ 106005 h 131653"/>
              <a:gd name="csX4" fmla="*/ 210063 w 276109"/>
              <a:gd name="csY4" fmla="*/ 90246 h 131653"/>
              <a:gd name="csX5" fmla="*/ 197989 w 276109"/>
              <a:gd name="csY5" fmla="*/ 82502 h 131653"/>
              <a:gd name="csX6" fmla="*/ 171181 w 276109"/>
              <a:gd name="csY6" fmla="*/ 78639 h 131653"/>
              <a:gd name="csX7" fmla="*/ 162540 w 276109"/>
              <a:gd name="csY7" fmla="*/ 80766 h 131653"/>
              <a:gd name="csX8" fmla="*/ 140024 w 276109"/>
              <a:gd name="csY8" fmla="*/ 103258 h 131653"/>
              <a:gd name="csX9" fmla="*/ 121107 w 276109"/>
              <a:gd name="csY9" fmla="*/ 123910 h 131653"/>
              <a:gd name="csX10" fmla="*/ 115285 w 276109"/>
              <a:gd name="csY10" fmla="*/ 120037 h 131653"/>
              <a:gd name="csX11" fmla="*/ 106086 w 276109"/>
              <a:gd name="csY11" fmla="*/ 116165 h 131653"/>
              <a:gd name="csX12" fmla="*/ 95488 w 276109"/>
              <a:gd name="csY12" fmla="*/ 97511 h 131653"/>
              <a:gd name="csX13" fmla="*/ 74161 w 276109"/>
              <a:gd name="csY13" fmla="*/ 72281 h 131653"/>
              <a:gd name="csX14" fmla="*/ 62180 w 276109"/>
              <a:gd name="csY14" fmla="*/ 80383 h 131653"/>
              <a:gd name="csX15" fmla="*/ 59403 w 276109"/>
              <a:gd name="csY15" fmla="*/ 95543 h 131653"/>
              <a:gd name="csX16" fmla="*/ 54777 w 276109"/>
              <a:gd name="csY16" fmla="*/ 108274 h 131653"/>
              <a:gd name="csX17" fmla="*/ 46950 w 276109"/>
              <a:gd name="csY17" fmla="*/ 122154 h 131653"/>
              <a:gd name="csX18" fmla="*/ 45160 w 276109"/>
              <a:gd name="csY18" fmla="*/ 130363 h 131653"/>
              <a:gd name="csX19" fmla="*/ 42524 w 276109"/>
              <a:gd name="csY19" fmla="*/ 123910 h 131653"/>
              <a:gd name="csX20" fmla="*/ 27585 w 276109"/>
              <a:gd name="csY20" fmla="*/ 101648 h 131653"/>
              <a:gd name="csX21" fmla="*/ 3541 w 276109"/>
              <a:gd name="csY21" fmla="*/ 71617 h 131653"/>
              <a:gd name="csX22" fmla="*/ 489 w 276109"/>
              <a:gd name="csY22" fmla="*/ 57859 h 131653"/>
              <a:gd name="csX23" fmla="*/ 5896 w 276109"/>
              <a:gd name="csY23" fmla="*/ 47783 h 131653"/>
              <a:gd name="csX24" fmla="*/ 14046 w 276109"/>
              <a:gd name="csY24" fmla="*/ 46070 h 131653"/>
              <a:gd name="csX25" fmla="*/ 24934 w 276109"/>
              <a:gd name="csY25" fmla="*/ 43885 h 131653"/>
              <a:gd name="csX26" fmla="*/ 35503 w 276109"/>
              <a:gd name="csY26" fmla="*/ 38722 h 131653"/>
              <a:gd name="csX27" fmla="*/ 41946 w 276109"/>
              <a:gd name="csY27" fmla="*/ 35764 h 131653"/>
              <a:gd name="csX28" fmla="*/ 25819 w 276109"/>
              <a:gd name="csY28" fmla="*/ 37615 h 131653"/>
              <a:gd name="csX29" fmla="*/ 26045 w 276109"/>
              <a:gd name="csY29" fmla="*/ 35947 h 131653"/>
              <a:gd name="csX30" fmla="*/ 73982 w 276109"/>
              <a:gd name="csY30" fmla="*/ 25857 h 131653"/>
              <a:gd name="csX31" fmla="*/ 76916 w 276109"/>
              <a:gd name="csY31" fmla="*/ 28123 h 131653"/>
              <a:gd name="csX32" fmla="*/ 76893 w 276109"/>
              <a:gd name="csY32" fmla="*/ 31518 h 131653"/>
              <a:gd name="csX33" fmla="*/ 83755 w 276109"/>
              <a:gd name="csY33" fmla="*/ 29317 h 131653"/>
              <a:gd name="csX34" fmla="*/ 96686 w 276109"/>
              <a:gd name="csY34" fmla="*/ 23336 h 131653"/>
              <a:gd name="csX35" fmla="*/ 114106 w 276109"/>
              <a:gd name="csY35" fmla="*/ 13587 h 131653"/>
              <a:gd name="csX36" fmla="*/ 134447 w 276109"/>
              <a:gd name="csY36" fmla="*/ 0 h 131653"/>
              <a:gd name="csX37" fmla="*/ 136418 w 276109"/>
              <a:gd name="csY37" fmla="*/ 8390 h 131653"/>
              <a:gd name="csX38" fmla="*/ 147553 w 276109"/>
              <a:gd name="csY38" fmla="*/ 17557 h 131653"/>
              <a:gd name="csX39" fmla="*/ 164372 w 276109"/>
              <a:gd name="csY39" fmla="*/ 37279 h 131653"/>
              <a:gd name="csX40" fmla="*/ 179001 w 276109"/>
              <a:gd name="csY40" fmla="*/ 58990 h 131653"/>
              <a:gd name="csX41" fmla="*/ 191415 w 276109"/>
              <a:gd name="csY41" fmla="*/ 67081 h 131653"/>
              <a:gd name="csX42" fmla="*/ 215539 w 276109"/>
              <a:gd name="csY42" fmla="*/ 67434 h 131653"/>
              <a:gd name="csX43" fmla="*/ 218120 w 276109"/>
              <a:gd name="csY43" fmla="*/ 59084 h 131653"/>
              <a:gd name="csX44" fmla="*/ 224155 w 276109"/>
              <a:gd name="csY44" fmla="*/ 52122 h 131653"/>
              <a:gd name="csX45" fmla="*/ 241477 w 276109"/>
              <a:gd name="csY45" fmla="*/ 56639 h 131653"/>
              <a:gd name="csX46" fmla="*/ 260758 w 276109"/>
              <a:gd name="csY46" fmla="*/ 61955 h 131653"/>
              <a:gd name="csX47" fmla="*/ 271115 w 276109"/>
              <a:gd name="csY47" fmla="*/ 65853 h 131653"/>
              <a:gd name="csX48" fmla="*/ 274360 w 276109"/>
              <a:gd name="csY48" fmla="*/ 100702 h 131653"/>
              <a:gd name="csX49" fmla="*/ 276110 w 276109"/>
              <a:gd name="csY49" fmla="*/ 131654 h 131653"/>
              <a:gd name="csX50" fmla="*/ 259373 w 276109"/>
              <a:gd name="csY50" fmla="*/ 131654 h 131653"/>
              <a:gd name="csX51" fmla="*/ 240916 w 276109"/>
              <a:gd name="csY51" fmla="*/ 129933 h 1316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Lst>
            <a:rect l="l" t="t" r="r" b="b"/>
            <a:pathLst>
              <a:path w="276109" h="131653">
                <a:moveTo>
                  <a:pt x="240916" y="129933"/>
                </a:moveTo>
                <a:cubicBezTo>
                  <a:pt x="239969" y="128986"/>
                  <a:pt x="239195" y="126322"/>
                  <a:pt x="239195" y="124013"/>
                </a:cubicBezTo>
                <a:cubicBezTo>
                  <a:pt x="239195" y="121432"/>
                  <a:pt x="234966" y="118245"/>
                  <a:pt x="228223" y="115744"/>
                </a:cubicBezTo>
                <a:cubicBezTo>
                  <a:pt x="219440" y="112485"/>
                  <a:pt x="217381" y="110543"/>
                  <a:pt x="217897" y="106005"/>
                </a:cubicBezTo>
                <a:cubicBezTo>
                  <a:pt x="218682" y="99107"/>
                  <a:pt x="214348" y="90389"/>
                  <a:pt x="210063" y="90246"/>
                </a:cubicBezTo>
                <a:cubicBezTo>
                  <a:pt x="208338" y="90188"/>
                  <a:pt x="202905" y="86703"/>
                  <a:pt x="197989" y="82502"/>
                </a:cubicBezTo>
                <a:cubicBezTo>
                  <a:pt x="188345" y="74258"/>
                  <a:pt x="178782" y="72880"/>
                  <a:pt x="171181" y="78639"/>
                </a:cubicBezTo>
                <a:cubicBezTo>
                  <a:pt x="168558" y="80626"/>
                  <a:pt x="164670" y="81583"/>
                  <a:pt x="162540" y="80766"/>
                </a:cubicBezTo>
                <a:cubicBezTo>
                  <a:pt x="158541" y="79232"/>
                  <a:pt x="151258" y="86508"/>
                  <a:pt x="140024" y="103258"/>
                </a:cubicBezTo>
                <a:cubicBezTo>
                  <a:pt x="131601" y="115819"/>
                  <a:pt x="124189" y="123910"/>
                  <a:pt x="121107" y="123910"/>
                </a:cubicBezTo>
                <a:cubicBezTo>
                  <a:pt x="119672" y="123910"/>
                  <a:pt x="117052" y="122167"/>
                  <a:pt x="115285" y="120037"/>
                </a:cubicBezTo>
                <a:cubicBezTo>
                  <a:pt x="113517" y="117908"/>
                  <a:pt x="109378" y="116165"/>
                  <a:pt x="106086" y="116165"/>
                </a:cubicBezTo>
                <a:cubicBezTo>
                  <a:pt x="98470" y="116165"/>
                  <a:pt x="97317" y="114137"/>
                  <a:pt x="95488" y="97511"/>
                </a:cubicBezTo>
                <a:cubicBezTo>
                  <a:pt x="93708" y="81325"/>
                  <a:pt x="86063" y="72281"/>
                  <a:pt x="74161" y="72281"/>
                </a:cubicBezTo>
                <a:cubicBezTo>
                  <a:pt x="68039" y="72281"/>
                  <a:pt x="65473" y="74016"/>
                  <a:pt x="62180" y="80383"/>
                </a:cubicBezTo>
                <a:cubicBezTo>
                  <a:pt x="59748" y="85087"/>
                  <a:pt x="58583" y="91445"/>
                  <a:pt x="59403" y="95543"/>
                </a:cubicBezTo>
                <a:cubicBezTo>
                  <a:pt x="60452" y="100790"/>
                  <a:pt x="59265" y="104058"/>
                  <a:pt x="54777" y="108274"/>
                </a:cubicBezTo>
                <a:cubicBezTo>
                  <a:pt x="51457" y="111393"/>
                  <a:pt x="47935" y="117640"/>
                  <a:pt x="46950" y="122154"/>
                </a:cubicBezTo>
                <a:lnTo>
                  <a:pt x="45160" y="130363"/>
                </a:lnTo>
                <a:lnTo>
                  <a:pt x="42524" y="123910"/>
                </a:lnTo>
                <a:cubicBezTo>
                  <a:pt x="37073" y="110563"/>
                  <a:pt x="32979" y="104462"/>
                  <a:pt x="27585" y="101648"/>
                </a:cubicBezTo>
                <a:cubicBezTo>
                  <a:pt x="17943" y="96616"/>
                  <a:pt x="4895" y="80319"/>
                  <a:pt x="3541" y="71617"/>
                </a:cubicBezTo>
                <a:cubicBezTo>
                  <a:pt x="2825" y="67013"/>
                  <a:pt x="1452" y="60822"/>
                  <a:pt x="489" y="57859"/>
                </a:cubicBezTo>
                <a:cubicBezTo>
                  <a:pt x="-848" y="53746"/>
                  <a:pt x="431" y="51364"/>
                  <a:pt x="5896" y="47783"/>
                </a:cubicBezTo>
                <a:cubicBezTo>
                  <a:pt x="10761" y="44595"/>
                  <a:pt x="13372" y="44047"/>
                  <a:pt x="14046" y="46070"/>
                </a:cubicBezTo>
                <a:cubicBezTo>
                  <a:pt x="15462" y="50316"/>
                  <a:pt x="18138" y="49779"/>
                  <a:pt x="24934" y="43885"/>
                </a:cubicBezTo>
                <a:cubicBezTo>
                  <a:pt x="28208" y="41045"/>
                  <a:pt x="32964" y="38722"/>
                  <a:pt x="35503" y="38722"/>
                </a:cubicBezTo>
                <a:cubicBezTo>
                  <a:pt x="38041" y="38722"/>
                  <a:pt x="40941" y="37391"/>
                  <a:pt x="41946" y="35764"/>
                </a:cubicBezTo>
                <a:cubicBezTo>
                  <a:pt x="43722" y="32890"/>
                  <a:pt x="39180" y="33412"/>
                  <a:pt x="25819" y="37615"/>
                </a:cubicBezTo>
                <a:cubicBezTo>
                  <a:pt x="21516" y="38969"/>
                  <a:pt x="21538" y="38810"/>
                  <a:pt x="26045" y="35947"/>
                </a:cubicBezTo>
                <a:cubicBezTo>
                  <a:pt x="31416" y="32535"/>
                  <a:pt x="63427" y="25797"/>
                  <a:pt x="73982" y="25857"/>
                </a:cubicBezTo>
                <a:cubicBezTo>
                  <a:pt x="78607" y="25883"/>
                  <a:pt x="79439" y="26525"/>
                  <a:pt x="76916" y="28123"/>
                </a:cubicBezTo>
                <a:cubicBezTo>
                  <a:pt x="73965" y="29993"/>
                  <a:pt x="73961" y="30540"/>
                  <a:pt x="76893" y="31518"/>
                </a:cubicBezTo>
                <a:cubicBezTo>
                  <a:pt x="78816" y="32159"/>
                  <a:pt x="81904" y="31168"/>
                  <a:pt x="83755" y="29317"/>
                </a:cubicBezTo>
                <a:cubicBezTo>
                  <a:pt x="85607" y="27466"/>
                  <a:pt x="91425" y="24774"/>
                  <a:pt x="96686" y="23336"/>
                </a:cubicBezTo>
                <a:cubicBezTo>
                  <a:pt x="101946" y="21898"/>
                  <a:pt x="109785" y="17511"/>
                  <a:pt x="114106" y="13587"/>
                </a:cubicBezTo>
                <a:cubicBezTo>
                  <a:pt x="121455" y="6915"/>
                  <a:pt x="131807" y="0"/>
                  <a:pt x="134447" y="0"/>
                </a:cubicBezTo>
                <a:cubicBezTo>
                  <a:pt x="135087" y="0"/>
                  <a:pt x="135973" y="3775"/>
                  <a:pt x="136418" y="8390"/>
                </a:cubicBezTo>
                <a:cubicBezTo>
                  <a:pt x="137168" y="16168"/>
                  <a:pt x="137980" y="16836"/>
                  <a:pt x="147553" y="17557"/>
                </a:cubicBezTo>
                <a:cubicBezTo>
                  <a:pt x="160105" y="18501"/>
                  <a:pt x="164320" y="23444"/>
                  <a:pt x="164372" y="37279"/>
                </a:cubicBezTo>
                <a:cubicBezTo>
                  <a:pt x="164422" y="50382"/>
                  <a:pt x="165667" y="52231"/>
                  <a:pt x="179001" y="58990"/>
                </a:cubicBezTo>
                <a:cubicBezTo>
                  <a:pt x="184939" y="62000"/>
                  <a:pt x="190525" y="65641"/>
                  <a:pt x="191415" y="67081"/>
                </a:cubicBezTo>
                <a:cubicBezTo>
                  <a:pt x="193368" y="70242"/>
                  <a:pt x="210709" y="70495"/>
                  <a:pt x="215539" y="67434"/>
                </a:cubicBezTo>
                <a:cubicBezTo>
                  <a:pt x="217436" y="66231"/>
                  <a:pt x="218597" y="62474"/>
                  <a:pt x="218120" y="59084"/>
                </a:cubicBezTo>
                <a:cubicBezTo>
                  <a:pt x="217412" y="54054"/>
                  <a:pt x="218522" y="52773"/>
                  <a:pt x="224155" y="52122"/>
                </a:cubicBezTo>
                <a:cubicBezTo>
                  <a:pt x="227952" y="51683"/>
                  <a:pt x="235747" y="53716"/>
                  <a:pt x="241477" y="56639"/>
                </a:cubicBezTo>
                <a:cubicBezTo>
                  <a:pt x="247208" y="59563"/>
                  <a:pt x="255884" y="61955"/>
                  <a:pt x="260758" y="61955"/>
                </a:cubicBezTo>
                <a:cubicBezTo>
                  <a:pt x="266280" y="61955"/>
                  <a:pt x="270184" y="63424"/>
                  <a:pt x="271115" y="65853"/>
                </a:cubicBezTo>
                <a:cubicBezTo>
                  <a:pt x="271938" y="67996"/>
                  <a:pt x="273398" y="83679"/>
                  <a:pt x="274360" y="100702"/>
                </a:cubicBezTo>
                <a:lnTo>
                  <a:pt x="276110" y="131654"/>
                </a:lnTo>
                <a:lnTo>
                  <a:pt x="259373" y="131654"/>
                </a:lnTo>
                <a:cubicBezTo>
                  <a:pt x="250168" y="131654"/>
                  <a:pt x="241862" y="130880"/>
                  <a:pt x="240916" y="129933"/>
                </a:cubicBezTo>
                <a:close/>
              </a:path>
            </a:pathLst>
          </a:custGeom>
          <a:solidFill>
            <a:srgbClr val="B9B9B9"/>
          </a:solidFill>
          <a:ln w="5163" cap="flat">
            <a:noFill/>
            <a:prstDash val="solid"/>
            <a:miter/>
          </a:ln>
        </p:spPr>
        <p:txBody>
          <a:bodyPr/>
          <a:lstStyle/>
          <a:p>
            <a:endParaRPr lang="es-419" noProof="0" dirty="0"/>
          </a:p>
        </p:txBody>
      </p:sp>
      <p:sp>
        <p:nvSpPr>
          <p:cNvPr id="65" name="Forma libre: forma 64">
            <a:extLst>
              <a:ext uri="{FF2B5EF4-FFF2-40B4-BE49-F238E27FC236}">
                <a16:creationId xmlns:a16="http://schemas.microsoft.com/office/drawing/2014/main" id="{587A36AA-AD38-67A1-BEA4-600003EB5E47}"/>
              </a:ext>
            </a:extLst>
          </p:cNvPr>
          <p:cNvSpPr/>
          <p:nvPr/>
        </p:nvSpPr>
        <p:spPr>
          <a:xfrm>
            <a:off x="1184484" y="2261861"/>
            <a:ext cx="318490" cy="227740"/>
          </a:xfrm>
          <a:custGeom>
            <a:avLst/>
            <a:gdLst>
              <a:gd name="csX0" fmla="*/ 114616 w 318490"/>
              <a:gd name="csY0" fmla="*/ 224041 h 227740"/>
              <a:gd name="csX1" fmla="*/ 98063 w 318490"/>
              <a:gd name="csY1" fmla="*/ 220365 h 227740"/>
              <a:gd name="csX2" fmla="*/ 78702 w 318490"/>
              <a:gd name="csY2" fmla="*/ 212689 h 227740"/>
              <a:gd name="csX3" fmla="*/ 52720 w 318490"/>
              <a:gd name="csY3" fmla="*/ 202264 h 227740"/>
              <a:gd name="csX4" fmla="*/ 16521 w 318490"/>
              <a:gd name="csY4" fmla="*/ 184010 h 227740"/>
              <a:gd name="csX5" fmla="*/ 9212 w 318490"/>
              <a:gd name="csY5" fmla="*/ 173147 h 227740"/>
              <a:gd name="csX6" fmla="*/ 4642 w 318490"/>
              <a:gd name="csY6" fmla="*/ 147730 h 227740"/>
              <a:gd name="csX7" fmla="*/ 11809 w 318490"/>
              <a:gd name="csY7" fmla="*/ 137502 h 227740"/>
              <a:gd name="csX8" fmla="*/ 21183 w 318490"/>
              <a:gd name="csY8" fmla="*/ 134430 h 227740"/>
              <a:gd name="csX9" fmla="*/ 31013 w 318490"/>
              <a:gd name="csY9" fmla="*/ 131925 h 227740"/>
              <a:gd name="csX10" fmla="*/ 40878 w 318490"/>
              <a:gd name="csY10" fmla="*/ 131248 h 227740"/>
              <a:gd name="csX11" fmla="*/ 63873 w 318490"/>
              <a:gd name="csY11" fmla="*/ 121001 h 227740"/>
              <a:gd name="csX12" fmla="*/ 83748 w 318490"/>
              <a:gd name="csY12" fmla="*/ 109166 h 227740"/>
              <a:gd name="csX13" fmla="*/ 103738 w 318490"/>
              <a:gd name="csY13" fmla="*/ 85934 h 227740"/>
              <a:gd name="csX14" fmla="*/ 95901 w 318490"/>
              <a:gd name="csY14" fmla="*/ 79966 h 227740"/>
              <a:gd name="csX15" fmla="*/ 88802 w 318490"/>
              <a:gd name="csY15" fmla="*/ 74674 h 227740"/>
              <a:gd name="csX16" fmla="*/ 86125 w 318490"/>
              <a:gd name="csY16" fmla="*/ 66219 h 227740"/>
              <a:gd name="csX17" fmla="*/ 86125 w 318490"/>
              <a:gd name="csY17" fmla="*/ 56499 h 227740"/>
              <a:gd name="csX18" fmla="*/ 88802 w 318490"/>
              <a:gd name="csY18" fmla="*/ 47540 h 227740"/>
              <a:gd name="csX19" fmla="*/ 60913 w 318490"/>
              <a:gd name="csY19" fmla="*/ 35309 h 227740"/>
              <a:gd name="csX20" fmla="*/ 56419 w 318490"/>
              <a:gd name="csY20" fmla="*/ 24926 h 227740"/>
              <a:gd name="csX21" fmla="*/ 74769 w 318490"/>
              <a:gd name="csY21" fmla="*/ 18056 h 227740"/>
              <a:gd name="csX22" fmla="*/ 99155 w 318490"/>
              <a:gd name="csY22" fmla="*/ 10069 h 227740"/>
              <a:gd name="csX23" fmla="*/ 128747 w 318490"/>
              <a:gd name="csY23" fmla="*/ 1794 h 227740"/>
              <a:gd name="csX24" fmla="*/ 148545 w 318490"/>
              <a:gd name="csY24" fmla="*/ 0 h 227740"/>
              <a:gd name="csX25" fmla="*/ 155959 w 318490"/>
              <a:gd name="csY25" fmla="*/ 8117 h 227740"/>
              <a:gd name="csX26" fmla="*/ 176571 w 318490"/>
              <a:gd name="csY26" fmla="*/ 11071 h 227740"/>
              <a:gd name="csX27" fmla="*/ 199804 w 318490"/>
              <a:gd name="csY27" fmla="*/ 21145 h 227740"/>
              <a:gd name="csX28" fmla="*/ 218086 w 318490"/>
              <a:gd name="csY28" fmla="*/ 31610 h 227740"/>
              <a:gd name="csX29" fmla="*/ 246412 w 318490"/>
              <a:gd name="csY29" fmla="*/ 32163 h 227740"/>
              <a:gd name="csX30" fmla="*/ 266539 w 318490"/>
              <a:gd name="csY30" fmla="*/ 37891 h 227740"/>
              <a:gd name="csX31" fmla="*/ 290777 w 318490"/>
              <a:gd name="csY31" fmla="*/ 32555 h 227740"/>
              <a:gd name="csX32" fmla="*/ 315453 w 318490"/>
              <a:gd name="csY32" fmla="*/ 29658 h 227740"/>
              <a:gd name="csX33" fmla="*/ 315970 w 318490"/>
              <a:gd name="csY33" fmla="*/ 49793 h 227740"/>
              <a:gd name="csX34" fmla="*/ 313388 w 318490"/>
              <a:gd name="csY34" fmla="*/ 54741 h 227740"/>
              <a:gd name="csX35" fmla="*/ 311088 w 318490"/>
              <a:gd name="csY35" fmla="*/ 60549 h 227740"/>
              <a:gd name="csX36" fmla="*/ 306292 w 318490"/>
              <a:gd name="csY36" fmla="*/ 87865 h 227740"/>
              <a:gd name="csX37" fmla="*/ 284623 w 318490"/>
              <a:gd name="csY37" fmla="*/ 147819 h 227740"/>
              <a:gd name="csX38" fmla="*/ 277248 w 318490"/>
              <a:gd name="csY38" fmla="*/ 167736 h 227740"/>
              <a:gd name="csX39" fmla="*/ 272730 w 318490"/>
              <a:gd name="csY39" fmla="*/ 177484 h 227740"/>
              <a:gd name="csX40" fmla="*/ 214235 w 318490"/>
              <a:gd name="csY40" fmla="*/ 170076 h 227740"/>
              <a:gd name="csX41" fmla="*/ 184978 w 318490"/>
              <a:gd name="csY41" fmla="*/ 166604 h 227740"/>
              <a:gd name="csX42" fmla="*/ 157292 w 318490"/>
              <a:gd name="csY42" fmla="*/ 168449 h 227740"/>
              <a:gd name="csX43" fmla="*/ 156212 w 318490"/>
              <a:gd name="csY43" fmla="*/ 189010 h 227740"/>
              <a:gd name="csX44" fmla="*/ 147530 w 318490"/>
              <a:gd name="csY44" fmla="*/ 199123 h 227740"/>
              <a:gd name="csX45" fmla="*/ 137850 w 318490"/>
              <a:gd name="csY45" fmla="*/ 216729 h 227740"/>
              <a:gd name="csX46" fmla="*/ 130751 w 318490"/>
              <a:gd name="csY46" fmla="*/ 227717 h 227740"/>
              <a:gd name="csX47" fmla="*/ 114616 w 318490"/>
              <a:gd name="csY47" fmla="*/ 224041 h 2277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Lst>
            <a:rect l="l" t="t" r="r" b="b"/>
            <a:pathLst>
              <a:path w="318490" h="227740">
                <a:moveTo>
                  <a:pt x="114616" y="224041"/>
                </a:moveTo>
                <a:cubicBezTo>
                  <a:pt x="109647" y="222127"/>
                  <a:pt x="102198" y="220473"/>
                  <a:pt x="98063" y="220365"/>
                </a:cubicBezTo>
                <a:cubicBezTo>
                  <a:pt x="93928" y="220257"/>
                  <a:pt x="85216" y="216803"/>
                  <a:pt x="78702" y="212689"/>
                </a:cubicBezTo>
                <a:cubicBezTo>
                  <a:pt x="72189" y="208575"/>
                  <a:pt x="60497" y="203884"/>
                  <a:pt x="52720" y="202264"/>
                </a:cubicBezTo>
                <a:cubicBezTo>
                  <a:pt x="38260" y="199253"/>
                  <a:pt x="16521" y="188291"/>
                  <a:pt x="16521" y="184010"/>
                </a:cubicBezTo>
                <a:cubicBezTo>
                  <a:pt x="16521" y="182699"/>
                  <a:pt x="13232" y="177811"/>
                  <a:pt x="9212" y="173147"/>
                </a:cubicBezTo>
                <a:cubicBezTo>
                  <a:pt x="-1729" y="160453"/>
                  <a:pt x="-2493" y="156209"/>
                  <a:pt x="4642" y="147730"/>
                </a:cubicBezTo>
                <a:cubicBezTo>
                  <a:pt x="8064" y="143663"/>
                  <a:pt x="11290" y="139060"/>
                  <a:pt x="11809" y="137502"/>
                </a:cubicBezTo>
                <a:cubicBezTo>
                  <a:pt x="12328" y="135944"/>
                  <a:pt x="16546" y="134562"/>
                  <a:pt x="21183" y="134430"/>
                </a:cubicBezTo>
                <a:cubicBezTo>
                  <a:pt x="25819" y="134298"/>
                  <a:pt x="30243" y="133171"/>
                  <a:pt x="31013" y="131925"/>
                </a:cubicBezTo>
                <a:cubicBezTo>
                  <a:pt x="31783" y="130679"/>
                  <a:pt x="36222" y="130374"/>
                  <a:pt x="40878" y="131248"/>
                </a:cubicBezTo>
                <a:cubicBezTo>
                  <a:pt x="48236" y="132628"/>
                  <a:pt x="51244" y="131288"/>
                  <a:pt x="63873" y="121001"/>
                </a:cubicBezTo>
                <a:cubicBezTo>
                  <a:pt x="71865" y="114492"/>
                  <a:pt x="80808" y="109166"/>
                  <a:pt x="83748" y="109166"/>
                </a:cubicBezTo>
                <a:cubicBezTo>
                  <a:pt x="91503" y="109166"/>
                  <a:pt x="104649" y="93888"/>
                  <a:pt x="103738" y="85934"/>
                </a:cubicBezTo>
                <a:cubicBezTo>
                  <a:pt x="103134" y="80649"/>
                  <a:pt x="101713" y="79568"/>
                  <a:pt x="95901" y="79966"/>
                </a:cubicBezTo>
                <a:cubicBezTo>
                  <a:pt x="90126" y="80361"/>
                  <a:pt x="88802" y="79374"/>
                  <a:pt x="88802" y="74674"/>
                </a:cubicBezTo>
                <a:cubicBezTo>
                  <a:pt x="88802" y="71496"/>
                  <a:pt x="87597" y="67691"/>
                  <a:pt x="86125" y="66219"/>
                </a:cubicBezTo>
                <a:cubicBezTo>
                  <a:pt x="84276" y="64370"/>
                  <a:pt x="84276" y="61362"/>
                  <a:pt x="86125" y="56499"/>
                </a:cubicBezTo>
                <a:cubicBezTo>
                  <a:pt x="87597" y="52626"/>
                  <a:pt x="88802" y="48595"/>
                  <a:pt x="88802" y="47540"/>
                </a:cubicBezTo>
                <a:cubicBezTo>
                  <a:pt x="88802" y="45033"/>
                  <a:pt x="71424" y="37411"/>
                  <a:pt x="60913" y="35309"/>
                </a:cubicBezTo>
                <a:cubicBezTo>
                  <a:pt x="51581" y="33443"/>
                  <a:pt x="51150" y="32448"/>
                  <a:pt x="56419" y="24926"/>
                </a:cubicBezTo>
                <a:cubicBezTo>
                  <a:pt x="59183" y="20980"/>
                  <a:pt x="64034" y="19164"/>
                  <a:pt x="74769" y="18056"/>
                </a:cubicBezTo>
                <a:cubicBezTo>
                  <a:pt x="84042" y="17099"/>
                  <a:pt x="92933" y="14187"/>
                  <a:pt x="99155" y="10069"/>
                </a:cubicBezTo>
                <a:cubicBezTo>
                  <a:pt x="106450" y="5242"/>
                  <a:pt x="114000" y="3130"/>
                  <a:pt x="128747" y="1794"/>
                </a:cubicBezTo>
                <a:lnTo>
                  <a:pt x="148545" y="0"/>
                </a:lnTo>
                <a:lnTo>
                  <a:pt x="155959" y="8117"/>
                </a:lnTo>
                <a:cubicBezTo>
                  <a:pt x="164608" y="17586"/>
                  <a:pt x="168428" y="18134"/>
                  <a:pt x="176571" y="11071"/>
                </a:cubicBezTo>
                <a:cubicBezTo>
                  <a:pt x="187391" y="1687"/>
                  <a:pt x="199804" y="7069"/>
                  <a:pt x="199804" y="21145"/>
                </a:cubicBezTo>
                <a:cubicBezTo>
                  <a:pt x="199804" y="30772"/>
                  <a:pt x="209395" y="36261"/>
                  <a:pt x="218086" y="31610"/>
                </a:cubicBezTo>
                <a:cubicBezTo>
                  <a:pt x="228270" y="26160"/>
                  <a:pt x="241869" y="26426"/>
                  <a:pt x="246412" y="32163"/>
                </a:cubicBezTo>
                <a:cubicBezTo>
                  <a:pt x="249505" y="36068"/>
                  <a:pt x="254126" y="37384"/>
                  <a:pt x="266539" y="37891"/>
                </a:cubicBezTo>
                <a:cubicBezTo>
                  <a:pt x="279978" y="38440"/>
                  <a:pt x="284000" y="37555"/>
                  <a:pt x="290777" y="32555"/>
                </a:cubicBezTo>
                <a:cubicBezTo>
                  <a:pt x="299613" y="26036"/>
                  <a:pt x="310548" y="24752"/>
                  <a:pt x="315453" y="29658"/>
                </a:cubicBezTo>
                <a:cubicBezTo>
                  <a:pt x="319191" y="33396"/>
                  <a:pt x="319612" y="49793"/>
                  <a:pt x="315970" y="49793"/>
                </a:cubicBezTo>
                <a:cubicBezTo>
                  <a:pt x="314550" y="49793"/>
                  <a:pt x="313388" y="52020"/>
                  <a:pt x="313388" y="54741"/>
                </a:cubicBezTo>
                <a:cubicBezTo>
                  <a:pt x="313388" y="57462"/>
                  <a:pt x="312353" y="60076"/>
                  <a:pt x="311088" y="60549"/>
                </a:cubicBezTo>
                <a:cubicBezTo>
                  <a:pt x="309822" y="61023"/>
                  <a:pt x="307664" y="73315"/>
                  <a:pt x="306292" y="87865"/>
                </a:cubicBezTo>
                <a:cubicBezTo>
                  <a:pt x="303509" y="117372"/>
                  <a:pt x="292552" y="147689"/>
                  <a:pt x="284623" y="147819"/>
                </a:cubicBezTo>
                <a:cubicBezTo>
                  <a:pt x="279191" y="147908"/>
                  <a:pt x="277248" y="153157"/>
                  <a:pt x="277248" y="167736"/>
                </a:cubicBezTo>
                <a:cubicBezTo>
                  <a:pt x="277248" y="177878"/>
                  <a:pt x="276652" y="179163"/>
                  <a:pt x="272730" y="177484"/>
                </a:cubicBezTo>
                <a:cubicBezTo>
                  <a:pt x="262382" y="173052"/>
                  <a:pt x="240695" y="170306"/>
                  <a:pt x="214235" y="170076"/>
                </a:cubicBezTo>
                <a:cubicBezTo>
                  <a:pt x="194190" y="169901"/>
                  <a:pt x="185756" y="168900"/>
                  <a:pt x="184978" y="166604"/>
                </a:cubicBezTo>
                <a:cubicBezTo>
                  <a:pt x="183149" y="161204"/>
                  <a:pt x="162610" y="162574"/>
                  <a:pt x="157292" y="168449"/>
                </a:cubicBezTo>
                <a:cubicBezTo>
                  <a:pt x="153074" y="173111"/>
                  <a:pt x="152885" y="176707"/>
                  <a:pt x="156212" y="189010"/>
                </a:cubicBezTo>
                <a:cubicBezTo>
                  <a:pt x="156777" y="191099"/>
                  <a:pt x="153007" y="195490"/>
                  <a:pt x="147530" y="199123"/>
                </a:cubicBezTo>
                <a:cubicBezTo>
                  <a:pt x="138821" y="204900"/>
                  <a:pt x="137850" y="206668"/>
                  <a:pt x="137850" y="216729"/>
                </a:cubicBezTo>
                <a:cubicBezTo>
                  <a:pt x="137850" y="227257"/>
                  <a:pt x="137433" y="227902"/>
                  <a:pt x="130751" y="227717"/>
                </a:cubicBezTo>
                <a:cubicBezTo>
                  <a:pt x="126846" y="227609"/>
                  <a:pt x="119586" y="225955"/>
                  <a:pt x="114616" y="224041"/>
                </a:cubicBezTo>
                <a:close/>
              </a:path>
            </a:pathLst>
          </a:custGeom>
          <a:solidFill>
            <a:srgbClr val="B9B9B9"/>
          </a:solidFill>
          <a:ln w="5163" cap="flat">
            <a:noFill/>
            <a:prstDash val="solid"/>
            <a:miter/>
          </a:ln>
        </p:spPr>
        <p:txBody>
          <a:bodyPr/>
          <a:lstStyle/>
          <a:p>
            <a:endParaRPr lang="es-419" noProof="0" dirty="0"/>
          </a:p>
        </p:txBody>
      </p:sp>
      <p:sp>
        <p:nvSpPr>
          <p:cNvPr id="66" name="Forma libre: forma 65">
            <a:extLst>
              <a:ext uri="{FF2B5EF4-FFF2-40B4-BE49-F238E27FC236}">
                <a16:creationId xmlns:a16="http://schemas.microsoft.com/office/drawing/2014/main" id="{BC235877-EE55-928D-525D-E16DCFBBB310}"/>
              </a:ext>
            </a:extLst>
          </p:cNvPr>
          <p:cNvSpPr/>
          <p:nvPr/>
        </p:nvSpPr>
        <p:spPr>
          <a:xfrm>
            <a:off x="1557246" y="2384328"/>
            <a:ext cx="70794" cy="61560"/>
          </a:xfrm>
          <a:custGeom>
            <a:avLst/>
            <a:gdLst>
              <a:gd name="csX0" fmla="*/ 30977 w 70794"/>
              <a:gd name="csY0" fmla="*/ 53817 h 61560"/>
              <a:gd name="csX1" fmla="*/ 18070 w 70794"/>
              <a:gd name="csY1" fmla="*/ 49863 h 61560"/>
              <a:gd name="csX2" fmla="*/ 14198 w 70794"/>
              <a:gd name="csY2" fmla="*/ 52169 h 61560"/>
              <a:gd name="csX3" fmla="*/ 10326 w 70794"/>
              <a:gd name="csY3" fmla="*/ 47062 h 61560"/>
              <a:gd name="csX4" fmla="*/ 5163 w 70794"/>
              <a:gd name="csY4" fmla="*/ 39020 h 61560"/>
              <a:gd name="csX5" fmla="*/ 0 w 70794"/>
              <a:gd name="csY5" fmla="*/ 32748 h 61560"/>
              <a:gd name="csX6" fmla="*/ 10326 w 70794"/>
              <a:gd name="csY6" fmla="*/ 18967 h 61560"/>
              <a:gd name="csX7" fmla="*/ 20652 w 70794"/>
              <a:gd name="csY7" fmla="*/ 3034 h 61560"/>
              <a:gd name="csX8" fmla="*/ 30332 w 70794"/>
              <a:gd name="csY8" fmla="*/ 698 h 61560"/>
              <a:gd name="csX9" fmla="*/ 54210 w 70794"/>
              <a:gd name="csY9" fmla="*/ 10137 h 61560"/>
              <a:gd name="csX10" fmla="*/ 63267 w 70794"/>
              <a:gd name="csY10" fmla="*/ 15095 h 61560"/>
              <a:gd name="csX11" fmla="*/ 69100 w 70794"/>
              <a:gd name="csY11" fmla="*/ 20258 h 61560"/>
              <a:gd name="csX12" fmla="*/ 69100 w 70794"/>
              <a:gd name="csY12" fmla="*/ 30584 h 61560"/>
              <a:gd name="csX13" fmla="*/ 69721 w 70794"/>
              <a:gd name="csY13" fmla="*/ 35746 h 61560"/>
              <a:gd name="csX14" fmla="*/ 67118 w 70794"/>
              <a:gd name="csY14" fmla="*/ 44803 h 61560"/>
              <a:gd name="csX15" fmla="*/ 61618 w 70794"/>
              <a:gd name="csY15" fmla="*/ 50612 h 61560"/>
              <a:gd name="csX16" fmla="*/ 54931 w 70794"/>
              <a:gd name="csY16" fmla="*/ 50644 h 61560"/>
              <a:gd name="csX17" fmla="*/ 37735 w 70794"/>
              <a:gd name="csY17" fmla="*/ 61561 h 61560"/>
              <a:gd name="csX18" fmla="*/ 30977 w 70794"/>
              <a:gd name="csY18" fmla="*/ 53817 h 615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70794" h="61560">
                <a:moveTo>
                  <a:pt x="30977" y="53817"/>
                </a:moveTo>
                <a:cubicBezTo>
                  <a:pt x="25158" y="45644"/>
                  <a:pt x="18070" y="43473"/>
                  <a:pt x="18070" y="49863"/>
                </a:cubicBezTo>
                <a:cubicBezTo>
                  <a:pt x="18070" y="52173"/>
                  <a:pt x="16557" y="53074"/>
                  <a:pt x="14198" y="52169"/>
                </a:cubicBezTo>
                <a:cubicBezTo>
                  <a:pt x="12068" y="51351"/>
                  <a:pt x="10326" y="49053"/>
                  <a:pt x="10326" y="47062"/>
                </a:cubicBezTo>
                <a:cubicBezTo>
                  <a:pt x="10326" y="45070"/>
                  <a:pt x="8003" y="41451"/>
                  <a:pt x="5163" y="39020"/>
                </a:cubicBezTo>
                <a:cubicBezTo>
                  <a:pt x="2323" y="36588"/>
                  <a:pt x="0" y="33766"/>
                  <a:pt x="0" y="32748"/>
                </a:cubicBezTo>
                <a:cubicBezTo>
                  <a:pt x="0" y="31730"/>
                  <a:pt x="4647" y="25529"/>
                  <a:pt x="10326" y="18967"/>
                </a:cubicBezTo>
                <a:cubicBezTo>
                  <a:pt x="16005" y="12405"/>
                  <a:pt x="20652" y="5235"/>
                  <a:pt x="20652" y="3034"/>
                </a:cubicBezTo>
                <a:cubicBezTo>
                  <a:pt x="20652" y="-166"/>
                  <a:pt x="22592" y="-634"/>
                  <a:pt x="30332" y="698"/>
                </a:cubicBezTo>
                <a:cubicBezTo>
                  <a:pt x="52748" y="4557"/>
                  <a:pt x="54210" y="5134"/>
                  <a:pt x="54210" y="10137"/>
                </a:cubicBezTo>
                <a:cubicBezTo>
                  <a:pt x="54210" y="14084"/>
                  <a:pt x="56056" y="15095"/>
                  <a:pt x="63267" y="15095"/>
                </a:cubicBezTo>
                <a:cubicBezTo>
                  <a:pt x="71678" y="15095"/>
                  <a:pt x="72094" y="15463"/>
                  <a:pt x="69100" y="20258"/>
                </a:cubicBezTo>
                <a:cubicBezTo>
                  <a:pt x="66522" y="24386"/>
                  <a:pt x="66522" y="26456"/>
                  <a:pt x="69100" y="30584"/>
                </a:cubicBezTo>
                <a:cubicBezTo>
                  <a:pt x="71011" y="33644"/>
                  <a:pt x="71264" y="35746"/>
                  <a:pt x="69721" y="35746"/>
                </a:cubicBezTo>
                <a:cubicBezTo>
                  <a:pt x="68289" y="35746"/>
                  <a:pt x="67118" y="39822"/>
                  <a:pt x="67118" y="44803"/>
                </a:cubicBezTo>
                <a:cubicBezTo>
                  <a:pt x="67118" y="53341"/>
                  <a:pt x="66802" y="53674"/>
                  <a:pt x="61618" y="50612"/>
                </a:cubicBezTo>
                <a:cubicBezTo>
                  <a:pt x="57188" y="47995"/>
                  <a:pt x="55886" y="48002"/>
                  <a:pt x="54931" y="50644"/>
                </a:cubicBezTo>
                <a:cubicBezTo>
                  <a:pt x="53898" y="53500"/>
                  <a:pt x="41201" y="61561"/>
                  <a:pt x="37735" y="61561"/>
                </a:cubicBezTo>
                <a:cubicBezTo>
                  <a:pt x="37051" y="61561"/>
                  <a:pt x="34010" y="58076"/>
                  <a:pt x="30977" y="53817"/>
                </a:cubicBezTo>
                <a:close/>
              </a:path>
            </a:pathLst>
          </a:custGeom>
          <a:solidFill>
            <a:srgbClr val="B9B9B9"/>
          </a:solidFill>
          <a:ln w="5163" cap="flat">
            <a:noFill/>
            <a:prstDash val="solid"/>
            <a:miter/>
          </a:ln>
        </p:spPr>
        <p:txBody>
          <a:bodyPr/>
          <a:lstStyle/>
          <a:p>
            <a:endParaRPr lang="es-419" noProof="0" dirty="0"/>
          </a:p>
        </p:txBody>
      </p:sp>
      <p:sp>
        <p:nvSpPr>
          <p:cNvPr id="67" name="Forma libre: forma 66">
            <a:extLst>
              <a:ext uri="{FF2B5EF4-FFF2-40B4-BE49-F238E27FC236}">
                <a16:creationId xmlns:a16="http://schemas.microsoft.com/office/drawing/2014/main" id="{04E1A095-1F6B-5802-0852-E5E2CBC817B5}"/>
              </a:ext>
            </a:extLst>
          </p:cNvPr>
          <p:cNvSpPr/>
          <p:nvPr/>
        </p:nvSpPr>
        <p:spPr>
          <a:xfrm>
            <a:off x="1478193" y="2273156"/>
            <a:ext cx="153622" cy="170128"/>
          </a:xfrm>
          <a:custGeom>
            <a:avLst/>
            <a:gdLst>
              <a:gd name="csX0" fmla="*/ 8493 w 153622"/>
              <a:gd name="csY0" fmla="*/ 168431 h 170128"/>
              <a:gd name="csX1" fmla="*/ 6772 w 153622"/>
              <a:gd name="csY1" fmla="*/ 161418 h 170128"/>
              <a:gd name="csX2" fmla="*/ 2681 w 153622"/>
              <a:gd name="csY2" fmla="*/ 145415 h 170128"/>
              <a:gd name="csX3" fmla="*/ 5459 w 153622"/>
              <a:gd name="csY3" fmla="*/ 121148 h 170128"/>
              <a:gd name="csX4" fmla="*/ 14777 w 153622"/>
              <a:gd name="csY4" fmla="*/ 82726 h 170128"/>
              <a:gd name="csX5" fmla="*/ 25155 w 153622"/>
              <a:gd name="csY5" fmla="*/ 43661 h 170128"/>
              <a:gd name="csX6" fmla="*/ 27423 w 153622"/>
              <a:gd name="csY6" fmla="*/ 32229 h 170128"/>
              <a:gd name="csX7" fmla="*/ 31172 w 153622"/>
              <a:gd name="csY7" fmla="*/ 17047 h 170128"/>
              <a:gd name="csX8" fmla="*/ 33221 w 153622"/>
              <a:gd name="csY8" fmla="*/ 11598 h 170128"/>
              <a:gd name="csX9" fmla="*/ 37362 w 153622"/>
              <a:gd name="csY9" fmla="*/ 8370 h 170128"/>
              <a:gd name="csX10" fmla="*/ 41848 w 153622"/>
              <a:gd name="csY10" fmla="*/ 3309 h 170128"/>
              <a:gd name="csX11" fmla="*/ 51947 w 153622"/>
              <a:gd name="csY11" fmla="*/ 4939 h 170128"/>
              <a:gd name="csX12" fmla="*/ 67990 w 153622"/>
              <a:gd name="csY12" fmla="*/ 10085 h 170128"/>
              <a:gd name="csX13" fmla="*/ 82983 w 153622"/>
              <a:gd name="csY13" fmla="*/ 28865 h 170128"/>
              <a:gd name="csX14" fmla="*/ 93236 w 153622"/>
              <a:gd name="csY14" fmla="*/ 38498 h 170128"/>
              <a:gd name="csX15" fmla="*/ 103025 w 153622"/>
              <a:gd name="csY15" fmla="*/ 33366 h 170128"/>
              <a:gd name="csX16" fmla="*/ 120832 w 153622"/>
              <a:gd name="csY16" fmla="*/ 24595 h 170128"/>
              <a:gd name="csX17" fmla="*/ 122064 w 153622"/>
              <a:gd name="csY17" fmla="*/ 33182 h 170128"/>
              <a:gd name="csX18" fmla="*/ 135261 w 153622"/>
              <a:gd name="csY18" fmla="*/ 39968 h 170128"/>
              <a:gd name="csX19" fmla="*/ 152396 w 153622"/>
              <a:gd name="csY19" fmla="*/ 46930 h 170128"/>
              <a:gd name="csX20" fmla="*/ 149002 w 153622"/>
              <a:gd name="csY20" fmla="*/ 58232 h 170128"/>
              <a:gd name="csX21" fmla="*/ 146552 w 153622"/>
              <a:gd name="csY21" fmla="*/ 64545 h 170128"/>
              <a:gd name="csX22" fmla="*/ 148358 w 153622"/>
              <a:gd name="csY22" fmla="*/ 121402 h 170128"/>
              <a:gd name="csX23" fmla="*/ 135844 w 153622"/>
              <a:gd name="csY23" fmla="*/ 118523 h 170128"/>
              <a:gd name="csX24" fmla="*/ 131972 w 153622"/>
              <a:gd name="csY24" fmla="*/ 113360 h 170128"/>
              <a:gd name="csX25" fmla="*/ 128062 w 153622"/>
              <a:gd name="csY25" fmla="*/ 103679 h 170128"/>
              <a:gd name="csX26" fmla="*/ 124378 w 153622"/>
              <a:gd name="csY26" fmla="*/ 87545 h 170128"/>
              <a:gd name="csX27" fmla="*/ 116378 w 153622"/>
              <a:gd name="csY27" fmla="*/ 72702 h 170128"/>
              <a:gd name="csX28" fmla="*/ 107448 w 153622"/>
              <a:gd name="csY28" fmla="*/ 67912 h 170128"/>
              <a:gd name="csX29" fmla="*/ 99376 w 153622"/>
              <a:gd name="csY29" fmla="*/ 80152 h 170128"/>
              <a:gd name="csX30" fmla="*/ 94468 w 153622"/>
              <a:gd name="csY30" fmla="*/ 101141 h 170128"/>
              <a:gd name="csX31" fmla="*/ 81766 w 153622"/>
              <a:gd name="csY31" fmla="*/ 133635 h 170128"/>
              <a:gd name="csX32" fmla="*/ 65090 w 153622"/>
              <a:gd name="csY32" fmla="*/ 140680 h 170128"/>
              <a:gd name="csX33" fmla="*/ 53260 w 153622"/>
              <a:gd name="csY33" fmla="*/ 146865 h 170128"/>
              <a:gd name="csX34" fmla="*/ 38902 w 153622"/>
              <a:gd name="csY34" fmla="*/ 154663 h 170128"/>
              <a:gd name="csX35" fmla="*/ 22260 w 153622"/>
              <a:gd name="csY35" fmla="*/ 162407 h 170128"/>
              <a:gd name="csX36" fmla="*/ 8493 w 153622"/>
              <a:gd name="csY36" fmla="*/ 168431 h 17012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Lst>
            <a:rect l="l" t="t" r="r" b="b"/>
            <a:pathLst>
              <a:path w="153622" h="170128">
                <a:moveTo>
                  <a:pt x="8493" y="168431"/>
                </a:moveTo>
                <a:cubicBezTo>
                  <a:pt x="7546" y="167484"/>
                  <a:pt x="6772" y="164329"/>
                  <a:pt x="6772" y="161418"/>
                </a:cubicBezTo>
                <a:cubicBezTo>
                  <a:pt x="6772" y="158508"/>
                  <a:pt x="4931" y="151306"/>
                  <a:pt x="2681" y="145415"/>
                </a:cubicBezTo>
                <a:cubicBezTo>
                  <a:pt x="-1298" y="134996"/>
                  <a:pt x="-1222" y="134332"/>
                  <a:pt x="5459" y="121148"/>
                </a:cubicBezTo>
                <a:cubicBezTo>
                  <a:pt x="10516" y="111168"/>
                  <a:pt x="12973" y="101035"/>
                  <a:pt x="14777" y="82726"/>
                </a:cubicBezTo>
                <a:cubicBezTo>
                  <a:pt x="17244" y="57676"/>
                  <a:pt x="20967" y="43661"/>
                  <a:pt x="25155" y="43661"/>
                </a:cubicBezTo>
                <a:cubicBezTo>
                  <a:pt x="26403" y="43661"/>
                  <a:pt x="27423" y="38516"/>
                  <a:pt x="27423" y="32229"/>
                </a:cubicBezTo>
                <a:cubicBezTo>
                  <a:pt x="27423" y="25675"/>
                  <a:pt x="29023" y="19196"/>
                  <a:pt x="31172" y="17047"/>
                </a:cubicBezTo>
                <a:cubicBezTo>
                  <a:pt x="33235" y="14985"/>
                  <a:pt x="34156" y="12533"/>
                  <a:pt x="33221" y="11598"/>
                </a:cubicBezTo>
                <a:cubicBezTo>
                  <a:pt x="32286" y="10662"/>
                  <a:pt x="34150" y="9210"/>
                  <a:pt x="37362" y="8370"/>
                </a:cubicBezTo>
                <a:cubicBezTo>
                  <a:pt x="40925" y="7438"/>
                  <a:pt x="42675" y="5464"/>
                  <a:pt x="41848" y="3309"/>
                </a:cubicBezTo>
                <a:cubicBezTo>
                  <a:pt x="39982" y="-1555"/>
                  <a:pt x="42837" y="-1094"/>
                  <a:pt x="51947" y="4939"/>
                </a:cubicBezTo>
                <a:cubicBezTo>
                  <a:pt x="56206" y="7760"/>
                  <a:pt x="63426" y="10076"/>
                  <a:pt x="67990" y="10085"/>
                </a:cubicBezTo>
                <a:cubicBezTo>
                  <a:pt x="77231" y="10104"/>
                  <a:pt x="80149" y="13759"/>
                  <a:pt x="82983" y="28865"/>
                </a:cubicBezTo>
                <a:cubicBezTo>
                  <a:pt x="84632" y="37657"/>
                  <a:pt x="85527" y="38498"/>
                  <a:pt x="93236" y="38498"/>
                </a:cubicBezTo>
                <a:cubicBezTo>
                  <a:pt x="99495" y="38498"/>
                  <a:pt x="102031" y="37168"/>
                  <a:pt x="103025" y="33366"/>
                </a:cubicBezTo>
                <a:cubicBezTo>
                  <a:pt x="104466" y="27855"/>
                  <a:pt x="116509" y="21923"/>
                  <a:pt x="120832" y="24595"/>
                </a:cubicBezTo>
                <a:cubicBezTo>
                  <a:pt x="122276" y="25487"/>
                  <a:pt x="122830" y="29351"/>
                  <a:pt x="122064" y="33182"/>
                </a:cubicBezTo>
                <a:cubicBezTo>
                  <a:pt x="120679" y="40107"/>
                  <a:pt x="120757" y="40147"/>
                  <a:pt x="135261" y="39968"/>
                </a:cubicBezTo>
                <a:cubicBezTo>
                  <a:pt x="148934" y="39800"/>
                  <a:pt x="150012" y="40238"/>
                  <a:pt x="152396" y="46930"/>
                </a:cubicBezTo>
                <a:cubicBezTo>
                  <a:pt x="154575" y="53045"/>
                  <a:pt x="154087" y="54670"/>
                  <a:pt x="149002" y="58232"/>
                </a:cubicBezTo>
                <a:cubicBezTo>
                  <a:pt x="144363" y="61481"/>
                  <a:pt x="143827" y="62863"/>
                  <a:pt x="146552" y="64545"/>
                </a:cubicBezTo>
                <a:cubicBezTo>
                  <a:pt x="151618" y="67671"/>
                  <a:pt x="153227" y="118317"/>
                  <a:pt x="148358" y="121402"/>
                </a:cubicBezTo>
                <a:cubicBezTo>
                  <a:pt x="142062" y="125392"/>
                  <a:pt x="135844" y="123962"/>
                  <a:pt x="135844" y="118523"/>
                </a:cubicBezTo>
                <a:cubicBezTo>
                  <a:pt x="135844" y="115655"/>
                  <a:pt x="134123" y="113360"/>
                  <a:pt x="131972" y="113360"/>
                </a:cubicBezTo>
                <a:cubicBezTo>
                  <a:pt x="129225" y="113360"/>
                  <a:pt x="128089" y="110546"/>
                  <a:pt x="128062" y="103679"/>
                </a:cubicBezTo>
                <a:cubicBezTo>
                  <a:pt x="128041" y="98355"/>
                  <a:pt x="126383" y="91095"/>
                  <a:pt x="124378" y="87545"/>
                </a:cubicBezTo>
                <a:cubicBezTo>
                  <a:pt x="122373" y="83996"/>
                  <a:pt x="118773" y="77316"/>
                  <a:pt x="116378" y="72702"/>
                </a:cubicBezTo>
                <a:cubicBezTo>
                  <a:pt x="111867" y="64011"/>
                  <a:pt x="107448" y="61641"/>
                  <a:pt x="107448" y="67912"/>
                </a:cubicBezTo>
                <a:cubicBezTo>
                  <a:pt x="107448" y="69891"/>
                  <a:pt x="103816" y="75399"/>
                  <a:pt x="99376" y="80152"/>
                </a:cubicBezTo>
                <a:cubicBezTo>
                  <a:pt x="91445" y="88642"/>
                  <a:pt x="91359" y="89010"/>
                  <a:pt x="94468" y="101141"/>
                </a:cubicBezTo>
                <a:cubicBezTo>
                  <a:pt x="97988" y="114877"/>
                  <a:pt x="97068" y="117230"/>
                  <a:pt x="81766" y="133635"/>
                </a:cubicBezTo>
                <a:cubicBezTo>
                  <a:pt x="74766" y="141139"/>
                  <a:pt x="72544" y="142078"/>
                  <a:pt x="65090" y="140680"/>
                </a:cubicBezTo>
                <a:cubicBezTo>
                  <a:pt x="57313" y="139221"/>
                  <a:pt x="56181" y="139812"/>
                  <a:pt x="53260" y="146865"/>
                </a:cubicBezTo>
                <a:cubicBezTo>
                  <a:pt x="50372" y="153836"/>
                  <a:pt x="48850" y="154663"/>
                  <a:pt x="38902" y="154663"/>
                </a:cubicBezTo>
                <a:cubicBezTo>
                  <a:pt x="29485" y="154663"/>
                  <a:pt x="26927" y="155853"/>
                  <a:pt x="22260" y="162407"/>
                </a:cubicBezTo>
                <a:cubicBezTo>
                  <a:pt x="16933" y="169889"/>
                  <a:pt x="12076" y="172014"/>
                  <a:pt x="8493" y="168431"/>
                </a:cubicBezTo>
                <a:close/>
              </a:path>
            </a:pathLst>
          </a:custGeom>
          <a:solidFill>
            <a:srgbClr val="B9B9B9"/>
          </a:solidFill>
          <a:ln w="5163" cap="flat">
            <a:noFill/>
            <a:prstDash val="solid"/>
            <a:miter/>
          </a:ln>
        </p:spPr>
        <p:txBody>
          <a:bodyPr/>
          <a:lstStyle/>
          <a:p>
            <a:endParaRPr lang="es-419" noProof="0" dirty="0"/>
          </a:p>
        </p:txBody>
      </p:sp>
      <p:grpSp>
        <p:nvGrpSpPr>
          <p:cNvPr id="68" name="Gráfico 39">
            <a:extLst>
              <a:ext uri="{FF2B5EF4-FFF2-40B4-BE49-F238E27FC236}">
                <a16:creationId xmlns:a16="http://schemas.microsoft.com/office/drawing/2014/main" id="{C42C8A8C-ADAD-A4FA-5716-A6315B5F6541}"/>
              </a:ext>
            </a:extLst>
          </p:cNvPr>
          <p:cNvGrpSpPr/>
          <p:nvPr/>
        </p:nvGrpSpPr>
        <p:grpSpPr>
          <a:xfrm>
            <a:off x="2169009" y="2212045"/>
            <a:ext cx="273705" cy="260208"/>
            <a:chOff x="2169009" y="2212045"/>
            <a:chExt cx="273705" cy="260208"/>
          </a:xfrm>
          <a:solidFill>
            <a:srgbClr val="B9B9B9"/>
          </a:solidFill>
        </p:grpSpPr>
        <p:sp>
          <p:nvSpPr>
            <p:cNvPr id="69" name="Forma libre: forma 68">
              <a:extLst>
                <a:ext uri="{FF2B5EF4-FFF2-40B4-BE49-F238E27FC236}">
                  <a16:creationId xmlns:a16="http://schemas.microsoft.com/office/drawing/2014/main" id="{959F3A84-B946-861B-DCCF-6F7C0FD2A94A}"/>
                </a:ext>
              </a:extLst>
            </p:cNvPr>
            <p:cNvSpPr/>
            <p:nvPr/>
          </p:nvSpPr>
          <p:spPr>
            <a:xfrm>
              <a:off x="2169009" y="2212045"/>
              <a:ext cx="273705" cy="260208"/>
            </a:xfrm>
            <a:custGeom>
              <a:avLst/>
              <a:gdLst>
                <a:gd name="csX0" fmla="*/ 136396 w 273705"/>
                <a:gd name="csY0" fmla="*/ 251544 h 260208"/>
                <a:gd name="csX1" fmla="*/ 123951 w 273705"/>
                <a:gd name="csY1" fmla="*/ 241399 h 260208"/>
                <a:gd name="csX2" fmla="*/ 100178 w 273705"/>
                <a:gd name="csY2" fmla="*/ 233837 h 260208"/>
                <a:gd name="csX3" fmla="*/ 81199 w 273705"/>
                <a:gd name="csY3" fmla="*/ 230865 h 260208"/>
                <a:gd name="csX4" fmla="*/ 75979 w 273705"/>
                <a:gd name="csY4" fmla="*/ 240363 h 260208"/>
                <a:gd name="csX5" fmla="*/ 67894 w 273705"/>
                <a:gd name="csY5" fmla="*/ 246752 h 260208"/>
                <a:gd name="csX6" fmla="*/ 29911 w 273705"/>
                <a:gd name="csY6" fmla="*/ 227450 h 260208"/>
                <a:gd name="csX7" fmla="*/ 28472 w 273705"/>
                <a:gd name="csY7" fmla="*/ 213064 h 260208"/>
                <a:gd name="csX8" fmla="*/ 12481 w 273705"/>
                <a:gd name="csY8" fmla="*/ 197704 h 260208"/>
                <a:gd name="csX9" fmla="*/ 1103 w 273705"/>
                <a:gd name="csY9" fmla="*/ 191257 h 260208"/>
                <a:gd name="csX10" fmla="*/ 24560 w 273705"/>
                <a:gd name="csY10" fmla="*/ 177413 h 260208"/>
                <a:gd name="csX11" fmla="*/ 49357 w 273705"/>
                <a:gd name="csY11" fmla="*/ 181249 h 260208"/>
                <a:gd name="csX12" fmla="*/ 33383 w 273705"/>
                <a:gd name="csY12" fmla="*/ 188440 h 260208"/>
                <a:gd name="csX13" fmla="*/ 18111 w 273705"/>
                <a:gd name="csY13" fmla="*/ 189801 h 260208"/>
                <a:gd name="csX14" fmla="*/ 23379 w 273705"/>
                <a:gd name="csY14" fmla="*/ 191217 h 260208"/>
                <a:gd name="csX15" fmla="*/ 42338 w 273705"/>
                <a:gd name="csY15" fmla="*/ 193852 h 260208"/>
                <a:gd name="csX16" fmla="*/ 54801 w 273705"/>
                <a:gd name="csY16" fmla="*/ 205031 h 260208"/>
                <a:gd name="csX17" fmla="*/ 53572 w 273705"/>
                <a:gd name="csY17" fmla="*/ 211902 h 260208"/>
                <a:gd name="csX18" fmla="*/ 58745 w 273705"/>
                <a:gd name="csY18" fmla="*/ 206739 h 260208"/>
                <a:gd name="csX19" fmla="*/ 62804 w 273705"/>
                <a:gd name="csY19" fmla="*/ 199640 h 260208"/>
                <a:gd name="csX20" fmla="*/ 78923 w 273705"/>
                <a:gd name="csY20" fmla="*/ 200342 h 260208"/>
                <a:gd name="csX21" fmla="*/ 84524 w 273705"/>
                <a:gd name="csY21" fmla="*/ 197871 h 260208"/>
                <a:gd name="csX22" fmla="*/ 91725 w 273705"/>
                <a:gd name="csY22" fmla="*/ 189946 h 260208"/>
                <a:gd name="csX23" fmla="*/ 100403 w 273705"/>
                <a:gd name="csY23" fmla="*/ 165765 h 260208"/>
                <a:gd name="csX24" fmla="*/ 96700 w 273705"/>
                <a:gd name="csY24" fmla="*/ 159218 h 260208"/>
                <a:gd name="csX25" fmla="*/ 94398 w 273705"/>
                <a:gd name="csY25" fmla="*/ 157998 h 260208"/>
                <a:gd name="csX26" fmla="*/ 90392 w 273705"/>
                <a:gd name="csY26" fmla="*/ 161840 h 260208"/>
                <a:gd name="csX27" fmla="*/ 87810 w 273705"/>
                <a:gd name="csY27" fmla="*/ 164145 h 260208"/>
                <a:gd name="csX28" fmla="*/ 100799 w 273705"/>
                <a:gd name="csY28" fmla="*/ 149016 h 260208"/>
                <a:gd name="csX29" fmla="*/ 118746 w 273705"/>
                <a:gd name="csY29" fmla="*/ 138331 h 260208"/>
                <a:gd name="csX30" fmla="*/ 133646 w 273705"/>
                <a:gd name="csY30" fmla="*/ 125809 h 260208"/>
                <a:gd name="csX31" fmla="*/ 149004 w 273705"/>
                <a:gd name="csY31" fmla="*/ 91807 h 260208"/>
                <a:gd name="csX32" fmla="*/ 157715 w 273705"/>
                <a:gd name="csY32" fmla="*/ 65895 h 260208"/>
                <a:gd name="csX33" fmla="*/ 163243 w 273705"/>
                <a:gd name="csY33" fmla="*/ 33397 h 260208"/>
                <a:gd name="csX34" fmla="*/ 165326 w 273705"/>
                <a:gd name="csY34" fmla="*/ 1486 h 260208"/>
                <a:gd name="csX35" fmla="*/ 167796 w 273705"/>
                <a:gd name="csY35" fmla="*/ 6032 h 260208"/>
                <a:gd name="csX36" fmla="*/ 180226 w 273705"/>
                <a:gd name="csY36" fmla="*/ 14421 h 260208"/>
                <a:gd name="csX37" fmla="*/ 195070 w 273705"/>
                <a:gd name="csY37" fmla="*/ 12027 h 260208"/>
                <a:gd name="csX38" fmla="*/ 227557 w 273705"/>
                <a:gd name="csY38" fmla="*/ 43889 h 260208"/>
                <a:gd name="csX39" fmla="*/ 257592 w 273705"/>
                <a:gd name="csY39" fmla="*/ 78146 h 260208"/>
                <a:gd name="csX40" fmla="*/ 261681 w 273705"/>
                <a:gd name="csY40" fmla="*/ 107593 h 260208"/>
                <a:gd name="csX41" fmla="*/ 273489 w 273705"/>
                <a:gd name="csY41" fmla="*/ 250266 h 260208"/>
                <a:gd name="csX42" fmla="*/ 218174 w 273705"/>
                <a:gd name="csY42" fmla="*/ 254247 h 260208"/>
                <a:gd name="csX43" fmla="*/ 150594 w 273705"/>
                <a:gd name="csY43" fmla="*/ 258722 h 260208"/>
                <a:gd name="csX44" fmla="*/ 137226 w 273705"/>
                <a:gd name="csY44" fmla="*/ 260208 h 260208"/>
                <a:gd name="csX45" fmla="*/ 136396 w 273705"/>
                <a:gd name="csY45" fmla="*/ 251544 h 2602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Lst>
              <a:rect l="l" t="t" r="r" b="b"/>
              <a:pathLst>
                <a:path w="273705" h="260208">
                  <a:moveTo>
                    <a:pt x="136396" y="251544"/>
                  </a:moveTo>
                  <a:cubicBezTo>
                    <a:pt x="135615" y="243380"/>
                    <a:pt x="134897" y="242794"/>
                    <a:pt x="123951" y="241399"/>
                  </a:cubicBezTo>
                  <a:cubicBezTo>
                    <a:pt x="117562" y="240584"/>
                    <a:pt x="106864" y="237181"/>
                    <a:pt x="100178" y="233837"/>
                  </a:cubicBezTo>
                  <a:cubicBezTo>
                    <a:pt x="89763" y="228627"/>
                    <a:pt x="87046" y="228201"/>
                    <a:pt x="81199" y="230865"/>
                  </a:cubicBezTo>
                  <a:cubicBezTo>
                    <a:pt x="75659" y="233390"/>
                    <a:pt x="74677" y="235176"/>
                    <a:pt x="75979" y="240363"/>
                  </a:cubicBezTo>
                  <a:cubicBezTo>
                    <a:pt x="77472" y="246311"/>
                    <a:pt x="76914" y="246752"/>
                    <a:pt x="67894" y="246752"/>
                  </a:cubicBezTo>
                  <a:cubicBezTo>
                    <a:pt x="55809" y="246752"/>
                    <a:pt x="31822" y="234563"/>
                    <a:pt x="29911" y="227450"/>
                  </a:cubicBezTo>
                  <a:cubicBezTo>
                    <a:pt x="29139" y="224578"/>
                    <a:pt x="28492" y="218104"/>
                    <a:pt x="28472" y="213064"/>
                  </a:cubicBezTo>
                  <a:cubicBezTo>
                    <a:pt x="28427" y="201349"/>
                    <a:pt x="24633" y="197704"/>
                    <a:pt x="12481" y="197704"/>
                  </a:cubicBezTo>
                  <a:cubicBezTo>
                    <a:pt x="4225" y="197704"/>
                    <a:pt x="2471" y="196710"/>
                    <a:pt x="1103" y="191257"/>
                  </a:cubicBezTo>
                  <a:cubicBezTo>
                    <a:pt x="-2114" y="178441"/>
                    <a:pt x="578" y="176853"/>
                    <a:pt x="24560" y="177413"/>
                  </a:cubicBezTo>
                  <a:cubicBezTo>
                    <a:pt x="38820" y="177746"/>
                    <a:pt x="47574" y="179100"/>
                    <a:pt x="49357" y="181249"/>
                  </a:cubicBezTo>
                  <a:cubicBezTo>
                    <a:pt x="54736" y="187730"/>
                    <a:pt x="49187" y="190228"/>
                    <a:pt x="33383" y="188440"/>
                  </a:cubicBezTo>
                  <a:cubicBezTo>
                    <a:pt x="22288" y="187184"/>
                    <a:pt x="18111" y="187556"/>
                    <a:pt x="18111" y="189801"/>
                  </a:cubicBezTo>
                  <a:cubicBezTo>
                    <a:pt x="18111" y="191735"/>
                    <a:pt x="20080" y="192265"/>
                    <a:pt x="23379" y="191217"/>
                  </a:cubicBezTo>
                  <a:cubicBezTo>
                    <a:pt x="26276" y="190298"/>
                    <a:pt x="34808" y="191483"/>
                    <a:pt x="42338" y="193852"/>
                  </a:cubicBezTo>
                  <a:cubicBezTo>
                    <a:pt x="54989" y="197831"/>
                    <a:pt x="55937" y="198681"/>
                    <a:pt x="54801" y="205031"/>
                  </a:cubicBezTo>
                  <a:lnTo>
                    <a:pt x="53572" y="211902"/>
                  </a:lnTo>
                  <a:lnTo>
                    <a:pt x="58745" y="206739"/>
                  </a:lnTo>
                  <a:cubicBezTo>
                    <a:pt x="61590" y="203900"/>
                    <a:pt x="63416" y="200705"/>
                    <a:pt x="62804" y="199640"/>
                  </a:cubicBezTo>
                  <a:cubicBezTo>
                    <a:pt x="61196" y="196843"/>
                    <a:pt x="70823" y="197262"/>
                    <a:pt x="78923" y="200342"/>
                  </a:cubicBezTo>
                  <a:cubicBezTo>
                    <a:pt x="85153" y="202711"/>
                    <a:pt x="85724" y="202459"/>
                    <a:pt x="84524" y="197871"/>
                  </a:cubicBezTo>
                  <a:cubicBezTo>
                    <a:pt x="83478" y="193868"/>
                    <a:pt x="85034" y="192154"/>
                    <a:pt x="91725" y="189946"/>
                  </a:cubicBezTo>
                  <a:cubicBezTo>
                    <a:pt x="104380" y="185769"/>
                    <a:pt x="109318" y="172009"/>
                    <a:pt x="100403" y="165765"/>
                  </a:cubicBezTo>
                  <a:cubicBezTo>
                    <a:pt x="97428" y="163681"/>
                    <a:pt x="95762" y="160736"/>
                    <a:pt x="96700" y="159218"/>
                  </a:cubicBezTo>
                  <a:cubicBezTo>
                    <a:pt x="97747" y="157525"/>
                    <a:pt x="96859" y="157053"/>
                    <a:pt x="94398" y="157998"/>
                  </a:cubicBezTo>
                  <a:cubicBezTo>
                    <a:pt x="92194" y="158843"/>
                    <a:pt x="90392" y="160572"/>
                    <a:pt x="90392" y="161840"/>
                  </a:cubicBezTo>
                  <a:cubicBezTo>
                    <a:pt x="90392" y="163108"/>
                    <a:pt x="89230" y="164145"/>
                    <a:pt x="87810" y="164145"/>
                  </a:cubicBezTo>
                  <a:cubicBezTo>
                    <a:pt x="81811" y="164145"/>
                    <a:pt x="86198" y="159036"/>
                    <a:pt x="100799" y="149016"/>
                  </a:cubicBezTo>
                  <a:cubicBezTo>
                    <a:pt x="109362" y="143139"/>
                    <a:pt x="117438" y="138331"/>
                    <a:pt x="118746" y="138331"/>
                  </a:cubicBezTo>
                  <a:cubicBezTo>
                    <a:pt x="120053" y="138331"/>
                    <a:pt x="126758" y="132696"/>
                    <a:pt x="133646" y="125809"/>
                  </a:cubicBezTo>
                  <a:cubicBezTo>
                    <a:pt x="145786" y="113669"/>
                    <a:pt x="146254" y="112631"/>
                    <a:pt x="149004" y="91807"/>
                  </a:cubicBezTo>
                  <a:cubicBezTo>
                    <a:pt x="151298" y="74430"/>
                    <a:pt x="152962" y="69481"/>
                    <a:pt x="157715" y="65895"/>
                  </a:cubicBezTo>
                  <a:cubicBezTo>
                    <a:pt x="163239" y="61729"/>
                    <a:pt x="163570" y="59784"/>
                    <a:pt x="163243" y="33397"/>
                  </a:cubicBezTo>
                  <a:cubicBezTo>
                    <a:pt x="163052" y="17960"/>
                    <a:pt x="163989" y="3600"/>
                    <a:pt x="165326" y="1486"/>
                  </a:cubicBezTo>
                  <a:cubicBezTo>
                    <a:pt x="167138" y="-1380"/>
                    <a:pt x="167766" y="-224"/>
                    <a:pt x="167796" y="6032"/>
                  </a:cubicBezTo>
                  <a:cubicBezTo>
                    <a:pt x="167835" y="14326"/>
                    <a:pt x="167976" y="14421"/>
                    <a:pt x="180226" y="14421"/>
                  </a:cubicBezTo>
                  <a:cubicBezTo>
                    <a:pt x="187041" y="14421"/>
                    <a:pt x="193721" y="13344"/>
                    <a:pt x="195070" y="12027"/>
                  </a:cubicBezTo>
                  <a:cubicBezTo>
                    <a:pt x="196598" y="10534"/>
                    <a:pt x="208840" y="22541"/>
                    <a:pt x="227557" y="43889"/>
                  </a:cubicBezTo>
                  <a:lnTo>
                    <a:pt x="257592" y="78146"/>
                  </a:lnTo>
                  <a:lnTo>
                    <a:pt x="261681" y="107593"/>
                  </a:lnTo>
                  <a:cubicBezTo>
                    <a:pt x="266251" y="140497"/>
                    <a:pt x="275208" y="248724"/>
                    <a:pt x="273489" y="250266"/>
                  </a:cubicBezTo>
                  <a:cubicBezTo>
                    <a:pt x="272881" y="250811"/>
                    <a:pt x="247989" y="252602"/>
                    <a:pt x="218174" y="254247"/>
                  </a:cubicBezTo>
                  <a:cubicBezTo>
                    <a:pt x="188358" y="255891"/>
                    <a:pt x="157947" y="257905"/>
                    <a:pt x="150594" y="258722"/>
                  </a:cubicBezTo>
                  <a:lnTo>
                    <a:pt x="137226" y="260208"/>
                  </a:lnTo>
                  <a:lnTo>
                    <a:pt x="136396" y="251544"/>
                  </a:lnTo>
                  <a:close/>
                </a:path>
              </a:pathLst>
            </a:custGeom>
            <a:solidFill>
              <a:srgbClr val="B9B9B9"/>
            </a:solidFill>
            <a:ln w="5163" cap="flat">
              <a:noFill/>
              <a:prstDash val="solid"/>
              <a:miter/>
            </a:ln>
          </p:spPr>
          <p:txBody>
            <a:bodyPr/>
            <a:lstStyle/>
            <a:p>
              <a:endParaRPr lang="es-419" noProof="0" dirty="0"/>
            </a:p>
          </p:txBody>
        </p:sp>
        <p:sp>
          <p:nvSpPr>
            <p:cNvPr id="70" name="Forma libre: forma 69">
              <a:extLst>
                <a:ext uri="{FF2B5EF4-FFF2-40B4-BE49-F238E27FC236}">
                  <a16:creationId xmlns:a16="http://schemas.microsoft.com/office/drawing/2014/main" id="{974DF242-DCB7-D14D-B2E6-1002EC2D7022}"/>
                </a:ext>
              </a:extLst>
            </p:cNvPr>
            <p:cNvSpPr/>
            <p:nvPr/>
          </p:nvSpPr>
          <p:spPr>
            <a:xfrm>
              <a:off x="2221969" y="2379232"/>
              <a:ext cx="29491" cy="17638"/>
            </a:xfrm>
            <a:custGeom>
              <a:avLst/>
              <a:gdLst>
                <a:gd name="csX0" fmla="*/ 10326 w 29491"/>
                <a:gd name="csY0" fmla="*/ 11251 h 17638"/>
                <a:gd name="csX1" fmla="*/ 23663 w 29491"/>
                <a:gd name="csY1" fmla="*/ 4783 h 17638"/>
                <a:gd name="csX2" fmla="*/ 27977 w 29491"/>
                <a:gd name="csY2" fmla="*/ 1475 h 17638"/>
                <a:gd name="csX3" fmla="*/ 29483 w 29491"/>
                <a:gd name="csY3" fmla="*/ 1025 h 17638"/>
                <a:gd name="csX4" fmla="*/ 8425 w 29491"/>
                <a:gd name="csY4" fmla="*/ 16751 h 17638"/>
                <a:gd name="csX5" fmla="*/ 0 w 29491"/>
                <a:gd name="csY5" fmla="*/ 17639 h 17638"/>
                <a:gd name="csX6" fmla="*/ 10326 w 29491"/>
                <a:gd name="csY6" fmla="*/ 11251 h 17638"/>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9491" h="17638">
                  <a:moveTo>
                    <a:pt x="10326" y="11251"/>
                  </a:moveTo>
                  <a:cubicBezTo>
                    <a:pt x="16005" y="7738"/>
                    <a:pt x="22007" y="4827"/>
                    <a:pt x="23663" y="4783"/>
                  </a:cubicBezTo>
                  <a:cubicBezTo>
                    <a:pt x="25320" y="4738"/>
                    <a:pt x="27261" y="3250"/>
                    <a:pt x="27977" y="1475"/>
                  </a:cubicBezTo>
                  <a:cubicBezTo>
                    <a:pt x="28693" y="-299"/>
                    <a:pt x="29371" y="-502"/>
                    <a:pt x="29483" y="1025"/>
                  </a:cubicBezTo>
                  <a:cubicBezTo>
                    <a:pt x="29861" y="6183"/>
                    <a:pt x="16907" y="15857"/>
                    <a:pt x="8425" y="16751"/>
                  </a:cubicBezTo>
                  <a:lnTo>
                    <a:pt x="0" y="17639"/>
                  </a:lnTo>
                  <a:lnTo>
                    <a:pt x="10326" y="11251"/>
                  </a:lnTo>
                  <a:close/>
                </a:path>
              </a:pathLst>
            </a:custGeom>
            <a:solidFill>
              <a:srgbClr val="B9B9B9"/>
            </a:solidFill>
            <a:ln w="5163" cap="flat">
              <a:noFill/>
              <a:prstDash val="solid"/>
              <a:miter/>
            </a:ln>
          </p:spPr>
          <p:txBody>
            <a:bodyPr/>
            <a:lstStyle/>
            <a:p>
              <a:endParaRPr lang="es-419" noProof="0" dirty="0"/>
            </a:p>
          </p:txBody>
        </p:sp>
      </p:grpSp>
      <p:sp>
        <p:nvSpPr>
          <p:cNvPr id="71" name="Forma libre: forma 70">
            <a:extLst>
              <a:ext uri="{FF2B5EF4-FFF2-40B4-BE49-F238E27FC236}">
                <a16:creationId xmlns:a16="http://schemas.microsoft.com/office/drawing/2014/main" id="{102A851E-5DC3-86C1-85F9-7673E8C84572}"/>
              </a:ext>
            </a:extLst>
          </p:cNvPr>
          <p:cNvSpPr/>
          <p:nvPr/>
        </p:nvSpPr>
        <p:spPr>
          <a:xfrm>
            <a:off x="1574029" y="2346575"/>
            <a:ext cx="28491" cy="35790"/>
          </a:xfrm>
          <a:custGeom>
            <a:avLst/>
            <a:gdLst>
              <a:gd name="csX0" fmla="*/ 11768 w 28491"/>
              <a:gd name="csY0" fmla="*/ 34872 h 35790"/>
              <a:gd name="csX1" fmla="*/ 805 w 28491"/>
              <a:gd name="csY1" fmla="*/ 25413 h 35790"/>
              <a:gd name="csX2" fmla="*/ 7669 w 28491"/>
              <a:gd name="csY2" fmla="*/ 7571 h 35790"/>
              <a:gd name="csX3" fmla="*/ 18379 w 28491"/>
              <a:gd name="csY3" fmla="*/ 2738 h 35790"/>
              <a:gd name="csX4" fmla="*/ 23574 w 28491"/>
              <a:gd name="csY4" fmla="*/ 11696 h 35790"/>
              <a:gd name="csX5" fmla="*/ 28193 w 28491"/>
              <a:gd name="csY5" fmla="*/ 24987 h 35790"/>
              <a:gd name="csX6" fmla="*/ 11768 w 28491"/>
              <a:gd name="csY6" fmla="*/ 34872 h 35790"/>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8491" h="35790">
                <a:moveTo>
                  <a:pt x="11768" y="34872"/>
                </a:moveTo>
                <a:cubicBezTo>
                  <a:pt x="4464" y="33733"/>
                  <a:pt x="2519" y="32055"/>
                  <a:pt x="805" y="25413"/>
                </a:cubicBezTo>
                <a:cubicBezTo>
                  <a:pt x="-1017" y="18356"/>
                  <a:pt x="-153" y="16110"/>
                  <a:pt x="7669" y="7571"/>
                </a:cubicBezTo>
                <a:cubicBezTo>
                  <a:pt x="15700" y="-1197"/>
                  <a:pt x="16797" y="-1692"/>
                  <a:pt x="18379" y="2738"/>
                </a:cubicBezTo>
                <a:cubicBezTo>
                  <a:pt x="19348" y="5452"/>
                  <a:pt x="21686" y="9483"/>
                  <a:pt x="23574" y="11696"/>
                </a:cubicBezTo>
                <a:cubicBezTo>
                  <a:pt x="25461" y="13908"/>
                  <a:pt x="27540" y="19890"/>
                  <a:pt x="28193" y="24987"/>
                </a:cubicBezTo>
                <a:cubicBezTo>
                  <a:pt x="29539" y="35505"/>
                  <a:pt x="26717" y="37203"/>
                  <a:pt x="11768" y="34872"/>
                </a:cubicBezTo>
                <a:close/>
              </a:path>
            </a:pathLst>
          </a:custGeom>
          <a:solidFill>
            <a:srgbClr val="CCCCCC"/>
          </a:solidFill>
          <a:ln w="5163" cap="flat">
            <a:noFill/>
            <a:prstDash val="solid"/>
            <a:miter/>
          </a:ln>
        </p:spPr>
        <p:txBody>
          <a:bodyPr/>
          <a:lstStyle/>
          <a:p>
            <a:endParaRPr lang="es-419" noProof="0" dirty="0"/>
          </a:p>
        </p:txBody>
      </p:sp>
      <p:sp>
        <p:nvSpPr>
          <p:cNvPr id="72" name="Forma libre: forma 71">
            <a:extLst>
              <a:ext uri="{FF2B5EF4-FFF2-40B4-BE49-F238E27FC236}">
                <a16:creationId xmlns:a16="http://schemas.microsoft.com/office/drawing/2014/main" id="{24C7FFCE-C0D6-1A9C-F61B-FC3EEC2DD15C}"/>
              </a:ext>
            </a:extLst>
          </p:cNvPr>
          <p:cNvSpPr/>
          <p:nvPr/>
        </p:nvSpPr>
        <p:spPr>
          <a:xfrm>
            <a:off x="1629800" y="2326596"/>
            <a:ext cx="82332" cy="45198"/>
          </a:xfrm>
          <a:custGeom>
            <a:avLst/>
            <a:gdLst>
              <a:gd name="csX0" fmla="*/ 35828 w 82332"/>
              <a:gd name="csY0" fmla="*/ 43172 h 45198"/>
              <a:gd name="csX1" fmla="*/ 20861 w 82332"/>
              <a:gd name="csY1" fmla="*/ 27939 h 45198"/>
              <a:gd name="csX2" fmla="*/ 6710 w 82332"/>
              <a:gd name="csY2" fmla="*/ 16733 h 45198"/>
              <a:gd name="csX3" fmla="*/ 200 w 82332"/>
              <a:gd name="csY3" fmla="*/ 11518 h 45198"/>
              <a:gd name="csX4" fmla="*/ 11960 w 82332"/>
              <a:gd name="csY4" fmla="*/ 5709 h 45198"/>
              <a:gd name="csX5" fmla="*/ 29437 w 82332"/>
              <a:gd name="csY5" fmla="*/ 2139 h 45198"/>
              <a:gd name="csX6" fmla="*/ 38320 w 82332"/>
              <a:gd name="csY6" fmla="*/ 692 h 45198"/>
              <a:gd name="csX7" fmla="*/ 49592 w 82332"/>
              <a:gd name="csY7" fmla="*/ 4355 h 45198"/>
              <a:gd name="csX8" fmla="*/ 61209 w 82332"/>
              <a:gd name="csY8" fmla="*/ 13550 h 45198"/>
              <a:gd name="csX9" fmla="*/ 68838 w 82332"/>
              <a:gd name="csY9" fmla="*/ 19970 h 45198"/>
              <a:gd name="csX10" fmla="*/ 82332 w 82332"/>
              <a:gd name="csY10" fmla="*/ 30233 h 45198"/>
              <a:gd name="csX11" fmla="*/ 75901 w 82332"/>
              <a:gd name="csY11" fmla="*/ 31524 h 45198"/>
              <a:gd name="csX12" fmla="*/ 66358 w 82332"/>
              <a:gd name="csY12" fmla="*/ 36506 h 45198"/>
              <a:gd name="csX13" fmla="*/ 58348 w 82332"/>
              <a:gd name="csY13" fmla="*/ 38866 h 45198"/>
              <a:gd name="csX14" fmla="*/ 47885 w 82332"/>
              <a:gd name="csY14" fmla="*/ 41425 h 45198"/>
              <a:gd name="csX15" fmla="*/ 35828 w 82332"/>
              <a:gd name="csY15" fmla="*/ 43172 h 4519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82332" h="45198">
                <a:moveTo>
                  <a:pt x="35828" y="43172"/>
                </a:moveTo>
                <a:cubicBezTo>
                  <a:pt x="32257" y="41284"/>
                  <a:pt x="25522" y="34429"/>
                  <a:pt x="20861" y="27939"/>
                </a:cubicBezTo>
                <a:cubicBezTo>
                  <a:pt x="14698" y="19357"/>
                  <a:pt x="10840" y="16301"/>
                  <a:pt x="6710" y="16733"/>
                </a:cubicBezTo>
                <a:cubicBezTo>
                  <a:pt x="2564" y="17166"/>
                  <a:pt x="809" y="15760"/>
                  <a:pt x="200" y="11518"/>
                </a:cubicBezTo>
                <a:cubicBezTo>
                  <a:pt x="-566" y="6174"/>
                  <a:pt x="375" y="5709"/>
                  <a:pt x="11960" y="5709"/>
                </a:cubicBezTo>
                <a:cubicBezTo>
                  <a:pt x="18887" y="5709"/>
                  <a:pt x="26751" y="4102"/>
                  <a:pt x="29437" y="2139"/>
                </a:cubicBezTo>
                <a:cubicBezTo>
                  <a:pt x="32427" y="-48"/>
                  <a:pt x="35871" y="-609"/>
                  <a:pt x="38320" y="692"/>
                </a:cubicBezTo>
                <a:cubicBezTo>
                  <a:pt x="40520" y="1860"/>
                  <a:pt x="45592" y="3509"/>
                  <a:pt x="49592" y="4355"/>
                </a:cubicBezTo>
                <a:cubicBezTo>
                  <a:pt x="53972" y="5282"/>
                  <a:pt x="58593" y="8940"/>
                  <a:pt x="61209" y="13550"/>
                </a:cubicBezTo>
                <a:cubicBezTo>
                  <a:pt x="63598" y="17761"/>
                  <a:pt x="67032" y="20650"/>
                  <a:pt x="68838" y="19970"/>
                </a:cubicBezTo>
                <a:cubicBezTo>
                  <a:pt x="71755" y="18872"/>
                  <a:pt x="82332" y="26917"/>
                  <a:pt x="82332" y="30233"/>
                </a:cubicBezTo>
                <a:cubicBezTo>
                  <a:pt x="82332" y="30943"/>
                  <a:pt x="79438" y="31524"/>
                  <a:pt x="75901" y="31524"/>
                </a:cubicBezTo>
                <a:cubicBezTo>
                  <a:pt x="72343" y="31524"/>
                  <a:pt x="68079" y="33750"/>
                  <a:pt x="66358" y="36506"/>
                </a:cubicBezTo>
                <a:cubicBezTo>
                  <a:pt x="63915" y="40418"/>
                  <a:pt x="62194" y="40925"/>
                  <a:pt x="58348" y="38866"/>
                </a:cubicBezTo>
                <a:cubicBezTo>
                  <a:pt x="54563" y="36841"/>
                  <a:pt x="52184" y="37422"/>
                  <a:pt x="47885" y="41425"/>
                </a:cubicBezTo>
                <a:cubicBezTo>
                  <a:pt x="42972" y="45999"/>
                  <a:pt x="41560" y="46204"/>
                  <a:pt x="35828" y="43172"/>
                </a:cubicBezTo>
                <a:close/>
              </a:path>
            </a:pathLst>
          </a:custGeom>
          <a:solidFill>
            <a:srgbClr val="B9B9B9"/>
          </a:solidFill>
          <a:ln w="5163" cap="flat">
            <a:noFill/>
            <a:prstDash val="solid"/>
            <a:miter/>
          </a:ln>
        </p:spPr>
        <p:txBody>
          <a:bodyPr/>
          <a:lstStyle/>
          <a:p>
            <a:endParaRPr lang="es-419" noProof="0" dirty="0"/>
          </a:p>
        </p:txBody>
      </p:sp>
      <p:sp>
        <p:nvSpPr>
          <p:cNvPr id="73" name="Forma libre: forma 72">
            <a:extLst>
              <a:ext uri="{FF2B5EF4-FFF2-40B4-BE49-F238E27FC236}">
                <a16:creationId xmlns:a16="http://schemas.microsoft.com/office/drawing/2014/main" id="{4FE82714-AB2F-05D9-771F-7B9DBA71A342}"/>
              </a:ext>
            </a:extLst>
          </p:cNvPr>
          <p:cNvSpPr/>
          <p:nvPr/>
        </p:nvSpPr>
        <p:spPr>
          <a:xfrm>
            <a:off x="1522864" y="2163021"/>
            <a:ext cx="166771" cy="166600"/>
          </a:xfrm>
          <a:custGeom>
            <a:avLst/>
            <a:gdLst>
              <a:gd name="csX0" fmla="*/ 112825 w 166771"/>
              <a:gd name="csY0" fmla="*/ 162186 h 166600"/>
              <a:gd name="csX1" fmla="*/ 93810 w 166771"/>
              <a:gd name="csY1" fmla="*/ 146052 h 166600"/>
              <a:gd name="csX2" fmla="*/ 80847 w 166771"/>
              <a:gd name="csY2" fmla="*/ 139517 h 166600"/>
              <a:gd name="csX3" fmla="*/ 77061 w 166771"/>
              <a:gd name="csY3" fmla="*/ 131529 h 166600"/>
              <a:gd name="csX4" fmla="*/ 56324 w 166771"/>
              <a:gd name="csY4" fmla="*/ 140503 h 166600"/>
              <a:gd name="csX5" fmla="*/ 40835 w 166771"/>
              <a:gd name="csY5" fmla="*/ 134435 h 166600"/>
              <a:gd name="csX6" fmla="*/ 25839 w 166771"/>
              <a:gd name="csY6" fmla="*/ 117575 h 166600"/>
              <a:gd name="csX7" fmla="*/ 603 w 166771"/>
              <a:gd name="csY7" fmla="*/ 103594 h 166600"/>
              <a:gd name="csX8" fmla="*/ 3427 w 166771"/>
              <a:gd name="csY8" fmla="*/ 92334 h 166600"/>
              <a:gd name="csX9" fmla="*/ 16980 w 166771"/>
              <a:gd name="csY9" fmla="*/ 76064 h 166600"/>
              <a:gd name="csX10" fmla="*/ 29744 w 166771"/>
              <a:gd name="csY10" fmla="*/ 65065 h 166600"/>
              <a:gd name="csX11" fmla="*/ 36843 w 166771"/>
              <a:gd name="csY11" fmla="*/ 46479 h 166600"/>
              <a:gd name="csX12" fmla="*/ 44707 w 166771"/>
              <a:gd name="csY12" fmla="*/ 28415 h 166600"/>
              <a:gd name="csX13" fmla="*/ 49507 w 166771"/>
              <a:gd name="csY13" fmla="*/ 27678 h 166600"/>
              <a:gd name="csX14" fmla="*/ 60947 w 166771"/>
              <a:gd name="csY14" fmla="*/ 25763 h 166600"/>
              <a:gd name="csX15" fmla="*/ 70323 w 166771"/>
              <a:gd name="csY15" fmla="*/ 14969 h 166600"/>
              <a:gd name="csX16" fmla="*/ 78890 w 166771"/>
              <a:gd name="csY16" fmla="*/ 12726 h 166600"/>
              <a:gd name="csX17" fmla="*/ 98544 w 166771"/>
              <a:gd name="csY17" fmla="*/ 17873 h 166600"/>
              <a:gd name="csX18" fmla="*/ 112369 w 166771"/>
              <a:gd name="csY18" fmla="*/ 19382 h 166600"/>
              <a:gd name="csX19" fmla="*/ 111333 w 166771"/>
              <a:gd name="csY19" fmla="*/ 10510 h 166600"/>
              <a:gd name="csX20" fmla="*/ 113560 w 166771"/>
              <a:gd name="csY20" fmla="*/ 387 h 166600"/>
              <a:gd name="csX21" fmla="*/ 117960 w 166771"/>
              <a:gd name="csY21" fmla="*/ 7843 h 166600"/>
              <a:gd name="csX22" fmla="*/ 132949 w 166771"/>
              <a:gd name="csY22" fmla="*/ 23283 h 166600"/>
              <a:gd name="csX23" fmla="*/ 137639 w 166771"/>
              <a:gd name="csY23" fmla="*/ 24249 h 166600"/>
              <a:gd name="csX24" fmla="*/ 142971 w 166771"/>
              <a:gd name="csY24" fmla="*/ 28097 h 166600"/>
              <a:gd name="csX25" fmla="*/ 144280 w 166771"/>
              <a:gd name="csY25" fmla="*/ 37270 h 166600"/>
              <a:gd name="csX26" fmla="*/ 141806 w 166771"/>
              <a:gd name="csY26" fmla="*/ 49084 h 166600"/>
              <a:gd name="csX27" fmla="*/ 134976 w 166771"/>
              <a:gd name="csY27" fmla="*/ 50495 h 166600"/>
              <a:gd name="csX28" fmla="*/ 125814 w 166771"/>
              <a:gd name="csY28" fmla="*/ 54367 h 166600"/>
              <a:gd name="csX29" fmla="*/ 117982 w 166771"/>
              <a:gd name="csY29" fmla="*/ 60864 h 166600"/>
              <a:gd name="csX30" fmla="*/ 114406 w 166771"/>
              <a:gd name="csY30" fmla="*/ 64736 h 166600"/>
              <a:gd name="csX31" fmla="*/ 118081 w 166771"/>
              <a:gd name="csY31" fmla="*/ 68608 h 166600"/>
              <a:gd name="csX32" fmla="*/ 117880 w 166771"/>
              <a:gd name="csY32" fmla="*/ 76375 h 166600"/>
              <a:gd name="csX33" fmla="*/ 120902 w 166771"/>
              <a:gd name="csY33" fmla="*/ 101250 h 166600"/>
              <a:gd name="csX34" fmla="*/ 146578 w 166771"/>
              <a:gd name="csY34" fmla="*/ 85070 h 166600"/>
              <a:gd name="csX35" fmla="*/ 165866 w 166771"/>
              <a:gd name="csY35" fmla="*/ 78619 h 166600"/>
              <a:gd name="csX36" fmla="*/ 158858 w 166771"/>
              <a:gd name="csY36" fmla="*/ 93393 h 166600"/>
              <a:gd name="csX37" fmla="*/ 145606 w 166771"/>
              <a:gd name="csY37" fmla="*/ 103389 h 166600"/>
              <a:gd name="csX38" fmla="*/ 146405 w 166771"/>
              <a:gd name="csY38" fmla="*/ 113844 h 166600"/>
              <a:gd name="csX39" fmla="*/ 151373 w 166771"/>
              <a:gd name="csY39" fmla="*/ 126271 h 166600"/>
              <a:gd name="csX40" fmla="*/ 146320 w 166771"/>
              <a:gd name="csY40" fmla="*/ 138511 h 166600"/>
              <a:gd name="csX41" fmla="*/ 142802 w 166771"/>
              <a:gd name="csY41" fmla="*/ 150216 h 166600"/>
              <a:gd name="csX42" fmla="*/ 135305 w 166771"/>
              <a:gd name="csY42" fmla="*/ 162275 h 166600"/>
              <a:gd name="csX43" fmla="*/ 112825 w 166771"/>
              <a:gd name="csY43" fmla="*/ 162186 h 1666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66771" h="166600">
                <a:moveTo>
                  <a:pt x="112825" y="162186"/>
                </a:moveTo>
                <a:cubicBezTo>
                  <a:pt x="107924" y="146593"/>
                  <a:pt x="107287" y="146052"/>
                  <a:pt x="93810" y="146052"/>
                </a:cubicBezTo>
                <a:cubicBezTo>
                  <a:pt x="81661" y="146052"/>
                  <a:pt x="80847" y="145641"/>
                  <a:pt x="80847" y="139517"/>
                </a:cubicBezTo>
                <a:cubicBezTo>
                  <a:pt x="80847" y="135923"/>
                  <a:pt x="79143" y="132329"/>
                  <a:pt x="77061" y="131529"/>
                </a:cubicBezTo>
                <a:cubicBezTo>
                  <a:pt x="70944" y="129182"/>
                  <a:pt x="59116" y="134300"/>
                  <a:pt x="56324" y="140503"/>
                </a:cubicBezTo>
                <a:cubicBezTo>
                  <a:pt x="52116" y="149848"/>
                  <a:pt x="43882" y="146622"/>
                  <a:pt x="40835" y="134435"/>
                </a:cubicBezTo>
                <a:cubicBezTo>
                  <a:pt x="37208" y="119926"/>
                  <a:pt x="35198" y="117667"/>
                  <a:pt x="25839" y="117575"/>
                </a:cubicBezTo>
                <a:cubicBezTo>
                  <a:pt x="16487" y="117484"/>
                  <a:pt x="-3740" y="106278"/>
                  <a:pt x="603" y="103594"/>
                </a:cubicBezTo>
                <a:cubicBezTo>
                  <a:pt x="2143" y="102641"/>
                  <a:pt x="3414" y="97575"/>
                  <a:pt x="3427" y="92334"/>
                </a:cubicBezTo>
                <a:cubicBezTo>
                  <a:pt x="3448" y="83428"/>
                  <a:pt x="4333" y="82366"/>
                  <a:pt x="16980" y="76064"/>
                </a:cubicBezTo>
                <a:cubicBezTo>
                  <a:pt x="26201" y="71468"/>
                  <a:pt x="30266" y="67966"/>
                  <a:pt x="29744" y="65065"/>
                </a:cubicBezTo>
                <a:cubicBezTo>
                  <a:pt x="29324" y="62724"/>
                  <a:pt x="32518" y="54360"/>
                  <a:pt x="36843" y="46479"/>
                </a:cubicBezTo>
                <a:cubicBezTo>
                  <a:pt x="41168" y="38598"/>
                  <a:pt x="44707" y="30469"/>
                  <a:pt x="44707" y="28415"/>
                </a:cubicBezTo>
                <a:cubicBezTo>
                  <a:pt x="44707" y="25420"/>
                  <a:pt x="45659" y="25274"/>
                  <a:pt x="49507" y="27678"/>
                </a:cubicBezTo>
                <a:cubicBezTo>
                  <a:pt x="53370" y="30090"/>
                  <a:pt x="55603" y="29716"/>
                  <a:pt x="60947" y="25763"/>
                </a:cubicBezTo>
                <a:cubicBezTo>
                  <a:pt x="64599" y="23062"/>
                  <a:pt x="68819" y="18205"/>
                  <a:pt x="70323" y="14969"/>
                </a:cubicBezTo>
                <a:cubicBezTo>
                  <a:pt x="72821" y="9600"/>
                  <a:pt x="73567" y="9404"/>
                  <a:pt x="78890" y="12726"/>
                </a:cubicBezTo>
                <a:cubicBezTo>
                  <a:pt x="82096" y="14727"/>
                  <a:pt x="90941" y="17044"/>
                  <a:pt x="98544" y="17873"/>
                </a:cubicBezTo>
                <a:lnTo>
                  <a:pt x="112369" y="19382"/>
                </a:lnTo>
                <a:lnTo>
                  <a:pt x="111333" y="10510"/>
                </a:lnTo>
                <a:cubicBezTo>
                  <a:pt x="110680" y="4917"/>
                  <a:pt x="111503" y="1176"/>
                  <a:pt x="113560" y="387"/>
                </a:cubicBezTo>
                <a:cubicBezTo>
                  <a:pt x="117812" y="-1245"/>
                  <a:pt x="120015" y="2488"/>
                  <a:pt x="117960" y="7843"/>
                </a:cubicBezTo>
                <a:cubicBezTo>
                  <a:pt x="115692" y="13753"/>
                  <a:pt x="126829" y="25225"/>
                  <a:pt x="132949" y="23283"/>
                </a:cubicBezTo>
                <a:cubicBezTo>
                  <a:pt x="135529" y="22464"/>
                  <a:pt x="137639" y="22899"/>
                  <a:pt x="137639" y="24249"/>
                </a:cubicBezTo>
                <a:cubicBezTo>
                  <a:pt x="137639" y="25599"/>
                  <a:pt x="140039" y="27330"/>
                  <a:pt x="142971" y="28097"/>
                </a:cubicBezTo>
                <a:cubicBezTo>
                  <a:pt x="148037" y="29422"/>
                  <a:pt x="148102" y="29879"/>
                  <a:pt x="144280" y="37270"/>
                </a:cubicBezTo>
                <a:cubicBezTo>
                  <a:pt x="142067" y="41548"/>
                  <a:pt x="140954" y="46864"/>
                  <a:pt x="141806" y="49084"/>
                </a:cubicBezTo>
                <a:cubicBezTo>
                  <a:pt x="143608" y="53779"/>
                  <a:pt x="141808" y="54151"/>
                  <a:pt x="134976" y="50495"/>
                </a:cubicBezTo>
                <a:cubicBezTo>
                  <a:pt x="130992" y="48362"/>
                  <a:pt x="129272" y="49089"/>
                  <a:pt x="125814" y="54367"/>
                </a:cubicBezTo>
                <a:cubicBezTo>
                  <a:pt x="123473" y="57940"/>
                  <a:pt x="119948" y="60864"/>
                  <a:pt x="117982" y="60864"/>
                </a:cubicBezTo>
                <a:cubicBezTo>
                  <a:pt x="116015" y="60864"/>
                  <a:pt x="114406" y="62606"/>
                  <a:pt x="114406" y="64736"/>
                </a:cubicBezTo>
                <a:cubicBezTo>
                  <a:pt x="114406" y="66866"/>
                  <a:pt x="116060" y="68608"/>
                  <a:pt x="118081" y="68608"/>
                </a:cubicBezTo>
                <a:cubicBezTo>
                  <a:pt x="121214" y="68608"/>
                  <a:pt x="121185" y="69751"/>
                  <a:pt x="117880" y="76375"/>
                </a:cubicBezTo>
                <a:cubicBezTo>
                  <a:pt x="113557" y="85043"/>
                  <a:pt x="115262" y="99086"/>
                  <a:pt x="120902" y="101250"/>
                </a:cubicBezTo>
                <a:cubicBezTo>
                  <a:pt x="125974" y="103196"/>
                  <a:pt x="134577" y="97775"/>
                  <a:pt x="146578" y="85070"/>
                </a:cubicBezTo>
                <a:cubicBezTo>
                  <a:pt x="158352" y="72606"/>
                  <a:pt x="161996" y="71387"/>
                  <a:pt x="165866" y="78619"/>
                </a:cubicBezTo>
                <a:cubicBezTo>
                  <a:pt x="167980" y="82568"/>
                  <a:pt x="166683" y="85304"/>
                  <a:pt x="158858" y="93393"/>
                </a:cubicBezTo>
                <a:cubicBezTo>
                  <a:pt x="153577" y="98853"/>
                  <a:pt x="147613" y="103351"/>
                  <a:pt x="145606" y="103389"/>
                </a:cubicBezTo>
                <a:cubicBezTo>
                  <a:pt x="139218" y="103509"/>
                  <a:pt x="139670" y="109432"/>
                  <a:pt x="146405" y="113844"/>
                </a:cubicBezTo>
                <a:cubicBezTo>
                  <a:pt x="151813" y="117388"/>
                  <a:pt x="152650" y="119482"/>
                  <a:pt x="151373" y="126271"/>
                </a:cubicBezTo>
                <a:cubicBezTo>
                  <a:pt x="150529" y="130761"/>
                  <a:pt x="148255" y="136269"/>
                  <a:pt x="146320" y="138511"/>
                </a:cubicBezTo>
                <a:cubicBezTo>
                  <a:pt x="144385" y="140752"/>
                  <a:pt x="142802" y="146020"/>
                  <a:pt x="142802" y="150216"/>
                </a:cubicBezTo>
                <a:cubicBezTo>
                  <a:pt x="142802" y="155900"/>
                  <a:pt x="140890" y="158975"/>
                  <a:pt x="135305" y="162275"/>
                </a:cubicBezTo>
                <a:cubicBezTo>
                  <a:pt x="125481" y="168078"/>
                  <a:pt x="114663" y="168035"/>
                  <a:pt x="112825" y="162186"/>
                </a:cubicBezTo>
                <a:close/>
              </a:path>
            </a:pathLst>
          </a:custGeom>
          <a:solidFill>
            <a:srgbClr val="B9B9B9"/>
          </a:solidFill>
          <a:ln w="5163" cap="flat">
            <a:noFill/>
            <a:prstDash val="solid"/>
            <a:miter/>
          </a:ln>
        </p:spPr>
        <p:txBody>
          <a:bodyPr/>
          <a:lstStyle/>
          <a:p>
            <a:endParaRPr lang="es-419" noProof="0" dirty="0"/>
          </a:p>
        </p:txBody>
      </p:sp>
      <p:sp>
        <p:nvSpPr>
          <p:cNvPr id="74" name="Forma libre: forma 73">
            <a:extLst>
              <a:ext uri="{FF2B5EF4-FFF2-40B4-BE49-F238E27FC236}">
                <a16:creationId xmlns:a16="http://schemas.microsoft.com/office/drawing/2014/main" id="{6B7DA3D7-4D71-B141-CCE2-81349474CD5F}"/>
              </a:ext>
            </a:extLst>
          </p:cNvPr>
          <p:cNvSpPr/>
          <p:nvPr/>
        </p:nvSpPr>
        <p:spPr>
          <a:xfrm>
            <a:off x="1152549" y="1816032"/>
            <a:ext cx="278306" cy="369963"/>
          </a:xfrm>
          <a:custGeom>
            <a:avLst/>
            <a:gdLst>
              <a:gd name="csX0" fmla="*/ 34904 w 278306"/>
              <a:gd name="csY0" fmla="*/ 369743 h 369963"/>
              <a:gd name="csX1" fmla="*/ 30386 w 278306"/>
              <a:gd name="csY1" fmla="*/ 366534 h 369963"/>
              <a:gd name="csX2" fmla="*/ 24882 w 278306"/>
              <a:gd name="csY2" fmla="*/ 362569 h 369963"/>
              <a:gd name="csX3" fmla="*/ 21927 w 278306"/>
              <a:gd name="csY3" fmla="*/ 359169 h 369963"/>
              <a:gd name="csX4" fmla="*/ 27578 w 278306"/>
              <a:gd name="csY4" fmla="*/ 347996 h 369963"/>
              <a:gd name="csX5" fmla="*/ 35410 w 278306"/>
              <a:gd name="csY5" fmla="*/ 332463 h 369963"/>
              <a:gd name="csX6" fmla="*/ 46301 w 278306"/>
              <a:gd name="csY6" fmla="*/ 305733 h 369963"/>
              <a:gd name="csX7" fmla="*/ 51274 w 278306"/>
              <a:gd name="csY7" fmla="*/ 305469 h 369963"/>
              <a:gd name="csX8" fmla="*/ 85602 w 278306"/>
              <a:gd name="csY8" fmla="*/ 259605 h 369963"/>
              <a:gd name="csX9" fmla="*/ 77041 w 278306"/>
              <a:gd name="csY9" fmla="*/ 247151 h 369963"/>
              <a:gd name="csX10" fmla="*/ 56201 w 278306"/>
              <a:gd name="csY10" fmla="*/ 259540 h 369963"/>
              <a:gd name="csX11" fmla="*/ 43804 w 278306"/>
              <a:gd name="csY11" fmla="*/ 271918 h 369963"/>
              <a:gd name="csX12" fmla="*/ 42369 w 278306"/>
              <a:gd name="csY12" fmla="*/ 249815 h 369963"/>
              <a:gd name="csX13" fmla="*/ 41724 w 278306"/>
              <a:gd name="csY13" fmla="*/ 231013 h 369963"/>
              <a:gd name="csX14" fmla="*/ 29106 w 278306"/>
              <a:gd name="csY14" fmla="*/ 240028 h 369963"/>
              <a:gd name="csX15" fmla="*/ 22444 w 278306"/>
              <a:gd name="csY15" fmla="*/ 254379 h 369963"/>
              <a:gd name="csX16" fmla="*/ 24802 w 278306"/>
              <a:gd name="csY16" fmla="*/ 241025 h 369963"/>
              <a:gd name="csX17" fmla="*/ 33753 w 278306"/>
              <a:gd name="csY17" fmla="*/ 223416 h 369963"/>
              <a:gd name="csX18" fmla="*/ 20060 w 278306"/>
              <a:gd name="csY18" fmla="*/ 211002 h 369963"/>
              <a:gd name="csX19" fmla="*/ 12798 w 278306"/>
              <a:gd name="csY19" fmla="*/ 218762 h 369963"/>
              <a:gd name="csX20" fmla="*/ 14913 w 278306"/>
              <a:gd name="csY20" fmla="*/ 227151 h 369963"/>
              <a:gd name="csX21" fmla="*/ 17013 w 278306"/>
              <a:gd name="csY21" fmla="*/ 232960 h 369963"/>
              <a:gd name="csX22" fmla="*/ 9735 w 278306"/>
              <a:gd name="csY22" fmla="*/ 237857 h 369963"/>
              <a:gd name="csX23" fmla="*/ 1293 w 278306"/>
              <a:gd name="csY23" fmla="*/ 233984 h 369963"/>
              <a:gd name="csX24" fmla="*/ 5050 w 278306"/>
              <a:gd name="csY24" fmla="*/ 166825 h 369963"/>
              <a:gd name="csX25" fmla="*/ 13098 w 278306"/>
              <a:gd name="csY25" fmla="*/ 148470 h 369963"/>
              <a:gd name="csX26" fmla="*/ 17479 w 278306"/>
              <a:gd name="csY26" fmla="*/ 142324 h 369963"/>
              <a:gd name="csX27" fmla="*/ 23957 w 278306"/>
              <a:gd name="csY27" fmla="*/ 139382 h 369963"/>
              <a:gd name="csX28" fmla="*/ 29365 w 278306"/>
              <a:gd name="csY28" fmla="*/ 127120 h 369963"/>
              <a:gd name="csX29" fmla="*/ 37749 w 278306"/>
              <a:gd name="csY29" fmla="*/ 97729 h 369963"/>
              <a:gd name="csX30" fmla="*/ 49507 w 278306"/>
              <a:gd name="csY30" fmla="*/ 88122 h 369963"/>
              <a:gd name="csX31" fmla="*/ 58774 w 278306"/>
              <a:gd name="csY31" fmla="*/ 77796 h 369963"/>
              <a:gd name="csX32" fmla="*/ 64863 w 278306"/>
              <a:gd name="csY32" fmla="*/ 68721 h 369963"/>
              <a:gd name="csX33" fmla="*/ 80119 w 278306"/>
              <a:gd name="csY33" fmla="*/ 65404 h 369963"/>
              <a:gd name="csX34" fmla="*/ 105248 w 278306"/>
              <a:gd name="csY34" fmla="*/ 69057 h 369963"/>
              <a:gd name="csX35" fmla="*/ 132354 w 278306"/>
              <a:gd name="csY35" fmla="*/ 69793 h 369963"/>
              <a:gd name="csX36" fmla="*/ 147842 w 278306"/>
              <a:gd name="csY36" fmla="*/ 68392 h 369963"/>
              <a:gd name="csX37" fmla="*/ 148600 w 278306"/>
              <a:gd name="csY37" fmla="*/ 51194 h 369963"/>
              <a:gd name="csX38" fmla="*/ 143045 w 278306"/>
              <a:gd name="csY38" fmla="*/ 18458 h 369963"/>
              <a:gd name="csX39" fmla="*/ 138200 w 278306"/>
              <a:gd name="csY39" fmla="*/ 1452 h 369963"/>
              <a:gd name="csX40" fmla="*/ 176238 w 278306"/>
              <a:gd name="csY40" fmla="*/ 4099 h 369963"/>
              <a:gd name="csX41" fmla="*/ 200117 w 278306"/>
              <a:gd name="csY41" fmla="*/ 11594 h 369963"/>
              <a:gd name="csX42" fmla="*/ 208506 w 278306"/>
              <a:gd name="csY42" fmla="*/ 17328 h 369963"/>
              <a:gd name="csX43" fmla="*/ 213126 w 278306"/>
              <a:gd name="csY43" fmla="*/ 22327 h 369963"/>
              <a:gd name="csX44" fmla="*/ 220224 w 278306"/>
              <a:gd name="csY44" fmla="*/ 29184 h 369963"/>
              <a:gd name="csX45" fmla="*/ 234966 w 278306"/>
              <a:gd name="csY45" fmla="*/ 33975 h 369963"/>
              <a:gd name="csX46" fmla="*/ 247228 w 278306"/>
              <a:gd name="csY46" fmla="*/ 35904 h 369963"/>
              <a:gd name="csX47" fmla="*/ 256714 w 278306"/>
              <a:gd name="csY47" fmla="*/ 49191 h 369963"/>
              <a:gd name="csX48" fmla="*/ 272203 w 278306"/>
              <a:gd name="csY48" fmla="*/ 58184 h 369963"/>
              <a:gd name="csX49" fmla="*/ 271714 w 278306"/>
              <a:gd name="csY49" fmla="*/ 67589 h 369963"/>
              <a:gd name="csX50" fmla="*/ 263105 w 278306"/>
              <a:gd name="csY50" fmla="*/ 78504 h 369963"/>
              <a:gd name="csX51" fmla="*/ 254303 w 278306"/>
              <a:gd name="csY51" fmla="*/ 85750 h 369963"/>
              <a:gd name="csX52" fmla="*/ 246105 w 278306"/>
              <a:gd name="csY52" fmla="*/ 101699 h 369963"/>
              <a:gd name="csX53" fmla="*/ 227494 w 278306"/>
              <a:gd name="csY53" fmla="*/ 130702 h 369963"/>
              <a:gd name="csX54" fmla="*/ 183924 w 278306"/>
              <a:gd name="csY54" fmla="*/ 160034 h 369963"/>
              <a:gd name="csX55" fmla="*/ 153537 w 278306"/>
              <a:gd name="csY55" fmla="*/ 173778 h 369963"/>
              <a:gd name="csX56" fmla="*/ 157053 w 278306"/>
              <a:gd name="csY56" fmla="*/ 181528 h 369963"/>
              <a:gd name="csX57" fmla="*/ 160436 w 278306"/>
              <a:gd name="csY57" fmla="*/ 193225 h 369963"/>
              <a:gd name="csX58" fmla="*/ 180263 w 278306"/>
              <a:gd name="csY58" fmla="*/ 225950 h 369963"/>
              <a:gd name="csX59" fmla="*/ 194663 w 278306"/>
              <a:gd name="csY59" fmla="*/ 239264 h 369963"/>
              <a:gd name="csX60" fmla="*/ 204770 w 278306"/>
              <a:gd name="csY60" fmla="*/ 247088 h 369963"/>
              <a:gd name="csX61" fmla="*/ 210897 w 278306"/>
              <a:gd name="csY61" fmla="*/ 244424 h 369963"/>
              <a:gd name="csX62" fmla="*/ 229158 w 278306"/>
              <a:gd name="csY62" fmla="*/ 228391 h 369963"/>
              <a:gd name="csX63" fmla="*/ 234321 w 278306"/>
              <a:gd name="csY63" fmla="*/ 228442 h 369963"/>
              <a:gd name="csX64" fmla="*/ 234966 w 278306"/>
              <a:gd name="csY64" fmla="*/ 250091 h 369963"/>
              <a:gd name="csX65" fmla="*/ 235014 w 278306"/>
              <a:gd name="csY65" fmla="*/ 261191 h 369963"/>
              <a:gd name="csX66" fmla="*/ 230353 w 278306"/>
              <a:gd name="csY66" fmla="*/ 300578 h 369963"/>
              <a:gd name="csX67" fmla="*/ 224337 w 278306"/>
              <a:gd name="csY67" fmla="*/ 308123 h 369963"/>
              <a:gd name="csX68" fmla="*/ 215823 w 278306"/>
              <a:gd name="csY68" fmla="*/ 299799 h 369963"/>
              <a:gd name="csX69" fmla="*/ 202099 w 278306"/>
              <a:gd name="csY69" fmla="*/ 292094 h 369963"/>
              <a:gd name="csX70" fmla="*/ 185246 w 278306"/>
              <a:gd name="csY70" fmla="*/ 278805 h 369963"/>
              <a:gd name="csX71" fmla="*/ 173928 w 278306"/>
              <a:gd name="csY71" fmla="*/ 260086 h 369963"/>
              <a:gd name="csX72" fmla="*/ 159486 w 278306"/>
              <a:gd name="csY72" fmla="*/ 251642 h 369963"/>
              <a:gd name="csX73" fmla="*/ 135920 w 278306"/>
              <a:gd name="csY73" fmla="*/ 263292 h 369963"/>
              <a:gd name="csX74" fmla="*/ 128496 w 278306"/>
              <a:gd name="csY74" fmla="*/ 268428 h 369963"/>
              <a:gd name="csX75" fmla="*/ 118324 w 278306"/>
              <a:gd name="csY75" fmla="*/ 277403 h 369963"/>
              <a:gd name="csX76" fmla="*/ 102749 w 278306"/>
              <a:gd name="csY76" fmla="*/ 302843 h 369963"/>
              <a:gd name="csX77" fmla="*/ 111986 w 278306"/>
              <a:gd name="csY77" fmla="*/ 325389 h 369963"/>
              <a:gd name="csX78" fmla="*/ 124791 w 278306"/>
              <a:gd name="csY78" fmla="*/ 345325 h 369963"/>
              <a:gd name="csX79" fmla="*/ 112525 w 278306"/>
              <a:gd name="csY79" fmla="*/ 358252 h 369963"/>
              <a:gd name="csX80" fmla="*/ 61364 w 278306"/>
              <a:gd name="csY80" fmla="*/ 367059 h 369963"/>
              <a:gd name="csX81" fmla="*/ 45875 w 278306"/>
              <a:gd name="csY81" fmla="*/ 368630 h 369963"/>
              <a:gd name="csX82" fmla="*/ 34904 w 278306"/>
              <a:gd name="csY82" fmla="*/ 369743 h 3699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Lst>
            <a:rect l="l" t="t" r="r" b="b"/>
            <a:pathLst>
              <a:path w="278306" h="369963">
                <a:moveTo>
                  <a:pt x="34904" y="369743"/>
                </a:moveTo>
                <a:cubicBezTo>
                  <a:pt x="32419" y="369198"/>
                  <a:pt x="30386" y="367754"/>
                  <a:pt x="30386" y="366534"/>
                </a:cubicBezTo>
                <a:cubicBezTo>
                  <a:pt x="30386" y="365314"/>
                  <a:pt x="27909" y="363530"/>
                  <a:pt x="24882" y="362569"/>
                </a:cubicBezTo>
                <a:cubicBezTo>
                  <a:pt x="21855" y="361609"/>
                  <a:pt x="20525" y="360078"/>
                  <a:pt x="21927" y="359169"/>
                </a:cubicBezTo>
                <a:cubicBezTo>
                  <a:pt x="23328" y="358259"/>
                  <a:pt x="25871" y="353231"/>
                  <a:pt x="27578" y="347996"/>
                </a:cubicBezTo>
                <a:cubicBezTo>
                  <a:pt x="29284" y="342760"/>
                  <a:pt x="32809" y="335771"/>
                  <a:pt x="35410" y="332463"/>
                </a:cubicBezTo>
                <a:cubicBezTo>
                  <a:pt x="41776" y="324371"/>
                  <a:pt x="48428" y="308044"/>
                  <a:pt x="46301" y="305733"/>
                </a:cubicBezTo>
                <a:cubicBezTo>
                  <a:pt x="45357" y="304708"/>
                  <a:pt x="47595" y="304589"/>
                  <a:pt x="51274" y="305469"/>
                </a:cubicBezTo>
                <a:cubicBezTo>
                  <a:pt x="65489" y="308870"/>
                  <a:pt x="84946" y="282874"/>
                  <a:pt x="85602" y="259605"/>
                </a:cubicBezTo>
                <a:cubicBezTo>
                  <a:pt x="85868" y="250143"/>
                  <a:pt x="85296" y="249310"/>
                  <a:pt x="77041" y="247151"/>
                </a:cubicBezTo>
                <a:cubicBezTo>
                  <a:pt x="64390" y="243842"/>
                  <a:pt x="56201" y="248710"/>
                  <a:pt x="56201" y="259540"/>
                </a:cubicBezTo>
                <a:cubicBezTo>
                  <a:pt x="56201" y="269382"/>
                  <a:pt x="51616" y="273960"/>
                  <a:pt x="43804" y="271918"/>
                </a:cubicBezTo>
                <a:cubicBezTo>
                  <a:pt x="37009" y="270141"/>
                  <a:pt x="36944" y="269149"/>
                  <a:pt x="42369" y="249815"/>
                </a:cubicBezTo>
                <a:cubicBezTo>
                  <a:pt x="46434" y="235327"/>
                  <a:pt x="46408" y="234559"/>
                  <a:pt x="41724" y="231013"/>
                </a:cubicBezTo>
                <a:cubicBezTo>
                  <a:pt x="34464" y="225517"/>
                  <a:pt x="33758" y="226021"/>
                  <a:pt x="29106" y="240028"/>
                </a:cubicBezTo>
                <a:cubicBezTo>
                  <a:pt x="26753" y="247111"/>
                  <a:pt x="23756" y="253568"/>
                  <a:pt x="22444" y="254379"/>
                </a:cubicBezTo>
                <a:cubicBezTo>
                  <a:pt x="19454" y="256227"/>
                  <a:pt x="19357" y="256781"/>
                  <a:pt x="24802" y="241025"/>
                </a:cubicBezTo>
                <a:cubicBezTo>
                  <a:pt x="27318" y="233748"/>
                  <a:pt x="31345" y="225823"/>
                  <a:pt x="33753" y="223416"/>
                </a:cubicBezTo>
                <a:cubicBezTo>
                  <a:pt x="41536" y="215633"/>
                  <a:pt x="38403" y="212792"/>
                  <a:pt x="20060" y="211002"/>
                </a:cubicBezTo>
                <a:cubicBezTo>
                  <a:pt x="14508" y="210460"/>
                  <a:pt x="13494" y="211544"/>
                  <a:pt x="12798" y="218762"/>
                </a:cubicBezTo>
                <a:cubicBezTo>
                  <a:pt x="12315" y="223766"/>
                  <a:pt x="13169" y="227151"/>
                  <a:pt x="14913" y="227151"/>
                </a:cubicBezTo>
                <a:cubicBezTo>
                  <a:pt x="16522" y="227151"/>
                  <a:pt x="17467" y="229765"/>
                  <a:pt x="17013" y="232960"/>
                </a:cubicBezTo>
                <a:cubicBezTo>
                  <a:pt x="16365" y="237521"/>
                  <a:pt x="14803" y="238572"/>
                  <a:pt x="9735" y="237857"/>
                </a:cubicBezTo>
                <a:cubicBezTo>
                  <a:pt x="6185" y="237355"/>
                  <a:pt x="2386" y="235613"/>
                  <a:pt x="1293" y="233984"/>
                </a:cubicBezTo>
                <a:cubicBezTo>
                  <a:pt x="-1682" y="229553"/>
                  <a:pt x="858" y="184145"/>
                  <a:pt x="5050" y="166825"/>
                </a:cubicBezTo>
                <a:cubicBezTo>
                  <a:pt x="7067" y="158491"/>
                  <a:pt x="10689" y="150232"/>
                  <a:pt x="13098" y="148470"/>
                </a:cubicBezTo>
                <a:cubicBezTo>
                  <a:pt x="15508" y="146708"/>
                  <a:pt x="17479" y="143943"/>
                  <a:pt x="17479" y="142324"/>
                </a:cubicBezTo>
                <a:cubicBezTo>
                  <a:pt x="17479" y="140706"/>
                  <a:pt x="20394" y="139382"/>
                  <a:pt x="23957" y="139382"/>
                </a:cubicBezTo>
                <a:cubicBezTo>
                  <a:pt x="30115" y="139382"/>
                  <a:pt x="30383" y="138776"/>
                  <a:pt x="29365" y="127120"/>
                </a:cubicBezTo>
                <a:cubicBezTo>
                  <a:pt x="27807" y="109281"/>
                  <a:pt x="29957" y="101744"/>
                  <a:pt x="37749" y="97729"/>
                </a:cubicBezTo>
                <a:cubicBezTo>
                  <a:pt x="41508" y="95792"/>
                  <a:pt x="46799" y="91468"/>
                  <a:pt x="49507" y="88122"/>
                </a:cubicBezTo>
                <a:cubicBezTo>
                  <a:pt x="52214" y="84775"/>
                  <a:pt x="56385" y="80128"/>
                  <a:pt x="58774" y="77796"/>
                </a:cubicBezTo>
                <a:cubicBezTo>
                  <a:pt x="61163" y="75463"/>
                  <a:pt x="63903" y="71380"/>
                  <a:pt x="64863" y="68721"/>
                </a:cubicBezTo>
                <a:cubicBezTo>
                  <a:pt x="66368" y="64550"/>
                  <a:pt x="68459" y="64095"/>
                  <a:pt x="80119" y="65404"/>
                </a:cubicBezTo>
                <a:cubicBezTo>
                  <a:pt x="87551" y="66238"/>
                  <a:pt x="98859" y="67882"/>
                  <a:pt x="105248" y="69057"/>
                </a:cubicBezTo>
                <a:cubicBezTo>
                  <a:pt x="111637" y="70233"/>
                  <a:pt x="123835" y="70564"/>
                  <a:pt x="132354" y="69793"/>
                </a:cubicBezTo>
                <a:lnTo>
                  <a:pt x="147842" y="68392"/>
                </a:lnTo>
                <a:lnTo>
                  <a:pt x="148600" y="51194"/>
                </a:lnTo>
                <a:cubicBezTo>
                  <a:pt x="149196" y="37679"/>
                  <a:pt x="148006" y="30668"/>
                  <a:pt x="143045" y="18458"/>
                </a:cubicBezTo>
                <a:cubicBezTo>
                  <a:pt x="139573" y="9912"/>
                  <a:pt x="137392" y="2259"/>
                  <a:pt x="138200" y="1452"/>
                </a:cubicBezTo>
                <a:cubicBezTo>
                  <a:pt x="141102" y="-1451"/>
                  <a:pt x="166125" y="290"/>
                  <a:pt x="176238" y="4099"/>
                </a:cubicBezTo>
                <a:cubicBezTo>
                  <a:pt x="189419" y="9062"/>
                  <a:pt x="190086" y="9272"/>
                  <a:pt x="200117" y="11594"/>
                </a:cubicBezTo>
                <a:cubicBezTo>
                  <a:pt x="204892" y="12700"/>
                  <a:pt x="208506" y="15170"/>
                  <a:pt x="208506" y="17328"/>
                </a:cubicBezTo>
                <a:cubicBezTo>
                  <a:pt x="208506" y="19413"/>
                  <a:pt x="210585" y="21662"/>
                  <a:pt x="213126" y="22327"/>
                </a:cubicBezTo>
                <a:cubicBezTo>
                  <a:pt x="215666" y="22991"/>
                  <a:pt x="218861" y="26077"/>
                  <a:pt x="220224" y="29184"/>
                </a:cubicBezTo>
                <a:cubicBezTo>
                  <a:pt x="222363" y="34057"/>
                  <a:pt x="224390" y="34715"/>
                  <a:pt x="234966" y="33975"/>
                </a:cubicBezTo>
                <a:cubicBezTo>
                  <a:pt x="242553" y="33444"/>
                  <a:pt x="247228" y="34179"/>
                  <a:pt x="247228" y="35904"/>
                </a:cubicBezTo>
                <a:cubicBezTo>
                  <a:pt x="247228" y="37437"/>
                  <a:pt x="251497" y="43416"/>
                  <a:pt x="256714" y="49191"/>
                </a:cubicBezTo>
                <a:cubicBezTo>
                  <a:pt x="264193" y="57469"/>
                  <a:pt x="267470" y="59372"/>
                  <a:pt x="272203" y="58184"/>
                </a:cubicBezTo>
                <a:cubicBezTo>
                  <a:pt x="280616" y="56072"/>
                  <a:pt x="280219" y="63714"/>
                  <a:pt x="271714" y="67589"/>
                </a:cubicBezTo>
                <a:cubicBezTo>
                  <a:pt x="267863" y="69343"/>
                  <a:pt x="264361" y="73784"/>
                  <a:pt x="263105" y="78504"/>
                </a:cubicBezTo>
                <a:cubicBezTo>
                  <a:pt x="261351" y="85098"/>
                  <a:pt x="259842" y="86340"/>
                  <a:pt x="254303" y="85750"/>
                </a:cubicBezTo>
                <a:cubicBezTo>
                  <a:pt x="246592" y="84928"/>
                  <a:pt x="243436" y="91067"/>
                  <a:pt x="246105" y="101699"/>
                </a:cubicBezTo>
                <a:cubicBezTo>
                  <a:pt x="247533" y="107389"/>
                  <a:pt x="244867" y="111544"/>
                  <a:pt x="227494" y="130702"/>
                </a:cubicBezTo>
                <a:cubicBezTo>
                  <a:pt x="207371" y="152893"/>
                  <a:pt x="196764" y="160034"/>
                  <a:pt x="183924" y="160034"/>
                </a:cubicBezTo>
                <a:cubicBezTo>
                  <a:pt x="175394" y="160034"/>
                  <a:pt x="155328" y="169109"/>
                  <a:pt x="153537" y="173778"/>
                </a:cubicBezTo>
                <a:cubicBezTo>
                  <a:pt x="152784" y="175740"/>
                  <a:pt x="154366" y="179227"/>
                  <a:pt x="157053" y="181528"/>
                </a:cubicBezTo>
                <a:cubicBezTo>
                  <a:pt x="160618" y="184580"/>
                  <a:pt x="161532" y="187741"/>
                  <a:pt x="160436" y="193225"/>
                </a:cubicBezTo>
                <a:cubicBezTo>
                  <a:pt x="158065" y="205081"/>
                  <a:pt x="165477" y="217314"/>
                  <a:pt x="180263" y="225950"/>
                </a:cubicBezTo>
                <a:cubicBezTo>
                  <a:pt x="187814" y="230360"/>
                  <a:pt x="193823" y="235916"/>
                  <a:pt x="194663" y="239264"/>
                </a:cubicBezTo>
                <a:cubicBezTo>
                  <a:pt x="196711" y="247420"/>
                  <a:pt x="202826" y="252154"/>
                  <a:pt x="204770" y="247088"/>
                </a:cubicBezTo>
                <a:cubicBezTo>
                  <a:pt x="205617" y="244882"/>
                  <a:pt x="208258" y="243734"/>
                  <a:pt x="210897" y="244424"/>
                </a:cubicBezTo>
                <a:cubicBezTo>
                  <a:pt x="216566" y="245906"/>
                  <a:pt x="229158" y="234851"/>
                  <a:pt x="229158" y="228391"/>
                </a:cubicBezTo>
                <a:cubicBezTo>
                  <a:pt x="229158" y="223967"/>
                  <a:pt x="229378" y="223969"/>
                  <a:pt x="234321" y="228442"/>
                </a:cubicBezTo>
                <a:cubicBezTo>
                  <a:pt x="240730" y="234242"/>
                  <a:pt x="241099" y="246636"/>
                  <a:pt x="234966" y="250091"/>
                </a:cubicBezTo>
                <a:cubicBezTo>
                  <a:pt x="230667" y="252513"/>
                  <a:pt x="230669" y="253050"/>
                  <a:pt x="235014" y="261191"/>
                </a:cubicBezTo>
                <a:cubicBezTo>
                  <a:pt x="240871" y="272165"/>
                  <a:pt x="238755" y="290041"/>
                  <a:pt x="230353" y="300578"/>
                </a:cubicBezTo>
                <a:lnTo>
                  <a:pt x="224337" y="308123"/>
                </a:lnTo>
                <a:lnTo>
                  <a:pt x="215823" y="299799"/>
                </a:lnTo>
                <a:cubicBezTo>
                  <a:pt x="210927" y="295013"/>
                  <a:pt x="205095" y="291738"/>
                  <a:pt x="202099" y="292094"/>
                </a:cubicBezTo>
                <a:cubicBezTo>
                  <a:pt x="194035" y="293052"/>
                  <a:pt x="185277" y="286146"/>
                  <a:pt x="185246" y="278805"/>
                </a:cubicBezTo>
                <a:cubicBezTo>
                  <a:pt x="185229" y="274767"/>
                  <a:pt x="180965" y="267715"/>
                  <a:pt x="173928" y="260086"/>
                </a:cubicBezTo>
                <a:cubicBezTo>
                  <a:pt x="164333" y="249682"/>
                  <a:pt x="162165" y="248415"/>
                  <a:pt x="159486" y="251642"/>
                </a:cubicBezTo>
                <a:cubicBezTo>
                  <a:pt x="155362" y="256612"/>
                  <a:pt x="141849" y="263292"/>
                  <a:pt x="135920" y="263292"/>
                </a:cubicBezTo>
                <a:cubicBezTo>
                  <a:pt x="133348" y="263292"/>
                  <a:pt x="130007" y="265603"/>
                  <a:pt x="128496" y="268428"/>
                </a:cubicBezTo>
                <a:cubicBezTo>
                  <a:pt x="126984" y="271253"/>
                  <a:pt x="122406" y="275292"/>
                  <a:pt x="118324" y="277403"/>
                </a:cubicBezTo>
                <a:cubicBezTo>
                  <a:pt x="105333" y="284120"/>
                  <a:pt x="102661" y="288486"/>
                  <a:pt x="102749" y="302843"/>
                </a:cubicBezTo>
                <a:cubicBezTo>
                  <a:pt x="102826" y="315405"/>
                  <a:pt x="106784" y="325066"/>
                  <a:pt x="111986" y="325389"/>
                </a:cubicBezTo>
                <a:cubicBezTo>
                  <a:pt x="116589" y="325676"/>
                  <a:pt x="126252" y="340721"/>
                  <a:pt x="124791" y="345325"/>
                </a:cubicBezTo>
                <a:cubicBezTo>
                  <a:pt x="123983" y="347870"/>
                  <a:pt x="118463" y="353688"/>
                  <a:pt x="112525" y="358252"/>
                </a:cubicBezTo>
                <a:cubicBezTo>
                  <a:pt x="101535" y="366699"/>
                  <a:pt x="89725" y="368732"/>
                  <a:pt x="61364" y="367059"/>
                </a:cubicBezTo>
                <a:cubicBezTo>
                  <a:pt x="56394" y="366766"/>
                  <a:pt x="49424" y="367473"/>
                  <a:pt x="45875" y="368630"/>
                </a:cubicBezTo>
                <a:cubicBezTo>
                  <a:pt x="42325" y="369787"/>
                  <a:pt x="37388" y="370288"/>
                  <a:pt x="34904" y="369743"/>
                </a:cubicBezTo>
                <a:close/>
              </a:path>
            </a:pathLst>
          </a:custGeom>
          <a:solidFill>
            <a:srgbClr val="B9B9B9"/>
          </a:solidFill>
          <a:ln w="5163" cap="flat">
            <a:noFill/>
            <a:prstDash val="solid"/>
            <a:miter/>
          </a:ln>
        </p:spPr>
        <p:txBody>
          <a:bodyPr/>
          <a:lstStyle/>
          <a:p>
            <a:endParaRPr lang="es-419" noProof="0" dirty="0"/>
          </a:p>
        </p:txBody>
      </p:sp>
      <p:grpSp>
        <p:nvGrpSpPr>
          <p:cNvPr id="75" name="Gráfico 39">
            <a:extLst>
              <a:ext uri="{FF2B5EF4-FFF2-40B4-BE49-F238E27FC236}">
                <a16:creationId xmlns:a16="http://schemas.microsoft.com/office/drawing/2014/main" id="{C97305B4-7B36-326B-9D75-1E3E6BF551BD}"/>
              </a:ext>
            </a:extLst>
          </p:cNvPr>
          <p:cNvGrpSpPr/>
          <p:nvPr/>
        </p:nvGrpSpPr>
        <p:grpSpPr>
          <a:xfrm>
            <a:off x="1634957" y="2069316"/>
            <a:ext cx="438046" cy="474569"/>
            <a:chOff x="1634957" y="2069316"/>
            <a:chExt cx="438046" cy="474569"/>
          </a:xfrm>
        </p:grpSpPr>
        <p:sp>
          <p:nvSpPr>
            <p:cNvPr id="76" name="Forma libre: forma 75">
              <a:extLst>
                <a:ext uri="{FF2B5EF4-FFF2-40B4-BE49-F238E27FC236}">
                  <a16:creationId xmlns:a16="http://schemas.microsoft.com/office/drawing/2014/main" id="{6455AB07-5BE4-10BA-C5CA-373504F16142}"/>
                </a:ext>
              </a:extLst>
            </p:cNvPr>
            <p:cNvSpPr/>
            <p:nvPr/>
          </p:nvSpPr>
          <p:spPr>
            <a:xfrm>
              <a:off x="1634957" y="2069316"/>
              <a:ext cx="438046" cy="474569"/>
            </a:xfrm>
            <a:custGeom>
              <a:avLst/>
              <a:gdLst>
                <a:gd name="csX0" fmla="*/ 332739 w 438046"/>
                <a:gd name="csY0" fmla="*/ 469202 h 474569"/>
                <a:gd name="csX1" fmla="*/ 324349 w 438046"/>
                <a:gd name="csY1" fmla="*/ 460541 h 474569"/>
                <a:gd name="csX2" fmla="*/ 306954 w 438046"/>
                <a:gd name="csY2" fmla="*/ 447652 h 474569"/>
                <a:gd name="csX3" fmla="*/ 301522 w 438046"/>
                <a:gd name="csY3" fmla="*/ 436095 h 474569"/>
                <a:gd name="csX4" fmla="*/ 298287 w 438046"/>
                <a:gd name="csY4" fmla="*/ 425621 h 474569"/>
                <a:gd name="csX5" fmla="*/ 291436 w 438046"/>
                <a:gd name="csY5" fmla="*/ 429493 h 474569"/>
                <a:gd name="csX6" fmla="*/ 284162 w 438046"/>
                <a:gd name="csY6" fmla="*/ 433365 h 474569"/>
                <a:gd name="csX7" fmla="*/ 273181 w 438046"/>
                <a:gd name="csY7" fmla="*/ 439996 h 474569"/>
                <a:gd name="csX8" fmla="*/ 246542 w 438046"/>
                <a:gd name="csY8" fmla="*/ 415677 h 474569"/>
                <a:gd name="csX9" fmla="*/ 247543 w 438046"/>
                <a:gd name="csY9" fmla="*/ 398488 h 474569"/>
                <a:gd name="csX10" fmla="*/ 227242 w 438046"/>
                <a:gd name="csY10" fmla="*/ 385770 h 474569"/>
                <a:gd name="csX11" fmla="*/ 216574 w 438046"/>
                <a:gd name="csY11" fmla="*/ 384267 h 474569"/>
                <a:gd name="csX12" fmla="*/ 211411 w 438046"/>
                <a:gd name="csY12" fmla="*/ 381736 h 474569"/>
                <a:gd name="csX13" fmla="*/ 206248 w 438046"/>
                <a:gd name="csY13" fmla="*/ 377864 h 474569"/>
                <a:gd name="csX14" fmla="*/ 201085 w 438046"/>
                <a:gd name="csY14" fmla="*/ 368829 h 474569"/>
                <a:gd name="csX15" fmla="*/ 195840 w 438046"/>
                <a:gd name="csY15" fmla="*/ 360439 h 474569"/>
                <a:gd name="csX16" fmla="*/ 179383 w 438046"/>
                <a:gd name="csY16" fmla="*/ 344572 h 474569"/>
                <a:gd name="csX17" fmla="*/ 166056 w 438046"/>
                <a:gd name="csY17" fmla="*/ 347532 h 474569"/>
                <a:gd name="csX18" fmla="*/ 162127 w 438046"/>
                <a:gd name="csY18" fmla="*/ 363514 h 474569"/>
                <a:gd name="csX19" fmla="*/ 156676 w 438046"/>
                <a:gd name="csY19" fmla="*/ 372397 h 474569"/>
                <a:gd name="csX20" fmla="*/ 152333 w 438046"/>
                <a:gd name="csY20" fmla="*/ 366640 h 474569"/>
                <a:gd name="csX21" fmla="*/ 138487 w 438046"/>
                <a:gd name="csY21" fmla="*/ 364853 h 474569"/>
                <a:gd name="csX22" fmla="*/ 126312 w 438046"/>
                <a:gd name="csY22" fmla="*/ 363833 h 474569"/>
                <a:gd name="csX23" fmla="*/ 123641 w 438046"/>
                <a:gd name="csY23" fmla="*/ 355006 h 474569"/>
                <a:gd name="csX24" fmla="*/ 115723 w 438046"/>
                <a:gd name="csY24" fmla="*/ 349430 h 474569"/>
                <a:gd name="csX25" fmla="*/ 110493 w 438046"/>
                <a:gd name="csY25" fmla="*/ 333027 h 474569"/>
                <a:gd name="csX26" fmla="*/ 115897 w 438046"/>
                <a:gd name="csY26" fmla="*/ 317692 h 474569"/>
                <a:gd name="csX27" fmla="*/ 126868 w 438046"/>
                <a:gd name="csY27" fmla="*/ 306474 h 474569"/>
                <a:gd name="csX28" fmla="*/ 128005 w 438046"/>
                <a:gd name="csY28" fmla="*/ 290864 h 474569"/>
                <a:gd name="csX29" fmla="*/ 107467 w 438046"/>
                <a:gd name="csY29" fmla="*/ 276906 h 474569"/>
                <a:gd name="csX30" fmla="*/ 125531 w 438046"/>
                <a:gd name="csY30" fmla="*/ 228226 h 474569"/>
                <a:gd name="csX31" fmla="*/ 128516 w 438046"/>
                <a:gd name="csY31" fmla="*/ 218872 h 474569"/>
                <a:gd name="csX32" fmla="*/ 122054 w 438046"/>
                <a:gd name="csY32" fmla="*/ 216563 h 474569"/>
                <a:gd name="csX33" fmla="*/ 112602 w 438046"/>
                <a:gd name="csY33" fmla="*/ 211354 h 474569"/>
                <a:gd name="csX34" fmla="*/ 97827 w 438046"/>
                <a:gd name="csY34" fmla="*/ 212411 h 474569"/>
                <a:gd name="csX35" fmla="*/ 87566 w 438046"/>
                <a:gd name="csY35" fmla="*/ 216588 h 474569"/>
                <a:gd name="csX36" fmla="*/ 80430 w 438046"/>
                <a:gd name="csY36" fmla="*/ 211038 h 474569"/>
                <a:gd name="csX37" fmla="*/ 79784 w 438046"/>
                <a:gd name="csY37" fmla="*/ 198453 h 474569"/>
                <a:gd name="csX38" fmla="*/ 82015 w 438046"/>
                <a:gd name="csY38" fmla="*/ 188949 h 474569"/>
                <a:gd name="csX39" fmla="*/ 89966 w 438046"/>
                <a:gd name="csY39" fmla="*/ 185629 h 474569"/>
                <a:gd name="csX40" fmla="*/ 87641 w 438046"/>
                <a:gd name="csY40" fmla="*/ 169636 h 474569"/>
                <a:gd name="csX41" fmla="*/ 79292 w 438046"/>
                <a:gd name="csY41" fmla="*/ 156728 h 474569"/>
                <a:gd name="csX42" fmla="*/ 72462 w 438046"/>
                <a:gd name="csY42" fmla="*/ 148956 h 474569"/>
                <a:gd name="csX43" fmla="*/ 56524 w 438046"/>
                <a:gd name="csY43" fmla="*/ 163920 h 474569"/>
                <a:gd name="csX44" fmla="*/ 52658 w 438046"/>
                <a:gd name="csY44" fmla="*/ 164900 h 474569"/>
                <a:gd name="csX45" fmla="*/ 39697 w 438046"/>
                <a:gd name="csY45" fmla="*/ 168628 h 474569"/>
                <a:gd name="csX46" fmla="*/ 26748 w 438046"/>
                <a:gd name="csY46" fmla="*/ 181448 h 474569"/>
                <a:gd name="csX47" fmla="*/ 16403 w 438046"/>
                <a:gd name="csY47" fmla="*/ 190289 h 474569"/>
                <a:gd name="csX48" fmla="*/ 7343 w 438046"/>
                <a:gd name="csY48" fmla="*/ 186486 h 474569"/>
                <a:gd name="csX49" fmla="*/ 9965 w 438046"/>
                <a:gd name="csY49" fmla="*/ 170925 h 474569"/>
                <a:gd name="csX50" fmla="*/ 15158 w 438046"/>
                <a:gd name="csY50" fmla="*/ 162124 h 474569"/>
                <a:gd name="csX51" fmla="*/ 9381 w 438046"/>
                <a:gd name="csY51" fmla="*/ 159801 h 474569"/>
                <a:gd name="csX52" fmla="*/ 7807 w 438046"/>
                <a:gd name="csY52" fmla="*/ 157314 h 474569"/>
                <a:gd name="csX53" fmla="*/ 15681 w 438046"/>
                <a:gd name="csY53" fmla="*/ 151621 h 474569"/>
                <a:gd name="csX54" fmla="*/ 24691 w 438046"/>
                <a:gd name="csY54" fmla="*/ 148948 h 474569"/>
                <a:gd name="csX55" fmla="*/ 33291 w 438046"/>
                <a:gd name="csY55" fmla="*/ 142643 h 474569"/>
                <a:gd name="csX56" fmla="*/ 36252 w 438046"/>
                <a:gd name="csY56" fmla="*/ 130243 h 474569"/>
                <a:gd name="csX57" fmla="*/ 35959 w 438046"/>
                <a:gd name="csY57" fmla="*/ 119824 h 474569"/>
                <a:gd name="csX58" fmla="*/ 30417 w 438046"/>
                <a:gd name="csY58" fmla="*/ 117319 h 474569"/>
                <a:gd name="csX59" fmla="*/ 28128 w 438046"/>
                <a:gd name="csY59" fmla="*/ 114535 h 474569"/>
                <a:gd name="csX60" fmla="*/ 22780 w 438046"/>
                <a:gd name="csY60" fmla="*/ 112034 h 474569"/>
                <a:gd name="csX61" fmla="*/ 9335 w 438046"/>
                <a:gd name="csY61" fmla="*/ 100263 h 474569"/>
                <a:gd name="csX62" fmla="*/ 5316 w 438046"/>
                <a:gd name="csY62" fmla="*/ 85099 h 474569"/>
                <a:gd name="csX63" fmla="*/ 0 w 438046"/>
                <a:gd name="csY63" fmla="*/ 74899 h 474569"/>
                <a:gd name="csX64" fmla="*/ 5230 w 438046"/>
                <a:gd name="csY64" fmla="*/ 68250 h 474569"/>
                <a:gd name="csX65" fmla="*/ 8777 w 438046"/>
                <a:gd name="csY65" fmla="*/ 53938 h 474569"/>
                <a:gd name="csX66" fmla="*/ 11157 w 438046"/>
                <a:gd name="csY66" fmla="*/ 40474 h 474569"/>
                <a:gd name="csX67" fmla="*/ 15221 w 438046"/>
                <a:gd name="csY67" fmla="*/ 30361 h 474569"/>
                <a:gd name="csX68" fmla="*/ 19093 w 438046"/>
                <a:gd name="csY68" fmla="*/ 24563 h 474569"/>
                <a:gd name="csX69" fmla="*/ 13331 w 438046"/>
                <a:gd name="csY69" fmla="*/ 11391 h 474569"/>
                <a:gd name="csX70" fmla="*/ 15610 w 438046"/>
                <a:gd name="csY70" fmla="*/ 4739 h 474569"/>
                <a:gd name="csX71" fmla="*/ 24152 w 438046"/>
                <a:gd name="csY71" fmla="*/ 2431 h 474569"/>
                <a:gd name="csX72" fmla="*/ 42643 w 438046"/>
                <a:gd name="csY72" fmla="*/ 10008 h 474569"/>
                <a:gd name="csX73" fmla="*/ 58021 w 438046"/>
                <a:gd name="csY73" fmla="*/ 20333 h 474569"/>
                <a:gd name="csX74" fmla="*/ 76259 w 438046"/>
                <a:gd name="csY74" fmla="*/ 58909 h 474569"/>
                <a:gd name="csX75" fmla="*/ 87417 w 438046"/>
                <a:gd name="csY75" fmla="*/ 80908 h 474569"/>
                <a:gd name="csX76" fmla="*/ 99122 w 438046"/>
                <a:gd name="csY76" fmla="*/ 102996 h 474569"/>
                <a:gd name="csX77" fmla="*/ 103913 w 438046"/>
                <a:gd name="csY77" fmla="*/ 110684 h 474569"/>
                <a:gd name="csX78" fmla="*/ 102362 w 438046"/>
                <a:gd name="csY78" fmla="*/ 90033 h 474569"/>
                <a:gd name="csX79" fmla="*/ 92203 w 438046"/>
                <a:gd name="csY79" fmla="*/ 66799 h 474569"/>
                <a:gd name="csX80" fmla="*/ 83568 w 438046"/>
                <a:gd name="csY80" fmla="*/ 60346 h 474569"/>
                <a:gd name="csX81" fmla="*/ 86838 w 438046"/>
                <a:gd name="csY81" fmla="*/ 69381 h 474569"/>
                <a:gd name="csX82" fmla="*/ 85111 w 438046"/>
                <a:gd name="csY82" fmla="*/ 70354 h 474569"/>
                <a:gd name="csX83" fmla="*/ 81250 w 438046"/>
                <a:gd name="csY83" fmla="*/ 58738 h 474569"/>
                <a:gd name="csX84" fmla="*/ 73693 w 438046"/>
                <a:gd name="csY84" fmla="*/ 39979 h 474569"/>
                <a:gd name="csX85" fmla="*/ 66850 w 438046"/>
                <a:gd name="csY85" fmla="*/ 27201 h 474569"/>
                <a:gd name="csX86" fmla="*/ 80920 w 438046"/>
                <a:gd name="csY86" fmla="*/ 44489 h 474569"/>
                <a:gd name="csX87" fmla="*/ 99162 w 438046"/>
                <a:gd name="csY87" fmla="*/ 64586 h 474569"/>
                <a:gd name="csX88" fmla="*/ 107565 w 438046"/>
                <a:gd name="csY88" fmla="*/ 86419 h 474569"/>
                <a:gd name="csX89" fmla="*/ 116108 w 438046"/>
                <a:gd name="csY89" fmla="*/ 138203 h 474569"/>
                <a:gd name="csX90" fmla="*/ 121060 w 438046"/>
                <a:gd name="csY90" fmla="*/ 151411 h 474569"/>
                <a:gd name="csX91" fmla="*/ 135828 w 438046"/>
                <a:gd name="csY91" fmla="*/ 169580 h 474569"/>
                <a:gd name="csX92" fmla="*/ 173747 w 438046"/>
                <a:gd name="csY92" fmla="*/ 217637 h 474569"/>
                <a:gd name="csX93" fmla="*/ 186052 w 438046"/>
                <a:gd name="csY93" fmla="*/ 237240 h 474569"/>
                <a:gd name="csX94" fmla="*/ 192809 w 438046"/>
                <a:gd name="csY94" fmla="*/ 259193 h 474569"/>
                <a:gd name="csX95" fmla="*/ 202887 w 438046"/>
                <a:gd name="csY95" fmla="*/ 280570 h 474569"/>
                <a:gd name="csX96" fmla="*/ 215434 w 438046"/>
                <a:gd name="csY96" fmla="*/ 294429 h 474569"/>
                <a:gd name="csX97" fmla="*/ 223898 w 438046"/>
                <a:gd name="csY97" fmla="*/ 302869 h 474569"/>
                <a:gd name="csX98" fmla="*/ 231639 w 438046"/>
                <a:gd name="csY98" fmla="*/ 310848 h 474569"/>
                <a:gd name="csX99" fmla="*/ 241066 w 438046"/>
                <a:gd name="csY99" fmla="*/ 319770 h 474569"/>
                <a:gd name="csX100" fmla="*/ 242388 w 438046"/>
                <a:gd name="csY100" fmla="*/ 323654 h 474569"/>
                <a:gd name="csX101" fmla="*/ 237225 w 438046"/>
                <a:gd name="csY101" fmla="*/ 324770 h 474569"/>
                <a:gd name="csX102" fmla="*/ 239807 w 438046"/>
                <a:gd name="csY102" fmla="*/ 327526 h 474569"/>
                <a:gd name="csX103" fmla="*/ 241743 w 438046"/>
                <a:gd name="csY103" fmla="*/ 330724 h 474569"/>
                <a:gd name="csX104" fmla="*/ 248333 w 438046"/>
                <a:gd name="csY104" fmla="*/ 333103 h 474569"/>
                <a:gd name="csX105" fmla="*/ 259724 w 438046"/>
                <a:gd name="csY105" fmla="*/ 335713 h 474569"/>
                <a:gd name="csX106" fmla="*/ 262612 w 438046"/>
                <a:gd name="csY106" fmla="*/ 335270 h 474569"/>
                <a:gd name="csX107" fmla="*/ 255739 w 438046"/>
                <a:gd name="csY107" fmla="*/ 330573 h 474569"/>
                <a:gd name="csX108" fmla="*/ 250133 w 438046"/>
                <a:gd name="csY108" fmla="*/ 327461 h 474569"/>
                <a:gd name="csX109" fmla="*/ 260301 w 438046"/>
                <a:gd name="csY109" fmla="*/ 328761 h 474569"/>
                <a:gd name="csX110" fmla="*/ 284960 w 438046"/>
                <a:gd name="csY110" fmla="*/ 330853 h 474569"/>
                <a:gd name="csX111" fmla="*/ 308115 w 438046"/>
                <a:gd name="csY111" fmla="*/ 337754 h 474569"/>
                <a:gd name="csX112" fmla="*/ 325378 w 438046"/>
                <a:gd name="csY112" fmla="*/ 347910 h 474569"/>
                <a:gd name="csX113" fmla="*/ 336932 w 438046"/>
                <a:gd name="csY113" fmla="*/ 355594 h 474569"/>
                <a:gd name="csX114" fmla="*/ 342564 w 438046"/>
                <a:gd name="csY114" fmla="*/ 364198 h 474569"/>
                <a:gd name="csX115" fmla="*/ 343743 w 438046"/>
                <a:gd name="csY115" fmla="*/ 371080 h 474569"/>
                <a:gd name="csX116" fmla="*/ 344358 w 438046"/>
                <a:gd name="csY116" fmla="*/ 373363 h 474569"/>
                <a:gd name="csX117" fmla="*/ 350269 w 438046"/>
                <a:gd name="csY117" fmla="*/ 376862 h 474569"/>
                <a:gd name="csX118" fmla="*/ 372627 w 438046"/>
                <a:gd name="csY118" fmla="*/ 380540 h 474569"/>
                <a:gd name="csX119" fmla="*/ 391189 w 438046"/>
                <a:gd name="csY119" fmla="*/ 378801 h 474569"/>
                <a:gd name="csX120" fmla="*/ 394232 w 438046"/>
                <a:gd name="csY120" fmla="*/ 388958 h 474569"/>
                <a:gd name="csX121" fmla="*/ 397318 w 438046"/>
                <a:gd name="csY121" fmla="*/ 403978 h 474569"/>
                <a:gd name="csX122" fmla="*/ 409224 w 438046"/>
                <a:gd name="csY122" fmla="*/ 419167 h 474569"/>
                <a:gd name="csX123" fmla="*/ 434929 w 438046"/>
                <a:gd name="csY123" fmla="*/ 450207 h 474569"/>
                <a:gd name="csX124" fmla="*/ 429332 w 438046"/>
                <a:gd name="csY124" fmla="*/ 469288 h 474569"/>
                <a:gd name="csX125" fmla="*/ 376412 w 438046"/>
                <a:gd name="csY125" fmla="*/ 474534 h 474569"/>
                <a:gd name="csX126" fmla="*/ 332739 w 438046"/>
                <a:gd name="csY126" fmla="*/ 469202 h 47456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438046" h="474569">
                  <a:moveTo>
                    <a:pt x="332739" y="469202"/>
                  </a:moveTo>
                  <a:cubicBezTo>
                    <a:pt x="332739" y="465869"/>
                    <a:pt x="329807" y="462843"/>
                    <a:pt x="324349" y="460541"/>
                  </a:cubicBezTo>
                  <a:cubicBezTo>
                    <a:pt x="319735" y="458594"/>
                    <a:pt x="311907" y="452795"/>
                    <a:pt x="306954" y="447652"/>
                  </a:cubicBezTo>
                  <a:cubicBezTo>
                    <a:pt x="299888" y="440316"/>
                    <a:pt x="298719" y="437828"/>
                    <a:pt x="301522" y="436095"/>
                  </a:cubicBezTo>
                  <a:cubicBezTo>
                    <a:pt x="305823" y="433437"/>
                    <a:pt x="303408" y="425621"/>
                    <a:pt x="298287" y="425621"/>
                  </a:cubicBezTo>
                  <a:cubicBezTo>
                    <a:pt x="296286" y="425621"/>
                    <a:pt x="293203" y="427364"/>
                    <a:pt x="291436" y="429493"/>
                  </a:cubicBezTo>
                  <a:cubicBezTo>
                    <a:pt x="289668" y="431623"/>
                    <a:pt x="286395" y="433365"/>
                    <a:pt x="284162" y="433365"/>
                  </a:cubicBezTo>
                  <a:cubicBezTo>
                    <a:pt x="281929" y="433365"/>
                    <a:pt x="276987" y="436349"/>
                    <a:pt x="273181" y="439996"/>
                  </a:cubicBezTo>
                  <a:cubicBezTo>
                    <a:pt x="256469" y="456007"/>
                    <a:pt x="233183" y="434749"/>
                    <a:pt x="246542" y="415677"/>
                  </a:cubicBezTo>
                  <a:cubicBezTo>
                    <a:pt x="250094" y="410606"/>
                    <a:pt x="250239" y="408115"/>
                    <a:pt x="247543" y="398488"/>
                  </a:cubicBezTo>
                  <a:cubicBezTo>
                    <a:pt x="243936" y="385603"/>
                    <a:pt x="241942" y="384354"/>
                    <a:pt x="227242" y="385770"/>
                  </a:cubicBezTo>
                  <a:cubicBezTo>
                    <a:pt x="221295" y="386343"/>
                    <a:pt x="216574" y="385678"/>
                    <a:pt x="216574" y="384267"/>
                  </a:cubicBezTo>
                  <a:cubicBezTo>
                    <a:pt x="216574" y="382875"/>
                    <a:pt x="214251" y="381736"/>
                    <a:pt x="211411" y="381736"/>
                  </a:cubicBezTo>
                  <a:cubicBezTo>
                    <a:pt x="208543" y="381736"/>
                    <a:pt x="206248" y="380015"/>
                    <a:pt x="206248" y="377864"/>
                  </a:cubicBezTo>
                  <a:cubicBezTo>
                    <a:pt x="206248" y="375735"/>
                    <a:pt x="203925" y="371669"/>
                    <a:pt x="201085" y="368829"/>
                  </a:cubicBezTo>
                  <a:cubicBezTo>
                    <a:pt x="198245" y="365990"/>
                    <a:pt x="195885" y="362214"/>
                    <a:pt x="195840" y="360439"/>
                  </a:cubicBezTo>
                  <a:cubicBezTo>
                    <a:pt x="195695" y="354744"/>
                    <a:pt x="189552" y="348821"/>
                    <a:pt x="179383" y="344572"/>
                  </a:cubicBezTo>
                  <a:cubicBezTo>
                    <a:pt x="165908" y="338942"/>
                    <a:pt x="164292" y="339301"/>
                    <a:pt x="166056" y="347532"/>
                  </a:cubicBezTo>
                  <a:cubicBezTo>
                    <a:pt x="167087" y="352339"/>
                    <a:pt x="165818" y="357500"/>
                    <a:pt x="162127" y="363514"/>
                  </a:cubicBezTo>
                  <a:lnTo>
                    <a:pt x="156676" y="372397"/>
                  </a:lnTo>
                  <a:lnTo>
                    <a:pt x="152333" y="366640"/>
                  </a:lnTo>
                  <a:cubicBezTo>
                    <a:pt x="148166" y="361115"/>
                    <a:pt x="147605" y="361043"/>
                    <a:pt x="138487" y="364853"/>
                  </a:cubicBezTo>
                  <a:cubicBezTo>
                    <a:pt x="129534" y="368594"/>
                    <a:pt x="128828" y="368535"/>
                    <a:pt x="126312" y="363833"/>
                  </a:cubicBezTo>
                  <a:cubicBezTo>
                    <a:pt x="124843" y="361088"/>
                    <a:pt x="123641" y="357116"/>
                    <a:pt x="123641" y="355006"/>
                  </a:cubicBezTo>
                  <a:cubicBezTo>
                    <a:pt x="123641" y="352823"/>
                    <a:pt x="120228" y="350420"/>
                    <a:pt x="115723" y="349430"/>
                  </a:cubicBezTo>
                  <a:cubicBezTo>
                    <a:pt x="105375" y="347157"/>
                    <a:pt x="103846" y="342362"/>
                    <a:pt x="110493" y="333027"/>
                  </a:cubicBezTo>
                  <a:cubicBezTo>
                    <a:pt x="113465" y="328853"/>
                    <a:pt x="115897" y="321952"/>
                    <a:pt x="115897" y="317692"/>
                  </a:cubicBezTo>
                  <a:cubicBezTo>
                    <a:pt x="115897" y="310844"/>
                    <a:pt x="117170" y="309543"/>
                    <a:pt x="126868" y="306474"/>
                  </a:cubicBezTo>
                  <a:cubicBezTo>
                    <a:pt x="141640" y="301799"/>
                    <a:pt x="142221" y="293818"/>
                    <a:pt x="128005" y="290864"/>
                  </a:cubicBezTo>
                  <a:cubicBezTo>
                    <a:pt x="113703" y="287893"/>
                    <a:pt x="108950" y="284662"/>
                    <a:pt x="107467" y="276906"/>
                  </a:cubicBezTo>
                  <a:cubicBezTo>
                    <a:pt x="105739" y="267867"/>
                    <a:pt x="117059" y="237363"/>
                    <a:pt x="125531" y="228226"/>
                  </a:cubicBezTo>
                  <a:cubicBezTo>
                    <a:pt x="130828" y="222513"/>
                    <a:pt x="131406" y="220702"/>
                    <a:pt x="128516" y="218872"/>
                  </a:cubicBezTo>
                  <a:cubicBezTo>
                    <a:pt x="126545" y="217624"/>
                    <a:pt x="123637" y="216585"/>
                    <a:pt x="122054" y="216563"/>
                  </a:cubicBezTo>
                  <a:cubicBezTo>
                    <a:pt x="120470" y="216541"/>
                    <a:pt x="116217" y="214197"/>
                    <a:pt x="112602" y="211354"/>
                  </a:cubicBezTo>
                  <a:cubicBezTo>
                    <a:pt x="105961" y="206129"/>
                    <a:pt x="97827" y="206711"/>
                    <a:pt x="97827" y="212411"/>
                  </a:cubicBezTo>
                  <a:cubicBezTo>
                    <a:pt x="97827" y="219059"/>
                    <a:pt x="92291" y="221313"/>
                    <a:pt x="87566" y="216588"/>
                  </a:cubicBezTo>
                  <a:cubicBezTo>
                    <a:pt x="85046" y="214068"/>
                    <a:pt x="81835" y="211570"/>
                    <a:pt x="80430" y="211038"/>
                  </a:cubicBezTo>
                  <a:cubicBezTo>
                    <a:pt x="78870" y="210447"/>
                    <a:pt x="78619" y="205549"/>
                    <a:pt x="79784" y="198453"/>
                  </a:cubicBezTo>
                  <a:cubicBezTo>
                    <a:pt x="80834" y="192064"/>
                    <a:pt x="81838" y="187787"/>
                    <a:pt x="82015" y="188949"/>
                  </a:cubicBezTo>
                  <a:cubicBezTo>
                    <a:pt x="82193" y="190110"/>
                    <a:pt x="85771" y="188616"/>
                    <a:pt x="89966" y="185629"/>
                  </a:cubicBezTo>
                  <a:cubicBezTo>
                    <a:pt x="98750" y="179374"/>
                    <a:pt x="98211" y="175668"/>
                    <a:pt x="87641" y="169636"/>
                  </a:cubicBezTo>
                  <a:cubicBezTo>
                    <a:pt x="82102" y="166474"/>
                    <a:pt x="79900" y="163069"/>
                    <a:pt x="79292" y="156728"/>
                  </a:cubicBezTo>
                  <a:cubicBezTo>
                    <a:pt x="78587" y="149374"/>
                    <a:pt x="77588" y="148238"/>
                    <a:pt x="72462" y="148956"/>
                  </a:cubicBezTo>
                  <a:cubicBezTo>
                    <a:pt x="65224" y="149970"/>
                    <a:pt x="56524" y="158137"/>
                    <a:pt x="56524" y="163920"/>
                  </a:cubicBezTo>
                  <a:cubicBezTo>
                    <a:pt x="56524" y="167347"/>
                    <a:pt x="55821" y="167525"/>
                    <a:pt x="52658" y="164900"/>
                  </a:cubicBezTo>
                  <a:cubicBezTo>
                    <a:pt x="49486" y="162267"/>
                    <a:pt x="47159" y="162936"/>
                    <a:pt x="39697" y="168628"/>
                  </a:cubicBezTo>
                  <a:cubicBezTo>
                    <a:pt x="34695" y="172443"/>
                    <a:pt x="28868" y="178212"/>
                    <a:pt x="26748" y="181448"/>
                  </a:cubicBezTo>
                  <a:cubicBezTo>
                    <a:pt x="24627" y="184684"/>
                    <a:pt x="19972" y="188663"/>
                    <a:pt x="16403" y="190289"/>
                  </a:cubicBezTo>
                  <a:cubicBezTo>
                    <a:pt x="10541" y="192960"/>
                    <a:pt x="9664" y="192592"/>
                    <a:pt x="7343" y="186486"/>
                  </a:cubicBezTo>
                  <a:cubicBezTo>
                    <a:pt x="5309" y="181137"/>
                    <a:pt x="5857" y="177888"/>
                    <a:pt x="9965" y="170925"/>
                  </a:cubicBezTo>
                  <a:lnTo>
                    <a:pt x="15158" y="162124"/>
                  </a:lnTo>
                  <a:lnTo>
                    <a:pt x="9381" y="159801"/>
                  </a:lnTo>
                  <a:cubicBezTo>
                    <a:pt x="5449" y="158219"/>
                    <a:pt x="4946" y="157425"/>
                    <a:pt x="7807" y="157314"/>
                  </a:cubicBezTo>
                  <a:cubicBezTo>
                    <a:pt x="10118" y="157224"/>
                    <a:pt x="13662" y="154662"/>
                    <a:pt x="15681" y="151621"/>
                  </a:cubicBezTo>
                  <a:cubicBezTo>
                    <a:pt x="18731" y="147026"/>
                    <a:pt x="20256" y="146574"/>
                    <a:pt x="24691" y="148948"/>
                  </a:cubicBezTo>
                  <a:cubicBezTo>
                    <a:pt x="31018" y="152334"/>
                    <a:pt x="33291" y="150668"/>
                    <a:pt x="33291" y="142643"/>
                  </a:cubicBezTo>
                  <a:cubicBezTo>
                    <a:pt x="33291" y="139397"/>
                    <a:pt x="34623" y="133817"/>
                    <a:pt x="36252" y="130243"/>
                  </a:cubicBezTo>
                  <a:cubicBezTo>
                    <a:pt x="38533" y="125236"/>
                    <a:pt x="38466" y="122844"/>
                    <a:pt x="35959" y="119824"/>
                  </a:cubicBezTo>
                  <a:cubicBezTo>
                    <a:pt x="34170" y="117668"/>
                    <a:pt x="31676" y="116540"/>
                    <a:pt x="30417" y="117319"/>
                  </a:cubicBezTo>
                  <a:cubicBezTo>
                    <a:pt x="29158" y="118097"/>
                    <a:pt x="28128" y="116844"/>
                    <a:pt x="28128" y="114535"/>
                  </a:cubicBezTo>
                  <a:cubicBezTo>
                    <a:pt x="28128" y="111463"/>
                    <a:pt x="26693" y="110792"/>
                    <a:pt x="22780" y="112034"/>
                  </a:cubicBezTo>
                  <a:cubicBezTo>
                    <a:pt x="15848" y="114234"/>
                    <a:pt x="7575" y="106991"/>
                    <a:pt x="9335" y="100263"/>
                  </a:cubicBezTo>
                  <a:cubicBezTo>
                    <a:pt x="10049" y="97533"/>
                    <a:pt x="8241" y="90709"/>
                    <a:pt x="5316" y="85099"/>
                  </a:cubicBezTo>
                  <a:lnTo>
                    <a:pt x="0" y="74899"/>
                  </a:lnTo>
                  <a:lnTo>
                    <a:pt x="5230" y="68250"/>
                  </a:lnTo>
                  <a:cubicBezTo>
                    <a:pt x="9068" y="63371"/>
                    <a:pt x="10012" y="59562"/>
                    <a:pt x="8777" y="53938"/>
                  </a:cubicBezTo>
                  <a:cubicBezTo>
                    <a:pt x="7655" y="48830"/>
                    <a:pt x="8449" y="44342"/>
                    <a:pt x="11157" y="40474"/>
                  </a:cubicBezTo>
                  <a:cubicBezTo>
                    <a:pt x="13392" y="37284"/>
                    <a:pt x="15221" y="32733"/>
                    <a:pt x="15221" y="30361"/>
                  </a:cubicBezTo>
                  <a:cubicBezTo>
                    <a:pt x="15221" y="27989"/>
                    <a:pt x="16963" y="25380"/>
                    <a:pt x="19093" y="24563"/>
                  </a:cubicBezTo>
                  <a:cubicBezTo>
                    <a:pt x="25297" y="22182"/>
                    <a:pt x="23642" y="18398"/>
                    <a:pt x="13331" y="11391"/>
                  </a:cubicBezTo>
                  <a:cubicBezTo>
                    <a:pt x="3467" y="4689"/>
                    <a:pt x="3713" y="3972"/>
                    <a:pt x="15610" y="4739"/>
                  </a:cubicBezTo>
                  <a:cubicBezTo>
                    <a:pt x="19374" y="4981"/>
                    <a:pt x="23217" y="3943"/>
                    <a:pt x="24152" y="2431"/>
                  </a:cubicBezTo>
                  <a:cubicBezTo>
                    <a:pt x="26872" y="-1970"/>
                    <a:pt x="29405" y="-932"/>
                    <a:pt x="42643" y="10008"/>
                  </a:cubicBezTo>
                  <a:cubicBezTo>
                    <a:pt x="49515" y="15687"/>
                    <a:pt x="56436" y="20333"/>
                    <a:pt x="58021" y="20333"/>
                  </a:cubicBezTo>
                  <a:cubicBezTo>
                    <a:pt x="61009" y="20333"/>
                    <a:pt x="65792" y="30450"/>
                    <a:pt x="76259" y="58909"/>
                  </a:cubicBezTo>
                  <a:cubicBezTo>
                    <a:pt x="79624" y="68058"/>
                    <a:pt x="84645" y="77957"/>
                    <a:pt x="87417" y="80908"/>
                  </a:cubicBezTo>
                  <a:cubicBezTo>
                    <a:pt x="90189" y="83859"/>
                    <a:pt x="95457" y="93799"/>
                    <a:pt x="99122" y="102996"/>
                  </a:cubicBezTo>
                  <a:cubicBezTo>
                    <a:pt x="103054" y="112863"/>
                    <a:pt x="105019" y="116015"/>
                    <a:pt x="103913" y="110684"/>
                  </a:cubicBezTo>
                  <a:cubicBezTo>
                    <a:pt x="102883" y="105715"/>
                    <a:pt x="102185" y="96422"/>
                    <a:pt x="102362" y="90033"/>
                  </a:cubicBezTo>
                  <a:cubicBezTo>
                    <a:pt x="102644" y="79863"/>
                    <a:pt x="101378" y="76968"/>
                    <a:pt x="92203" y="66799"/>
                  </a:cubicBezTo>
                  <a:cubicBezTo>
                    <a:pt x="86438" y="60410"/>
                    <a:pt x="82553" y="57506"/>
                    <a:pt x="83568" y="60346"/>
                  </a:cubicBezTo>
                  <a:cubicBezTo>
                    <a:pt x="84584" y="63185"/>
                    <a:pt x="86055" y="67251"/>
                    <a:pt x="86838" y="69381"/>
                  </a:cubicBezTo>
                  <a:cubicBezTo>
                    <a:pt x="87916" y="72315"/>
                    <a:pt x="87498" y="72550"/>
                    <a:pt x="85111" y="70354"/>
                  </a:cubicBezTo>
                  <a:cubicBezTo>
                    <a:pt x="83379" y="68760"/>
                    <a:pt x="81641" y="63533"/>
                    <a:pt x="81250" y="58738"/>
                  </a:cubicBezTo>
                  <a:cubicBezTo>
                    <a:pt x="80858" y="53943"/>
                    <a:pt x="77457" y="45502"/>
                    <a:pt x="73693" y="39979"/>
                  </a:cubicBezTo>
                  <a:cubicBezTo>
                    <a:pt x="69929" y="34457"/>
                    <a:pt x="66850" y="28707"/>
                    <a:pt x="66850" y="27201"/>
                  </a:cubicBezTo>
                  <a:cubicBezTo>
                    <a:pt x="66850" y="23517"/>
                    <a:pt x="69162" y="26358"/>
                    <a:pt x="80920" y="44489"/>
                  </a:cubicBezTo>
                  <a:cubicBezTo>
                    <a:pt x="86314" y="52805"/>
                    <a:pt x="94522" y="61849"/>
                    <a:pt x="99162" y="64586"/>
                  </a:cubicBezTo>
                  <a:cubicBezTo>
                    <a:pt x="108835" y="70294"/>
                    <a:pt x="111618" y="77524"/>
                    <a:pt x="107565" y="86419"/>
                  </a:cubicBezTo>
                  <a:cubicBezTo>
                    <a:pt x="104001" y="94242"/>
                    <a:pt x="108931" y="124125"/>
                    <a:pt x="116108" y="138203"/>
                  </a:cubicBezTo>
                  <a:cubicBezTo>
                    <a:pt x="118832" y="143545"/>
                    <a:pt x="121060" y="149489"/>
                    <a:pt x="121060" y="151411"/>
                  </a:cubicBezTo>
                  <a:cubicBezTo>
                    <a:pt x="121060" y="153333"/>
                    <a:pt x="127706" y="161509"/>
                    <a:pt x="135828" y="169580"/>
                  </a:cubicBezTo>
                  <a:cubicBezTo>
                    <a:pt x="153391" y="187033"/>
                    <a:pt x="164572" y="201203"/>
                    <a:pt x="173747" y="217637"/>
                  </a:cubicBezTo>
                  <a:cubicBezTo>
                    <a:pt x="177457" y="224283"/>
                    <a:pt x="182994" y="233104"/>
                    <a:pt x="186052" y="237240"/>
                  </a:cubicBezTo>
                  <a:cubicBezTo>
                    <a:pt x="189610" y="242051"/>
                    <a:pt x="192043" y="249958"/>
                    <a:pt x="192809" y="259193"/>
                  </a:cubicBezTo>
                  <a:cubicBezTo>
                    <a:pt x="193864" y="271919"/>
                    <a:pt x="195056" y="274447"/>
                    <a:pt x="202887" y="280570"/>
                  </a:cubicBezTo>
                  <a:cubicBezTo>
                    <a:pt x="207772" y="284389"/>
                    <a:pt x="213418" y="290626"/>
                    <a:pt x="215434" y="294429"/>
                  </a:cubicBezTo>
                  <a:cubicBezTo>
                    <a:pt x="217449" y="298233"/>
                    <a:pt x="221258" y="302031"/>
                    <a:pt x="223898" y="302869"/>
                  </a:cubicBezTo>
                  <a:cubicBezTo>
                    <a:pt x="226538" y="303707"/>
                    <a:pt x="230021" y="307297"/>
                    <a:pt x="231639" y="310848"/>
                  </a:cubicBezTo>
                  <a:cubicBezTo>
                    <a:pt x="233257" y="314399"/>
                    <a:pt x="237499" y="318413"/>
                    <a:pt x="241066" y="319770"/>
                  </a:cubicBezTo>
                  <a:cubicBezTo>
                    <a:pt x="248737" y="322686"/>
                    <a:pt x="249875" y="326030"/>
                    <a:pt x="242388" y="323654"/>
                  </a:cubicBezTo>
                  <a:cubicBezTo>
                    <a:pt x="239427" y="322714"/>
                    <a:pt x="237225" y="323190"/>
                    <a:pt x="237225" y="324770"/>
                  </a:cubicBezTo>
                  <a:cubicBezTo>
                    <a:pt x="237225" y="326286"/>
                    <a:pt x="238387" y="327526"/>
                    <a:pt x="239807" y="327526"/>
                  </a:cubicBezTo>
                  <a:cubicBezTo>
                    <a:pt x="241227" y="327526"/>
                    <a:pt x="242098" y="328965"/>
                    <a:pt x="241743" y="330724"/>
                  </a:cubicBezTo>
                  <a:cubicBezTo>
                    <a:pt x="241323" y="332806"/>
                    <a:pt x="243624" y="333637"/>
                    <a:pt x="248333" y="333103"/>
                  </a:cubicBezTo>
                  <a:cubicBezTo>
                    <a:pt x="252313" y="332652"/>
                    <a:pt x="257439" y="333827"/>
                    <a:pt x="259724" y="335713"/>
                  </a:cubicBezTo>
                  <a:cubicBezTo>
                    <a:pt x="263236" y="338612"/>
                    <a:pt x="263683" y="338543"/>
                    <a:pt x="262612" y="335270"/>
                  </a:cubicBezTo>
                  <a:cubicBezTo>
                    <a:pt x="261915" y="333141"/>
                    <a:pt x="258822" y="331027"/>
                    <a:pt x="255739" y="330573"/>
                  </a:cubicBezTo>
                  <a:cubicBezTo>
                    <a:pt x="252655" y="330119"/>
                    <a:pt x="250133" y="328719"/>
                    <a:pt x="250133" y="327461"/>
                  </a:cubicBezTo>
                  <a:cubicBezTo>
                    <a:pt x="250133" y="326203"/>
                    <a:pt x="254708" y="326788"/>
                    <a:pt x="260301" y="328761"/>
                  </a:cubicBezTo>
                  <a:cubicBezTo>
                    <a:pt x="266891" y="331086"/>
                    <a:pt x="275567" y="331822"/>
                    <a:pt x="284960" y="330853"/>
                  </a:cubicBezTo>
                  <a:cubicBezTo>
                    <a:pt x="298714" y="329433"/>
                    <a:pt x="299892" y="329784"/>
                    <a:pt x="308115" y="337754"/>
                  </a:cubicBezTo>
                  <a:cubicBezTo>
                    <a:pt x="312880" y="342373"/>
                    <a:pt x="320648" y="346943"/>
                    <a:pt x="325378" y="347910"/>
                  </a:cubicBezTo>
                  <a:cubicBezTo>
                    <a:pt x="330622" y="348983"/>
                    <a:pt x="335130" y="351981"/>
                    <a:pt x="336932" y="355594"/>
                  </a:cubicBezTo>
                  <a:cubicBezTo>
                    <a:pt x="338556" y="358853"/>
                    <a:pt x="341091" y="362725"/>
                    <a:pt x="342564" y="364198"/>
                  </a:cubicBezTo>
                  <a:cubicBezTo>
                    <a:pt x="344037" y="365671"/>
                    <a:pt x="344568" y="368768"/>
                    <a:pt x="343743" y="371080"/>
                  </a:cubicBezTo>
                  <a:cubicBezTo>
                    <a:pt x="342917" y="373391"/>
                    <a:pt x="343194" y="374419"/>
                    <a:pt x="344358" y="373363"/>
                  </a:cubicBezTo>
                  <a:cubicBezTo>
                    <a:pt x="345522" y="372307"/>
                    <a:pt x="348182" y="373882"/>
                    <a:pt x="350269" y="376862"/>
                  </a:cubicBezTo>
                  <a:cubicBezTo>
                    <a:pt x="353742" y="381821"/>
                    <a:pt x="355637" y="382132"/>
                    <a:pt x="372627" y="380540"/>
                  </a:cubicBezTo>
                  <a:lnTo>
                    <a:pt x="391189" y="378801"/>
                  </a:lnTo>
                  <a:lnTo>
                    <a:pt x="394232" y="388958"/>
                  </a:lnTo>
                  <a:cubicBezTo>
                    <a:pt x="395906" y="394544"/>
                    <a:pt x="397295" y="401303"/>
                    <a:pt x="397318" y="403978"/>
                  </a:cubicBezTo>
                  <a:cubicBezTo>
                    <a:pt x="397342" y="406653"/>
                    <a:pt x="402699" y="413488"/>
                    <a:pt x="409224" y="419167"/>
                  </a:cubicBezTo>
                  <a:cubicBezTo>
                    <a:pt x="427997" y="435508"/>
                    <a:pt x="431130" y="439291"/>
                    <a:pt x="434929" y="450207"/>
                  </a:cubicBezTo>
                  <a:cubicBezTo>
                    <a:pt x="439665" y="463816"/>
                    <a:pt x="439887" y="463061"/>
                    <a:pt x="429332" y="469288"/>
                  </a:cubicBezTo>
                  <a:cubicBezTo>
                    <a:pt x="420856" y="474289"/>
                    <a:pt x="416443" y="474727"/>
                    <a:pt x="376412" y="474534"/>
                  </a:cubicBezTo>
                  <a:cubicBezTo>
                    <a:pt x="334645" y="474334"/>
                    <a:pt x="332739" y="474101"/>
                    <a:pt x="332739" y="469202"/>
                  </a:cubicBezTo>
                  <a:close/>
                </a:path>
              </a:pathLst>
            </a:custGeom>
            <a:solidFill>
              <a:srgbClr val="B9B9B9"/>
            </a:solidFill>
            <a:ln w="5163" cap="flat">
              <a:noFill/>
              <a:prstDash val="solid"/>
              <a:miter/>
            </a:ln>
          </p:spPr>
          <p:txBody>
            <a:bodyPr/>
            <a:lstStyle/>
            <a:p>
              <a:endParaRPr lang="es-419" noProof="0" dirty="0"/>
            </a:p>
          </p:txBody>
        </p:sp>
        <p:sp>
          <p:nvSpPr>
            <p:cNvPr id="77" name="Forma libre: forma 76">
              <a:extLst>
                <a:ext uri="{FF2B5EF4-FFF2-40B4-BE49-F238E27FC236}">
                  <a16:creationId xmlns:a16="http://schemas.microsoft.com/office/drawing/2014/main" id="{3AD49801-7A03-BB67-F36A-49272693091D}"/>
                </a:ext>
              </a:extLst>
            </p:cNvPr>
            <p:cNvSpPr/>
            <p:nvPr/>
          </p:nvSpPr>
          <p:spPr>
            <a:xfrm>
              <a:off x="1730874" y="2149721"/>
              <a:ext cx="4491" cy="9472"/>
            </a:xfrm>
            <a:custGeom>
              <a:avLst/>
              <a:gdLst>
                <a:gd name="csX0" fmla="*/ 480 w 4491"/>
                <a:gd name="csY0" fmla="*/ 6821 h 9472"/>
                <a:gd name="csX1" fmla="*/ 1619 w 4491"/>
                <a:gd name="csY1" fmla="*/ 1142 h 9472"/>
                <a:gd name="csX2" fmla="*/ 4491 w 4491"/>
                <a:gd name="csY2" fmla="*/ 3948 h 9472"/>
                <a:gd name="csX3" fmla="*/ 480 w 4491"/>
                <a:gd name="csY3" fmla="*/ 6821 h 9472"/>
              </a:gdLst>
              <a:ahLst/>
              <a:cxnLst>
                <a:cxn ang="0">
                  <a:pos x="csX0" y="csY0"/>
                </a:cxn>
                <a:cxn ang="0">
                  <a:pos x="csX1" y="csY1"/>
                </a:cxn>
                <a:cxn ang="0">
                  <a:pos x="csX2" y="csY2"/>
                </a:cxn>
                <a:cxn ang="0">
                  <a:pos x="csX3" y="csY3"/>
                </a:cxn>
              </a:cxnLst>
              <a:rect l="l" t="t" r="r" b="b"/>
              <a:pathLst>
                <a:path w="4491" h="9472">
                  <a:moveTo>
                    <a:pt x="480" y="6821"/>
                  </a:moveTo>
                  <a:cubicBezTo>
                    <a:pt x="-474" y="5277"/>
                    <a:pt x="39" y="2722"/>
                    <a:pt x="1619" y="1142"/>
                  </a:cubicBezTo>
                  <a:cubicBezTo>
                    <a:pt x="3728" y="-968"/>
                    <a:pt x="4491" y="-222"/>
                    <a:pt x="4491" y="3948"/>
                  </a:cubicBezTo>
                  <a:cubicBezTo>
                    <a:pt x="4491" y="10181"/>
                    <a:pt x="3150" y="11141"/>
                    <a:pt x="480" y="6821"/>
                  </a:cubicBezTo>
                  <a:close/>
                </a:path>
              </a:pathLst>
            </a:custGeom>
            <a:solidFill>
              <a:srgbClr val="00C100"/>
            </a:solidFill>
            <a:ln w="5163" cap="flat">
              <a:noFill/>
              <a:prstDash val="solid"/>
              <a:miter/>
            </a:ln>
          </p:spPr>
          <p:txBody>
            <a:bodyPr/>
            <a:lstStyle/>
            <a:p>
              <a:endParaRPr lang="es-419" noProof="0" dirty="0"/>
            </a:p>
          </p:txBody>
        </p:sp>
      </p:grpSp>
      <p:grpSp>
        <p:nvGrpSpPr>
          <p:cNvPr id="78" name="Gráfico 39">
            <a:extLst>
              <a:ext uri="{FF2B5EF4-FFF2-40B4-BE49-F238E27FC236}">
                <a16:creationId xmlns:a16="http://schemas.microsoft.com/office/drawing/2014/main" id="{C074A2E0-F63D-A198-2B93-5C9ED52C34DD}"/>
              </a:ext>
            </a:extLst>
          </p:cNvPr>
          <p:cNvGrpSpPr/>
          <p:nvPr/>
        </p:nvGrpSpPr>
        <p:grpSpPr>
          <a:xfrm>
            <a:off x="2429776" y="2092540"/>
            <a:ext cx="224135" cy="371419"/>
            <a:chOff x="2429776" y="2092540"/>
            <a:chExt cx="224135" cy="371419"/>
          </a:xfrm>
          <a:solidFill>
            <a:srgbClr val="B9B9B9"/>
          </a:solidFill>
        </p:grpSpPr>
        <p:sp>
          <p:nvSpPr>
            <p:cNvPr id="79" name="Forma libre: forma 78">
              <a:extLst>
                <a:ext uri="{FF2B5EF4-FFF2-40B4-BE49-F238E27FC236}">
                  <a16:creationId xmlns:a16="http://schemas.microsoft.com/office/drawing/2014/main" id="{9252EEAE-3DC6-1ECD-8CE1-C7753B325924}"/>
                </a:ext>
              </a:extLst>
            </p:cNvPr>
            <p:cNvSpPr/>
            <p:nvPr/>
          </p:nvSpPr>
          <p:spPr>
            <a:xfrm>
              <a:off x="2429776" y="2092540"/>
              <a:ext cx="213820" cy="371419"/>
            </a:xfrm>
            <a:custGeom>
              <a:avLst/>
              <a:gdLst>
                <a:gd name="csX0" fmla="*/ 16950 w 213820"/>
                <a:gd name="csY0" fmla="*/ 360449 h 371419"/>
                <a:gd name="csX1" fmla="*/ 11453 w 213820"/>
                <a:gd name="csY1" fmla="*/ 297848 h 371419"/>
                <a:gd name="csX2" fmla="*/ 3696 w 213820"/>
                <a:gd name="csY2" fmla="*/ 222369 h 371419"/>
                <a:gd name="csX3" fmla="*/ 0 w 213820"/>
                <a:gd name="csY3" fmla="*/ 197274 h 371419"/>
                <a:gd name="csX4" fmla="*/ 19120 w 213820"/>
                <a:gd name="csY4" fmla="*/ 182403 h 371419"/>
                <a:gd name="csX5" fmla="*/ 138310 w 213820"/>
                <a:gd name="csY5" fmla="*/ 92657 h 371419"/>
                <a:gd name="csX6" fmla="*/ 152643 w 213820"/>
                <a:gd name="csY6" fmla="*/ 35441 h 371419"/>
                <a:gd name="csX7" fmla="*/ 150658 w 213820"/>
                <a:gd name="csY7" fmla="*/ 20853 h 371419"/>
                <a:gd name="csX8" fmla="*/ 160369 w 213820"/>
                <a:gd name="csY8" fmla="*/ 19300 h 371419"/>
                <a:gd name="csX9" fmla="*/ 171671 w 213820"/>
                <a:gd name="csY9" fmla="*/ 15173 h 371419"/>
                <a:gd name="csX10" fmla="*/ 158173 w 213820"/>
                <a:gd name="csY10" fmla="*/ 10308 h 371419"/>
                <a:gd name="csX11" fmla="*/ 132945 w 213820"/>
                <a:gd name="csY11" fmla="*/ 8975 h 371419"/>
                <a:gd name="csX12" fmla="*/ 120037 w 213820"/>
                <a:gd name="csY12" fmla="*/ 5453 h 371419"/>
                <a:gd name="csX13" fmla="*/ 136817 w 213820"/>
                <a:gd name="csY13" fmla="*/ 5689 h 371419"/>
                <a:gd name="csX14" fmla="*/ 168222 w 213820"/>
                <a:gd name="csY14" fmla="*/ 2321 h 371419"/>
                <a:gd name="csX15" fmla="*/ 193336 w 213820"/>
                <a:gd name="csY15" fmla="*/ 5657 h 371419"/>
                <a:gd name="csX16" fmla="*/ 207546 w 213820"/>
                <a:gd name="csY16" fmla="*/ 12598 h 371419"/>
                <a:gd name="csX17" fmla="*/ 213132 w 213820"/>
                <a:gd name="csY17" fmla="*/ 30004 h 371419"/>
                <a:gd name="csX18" fmla="*/ 187630 w 213820"/>
                <a:gd name="csY18" fmla="*/ 96831 h 371419"/>
                <a:gd name="csX19" fmla="*/ 176562 w 213820"/>
                <a:gd name="csY19" fmla="*/ 115211 h 371419"/>
                <a:gd name="csX20" fmla="*/ 172870 w 213820"/>
                <a:gd name="csY20" fmla="*/ 123601 h 371419"/>
                <a:gd name="csX21" fmla="*/ 166261 w 213820"/>
                <a:gd name="csY21" fmla="*/ 157642 h 371419"/>
                <a:gd name="csX22" fmla="*/ 166219 w 213820"/>
                <a:gd name="csY22" fmla="*/ 169421 h 371419"/>
                <a:gd name="csX23" fmla="*/ 156436 w 213820"/>
                <a:gd name="csY23" fmla="*/ 177166 h 371419"/>
                <a:gd name="csX24" fmla="*/ 152486 w 213820"/>
                <a:gd name="csY24" fmla="*/ 184910 h 371419"/>
                <a:gd name="csX25" fmla="*/ 149724 w 213820"/>
                <a:gd name="csY25" fmla="*/ 180392 h 371419"/>
                <a:gd name="csX26" fmla="*/ 150673 w 213820"/>
                <a:gd name="csY26" fmla="*/ 190434 h 371419"/>
                <a:gd name="csX27" fmla="*/ 157540 w 213820"/>
                <a:gd name="csY27" fmla="*/ 189342 h 371419"/>
                <a:gd name="csX28" fmla="*/ 164336 w 213820"/>
                <a:gd name="csY28" fmla="*/ 186648 h 371419"/>
                <a:gd name="csX29" fmla="*/ 167794 w 213820"/>
                <a:gd name="csY29" fmla="*/ 183969 h 371419"/>
                <a:gd name="csX30" fmla="*/ 171021 w 213820"/>
                <a:gd name="csY30" fmla="*/ 181048 h 371419"/>
                <a:gd name="csX31" fmla="*/ 159467 w 213820"/>
                <a:gd name="csY31" fmla="*/ 208029 h 371419"/>
                <a:gd name="csX32" fmla="*/ 153370 w 213820"/>
                <a:gd name="csY32" fmla="*/ 220699 h 371419"/>
                <a:gd name="csX33" fmla="*/ 158583 w 213820"/>
                <a:gd name="csY33" fmla="*/ 221050 h 371419"/>
                <a:gd name="csX34" fmla="*/ 167434 w 213820"/>
                <a:gd name="csY34" fmla="*/ 216533 h 371419"/>
                <a:gd name="csX35" fmla="*/ 167794 w 213820"/>
                <a:gd name="csY35" fmla="*/ 224277 h 371419"/>
                <a:gd name="csX36" fmla="*/ 162477 w 213820"/>
                <a:gd name="csY36" fmla="*/ 240411 h 371419"/>
                <a:gd name="csX37" fmla="*/ 159980 w 213820"/>
                <a:gd name="csY37" fmla="*/ 264290 h 371419"/>
                <a:gd name="csX38" fmla="*/ 154702 w 213820"/>
                <a:gd name="csY38" fmla="*/ 297848 h 371419"/>
                <a:gd name="csX39" fmla="*/ 147143 w 213820"/>
                <a:gd name="csY39" fmla="*/ 319016 h 371419"/>
                <a:gd name="csX40" fmla="*/ 144561 w 213820"/>
                <a:gd name="csY40" fmla="*/ 314628 h 371419"/>
                <a:gd name="csX41" fmla="*/ 142397 w 213820"/>
                <a:gd name="csY41" fmla="*/ 312692 h 371419"/>
                <a:gd name="csX42" fmla="*/ 133654 w 213820"/>
                <a:gd name="csY42" fmla="*/ 296518 h 371419"/>
                <a:gd name="csX43" fmla="*/ 127870 w 213820"/>
                <a:gd name="csY43" fmla="*/ 279915 h 371419"/>
                <a:gd name="csX44" fmla="*/ 129246 w 213820"/>
                <a:gd name="csY44" fmla="*/ 255255 h 371419"/>
                <a:gd name="csX45" fmla="*/ 125242 w 213820"/>
                <a:gd name="csY45" fmla="*/ 260285 h 371419"/>
                <a:gd name="csX46" fmla="*/ 118479 w 213820"/>
                <a:gd name="csY46" fmla="*/ 266956 h 371419"/>
                <a:gd name="csX47" fmla="*/ 115990 w 213820"/>
                <a:gd name="csY47" fmla="*/ 271823 h 371419"/>
                <a:gd name="csX48" fmla="*/ 103625 w 213820"/>
                <a:gd name="csY48" fmla="*/ 299151 h 371419"/>
                <a:gd name="csX49" fmla="*/ 93086 w 213820"/>
                <a:gd name="csY49" fmla="*/ 304140 h 371419"/>
                <a:gd name="csX50" fmla="*/ 86910 w 213820"/>
                <a:gd name="csY50" fmla="*/ 313522 h 371419"/>
                <a:gd name="csX51" fmla="*/ 79326 w 213820"/>
                <a:gd name="csY51" fmla="*/ 328399 h 371419"/>
                <a:gd name="csX52" fmla="*/ 69895 w 213820"/>
                <a:gd name="csY52" fmla="*/ 347747 h 371419"/>
                <a:gd name="csX53" fmla="*/ 51629 w 213820"/>
                <a:gd name="csY53" fmla="*/ 357222 h 371419"/>
                <a:gd name="csX54" fmla="*/ 36622 w 213820"/>
                <a:gd name="csY54" fmla="*/ 363051 h 371419"/>
                <a:gd name="csX55" fmla="*/ 27100 w 213820"/>
                <a:gd name="csY55" fmla="*/ 371420 h 371419"/>
                <a:gd name="csX56" fmla="*/ 16950 w 213820"/>
                <a:gd name="csY56" fmla="*/ 360449 h 3714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Lst>
              <a:rect l="l" t="t" r="r" b="b"/>
              <a:pathLst>
                <a:path w="213820" h="371419">
                  <a:moveTo>
                    <a:pt x="16950" y="360449"/>
                  </a:moveTo>
                  <a:cubicBezTo>
                    <a:pt x="16160" y="354414"/>
                    <a:pt x="13687" y="326244"/>
                    <a:pt x="11453" y="297848"/>
                  </a:cubicBezTo>
                  <a:cubicBezTo>
                    <a:pt x="9219" y="269452"/>
                    <a:pt x="5728" y="235487"/>
                    <a:pt x="3696" y="222369"/>
                  </a:cubicBezTo>
                  <a:cubicBezTo>
                    <a:pt x="1663" y="209251"/>
                    <a:pt x="0" y="197958"/>
                    <a:pt x="0" y="197274"/>
                  </a:cubicBezTo>
                  <a:cubicBezTo>
                    <a:pt x="0" y="196590"/>
                    <a:pt x="8604" y="189898"/>
                    <a:pt x="19120" y="182403"/>
                  </a:cubicBezTo>
                  <a:cubicBezTo>
                    <a:pt x="45138" y="163860"/>
                    <a:pt x="131668" y="98706"/>
                    <a:pt x="138310" y="92657"/>
                  </a:cubicBezTo>
                  <a:cubicBezTo>
                    <a:pt x="147047" y="84700"/>
                    <a:pt x="155017" y="52884"/>
                    <a:pt x="152643" y="35441"/>
                  </a:cubicBezTo>
                  <a:lnTo>
                    <a:pt x="150658" y="20853"/>
                  </a:lnTo>
                  <a:lnTo>
                    <a:pt x="160369" y="19300"/>
                  </a:lnTo>
                  <a:cubicBezTo>
                    <a:pt x="165710" y="18446"/>
                    <a:pt x="170796" y="16589"/>
                    <a:pt x="171671" y="15173"/>
                  </a:cubicBezTo>
                  <a:cubicBezTo>
                    <a:pt x="174939" y="9885"/>
                    <a:pt x="170188" y="8173"/>
                    <a:pt x="158173" y="10308"/>
                  </a:cubicBezTo>
                  <a:cubicBezTo>
                    <a:pt x="149606" y="11830"/>
                    <a:pt x="141919" y="11424"/>
                    <a:pt x="132945" y="8975"/>
                  </a:cubicBezTo>
                  <a:lnTo>
                    <a:pt x="120037" y="5453"/>
                  </a:lnTo>
                  <a:lnTo>
                    <a:pt x="136817" y="5689"/>
                  </a:lnTo>
                  <a:cubicBezTo>
                    <a:pt x="146045" y="5819"/>
                    <a:pt x="160178" y="4304"/>
                    <a:pt x="168222" y="2321"/>
                  </a:cubicBezTo>
                  <a:cubicBezTo>
                    <a:pt x="182583" y="-1218"/>
                    <a:pt x="183037" y="-1158"/>
                    <a:pt x="193336" y="5657"/>
                  </a:cubicBezTo>
                  <a:cubicBezTo>
                    <a:pt x="199104" y="9475"/>
                    <a:pt x="205499" y="12598"/>
                    <a:pt x="207546" y="12598"/>
                  </a:cubicBezTo>
                  <a:cubicBezTo>
                    <a:pt x="210236" y="12598"/>
                    <a:pt x="211785" y="17427"/>
                    <a:pt x="213132" y="30004"/>
                  </a:cubicBezTo>
                  <a:cubicBezTo>
                    <a:pt x="216062" y="57367"/>
                    <a:pt x="210014" y="73217"/>
                    <a:pt x="187630" y="96831"/>
                  </a:cubicBezTo>
                  <a:cubicBezTo>
                    <a:pt x="182422" y="102326"/>
                    <a:pt x="177441" y="110596"/>
                    <a:pt x="176562" y="115211"/>
                  </a:cubicBezTo>
                  <a:cubicBezTo>
                    <a:pt x="175683" y="119825"/>
                    <a:pt x="174022" y="123601"/>
                    <a:pt x="172870" y="123601"/>
                  </a:cubicBezTo>
                  <a:cubicBezTo>
                    <a:pt x="168512" y="123601"/>
                    <a:pt x="164964" y="141879"/>
                    <a:pt x="166261" y="157642"/>
                  </a:cubicBezTo>
                  <a:cubicBezTo>
                    <a:pt x="166999" y="166605"/>
                    <a:pt x="166980" y="171906"/>
                    <a:pt x="166219" y="169421"/>
                  </a:cubicBezTo>
                  <a:cubicBezTo>
                    <a:pt x="163842" y="161666"/>
                    <a:pt x="160352" y="164428"/>
                    <a:pt x="156436" y="177166"/>
                  </a:cubicBezTo>
                  <a:cubicBezTo>
                    <a:pt x="154362" y="183910"/>
                    <a:pt x="152584" y="187395"/>
                    <a:pt x="152486" y="184910"/>
                  </a:cubicBezTo>
                  <a:cubicBezTo>
                    <a:pt x="152387" y="182425"/>
                    <a:pt x="151144" y="180392"/>
                    <a:pt x="149724" y="180392"/>
                  </a:cubicBezTo>
                  <a:cubicBezTo>
                    <a:pt x="145947" y="180392"/>
                    <a:pt x="146574" y="187032"/>
                    <a:pt x="150673" y="190434"/>
                  </a:cubicBezTo>
                  <a:cubicBezTo>
                    <a:pt x="153362" y="192666"/>
                    <a:pt x="154997" y="192406"/>
                    <a:pt x="157540" y="189342"/>
                  </a:cubicBezTo>
                  <a:cubicBezTo>
                    <a:pt x="159375" y="187130"/>
                    <a:pt x="162434" y="185918"/>
                    <a:pt x="164336" y="186648"/>
                  </a:cubicBezTo>
                  <a:cubicBezTo>
                    <a:pt x="166311" y="187405"/>
                    <a:pt x="167794" y="186256"/>
                    <a:pt x="167794" y="183969"/>
                  </a:cubicBezTo>
                  <a:cubicBezTo>
                    <a:pt x="167794" y="181765"/>
                    <a:pt x="169246" y="180451"/>
                    <a:pt x="171021" y="181048"/>
                  </a:cubicBezTo>
                  <a:cubicBezTo>
                    <a:pt x="178588" y="183594"/>
                    <a:pt x="167396" y="209728"/>
                    <a:pt x="159467" y="208029"/>
                  </a:cubicBezTo>
                  <a:cubicBezTo>
                    <a:pt x="155365" y="207150"/>
                    <a:pt x="151352" y="215489"/>
                    <a:pt x="153370" y="220699"/>
                  </a:cubicBezTo>
                  <a:cubicBezTo>
                    <a:pt x="155154" y="225305"/>
                    <a:pt x="155436" y="225324"/>
                    <a:pt x="158583" y="221050"/>
                  </a:cubicBezTo>
                  <a:cubicBezTo>
                    <a:pt x="160413" y="218566"/>
                    <a:pt x="164395" y="216533"/>
                    <a:pt x="167434" y="216533"/>
                  </a:cubicBezTo>
                  <a:cubicBezTo>
                    <a:pt x="174275" y="216533"/>
                    <a:pt x="174331" y="217740"/>
                    <a:pt x="167794" y="224277"/>
                  </a:cubicBezTo>
                  <a:cubicBezTo>
                    <a:pt x="164323" y="227748"/>
                    <a:pt x="162581" y="233035"/>
                    <a:pt x="162477" y="240411"/>
                  </a:cubicBezTo>
                  <a:cubicBezTo>
                    <a:pt x="162393" y="246445"/>
                    <a:pt x="161269" y="257191"/>
                    <a:pt x="159980" y="264290"/>
                  </a:cubicBezTo>
                  <a:cubicBezTo>
                    <a:pt x="158691" y="271389"/>
                    <a:pt x="156316" y="286490"/>
                    <a:pt x="154702" y="297848"/>
                  </a:cubicBezTo>
                  <a:cubicBezTo>
                    <a:pt x="152051" y="316511"/>
                    <a:pt x="147143" y="330254"/>
                    <a:pt x="147143" y="319016"/>
                  </a:cubicBezTo>
                  <a:cubicBezTo>
                    <a:pt x="147143" y="316603"/>
                    <a:pt x="145981" y="314628"/>
                    <a:pt x="144561" y="314628"/>
                  </a:cubicBezTo>
                  <a:cubicBezTo>
                    <a:pt x="143141" y="314628"/>
                    <a:pt x="142167" y="313757"/>
                    <a:pt x="142397" y="312692"/>
                  </a:cubicBezTo>
                  <a:cubicBezTo>
                    <a:pt x="143282" y="308582"/>
                    <a:pt x="136781" y="296556"/>
                    <a:pt x="133654" y="296518"/>
                  </a:cubicBezTo>
                  <a:cubicBezTo>
                    <a:pt x="125264" y="296417"/>
                    <a:pt x="123998" y="292782"/>
                    <a:pt x="127870" y="279915"/>
                  </a:cubicBezTo>
                  <a:cubicBezTo>
                    <a:pt x="132191" y="265558"/>
                    <a:pt x="132766" y="255255"/>
                    <a:pt x="129246" y="255255"/>
                  </a:cubicBezTo>
                  <a:cubicBezTo>
                    <a:pt x="127923" y="255255"/>
                    <a:pt x="126121" y="257518"/>
                    <a:pt x="125242" y="260285"/>
                  </a:cubicBezTo>
                  <a:cubicBezTo>
                    <a:pt x="124364" y="263052"/>
                    <a:pt x="121321" y="266054"/>
                    <a:pt x="118479" y="266956"/>
                  </a:cubicBezTo>
                  <a:cubicBezTo>
                    <a:pt x="114695" y="268157"/>
                    <a:pt x="114029" y="269460"/>
                    <a:pt x="115990" y="271823"/>
                  </a:cubicBezTo>
                  <a:cubicBezTo>
                    <a:pt x="120178" y="276868"/>
                    <a:pt x="111817" y="295346"/>
                    <a:pt x="103625" y="299151"/>
                  </a:cubicBezTo>
                  <a:cubicBezTo>
                    <a:pt x="99874" y="300894"/>
                    <a:pt x="95131" y="303139"/>
                    <a:pt x="93086" y="304140"/>
                  </a:cubicBezTo>
                  <a:cubicBezTo>
                    <a:pt x="91041" y="305142"/>
                    <a:pt x="88261" y="309364"/>
                    <a:pt x="86910" y="313522"/>
                  </a:cubicBezTo>
                  <a:cubicBezTo>
                    <a:pt x="85558" y="317680"/>
                    <a:pt x="82145" y="324374"/>
                    <a:pt x="79326" y="328399"/>
                  </a:cubicBezTo>
                  <a:cubicBezTo>
                    <a:pt x="76507" y="332423"/>
                    <a:pt x="72263" y="341130"/>
                    <a:pt x="69895" y="347747"/>
                  </a:cubicBezTo>
                  <a:cubicBezTo>
                    <a:pt x="65145" y="361024"/>
                    <a:pt x="59224" y="364095"/>
                    <a:pt x="51629" y="357222"/>
                  </a:cubicBezTo>
                  <a:cubicBezTo>
                    <a:pt x="44314" y="350602"/>
                    <a:pt x="37572" y="353221"/>
                    <a:pt x="36622" y="363051"/>
                  </a:cubicBezTo>
                  <a:cubicBezTo>
                    <a:pt x="35885" y="370676"/>
                    <a:pt x="35039" y="371420"/>
                    <a:pt x="27100" y="371420"/>
                  </a:cubicBezTo>
                  <a:cubicBezTo>
                    <a:pt x="18795" y="371420"/>
                    <a:pt x="18319" y="370905"/>
                    <a:pt x="16950" y="360449"/>
                  </a:cubicBezTo>
                  <a:close/>
                </a:path>
              </a:pathLst>
            </a:custGeom>
            <a:solidFill>
              <a:srgbClr val="B9B9B9"/>
            </a:solidFill>
            <a:ln w="5163" cap="flat">
              <a:noFill/>
              <a:prstDash val="solid"/>
              <a:miter/>
            </a:ln>
          </p:spPr>
          <p:txBody>
            <a:bodyPr/>
            <a:lstStyle/>
            <a:p>
              <a:endParaRPr lang="es-419" noProof="0" dirty="0"/>
            </a:p>
          </p:txBody>
        </p:sp>
        <p:sp>
          <p:nvSpPr>
            <p:cNvPr id="80" name="Forma libre: forma 79">
              <a:extLst>
                <a:ext uri="{FF2B5EF4-FFF2-40B4-BE49-F238E27FC236}">
                  <a16:creationId xmlns:a16="http://schemas.microsoft.com/office/drawing/2014/main" id="{C464577F-B5C9-5E38-039E-8935B158A0FB}"/>
                </a:ext>
              </a:extLst>
            </p:cNvPr>
            <p:cNvSpPr/>
            <p:nvPr/>
          </p:nvSpPr>
          <p:spPr>
            <a:xfrm>
              <a:off x="2598432" y="2301328"/>
              <a:ext cx="4301" cy="5162"/>
            </a:xfrm>
            <a:custGeom>
              <a:avLst/>
              <a:gdLst>
                <a:gd name="csX0" fmla="*/ 429 w 4301"/>
                <a:gd name="csY0" fmla="*/ 2581 h 5162"/>
                <a:gd name="csX1" fmla="*/ 1567 w 4301"/>
                <a:gd name="csY1" fmla="*/ 0 h 5162"/>
                <a:gd name="csX2" fmla="*/ 4301 w 4301"/>
                <a:gd name="csY2" fmla="*/ 2581 h 5162"/>
                <a:gd name="csX3" fmla="*/ 3163 w 4301"/>
                <a:gd name="csY3" fmla="*/ 5163 h 5162"/>
                <a:gd name="csX4" fmla="*/ 429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429" y="2581"/>
                  </a:moveTo>
                  <a:cubicBezTo>
                    <a:pt x="-448" y="1162"/>
                    <a:pt x="64" y="0"/>
                    <a:pt x="1567" y="0"/>
                  </a:cubicBezTo>
                  <a:cubicBezTo>
                    <a:pt x="3071" y="0"/>
                    <a:pt x="4301" y="1162"/>
                    <a:pt x="4301" y="2581"/>
                  </a:cubicBezTo>
                  <a:cubicBezTo>
                    <a:pt x="4301" y="4001"/>
                    <a:pt x="3789" y="5163"/>
                    <a:pt x="3163" y="5163"/>
                  </a:cubicBezTo>
                  <a:cubicBezTo>
                    <a:pt x="2537" y="5163"/>
                    <a:pt x="1307" y="4001"/>
                    <a:pt x="429" y="2581"/>
                  </a:cubicBezTo>
                  <a:close/>
                </a:path>
              </a:pathLst>
            </a:custGeom>
            <a:solidFill>
              <a:srgbClr val="B9B9B9"/>
            </a:solidFill>
            <a:ln w="5163" cap="flat">
              <a:noFill/>
              <a:prstDash val="solid"/>
              <a:miter/>
            </a:ln>
          </p:spPr>
          <p:txBody>
            <a:bodyPr/>
            <a:lstStyle/>
            <a:p>
              <a:endParaRPr lang="es-419" noProof="0" dirty="0"/>
            </a:p>
          </p:txBody>
        </p:sp>
        <p:sp>
          <p:nvSpPr>
            <p:cNvPr id="81" name="Forma libre: forma 80">
              <a:extLst>
                <a:ext uri="{FF2B5EF4-FFF2-40B4-BE49-F238E27FC236}">
                  <a16:creationId xmlns:a16="http://schemas.microsoft.com/office/drawing/2014/main" id="{39DFAABA-C670-E4C9-C36E-233CFAF9EBF6}"/>
                </a:ext>
              </a:extLst>
            </p:cNvPr>
            <p:cNvSpPr/>
            <p:nvPr/>
          </p:nvSpPr>
          <p:spPr>
            <a:xfrm>
              <a:off x="2631714" y="2178527"/>
              <a:ext cx="22197" cy="31992"/>
            </a:xfrm>
            <a:custGeom>
              <a:avLst/>
              <a:gdLst>
                <a:gd name="csX0" fmla="*/ 471 w 22197"/>
                <a:gd name="csY0" fmla="*/ 28899 h 31992"/>
                <a:gd name="csX1" fmla="*/ 9355 w 22197"/>
                <a:gd name="csY1" fmla="*/ 4976 h 31992"/>
                <a:gd name="csX2" fmla="*/ 18130 w 22197"/>
                <a:gd name="csY2" fmla="*/ 1262 h 31992"/>
                <a:gd name="csX3" fmla="*/ 15361 w 22197"/>
                <a:gd name="csY3" fmla="*/ 16772 h 31992"/>
                <a:gd name="csX4" fmla="*/ 471 w 22197"/>
                <a:gd name="csY4" fmla="*/ 28899 h 31992"/>
              </a:gdLst>
              <a:ahLst/>
              <a:cxnLst>
                <a:cxn ang="0">
                  <a:pos x="csX0" y="csY0"/>
                </a:cxn>
                <a:cxn ang="0">
                  <a:pos x="csX1" y="csY1"/>
                </a:cxn>
                <a:cxn ang="0">
                  <a:pos x="csX2" y="csY2"/>
                </a:cxn>
                <a:cxn ang="0">
                  <a:pos x="csX3" y="csY3"/>
                </a:cxn>
                <a:cxn ang="0">
                  <a:pos x="csX4" y="csY4"/>
                </a:cxn>
              </a:cxnLst>
              <a:rect l="l" t="t" r="r" b="b"/>
              <a:pathLst>
                <a:path w="22197" h="31992">
                  <a:moveTo>
                    <a:pt x="471" y="28899"/>
                  </a:moveTo>
                  <a:cubicBezTo>
                    <a:pt x="-1762" y="23078"/>
                    <a:pt x="4399" y="6487"/>
                    <a:pt x="9355" y="4976"/>
                  </a:cubicBezTo>
                  <a:cubicBezTo>
                    <a:pt x="11697" y="4262"/>
                    <a:pt x="15646" y="2591"/>
                    <a:pt x="18130" y="1262"/>
                  </a:cubicBezTo>
                  <a:cubicBezTo>
                    <a:pt x="24115" y="-1937"/>
                    <a:pt x="23741" y="160"/>
                    <a:pt x="15361" y="16772"/>
                  </a:cubicBezTo>
                  <a:cubicBezTo>
                    <a:pt x="7920" y="31524"/>
                    <a:pt x="3013" y="35521"/>
                    <a:pt x="471" y="28899"/>
                  </a:cubicBezTo>
                  <a:close/>
                </a:path>
              </a:pathLst>
            </a:custGeom>
            <a:solidFill>
              <a:srgbClr val="B9B9B9"/>
            </a:solidFill>
            <a:ln w="5163" cap="flat">
              <a:noFill/>
              <a:prstDash val="solid"/>
              <a:miter/>
            </a:ln>
          </p:spPr>
          <p:txBody>
            <a:bodyPr/>
            <a:lstStyle/>
            <a:p>
              <a:endParaRPr lang="es-419" noProof="0" dirty="0"/>
            </a:p>
          </p:txBody>
        </p:sp>
        <p:sp>
          <p:nvSpPr>
            <p:cNvPr id="82" name="Forma libre: forma 81">
              <a:extLst>
                <a:ext uri="{FF2B5EF4-FFF2-40B4-BE49-F238E27FC236}">
                  <a16:creationId xmlns:a16="http://schemas.microsoft.com/office/drawing/2014/main" id="{1CB6776D-CA50-CA81-796E-121A5A96627B}"/>
                </a:ext>
              </a:extLst>
            </p:cNvPr>
            <p:cNvSpPr/>
            <p:nvPr/>
          </p:nvSpPr>
          <p:spPr>
            <a:xfrm>
              <a:off x="2646618" y="2128371"/>
              <a:ext cx="5162" cy="6756"/>
            </a:xfrm>
            <a:custGeom>
              <a:avLst/>
              <a:gdLst>
                <a:gd name="csX0" fmla="*/ 0 w 5162"/>
                <a:gd name="csY0" fmla="*/ 4025 h 6756"/>
                <a:gd name="csX1" fmla="*/ 2581 w 5162"/>
                <a:gd name="csY1" fmla="*/ 0 h 6756"/>
                <a:gd name="csX2" fmla="*/ 5163 w 5162"/>
                <a:gd name="csY2" fmla="*/ 2429 h 6756"/>
                <a:gd name="csX3" fmla="*/ 2581 w 5162"/>
                <a:gd name="csY3" fmla="*/ 6454 h 6756"/>
                <a:gd name="csX4" fmla="*/ 0 w 5162"/>
                <a:gd name="csY4" fmla="*/ 4025 h 6756"/>
              </a:gdLst>
              <a:ahLst/>
              <a:cxnLst>
                <a:cxn ang="0">
                  <a:pos x="csX0" y="csY0"/>
                </a:cxn>
                <a:cxn ang="0">
                  <a:pos x="csX1" y="csY1"/>
                </a:cxn>
                <a:cxn ang="0">
                  <a:pos x="csX2" y="csY2"/>
                </a:cxn>
                <a:cxn ang="0">
                  <a:pos x="csX3" y="csY3"/>
                </a:cxn>
                <a:cxn ang="0">
                  <a:pos x="csX4" y="csY4"/>
                </a:cxn>
              </a:cxnLst>
              <a:rect l="l" t="t" r="r" b="b"/>
              <a:pathLst>
                <a:path w="5162" h="6756">
                  <a:moveTo>
                    <a:pt x="0" y="4025"/>
                  </a:moveTo>
                  <a:cubicBezTo>
                    <a:pt x="0" y="1811"/>
                    <a:pt x="1162" y="0"/>
                    <a:pt x="2581" y="0"/>
                  </a:cubicBezTo>
                  <a:cubicBezTo>
                    <a:pt x="4001" y="0"/>
                    <a:pt x="5163" y="1093"/>
                    <a:pt x="5163" y="2429"/>
                  </a:cubicBezTo>
                  <a:cubicBezTo>
                    <a:pt x="5163" y="3765"/>
                    <a:pt x="4001" y="5576"/>
                    <a:pt x="2581" y="6454"/>
                  </a:cubicBezTo>
                  <a:cubicBezTo>
                    <a:pt x="1162" y="7331"/>
                    <a:pt x="0" y="6238"/>
                    <a:pt x="0" y="4025"/>
                  </a:cubicBezTo>
                  <a:close/>
                </a:path>
              </a:pathLst>
            </a:custGeom>
            <a:solidFill>
              <a:srgbClr val="B9B9B9"/>
            </a:solidFill>
            <a:ln w="5163" cap="flat">
              <a:noFill/>
              <a:prstDash val="solid"/>
              <a:miter/>
            </a:ln>
          </p:spPr>
          <p:txBody>
            <a:bodyPr/>
            <a:lstStyle/>
            <a:p>
              <a:endParaRPr lang="es-419" noProof="0" dirty="0"/>
            </a:p>
          </p:txBody>
        </p:sp>
        <p:sp>
          <p:nvSpPr>
            <p:cNvPr id="83" name="Forma libre: forma 82">
              <a:extLst>
                <a:ext uri="{FF2B5EF4-FFF2-40B4-BE49-F238E27FC236}">
                  <a16:creationId xmlns:a16="http://schemas.microsoft.com/office/drawing/2014/main" id="{02737FBA-A9C8-3B93-4940-39C4382E0548}"/>
                </a:ext>
              </a:extLst>
            </p:cNvPr>
            <p:cNvSpPr/>
            <p:nvPr/>
          </p:nvSpPr>
          <p:spPr>
            <a:xfrm>
              <a:off x="2646618" y="2110301"/>
              <a:ext cx="4301" cy="5162"/>
            </a:xfrm>
            <a:custGeom>
              <a:avLst/>
              <a:gdLst>
                <a:gd name="csX0" fmla="*/ 0 w 4301"/>
                <a:gd name="csY0" fmla="*/ 2581 h 5162"/>
                <a:gd name="csX1" fmla="*/ 1138 w 4301"/>
                <a:gd name="csY1" fmla="*/ 0 h 5162"/>
                <a:gd name="csX2" fmla="*/ 3872 w 4301"/>
                <a:gd name="csY2" fmla="*/ 2581 h 5162"/>
                <a:gd name="csX3" fmla="*/ 2734 w 4301"/>
                <a:gd name="csY3" fmla="*/ 5163 h 5162"/>
                <a:gd name="csX4" fmla="*/ 0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0" y="2581"/>
                  </a:moveTo>
                  <a:cubicBezTo>
                    <a:pt x="0" y="1162"/>
                    <a:pt x="512" y="0"/>
                    <a:pt x="1138" y="0"/>
                  </a:cubicBezTo>
                  <a:cubicBezTo>
                    <a:pt x="1765" y="0"/>
                    <a:pt x="2995" y="1162"/>
                    <a:pt x="3872" y="2581"/>
                  </a:cubicBezTo>
                  <a:cubicBezTo>
                    <a:pt x="4750" y="4001"/>
                    <a:pt x="4237" y="5163"/>
                    <a:pt x="2734" y="5163"/>
                  </a:cubicBezTo>
                  <a:cubicBezTo>
                    <a:pt x="1230" y="5163"/>
                    <a:pt x="0" y="4001"/>
                    <a:pt x="0" y="2581"/>
                  </a:cubicBezTo>
                  <a:close/>
                </a:path>
              </a:pathLst>
            </a:custGeom>
            <a:solidFill>
              <a:srgbClr val="B9B9B9"/>
            </a:solidFill>
            <a:ln w="5163" cap="flat">
              <a:noFill/>
              <a:prstDash val="solid"/>
              <a:miter/>
            </a:ln>
          </p:spPr>
          <p:txBody>
            <a:bodyPr/>
            <a:lstStyle/>
            <a:p>
              <a:endParaRPr lang="es-419" noProof="0" dirty="0"/>
            </a:p>
          </p:txBody>
        </p:sp>
      </p:grpSp>
      <p:grpSp>
        <p:nvGrpSpPr>
          <p:cNvPr id="84" name="Gráfico 39">
            <a:extLst>
              <a:ext uri="{FF2B5EF4-FFF2-40B4-BE49-F238E27FC236}">
                <a16:creationId xmlns:a16="http://schemas.microsoft.com/office/drawing/2014/main" id="{B3651235-2C4E-06F1-06C4-14EEB18DEA70}"/>
              </a:ext>
            </a:extLst>
          </p:cNvPr>
          <p:cNvGrpSpPr/>
          <p:nvPr/>
        </p:nvGrpSpPr>
        <p:grpSpPr>
          <a:xfrm>
            <a:off x="924790" y="1999612"/>
            <a:ext cx="235561" cy="223008"/>
            <a:chOff x="924790" y="1999612"/>
            <a:chExt cx="235561" cy="223008"/>
          </a:xfrm>
          <a:solidFill>
            <a:srgbClr val="B9B9B9"/>
          </a:solidFill>
        </p:grpSpPr>
        <p:sp>
          <p:nvSpPr>
            <p:cNvPr id="85" name="Forma libre: forma 84">
              <a:extLst>
                <a:ext uri="{FF2B5EF4-FFF2-40B4-BE49-F238E27FC236}">
                  <a16:creationId xmlns:a16="http://schemas.microsoft.com/office/drawing/2014/main" id="{040275BD-D0DB-21DA-E024-440FFAE684A1}"/>
                </a:ext>
              </a:extLst>
            </p:cNvPr>
            <p:cNvSpPr/>
            <p:nvPr/>
          </p:nvSpPr>
          <p:spPr>
            <a:xfrm>
              <a:off x="1018216" y="1999612"/>
              <a:ext cx="142135" cy="223008"/>
            </a:xfrm>
            <a:custGeom>
              <a:avLst/>
              <a:gdLst>
                <a:gd name="csX0" fmla="*/ 33142 w 142135"/>
                <a:gd name="csY0" fmla="*/ 222624 h 223008"/>
                <a:gd name="csX1" fmla="*/ 24030 w 142135"/>
                <a:gd name="csY1" fmla="*/ 217989 h 223008"/>
                <a:gd name="csX2" fmla="*/ 15077 w 142135"/>
                <a:gd name="csY2" fmla="*/ 214475 h 223008"/>
                <a:gd name="csX3" fmla="*/ 28065 w 142135"/>
                <a:gd name="csY3" fmla="*/ 199749 h 223008"/>
                <a:gd name="csX4" fmla="*/ 39623 w 142135"/>
                <a:gd name="csY4" fmla="*/ 181324 h 223008"/>
                <a:gd name="csX5" fmla="*/ 40552 w 142135"/>
                <a:gd name="csY5" fmla="*/ 163618 h 223008"/>
                <a:gd name="csX6" fmla="*/ 38270 w 142135"/>
                <a:gd name="csY6" fmla="*/ 146871 h 223008"/>
                <a:gd name="csX7" fmla="*/ 31342 w 142135"/>
                <a:gd name="csY7" fmla="*/ 141344 h 223008"/>
                <a:gd name="csX8" fmla="*/ 23064 w 142135"/>
                <a:gd name="csY8" fmla="*/ 130695 h 223008"/>
                <a:gd name="csX9" fmla="*/ 21238 w 142135"/>
                <a:gd name="csY9" fmla="*/ 121015 h 223008"/>
                <a:gd name="csX10" fmla="*/ 21448 w 142135"/>
                <a:gd name="csY10" fmla="*/ 110689 h 223008"/>
                <a:gd name="csX11" fmla="*/ 17417 w 142135"/>
                <a:gd name="csY11" fmla="*/ 113600 h 223008"/>
                <a:gd name="csX12" fmla="*/ 6090 w 142135"/>
                <a:gd name="csY12" fmla="*/ 75839 h 223008"/>
                <a:gd name="csX13" fmla="*/ 446 w 142135"/>
                <a:gd name="csY13" fmla="*/ 49379 h 223008"/>
                <a:gd name="csX14" fmla="*/ 1787 w 142135"/>
                <a:gd name="csY14" fmla="*/ 43571 h 223008"/>
                <a:gd name="csX15" fmla="*/ 4669 w 142135"/>
                <a:gd name="csY15" fmla="*/ 50173 h 223008"/>
                <a:gd name="csX16" fmla="*/ 15640 w 142135"/>
                <a:gd name="csY16" fmla="*/ 55981 h 223008"/>
                <a:gd name="csX17" fmla="*/ 25590 w 142135"/>
                <a:gd name="csY17" fmla="*/ 51315 h 223008"/>
                <a:gd name="csX18" fmla="*/ 21927 w 142135"/>
                <a:gd name="csY18" fmla="*/ 38128 h 223008"/>
                <a:gd name="csX19" fmla="*/ 25126 w 142135"/>
                <a:gd name="csY19" fmla="*/ 20612 h 223008"/>
                <a:gd name="csX20" fmla="*/ 29635 w 142135"/>
                <a:gd name="csY20" fmla="*/ 8944 h 223008"/>
                <a:gd name="csX21" fmla="*/ 56601 w 142135"/>
                <a:gd name="csY21" fmla="*/ 2664 h 223008"/>
                <a:gd name="csX22" fmla="*/ 68014 w 142135"/>
                <a:gd name="csY22" fmla="*/ 14926 h 223008"/>
                <a:gd name="csX23" fmla="*/ 70397 w 142135"/>
                <a:gd name="csY23" fmla="*/ 28730 h 223008"/>
                <a:gd name="csX24" fmla="*/ 64799 w 142135"/>
                <a:gd name="csY24" fmla="*/ 38367 h 223008"/>
                <a:gd name="csX25" fmla="*/ 76515 w 142135"/>
                <a:gd name="csY25" fmla="*/ 47199 h 223008"/>
                <a:gd name="csX26" fmla="*/ 95020 w 142135"/>
                <a:gd name="csY26" fmla="*/ 52596 h 223008"/>
                <a:gd name="csX27" fmla="*/ 116723 w 142135"/>
                <a:gd name="csY27" fmla="*/ 66052 h 223008"/>
                <a:gd name="csX28" fmla="*/ 125419 w 142135"/>
                <a:gd name="csY28" fmla="*/ 64641 h 223008"/>
                <a:gd name="csX29" fmla="*/ 121867 w 142135"/>
                <a:gd name="csY29" fmla="*/ 77984 h 223008"/>
                <a:gd name="csX30" fmla="*/ 126198 w 142135"/>
                <a:gd name="csY30" fmla="*/ 109560 h 223008"/>
                <a:gd name="csX31" fmla="*/ 132452 w 142135"/>
                <a:gd name="csY31" fmla="*/ 130811 h 223008"/>
                <a:gd name="csX32" fmla="*/ 137172 w 142135"/>
                <a:gd name="csY32" fmla="*/ 149525 h 223008"/>
                <a:gd name="csX33" fmla="*/ 126264 w 142135"/>
                <a:gd name="csY33" fmla="*/ 165042 h 223008"/>
                <a:gd name="csX34" fmla="*/ 119713 w 142135"/>
                <a:gd name="csY34" fmla="*/ 162318 h 223008"/>
                <a:gd name="csX35" fmla="*/ 122125 w 142135"/>
                <a:gd name="csY35" fmla="*/ 181310 h 223008"/>
                <a:gd name="csX36" fmla="*/ 122395 w 142135"/>
                <a:gd name="csY36" fmla="*/ 193071 h 223008"/>
                <a:gd name="csX37" fmla="*/ 117050 w 142135"/>
                <a:gd name="csY37" fmla="*/ 205350 h 223008"/>
                <a:gd name="csX38" fmla="*/ 115307 w 142135"/>
                <a:gd name="csY38" fmla="*/ 214639 h 223008"/>
                <a:gd name="csX39" fmla="*/ 105608 w 142135"/>
                <a:gd name="csY39" fmla="*/ 205168 h 223008"/>
                <a:gd name="csX40" fmla="*/ 70306 w 142135"/>
                <a:gd name="csY40" fmla="*/ 198146 h 223008"/>
                <a:gd name="csX41" fmla="*/ 57886 w 142135"/>
                <a:gd name="csY41" fmla="*/ 203581 h 223008"/>
                <a:gd name="csX42" fmla="*/ 42822 w 142135"/>
                <a:gd name="csY42" fmla="*/ 214552 h 223008"/>
                <a:gd name="csX43" fmla="*/ 33142 w 142135"/>
                <a:gd name="csY43" fmla="*/ 222624 h 2230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42135" h="223008">
                  <a:moveTo>
                    <a:pt x="33142" y="222624"/>
                  </a:moveTo>
                  <a:cubicBezTo>
                    <a:pt x="33100" y="221007"/>
                    <a:pt x="28999" y="218922"/>
                    <a:pt x="24030" y="217989"/>
                  </a:cubicBezTo>
                  <a:cubicBezTo>
                    <a:pt x="19061" y="217057"/>
                    <a:pt x="15032" y="215476"/>
                    <a:pt x="15077" y="214475"/>
                  </a:cubicBezTo>
                  <a:cubicBezTo>
                    <a:pt x="15123" y="213475"/>
                    <a:pt x="20967" y="206848"/>
                    <a:pt x="28065" y="199749"/>
                  </a:cubicBezTo>
                  <a:cubicBezTo>
                    <a:pt x="37756" y="190056"/>
                    <a:pt x="40635" y="185467"/>
                    <a:pt x="39623" y="181324"/>
                  </a:cubicBezTo>
                  <a:cubicBezTo>
                    <a:pt x="38882" y="178289"/>
                    <a:pt x="39300" y="170321"/>
                    <a:pt x="40552" y="163618"/>
                  </a:cubicBezTo>
                  <a:cubicBezTo>
                    <a:pt x="42457" y="153420"/>
                    <a:pt x="42085" y="150686"/>
                    <a:pt x="38270" y="146871"/>
                  </a:cubicBezTo>
                  <a:cubicBezTo>
                    <a:pt x="35762" y="144363"/>
                    <a:pt x="32644" y="141876"/>
                    <a:pt x="31342" y="141344"/>
                  </a:cubicBezTo>
                  <a:cubicBezTo>
                    <a:pt x="30039" y="140811"/>
                    <a:pt x="26314" y="136019"/>
                    <a:pt x="23064" y="130695"/>
                  </a:cubicBezTo>
                  <a:cubicBezTo>
                    <a:pt x="18146" y="122638"/>
                    <a:pt x="17840" y="121015"/>
                    <a:pt x="21238" y="121015"/>
                  </a:cubicBezTo>
                  <a:cubicBezTo>
                    <a:pt x="26407" y="121015"/>
                    <a:pt x="26532" y="114908"/>
                    <a:pt x="21448" y="110689"/>
                  </a:cubicBezTo>
                  <a:cubicBezTo>
                    <a:pt x="18195" y="107989"/>
                    <a:pt x="17551" y="108454"/>
                    <a:pt x="17417" y="113600"/>
                  </a:cubicBezTo>
                  <a:cubicBezTo>
                    <a:pt x="17202" y="121855"/>
                    <a:pt x="11362" y="102386"/>
                    <a:pt x="6090" y="75839"/>
                  </a:cubicBezTo>
                  <a:cubicBezTo>
                    <a:pt x="3834" y="64481"/>
                    <a:pt x="1295" y="52574"/>
                    <a:pt x="446" y="49379"/>
                  </a:cubicBezTo>
                  <a:cubicBezTo>
                    <a:pt x="-477" y="45903"/>
                    <a:pt x="61" y="43571"/>
                    <a:pt x="1787" y="43571"/>
                  </a:cubicBezTo>
                  <a:cubicBezTo>
                    <a:pt x="3372" y="43571"/>
                    <a:pt x="4669" y="46542"/>
                    <a:pt x="4669" y="50173"/>
                  </a:cubicBezTo>
                  <a:cubicBezTo>
                    <a:pt x="4669" y="56344"/>
                    <a:pt x="5386" y="56723"/>
                    <a:pt x="15640" y="55981"/>
                  </a:cubicBezTo>
                  <a:cubicBezTo>
                    <a:pt x="23894" y="55384"/>
                    <a:pt x="26358" y="54229"/>
                    <a:pt x="25590" y="51315"/>
                  </a:cubicBezTo>
                  <a:cubicBezTo>
                    <a:pt x="25028" y="49186"/>
                    <a:pt x="23380" y="43251"/>
                    <a:pt x="21927" y="38128"/>
                  </a:cubicBezTo>
                  <a:cubicBezTo>
                    <a:pt x="19644" y="30074"/>
                    <a:pt x="20076" y="27703"/>
                    <a:pt x="25126" y="20612"/>
                  </a:cubicBezTo>
                  <a:cubicBezTo>
                    <a:pt x="28338" y="16101"/>
                    <a:pt x="30367" y="10851"/>
                    <a:pt x="29635" y="8944"/>
                  </a:cubicBezTo>
                  <a:cubicBezTo>
                    <a:pt x="26306" y="269"/>
                    <a:pt x="38854" y="-2653"/>
                    <a:pt x="56601" y="2664"/>
                  </a:cubicBezTo>
                  <a:cubicBezTo>
                    <a:pt x="65243" y="5253"/>
                    <a:pt x="66731" y="6851"/>
                    <a:pt x="68014" y="14926"/>
                  </a:cubicBezTo>
                  <a:cubicBezTo>
                    <a:pt x="68826" y="20032"/>
                    <a:pt x="69898" y="26244"/>
                    <a:pt x="70397" y="28730"/>
                  </a:cubicBezTo>
                  <a:cubicBezTo>
                    <a:pt x="70908" y="31276"/>
                    <a:pt x="68463" y="35485"/>
                    <a:pt x="64799" y="38367"/>
                  </a:cubicBezTo>
                  <a:cubicBezTo>
                    <a:pt x="52677" y="47902"/>
                    <a:pt x="63675" y="56192"/>
                    <a:pt x="76515" y="47199"/>
                  </a:cubicBezTo>
                  <a:cubicBezTo>
                    <a:pt x="84862" y="41352"/>
                    <a:pt x="95020" y="44315"/>
                    <a:pt x="95020" y="52596"/>
                  </a:cubicBezTo>
                  <a:cubicBezTo>
                    <a:pt x="95020" y="61383"/>
                    <a:pt x="105491" y="67875"/>
                    <a:pt x="116723" y="66052"/>
                  </a:cubicBezTo>
                  <a:lnTo>
                    <a:pt x="125419" y="64641"/>
                  </a:lnTo>
                  <a:lnTo>
                    <a:pt x="121867" y="77984"/>
                  </a:lnTo>
                  <a:cubicBezTo>
                    <a:pt x="116766" y="97143"/>
                    <a:pt x="117305" y="101074"/>
                    <a:pt x="126198" y="109560"/>
                  </a:cubicBezTo>
                  <a:cubicBezTo>
                    <a:pt x="133696" y="116715"/>
                    <a:pt x="134049" y="117914"/>
                    <a:pt x="132452" y="130811"/>
                  </a:cubicBezTo>
                  <a:cubicBezTo>
                    <a:pt x="130905" y="143306"/>
                    <a:pt x="131310" y="144914"/>
                    <a:pt x="137172" y="149525"/>
                  </a:cubicBezTo>
                  <a:cubicBezTo>
                    <a:pt x="148350" y="158317"/>
                    <a:pt x="138877" y="171792"/>
                    <a:pt x="126264" y="165042"/>
                  </a:cubicBezTo>
                  <a:cubicBezTo>
                    <a:pt x="123464" y="163544"/>
                    <a:pt x="120516" y="162318"/>
                    <a:pt x="119713" y="162318"/>
                  </a:cubicBezTo>
                  <a:cubicBezTo>
                    <a:pt x="116537" y="162318"/>
                    <a:pt x="118487" y="177672"/>
                    <a:pt x="122125" y="181310"/>
                  </a:cubicBezTo>
                  <a:cubicBezTo>
                    <a:pt x="126947" y="186132"/>
                    <a:pt x="127019" y="189234"/>
                    <a:pt x="122395" y="193071"/>
                  </a:cubicBezTo>
                  <a:cubicBezTo>
                    <a:pt x="120414" y="194715"/>
                    <a:pt x="118009" y="200241"/>
                    <a:pt x="117050" y="205350"/>
                  </a:cubicBezTo>
                  <a:lnTo>
                    <a:pt x="115307" y="214639"/>
                  </a:lnTo>
                  <a:lnTo>
                    <a:pt x="105608" y="205168"/>
                  </a:lnTo>
                  <a:cubicBezTo>
                    <a:pt x="93087" y="192941"/>
                    <a:pt x="80185" y="190375"/>
                    <a:pt x="70306" y="198146"/>
                  </a:cubicBezTo>
                  <a:cubicBezTo>
                    <a:pt x="66478" y="201157"/>
                    <a:pt x="60889" y="203603"/>
                    <a:pt x="57886" y="203581"/>
                  </a:cubicBezTo>
                  <a:cubicBezTo>
                    <a:pt x="54649" y="203557"/>
                    <a:pt x="48516" y="208024"/>
                    <a:pt x="42822" y="214552"/>
                  </a:cubicBezTo>
                  <a:cubicBezTo>
                    <a:pt x="37540" y="220608"/>
                    <a:pt x="33184" y="224241"/>
                    <a:pt x="33142" y="222624"/>
                  </a:cubicBezTo>
                  <a:close/>
                </a:path>
              </a:pathLst>
            </a:custGeom>
            <a:solidFill>
              <a:srgbClr val="B9B9B9"/>
            </a:solidFill>
            <a:ln w="5163" cap="flat">
              <a:noFill/>
              <a:prstDash val="solid"/>
              <a:miter/>
            </a:ln>
          </p:spPr>
          <p:txBody>
            <a:bodyPr/>
            <a:lstStyle/>
            <a:p>
              <a:endParaRPr lang="es-419" noProof="0" dirty="0"/>
            </a:p>
          </p:txBody>
        </p:sp>
        <p:sp>
          <p:nvSpPr>
            <p:cNvPr id="86" name="Forma libre: forma 85">
              <a:extLst>
                <a:ext uri="{FF2B5EF4-FFF2-40B4-BE49-F238E27FC236}">
                  <a16:creationId xmlns:a16="http://schemas.microsoft.com/office/drawing/2014/main" id="{5B055740-BF46-AB1D-EB7D-A7E1098C1D9E}"/>
                </a:ext>
              </a:extLst>
            </p:cNvPr>
            <p:cNvSpPr/>
            <p:nvPr/>
          </p:nvSpPr>
          <p:spPr>
            <a:xfrm>
              <a:off x="976738" y="2149266"/>
              <a:ext cx="9026" cy="7395"/>
            </a:xfrm>
            <a:custGeom>
              <a:avLst/>
              <a:gdLst>
                <a:gd name="csX0" fmla="*/ 866 w 9026"/>
                <a:gd name="csY0" fmla="*/ 4748 h 7395"/>
                <a:gd name="csX1" fmla="*/ 6187 w 9026"/>
                <a:gd name="csY1" fmla="*/ 710 h 7395"/>
                <a:gd name="csX2" fmla="*/ 8728 w 9026"/>
                <a:gd name="csY2" fmla="*/ 4901 h 7395"/>
                <a:gd name="csX3" fmla="*/ 866 w 9026"/>
                <a:gd name="csY3" fmla="*/ 4748 h 7395"/>
              </a:gdLst>
              <a:ahLst/>
              <a:cxnLst>
                <a:cxn ang="0">
                  <a:pos x="csX0" y="csY0"/>
                </a:cxn>
                <a:cxn ang="0">
                  <a:pos x="csX1" y="csY1"/>
                </a:cxn>
                <a:cxn ang="0">
                  <a:pos x="csX2" y="csY2"/>
                </a:cxn>
                <a:cxn ang="0">
                  <a:pos x="csX3" y="csY3"/>
                </a:cxn>
              </a:cxnLst>
              <a:rect l="l" t="t" r="r" b="b"/>
              <a:pathLst>
                <a:path w="9026" h="7395">
                  <a:moveTo>
                    <a:pt x="866" y="4748"/>
                  </a:moveTo>
                  <a:cubicBezTo>
                    <a:pt x="-1510" y="904"/>
                    <a:pt x="1245" y="-1186"/>
                    <a:pt x="6187" y="710"/>
                  </a:cubicBezTo>
                  <a:cubicBezTo>
                    <a:pt x="8468" y="1586"/>
                    <a:pt x="9611" y="3472"/>
                    <a:pt x="8728" y="4901"/>
                  </a:cubicBezTo>
                  <a:cubicBezTo>
                    <a:pt x="6635" y="8287"/>
                    <a:pt x="3009" y="8216"/>
                    <a:pt x="866" y="4748"/>
                  </a:cubicBezTo>
                  <a:close/>
                </a:path>
              </a:pathLst>
            </a:custGeom>
            <a:solidFill>
              <a:srgbClr val="B9B9B9"/>
            </a:solidFill>
            <a:ln w="5163" cap="flat">
              <a:noFill/>
              <a:prstDash val="solid"/>
              <a:miter/>
            </a:ln>
          </p:spPr>
          <p:txBody>
            <a:bodyPr/>
            <a:lstStyle/>
            <a:p>
              <a:endParaRPr lang="es-419" noProof="0" dirty="0"/>
            </a:p>
          </p:txBody>
        </p:sp>
        <p:sp>
          <p:nvSpPr>
            <p:cNvPr id="87" name="Forma libre: forma 86">
              <a:extLst>
                <a:ext uri="{FF2B5EF4-FFF2-40B4-BE49-F238E27FC236}">
                  <a16:creationId xmlns:a16="http://schemas.microsoft.com/office/drawing/2014/main" id="{36FC2E71-25AE-FA5B-9EF1-D38A540B5A7E}"/>
                </a:ext>
              </a:extLst>
            </p:cNvPr>
            <p:cNvSpPr/>
            <p:nvPr/>
          </p:nvSpPr>
          <p:spPr>
            <a:xfrm>
              <a:off x="958388" y="2135665"/>
              <a:ext cx="19364" cy="11047"/>
            </a:xfrm>
            <a:custGeom>
              <a:avLst/>
              <a:gdLst>
                <a:gd name="csX0" fmla="*/ 0 w 19364"/>
                <a:gd name="csY0" fmla="*/ 8841 h 11047"/>
                <a:gd name="csX1" fmla="*/ 17408 w 19364"/>
                <a:gd name="csY1" fmla="*/ 154 h 11047"/>
                <a:gd name="csX2" fmla="*/ 17432 w 19364"/>
                <a:gd name="csY2" fmla="*/ 5614 h 11047"/>
                <a:gd name="csX3" fmla="*/ 0 w 19364"/>
                <a:gd name="csY3" fmla="*/ 8841 h 11047"/>
              </a:gdLst>
              <a:ahLst/>
              <a:cxnLst>
                <a:cxn ang="0">
                  <a:pos x="csX0" y="csY0"/>
                </a:cxn>
                <a:cxn ang="0">
                  <a:pos x="csX1" y="csY1"/>
                </a:cxn>
                <a:cxn ang="0">
                  <a:pos x="csX2" y="csY2"/>
                </a:cxn>
                <a:cxn ang="0">
                  <a:pos x="csX3" y="csY3"/>
                </a:cxn>
              </a:cxnLst>
              <a:rect l="l" t="t" r="r" b="b"/>
              <a:pathLst>
                <a:path w="19364" h="11047">
                  <a:moveTo>
                    <a:pt x="0" y="8841"/>
                  </a:moveTo>
                  <a:cubicBezTo>
                    <a:pt x="126" y="2682"/>
                    <a:pt x="7086" y="-791"/>
                    <a:pt x="17408" y="154"/>
                  </a:cubicBezTo>
                  <a:cubicBezTo>
                    <a:pt x="20010" y="392"/>
                    <a:pt x="20015" y="1478"/>
                    <a:pt x="17432" y="5614"/>
                  </a:cubicBezTo>
                  <a:cubicBezTo>
                    <a:pt x="14357" y="10538"/>
                    <a:pt x="-89" y="13212"/>
                    <a:pt x="0" y="8841"/>
                  </a:cubicBezTo>
                  <a:close/>
                </a:path>
              </a:pathLst>
            </a:custGeom>
            <a:solidFill>
              <a:srgbClr val="B9B9B9"/>
            </a:solidFill>
            <a:ln w="5163" cap="flat">
              <a:noFill/>
              <a:prstDash val="solid"/>
              <a:miter/>
            </a:ln>
          </p:spPr>
          <p:txBody>
            <a:bodyPr/>
            <a:lstStyle/>
            <a:p>
              <a:endParaRPr lang="es-419" noProof="0" dirty="0"/>
            </a:p>
          </p:txBody>
        </p:sp>
        <p:sp>
          <p:nvSpPr>
            <p:cNvPr id="88" name="Forma libre: forma 87">
              <a:extLst>
                <a:ext uri="{FF2B5EF4-FFF2-40B4-BE49-F238E27FC236}">
                  <a16:creationId xmlns:a16="http://schemas.microsoft.com/office/drawing/2014/main" id="{12ED7E25-0E0B-04B7-1B7C-732DC1EB3D99}"/>
                </a:ext>
              </a:extLst>
            </p:cNvPr>
            <p:cNvSpPr/>
            <p:nvPr/>
          </p:nvSpPr>
          <p:spPr>
            <a:xfrm>
              <a:off x="938010" y="2110987"/>
              <a:ext cx="18997" cy="19965"/>
            </a:xfrm>
            <a:custGeom>
              <a:avLst/>
              <a:gdLst>
                <a:gd name="csX0" fmla="*/ 2787 w 18997"/>
                <a:gd name="csY0" fmla="*/ 11392 h 19965"/>
                <a:gd name="csX1" fmla="*/ 4678 w 18997"/>
                <a:gd name="csY1" fmla="*/ 36 h 19965"/>
                <a:gd name="csX2" fmla="*/ 17544 w 18997"/>
                <a:gd name="csY2" fmla="*/ 12951 h 19965"/>
                <a:gd name="csX3" fmla="*/ 13049 w 18997"/>
                <a:gd name="csY3" fmla="*/ 19965 h 19965"/>
                <a:gd name="csX4" fmla="*/ 2787 w 18997"/>
                <a:gd name="csY4" fmla="*/ 11392 h 19965"/>
              </a:gdLst>
              <a:ahLst/>
              <a:cxnLst>
                <a:cxn ang="0">
                  <a:pos x="csX0" y="csY0"/>
                </a:cxn>
                <a:cxn ang="0">
                  <a:pos x="csX1" y="csY1"/>
                </a:cxn>
                <a:cxn ang="0">
                  <a:pos x="csX2" y="csY2"/>
                </a:cxn>
                <a:cxn ang="0">
                  <a:pos x="csX3" y="csY3"/>
                </a:cxn>
                <a:cxn ang="0">
                  <a:pos x="csX4" y="csY4"/>
                </a:cxn>
              </a:cxnLst>
              <a:rect l="l" t="t" r="r" b="b"/>
              <a:pathLst>
                <a:path w="18997" h="19965">
                  <a:moveTo>
                    <a:pt x="2787" y="11392"/>
                  </a:moveTo>
                  <a:cubicBezTo>
                    <a:pt x="-1192" y="389"/>
                    <a:pt x="-1207" y="479"/>
                    <a:pt x="4678" y="36"/>
                  </a:cubicBezTo>
                  <a:cubicBezTo>
                    <a:pt x="10396" y="-395"/>
                    <a:pt x="13750" y="2973"/>
                    <a:pt x="17544" y="12951"/>
                  </a:cubicBezTo>
                  <a:cubicBezTo>
                    <a:pt x="20048" y="19537"/>
                    <a:pt x="19774" y="19965"/>
                    <a:pt x="13049" y="19965"/>
                  </a:cubicBezTo>
                  <a:cubicBezTo>
                    <a:pt x="7281" y="19965"/>
                    <a:pt x="5284" y="18297"/>
                    <a:pt x="2787" y="11392"/>
                  </a:cubicBezTo>
                  <a:close/>
                </a:path>
              </a:pathLst>
            </a:custGeom>
            <a:solidFill>
              <a:srgbClr val="B9B9B9"/>
            </a:solidFill>
            <a:ln w="5163" cap="flat">
              <a:noFill/>
              <a:prstDash val="solid"/>
              <a:miter/>
            </a:ln>
          </p:spPr>
          <p:txBody>
            <a:bodyPr/>
            <a:lstStyle/>
            <a:p>
              <a:endParaRPr lang="es-419" noProof="0" dirty="0"/>
            </a:p>
          </p:txBody>
        </p:sp>
        <p:sp>
          <p:nvSpPr>
            <p:cNvPr id="89" name="Forma libre: forma 88">
              <a:extLst>
                <a:ext uri="{FF2B5EF4-FFF2-40B4-BE49-F238E27FC236}">
                  <a16:creationId xmlns:a16="http://schemas.microsoft.com/office/drawing/2014/main" id="{EF3F00A3-DD6E-B277-6413-1458D37BFA4A}"/>
                </a:ext>
              </a:extLst>
            </p:cNvPr>
            <p:cNvSpPr/>
            <p:nvPr/>
          </p:nvSpPr>
          <p:spPr>
            <a:xfrm>
              <a:off x="924790" y="2098451"/>
              <a:ext cx="5162" cy="9268"/>
            </a:xfrm>
            <a:custGeom>
              <a:avLst/>
              <a:gdLst>
                <a:gd name="csX0" fmla="*/ 0 w 5162"/>
                <a:gd name="csY0" fmla="*/ 3953 h 9268"/>
                <a:gd name="csX1" fmla="*/ 2581 w 5162"/>
                <a:gd name="csY1" fmla="*/ 233 h 9268"/>
                <a:gd name="csX2" fmla="*/ 5163 w 5162"/>
                <a:gd name="csY2" fmla="*/ 5549 h 9268"/>
                <a:gd name="csX3" fmla="*/ 2581 w 5162"/>
                <a:gd name="csY3" fmla="*/ 9269 h 9268"/>
                <a:gd name="csX4" fmla="*/ 0 w 5162"/>
                <a:gd name="csY4" fmla="*/ 3953 h 9268"/>
              </a:gdLst>
              <a:ahLst/>
              <a:cxnLst>
                <a:cxn ang="0">
                  <a:pos x="csX0" y="csY0"/>
                </a:cxn>
                <a:cxn ang="0">
                  <a:pos x="csX1" y="csY1"/>
                </a:cxn>
                <a:cxn ang="0">
                  <a:pos x="csX2" y="csY2"/>
                </a:cxn>
                <a:cxn ang="0">
                  <a:pos x="csX3" y="csY3"/>
                </a:cxn>
                <a:cxn ang="0">
                  <a:pos x="csX4" y="csY4"/>
                </a:cxn>
              </a:cxnLst>
              <a:rect l="l" t="t" r="r" b="b"/>
              <a:pathLst>
                <a:path w="5162" h="9268">
                  <a:moveTo>
                    <a:pt x="0" y="3953"/>
                  </a:moveTo>
                  <a:cubicBezTo>
                    <a:pt x="0" y="1030"/>
                    <a:pt x="1162" y="-644"/>
                    <a:pt x="2581" y="233"/>
                  </a:cubicBezTo>
                  <a:cubicBezTo>
                    <a:pt x="4001" y="1111"/>
                    <a:pt x="5163" y="3503"/>
                    <a:pt x="5163" y="5549"/>
                  </a:cubicBezTo>
                  <a:cubicBezTo>
                    <a:pt x="5163" y="7595"/>
                    <a:pt x="4001" y="9269"/>
                    <a:pt x="2581" y="9269"/>
                  </a:cubicBezTo>
                  <a:cubicBezTo>
                    <a:pt x="1162" y="9269"/>
                    <a:pt x="0" y="6877"/>
                    <a:pt x="0" y="3953"/>
                  </a:cubicBezTo>
                  <a:close/>
                </a:path>
              </a:pathLst>
            </a:custGeom>
            <a:solidFill>
              <a:srgbClr val="B9B9B9"/>
            </a:solidFill>
            <a:ln w="5163" cap="flat">
              <a:noFill/>
              <a:prstDash val="solid"/>
              <a:miter/>
            </a:ln>
          </p:spPr>
          <p:txBody>
            <a:bodyPr/>
            <a:lstStyle/>
            <a:p>
              <a:endParaRPr lang="es-419" noProof="0" dirty="0"/>
            </a:p>
          </p:txBody>
        </p:sp>
      </p:grpSp>
      <p:grpSp>
        <p:nvGrpSpPr>
          <p:cNvPr id="90" name="Gráfico 39">
            <a:extLst>
              <a:ext uri="{FF2B5EF4-FFF2-40B4-BE49-F238E27FC236}">
                <a16:creationId xmlns:a16="http://schemas.microsoft.com/office/drawing/2014/main" id="{2B5EEBF5-FD96-102A-7346-1292B6713D47}"/>
              </a:ext>
            </a:extLst>
          </p:cNvPr>
          <p:cNvGrpSpPr/>
          <p:nvPr/>
        </p:nvGrpSpPr>
        <p:grpSpPr>
          <a:xfrm>
            <a:off x="281340" y="1474182"/>
            <a:ext cx="428841" cy="522535"/>
            <a:chOff x="281340" y="1474182"/>
            <a:chExt cx="428841" cy="522535"/>
          </a:xfrm>
          <a:solidFill>
            <a:srgbClr val="B9B9B9"/>
          </a:solidFill>
        </p:grpSpPr>
        <p:grpSp>
          <p:nvGrpSpPr>
            <p:cNvPr id="91" name="Gráfico 39">
              <a:extLst>
                <a:ext uri="{FF2B5EF4-FFF2-40B4-BE49-F238E27FC236}">
                  <a16:creationId xmlns:a16="http://schemas.microsoft.com/office/drawing/2014/main" id="{804E1304-6396-06B5-06ED-958F2A53EFB7}"/>
                </a:ext>
              </a:extLst>
            </p:cNvPr>
            <p:cNvGrpSpPr/>
            <p:nvPr/>
          </p:nvGrpSpPr>
          <p:grpSpPr>
            <a:xfrm>
              <a:off x="281340" y="1474182"/>
              <a:ext cx="428841" cy="522535"/>
              <a:chOff x="281340" y="1474182"/>
              <a:chExt cx="428841" cy="522535"/>
            </a:xfrm>
            <a:solidFill>
              <a:srgbClr val="B9B9B9"/>
            </a:solidFill>
          </p:grpSpPr>
          <p:sp>
            <p:nvSpPr>
              <p:cNvPr id="92" name="Forma libre: forma 91">
                <a:extLst>
                  <a:ext uri="{FF2B5EF4-FFF2-40B4-BE49-F238E27FC236}">
                    <a16:creationId xmlns:a16="http://schemas.microsoft.com/office/drawing/2014/main" id="{8D7AF538-2379-9C5E-6DB5-5589720D4657}"/>
                  </a:ext>
                </a:extLst>
              </p:cNvPr>
              <p:cNvSpPr/>
              <p:nvPr/>
            </p:nvSpPr>
            <p:spPr>
              <a:xfrm>
                <a:off x="281340" y="1474182"/>
                <a:ext cx="428841" cy="522535"/>
              </a:xfrm>
              <a:custGeom>
                <a:avLst/>
                <a:gdLst>
                  <a:gd name="csX0" fmla="*/ 375000 w 428841"/>
                  <a:gd name="csY0" fmla="*/ 516104 h 522535"/>
                  <a:gd name="csX1" fmla="*/ 367101 w 428841"/>
                  <a:gd name="csY1" fmla="*/ 496098 h 522535"/>
                  <a:gd name="csX2" fmla="*/ 357849 w 428841"/>
                  <a:gd name="csY2" fmla="*/ 467300 h 522535"/>
                  <a:gd name="csX3" fmla="*/ 337807 w 428841"/>
                  <a:gd name="csY3" fmla="*/ 445109 h 522535"/>
                  <a:gd name="csX4" fmla="*/ 320489 w 428841"/>
                  <a:gd name="csY4" fmla="*/ 429036 h 522535"/>
                  <a:gd name="csX5" fmla="*/ 269809 w 428841"/>
                  <a:gd name="csY5" fmla="*/ 379110 h 522535"/>
                  <a:gd name="csX6" fmla="*/ 248488 w 428841"/>
                  <a:gd name="csY6" fmla="*/ 370097 h 522535"/>
                  <a:gd name="csX7" fmla="*/ 256878 w 428841"/>
                  <a:gd name="csY7" fmla="*/ 370327 h 522535"/>
                  <a:gd name="csX8" fmla="*/ 265267 w 428841"/>
                  <a:gd name="csY8" fmla="*/ 372646 h 522535"/>
                  <a:gd name="csX9" fmla="*/ 258168 w 428841"/>
                  <a:gd name="csY9" fmla="*/ 366399 h 522535"/>
                  <a:gd name="csX10" fmla="*/ 251069 w 428841"/>
                  <a:gd name="csY10" fmla="*/ 355305 h 522535"/>
                  <a:gd name="csX11" fmla="*/ 237556 w 428841"/>
                  <a:gd name="csY11" fmla="*/ 353450 h 522535"/>
                  <a:gd name="csX12" fmla="*/ 235538 w 428841"/>
                  <a:gd name="csY12" fmla="*/ 349578 h 522535"/>
                  <a:gd name="csX13" fmla="*/ 231626 w 428841"/>
                  <a:gd name="csY13" fmla="*/ 338114 h 522535"/>
                  <a:gd name="csX14" fmla="*/ 227531 w 428841"/>
                  <a:gd name="csY14" fmla="*/ 327788 h 522535"/>
                  <a:gd name="csX15" fmla="*/ 225255 w 428841"/>
                  <a:gd name="csY15" fmla="*/ 330217 h 522535"/>
                  <a:gd name="csX16" fmla="*/ 222797 w 428841"/>
                  <a:gd name="csY16" fmla="*/ 331508 h 522535"/>
                  <a:gd name="csX17" fmla="*/ 220276 w 428841"/>
                  <a:gd name="csY17" fmla="*/ 330217 h 522535"/>
                  <a:gd name="csX18" fmla="*/ 216375 w 428841"/>
                  <a:gd name="csY18" fmla="*/ 326968 h 522535"/>
                  <a:gd name="csX19" fmla="*/ 212138 w 428841"/>
                  <a:gd name="csY19" fmla="*/ 320021 h 522535"/>
                  <a:gd name="csX20" fmla="*/ 209766 w 428841"/>
                  <a:gd name="csY20" fmla="*/ 317462 h 522535"/>
                  <a:gd name="csX21" fmla="*/ 212670 w 428841"/>
                  <a:gd name="csY21" fmla="*/ 314083 h 522535"/>
                  <a:gd name="csX22" fmla="*/ 216877 w 428841"/>
                  <a:gd name="csY22" fmla="*/ 311142 h 522535"/>
                  <a:gd name="csX23" fmla="*/ 215264 w 428841"/>
                  <a:gd name="csY23" fmla="*/ 309359 h 522535"/>
                  <a:gd name="csX24" fmla="*/ 217511 w 428841"/>
                  <a:gd name="csY24" fmla="*/ 291496 h 522535"/>
                  <a:gd name="csX25" fmla="*/ 222673 w 428841"/>
                  <a:gd name="csY25" fmla="*/ 271731 h 522535"/>
                  <a:gd name="csX26" fmla="*/ 225571 w 428841"/>
                  <a:gd name="csY26" fmla="*/ 266972 h 522535"/>
                  <a:gd name="csX27" fmla="*/ 225255 w 428841"/>
                  <a:gd name="csY27" fmla="*/ 263100 h 522535"/>
                  <a:gd name="csX28" fmla="*/ 224939 w 428841"/>
                  <a:gd name="csY28" fmla="*/ 259227 h 522535"/>
                  <a:gd name="csX29" fmla="*/ 227470 w 428841"/>
                  <a:gd name="csY29" fmla="*/ 246966 h 522535"/>
                  <a:gd name="csX30" fmla="*/ 227104 w 428841"/>
                  <a:gd name="csY30" fmla="*/ 234704 h 522535"/>
                  <a:gd name="csX31" fmla="*/ 225255 w 428841"/>
                  <a:gd name="csY31" fmla="*/ 245029 h 522535"/>
                  <a:gd name="csX32" fmla="*/ 222926 w 428841"/>
                  <a:gd name="csY32" fmla="*/ 241157 h 522535"/>
                  <a:gd name="csX33" fmla="*/ 213514 w 428841"/>
                  <a:gd name="csY33" fmla="*/ 204198 h 522535"/>
                  <a:gd name="csX34" fmla="*/ 207511 w 428841"/>
                  <a:gd name="csY34" fmla="*/ 195911 h 522535"/>
                  <a:gd name="csX35" fmla="*/ 199366 w 428841"/>
                  <a:gd name="csY35" fmla="*/ 188261 h 522535"/>
                  <a:gd name="csX36" fmla="*/ 189814 w 428841"/>
                  <a:gd name="csY36" fmla="*/ 185143 h 522535"/>
                  <a:gd name="csX37" fmla="*/ 177824 w 428841"/>
                  <a:gd name="csY37" fmla="*/ 176701 h 522535"/>
                  <a:gd name="csX38" fmla="*/ 173385 w 428841"/>
                  <a:gd name="csY38" fmla="*/ 171969 h 522535"/>
                  <a:gd name="csX39" fmla="*/ 172244 w 428841"/>
                  <a:gd name="csY39" fmla="*/ 166295 h 522535"/>
                  <a:gd name="csX40" fmla="*/ 157189 w 428841"/>
                  <a:gd name="csY40" fmla="*/ 154717 h 522535"/>
                  <a:gd name="csX41" fmla="*/ 154290 w 428841"/>
                  <a:gd name="csY41" fmla="*/ 143110 h 522535"/>
                  <a:gd name="csX42" fmla="*/ 153437 w 428841"/>
                  <a:gd name="csY42" fmla="*/ 130888 h 522535"/>
                  <a:gd name="csX43" fmla="*/ 150373 w 428841"/>
                  <a:gd name="csY43" fmla="*/ 128835 h 522535"/>
                  <a:gd name="csX44" fmla="*/ 148457 w 428841"/>
                  <a:gd name="csY44" fmla="*/ 125777 h 522535"/>
                  <a:gd name="csX45" fmla="*/ 150890 w 428841"/>
                  <a:gd name="csY45" fmla="*/ 109503 h 522535"/>
                  <a:gd name="csX46" fmla="*/ 144325 w 428841"/>
                  <a:gd name="csY46" fmla="*/ 119656 h 522535"/>
                  <a:gd name="csX47" fmla="*/ 132054 w 428841"/>
                  <a:gd name="csY47" fmla="*/ 127093 h 522535"/>
                  <a:gd name="csX48" fmla="*/ 125630 w 428841"/>
                  <a:gd name="csY48" fmla="*/ 120812 h 522535"/>
                  <a:gd name="csX49" fmla="*/ 123207 w 428841"/>
                  <a:gd name="csY49" fmla="*/ 117248 h 522535"/>
                  <a:gd name="csX50" fmla="*/ 119415 w 428841"/>
                  <a:gd name="csY50" fmla="*/ 121894 h 522535"/>
                  <a:gd name="csX51" fmla="*/ 116519 w 428841"/>
                  <a:gd name="csY51" fmla="*/ 129437 h 522535"/>
                  <a:gd name="csX52" fmla="*/ 107977 w 428841"/>
                  <a:gd name="csY52" fmla="*/ 127285 h 522535"/>
                  <a:gd name="csX53" fmla="*/ 105433 w 428841"/>
                  <a:gd name="csY53" fmla="*/ 123427 h 522535"/>
                  <a:gd name="csX54" fmla="*/ 96024 w 428841"/>
                  <a:gd name="csY54" fmla="*/ 113119 h 522535"/>
                  <a:gd name="csX55" fmla="*/ 84566 w 428841"/>
                  <a:gd name="csY55" fmla="*/ 104340 h 522535"/>
                  <a:gd name="csX56" fmla="*/ 73108 w 428841"/>
                  <a:gd name="csY56" fmla="*/ 95562 h 522535"/>
                  <a:gd name="csX57" fmla="*/ 56725 w 428841"/>
                  <a:gd name="csY57" fmla="*/ 85124 h 522535"/>
                  <a:gd name="csX58" fmla="*/ 41890 w 428841"/>
                  <a:gd name="csY58" fmla="*/ 66163 h 522535"/>
                  <a:gd name="csX59" fmla="*/ 28677 w 428841"/>
                  <a:gd name="csY59" fmla="*/ 46701 h 522535"/>
                  <a:gd name="csX60" fmla="*/ 19131 w 428841"/>
                  <a:gd name="csY60" fmla="*/ 37238 h 522535"/>
                  <a:gd name="csX61" fmla="*/ 12905 w 428841"/>
                  <a:gd name="csY61" fmla="*/ 29478 h 522535"/>
                  <a:gd name="csX62" fmla="*/ 565 w 428841"/>
                  <a:gd name="csY62" fmla="*/ 12763 h 522535"/>
                  <a:gd name="csX63" fmla="*/ 24931 w 428841"/>
                  <a:gd name="csY63" fmla="*/ 17586 h 522535"/>
                  <a:gd name="csX64" fmla="*/ 53740 w 428841"/>
                  <a:gd name="csY64" fmla="*/ 17944 h 522535"/>
                  <a:gd name="csX65" fmla="*/ 62623 w 428841"/>
                  <a:gd name="csY65" fmla="*/ 19236 h 522535"/>
                  <a:gd name="csX66" fmla="*/ 68432 w 428841"/>
                  <a:gd name="csY66" fmla="*/ 26677 h 522535"/>
                  <a:gd name="csX67" fmla="*/ 76711 w 428841"/>
                  <a:gd name="csY67" fmla="*/ 24137 h 522535"/>
                  <a:gd name="csX68" fmla="*/ 79251 w 428841"/>
                  <a:gd name="csY68" fmla="*/ 21734 h 522535"/>
                  <a:gd name="csX69" fmla="*/ 83275 w 428841"/>
                  <a:gd name="csY69" fmla="*/ 19103 h 522535"/>
                  <a:gd name="csX70" fmla="*/ 76792 w 428841"/>
                  <a:gd name="csY70" fmla="*/ 18100 h 522535"/>
                  <a:gd name="csX71" fmla="*/ 72078 w 428841"/>
                  <a:gd name="csY71" fmla="*/ 15119 h 522535"/>
                  <a:gd name="csX72" fmla="*/ 69501 w 428841"/>
                  <a:gd name="csY72" fmla="*/ 12179 h 522535"/>
                  <a:gd name="csX73" fmla="*/ 70989 w 428841"/>
                  <a:gd name="csY73" fmla="*/ 5916 h 522535"/>
                  <a:gd name="csX74" fmla="*/ 77646 w 428841"/>
                  <a:gd name="csY74" fmla="*/ 3402 h 522535"/>
                  <a:gd name="csX75" fmla="*/ 139275 w 428841"/>
                  <a:gd name="csY75" fmla="*/ 15638 h 522535"/>
                  <a:gd name="csX76" fmla="*/ 187630 w 428841"/>
                  <a:gd name="csY76" fmla="*/ 22047 h 522535"/>
                  <a:gd name="csX77" fmla="*/ 207209 w 428841"/>
                  <a:gd name="csY77" fmla="*/ 56596 h 522535"/>
                  <a:gd name="csX78" fmla="*/ 227114 w 428841"/>
                  <a:gd name="csY78" fmla="*/ 93147 h 522535"/>
                  <a:gd name="csX79" fmla="*/ 237157 w 428841"/>
                  <a:gd name="csY79" fmla="*/ 106748 h 522535"/>
                  <a:gd name="csX80" fmla="*/ 244314 w 428841"/>
                  <a:gd name="csY80" fmla="*/ 119404 h 522535"/>
                  <a:gd name="csX81" fmla="*/ 245646 w 428841"/>
                  <a:gd name="csY81" fmla="*/ 128703 h 522535"/>
                  <a:gd name="csX82" fmla="*/ 248545 w 428841"/>
                  <a:gd name="csY82" fmla="*/ 142569 h 522535"/>
                  <a:gd name="csX83" fmla="*/ 261330 w 428841"/>
                  <a:gd name="csY83" fmla="*/ 164801 h 522535"/>
                  <a:gd name="csX84" fmla="*/ 258888 w 428841"/>
                  <a:gd name="csY84" fmla="*/ 155359 h 522535"/>
                  <a:gd name="csX85" fmla="*/ 255800 w 428841"/>
                  <a:gd name="csY85" fmla="*/ 130155 h 522535"/>
                  <a:gd name="csX86" fmla="*/ 275961 w 428841"/>
                  <a:gd name="csY86" fmla="*/ 158456 h 522535"/>
                  <a:gd name="csX87" fmla="*/ 281077 w 428841"/>
                  <a:gd name="csY87" fmla="*/ 166295 h 522535"/>
                  <a:gd name="csX88" fmla="*/ 284516 w 428841"/>
                  <a:gd name="csY88" fmla="*/ 174685 h 522535"/>
                  <a:gd name="csX89" fmla="*/ 290330 w 428841"/>
                  <a:gd name="csY89" fmla="*/ 206853 h 522535"/>
                  <a:gd name="csX90" fmla="*/ 289732 w 428841"/>
                  <a:gd name="csY90" fmla="*/ 219395 h 522535"/>
                  <a:gd name="csX91" fmla="*/ 295284 w 428841"/>
                  <a:gd name="csY91" fmla="*/ 246624 h 522535"/>
                  <a:gd name="csX92" fmla="*/ 307839 w 428841"/>
                  <a:gd name="csY92" fmla="*/ 265674 h 522535"/>
                  <a:gd name="csX93" fmla="*/ 311998 w 428841"/>
                  <a:gd name="csY93" fmla="*/ 272749 h 522535"/>
                  <a:gd name="csX94" fmla="*/ 323310 w 428841"/>
                  <a:gd name="csY94" fmla="*/ 313772 h 522535"/>
                  <a:gd name="csX95" fmla="*/ 331080 w 428841"/>
                  <a:gd name="csY95" fmla="*/ 343142 h 522535"/>
                  <a:gd name="csX96" fmla="*/ 329774 w 428841"/>
                  <a:gd name="csY96" fmla="*/ 364390 h 522535"/>
                  <a:gd name="csX97" fmla="*/ 349986 w 428841"/>
                  <a:gd name="csY97" fmla="*/ 396248 h 522535"/>
                  <a:gd name="csX98" fmla="*/ 354973 w 428841"/>
                  <a:gd name="csY98" fmla="*/ 397754 h 522535"/>
                  <a:gd name="csX99" fmla="*/ 357026 w 428841"/>
                  <a:gd name="csY99" fmla="*/ 403789 h 522535"/>
                  <a:gd name="csX100" fmla="*/ 360843 w 428841"/>
                  <a:gd name="csY100" fmla="*/ 395399 h 522535"/>
                  <a:gd name="csX101" fmla="*/ 361835 w 428841"/>
                  <a:gd name="csY101" fmla="*/ 383279 h 522535"/>
                  <a:gd name="csX102" fmla="*/ 377379 w 428841"/>
                  <a:gd name="csY102" fmla="*/ 393272 h 522535"/>
                  <a:gd name="csX103" fmla="*/ 390468 w 428841"/>
                  <a:gd name="csY103" fmla="*/ 410555 h 522535"/>
                  <a:gd name="csX104" fmla="*/ 396921 w 428841"/>
                  <a:gd name="csY104" fmla="*/ 414114 h 522535"/>
                  <a:gd name="csX105" fmla="*/ 403375 w 428841"/>
                  <a:gd name="csY105" fmla="*/ 419847 h 522535"/>
                  <a:gd name="csX106" fmla="*/ 406602 w 428841"/>
                  <a:gd name="csY106" fmla="*/ 439662 h 522535"/>
                  <a:gd name="csX107" fmla="*/ 418087 w 428841"/>
                  <a:gd name="csY107" fmla="*/ 458630 h 522535"/>
                  <a:gd name="csX108" fmla="*/ 419011 w 428841"/>
                  <a:gd name="csY108" fmla="*/ 503820 h 522535"/>
                  <a:gd name="csX109" fmla="*/ 409820 w 428841"/>
                  <a:gd name="csY109" fmla="*/ 509628 h 522535"/>
                  <a:gd name="csX110" fmla="*/ 394580 w 428841"/>
                  <a:gd name="csY110" fmla="*/ 516082 h 522535"/>
                  <a:gd name="csX111" fmla="*/ 382031 w 428841"/>
                  <a:gd name="csY111" fmla="*/ 522535 h 522535"/>
                  <a:gd name="csX112" fmla="*/ 375000 w 428841"/>
                  <a:gd name="csY112" fmla="*/ 516104 h 5225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Lst>
                <a:rect l="l" t="t" r="r" b="b"/>
                <a:pathLst>
                  <a:path w="428841" h="522535">
                    <a:moveTo>
                      <a:pt x="375000" y="516104"/>
                    </a:moveTo>
                    <a:cubicBezTo>
                      <a:pt x="371085" y="511937"/>
                      <a:pt x="368304" y="504894"/>
                      <a:pt x="367101" y="496098"/>
                    </a:cubicBezTo>
                    <a:cubicBezTo>
                      <a:pt x="366079" y="488632"/>
                      <a:pt x="361916" y="475673"/>
                      <a:pt x="357849" y="467300"/>
                    </a:cubicBezTo>
                    <a:cubicBezTo>
                      <a:pt x="351802" y="454850"/>
                      <a:pt x="348152" y="450809"/>
                      <a:pt x="337807" y="445109"/>
                    </a:cubicBezTo>
                    <a:cubicBezTo>
                      <a:pt x="329743" y="440665"/>
                      <a:pt x="323467" y="434840"/>
                      <a:pt x="320489" y="429036"/>
                    </a:cubicBezTo>
                    <a:cubicBezTo>
                      <a:pt x="313727" y="415856"/>
                      <a:pt x="278311" y="380967"/>
                      <a:pt x="269809" y="379110"/>
                    </a:cubicBezTo>
                    <a:cubicBezTo>
                      <a:pt x="258622" y="376667"/>
                      <a:pt x="248488" y="372383"/>
                      <a:pt x="248488" y="370097"/>
                    </a:cubicBezTo>
                    <a:cubicBezTo>
                      <a:pt x="248488" y="368948"/>
                      <a:pt x="252263" y="369052"/>
                      <a:pt x="256878" y="370327"/>
                    </a:cubicBezTo>
                    <a:lnTo>
                      <a:pt x="265267" y="372646"/>
                    </a:lnTo>
                    <a:lnTo>
                      <a:pt x="258168" y="366399"/>
                    </a:lnTo>
                    <a:cubicBezTo>
                      <a:pt x="254264" y="362963"/>
                      <a:pt x="251069" y="357971"/>
                      <a:pt x="251069" y="355305"/>
                    </a:cubicBezTo>
                    <a:cubicBezTo>
                      <a:pt x="251069" y="350053"/>
                      <a:pt x="241061" y="348679"/>
                      <a:pt x="237556" y="353450"/>
                    </a:cubicBezTo>
                    <a:cubicBezTo>
                      <a:pt x="236513" y="354870"/>
                      <a:pt x="235605" y="353128"/>
                      <a:pt x="235538" y="349578"/>
                    </a:cubicBezTo>
                    <a:cubicBezTo>
                      <a:pt x="235471" y="346029"/>
                      <a:pt x="233711" y="340870"/>
                      <a:pt x="231626" y="338114"/>
                    </a:cubicBezTo>
                    <a:cubicBezTo>
                      <a:pt x="229542" y="335358"/>
                      <a:pt x="227699" y="330711"/>
                      <a:pt x="227531" y="327788"/>
                    </a:cubicBezTo>
                    <a:cubicBezTo>
                      <a:pt x="227316" y="324054"/>
                      <a:pt x="226639" y="324776"/>
                      <a:pt x="225255" y="330217"/>
                    </a:cubicBezTo>
                    <a:cubicBezTo>
                      <a:pt x="223398" y="337513"/>
                      <a:pt x="223256" y="337588"/>
                      <a:pt x="222797" y="331508"/>
                    </a:cubicBezTo>
                    <a:cubicBezTo>
                      <a:pt x="222352" y="325610"/>
                      <a:pt x="222136" y="325499"/>
                      <a:pt x="220276" y="330217"/>
                    </a:cubicBezTo>
                    <a:cubicBezTo>
                      <a:pt x="218499" y="334726"/>
                      <a:pt x="218005" y="334315"/>
                      <a:pt x="216375" y="326968"/>
                    </a:cubicBezTo>
                    <a:cubicBezTo>
                      <a:pt x="215349" y="322341"/>
                      <a:pt x="213442" y="319215"/>
                      <a:pt x="212138" y="320021"/>
                    </a:cubicBezTo>
                    <a:cubicBezTo>
                      <a:pt x="210833" y="320827"/>
                      <a:pt x="209766" y="319676"/>
                      <a:pt x="209766" y="317462"/>
                    </a:cubicBezTo>
                    <a:cubicBezTo>
                      <a:pt x="209766" y="315249"/>
                      <a:pt x="211073" y="313728"/>
                      <a:pt x="212670" y="314083"/>
                    </a:cubicBezTo>
                    <a:cubicBezTo>
                      <a:pt x="214268" y="314438"/>
                      <a:pt x="216161" y="313115"/>
                      <a:pt x="216877" y="311142"/>
                    </a:cubicBezTo>
                    <a:cubicBezTo>
                      <a:pt x="217675" y="308946"/>
                      <a:pt x="217050" y="308255"/>
                      <a:pt x="215264" y="309359"/>
                    </a:cubicBezTo>
                    <a:cubicBezTo>
                      <a:pt x="211189" y="311878"/>
                      <a:pt x="211586" y="308715"/>
                      <a:pt x="217511" y="291496"/>
                    </a:cubicBezTo>
                    <a:cubicBezTo>
                      <a:pt x="220350" y="283242"/>
                      <a:pt x="222673" y="274348"/>
                      <a:pt x="222673" y="271731"/>
                    </a:cubicBezTo>
                    <a:cubicBezTo>
                      <a:pt x="222673" y="269113"/>
                      <a:pt x="223977" y="266972"/>
                      <a:pt x="225571" y="266972"/>
                    </a:cubicBezTo>
                    <a:cubicBezTo>
                      <a:pt x="227573" y="266972"/>
                      <a:pt x="227475" y="265775"/>
                      <a:pt x="225255" y="263100"/>
                    </a:cubicBezTo>
                    <a:cubicBezTo>
                      <a:pt x="223035" y="260424"/>
                      <a:pt x="222937" y="259227"/>
                      <a:pt x="224939" y="259227"/>
                    </a:cubicBezTo>
                    <a:cubicBezTo>
                      <a:pt x="226726" y="259227"/>
                      <a:pt x="227696" y="254529"/>
                      <a:pt x="227470" y="246966"/>
                    </a:cubicBezTo>
                    <a:lnTo>
                      <a:pt x="227104" y="234704"/>
                    </a:lnTo>
                    <a:lnTo>
                      <a:pt x="225255" y="245029"/>
                    </a:lnTo>
                    <a:cubicBezTo>
                      <a:pt x="223422" y="255266"/>
                      <a:pt x="223402" y="255233"/>
                      <a:pt x="222926" y="241157"/>
                    </a:cubicBezTo>
                    <a:cubicBezTo>
                      <a:pt x="222330" y="223537"/>
                      <a:pt x="217100" y="203003"/>
                      <a:pt x="213514" y="204198"/>
                    </a:cubicBezTo>
                    <a:cubicBezTo>
                      <a:pt x="212038" y="204690"/>
                      <a:pt x="209337" y="200961"/>
                      <a:pt x="207511" y="195911"/>
                    </a:cubicBezTo>
                    <a:cubicBezTo>
                      <a:pt x="204912" y="188724"/>
                      <a:pt x="203143" y="187062"/>
                      <a:pt x="199366" y="188261"/>
                    </a:cubicBezTo>
                    <a:cubicBezTo>
                      <a:pt x="196479" y="189177"/>
                      <a:pt x="192643" y="187925"/>
                      <a:pt x="189814" y="185143"/>
                    </a:cubicBezTo>
                    <a:cubicBezTo>
                      <a:pt x="187213" y="182586"/>
                      <a:pt x="181818" y="178787"/>
                      <a:pt x="177824" y="176701"/>
                    </a:cubicBezTo>
                    <a:cubicBezTo>
                      <a:pt x="173830" y="174616"/>
                      <a:pt x="171833" y="172486"/>
                      <a:pt x="173385" y="171969"/>
                    </a:cubicBezTo>
                    <a:cubicBezTo>
                      <a:pt x="177632" y="170553"/>
                      <a:pt x="176775" y="166295"/>
                      <a:pt x="172244" y="166295"/>
                    </a:cubicBezTo>
                    <a:cubicBezTo>
                      <a:pt x="165904" y="166295"/>
                      <a:pt x="155744" y="158482"/>
                      <a:pt x="157189" y="154717"/>
                    </a:cubicBezTo>
                    <a:cubicBezTo>
                      <a:pt x="157916" y="152822"/>
                      <a:pt x="156611" y="147599"/>
                      <a:pt x="154290" y="143110"/>
                    </a:cubicBezTo>
                    <a:cubicBezTo>
                      <a:pt x="150789" y="136341"/>
                      <a:pt x="150644" y="134254"/>
                      <a:pt x="153437" y="130888"/>
                    </a:cubicBezTo>
                    <a:cubicBezTo>
                      <a:pt x="156396" y="127323"/>
                      <a:pt x="156023" y="127073"/>
                      <a:pt x="150373" y="128835"/>
                    </a:cubicBezTo>
                    <a:cubicBezTo>
                      <a:pt x="144136" y="130780"/>
                      <a:pt x="144078" y="130686"/>
                      <a:pt x="148457" y="125777"/>
                    </a:cubicBezTo>
                    <a:cubicBezTo>
                      <a:pt x="153040" y="120640"/>
                      <a:pt x="154705" y="109503"/>
                      <a:pt x="150890" y="109503"/>
                    </a:cubicBezTo>
                    <a:cubicBezTo>
                      <a:pt x="149743" y="109503"/>
                      <a:pt x="146789" y="114072"/>
                      <a:pt x="144325" y="119656"/>
                    </a:cubicBezTo>
                    <a:cubicBezTo>
                      <a:pt x="140017" y="129421"/>
                      <a:pt x="139548" y="129705"/>
                      <a:pt x="132054" y="127093"/>
                    </a:cubicBezTo>
                    <a:cubicBezTo>
                      <a:pt x="127075" y="125357"/>
                      <a:pt x="124756" y="123090"/>
                      <a:pt x="125630" y="120812"/>
                    </a:cubicBezTo>
                    <a:cubicBezTo>
                      <a:pt x="126411" y="118778"/>
                      <a:pt x="125370" y="117248"/>
                      <a:pt x="123207" y="117248"/>
                    </a:cubicBezTo>
                    <a:cubicBezTo>
                      <a:pt x="121121" y="117248"/>
                      <a:pt x="119415" y="119339"/>
                      <a:pt x="119415" y="121894"/>
                    </a:cubicBezTo>
                    <a:cubicBezTo>
                      <a:pt x="119415" y="124450"/>
                      <a:pt x="118112" y="127844"/>
                      <a:pt x="116519" y="129437"/>
                    </a:cubicBezTo>
                    <a:cubicBezTo>
                      <a:pt x="113230" y="132727"/>
                      <a:pt x="105775" y="130849"/>
                      <a:pt x="107977" y="127285"/>
                    </a:cubicBezTo>
                    <a:cubicBezTo>
                      <a:pt x="108769" y="126004"/>
                      <a:pt x="107624" y="124268"/>
                      <a:pt x="105433" y="123427"/>
                    </a:cubicBezTo>
                    <a:cubicBezTo>
                      <a:pt x="103242" y="122586"/>
                      <a:pt x="99008" y="117948"/>
                      <a:pt x="96024" y="113119"/>
                    </a:cubicBezTo>
                    <a:cubicBezTo>
                      <a:pt x="92358" y="107187"/>
                      <a:pt x="88642" y="104340"/>
                      <a:pt x="84566" y="104340"/>
                    </a:cubicBezTo>
                    <a:cubicBezTo>
                      <a:pt x="80490" y="104340"/>
                      <a:pt x="76774" y="101493"/>
                      <a:pt x="73108" y="95562"/>
                    </a:cubicBezTo>
                    <a:cubicBezTo>
                      <a:pt x="67387" y="86305"/>
                      <a:pt x="62222" y="83015"/>
                      <a:pt x="56725" y="85124"/>
                    </a:cubicBezTo>
                    <a:cubicBezTo>
                      <a:pt x="50606" y="87472"/>
                      <a:pt x="41978" y="76444"/>
                      <a:pt x="41890" y="66163"/>
                    </a:cubicBezTo>
                    <a:cubicBezTo>
                      <a:pt x="41792" y="54708"/>
                      <a:pt x="37917" y="49001"/>
                      <a:pt x="28677" y="46701"/>
                    </a:cubicBezTo>
                    <a:cubicBezTo>
                      <a:pt x="24172" y="45580"/>
                      <a:pt x="20912" y="42349"/>
                      <a:pt x="19131" y="37238"/>
                    </a:cubicBezTo>
                    <a:cubicBezTo>
                      <a:pt x="17643" y="32970"/>
                      <a:pt x="14841" y="29478"/>
                      <a:pt x="12905" y="29478"/>
                    </a:cubicBezTo>
                    <a:cubicBezTo>
                      <a:pt x="8305" y="29478"/>
                      <a:pt x="-2593" y="14715"/>
                      <a:pt x="565" y="12763"/>
                    </a:cubicBezTo>
                    <a:cubicBezTo>
                      <a:pt x="3818" y="10752"/>
                      <a:pt x="12858" y="12542"/>
                      <a:pt x="24931" y="17586"/>
                    </a:cubicBezTo>
                    <a:cubicBezTo>
                      <a:pt x="37286" y="22748"/>
                      <a:pt x="47225" y="22872"/>
                      <a:pt x="53740" y="17944"/>
                    </a:cubicBezTo>
                    <a:cubicBezTo>
                      <a:pt x="60581" y="12770"/>
                      <a:pt x="62623" y="13067"/>
                      <a:pt x="62623" y="19236"/>
                    </a:cubicBezTo>
                    <a:cubicBezTo>
                      <a:pt x="62623" y="22305"/>
                      <a:pt x="65034" y="25393"/>
                      <a:pt x="68432" y="26677"/>
                    </a:cubicBezTo>
                    <a:cubicBezTo>
                      <a:pt x="74871" y="29111"/>
                      <a:pt x="79002" y="27843"/>
                      <a:pt x="76711" y="24137"/>
                    </a:cubicBezTo>
                    <a:cubicBezTo>
                      <a:pt x="75894" y="22815"/>
                      <a:pt x="77037" y="21734"/>
                      <a:pt x="79251" y="21734"/>
                    </a:cubicBezTo>
                    <a:cubicBezTo>
                      <a:pt x="81464" y="21734"/>
                      <a:pt x="83275" y="20550"/>
                      <a:pt x="83275" y="19103"/>
                    </a:cubicBezTo>
                    <a:cubicBezTo>
                      <a:pt x="83275" y="17583"/>
                      <a:pt x="80538" y="17160"/>
                      <a:pt x="76792" y="18100"/>
                    </a:cubicBezTo>
                    <a:cubicBezTo>
                      <a:pt x="71329" y="19471"/>
                      <a:pt x="70588" y="19002"/>
                      <a:pt x="72078" y="15119"/>
                    </a:cubicBezTo>
                    <a:cubicBezTo>
                      <a:pt x="73452" y="11539"/>
                      <a:pt x="72877" y="10883"/>
                      <a:pt x="69501" y="12179"/>
                    </a:cubicBezTo>
                    <a:cubicBezTo>
                      <a:pt x="66052" y="13503"/>
                      <a:pt x="66358" y="12212"/>
                      <a:pt x="70989" y="5916"/>
                    </a:cubicBezTo>
                    <a:cubicBezTo>
                      <a:pt x="76351" y="-1376"/>
                      <a:pt x="76888" y="-1579"/>
                      <a:pt x="77646" y="3402"/>
                    </a:cubicBezTo>
                    <a:cubicBezTo>
                      <a:pt x="78672" y="10145"/>
                      <a:pt x="78784" y="10167"/>
                      <a:pt x="139275" y="15638"/>
                    </a:cubicBezTo>
                    <a:cubicBezTo>
                      <a:pt x="166526" y="18103"/>
                      <a:pt x="188286" y="20987"/>
                      <a:pt x="187630" y="22047"/>
                    </a:cubicBezTo>
                    <a:cubicBezTo>
                      <a:pt x="185081" y="26172"/>
                      <a:pt x="200296" y="53021"/>
                      <a:pt x="207209" y="56596"/>
                    </a:cubicBezTo>
                    <a:cubicBezTo>
                      <a:pt x="214767" y="60504"/>
                      <a:pt x="224810" y="78946"/>
                      <a:pt x="227114" y="93147"/>
                    </a:cubicBezTo>
                    <a:cubicBezTo>
                      <a:pt x="228108" y="99272"/>
                      <a:pt x="230904" y="103059"/>
                      <a:pt x="237157" y="106748"/>
                    </a:cubicBezTo>
                    <a:cubicBezTo>
                      <a:pt x="244668" y="111180"/>
                      <a:pt x="245621" y="112866"/>
                      <a:pt x="244314" y="119404"/>
                    </a:cubicBezTo>
                    <a:cubicBezTo>
                      <a:pt x="243448" y="123731"/>
                      <a:pt x="244017" y="127696"/>
                      <a:pt x="245646" y="128703"/>
                    </a:cubicBezTo>
                    <a:cubicBezTo>
                      <a:pt x="247209" y="129669"/>
                      <a:pt x="248514" y="135909"/>
                      <a:pt x="248545" y="142569"/>
                    </a:cubicBezTo>
                    <a:cubicBezTo>
                      <a:pt x="248610" y="156222"/>
                      <a:pt x="256380" y="169733"/>
                      <a:pt x="261330" y="164801"/>
                    </a:cubicBezTo>
                    <a:cubicBezTo>
                      <a:pt x="263334" y="162805"/>
                      <a:pt x="262643" y="160133"/>
                      <a:pt x="258888" y="155359"/>
                    </a:cubicBezTo>
                    <a:cubicBezTo>
                      <a:pt x="253728" y="148800"/>
                      <a:pt x="251444" y="130155"/>
                      <a:pt x="255800" y="130155"/>
                    </a:cubicBezTo>
                    <a:cubicBezTo>
                      <a:pt x="259829" y="130155"/>
                      <a:pt x="274389" y="150593"/>
                      <a:pt x="275961" y="158456"/>
                    </a:cubicBezTo>
                    <a:cubicBezTo>
                      <a:pt x="276824" y="162768"/>
                      <a:pt x="279126" y="166295"/>
                      <a:pt x="281077" y="166295"/>
                    </a:cubicBezTo>
                    <a:cubicBezTo>
                      <a:pt x="283382" y="166295"/>
                      <a:pt x="284587" y="169236"/>
                      <a:pt x="284516" y="174685"/>
                    </a:cubicBezTo>
                    <a:cubicBezTo>
                      <a:pt x="284361" y="186530"/>
                      <a:pt x="287367" y="203159"/>
                      <a:pt x="290330" y="206853"/>
                    </a:cubicBezTo>
                    <a:cubicBezTo>
                      <a:pt x="291973" y="208901"/>
                      <a:pt x="291767" y="213229"/>
                      <a:pt x="289732" y="219395"/>
                    </a:cubicBezTo>
                    <a:cubicBezTo>
                      <a:pt x="286869" y="228068"/>
                      <a:pt x="287307" y="230214"/>
                      <a:pt x="295284" y="246624"/>
                    </a:cubicBezTo>
                    <a:cubicBezTo>
                      <a:pt x="300047" y="256421"/>
                      <a:pt x="305697" y="264994"/>
                      <a:pt x="307839" y="265674"/>
                    </a:cubicBezTo>
                    <a:cubicBezTo>
                      <a:pt x="309981" y="266354"/>
                      <a:pt x="311853" y="269538"/>
                      <a:pt x="311998" y="272749"/>
                    </a:cubicBezTo>
                    <a:cubicBezTo>
                      <a:pt x="312747" y="289262"/>
                      <a:pt x="316417" y="302569"/>
                      <a:pt x="323310" y="313772"/>
                    </a:cubicBezTo>
                    <a:cubicBezTo>
                      <a:pt x="332864" y="329298"/>
                      <a:pt x="335210" y="338166"/>
                      <a:pt x="331080" y="343142"/>
                    </a:cubicBezTo>
                    <a:cubicBezTo>
                      <a:pt x="328823" y="345861"/>
                      <a:pt x="328447" y="351993"/>
                      <a:pt x="329774" y="364390"/>
                    </a:cubicBezTo>
                    <a:cubicBezTo>
                      <a:pt x="332100" y="386110"/>
                      <a:pt x="338349" y="395959"/>
                      <a:pt x="349986" y="396248"/>
                    </a:cubicBezTo>
                    <a:cubicBezTo>
                      <a:pt x="354503" y="396360"/>
                      <a:pt x="356748" y="397038"/>
                      <a:pt x="354973" y="397754"/>
                    </a:cubicBezTo>
                    <a:cubicBezTo>
                      <a:pt x="349867" y="399814"/>
                      <a:pt x="351219" y="403789"/>
                      <a:pt x="357026" y="403789"/>
                    </a:cubicBezTo>
                    <a:cubicBezTo>
                      <a:pt x="361562" y="403789"/>
                      <a:pt x="362100" y="402606"/>
                      <a:pt x="360843" y="395399"/>
                    </a:cubicBezTo>
                    <a:cubicBezTo>
                      <a:pt x="360039" y="390785"/>
                      <a:pt x="360485" y="385331"/>
                      <a:pt x="361835" y="383279"/>
                    </a:cubicBezTo>
                    <a:cubicBezTo>
                      <a:pt x="363800" y="380292"/>
                      <a:pt x="366898" y="382284"/>
                      <a:pt x="377379" y="393272"/>
                    </a:cubicBezTo>
                    <a:cubicBezTo>
                      <a:pt x="384578" y="400820"/>
                      <a:pt x="390468" y="408598"/>
                      <a:pt x="390468" y="410555"/>
                    </a:cubicBezTo>
                    <a:cubicBezTo>
                      <a:pt x="390468" y="412631"/>
                      <a:pt x="393158" y="414114"/>
                      <a:pt x="396921" y="414114"/>
                    </a:cubicBezTo>
                    <a:cubicBezTo>
                      <a:pt x="401868" y="414114"/>
                      <a:pt x="403375" y="415453"/>
                      <a:pt x="403375" y="419847"/>
                    </a:cubicBezTo>
                    <a:cubicBezTo>
                      <a:pt x="403375" y="423000"/>
                      <a:pt x="404827" y="431917"/>
                      <a:pt x="406602" y="439662"/>
                    </a:cubicBezTo>
                    <a:cubicBezTo>
                      <a:pt x="409222" y="451096"/>
                      <a:pt x="411381" y="454663"/>
                      <a:pt x="418087" y="458630"/>
                    </a:cubicBezTo>
                    <a:cubicBezTo>
                      <a:pt x="432031" y="466881"/>
                      <a:pt x="432496" y="489608"/>
                      <a:pt x="419011" y="503820"/>
                    </a:cubicBezTo>
                    <a:cubicBezTo>
                      <a:pt x="415980" y="507014"/>
                      <a:pt x="411844" y="509628"/>
                      <a:pt x="409820" y="509628"/>
                    </a:cubicBezTo>
                    <a:cubicBezTo>
                      <a:pt x="407796" y="509628"/>
                      <a:pt x="400938" y="512532"/>
                      <a:pt x="394580" y="516082"/>
                    </a:cubicBezTo>
                    <a:cubicBezTo>
                      <a:pt x="388222" y="519631"/>
                      <a:pt x="382575" y="522535"/>
                      <a:pt x="382031" y="522535"/>
                    </a:cubicBezTo>
                    <a:cubicBezTo>
                      <a:pt x="381487" y="522535"/>
                      <a:pt x="378323" y="519641"/>
                      <a:pt x="375000" y="516104"/>
                    </a:cubicBezTo>
                    <a:close/>
                  </a:path>
                </a:pathLst>
              </a:custGeom>
              <a:solidFill>
                <a:srgbClr val="B9B9B9"/>
              </a:solidFill>
              <a:ln w="5163" cap="flat">
                <a:noFill/>
                <a:prstDash val="solid"/>
                <a:miter/>
              </a:ln>
            </p:spPr>
            <p:txBody>
              <a:bodyPr/>
              <a:lstStyle/>
              <a:p>
                <a:endParaRPr lang="es-419" noProof="0" dirty="0"/>
              </a:p>
            </p:txBody>
          </p:sp>
          <p:sp>
            <p:nvSpPr>
              <p:cNvPr id="93" name="Forma libre: forma 92">
                <a:extLst>
                  <a:ext uri="{FF2B5EF4-FFF2-40B4-BE49-F238E27FC236}">
                    <a16:creationId xmlns:a16="http://schemas.microsoft.com/office/drawing/2014/main" id="{73817107-D826-B7E5-3A0A-EC58965A07F4}"/>
                  </a:ext>
                </a:extLst>
              </p:cNvPr>
              <p:cNvSpPr/>
              <p:nvPr/>
            </p:nvSpPr>
            <p:spPr>
              <a:xfrm>
                <a:off x="675648" y="1860606"/>
                <a:ext cx="11408" cy="19945"/>
              </a:xfrm>
              <a:custGeom>
                <a:avLst/>
                <a:gdLst>
                  <a:gd name="csX0" fmla="*/ 2146 w 11408"/>
                  <a:gd name="csY0" fmla="*/ 10289 h 19945"/>
                  <a:gd name="csX1" fmla="*/ 6337 w 11408"/>
                  <a:gd name="csY1" fmla="*/ 7392 h 19945"/>
                  <a:gd name="csX2" fmla="*/ 8408 w 11408"/>
                  <a:gd name="csY2" fmla="*/ 19945 h 19945"/>
                  <a:gd name="csX3" fmla="*/ 2146 w 11408"/>
                  <a:gd name="csY3" fmla="*/ 10289 h 19945"/>
                </a:gdLst>
                <a:ahLst/>
                <a:cxnLst>
                  <a:cxn ang="0">
                    <a:pos x="csX0" y="csY0"/>
                  </a:cxn>
                  <a:cxn ang="0">
                    <a:pos x="csX1" y="csY1"/>
                  </a:cxn>
                  <a:cxn ang="0">
                    <a:pos x="csX2" y="csY2"/>
                  </a:cxn>
                  <a:cxn ang="0">
                    <a:pos x="csX3" y="csY3"/>
                  </a:cxn>
                </a:cxnLst>
                <a:rect l="l" t="t" r="r" b="b"/>
                <a:pathLst>
                  <a:path w="11408" h="19945">
                    <a:moveTo>
                      <a:pt x="2146" y="10289"/>
                    </a:moveTo>
                    <a:cubicBezTo>
                      <a:pt x="-1802" y="-2324"/>
                      <a:pt x="-243" y="-3401"/>
                      <a:pt x="6337" y="7392"/>
                    </a:cubicBezTo>
                    <a:cubicBezTo>
                      <a:pt x="12476" y="17462"/>
                      <a:pt x="12886" y="19945"/>
                      <a:pt x="8408" y="19945"/>
                    </a:cubicBezTo>
                    <a:cubicBezTo>
                      <a:pt x="6626" y="19945"/>
                      <a:pt x="3808" y="15600"/>
                      <a:pt x="2146" y="10289"/>
                    </a:cubicBezTo>
                    <a:close/>
                  </a:path>
                </a:pathLst>
              </a:custGeom>
              <a:solidFill>
                <a:srgbClr val="B9B9B9"/>
              </a:solidFill>
              <a:ln w="5163" cap="flat">
                <a:noFill/>
                <a:prstDash val="solid"/>
                <a:miter/>
              </a:ln>
            </p:spPr>
            <p:txBody>
              <a:bodyPr/>
              <a:lstStyle/>
              <a:p>
                <a:endParaRPr lang="es-419" noProof="0" dirty="0"/>
              </a:p>
            </p:txBody>
          </p:sp>
          <p:sp>
            <p:nvSpPr>
              <p:cNvPr id="94" name="Forma libre: forma 93">
                <a:extLst>
                  <a:ext uri="{FF2B5EF4-FFF2-40B4-BE49-F238E27FC236}">
                    <a16:creationId xmlns:a16="http://schemas.microsoft.com/office/drawing/2014/main" id="{16086271-9A1C-96E5-0666-562F8A3E1FD2}"/>
                  </a:ext>
                </a:extLst>
              </p:cNvPr>
              <p:cNvSpPr/>
              <p:nvPr/>
            </p:nvSpPr>
            <p:spPr>
              <a:xfrm>
                <a:off x="517039" y="1839249"/>
                <a:ext cx="11082" cy="12784"/>
              </a:xfrm>
              <a:custGeom>
                <a:avLst/>
                <a:gdLst>
                  <a:gd name="csX0" fmla="*/ 4154 w 11082"/>
                  <a:gd name="csY0" fmla="*/ 8186 h 12784"/>
                  <a:gd name="csX1" fmla="*/ 2167 w 11082"/>
                  <a:gd name="csY1" fmla="*/ 0 h 12784"/>
                  <a:gd name="csX2" fmla="*/ 8680 w 11082"/>
                  <a:gd name="csY2" fmla="*/ 6454 h 12784"/>
                  <a:gd name="csX3" fmla="*/ 4154 w 11082"/>
                  <a:gd name="csY3" fmla="*/ 8186 h 12784"/>
                </a:gdLst>
                <a:ahLst/>
                <a:cxnLst>
                  <a:cxn ang="0">
                    <a:pos x="csX0" y="csY0"/>
                  </a:cxn>
                  <a:cxn ang="0">
                    <a:pos x="csX1" y="csY1"/>
                  </a:cxn>
                  <a:cxn ang="0">
                    <a:pos x="csX2" y="csY2"/>
                  </a:cxn>
                  <a:cxn ang="0">
                    <a:pos x="csX3" y="csY3"/>
                  </a:cxn>
                </a:cxnLst>
                <a:rect l="l" t="t" r="r" b="b"/>
                <a:pathLst>
                  <a:path w="11082" h="12784">
                    <a:moveTo>
                      <a:pt x="4154" y="8186"/>
                    </a:moveTo>
                    <a:cubicBezTo>
                      <a:pt x="-584" y="2950"/>
                      <a:pt x="-1300" y="0"/>
                      <a:pt x="2167" y="0"/>
                    </a:cubicBezTo>
                    <a:cubicBezTo>
                      <a:pt x="3423" y="0"/>
                      <a:pt x="6354" y="2904"/>
                      <a:pt x="8680" y="6454"/>
                    </a:cubicBezTo>
                    <a:cubicBezTo>
                      <a:pt x="13580" y="13931"/>
                      <a:pt x="10441" y="15133"/>
                      <a:pt x="4154" y="8186"/>
                    </a:cubicBezTo>
                    <a:close/>
                  </a:path>
                </a:pathLst>
              </a:custGeom>
              <a:solidFill>
                <a:srgbClr val="B9B9B9"/>
              </a:solidFill>
              <a:ln w="5163" cap="flat">
                <a:noFill/>
                <a:prstDash val="solid"/>
                <a:miter/>
              </a:ln>
            </p:spPr>
            <p:txBody>
              <a:bodyPr/>
              <a:lstStyle/>
              <a:p>
                <a:endParaRPr lang="es-419" noProof="0" dirty="0"/>
              </a:p>
            </p:txBody>
          </p:sp>
          <p:sp>
            <p:nvSpPr>
              <p:cNvPr id="95" name="Forma libre: forma 94">
                <a:extLst>
                  <a:ext uri="{FF2B5EF4-FFF2-40B4-BE49-F238E27FC236}">
                    <a16:creationId xmlns:a16="http://schemas.microsoft.com/office/drawing/2014/main" id="{05561FB5-1337-6C40-87FF-E0E6AF4DBB36}"/>
                  </a:ext>
                </a:extLst>
              </p:cNvPr>
              <p:cNvSpPr/>
              <p:nvPr/>
            </p:nvSpPr>
            <p:spPr>
              <a:xfrm>
                <a:off x="633440" y="1833111"/>
                <a:ext cx="12552" cy="18971"/>
              </a:xfrm>
              <a:custGeom>
                <a:avLst/>
                <a:gdLst>
                  <a:gd name="csX0" fmla="*/ 3996 w 12552"/>
                  <a:gd name="csY0" fmla="*/ 9922 h 18971"/>
                  <a:gd name="csX1" fmla="*/ 6099 w 12552"/>
                  <a:gd name="csY1" fmla="*/ 5082 h 18971"/>
                  <a:gd name="csX2" fmla="*/ 12553 w 12552"/>
                  <a:gd name="csY2" fmla="*/ 15290 h 18971"/>
                  <a:gd name="csX3" fmla="*/ 3996 w 12552"/>
                  <a:gd name="csY3" fmla="*/ 9922 h 18971"/>
                </a:gdLst>
                <a:ahLst/>
                <a:cxnLst>
                  <a:cxn ang="0">
                    <a:pos x="csX0" y="csY0"/>
                  </a:cxn>
                  <a:cxn ang="0">
                    <a:pos x="csX1" y="csY1"/>
                  </a:cxn>
                  <a:cxn ang="0">
                    <a:pos x="csX2" y="csY2"/>
                  </a:cxn>
                  <a:cxn ang="0">
                    <a:pos x="csX3" y="csY3"/>
                  </a:cxn>
                </a:cxnLst>
                <a:rect l="l" t="t" r="r" b="b"/>
                <a:pathLst>
                  <a:path w="12552" h="18971">
                    <a:moveTo>
                      <a:pt x="3996" y="9922"/>
                    </a:moveTo>
                    <a:cubicBezTo>
                      <a:pt x="-1733" y="-2091"/>
                      <a:pt x="-1533" y="-2550"/>
                      <a:pt x="6099" y="5082"/>
                    </a:cubicBezTo>
                    <a:cubicBezTo>
                      <a:pt x="9649" y="8631"/>
                      <a:pt x="12553" y="13225"/>
                      <a:pt x="12553" y="15290"/>
                    </a:cubicBezTo>
                    <a:cubicBezTo>
                      <a:pt x="12553" y="21885"/>
                      <a:pt x="8483" y="19332"/>
                      <a:pt x="3996" y="9922"/>
                    </a:cubicBezTo>
                    <a:close/>
                  </a:path>
                </a:pathLst>
              </a:custGeom>
              <a:solidFill>
                <a:srgbClr val="B9B9B9"/>
              </a:solidFill>
              <a:ln w="5163" cap="flat">
                <a:noFill/>
                <a:prstDash val="solid"/>
                <a:miter/>
              </a:ln>
            </p:spPr>
            <p:txBody>
              <a:bodyPr/>
              <a:lstStyle/>
              <a:p>
                <a:endParaRPr lang="es-419" noProof="0" dirty="0"/>
              </a:p>
            </p:txBody>
          </p:sp>
          <p:sp>
            <p:nvSpPr>
              <p:cNvPr id="96" name="Forma libre: forma 95">
                <a:extLst>
                  <a:ext uri="{FF2B5EF4-FFF2-40B4-BE49-F238E27FC236}">
                    <a16:creationId xmlns:a16="http://schemas.microsoft.com/office/drawing/2014/main" id="{15352231-956B-6719-C005-B8739935BA68}"/>
                  </a:ext>
                </a:extLst>
              </p:cNvPr>
              <p:cNvSpPr/>
              <p:nvPr/>
            </p:nvSpPr>
            <p:spPr>
              <a:xfrm>
                <a:off x="499513" y="1824179"/>
                <a:ext cx="16487" cy="10786"/>
              </a:xfrm>
              <a:custGeom>
                <a:avLst/>
                <a:gdLst>
                  <a:gd name="csX0" fmla="*/ 5790 w 16487"/>
                  <a:gd name="csY0" fmla="*/ 5576 h 10786"/>
                  <a:gd name="csX1" fmla="*/ 4501 w 16487"/>
                  <a:gd name="csY1" fmla="*/ 936 h 10786"/>
                  <a:gd name="csX2" fmla="*/ 15719 w 16487"/>
                  <a:gd name="csY2" fmla="*/ 10646 h 10786"/>
                  <a:gd name="csX3" fmla="*/ 5790 w 16487"/>
                  <a:gd name="csY3" fmla="*/ 5576 h 10786"/>
                </a:gdLst>
                <a:ahLst/>
                <a:cxnLst>
                  <a:cxn ang="0">
                    <a:pos x="csX0" y="csY0"/>
                  </a:cxn>
                  <a:cxn ang="0">
                    <a:pos x="csX1" y="csY1"/>
                  </a:cxn>
                  <a:cxn ang="0">
                    <a:pos x="csX2" y="csY2"/>
                  </a:cxn>
                  <a:cxn ang="0">
                    <a:pos x="csX3" y="csY3"/>
                  </a:cxn>
                </a:cxnLst>
                <a:rect l="l" t="t" r="r" b="b"/>
                <a:pathLst>
                  <a:path w="16487" h="10786">
                    <a:moveTo>
                      <a:pt x="5790" y="5576"/>
                    </a:moveTo>
                    <a:cubicBezTo>
                      <a:pt x="-1676" y="-615"/>
                      <a:pt x="-1722" y="-781"/>
                      <a:pt x="4501" y="936"/>
                    </a:cubicBezTo>
                    <a:cubicBezTo>
                      <a:pt x="12209" y="3063"/>
                      <a:pt x="18782" y="8753"/>
                      <a:pt x="15719" y="10646"/>
                    </a:cubicBezTo>
                    <a:cubicBezTo>
                      <a:pt x="14517" y="11389"/>
                      <a:pt x="10049" y="9107"/>
                      <a:pt x="5790" y="5576"/>
                    </a:cubicBezTo>
                    <a:close/>
                  </a:path>
                </a:pathLst>
              </a:custGeom>
              <a:solidFill>
                <a:srgbClr val="B9B9B9"/>
              </a:solidFill>
              <a:ln w="5163" cap="flat">
                <a:noFill/>
                <a:prstDash val="solid"/>
                <a:miter/>
              </a:ln>
            </p:spPr>
            <p:txBody>
              <a:bodyPr/>
              <a:lstStyle/>
              <a:p>
                <a:endParaRPr lang="es-419" noProof="0" dirty="0"/>
              </a:p>
            </p:txBody>
          </p:sp>
          <p:sp>
            <p:nvSpPr>
              <p:cNvPr id="97" name="Forma libre: forma 96">
                <a:extLst>
                  <a:ext uri="{FF2B5EF4-FFF2-40B4-BE49-F238E27FC236}">
                    <a16:creationId xmlns:a16="http://schemas.microsoft.com/office/drawing/2014/main" id="{D984882E-E7CA-B80E-F5E3-68D7BE8616E1}"/>
                  </a:ext>
                </a:extLst>
              </p:cNvPr>
              <p:cNvSpPr/>
              <p:nvPr/>
            </p:nvSpPr>
            <p:spPr>
              <a:xfrm>
                <a:off x="478303" y="1760241"/>
                <a:ext cx="17819" cy="62484"/>
              </a:xfrm>
              <a:custGeom>
                <a:avLst/>
                <a:gdLst>
                  <a:gd name="csX0" fmla="*/ 12817 w 17819"/>
                  <a:gd name="csY0" fmla="*/ 59663 h 62484"/>
                  <a:gd name="csX1" fmla="*/ 8906 w 17819"/>
                  <a:gd name="csY1" fmla="*/ 49920 h 62484"/>
                  <a:gd name="csX2" fmla="*/ 3768 w 17819"/>
                  <a:gd name="csY2" fmla="*/ 41934 h 62484"/>
                  <a:gd name="csX3" fmla="*/ 2261 w 17819"/>
                  <a:gd name="csY3" fmla="*/ 33152 h 62484"/>
                  <a:gd name="csX4" fmla="*/ 8278 w 17819"/>
                  <a:gd name="csY4" fmla="*/ 19635 h 62484"/>
                  <a:gd name="csX5" fmla="*/ 14954 w 17819"/>
                  <a:gd name="csY5" fmla="*/ 4146 h 62484"/>
                  <a:gd name="csX6" fmla="*/ 16371 w 17819"/>
                  <a:gd name="csY6" fmla="*/ 6727 h 62484"/>
                  <a:gd name="csX7" fmla="*/ 10951 w 17819"/>
                  <a:gd name="csY7" fmla="*/ 23219 h 62484"/>
                  <a:gd name="csX8" fmla="*/ 9971 w 17819"/>
                  <a:gd name="csY8" fmla="*/ 36893 h 62484"/>
                  <a:gd name="csX9" fmla="*/ 12803 w 17819"/>
                  <a:gd name="csY9" fmla="*/ 48926 h 62484"/>
                  <a:gd name="csX10" fmla="*/ 15858 w 17819"/>
                  <a:gd name="csY10" fmla="*/ 57797 h 62484"/>
                  <a:gd name="csX11" fmla="*/ 17517 w 17819"/>
                  <a:gd name="csY11" fmla="*/ 62248 h 62484"/>
                  <a:gd name="csX12" fmla="*/ 12817 w 17819"/>
                  <a:gd name="csY12" fmla="*/ 59663 h 624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7819" h="62484">
                    <a:moveTo>
                      <a:pt x="12817" y="59663"/>
                    </a:moveTo>
                    <a:cubicBezTo>
                      <a:pt x="10999" y="57473"/>
                      <a:pt x="9240" y="53089"/>
                      <a:pt x="8906" y="49920"/>
                    </a:cubicBezTo>
                    <a:cubicBezTo>
                      <a:pt x="7921" y="40559"/>
                      <a:pt x="7808" y="40384"/>
                      <a:pt x="3768" y="41934"/>
                    </a:cubicBezTo>
                    <a:cubicBezTo>
                      <a:pt x="-606" y="43612"/>
                      <a:pt x="-1257" y="39820"/>
                      <a:pt x="2261" y="33152"/>
                    </a:cubicBezTo>
                    <a:cubicBezTo>
                      <a:pt x="3561" y="30687"/>
                      <a:pt x="6269" y="24604"/>
                      <a:pt x="8278" y="19635"/>
                    </a:cubicBezTo>
                    <a:cubicBezTo>
                      <a:pt x="10287" y="14665"/>
                      <a:pt x="13291" y="7695"/>
                      <a:pt x="14954" y="4146"/>
                    </a:cubicBezTo>
                    <a:cubicBezTo>
                      <a:pt x="17758" y="-1839"/>
                      <a:pt x="17861" y="-1651"/>
                      <a:pt x="16371" y="6727"/>
                    </a:cubicBezTo>
                    <a:cubicBezTo>
                      <a:pt x="15486" y="11697"/>
                      <a:pt x="13047" y="19118"/>
                      <a:pt x="10951" y="23219"/>
                    </a:cubicBezTo>
                    <a:cubicBezTo>
                      <a:pt x="8012" y="28966"/>
                      <a:pt x="7787" y="32101"/>
                      <a:pt x="9971" y="36893"/>
                    </a:cubicBezTo>
                    <a:cubicBezTo>
                      <a:pt x="11529" y="40313"/>
                      <a:pt x="12803" y="45728"/>
                      <a:pt x="12803" y="48926"/>
                    </a:cubicBezTo>
                    <a:cubicBezTo>
                      <a:pt x="12803" y="52125"/>
                      <a:pt x="14178" y="56117"/>
                      <a:pt x="15858" y="57797"/>
                    </a:cubicBezTo>
                    <a:cubicBezTo>
                      <a:pt x="17538" y="59477"/>
                      <a:pt x="18285" y="61480"/>
                      <a:pt x="17517" y="62248"/>
                    </a:cubicBezTo>
                    <a:cubicBezTo>
                      <a:pt x="16749" y="63016"/>
                      <a:pt x="14634" y="61852"/>
                      <a:pt x="12817" y="59663"/>
                    </a:cubicBezTo>
                    <a:close/>
                  </a:path>
                </a:pathLst>
              </a:custGeom>
              <a:solidFill>
                <a:srgbClr val="B9B9B9"/>
              </a:solidFill>
              <a:ln w="5163" cap="flat">
                <a:noFill/>
                <a:prstDash val="solid"/>
                <a:miter/>
              </a:ln>
            </p:spPr>
            <p:txBody>
              <a:bodyPr/>
              <a:lstStyle/>
              <a:p>
                <a:endParaRPr lang="es-419" noProof="0" dirty="0"/>
              </a:p>
            </p:txBody>
          </p:sp>
          <p:sp>
            <p:nvSpPr>
              <p:cNvPr id="98" name="Forma libre: forma 97">
                <a:extLst>
                  <a:ext uri="{FF2B5EF4-FFF2-40B4-BE49-F238E27FC236}">
                    <a16:creationId xmlns:a16="http://schemas.microsoft.com/office/drawing/2014/main" id="{4F0ABC4F-720E-D7AC-26DE-3ADA4658A15A}"/>
                  </a:ext>
                </a:extLst>
              </p:cNvPr>
              <p:cNvSpPr/>
              <p:nvPr/>
            </p:nvSpPr>
            <p:spPr>
              <a:xfrm>
                <a:off x="610272" y="1785879"/>
                <a:ext cx="19431" cy="24201"/>
              </a:xfrm>
              <a:custGeom>
                <a:avLst/>
                <a:gdLst>
                  <a:gd name="csX0" fmla="*/ 12977 w 19431"/>
                  <a:gd name="csY0" fmla="*/ 20895 h 24201"/>
                  <a:gd name="csX1" fmla="*/ 7325 w 19431"/>
                  <a:gd name="csY1" fmla="*/ 14059 h 24201"/>
                  <a:gd name="csX2" fmla="*/ 3038 w 19431"/>
                  <a:gd name="csY2" fmla="*/ 6445 h 24201"/>
                  <a:gd name="csX3" fmla="*/ 7745 w 19431"/>
                  <a:gd name="csY3" fmla="*/ 1409 h 24201"/>
                  <a:gd name="csX4" fmla="*/ 17054 w 19431"/>
                  <a:gd name="csY4" fmla="*/ 13612 h 24201"/>
                  <a:gd name="csX5" fmla="*/ 19347 w 19431"/>
                  <a:gd name="csY5" fmla="*/ 24137 h 24201"/>
                  <a:gd name="csX6" fmla="*/ 12977 w 19431"/>
                  <a:gd name="csY6" fmla="*/ 20895 h 24201"/>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9431" h="24201">
                    <a:moveTo>
                      <a:pt x="12977" y="20895"/>
                    </a:moveTo>
                    <a:cubicBezTo>
                      <a:pt x="9869" y="18718"/>
                      <a:pt x="7325" y="15642"/>
                      <a:pt x="7325" y="14059"/>
                    </a:cubicBezTo>
                    <a:cubicBezTo>
                      <a:pt x="7325" y="12477"/>
                      <a:pt x="5396" y="9050"/>
                      <a:pt x="3038" y="6445"/>
                    </a:cubicBezTo>
                    <a:cubicBezTo>
                      <a:pt x="-2384" y="453"/>
                      <a:pt x="-388" y="-1683"/>
                      <a:pt x="7745" y="1409"/>
                    </a:cubicBezTo>
                    <a:cubicBezTo>
                      <a:pt x="11871" y="2978"/>
                      <a:pt x="15083" y="7189"/>
                      <a:pt x="17054" y="13612"/>
                    </a:cubicBezTo>
                    <a:cubicBezTo>
                      <a:pt x="18710" y="19007"/>
                      <a:pt x="19742" y="23743"/>
                      <a:pt x="19347" y="24137"/>
                    </a:cubicBezTo>
                    <a:cubicBezTo>
                      <a:pt x="18953" y="24532"/>
                      <a:pt x="16086" y="23073"/>
                      <a:pt x="12977" y="20895"/>
                    </a:cubicBezTo>
                    <a:close/>
                  </a:path>
                </a:pathLst>
              </a:custGeom>
              <a:solidFill>
                <a:srgbClr val="B9B9B9"/>
              </a:solidFill>
              <a:ln w="5163" cap="flat">
                <a:noFill/>
                <a:prstDash val="solid"/>
                <a:miter/>
              </a:ln>
            </p:spPr>
            <p:txBody>
              <a:bodyPr/>
              <a:lstStyle/>
              <a:p>
                <a:endParaRPr lang="es-419" noProof="0" dirty="0"/>
              </a:p>
            </p:txBody>
          </p:sp>
          <p:sp>
            <p:nvSpPr>
              <p:cNvPr id="99" name="Forma libre: forma 98">
                <a:extLst>
                  <a:ext uri="{FF2B5EF4-FFF2-40B4-BE49-F238E27FC236}">
                    <a16:creationId xmlns:a16="http://schemas.microsoft.com/office/drawing/2014/main" id="{EBECA1EC-3A99-B37D-129F-BF45A2A2E854}"/>
                  </a:ext>
                </a:extLst>
              </p:cNvPr>
              <p:cNvSpPr/>
              <p:nvPr/>
            </p:nvSpPr>
            <p:spPr>
              <a:xfrm>
                <a:off x="615016" y="1765374"/>
                <a:ext cx="5162" cy="6756"/>
              </a:xfrm>
              <a:custGeom>
                <a:avLst/>
                <a:gdLst>
                  <a:gd name="csX0" fmla="*/ 0 w 5162"/>
                  <a:gd name="csY0" fmla="*/ 4328 h 6756"/>
                  <a:gd name="csX1" fmla="*/ 2581 w 5162"/>
                  <a:gd name="csY1" fmla="*/ 303 h 6756"/>
                  <a:gd name="csX2" fmla="*/ 5163 w 5162"/>
                  <a:gd name="csY2" fmla="*/ 2732 h 6756"/>
                  <a:gd name="csX3" fmla="*/ 2581 w 5162"/>
                  <a:gd name="csY3" fmla="*/ 6757 h 6756"/>
                  <a:gd name="csX4" fmla="*/ 0 w 5162"/>
                  <a:gd name="csY4" fmla="*/ 4328 h 6756"/>
                </a:gdLst>
                <a:ahLst/>
                <a:cxnLst>
                  <a:cxn ang="0">
                    <a:pos x="csX0" y="csY0"/>
                  </a:cxn>
                  <a:cxn ang="0">
                    <a:pos x="csX1" y="csY1"/>
                  </a:cxn>
                  <a:cxn ang="0">
                    <a:pos x="csX2" y="csY2"/>
                  </a:cxn>
                  <a:cxn ang="0">
                    <a:pos x="csX3" y="csY3"/>
                  </a:cxn>
                  <a:cxn ang="0">
                    <a:pos x="csX4" y="csY4"/>
                  </a:cxn>
                </a:cxnLst>
                <a:rect l="l" t="t" r="r" b="b"/>
                <a:pathLst>
                  <a:path w="5162" h="6756">
                    <a:moveTo>
                      <a:pt x="0" y="4328"/>
                    </a:moveTo>
                    <a:cubicBezTo>
                      <a:pt x="0" y="2992"/>
                      <a:pt x="1162" y="1181"/>
                      <a:pt x="2581" y="303"/>
                    </a:cubicBezTo>
                    <a:cubicBezTo>
                      <a:pt x="4001" y="-574"/>
                      <a:pt x="5163" y="519"/>
                      <a:pt x="5163" y="2732"/>
                    </a:cubicBezTo>
                    <a:cubicBezTo>
                      <a:pt x="5163" y="4946"/>
                      <a:pt x="4001" y="6757"/>
                      <a:pt x="2581" y="6757"/>
                    </a:cubicBezTo>
                    <a:cubicBezTo>
                      <a:pt x="1162" y="6757"/>
                      <a:pt x="0" y="5664"/>
                      <a:pt x="0" y="4328"/>
                    </a:cubicBezTo>
                    <a:close/>
                  </a:path>
                </a:pathLst>
              </a:custGeom>
              <a:solidFill>
                <a:srgbClr val="B9B9B9"/>
              </a:solidFill>
              <a:ln w="5163" cap="flat">
                <a:noFill/>
                <a:prstDash val="solid"/>
                <a:miter/>
              </a:ln>
            </p:spPr>
            <p:txBody>
              <a:bodyPr/>
              <a:lstStyle/>
              <a:p>
                <a:endParaRPr lang="es-419" noProof="0" dirty="0"/>
              </a:p>
            </p:txBody>
          </p:sp>
          <p:sp>
            <p:nvSpPr>
              <p:cNvPr id="100" name="Forma libre: forma 99">
                <a:extLst>
                  <a:ext uri="{FF2B5EF4-FFF2-40B4-BE49-F238E27FC236}">
                    <a16:creationId xmlns:a16="http://schemas.microsoft.com/office/drawing/2014/main" id="{45A6CC63-DB5D-A33C-196D-54F3BC56AC38}"/>
                  </a:ext>
                </a:extLst>
              </p:cNvPr>
              <p:cNvSpPr/>
              <p:nvPr/>
            </p:nvSpPr>
            <p:spPr>
              <a:xfrm>
                <a:off x="496444" y="1737058"/>
                <a:ext cx="4812" cy="15975"/>
              </a:xfrm>
              <a:custGeom>
                <a:avLst/>
                <a:gdLst>
                  <a:gd name="csX0" fmla="*/ 6 w 4812"/>
                  <a:gd name="csY0" fmla="*/ 12637 h 15975"/>
                  <a:gd name="csX1" fmla="*/ 2406 w 4812"/>
                  <a:gd name="csY1" fmla="*/ 2804 h 15975"/>
                  <a:gd name="csX2" fmla="*/ 4806 w 4812"/>
                  <a:gd name="csY2" fmla="*/ 5879 h 15975"/>
                  <a:gd name="csX3" fmla="*/ 2406 w 4812"/>
                  <a:gd name="csY3" fmla="*/ 15712 h 15975"/>
                  <a:gd name="csX4" fmla="*/ 6 w 4812"/>
                  <a:gd name="csY4" fmla="*/ 12637 h 15975"/>
                </a:gdLst>
                <a:ahLst/>
                <a:cxnLst>
                  <a:cxn ang="0">
                    <a:pos x="csX0" y="csY0"/>
                  </a:cxn>
                  <a:cxn ang="0">
                    <a:pos x="csX1" y="csY1"/>
                  </a:cxn>
                  <a:cxn ang="0">
                    <a:pos x="csX2" y="csY2"/>
                  </a:cxn>
                  <a:cxn ang="0">
                    <a:pos x="csX3" y="csY3"/>
                  </a:cxn>
                  <a:cxn ang="0">
                    <a:pos x="csX4" y="csY4"/>
                  </a:cxn>
                </a:cxnLst>
                <a:rect l="l" t="t" r="r" b="b"/>
                <a:pathLst>
                  <a:path w="4812" h="15975">
                    <a:moveTo>
                      <a:pt x="6" y="12637"/>
                    </a:moveTo>
                    <a:cubicBezTo>
                      <a:pt x="106" y="10069"/>
                      <a:pt x="1186" y="5644"/>
                      <a:pt x="2406" y="2804"/>
                    </a:cubicBezTo>
                    <a:cubicBezTo>
                      <a:pt x="4277" y="-1548"/>
                      <a:pt x="4653" y="-1065"/>
                      <a:pt x="4806" y="5879"/>
                    </a:cubicBezTo>
                    <a:cubicBezTo>
                      <a:pt x="4906" y="10409"/>
                      <a:pt x="3826" y="14834"/>
                      <a:pt x="2406" y="15712"/>
                    </a:cubicBezTo>
                    <a:cubicBezTo>
                      <a:pt x="987" y="16589"/>
                      <a:pt x="-93" y="15206"/>
                      <a:pt x="6" y="12637"/>
                    </a:cubicBezTo>
                    <a:close/>
                  </a:path>
                </a:pathLst>
              </a:custGeom>
              <a:solidFill>
                <a:srgbClr val="B9B9B9"/>
              </a:solidFill>
              <a:ln w="5163" cap="flat">
                <a:noFill/>
                <a:prstDash val="solid"/>
                <a:miter/>
              </a:ln>
            </p:spPr>
            <p:txBody>
              <a:bodyPr/>
              <a:lstStyle/>
              <a:p>
                <a:endParaRPr lang="es-419" noProof="0" dirty="0"/>
              </a:p>
            </p:txBody>
          </p:sp>
          <p:sp>
            <p:nvSpPr>
              <p:cNvPr id="101" name="Forma libre: forma 100">
                <a:extLst>
                  <a:ext uri="{FF2B5EF4-FFF2-40B4-BE49-F238E27FC236}">
                    <a16:creationId xmlns:a16="http://schemas.microsoft.com/office/drawing/2014/main" id="{F8DB78D7-D3A3-C219-FC04-BCE024826325}"/>
                  </a:ext>
                </a:extLst>
              </p:cNvPr>
              <p:cNvSpPr/>
              <p:nvPr/>
            </p:nvSpPr>
            <p:spPr>
              <a:xfrm>
                <a:off x="610293" y="1727161"/>
                <a:ext cx="5615" cy="11379"/>
              </a:xfrm>
              <a:custGeom>
                <a:avLst/>
                <a:gdLst>
                  <a:gd name="csX0" fmla="*/ 427 w 5615"/>
                  <a:gd name="csY0" fmla="*/ 7365 h 11379"/>
                  <a:gd name="csX1" fmla="*/ 1464 w 5615"/>
                  <a:gd name="csY1" fmla="*/ 731 h 11379"/>
                  <a:gd name="csX2" fmla="*/ 5321 w 5615"/>
                  <a:gd name="csY2" fmla="*/ 4777 h 11379"/>
                  <a:gd name="csX3" fmla="*/ 427 w 5615"/>
                  <a:gd name="csY3" fmla="*/ 7365 h 11379"/>
                </a:gdLst>
                <a:ahLst/>
                <a:cxnLst>
                  <a:cxn ang="0">
                    <a:pos x="csX0" y="csY0"/>
                  </a:cxn>
                  <a:cxn ang="0">
                    <a:pos x="csX1" y="csY1"/>
                  </a:cxn>
                  <a:cxn ang="0">
                    <a:pos x="csX2" y="csY2"/>
                  </a:cxn>
                  <a:cxn ang="0">
                    <a:pos x="csX3" y="csY3"/>
                  </a:cxn>
                </a:cxnLst>
                <a:rect l="l" t="t" r="r" b="b"/>
                <a:pathLst>
                  <a:path w="5615" h="11379">
                    <a:moveTo>
                      <a:pt x="427" y="7365"/>
                    </a:moveTo>
                    <a:cubicBezTo>
                      <a:pt x="-426" y="5140"/>
                      <a:pt x="40" y="2155"/>
                      <a:pt x="1464" y="731"/>
                    </a:cubicBezTo>
                    <a:cubicBezTo>
                      <a:pt x="3194" y="-1000"/>
                      <a:pt x="4473" y="341"/>
                      <a:pt x="5321" y="4777"/>
                    </a:cubicBezTo>
                    <a:cubicBezTo>
                      <a:pt x="6696" y="11973"/>
                      <a:pt x="2955" y="13952"/>
                      <a:pt x="427" y="7365"/>
                    </a:cubicBezTo>
                    <a:close/>
                  </a:path>
                </a:pathLst>
              </a:custGeom>
              <a:solidFill>
                <a:srgbClr val="B9B9B9"/>
              </a:solidFill>
              <a:ln w="5163" cap="flat">
                <a:noFill/>
                <a:prstDash val="solid"/>
                <a:miter/>
              </a:ln>
            </p:spPr>
            <p:txBody>
              <a:bodyPr/>
              <a:lstStyle/>
              <a:p>
                <a:endParaRPr lang="es-419" noProof="0" dirty="0"/>
              </a:p>
            </p:txBody>
          </p:sp>
          <p:sp>
            <p:nvSpPr>
              <p:cNvPr id="102" name="Forma libre: forma 101">
                <a:extLst>
                  <a:ext uri="{FF2B5EF4-FFF2-40B4-BE49-F238E27FC236}">
                    <a16:creationId xmlns:a16="http://schemas.microsoft.com/office/drawing/2014/main" id="{FF849B76-D39C-55D3-B094-D4A551894053}"/>
                  </a:ext>
                </a:extLst>
              </p:cNvPr>
              <p:cNvSpPr/>
              <p:nvPr/>
            </p:nvSpPr>
            <p:spPr>
              <a:xfrm>
                <a:off x="589201" y="1723083"/>
                <a:ext cx="5162" cy="7744"/>
              </a:xfrm>
              <a:custGeom>
                <a:avLst/>
                <a:gdLst>
                  <a:gd name="csX0" fmla="*/ 0 w 5162"/>
                  <a:gd name="csY0" fmla="*/ 3872 h 7744"/>
                  <a:gd name="csX1" fmla="*/ 2581 w 5162"/>
                  <a:gd name="csY1" fmla="*/ 0 h 7744"/>
                  <a:gd name="csX2" fmla="*/ 5163 w 5162"/>
                  <a:gd name="csY2" fmla="*/ 3872 h 7744"/>
                  <a:gd name="csX3" fmla="*/ 2581 w 5162"/>
                  <a:gd name="csY3" fmla="*/ 7744 h 7744"/>
                  <a:gd name="csX4" fmla="*/ 0 w 5162"/>
                  <a:gd name="csY4" fmla="*/ 3872 h 7744"/>
                </a:gdLst>
                <a:ahLst/>
                <a:cxnLst>
                  <a:cxn ang="0">
                    <a:pos x="csX0" y="csY0"/>
                  </a:cxn>
                  <a:cxn ang="0">
                    <a:pos x="csX1" y="csY1"/>
                  </a:cxn>
                  <a:cxn ang="0">
                    <a:pos x="csX2" y="csY2"/>
                  </a:cxn>
                  <a:cxn ang="0">
                    <a:pos x="csX3" y="csY3"/>
                  </a:cxn>
                  <a:cxn ang="0">
                    <a:pos x="csX4" y="csY4"/>
                  </a:cxn>
                </a:cxnLst>
                <a:rect l="l" t="t" r="r" b="b"/>
                <a:pathLst>
                  <a:path w="5162" h="7744">
                    <a:moveTo>
                      <a:pt x="0" y="3872"/>
                    </a:moveTo>
                    <a:cubicBezTo>
                      <a:pt x="0" y="1742"/>
                      <a:pt x="1162" y="0"/>
                      <a:pt x="2581" y="0"/>
                    </a:cubicBezTo>
                    <a:cubicBezTo>
                      <a:pt x="4001" y="0"/>
                      <a:pt x="5163" y="1742"/>
                      <a:pt x="5163" y="3872"/>
                    </a:cubicBezTo>
                    <a:cubicBezTo>
                      <a:pt x="5163" y="6002"/>
                      <a:pt x="4001" y="7744"/>
                      <a:pt x="2581" y="7744"/>
                    </a:cubicBezTo>
                    <a:cubicBezTo>
                      <a:pt x="1162" y="7744"/>
                      <a:pt x="0" y="6002"/>
                      <a:pt x="0" y="3872"/>
                    </a:cubicBezTo>
                    <a:close/>
                  </a:path>
                </a:pathLst>
              </a:custGeom>
              <a:solidFill>
                <a:srgbClr val="B9B9B9"/>
              </a:solidFill>
              <a:ln w="5163" cap="flat">
                <a:noFill/>
                <a:prstDash val="solid"/>
                <a:miter/>
              </a:ln>
            </p:spPr>
            <p:txBody>
              <a:bodyPr/>
              <a:lstStyle/>
              <a:p>
                <a:endParaRPr lang="es-419" noProof="0" dirty="0"/>
              </a:p>
            </p:txBody>
          </p:sp>
          <p:sp>
            <p:nvSpPr>
              <p:cNvPr id="103" name="Forma libre: forma 102">
                <a:extLst>
                  <a:ext uri="{FF2B5EF4-FFF2-40B4-BE49-F238E27FC236}">
                    <a16:creationId xmlns:a16="http://schemas.microsoft.com/office/drawing/2014/main" id="{ADF141BB-6008-5889-B28F-9796081259DC}"/>
                  </a:ext>
                </a:extLst>
              </p:cNvPr>
              <p:cNvSpPr/>
              <p:nvPr/>
            </p:nvSpPr>
            <p:spPr>
              <a:xfrm>
                <a:off x="576294" y="1689525"/>
                <a:ext cx="15348" cy="20423"/>
              </a:xfrm>
              <a:custGeom>
                <a:avLst/>
                <a:gdLst>
                  <a:gd name="csX0" fmla="*/ 0 w 15348"/>
                  <a:gd name="csY0" fmla="*/ 17942 h 20423"/>
                  <a:gd name="csX1" fmla="*/ 11683 w 15348"/>
                  <a:gd name="csY1" fmla="*/ 0 h 20423"/>
                  <a:gd name="csX2" fmla="*/ 8918 w 15348"/>
                  <a:gd name="csY2" fmla="*/ 14081 h 20423"/>
                  <a:gd name="csX3" fmla="*/ 0 w 15348"/>
                  <a:gd name="csY3" fmla="*/ 17942 h 20423"/>
                </a:gdLst>
                <a:ahLst/>
                <a:cxnLst>
                  <a:cxn ang="0">
                    <a:pos x="csX0" y="csY0"/>
                  </a:cxn>
                  <a:cxn ang="0">
                    <a:pos x="csX1" y="csY1"/>
                  </a:cxn>
                  <a:cxn ang="0">
                    <a:pos x="csX2" y="csY2"/>
                  </a:cxn>
                  <a:cxn ang="0">
                    <a:pos x="csX3" y="csY3"/>
                  </a:cxn>
                </a:cxnLst>
                <a:rect l="l" t="t" r="r" b="b"/>
                <a:pathLst>
                  <a:path w="15348" h="20423">
                    <a:moveTo>
                      <a:pt x="0" y="17942"/>
                    </a:moveTo>
                    <a:cubicBezTo>
                      <a:pt x="0" y="12328"/>
                      <a:pt x="8027" y="0"/>
                      <a:pt x="11683" y="0"/>
                    </a:cubicBezTo>
                    <a:cubicBezTo>
                      <a:pt x="17539" y="0"/>
                      <a:pt x="16205" y="6793"/>
                      <a:pt x="8918" y="14081"/>
                    </a:cubicBezTo>
                    <a:cubicBezTo>
                      <a:pt x="1711" y="21287"/>
                      <a:pt x="0" y="22028"/>
                      <a:pt x="0" y="17942"/>
                    </a:cubicBezTo>
                    <a:close/>
                  </a:path>
                </a:pathLst>
              </a:custGeom>
              <a:solidFill>
                <a:srgbClr val="B9B9B9"/>
              </a:solidFill>
              <a:ln w="5163" cap="flat">
                <a:noFill/>
                <a:prstDash val="solid"/>
                <a:miter/>
              </a:ln>
            </p:spPr>
            <p:txBody>
              <a:bodyPr/>
              <a:lstStyle/>
              <a:p>
                <a:endParaRPr lang="es-419" noProof="0" dirty="0"/>
              </a:p>
            </p:txBody>
          </p:sp>
        </p:grpSp>
        <p:sp>
          <p:nvSpPr>
            <p:cNvPr id="104" name="Forma libre: forma 103">
              <a:extLst>
                <a:ext uri="{FF2B5EF4-FFF2-40B4-BE49-F238E27FC236}">
                  <a16:creationId xmlns:a16="http://schemas.microsoft.com/office/drawing/2014/main" id="{0F20947E-53E1-09D7-38A1-DB3C5A8BFAA4}"/>
                </a:ext>
              </a:extLst>
            </p:cNvPr>
            <p:cNvSpPr/>
            <p:nvPr/>
          </p:nvSpPr>
          <p:spPr>
            <a:xfrm>
              <a:off x="516921" y="1569184"/>
              <a:ext cx="5162" cy="6756"/>
            </a:xfrm>
            <a:custGeom>
              <a:avLst/>
              <a:gdLst>
                <a:gd name="csX0" fmla="*/ 0 w 5162"/>
                <a:gd name="csY0" fmla="*/ 2732 h 6756"/>
                <a:gd name="csX1" fmla="*/ 2581 w 5162"/>
                <a:gd name="csY1" fmla="*/ 303 h 6756"/>
                <a:gd name="csX2" fmla="*/ 5163 w 5162"/>
                <a:gd name="csY2" fmla="*/ 4328 h 6756"/>
                <a:gd name="csX3" fmla="*/ 2581 w 5162"/>
                <a:gd name="csY3" fmla="*/ 6757 h 6756"/>
                <a:gd name="csX4" fmla="*/ 0 w 5162"/>
                <a:gd name="csY4" fmla="*/ 2732 h 6756"/>
              </a:gdLst>
              <a:ahLst/>
              <a:cxnLst>
                <a:cxn ang="0">
                  <a:pos x="csX0" y="csY0"/>
                </a:cxn>
                <a:cxn ang="0">
                  <a:pos x="csX1" y="csY1"/>
                </a:cxn>
                <a:cxn ang="0">
                  <a:pos x="csX2" y="csY2"/>
                </a:cxn>
                <a:cxn ang="0">
                  <a:pos x="csX3" y="csY3"/>
                </a:cxn>
                <a:cxn ang="0">
                  <a:pos x="csX4" y="csY4"/>
                </a:cxn>
              </a:cxnLst>
              <a:rect l="l" t="t" r="r" b="b"/>
              <a:pathLst>
                <a:path w="5162" h="6756">
                  <a:moveTo>
                    <a:pt x="0" y="2732"/>
                  </a:moveTo>
                  <a:cubicBezTo>
                    <a:pt x="0" y="519"/>
                    <a:pt x="1162" y="-574"/>
                    <a:pt x="2581" y="303"/>
                  </a:cubicBezTo>
                  <a:cubicBezTo>
                    <a:pt x="4001" y="1181"/>
                    <a:pt x="5163" y="2992"/>
                    <a:pt x="5163" y="4328"/>
                  </a:cubicBezTo>
                  <a:cubicBezTo>
                    <a:pt x="5163" y="5664"/>
                    <a:pt x="4001" y="6757"/>
                    <a:pt x="2581" y="6757"/>
                  </a:cubicBezTo>
                  <a:cubicBezTo>
                    <a:pt x="1162" y="6757"/>
                    <a:pt x="0" y="4946"/>
                    <a:pt x="0" y="2732"/>
                  </a:cubicBezTo>
                  <a:close/>
                </a:path>
              </a:pathLst>
            </a:custGeom>
            <a:solidFill>
              <a:srgbClr val="B9B9B9"/>
            </a:solidFill>
            <a:ln w="5163" cap="flat">
              <a:noFill/>
              <a:prstDash val="solid"/>
              <a:miter/>
            </a:ln>
          </p:spPr>
          <p:txBody>
            <a:bodyPr/>
            <a:lstStyle/>
            <a:p>
              <a:endParaRPr lang="es-419" noProof="0" dirty="0"/>
            </a:p>
          </p:txBody>
        </p:sp>
      </p:grpSp>
      <p:sp>
        <p:nvSpPr>
          <p:cNvPr id="105" name="Forma libre: forma 104">
            <a:extLst>
              <a:ext uri="{FF2B5EF4-FFF2-40B4-BE49-F238E27FC236}">
                <a16:creationId xmlns:a16="http://schemas.microsoft.com/office/drawing/2014/main" id="{487A1187-6B5C-855B-75DB-DEC6D6FD5714}"/>
              </a:ext>
            </a:extLst>
          </p:cNvPr>
          <p:cNvSpPr/>
          <p:nvPr/>
        </p:nvSpPr>
        <p:spPr>
          <a:xfrm>
            <a:off x="466238" y="1431499"/>
            <a:ext cx="11558" cy="7543"/>
          </a:xfrm>
          <a:custGeom>
            <a:avLst/>
            <a:gdLst>
              <a:gd name="csX0" fmla="*/ 1635 w 11558"/>
              <a:gd name="csY0" fmla="*/ 3752 h 7543"/>
              <a:gd name="csX1" fmla="*/ 8241 w 11558"/>
              <a:gd name="csY1" fmla="*/ 3670 h 7543"/>
              <a:gd name="csX2" fmla="*/ 9050 w 11558"/>
              <a:gd name="csY2" fmla="*/ 7542 h 7543"/>
              <a:gd name="csX3" fmla="*/ 1635 w 11558"/>
              <a:gd name="csY3" fmla="*/ 3752 h 7543"/>
            </a:gdLst>
            <a:ahLst/>
            <a:cxnLst>
              <a:cxn ang="0">
                <a:pos x="csX0" y="csY0"/>
              </a:cxn>
              <a:cxn ang="0">
                <a:pos x="csX1" y="csY1"/>
              </a:cxn>
              <a:cxn ang="0">
                <a:pos x="csX2" y="csY2"/>
              </a:cxn>
              <a:cxn ang="0">
                <a:pos x="csX3" y="csY3"/>
              </a:cxn>
            </a:cxnLst>
            <a:rect l="l" t="t" r="r" b="b"/>
            <a:pathLst>
              <a:path w="11558" h="7543">
                <a:moveTo>
                  <a:pt x="1635" y="3752"/>
                </a:moveTo>
                <a:cubicBezTo>
                  <a:pt x="-2484" y="-1211"/>
                  <a:pt x="1718" y="-1263"/>
                  <a:pt x="8241" y="3670"/>
                </a:cubicBezTo>
                <a:cubicBezTo>
                  <a:pt x="12450" y="6854"/>
                  <a:pt x="12580" y="7473"/>
                  <a:pt x="9050" y="7542"/>
                </a:cubicBezTo>
                <a:cubicBezTo>
                  <a:pt x="6739" y="7587"/>
                  <a:pt x="3403" y="5882"/>
                  <a:pt x="1635" y="3752"/>
                </a:cubicBezTo>
                <a:close/>
              </a:path>
            </a:pathLst>
          </a:custGeom>
          <a:solidFill>
            <a:srgbClr val="B9B9B9"/>
          </a:solidFill>
          <a:ln w="5163" cap="flat">
            <a:noFill/>
            <a:prstDash val="solid"/>
            <a:miter/>
          </a:ln>
        </p:spPr>
        <p:txBody>
          <a:bodyPr/>
          <a:lstStyle/>
          <a:p>
            <a:endParaRPr lang="es-419" noProof="0" dirty="0"/>
          </a:p>
        </p:txBody>
      </p:sp>
      <p:grpSp>
        <p:nvGrpSpPr>
          <p:cNvPr id="106" name="Gráfico 39">
            <a:extLst>
              <a:ext uri="{FF2B5EF4-FFF2-40B4-BE49-F238E27FC236}">
                <a16:creationId xmlns:a16="http://schemas.microsoft.com/office/drawing/2014/main" id="{4976458F-D813-0E36-7DEA-5D0729AD86C1}"/>
              </a:ext>
            </a:extLst>
          </p:cNvPr>
          <p:cNvGrpSpPr/>
          <p:nvPr/>
        </p:nvGrpSpPr>
        <p:grpSpPr>
          <a:xfrm>
            <a:off x="73152" y="1028824"/>
            <a:ext cx="399884" cy="461679"/>
            <a:chOff x="73152" y="1028824"/>
            <a:chExt cx="399884" cy="461679"/>
          </a:xfrm>
          <a:solidFill>
            <a:srgbClr val="B9B9B9"/>
          </a:solidFill>
        </p:grpSpPr>
        <p:sp>
          <p:nvSpPr>
            <p:cNvPr id="107" name="Forma libre: forma 106">
              <a:extLst>
                <a:ext uri="{FF2B5EF4-FFF2-40B4-BE49-F238E27FC236}">
                  <a16:creationId xmlns:a16="http://schemas.microsoft.com/office/drawing/2014/main" id="{FB0324EF-6A10-72F1-C788-E48EED2F96DB}"/>
                </a:ext>
              </a:extLst>
            </p:cNvPr>
            <p:cNvSpPr/>
            <p:nvPr/>
          </p:nvSpPr>
          <p:spPr>
            <a:xfrm>
              <a:off x="176169" y="1028824"/>
              <a:ext cx="296866" cy="461679"/>
            </a:xfrm>
            <a:custGeom>
              <a:avLst/>
              <a:gdLst>
                <a:gd name="csX0" fmla="*/ 234204 w 296866"/>
                <a:gd name="csY0" fmla="*/ 456793 h 461679"/>
                <a:gd name="csX1" fmla="*/ 189641 w 296866"/>
                <a:gd name="csY1" fmla="*/ 451076 h 461679"/>
                <a:gd name="csX2" fmla="*/ 192285 w 296866"/>
                <a:gd name="csY2" fmla="*/ 440463 h 461679"/>
                <a:gd name="csX3" fmla="*/ 192319 w 296866"/>
                <a:gd name="csY3" fmla="*/ 432599 h 461679"/>
                <a:gd name="csX4" fmla="*/ 190826 w 296866"/>
                <a:gd name="csY4" fmla="*/ 424368 h 461679"/>
                <a:gd name="csX5" fmla="*/ 194908 w 296866"/>
                <a:gd name="csY5" fmla="*/ 412652 h 461679"/>
                <a:gd name="csX6" fmla="*/ 188729 w 296866"/>
                <a:gd name="csY6" fmla="*/ 395950 h 461679"/>
                <a:gd name="csX7" fmla="*/ 175616 w 296866"/>
                <a:gd name="csY7" fmla="*/ 376348 h 461679"/>
                <a:gd name="csX8" fmla="*/ 165432 w 296866"/>
                <a:gd name="csY8" fmla="*/ 362612 h 461679"/>
                <a:gd name="csX9" fmla="*/ 157619 w 296866"/>
                <a:gd name="csY9" fmla="*/ 354047 h 461679"/>
                <a:gd name="csX10" fmla="*/ 123850 w 296866"/>
                <a:gd name="csY10" fmla="*/ 312204 h 461679"/>
                <a:gd name="csX11" fmla="*/ 110408 w 296866"/>
                <a:gd name="csY11" fmla="*/ 302524 h 461679"/>
                <a:gd name="csX12" fmla="*/ 90624 w 296866"/>
                <a:gd name="csY12" fmla="*/ 283830 h 461679"/>
                <a:gd name="csX13" fmla="*/ 80025 w 296866"/>
                <a:gd name="csY13" fmla="*/ 265391 h 461679"/>
                <a:gd name="csX14" fmla="*/ 76089 w 296866"/>
                <a:gd name="csY14" fmla="*/ 254455 h 461679"/>
                <a:gd name="csX15" fmla="*/ 73345 w 296866"/>
                <a:gd name="csY15" fmla="*/ 247079 h 461679"/>
                <a:gd name="csX16" fmla="*/ 72109 w 296866"/>
                <a:gd name="csY16" fmla="*/ 214519 h 461679"/>
                <a:gd name="csX17" fmla="*/ 68319 w 296866"/>
                <a:gd name="csY17" fmla="*/ 206510 h 461679"/>
                <a:gd name="csX18" fmla="*/ 67160 w 296866"/>
                <a:gd name="csY18" fmla="*/ 202519 h 461679"/>
                <a:gd name="csX19" fmla="*/ 64536 w 296866"/>
                <a:gd name="csY19" fmla="*/ 206365 h 461679"/>
                <a:gd name="csX20" fmla="*/ 61955 w 296866"/>
                <a:gd name="csY20" fmla="*/ 210237 h 461679"/>
                <a:gd name="csX21" fmla="*/ 59373 w 296866"/>
                <a:gd name="csY21" fmla="*/ 190811 h 461679"/>
                <a:gd name="csX22" fmla="*/ 48569 w 296866"/>
                <a:gd name="csY22" fmla="*/ 154736 h 461679"/>
                <a:gd name="csX23" fmla="*/ 46466 w 296866"/>
                <a:gd name="csY23" fmla="*/ 141789 h 461679"/>
                <a:gd name="csX24" fmla="*/ 38475 w 296866"/>
                <a:gd name="csY24" fmla="*/ 114684 h 461679"/>
                <a:gd name="csX25" fmla="*/ 28150 w 296866"/>
                <a:gd name="csY25" fmla="*/ 99082 h 461679"/>
                <a:gd name="csX26" fmla="*/ 25815 w 296866"/>
                <a:gd name="csY26" fmla="*/ 89273 h 461679"/>
                <a:gd name="csX27" fmla="*/ 22760 w 296866"/>
                <a:gd name="csY27" fmla="*/ 77852 h 461679"/>
                <a:gd name="csX28" fmla="*/ 21512 w 296866"/>
                <a:gd name="csY28" fmla="*/ 72990 h 461679"/>
                <a:gd name="csX29" fmla="*/ 26374 w 296866"/>
                <a:gd name="csY29" fmla="*/ 74238 h 461679"/>
                <a:gd name="csX30" fmla="*/ 33559 w 296866"/>
                <a:gd name="csY30" fmla="*/ 72129 h 461679"/>
                <a:gd name="csX31" fmla="*/ 29687 w 296866"/>
                <a:gd name="csY31" fmla="*/ 66967 h 461679"/>
                <a:gd name="csX32" fmla="*/ 25815 w 296866"/>
                <a:gd name="csY32" fmla="*/ 64277 h 461679"/>
                <a:gd name="csX33" fmla="*/ 20828 w 296866"/>
                <a:gd name="csY33" fmla="*/ 56236 h 461679"/>
                <a:gd name="csX34" fmla="*/ 14159 w 296866"/>
                <a:gd name="csY34" fmla="*/ 40210 h 461679"/>
                <a:gd name="csX35" fmla="*/ 6238 w 296866"/>
                <a:gd name="csY35" fmla="*/ 17321 h 461679"/>
                <a:gd name="csX36" fmla="*/ 0 w 296866"/>
                <a:gd name="csY36" fmla="*/ 2478 h 461679"/>
                <a:gd name="csX37" fmla="*/ 99386 w 296866"/>
                <a:gd name="csY37" fmla="*/ 3758 h 461679"/>
                <a:gd name="csX38" fmla="*/ 191027 w 296866"/>
                <a:gd name="csY38" fmla="*/ 12449 h 461679"/>
                <a:gd name="csX39" fmla="*/ 178059 w 296866"/>
                <a:gd name="csY39" fmla="*/ 27807 h 461679"/>
                <a:gd name="csX40" fmla="*/ 167369 w 296866"/>
                <a:gd name="csY40" fmla="*/ 45725 h 461679"/>
                <a:gd name="csX41" fmla="*/ 163079 w 296866"/>
                <a:gd name="csY41" fmla="*/ 80524 h 461679"/>
                <a:gd name="csX42" fmla="*/ 162631 w 296866"/>
                <a:gd name="csY42" fmla="*/ 83796 h 461679"/>
                <a:gd name="csX43" fmla="*/ 171021 w 296866"/>
                <a:gd name="csY43" fmla="*/ 93315 h 461679"/>
                <a:gd name="csX44" fmla="*/ 173406 w 296866"/>
                <a:gd name="csY44" fmla="*/ 109690 h 461679"/>
                <a:gd name="csX45" fmla="*/ 164850 w 296866"/>
                <a:gd name="csY45" fmla="*/ 145701 h 461679"/>
                <a:gd name="csX46" fmla="*/ 169084 w 296866"/>
                <a:gd name="csY46" fmla="*/ 169291 h 461679"/>
                <a:gd name="csX47" fmla="*/ 171477 w 296866"/>
                <a:gd name="csY47" fmla="*/ 213103 h 461679"/>
                <a:gd name="csX48" fmla="*/ 174210 w 296866"/>
                <a:gd name="csY48" fmla="*/ 257046 h 461679"/>
                <a:gd name="csX49" fmla="*/ 178120 w 296866"/>
                <a:gd name="csY49" fmla="*/ 261958 h 461679"/>
                <a:gd name="csX50" fmla="*/ 182243 w 296866"/>
                <a:gd name="csY50" fmla="*/ 269492 h 461679"/>
                <a:gd name="csX51" fmla="*/ 184937 w 296866"/>
                <a:gd name="csY51" fmla="*/ 277338 h 461679"/>
                <a:gd name="csX52" fmla="*/ 193415 w 296866"/>
                <a:gd name="csY52" fmla="*/ 285510 h 461679"/>
                <a:gd name="csX53" fmla="*/ 199664 w 296866"/>
                <a:gd name="csY53" fmla="*/ 290658 h 461679"/>
                <a:gd name="csX54" fmla="*/ 207927 w 296866"/>
                <a:gd name="csY54" fmla="*/ 300943 h 461679"/>
                <a:gd name="csX55" fmla="*/ 219722 w 296866"/>
                <a:gd name="csY55" fmla="*/ 315205 h 461679"/>
                <a:gd name="csX56" fmla="*/ 234342 w 296866"/>
                <a:gd name="csY56" fmla="*/ 331253 h 461679"/>
                <a:gd name="csX57" fmla="*/ 242348 w 296866"/>
                <a:gd name="csY57" fmla="*/ 342893 h 461679"/>
                <a:gd name="csX58" fmla="*/ 243886 w 296866"/>
                <a:gd name="csY58" fmla="*/ 354430 h 461679"/>
                <a:gd name="csX59" fmla="*/ 242906 w 296866"/>
                <a:gd name="csY59" fmla="*/ 363679 h 461679"/>
                <a:gd name="csX60" fmla="*/ 242638 w 296866"/>
                <a:gd name="csY60" fmla="*/ 372819 h 461679"/>
                <a:gd name="csX61" fmla="*/ 248980 w 296866"/>
                <a:gd name="csY61" fmla="*/ 375191 h 461679"/>
                <a:gd name="csX62" fmla="*/ 256854 w 296866"/>
                <a:gd name="csY62" fmla="*/ 380201 h 461679"/>
                <a:gd name="csX63" fmla="*/ 262017 w 296866"/>
                <a:gd name="csY63" fmla="*/ 385776 h 461679"/>
                <a:gd name="csX64" fmla="*/ 267554 w 296866"/>
                <a:gd name="csY64" fmla="*/ 396801 h 461679"/>
                <a:gd name="csX65" fmla="*/ 281559 w 296866"/>
                <a:gd name="csY65" fmla="*/ 416793 h 461679"/>
                <a:gd name="csX66" fmla="*/ 290755 w 296866"/>
                <a:gd name="csY66" fmla="*/ 428632 h 461679"/>
                <a:gd name="csX67" fmla="*/ 294624 w 296866"/>
                <a:gd name="csY67" fmla="*/ 440196 h 461679"/>
                <a:gd name="csX68" fmla="*/ 296867 w 296866"/>
                <a:gd name="csY68" fmla="*/ 451755 h 461679"/>
                <a:gd name="csX69" fmla="*/ 287186 w 296866"/>
                <a:gd name="csY69" fmla="*/ 461588 h 461679"/>
                <a:gd name="csX70" fmla="*/ 234204 w 296866"/>
                <a:gd name="csY70" fmla="*/ 456793 h 4616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Lst>
              <a:rect l="l" t="t" r="r" b="b"/>
              <a:pathLst>
                <a:path w="296866" h="461679">
                  <a:moveTo>
                    <a:pt x="234204" y="456793"/>
                  </a:moveTo>
                  <a:cubicBezTo>
                    <a:pt x="210389" y="454343"/>
                    <a:pt x="190335" y="451771"/>
                    <a:pt x="189641" y="451076"/>
                  </a:cubicBezTo>
                  <a:cubicBezTo>
                    <a:pt x="188946" y="450382"/>
                    <a:pt x="190136" y="445606"/>
                    <a:pt x="192285" y="440463"/>
                  </a:cubicBezTo>
                  <a:cubicBezTo>
                    <a:pt x="195748" y="432175"/>
                    <a:pt x="195752" y="431281"/>
                    <a:pt x="192319" y="432599"/>
                  </a:cubicBezTo>
                  <a:cubicBezTo>
                    <a:pt x="188021" y="434248"/>
                    <a:pt x="186953" y="428358"/>
                    <a:pt x="190826" y="424368"/>
                  </a:cubicBezTo>
                  <a:cubicBezTo>
                    <a:pt x="192136" y="423019"/>
                    <a:pt x="193972" y="417747"/>
                    <a:pt x="194908" y="412652"/>
                  </a:cubicBezTo>
                  <a:cubicBezTo>
                    <a:pt x="196394" y="404559"/>
                    <a:pt x="195613" y="402447"/>
                    <a:pt x="188729" y="395950"/>
                  </a:cubicBezTo>
                  <a:cubicBezTo>
                    <a:pt x="184395" y="391860"/>
                    <a:pt x="178494" y="383039"/>
                    <a:pt x="175616" y="376348"/>
                  </a:cubicBezTo>
                  <a:cubicBezTo>
                    <a:pt x="172738" y="369658"/>
                    <a:pt x="168155" y="363476"/>
                    <a:pt x="165432" y="362612"/>
                  </a:cubicBezTo>
                  <a:cubicBezTo>
                    <a:pt x="162709" y="361748"/>
                    <a:pt x="159193" y="357894"/>
                    <a:pt x="157619" y="354047"/>
                  </a:cubicBezTo>
                  <a:cubicBezTo>
                    <a:pt x="149821" y="334997"/>
                    <a:pt x="131426" y="312204"/>
                    <a:pt x="123850" y="312204"/>
                  </a:cubicBezTo>
                  <a:cubicBezTo>
                    <a:pt x="121509" y="312204"/>
                    <a:pt x="115460" y="307848"/>
                    <a:pt x="110408" y="302524"/>
                  </a:cubicBezTo>
                  <a:cubicBezTo>
                    <a:pt x="105356" y="297200"/>
                    <a:pt x="96453" y="288788"/>
                    <a:pt x="90624" y="283830"/>
                  </a:cubicBezTo>
                  <a:cubicBezTo>
                    <a:pt x="81794" y="276321"/>
                    <a:pt x="80025" y="273244"/>
                    <a:pt x="80025" y="265391"/>
                  </a:cubicBezTo>
                  <a:cubicBezTo>
                    <a:pt x="80025" y="259326"/>
                    <a:pt x="78622" y="255426"/>
                    <a:pt x="76089" y="254455"/>
                  </a:cubicBezTo>
                  <a:cubicBezTo>
                    <a:pt x="73596" y="253498"/>
                    <a:pt x="72591" y="250794"/>
                    <a:pt x="73345" y="247079"/>
                  </a:cubicBezTo>
                  <a:cubicBezTo>
                    <a:pt x="77548" y="226392"/>
                    <a:pt x="77309" y="220102"/>
                    <a:pt x="72109" y="214519"/>
                  </a:cubicBezTo>
                  <a:cubicBezTo>
                    <a:pt x="69219" y="211417"/>
                    <a:pt x="67513" y="207813"/>
                    <a:pt x="68319" y="206510"/>
                  </a:cubicBezTo>
                  <a:cubicBezTo>
                    <a:pt x="69124" y="205206"/>
                    <a:pt x="68603" y="203410"/>
                    <a:pt x="67160" y="202519"/>
                  </a:cubicBezTo>
                  <a:cubicBezTo>
                    <a:pt x="65698" y="201615"/>
                    <a:pt x="64536" y="203319"/>
                    <a:pt x="64536" y="206365"/>
                  </a:cubicBezTo>
                  <a:cubicBezTo>
                    <a:pt x="64536" y="209372"/>
                    <a:pt x="63375" y="211114"/>
                    <a:pt x="61955" y="210237"/>
                  </a:cubicBezTo>
                  <a:cubicBezTo>
                    <a:pt x="60535" y="209360"/>
                    <a:pt x="59373" y="200618"/>
                    <a:pt x="59373" y="190811"/>
                  </a:cubicBezTo>
                  <a:cubicBezTo>
                    <a:pt x="59373" y="173740"/>
                    <a:pt x="53682" y="154736"/>
                    <a:pt x="48569" y="154736"/>
                  </a:cubicBezTo>
                  <a:cubicBezTo>
                    <a:pt x="47413" y="154736"/>
                    <a:pt x="46466" y="148910"/>
                    <a:pt x="46466" y="141789"/>
                  </a:cubicBezTo>
                  <a:cubicBezTo>
                    <a:pt x="46466" y="132086"/>
                    <a:pt x="44464" y="125296"/>
                    <a:pt x="38475" y="114684"/>
                  </a:cubicBezTo>
                  <a:cubicBezTo>
                    <a:pt x="34080" y="106897"/>
                    <a:pt x="29434" y="99876"/>
                    <a:pt x="28150" y="99082"/>
                  </a:cubicBezTo>
                  <a:cubicBezTo>
                    <a:pt x="26865" y="98289"/>
                    <a:pt x="25815" y="93874"/>
                    <a:pt x="25815" y="89273"/>
                  </a:cubicBezTo>
                  <a:cubicBezTo>
                    <a:pt x="25815" y="84671"/>
                    <a:pt x="24440" y="79532"/>
                    <a:pt x="22760" y="77852"/>
                  </a:cubicBezTo>
                  <a:cubicBezTo>
                    <a:pt x="21080" y="76172"/>
                    <a:pt x="20518" y="73984"/>
                    <a:pt x="21512" y="72990"/>
                  </a:cubicBezTo>
                  <a:cubicBezTo>
                    <a:pt x="22506" y="71996"/>
                    <a:pt x="24694" y="72558"/>
                    <a:pt x="26374" y="74238"/>
                  </a:cubicBezTo>
                  <a:cubicBezTo>
                    <a:pt x="30884" y="78748"/>
                    <a:pt x="33559" y="77963"/>
                    <a:pt x="33559" y="72129"/>
                  </a:cubicBezTo>
                  <a:cubicBezTo>
                    <a:pt x="33559" y="69261"/>
                    <a:pt x="31838" y="66967"/>
                    <a:pt x="29687" y="66967"/>
                  </a:cubicBezTo>
                  <a:cubicBezTo>
                    <a:pt x="27557" y="66967"/>
                    <a:pt x="25815" y="65756"/>
                    <a:pt x="25815" y="64277"/>
                  </a:cubicBezTo>
                  <a:cubicBezTo>
                    <a:pt x="25815" y="62798"/>
                    <a:pt x="23571" y="59179"/>
                    <a:pt x="20828" y="56236"/>
                  </a:cubicBezTo>
                  <a:cubicBezTo>
                    <a:pt x="18086" y="53292"/>
                    <a:pt x="15085" y="46080"/>
                    <a:pt x="14159" y="40210"/>
                  </a:cubicBezTo>
                  <a:cubicBezTo>
                    <a:pt x="13233" y="34339"/>
                    <a:pt x="9669" y="24039"/>
                    <a:pt x="6238" y="17321"/>
                  </a:cubicBezTo>
                  <a:cubicBezTo>
                    <a:pt x="2807" y="10603"/>
                    <a:pt x="0" y="3924"/>
                    <a:pt x="0" y="2478"/>
                  </a:cubicBezTo>
                  <a:cubicBezTo>
                    <a:pt x="0" y="-1152"/>
                    <a:pt x="23478" y="-850"/>
                    <a:pt x="99386" y="3758"/>
                  </a:cubicBezTo>
                  <a:cubicBezTo>
                    <a:pt x="175010" y="8348"/>
                    <a:pt x="191027" y="9867"/>
                    <a:pt x="191027" y="12449"/>
                  </a:cubicBezTo>
                  <a:cubicBezTo>
                    <a:pt x="191027" y="13496"/>
                    <a:pt x="185192" y="20407"/>
                    <a:pt x="178059" y="27807"/>
                  </a:cubicBezTo>
                  <a:cubicBezTo>
                    <a:pt x="167978" y="38266"/>
                    <a:pt x="165598" y="42256"/>
                    <a:pt x="167369" y="45725"/>
                  </a:cubicBezTo>
                  <a:cubicBezTo>
                    <a:pt x="174634" y="59948"/>
                    <a:pt x="171699" y="83751"/>
                    <a:pt x="163079" y="80524"/>
                  </a:cubicBezTo>
                  <a:cubicBezTo>
                    <a:pt x="159180" y="79065"/>
                    <a:pt x="159137" y="79384"/>
                    <a:pt x="162631" y="83796"/>
                  </a:cubicBezTo>
                  <a:cubicBezTo>
                    <a:pt x="164761" y="86485"/>
                    <a:pt x="168536" y="90769"/>
                    <a:pt x="171021" y="93315"/>
                  </a:cubicBezTo>
                  <a:cubicBezTo>
                    <a:pt x="175834" y="98246"/>
                    <a:pt x="176913" y="105657"/>
                    <a:pt x="173406" y="109690"/>
                  </a:cubicBezTo>
                  <a:cubicBezTo>
                    <a:pt x="169336" y="114370"/>
                    <a:pt x="164942" y="132862"/>
                    <a:pt x="164850" y="145701"/>
                  </a:cubicBezTo>
                  <a:cubicBezTo>
                    <a:pt x="164711" y="165107"/>
                    <a:pt x="165194" y="167798"/>
                    <a:pt x="169084" y="169291"/>
                  </a:cubicBezTo>
                  <a:cubicBezTo>
                    <a:pt x="171992" y="170406"/>
                    <a:pt x="172437" y="178546"/>
                    <a:pt x="171477" y="213103"/>
                  </a:cubicBezTo>
                  <a:cubicBezTo>
                    <a:pt x="170471" y="249367"/>
                    <a:pt x="170869" y="255764"/>
                    <a:pt x="174210" y="257046"/>
                  </a:cubicBezTo>
                  <a:cubicBezTo>
                    <a:pt x="176360" y="257871"/>
                    <a:pt x="178120" y="260081"/>
                    <a:pt x="178120" y="261958"/>
                  </a:cubicBezTo>
                  <a:cubicBezTo>
                    <a:pt x="178120" y="263834"/>
                    <a:pt x="179975" y="267225"/>
                    <a:pt x="182243" y="269492"/>
                  </a:cubicBezTo>
                  <a:cubicBezTo>
                    <a:pt x="184511" y="271760"/>
                    <a:pt x="185723" y="275291"/>
                    <a:pt x="184937" y="277338"/>
                  </a:cubicBezTo>
                  <a:cubicBezTo>
                    <a:pt x="183466" y="281172"/>
                    <a:pt x="186953" y="284533"/>
                    <a:pt x="193415" y="285510"/>
                  </a:cubicBezTo>
                  <a:cubicBezTo>
                    <a:pt x="195439" y="285815"/>
                    <a:pt x="198251" y="288132"/>
                    <a:pt x="199664" y="290658"/>
                  </a:cubicBezTo>
                  <a:cubicBezTo>
                    <a:pt x="201078" y="293183"/>
                    <a:pt x="204796" y="297811"/>
                    <a:pt x="207927" y="300943"/>
                  </a:cubicBezTo>
                  <a:cubicBezTo>
                    <a:pt x="211058" y="304074"/>
                    <a:pt x="216366" y="310492"/>
                    <a:pt x="219722" y="315205"/>
                  </a:cubicBezTo>
                  <a:cubicBezTo>
                    <a:pt x="223078" y="319918"/>
                    <a:pt x="229657" y="327140"/>
                    <a:pt x="234342" y="331253"/>
                  </a:cubicBezTo>
                  <a:cubicBezTo>
                    <a:pt x="239027" y="335367"/>
                    <a:pt x="242630" y="340605"/>
                    <a:pt x="242348" y="342893"/>
                  </a:cubicBezTo>
                  <a:cubicBezTo>
                    <a:pt x="242066" y="345182"/>
                    <a:pt x="242758" y="350373"/>
                    <a:pt x="243886" y="354430"/>
                  </a:cubicBezTo>
                  <a:cubicBezTo>
                    <a:pt x="245242" y="359308"/>
                    <a:pt x="244910" y="362440"/>
                    <a:pt x="242906" y="363679"/>
                  </a:cubicBezTo>
                  <a:cubicBezTo>
                    <a:pt x="240669" y="365062"/>
                    <a:pt x="240599" y="367456"/>
                    <a:pt x="242638" y="372819"/>
                  </a:cubicBezTo>
                  <a:cubicBezTo>
                    <a:pt x="245274" y="379752"/>
                    <a:pt x="245565" y="379861"/>
                    <a:pt x="248980" y="375191"/>
                  </a:cubicBezTo>
                  <a:cubicBezTo>
                    <a:pt x="253071" y="369596"/>
                    <a:pt x="256854" y="372003"/>
                    <a:pt x="256854" y="380201"/>
                  </a:cubicBezTo>
                  <a:cubicBezTo>
                    <a:pt x="256854" y="384054"/>
                    <a:pt x="258448" y="385776"/>
                    <a:pt x="262017" y="385776"/>
                  </a:cubicBezTo>
                  <a:cubicBezTo>
                    <a:pt x="266316" y="385777"/>
                    <a:pt x="267243" y="387623"/>
                    <a:pt x="267554" y="396801"/>
                  </a:cubicBezTo>
                  <a:cubicBezTo>
                    <a:pt x="267995" y="409833"/>
                    <a:pt x="271290" y="414537"/>
                    <a:pt x="281559" y="416793"/>
                  </a:cubicBezTo>
                  <a:cubicBezTo>
                    <a:pt x="287964" y="418199"/>
                    <a:pt x="289378" y="420020"/>
                    <a:pt x="290755" y="428632"/>
                  </a:cubicBezTo>
                  <a:cubicBezTo>
                    <a:pt x="291650" y="434230"/>
                    <a:pt x="293391" y="439433"/>
                    <a:pt x="294624" y="440196"/>
                  </a:cubicBezTo>
                  <a:cubicBezTo>
                    <a:pt x="295858" y="440958"/>
                    <a:pt x="296867" y="446160"/>
                    <a:pt x="296867" y="451755"/>
                  </a:cubicBezTo>
                  <a:cubicBezTo>
                    <a:pt x="296867" y="461851"/>
                    <a:pt x="296793" y="461926"/>
                    <a:pt x="287186" y="461588"/>
                  </a:cubicBezTo>
                  <a:cubicBezTo>
                    <a:pt x="281862" y="461400"/>
                    <a:pt x="258020" y="459243"/>
                    <a:pt x="234204" y="456793"/>
                  </a:cubicBezTo>
                  <a:close/>
                </a:path>
              </a:pathLst>
            </a:custGeom>
            <a:solidFill>
              <a:srgbClr val="B9B9B9"/>
            </a:solidFill>
            <a:ln w="5163" cap="flat">
              <a:noFill/>
              <a:prstDash val="solid"/>
              <a:miter/>
            </a:ln>
          </p:spPr>
          <p:txBody>
            <a:bodyPr/>
            <a:lstStyle/>
            <a:p>
              <a:endParaRPr lang="es-419" noProof="0" dirty="0"/>
            </a:p>
          </p:txBody>
        </p:sp>
        <p:sp>
          <p:nvSpPr>
            <p:cNvPr id="108" name="Forma libre: forma 107">
              <a:extLst>
                <a:ext uri="{FF2B5EF4-FFF2-40B4-BE49-F238E27FC236}">
                  <a16:creationId xmlns:a16="http://schemas.microsoft.com/office/drawing/2014/main" id="{5896C4E4-5A62-892E-2153-202FA8C8227D}"/>
                </a:ext>
              </a:extLst>
            </p:cNvPr>
            <p:cNvSpPr/>
            <p:nvPr/>
          </p:nvSpPr>
          <p:spPr>
            <a:xfrm>
              <a:off x="259777" y="1434618"/>
              <a:ext cx="20905" cy="34765"/>
            </a:xfrm>
            <a:custGeom>
              <a:avLst/>
              <a:gdLst>
                <a:gd name="csX0" fmla="*/ 7343 w 20905"/>
                <a:gd name="csY0" fmla="*/ 31742 h 34765"/>
                <a:gd name="csX1" fmla="*/ 5095 w 20905"/>
                <a:gd name="csY1" fmla="*/ 22712 h 34765"/>
                <a:gd name="csX2" fmla="*/ 11946 w 20905"/>
                <a:gd name="csY2" fmla="*/ 12959 h 34765"/>
                <a:gd name="csX3" fmla="*/ 17992 w 20905"/>
                <a:gd name="csY3" fmla="*/ 1997 h 34765"/>
                <a:gd name="csX4" fmla="*/ 19063 w 20905"/>
                <a:gd name="csY4" fmla="*/ 27093 h 34765"/>
                <a:gd name="csX5" fmla="*/ 7343 w 20905"/>
                <a:gd name="csY5" fmla="*/ 31742 h 34765"/>
              </a:gdLst>
              <a:ahLst/>
              <a:cxnLst>
                <a:cxn ang="0">
                  <a:pos x="csX0" y="csY0"/>
                </a:cxn>
                <a:cxn ang="0">
                  <a:pos x="csX1" y="csY1"/>
                </a:cxn>
                <a:cxn ang="0">
                  <a:pos x="csX2" y="csY2"/>
                </a:cxn>
                <a:cxn ang="0">
                  <a:pos x="csX3" y="csY3"/>
                </a:cxn>
                <a:cxn ang="0">
                  <a:pos x="csX4" y="csY4"/>
                </a:cxn>
                <a:cxn ang="0">
                  <a:pos x="csX5" y="csY5"/>
                </a:cxn>
              </a:cxnLst>
              <a:rect l="l" t="t" r="r" b="b"/>
              <a:pathLst>
                <a:path w="20905" h="34765">
                  <a:moveTo>
                    <a:pt x="7343" y="31742"/>
                  </a:moveTo>
                  <a:cubicBezTo>
                    <a:pt x="-1878" y="26647"/>
                    <a:pt x="-2170" y="25474"/>
                    <a:pt x="5095" y="22712"/>
                  </a:cubicBezTo>
                  <a:cubicBezTo>
                    <a:pt x="10179" y="20779"/>
                    <a:pt x="11916" y="18306"/>
                    <a:pt x="11946" y="12959"/>
                  </a:cubicBezTo>
                  <a:cubicBezTo>
                    <a:pt x="11996" y="3833"/>
                    <a:pt x="16177" y="-3749"/>
                    <a:pt x="17992" y="1997"/>
                  </a:cubicBezTo>
                  <a:cubicBezTo>
                    <a:pt x="21527" y="13191"/>
                    <a:pt x="21797" y="19522"/>
                    <a:pt x="19063" y="27093"/>
                  </a:cubicBezTo>
                  <a:cubicBezTo>
                    <a:pt x="15722" y="36343"/>
                    <a:pt x="15691" y="36355"/>
                    <a:pt x="7343" y="31742"/>
                  </a:cubicBezTo>
                  <a:close/>
                </a:path>
              </a:pathLst>
            </a:custGeom>
            <a:solidFill>
              <a:srgbClr val="B9B9B9"/>
            </a:solidFill>
            <a:ln w="5163" cap="flat">
              <a:noFill/>
              <a:prstDash val="solid"/>
              <a:miter/>
            </a:ln>
          </p:spPr>
          <p:txBody>
            <a:bodyPr/>
            <a:lstStyle/>
            <a:p>
              <a:endParaRPr lang="es-419" noProof="0" dirty="0"/>
            </a:p>
          </p:txBody>
        </p:sp>
        <p:sp>
          <p:nvSpPr>
            <p:cNvPr id="109" name="Forma libre: forma 108">
              <a:extLst>
                <a:ext uri="{FF2B5EF4-FFF2-40B4-BE49-F238E27FC236}">
                  <a16:creationId xmlns:a16="http://schemas.microsoft.com/office/drawing/2014/main" id="{DD51689C-C274-2C3D-5B96-F764C194EDB2}"/>
                </a:ext>
              </a:extLst>
            </p:cNvPr>
            <p:cNvSpPr/>
            <p:nvPr/>
          </p:nvSpPr>
          <p:spPr>
            <a:xfrm>
              <a:off x="73152" y="1375664"/>
              <a:ext cx="14357" cy="42577"/>
            </a:xfrm>
            <a:custGeom>
              <a:avLst/>
              <a:gdLst>
                <a:gd name="csX0" fmla="*/ 7495 w 14357"/>
                <a:gd name="csY0" fmla="*/ 37645 h 42577"/>
                <a:gd name="csX1" fmla="*/ 3632 w 14357"/>
                <a:gd name="csY1" fmla="*/ 24738 h 42577"/>
                <a:gd name="csX2" fmla="*/ 3632 w 14357"/>
                <a:gd name="csY2" fmla="*/ 1505 h 42577"/>
                <a:gd name="csX3" fmla="*/ 7504 w 14357"/>
                <a:gd name="csY3" fmla="*/ 6137 h 42577"/>
                <a:gd name="csX4" fmla="*/ 10146 w 14357"/>
                <a:gd name="csY4" fmla="*/ 14863 h 42577"/>
                <a:gd name="csX5" fmla="*/ 11643 w 14357"/>
                <a:gd name="csY5" fmla="*/ 38936 h 42577"/>
                <a:gd name="csX6" fmla="*/ 7495 w 14357"/>
                <a:gd name="csY6" fmla="*/ 37645 h 42577"/>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4357" h="42577">
                  <a:moveTo>
                    <a:pt x="7495" y="37645"/>
                  </a:moveTo>
                  <a:cubicBezTo>
                    <a:pt x="7399" y="34096"/>
                    <a:pt x="5661" y="28288"/>
                    <a:pt x="3632" y="24738"/>
                  </a:cubicBezTo>
                  <a:cubicBezTo>
                    <a:pt x="-1211" y="16267"/>
                    <a:pt x="-1211" y="5524"/>
                    <a:pt x="3632" y="1505"/>
                  </a:cubicBezTo>
                  <a:cubicBezTo>
                    <a:pt x="6929" y="-1232"/>
                    <a:pt x="7504" y="-544"/>
                    <a:pt x="7504" y="6137"/>
                  </a:cubicBezTo>
                  <a:cubicBezTo>
                    <a:pt x="7504" y="10452"/>
                    <a:pt x="8693" y="14378"/>
                    <a:pt x="10146" y="14863"/>
                  </a:cubicBezTo>
                  <a:cubicBezTo>
                    <a:pt x="14898" y="16447"/>
                    <a:pt x="15948" y="33343"/>
                    <a:pt x="11643" y="38936"/>
                  </a:cubicBezTo>
                  <a:cubicBezTo>
                    <a:pt x="7745" y="44000"/>
                    <a:pt x="7665" y="43975"/>
                    <a:pt x="7495" y="37645"/>
                  </a:cubicBezTo>
                  <a:close/>
                </a:path>
              </a:pathLst>
            </a:custGeom>
            <a:solidFill>
              <a:srgbClr val="B9B9B9"/>
            </a:solidFill>
            <a:ln w="5163" cap="flat">
              <a:noFill/>
              <a:prstDash val="solid"/>
              <a:miter/>
            </a:ln>
          </p:spPr>
          <p:txBody>
            <a:bodyPr/>
            <a:lstStyle/>
            <a:p>
              <a:endParaRPr lang="es-419" noProof="0" dirty="0"/>
            </a:p>
          </p:txBody>
        </p:sp>
        <p:sp>
          <p:nvSpPr>
            <p:cNvPr id="110" name="Forma libre: forma 109">
              <a:extLst>
                <a:ext uri="{FF2B5EF4-FFF2-40B4-BE49-F238E27FC236}">
                  <a16:creationId xmlns:a16="http://schemas.microsoft.com/office/drawing/2014/main" id="{7874EDA8-7C39-C322-94F6-A3E5B25154AA}"/>
                </a:ext>
              </a:extLst>
            </p:cNvPr>
            <p:cNvSpPr/>
            <p:nvPr/>
          </p:nvSpPr>
          <p:spPr>
            <a:xfrm>
              <a:off x="420547" y="1341567"/>
              <a:ext cx="36589" cy="57857"/>
            </a:xfrm>
            <a:custGeom>
              <a:avLst/>
              <a:gdLst>
                <a:gd name="csX0" fmla="*/ 24033 w 36589"/>
                <a:gd name="csY0" fmla="*/ 48231 h 57857"/>
                <a:gd name="csX1" fmla="*/ 8875 w 36589"/>
                <a:gd name="csY1" fmla="*/ 31730 h 57857"/>
                <a:gd name="csX2" fmla="*/ 2815 w 36589"/>
                <a:gd name="csY2" fmla="*/ 140 h 57857"/>
                <a:gd name="csX3" fmla="*/ 18571 w 36589"/>
                <a:gd name="csY3" fmla="*/ 17532 h 57857"/>
                <a:gd name="csX4" fmla="*/ 26156 w 36589"/>
                <a:gd name="csY4" fmla="*/ 27858 h 57857"/>
                <a:gd name="csX5" fmla="*/ 32361 w 36589"/>
                <a:gd name="csY5" fmla="*/ 36599 h 57857"/>
                <a:gd name="csX6" fmla="*/ 34380 w 36589"/>
                <a:gd name="csY6" fmla="*/ 51018 h 57857"/>
                <a:gd name="csX7" fmla="*/ 24033 w 36589"/>
                <a:gd name="csY7" fmla="*/ 48231 h 578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6589" h="57857">
                  <a:moveTo>
                    <a:pt x="24033" y="48231"/>
                  </a:moveTo>
                  <a:cubicBezTo>
                    <a:pt x="18251" y="41995"/>
                    <a:pt x="11430" y="34569"/>
                    <a:pt x="8875" y="31730"/>
                  </a:cubicBezTo>
                  <a:cubicBezTo>
                    <a:pt x="870" y="22831"/>
                    <a:pt x="-3051" y="2391"/>
                    <a:pt x="2815" y="140"/>
                  </a:cubicBezTo>
                  <a:cubicBezTo>
                    <a:pt x="7073" y="-1494"/>
                    <a:pt x="18931" y="11596"/>
                    <a:pt x="18571" y="17532"/>
                  </a:cubicBezTo>
                  <a:cubicBezTo>
                    <a:pt x="18043" y="26212"/>
                    <a:pt x="19252" y="27858"/>
                    <a:pt x="26156" y="27858"/>
                  </a:cubicBezTo>
                  <a:cubicBezTo>
                    <a:pt x="32848" y="27858"/>
                    <a:pt x="33306" y="28504"/>
                    <a:pt x="32361" y="36599"/>
                  </a:cubicBezTo>
                  <a:cubicBezTo>
                    <a:pt x="31800" y="41406"/>
                    <a:pt x="32708" y="47895"/>
                    <a:pt x="34380" y="51018"/>
                  </a:cubicBezTo>
                  <a:cubicBezTo>
                    <a:pt x="39819" y="61181"/>
                    <a:pt x="34782" y="59825"/>
                    <a:pt x="24033" y="48231"/>
                  </a:cubicBezTo>
                  <a:close/>
                </a:path>
              </a:pathLst>
            </a:custGeom>
            <a:solidFill>
              <a:srgbClr val="B9B9B9"/>
            </a:solidFill>
            <a:ln w="5163" cap="flat">
              <a:noFill/>
              <a:prstDash val="solid"/>
              <a:miter/>
            </a:ln>
          </p:spPr>
          <p:txBody>
            <a:bodyPr/>
            <a:lstStyle/>
            <a:p>
              <a:endParaRPr lang="es-419" noProof="0" dirty="0"/>
            </a:p>
          </p:txBody>
        </p:sp>
      </p:grpSp>
      <p:grpSp>
        <p:nvGrpSpPr>
          <p:cNvPr id="111" name="Gráfico 39">
            <a:extLst>
              <a:ext uri="{FF2B5EF4-FFF2-40B4-BE49-F238E27FC236}">
                <a16:creationId xmlns:a16="http://schemas.microsoft.com/office/drawing/2014/main" id="{0D40EE51-D6CD-3D33-419F-C809D5D74E24}"/>
              </a:ext>
            </a:extLst>
          </p:cNvPr>
          <p:cNvGrpSpPr/>
          <p:nvPr/>
        </p:nvGrpSpPr>
        <p:grpSpPr>
          <a:xfrm>
            <a:off x="347681" y="1057339"/>
            <a:ext cx="481325" cy="621418"/>
            <a:chOff x="347681" y="1057339"/>
            <a:chExt cx="481325" cy="621418"/>
          </a:xfrm>
          <a:solidFill>
            <a:srgbClr val="B9B9B9"/>
          </a:solidFill>
        </p:grpSpPr>
        <p:grpSp>
          <p:nvGrpSpPr>
            <p:cNvPr id="112" name="Gráfico 39">
              <a:extLst>
                <a:ext uri="{FF2B5EF4-FFF2-40B4-BE49-F238E27FC236}">
                  <a16:creationId xmlns:a16="http://schemas.microsoft.com/office/drawing/2014/main" id="{33C2A9A0-B823-FFE6-7FCC-CE317B1D101B}"/>
                </a:ext>
              </a:extLst>
            </p:cNvPr>
            <p:cNvGrpSpPr/>
            <p:nvPr/>
          </p:nvGrpSpPr>
          <p:grpSpPr>
            <a:xfrm>
              <a:off x="492211" y="1384222"/>
              <a:ext cx="33498" cy="51895"/>
              <a:chOff x="492211" y="1384222"/>
              <a:chExt cx="33498" cy="51895"/>
            </a:xfrm>
            <a:solidFill>
              <a:srgbClr val="B9B9B9"/>
            </a:solidFill>
          </p:grpSpPr>
          <p:sp>
            <p:nvSpPr>
              <p:cNvPr id="113" name="Forma libre: forma 112">
                <a:extLst>
                  <a:ext uri="{FF2B5EF4-FFF2-40B4-BE49-F238E27FC236}">
                    <a16:creationId xmlns:a16="http://schemas.microsoft.com/office/drawing/2014/main" id="{3FAB6E7D-A8E7-1317-3374-0C8EF265981A}"/>
                  </a:ext>
                </a:extLst>
              </p:cNvPr>
              <p:cNvSpPr/>
              <p:nvPr/>
            </p:nvSpPr>
            <p:spPr>
              <a:xfrm>
                <a:off x="492211" y="1428798"/>
                <a:ext cx="6246" cy="7319"/>
              </a:xfrm>
              <a:custGeom>
                <a:avLst/>
                <a:gdLst>
                  <a:gd name="csX0" fmla="*/ 460 w 6246"/>
                  <a:gd name="csY0" fmla="*/ 4088 h 7319"/>
                  <a:gd name="csX1" fmla="*/ 4549 w 6246"/>
                  <a:gd name="csY1" fmla="*/ 0 h 7319"/>
                  <a:gd name="csX2" fmla="*/ 1959 w 6246"/>
                  <a:gd name="csY2" fmla="*/ 7153 h 7319"/>
                  <a:gd name="csX3" fmla="*/ 460 w 6246"/>
                  <a:gd name="csY3" fmla="*/ 4088 h 7319"/>
                </a:gdLst>
                <a:ahLst/>
                <a:cxnLst>
                  <a:cxn ang="0">
                    <a:pos x="csX0" y="csY0"/>
                  </a:cxn>
                  <a:cxn ang="0">
                    <a:pos x="csX1" y="csY1"/>
                  </a:cxn>
                  <a:cxn ang="0">
                    <a:pos x="csX2" y="csY2"/>
                  </a:cxn>
                  <a:cxn ang="0">
                    <a:pos x="csX3" y="csY3"/>
                  </a:cxn>
                </a:cxnLst>
                <a:rect l="l" t="t" r="r" b="b"/>
                <a:pathLst>
                  <a:path w="6246" h="7319">
                    <a:moveTo>
                      <a:pt x="460" y="4088"/>
                    </a:moveTo>
                    <a:cubicBezTo>
                      <a:pt x="1323" y="1840"/>
                      <a:pt x="3163" y="0"/>
                      <a:pt x="4549" y="0"/>
                    </a:cubicBezTo>
                    <a:cubicBezTo>
                      <a:pt x="7942" y="0"/>
                      <a:pt x="5818" y="5867"/>
                      <a:pt x="1959" y="7153"/>
                    </a:cubicBezTo>
                    <a:cubicBezTo>
                      <a:pt x="72" y="7782"/>
                      <a:pt x="-505" y="6602"/>
                      <a:pt x="460" y="4088"/>
                    </a:cubicBezTo>
                    <a:close/>
                  </a:path>
                </a:pathLst>
              </a:custGeom>
              <a:solidFill>
                <a:srgbClr val="B9B9B9"/>
              </a:solidFill>
              <a:ln w="5163" cap="flat">
                <a:noFill/>
                <a:prstDash val="solid"/>
                <a:miter/>
              </a:ln>
            </p:spPr>
            <p:txBody>
              <a:bodyPr/>
              <a:lstStyle/>
              <a:p>
                <a:endParaRPr lang="es-419" noProof="0" dirty="0"/>
              </a:p>
            </p:txBody>
          </p:sp>
          <p:sp>
            <p:nvSpPr>
              <p:cNvPr id="114" name="Forma libre: forma 113">
                <a:extLst>
                  <a:ext uri="{FF2B5EF4-FFF2-40B4-BE49-F238E27FC236}">
                    <a16:creationId xmlns:a16="http://schemas.microsoft.com/office/drawing/2014/main" id="{0604981F-B079-172E-8955-D97BCB44FC42}"/>
                  </a:ext>
                </a:extLst>
              </p:cNvPr>
              <p:cNvSpPr/>
              <p:nvPr/>
            </p:nvSpPr>
            <p:spPr>
              <a:xfrm>
                <a:off x="495379" y="1384222"/>
                <a:ext cx="30331" cy="44105"/>
              </a:xfrm>
              <a:custGeom>
                <a:avLst/>
                <a:gdLst>
                  <a:gd name="csX0" fmla="*/ 10578 w 30331"/>
                  <a:gd name="csY0" fmla="*/ 40845 h 44105"/>
                  <a:gd name="csX1" fmla="*/ 3426 w 30331"/>
                  <a:gd name="csY1" fmla="*/ 27268 h 44105"/>
                  <a:gd name="csX2" fmla="*/ 8634 w 30331"/>
                  <a:gd name="csY2" fmla="*/ 13316 h 44105"/>
                  <a:gd name="csX3" fmla="*/ 25629 w 30331"/>
                  <a:gd name="csY3" fmla="*/ 1695 h 44105"/>
                  <a:gd name="csX4" fmla="*/ 27283 w 30331"/>
                  <a:gd name="csY4" fmla="*/ 34769 h 44105"/>
                  <a:gd name="csX5" fmla="*/ 10578 w 30331"/>
                  <a:gd name="csY5" fmla="*/ 40845 h 44105"/>
                </a:gdLst>
                <a:ahLst/>
                <a:cxnLst>
                  <a:cxn ang="0">
                    <a:pos x="csX0" y="csY0"/>
                  </a:cxn>
                  <a:cxn ang="0">
                    <a:pos x="csX1" y="csY1"/>
                  </a:cxn>
                  <a:cxn ang="0">
                    <a:pos x="csX2" y="csY2"/>
                  </a:cxn>
                  <a:cxn ang="0">
                    <a:pos x="csX3" y="csY3"/>
                  </a:cxn>
                  <a:cxn ang="0">
                    <a:pos x="csX4" y="csY4"/>
                  </a:cxn>
                  <a:cxn ang="0">
                    <a:pos x="csX5" y="csY5"/>
                  </a:cxn>
                </a:cxnLst>
                <a:rect l="l" t="t" r="r" b="b"/>
                <a:pathLst>
                  <a:path w="30331" h="44105">
                    <a:moveTo>
                      <a:pt x="10578" y="40845"/>
                    </a:moveTo>
                    <a:cubicBezTo>
                      <a:pt x="-1917" y="34327"/>
                      <a:pt x="-2001" y="34167"/>
                      <a:pt x="3426" y="27268"/>
                    </a:cubicBezTo>
                    <a:cubicBezTo>
                      <a:pt x="6291" y="23626"/>
                      <a:pt x="8634" y="17348"/>
                      <a:pt x="8634" y="13316"/>
                    </a:cubicBezTo>
                    <a:cubicBezTo>
                      <a:pt x="8634" y="4586"/>
                      <a:pt x="20679" y="-3650"/>
                      <a:pt x="25629" y="1695"/>
                    </a:cubicBezTo>
                    <a:cubicBezTo>
                      <a:pt x="31123" y="7627"/>
                      <a:pt x="31970" y="24580"/>
                      <a:pt x="27283" y="34769"/>
                    </a:cubicBezTo>
                    <a:cubicBezTo>
                      <a:pt x="22315" y="45567"/>
                      <a:pt x="20734" y="46142"/>
                      <a:pt x="10578" y="40845"/>
                    </a:cubicBezTo>
                    <a:close/>
                  </a:path>
                </a:pathLst>
              </a:custGeom>
              <a:solidFill>
                <a:srgbClr val="B9B9B9"/>
              </a:solidFill>
              <a:ln w="5163" cap="flat">
                <a:noFill/>
                <a:prstDash val="solid"/>
                <a:miter/>
              </a:ln>
            </p:spPr>
            <p:txBody>
              <a:bodyPr/>
              <a:lstStyle/>
              <a:p>
                <a:endParaRPr lang="es-419" noProof="0" dirty="0"/>
              </a:p>
            </p:txBody>
          </p:sp>
        </p:grpSp>
        <p:grpSp>
          <p:nvGrpSpPr>
            <p:cNvPr id="115" name="Gráfico 39">
              <a:extLst>
                <a:ext uri="{FF2B5EF4-FFF2-40B4-BE49-F238E27FC236}">
                  <a16:creationId xmlns:a16="http://schemas.microsoft.com/office/drawing/2014/main" id="{8895681B-0B91-D18A-2B1D-786E1BE2CC71}"/>
                </a:ext>
              </a:extLst>
            </p:cNvPr>
            <p:cNvGrpSpPr/>
            <p:nvPr/>
          </p:nvGrpSpPr>
          <p:grpSpPr>
            <a:xfrm>
              <a:off x="347681" y="1057339"/>
              <a:ext cx="481325" cy="621418"/>
              <a:chOff x="347681" y="1057339"/>
              <a:chExt cx="481325" cy="621418"/>
            </a:xfrm>
            <a:solidFill>
              <a:srgbClr val="B9B9B9"/>
            </a:solidFill>
          </p:grpSpPr>
          <p:sp>
            <p:nvSpPr>
              <p:cNvPr id="116" name="Forma libre: forma 115">
                <a:extLst>
                  <a:ext uri="{FF2B5EF4-FFF2-40B4-BE49-F238E27FC236}">
                    <a16:creationId xmlns:a16="http://schemas.microsoft.com/office/drawing/2014/main" id="{259E3B45-30D1-5F5D-DAAA-8EDD994B878D}"/>
                  </a:ext>
                </a:extLst>
              </p:cNvPr>
              <p:cNvSpPr/>
              <p:nvPr/>
            </p:nvSpPr>
            <p:spPr>
              <a:xfrm>
                <a:off x="347681" y="1057339"/>
                <a:ext cx="481325" cy="621418"/>
              </a:xfrm>
              <a:custGeom>
                <a:avLst/>
                <a:gdLst>
                  <a:gd name="csX0" fmla="*/ 392709 w 481325"/>
                  <a:gd name="csY0" fmla="*/ 609477 h 621418"/>
                  <a:gd name="csX1" fmla="*/ 388957 w 481325"/>
                  <a:gd name="csY1" fmla="*/ 594848 h 621418"/>
                  <a:gd name="csX2" fmla="*/ 382520 w 481325"/>
                  <a:gd name="csY2" fmla="*/ 582680 h 621418"/>
                  <a:gd name="csX3" fmla="*/ 381003 w 481325"/>
                  <a:gd name="csY3" fmla="*/ 575394 h 621418"/>
                  <a:gd name="csX4" fmla="*/ 376772 w 481325"/>
                  <a:gd name="csY4" fmla="*/ 573517 h 621418"/>
                  <a:gd name="csX5" fmla="*/ 372471 w 481325"/>
                  <a:gd name="csY5" fmla="*/ 575078 h 621418"/>
                  <a:gd name="csX6" fmla="*/ 371638 w 481325"/>
                  <a:gd name="csY6" fmla="*/ 577600 h 621418"/>
                  <a:gd name="csX7" fmla="*/ 373727 w 481325"/>
                  <a:gd name="csY7" fmla="*/ 583138 h 621418"/>
                  <a:gd name="csX8" fmla="*/ 369193 w 481325"/>
                  <a:gd name="csY8" fmla="*/ 580381 h 621418"/>
                  <a:gd name="csX9" fmla="*/ 364289 w 481325"/>
                  <a:gd name="csY9" fmla="*/ 578851 h 621418"/>
                  <a:gd name="csX10" fmla="*/ 358202 w 481325"/>
                  <a:gd name="csY10" fmla="*/ 578294 h 621418"/>
                  <a:gd name="csX11" fmla="*/ 344811 w 481325"/>
                  <a:gd name="csY11" fmla="*/ 546998 h 621418"/>
                  <a:gd name="csX12" fmla="*/ 347360 w 481325"/>
                  <a:gd name="csY12" fmla="*/ 544424 h 621418"/>
                  <a:gd name="csX13" fmla="*/ 329284 w 481325"/>
                  <a:gd name="csY13" fmla="*/ 536840 h 621418"/>
                  <a:gd name="csX14" fmla="*/ 312504 w 481325"/>
                  <a:gd name="csY14" fmla="*/ 531378 h 621418"/>
                  <a:gd name="csX15" fmla="*/ 299274 w 481325"/>
                  <a:gd name="csY15" fmla="*/ 523870 h 621418"/>
                  <a:gd name="csX16" fmla="*/ 298267 w 481325"/>
                  <a:gd name="csY16" fmla="*/ 519838 h 621418"/>
                  <a:gd name="csX17" fmla="*/ 294146 w 481325"/>
                  <a:gd name="csY17" fmla="*/ 506308 h 621418"/>
                  <a:gd name="csX18" fmla="*/ 290635 w 481325"/>
                  <a:gd name="csY18" fmla="*/ 495822 h 621418"/>
                  <a:gd name="csX19" fmla="*/ 290295 w 481325"/>
                  <a:gd name="csY19" fmla="*/ 485043 h 621418"/>
                  <a:gd name="csX20" fmla="*/ 292460 w 481325"/>
                  <a:gd name="csY20" fmla="*/ 479235 h 621418"/>
                  <a:gd name="csX21" fmla="*/ 293954 w 481325"/>
                  <a:gd name="csY21" fmla="*/ 469554 h 621418"/>
                  <a:gd name="csX22" fmla="*/ 288754 w 481325"/>
                  <a:gd name="csY22" fmla="*/ 460702 h 621418"/>
                  <a:gd name="csX23" fmla="*/ 283583 w 481325"/>
                  <a:gd name="csY23" fmla="*/ 460065 h 621418"/>
                  <a:gd name="csX24" fmla="*/ 278874 w 481325"/>
                  <a:gd name="csY24" fmla="*/ 460231 h 621418"/>
                  <a:gd name="csX25" fmla="*/ 272498 w 481325"/>
                  <a:gd name="csY25" fmla="*/ 449744 h 621418"/>
                  <a:gd name="csX26" fmla="*/ 269740 w 481325"/>
                  <a:gd name="csY26" fmla="*/ 445139 h 621418"/>
                  <a:gd name="csX27" fmla="*/ 268211 w 481325"/>
                  <a:gd name="csY27" fmla="*/ 450043 h 621418"/>
                  <a:gd name="csX28" fmla="*/ 267044 w 481325"/>
                  <a:gd name="csY28" fmla="*/ 456881 h 621418"/>
                  <a:gd name="csX29" fmla="*/ 259538 w 481325"/>
                  <a:gd name="csY29" fmla="*/ 454425 h 621418"/>
                  <a:gd name="csX30" fmla="*/ 254428 w 481325"/>
                  <a:gd name="csY30" fmla="*/ 444654 h 621418"/>
                  <a:gd name="csX31" fmla="*/ 249421 w 481325"/>
                  <a:gd name="csY31" fmla="*/ 443656 h 621418"/>
                  <a:gd name="csX32" fmla="*/ 238700 w 481325"/>
                  <a:gd name="csY32" fmla="*/ 428558 h 621418"/>
                  <a:gd name="csX33" fmla="*/ 224166 w 481325"/>
                  <a:gd name="csY33" fmla="*/ 409935 h 621418"/>
                  <a:gd name="csX34" fmla="*/ 213124 w 481325"/>
                  <a:gd name="csY34" fmla="*/ 401065 h 621418"/>
                  <a:gd name="csX35" fmla="*/ 206671 w 481325"/>
                  <a:gd name="csY35" fmla="*/ 388468 h 621418"/>
                  <a:gd name="csX36" fmla="*/ 204242 w 481325"/>
                  <a:gd name="csY36" fmla="*/ 374041 h 621418"/>
                  <a:gd name="csX37" fmla="*/ 206562 w 481325"/>
                  <a:gd name="csY37" fmla="*/ 371283 h 621418"/>
                  <a:gd name="csX38" fmla="*/ 201394 w 481325"/>
                  <a:gd name="csY38" fmla="*/ 369855 h 621418"/>
                  <a:gd name="csX39" fmla="*/ 181743 w 481325"/>
                  <a:gd name="csY39" fmla="*/ 350072 h 621418"/>
                  <a:gd name="csX40" fmla="*/ 180840 w 481325"/>
                  <a:gd name="csY40" fmla="*/ 340015 h 621418"/>
                  <a:gd name="csX41" fmla="*/ 168342 w 481325"/>
                  <a:gd name="csY41" fmla="*/ 316750 h 621418"/>
                  <a:gd name="csX42" fmla="*/ 162786 w 481325"/>
                  <a:gd name="csY42" fmla="*/ 304341 h 621418"/>
                  <a:gd name="csX43" fmla="*/ 153959 w 481325"/>
                  <a:gd name="csY43" fmla="*/ 280463 h 621418"/>
                  <a:gd name="csX44" fmla="*/ 143231 w 481325"/>
                  <a:gd name="csY44" fmla="*/ 268201 h 621418"/>
                  <a:gd name="csX45" fmla="*/ 141096 w 481325"/>
                  <a:gd name="csY45" fmla="*/ 246493 h 621418"/>
                  <a:gd name="csX46" fmla="*/ 133510 w 481325"/>
                  <a:gd name="csY46" fmla="*/ 215932 h 621418"/>
                  <a:gd name="csX47" fmla="*/ 125786 w 481325"/>
                  <a:gd name="csY47" fmla="*/ 201792 h 621418"/>
                  <a:gd name="csX48" fmla="*/ 113580 w 481325"/>
                  <a:gd name="csY48" fmla="*/ 175023 h 621418"/>
                  <a:gd name="csX49" fmla="*/ 104703 w 481325"/>
                  <a:gd name="csY49" fmla="*/ 151035 h 621418"/>
                  <a:gd name="csX50" fmla="*/ 100240 w 481325"/>
                  <a:gd name="csY50" fmla="*/ 135893 h 621418"/>
                  <a:gd name="csX51" fmla="*/ 100240 w 481325"/>
                  <a:gd name="csY51" fmla="*/ 128463 h 621418"/>
                  <a:gd name="csX52" fmla="*/ 99247 w 481325"/>
                  <a:gd name="csY52" fmla="*/ 115142 h 621418"/>
                  <a:gd name="csX53" fmla="*/ 93791 w 481325"/>
                  <a:gd name="csY53" fmla="*/ 109442 h 621418"/>
                  <a:gd name="csX54" fmla="*/ 95549 w 481325"/>
                  <a:gd name="csY54" fmla="*/ 115250 h 621418"/>
                  <a:gd name="csX55" fmla="*/ 90800 w 481325"/>
                  <a:gd name="csY55" fmla="*/ 117023 h 621418"/>
                  <a:gd name="csX56" fmla="*/ 87172 w 481325"/>
                  <a:gd name="csY56" fmla="*/ 114272 h 621418"/>
                  <a:gd name="csX57" fmla="*/ 67148 w 481325"/>
                  <a:gd name="csY57" fmla="*/ 111209 h 621418"/>
                  <a:gd name="csX58" fmla="*/ 49971 w 481325"/>
                  <a:gd name="csY58" fmla="*/ 100232 h 621418"/>
                  <a:gd name="csX59" fmla="*/ 44090 w 481325"/>
                  <a:gd name="csY59" fmla="*/ 90574 h 621418"/>
                  <a:gd name="csX60" fmla="*/ 35863 w 481325"/>
                  <a:gd name="csY60" fmla="*/ 83433 h 621418"/>
                  <a:gd name="csX61" fmla="*/ 32588 w 481325"/>
                  <a:gd name="csY61" fmla="*/ 82069 h 621418"/>
                  <a:gd name="csX62" fmla="*/ 11771 w 481325"/>
                  <a:gd name="csY62" fmla="*/ 68233 h 621418"/>
                  <a:gd name="csX63" fmla="*/ 5348 w 481325"/>
                  <a:gd name="csY63" fmla="*/ 59589 h 621418"/>
                  <a:gd name="csX64" fmla="*/ 1583 w 481325"/>
                  <a:gd name="csY64" fmla="*/ 46912 h 621418"/>
                  <a:gd name="csX65" fmla="*/ 325 w 481325"/>
                  <a:gd name="csY65" fmla="*/ 17525 h 621418"/>
                  <a:gd name="csX66" fmla="*/ 4538 w 481325"/>
                  <a:gd name="csY66" fmla="*/ 6689 h 621418"/>
                  <a:gd name="csX67" fmla="*/ 10480 w 481325"/>
                  <a:gd name="csY67" fmla="*/ 0 h 621418"/>
                  <a:gd name="csX68" fmla="*/ 53074 w 481325"/>
                  <a:gd name="csY68" fmla="*/ 22147 h 621418"/>
                  <a:gd name="csX69" fmla="*/ 133099 w 481325"/>
                  <a:gd name="csY69" fmla="*/ 64285 h 621418"/>
                  <a:gd name="csX70" fmla="*/ 308638 w 481325"/>
                  <a:gd name="csY70" fmla="*/ 150152 h 621418"/>
                  <a:gd name="csX71" fmla="*/ 460324 w 481325"/>
                  <a:gd name="csY71" fmla="*/ 163865 h 621418"/>
                  <a:gd name="csX72" fmla="*/ 466125 w 481325"/>
                  <a:gd name="csY72" fmla="*/ 170071 h 621418"/>
                  <a:gd name="csX73" fmla="*/ 465714 w 481325"/>
                  <a:gd name="csY73" fmla="*/ 176317 h 621418"/>
                  <a:gd name="csX74" fmla="*/ 471176 w 481325"/>
                  <a:gd name="csY74" fmla="*/ 205515 h 621418"/>
                  <a:gd name="csX75" fmla="*/ 478356 w 481325"/>
                  <a:gd name="csY75" fmla="*/ 244968 h 621418"/>
                  <a:gd name="csX76" fmla="*/ 480666 w 481325"/>
                  <a:gd name="csY76" fmla="*/ 291434 h 621418"/>
                  <a:gd name="csX77" fmla="*/ 471606 w 481325"/>
                  <a:gd name="csY77" fmla="*/ 339879 h 621418"/>
                  <a:gd name="csX78" fmla="*/ 467718 w 481325"/>
                  <a:gd name="csY78" fmla="*/ 346935 h 621418"/>
                  <a:gd name="csX79" fmla="*/ 468256 w 481325"/>
                  <a:gd name="csY79" fmla="*/ 419216 h 621418"/>
                  <a:gd name="csX80" fmla="*/ 469120 w 481325"/>
                  <a:gd name="csY80" fmla="*/ 434705 h 621418"/>
                  <a:gd name="csX81" fmla="*/ 451760 w 481325"/>
                  <a:gd name="csY81" fmla="*/ 439004 h 621418"/>
                  <a:gd name="csX82" fmla="*/ 430017 w 481325"/>
                  <a:gd name="csY82" fmla="*/ 458164 h 621418"/>
                  <a:gd name="csX83" fmla="*/ 441207 w 481325"/>
                  <a:gd name="csY83" fmla="*/ 484914 h 621418"/>
                  <a:gd name="csX84" fmla="*/ 455538 w 481325"/>
                  <a:gd name="csY84" fmla="*/ 533438 h 621418"/>
                  <a:gd name="csX85" fmla="*/ 463393 w 481325"/>
                  <a:gd name="csY85" fmla="*/ 557324 h 621418"/>
                  <a:gd name="csX86" fmla="*/ 466107 w 481325"/>
                  <a:gd name="csY86" fmla="*/ 564704 h 621418"/>
                  <a:gd name="csX87" fmla="*/ 427332 w 481325"/>
                  <a:gd name="csY87" fmla="*/ 607875 h 621418"/>
                  <a:gd name="csX88" fmla="*/ 408378 w 481325"/>
                  <a:gd name="csY88" fmla="*/ 619278 h 621418"/>
                  <a:gd name="csX89" fmla="*/ 406733 w 481325"/>
                  <a:gd name="csY89" fmla="*/ 612610 h 621418"/>
                  <a:gd name="csX90" fmla="*/ 398989 w 481325"/>
                  <a:gd name="csY90" fmla="*/ 614115 h 621418"/>
                  <a:gd name="csX91" fmla="*/ 394277 w 481325"/>
                  <a:gd name="csY91" fmla="*/ 621279 h 621418"/>
                  <a:gd name="csX92" fmla="*/ 392709 w 481325"/>
                  <a:gd name="csY92" fmla="*/ 609477 h 62141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Lst>
                <a:rect l="l" t="t" r="r" b="b"/>
                <a:pathLst>
                  <a:path w="481325" h="621418">
                    <a:moveTo>
                      <a:pt x="392709" y="609477"/>
                    </a:moveTo>
                    <a:cubicBezTo>
                      <a:pt x="394253" y="597840"/>
                      <a:pt x="393887" y="596413"/>
                      <a:pt x="388957" y="594848"/>
                    </a:cubicBezTo>
                    <a:cubicBezTo>
                      <a:pt x="381454" y="592467"/>
                      <a:pt x="376874" y="583809"/>
                      <a:pt x="382520" y="582680"/>
                    </a:cubicBezTo>
                    <a:cubicBezTo>
                      <a:pt x="386074" y="581969"/>
                      <a:pt x="385853" y="580904"/>
                      <a:pt x="381003" y="575394"/>
                    </a:cubicBezTo>
                    <a:cubicBezTo>
                      <a:pt x="377016" y="570863"/>
                      <a:pt x="375755" y="570304"/>
                      <a:pt x="376772" y="573517"/>
                    </a:cubicBezTo>
                    <a:cubicBezTo>
                      <a:pt x="378038" y="577517"/>
                      <a:pt x="377495" y="577714"/>
                      <a:pt x="372471" y="575078"/>
                    </a:cubicBezTo>
                    <a:cubicBezTo>
                      <a:pt x="366755" y="572079"/>
                      <a:pt x="366750" y="572094"/>
                      <a:pt x="371638" y="577600"/>
                    </a:cubicBezTo>
                    <a:cubicBezTo>
                      <a:pt x="374343" y="580646"/>
                      <a:pt x="375283" y="583138"/>
                      <a:pt x="373727" y="583138"/>
                    </a:cubicBezTo>
                    <a:cubicBezTo>
                      <a:pt x="372171" y="583138"/>
                      <a:pt x="370131" y="581897"/>
                      <a:pt x="369193" y="580381"/>
                    </a:cubicBezTo>
                    <a:cubicBezTo>
                      <a:pt x="368256" y="578864"/>
                      <a:pt x="366049" y="578176"/>
                      <a:pt x="364289" y="578851"/>
                    </a:cubicBezTo>
                    <a:cubicBezTo>
                      <a:pt x="362530" y="579526"/>
                      <a:pt x="359790" y="579276"/>
                      <a:pt x="358202" y="578294"/>
                    </a:cubicBezTo>
                    <a:cubicBezTo>
                      <a:pt x="354056" y="575732"/>
                      <a:pt x="341762" y="546998"/>
                      <a:pt x="344811" y="546998"/>
                    </a:cubicBezTo>
                    <a:cubicBezTo>
                      <a:pt x="346213" y="546998"/>
                      <a:pt x="347360" y="545839"/>
                      <a:pt x="347360" y="544424"/>
                    </a:cubicBezTo>
                    <a:cubicBezTo>
                      <a:pt x="347360" y="541126"/>
                      <a:pt x="331006" y="534265"/>
                      <a:pt x="329284" y="536840"/>
                    </a:cubicBezTo>
                    <a:cubicBezTo>
                      <a:pt x="328570" y="537907"/>
                      <a:pt x="321020" y="535449"/>
                      <a:pt x="312504" y="531378"/>
                    </a:cubicBezTo>
                    <a:cubicBezTo>
                      <a:pt x="303989" y="527306"/>
                      <a:pt x="298035" y="523928"/>
                      <a:pt x="299274" y="523870"/>
                    </a:cubicBezTo>
                    <a:cubicBezTo>
                      <a:pt x="300512" y="523812"/>
                      <a:pt x="300059" y="521998"/>
                      <a:pt x="298267" y="519838"/>
                    </a:cubicBezTo>
                    <a:cubicBezTo>
                      <a:pt x="296474" y="517678"/>
                      <a:pt x="294620" y="511589"/>
                      <a:pt x="294146" y="506308"/>
                    </a:cubicBezTo>
                    <a:cubicBezTo>
                      <a:pt x="293672" y="501026"/>
                      <a:pt x="292092" y="496307"/>
                      <a:pt x="290635" y="495822"/>
                    </a:cubicBezTo>
                    <a:cubicBezTo>
                      <a:pt x="287387" y="494739"/>
                      <a:pt x="287081" y="485043"/>
                      <a:pt x="290295" y="485043"/>
                    </a:cubicBezTo>
                    <a:cubicBezTo>
                      <a:pt x="291564" y="485043"/>
                      <a:pt x="292539" y="482429"/>
                      <a:pt x="292460" y="479235"/>
                    </a:cubicBezTo>
                    <a:cubicBezTo>
                      <a:pt x="292381" y="476040"/>
                      <a:pt x="293054" y="471684"/>
                      <a:pt x="293954" y="469554"/>
                    </a:cubicBezTo>
                    <a:cubicBezTo>
                      <a:pt x="294994" y="467095"/>
                      <a:pt x="293096" y="463864"/>
                      <a:pt x="288754" y="460702"/>
                    </a:cubicBezTo>
                    <a:cubicBezTo>
                      <a:pt x="282831" y="456387"/>
                      <a:pt x="282139" y="456302"/>
                      <a:pt x="283583" y="460065"/>
                    </a:cubicBezTo>
                    <a:cubicBezTo>
                      <a:pt x="285131" y="464099"/>
                      <a:pt x="284795" y="464110"/>
                      <a:pt x="278874" y="460231"/>
                    </a:cubicBezTo>
                    <a:cubicBezTo>
                      <a:pt x="274972" y="457675"/>
                      <a:pt x="272498" y="453605"/>
                      <a:pt x="272498" y="449744"/>
                    </a:cubicBezTo>
                    <a:cubicBezTo>
                      <a:pt x="272498" y="445927"/>
                      <a:pt x="271409" y="444108"/>
                      <a:pt x="269740" y="445139"/>
                    </a:cubicBezTo>
                    <a:cubicBezTo>
                      <a:pt x="268224" y="446077"/>
                      <a:pt x="267535" y="448283"/>
                      <a:pt x="268211" y="450043"/>
                    </a:cubicBezTo>
                    <a:cubicBezTo>
                      <a:pt x="268886" y="451803"/>
                      <a:pt x="268361" y="454880"/>
                      <a:pt x="267044" y="456881"/>
                    </a:cubicBezTo>
                    <a:cubicBezTo>
                      <a:pt x="265087" y="459853"/>
                      <a:pt x="263712" y="459403"/>
                      <a:pt x="259538" y="454425"/>
                    </a:cubicBezTo>
                    <a:cubicBezTo>
                      <a:pt x="256727" y="451073"/>
                      <a:pt x="254428" y="446676"/>
                      <a:pt x="254428" y="444654"/>
                    </a:cubicBezTo>
                    <a:cubicBezTo>
                      <a:pt x="254428" y="441815"/>
                      <a:pt x="253286" y="441587"/>
                      <a:pt x="249421" y="443656"/>
                    </a:cubicBezTo>
                    <a:cubicBezTo>
                      <a:pt x="243479" y="446836"/>
                      <a:pt x="243193" y="446433"/>
                      <a:pt x="238700" y="428558"/>
                    </a:cubicBezTo>
                    <a:cubicBezTo>
                      <a:pt x="235500" y="415829"/>
                      <a:pt x="234285" y="414272"/>
                      <a:pt x="224166" y="409935"/>
                    </a:cubicBezTo>
                    <a:cubicBezTo>
                      <a:pt x="217728" y="407175"/>
                      <a:pt x="213124" y="403477"/>
                      <a:pt x="213124" y="401065"/>
                    </a:cubicBezTo>
                    <a:cubicBezTo>
                      <a:pt x="213124" y="398790"/>
                      <a:pt x="210220" y="393122"/>
                      <a:pt x="206671" y="388468"/>
                    </a:cubicBezTo>
                    <a:cubicBezTo>
                      <a:pt x="199265" y="378758"/>
                      <a:pt x="198471" y="374041"/>
                      <a:pt x="204242" y="374041"/>
                    </a:cubicBezTo>
                    <a:cubicBezTo>
                      <a:pt x="206455" y="374041"/>
                      <a:pt x="207499" y="372800"/>
                      <a:pt x="206562" y="371283"/>
                    </a:cubicBezTo>
                    <a:cubicBezTo>
                      <a:pt x="205625" y="369767"/>
                      <a:pt x="203299" y="369124"/>
                      <a:pt x="201394" y="369855"/>
                    </a:cubicBezTo>
                    <a:cubicBezTo>
                      <a:pt x="197850" y="371215"/>
                      <a:pt x="182472" y="355734"/>
                      <a:pt x="181743" y="350072"/>
                    </a:cubicBezTo>
                    <a:cubicBezTo>
                      <a:pt x="181521" y="348347"/>
                      <a:pt x="181114" y="343821"/>
                      <a:pt x="180840" y="340015"/>
                    </a:cubicBezTo>
                    <a:cubicBezTo>
                      <a:pt x="179988" y="328208"/>
                      <a:pt x="174287" y="317597"/>
                      <a:pt x="168342" y="316750"/>
                    </a:cubicBezTo>
                    <a:cubicBezTo>
                      <a:pt x="163596" y="316073"/>
                      <a:pt x="162786" y="314266"/>
                      <a:pt x="162786" y="304341"/>
                    </a:cubicBezTo>
                    <a:cubicBezTo>
                      <a:pt x="162786" y="295229"/>
                      <a:pt x="160883" y="290082"/>
                      <a:pt x="153959" y="280463"/>
                    </a:cubicBezTo>
                    <a:cubicBezTo>
                      <a:pt x="149104" y="273719"/>
                      <a:pt x="144276" y="268201"/>
                      <a:pt x="143231" y="268201"/>
                    </a:cubicBezTo>
                    <a:cubicBezTo>
                      <a:pt x="142186" y="268201"/>
                      <a:pt x="141225" y="258432"/>
                      <a:pt x="141096" y="246493"/>
                    </a:cubicBezTo>
                    <a:cubicBezTo>
                      <a:pt x="140831" y="221943"/>
                      <a:pt x="139743" y="217562"/>
                      <a:pt x="133510" y="215932"/>
                    </a:cubicBezTo>
                    <a:cubicBezTo>
                      <a:pt x="130755" y="215211"/>
                      <a:pt x="127873" y="209936"/>
                      <a:pt x="125786" y="201792"/>
                    </a:cubicBezTo>
                    <a:cubicBezTo>
                      <a:pt x="123955" y="194647"/>
                      <a:pt x="118462" y="182601"/>
                      <a:pt x="113580" y="175023"/>
                    </a:cubicBezTo>
                    <a:cubicBezTo>
                      <a:pt x="107284" y="165251"/>
                      <a:pt x="104703" y="158277"/>
                      <a:pt x="104703" y="151035"/>
                    </a:cubicBezTo>
                    <a:cubicBezTo>
                      <a:pt x="104703" y="144982"/>
                      <a:pt x="102887" y="138818"/>
                      <a:pt x="100240" y="135893"/>
                    </a:cubicBezTo>
                    <a:cubicBezTo>
                      <a:pt x="96009" y="131218"/>
                      <a:pt x="96009" y="130831"/>
                      <a:pt x="100240" y="128463"/>
                    </a:cubicBezTo>
                    <a:cubicBezTo>
                      <a:pt x="106103" y="125181"/>
                      <a:pt x="105871" y="122062"/>
                      <a:pt x="99247" y="115142"/>
                    </a:cubicBezTo>
                    <a:lnTo>
                      <a:pt x="93791" y="109442"/>
                    </a:lnTo>
                    <a:lnTo>
                      <a:pt x="95549" y="115250"/>
                    </a:lnTo>
                    <a:cubicBezTo>
                      <a:pt x="97517" y="121752"/>
                      <a:pt x="93229" y="123352"/>
                      <a:pt x="90800" y="117023"/>
                    </a:cubicBezTo>
                    <a:cubicBezTo>
                      <a:pt x="89948" y="114803"/>
                      <a:pt x="88316" y="113565"/>
                      <a:pt x="87172" y="114272"/>
                    </a:cubicBezTo>
                    <a:cubicBezTo>
                      <a:pt x="86029" y="114978"/>
                      <a:pt x="77018" y="113600"/>
                      <a:pt x="67148" y="111209"/>
                    </a:cubicBezTo>
                    <a:cubicBezTo>
                      <a:pt x="50330" y="107134"/>
                      <a:pt x="49251" y="106444"/>
                      <a:pt x="49971" y="100232"/>
                    </a:cubicBezTo>
                    <a:cubicBezTo>
                      <a:pt x="50552" y="95214"/>
                      <a:pt x="49124" y="92867"/>
                      <a:pt x="44090" y="90574"/>
                    </a:cubicBezTo>
                    <a:cubicBezTo>
                      <a:pt x="40433" y="88908"/>
                      <a:pt x="36731" y="85694"/>
                      <a:pt x="35863" y="83433"/>
                    </a:cubicBezTo>
                    <a:cubicBezTo>
                      <a:pt x="34873" y="80853"/>
                      <a:pt x="33654" y="80345"/>
                      <a:pt x="32588" y="82069"/>
                    </a:cubicBezTo>
                    <a:cubicBezTo>
                      <a:pt x="30403" y="85606"/>
                      <a:pt x="11771" y="73222"/>
                      <a:pt x="11771" y="68233"/>
                    </a:cubicBezTo>
                    <a:cubicBezTo>
                      <a:pt x="11771" y="66258"/>
                      <a:pt x="8881" y="62368"/>
                      <a:pt x="5348" y="59589"/>
                    </a:cubicBezTo>
                    <a:cubicBezTo>
                      <a:pt x="-304" y="55143"/>
                      <a:pt x="-756" y="53621"/>
                      <a:pt x="1583" y="46912"/>
                    </a:cubicBezTo>
                    <a:cubicBezTo>
                      <a:pt x="4225" y="39332"/>
                      <a:pt x="3631" y="25451"/>
                      <a:pt x="325" y="17525"/>
                    </a:cubicBezTo>
                    <a:cubicBezTo>
                      <a:pt x="-744" y="14961"/>
                      <a:pt x="864" y="10824"/>
                      <a:pt x="4538" y="6689"/>
                    </a:cubicBezTo>
                    <a:lnTo>
                      <a:pt x="10480" y="0"/>
                    </a:lnTo>
                    <a:lnTo>
                      <a:pt x="53074" y="22147"/>
                    </a:lnTo>
                    <a:cubicBezTo>
                      <a:pt x="76501" y="34328"/>
                      <a:pt x="112512" y="53290"/>
                      <a:pt x="133099" y="64285"/>
                    </a:cubicBezTo>
                    <a:cubicBezTo>
                      <a:pt x="293633" y="150024"/>
                      <a:pt x="290844" y="148660"/>
                      <a:pt x="308638" y="150152"/>
                    </a:cubicBezTo>
                    <a:cubicBezTo>
                      <a:pt x="379829" y="156121"/>
                      <a:pt x="453326" y="162765"/>
                      <a:pt x="460324" y="163865"/>
                    </a:cubicBezTo>
                    <a:cubicBezTo>
                      <a:pt x="467642" y="165014"/>
                      <a:pt x="468398" y="165824"/>
                      <a:pt x="466125" y="170071"/>
                    </a:cubicBezTo>
                    <a:cubicBezTo>
                      <a:pt x="464688" y="172758"/>
                      <a:pt x="464502" y="175568"/>
                      <a:pt x="465714" y="176317"/>
                    </a:cubicBezTo>
                    <a:cubicBezTo>
                      <a:pt x="466925" y="177066"/>
                      <a:pt x="469383" y="190205"/>
                      <a:pt x="471176" y="205515"/>
                    </a:cubicBezTo>
                    <a:cubicBezTo>
                      <a:pt x="472969" y="220825"/>
                      <a:pt x="476200" y="238579"/>
                      <a:pt x="478356" y="244968"/>
                    </a:cubicBezTo>
                    <a:cubicBezTo>
                      <a:pt x="481464" y="254178"/>
                      <a:pt x="481943" y="263804"/>
                      <a:pt x="480666" y="291434"/>
                    </a:cubicBezTo>
                    <a:cubicBezTo>
                      <a:pt x="478736" y="333232"/>
                      <a:pt x="477318" y="340812"/>
                      <a:pt x="471606" y="339879"/>
                    </a:cubicBezTo>
                    <a:cubicBezTo>
                      <a:pt x="468443" y="339362"/>
                      <a:pt x="467477" y="341115"/>
                      <a:pt x="467718" y="346935"/>
                    </a:cubicBezTo>
                    <a:cubicBezTo>
                      <a:pt x="467998" y="353675"/>
                      <a:pt x="468241" y="386395"/>
                      <a:pt x="468256" y="419216"/>
                    </a:cubicBezTo>
                    <a:cubicBezTo>
                      <a:pt x="468259" y="424895"/>
                      <a:pt x="468647" y="431865"/>
                      <a:pt x="469120" y="434705"/>
                    </a:cubicBezTo>
                    <a:cubicBezTo>
                      <a:pt x="469922" y="439526"/>
                      <a:pt x="468775" y="439811"/>
                      <a:pt x="451760" y="439004"/>
                    </a:cubicBezTo>
                    <a:cubicBezTo>
                      <a:pt x="428789" y="437915"/>
                      <a:pt x="426025" y="440351"/>
                      <a:pt x="430017" y="458164"/>
                    </a:cubicBezTo>
                    <a:cubicBezTo>
                      <a:pt x="431548" y="464996"/>
                      <a:pt x="436584" y="477034"/>
                      <a:pt x="441207" y="484914"/>
                    </a:cubicBezTo>
                    <a:cubicBezTo>
                      <a:pt x="456169" y="510414"/>
                      <a:pt x="459720" y="522439"/>
                      <a:pt x="455538" y="533438"/>
                    </a:cubicBezTo>
                    <a:cubicBezTo>
                      <a:pt x="452990" y="540141"/>
                      <a:pt x="458641" y="557324"/>
                      <a:pt x="463393" y="557324"/>
                    </a:cubicBezTo>
                    <a:cubicBezTo>
                      <a:pt x="464886" y="557324"/>
                      <a:pt x="466107" y="560645"/>
                      <a:pt x="466107" y="564704"/>
                    </a:cubicBezTo>
                    <a:cubicBezTo>
                      <a:pt x="466107" y="574709"/>
                      <a:pt x="449340" y="593376"/>
                      <a:pt x="427332" y="607875"/>
                    </a:cubicBezTo>
                    <a:cubicBezTo>
                      <a:pt x="417812" y="614147"/>
                      <a:pt x="409283" y="619278"/>
                      <a:pt x="408378" y="619278"/>
                    </a:cubicBezTo>
                    <a:cubicBezTo>
                      <a:pt x="407473" y="619278"/>
                      <a:pt x="406733" y="616277"/>
                      <a:pt x="406733" y="612610"/>
                    </a:cubicBezTo>
                    <a:cubicBezTo>
                      <a:pt x="406733" y="604379"/>
                      <a:pt x="401025" y="605489"/>
                      <a:pt x="398989" y="614115"/>
                    </a:cubicBezTo>
                    <a:cubicBezTo>
                      <a:pt x="398201" y="617454"/>
                      <a:pt x="396080" y="620678"/>
                      <a:pt x="394277" y="621279"/>
                    </a:cubicBezTo>
                    <a:cubicBezTo>
                      <a:pt x="391773" y="622114"/>
                      <a:pt x="391403" y="619327"/>
                      <a:pt x="392709" y="609477"/>
                    </a:cubicBezTo>
                    <a:close/>
                  </a:path>
                </a:pathLst>
              </a:custGeom>
              <a:solidFill>
                <a:srgbClr val="B9B9B9"/>
              </a:solidFill>
              <a:ln w="5163" cap="flat">
                <a:noFill/>
                <a:prstDash val="solid"/>
                <a:miter/>
              </a:ln>
            </p:spPr>
            <p:txBody>
              <a:bodyPr/>
              <a:lstStyle/>
              <a:p>
                <a:endParaRPr lang="es-419" noProof="0" dirty="0"/>
              </a:p>
            </p:txBody>
          </p:sp>
          <p:sp>
            <p:nvSpPr>
              <p:cNvPr id="117" name="Forma libre: forma 116">
                <a:extLst>
                  <a:ext uri="{FF2B5EF4-FFF2-40B4-BE49-F238E27FC236}">
                    <a16:creationId xmlns:a16="http://schemas.microsoft.com/office/drawing/2014/main" id="{1AF477D1-1BE7-5DF1-79F3-FF021364400A}"/>
                  </a:ext>
                </a:extLst>
              </p:cNvPr>
              <p:cNvSpPr/>
              <p:nvPr/>
            </p:nvSpPr>
            <p:spPr>
              <a:xfrm>
                <a:off x="356836" y="1137381"/>
                <a:ext cx="20516" cy="20135"/>
              </a:xfrm>
              <a:custGeom>
                <a:avLst/>
                <a:gdLst>
                  <a:gd name="csX0" fmla="*/ 3031 w 20516"/>
                  <a:gd name="csY0" fmla="*/ 13790 h 20135"/>
                  <a:gd name="csX1" fmla="*/ 11787 w 20516"/>
                  <a:gd name="csY1" fmla="*/ 6812 h 20135"/>
                  <a:gd name="csX2" fmla="*/ 16388 w 20516"/>
                  <a:gd name="csY2" fmla="*/ 8970 h 20135"/>
                  <a:gd name="csX3" fmla="*/ 17667 w 20516"/>
                  <a:gd name="csY3" fmla="*/ 5896 h 20135"/>
                  <a:gd name="csX4" fmla="*/ 16630 w 20516"/>
                  <a:gd name="csY4" fmla="*/ 16309 h 20135"/>
                  <a:gd name="csX5" fmla="*/ 3031 w 20516"/>
                  <a:gd name="csY5" fmla="*/ 13790 h 20135"/>
                </a:gdLst>
                <a:ahLst/>
                <a:cxnLst>
                  <a:cxn ang="0">
                    <a:pos x="csX0" y="csY0"/>
                  </a:cxn>
                  <a:cxn ang="0">
                    <a:pos x="csX1" y="csY1"/>
                  </a:cxn>
                  <a:cxn ang="0">
                    <a:pos x="csX2" y="csY2"/>
                  </a:cxn>
                  <a:cxn ang="0">
                    <a:pos x="csX3" y="csY3"/>
                  </a:cxn>
                  <a:cxn ang="0">
                    <a:pos x="csX4" y="csY4"/>
                  </a:cxn>
                  <a:cxn ang="0">
                    <a:pos x="csX5" y="csY5"/>
                  </a:cxn>
                </a:cxnLst>
                <a:rect l="l" t="t" r="r" b="b"/>
                <a:pathLst>
                  <a:path w="20516" h="20135">
                    <a:moveTo>
                      <a:pt x="3031" y="13790"/>
                    </a:moveTo>
                    <a:cubicBezTo>
                      <a:pt x="-3651" y="-875"/>
                      <a:pt x="1356" y="-4865"/>
                      <a:pt x="11787" y="6812"/>
                    </a:cubicBezTo>
                    <a:cubicBezTo>
                      <a:pt x="16355" y="11926"/>
                      <a:pt x="17642" y="12530"/>
                      <a:pt x="16388" y="8970"/>
                    </a:cubicBezTo>
                    <a:cubicBezTo>
                      <a:pt x="15184" y="5554"/>
                      <a:pt x="15578" y="4605"/>
                      <a:pt x="17667" y="5896"/>
                    </a:cubicBezTo>
                    <a:cubicBezTo>
                      <a:pt x="21766" y="8429"/>
                      <a:pt x="21462" y="11477"/>
                      <a:pt x="16630" y="16309"/>
                    </a:cubicBezTo>
                    <a:cubicBezTo>
                      <a:pt x="10809" y="22130"/>
                      <a:pt x="6464" y="21325"/>
                      <a:pt x="3031" y="13790"/>
                    </a:cubicBezTo>
                    <a:close/>
                  </a:path>
                </a:pathLst>
              </a:custGeom>
              <a:solidFill>
                <a:srgbClr val="B9B9B9"/>
              </a:solidFill>
              <a:ln w="5163" cap="flat">
                <a:noFill/>
                <a:prstDash val="solid"/>
                <a:miter/>
              </a:ln>
            </p:spPr>
            <p:txBody>
              <a:bodyPr/>
              <a:lstStyle/>
              <a:p>
                <a:endParaRPr lang="es-419" noProof="0" dirty="0"/>
              </a:p>
            </p:txBody>
          </p:sp>
        </p:grpSp>
      </p:grpSp>
      <p:grpSp>
        <p:nvGrpSpPr>
          <p:cNvPr id="36" name="Group 45">
            <a:extLst>
              <a:ext uri="{FF2B5EF4-FFF2-40B4-BE49-F238E27FC236}">
                <a16:creationId xmlns:a16="http://schemas.microsoft.com/office/drawing/2014/main" id="{DD001AB2-EEE2-45DA-08B9-3A89FA518814}"/>
              </a:ext>
            </a:extLst>
          </p:cNvPr>
          <p:cNvGrpSpPr>
            <a:grpSpLocks noChangeAspect="1"/>
          </p:cNvGrpSpPr>
          <p:nvPr/>
        </p:nvGrpSpPr>
        <p:grpSpPr>
          <a:xfrm>
            <a:off x="1429303" y="2011575"/>
            <a:ext cx="213038" cy="337620"/>
            <a:chOff x="0" y="26670"/>
            <a:chExt cx="3924300" cy="6219190"/>
          </a:xfrm>
        </p:grpSpPr>
        <p:sp>
          <p:nvSpPr>
            <p:cNvPr id="37" name="Freeform 46">
              <a:extLst>
                <a:ext uri="{FF2B5EF4-FFF2-40B4-BE49-F238E27FC236}">
                  <a16:creationId xmlns:a16="http://schemas.microsoft.com/office/drawing/2014/main" id="{B317FF63-FBB1-10E6-6422-DC9B9B635D2A}"/>
                </a:ext>
              </a:extLst>
            </p:cNvPr>
            <p:cNvSpPr/>
            <p:nvPr/>
          </p:nvSpPr>
          <p:spPr>
            <a:xfrm>
              <a:off x="0" y="26670"/>
              <a:ext cx="3924300" cy="6219190"/>
            </a:xfrm>
            <a:custGeom>
              <a:avLst/>
              <a:gdLst/>
              <a:ahLst/>
              <a:cxnLst/>
              <a:rect l="l" t="t" r="r" b="b"/>
              <a:pathLst>
                <a:path w="3924300" h="6219190">
                  <a:moveTo>
                    <a:pt x="3924300" y="1962150"/>
                  </a:moveTo>
                  <a:cubicBezTo>
                    <a:pt x="3924300" y="878840"/>
                    <a:pt x="3045460" y="0"/>
                    <a:pt x="1962150" y="0"/>
                  </a:cubicBezTo>
                  <a:cubicBezTo>
                    <a:pt x="878840" y="0"/>
                    <a:pt x="0" y="878840"/>
                    <a:pt x="0" y="1962150"/>
                  </a:cubicBezTo>
                  <a:cubicBezTo>
                    <a:pt x="0" y="2974340"/>
                    <a:pt x="765810" y="3807460"/>
                    <a:pt x="1750060" y="3912870"/>
                  </a:cubicBezTo>
                  <a:lnTo>
                    <a:pt x="1962150" y="6219190"/>
                  </a:lnTo>
                  <a:lnTo>
                    <a:pt x="2174240" y="3912870"/>
                  </a:lnTo>
                  <a:cubicBezTo>
                    <a:pt x="3158490" y="3807460"/>
                    <a:pt x="3924300" y="2974340"/>
                    <a:pt x="3924300" y="1962150"/>
                  </a:cubicBezTo>
                  <a:close/>
                </a:path>
              </a:pathLst>
            </a:custGeom>
            <a:solidFill>
              <a:srgbClr val="EB6C01"/>
            </a:solidFill>
          </p:spPr>
          <p:txBody>
            <a:bodyPr/>
            <a:lstStyle/>
            <a:p>
              <a:endParaRPr lang="es-419" noProof="0" dirty="0"/>
            </a:p>
          </p:txBody>
        </p:sp>
        <p:sp>
          <p:nvSpPr>
            <p:cNvPr id="38" name="Freeform 47">
              <a:extLst>
                <a:ext uri="{FF2B5EF4-FFF2-40B4-BE49-F238E27FC236}">
                  <a16:creationId xmlns:a16="http://schemas.microsoft.com/office/drawing/2014/main" id="{C0DB63CB-C66E-7BC2-A5E5-D8A57951E39B}"/>
                </a:ext>
              </a:extLst>
            </p:cNvPr>
            <p:cNvSpPr/>
            <p:nvPr/>
          </p:nvSpPr>
          <p:spPr>
            <a:xfrm>
              <a:off x="340744" y="374636"/>
              <a:ext cx="3242813" cy="3228370"/>
            </a:xfrm>
            <a:custGeom>
              <a:avLst/>
              <a:gdLst/>
              <a:ahLst/>
              <a:cxnLst/>
              <a:rect l="l" t="t" r="r" b="b"/>
              <a:pathLst>
                <a:path w="3242810" h="3228373">
                  <a:moveTo>
                    <a:pt x="1621405" y="16"/>
                  </a:moveTo>
                  <a:cubicBezTo>
                    <a:pt x="1042998" y="-2571"/>
                    <a:pt x="507417" y="304521"/>
                    <a:pt x="217465" y="805010"/>
                  </a:cubicBezTo>
                  <a:cubicBezTo>
                    <a:pt x="-72488" y="1305499"/>
                    <a:pt x="-72488" y="1922874"/>
                    <a:pt x="217465" y="2423362"/>
                  </a:cubicBezTo>
                  <a:cubicBezTo>
                    <a:pt x="507417" y="2923851"/>
                    <a:pt x="1042998" y="3230943"/>
                    <a:pt x="1621405" y="3228356"/>
                  </a:cubicBezTo>
                  <a:cubicBezTo>
                    <a:pt x="2199812" y="3230943"/>
                    <a:pt x="2735392" y="2923851"/>
                    <a:pt x="3025345" y="2423362"/>
                  </a:cubicBezTo>
                  <a:cubicBezTo>
                    <a:pt x="3315298" y="1922874"/>
                    <a:pt x="3315298" y="1305499"/>
                    <a:pt x="3025345" y="805010"/>
                  </a:cubicBezTo>
                  <a:cubicBezTo>
                    <a:pt x="2735392" y="304522"/>
                    <a:pt x="2199812" y="-2571"/>
                    <a:pt x="1621405" y="16"/>
                  </a:cubicBezTo>
                  <a:close/>
                </a:path>
              </a:pathLst>
            </a:custGeom>
            <a:blipFill>
              <a:blip r:embed="rId5"/>
              <a:stretch>
                <a:fillRect l="-28801" r="-28801" b="-58308"/>
              </a:stretch>
            </a:blipFill>
          </p:spPr>
          <p:txBody>
            <a:bodyPr/>
            <a:lstStyle/>
            <a:p>
              <a:endParaRPr lang="es-419" noProof="0" dirty="0"/>
            </a:p>
          </p:txBody>
        </p:sp>
      </p:grpSp>
    </p:spTree>
    <p:extLst>
      <p:ext uri="{BB962C8B-B14F-4D97-AF65-F5344CB8AC3E}">
        <p14:creationId xmlns:p14="http://schemas.microsoft.com/office/powerpoint/2010/main" val="16795905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nodeType="with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wipe(down)">
                                      <p:cBhvr>
                                        <p:cTn id="7" dur="580">
                                          <p:stCondLst>
                                            <p:cond delay="0"/>
                                          </p:stCondLst>
                                        </p:cTn>
                                        <p:tgtEl>
                                          <p:spTgt spid="36"/>
                                        </p:tgtEl>
                                      </p:cBhvr>
                                    </p:animEffect>
                                    <p:anim calcmode="lin" valueType="num">
                                      <p:cBhvr>
                                        <p:cTn id="8" dur="1822" tmFilter="0,0; 0.14,0.36; 0.43,0.73; 0.71,0.91; 1.0,1.0">
                                          <p:stCondLst>
                                            <p:cond delay="0"/>
                                          </p:stCondLst>
                                        </p:cTn>
                                        <p:tgtEl>
                                          <p:spTgt spid="36"/>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36"/>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36"/>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36"/>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36"/>
                                        </p:tgtEl>
                                        <p:attrNameLst>
                                          <p:attrName>ppt_y</p:attrName>
                                        </p:attrNameLst>
                                      </p:cBhvr>
                                      <p:tavLst>
                                        <p:tav tm="0" fmla="#ppt_y-sin(pi*$)/81">
                                          <p:val>
                                            <p:fltVal val="0"/>
                                          </p:val>
                                        </p:tav>
                                        <p:tav tm="100000">
                                          <p:val>
                                            <p:fltVal val="1"/>
                                          </p:val>
                                        </p:tav>
                                      </p:tavLst>
                                    </p:anim>
                                    <p:animScale>
                                      <p:cBhvr>
                                        <p:cTn id="13" dur="26">
                                          <p:stCondLst>
                                            <p:cond delay="650"/>
                                          </p:stCondLst>
                                        </p:cTn>
                                        <p:tgtEl>
                                          <p:spTgt spid="36"/>
                                        </p:tgtEl>
                                      </p:cBhvr>
                                      <p:to x="100000" y="60000"/>
                                    </p:animScale>
                                    <p:animScale>
                                      <p:cBhvr>
                                        <p:cTn id="14" dur="166" decel="50000">
                                          <p:stCondLst>
                                            <p:cond delay="676"/>
                                          </p:stCondLst>
                                        </p:cTn>
                                        <p:tgtEl>
                                          <p:spTgt spid="36"/>
                                        </p:tgtEl>
                                      </p:cBhvr>
                                      <p:to x="100000" y="100000"/>
                                    </p:animScale>
                                    <p:animScale>
                                      <p:cBhvr>
                                        <p:cTn id="15" dur="26">
                                          <p:stCondLst>
                                            <p:cond delay="1312"/>
                                          </p:stCondLst>
                                        </p:cTn>
                                        <p:tgtEl>
                                          <p:spTgt spid="36"/>
                                        </p:tgtEl>
                                      </p:cBhvr>
                                      <p:to x="100000" y="80000"/>
                                    </p:animScale>
                                    <p:animScale>
                                      <p:cBhvr>
                                        <p:cTn id="16" dur="166" decel="50000">
                                          <p:stCondLst>
                                            <p:cond delay="1338"/>
                                          </p:stCondLst>
                                        </p:cTn>
                                        <p:tgtEl>
                                          <p:spTgt spid="36"/>
                                        </p:tgtEl>
                                      </p:cBhvr>
                                      <p:to x="100000" y="100000"/>
                                    </p:animScale>
                                    <p:animScale>
                                      <p:cBhvr>
                                        <p:cTn id="17" dur="26">
                                          <p:stCondLst>
                                            <p:cond delay="1642"/>
                                          </p:stCondLst>
                                        </p:cTn>
                                        <p:tgtEl>
                                          <p:spTgt spid="36"/>
                                        </p:tgtEl>
                                      </p:cBhvr>
                                      <p:to x="100000" y="90000"/>
                                    </p:animScale>
                                    <p:animScale>
                                      <p:cBhvr>
                                        <p:cTn id="18" dur="166" decel="50000">
                                          <p:stCondLst>
                                            <p:cond delay="1668"/>
                                          </p:stCondLst>
                                        </p:cTn>
                                        <p:tgtEl>
                                          <p:spTgt spid="36"/>
                                        </p:tgtEl>
                                      </p:cBhvr>
                                      <p:to x="100000" y="100000"/>
                                    </p:animScale>
                                    <p:animScale>
                                      <p:cBhvr>
                                        <p:cTn id="19" dur="26">
                                          <p:stCondLst>
                                            <p:cond delay="1808"/>
                                          </p:stCondLst>
                                        </p:cTn>
                                        <p:tgtEl>
                                          <p:spTgt spid="36"/>
                                        </p:tgtEl>
                                      </p:cBhvr>
                                      <p:to x="100000" y="95000"/>
                                    </p:animScale>
                                    <p:animScale>
                                      <p:cBhvr>
                                        <p:cTn id="20" dur="166" decel="50000">
                                          <p:stCondLst>
                                            <p:cond delay="1834"/>
                                          </p:stCondLst>
                                        </p:cTn>
                                        <p:tgtEl>
                                          <p:spTgt spid="36"/>
                                        </p:tgtEl>
                                      </p:cBhvr>
                                      <p:to x="100000" y="100000"/>
                                    </p:animScale>
                                  </p:childTnLst>
                                </p:cTn>
                              </p:par>
                            </p:childTnLst>
                          </p:cTn>
                        </p:par>
                        <p:par>
                          <p:cTn id="21" fill="hold">
                            <p:stCondLst>
                              <p:cond delay="2000"/>
                            </p:stCondLst>
                            <p:childTnLst>
                              <p:par>
                                <p:cTn id="22" presetID="35" presetClass="emph" presetSubtype="0" repeatCount="indefinite" fill="hold" nodeType="afterEffect">
                                  <p:stCondLst>
                                    <p:cond delay="0"/>
                                  </p:stCondLst>
                                  <p:childTnLst>
                                    <p:anim calcmode="discrete" valueType="str">
                                      <p:cBhvr>
                                        <p:cTn id="23" dur="1000" fill="hold"/>
                                        <p:tgtEl>
                                          <p:spTgt spid="6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xml><?xml version="1.0" encoding="utf-8"?>
<p:sld xmlns:a="http://schemas.openxmlformats.org/drawingml/2006/main" xmlns:r="http://schemas.openxmlformats.org/officeDocument/2006/relationships" xmlns:p="http://schemas.openxmlformats.org/presentationml/2006/main">
  <p:cSld name="Slide 24">
    <p:bg>
      <p:bgPr>
        <a:solidFill>
          <a:srgbClr val="0E1E3C"/>
        </a:solidFill>
        <a:effectLst/>
      </p:bgPr>
    </p:bg>
    <p:spTree>
      <p:nvGrpSpPr>
        <p:cNvPr id="1" name=""/>
        <p:cNvGrpSpPr/>
        <p:nvPr/>
      </p:nvGrpSpPr>
      <p:grpSpPr>
        <a:xfrm>
          <a:off x="0" y="0"/>
          <a:ext cx="0" cy="0"/>
          <a:chOff x="0" y="0"/>
          <a:chExt cx="0" cy="0"/>
        </a:xfrm>
      </p:grpSpPr>
      <p:sp>
        <p:nvSpPr>
          <p:cNvPr id="2" name="Shape 0"/>
          <p:cNvSpPr/>
          <p:nvPr/>
        </p:nvSpPr>
        <p:spPr>
          <a:xfrm>
            <a:off x="0" y="0"/>
            <a:ext cx="9144000" cy="43891"/>
          </a:xfrm>
          <a:prstGeom prst="rect">
            <a:avLst/>
          </a:prstGeom>
          <a:solidFill>
            <a:srgbClr val="EB6C01"/>
          </a:solidFill>
          <a:ln w="12700">
            <a:solidFill>
              <a:srgbClr val="EB6C01"/>
            </a:solidFill>
            <a:prstDash val="solid"/>
          </a:ln>
        </p:spPr>
        <p:txBody>
          <a:bodyPr/>
          <a:lstStyle/>
          <a:p>
            <a:endParaRPr lang="es-419" noProof="0" dirty="0"/>
          </a:p>
        </p:txBody>
      </p:sp>
      <p:sp>
        <p:nvSpPr>
          <p:cNvPr id="3" name="Shape 1"/>
          <p:cNvSpPr/>
          <p:nvPr/>
        </p:nvSpPr>
        <p:spPr>
          <a:xfrm>
            <a:off x="0" y="0"/>
            <a:ext cx="43891" cy="5143500"/>
          </a:xfrm>
          <a:prstGeom prst="rect">
            <a:avLst/>
          </a:prstGeom>
          <a:solidFill>
            <a:srgbClr val="EB6C01"/>
          </a:solidFill>
          <a:ln w="12700">
            <a:solidFill>
              <a:srgbClr val="EB6C01"/>
            </a:solidFill>
            <a:prstDash val="solid"/>
          </a:ln>
        </p:spPr>
        <p:txBody>
          <a:bodyPr/>
          <a:lstStyle/>
          <a:p>
            <a:endParaRPr lang="es-419" noProof="0" dirty="0"/>
          </a:p>
        </p:txBody>
      </p:sp>
      <p:sp>
        <p:nvSpPr>
          <p:cNvPr id="4" name="Shape 2"/>
          <p:cNvSpPr/>
          <p:nvPr/>
        </p:nvSpPr>
        <p:spPr>
          <a:xfrm rot="720000">
            <a:off x="7863840" y="-1371600"/>
            <a:ext cx="502920" cy="8229600"/>
          </a:xfrm>
          <a:prstGeom prst="rect">
            <a:avLst/>
          </a:prstGeom>
          <a:solidFill>
            <a:srgbClr val="EB6C01">
              <a:alpha val="8000"/>
            </a:srgbClr>
          </a:solidFill>
          <a:ln w="12700">
            <a:solidFill>
              <a:srgbClr val="EB6C01">
                <a:alpha val="8000"/>
              </a:srgbClr>
            </a:solidFill>
            <a:prstDash val="solid"/>
          </a:ln>
        </p:spPr>
        <p:txBody>
          <a:bodyPr/>
          <a:lstStyle/>
          <a:p>
            <a:endParaRPr lang="es-419" noProof="0" dirty="0"/>
          </a:p>
        </p:txBody>
      </p:sp>
      <p:sp>
        <p:nvSpPr>
          <p:cNvPr id="5" name="Shape 3"/>
          <p:cNvSpPr/>
          <p:nvPr/>
        </p:nvSpPr>
        <p:spPr>
          <a:xfrm rot="720000">
            <a:off x="8412480" y="-1371600"/>
            <a:ext cx="274320" cy="8229600"/>
          </a:xfrm>
          <a:prstGeom prst="rect">
            <a:avLst/>
          </a:prstGeom>
          <a:solidFill>
            <a:srgbClr val="EB6C01">
              <a:alpha val="6000"/>
            </a:srgbClr>
          </a:solidFill>
          <a:ln w="12700">
            <a:solidFill>
              <a:srgbClr val="EB6C01">
                <a:alpha val="6000"/>
              </a:srgbClr>
            </a:solidFill>
            <a:prstDash val="solid"/>
          </a:ln>
        </p:spPr>
        <p:txBody>
          <a:bodyPr/>
          <a:lstStyle/>
          <a:p>
            <a:endParaRPr lang="es-419" noProof="0" dirty="0"/>
          </a:p>
        </p:txBody>
      </p:sp>
      <p:sp>
        <p:nvSpPr>
          <p:cNvPr id="7" name="Shape 4"/>
          <p:cNvSpPr/>
          <p:nvPr/>
        </p:nvSpPr>
        <p:spPr>
          <a:xfrm>
            <a:off x="658368" y="1389888"/>
            <a:ext cx="237744" cy="18288"/>
          </a:xfrm>
          <a:prstGeom prst="rect">
            <a:avLst/>
          </a:prstGeom>
          <a:solidFill>
            <a:srgbClr val="EB6C01"/>
          </a:solidFill>
          <a:ln w="12700">
            <a:solidFill>
              <a:srgbClr val="EB6C01"/>
            </a:solidFill>
            <a:prstDash val="solid"/>
          </a:ln>
        </p:spPr>
        <p:txBody>
          <a:bodyPr/>
          <a:lstStyle/>
          <a:p>
            <a:endParaRPr lang="es-419" noProof="0" dirty="0"/>
          </a:p>
        </p:txBody>
      </p:sp>
      <p:sp>
        <p:nvSpPr>
          <p:cNvPr id="8" name="Text 5"/>
          <p:cNvSpPr/>
          <p:nvPr/>
        </p:nvSpPr>
        <p:spPr>
          <a:xfrm>
            <a:off x="969264" y="1335024"/>
            <a:ext cx="4572000" cy="201168"/>
          </a:xfrm>
          <a:prstGeom prst="rect">
            <a:avLst/>
          </a:prstGeom>
          <a:noFill/>
          <a:ln/>
        </p:spPr>
        <p:txBody>
          <a:bodyPr wrap="square" lIns="0" tIns="0" rIns="0" bIns="0" rtlCol="0" anchor="ctr"/>
          <a:lstStyle/>
          <a:p>
            <a:pPr marL="0" indent="0">
              <a:buNone/>
            </a:pPr>
            <a:r>
              <a:rPr lang="es-419" sz="700" b="1" kern="0" spc="400" noProof="0" dirty="0">
                <a:solidFill>
                  <a:srgbClr val="EB6C01"/>
                </a:solidFill>
                <a:latin typeface="Montserrat" pitchFamily="34" charset="0"/>
                <a:ea typeface="Montserrat" pitchFamily="34" charset="-122"/>
                <a:cs typeface="Montserrat" pitchFamily="34" charset="-120"/>
              </a:rPr>
              <a:t>SERVICIOS DE SALUD COMUNITARIA</a:t>
            </a:r>
            <a:endParaRPr lang="es-419" sz="700" noProof="0" dirty="0"/>
          </a:p>
        </p:txBody>
      </p:sp>
      <p:sp>
        <p:nvSpPr>
          <p:cNvPr id="9" name="Text 6"/>
          <p:cNvSpPr/>
          <p:nvPr/>
        </p:nvSpPr>
        <p:spPr>
          <a:xfrm>
            <a:off x="658368" y="1609344"/>
            <a:ext cx="7772400" cy="1920240"/>
          </a:xfrm>
          <a:prstGeom prst="rect">
            <a:avLst/>
          </a:prstGeom>
          <a:noFill/>
          <a:ln/>
        </p:spPr>
        <p:txBody>
          <a:bodyPr wrap="square" rtlCol="0" anchor="ctr"/>
          <a:lstStyle/>
          <a:p>
            <a:pPr marL="0" indent="0">
              <a:buNone/>
            </a:pPr>
            <a:r>
              <a:rPr lang="es-419" sz="5500" b="1" noProof="0" dirty="0">
                <a:solidFill>
                  <a:srgbClr val="FFFFFF"/>
                </a:solidFill>
                <a:latin typeface="Montserrat" pitchFamily="34" charset="0"/>
                <a:ea typeface="Montserrat" pitchFamily="34" charset="-122"/>
                <a:cs typeface="Montserrat" pitchFamily="34" charset="-120"/>
              </a:rPr>
              <a:t>CLÍNICAS</a:t>
            </a:r>
            <a:endParaRPr lang="es-419" sz="5500" noProof="0" dirty="0"/>
          </a:p>
          <a:p>
            <a:pPr marL="0" indent="0">
              <a:buNone/>
            </a:pPr>
            <a:r>
              <a:rPr lang="es-419" sz="5500" b="1" noProof="0" dirty="0">
                <a:solidFill>
                  <a:srgbClr val="EB6C01"/>
                </a:solidFill>
                <a:latin typeface="Montserrat" pitchFamily="34" charset="0"/>
                <a:ea typeface="Montserrat" pitchFamily="34" charset="-122"/>
                <a:cs typeface="Montserrat" pitchFamily="34" charset="-120"/>
              </a:rPr>
              <a:t>MA</a:t>
            </a:r>
            <a:endParaRPr lang="es-419" sz="5500" noProof="0" dirty="0"/>
          </a:p>
        </p:txBody>
      </p:sp>
      <p:sp>
        <p:nvSpPr>
          <p:cNvPr id="10" name="Text 7"/>
          <p:cNvSpPr/>
          <p:nvPr/>
        </p:nvSpPr>
        <p:spPr>
          <a:xfrm>
            <a:off x="658368" y="3657600"/>
            <a:ext cx="5303520" cy="914400"/>
          </a:xfrm>
          <a:prstGeom prst="rect">
            <a:avLst/>
          </a:prstGeom>
          <a:noFill/>
          <a:ln/>
        </p:spPr>
        <p:txBody>
          <a:bodyPr wrap="square" rtlCol="0" anchor="ctr"/>
          <a:lstStyle/>
          <a:p>
            <a:pPr marL="0" indent="0">
              <a:buNone/>
            </a:pPr>
            <a:r>
              <a:rPr lang="es-419" sz="1050" noProof="0" dirty="0">
                <a:solidFill>
                  <a:srgbClr val="8FAECB"/>
                </a:solidFill>
                <a:latin typeface="Montserrat" pitchFamily="34" charset="0"/>
                <a:ea typeface="Montserrat" pitchFamily="34" charset="-122"/>
                <a:cs typeface="Montserrat" pitchFamily="34" charset="-120"/>
              </a:rPr>
              <a:t>Unidades de salud que brindan atención médica a la comunidad:</a:t>
            </a:r>
            <a:endParaRPr lang="es-419" sz="1050" noProof="0" dirty="0"/>
          </a:p>
          <a:p>
            <a:pPr marL="0" indent="0">
              <a:buNone/>
            </a:pPr>
            <a:r>
              <a:rPr lang="es-419" sz="1050" noProof="0" dirty="0">
                <a:solidFill>
                  <a:srgbClr val="8FAECB"/>
                </a:solidFill>
                <a:latin typeface="Montserrat" pitchFamily="34" charset="0"/>
                <a:ea typeface="Montserrat" pitchFamily="34" charset="-122"/>
                <a:cs typeface="Montserrat" pitchFamily="34" charset="-120"/>
              </a:rPr>
              <a:t>CLIN COT — Cotija, Michoacán  ·  CLIN LER — Lerma, Estado de México</a:t>
            </a:r>
            <a:endParaRPr lang="es-419" sz="1050" noProof="0" dirty="0"/>
          </a:p>
        </p:txBody>
      </p:sp>
      <p:sp>
        <p:nvSpPr>
          <p:cNvPr id="11" name="Shape 8"/>
          <p:cNvSpPr/>
          <p:nvPr/>
        </p:nvSpPr>
        <p:spPr>
          <a:xfrm>
            <a:off x="6858000" y="1051560"/>
            <a:ext cx="384048" cy="1463040"/>
          </a:xfrm>
          <a:prstGeom prst="rect">
            <a:avLst/>
          </a:prstGeom>
          <a:solidFill>
            <a:srgbClr val="FFFFFF">
              <a:alpha val="8000"/>
            </a:srgbClr>
          </a:solidFill>
          <a:ln w="12700">
            <a:solidFill>
              <a:srgbClr val="FFFFFF">
                <a:alpha val="8000"/>
              </a:srgbClr>
            </a:solidFill>
            <a:prstDash val="solid"/>
          </a:ln>
        </p:spPr>
        <p:txBody>
          <a:bodyPr/>
          <a:lstStyle/>
          <a:p>
            <a:endParaRPr lang="es-419" noProof="0" dirty="0"/>
          </a:p>
        </p:txBody>
      </p:sp>
      <p:sp>
        <p:nvSpPr>
          <p:cNvPr id="12" name="Shape 9"/>
          <p:cNvSpPr/>
          <p:nvPr/>
        </p:nvSpPr>
        <p:spPr>
          <a:xfrm>
            <a:off x="6263640" y="1481328"/>
            <a:ext cx="1572768" cy="384048"/>
          </a:xfrm>
          <a:prstGeom prst="rect">
            <a:avLst/>
          </a:prstGeom>
          <a:solidFill>
            <a:srgbClr val="FFFFFF">
              <a:alpha val="8000"/>
            </a:srgbClr>
          </a:solidFill>
          <a:ln w="12700">
            <a:solidFill>
              <a:srgbClr val="FFFFFF">
                <a:alpha val="8000"/>
              </a:srgbClr>
            </a:solidFill>
            <a:prstDash val="solid"/>
          </a:ln>
        </p:spPr>
        <p:txBody>
          <a:bodyPr/>
          <a:lstStyle/>
          <a:p>
            <a:endParaRPr lang="es-419" noProof="0"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down)">
                                      <p:cBhvr>
                                        <p:cTn id="7" dur="500"/>
                                        <p:tgtEl>
                                          <p:spTgt spid="7"/>
                                        </p:tgtEl>
                                      </p:cBhvr>
                                    </p:animEffect>
                                  </p:childTnLst>
                                </p:cTn>
                              </p:par>
                              <p:par>
                                <p:cTn id="8" presetID="22" presetClass="entr" presetSubtype="4"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wipe(down)">
                                      <p:cBhvr>
                                        <p:cTn id="10" dur="500"/>
                                        <p:tgtEl>
                                          <p:spTgt spid="8"/>
                                        </p:tgtEl>
                                      </p:cBhvr>
                                    </p:animEffect>
                                  </p:childTnLst>
                                </p:cTn>
                              </p:par>
                            </p:childTnLst>
                          </p:cTn>
                        </p:par>
                        <p:par>
                          <p:cTn id="11" fill="hold">
                            <p:stCondLst>
                              <p:cond delay="500"/>
                            </p:stCondLst>
                            <p:childTnLst>
                              <p:par>
                                <p:cTn id="12" presetID="22" presetClass="entr" presetSubtype="4" fill="hold" grpId="0" nodeType="afterEffect">
                                  <p:stCondLst>
                                    <p:cond delay="0"/>
                                  </p:stCondLst>
                                  <p:childTnLst>
                                    <p:set>
                                      <p:cBhvr>
                                        <p:cTn id="13" dur="1" fill="hold">
                                          <p:stCondLst>
                                            <p:cond delay="0"/>
                                          </p:stCondLst>
                                        </p:cTn>
                                        <p:tgtEl>
                                          <p:spTgt spid="9"/>
                                        </p:tgtEl>
                                        <p:attrNameLst>
                                          <p:attrName>style.visibility</p:attrName>
                                        </p:attrNameLst>
                                      </p:cBhvr>
                                      <p:to>
                                        <p:strVal val="visible"/>
                                      </p:to>
                                    </p:set>
                                    <p:animEffect transition="in" filter="wipe(down)">
                                      <p:cBhvr>
                                        <p:cTn id="14" dur="500"/>
                                        <p:tgtEl>
                                          <p:spTgt spid="9"/>
                                        </p:tgtEl>
                                      </p:cBhvr>
                                    </p:animEffect>
                                  </p:childTnLst>
                                </p:cTn>
                              </p:par>
                            </p:childTnLst>
                          </p:cTn>
                        </p:par>
                        <p:par>
                          <p:cTn id="15" fill="hold">
                            <p:stCondLst>
                              <p:cond delay="1000"/>
                            </p:stCondLst>
                            <p:childTnLst>
                              <p:par>
                                <p:cTn id="16" presetID="22" presetClass="entr" presetSubtype="4" fill="hold" grpId="0" nodeType="after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wipe(down)">
                                      <p:cBhvr>
                                        <p:cTn id="18"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10"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bg>
      <p:bgPr>
        <a:solidFill>
          <a:srgbClr val="F0F6FC"/>
        </a:solidFill>
        <a:effectLst/>
      </p:bgPr>
    </p:bg>
    <p:spTree>
      <p:nvGrpSpPr>
        <p:cNvPr id="1" name="">
          <a:extLst>
            <a:ext uri="{FF2B5EF4-FFF2-40B4-BE49-F238E27FC236}">
              <a16:creationId xmlns:a16="http://schemas.microsoft.com/office/drawing/2014/main" id="{7F0C116E-8BDF-0C0A-A54F-F0667AC69EB2}"/>
            </a:ext>
          </a:extLst>
        </p:cNvPr>
        <p:cNvGrpSpPr/>
        <p:nvPr/>
      </p:nvGrpSpPr>
      <p:grpSpPr>
        <a:xfrm>
          <a:off x="0" y="0"/>
          <a:ext cx="0" cy="0"/>
          <a:chOff x="0" y="0"/>
          <a:chExt cx="0" cy="0"/>
        </a:xfrm>
      </p:grpSpPr>
      <p:sp>
        <p:nvSpPr>
          <p:cNvPr id="2" name="Shape 0">
            <a:extLst>
              <a:ext uri="{FF2B5EF4-FFF2-40B4-BE49-F238E27FC236}">
                <a16:creationId xmlns:a16="http://schemas.microsoft.com/office/drawing/2014/main" id="{3266BE9C-5805-4B4E-F7E8-02489B9134A4}"/>
              </a:ext>
            </a:extLst>
          </p:cNvPr>
          <p:cNvSpPr/>
          <p:nvPr/>
        </p:nvSpPr>
        <p:spPr>
          <a:xfrm>
            <a:off x="0" y="0"/>
            <a:ext cx="9144000" cy="38405"/>
          </a:xfrm>
          <a:prstGeom prst="rect">
            <a:avLst/>
          </a:prstGeom>
          <a:solidFill>
            <a:srgbClr val="EB6C01"/>
          </a:solidFill>
          <a:ln w="12700">
            <a:solidFill>
              <a:srgbClr val="EB6C01"/>
            </a:solidFill>
            <a:prstDash val="solid"/>
          </a:ln>
        </p:spPr>
        <p:txBody>
          <a:bodyPr/>
          <a:lstStyle/>
          <a:p>
            <a:endParaRPr lang="es-419" noProof="0" dirty="0"/>
          </a:p>
        </p:txBody>
      </p:sp>
      <p:sp>
        <p:nvSpPr>
          <p:cNvPr id="3" name="Shape 1">
            <a:extLst>
              <a:ext uri="{FF2B5EF4-FFF2-40B4-BE49-F238E27FC236}">
                <a16:creationId xmlns:a16="http://schemas.microsoft.com/office/drawing/2014/main" id="{14C4662B-5325-DCFB-765D-198FA95DE9EC}"/>
              </a:ext>
            </a:extLst>
          </p:cNvPr>
          <p:cNvSpPr/>
          <p:nvPr/>
        </p:nvSpPr>
        <p:spPr>
          <a:xfrm>
            <a:off x="0" y="38405"/>
            <a:ext cx="9144000" cy="667512"/>
          </a:xfrm>
          <a:prstGeom prst="rect">
            <a:avLst/>
          </a:prstGeom>
          <a:solidFill>
            <a:srgbClr val="1A3464"/>
          </a:solidFill>
          <a:ln w="12700">
            <a:solidFill>
              <a:srgbClr val="1A3464"/>
            </a:solidFill>
            <a:prstDash val="solid"/>
          </a:ln>
        </p:spPr>
        <p:txBody>
          <a:bodyPr/>
          <a:lstStyle/>
          <a:p>
            <a:endParaRPr lang="es-419" noProof="0" dirty="0"/>
          </a:p>
        </p:txBody>
      </p:sp>
      <p:sp>
        <p:nvSpPr>
          <p:cNvPr id="4" name="Shape 2">
            <a:extLst>
              <a:ext uri="{FF2B5EF4-FFF2-40B4-BE49-F238E27FC236}">
                <a16:creationId xmlns:a16="http://schemas.microsoft.com/office/drawing/2014/main" id="{DEB71EC4-C057-16A2-724D-E3E58FCA5DBB}"/>
              </a:ext>
            </a:extLst>
          </p:cNvPr>
          <p:cNvSpPr/>
          <p:nvPr/>
        </p:nvSpPr>
        <p:spPr>
          <a:xfrm>
            <a:off x="384048" y="117043"/>
            <a:ext cx="685800" cy="237744"/>
          </a:xfrm>
          <a:prstGeom prst="rect">
            <a:avLst/>
          </a:prstGeom>
          <a:solidFill>
            <a:srgbClr val="EB6C01"/>
          </a:solidFill>
          <a:ln w="12700">
            <a:solidFill>
              <a:srgbClr val="EB6C01"/>
            </a:solidFill>
            <a:prstDash val="solid"/>
          </a:ln>
        </p:spPr>
        <p:txBody>
          <a:bodyPr/>
          <a:lstStyle/>
          <a:p>
            <a:endParaRPr lang="es-419" noProof="0" dirty="0"/>
          </a:p>
        </p:txBody>
      </p:sp>
      <p:sp>
        <p:nvSpPr>
          <p:cNvPr id="5" name="Text 3">
            <a:extLst>
              <a:ext uri="{FF2B5EF4-FFF2-40B4-BE49-F238E27FC236}">
                <a16:creationId xmlns:a16="http://schemas.microsoft.com/office/drawing/2014/main" id="{3781B440-5262-6960-FABC-223A2D079A84}"/>
              </a:ext>
            </a:extLst>
          </p:cNvPr>
          <p:cNvSpPr/>
          <p:nvPr/>
        </p:nvSpPr>
        <p:spPr>
          <a:xfrm>
            <a:off x="384048" y="117043"/>
            <a:ext cx="685800" cy="237744"/>
          </a:xfrm>
          <a:prstGeom prst="rect">
            <a:avLst/>
          </a:prstGeom>
          <a:noFill/>
          <a:ln/>
        </p:spPr>
        <p:txBody>
          <a:bodyPr wrap="square" lIns="0" tIns="0" rIns="0" bIns="0" rtlCol="0" anchor="ctr"/>
          <a:lstStyle/>
          <a:p>
            <a:pPr marL="0" indent="0" algn="ctr">
              <a:buNone/>
            </a:pPr>
            <a:r>
              <a:rPr lang="es-419" sz="650" b="1" kern="0" spc="150" noProof="0" dirty="0">
                <a:solidFill>
                  <a:srgbClr val="FFFFFF"/>
                </a:solidFill>
                <a:latin typeface="Montserrat" pitchFamily="34" charset="0"/>
              </a:rPr>
              <a:t>CLÍNICAS  MA</a:t>
            </a:r>
            <a:endParaRPr lang="es-419" sz="650" noProof="0" dirty="0"/>
          </a:p>
        </p:txBody>
      </p:sp>
      <p:sp>
        <p:nvSpPr>
          <p:cNvPr id="6" name="Text 4">
            <a:extLst>
              <a:ext uri="{FF2B5EF4-FFF2-40B4-BE49-F238E27FC236}">
                <a16:creationId xmlns:a16="http://schemas.microsoft.com/office/drawing/2014/main" id="{F6991235-D462-B88F-A1E4-9C6451535237}"/>
              </a:ext>
            </a:extLst>
          </p:cNvPr>
          <p:cNvSpPr/>
          <p:nvPr/>
        </p:nvSpPr>
        <p:spPr>
          <a:xfrm>
            <a:off x="1170432" y="91440"/>
            <a:ext cx="5029200" cy="402336"/>
          </a:xfrm>
          <a:prstGeom prst="rect">
            <a:avLst/>
          </a:prstGeom>
          <a:noFill/>
          <a:ln/>
        </p:spPr>
        <p:txBody>
          <a:bodyPr wrap="square" lIns="0" tIns="0" rIns="0" bIns="0" rtlCol="0" anchor="ctr"/>
          <a:lstStyle/>
          <a:p>
            <a:pPr marL="0" indent="0">
              <a:buNone/>
            </a:pPr>
            <a:r>
              <a:rPr lang="es-419" sz="2000" b="1" noProof="0" dirty="0">
                <a:solidFill>
                  <a:srgbClr val="FFFFFF"/>
                </a:solidFill>
                <a:latin typeface="Montserrat" pitchFamily="34" charset="0"/>
                <a:ea typeface="Montserrat" pitchFamily="34" charset="-122"/>
                <a:cs typeface="Montserrat" pitchFamily="34" charset="-120"/>
              </a:rPr>
              <a:t>CLÍNICA COTIJA</a:t>
            </a:r>
            <a:endParaRPr lang="es-419" sz="2000" noProof="0" dirty="0"/>
          </a:p>
        </p:txBody>
      </p:sp>
      <p:sp>
        <p:nvSpPr>
          <p:cNvPr id="7" name="Text 5">
            <a:extLst>
              <a:ext uri="{FF2B5EF4-FFF2-40B4-BE49-F238E27FC236}">
                <a16:creationId xmlns:a16="http://schemas.microsoft.com/office/drawing/2014/main" id="{7582E6EB-F0A1-AD95-EA42-1717D3D30A89}"/>
              </a:ext>
            </a:extLst>
          </p:cNvPr>
          <p:cNvSpPr/>
          <p:nvPr/>
        </p:nvSpPr>
        <p:spPr>
          <a:xfrm>
            <a:off x="1170432" y="475488"/>
            <a:ext cx="3200400" cy="182880"/>
          </a:xfrm>
          <a:prstGeom prst="rect">
            <a:avLst/>
          </a:prstGeom>
          <a:noFill/>
          <a:ln/>
        </p:spPr>
        <p:txBody>
          <a:bodyPr wrap="square" lIns="0" tIns="0" rIns="0" bIns="0" rtlCol="0" anchor="ctr"/>
          <a:lstStyle/>
          <a:p>
            <a:pPr marL="0" indent="0">
              <a:buNone/>
            </a:pPr>
            <a:r>
              <a:rPr lang="es-419" sz="950" noProof="0" dirty="0">
                <a:solidFill>
                  <a:srgbClr val="8FAECB"/>
                </a:solidFill>
                <a:latin typeface="Montserrat" pitchFamily="34" charset="0"/>
              </a:rPr>
              <a:t>Michoacán </a:t>
            </a:r>
            <a:endParaRPr lang="es-419" sz="950" noProof="0" dirty="0"/>
          </a:p>
        </p:txBody>
      </p:sp>
      <p:sp>
        <p:nvSpPr>
          <p:cNvPr id="8" name="Text 6">
            <a:extLst>
              <a:ext uri="{FF2B5EF4-FFF2-40B4-BE49-F238E27FC236}">
                <a16:creationId xmlns:a16="http://schemas.microsoft.com/office/drawing/2014/main" id="{133FB0DB-4CFC-BCF0-0A5C-0306DCB9B6B4}"/>
              </a:ext>
            </a:extLst>
          </p:cNvPr>
          <p:cNvSpPr/>
          <p:nvPr/>
        </p:nvSpPr>
        <p:spPr>
          <a:xfrm>
            <a:off x="7132320" y="246888"/>
            <a:ext cx="1828800" cy="182880"/>
          </a:xfrm>
          <a:prstGeom prst="rect">
            <a:avLst/>
          </a:prstGeom>
          <a:noFill/>
          <a:ln/>
        </p:spPr>
        <p:txBody>
          <a:bodyPr wrap="square" lIns="0" tIns="0" rIns="0" bIns="0" rtlCol="0" anchor="ctr"/>
          <a:lstStyle/>
          <a:p>
            <a:pPr marL="0" indent="0" algn="r">
              <a:buNone/>
            </a:pPr>
            <a:r>
              <a:rPr lang="es-419" sz="700" b="1" kern="0" spc="150" noProof="0" dirty="0">
                <a:solidFill>
                  <a:srgbClr val="EB6C01"/>
                </a:solidFill>
                <a:latin typeface="Montserrat" pitchFamily="34" charset="0"/>
                <a:ea typeface="Montserrat" pitchFamily="34" charset="-122"/>
                <a:cs typeface="Montserrat" pitchFamily="34" charset="-120"/>
              </a:rPr>
              <a:t>SEMANA 18  ·  2025</a:t>
            </a:r>
            <a:endParaRPr lang="es-419" sz="700" noProof="0" dirty="0"/>
          </a:p>
        </p:txBody>
      </p:sp>
      <p:sp>
        <p:nvSpPr>
          <p:cNvPr id="9" name="Shape 7">
            <a:extLst>
              <a:ext uri="{FF2B5EF4-FFF2-40B4-BE49-F238E27FC236}">
                <a16:creationId xmlns:a16="http://schemas.microsoft.com/office/drawing/2014/main" id="{7426043B-A8C4-BE06-1A4F-FB50D32CCFE8}"/>
              </a:ext>
            </a:extLst>
          </p:cNvPr>
          <p:cNvSpPr/>
          <p:nvPr/>
        </p:nvSpPr>
        <p:spPr>
          <a:xfrm>
            <a:off x="0" y="705917"/>
            <a:ext cx="2779776" cy="4163263"/>
          </a:xfrm>
          <a:prstGeom prst="rect">
            <a:avLst/>
          </a:prstGeom>
          <a:solidFill>
            <a:srgbClr val="FFFFFF"/>
          </a:solidFill>
          <a:ln w="12700">
            <a:solidFill>
              <a:srgbClr val="D4E4F2"/>
            </a:solidFill>
            <a:prstDash val="solid"/>
          </a:ln>
        </p:spPr>
        <p:txBody>
          <a:bodyPr/>
          <a:lstStyle/>
          <a:p>
            <a:endParaRPr lang="es-419" noProof="0" dirty="0"/>
          </a:p>
        </p:txBody>
      </p:sp>
      <p:sp>
        <p:nvSpPr>
          <p:cNvPr id="10" name="Text 8">
            <a:extLst>
              <a:ext uri="{FF2B5EF4-FFF2-40B4-BE49-F238E27FC236}">
                <a16:creationId xmlns:a16="http://schemas.microsoft.com/office/drawing/2014/main" id="{9A8B75F7-D485-2EE4-68ED-4292FCDF85C6}"/>
              </a:ext>
            </a:extLst>
          </p:cNvPr>
          <p:cNvSpPr/>
          <p:nvPr/>
        </p:nvSpPr>
        <p:spPr>
          <a:xfrm>
            <a:off x="118872" y="768096"/>
            <a:ext cx="2468880" cy="146304"/>
          </a:xfrm>
          <a:prstGeom prst="rect">
            <a:avLst/>
          </a:prstGeom>
          <a:noFill/>
          <a:ln/>
        </p:spPr>
        <p:txBody>
          <a:bodyPr wrap="square" lIns="0" tIns="0" rIns="0" bIns="0" rtlCol="0" anchor="ctr"/>
          <a:lstStyle/>
          <a:p>
            <a:pPr marL="0" indent="0">
              <a:buNone/>
            </a:pPr>
            <a:r>
              <a:rPr lang="es-419" sz="650" b="1" kern="0" spc="250" noProof="0" dirty="0">
                <a:solidFill>
                  <a:srgbClr val="8FAECB"/>
                </a:solidFill>
                <a:latin typeface="Montserrat" pitchFamily="34" charset="0"/>
                <a:ea typeface="Montserrat" pitchFamily="34" charset="-122"/>
                <a:cs typeface="Montserrat" pitchFamily="34" charset="-120"/>
              </a:rPr>
              <a:t>UBICACIÓN EN MÉXICO</a:t>
            </a:r>
            <a:endParaRPr lang="es-419" sz="650" noProof="0" dirty="0"/>
          </a:p>
        </p:txBody>
      </p:sp>
      <p:sp>
        <p:nvSpPr>
          <p:cNvPr id="12" name="Text 9">
            <a:extLst>
              <a:ext uri="{FF2B5EF4-FFF2-40B4-BE49-F238E27FC236}">
                <a16:creationId xmlns:a16="http://schemas.microsoft.com/office/drawing/2014/main" id="{BB455031-CD36-5031-69C8-EFBF51BB779D}"/>
              </a:ext>
            </a:extLst>
          </p:cNvPr>
          <p:cNvSpPr/>
          <p:nvPr/>
        </p:nvSpPr>
        <p:spPr>
          <a:xfrm>
            <a:off x="73152" y="2944368"/>
            <a:ext cx="2633472" cy="182880"/>
          </a:xfrm>
          <a:prstGeom prst="rect">
            <a:avLst/>
          </a:prstGeom>
          <a:noFill/>
          <a:ln/>
        </p:spPr>
        <p:txBody>
          <a:bodyPr wrap="square" lIns="0" tIns="0" rIns="0" bIns="0" rtlCol="0" anchor="ctr"/>
          <a:lstStyle/>
          <a:p>
            <a:pPr marL="0" indent="0" algn="ctr">
              <a:buNone/>
            </a:pPr>
            <a:r>
              <a:rPr lang="es-419" sz="750" b="1" kern="0" spc="200" noProof="0" dirty="0">
                <a:solidFill>
                  <a:srgbClr val="EB6C01"/>
                </a:solidFill>
                <a:latin typeface="Montserrat" pitchFamily="34" charset="0"/>
              </a:rPr>
              <a:t>COTIJA DE LA PAZ </a:t>
            </a:r>
            <a:endParaRPr lang="es-419" sz="750" noProof="0" dirty="0"/>
          </a:p>
        </p:txBody>
      </p:sp>
      <p:sp>
        <p:nvSpPr>
          <p:cNvPr id="13" name="Text 10">
            <a:extLst>
              <a:ext uri="{FF2B5EF4-FFF2-40B4-BE49-F238E27FC236}">
                <a16:creationId xmlns:a16="http://schemas.microsoft.com/office/drawing/2014/main" id="{B717DCD5-6980-C896-C9C9-B2009F7E3091}"/>
              </a:ext>
            </a:extLst>
          </p:cNvPr>
          <p:cNvSpPr/>
          <p:nvPr/>
        </p:nvSpPr>
        <p:spPr>
          <a:xfrm>
            <a:off x="2944368" y="859536"/>
            <a:ext cx="1353312" cy="164592"/>
          </a:xfrm>
          <a:prstGeom prst="rect">
            <a:avLst/>
          </a:prstGeom>
          <a:noFill/>
          <a:ln/>
        </p:spPr>
        <p:txBody>
          <a:bodyPr wrap="square" lIns="0" tIns="0" rIns="0" bIns="0" rtlCol="0" anchor="ctr"/>
          <a:lstStyle/>
          <a:p>
            <a:pPr marL="0" indent="0">
              <a:buNone/>
            </a:pPr>
            <a:r>
              <a:rPr lang="es-419" sz="650" b="1" kern="0" spc="250" noProof="0" dirty="0">
                <a:solidFill>
                  <a:srgbClr val="EB6C01"/>
                </a:solidFill>
                <a:latin typeface="Montserrat" pitchFamily="34" charset="0"/>
                <a:ea typeface="Montserrat" pitchFamily="34" charset="-122"/>
                <a:cs typeface="Montserrat" pitchFamily="34" charset="-120"/>
              </a:rPr>
              <a:t>PROYECTO ACTIVO</a:t>
            </a:r>
            <a:endParaRPr lang="es-419" sz="650" noProof="0" dirty="0"/>
          </a:p>
        </p:txBody>
      </p:sp>
      <p:sp>
        <p:nvSpPr>
          <p:cNvPr id="14" name="Shape 11">
            <a:extLst>
              <a:ext uri="{FF2B5EF4-FFF2-40B4-BE49-F238E27FC236}">
                <a16:creationId xmlns:a16="http://schemas.microsoft.com/office/drawing/2014/main" id="{FF948B32-A84D-27C8-9D22-DD0B9C45DAED}"/>
              </a:ext>
            </a:extLst>
          </p:cNvPr>
          <p:cNvSpPr/>
          <p:nvPr/>
        </p:nvSpPr>
        <p:spPr>
          <a:xfrm>
            <a:off x="2944368" y="1024128"/>
            <a:ext cx="987552" cy="16459"/>
          </a:xfrm>
          <a:prstGeom prst="rect">
            <a:avLst/>
          </a:prstGeom>
          <a:solidFill>
            <a:srgbClr val="EB6C01"/>
          </a:solidFill>
          <a:ln w="12700">
            <a:solidFill>
              <a:srgbClr val="EB6C01"/>
            </a:solidFill>
            <a:prstDash val="solid"/>
          </a:ln>
        </p:spPr>
        <p:txBody>
          <a:bodyPr/>
          <a:lstStyle/>
          <a:p>
            <a:endParaRPr lang="es-419" noProof="0" dirty="0"/>
          </a:p>
        </p:txBody>
      </p:sp>
      <p:sp>
        <p:nvSpPr>
          <p:cNvPr id="15" name="Shape 12">
            <a:extLst>
              <a:ext uri="{FF2B5EF4-FFF2-40B4-BE49-F238E27FC236}">
                <a16:creationId xmlns:a16="http://schemas.microsoft.com/office/drawing/2014/main" id="{78D8C6A4-98F6-1209-A00B-64CACFB5D1E6}"/>
              </a:ext>
            </a:extLst>
          </p:cNvPr>
          <p:cNvSpPr/>
          <p:nvPr/>
        </p:nvSpPr>
        <p:spPr>
          <a:xfrm>
            <a:off x="2944368" y="1115568"/>
            <a:ext cx="6035040" cy="603504"/>
          </a:xfrm>
          <a:prstGeom prst="rect">
            <a:avLst/>
          </a:prstGeom>
          <a:solidFill>
            <a:srgbClr val="E5EFF8"/>
          </a:solidFill>
          <a:ln w="12700">
            <a:solidFill>
              <a:srgbClr val="A8C0D8"/>
            </a:solidFill>
            <a:prstDash val="solid"/>
          </a:ln>
        </p:spPr>
        <p:txBody>
          <a:bodyPr/>
          <a:lstStyle/>
          <a:p>
            <a:endParaRPr lang="es-419" noProof="0" dirty="0"/>
          </a:p>
        </p:txBody>
      </p:sp>
      <p:sp>
        <p:nvSpPr>
          <p:cNvPr id="16" name="Text 13">
            <a:extLst>
              <a:ext uri="{FF2B5EF4-FFF2-40B4-BE49-F238E27FC236}">
                <a16:creationId xmlns:a16="http://schemas.microsoft.com/office/drawing/2014/main" id="{7A2460C3-8776-A516-1F2F-7CA7EF1FB773}"/>
              </a:ext>
            </a:extLst>
          </p:cNvPr>
          <p:cNvSpPr/>
          <p:nvPr/>
        </p:nvSpPr>
        <p:spPr>
          <a:xfrm>
            <a:off x="3054096" y="1170432"/>
            <a:ext cx="5815584" cy="493776"/>
          </a:xfrm>
          <a:prstGeom prst="rect">
            <a:avLst/>
          </a:prstGeom>
          <a:noFill/>
          <a:ln/>
        </p:spPr>
        <p:txBody>
          <a:bodyPr wrap="square" lIns="0" tIns="0" rIns="0" bIns="0" rtlCol="0" anchor="ctr"/>
          <a:lstStyle/>
          <a:p>
            <a:pPr marL="0" indent="0">
              <a:buNone/>
            </a:pPr>
            <a:r>
              <a:rPr lang="es-419" sz="1500" b="1" noProof="0" dirty="0">
                <a:solidFill>
                  <a:srgbClr val="9BB5CC"/>
                </a:solidFill>
                <a:latin typeface="Montserrat" pitchFamily="34" charset="0"/>
                <a:ea typeface="Montserrat" pitchFamily="34" charset="-122"/>
                <a:cs typeface="Montserrat" pitchFamily="34" charset="-120"/>
              </a:rPr>
              <a:t>[Nombre del Proyecto / Actividad]</a:t>
            </a:r>
            <a:endParaRPr lang="es-419" sz="1500" noProof="0" dirty="0"/>
          </a:p>
        </p:txBody>
      </p:sp>
      <p:sp>
        <p:nvSpPr>
          <p:cNvPr id="17" name="Shape 14">
            <a:extLst>
              <a:ext uri="{FF2B5EF4-FFF2-40B4-BE49-F238E27FC236}">
                <a16:creationId xmlns:a16="http://schemas.microsoft.com/office/drawing/2014/main" id="{782D011F-4C9B-369D-72CD-A30D7B7EBB99}"/>
              </a:ext>
            </a:extLst>
          </p:cNvPr>
          <p:cNvSpPr/>
          <p:nvPr/>
        </p:nvSpPr>
        <p:spPr>
          <a:xfrm>
            <a:off x="2944368" y="1837944"/>
            <a:ext cx="91440" cy="91440"/>
          </a:xfrm>
          <a:prstGeom prst="ellipse">
            <a:avLst/>
          </a:prstGeom>
          <a:solidFill>
            <a:srgbClr val="A8C0D8"/>
          </a:solidFill>
          <a:ln w="12700">
            <a:solidFill>
              <a:srgbClr val="A8C0D8"/>
            </a:solidFill>
            <a:prstDash val="solid"/>
          </a:ln>
        </p:spPr>
        <p:txBody>
          <a:bodyPr/>
          <a:lstStyle/>
          <a:p>
            <a:endParaRPr lang="es-419" noProof="0" dirty="0"/>
          </a:p>
        </p:txBody>
      </p:sp>
      <p:sp>
        <p:nvSpPr>
          <p:cNvPr id="18" name="Text 15">
            <a:extLst>
              <a:ext uri="{FF2B5EF4-FFF2-40B4-BE49-F238E27FC236}">
                <a16:creationId xmlns:a16="http://schemas.microsoft.com/office/drawing/2014/main" id="{C3264585-5A60-F7B1-8FAF-4BFAEF9A13CA}"/>
              </a:ext>
            </a:extLst>
          </p:cNvPr>
          <p:cNvSpPr/>
          <p:nvPr/>
        </p:nvSpPr>
        <p:spPr>
          <a:xfrm>
            <a:off x="3099816" y="1819656"/>
            <a:ext cx="2743200" cy="137160"/>
          </a:xfrm>
          <a:prstGeom prst="rect">
            <a:avLst/>
          </a:prstGeom>
          <a:noFill/>
          <a:ln/>
        </p:spPr>
        <p:txBody>
          <a:bodyPr wrap="square" lIns="0" tIns="0" rIns="0" bIns="0" rtlCol="0" anchor="ctr"/>
          <a:lstStyle/>
          <a:p>
            <a:pPr marL="0" indent="0">
              <a:buNone/>
            </a:pPr>
            <a:r>
              <a:rPr lang="es-419" sz="850" b="1" kern="0" spc="100" noProof="0" dirty="0">
                <a:solidFill>
                  <a:srgbClr val="A8C0D8"/>
                </a:solidFill>
                <a:latin typeface="Montserrat" pitchFamily="34" charset="0"/>
                <a:ea typeface="Montserrat" pitchFamily="34" charset="-122"/>
                <a:cs typeface="Montserrat" pitchFamily="34" charset="-120"/>
              </a:rPr>
              <a:t>[ESTADO DEL PROYECTO]</a:t>
            </a:r>
            <a:endParaRPr lang="es-419" sz="850" noProof="0" dirty="0"/>
          </a:p>
        </p:txBody>
      </p:sp>
      <p:sp>
        <p:nvSpPr>
          <p:cNvPr id="19" name="Shape 16">
            <a:extLst>
              <a:ext uri="{FF2B5EF4-FFF2-40B4-BE49-F238E27FC236}">
                <a16:creationId xmlns:a16="http://schemas.microsoft.com/office/drawing/2014/main" id="{83F3AB2A-1A80-4810-2366-7EC54E96355A}"/>
              </a:ext>
            </a:extLst>
          </p:cNvPr>
          <p:cNvSpPr/>
          <p:nvPr/>
        </p:nvSpPr>
        <p:spPr>
          <a:xfrm>
            <a:off x="2944368" y="2057400"/>
            <a:ext cx="25603" cy="658368"/>
          </a:xfrm>
          <a:prstGeom prst="rect">
            <a:avLst/>
          </a:prstGeom>
          <a:solidFill>
            <a:srgbClr val="A8C0D8"/>
          </a:solidFill>
          <a:ln w="12700">
            <a:solidFill>
              <a:srgbClr val="A8C0D8"/>
            </a:solidFill>
            <a:prstDash val="solid"/>
          </a:ln>
        </p:spPr>
        <p:txBody>
          <a:bodyPr/>
          <a:lstStyle/>
          <a:p>
            <a:endParaRPr lang="es-419" noProof="0" dirty="0"/>
          </a:p>
        </p:txBody>
      </p:sp>
      <p:sp>
        <p:nvSpPr>
          <p:cNvPr id="20" name="Text 17">
            <a:extLst>
              <a:ext uri="{FF2B5EF4-FFF2-40B4-BE49-F238E27FC236}">
                <a16:creationId xmlns:a16="http://schemas.microsoft.com/office/drawing/2014/main" id="{A3C5B485-E8D4-0317-3547-76A8E4BBD7DF}"/>
              </a:ext>
            </a:extLst>
          </p:cNvPr>
          <p:cNvSpPr/>
          <p:nvPr/>
        </p:nvSpPr>
        <p:spPr>
          <a:xfrm>
            <a:off x="3035808" y="2057400"/>
            <a:ext cx="5925312" cy="658368"/>
          </a:xfrm>
          <a:prstGeom prst="rect">
            <a:avLst/>
          </a:prstGeom>
          <a:noFill/>
          <a:ln/>
        </p:spPr>
        <p:txBody>
          <a:bodyPr wrap="square" rtlCol="0" anchor="ctr"/>
          <a:lstStyle/>
          <a:p>
            <a:pPr marL="0" indent="0">
              <a:buNone/>
            </a:pPr>
            <a:r>
              <a:rPr lang="es-419" sz="950" i="1" noProof="0" dirty="0">
                <a:solidFill>
                  <a:srgbClr val="A8BDD0"/>
                </a:solidFill>
                <a:latin typeface="Montserrat" pitchFamily="34" charset="0"/>
                <a:ea typeface="Montserrat" pitchFamily="34" charset="-122"/>
                <a:cs typeface="Montserrat" pitchFamily="34" charset="-120"/>
              </a:rPr>
              <a:t>Describa aquí el avance semanal, actividades realizadas,</a:t>
            </a:r>
            <a:endParaRPr lang="es-419" sz="950" noProof="0" dirty="0"/>
          </a:p>
          <a:p>
            <a:pPr marL="0" indent="0">
              <a:buNone/>
            </a:pPr>
            <a:r>
              <a:rPr lang="es-419" sz="950" i="1" noProof="0" dirty="0">
                <a:solidFill>
                  <a:srgbClr val="A8BDD0"/>
                </a:solidFill>
                <a:latin typeface="Montserrat" pitchFamily="34" charset="0"/>
                <a:ea typeface="Montserrat" pitchFamily="34" charset="-122"/>
                <a:cs typeface="Montserrat" pitchFamily="34" charset="-120"/>
              </a:rPr>
              <a:t>pagos, documentación o incidencias del proyecto.</a:t>
            </a:r>
            <a:endParaRPr lang="es-419" sz="950" noProof="0" dirty="0"/>
          </a:p>
        </p:txBody>
      </p:sp>
      <p:sp>
        <p:nvSpPr>
          <p:cNvPr id="21" name="Text 18">
            <a:extLst>
              <a:ext uri="{FF2B5EF4-FFF2-40B4-BE49-F238E27FC236}">
                <a16:creationId xmlns:a16="http://schemas.microsoft.com/office/drawing/2014/main" id="{951C663F-4596-26F0-9F04-BC7C183C5D3B}"/>
              </a:ext>
            </a:extLst>
          </p:cNvPr>
          <p:cNvSpPr/>
          <p:nvPr/>
        </p:nvSpPr>
        <p:spPr>
          <a:xfrm>
            <a:off x="2944368" y="2834640"/>
            <a:ext cx="1828800" cy="164592"/>
          </a:xfrm>
          <a:prstGeom prst="rect">
            <a:avLst/>
          </a:prstGeom>
          <a:noFill/>
          <a:ln/>
        </p:spPr>
        <p:txBody>
          <a:bodyPr wrap="square" lIns="0" tIns="0" rIns="0" bIns="0" rtlCol="0" anchor="ctr"/>
          <a:lstStyle/>
          <a:p>
            <a:pPr marL="0" indent="0">
              <a:buNone/>
            </a:pPr>
            <a:r>
              <a:rPr lang="es-419" sz="650" b="1" kern="0" spc="250" noProof="0" dirty="0">
                <a:solidFill>
                  <a:srgbClr val="EB6C01"/>
                </a:solidFill>
                <a:latin typeface="Montserrat" pitchFamily="34" charset="0"/>
                <a:ea typeface="Montserrat" pitchFamily="34" charset="-122"/>
                <a:cs typeface="Montserrat" pitchFamily="34" charset="-120"/>
              </a:rPr>
              <a:t>FOTOGRAFÍAS DE AVANCE</a:t>
            </a:r>
            <a:endParaRPr lang="es-419" sz="650" noProof="0" dirty="0"/>
          </a:p>
        </p:txBody>
      </p:sp>
      <p:sp>
        <p:nvSpPr>
          <p:cNvPr id="22" name="Shape 19">
            <a:extLst>
              <a:ext uri="{FF2B5EF4-FFF2-40B4-BE49-F238E27FC236}">
                <a16:creationId xmlns:a16="http://schemas.microsoft.com/office/drawing/2014/main" id="{842FF7D8-DD70-7033-931F-7D759CECF956}"/>
              </a:ext>
            </a:extLst>
          </p:cNvPr>
          <p:cNvSpPr/>
          <p:nvPr/>
        </p:nvSpPr>
        <p:spPr>
          <a:xfrm>
            <a:off x="2944368" y="3008376"/>
            <a:ext cx="1481328" cy="16459"/>
          </a:xfrm>
          <a:prstGeom prst="rect">
            <a:avLst/>
          </a:prstGeom>
          <a:solidFill>
            <a:srgbClr val="EB6C01"/>
          </a:solidFill>
          <a:ln w="12700">
            <a:solidFill>
              <a:srgbClr val="EB6C01"/>
            </a:solidFill>
            <a:prstDash val="solid"/>
          </a:ln>
        </p:spPr>
        <p:txBody>
          <a:bodyPr/>
          <a:lstStyle/>
          <a:p>
            <a:endParaRPr lang="es-419" noProof="0" dirty="0"/>
          </a:p>
        </p:txBody>
      </p:sp>
      <p:sp>
        <p:nvSpPr>
          <p:cNvPr id="23" name="Shape 20">
            <a:extLst>
              <a:ext uri="{FF2B5EF4-FFF2-40B4-BE49-F238E27FC236}">
                <a16:creationId xmlns:a16="http://schemas.microsoft.com/office/drawing/2014/main" id="{E9E857AD-F6A5-82B2-682A-4EEB68786507}"/>
              </a:ext>
            </a:extLst>
          </p:cNvPr>
          <p:cNvSpPr/>
          <p:nvPr/>
        </p:nvSpPr>
        <p:spPr>
          <a:xfrm>
            <a:off x="2944368"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24" name="Image 1" descr="preencoded.png">
            <a:extLst>
              <a:ext uri="{FF2B5EF4-FFF2-40B4-BE49-F238E27FC236}">
                <a16:creationId xmlns:a16="http://schemas.microsoft.com/office/drawing/2014/main" id="{978569B7-336F-FC38-7E8B-0D47D0039B6F}"/>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797808" y="3593592"/>
            <a:ext cx="256032" cy="256032"/>
          </a:xfrm>
          <a:prstGeom prst="rect">
            <a:avLst/>
          </a:prstGeom>
        </p:spPr>
      </p:pic>
      <p:sp>
        <p:nvSpPr>
          <p:cNvPr id="25" name="Text 21">
            <a:extLst>
              <a:ext uri="{FF2B5EF4-FFF2-40B4-BE49-F238E27FC236}">
                <a16:creationId xmlns:a16="http://schemas.microsoft.com/office/drawing/2014/main" id="{9F3E47F0-DD04-3642-0C2A-380B988489F4}"/>
              </a:ext>
            </a:extLst>
          </p:cNvPr>
          <p:cNvSpPr/>
          <p:nvPr/>
        </p:nvSpPr>
        <p:spPr>
          <a:xfrm>
            <a:off x="2944368"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26" name="Shape 22">
            <a:extLst>
              <a:ext uri="{FF2B5EF4-FFF2-40B4-BE49-F238E27FC236}">
                <a16:creationId xmlns:a16="http://schemas.microsoft.com/office/drawing/2014/main" id="{1A84E36F-122C-CE52-DB76-6B865534D728}"/>
              </a:ext>
            </a:extLst>
          </p:cNvPr>
          <p:cNvSpPr/>
          <p:nvPr/>
        </p:nvSpPr>
        <p:spPr>
          <a:xfrm>
            <a:off x="4980432"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27" name="Image 2" descr="preencoded.png">
            <a:extLst>
              <a:ext uri="{FF2B5EF4-FFF2-40B4-BE49-F238E27FC236}">
                <a16:creationId xmlns:a16="http://schemas.microsoft.com/office/drawing/2014/main" id="{B730FCEF-187E-2C1E-AD95-93EF88682EBB}"/>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833872" y="3593592"/>
            <a:ext cx="256032" cy="256032"/>
          </a:xfrm>
          <a:prstGeom prst="rect">
            <a:avLst/>
          </a:prstGeom>
        </p:spPr>
      </p:pic>
      <p:sp>
        <p:nvSpPr>
          <p:cNvPr id="28" name="Text 23">
            <a:extLst>
              <a:ext uri="{FF2B5EF4-FFF2-40B4-BE49-F238E27FC236}">
                <a16:creationId xmlns:a16="http://schemas.microsoft.com/office/drawing/2014/main" id="{75A95E1D-F54B-286C-756D-C9A551154613}"/>
              </a:ext>
            </a:extLst>
          </p:cNvPr>
          <p:cNvSpPr/>
          <p:nvPr/>
        </p:nvSpPr>
        <p:spPr>
          <a:xfrm>
            <a:off x="4980432"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29" name="Shape 24">
            <a:extLst>
              <a:ext uri="{FF2B5EF4-FFF2-40B4-BE49-F238E27FC236}">
                <a16:creationId xmlns:a16="http://schemas.microsoft.com/office/drawing/2014/main" id="{56DD4110-E13C-2125-6AC3-0B933E7163DD}"/>
              </a:ext>
            </a:extLst>
          </p:cNvPr>
          <p:cNvSpPr/>
          <p:nvPr/>
        </p:nvSpPr>
        <p:spPr>
          <a:xfrm>
            <a:off x="7016496"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30" name="Image 3" descr="preencoded.png">
            <a:extLst>
              <a:ext uri="{FF2B5EF4-FFF2-40B4-BE49-F238E27FC236}">
                <a16:creationId xmlns:a16="http://schemas.microsoft.com/office/drawing/2014/main" id="{EFD40177-FAF7-CA4A-8CBA-BFBD98E38E05}"/>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7869936" y="3593592"/>
            <a:ext cx="256032" cy="256032"/>
          </a:xfrm>
          <a:prstGeom prst="rect">
            <a:avLst/>
          </a:prstGeom>
        </p:spPr>
      </p:pic>
      <p:sp>
        <p:nvSpPr>
          <p:cNvPr id="31" name="Text 25">
            <a:extLst>
              <a:ext uri="{FF2B5EF4-FFF2-40B4-BE49-F238E27FC236}">
                <a16:creationId xmlns:a16="http://schemas.microsoft.com/office/drawing/2014/main" id="{C1D22D67-4B4F-8AA6-F2C8-EEADDFEDA1FD}"/>
              </a:ext>
            </a:extLst>
          </p:cNvPr>
          <p:cNvSpPr/>
          <p:nvPr/>
        </p:nvSpPr>
        <p:spPr>
          <a:xfrm>
            <a:off x="7016496"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32" name="Shape 26">
            <a:extLst>
              <a:ext uri="{FF2B5EF4-FFF2-40B4-BE49-F238E27FC236}">
                <a16:creationId xmlns:a16="http://schemas.microsoft.com/office/drawing/2014/main" id="{6A9EF917-09ED-181E-53B7-3558E3554994}"/>
              </a:ext>
            </a:extLst>
          </p:cNvPr>
          <p:cNvSpPr/>
          <p:nvPr/>
        </p:nvSpPr>
        <p:spPr>
          <a:xfrm>
            <a:off x="0" y="4873752"/>
            <a:ext cx="9144000" cy="269748"/>
          </a:xfrm>
          <a:prstGeom prst="rect">
            <a:avLst/>
          </a:prstGeom>
          <a:solidFill>
            <a:srgbClr val="1A3464"/>
          </a:solidFill>
          <a:ln w="12700">
            <a:solidFill>
              <a:srgbClr val="1A3464"/>
            </a:solidFill>
            <a:prstDash val="solid"/>
          </a:ln>
        </p:spPr>
        <p:txBody>
          <a:bodyPr/>
          <a:lstStyle/>
          <a:p>
            <a:endParaRPr lang="es-419" noProof="0" dirty="0"/>
          </a:p>
        </p:txBody>
      </p:sp>
      <p:sp>
        <p:nvSpPr>
          <p:cNvPr id="33" name="Text 27">
            <a:extLst>
              <a:ext uri="{FF2B5EF4-FFF2-40B4-BE49-F238E27FC236}">
                <a16:creationId xmlns:a16="http://schemas.microsoft.com/office/drawing/2014/main" id="{561B9FD1-FF4E-CA40-30AC-F1D4B3B1F219}"/>
              </a:ext>
            </a:extLst>
          </p:cNvPr>
          <p:cNvSpPr/>
          <p:nvPr/>
        </p:nvSpPr>
        <p:spPr>
          <a:xfrm>
            <a:off x="384048" y="4901184"/>
            <a:ext cx="5029200" cy="182880"/>
          </a:xfrm>
          <a:prstGeom prst="rect">
            <a:avLst/>
          </a:prstGeom>
          <a:noFill/>
          <a:ln/>
        </p:spPr>
        <p:txBody>
          <a:bodyPr wrap="square" lIns="0" tIns="0" rIns="0" bIns="0" rtlCol="0" anchor="ctr"/>
          <a:lstStyle/>
          <a:p>
            <a:pPr marL="0" indent="0">
              <a:buNone/>
            </a:pPr>
            <a:r>
              <a:rPr lang="es-419" sz="700" kern="0" spc="150" noProof="0" dirty="0">
                <a:solidFill>
                  <a:srgbClr val="8FAECB"/>
                </a:solidFill>
                <a:latin typeface="Montserrat" pitchFamily="34" charset="0"/>
                <a:ea typeface="Montserrat" pitchFamily="34" charset="-122"/>
                <a:cs typeface="Montserrat" pitchFamily="34" charset="-120"/>
              </a:rPr>
              <a:t>COORDINACIÓN DE OBRAS Y MANTENIMIENTO RCMA</a:t>
            </a:r>
            <a:endParaRPr lang="es-419" sz="700" noProof="0" dirty="0"/>
          </a:p>
        </p:txBody>
      </p:sp>
      <p:sp>
        <p:nvSpPr>
          <p:cNvPr id="34" name="Shape 28">
            <a:extLst>
              <a:ext uri="{FF2B5EF4-FFF2-40B4-BE49-F238E27FC236}">
                <a16:creationId xmlns:a16="http://schemas.microsoft.com/office/drawing/2014/main" id="{1AD2343A-A13B-E5BA-31E5-6F66BF058E4E}"/>
              </a:ext>
            </a:extLst>
          </p:cNvPr>
          <p:cNvSpPr/>
          <p:nvPr/>
        </p:nvSpPr>
        <p:spPr>
          <a:xfrm>
            <a:off x="5559552" y="4974336"/>
            <a:ext cx="5486" cy="100584"/>
          </a:xfrm>
          <a:prstGeom prst="rect">
            <a:avLst/>
          </a:prstGeom>
          <a:solidFill>
            <a:srgbClr val="8FAECB"/>
          </a:solidFill>
          <a:ln w="12700">
            <a:solidFill>
              <a:srgbClr val="8FAECB"/>
            </a:solidFill>
            <a:prstDash val="solid"/>
          </a:ln>
        </p:spPr>
        <p:txBody>
          <a:bodyPr/>
          <a:lstStyle/>
          <a:p>
            <a:endParaRPr lang="es-419" noProof="0" dirty="0"/>
          </a:p>
        </p:txBody>
      </p:sp>
      <p:sp>
        <p:nvSpPr>
          <p:cNvPr id="35" name="Text 29">
            <a:extLst>
              <a:ext uri="{FF2B5EF4-FFF2-40B4-BE49-F238E27FC236}">
                <a16:creationId xmlns:a16="http://schemas.microsoft.com/office/drawing/2014/main" id="{2D317D4F-C8BA-FCD1-9E52-32DD1DB2D486}"/>
              </a:ext>
            </a:extLst>
          </p:cNvPr>
          <p:cNvSpPr/>
          <p:nvPr/>
        </p:nvSpPr>
        <p:spPr>
          <a:xfrm>
            <a:off x="5650992" y="4901184"/>
            <a:ext cx="2286000" cy="182880"/>
          </a:xfrm>
          <a:prstGeom prst="rect">
            <a:avLst/>
          </a:prstGeom>
          <a:noFill/>
          <a:ln/>
        </p:spPr>
        <p:txBody>
          <a:bodyPr wrap="square" lIns="0" tIns="0" rIns="0" bIns="0" rtlCol="0" anchor="ctr"/>
          <a:lstStyle/>
          <a:p>
            <a:pPr marL="0" indent="0">
              <a:buNone/>
            </a:pPr>
            <a:r>
              <a:rPr lang="es-419" sz="700" kern="0" spc="150" noProof="0" dirty="0">
                <a:solidFill>
                  <a:srgbClr val="8FAECB"/>
                </a:solidFill>
                <a:latin typeface="Montserrat" pitchFamily="34" charset="0"/>
                <a:ea typeface="Montserrat" pitchFamily="34" charset="-122"/>
                <a:cs typeface="Montserrat" pitchFamily="34" charset="-120"/>
              </a:rPr>
              <a:t>Mano Amiga</a:t>
            </a:r>
            <a:endParaRPr lang="es-419" sz="700" noProof="0" dirty="0"/>
          </a:p>
        </p:txBody>
      </p:sp>
      <p:sp>
        <p:nvSpPr>
          <p:cNvPr id="43" name="Forma libre: forma 42">
            <a:extLst>
              <a:ext uri="{FF2B5EF4-FFF2-40B4-BE49-F238E27FC236}">
                <a16:creationId xmlns:a16="http://schemas.microsoft.com/office/drawing/2014/main" id="{722F2688-9F73-A688-07EA-A46D05CDB4B2}"/>
              </a:ext>
            </a:extLst>
          </p:cNvPr>
          <p:cNvSpPr/>
          <p:nvPr/>
        </p:nvSpPr>
        <p:spPr>
          <a:xfrm>
            <a:off x="1596105" y="2222074"/>
            <a:ext cx="193086" cy="261624"/>
          </a:xfrm>
          <a:custGeom>
            <a:avLst/>
            <a:gdLst>
              <a:gd name="csX0" fmla="*/ 47363 w 193086"/>
              <a:gd name="csY0" fmla="*/ 258865 h 261624"/>
              <a:gd name="csX1" fmla="*/ 34066 w 193086"/>
              <a:gd name="csY1" fmla="*/ 253627 h 261624"/>
              <a:gd name="csX2" fmla="*/ 25677 w 193086"/>
              <a:gd name="csY2" fmla="*/ 249703 h 261624"/>
              <a:gd name="csX3" fmla="*/ 12838 w 193086"/>
              <a:gd name="csY3" fmla="*/ 237813 h 261624"/>
              <a:gd name="csX4" fmla="*/ 0 w 193086"/>
              <a:gd name="csY4" fmla="*/ 228023 h 261624"/>
              <a:gd name="csX5" fmla="*/ 10590 w 193086"/>
              <a:gd name="csY5" fmla="*/ 222007 h 261624"/>
              <a:gd name="csX6" fmla="*/ 24311 w 193086"/>
              <a:gd name="csY6" fmla="*/ 218591 h 261624"/>
              <a:gd name="csX7" fmla="*/ 30840 w 193086"/>
              <a:gd name="csY7" fmla="*/ 210994 h 261624"/>
              <a:gd name="csX8" fmla="*/ 34002 w 193086"/>
              <a:gd name="csY8" fmla="*/ 201034 h 261624"/>
              <a:gd name="csX9" fmla="*/ 34055 w 193086"/>
              <a:gd name="csY9" fmla="*/ 192894 h 261624"/>
              <a:gd name="csX10" fmla="*/ 33474 w 193086"/>
              <a:gd name="csY10" fmla="*/ 186352 h 261624"/>
              <a:gd name="csX11" fmla="*/ 36002 w 193086"/>
              <a:gd name="csY11" fmla="*/ 155255 h 261624"/>
              <a:gd name="csX12" fmla="*/ 40814 w 193086"/>
              <a:gd name="csY12" fmla="*/ 125721 h 261624"/>
              <a:gd name="csX13" fmla="*/ 52906 w 193086"/>
              <a:gd name="csY13" fmla="*/ 136226 h 261624"/>
              <a:gd name="csX14" fmla="*/ 67584 w 193086"/>
              <a:gd name="csY14" fmla="*/ 150557 h 261624"/>
              <a:gd name="csX15" fmla="*/ 85050 w 193086"/>
              <a:gd name="csY15" fmla="*/ 148575 h 261624"/>
              <a:gd name="csX16" fmla="*/ 92615 w 193086"/>
              <a:gd name="csY16" fmla="*/ 147623 h 261624"/>
              <a:gd name="csX17" fmla="*/ 103162 w 193086"/>
              <a:gd name="csY17" fmla="*/ 143713 h 261624"/>
              <a:gd name="csX18" fmla="*/ 110991 w 193086"/>
              <a:gd name="csY18" fmla="*/ 139409 h 261624"/>
              <a:gd name="csX19" fmla="*/ 118857 w 193086"/>
              <a:gd name="csY19" fmla="*/ 137039 h 261624"/>
              <a:gd name="csX20" fmla="*/ 114946 w 193086"/>
              <a:gd name="csY20" fmla="*/ 126979 h 261624"/>
              <a:gd name="csX21" fmla="*/ 104278 w 193086"/>
              <a:gd name="csY21" fmla="*/ 120558 h 261624"/>
              <a:gd name="csX22" fmla="*/ 100539 w 193086"/>
              <a:gd name="csY22" fmla="*/ 116814 h 261624"/>
              <a:gd name="csX23" fmla="*/ 87769 w 193086"/>
              <a:gd name="csY23" fmla="*/ 107211 h 261624"/>
              <a:gd name="csX24" fmla="*/ 75649 w 193086"/>
              <a:gd name="csY24" fmla="*/ 82459 h 261624"/>
              <a:gd name="csX25" fmla="*/ 81162 w 193086"/>
              <a:gd name="csY25" fmla="*/ 66581 h 261624"/>
              <a:gd name="csX26" fmla="*/ 76956 w 193086"/>
              <a:gd name="csY26" fmla="*/ 53086 h 261624"/>
              <a:gd name="csX27" fmla="*/ 74281 w 193086"/>
              <a:gd name="csY27" fmla="*/ 48335 h 261624"/>
              <a:gd name="csX28" fmla="*/ 98388 w 193086"/>
              <a:gd name="csY28" fmla="*/ 21931 h 261624"/>
              <a:gd name="csX29" fmla="*/ 99033 w 193086"/>
              <a:gd name="csY29" fmla="*/ 12782 h 261624"/>
              <a:gd name="csX30" fmla="*/ 112340 w 193086"/>
              <a:gd name="csY30" fmla="*/ 234 h 261624"/>
              <a:gd name="csX31" fmla="*/ 115367 w 193086"/>
              <a:gd name="csY31" fmla="*/ 7384 h 261624"/>
              <a:gd name="csX32" fmla="*/ 123019 w 193086"/>
              <a:gd name="csY32" fmla="*/ 18442 h 261624"/>
              <a:gd name="csX33" fmla="*/ 122268 w 193086"/>
              <a:gd name="csY33" fmla="*/ 30221 h 261624"/>
              <a:gd name="csX34" fmla="*/ 113949 w 193086"/>
              <a:gd name="csY34" fmla="*/ 45287 h 261624"/>
              <a:gd name="csX35" fmla="*/ 120402 w 193086"/>
              <a:gd name="csY35" fmla="*/ 65276 h 261624"/>
              <a:gd name="csX36" fmla="*/ 138506 w 193086"/>
              <a:gd name="csY36" fmla="*/ 64867 h 261624"/>
              <a:gd name="csX37" fmla="*/ 143345 w 193086"/>
              <a:gd name="csY37" fmla="*/ 58224 h 261624"/>
              <a:gd name="csX38" fmla="*/ 152274 w 193086"/>
              <a:gd name="csY38" fmla="*/ 62931 h 261624"/>
              <a:gd name="csX39" fmla="*/ 162130 w 193086"/>
              <a:gd name="csY39" fmla="*/ 68135 h 261624"/>
              <a:gd name="csX40" fmla="*/ 158059 w 193086"/>
              <a:gd name="csY40" fmla="*/ 75879 h 261624"/>
              <a:gd name="csX41" fmla="*/ 142387 w 193086"/>
              <a:gd name="csY41" fmla="*/ 123139 h 261624"/>
              <a:gd name="csX42" fmla="*/ 161574 w 193086"/>
              <a:gd name="csY42" fmla="*/ 140138 h 261624"/>
              <a:gd name="csX43" fmla="*/ 162505 w 193086"/>
              <a:gd name="csY43" fmla="*/ 150542 h 261624"/>
              <a:gd name="csX44" fmla="*/ 151065 w 193086"/>
              <a:gd name="csY44" fmla="*/ 162165 h 261624"/>
              <a:gd name="csX45" fmla="*/ 147000 w 193086"/>
              <a:gd name="csY45" fmla="*/ 176069 h 261624"/>
              <a:gd name="csX46" fmla="*/ 151074 w 193086"/>
              <a:gd name="csY46" fmla="*/ 198795 h 261624"/>
              <a:gd name="csX47" fmla="*/ 161382 w 193086"/>
              <a:gd name="csY47" fmla="*/ 209212 h 261624"/>
              <a:gd name="csX48" fmla="*/ 180801 w 193086"/>
              <a:gd name="csY48" fmla="*/ 215310 h 261624"/>
              <a:gd name="csX49" fmla="*/ 191062 w 193086"/>
              <a:gd name="csY49" fmla="*/ 220266 h 261624"/>
              <a:gd name="csX50" fmla="*/ 186266 w 193086"/>
              <a:gd name="csY50" fmla="*/ 234411 h 261624"/>
              <a:gd name="csX51" fmla="*/ 146648 w 193086"/>
              <a:gd name="csY51" fmla="*/ 241973 h 261624"/>
              <a:gd name="csX52" fmla="*/ 130308 w 193086"/>
              <a:gd name="csY52" fmla="*/ 244333 h 261624"/>
              <a:gd name="csX53" fmla="*/ 120069 w 193086"/>
              <a:gd name="csY53" fmla="*/ 230760 h 261624"/>
              <a:gd name="csX54" fmla="*/ 99204 w 193086"/>
              <a:gd name="csY54" fmla="*/ 236809 h 261624"/>
              <a:gd name="csX55" fmla="*/ 99051 w 193086"/>
              <a:gd name="csY55" fmla="*/ 250983 h 261624"/>
              <a:gd name="csX56" fmla="*/ 92202 w 193086"/>
              <a:gd name="csY56" fmla="*/ 257021 h 261624"/>
              <a:gd name="csX57" fmla="*/ 61602 w 193086"/>
              <a:gd name="csY57" fmla="*/ 257374 h 261624"/>
              <a:gd name="csX58" fmla="*/ 47363 w 193086"/>
              <a:gd name="csY58" fmla="*/ 258865 h 2616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Lst>
            <a:rect l="l" t="t" r="r" b="b"/>
            <a:pathLst>
              <a:path w="193086" h="261624">
                <a:moveTo>
                  <a:pt x="47363" y="258865"/>
                </a:moveTo>
                <a:cubicBezTo>
                  <a:pt x="44664" y="256988"/>
                  <a:pt x="38681" y="254631"/>
                  <a:pt x="34066" y="253627"/>
                </a:cubicBezTo>
                <a:cubicBezTo>
                  <a:pt x="29452" y="252623"/>
                  <a:pt x="25677" y="250857"/>
                  <a:pt x="25677" y="249703"/>
                </a:cubicBezTo>
                <a:cubicBezTo>
                  <a:pt x="25677" y="248548"/>
                  <a:pt x="19899" y="243198"/>
                  <a:pt x="12838" y="237813"/>
                </a:cubicBezTo>
                <a:lnTo>
                  <a:pt x="0" y="228023"/>
                </a:lnTo>
                <a:lnTo>
                  <a:pt x="10590" y="222007"/>
                </a:lnTo>
                <a:cubicBezTo>
                  <a:pt x="17972" y="217814"/>
                  <a:pt x="22129" y="216779"/>
                  <a:pt x="24311" y="218591"/>
                </a:cubicBezTo>
                <a:cubicBezTo>
                  <a:pt x="28477" y="222048"/>
                  <a:pt x="30840" y="219299"/>
                  <a:pt x="30840" y="210994"/>
                </a:cubicBezTo>
                <a:cubicBezTo>
                  <a:pt x="30840" y="207256"/>
                  <a:pt x="32263" y="202774"/>
                  <a:pt x="34002" y="201034"/>
                </a:cubicBezTo>
                <a:cubicBezTo>
                  <a:pt x="36474" y="198562"/>
                  <a:pt x="36486" y="196787"/>
                  <a:pt x="34055" y="192894"/>
                </a:cubicBezTo>
                <a:cubicBezTo>
                  <a:pt x="32093" y="189753"/>
                  <a:pt x="31879" y="187338"/>
                  <a:pt x="33474" y="186352"/>
                </a:cubicBezTo>
                <a:cubicBezTo>
                  <a:pt x="34886" y="185479"/>
                  <a:pt x="36002" y="171748"/>
                  <a:pt x="36002" y="155255"/>
                </a:cubicBezTo>
                <a:cubicBezTo>
                  <a:pt x="36002" y="128160"/>
                  <a:pt x="36400" y="125721"/>
                  <a:pt x="40814" y="125721"/>
                </a:cubicBezTo>
                <a:cubicBezTo>
                  <a:pt x="43528" y="125721"/>
                  <a:pt x="48800" y="130301"/>
                  <a:pt x="52906" y="136226"/>
                </a:cubicBezTo>
                <a:cubicBezTo>
                  <a:pt x="56911" y="142004"/>
                  <a:pt x="63516" y="148453"/>
                  <a:pt x="67584" y="150557"/>
                </a:cubicBezTo>
                <a:cubicBezTo>
                  <a:pt x="75108" y="154448"/>
                  <a:pt x="85050" y="153319"/>
                  <a:pt x="85050" y="148575"/>
                </a:cubicBezTo>
                <a:cubicBezTo>
                  <a:pt x="85050" y="147029"/>
                  <a:pt x="88138" y="146640"/>
                  <a:pt x="92615" y="147623"/>
                </a:cubicBezTo>
                <a:cubicBezTo>
                  <a:pt x="98706" y="148961"/>
                  <a:pt x="100761" y="148199"/>
                  <a:pt x="103162" y="143713"/>
                </a:cubicBezTo>
                <a:cubicBezTo>
                  <a:pt x="105115" y="140063"/>
                  <a:pt x="107816" y="138578"/>
                  <a:pt x="110991" y="139409"/>
                </a:cubicBezTo>
                <a:cubicBezTo>
                  <a:pt x="113656" y="140106"/>
                  <a:pt x="117196" y="139039"/>
                  <a:pt x="118857" y="137039"/>
                </a:cubicBezTo>
                <a:cubicBezTo>
                  <a:pt x="121254" y="134150"/>
                  <a:pt x="120449" y="132080"/>
                  <a:pt x="114946" y="126979"/>
                </a:cubicBezTo>
                <a:cubicBezTo>
                  <a:pt x="111135" y="123448"/>
                  <a:pt x="106335" y="120558"/>
                  <a:pt x="104278" y="120558"/>
                </a:cubicBezTo>
                <a:cubicBezTo>
                  <a:pt x="102221" y="120558"/>
                  <a:pt x="100539" y="118873"/>
                  <a:pt x="100539" y="116814"/>
                </a:cubicBezTo>
                <a:cubicBezTo>
                  <a:pt x="100539" y="114754"/>
                  <a:pt x="94792" y="110433"/>
                  <a:pt x="87769" y="107211"/>
                </a:cubicBezTo>
                <a:cubicBezTo>
                  <a:pt x="73337" y="100591"/>
                  <a:pt x="69935" y="93642"/>
                  <a:pt x="75649" y="82459"/>
                </a:cubicBezTo>
                <a:cubicBezTo>
                  <a:pt x="77638" y="78567"/>
                  <a:pt x="80119" y="71422"/>
                  <a:pt x="81162" y="66581"/>
                </a:cubicBezTo>
                <a:cubicBezTo>
                  <a:pt x="82769" y="59128"/>
                  <a:pt x="82125" y="57061"/>
                  <a:pt x="76956" y="53086"/>
                </a:cubicBezTo>
                <a:cubicBezTo>
                  <a:pt x="73561" y="50475"/>
                  <a:pt x="72374" y="48366"/>
                  <a:pt x="74281" y="48335"/>
                </a:cubicBezTo>
                <a:cubicBezTo>
                  <a:pt x="79014" y="48255"/>
                  <a:pt x="97860" y="27614"/>
                  <a:pt x="98388" y="21931"/>
                </a:cubicBezTo>
                <a:cubicBezTo>
                  <a:pt x="98624" y="19384"/>
                  <a:pt x="98915" y="15267"/>
                  <a:pt x="99033" y="12782"/>
                </a:cubicBezTo>
                <a:cubicBezTo>
                  <a:pt x="99328" y="6580"/>
                  <a:pt x="107875" y="-1480"/>
                  <a:pt x="112340" y="234"/>
                </a:cubicBezTo>
                <a:cubicBezTo>
                  <a:pt x="114351" y="1006"/>
                  <a:pt x="115714" y="4223"/>
                  <a:pt x="115367" y="7384"/>
                </a:cubicBezTo>
                <a:cubicBezTo>
                  <a:pt x="114925" y="11414"/>
                  <a:pt x="117211" y="14717"/>
                  <a:pt x="123019" y="18442"/>
                </a:cubicBezTo>
                <a:cubicBezTo>
                  <a:pt x="132830" y="24734"/>
                  <a:pt x="132594" y="28432"/>
                  <a:pt x="122268" y="30221"/>
                </a:cubicBezTo>
                <a:cubicBezTo>
                  <a:pt x="115180" y="31449"/>
                  <a:pt x="114690" y="32336"/>
                  <a:pt x="113949" y="45287"/>
                </a:cubicBezTo>
                <a:cubicBezTo>
                  <a:pt x="113241" y="57646"/>
                  <a:pt x="113899" y="59682"/>
                  <a:pt x="120402" y="65276"/>
                </a:cubicBezTo>
                <a:cubicBezTo>
                  <a:pt x="129577" y="73166"/>
                  <a:pt x="132509" y="73100"/>
                  <a:pt x="138506" y="64867"/>
                </a:cubicBezTo>
                <a:lnTo>
                  <a:pt x="143345" y="58224"/>
                </a:lnTo>
                <a:lnTo>
                  <a:pt x="152274" y="62931"/>
                </a:lnTo>
                <a:cubicBezTo>
                  <a:pt x="157185" y="65520"/>
                  <a:pt x="161620" y="67861"/>
                  <a:pt x="162130" y="68135"/>
                </a:cubicBezTo>
                <a:cubicBezTo>
                  <a:pt x="162640" y="68408"/>
                  <a:pt x="160808" y="71893"/>
                  <a:pt x="158059" y="75879"/>
                </a:cubicBezTo>
                <a:cubicBezTo>
                  <a:pt x="151713" y="85081"/>
                  <a:pt x="141902" y="114664"/>
                  <a:pt x="142387" y="123139"/>
                </a:cubicBezTo>
                <a:cubicBezTo>
                  <a:pt x="142935" y="132744"/>
                  <a:pt x="146254" y="135684"/>
                  <a:pt x="161574" y="140138"/>
                </a:cubicBezTo>
                <a:cubicBezTo>
                  <a:pt x="177125" y="144659"/>
                  <a:pt x="177438" y="148154"/>
                  <a:pt x="162505" y="150542"/>
                </a:cubicBezTo>
                <a:cubicBezTo>
                  <a:pt x="152866" y="152083"/>
                  <a:pt x="147932" y="157096"/>
                  <a:pt x="151065" y="162165"/>
                </a:cubicBezTo>
                <a:cubicBezTo>
                  <a:pt x="151887" y="163495"/>
                  <a:pt x="150058" y="169752"/>
                  <a:pt x="147000" y="176069"/>
                </a:cubicBezTo>
                <a:cubicBezTo>
                  <a:pt x="140040" y="190447"/>
                  <a:pt x="141019" y="195911"/>
                  <a:pt x="151074" y="198795"/>
                </a:cubicBezTo>
                <a:cubicBezTo>
                  <a:pt x="156834" y="200447"/>
                  <a:pt x="159631" y="203274"/>
                  <a:pt x="161382" y="209212"/>
                </a:cubicBezTo>
                <a:cubicBezTo>
                  <a:pt x="163891" y="217725"/>
                  <a:pt x="167253" y="218781"/>
                  <a:pt x="180801" y="215310"/>
                </a:cubicBezTo>
                <a:cubicBezTo>
                  <a:pt x="186270" y="213909"/>
                  <a:pt x="188145" y="214815"/>
                  <a:pt x="191062" y="220266"/>
                </a:cubicBezTo>
                <a:cubicBezTo>
                  <a:pt x="194411" y="226524"/>
                  <a:pt x="194115" y="227399"/>
                  <a:pt x="186266" y="234411"/>
                </a:cubicBezTo>
                <a:cubicBezTo>
                  <a:pt x="177581" y="242171"/>
                  <a:pt x="173505" y="242950"/>
                  <a:pt x="146648" y="241973"/>
                </a:cubicBezTo>
                <a:cubicBezTo>
                  <a:pt x="138138" y="241664"/>
                  <a:pt x="131353" y="242644"/>
                  <a:pt x="130308" y="244333"/>
                </a:cubicBezTo>
                <a:cubicBezTo>
                  <a:pt x="127797" y="248397"/>
                  <a:pt x="118188" y="235660"/>
                  <a:pt x="120069" y="230760"/>
                </a:cubicBezTo>
                <a:cubicBezTo>
                  <a:pt x="124398" y="219478"/>
                  <a:pt x="105303" y="225013"/>
                  <a:pt x="99204" y="236809"/>
                </a:cubicBezTo>
                <a:cubicBezTo>
                  <a:pt x="95428" y="244110"/>
                  <a:pt x="95414" y="245432"/>
                  <a:pt x="99051" y="250983"/>
                </a:cubicBezTo>
                <a:cubicBezTo>
                  <a:pt x="103916" y="258408"/>
                  <a:pt x="100434" y="261478"/>
                  <a:pt x="92202" y="257021"/>
                </a:cubicBezTo>
                <a:cubicBezTo>
                  <a:pt x="83927" y="252540"/>
                  <a:pt x="66492" y="252742"/>
                  <a:pt x="61602" y="257374"/>
                </a:cubicBezTo>
                <a:cubicBezTo>
                  <a:pt x="56090" y="262596"/>
                  <a:pt x="53167" y="262902"/>
                  <a:pt x="47363" y="258865"/>
                </a:cubicBezTo>
                <a:close/>
              </a:path>
            </a:pathLst>
          </a:custGeom>
          <a:solidFill>
            <a:srgbClr val="B9B9B9"/>
          </a:solidFill>
          <a:ln w="5163" cap="flat">
            <a:noFill/>
            <a:prstDash val="solid"/>
            <a:miter/>
          </a:ln>
        </p:spPr>
        <p:txBody>
          <a:bodyPr/>
          <a:lstStyle/>
          <a:p>
            <a:endParaRPr lang="es-419" noProof="0" dirty="0"/>
          </a:p>
        </p:txBody>
      </p:sp>
      <p:sp>
        <p:nvSpPr>
          <p:cNvPr id="44" name="Forma libre: forma 43">
            <a:extLst>
              <a:ext uri="{FF2B5EF4-FFF2-40B4-BE49-F238E27FC236}">
                <a16:creationId xmlns:a16="http://schemas.microsoft.com/office/drawing/2014/main" id="{8BB2C609-974A-B2BE-D8C8-6D4ACFDAD6BE}"/>
              </a:ext>
            </a:extLst>
          </p:cNvPr>
          <p:cNvSpPr/>
          <p:nvPr/>
        </p:nvSpPr>
        <p:spPr>
          <a:xfrm>
            <a:off x="1103504" y="2345749"/>
            <a:ext cx="95653" cy="64838"/>
          </a:xfrm>
          <a:custGeom>
            <a:avLst/>
            <a:gdLst>
              <a:gd name="csX0" fmla="*/ 71219 w 95653"/>
              <a:gd name="csY0" fmla="*/ 62506 h 64838"/>
              <a:gd name="csX1" fmla="*/ 62655 w 95653"/>
              <a:gd name="csY1" fmla="*/ 53685 h 64838"/>
              <a:gd name="csX2" fmla="*/ 57443 w 95653"/>
              <a:gd name="csY2" fmla="*/ 48511 h 64838"/>
              <a:gd name="csX3" fmla="*/ 51242 w 95653"/>
              <a:gd name="csY3" fmla="*/ 43994 h 64838"/>
              <a:gd name="csX4" fmla="*/ 48532 w 95653"/>
              <a:gd name="csY4" fmla="*/ 43994 h 64838"/>
              <a:gd name="csX5" fmla="*/ 36926 w 95653"/>
              <a:gd name="csY5" fmla="*/ 44510 h 64838"/>
              <a:gd name="csX6" fmla="*/ 28785 w 95653"/>
              <a:gd name="csY6" fmla="*/ 36765 h 64838"/>
              <a:gd name="csX7" fmla="*/ 27076 w 95653"/>
              <a:gd name="csY7" fmla="*/ 32629 h 64838"/>
              <a:gd name="csX8" fmla="*/ 11500 w 95653"/>
              <a:gd name="csY8" fmla="*/ 28262 h 64838"/>
              <a:gd name="csX9" fmla="*/ 1174 w 95653"/>
              <a:gd name="csY9" fmla="*/ 25068 h 64838"/>
              <a:gd name="csX10" fmla="*/ 31004 w 95653"/>
              <a:gd name="csY10" fmla="*/ 14820 h 64838"/>
              <a:gd name="csX11" fmla="*/ 49970 w 95653"/>
              <a:gd name="csY11" fmla="*/ 6499 h 64838"/>
              <a:gd name="csX12" fmla="*/ 60293 w 95653"/>
              <a:gd name="csY12" fmla="*/ 3207 h 64838"/>
              <a:gd name="csX13" fmla="*/ 79487 w 95653"/>
              <a:gd name="csY13" fmla="*/ 1724 h 64838"/>
              <a:gd name="csX14" fmla="*/ 95469 w 95653"/>
              <a:gd name="csY14" fmla="*/ 24677 h 64838"/>
              <a:gd name="csX15" fmla="*/ 92590 w 95653"/>
              <a:gd name="csY15" fmla="*/ 45837 h 64838"/>
              <a:gd name="csX16" fmla="*/ 88748 w 95653"/>
              <a:gd name="csY16" fmla="*/ 52688 h 64838"/>
              <a:gd name="csX17" fmla="*/ 82592 w 95653"/>
              <a:gd name="csY17" fmla="*/ 62155 h 64838"/>
              <a:gd name="csX18" fmla="*/ 71219 w 95653"/>
              <a:gd name="csY18" fmla="*/ 62506 h 648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95653" h="64838">
                <a:moveTo>
                  <a:pt x="71219" y="62506"/>
                </a:moveTo>
                <a:cubicBezTo>
                  <a:pt x="67412" y="60499"/>
                  <a:pt x="63558" y="56530"/>
                  <a:pt x="62655" y="53685"/>
                </a:cubicBezTo>
                <a:cubicBezTo>
                  <a:pt x="61752" y="50839"/>
                  <a:pt x="59407" y="48511"/>
                  <a:pt x="57443" y="48511"/>
                </a:cubicBezTo>
                <a:cubicBezTo>
                  <a:pt x="55480" y="48511"/>
                  <a:pt x="52689" y="46478"/>
                  <a:pt x="51242" y="43994"/>
                </a:cubicBezTo>
                <a:cubicBezTo>
                  <a:pt x="48736" y="39691"/>
                  <a:pt x="48607" y="39691"/>
                  <a:pt x="48532" y="43994"/>
                </a:cubicBezTo>
                <a:cubicBezTo>
                  <a:pt x="48437" y="49469"/>
                  <a:pt x="48761" y="49455"/>
                  <a:pt x="36926" y="44510"/>
                </a:cubicBezTo>
                <a:cubicBezTo>
                  <a:pt x="30451" y="41804"/>
                  <a:pt x="27814" y="39296"/>
                  <a:pt x="28785" y="36765"/>
                </a:cubicBezTo>
                <a:cubicBezTo>
                  <a:pt x="29575" y="34707"/>
                  <a:pt x="28806" y="32846"/>
                  <a:pt x="27076" y="32629"/>
                </a:cubicBezTo>
                <a:cubicBezTo>
                  <a:pt x="21029" y="31874"/>
                  <a:pt x="18714" y="31225"/>
                  <a:pt x="11500" y="28262"/>
                </a:cubicBezTo>
                <a:cubicBezTo>
                  <a:pt x="7503" y="26621"/>
                  <a:pt x="2857" y="25183"/>
                  <a:pt x="1174" y="25068"/>
                </a:cubicBezTo>
                <a:cubicBezTo>
                  <a:pt x="-4949" y="24646"/>
                  <a:pt x="14045" y="18121"/>
                  <a:pt x="31004" y="14820"/>
                </a:cubicBezTo>
                <a:cubicBezTo>
                  <a:pt x="44060" y="12279"/>
                  <a:pt x="48794" y="10202"/>
                  <a:pt x="49970" y="6499"/>
                </a:cubicBezTo>
                <a:cubicBezTo>
                  <a:pt x="51256" y="2445"/>
                  <a:pt x="53098" y="1858"/>
                  <a:pt x="60293" y="3207"/>
                </a:cubicBezTo>
                <a:cubicBezTo>
                  <a:pt x="65110" y="4111"/>
                  <a:pt x="73747" y="3443"/>
                  <a:pt x="79487" y="1724"/>
                </a:cubicBezTo>
                <a:cubicBezTo>
                  <a:pt x="94315" y="-2719"/>
                  <a:pt x="96385" y="255"/>
                  <a:pt x="95469" y="24677"/>
                </a:cubicBezTo>
                <a:cubicBezTo>
                  <a:pt x="95060" y="35554"/>
                  <a:pt x="93765" y="45076"/>
                  <a:pt x="92590" y="45837"/>
                </a:cubicBezTo>
                <a:cubicBezTo>
                  <a:pt x="91414" y="46598"/>
                  <a:pt x="89686" y="49681"/>
                  <a:pt x="88748" y="52688"/>
                </a:cubicBezTo>
                <a:cubicBezTo>
                  <a:pt x="87811" y="55696"/>
                  <a:pt x="85041" y="59955"/>
                  <a:pt x="82592" y="62155"/>
                </a:cubicBezTo>
                <a:cubicBezTo>
                  <a:pt x="78702" y="65649"/>
                  <a:pt x="77268" y="65693"/>
                  <a:pt x="71219" y="62506"/>
                </a:cubicBezTo>
                <a:close/>
              </a:path>
            </a:pathLst>
          </a:custGeom>
          <a:solidFill>
            <a:srgbClr val="B9B9B9"/>
          </a:solidFill>
          <a:ln w="5163" cap="flat">
            <a:noFill/>
            <a:prstDash val="solid"/>
            <a:miter/>
          </a:ln>
        </p:spPr>
        <p:txBody>
          <a:bodyPr/>
          <a:lstStyle/>
          <a:p>
            <a:endParaRPr lang="es-419" noProof="0" dirty="0"/>
          </a:p>
        </p:txBody>
      </p:sp>
      <p:sp>
        <p:nvSpPr>
          <p:cNvPr id="45" name="Forma libre: forma 44">
            <a:extLst>
              <a:ext uri="{FF2B5EF4-FFF2-40B4-BE49-F238E27FC236}">
                <a16:creationId xmlns:a16="http://schemas.microsoft.com/office/drawing/2014/main" id="{E09AF0FF-868D-E4B6-B743-14C48B124B41}"/>
              </a:ext>
            </a:extLst>
          </p:cNvPr>
          <p:cNvSpPr/>
          <p:nvPr/>
        </p:nvSpPr>
        <p:spPr>
          <a:xfrm>
            <a:off x="1015863" y="2030672"/>
            <a:ext cx="364335" cy="362024"/>
          </a:xfrm>
          <a:custGeom>
            <a:avLst/>
            <a:gdLst>
              <a:gd name="csX0" fmla="*/ 185142 w 364335"/>
              <a:gd name="csY0" fmla="*/ 358570 h 362024"/>
              <a:gd name="csX1" fmla="*/ 187621 w 364335"/>
              <a:gd name="csY1" fmla="*/ 340898 h 362024"/>
              <a:gd name="csX2" fmla="*/ 186283 w 364335"/>
              <a:gd name="csY2" fmla="*/ 320178 h 362024"/>
              <a:gd name="csX3" fmla="*/ 182466 w 364335"/>
              <a:gd name="csY3" fmla="*/ 312528 h 362024"/>
              <a:gd name="csX4" fmla="*/ 160064 w 364335"/>
              <a:gd name="csY4" fmla="*/ 313164 h 362024"/>
              <a:gd name="csX5" fmla="*/ 135394 w 364335"/>
              <a:gd name="csY5" fmla="*/ 318882 h 362024"/>
              <a:gd name="csX6" fmla="*/ 107653 w 364335"/>
              <a:gd name="csY6" fmla="*/ 328620 h 362024"/>
              <a:gd name="csX7" fmla="*/ 77975 w 364335"/>
              <a:gd name="csY7" fmla="*/ 329071 h 362024"/>
              <a:gd name="csX8" fmla="*/ 69734 w 364335"/>
              <a:gd name="csY8" fmla="*/ 324866 h 362024"/>
              <a:gd name="csX9" fmla="*/ 48325 w 364335"/>
              <a:gd name="csY9" fmla="*/ 303007 h 362024"/>
              <a:gd name="csX10" fmla="*/ 38186 w 364335"/>
              <a:gd name="csY10" fmla="*/ 292203 h 362024"/>
              <a:gd name="csX11" fmla="*/ 25184 w 364335"/>
              <a:gd name="csY11" fmla="*/ 273778 h 362024"/>
              <a:gd name="csX12" fmla="*/ 11540 w 364335"/>
              <a:gd name="csY12" fmla="*/ 253016 h 362024"/>
              <a:gd name="csX13" fmla="*/ 9603 w 364335"/>
              <a:gd name="csY13" fmla="*/ 246065 h 362024"/>
              <a:gd name="csX14" fmla="*/ 4075 w 364335"/>
              <a:gd name="csY14" fmla="*/ 230604 h 362024"/>
              <a:gd name="csX15" fmla="*/ 2870 w 364335"/>
              <a:gd name="csY15" fmla="*/ 216903 h 362024"/>
              <a:gd name="csX16" fmla="*/ 19099 w 364335"/>
              <a:gd name="csY16" fmla="*/ 209992 h 362024"/>
              <a:gd name="csX17" fmla="*/ 33857 w 364335"/>
              <a:gd name="csY17" fmla="*/ 202727 h 362024"/>
              <a:gd name="csX18" fmla="*/ 62323 w 364335"/>
              <a:gd name="csY18" fmla="*/ 175142 h 362024"/>
              <a:gd name="csX19" fmla="*/ 75732 w 364335"/>
              <a:gd name="csY19" fmla="*/ 169793 h 362024"/>
              <a:gd name="csX20" fmla="*/ 107485 w 364335"/>
              <a:gd name="csY20" fmla="*/ 178512 h 362024"/>
              <a:gd name="csX21" fmla="*/ 118888 w 364335"/>
              <a:gd name="csY21" fmla="*/ 188952 h 362024"/>
              <a:gd name="csX22" fmla="*/ 122369 w 364335"/>
              <a:gd name="csY22" fmla="*/ 177011 h 362024"/>
              <a:gd name="csX23" fmla="*/ 128391 w 364335"/>
              <a:gd name="csY23" fmla="*/ 163500 h 362024"/>
              <a:gd name="csX24" fmla="*/ 127169 w 364335"/>
              <a:gd name="csY24" fmla="*/ 147778 h 362024"/>
              <a:gd name="csX25" fmla="*/ 130389 w 364335"/>
              <a:gd name="csY25" fmla="*/ 138750 h 362024"/>
              <a:gd name="csX26" fmla="*/ 147714 w 364335"/>
              <a:gd name="csY26" fmla="*/ 129037 h 362024"/>
              <a:gd name="csX27" fmla="*/ 142395 w 364335"/>
              <a:gd name="csY27" fmla="*/ 116273 h 362024"/>
              <a:gd name="csX28" fmla="*/ 138322 w 364335"/>
              <a:gd name="csY28" fmla="*/ 100445 h 362024"/>
              <a:gd name="csX29" fmla="*/ 132219 w 364335"/>
              <a:gd name="csY29" fmla="*/ 77384 h 362024"/>
              <a:gd name="csX30" fmla="*/ 123182 w 364335"/>
              <a:gd name="csY30" fmla="*/ 67380 h 362024"/>
              <a:gd name="csX31" fmla="*/ 127316 w 364335"/>
              <a:gd name="csY31" fmla="*/ 49072 h 362024"/>
              <a:gd name="csX32" fmla="*/ 149002 w 364335"/>
              <a:gd name="csY32" fmla="*/ 26791 h 362024"/>
              <a:gd name="csX33" fmla="*/ 156308 w 364335"/>
              <a:gd name="csY33" fmla="*/ 19245 h 362024"/>
              <a:gd name="csX34" fmla="*/ 153995 w 364335"/>
              <a:gd name="csY34" fmla="*/ 9825 h 362024"/>
              <a:gd name="csX35" fmla="*/ 161050 w 364335"/>
              <a:gd name="csY35" fmla="*/ 76 h 362024"/>
              <a:gd name="csX36" fmla="*/ 166583 w 364335"/>
              <a:gd name="csY36" fmla="*/ 7348 h 362024"/>
              <a:gd name="csX37" fmla="*/ 154998 w 364335"/>
              <a:gd name="csY37" fmla="*/ 39300 h 362024"/>
              <a:gd name="csX38" fmla="*/ 157050 w 364335"/>
              <a:gd name="csY38" fmla="*/ 45546 h 362024"/>
              <a:gd name="csX39" fmla="*/ 169737 w 364335"/>
              <a:gd name="csY39" fmla="*/ 24492 h 362024"/>
              <a:gd name="csX40" fmla="*/ 176182 w 364335"/>
              <a:gd name="csY40" fmla="*/ 20317 h 362024"/>
              <a:gd name="csX41" fmla="*/ 177678 w 364335"/>
              <a:gd name="csY41" fmla="*/ 26406 h 362024"/>
              <a:gd name="csX42" fmla="*/ 173510 w 364335"/>
              <a:gd name="csY42" fmla="*/ 43871 h 362024"/>
              <a:gd name="csX43" fmla="*/ 171706 w 364335"/>
              <a:gd name="csY43" fmla="*/ 58451 h 362024"/>
              <a:gd name="csX44" fmla="*/ 179820 w 364335"/>
              <a:gd name="csY44" fmla="*/ 60233 h 362024"/>
              <a:gd name="csX45" fmla="*/ 195468 w 364335"/>
              <a:gd name="csY45" fmla="*/ 47665 h 362024"/>
              <a:gd name="csX46" fmla="*/ 212893 w 364335"/>
              <a:gd name="csY46" fmla="*/ 36256 h 362024"/>
              <a:gd name="csX47" fmla="*/ 215787 w 364335"/>
              <a:gd name="csY47" fmla="*/ 59322 h 362024"/>
              <a:gd name="csX48" fmla="*/ 202515 w 364335"/>
              <a:gd name="csY48" fmla="*/ 73785 h 362024"/>
              <a:gd name="csX49" fmla="*/ 193598 w 364335"/>
              <a:gd name="csY49" fmla="*/ 76402 h 362024"/>
              <a:gd name="csX50" fmla="*/ 196544 w 364335"/>
              <a:gd name="csY50" fmla="*/ 79629 h 362024"/>
              <a:gd name="csX51" fmla="*/ 200631 w 364335"/>
              <a:gd name="csY51" fmla="*/ 82161 h 362024"/>
              <a:gd name="csX52" fmla="*/ 183851 w 364335"/>
              <a:gd name="csY52" fmla="*/ 86694 h 362024"/>
              <a:gd name="csX53" fmla="*/ 179447 w 364335"/>
              <a:gd name="csY53" fmla="*/ 90600 h 362024"/>
              <a:gd name="csX54" fmla="*/ 177337 w 364335"/>
              <a:gd name="csY54" fmla="*/ 95117 h 362024"/>
              <a:gd name="csX55" fmla="*/ 175970 w 364335"/>
              <a:gd name="csY55" fmla="*/ 99847 h 362024"/>
              <a:gd name="csX56" fmla="*/ 172279 w 364335"/>
              <a:gd name="csY56" fmla="*/ 109275 h 362024"/>
              <a:gd name="csX57" fmla="*/ 162736 w 364335"/>
              <a:gd name="csY57" fmla="*/ 127778 h 362024"/>
              <a:gd name="csX58" fmla="*/ 154984 w 364335"/>
              <a:gd name="csY58" fmla="*/ 141584 h 362024"/>
              <a:gd name="csX59" fmla="*/ 157382 w 364335"/>
              <a:gd name="csY59" fmla="*/ 150820 h 362024"/>
              <a:gd name="csX60" fmla="*/ 166003 w 364335"/>
              <a:gd name="csY60" fmla="*/ 156522 h 362024"/>
              <a:gd name="csX61" fmla="*/ 178921 w 364335"/>
              <a:gd name="csY61" fmla="*/ 158229 h 362024"/>
              <a:gd name="csX62" fmla="*/ 200631 w 364335"/>
              <a:gd name="csY62" fmla="*/ 155851 h 362024"/>
              <a:gd name="csX63" fmla="*/ 253127 w 364335"/>
              <a:gd name="csY63" fmla="*/ 145110 h 362024"/>
              <a:gd name="csX64" fmla="*/ 260004 w 364335"/>
              <a:gd name="csY64" fmla="*/ 117060 h 362024"/>
              <a:gd name="csX65" fmla="*/ 261186 w 364335"/>
              <a:gd name="csY65" fmla="*/ 105023 h 362024"/>
              <a:gd name="csX66" fmla="*/ 280779 w 364335"/>
              <a:gd name="csY66" fmla="*/ 107831 h 362024"/>
              <a:gd name="csX67" fmla="*/ 316123 w 364335"/>
              <a:gd name="csY67" fmla="*/ 101238 h 362024"/>
              <a:gd name="csX68" fmla="*/ 332436 w 364335"/>
              <a:gd name="csY68" fmla="*/ 86525 h 362024"/>
              <a:gd name="csX69" fmla="*/ 340656 w 364335"/>
              <a:gd name="csY69" fmla="*/ 79224 h 362024"/>
              <a:gd name="csX70" fmla="*/ 348855 w 364335"/>
              <a:gd name="csY70" fmla="*/ 87171 h 362024"/>
              <a:gd name="csX71" fmla="*/ 361269 w 364335"/>
              <a:gd name="csY71" fmla="*/ 95117 h 362024"/>
              <a:gd name="csX72" fmla="*/ 363171 w 364335"/>
              <a:gd name="csY72" fmla="*/ 103178 h 362024"/>
              <a:gd name="csX73" fmla="*/ 356290 w 364335"/>
              <a:gd name="csY73" fmla="*/ 118022 h 362024"/>
              <a:gd name="csX74" fmla="*/ 352528 w 364335"/>
              <a:gd name="csY74" fmla="*/ 135380 h 362024"/>
              <a:gd name="csX75" fmla="*/ 345616 w 364335"/>
              <a:gd name="csY75" fmla="*/ 149152 h 362024"/>
              <a:gd name="csX76" fmla="*/ 336399 w 364335"/>
              <a:gd name="csY76" fmla="*/ 158318 h 362024"/>
              <a:gd name="csX77" fmla="*/ 325505 w 364335"/>
              <a:gd name="csY77" fmla="*/ 175523 h 362024"/>
              <a:gd name="csX78" fmla="*/ 315430 w 364335"/>
              <a:gd name="csY78" fmla="*/ 204352 h 362024"/>
              <a:gd name="csX79" fmla="*/ 313994 w 364335"/>
              <a:gd name="csY79" fmla="*/ 218773 h 362024"/>
              <a:gd name="csX80" fmla="*/ 296375 w 364335"/>
              <a:gd name="csY80" fmla="*/ 228175 h 362024"/>
              <a:gd name="csX81" fmla="*/ 265231 w 364335"/>
              <a:gd name="csY81" fmla="*/ 238311 h 362024"/>
              <a:gd name="csX82" fmla="*/ 244951 w 364335"/>
              <a:gd name="csY82" fmla="*/ 244768 h 362024"/>
              <a:gd name="csX83" fmla="*/ 219261 w 364335"/>
              <a:gd name="csY83" fmla="*/ 258588 h 362024"/>
              <a:gd name="csX84" fmla="*/ 224662 w 364335"/>
              <a:gd name="csY84" fmla="*/ 270643 h 362024"/>
              <a:gd name="csX85" fmla="*/ 242353 w 364335"/>
              <a:gd name="csY85" fmla="*/ 274944 h 362024"/>
              <a:gd name="csX86" fmla="*/ 251900 w 364335"/>
              <a:gd name="csY86" fmla="*/ 285801 h 362024"/>
              <a:gd name="csX87" fmla="*/ 252381 w 364335"/>
              <a:gd name="csY87" fmla="*/ 304719 h 362024"/>
              <a:gd name="csX88" fmla="*/ 261267 w 364335"/>
              <a:gd name="csY88" fmla="*/ 315608 h 362024"/>
              <a:gd name="csX89" fmla="*/ 268876 w 364335"/>
              <a:gd name="csY89" fmla="*/ 316858 h 362024"/>
              <a:gd name="csX90" fmla="*/ 252027 w 364335"/>
              <a:gd name="csY90" fmla="*/ 336142 h 362024"/>
              <a:gd name="csX91" fmla="*/ 230251 w 364335"/>
              <a:gd name="csY91" fmla="*/ 349333 h 362024"/>
              <a:gd name="csX92" fmla="*/ 209844 w 364335"/>
              <a:gd name="csY92" fmla="*/ 359530 h 362024"/>
              <a:gd name="csX93" fmla="*/ 194478 w 364335"/>
              <a:gd name="csY93" fmla="*/ 360594 h 362024"/>
              <a:gd name="csX94" fmla="*/ 185142 w 364335"/>
              <a:gd name="csY94" fmla="*/ 358570 h 362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364335" h="362024">
                <a:moveTo>
                  <a:pt x="185142" y="358570"/>
                </a:moveTo>
                <a:cubicBezTo>
                  <a:pt x="185142" y="356038"/>
                  <a:pt x="186257" y="348086"/>
                  <a:pt x="187621" y="340898"/>
                </a:cubicBezTo>
                <a:cubicBezTo>
                  <a:pt x="189559" y="330679"/>
                  <a:pt x="189267" y="326160"/>
                  <a:pt x="186283" y="320178"/>
                </a:cubicBezTo>
                <a:lnTo>
                  <a:pt x="182466" y="312528"/>
                </a:lnTo>
                <a:lnTo>
                  <a:pt x="160064" y="313164"/>
                </a:lnTo>
                <a:cubicBezTo>
                  <a:pt x="140617" y="313716"/>
                  <a:pt x="137363" y="314470"/>
                  <a:pt x="135394" y="318882"/>
                </a:cubicBezTo>
                <a:cubicBezTo>
                  <a:pt x="133601" y="322902"/>
                  <a:pt x="127800" y="324938"/>
                  <a:pt x="107653" y="328620"/>
                </a:cubicBezTo>
                <a:cubicBezTo>
                  <a:pt x="84116" y="332921"/>
                  <a:pt x="81860" y="332955"/>
                  <a:pt x="77975" y="329071"/>
                </a:cubicBezTo>
                <a:cubicBezTo>
                  <a:pt x="75663" y="326758"/>
                  <a:pt x="71954" y="324866"/>
                  <a:pt x="69734" y="324866"/>
                </a:cubicBezTo>
                <a:cubicBezTo>
                  <a:pt x="64790" y="324866"/>
                  <a:pt x="53564" y="313404"/>
                  <a:pt x="48325" y="303007"/>
                </a:cubicBezTo>
                <a:cubicBezTo>
                  <a:pt x="46195" y="298781"/>
                  <a:pt x="41633" y="293919"/>
                  <a:pt x="38186" y="292203"/>
                </a:cubicBezTo>
                <a:cubicBezTo>
                  <a:pt x="31831" y="289039"/>
                  <a:pt x="25350" y="279856"/>
                  <a:pt x="25184" y="273778"/>
                </a:cubicBezTo>
                <a:cubicBezTo>
                  <a:pt x="25085" y="270192"/>
                  <a:pt x="14730" y="254434"/>
                  <a:pt x="11540" y="253016"/>
                </a:cubicBezTo>
                <a:cubicBezTo>
                  <a:pt x="10475" y="252543"/>
                  <a:pt x="9603" y="249415"/>
                  <a:pt x="9603" y="246065"/>
                </a:cubicBezTo>
                <a:cubicBezTo>
                  <a:pt x="9603" y="242715"/>
                  <a:pt x="7116" y="235757"/>
                  <a:pt x="4075" y="230604"/>
                </a:cubicBezTo>
                <a:cubicBezTo>
                  <a:pt x="-1096" y="221839"/>
                  <a:pt x="-1174" y="220953"/>
                  <a:pt x="2870" y="216903"/>
                </a:cubicBezTo>
                <a:cubicBezTo>
                  <a:pt x="5247" y="214522"/>
                  <a:pt x="12551" y="211412"/>
                  <a:pt x="19099" y="209992"/>
                </a:cubicBezTo>
                <a:cubicBezTo>
                  <a:pt x="25650" y="208572"/>
                  <a:pt x="32288" y="205304"/>
                  <a:pt x="33857" y="202727"/>
                </a:cubicBezTo>
                <a:cubicBezTo>
                  <a:pt x="40254" y="192222"/>
                  <a:pt x="57879" y="175142"/>
                  <a:pt x="62323" y="175142"/>
                </a:cubicBezTo>
                <a:cubicBezTo>
                  <a:pt x="64938" y="175142"/>
                  <a:pt x="70972" y="172735"/>
                  <a:pt x="75732" y="169793"/>
                </a:cubicBezTo>
                <a:cubicBezTo>
                  <a:pt x="86563" y="163099"/>
                  <a:pt x="92402" y="164703"/>
                  <a:pt x="107485" y="178512"/>
                </a:cubicBezTo>
                <a:lnTo>
                  <a:pt x="118888" y="188952"/>
                </a:lnTo>
                <a:lnTo>
                  <a:pt x="122369" y="177011"/>
                </a:lnTo>
                <a:cubicBezTo>
                  <a:pt x="124284" y="170444"/>
                  <a:pt x="126994" y="164364"/>
                  <a:pt x="128391" y="163500"/>
                </a:cubicBezTo>
                <a:cubicBezTo>
                  <a:pt x="132170" y="161165"/>
                  <a:pt x="131464" y="152072"/>
                  <a:pt x="127169" y="147778"/>
                </a:cubicBezTo>
                <a:cubicBezTo>
                  <a:pt x="122214" y="142823"/>
                  <a:pt x="124785" y="135614"/>
                  <a:pt x="130389" y="138750"/>
                </a:cubicBezTo>
                <a:cubicBezTo>
                  <a:pt x="136409" y="142119"/>
                  <a:pt x="145744" y="136885"/>
                  <a:pt x="147714" y="129037"/>
                </a:cubicBezTo>
                <a:cubicBezTo>
                  <a:pt x="149051" y="123709"/>
                  <a:pt x="147940" y="121043"/>
                  <a:pt x="142395" y="116273"/>
                </a:cubicBezTo>
                <a:cubicBezTo>
                  <a:pt x="135828" y="110625"/>
                  <a:pt x="135571" y="109625"/>
                  <a:pt x="138322" y="100445"/>
                </a:cubicBezTo>
                <a:cubicBezTo>
                  <a:pt x="142194" y="87522"/>
                  <a:pt x="142531" y="88798"/>
                  <a:pt x="132219" y="77384"/>
                </a:cubicBezTo>
                <a:lnTo>
                  <a:pt x="123182" y="67380"/>
                </a:lnTo>
                <a:lnTo>
                  <a:pt x="127316" y="49072"/>
                </a:lnTo>
                <a:cubicBezTo>
                  <a:pt x="131667" y="29805"/>
                  <a:pt x="134422" y="26975"/>
                  <a:pt x="149002" y="26791"/>
                </a:cubicBezTo>
                <a:cubicBezTo>
                  <a:pt x="154177" y="26725"/>
                  <a:pt x="155624" y="25231"/>
                  <a:pt x="156308" y="19245"/>
                </a:cubicBezTo>
                <a:cubicBezTo>
                  <a:pt x="156776" y="15139"/>
                  <a:pt x="155736" y="10900"/>
                  <a:pt x="153995" y="9825"/>
                </a:cubicBezTo>
                <a:cubicBezTo>
                  <a:pt x="148346" y="6334"/>
                  <a:pt x="153520" y="-815"/>
                  <a:pt x="161050" y="76"/>
                </a:cubicBezTo>
                <a:cubicBezTo>
                  <a:pt x="168082" y="908"/>
                  <a:pt x="172982" y="7348"/>
                  <a:pt x="166583" y="7348"/>
                </a:cubicBezTo>
                <a:cubicBezTo>
                  <a:pt x="163388" y="7348"/>
                  <a:pt x="159114" y="19135"/>
                  <a:pt x="154998" y="39300"/>
                </a:cubicBezTo>
                <a:cubicBezTo>
                  <a:pt x="153853" y="44911"/>
                  <a:pt x="154355" y="46439"/>
                  <a:pt x="157050" y="45546"/>
                </a:cubicBezTo>
                <a:cubicBezTo>
                  <a:pt x="160851" y="44288"/>
                  <a:pt x="165520" y="36539"/>
                  <a:pt x="169737" y="24492"/>
                </a:cubicBezTo>
                <a:cubicBezTo>
                  <a:pt x="171898" y="18321"/>
                  <a:pt x="172952" y="17637"/>
                  <a:pt x="176182" y="20317"/>
                </a:cubicBezTo>
                <a:cubicBezTo>
                  <a:pt x="178636" y="22355"/>
                  <a:pt x="179182" y="24572"/>
                  <a:pt x="177678" y="26406"/>
                </a:cubicBezTo>
                <a:cubicBezTo>
                  <a:pt x="176378" y="27992"/>
                  <a:pt x="174502" y="35852"/>
                  <a:pt x="173510" y="43871"/>
                </a:cubicBezTo>
                <a:lnTo>
                  <a:pt x="171706" y="58451"/>
                </a:lnTo>
                <a:lnTo>
                  <a:pt x="179820" y="60233"/>
                </a:lnTo>
                <a:cubicBezTo>
                  <a:pt x="190172" y="62507"/>
                  <a:pt x="195468" y="58253"/>
                  <a:pt x="195468" y="47665"/>
                </a:cubicBezTo>
                <a:cubicBezTo>
                  <a:pt x="195468" y="37295"/>
                  <a:pt x="201609" y="33273"/>
                  <a:pt x="212893" y="36256"/>
                </a:cubicBezTo>
                <a:cubicBezTo>
                  <a:pt x="222809" y="38877"/>
                  <a:pt x="222920" y="39758"/>
                  <a:pt x="215787" y="59322"/>
                </a:cubicBezTo>
                <a:cubicBezTo>
                  <a:pt x="210635" y="73452"/>
                  <a:pt x="209804" y="74357"/>
                  <a:pt x="202515" y="73785"/>
                </a:cubicBezTo>
                <a:cubicBezTo>
                  <a:pt x="198132" y="73441"/>
                  <a:pt x="194241" y="74583"/>
                  <a:pt x="193598" y="76402"/>
                </a:cubicBezTo>
                <a:cubicBezTo>
                  <a:pt x="192970" y="78177"/>
                  <a:pt x="194295" y="79629"/>
                  <a:pt x="196544" y="79629"/>
                </a:cubicBezTo>
                <a:cubicBezTo>
                  <a:pt x="198791" y="79629"/>
                  <a:pt x="200631" y="80768"/>
                  <a:pt x="200631" y="82161"/>
                </a:cubicBezTo>
                <a:cubicBezTo>
                  <a:pt x="200631" y="85088"/>
                  <a:pt x="191380" y="87587"/>
                  <a:pt x="183851" y="86694"/>
                </a:cubicBezTo>
                <a:cubicBezTo>
                  <a:pt x="180197" y="86261"/>
                  <a:pt x="178910" y="87403"/>
                  <a:pt x="179447" y="90600"/>
                </a:cubicBezTo>
                <a:cubicBezTo>
                  <a:pt x="179864" y="93084"/>
                  <a:pt x="178915" y="95117"/>
                  <a:pt x="177337" y="95117"/>
                </a:cubicBezTo>
                <a:cubicBezTo>
                  <a:pt x="175731" y="95117"/>
                  <a:pt x="175129" y="97199"/>
                  <a:pt x="175970" y="99847"/>
                </a:cubicBezTo>
                <a:cubicBezTo>
                  <a:pt x="176899" y="102775"/>
                  <a:pt x="175493" y="106367"/>
                  <a:pt x="172279" y="109275"/>
                </a:cubicBezTo>
                <a:cubicBezTo>
                  <a:pt x="169424" y="111859"/>
                  <a:pt x="165130" y="120185"/>
                  <a:pt x="162736" y="127778"/>
                </a:cubicBezTo>
                <a:cubicBezTo>
                  <a:pt x="160343" y="135371"/>
                  <a:pt x="156854" y="141584"/>
                  <a:pt x="154984" y="141584"/>
                </a:cubicBezTo>
                <a:cubicBezTo>
                  <a:pt x="149300" y="141584"/>
                  <a:pt x="151188" y="148854"/>
                  <a:pt x="157382" y="150820"/>
                </a:cubicBezTo>
                <a:cubicBezTo>
                  <a:pt x="160571" y="151832"/>
                  <a:pt x="164451" y="154398"/>
                  <a:pt x="166003" y="156522"/>
                </a:cubicBezTo>
                <a:cubicBezTo>
                  <a:pt x="168191" y="159513"/>
                  <a:pt x="171101" y="159898"/>
                  <a:pt x="178921" y="158229"/>
                </a:cubicBezTo>
                <a:cubicBezTo>
                  <a:pt x="184472" y="157045"/>
                  <a:pt x="194242" y="155975"/>
                  <a:pt x="200631" y="155851"/>
                </a:cubicBezTo>
                <a:cubicBezTo>
                  <a:pt x="239506" y="155102"/>
                  <a:pt x="240586" y="154881"/>
                  <a:pt x="253127" y="145110"/>
                </a:cubicBezTo>
                <a:cubicBezTo>
                  <a:pt x="266671" y="134558"/>
                  <a:pt x="268972" y="125175"/>
                  <a:pt x="260004" y="117060"/>
                </a:cubicBezTo>
                <a:cubicBezTo>
                  <a:pt x="253254" y="110951"/>
                  <a:pt x="253492" y="108529"/>
                  <a:pt x="261186" y="105023"/>
                </a:cubicBezTo>
                <a:cubicBezTo>
                  <a:pt x="266361" y="102665"/>
                  <a:pt x="269974" y="103183"/>
                  <a:pt x="280779" y="107831"/>
                </a:cubicBezTo>
                <a:cubicBezTo>
                  <a:pt x="296129" y="114435"/>
                  <a:pt x="303140" y="113127"/>
                  <a:pt x="316123" y="101238"/>
                </a:cubicBezTo>
                <a:cubicBezTo>
                  <a:pt x="320574" y="97162"/>
                  <a:pt x="327915" y="90541"/>
                  <a:pt x="332436" y="86525"/>
                </a:cubicBezTo>
                <a:lnTo>
                  <a:pt x="340656" y="79224"/>
                </a:lnTo>
                <a:lnTo>
                  <a:pt x="348855" y="87171"/>
                </a:lnTo>
                <a:cubicBezTo>
                  <a:pt x="353365" y="91541"/>
                  <a:pt x="358951" y="95117"/>
                  <a:pt x="361269" y="95117"/>
                </a:cubicBezTo>
                <a:cubicBezTo>
                  <a:pt x="364761" y="95117"/>
                  <a:pt x="365087" y="96499"/>
                  <a:pt x="363171" y="103178"/>
                </a:cubicBezTo>
                <a:cubicBezTo>
                  <a:pt x="361900" y="107612"/>
                  <a:pt x="358803" y="114292"/>
                  <a:pt x="356290" y="118022"/>
                </a:cubicBezTo>
                <a:cubicBezTo>
                  <a:pt x="353286" y="122482"/>
                  <a:pt x="351997" y="128425"/>
                  <a:pt x="352528" y="135380"/>
                </a:cubicBezTo>
                <a:cubicBezTo>
                  <a:pt x="353262" y="145010"/>
                  <a:pt x="352644" y="146241"/>
                  <a:pt x="345616" y="149152"/>
                </a:cubicBezTo>
                <a:cubicBezTo>
                  <a:pt x="341239" y="150965"/>
                  <a:pt x="337248" y="154934"/>
                  <a:pt x="336399" y="158318"/>
                </a:cubicBezTo>
                <a:cubicBezTo>
                  <a:pt x="335575" y="161601"/>
                  <a:pt x="330673" y="169343"/>
                  <a:pt x="325505" y="175523"/>
                </a:cubicBezTo>
                <a:cubicBezTo>
                  <a:pt x="311850" y="191852"/>
                  <a:pt x="310247" y="196441"/>
                  <a:pt x="315430" y="204352"/>
                </a:cubicBezTo>
                <a:cubicBezTo>
                  <a:pt x="319567" y="210666"/>
                  <a:pt x="319502" y="211324"/>
                  <a:pt x="313994" y="218773"/>
                </a:cubicBezTo>
                <a:cubicBezTo>
                  <a:pt x="309522" y="224822"/>
                  <a:pt x="305556" y="226939"/>
                  <a:pt x="296375" y="228175"/>
                </a:cubicBezTo>
                <a:cubicBezTo>
                  <a:pt x="280209" y="230353"/>
                  <a:pt x="268738" y="234086"/>
                  <a:pt x="265231" y="238311"/>
                </a:cubicBezTo>
                <a:cubicBezTo>
                  <a:pt x="263619" y="240253"/>
                  <a:pt x="254493" y="243158"/>
                  <a:pt x="244951" y="244768"/>
                </a:cubicBezTo>
                <a:cubicBezTo>
                  <a:pt x="224827" y="248162"/>
                  <a:pt x="223542" y="248854"/>
                  <a:pt x="219261" y="258588"/>
                </a:cubicBezTo>
                <a:cubicBezTo>
                  <a:pt x="215450" y="267254"/>
                  <a:pt x="216976" y="270661"/>
                  <a:pt x="224662" y="270643"/>
                </a:cubicBezTo>
                <a:cubicBezTo>
                  <a:pt x="227772" y="270636"/>
                  <a:pt x="235733" y="272571"/>
                  <a:pt x="242353" y="274944"/>
                </a:cubicBezTo>
                <a:cubicBezTo>
                  <a:pt x="253677" y="279002"/>
                  <a:pt x="254241" y="279644"/>
                  <a:pt x="251900" y="285801"/>
                </a:cubicBezTo>
                <a:cubicBezTo>
                  <a:pt x="250237" y="290175"/>
                  <a:pt x="250396" y="296447"/>
                  <a:pt x="252381" y="304719"/>
                </a:cubicBezTo>
                <a:cubicBezTo>
                  <a:pt x="255038" y="315794"/>
                  <a:pt x="255971" y="316937"/>
                  <a:pt x="261267" y="315608"/>
                </a:cubicBezTo>
                <a:cubicBezTo>
                  <a:pt x="264522" y="314791"/>
                  <a:pt x="267946" y="315353"/>
                  <a:pt x="268876" y="316858"/>
                </a:cubicBezTo>
                <a:cubicBezTo>
                  <a:pt x="271618" y="321295"/>
                  <a:pt x="260047" y="334538"/>
                  <a:pt x="252027" y="336142"/>
                </a:cubicBezTo>
                <a:cubicBezTo>
                  <a:pt x="247958" y="336956"/>
                  <a:pt x="238159" y="342892"/>
                  <a:pt x="230251" y="349333"/>
                </a:cubicBezTo>
                <a:cubicBezTo>
                  <a:pt x="219279" y="358270"/>
                  <a:pt x="214445" y="360685"/>
                  <a:pt x="209844" y="359530"/>
                </a:cubicBezTo>
                <a:cubicBezTo>
                  <a:pt x="206527" y="358698"/>
                  <a:pt x="199613" y="359176"/>
                  <a:pt x="194478" y="360594"/>
                </a:cubicBezTo>
                <a:cubicBezTo>
                  <a:pt x="186278" y="362858"/>
                  <a:pt x="185142" y="362612"/>
                  <a:pt x="185142" y="358570"/>
                </a:cubicBezTo>
                <a:close/>
              </a:path>
            </a:pathLst>
          </a:custGeom>
          <a:solidFill>
            <a:srgbClr val="B9B9B9"/>
          </a:solidFill>
          <a:ln w="5163" cap="flat">
            <a:noFill/>
            <a:prstDash val="solid"/>
            <a:miter/>
          </a:ln>
        </p:spPr>
        <p:txBody>
          <a:bodyPr/>
          <a:lstStyle/>
          <a:p>
            <a:endParaRPr lang="es-419" noProof="0" dirty="0"/>
          </a:p>
        </p:txBody>
      </p:sp>
      <p:sp>
        <p:nvSpPr>
          <p:cNvPr id="46" name="Forma libre: forma 45">
            <a:extLst>
              <a:ext uri="{FF2B5EF4-FFF2-40B4-BE49-F238E27FC236}">
                <a16:creationId xmlns:a16="http://schemas.microsoft.com/office/drawing/2014/main" id="{C14BC506-7868-B181-12AE-A7EDE5932D4D}"/>
              </a:ext>
            </a:extLst>
          </p:cNvPr>
          <p:cNvSpPr/>
          <p:nvPr/>
        </p:nvSpPr>
        <p:spPr>
          <a:xfrm>
            <a:off x="1331227" y="2128697"/>
            <a:ext cx="198884" cy="167193"/>
          </a:xfrm>
          <a:custGeom>
            <a:avLst/>
            <a:gdLst>
              <a:gd name="csX0" fmla="*/ 102761 w 198884"/>
              <a:gd name="csY0" fmla="*/ 161938 h 167193"/>
              <a:gd name="csX1" fmla="*/ 88269 w 198884"/>
              <a:gd name="csY1" fmla="*/ 157454 h 167193"/>
              <a:gd name="csX2" fmla="*/ 69481 w 198884"/>
              <a:gd name="csY2" fmla="*/ 161146 h 167193"/>
              <a:gd name="csX3" fmla="*/ 60039 w 198884"/>
              <a:gd name="csY3" fmla="*/ 160242 h 167193"/>
              <a:gd name="csX4" fmla="*/ 55236 w 198884"/>
              <a:gd name="csY4" fmla="*/ 148107 h 167193"/>
              <a:gd name="csX5" fmla="*/ 50480 w 198884"/>
              <a:gd name="csY5" fmla="*/ 138608 h 167193"/>
              <a:gd name="csX6" fmla="*/ 28907 w 198884"/>
              <a:gd name="csY6" fmla="*/ 140363 h 167193"/>
              <a:gd name="csX7" fmla="*/ 11289 w 198884"/>
              <a:gd name="csY7" fmla="*/ 137781 h 167193"/>
              <a:gd name="csX8" fmla="*/ 6827 w 198884"/>
              <a:gd name="csY8" fmla="*/ 131288 h 167193"/>
              <a:gd name="csX9" fmla="*/ 1775 w 198884"/>
              <a:gd name="csY9" fmla="*/ 129012 h 167193"/>
              <a:gd name="csX10" fmla="*/ 4158 w 198884"/>
              <a:gd name="csY10" fmla="*/ 118778 h 167193"/>
              <a:gd name="csX11" fmla="*/ 5752 w 198884"/>
              <a:gd name="csY11" fmla="*/ 106007 h 167193"/>
              <a:gd name="csX12" fmla="*/ 11789 w 198884"/>
              <a:gd name="csY12" fmla="*/ 81269 h 167193"/>
              <a:gd name="csX13" fmla="*/ 23630 w 198884"/>
              <a:gd name="csY13" fmla="*/ 62821 h 167193"/>
              <a:gd name="csX14" fmla="*/ 32410 w 198884"/>
              <a:gd name="csY14" fmla="*/ 53884 h 167193"/>
              <a:gd name="csX15" fmla="*/ 41084 w 198884"/>
              <a:gd name="csY15" fmla="*/ 33929 h 167193"/>
              <a:gd name="csX16" fmla="*/ 44790 w 198884"/>
              <a:gd name="csY16" fmla="*/ 21065 h 167193"/>
              <a:gd name="csX17" fmla="*/ 50866 w 198884"/>
              <a:gd name="csY17" fmla="*/ 7384 h 167193"/>
              <a:gd name="csX18" fmla="*/ 69085 w 198884"/>
              <a:gd name="csY18" fmla="*/ 3371 h 167193"/>
              <a:gd name="csX19" fmla="*/ 83968 w 198884"/>
              <a:gd name="csY19" fmla="*/ 7430 h 167193"/>
              <a:gd name="csX20" fmla="*/ 103250 w 198884"/>
              <a:gd name="csY20" fmla="*/ 16788 h 167193"/>
              <a:gd name="csX21" fmla="*/ 120904 w 198884"/>
              <a:gd name="csY21" fmla="*/ 28277 h 167193"/>
              <a:gd name="csX22" fmla="*/ 134887 w 198884"/>
              <a:gd name="csY22" fmla="*/ 23438 h 167193"/>
              <a:gd name="csX23" fmla="*/ 159058 w 198884"/>
              <a:gd name="csY23" fmla="*/ 20032 h 167193"/>
              <a:gd name="csX24" fmla="*/ 176483 w 198884"/>
              <a:gd name="csY24" fmla="*/ 28515 h 167193"/>
              <a:gd name="csX25" fmla="*/ 192460 w 198884"/>
              <a:gd name="csY25" fmla="*/ 37014 h 167193"/>
              <a:gd name="csX26" fmla="*/ 196332 w 198884"/>
              <a:gd name="csY26" fmla="*/ 44480 h 167193"/>
              <a:gd name="csX27" fmla="*/ 196153 w 198884"/>
              <a:gd name="csY27" fmla="*/ 52404 h 167193"/>
              <a:gd name="csX28" fmla="*/ 187288 w 198884"/>
              <a:gd name="csY28" fmla="*/ 53879 h 167193"/>
              <a:gd name="csX29" fmla="*/ 174390 w 198884"/>
              <a:gd name="csY29" fmla="*/ 56149 h 167193"/>
              <a:gd name="csX30" fmla="*/ 170518 w 198884"/>
              <a:gd name="csY30" fmla="*/ 64210 h 167193"/>
              <a:gd name="csX31" fmla="*/ 166645 w 198884"/>
              <a:gd name="csY31" fmla="*/ 72206 h 167193"/>
              <a:gd name="csX32" fmla="*/ 158901 w 198884"/>
              <a:gd name="csY32" fmla="*/ 75439 h 167193"/>
              <a:gd name="csX33" fmla="*/ 151157 w 198884"/>
              <a:gd name="csY33" fmla="*/ 76992 h 167193"/>
              <a:gd name="csX34" fmla="*/ 142182 w 198884"/>
              <a:gd name="csY34" fmla="*/ 79321 h 167193"/>
              <a:gd name="csX35" fmla="*/ 127056 w 198884"/>
              <a:gd name="csY35" fmla="*/ 97769 h 167193"/>
              <a:gd name="csX36" fmla="*/ 130544 w 198884"/>
              <a:gd name="csY36" fmla="*/ 109385 h 167193"/>
              <a:gd name="csX37" fmla="*/ 134269 w 198884"/>
              <a:gd name="csY37" fmla="*/ 120288 h 167193"/>
              <a:gd name="csX38" fmla="*/ 148765 w 198884"/>
              <a:gd name="csY38" fmla="*/ 140043 h 167193"/>
              <a:gd name="csX39" fmla="*/ 155377 w 198884"/>
              <a:gd name="csY39" fmla="*/ 157142 h 167193"/>
              <a:gd name="csX40" fmla="*/ 143045 w 198884"/>
              <a:gd name="csY40" fmla="*/ 162040 h 167193"/>
              <a:gd name="csX41" fmla="*/ 102761 w 198884"/>
              <a:gd name="csY41" fmla="*/ 161938 h 167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Lst>
            <a:rect l="l" t="t" r="r" b="b"/>
            <a:pathLst>
              <a:path w="198884" h="167193">
                <a:moveTo>
                  <a:pt x="102761" y="161938"/>
                </a:moveTo>
                <a:cubicBezTo>
                  <a:pt x="101767" y="158136"/>
                  <a:pt x="99022" y="157287"/>
                  <a:pt x="88269" y="157454"/>
                </a:cubicBezTo>
                <a:cubicBezTo>
                  <a:pt x="80973" y="157567"/>
                  <a:pt x="72518" y="159228"/>
                  <a:pt x="69481" y="161146"/>
                </a:cubicBezTo>
                <a:cubicBezTo>
                  <a:pt x="64710" y="164157"/>
                  <a:pt x="63423" y="164033"/>
                  <a:pt x="60039" y="160242"/>
                </a:cubicBezTo>
                <a:cubicBezTo>
                  <a:pt x="57884" y="157827"/>
                  <a:pt x="55723" y="152366"/>
                  <a:pt x="55236" y="148107"/>
                </a:cubicBezTo>
                <a:cubicBezTo>
                  <a:pt x="54750" y="143848"/>
                  <a:pt x="52610" y="139573"/>
                  <a:pt x="50480" y="138608"/>
                </a:cubicBezTo>
                <a:cubicBezTo>
                  <a:pt x="43634" y="135506"/>
                  <a:pt x="32890" y="136379"/>
                  <a:pt x="28907" y="140363"/>
                </a:cubicBezTo>
                <a:cubicBezTo>
                  <a:pt x="22942" y="146328"/>
                  <a:pt x="14628" y="145109"/>
                  <a:pt x="11289" y="137781"/>
                </a:cubicBezTo>
                <a:cubicBezTo>
                  <a:pt x="9671" y="134232"/>
                  <a:pt x="7664" y="131310"/>
                  <a:pt x="6827" y="131288"/>
                </a:cubicBezTo>
                <a:cubicBezTo>
                  <a:pt x="5990" y="131266"/>
                  <a:pt x="3716" y="130242"/>
                  <a:pt x="1775" y="129012"/>
                </a:cubicBezTo>
                <a:cubicBezTo>
                  <a:pt x="-1083" y="127202"/>
                  <a:pt x="-629" y="125253"/>
                  <a:pt x="4158" y="118778"/>
                </a:cubicBezTo>
                <a:cubicBezTo>
                  <a:pt x="9713" y="111264"/>
                  <a:pt x="9810" y="110491"/>
                  <a:pt x="5752" y="106007"/>
                </a:cubicBezTo>
                <a:cubicBezTo>
                  <a:pt x="-610" y="98977"/>
                  <a:pt x="325" y="95142"/>
                  <a:pt x="11789" y="81269"/>
                </a:cubicBezTo>
                <a:cubicBezTo>
                  <a:pt x="17485" y="74376"/>
                  <a:pt x="22814" y="66074"/>
                  <a:pt x="23630" y="62821"/>
                </a:cubicBezTo>
                <a:cubicBezTo>
                  <a:pt x="24447" y="59568"/>
                  <a:pt x="28398" y="55546"/>
                  <a:pt x="32410" y="53884"/>
                </a:cubicBezTo>
                <a:cubicBezTo>
                  <a:pt x="40181" y="50665"/>
                  <a:pt x="43478" y="43081"/>
                  <a:pt x="41084" y="33929"/>
                </a:cubicBezTo>
                <a:cubicBezTo>
                  <a:pt x="40186" y="30493"/>
                  <a:pt x="41619" y="25519"/>
                  <a:pt x="44790" y="21065"/>
                </a:cubicBezTo>
                <a:cubicBezTo>
                  <a:pt x="47634" y="17072"/>
                  <a:pt x="50368" y="10915"/>
                  <a:pt x="50866" y="7384"/>
                </a:cubicBezTo>
                <a:cubicBezTo>
                  <a:pt x="51978" y="-503"/>
                  <a:pt x="60785" y="-2442"/>
                  <a:pt x="69085" y="3371"/>
                </a:cubicBezTo>
                <a:cubicBezTo>
                  <a:pt x="72262" y="5597"/>
                  <a:pt x="78960" y="7424"/>
                  <a:pt x="83968" y="7430"/>
                </a:cubicBezTo>
                <a:cubicBezTo>
                  <a:pt x="90827" y="7440"/>
                  <a:pt x="95585" y="9748"/>
                  <a:pt x="103250" y="16788"/>
                </a:cubicBezTo>
                <a:cubicBezTo>
                  <a:pt x="108847" y="21927"/>
                  <a:pt x="116791" y="27098"/>
                  <a:pt x="120904" y="28277"/>
                </a:cubicBezTo>
                <a:cubicBezTo>
                  <a:pt x="127215" y="30087"/>
                  <a:pt x="129398" y="29332"/>
                  <a:pt x="134887" y="23438"/>
                </a:cubicBezTo>
                <a:cubicBezTo>
                  <a:pt x="142030" y="15767"/>
                  <a:pt x="156507" y="13727"/>
                  <a:pt x="159058" y="20032"/>
                </a:cubicBezTo>
                <a:cubicBezTo>
                  <a:pt x="159855" y="22000"/>
                  <a:pt x="167696" y="25818"/>
                  <a:pt x="176483" y="28515"/>
                </a:cubicBezTo>
                <a:cubicBezTo>
                  <a:pt x="186066" y="31457"/>
                  <a:pt x="192460" y="34858"/>
                  <a:pt x="192460" y="37014"/>
                </a:cubicBezTo>
                <a:cubicBezTo>
                  <a:pt x="192460" y="38991"/>
                  <a:pt x="194203" y="42351"/>
                  <a:pt x="196332" y="44480"/>
                </a:cubicBezTo>
                <a:cubicBezTo>
                  <a:pt x="199774" y="47922"/>
                  <a:pt x="199754" y="48803"/>
                  <a:pt x="196153" y="52404"/>
                </a:cubicBezTo>
                <a:cubicBezTo>
                  <a:pt x="193159" y="55398"/>
                  <a:pt x="190845" y="55783"/>
                  <a:pt x="187288" y="53879"/>
                </a:cubicBezTo>
                <a:cubicBezTo>
                  <a:pt x="179800" y="49872"/>
                  <a:pt x="174390" y="50824"/>
                  <a:pt x="174390" y="56149"/>
                </a:cubicBezTo>
                <a:cubicBezTo>
                  <a:pt x="174390" y="58815"/>
                  <a:pt x="172647" y="62442"/>
                  <a:pt x="170518" y="64210"/>
                </a:cubicBezTo>
                <a:cubicBezTo>
                  <a:pt x="168388" y="65977"/>
                  <a:pt x="166645" y="69575"/>
                  <a:pt x="166645" y="72206"/>
                </a:cubicBezTo>
                <a:cubicBezTo>
                  <a:pt x="166645" y="76143"/>
                  <a:pt x="165276" y="76714"/>
                  <a:pt x="158901" y="75439"/>
                </a:cubicBezTo>
                <a:cubicBezTo>
                  <a:pt x="153734" y="74406"/>
                  <a:pt x="151157" y="74922"/>
                  <a:pt x="151157" y="76992"/>
                </a:cubicBezTo>
                <a:cubicBezTo>
                  <a:pt x="151157" y="78961"/>
                  <a:pt x="147877" y="79812"/>
                  <a:pt x="142182" y="79321"/>
                </a:cubicBezTo>
                <a:cubicBezTo>
                  <a:pt x="130428" y="78308"/>
                  <a:pt x="124889" y="85064"/>
                  <a:pt x="127056" y="97769"/>
                </a:cubicBezTo>
                <a:cubicBezTo>
                  <a:pt x="127904" y="102738"/>
                  <a:pt x="129473" y="107965"/>
                  <a:pt x="130544" y="109385"/>
                </a:cubicBezTo>
                <a:cubicBezTo>
                  <a:pt x="131614" y="110805"/>
                  <a:pt x="133291" y="115711"/>
                  <a:pt x="134269" y="120288"/>
                </a:cubicBezTo>
                <a:cubicBezTo>
                  <a:pt x="135415" y="125645"/>
                  <a:pt x="140578" y="132682"/>
                  <a:pt x="148765" y="140043"/>
                </a:cubicBezTo>
                <a:cubicBezTo>
                  <a:pt x="162833" y="152691"/>
                  <a:pt x="164554" y="157142"/>
                  <a:pt x="155377" y="157142"/>
                </a:cubicBezTo>
                <a:cubicBezTo>
                  <a:pt x="152019" y="157142"/>
                  <a:pt x="146470" y="159346"/>
                  <a:pt x="143045" y="162040"/>
                </a:cubicBezTo>
                <a:cubicBezTo>
                  <a:pt x="134241" y="168966"/>
                  <a:pt x="104579" y="168891"/>
                  <a:pt x="102761" y="161938"/>
                </a:cubicBezTo>
                <a:close/>
              </a:path>
            </a:pathLst>
          </a:custGeom>
          <a:solidFill>
            <a:srgbClr val="B9B9B9"/>
          </a:solidFill>
          <a:ln w="5163" cap="flat">
            <a:noFill/>
            <a:prstDash val="solid"/>
            <a:miter/>
          </a:ln>
        </p:spPr>
        <p:txBody>
          <a:bodyPr/>
          <a:lstStyle/>
          <a:p>
            <a:endParaRPr lang="es-419" noProof="0" dirty="0"/>
          </a:p>
        </p:txBody>
      </p:sp>
      <p:sp>
        <p:nvSpPr>
          <p:cNvPr id="47" name="Forma libre: forma 46">
            <a:extLst>
              <a:ext uri="{FF2B5EF4-FFF2-40B4-BE49-F238E27FC236}">
                <a16:creationId xmlns:a16="http://schemas.microsoft.com/office/drawing/2014/main" id="{A4E88CC8-A04B-F077-3490-91E9E0566B40}"/>
              </a:ext>
            </a:extLst>
          </p:cNvPr>
          <p:cNvSpPr/>
          <p:nvPr/>
        </p:nvSpPr>
        <p:spPr>
          <a:xfrm>
            <a:off x="1461542" y="2144566"/>
            <a:ext cx="129500" cy="144710"/>
          </a:xfrm>
          <a:custGeom>
            <a:avLst/>
            <a:gdLst>
              <a:gd name="csX0" fmla="*/ 39451 w 129500"/>
              <a:gd name="csY0" fmla="*/ 143362 h 144710"/>
              <a:gd name="csX1" fmla="*/ 36297 w 129500"/>
              <a:gd name="csY1" fmla="*/ 137530 h 144710"/>
              <a:gd name="csX2" fmla="*/ 22310 w 129500"/>
              <a:gd name="csY2" fmla="*/ 122582 h 144710"/>
              <a:gd name="csX3" fmla="*/ 6555 w 129500"/>
              <a:gd name="csY3" fmla="*/ 101930 h 144710"/>
              <a:gd name="csX4" fmla="*/ 2723 w 129500"/>
              <a:gd name="csY4" fmla="*/ 90935 h 144710"/>
              <a:gd name="csX5" fmla="*/ 1214 w 129500"/>
              <a:gd name="csY5" fmla="*/ 71343 h 144710"/>
              <a:gd name="csX6" fmla="*/ 12550 w 129500"/>
              <a:gd name="csY6" fmla="*/ 66880 h 144710"/>
              <a:gd name="csX7" fmla="*/ 22940 w 129500"/>
              <a:gd name="csY7" fmla="*/ 63986 h 144710"/>
              <a:gd name="csX8" fmla="*/ 31348 w 129500"/>
              <a:gd name="csY8" fmla="*/ 62963 h 144710"/>
              <a:gd name="csX9" fmla="*/ 38911 w 129500"/>
              <a:gd name="csY9" fmla="*/ 59306 h 144710"/>
              <a:gd name="csX10" fmla="*/ 42783 w 129500"/>
              <a:gd name="csY10" fmla="*/ 50923 h 144710"/>
              <a:gd name="csX11" fmla="*/ 46656 w 129500"/>
              <a:gd name="csY11" fmla="*/ 42586 h 144710"/>
              <a:gd name="csX12" fmla="*/ 51173 w 129500"/>
              <a:gd name="csY12" fmla="*/ 39323 h 144710"/>
              <a:gd name="csX13" fmla="*/ 69566 w 129500"/>
              <a:gd name="csY13" fmla="*/ 37767 h 144710"/>
              <a:gd name="csX14" fmla="*/ 69872 w 129500"/>
              <a:gd name="csY14" fmla="*/ 27120 h 144710"/>
              <a:gd name="csX15" fmla="*/ 67231 w 129500"/>
              <a:gd name="csY15" fmla="*/ 13692 h 144710"/>
              <a:gd name="csX16" fmla="*/ 69736 w 129500"/>
              <a:gd name="csY16" fmla="*/ 7102 h 144710"/>
              <a:gd name="csX17" fmla="*/ 81814 w 129500"/>
              <a:gd name="csY17" fmla="*/ 13524 h 144710"/>
              <a:gd name="csX18" fmla="*/ 100866 w 129500"/>
              <a:gd name="csY18" fmla="*/ 15068 h 144710"/>
              <a:gd name="csX19" fmla="*/ 113355 w 129500"/>
              <a:gd name="csY19" fmla="*/ 326 h 144710"/>
              <a:gd name="csX20" fmla="*/ 116355 w 129500"/>
              <a:gd name="csY20" fmla="*/ 6085 h 144710"/>
              <a:gd name="csX21" fmla="*/ 122928 w 129500"/>
              <a:gd name="csY21" fmla="*/ 21207 h 144710"/>
              <a:gd name="csX22" fmla="*/ 129501 w 129500"/>
              <a:gd name="csY22" fmla="*/ 32422 h 144710"/>
              <a:gd name="csX23" fmla="*/ 122289 w 129500"/>
              <a:gd name="csY23" fmla="*/ 39110 h 144710"/>
              <a:gd name="csX24" fmla="*/ 114210 w 129500"/>
              <a:gd name="csY24" fmla="*/ 43197 h 144710"/>
              <a:gd name="csX25" fmla="*/ 100996 w 129500"/>
              <a:gd name="csY25" fmla="*/ 50277 h 144710"/>
              <a:gd name="csX26" fmla="*/ 91480 w 129500"/>
              <a:gd name="csY26" fmla="*/ 69527 h 144710"/>
              <a:gd name="csX27" fmla="*/ 86825 w 129500"/>
              <a:gd name="csY27" fmla="*/ 82667 h 144710"/>
              <a:gd name="csX28" fmla="*/ 75170 w 129500"/>
              <a:gd name="csY28" fmla="*/ 92424 h 144710"/>
              <a:gd name="csX29" fmla="*/ 62144 w 129500"/>
              <a:gd name="csY29" fmla="*/ 108405 h 144710"/>
              <a:gd name="csX30" fmla="*/ 58272 w 129500"/>
              <a:gd name="csY30" fmla="*/ 119688 h 144710"/>
              <a:gd name="csX31" fmla="*/ 54400 w 129500"/>
              <a:gd name="csY31" fmla="*/ 127352 h 144710"/>
              <a:gd name="csX32" fmla="*/ 52416 w 129500"/>
              <a:gd name="csY32" fmla="*/ 133529 h 144710"/>
              <a:gd name="csX33" fmla="*/ 46503 w 129500"/>
              <a:gd name="csY33" fmla="*/ 140006 h 144710"/>
              <a:gd name="csX34" fmla="*/ 39451 w 129500"/>
              <a:gd name="csY34" fmla="*/ 143362 h 1447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129500" h="144710">
                <a:moveTo>
                  <a:pt x="39451" y="143362"/>
                </a:moveTo>
                <a:cubicBezTo>
                  <a:pt x="37734" y="141645"/>
                  <a:pt x="36315" y="139021"/>
                  <a:pt x="36297" y="137530"/>
                </a:cubicBezTo>
                <a:cubicBezTo>
                  <a:pt x="36279" y="136040"/>
                  <a:pt x="29985" y="129313"/>
                  <a:pt x="22310" y="122582"/>
                </a:cubicBezTo>
                <a:cubicBezTo>
                  <a:pt x="12868" y="114302"/>
                  <a:pt x="7773" y="107623"/>
                  <a:pt x="6555" y="101930"/>
                </a:cubicBezTo>
                <a:cubicBezTo>
                  <a:pt x="5566" y="97303"/>
                  <a:pt x="3842" y="92355"/>
                  <a:pt x="2723" y="90935"/>
                </a:cubicBezTo>
                <a:cubicBezTo>
                  <a:pt x="-91" y="87360"/>
                  <a:pt x="-945" y="76286"/>
                  <a:pt x="1214" y="71343"/>
                </a:cubicBezTo>
                <a:cubicBezTo>
                  <a:pt x="2338" y="68767"/>
                  <a:pt x="6560" y="67105"/>
                  <a:pt x="12550" y="66880"/>
                </a:cubicBezTo>
                <a:cubicBezTo>
                  <a:pt x="17800" y="66683"/>
                  <a:pt x="22476" y="65380"/>
                  <a:pt x="22940" y="63986"/>
                </a:cubicBezTo>
                <a:cubicBezTo>
                  <a:pt x="23405" y="62591"/>
                  <a:pt x="27189" y="62131"/>
                  <a:pt x="31348" y="62963"/>
                </a:cubicBezTo>
                <a:cubicBezTo>
                  <a:pt x="37697" y="64232"/>
                  <a:pt x="38911" y="63645"/>
                  <a:pt x="38911" y="59306"/>
                </a:cubicBezTo>
                <a:cubicBezTo>
                  <a:pt x="38911" y="56463"/>
                  <a:pt x="40654" y="52690"/>
                  <a:pt x="42783" y="50923"/>
                </a:cubicBezTo>
                <a:cubicBezTo>
                  <a:pt x="44913" y="49155"/>
                  <a:pt x="46656" y="45404"/>
                  <a:pt x="46656" y="42586"/>
                </a:cubicBezTo>
                <a:cubicBezTo>
                  <a:pt x="46656" y="38720"/>
                  <a:pt x="47764" y="37919"/>
                  <a:pt x="51173" y="39323"/>
                </a:cubicBezTo>
                <a:cubicBezTo>
                  <a:pt x="61512" y="43579"/>
                  <a:pt x="64377" y="43337"/>
                  <a:pt x="69566" y="37767"/>
                </a:cubicBezTo>
                <a:cubicBezTo>
                  <a:pt x="75009" y="31925"/>
                  <a:pt x="75010" y="31906"/>
                  <a:pt x="69872" y="27120"/>
                </a:cubicBezTo>
                <a:cubicBezTo>
                  <a:pt x="63882" y="21540"/>
                  <a:pt x="64007" y="22172"/>
                  <a:pt x="67231" y="13692"/>
                </a:cubicBezTo>
                <a:lnTo>
                  <a:pt x="69736" y="7102"/>
                </a:lnTo>
                <a:lnTo>
                  <a:pt x="81814" y="13524"/>
                </a:lnTo>
                <a:cubicBezTo>
                  <a:pt x="96277" y="21214"/>
                  <a:pt x="100866" y="21586"/>
                  <a:pt x="100866" y="15068"/>
                </a:cubicBezTo>
                <a:cubicBezTo>
                  <a:pt x="100866" y="8386"/>
                  <a:pt x="109640" y="-1970"/>
                  <a:pt x="113355" y="326"/>
                </a:cubicBezTo>
                <a:cubicBezTo>
                  <a:pt x="115005" y="1346"/>
                  <a:pt x="116355" y="3937"/>
                  <a:pt x="116355" y="6085"/>
                </a:cubicBezTo>
                <a:cubicBezTo>
                  <a:pt x="116355" y="8233"/>
                  <a:pt x="119313" y="15038"/>
                  <a:pt x="122928" y="21207"/>
                </a:cubicBezTo>
                <a:lnTo>
                  <a:pt x="129501" y="32422"/>
                </a:lnTo>
                <a:lnTo>
                  <a:pt x="122289" y="39110"/>
                </a:lnTo>
                <a:cubicBezTo>
                  <a:pt x="118322" y="42788"/>
                  <a:pt x="114687" y="44627"/>
                  <a:pt x="114210" y="43197"/>
                </a:cubicBezTo>
                <a:cubicBezTo>
                  <a:pt x="112111" y="36901"/>
                  <a:pt x="104310" y="41081"/>
                  <a:pt x="100996" y="50277"/>
                </a:cubicBezTo>
                <a:cubicBezTo>
                  <a:pt x="99077" y="55602"/>
                  <a:pt x="94795" y="64264"/>
                  <a:pt x="91480" y="69527"/>
                </a:cubicBezTo>
                <a:cubicBezTo>
                  <a:pt x="88166" y="74789"/>
                  <a:pt x="86071" y="80703"/>
                  <a:pt x="86825" y="82667"/>
                </a:cubicBezTo>
                <a:cubicBezTo>
                  <a:pt x="87734" y="85037"/>
                  <a:pt x="83812" y="88321"/>
                  <a:pt x="75170" y="92424"/>
                </a:cubicBezTo>
                <a:cubicBezTo>
                  <a:pt x="62898" y="98250"/>
                  <a:pt x="62144" y="99174"/>
                  <a:pt x="62144" y="108405"/>
                </a:cubicBezTo>
                <a:cubicBezTo>
                  <a:pt x="62144" y="114732"/>
                  <a:pt x="60773" y="118729"/>
                  <a:pt x="58272" y="119688"/>
                </a:cubicBezTo>
                <a:cubicBezTo>
                  <a:pt x="56143" y="120506"/>
                  <a:pt x="54400" y="123954"/>
                  <a:pt x="54400" y="127352"/>
                </a:cubicBezTo>
                <a:cubicBezTo>
                  <a:pt x="54400" y="130749"/>
                  <a:pt x="53507" y="133529"/>
                  <a:pt x="52416" y="133529"/>
                </a:cubicBezTo>
                <a:cubicBezTo>
                  <a:pt x="51325" y="133529"/>
                  <a:pt x="48664" y="136444"/>
                  <a:pt x="46503" y="140006"/>
                </a:cubicBezTo>
                <a:cubicBezTo>
                  <a:pt x="43429" y="145071"/>
                  <a:pt x="41892" y="145803"/>
                  <a:pt x="39451" y="143362"/>
                </a:cubicBezTo>
                <a:close/>
              </a:path>
            </a:pathLst>
          </a:custGeom>
          <a:solidFill>
            <a:srgbClr val="B9B9B9"/>
          </a:solidFill>
          <a:ln w="5163" cap="flat">
            <a:noFill/>
            <a:prstDash val="solid"/>
            <a:miter/>
          </a:ln>
        </p:spPr>
        <p:txBody>
          <a:bodyPr/>
          <a:lstStyle/>
          <a:p>
            <a:endParaRPr lang="es-419" noProof="0" dirty="0"/>
          </a:p>
        </p:txBody>
      </p:sp>
      <p:sp>
        <p:nvSpPr>
          <p:cNvPr id="48" name="Forma libre: forma 47">
            <a:extLst>
              <a:ext uri="{FF2B5EF4-FFF2-40B4-BE49-F238E27FC236}">
                <a16:creationId xmlns:a16="http://schemas.microsoft.com/office/drawing/2014/main" id="{C0E1B8C4-488D-EE63-E639-7A12D8D2BCCD}"/>
              </a:ext>
            </a:extLst>
          </p:cNvPr>
          <p:cNvSpPr/>
          <p:nvPr/>
        </p:nvSpPr>
        <p:spPr>
          <a:xfrm>
            <a:off x="2333829" y="2099494"/>
            <a:ext cx="245950" cy="186219"/>
          </a:xfrm>
          <a:custGeom>
            <a:avLst/>
            <a:gdLst>
              <a:gd name="csX0" fmla="*/ 63193 w 245950"/>
              <a:gd name="csY0" fmla="*/ 151536 h 186219"/>
              <a:gd name="csX1" fmla="*/ 28715 w 245950"/>
              <a:gd name="csY1" fmla="*/ 120621 h 186219"/>
              <a:gd name="csX2" fmla="*/ 15073 w 245950"/>
              <a:gd name="csY2" fmla="*/ 124390 h 186219"/>
              <a:gd name="csX3" fmla="*/ 5596 w 245950"/>
              <a:gd name="csY3" fmla="*/ 124390 h 186219"/>
              <a:gd name="csX4" fmla="*/ 5596 w 245950"/>
              <a:gd name="csY4" fmla="*/ 107763 h 186219"/>
              <a:gd name="csX5" fmla="*/ 3015 w 245950"/>
              <a:gd name="csY5" fmla="*/ 89541 h 186219"/>
              <a:gd name="csX6" fmla="*/ 11404 w 245950"/>
              <a:gd name="csY6" fmla="*/ 63244 h 186219"/>
              <a:gd name="csX7" fmla="*/ 106611 w 245950"/>
              <a:gd name="csY7" fmla="*/ 25070 h 186219"/>
              <a:gd name="csX8" fmla="*/ 133716 w 245950"/>
              <a:gd name="csY8" fmla="*/ 14252 h 186219"/>
              <a:gd name="csX9" fmla="*/ 160483 w 245950"/>
              <a:gd name="csY9" fmla="*/ 1908 h 186219"/>
              <a:gd name="csX10" fmla="*/ 238554 w 245950"/>
              <a:gd name="csY10" fmla="*/ 11931 h 186219"/>
              <a:gd name="csX11" fmla="*/ 245107 w 245950"/>
              <a:gd name="csY11" fmla="*/ 29136 h 186219"/>
              <a:gd name="csX12" fmla="*/ 240861 w 245950"/>
              <a:gd name="csY12" fmla="*/ 62435 h 186219"/>
              <a:gd name="csX13" fmla="*/ 234529 w 245950"/>
              <a:gd name="csY13" fmla="*/ 81796 h 186219"/>
              <a:gd name="csX14" fmla="*/ 183096 w 245950"/>
              <a:gd name="csY14" fmla="*/ 120518 h 186219"/>
              <a:gd name="csX15" fmla="*/ 112584 w 245950"/>
              <a:gd name="csY15" fmla="*/ 172730 h 186219"/>
              <a:gd name="csX16" fmla="*/ 93505 w 245950"/>
              <a:gd name="csY16" fmla="*/ 186220 h 186219"/>
              <a:gd name="csX17" fmla="*/ 63193 w 245950"/>
              <a:gd name="csY17" fmla="*/ 151536 h 1862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245950" h="186219">
                <a:moveTo>
                  <a:pt x="63193" y="151536"/>
                </a:moveTo>
                <a:cubicBezTo>
                  <a:pt x="35962" y="120379"/>
                  <a:pt x="32456" y="117236"/>
                  <a:pt x="28715" y="120621"/>
                </a:cubicBezTo>
                <a:cubicBezTo>
                  <a:pt x="26425" y="122694"/>
                  <a:pt x="20286" y="124390"/>
                  <a:pt x="15073" y="124390"/>
                </a:cubicBezTo>
                <a:lnTo>
                  <a:pt x="5596" y="124390"/>
                </a:lnTo>
                <a:lnTo>
                  <a:pt x="5596" y="107763"/>
                </a:lnTo>
                <a:cubicBezTo>
                  <a:pt x="5596" y="98618"/>
                  <a:pt x="4435" y="90418"/>
                  <a:pt x="3015" y="89541"/>
                </a:cubicBezTo>
                <a:cubicBezTo>
                  <a:pt x="-3245" y="85672"/>
                  <a:pt x="575" y="73700"/>
                  <a:pt x="11404" y="63244"/>
                </a:cubicBezTo>
                <a:cubicBezTo>
                  <a:pt x="30218" y="45081"/>
                  <a:pt x="67101" y="30293"/>
                  <a:pt x="106611" y="25070"/>
                </a:cubicBezTo>
                <a:cubicBezTo>
                  <a:pt x="113529" y="24155"/>
                  <a:pt x="124948" y="19598"/>
                  <a:pt x="133716" y="14252"/>
                </a:cubicBezTo>
                <a:cubicBezTo>
                  <a:pt x="142049" y="9172"/>
                  <a:pt x="154094" y="3617"/>
                  <a:pt x="160483" y="1908"/>
                </a:cubicBezTo>
                <a:cubicBezTo>
                  <a:pt x="179743" y="-3243"/>
                  <a:pt x="225908" y="2684"/>
                  <a:pt x="238554" y="11931"/>
                </a:cubicBezTo>
                <a:cubicBezTo>
                  <a:pt x="241216" y="13878"/>
                  <a:pt x="243864" y="20830"/>
                  <a:pt x="245107" y="29136"/>
                </a:cubicBezTo>
                <a:cubicBezTo>
                  <a:pt x="246841" y="40720"/>
                  <a:pt x="246124" y="46345"/>
                  <a:pt x="240861" y="62435"/>
                </a:cubicBezTo>
                <a:lnTo>
                  <a:pt x="234529" y="81796"/>
                </a:lnTo>
                <a:lnTo>
                  <a:pt x="183096" y="120518"/>
                </a:lnTo>
                <a:cubicBezTo>
                  <a:pt x="154808" y="141815"/>
                  <a:pt x="123078" y="165310"/>
                  <a:pt x="112584" y="172730"/>
                </a:cubicBezTo>
                <a:lnTo>
                  <a:pt x="93505" y="186220"/>
                </a:lnTo>
                <a:lnTo>
                  <a:pt x="63193" y="151536"/>
                </a:lnTo>
                <a:close/>
              </a:path>
            </a:pathLst>
          </a:custGeom>
          <a:solidFill>
            <a:srgbClr val="B9B9B9"/>
          </a:solidFill>
          <a:ln w="5163" cap="flat">
            <a:noFill/>
            <a:prstDash val="solid"/>
            <a:miter/>
          </a:ln>
        </p:spPr>
        <p:txBody>
          <a:bodyPr/>
          <a:lstStyle/>
          <a:p>
            <a:endParaRPr lang="es-419" noProof="0" dirty="0"/>
          </a:p>
        </p:txBody>
      </p:sp>
      <p:sp>
        <p:nvSpPr>
          <p:cNvPr id="49" name="Forma libre: forma 48">
            <a:extLst>
              <a:ext uri="{FF2B5EF4-FFF2-40B4-BE49-F238E27FC236}">
                <a16:creationId xmlns:a16="http://schemas.microsoft.com/office/drawing/2014/main" id="{0A4667BF-E01F-5E74-27DA-1DBB3F1CAC13}"/>
              </a:ext>
            </a:extLst>
          </p:cNvPr>
          <p:cNvSpPr/>
          <p:nvPr/>
        </p:nvSpPr>
        <p:spPr>
          <a:xfrm>
            <a:off x="2334670" y="2196667"/>
            <a:ext cx="1839" cy="7968"/>
          </a:xfrm>
          <a:custGeom>
            <a:avLst/>
            <a:gdLst>
              <a:gd name="csX0" fmla="*/ 0 w 1839"/>
              <a:gd name="csY0" fmla="*/ 3984 h 7968"/>
              <a:gd name="csX1" fmla="*/ 1302 w 1839"/>
              <a:gd name="csY1" fmla="*/ 757 h 7968"/>
              <a:gd name="csX2" fmla="*/ 1302 w 1839"/>
              <a:gd name="csY2" fmla="*/ 7211 h 7968"/>
              <a:gd name="csX3" fmla="*/ 0 w 1839"/>
              <a:gd name="csY3" fmla="*/ 3984 h 7968"/>
            </a:gdLst>
            <a:ahLst/>
            <a:cxnLst>
              <a:cxn ang="0">
                <a:pos x="csX0" y="csY0"/>
              </a:cxn>
              <a:cxn ang="0">
                <a:pos x="csX1" y="csY1"/>
              </a:cxn>
              <a:cxn ang="0">
                <a:pos x="csX2" y="csY2"/>
              </a:cxn>
              <a:cxn ang="0">
                <a:pos x="csX3" y="csY3"/>
              </a:cxn>
            </a:cxnLst>
            <a:rect l="l" t="t" r="r" b="b"/>
            <a:pathLst>
              <a:path w="1839" h="7968">
                <a:moveTo>
                  <a:pt x="0" y="3984"/>
                </a:moveTo>
                <a:cubicBezTo>
                  <a:pt x="0" y="435"/>
                  <a:pt x="586" y="-1017"/>
                  <a:pt x="1302" y="757"/>
                </a:cubicBezTo>
                <a:cubicBezTo>
                  <a:pt x="2018" y="2532"/>
                  <a:pt x="2018" y="5436"/>
                  <a:pt x="1302" y="7211"/>
                </a:cubicBezTo>
                <a:cubicBezTo>
                  <a:pt x="586" y="8986"/>
                  <a:pt x="0" y="7534"/>
                  <a:pt x="0" y="3984"/>
                </a:cubicBezTo>
                <a:close/>
              </a:path>
            </a:pathLst>
          </a:custGeom>
          <a:solidFill>
            <a:srgbClr val="B9B9B9"/>
          </a:solidFill>
          <a:ln w="5163" cap="flat">
            <a:noFill/>
            <a:prstDash val="solid"/>
            <a:miter/>
          </a:ln>
        </p:spPr>
        <p:txBody>
          <a:bodyPr/>
          <a:lstStyle/>
          <a:p>
            <a:endParaRPr lang="es-419" noProof="0" dirty="0"/>
          </a:p>
        </p:txBody>
      </p:sp>
      <p:sp>
        <p:nvSpPr>
          <p:cNvPr id="50" name="Forma libre: forma 49">
            <a:extLst>
              <a:ext uri="{FF2B5EF4-FFF2-40B4-BE49-F238E27FC236}">
                <a16:creationId xmlns:a16="http://schemas.microsoft.com/office/drawing/2014/main" id="{EECCDF68-68EC-707D-35B0-C281FCCA619C}"/>
              </a:ext>
            </a:extLst>
          </p:cNvPr>
          <p:cNvSpPr/>
          <p:nvPr/>
        </p:nvSpPr>
        <p:spPr>
          <a:xfrm>
            <a:off x="1309468" y="1877186"/>
            <a:ext cx="342958" cy="300162"/>
          </a:xfrm>
          <a:custGeom>
            <a:avLst/>
            <a:gdLst>
              <a:gd name="csX0" fmla="*/ 295686 w 342958"/>
              <a:gd name="csY0" fmla="*/ 296278 h 300162"/>
              <a:gd name="csX1" fmla="*/ 285863 w 342958"/>
              <a:gd name="csY1" fmla="*/ 292488 h 300162"/>
              <a:gd name="csX2" fmla="*/ 274573 w 342958"/>
              <a:gd name="csY2" fmla="*/ 278339 h 300162"/>
              <a:gd name="csX3" fmla="*/ 265490 w 342958"/>
              <a:gd name="csY3" fmla="*/ 262580 h 300162"/>
              <a:gd name="csX4" fmla="*/ 250359 w 342958"/>
              <a:gd name="csY4" fmla="*/ 277449 h 300162"/>
              <a:gd name="csX5" fmla="*/ 232353 w 342958"/>
              <a:gd name="csY5" fmla="*/ 275755 h 300162"/>
              <a:gd name="csX6" fmla="*/ 216800 w 342958"/>
              <a:gd name="csY6" fmla="*/ 278780 h 300162"/>
              <a:gd name="csX7" fmla="*/ 197688 w 342958"/>
              <a:gd name="csY7" fmla="*/ 275445 h 300162"/>
              <a:gd name="csX8" fmla="*/ 186717 w 342958"/>
              <a:gd name="csY8" fmla="*/ 271836 h 300162"/>
              <a:gd name="csX9" fmla="*/ 183241 w 342958"/>
              <a:gd name="csY9" fmla="*/ 267964 h 300162"/>
              <a:gd name="csX10" fmla="*/ 171812 w 342958"/>
              <a:gd name="csY10" fmla="*/ 264092 h 300162"/>
              <a:gd name="csX11" fmla="*/ 155307 w 342958"/>
              <a:gd name="csY11" fmla="*/ 270545 h 300162"/>
              <a:gd name="csX12" fmla="*/ 128918 w 342958"/>
              <a:gd name="csY12" fmla="*/ 266264 h 300162"/>
              <a:gd name="csX13" fmla="*/ 106345 w 342958"/>
              <a:gd name="csY13" fmla="*/ 255141 h 300162"/>
              <a:gd name="csX14" fmla="*/ 91555 w 342958"/>
              <a:gd name="csY14" fmla="*/ 250269 h 300162"/>
              <a:gd name="csX15" fmla="*/ 81548 w 342958"/>
              <a:gd name="csY15" fmla="*/ 247474 h 300162"/>
              <a:gd name="csX16" fmla="*/ 78435 w 342958"/>
              <a:gd name="csY16" fmla="*/ 239429 h 300162"/>
              <a:gd name="csX17" fmla="*/ 82408 w 342958"/>
              <a:gd name="csY17" fmla="*/ 200657 h 300162"/>
              <a:gd name="csX18" fmla="*/ 83563 w 342958"/>
              <a:gd name="csY18" fmla="*/ 189030 h 300162"/>
              <a:gd name="csX19" fmla="*/ 79311 w 342958"/>
              <a:gd name="csY19" fmla="*/ 164140 h 300162"/>
              <a:gd name="csX20" fmla="*/ 69658 w 342958"/>
              <a:gd name="csY20" fmla="*/ 165664 h 300162"/>
              <a:gd name="csX21" fmla="*/ 52863 w 342958"/>
              <a:gd name="csY21" fmla="*/ 178880 h 300162"/>
              <a:gd name="csX22" fmla="*/ 46310 w 342958"/>
              <a:gd name="csY22" fmla="*/ 180840 h 300162"/>
              <a:gd name="csX23" fmla="*/ 41273 w 342958"/>
              <a:gd name="csY23" fmla="*/ 176042 h 300162"/>
              <a:gd name="csX24" fmla="*/ 28735 w 342958"/>
              <a:gd name="csY24" fmla="*/ 163573 h 300162"/>
              <a:gd name="csX25" fmla="*/ 8346 w 342958"/>
              <a:gd name="csY25" fmla="*/ 134458 h 300162"/>
              <a:gd name="csX26" fmla="*/ 3097 w 342958"/>
              <a:gd name="csY26" fmla="*/ 117621 h 300162"/>
              <a:gd name="csX27" fmla="*/ 147 w 342958"/>
              <a:gd name="csY27" fmla="*/ 113613 h 300162"/>
              <a:gd name="csX28" fmla="*/ 21165 w 342958"/>
              <a:gd name="csY28" fmla="*/ 104003 h 300162"/>
              <a:gd name="csX29" fmla="*/ 72335 w 342958"/>
              <a:gd name="csY29" fmla="*/ 73250 h 300162"/>
              <a:gd name="csX30" fmla="*/ 93508 w 342958"/>
              <a:gd name="csY30" fmla="*/ 38847 h 300162"/>
              <a:gd name="csX31" fmla="*/ 97565 w 342958"/>
              <a:gd name="csY31" fmla="*/ 29800 h 300162"/>
              <a:gd name="csX32" fmla="*/ 109742 w 342958"/>
              <a:gd name="csY32" fmla="*/ 18194 h 300162"/>
              <a:gd name="csX33" fmla="*/ 113822 w 342958"/>
              <a:gd name="csY33" fmla="*/ 11110 h 300162"/>
              <a:gd name="csX34" fmla="*/ 121678 w 342958"/>
              <a:gd name="csY34" fmla="*/ 5555 h 300162"/>
              <a:gd name="csX35" fmla="*/ 127233 w 342958"/>
              <a:gd name="csY35" fmla="*/ 0 h 300162"/>
              <a:gd name="csX36" fmla="*/ 134516 w 342958"/>
              <a:gd name="csY36" fmla="*/ 8782 h 300162"/>
              <a:gd name="csX37" fmla="*/ 141869 w 342958"/>
              <a:gd name="csY37" fmla="*/ 33944 h 300162"/>
              <a:gd name="csX38" fmla="*/ 147505 w 342958"/>
              <a:gd name="csY38" fmla="*/ 58144 h 300162"/>
              <a:gd name="csX39" fmla="*/ 152804 w 342958"/>
              <a:gd name="csY39" fmla="*/ 90810 h 300162"/>
              <a:gd name="csX40" fmla="*/ 162764 w 342958"/>
              <a:gd name="csY40" fmla="*/ 124694 h 300162"/>
              <a:gd name="csX41" fmla="*/ 170334 w 342958"/>
              <a:gd name="csY41" fmla="*/ 121832 h 300162"/>
              <a:gd name="csX42" fmla="*/ 185393 w 342958"/>
              <a:gd name="csY42" fmla="*/ 124884 h 300162"/>
              <a:gd name="csX43" fmla="*/ 190271 w 342958"/>
              <a:gd name="csY43" fmla="*/ 127275 h 300162"/>
              <a:gd name="csX44" fmla="*/ 201229 w 342958"/>
              <a:gd name="csY44" fmla="*/ 139721 h 300162"/>
              <a:gd name="csX45" fmla="*/ 197439 w 342958"/>
              <a:gd name="csY45" fmla="*/ 147005 h 300162"/>
              <a:gd name="csX46" fmla="*/ 196794 w 342958"/>
              <a:gd name="csY46" fmla="*/ 162615 h 300162"/>
              <a:gd name="csX47" fmla="*/ 220205 w 342958"/>
              <a:gd name="csY47" fmla="*/ 171185 h 300162"/>
              <a:gd name="csX48" fmla="*/ 242581 w 342958"/>
              <a:gd name="csY48" fmla="*/ 173796 h 300162"/>
              <a:gd name="csX49" fmla="*/ 259092 w 342958"/>
              <a:gd name="csY49" fmla="*/ 186698 h 300162"/>
              <a:gd name="csX50" fmla="*/ 273592 w 342958"/>
              <a:gd name="csY50" fmla="*/ 197707 h 300162"/>
              <a:gd name="csX51" fmla="*/ 304244 w 342958"/>
              <a:gd name="csY51" fmla="*/ 198591 h 300162"/>
              <a:gd name="csX52" fmla="*/ 333285 w 342958"/>
              <a:gd name="csY52" fmla="*/ 203946 h 300162"/>
              <a:gd name="csX53" fmla="*/ 339205 w 342958"/>
              <a:gd name="csY53" fmla="*/ 216060 h 300162"/>
              <a:gd name="csX54" fmla="*/ 336274 w 342958"/>
              <a:gd name="csY54" fmla="*/ 220854 h 300162"/>
              <a:gd name="csX55" fmla="*/ 328850 w 342958"/>
              <a:gd name="csY55" fmla="*/ 233114 h 300162"/>
              <a:gd name="csX56" fmla="*/ 326965 w 342958"/>
              <a:gd name="csY56" fmla="*/ 236341 h 300162"/>
              <a:gd name="csX57" fmla="*/ 329181 w 342958"/>
              <a:gd name="csY57" fmla="*/ 240859 h 300162"/>
              <a:gd name="csX58" fmla="*/ 331403 w 342958"/>
              <a:gd name="csY58" fmla="*/ 248187 h 300162"/>
              <a:gd name="csX59" fmla="*/ 328049 w 342958"/>
              <a:gd name="csY59" fmla="*/ 258014 h 300162"/>
              <a:gd name="csX60" fmla="*/ 326532 w 342958"/>
              <a:gd name="csY60" fmla="*/ 276244 h 300162"/>
              <a:gd name="csX61" fmla="*/ 325085 w 342958"/>
              <a:gd name="csY61" fmla="*/ 283496 h 300162"/>
              <a:gd name="csX62" fmla="*/ 321398 w 342958"/>
              <a:gd name="csY62" fmla="*/ 292711 h 300162"/>
              <a:gd name="csX63" fmla="*/ 311874 w 342958"/>
              <a:gd name="csY63" fmla="*/ 300150 h 300162"/>
              <a:gd name="csX64" fmla="*/ 295686 w 342958"/>
              <a:gd name="csY64" fmla="*/ 296278 h 3001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Lst>
            <a:rect l="l" t="t" r="r" b="b"/>
            <a:pathLst>
              <a:path w="342958" h="300162">
                <a:moveTo>
                  <a:pt x="295686" y="296278"/>
                </a:moveTo>
                <a:cubicBezTo>
                  <a:pt x="292930" y="294193"/>
                  <a:pt x="288510" y="292488"/>
                  <a:pt x="285863" y="292488"/>
                </a:cubicBezTo>
                <a:cubicBezTo>
                  <a:pt x="282541" y="292488"/>
                  <a:pt x="279045" y="288107"/>
                  <a:pt x="274573" y="278339"/>
                </a:cubicBezTo>
                <a:cubicBezTo>
                  <a:pt x="271011" y="270557"/>
                  <a:pt x="266923" y="263466"/>
                  <a:pt x="265490" y="262580"/>
                </a:cubicBezTo>
                <a:cubicBezTo>
                  <a:pt x="261887" y="260353"/>
                  <a:pt x="250359" y="271682"/>
                  <a:pt x="250359" y="277449"/>
                </a:cubicBezTo>
                <a:cubicBezTo>
                  <a:pt x="250359" y="284106"/>
                  <a:pt x="242694" y="283385"/>
                  <a:pt x="232353" y="275755"/>
                </a:cubicBezTo>
                <a:cubicBezTo>
                  <a:pt x="223375" y="269132"/>
                  <a:pt x="216800" y="270410"/>
                  <a:pt x="216800" y="278780"/>
                </a:cubicBezTo>
                <a:cubicBezTo>
                  <a:pt x="216800" y="282868"/>
                  <a:pt x="211006" y="281857"/>
                  <a:pt x="197688" y="275445"/>
                </a:cubicBezTo>
                <a:cubicBezTo>
                  <a:pt x="193566" y="273460"/>
                  <a:pt x="188628" y="271836"/>
                  <a:pt x="186717" y="271836"/>
                </a:cubicBezTo>
                <a:cubicBezTo>
                  <a:pt x="184805" y="271836"/>
                  <a:pt x="183241" y="270094"/>
                  <a:pt x="183241" y="267964"/>
                </a:cubicBezTo>
                <a:cubicBezTo>
                  <a:pt x="183241" y="265105"/>
                  <a:pt x="180251" y="264092"/>
                  <a:pt x="171812" y="264092"/>
                </a:cubicBezTo>
                <a:cubicBezTo>
                  <a:pt x="162696" y="264092"/>
                  <a:pt x="159356" y="265398"/>
                  <a:pt x="155307" y="270545"/>
                </a:cubicBezTo>
                <a:cubicBezTo>
                  <a:pt x="148138" y="279659"/>
                  <a:pt x="141633" y="278604"/>
                  <a:pt x="128918" y="266264"/>
                </a:cubicBezTo>
                <a:cubicBezTo>
                  <a:pt x="119547" y="257171"/>
                  <a:pt x="116097" y="255470"/>
                  <a:pt x="106345" y="255141"/>
                </a:cubicBezTo>
                <a:cubicBezTo>
                  <a:pt x="98734" y="254884"/>
                  <a:pt x="93722" y="253233"/>
                  <a:pt x="91555" y="250269"/>
                </a:cubicBezTo>
                <a:cubicBezTo>
                  <a:pt x="89207" y="247058"/>
                  <a:pt x="86367" y="246265"/>
                  <a:pt x="81548" y="247474"/>
                </a:cubicBezTo>
                <a:cubicBezTo>
                  <a:pt x="74001" y="249368"/>
                  <a:pt x="73102" y="247043"/>
                  <a:pt x="78435" y="239429"/>
                </a:cubicBezTo>
                <a:cubicBezTo>
                  <a:pt x="83856" y="231688"/>
                  <a:pt x="86528" y="205621"/>
                  <a:pt x="82408" y="200657"/>
                </a:cubicBezTo>
                <a:cubicBezTo>
                  <a:pt x="79647" y="197331"/>
                  <a:pt x="79847" y="195321"/>
                  <a:pt x="83563" y="189030"/>
                </a:cubicBezTo>
                <a:cubicBezTo>
                  <a:pt x="88650" y="180419"/>
                  <a:pt x="87374" y="172952"/>
                  <a:pt x="79311" y="164140"/>
                </a:cubicBezTo>
                <a:cubicBezTo>
                  <a:pt x="73608" y="157907"/>
                  <a:pt x="69658" y="158530"/>
                  <a:pt x="69658" y="165664"/>
                </a:cubicBezTo>
                <a:cubicBezTo>
                  <a:pt x="69658" y="171138"/>
                  <a:pt x="55140" y="182563"/>
                  <a:pt x="52863" y="178880"/>
                </a:cubicBezTo>
                <a:cubicBezTo>
                  <a:pt x="50323" y="174770"/>
                  <a:pt x="46434" y="175933"/>
                  <a:pt x="46310" y="180840"/>
                </a:cubicBezTo>
                <a:cubicBezTo>
                  <a:pt x="46241" y="183582"/>
                  <a:pt x="44262" y="181697"/>
                  <a:pt x="41273" y="176042"/>
                </a:cubicBezTo>
                <a:cubicBezTo>
                  <a:pt x="38533" y="170858"/>
                  <a:pt x="32973" y="165329"/>
                  <a:pt x="28735" y="163573"/>
                </a:cubicBezTo>
                <a:cubicBezTo>
                  <a:pt x="15748" y="158193"/>
                  <a:pt x="9667" y="149510"/>
                  <a:pt x="8346" y="134458"/>
                </a:cubicBezTo>
                <a:cubicBezTo>
                  <a:pt x="7635" y="126353"/>
                  <a:pt x="5506" y="119523"/>
                  <a:pt x="3097" y="117621"/>
                </a:cubicBezTo>
                <a:cubicBezTo>
                  <a:pt x="868" y="115861"/>
                  <a:pt x="-459" y="114058"/>
                  <a:pt x="147" y="113613"/>
                </a:cubicBezTo>
                <a:cubicBezTo>
                  <a:pt x="7952" y="107892"/>
                  <a:pt x="16388" y="104034"/>
                  <a:pt x="21165" y="104003"/>
                </a:cubicBezTo>
                <a:cubicBezTo>
                  <a:pt x="38718" y="103886"/>
                  <a:pt x="49596" y="97348"/>
                  <a:pt x="72335" y="73250"/>
                </a:cubicBezTo>
                <a:cubicBezTo>
                  <a:pt x="94445" y="49819"/>
                  <a:pt x="94883" y="49106"/>
                  <a:pt x="93508" y="38847"/>
                </a:cubicBezTo>
                <a:cubicBezTo>
                  <a:pt x="92208" y="29159"/>
                  <a:pt x="92513" y="28479"/>
                  <a:pt x="97565" y="29800"/>
                </a:cubicBezTo>
                <a:cubicBezTo>
                  <a:pt x="103852" y="31444"/>
                  <a:pt x="107223" y="28231"/>
                  <a:pt x="109742" y="18194"/>
                </a:cubicBezTo>
                <a:cubicBezTo>
                  <a:pt x="110720" y="14298"/>
                  <a:pt x="112556" y="11110"/>
                  <a:pt x="113822" y="11110"/>
                </a:cubicBezTo>
                <a:cubicBezTo>
                  <a:pt x="115088" y="11110"/>
                  <a:pt x="118623" y="8610"/>
                  <a:pt x="121678" y="5555"/>
                </a:cubicBezTo>
                <a:lnTo>
                  <a:pt x="127233" y="0"/>
                </a:lnTo>
                <a:lnTo>
                  <a:pt x="134516" y="8782"/>
                </a:lnTo>
                <a:cubicBezTo>
                  <a:pt x="140793" y="16350"/>
                  <a:pt x="141809" y="19826"/>
                  <a:pt x="141869" y="33944"/>
                </a:cubicBezTo>
                <a:cubicBezTo>
                  <a:pt x="141922" y="46507"/>
                  <a:pt x="143236" y="52147"/>
                  <a:pt x="147505" y="58144"/>
                </a:cubicBezTo>
                <a:cubicBezTo>
                  <a:pt x="152339" y="64931"/>
                  <a:pt x="153038" y="69240"/>
                  <a:pt x="152804" y="90810"/>
                </a:cubicBezTo>
                <a:cubicBezTo>
                  <a:pt x="152465" y="122159"/>
                  <a:pt x="153210" y="124694"/>
                  <a:pt x="162764" y="124694"/>
                </a:cubicBezTo>
                <a:cubicBezTo>
                  <a:pt x="166927" y="124694"/>
                  <a:pt x="170334" y="123406"/>
                  <a:pt x="170334" y="121832"/>
                </a:cubicBezTo>
                <a:cubicBezTo>
                  <a:pt x="170334" y="118431"/>
                  <a:pt x="184072" y="121216"/>
                  <a:pt x="185393" y="124884"/>
                </a:cubicBezTo>
                <a:cubicBezTo>
                  <a:pt x="185866" y="126199"/>
                  <a:pt x="188061" y="127275"/>
                  <a:pt x="190271" y="127275"/>
                </a:cubicBezTo>
                <a:cubicBezTo>
                  <a:pt x="194758" y="127275"/>
                  <a:pt x="201103" y="134482"/>
                  <a:pt x="201229" y="139721"/>
                </a:cubicBezTo>
                <a:cubicBezTo>
                  <a:pt x="201275" y="141597"/>
                  <a:pt x="199569" y="144875"/>
                  <a:pt x="197439" y="147005"/>
                </a:cubicBezTo>
                <a:cubicBezTo>
                  <a:pt x="192728" y="151716"/>
                  <a:pt x="192413" y="159339"/>
                  <a:pt x="196794" y="162615"/>
                </a:cubicBezTo>
                <a:cubicBezTo>
                  <a:pt x="198569" y="163942"/>
                  <a:pt x="209104" y="167799"/>
                  <a:pt x="220205" y="171185"/>
                </a:cubicBezTo>
                <a:cubicBezTo>
                  <a:pt x="236917" y="176284"/>
                  <a:pt x="240766" y="176733"/>
                  <a:pt x="242581" y="173796"/>
                </a:cubicBezTo>
                <a:cubicBezTo>
                  <a:pt x="245948" y="168348"/>
                  <a:pt x="255565" y="175863"/>
                  <a:pt x="259092" y="186698"/>
                </a:cubicBezTo>
                <a:cubicBezTo>
                  <a:pt x="261627" y="194485"/>
                  <a:pt x="263378" y="195815"/>
                  <a:pt x="273592" y="197707"/>
                </a:cubicBezTo>
                <a:cubicBezTo>
                  <a:pt x="279981" y="198890"/>
                  <a:pt x="293775" y="199289"/>
                  <a:pt x="304244" y="198591"/>
                </a:cubicBezTo>
                <a:cubicBezTo>
                  <a:pt x="321502" y="197442"/>
                  <a:pt x="324213" y="197942"/>
                  <a:pt x="333285" y="203946"/>
                </a:cubicBezTo>
                <a:cubicBezTo>
                  <a:pt x="344213" y="211177"/>
                  <a:pt x="345431" y="213671"/>
                  <a:pt x="339205" y="216060"/>
                </a:cubicBezTo>
                <a:cubicBezTo>
                  <a:pt x="336957" y="216923"/>
                  <a:pt x="335638" y="219080"/>
                  <a:pt x="336274" y="220854"/>
                </a:cubicBezTo>
                <a:cubicBezTo>
                  <a:pt x="337968" y="225576"/>
                  <a:pt x="333403" y="233114"/>
                  <a:pt x="328850" y="233114"/>
                </a:cubicBezTo>
                <a:cubicBezTo>
                  <a:pt x="326331" y="233114"/>
                  <a:pt x="325653" y="234275"/>
                  <a:pt x="326965" y="236341"/>
                </a:cubicBezTo>
                <a:cubicBezTo>
                  <a:pt x="328092" y="238116"/>
                  <a:pt x="329089" y="240149"/>
                  <a:pt x="329181" y="240859"/>
                </a:cubicBezTo>
                <a:cubicBezTo>
                  <a:pt x="329272" y="241569"/>
                  <a:pt x="330272" y="244866"/>
                  <a:pt x="331403" y="248187"/>
                </a:cubicBezTo>
                <a:cubicBezTo>
                  <a:pt x="332991" y="252852"/>
                  <a:pt x="332229" y="255087"/>
                  <a:pt x="328049" y="258014"/>
                </a:cubicBezTo>
                <a:cubicBezTo>
                  <a:pt x="321663" y="262487"/>
                  <a:pt x="321157" y="268570"/>
                  <a:pt x="326532" y="276244"/>
                </a:cubicBezTo>
                <a:cubicBezTo>
                  <a:pt x="330115" y="281360"/>
                  <a:pt x="330000" y="281936"/>
                  <a:pt x="325085" y="283496"/>
                </a:cubicBezTo>
                <a:cubicBezTo>
                  <a:pt x="320727" y="284879"/>
                  <a:pt x="320050" y="286571"/>
                  <a:pt x="321398" y="292711"/>
                </a:cubicBezTo>
                <a:cubicBezTo>
                  <a:pt x="323026" y="300123"/>
                  <a:pt x="322888" y="300231"/>
                  <a:pt x="311874" y="300150"/>
                </a:cubicBezTo>
                <a:cubicBezTo>
                  <a:pt x="305727" y="300105"/>
                  <a:pt x="298443" y="298362"/>
                  <a:pt x="295686" y="296278"/>
                </a:cubicBezTo>
                <a:close/>
              </a:path>
            </a:pathLst>
          </a:custGeom>
          <a:solidFill>
            <a:srgbClr val="B9B9B9"/>
          </a:solidFill>
          <a:ln w="5163" cap="flat">
            <a:noFill/>
            <a:prstDash val="solid"/>
            <a:miter/>
          </a:ln>
        </p:spPr>
        <p:txBody>
          <a:bodyPr/>
          <a:lstStyle/>
          <a:p>
            <a:endParaRPr lang="es-419" noProof="0" dirty="0"/>
          </a:p>
        </p:txBody>
      </p:sp>
      <p:sp>
        <p:nvSpPr>
          <p:cNvPr id="51" name="Forma libre: forma 50">
            <a:extLst>
              <a:ext uri="{FF2B5EF4-FFF2-40B4-BE49-F238E27FC236}">
                <a16:creationId xmlns:a16="http://schemas.microsoft.com/office/drawing/2014/main" id="{7B852955-2F13-498C-A542-262EA7AE9774}"/>
              </a:ext>
            </a:extLst>
          </p:cNvPr>
          <p:cNvSpPr/>
          <p:nvPr/>
        </p:nvSpPr>
        <p:spPr>
          <a:xfrm>
            <a:off x="1257795" y="2071057"/>
            <a:ext cx="87522" cy="67430"/>
          </a:xfrm>
          <a:custGeom>
            <a:avLst/>
            <a:gdLst>
              <a:gd name="csX0" fmla="*/ 3976 w 87522"/>
              <a:gd name="csY0" fmla="*/ 62589 h 67430"/>
              <a:gd name="csX1" fmla="*/ 1611 w 87522"/>
              <a:gd name="csY1" fmla="*/ 35473 h 67430"/>
              <a:gd name="csX2" fmla="*/ 13354 w 87522"/>
              <a:gd name="csY2" fmla="*/ 26110 h 67430"/>
              <a:gd name="csX3" fmla="*/ 24928 w 87522"/>
              <a:gd name="csY3" fmla="*/ 17185 h 67430"/>
              <a:gd name="csX4" fmla="*/ 28816 w 87522"/>
              <a:gd name="csY4" fmla="*/ 13430 h 67430"/>
              <a:gd name="csX5" fmla="*/ 55396 w 87522"/>
              <a:gd name="csY5" fmla="*/ 696 h 67430"/>
              <a:gd name="csX6" fmla="*/ 76595 w 87522"/>
              <a:gd name="csY6" fmla="*/ 27413 h 67430"/>
              <a:gd name="csX7" fmla="*/ 81474 w 87522"/>
              <a:gd name="csY7" fmla="*/ 35237 h 67430"/>
              <a:gd name="csX8" fmla="*/ 81963 w 87522"/>
              <a:gd name="csY8" fmla="*/ 49346 h 67430"/>
              <a:gd name="csX9" fmla="*/ 69036 w 87522"/>
              <a:gd name="csY9" fmla="*/ 59608 h 67430"/>
              <a:gd name="csX10" fmla="*/ 36947 w 87522"/>
              <a:gd name="csY10" fmla="*/ 62618 h 67430"/>
              <a:gd name="csX11" fmla="*/ 17042 w 87522"/>
              <a:gd name="csY11" fmla="*/ 62345 h 67430"/>
              <a:gd name="csX12" fmla="*/ 3976 w 87522"/>
              <a:gd name="csY12" fmla="*/ 62589 h 67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7522" h="67430">
                <a:moveTo>
                  <a:pt x="3976" y="62589"/>
                </a:moveTo>
                <a:cubicBezTo>
                  <a:pt x="-42" y="58150"/>
                  <a:pt x="-1347" y="43182"/>
                  <a:pt x="1611" y="35473"/>
                </a:cubicBezTo>
                <a:cubicBezTo>
                  <a:pt x="2496" y="33167"/>
                  <a:pt x="7780" y="28954"/>
                  <a:pt x="13354" y="26110"/>
                </a:cubicBezTo>
                <a:cubicBezTo>
                  <a:pt x="18927" y="23267"/>
                  <a:pt x="24135" y="19251"/>
                  <a:pt x="24928" y="17185"/>
                </a:cubicBezTo>
                <a:cubicBezTo>
                  <a:pt x="25721" y="15120"/>
                  <a:pt x="27470" y="13430"/>
                  <a:pt x="28816" y="13430"/>
                </a:cubicBezTo>
                <a:cubicBezTo>
                  <a:pt x="32726" y="13430"/>
                  <a:pt x="53752" y="3357"/>
                  <a:pt x="55396" y="696"/>
                </a:cubicBezTo>
                <a:cubicBezTo>
                  <a:pt x="58624" y="-4526"/>
                  <a:pt x="78997" y="21152"/>
                  <a:pt x="76595" y="27413"/>
                </a:cubicBezTo>
                <a:cubicBezTo>
                  <a:pt x="75767" y="29569"/>
                  <a:pt x="77801" y="32831"/>
                  <a:pt x="81474" y="35237"/>
                </a:cubicBezTo>
                <a:cubicBezTo>
                  <a:pt x="89349" y="40396"/>
                  <a:pt x="89558" y="46431"/>
                  <a:pt x="81963" y="49346"/>
                </a:cubicBezTo>
                <a:cubicBezTo>
                  <a:pt x="78769" y="50572"/>
                  <a:pt x="72952" y="55190"/>
                  <a:pt x="69036" y="59608"/>
                </a:cubicBezTo>
                <a:cubicBezTo>
                  <a:pt x="60658" y="69060"/>
                  <a:pt x="52768" y="69801"/>
                  <a:pt x="36947" y="62618"/>
                </a:cubicBezTo>
                <a:cubicBezTo>
                  <a:pt x="26493" y="57872"/>
                  <a:pt x="25833" y="57863"/>
                  <a:pt x="17042" y="62345"/>
                </a:cubicBezTo>
                <a:cubicBezTo>
                  <a:pt x="8489" y="66705"/>
                  <a:pt x="7714" y="66720"/>
                  <a:pt x="3976" y="62589"/>
                </a:cubicBezTo>
                <a:close/>
              </a:path>
            </a:pathLst>
          </a:custGeom>
          <a:solidFill>
            <a:srgbClr val="B9B9B9"/>
          </a:solidFill>
          <a:ln w="5163" cap="flat">
            <a:noFill/>
            <a:prstDash val="solid"/>
            <a:miter/>
          </a:ln>
        </p:spPr>
        <p:txBody>
          <a:bodyPr/>
          <a:lstStyle/>
          <a:p>
            <a:endParaRPr lang="es-419" noProof="0" dirty="0"/>
          </a:p>
        </p:txBody>
      </p:sp>
      <p:sp>
        <p:nvSpPr>
          <p:cNvPr id="52" name="Forma libre: forma 51">
            <a:extLst>
              <a:ext uri="{FF2B5EF4-FFF2-40B4-BE49-F238E27FC236}">
                <a16:creationId xmlns:a16="http://schemas.microsoft.com/office/drawing/2014/main" id="{D646B508-3DA3-EC5B-A74D-BF80EAA5051A}"/>
              </a:ext>
            </a:extLst>
          </p:cNvPr>
          <p:cNvSpPr/>
          <p:nvPr/>
        </p:nvSpPr>
        <p:spPr>
          <a:xfrm>
            <a:off x="1498388" y="1582666"/>
            <a:ext cx="245235" cy="503912"/>
          </a:xfrm>
          <a:custGeom>
            <a:avLst/>
            <a:gdLst>
              <a:gd name="csX0" fmla="*/ 181623 w 245235"/>
              <a:gd name="csY0" fmla="*/ 494203 h 503912"/>
              <a:gd name="csX1" fmla="*/ 158452 w 245235"/>
              <a:gd name="csY1" fmla="*/ 485687 h 503912"/>
              <a:gd name="csX2" fmla="*/ 148342 w 245235"/>
              <a:gd name="csY2" fmla="*/ 487770 h 503912"/>
              <a:gd name="csX3" fmla="*/ 119521 w 245235"/>
              <a:gd name="csY3" fmla="*/ 489801 h 503912"/>
              <a:gd name="csX4" fmla="*/ 87472 w 245235"/>
              <a:gd name="csY4" fmla="*/ 489620 h 503912"/>
              <a:gd name="csX5" fmla="*/ 73190 w 245235"/>
              <a:gd name="csY5" fmla="*/ 478988 h 503912"/>
              <a:gd name="csX6" fmla="*/ 52773 w 245235"/>
              <a:gd name="csY6" fmla="*/ 460575 h 503912"/>
              <a:gd name="csX7" fmla="*/ 49575 w 245235"/>
              <a:gd name="csY7" fmla="*/ 464677 h 503912"/>
              <a:gd name="csX8" fmla="*/ 47915 w 245235"/>
              <a:gd name="csY8" fmla="*/ 467591 h 503912"/>
              <a:gd name="csX9" fmla="*/ 13036 w 245235"/>
              <a:gd name="csY9" fmla="*/ 456319 h 503912"/>
              <a:gd name="csX10" fmla="*/ 12217 w 245235"/>
              <a:gd name="csY10" fmla="*/ 442447 h 503912"/>
              <a:gd name="csX11" fmla="*/ 16234 w 245235"/>
              <a:gd name="csY11" fmla="*/ 437376 h 503912"/>
              <a:gd name="csX12" fmla="*/ 3077 w 245235"/>
              <a:gd name="csY12" fmla="*/ 417673 h 503912"/>
              <a:gd name="csX13" fmla="*/ 0 w 245235"/>
              <a:gd name="csY13" fmla="*/ 409784 h 503912"/>
              <a:gd name="csX14" fmla="*/ 6196 w 245235"/>
              <a:gd name="csY14" fmla="*/ 402269 h 503912"/>
              <a:gd name="csX15" fmla="*/ 12532 w 245235"/>
              <a:gd name="csY15" fmla="*/ 401839 h 503912"/>
              <a:gd name="csX16" fmla="*/ 13332 w 245235"/>
              <a:gd name="csY16" fmla="*/ 389178 h 503912"/>
              <a:gd name="csX17" fmla="*/ 18583 w 245235"/>
              <a:gd name="csY17" fmla="*/ 371495 h 503912"/>
              <a:gd name="csX18" fmla="*/ 33934 w 245235"/>
              <a:gd name="csY18" fmla="*/ 366100 h 503912"/>
              <a:gd name="csX19" fmla="*/ 49768 w 245235"/>
              <a:gd name="csY19" fmla="*/ 361841 h 503912"/>
              <a:gd name="csX20" fmla="*/ 46692 w 245235"/>
              <a:gd name="csY20" fmla="*/ 337409 h 503912"/>
              <a:gd name="csX21" fmla="*/ 42031 w 245235"/>
              <a:gd name="csY21" fmla="*/ 321770 h 503912"/>
              <a:gd name="csX22" fmla="*/ 39524 w 245235"/>
              <a:gd name="csY22" fmla="*/ 295336 h 503912"/>
              <a:gd name="csX23" fmla="*/ 41858 w 245235"/>
              <a:gd name="csY23" fmla="*/ 287644 h 503912"/>
              <a:gd name="csX24" fmla="*/ 57042 w 245235"/>
              <a:gd name="csY24" fmla="*/ 277265 h 503912"/>
              <a:gd name="csX25" fmla="*/ 69737 w 245235"/>
              <a:gd name="csY25" fmla="*/ 269502 h 503912"/>
              <a:gd name="csX26" fmla="*/ 79509 w 245235"/>
              <a:gd name="csY26" fmla="*/ 253317 h 503912"/>
              <a:gd name="csX27" fmla="*/ 95370 w 245235"/>
              <a:gd name="csY27" fmla="*/ 241529 h 503912"/>
              <a:gd name="csX28" fmla="*/ 141543 w 245235"/>
              <a:gd name="csY28" fmla="*/ 207386 h 503912"/>
              <a:gd name="csX29" fmla="*/ 135987 w 245235"/>
              <a:gd name="csY29" fmla="*/ 199791 h 503912"/>
              <a:gd name="csX30" fmla="*/ 127900 w 245235"/>
              <a:gd name="csY30" fmla="*/ 166538 h 503912"/>
              <a:gd name="csX31" fmla="*/ 127266 w 245235"/>
              <a:gd name="csY31" fmla="*/ 150064 h 503912"/>
              <a:gd name="csX32" fmla="*/ 118230 w 245235"/>
              <a:gd name="csY32" fmla="*/ 149351 h 503912"/>
              <a:gd name="csX33" fmla="*/ 106311 w 245235"/>
              <a:gd name="csY33" fmla="*/ 151014 h 503912"/>
              <a:gd name="csX34" fmla="*/ 100187 w 245235"/>
              <a:gd name="csY34" fmla="*/ 149485 h 503912"/>
              <a:gd name="csX35" fmla="*/ 89795 w 245235"/>
              <a:gd name="csY35" fmla="*/ 145581 h 503912"/>
              <a:gd name="csX36" fmla="*/ 79509 w 245235"/>
              <a:gd name="csY36" fmla="*/ 132462 h 503912"/>
              <a:gd name="csX37" fmla="*/ 74746 w 245235"/>
              <a:gd name="csY37" fmla="*/ 127510 h 503912"/>
              <a:gd name="csX38" fmla="*/ 61439 w 245235"/>
              <a:gd name="csY38" fmla="*/ 106041 h 503912"/>
              <a:gd name="csX39" fmla="*/ 51376 w 245235"/>
              <a:gd name="csY39" fmla="*/ 92403 h 503912"/>
              <a:gd name="csX40" fmla="*/ 43631 w 245235"/>
              <a:gd name="csY40" fmla="*/ 82710 h 503912"/>
              <a:gd name="csX41" fmla="*/ 40756 w 245235"/>
              <a:gd name="csY41" fmla="*/ 70719 h 503912"/>
              <a:gd name="csX42" fmla="*/ 37174 w 245235"/>
              <a:gd name="csY42" fmla="*/ 60642 h 503912"/>
              <a:gd name="csX43" fmla="*/ 23391 w 245235"/>
              <a:gd name="csY43" fmla="*/ 17685 h 503912"/>
              <a:gd name="csX44" fmla="*/ 16983 w 245235"/>
              <a:gd name="csY44" fmla="*/ 12409 h 503912"/>
              <a:gd name="csX45" fmla="*/ 27512 w 245235"/>
              <a:gd name="csY45" fmla="*/ 5441 h 503912"/>
              <a:gd name="csX46" fmla="*/ 44577 w 245235"/>
              <a:gd name="csY46" fmla="*/ 1452 h 503912"/>
              <a:gd name="csX47" fmla="*/ 51418 w 245235"/>
              <a:gd name="csY47" fmla="*/ 21016 h 503912"/>
              <a:gd name="csX48" fmla="*/ 53995 w 245235"/>
              <a:gd name="csY48" fmla="*/ 32559 h 503912"/>
              <a:gd name="csX49" fmla="*/ 56749 w 245235"/>
              <a:gd name="csY49" fmla="*/ 46824 h 503912"/>
              <a:gd name="csX50" fmla="*/ 61515 w 245235"/>
              <a:gd name="csY50" fmla="*/ 64401 h 503912"/>
              <a:gd name="csX51" fmla="*/ 66783 w 245235"/>
              <a:gd name="csY51" fmla="*/ 80478 h 503912"/>
              <a:gd name="csX52" fmla="*/ 69183 w 245235"/>
              <a:gd name="csY52" fmla="*/ 82335 h 503912"/>
              <a:gd name="csX53" fmla="*/ 72797 w 245235"/>
              <a:gd name="csY53" fmla="*/ 89434 h 503912"/>
              <a:gd name="csX54" fmla="*/ 77368 w 245235"/>
              <a:gd name="csY54" fmla="*/ 95891 h 503912"/>
              <a:gd name="csX55" fmla="*/ 83382 w 245235"/>
              <a:gd name="csY55" fmla="*/ 106862 h 503912"/>
              <a:gd name="csX56" fmla="*/ 91209 w 245235"/>
              <a:gd name="csY56" fmla="*/ 114603 h 503912"/>
              <a:gd name="csX57" fmla="*/ 115649 w 245235"/>
              <a:gd name="csY57" fmla="*/ 125394 h 503912"/>
              <a:gd name="csX58" fmla="*/ 132428 w 245235"/>
              <a:gd name="csY58" fmla="*/ 131624 h 503912"/>
              <a:gd name="csX59" fmla="*/ 150553 w 245235"/>
              <a:gd name="csY59" fmla="*/ 139348 h 503912"/>
              <a:gd name="csX60" fmla="*/ 176368 w 245235"/>
              <a:gd name="csY60" fmla="*/ 146927 h 503912"/>
              <a:gd name="csX61" fmla="*/ 211382 w 245235"/>
              <a:gd name="csY61" fmla="*/ 156343 h 503912"/>
              <a:gd name="csX62" fmla="*/ 230401 w 245235"/>
              <a:gd name="csY62" fmla="*/ 161456 h 503912"/>
              <a:gd name="csX63" fmla="*/ 244475 w 245235"/>
              <a:gd name="csY63" fmla="*/ 154799 h 503912"/>
              <a:gd name="csX64" fmla="*/ 229656 w 245235"/>
              <a:gd name="csY64" fmla="*/ 212698 h 503912"/>
              <a:gd name="csX65" fmla="*/ 216833 w 245235"/>
              <a:gd name="csY65" fmla="*/ 242385 h 503912"/>
              <a:gd name="csX66" fmla="*/ 205960 w 245235"/>
              <a:gd name="csY66" fmla="*/ 288674 h 503912"/>
              <a:gd name="csX67" fmla="*/ 203418 w 245235"/>
              <a:gd name="csY67" fmla="*/ 300468 h 503912"/>
              <a:gd name="csX68" fmla="*/ 200956 w 245235"/>
              <a:gd name="csY68" fmla="*/ 300468 h 503912"/>
              <a:gd name="csX69" fmla="*/ 214917 w 245235"/>
              <a:gd name="csY69" fmla="*/ 237240 h 503912"/>
              <a:gd name="csX70" fmla="*/ 224070 w 245235"/>
              <a:gd name="csY70" fmla="*/ 211401 h 503912"/>
              <a:gd name="csX71" fmla="*/ 218637 w 245235"/>
              <a:gd name="csY71" fmla="*/ 205384 h 503912"/>
              <a:gd name="csX72" fmla="*/ 214956 w 245235"/>
              <a:gd name="csY72" fmla="*/ 204826 h 503912"/>
              <a:gd name="csX73" fmla="*/ 214905 w 245235"/>
              <a:gd name="csY73" fmla="*/ 215873 h 503912"/>
              <a:gd name="csX74" fmla="*/ 213101 w 245235"/>
              <a:gd name="csY74" fmla="*/ 224084 h 503912"/>
              <a:gd name="csX75" fmla="*/ 208491 w 245235"/>
              <a:gd name="csY75" fmla="*/ 218391 h 503912"/>
              <a:gd name="csX76" fmla="*/ 197466 w 245235"/>
              <a:gd name="csY76" fmla="*/ 218019 h 503912"/>
              <a:gd name="csX77" fmla="*/ 199747 w 245235"/>
              <a:gd name="csY77" fmla="*/ 224749 h 503912"/>
              <a:gd name="csX78" fmla="*/ 203418 w 245235"/>
              <a:gd name="csY78" fmla="*/ 228616 h 503912"/>
              <a:gd name="csX79" fmla="*/ 201015 w 245235"/>
              <a:gd name="csY79" fmla="*/ 229588 h 503912"/>
              <a:gd name="csX80" fmla="*/ 196991 w 245235"/>
              <a:gd name="csY80" fmla="*/ 230726 h 503912"/>
              <a:gd name="csX81" fmla="*/ 198308 w 245235"/>
              <a:gd name="csY81" fmla="*/ 233350 h 503912"/>
              <a:gd name="csX82" fmla="*/ 199523 w 245235"/>
              <a:gd name="csY82" fmla="*/ 241200 h 503912"/>
              <a:gd name="csX83" fmla="*/ 200899 w 245235"/>
              <a:gd name="csY83" fmla="*/ 252786 h 503912"/>
              <a:gd name="csX84" fmla="*/ 200228 w 245235"/>
              <a:gd name="csY84" fmla="*/ 257969 h 503912"/>
              <a:gd name="csX85" fmla="*/ 197509 w 245235"/>
              <a:gd name="csY85" fmla="*/ 272843 h 503912"/>
              <a:gd name="csX86" fmla="*/ 194340 w 245235"/>
              <a:gd name="csY86" fmla="*/ 281107 h 503912"/>
              <a:gd name="csX87" fmla="*/ 191370 w 245235"/>
              <a:gd name="csY87" fmla="*/ 292273 h 503912"/>
              <a:gd name="csX88" fmla="*/ 195674 w 245235"/>
              <a:gd name="csY88" fmla="*/ 307167 h 503912"/>
              <a:gd name="csX89" fmla="*/ 199681 w 245235"/>
              <a:gd name="csY89" fmla="*/ 306687 h 503912"/>
              <a:gd name="csX90" fmla="*/ 200986 w 245235"/>
              <a:gd name="csY90" fmla="*/ 320424 h 503912"/>
              <a:gd name="csX91" fmla="*/ 197882 w 245235"/>
              <a:gd name="csY91" fmla="*/ 340480 h 503912"/>
              <a:gd name="csX92" fmla="*/ 197480 w 245235"/>
              <a:gd name="csY92" fmla="*/ 350806 h 503912"/>
              <a:gd name="csX93" fmla="*/ 195674 w 245235"/>
              <a:gd name="csY93" fmla="*/ 339189 h 503912"/>
              <a:gd name="csX94" fmla="*/ 193480 w 245235"/>
              <a:gd name="csY94" fmla="*/ 360201 h 503912"/>
              <a:gd name="csX95" fmla="*/ 197184 w 245235"/>
              <a:gd name="csY95" fmla="*/ 414396 h 503912"/>
              <a:gd name="csX96" fmla="*/ 198086 w 245235"/>
              <a:gd name="csY96" fmla="*/ 450991 h 503912"/>
              <a:gd name="csX97" fmla="*/ 192986 w 245235"/>
              <a:gd name="csY97" fmla="*/ 462927 h 503912"/>
              <a:gd name="csX98" fmla="*/ 186260 w 245235"/>
              <a:gd name="csY98" fmla="*/ 476652 h 503912"/>
              <a:gd name="csX99" fmla="*/ 187756 w 245235"/>
              <a:gd name="csY99" fmla="*/ 481169 h 503912"/>
              <a:gd name="csX100" fmla="*/ 190891 w 245235"/>
              <a:gd name="csY100" fmla="*/ 476652 h 503912"/>
              <a:gd name="csX101" fmla="*/ 193026 w 245235"/>
              <a:gd name="csY101" fmla="*/ 487623 h 503912"/>
              <a:gd name="csX102" fmla="*/ 194241 w 245235"/>
              <a:gd name="csY102" fmla="*/ 503884 h 503912"/>
              <a:gd name="csX103" fmla="*/ 181623 w 245235"/>
              <a:gd name="csY103" fmla="*/ 494203 h 5039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Lst>
            <a:rect l="l" t="t" r="r" b="b"/>
            <a:pathLst>
              <a:path w="245235" h="503912">
                <a:moveTo>
                  <a:pt x="181623" y="494203"/>
                </a:moveTo>
                <a:cubicBezTo>
                  <a:pt x="170080" y="484213"/>
                  <a:pt x="162664" y="481487"/>
                  <a:pt x="158452" y="485687"/>
                </a:cubicBezTo>
                <a:cubicBezTo>
                  <a:pt x="157384" y="486752"/>
                  <a:pt x="152834" y="487689"/>
                  <a:pt x="148342" y="487770"/>
                </a:cubicBezTo>
                <a:cubicBezTo>
                  <a:pt x="143849" y="487851"/>
                  <a:pt x="130880" y="488765"/>
                  <a:pt x="119521" y="489801"/>
                </a:cubicBezTo>
                <a:cubicBezTo>
                  <a:pt x="108163" y="490837"/>
                  <a:pt x="93741" y="490755"/>
                  <a:pt x="87472" y="489620"/>
                </a:cubicBezTo>
                <a:cubicBezTo>
                  <a:pt x="77605" y="487832"/>
                  <a:pt x="75687" y="486404"/>
                  <a:pt x="73190" y="478988"/>
                </a:cubicBezTo>
                <a:cubicBezTo>
                  <a:pt x="70001" y="469517"/>
                  <a:pt x="60184" y="460664"/>
                  <a:pt x="52773" y="460575"/>
                </a:cubicBezTo>
                <a:cubicBezTo>
                  <a:pt x="49415" y="460535"/>
                  <a:pt x="48457" y="461764"/>
                  <a:pt x="49575" y="464677"/>
                </a:cubicBezTo>
                <a:cubicBezTo>
                  <a:pt x="50616" y="467390"/>
                  <a:pt x="50039" y="468403"/>
                  <a:pt x="47915" y="467591"/>
                </a:cubicBezTo>
                <a:cubicBezTo>
                  <a:pt x="43178" y="465778"/>
                  <a:pt x="16822" y="457260"/>
                  <a:pt x="13036" y="456319"/>
                </a:cubicBezTo>
                <a:cubicBezTo>
                  <a:pt x="9334" y="455399"/>
                  <a:pt x="8569" y="442447"/>
                  <a:pt x="12217" y="442447"/>
                </a:cubicBezTo>
                <a:cubicBezTo>
                  <a:pt x="13541" y="442447"/>
                  <a:pt x="15349" y="440165"/>
                  <a:pt x="16234" y="437376"/>
                </a:cubicBezTo>
                <a:cubicBezTo>
                  <a:pt x="18137" y="431382"/>
                  <a:pt x="7778" y="415870"/>
                  <a:pt x="3077" y="417673"/>
                </a:cubicBezTo>
                <a:cubicBezTo>
                  <a:pt x="1055" y="418449"/>
                  <a:pt x="0" y="415744"/>
                  <a:pt x="0" y="409784"/>
                </a:cubicBezTo>
                <a:cubicBezTo>
                  <a:pt x="0" y="401499"/>
                  <a:pt x="536" y="400849"/>
                  <a:pt x="6196" y="402269"/>
                </a:cubicBezTo>
                <a:cubicBezTo>
                  <a:pt x="9603" y="403124"/>
                  <a:pt x="12454" y="402931"/>
                  <a:pt x="12532" y="401839"/>
                </a:cubicBezTo>
                <a:cubicBezTo>
                  <a:pt x="12609" y="400747"/>
                  <a:pt x="12969" y="395050"/>
                  <a:pt x="13332" y="389178"/>
                </a:cubicBezTo>
                <a:cubicBezTo>
                  <a:pt x="13694" y="383307"/>
                  <a:pt x="16057" y="375349"/>
                  <a:pt x="18583" y="371495"/>
                </a:cubicBezTo>
                <a:cubicBezTo>
                  <a:pt x="22726" y="365172"/>
                  <a:pt x="24227" y="364644"/>
                  <a:pt x="33934" y="366100"/>
                </a:cubicBezTo>
                <a:cubicBezTo>
                  <a:pt x="43066" y="367469"/>
                  <a:pt x="45460" y="366825"/>
                  <a:pt x="49768" y="361841"/>
                </a:cubicBezTo>
                <a:cubicBezTo>
                  <a:pt x="55970" y="354665"/>
                  <a:pt x="55203" y="348567"/>
                  <a:pt x="46692" y="337409"/>
                </a:cubicBezTo>
                <a:cubicBezTo>
                  <a:pt x="41680" y="330837"/>
                  <a:pt x="40608" y="327241"/>
                  <a:pt x="42031" y="321770"/>
                </a:cubicBezTo>
                <a:cubicBezTo>
                  <a:pt x="45168" y="309711"/>
                  <a:pt x="44306" y="300620"/>
                  <a:pt x="39524" y="295336"/>
                </a:cubicBezTo>
                <a:cubicBezTo>
                  <a:pt x="35095" y="290442"/>
                  <a:pt x="35173" y="290185"/>
                  <a:pt x="41858" y="287644"/>
                </a:cubicBezTo>
                <a:cubicBezTo>
                  <a:pt x="45661" y="286198"/>
                  <a:pt x="52494" y="281527"/>
                  <a:pt x="57042" y="277265"/>
                </a:cubicBezTo>
                <a:cubicBezTo>
                  <a:pt x="61590" y="273002"/>
                  <a:pt x="67303" y="269509"/>
                  <a:pt x="69737" y="269502"/>
                </a:cubicBezTo>
                <a:cubicBezTo>
                  <a:pt x="74976" y="269488"/>
                  <a:pt x="79509" y="261980"/>
                  <a:pt x="79509" y="253317"/>
                </a:cubicBezTo>
                <a:cubicBezTo>
                  <a:pt x="79509" y="246749"/>
                  <a:pt x="88587" y="240002"/>
                  <a:pt x="95370" y="241529"/>
                </a:cubicBezTo>
                <a:cubicBezTo>
                  <a:pt x="99614" y="242485"/>
                  <a:pt x="137917" y="214161"/>
                  <a:pt x="141543" y="207386"/>
                </a:cubicBezTo>
                <a:cubicBezTo>
                  <a:pt x="144262" y="202307"/>
                  <a:pt x="142422" y="199791"/>
                  <a:pt x="135987" y="199791"/>
                </a:cubicBezTo>
                <a:cubicBezTo>
                  <a:pt x="130714" y="199791"/>
                  <a:pt x="128893" y="192306"/>
                  <a:pt x="127900" y="166538"/>
                </a:cubicBezTo>
                <a:lnTo>
                  <a:pt x="127266" y="150064"/>
                </a:lnTo>
                <a:lnTo>
                  <a:pt x="118230" y="149351"/>
                </a:lnTo>
                <a:cubicBezTo>
                  <a:pt x="113261" y="148959"/>
                  <a:pt x="107898" y="149707"/>
                  <a:pt x="106311" y="151014"/>
                </a:cubicBezTo>
                <a:cubicBezTo>
                  <a:pt x="104470" y="152530"/>
                  <a:pt x="102255" y="151977"/>
                  <a:pt x="100187" y="149485"/>
                </a:cubicBezTo>
                <a:cubicBezTo>
                  <a:pt x="98405" y="147337"/>
                  <a:pt x="93728" y="145581"/>
                  <a:pt x="89795" y="145581"/>
                </a:cubicBezTo>
                <a:cubicBezTo>
                  <a:pt x="82532" y="145581"/>
                  <a:pt x="79509" y="141725"/>
                  <a:pt x="79509" y="132462"/>
                </a:cubicBezTo>
                <a:cubicBezTo>
                  <a:pt x="79509" y="129370"/>
                  <a:pt x="77720" y="127510"/>
                  <a:pt x="74746" y="127510"/>
                </a:cubicBezTo>
                <a:cubicBezTo>
                  <a:pt x="66661" y="127510"/>
                  <a:pt x="61439" y="119085"/>
                  <a:pt x="61439" y="106041"/>
                </a:cubicBezTo>
                <a:cubicBezTo>
                  <a:pt x="61439" y="94056"/>
                  <a:pt x="61402" y="94007"/>
                  <a:pt x="51376" y="92403"/>
                </a:cubicBezTo>
                <a:cubicBezTo>
                  <a:pt x="41507" y="90825"/>
                  <a:pt x="41357" y="90638"/>
                  <a:pt x="43631" y="82710"/>
                </a:cubicBezTo>
                <a:cubicBezTo>
                  <a:pt x="46841" y="71517"/>
                  <a:pt x="46650" y="70719"/>
                  <a:pt x="40756" y="70719"/>
                </a:cubicBezTo>
                <a:cubicBezTo>
                  <a:pt x="36165" y="70719"/>
                  <a:pt x="35750" y="69551"/>
                  <a:pt x="37174" y="60642"/>
                </a:cubicBezTo>
                <a:cubicBezTo>
                  <a:pt x="39267" y="47555"/>
                  <a:pt x="31942" y="24727"/>
                  <a:pt x="23391" y="17685"/>
                </a:cubicBezTo>
                <a:lnTo>
                  <a:pt x="16983" y="12409"/>
                </a:lnTo>
                <a:lnTo>
                  <a:pt x="27512" y="5441"/>
                </a:lnTo>
                <a:cubicBezTo>
                  <a:pt x="36589" y="-566"/>
                  <a:pt x="38942" y="-1116"/>
                  <a:pt x="44577" y="1452"/>
                </a:cubicBezTo>
                <a:cubicBezTo>
                  <a:pt x="50920" y="4342"/>
                  <a:pt x="52469" y="8771"/>
                  <a:pt x="51418" y="21016"/>
                </a:cubicBezTo>
                <a:cubicBezTo>
                  <a:pt x="51144" y="24205"/>
                  <a:pt x="52304" y="29399"/>
                  <a:pt x="53995" y="32559"/>
                </a:cubicBezTo>
                <a:cubicBezTo>
                  <a:pt x="55686" y="35718"/>
                  <a:pt x="56925" y="42138"/>
                  <a:pt x="56749" y="46824"/>
                </a:cubicBezTo>
                <a:cubicBezTo>
                  <a:pt x="56573" y="51511"/>
                  <a:pt x="58717" y="59420"/>
                  <a:pt x="61515" y="64401"/>
                </a:cubicBezTo>
                <a:cubicBezTo>
                  <a:pt x="64313" y="69382"/>
                  <a:pt x="66683" y="76616"/>
                  <a:pt x="66783" y="80478"/>
                </a:cubicBezTo>
                <a:cubicBezTo>
                  <a:pt x="66944" y="86723"/>
                  <a:pt x="67209" y="86928"/>
                  <a:pt x="69183" y="82335"/>
                </a:cubicBezTo>
                <a:cubicBezTo>
                  <a:pt x="71476" y="76999"/>
                  <a:pt x="71863" y="77758"/>
                  <a:pt x="72797" y="89434"/>
                </a:cubicBezTo>
                <a:cubicBezTo>
                  <a:pt x="72939" y="91209"/>
                  <a:pt x="74996" y="94114"/>
                  <a:pt x="77368" y="95891"/>
                </a:cubicBezTo>
                <a:cubicBezTo>
                  <a:pt x="79740" y="97667"/>
                  <a:pt x="82447" y="102604"/>
                  <a:pt x="83382" y="106862"/>
                </a:cubicBezTo>
                <a:cubicBezTo>
                  <a:pt x="84688" y="112811"/>
                  <a:pt x="86501" y="114603"/>
                  <a:pt x="91209" y="114603"/>
                </a:cubicBezTo>
                <a:cubicBezTo>
                  <a:pt x="99379" y="114603"/>
                  <a:pt x="110872" y="119677"/>
                  <a:pt x="115649" y="125394"/>
                </a:cubicBezTo>
                <a:cubicBezTo>
                  <a:pt x="117952" y="128149"/>
                  <a:pt x="124752" y="130674"/>
                  <a:pt x="132428" y="131624"/>
                </a:cubicBezTo>
                <a:cubicBezTo>
                  <a:pt x="141521" y="132750"/>
                  <a:pt x="146878" y="135032"/>
                  <a:pt x="150553" y="139348"/>
                </a:cubicBezTo>
                <a:cubicBezTo>
                  <a:pt x="154982" y="144548"/>
                  <a:pt x="158885" y="145694"/>
                  <a:pt x="176368" y="146927"/>
                </a:cubicBezTo>
                <a:cubicBezTo>
                  <a:pt x="205380" y="148973"/>
                  <a:pt x="204499" y="148736"/>
                  <a:pt x="211382" y="156343"/>
                </a:cubicBezTo>
                <a:cubicBezTo>
                  <a:pt x="219859" y="165712"/>
                  <a:pt x="228327" y="167989"/>
                  <a:pt x="230401" y="161456"/>
                </a:cubicBezTo>
                <a:cubicBezTo>
                  <a:pt x="231901" y="156729"/>
                  <a:pt x="241748" y="152072"/>
                  <a:pt x="244475" y="154799"/>
                </a:cubicBezTo>
                <a:cubicBezTo>
                  <a:pt x="248005" y="158329"/>
                  <a:pt x="238595" y="195092"/>
                  <a:pt x="229656" y="212698"/>
                </a:cubicBezTo>
                <a:cubicBezTo>
                  <a:pt x="224250" y="223347"/>
                  <a:pt x="218479" y="236706"/>
                  <a:pt x="216833" y="242385"/>
                </a:cubicBezTo>
                <a:cubicBezTo>
                  <a:pt x="208092" y="272545"/>
                  <a:pt x="205996" y="281464"/>
                  <a:pt x="205960" y="288674"/>
                </a:cubicBezTo>
                <a:cubicBezTo>
                  <a:pt x="205939" y="293031"/>
                  <a:pt x="204795" y="298338"/>
                  <a:pt x="203418" y="300468"/>
                </a:cubicBezTo>
                <a:cubicBezTo>
                  <a:pt x="201194" y="303910"/>
                  <a:pt x="200920" y="303910"/>
                  <a:pt x="200956" y="300468"/>
                </a:cubicBezTo>
                <a:cubicBezTo>
                  <a:pt x="201123" y="284393"/>
                  <a:pt x="207229" y="256741"/>
                  <a:pt x="214917" y="237240"/>
                </a:cubicBezTo>
                <a:cubicBezTo>
                  <a:pt x="219951" y="224471"/>
                  <a:pt x="224070" y="212844"/>
                  <a:pt x="224070" y="211401"/>
                </a:cubicBezTo>
                <a:cubicBezTo>
                  <a:pt x="224070" y="209958"/>
                  <a:pt x="221625" y="207250"/>
                  <a:pt x="218637" y="205384"/>
                </a:cubicBezTo>
                <a:cubicBezTo>
                  <a:pt x="215583" y="203477"/>
                  <a:pt x="213971" y="203233"/>
                  <a:pt x="214956" y="204826"/>
                </a:cubicBezTo>
                <a:cubicBezTo>
                  <a:pt x="215920" y="206386"/>
                  <a:pt x="215897" y="211356"/>
                  <a:pt x="214905" y="215873"/>
                </a:cubicBezTo>
                <a:lnTo>
                  <a:pt x="213101" y="224084"/>
                </a:lnTo>
                <a:lnTo>
                  <a:pt x="208491" y="218391"/>
                </a:lnTo>
                <a:cubicBezTo>
                  <a:pt x="202731" y="211277"/>
                  <a:pt x="199260" y="211160"/>
                  <a:pt x="197466" y="218019"/>
                </a:cubicBezTo>
                <a:cubicBezTo>
                  <a:pt x="196615" y="221276"/>
                  <a:pt x="197499" y="223887"/>
                  <a:pt x="199747" y="224749"/>
                </a:cubicBezTo>
                <a:cubicBezTo>
                  <a:pt x="201766" y="225524"/>
                  <a:pt x="203418" y="227264"/>
                  <a:pt x="203418" y="228616"/>
                </a:cubicBezTo>
                <a:cubicBezTo>
                  <a:pt x="203418" y="229967"/>
                  <a:pt x="202337" y="230405"/>
                  <a:pt x="201015" y="229588"/>
                </a:cubicBezTo>
                <a:cubicBezTo>
                  <a:pt x="199694" y="228771"/>
                  <a:pt x="197882" y="229283"/>
                  <a:pt x="196991" y="230726"/>
                </a:cubicBezTo>
                <a:cubicBezTo>
                  <a:pt x="196099" y="232169"/>
                  <a:pt x="196692" y="233350"/>
                  <a:pt x="198308" y="233350"/>
                </a:cubicBezTo>
                <a:cubicBezTo>
                  <a:pt x="200240" y="233350"/>
                  <a:pt x="200656" y="236041"/>
                  <a:pt x="199523" y="241200"/>
                </a:cubicBezTo>
                <a:cubicBezTo>
                  <a:pt x="198474" y="245978"/>
                  <a:pt x="199012" y="250512"/>
                  <a:pt x="200899" y="252786"/>
                </a:cubicBezTo>
                <a:cubicBezTo>
                  <a:pt x="203352" y="255741"/>
                  <a:pt x="203212" y="256824"/>
                  <a:pt x="200228" y="257969"/>
                </a:cubicBezTo>
                <a:cubicBezTo>
                  <a:pt x="197388" y="259059"/>
                  <a:pt x="196716" y="262734"/>
                  <a:pt x="197509" y="272843"/>
                </a:cubicBezTo>
                <a:cubicBezTo>
                  <a:pt x="198508" y="285590"/>
                  <a:pt x="198348" y="286008"/>
                  <a:pt x="194340" y="281107"/>
                </a:cubicBezTo>
                <a:cubicBezTo>
                  <a:pt x="190355" y="276233"/>
                  <a:pt x="190188" y="276860"/>
                  <a:pt x="191370" y="292273"/>
                </a:cubicBezTo>
                <a:cubicBezTo>
                  <a:pt x="192505" y="307076"/>
                  <a:pt x="195674" y="318043"/>
                  <a:pt x="195674" y="307167"/>
                </a:cubicBezTo>
                <a:cubicBezTo>
                  <a:pt x="195674" y="303112"/>
                  <a:pt x="196059" y="303066"/>
                  <a:pt x="199681" y="306687"/>
                </a:cubicBezTo>
                <a:cubicBezTo>
                  <a:pt x="202942" y="309948"/>
                  <a:pt x="203185" y="312507"/>
                  <a:pt x="200986" y="320424"/>
                </a:cubicBezTo>
                <a:cubicBezTo>
                  <a:pt x="199500" y="325776"/>
                  <a:pt x="198103" y="334801"/>
                  <a:pt x="197882" y="340480"/>
                </a:cubicBezTo>
                <a:lnTo>
                  <a:pt x="197480" y="350806"/>
                </a:lnTo>
                <a:lnTo>
                  <a:pt x="195674" y="339189"/>
                </a:lnTo>
                <a:cubicBezTo>
                  <a:pt x="194403" y="331014"/>
                  <a:pt x="193753" y="337239"/>
                  <a:pt x="193480" y="360201"/>
                </a:cubicBezTo>
                <a:cubicBezTo>
                  <a:pt x="193236" y="380786"/>
                  <a:pt x="194603" y="400790"/>
                  <a:pt x="197184" y="414396"/>
                </a:cubicBezTo>
                <a:cubicBezTo>
                  <a:pt x="200612" y="432468"/>
                  <a:pt x="200758" y="438399"/>
                  <a:pt x="198086" y="450991"/>
                </a:cubicBezTo>
                <a:cubicBezTo>
                  <a:pt x="196258" y="459605"/>
                  <a:pt x="194082" y="464699"/>
                  <a:pt x="192986" y="462927"/>
                </a:cubicBezTo>
                <a:cubicBezTo>
                  <a:pt x="191158" y="459970"/>
                  <a:pt x="190587" y="461135"/>
                  <a:pt x="186260" y="476652"/>
                </a:cubicBezTo>
                <a:cubicBezTo>
                  <a:pt x="185567" y="479136"/>
                  <a:pt x="186240" y="481169"/>
                  <a:pt x="187756" y="481169"/>
                </a:cubicBezTo>
                <a:cubicBezTo>
                  <a:pt x="189271" y="481169"/>
                  <a:pt x="190682" y="479136"/>
                  <a:pt x="190891" y="476652"/>
                </a:cubicBezTo>
                <a:cubicBezTo>
                  <a:pt x="191099" y="474167"/>
                  <a:pt x="192060" y="479104"/>
                  <a:pt x="193026" y="487623"/>
                </a:cubicBezTo>
                <a:cubicBezTo>
                  <a:pt x="193992" y="496142"/>
                  <a:pt x="194538" y="503459"/>
                  <a:pt x="194241" y="503884"/>
                </a:cubicBezTo>
                <a:cubicBezTo>
                  <a:pt x="193943" y="504308"/>
                  <a:pt x="188265" y="499952"/>
                  <a:pt x="181623" y="494203"/>
                </a:cubicBezTo>
                <a:close/>
              </a:path>
            </a:pathLst>
          </a:custGeom>
          <a:solidFill>
            <a:srgbClr val="B9B9B9"/>
          </a:solidFill>
          <a:ln w="5163" cap="flat">
            <a:noFill/>
            <a:prstDash val="solid"/>
            <a:miter/>
          </a:ln>
        </p:spPr>
        <p:txBody>
          <a:bodyPr/>
          <a:lstStyle/>
          <a:p>
            <a:endParaRPr lang="es-419" noProof="0" dirty="0"/>
          </a:p>
        </p:txBody>
      </p:sp>
      <p:sp>
        <p:nvSpPr>
          <p:cNvPr id="53" name="Forma libre: forma 52">
            <a:extLst>
              <a:ext uri="{FF2B5EF4-FFF2-40B4-BE49-F238E27FC236}">
                <a16:creationId xmlns:a16="http://schemas.microsoft.com/office/drawing/2014/main" id="{0B294056-BBBA-7218-F023-5E32EC913C81}"/>
              </a:ext>
            </a:extLst>
          </p:cNvPr>
          <p:cNvSpPr/>
          <p:nvPr/>
        </p:nvSpPr>
        <p:spPr>
          <a:xfrm>
            <a:off x="920115" y="1646957"/>
            <a:ext cx="379561" cy="415583"/>
          </a:xfrm>
          <a:custGeom>
            <a:avLst/>
            <a:gdLst>
              <a:gd name="csX0" fmla="*/ 203090 w 379561"/>
              <a:gd name="csY0" fmla="*/ 414284 h 415583"/>
              <a:gd name="csX1" fmla="*/ 197077 w 379561"/>
              <a:gd name="csY1" fmla="*/ 404675 h 415583"/>
              <a:gd name="csX2" fmla="*/ 192271 w 379561"/>
              <a:gd name="csY2" fmla="*/ 395646 h 415583"/>
              <a:gd name="csX3" fmla="*/ 171007 w 379561"/>
              <a:gd name="csY3" fmla="*/ 397866 h 415583"/>
              <a:gd name="csX4" fmla="*/ 166946 w 379561"/>
              <a:gd name="csY4" fmla="*/ 392738 h 415583"/>
              <a:gd name="csX5" fmla="*/ 171214 w 379561"/>
              <a:gd name="csY5" fmla="*/ 375323 h 415583"/>
              <a:gd name="csX6" fmla="*/ 168526 w 379561"/>
              <a:gd name="csY6" fmla="*/ 359903 h 415583"/>
              <a:gd name="csX7" fmla="*/ 135682 w 379561"/>
              <a:gd name="csY7" fmla="*/ 348579 h 415583"/>
              <a:gd name="csX8" fmla="*/ 130456 w 379561"/>
              <a:gd name="csY8" fmla="*/ 344743 h 415583"/>
              <a:gd name="csX9" fmla="*/ 123707 w 379561"/>
              <a:gd name="csY9" fmla="*/ 339434 h 415583"/>
              <a:gd name="csX10" fmla="*/ 111898 w 379561"/>
              <a:gd name="csY10" fmla="*/ 326710 h 415583"/>
              <a:gd name="csX11" fmla="*/ 102819 w 379561"/>
              <a:gd name="csY11" fmla="*/ 312359 h 415583"/>
              <a:gd name="csX12" fmla="*/ 100189 w 379561"/>
              <a:gd name="csY12" fmla="*/ 303716 h 415583"/>
              <a:gd name="csX13" fmla="*/ 96495 w 379561"/>
              <a:gd name="csY13" fmla="*/ 291424 h 415583"/>
              <a:gd name="csX14" fmla="*/ 91114 w 379561"/>
              <a:gd name="csY14" fmla="*/ 269668 h 415583"/>
              <a:gd name="csX15" fmla="*/ 73368 w 379561"/>
              <a:gd name="csY15" fmla="*/ 228658 h 415583"/>
              <a:gd name="csX16" fmla="*/ 56149 w 379561"/>
              <a:gd name="csY16" fmla="*/ 225592 h 415583"/>
              <a:gd name="csX17" fmla="*/ 38234 w 379561"/>
              <a:gd name="csY17" fmla="*/ 218995 h 415583"/>
              <a:gd name="csX18" fmla="*/ 14702 w 379561"/>
              <a:gd name="csY18" fmla="*/ 179229 h 415583"/>
              <a:gd name="csX19" fmla="*/ 4675 w 379561"/>
              <a:gd name="csY19" fmla="*/ 165798 h 415583"/>
              <a:gd name="csX20" fmla="*/ 1771 w 379561"/>
              <a:gd name="csY20" fmla="*/ 155184 h 415583"/>
              <a:gd name="csX21" fmla="*/ 712 w 379561"/>
              <a:gd name="csY21" fmla="*/ 126667 h 415583"/>
              <a:gd name="csX22" fmla="*/ 2557 w 379561"/>
              <a:gd name="csY22" fmla="*/ 104522 h 415583"/>
              <a:gd name="csX23" fmla="*/ 16402 w 379561"/>
              <a:gd name="csY23" fmla="*/ 104522 h 415583"/>
              <a:gd name="csX24" fmla="*/ 46584 w 379561"/>
              <a:gd name="csY24" fmla="*/ 95540 h 415583"/>
              <a:gd name="csX25" fmla="*/ 48520 w 379561"/>
              <a:gd name="csY25" fmla="*/ 81044 h 415583"/>
              <a:gd name="csX26" fmla="*/ 53693 w 379561"/>
              <a:gd name="csY26" fmla="*/ 64536 h 415583"/>
              <a:gd name="csX27" fmla="*/ 57236 w 379561"/>
              <a:gd name="csY27" fmla="*/ 49938 h 415583"/>
              <a:gd name="csX28" fmla="*/ 61307 w 379561"/>
              <a:gd name="csY28" fmla="*/ 39986 h 415583"/>
              <a:gd name="csX29" fmla="*/ 72238 w 379561"/>
              <a:gd name="csY29" fmla="*/ 37166 h 415583"/>
              <a:gd name="csX30" fmla="*/ 75921 w 379561"/>
              <a:gd name="csY30" fmla="*/ 26420 h 415583"/>
              <a:gd name="csX31" fmla="*/ 86217 w 379561"/>
              <a:gd name="csY31" fmla="*/ 9008 h 415583"/>
              <a:gd name="csX32" fmla="*/ 91229 w 379561"/>
              <a:gd name="csY32" fmla="*/ 3610 h 415583"/>
              <a:gd name="csX33" fmla="*/ 100572 w 379561"/>
              <a:gd name="csY33" fmla="*/ 6016 h 415583"/>
              <a:gd name="csX34" fmla="*/ 115842 w 379561"/>
              <a:gd name="csY34" fmla="*/ 15498 h 415583"/>
              <a:gd name="csX35" fmla="*/ 130061 w 379561"/>
              <a:gd name="csY35" fmla="*/ 25801 h 415583"/>
              <a:gd name="csX36" fmla="*/ 153502 w 379561"/>
              <a:gd name="csY36" fmla="*/ 36020 h 415583"/>
              <a:gd name="csX37" fmla="*/ 166647 w 379561"/>
              <a:gd name="csY37" fmla="*/ 35196 h 415583"/>
              <a:gd name="csX38" fmla="*/ 177014 w 379561"/>
              <a:gd name="csY38" fmla="*/ 35079 h 415583"/>
              <a:gd name="csX39" fmla="*/ 199575 w 379561"/>
              <a:gd name="csY39" fmla="*/ 42570 h 415583"/>
              <a:gd name="csX40" fmla="*/ 223114 w 379561"/>
              <a:gd name="csY40" fmla="*/ 30983 h 415583"/>
              <a:gd name="csX41" fmla="*/ 243392 w 379561"/>
              <a:gd name="csY41" fmla="*/ 13562 h 415583"/>
              <a:gd name="csX42" fmla="*/ 257664 w 379561"/>
              <a:gd name="csY42" fmla="*/ 14175 h 415583"/>
              <a:gd name="csX43" fmla="*/ 270020 w 379561"/>
              <a:gd name="csY43" fmla="*/ 16753 h 415583"/>
              <a:gd name="csX44" fmla="*/ 290519 w 379561"/>
              <a:gd name="csY44" fmla="*/ 30455 h 415583"/>
              <a:gd name="csX45" fmla="*/ 307913 w 379561"/>
              <a:gd name="csY45" fmla="*/ 52734 h 415583"/>
              <a:gd name="csX46" fmla="*/ 307918 w 379561"/>
              <a:gd name="csY46" fmla="*/ 71135 h 415583"/>
              <a:gd name="csX47" fmla="*/ 305239 w 379561"/>
              <a:gd name="csY47" fmla="*/ 92635 h 415583"/>
              <a:gd name="csX48" fmla="*/ 300393 w 379561"/>
              <a:gd name="csY48" fmla="*/ 116124 h 415583"/>
              <a:gd name="csX49" fmla="*/ 296534 w 379561"/>
              <a:gd name="csY49" fmla="*/ 139467 h 415583"/>
              <a:gd name="csX50" fmla="*/ 294862 w 379561"/>
              <a:gd name="csY50" fmla="*/ 144381 h 415583"/>
              <a:gd name="csX51" fmla="*/ 302443 w 379561"/>
              <a:gd name="csY51" fmla="*/ 174221 h 415583"/>
              <a:gd name="csX52" fmla="*/ 331579 w 379561"/>
              <a:gd name="csY52" fmla="*/ 200036 h 415583"/>
              <a:gd name="csX53" fmla="*/ 345885 w 379561"/>
              <a:gd name="csY53" fmla="*/ 204322 h 415583"/>
              <a:gd name="csX54" fmla="*/ 358173 w 379561"/>
              <a:gd name="csY54" fmla="*/ 192088 h 415583"/>
              <a:gd name="csX55" fmla="*/ 365209 w 379561"/>
              <a:gd name="csY55" fmla="*/ 177533 h 415583"/>
              <a:gd name="csX56" fmla="*/ 378528 w 379561"/>
              <a:gd name="csY56" fmla="*/ 217259 h 415583"/>
              <a:gd name="csX57" fmla="*/ 379561 w 379561"/>
              <a:gd name="csY57" fmla="*/ 233192 h 415583"/>
              <a:gd name="csX58" fmla="*/ 368302 w 379561"/>
              <a:gd name="csY58" fmla="*/ 234810 h 415583"/>
              <a:gd name="csX59" fmla="*/ 342845 w 379561"/>
              <a:gd name="csY59" fmla="*/ 234877 h 415583"/>
              <a:gd name="csX60" fmla="*/ 294625 w 379561"/>
              <a:gd name="csY60" fmla="*/ 235311 h 415583"/>
              <a:gd name="csX61" fmla="*/ 265550 w 379561"/>
              <a:gd name="csY61" fmla="*/ 264572 h 415583"/>
              <a:gd name="csX62" fmla="*/ 257155 w 379561"/>
              <a:gd name="csY62" fmla="*/ 290178 h 415583"/>
              <a:gd name="csX63" fmla="*/ 253059 w 379561"/>
              <a:gd name="csY63" fmla="*/ 303293 h 415583"/>
              <a:gd name="csX64" fmla="*/ 248021 w 379561"/>
              <a:gd name="csY64" fmla="*/ 307811 h 415583"/>
              <a:gd name="csX65" fmla="*/ 241573 w 379561"/>
              <a:gd name="csY65" fmla="*/ 316201 h 415583"/>
              <a:gd name="csX66" fmla="*/ 230054 w 379561"/>
              <a:gd name="csY66" fmla="*/ 378609 h 415583"/>
              <a:gd name="csX67" fmla="*/ 225886 w 379561"/>
              <a:gd name="csY67" fmla="*/ 411224 h 415583"/>
              <a:gd name="csX68" fmla="*/ 203090 w 379561"/>
              <a:gd name="csY68" fmla="*/ 414284 h 4155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Lst>
            <a:rect l="l" t="t" r="r" b="b"/>
            <a:pathLst>
              <a:path w="379561" h="415583">
                <a:moveTo>
                  <a:pt x="203090" y="414284"/>
                </a:moveTo>
                <a:cubicBezTo>
                  <a:pt x="200763" y="412907"/>
                  <a:pt x="198058" y="408583"/>
                  <a:pt x="197077" y="404675"/>
                </a:cubicBezTo>
                <a:cubicBezTo>
                  <a:pt x="196096" y="400766"/>
                  <a:pt x="193933" y="396703"/>
                  <a:pt x="192271" y="395646"/>
                </a:cubicBezTo>
                <a:cubicBezTo>
                  <a:pt x="187214" y="392429"/>
                  <a:pt x="177806" y="393412"/>
                  <a:pt x="171007" y="397866"/>
                </a:cubicBezTo>
                <a:cubicBezTo>
                  <a:pt x="162395" y="403509"/>
                  <a:pt x="159848" y="400293"/>
                  <a:pt x="166946" y="392738"/>
                </a:cubicBezTo>
                <a:cubicBezTo>
                  <a:pt x="171625" y="387757"/>
                  <a:pt x="172379" y="384679"/>
                  <a:pt x="171214" y="375323"/>
                </a:cubicBezTo>
                <a:cubicBezTo>
                  <a:pt x="170436" y="369072"/>
                  <a:pt x="169226" y="362133"/>
                  <a:pt x="168526" y="359903"/>
                </a:cubicBezTo>
                <a:cubicBezTo>
                  <a:pt x="167058" y="355229"/>
                  <a:pt x="141404" y="346384"/>
                  <a:pt x="135682" y="348579"/>
                </a:cubicBezTo>
                <a:cubicBezTo>
                  <a:pt x="133235" y="349518"/>
                  <a:pt x="131342" y="348128"/>
                  <a:pt x="130456" y="344743"/>
                </a:cubicBezTo>
                <a:cubicBezTo>
                  <a:pt x="129618" y="341535"/>
                  <a:pt x="126946" y="339434"/>
                  <a:pt x="123707" y="339434"/>
                </a:cubicBezTo>
                <a:cubicBezTo>
                  <a:pt x="119877" y="339434"/>
                  <a:pt x="116504" y="335800"/>
                  <a:pt x="111898" y="326710"/>
                </a:cubicBezTo>
                <a:cubicBezTo>
                  <a:pt x="108351" y="319711"/>
                  <a:pt x="104266" y="313253"/>
                  <a:pt x="102819" y="312359"/>
                </a:cubicBezTo>
                <a:cubicBezTo>
                  <a:pt x="101373" y="311465"/>
                  <a:pt x="100189" y="307575"/>
                  <a:pt x="100189" y="303716"/>
                </a:cubicBezTo>
                <a:cubicBezTo>
                  <a:pt x="100189" y="299856"/>
                  <a:pt x="98526" y="294325"/>
                  <a:pt x="96495" y="291424"/>
                </a:cubicBezTo>
                <a:cubicBezTo>
                  <a:pt x="94463" y="288523"/>
                  <a:pt x="92041" y="278733"/>
                  <a:pt x="91114" y="269668"/>
                </a:cubicBezTo>
                <a:cubicBezTo>
                  <a:pt x="89247" y="251425"/>
                  <a:pt x="83480" y="238096"/>
                  <a:pt x="73368" y="228658"/>
                </a:cubicBezTo>
                <a:cubicBezTo>
                  <a:pt x="67157" y="222862"/>
                  <a:pt x="65968" y="222650"/>
                  <a:pt x="56149" y="225592"/>
                </a:cubicBezTo>
                <a:cubicBezTo>
                  <a:pt x="44901" y="228962"/>
                  <a:pt x="38234" y="226507"/>
                  <a:pt x="38234" y="218995"/>
                </a:cubicBezTo>
                <a:cubicBezTo>
                  <a:pt x="38234" y="211509"/>
                  <a:pt x="24381" y="188100"/>
                  <a:pt x="14702" y="179229"/>
                </a:cubicBezTo>
                <a:cubicBezTo>
                  <a:pt x="9187" y="174175"/>
                  <a:pt x="4675" y="168131"/>
                  <a:pt x="4675" y="165798"/>
                </a:cubicBezTo>
                <a:cubicBezTo>
                  <a:pt x="4675" y="163466"/>
                  <a:pt x="3368" y="158689"/>
                  <a:pt x="1771" y="155184"/>
                </a:cubicBezTo>
                <a:cubicBezTo>
                  <a:pt x="-157" y="150952"/>
                  <a:pt x="-513" y="141373"/>
                  <a:pt x="712" y="126667"/>
                </a:cubicBezTo>
                <a:lnTo>
                  <a:pt x="2557" y="104522"/>
                </a:lnTo>
                <a:lnTo>
                  <a:pt x="16402" y="104522"/>
                </a:lnTo>
                <a:cubicBezTo>
                  <a:pt x="30035" y="104522"/>
                  <a:pt x="42866" y="100703"/>
                  <a:pt x="46584" y="95540"/>
                </a:cubicBezTo>
                <a:cubicBezTo>
                  <a:pt x="47627" y="94091"/>
                  <a:pt x="48499" y="87568"/>
                  <a:pt x="48520" y="81044"/>
                </a:cubicBezTo>
                <a:cubicBezTo>
                  <a:pt x="48549" y="72518"/>
                  <a:pt x="50004" y="67875"/>
                  <a:pt x="53693" y="64536"/>
                </a:cubicBezTo>
                <a:cubicBezTo>
                  <a:pt x="57798" y="60822"/>
                  <a:pt x="58508" y="57895"/>
                  <a:pt x="57236" y="49938"/>
                </a:cubicBezTo>
                <a:cubicBezTo>
                  <a:pt x="55795" y="40930"/>
                  <a:pt x="56182" y="39986"/>
                  <a:pt x="61307" y="39986"/>
                </a:cubicBezTo>
                <a:cubicBezTo>
                  <a:pt x="64421" y="39986"/>
                  <a:pt x="69340" y="38717"/>
                  <a:pt x="72238" y="37166"/>
                </a:cubicBezTo>
                <a:cubicBezTo>
                  <a:pt x="76432" y="34922"/>
                  <a:pt x="77183" y="32731"/>
                  <a:pt x="75921" y="26420"/>
                </a:cubicBezTo>
                <a:cubicBezTo>
                  <a:pt x="74260" y="18119"/>
                  <a:pt x="79648" y="9008"/>
                  <a:pt x="86217" y="9008"/>
                </a:cubicBezTo>
                <a:cubicBezTo>
                  <a:pt x="88031" y="9008"/>
                  <a:pt x="90286" y="6579"/>
                  <a:pt x="91229" y="3610"/>
                </a:cubicBezTo>
                <a:cubicBezTo>
                  <a:pt x="92878" y="-1587"/>
                  <a:pt x="93226" y="-1498"/>
                  <a:pt x="100572" y="6016"/>
                </a:cubicBezTo>
                <a:cubicBezTo>
                  <a:pt x="104769" y="10308"/>
                  <a:pt x="111640" y="14575"/>
                  <a:pt x="115842" y="15498"/>
                </a:cubicBezTo>
                <a:cubicBezTo>
                  <a:pt x="120151" y="16445"/>
                  <a:pt x="126350" y="20937"/>
                  <a:pt x="130061" y="25801"/>
                </a:cubicBezTo>
                <a:cubicBezTo>
                  <a:pt x="137904" y="36084"/>
                  <a:pt x="151245" y="41900"/>
                  <a:pt x="153502" y="36020"/>
                </a:cubicBezTo>
                <a:cubicBezTo>
                  <a:pt x="155231" y="31515"/>
                  <a:pt x="162509" y="31058"/>
                  <a:pt x="166647" y="35196"/>
                </a:cubicBezTo>
                <a:cubicBezTo>
                  <a:pt x="168865" y="37413"/>
                  <a:pt x="171448" y="37384"/>
                  <a:pt x="177014" y="35079"/>
                </a:cubicBezTo>
                <a:cubicBezTo>
                  <a:pt x="186293" y="31236"/>
                  <a:pt x="197119" y="34830"/>
                  <a:pt x="199575" y="42570"/>
                </a:cubicBezTo>
                <a:cubicBezTo>
                  <a:pt x="202586" y="52057"/>
                  <a:pt x="211392" y="47722"/>
                  <a:pt x="223114" y="30983"/>
                </a:cubicBezTo>
                <a:cubicBezTo>
                  <a:pt x="231922" y="18404"/>
                  <a:pt x="235698" y="15160"/>
                  <a:pt x="243392" y="13562"/>
                </a:cubicBezTo>
                <a:cubicBezTo>
                  <a:pt x="248841" y="12430"/>
                  <a:pt x="254889" y="12690"/>
                  <a:pt x="257664" y="14175"/>
                </a:cubicBezTo>
                <a:cubicBezTo>
                  <a:pt x="260313" y="15593"/>
                  <a:pt x="265874" y="16753"/>
                  <a:pt x="270020" y="16753"/>
                </a:cubicBezTo>
                <a:cubicBezTo>
                  <a:pt x="275778" y="16753"/>
                  <a:pt x="280624" y="19992"/>
                  <a:pt x="290519" y="30455"/>
                </a:cubicBezTo>
                <a:cubicBezTo>
                  <a:pt x="297647" y="37991"/>
                  <a:pt x="305474" y="48017"/>
                  <a:pt x="307913" y="52734"/>
                </a:cubicBezTo>
                <a:cubicBezTo>
                  <a:pt x="312104" y="60839"/>
                  <a:pt x="312105" y="61851"/>
                  <a:pt x="307918" y="71135"/>
                </a:cubicBezTo>
                <a:cubicBezTo>
                  <a:pt x="304686" y="78303"/>
                  <a:pt x="303961" y="84117"/>
                  <a:pt x="305239" y="92635"/>
                </a:cubicBezTo>
                <a:cubicBezTo>
                  <a:pt x="306699" y="102374"/>
                  <a:pt x="305896" y="106269"/>
                  <a:pt x="300393" y="116124"/>
                </a:cubicBezTo>
                <a:cubicBezTo>
                  <a:pt x="293385" y="128678"/>
                  <a:pt x="292058" y="136701"/>
                  <a:pt x="296534" y="139467"/>
                </a:cubicBezTo>
                <a:cubicBezTo>
                  <a:pt x="298276" y="140544"/>
                  <a:pt x="297669" y="142329"/>
                  <a:pt x="294862" y="144381"/>
                </a:cubicBezTo>
                <a:cubicBezTo>
                  <a:pt x="289162" y="148549"/>
                  <a:pt x="291010" y="155821"/>
                  <a:pt x="302443" y="174221"/>
                </a:cubicBezTo>
                <a:cubicBezTo>
                  <a:pt x="315893" y="195868"/>
                  <a:pt x="320598" y="200036"/>
                  <a:pt x="331579" y="200036"/>
                </a:cubicBezTo>
                <a:cubicBezTo>
                  <a:pt x="336873" y="200036"/>
                  <a:pt x="343264" y="201951"/>
                  <a:pt x="345885" y="204322"/>
                </a:cubicBezTo>
                <a:cubicBezTo>
                  <a:pt x="351730" y="209612"/>
                  <a:pt x="352148" y="209195"/>
                  <a:pt x="358173" y="192088"/>
                </a:cubicBezTo>
                <a:cubicBezTo>
                  <a:pt x="360854" y="184473"/>
                  <a:pt x="364021" y="177924"/>
                  <a:pt x="365209" y="177533"/>
                </a:cubicBezTo>
                <a:cubicBezTo>
                  <a:pt x="369150" y="176239"/>
                  <a:pt x="377478" y="201079"/>
                  <a:pt x="378528" y="217259"/>
                </a:cubicBezTo>
                <a:lnTo>
                  <a:pt x="379561" y="233192"/>
                </a:lnTo>
                <a:lnTo>
                  <a:pt x="368302" y="234810"/>
                </a:lnTo>
                <a:cubicBezTo>
                  <a:pt x="362110" y="235699"/>
                  <a:pt x="350654" y="235730"/>
                  <a:pt x="342845" y="234877"/>
                </a:cubicBezTo>
                <a:cubicBezTo>
                  <a:pt x="300900" y="230295"/>
                  <a:pt x="296475" y="230334"/>
                  <a:pt x="294625" y="235311"/>
                </a:cubicBezTo>
                <a:cubicBezTo>
                  <a:pt x="292370" y="241375"/>
                  <a:pt x="269321" y="264572"/>
                  <a:pt x="265550" y="264572"/>
                </a:cubicBezTo>
                <a:cubicBezTo>
                  <a:pt x="261474" y="264572"/>
                  <a:pt x="258070" y="274955"/>
                  <a:pt x="257155" y="290178"/>
                </a:cubicBezTo>
                <a:cubicBezTo>
                  <a:pt x="256642" y="298710"/>
                  <a:pt x="255211" y="303293"/>
                  <a:pt x="253059" y="303293"/>
                </a:cubicBezTo>
                <a:cubicBezTo>
                  <a:pt x="251239" y="303294"/>
                  <a:pt x="248973" y="305327"/>
                  <a:pt x="248021" y="307811"/>
                </a:cubicBezTo>
                <a:cubicBezTo>
                  <a:pt x="247070" y="310296"/>
                  <a:pt x="244168" y="314071"/>
                  <a:pt x="241573" y="316201"/>
                </a:cubicBezTo>
                <a:cubicBezTo>
                  <a:pt x="235220" y="321415"/>
                  <a:pt x="231367" y="342287"/>
                  <a:pt x="230054" y="378609"/>
                </a:cubicBezTo>
                <a:cubicBezTo>
                  <a:pt x="229366" y="397612"/>
                  <a:pt x="227827" y="409663"/>
                  <a:pt x="225886" y="411224"/>
                </a:cubicBezTo>
                <a:cubicBezTo>
                  <a:pt x="220922" y="415217"/>
                  <a:pt x="207671" y="416995"/>
                  <a:pt x="203090" y="414284"/>
                </a:cubicBezTo>
                <a:close/>
              </a:path>
            </a:pathLst>
          </a:custGeom>
          <a:solidFill>
            <a:srgbClr val="B9B9B9"/>
          </a:solidFill>
          <a:ln w="5163" cap="flat">
            <a:noFill/>
            <a:prstDash val="solid"/>
            <a:miter/>
          </a:ln>
        </p:spPr>
        <p:txBody>
          <a:bodyPr/>
          <a:lstStyle/>
          <a:p>
            <a:endParaRPr lang="es-419" noProof="0" dirty="0"/>
          </a:p>
        </p:txBody>
      </p:sp>
      <p:sp>
        <p:nvSpPr>
          <p:cNvPr id="54" name="Forma libre: forma 53">
            <a:extLst>
              <a:ext uri="{FF2B5EF4-FFF2-40B4-BE49-F238E27FC236}">
                <a16:creationId xmlns:a16="http://schemas.microsoft.com/office/drawing/2014/main" id="{111947E7-2B50-3C6C-53C9-873F78712B8F}"/>
              </a:ext>
            </a:extLst>
          </p:cNvPr>
          <p:cNvSpPr/>
          <p:nvPr/>
        </p:nvSpPr>
        <p:spPr>
          <a:xfrm>
            <a:off x="845627" y="1846993"/>
            <a:ext cx="4301" cy="5162"/>
          </a:xfrm>
          <a:custGeom>
            <a:avLst/>
            <a:gdLst>
              <a:gd name="csX0" fmla="*/ 4301 w 4301"/>
              <a:gd name="csY0" fmla="*/ 2581 h 5162"/>
              <a:gd name="csX1" fmla="*/ 1567 w 4301"/>
              <a:gd name="csY1" fmla="*/ 0 h 5162"/>
              <a:gd name="csX2" fmla="*/ 429 w 4301"/>
              <a:gd name="csY2" fmla="*/ 2581 h 5162"/>
              <a:gd name="csX3" fmla="*/ 3163 w 4301"/>
              <a:gd name="csY3" fmla="*/ 5163 h 5162"/>
              <a:gd name="csX4" fmla="*/ 4301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4301" y="2581"/>
                </a:moveTo>
                <a:cubicBezTo>
                  <a:pt x="4301" y="1162"/>
                  <a:pt x="3071" y="0"/>
                  <a:pt x="1567" y="0"/>
                </a:cubicBezTo>
                <a:cubicBezTo>
                  <a:pt x="64" y="0"/>
                  <a:pt x="-449" y="1162"/>
                  <a:pt x="429" y="2581"/>
                </a:cubicBezTo>
                <a:cubicBezTo>
                  <a:pt x="1306" y="4001"/>
                  <a:pt x="2537" y="5163"/>
                  <a:pt x="3163" y="5163"/>
                </a:cubicBezTo>
                <a:cubicBezTo>
                  <a:pt x="3789" y="5163"/>
                  <a:pt x="4301" y="4001"/>
                  <a:pt x="4301" y="2581"/>
                </a:cubicBezTo>
                <a:close/>
              </a:path>
            </a:pathLst>
          </a:custGeom>
          <a:solidFill>
            <a:srgbClr val="00C100"/>
          </a:solidFill>
          <a:ln w="5163" cap="flat">
            <a:noFill/>
            <a:prstDash val="solid"/>
            <a:miter/>
          </a:ln>
        </p:spPr>
        <p:txBody>
          <a:bodyPr/>
          <a:lstStyle/>
          <a:p>
            <a:endParaRPr lang="es-419" noProof="0" dirty="0"/>
          </a:p>
        </p:txBody>
      </p:sp>
      <p:sp>
        <p:nvSpPr>
          <p:cNvPr id="55" name="Forma libre: forma 54">
            <a:extLst>
              <a:ext uri="{FF2B5EF4-FFF2-40B4-BE49-F238E27FC236}">
                <a16:creationId xmlns:a16="http://schemas.microsoft.com/office/drawing/2014/main" id="{9271FBF3-FBC1-3A81-E0A3-F45CF0FD0037}"/>
              </a:ext>
            </a:extLst>
          </p:cNvPr>
          <p:cNvSpPr/>
          <p:nvPr/>
        </p:nvSpPr>
        <p:spPr>
          <a:xfrm>
            <a:off x="1407174" y="1572075"/>
            <a:ext cx="229470" cy="427142"/>
          </a:xfrm>
          <a:custGeom>
            <a:avLst/>
            <a:gdLst>
              <a:gd name="csX0" fmla="*/ 59479 w 229470"/>
              <a:gd name="csY0" fmla="*/ 423996 h 427142"/>
              <a:gd name="csX1" fmla="*/ 59694 w 229470"/>
              <a:gd name="csY1" fmla="*/ 396698 h 427142"/>
              <a:gd name="csX2" fmla="*/ 53195 w 229470"/>
              <a:gd name="csY2" fmla="*/ 362114 h 427142"/>
              <a:gd name="csX3" fmla="*/ 47446 w 229470"/>
              <a:gd name="csY3" fmla="*/ 337138 h 427142"/>
              <a:gd name="csX4" fmla="*/ 40306 w 229470"/>
              <a:gd name="csY4" fmla="*/ 312349 h 427142"/>
              <a:gd name="csX5" fmla="*/ 32609 w 229470"/>
              <a:gd name="csY5" fmla="*/ 289116 h 427142"/>
              <a:gd name="csX6" fmla="*/ 35070 w 229470"/>
              <a:gd name="csY6" fmla="*/ 271899 h 427142"/>
              <a:gd name="csX7" fmla="*/ 32418 w 229470"/>
              <a:gd name="csY7" fmla="*/ 260780 h 427142"/>
              <a:gd name="csX8" fmla="*/ 33172 w 229470"/>
              <a:gd name="csY8" fmla="*/ 247019 h 427142"/>
              <a:gd name="csX9" fmla="*/ 57856 w 229470"/>
              <a:gd name="csY9" fmla="*/ 240981 h 427142"/>
              <a:gd name="csX10" fmla="*/ 80243 w 229470"/>
              <a:gd name="csY10" fmla="*/ 236439 h 427142"/>
              <a:gd name="csX11" fmla="*/ 76436 w 229470"/>
              <a:gd name="csY11" fmla="*/ 228427 h 427142"/>
              <a:gd name="csX12" fmla="*/ 66283 w 229470"/>
              <a:gd name="csY12" fmla="*/ 225870 h 427142"/>
              <a:gd name="csX13" fmla="*/ 61369 w 229470"/>
              <a:gd name="csY13" fmla="*/ 221998 h 427142"/>
              <a:gd name="csX14" fmla="*/ 54487 w 229470"/>
              <a:gd name="csY14" fmla="*/ 218126 h 427142"/>
              <a:gd name="csX15" fmla="*/ 50882 w 229470"/>
              <a:gd name="csY15" fmla="*/ 215226 h 427142"/>
              <a:gd name="csX16" fmla="*/ 39078 w 229470"/>
              <a:gd name="csY16" fmla="*/ 199827 h 427142"/>
              <a:gd name="csX17" fmla="*/ 27028 w 229470"/>
              <a:gd name="csY17" fmla="*/ 179593 h 427142"/>
              <a:gd name="csX18" fmla="*/ 26078 w 229470"/>
              <a:gd name="csY18" fmla="*/ 170317 h 427142"/>
              <a:gd name="csX19" fmla="*/ 23581 w 229470"/>
              <a:gd name="csY19" fmla="*/ 162984 h 427142"/>
              <a:gd name="csX20" fmla="*/ 11790 w 229470"/>
              <a:gd name="csY20" fmla="*/ 145065 h 427142"/>
              <a:gd name="csX21" fmla="*/ 0 w 229470"/>
              <a:gd name="csY21" fmla="*/ 132934 h 427142"/>
              <a:gd name="csX22" fmla="*/ 16266 w 229470"/>
              <a:gd name="csY22" fmla="*/ 118970 h 427142"/>
              <a:gd name="csX23" fmla="*/ 37313 w 229470"/>
              <a:gd name="csY23" fmla="*/ 107565 h 427142"/>
              <a:gd name="csX24" fmla="*/ 42526 w 229470"/>
              <a:gd name="csY24" fmla="*/ 109268 h 427142"/>
              <a:gd name="csX25" fmla="*/ 48759 w 229470"/>
              <a:gd name="csY25" fmla="*/ 100129 h 427142"/>
              <a:gd name="csX26" fmla="*/ 49251 w 229470"/>
              <a:gd name="csY26" fmla="*/ 64399 h 427142"/>
              <a:gd name="csX27" fmla="*/ 38960 w 229470"/>
              <a:gd name="csY27" fmla="*/ 62708 h 427142"/>
              <a:gd name="csX28" fmla="*/ 28744 w 229470"/>
              <a:gd name="csY28" fmla="*/ 61040 h 427142"/>
              <a:gd name="csX29" fmla="*/ 53379 w 229470"/>
              <a:gd name="csY29" fmla="*/ 39197 h 427142"/>
              <a:gd name="csX30" fmla="*/ 71905 w 229470"/>
              <a:gd name="csY30" fmla="*/ 19485 h 427142"/>
              <a:gd name="csX31" fmla="*/ 90959 w 229470"/>
              <a:gd name="csY31" fmla="*/ 8717 h 427142"/>
              <a:gd name="csX32" fmla="*/ 109824 w 229470"/>
              <a:gd name="csY32" fmla="*/ 6256 h 427142"/>
              <a:gd name="csX33" fmla="*/ 121001 w 229470"/>
              <a:gd name="csY33" fmla="*/ 2822 h 427142"/>
              <a:gd name="csX34" fmla="*/ 122428 w 229470"/>
              <a:gd name="csY34" fmla="*/ 8347 h 427142"/>
              <a:gd name="csX35" fmla="*/ 111269 w 229470"/>
              <a:gd name="csY35" fmla="*/ 31492 h 427142"/>
              <a:gd name="csX36" fmla="*/ 125654 w 229470"/>
              <a:gd name="csY36" fmla="*/ 68353 h 427142"/>
              <a:gd name="csX37" fmla="*/ 129394 w 229470"/>
              <a:gd name="csY37" fmla="*/ 83822 h 427142"/>
              <a:gd name="csX38" fmla="*/ 132621 w 229470"/>
              <a:gd name="csY38" fmla="*/ 87380 h 427142"/>
              <a:gd name="csX39" fmla="*/ 129420 w 229470"/>
              <a:gd name="csY39" fmla="*/ 96950 h 427142"/>
              <a:gd name="csX40" fmla="*/ 135228 w 229470"/>
              <a:gd name="csY40" fmla="*/ 104581 h 427142"/>
              <a:gd name="csX41" fmla="*/ 149666 w 229470"/>
              <a:gd name="csY41" fmla="*/ 122913 h 427142"/>
              <a:gd name="csX42" fmla="*/ 159752 w 229470"/>
              <a:gd name="csY42" fmla="*/ 139280 h 427142"/>
              <a:gd name="csX43" fmla="*/ 168181 w 229470"/>
              <a:gd name="csY43" fmla="*/ 148315 h 427142"/>
              <a:gd name="csX44" fmla="*/ 179067 w 229470"/>
              <a:gd name="csY44" fmla="*/ 159986 h 427142"/>
              <a:gd name="csX45" fmla="*/ 189769 w 229470"/>
              <a:gd name="csY45" fmla="*/ 164249 h 427142"/>
              <a:gd name="csX46" fmla="*/ 197030 w 229470"/>
              <a:gd name="csY46" fmla="*/ 167037 h 427142"/>
              <a:gd name="csX47" fmla="*/ 208574 w 229470"/>
              <a:gd name="csY47" fmla="*/ 163915 h 427142"/>
              <a:gd name="csX48" fmla="*/ 216996 w 229470"/>
              <a:gd name="csY48" fmla="*/ 163915 h 427142"/>
              <a:gd name="csX49" fmla="*/ 217738 w 229470"/>
              <a:gd name="csY49" fmla="*/ 187794 h 427142"/>
              <a:gd name="csX50" fmla="*/ 224437 w 229470"/>
              <a:gd name="csY50" fmla="*/ 212516 h 427142"/>
              <a:gd name="csX51" fmla="*/ 229386 w 229470"/>
              <a:gd name="csY51" fmla="*/ 216389 h 427142"/>
              <a:gd name="csX52" fmla="*/ 185958 w 229470"/>
              <a:gd name="csY52" fmla="*/ 248433 h 427142"/>
              <a:gd name="csX53" fmla="*/ 168142 w 229470"/>
              <a:gd name="csY53" fmla="*/ 261325 h 427142"/>
              <a:gd name="csX54" fmla="*/ 158371 w 229470"/>
              <a:gd name="csY54" fmla="*/ 277501 h 427142"/>
              <a:gd name="csX55" fmla="*/ 143795 w 229470"/>
              <a:gd name="csY55" fmla="*/ 286536 h 427142"/>
              <a:gd name="csX56" fmla="*/ 128870 w 229470"/>
              <a:gd name="csY56" fmla="*/ 295569 h 427142"/>
              <a:gd name="csX57" fmla="*/ 127129 w 229470"/>
              <a:gd name="csY57" fmla="*/ 308193 h 427142"/>
              <a:gd name="csX58" fmla="*/ 130400 w 229470"/>
              <a:gd name="csY58" fmla="*/ 326436 h 427142"/>
              <a:gd name="csX59" fmla="*/ 134994 w 229470"/>
              <a:gd name="csY59" fmla="*/ 349937 h 427142"/>
              <a:gd name="csX60" fmla="*/ 142327 w 229470"/>
              <a:gd name="csY60" fmla="*/ 362849 h 427142"/>
              <a:gd name="csX61" fmla="*/ 123210 w 229470"/>
              <a:gd name="csY61" fmla="*/ 373013 h 427142"/>
              <a:gd name="csX62" fmla="*/ 101651 w 229470"/>
              <a:gd name="csY62" fmla="*/ 397639 h 427142"/>
              <a:gd name="csX63" fmla="*/ 95883 w 229470"/>
              <a:gd name="csY63" fmla="*/ 407869 h 427142"/>
              <a:gd name="csX64" fmla="*/ 86571 w 229470"/>
              <a:gd name="csY64" fmla="*/ 418453 h 427142"/>
              <a:gd name="csX65" fmla="*/ 80167 w 229470"/>
              <a:gd name="csY65" fmla="*/ 421479 h 427142"/>
              <a:gd name="csX66" fmla="*/ 70822 w 229470"/>
              <a:gd name="csY66" fmla="*/ 423763 h 427142"/>
              <a:gd name="csX67" fmla="*/ 59479 w 229470"/>
              <a:gd name="csY67" fmla="*/ 423996 h 42714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Lst>
            <a:rect l="l" t="t" r="r" b="b"/>
            <a:pathLst>
              <a:path w="229470" h="427142">
                <a:moveTo>
                  <a:pt x="59479" y="423996"/>
                </a:moveTo>
                <a:cubicBezTo>
                  <a:pt x="59345" y="422222"/>
                  <a:pt x="59442" y="409937"/>
                  <a:pt x="59694" y="396698"/>
                </a:cubicBezTo>
                <a:cubicBezTo>
                  <a:pt x="60117" y="374482"/>
                  <a:pt x="59616" y="371817"/>
                  <a:pt x="53195" y="362114"/>
                </a:cubicBezTo>
                <a:cubicBezTo>
                  <a:pt x="47165" y="353002"/>
                  <a:pt x="46399" y="349674"/>
                  <a:pt x="47446" y="337138"/>
                </a:cubicBezTo>
                <a:cubicBezTo>
                  <a:pt x="48558" y="323819"/>
                  <a:pt x="47993" y="321857"/>
                  <a:pt x="40306" y="312349"/>
                </a:cubicBezTo>
                <a:cubicBezTo>
                  <a:pt x="33058" y="303383"/>
                  <a:pt x="32044" y="300323"/>
                  <a:pt x="32609" y="289116"/>
                </a:cubicBezTo>
                <a:cubicBezTo>
                  <a:pt x="32967" y="282017"/>
                  <a:pt x="34074" y="274269"/>
                  <a:pt x="35070" y="271899"/>
                </a:cubicBezTo>
                <a:cubicBezTo>
                  <a:pt x="36124" y="269390"/>
                  <a:pt x="35017" y="264746"/>
                  <a:pt x="32418" y="260780"/>
                </a:cubicBezTo>
                <a:cubicBezTo>
                  <a:pt x="28144" y="254257"/>
                  <a:pt x="28176" y="253678"/>
                  <a:pt x="33172" y="247019"/>
                </a:cubicBezTo>
                <a:cubicBezTo>
                  <a:pt x="38159" y="240374"/>
                  <a:pt x="39247" y="240108"/>
                  <a:pt x="57856" y="240981"/>
                </a:cubicBezTo>
                <a:cubicBezTo>
                  <a:pt x="75524" y="241809"/>
                  <a:pt x="77593" y="241390"/>
                  <a:pt x="80243" y="236439"/>
                </a:cubicBezTo>
                <a:cubicBezTo>
                  <a:pt x="82790" y="231679"/>
                  <a:pt x="82305" y="230659"/>
                  <a:pt x="76436" y="228427"/>
                </a:cubicBezTo>
                <a:cubicBezTo>
                  <a:pt x="72737" y="227021"/>
                  <a:pt x="68168" y="225870"/>
                  <a:pt x="66283" y="225870"/>
                </a:cubicBezTo>
                <a:cubicBezTo>
                  <a:pt x="64397" y="225870"/>
                  <a:pt x="62186" y="224127"/>
                  <a:pt x="61369" y="221998"/>
                </a:cubicBezTo>
                <a:cubicBezTo>
                  <a:pt x="60552" y="219868"/>
                  <a:pt x="57455" y="218126"/>
                  <a:pt x="54487" y="218126"/>
                </a:cubicBezTo>
                <a:cubicBezTo>
                  <a:pt x="51152" y="218126"/>
                  <a:pt x="49775" y="217018"/>
                  <a:pt x="50882" y="215226"/>
                </a:cubicBezTo>
                <a:cubicBezTo>
                  <a:pt x="51914" y="213556"/>
                  <a:pt x="46909" y="207027"/>
                  <a:pt x="39078" y="199827"/>
                </a:cubicBezTo>
                <a:cubicBezTo>
                  <a:pt x="27017" y="188739"/>
                  <a:pt x="25656" y="186453"/>
                  <a:pt x="27028" y="179593"/>
                </a:cubicBezTo>
                <a:cubicBezTo>
                  <a:pt x="27878" y="175340"/>
                  <a:pt x="27451" y="171165"/>
                  <a:pt x="26078" y="170317"/>
                </a:cubicBezTo>
                <a:cubicBezTo>
                  <a:pt x="24704" y="169468"/>
                  <a:pt x="23581" y="166168"/>
                  <a:pt x="23581" y="162984"/>
                </a:cubicBezTo>
                <a:cubicBezTo>
                  <a:pt x="23581" y="159602"/>
                  <a:pt x="18679" y="152152"/>
                  <a:pt x="11790" y="145065"/>
                </a:cubicBezTo>
                <a:lnTo>
                  <a:pt x="0" y="132934"/>
                </a:lnTo>
                <a:lnTo>
                  <a:pt x="16266" y="118970"/>
                </a:lnTo>
                <a:cubicBezTo>
                  <a:pt x="29571" y="107549"/>
                  <a:pt x="33403" y="105472"/>
                  <a:pt x="37313" y="107565"/>
                </a:cubicBezTo>
                <a:cubicBezTo>
                  <a:pt x="39942" y="108972"/>
                  <a:pt x="42288" y="109738"/>
                  <a:pt x="42526" y="109268"/>
                </a:cubicBezTo>
                <a:cubicBezTo>
                  <a:pt x="42764" y="108799"/>
                  <a:pt x="45569" y="104686"/>
                  <a:pt x="48759" y="100129"/>
                </a:cubicBezTo>
                <a:cubicBezTo>
                  <a:pt x="56473" y="89108"/>
                  <a:pt x="56720" y="71159"/>
                  <a:pt x="49251" y="64399"/>
                </a:cubicBezTo>
                <a:cubicBezTo>
                  <a:pt x="44880" y="60443"/>
                  <a:pt x="43064" y="60145"/>
                  <a:pt x="38960" y="62708"/>
                </a:cubicBezTo>
                <a:cubicBezTo>
                  <a:pt x="31928" y="67099"/>
                  <a:pt x="28744" y="66579"/>
                  <a:pt x="28744" y="61040"/>
                </a:cubicBezTo>
                <a:cubicBezTo>
                  <a:pt x="28744" y="53145"/>
                  <a:pt x="42480" y="40966"/>
                  <a:pt x="53379" y="39197"/>
                </a:cubicBezTo>
                <a:cubicBezTo>
                  <a:pt x="66115" y="37130"/>
                  <a:pt x="70109" y="32880"/>
                  <a:pt x="71905" y="19485"/>
                </a:cubicBezTo>
                <a:cubicBezTo>
                  <a:pt x="73827" y="5162"/>
                  <a:pt x="82115" y="478"/>
                  <a:pt x="90959" y="8717"/>
                </a:cubicBezTo>
                <a:cubicBezTo>
                  <a:pt x="98823" y="16043"/>
                  <a:pt x="101930" y="15638"/>
                  <a:pt x="109824" y="6256"/>
                </a:cubicBezTo>
                <a:cubicBezTo>
                  <a:pt x="116173" y="-1290"/>
                  <a:pt x="116721" y="-1458"/>
                  <a:pt x="121001" y="2822"/>
                </a:cubicBezTo>
                <a:cubicBezTo>
                  <a:pt x="124083" y="5904"/>
                  <a:pt x="124533" y="7646"/>
                  <a:pt x="122428" y="8347"/>
                </a:cubicBezTo>
                <a:cubicBezTo>
                  <a:pt x="108913" y="12852"/>
                  <a:pt x="101196" y="28858"/>
                  <a:pt x="111269" y="31492"/>
                </a:cubicBezTo>
                <a:cubicBezTo>
                  <a:pt x="117751" y="33187"/>
                  <a:pt x="127868" y="59114"/>
                  <a:pt x="125654" y="68353"/>
                </a:cubicBezTo>
                <a:cubicBezTo>
                  <a:pt x="122658" y="80848"/>
                  <a:pt x="122997" y="82249"/>
                  <a:pt x="129394" y="83822"/>
                </a:cubicBezTo>
                <a:cubicBezTo>
                  <a:pt x="133741" y="84890"/>
                  <a:pt x="134786" y="86042"/>
                  <a:pt x="132621" y="87380"/>
                </a:cubicBezTo>
                <a:cubicBezTo>
                  <a:pt x="130861" y="88468"/>
                  <a:pt x="129420" y="92774"/>
                  <a:pt x="129420" y="96950"/>
                </a:cubicBezTo>
                <a:cubicBezTo>
                  <a:pt x="129420" y="103090"/>
                  <a:pt x="130531" y="104549"/>
                  <a:pt x="135228" y="104581"/>
                </a:cubicBezTo>
                <a:cubicBezTo>
                  <a:pt x="144939" y="104647"/>
                  <a:pt x="147895" y="108401"/>
                  <a:pt x="149666" y="122913"/>
                </a:cubicBezTo>
                <a:cubicBezTo>
                  <a:pt x="151241" y="135814"/>
                  <a:pt x="151964" y="136987"/>
                  <a:pt x="159752" y="139280"/>
                </a:cubicBezTo>
                <a:cubicBezTo>
                  <a:pt x="166352" y="141223"/>
                  <a:pt x="168150" y="143150"/>
                  <a:pt x="168181" y="148315"/>
                </a:cubicBezTo>
                <a:cubicBezTo>
                  <a:pt x="168242" y="158306"/>
                  <a:pt x="171565" y="161869"/>
                  <a:pt x="179067" y="159986"/>
                </a:cubicBezTo>
                <a:cubicBezTo>
                  <a:pt x="184111" y="158720"/>
                  <a:pt x="186588" y="159706"/>
                  <a:pt x="189769" y="164249"/>
                </a:cubicBezTo>
                <a:cubicBezTo>
                  <a:pt x="193006" y="168870"/>
                  <a:pt x="194589" y="169478"/>
                  <a:pt x="197030" y="167037"/>
                </a:cubicBezTo>
                <a:cubicBezTo>
                  <a:pt x="198747" y="165320"/>
                  <a:pt x="203942" y="163915"/>
                  <a:pt x="208574" y="163915"/>
                </a:cubicBezTo>
                <a:lnTo>
                  <a:pt x="216996" y="163915"/>
                </a:lnTo>
                <a:lnTo>
                  <a:pt x="217738" y="187794"/>
                </a:lnTo>
                <a:cubicBezTo>
                  <a:pt x="218444" y="210514"/>
                  <a:pt x="218769" y="211713"/>
                  <a:pt x="224437" y="212516"/>
                </a:cubicBezTo>
                <a:cubicBezTo>
                  <a:pt x="227714" y="212981"/>
                  <a:pt x="229940" y="214723"/>
                  <a:pt x="229386" y="216389"/>
                </a:cubicBezTo>
                <a:cubicBezTo>
                  <a:pt x="227670" y="221537"/>
                  <a:pt x="190328" y="249091"/>
                  <a:pt x="185958" y="248433"/>
                </a:cubicBezTo>
                <a:cubicBezTo>
                  <a:pt x="178411" y="247297"/>
                  <a:pt x="168142" y="254728"/>
                  <a:pt x="168142" y="261325"/>
                </a:cubicBezTo>
                <a:cubicBezTo>
                  <a:pt x="168142" y="269993"/>
                  <a:pt x="163608" y="277499"/>
                  <a:pt x="158371" y="277501"/>
                </a:cubicBezTo>
                <a:cubicBezTo>
                  <a:pt x="155936" y="277502"/>
                  <a:pt x="149377" y="281568"/>
                  <a:pt x="143795" y="286536"/>
                </a:cubicBezTo>
                <a:cubicBezTo>
                  <a:pt x="138212" y="291504"/>
                  <a:pt x="131496" y="295569"/>
                  <a:pt x="128870" y="295569"/>
                </a:cubicBezTo>
                <a:cubicBezTo>
                  <a:pt x="121381" y="295569"/>
                  <a:pt x="120392" y="302737"/>
                  <a:pt x="127129" y="308193"/>
                </a:cubicBezTo>
                <a:cubicBezTo>
                  <a:pt x="132769" y="312760"/>
                  <a:pt x="132971" y="313884"/>
                  <a:pt x="130400" y="326436"/>
                </a:cubicBezTo>
                <a:cubicBezTo>
                  <a:pt x="127799" y="339132"/>
                  <a:pt x="128033" y="340327"/>
                  <a:pt x="134994" y="349937"/>
                </a:cubicBezTo>
                <a:cubicBezTo>
                  <a:pt x="139027" y="355505"/>
                  <a:pt x="142327" y="361315"/>
                  <a:pt x="142327" y="362849"/>
                </a:cubicBezTo>
                <a:cubicBezTo>
                  <a:pt x="142327" y="368872"/>
                  <a:pt x="134539" y="373013"/>
                  <a:pt x="123210" y="373013"/>
                </a:cubicBezTo>
                <a:cubicBezTo>
                  <a:pt x="109180" y="373013"/>
                  <a:pt x="103724" y="379244"/>
                  <a:pt x="101651" y="397639"/>
                </a:cubicBezTo>
                <a:cubicBezTo>
                  <a:pt x="100573" y="407198"/>
                  <a:pt x="99540" y="409030"/>
                  <a:pt x="95883" y="407869"/>
                </a:cubicBezTo>
                <a:cubicBezTo>
                  <a:pt x="90324" y="406105"/>
                  <a:pt x="84411" y="412825"/>
                  <a:pt x="86571" y="418453"/>
                </a:cubicBezTo>
                <a:cubicBezTo>
                  <a:pt x="87898" y="421912"/>
                  <a:pt x="86764" y="422448"/>
                  <a:pt x="80167" y="421479"/>
                </a:cubicBezTo>
                <a:cubicBezTo>
                  <a:pt x="74953" y="420714"/>
                  <a:pt x="71686" y="421512"/>
                  <a:pt x="70822" y="423763"/>
                </a:cubicBezTo>
                <a:cubicBezTo>
                  <a:pt x="69146" y="428132"/>
                  <a:pt x="59804" y="428324"/>
                  <a:pt x="59479" y="423996"/>
                </a:cubicBezTo>
                <a:close/>
              </a:path>
            </a:pathLst>
          </a:custGeom>
          <a:solidFill>
            <a:srgbClr val="B9B9B9"/>
          </a:solidFill>
          <a:ln w="5163" cap="flat">
            <a:noFill/>
            <a:prstDash val="solid"/>
            <a:miter/>
          </a:ln>
        </p:spPr>
        <p:txBody>
          <a:bodyPr/>
          <a:lstStyle/>
          <a:p>
            <a:endParaRPr lang="es-419" noProof="0" dirty="0"/>
          </a:p>
        </p:txBody>
      </p:sp>
      <p:sp>
        <p:nvSpPr>
          <p:cNvPr id="56" name="Forma libre: forma 55">
            <a:extLst>
              <a:ext uri="{FF2B5EF4-FFF2-40B4-BE49-F238E27FC236}">
                <a16:creationId xmlns:a16="http://schemas.microsoft.com/office/drawing/2014/main" id="{C10B9B82-9595-A5D3-148F-EAF382963A18}"/>
              </a:ext>
            </a:extLst>
          </p:cNvPr>
          <p:cNvSpPr/>
          <p:nvPr/>
        </p:nvSpPr>
        <p:spPr>
          <a:xfrm>
            <a:off x="1184880" y="1375117"/>
            <a:ext cx="334306" cy="498738"/>
          </a:xfrm>
          <a:custGeom>
            <a:avLst/>
            <a:gdLst>
              <a:gd name="csX0" fmla="*/ 247743 w 334306"/>
              <a:gd name="csY0" fmla="*/ 496867 h 498738"/>
              <a:gd name="csX1" fmla="*/ 240505 w 334306"/>
              <a:gd name="csY1" fmla="*/ 493884 h 498738"/>
              <a:gd name="csX2" fmla="*/ 219827 w 334306"/>
              <a:gd name="csY2" fmla="*/ 476477 h 498738"/>
              <a:gd name="csX3" fmla="*/ 204292 w 334306"/>
              <a:gd name="csY3" fmla="*/ 470138 h 498738"/>
              <a:gd name="csX4" fmla="*/ 191180 w 334306"/>
              <a:gd name="csY4" fmla="*/ 465927 h 498738"/>
              <a:gd name="csX5" fmla="*/ 185245 w 334306"/>
              <a:gd name="csY5" fmla="*/ 460255 h 498738"/>
              <a:gd name="csX6" fmla="*/ 179372 w 334306"/>
              <a:gd name="csY6" fmla="*/ 456383 h 498738"/>
              <a:gd name="csX7" fmla="*/ 119384 w 334306"/>
              <a:gd name="csY7" fmla="*/ 437991 h 498738"/>
              <a:gd name="csX8" fmla="*/ 89617 w 334306"/>
              <a:gd name="csY8" fmla="*/ 463480 h 498738"/>
              <a:gd name="csX9" fmla="*/ 81270 w 334306"/>
              <a:gd name="csY9" fmla="*/ 471310 h 498738"/>
              <a:gd name="csX10" fmla="*/ 65769 w 334306"/>
              <a:gd name="csY10" fmla="*/ 466800 h 498738"/>
              <a:gd name="csX11" fmla="*/ 41569 w 334306"/>
              <a:gd name="csY11" fmla="*/ 444771 h 498738"/>
              <a:gd name="csX12" fmla="*/ 29063 w 334306"/>
              <a:gd name="csY12" fmla="*/ 422183 h 498738"/>
              <a:gd name="csX13" fmla="*/ 35486 w 334306"/>
              <a:gd name="csY13" fmla="*/ 420247 h 498738"/>
              <a:gd name="csX14" fmla="*/ 36311 w 334306"/>
              <a:gd name="csY14" fmla="*/ 410716 h 498738"/>
              <a:gd name="csX15" fmla="*/ 30682 w 334306"/>
              <a:gd name="csY15" fmla="*/ 404725 h 498738"/>
              <a:gd name="csX16" fmla="*/ 36945 w 334306"/>
              <a:gd name="csY16" fmla="*/ 393771 h 498738"/>
              <a:gd name="csX17" fmla="*/ 44969 w 334306"/>
              <a:gd name="csY17" fmla="*/ 363455 h 498738"/>
              <a:gd name="csX18" fmla="*/ 48481 w 334306"/>
              <a:gd name="csY18" fmla="*/ 335841 h 498738"/>
              <a:gd name="csX19" fmla="*/ 28755 w 334306"/>
              <a:gd name="csY19" fmla="*/ 300210 h 498738"/>
              <a:gd name="csX20" fmla="*/ 9477 w 334306"/>
              <a:gd name="csY20" fmla="*/ 236920 h 498738"/>
              <a:gd name="csX21" fmla="*/ 0 w 334306"/>
              <a:gd name="csY21" fmla="*/ 183956 h 498738"/>
              <a:gd name="csX22" fmla="*/ 8603 w 334306"/>
              <a:gd name="csY22" fmla="*/ 171093 h 498738"/>
              <a:gd name="csX23" fmla="*/ 19247 w 334306"/>
              <a:gd name="csY23" fmla="*/ 157370 h 498738"/>
              <a:gd name="csX24" fmla="*/ 21288 w 334306"/>
              <a:gd name="csY24" fmla="*/ 154226 h 498738"/>
              <a:gd name="csX25" fmla="*/ 42935 w 334306"/>
              <a:gd name="csY25" fmla="*/ 118946 h 498738"/>
              <a:gd name="csX26" fmla="*/ 66467 w 334306"/>
              <a:gd name="csY26" fmla="*/ 79496 h 498738"/>
              <a:gd name="csX27" fmla="*/ 76541 w 334306"/>
              <a:gd name="csY27" fmla="*/ 65175 h 498738"/>
              <a:gd name="csX28" fmla="*/ 97572 w 334306"/>
              <a:gd name="csY28" fmla="*/ 34163 h 498738"/>
              <a:gd name="csX29" fmla="*/ 112627 w 334306"/>
              <a:gd name="csY29" fmla="*/ 9814 h 498738"/>
              <a:gd name="csX30" fmla="*/ 119648 w 334306"/>
              <a:gd name="csY30" fmla="*/ 4329 h 498738"/>
              <a:gd name="csX31" fmla="*/ 132858 w 334306"/>
              <a:gd name="csY31" fmla="*/ 713 h 498738"/>
              <a:gd name="csX32" fmla="*/ 193546 w 334306"/>
              <a:gd name="csY32" fmla="*/ 5578 h 498738"/>
              <a:gd name="csX33" fmla="*/ 220060 w 334306"/>
              <a:gd name="csY33" fmla="*/ 20523 h 498738"/>
              <a:gd name="csX34" fmla="*/ 224578 w 334306"/>
              <a:gd name="csY34" fmla="*/ 25298 h 498738"/>
              <a:gd name="csX35" fmla="*/ 221567 w 334306"/>
              <a:gd name="csY35" fmla="*/ 31335 h 498738"/>
              <a:gd name="csX36" fmla="*/ 217338 w 334306"/>
              <a:gd name="csY36" fmla="*/ 39397 h 498738"/>
              <a:gd name="csX37" fmla="*/ 222891 w 334306"/>
              <a:gd name="csY37" fmla="*/ 37878 h 498738"/>
              <a:gd name="csX38" fmla="*/ 225189 w 334306"/>
              <a:gd name="csY38" fmla="*/ 36902 h 498738"/>
              <a:gd name="csX39" fmla="*/ 234581 w 334306"/>
              <a:gd name="csY39" fmla="*/ 40152 h 498738"/>
              <a:gd name="csX40" fmla="*/ 261177 w 334306"/>
              <a:gd name="csY40" fmla="*/ 57181 h 498738"/>
              <a:gd name="csX41" fmla="*/ 267817 w 334306"/>
              <a:gd name="csY41" fmla="*/ 67059 h 498738"/>
              <a:gd name="csX42" fmla="*/ 274280 w 334306"/>
              <a:gd name="csY42" fmla="*/ 79049 h 498738"/>
              <a:gd name="csX43" fmla="*/ 279443 w 334306"/>
              <a:gd name="csY43" fmla="*/ 91820 h 498738"/>
              <a:gd name="csX44" fmla="*/ 284596 w 334306"/>
              <a:gd name="csY44" fmla="*/ 105775 h 498738"/>
              <a:gd name="csX45" fmla="*/ 291417 w 334306"/>
              <a:gd name="csY45" fmla="*/ 120219 h 498738"/>
              <a:gd name="csX46" fmla="*/ 298659 w 334306"/>
              <a:gd name="csY46" fmla="*/ 133370 h 498738"/>
              <a:gd name="csX47" fmla="*/ 314425 w 334306"/>
              <a:gd name="csY47" fmla="*/ 156674 h 498738"/>
              <a:gd name="csX48" fmla="*/ 323321 w 334306"/>
              <a:gd name="csY48" fmla="*/ 164371 h 498738"/>
              <a:gd name="csX49" fmla="*/ 329277 w 334306"/>
              <a:gd name="csY49" fmla="*/ 172896 h 498738"/>
              <a:gd name="csX50" fmla="*/ 327346 w 334306"/>
              <a:gd name="csY50" fmla="*/ 203260 h 498738"/>
              <a:gd name="csX51" fmla="*/ 321564 w 334306"/>
              <a:gd name="csY51" fmla="*/ 208691 h 498738"/>
              <a:gd name="csX52" fmla="*/ 314839 w 334306"/>
              <a:gd name="csY52" fmla="*/ 201967 h 498738"/>
              <a:gd name="csX53" fmla="*/ 300945 w 334306"/>
              <a:gd name="csY53" fmla="*/ 198679 h 498738"/>
              <a:gd name="csX54" fmla="*/ 291854 w 334306"/>
              <a:gd name="csY54" fmla="*/ 213362 h 498738"/>
              <a:gd name="csX55" fmla="*/ 273477 w 334306"/>
              <a:gd name="csY55" fmla="*/ 233193 h 498738"/>
              <a:gd name="csX56" fmla="*/ 248561 w 334306"/>
              <a:gd name="csY56" fmla="*/ 258261 h 498738"/>
              <a:gd name="csX57" fmla="*/ 254757 w 334306"/>
              <a:gd name="csY57" fmla="*/ 265360 h 498738"/>
              <a:gd name="csX58" fmla="*/ 262758 w 334306"/>
              <a:gd name="csY58" fmla="*/ 262611 h 498738"/>
              <a:gd name="csX59" fmla="*/ 269300 w 334306"/>
              <a:gd name="csY59" fmla="*/ 264243 h 498738"/>
              <a:gd name="csX60" fmla="*/ 257492 w 334306"/>
              <a:gd name="csY60" fmla="*/ 300210 h 498738"/>
              <a:gd name="csX61" fmla="*/ 220205 w 334306"/>
              <a:gd name="csY61" fmla="*/ 329428 h 498738"/>
              <a:gd name="csX62" fmla="*/ 231476 w 334306"/>
              <a:gd name="csY62" fmla="*/ 344578 h 498738"/>
              <a:gd name="csX63" fmla="*/ 244540 w 334306"/>
              <a:gd name="csY63" fmla="*/ 369570 h 498738"/>
              <a:gd name="csX64" fmla="*/ 259568 w 334306"/>
              <a:gd name="csY64" fmla="*/ 400936 h 498738"/>
              <a:gd name="csX65" fmla="*/ 267812 w 334306"/>
              <a:gd name="csY65" fmla="*/ 410972 h 498738"/>
              <a:gd name="csX66" fmla="*/ 272980 w 334306"/>
              <a:gd name="csY66" fmla="*/ 418667 h 498738"/>
              <a:gd name="csX67" fmla="*/ 279745 w 334306"/>
              <a:gd name="csY67" fmla="*/ 423732 h 498738"/>
              <a:gd name="csX68" fmla="*/ 289553 w 334306"/>
              <a:gd name="csY68" fmla="*/ 427604 h 498738"/>
              <a:gd name="csX69" fmla="*/ 298277 w 334306"/>
              <a:gd name="csY69" fmla="*/ 431864 h 498738"/>
              <a:gd name="csX70" fmla="*/ 272913 w 334306"/>
              <a:gd name="csY70" fmla="*/ 433099 h 498738"/>
              <a:gd name="csX71" fmla="*/ 253686 w 334306"/>
              <a:gd name="csY71" fmla="*/ 440109 h 498738"/>
              <a:gd name="csX72" fmla="*/ 252360 w 334306"/>
              <a:gd name="csY72" fmla="*/ 461577 h 498738"/>
              <a:gd name="csX73" fmla="*/ 253346 w 334306"/>
              <a:gd name="csY73" fmla="*/ 468333 h 498738"/>
              <a:gd name="csX74" fmla="*/ 251680 w 334306"/>
              <a:gd name="csY74" fmla="*/ 476637 h 498738"/>
              <a:gd name="csX75" fmla="*/ 251259 w 334306"/>
              <a:gd name="csY75" fmla="*/ 491494 h 498738"/>
              <a:gd name="csX76" fmla="*/ 247743 w 334306"/>
              <a:gd name="csY76" fmla="*/ 496867 h 4987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Lst>
            <a:rect l="l" t="t" r="r" b="b"/>
            <a:pathLst>
              <a:path w="334306" h="498738">
                <a:moveTo>
                  <a:pt x="247743" y="496867"/>
                </a:moveTo>
                <a:cubicBezTo>
                  <a:pt x="246424" y="493506"/>
                  <a:pt x="244367" y="492659"/>
                  <a:pt x="240505" y="493884"/>
                </a:cubicBezTo>
                <a:cubicBezTo>
                  <a:pt x="234008" y="495946"/>
                  <a:pt x="224617" y="488040"/>
                  <a:pt x="219827" y="476477"/>
                </a:cubicBezTo>
                <a:cubicBezTo>
                  <a:pt x="216729" y="468997"/>
                  <a:pt x="216097" y="468739"/>
                  <a:pt x="204292" y="470138"/>
                </a:cubicBezTo>
                <a:cubicBezTo>
                  <a:pt x="193057" y="471468"/>
                  <a:pt x="191916" y="471102"/>
                  <a:pt x="191180" y="465927"/>
                </a:cubicBezTo>
                <a:cubicBezTo>
                  <a:pt x="190659" y="462266"/>
                  <a:pt x="188558" y="460258"/>
                  <a:pt x="185245" y="460255"/>
                </a:cubicBezTo>
                <a:cubicBezTo>
                  <a:pt x="182424" y="460253"/>
                  <a:pt x="179781" y="458510"/>
                  <a:pt x="179372" y="456383"/>
                </a:cubicBezTo>
                <a:cubicBezTo>
                  <a:pt x="178300" y="450818"/>
                  <a:pt x="133997" y="437235"/>
                  <a:pt x="119384" y="437991"/>
                </a:cubicBezTo>
                <a:cubicBezTo>
                  <a:pt x="99217" y="439035"/>
                  <a:pt x="100133" y="438251"/>
                  <a:pt x="89617" y="463480"/>
                </a:cubicBezTo>
                <a:cubicBezTo>
                  <a:pt x="85806" y="472621"/>
                  <a:pt x="84419" y="473923"/>
                  <a:pt x="81270" y="471310"/>
                </a:cubicBezTo>
                <a:cubicBezTo>
                  <a:pt x="79194" y="469587"/>
                  <a:pt x="72218" y="467557"/>
                  <a:pt x="65769" y="466800"/>
                </a:cubicBezTo>
                <a:cubicBezTo>
                  <a:pt x="54283" y="465451"/>
                  <a:pt x="53791" y="465003"/>
                  <a:pt x="41569" y="444771"/>
                </a:cubicBezTo>
                <a:cubicBezTo>
                  <a:pt x="34707" y="433413"/>
                  <a:pt x="29080" y="423248"/>
                  <a:pt x="29063" y="422183"/>
                </a:cubicBezTo>
                <a:cubicBezTo>
                  <a:pt x="29046" y="421119"/>
                  <a:pt x="31937" y="420247"/>
                  <a:pt x="35486" y="420247"/>
                </a:cubicBezTo>
                <a:cubicBezTo>
                  <a:pt x="43403" y="420247"/>
                  <a:pt x="43560" y="418433"/>
                  <a:pt x="36311" y="410716"/>
                </a:cubicBezTo>
                <a:lnTo>
                  <a:pt x="30682" y="404725"/>
                </a:lnTo>
                <a:lnTo>
                  <a:pt x="36945" y="393771"/>
                </a:lnTo>
                <a:cubicBezTo>
                  <a:pt x="41241" y="386255"/>
                  <a:pt x="43760" y="376739"/>
                  <a:pt x="44969" y="363455"/>
                </a:cubicBezTo>
                <a:cubicBezTo>
                  <a:pt x="45939" y="352807"/>
                  <a:pt x="47519" y="340381"/>
                  <a:pt x="48481" y="335841"/>
                </a:cubicBezTo>
                <a:cubicBezTo>
                  <a:pt x="50445" y="326577"/>
                  <a:pt x="45773" y="318139"/>
                  <a:pt x="28755" y="300210"/>
                </a:cubicBezTo>
                <a:cubicBezTo>
                  <a:pt x="18993" y="289925"/>
                  <a:pt x="18916" y="289673"/>
                  <a:pt x="9477" y="236920"/>
                </a:cubicBezTo>
                <a:lnTo>
                  <a:pt x="0" y="183956"/>
                </a:lnTo>
                <a:lnTo>
                  <a:pt x="8603" y="171093"/>
                </a:lnTo>
                <a:cubicBezTo>
                  <a:pt x="13334" y="164019"/>
                  <a:pt x="18124" y="157843"/>
                  <a:pt x="19247" y="157370"/>
                </a:cubicBezTo>
                <a:cubicBezTo>
                  <a:pt x="20370" y="156896"/>
                  <a:pt x="21288" y="155482"/>
                  <a:pt x="21288" y="154226"/>
                </a:cubicBezTo>
                <a:cubicBezTo>
                  <a:pt x="21288" y="152970"/>
                  <a:pt x="31029" y="137094"/>
                  <a:pt x="42935" y="118946"/>
                </a:cubicBezTo>
                <a:cubicBezTo>
                  <a:pt x="54840" y="100798"/>
                  <a:pt x="65430" y="83045"/>
                  <a:pt x="66467" y="79496"/>
                </a:cubicBezTo>
                <a:cubicBezTo>
                  <a:pt x="67505" y="75946"/>
                  <a:pt x="72038" y="69502"/>
                  <a:pt x="76541" y="65175"/>
                </a:cubicBezTo>
                <a:cubicBezTo>
                  <a:pt x="87950" y="54213"/>
                  <a:pt x="95497" y="43084"/>
                  <a:pt x="97572" y="34163"/>
                </a:cubicBezTo>
                <a:cubicBezTo>
                  <a:pt x="99599" y="25448"/>
                  <a:pt x="109249" y="9841"/>
                  <a:pt x="112627" y="9814"/>
                </a:cubicBezTo>
                <a:cubicBezTo>
                  <a:pt x="113880" y="9805"/>
                  <a:pt x="117040" y="7336"/>
                  <a:pt x="119648" y="4329"/>
                </a:cubicBezTo>
                <a:cubicBezTo>
                  <a:pt x="123477" y="-86"/>
                  <a:pt x="126019" y="-782"/>
                  <a:pt x="132858" y="713"/>
                </a:cubicBezTo>
                <a:cubicBezTo>
                  <a:pt x="141063" y="2507"/>
                  <a:pt x="160286" y="4048"/>
                  <a:pt x="193546" y="5578"/>
                </a:cubicBezTo>
                <a:cubicBezTo>
                  <a:pt x="210737" y="6368"/>
                  <a:pt x="220060" y="11623"/>
                  <a:pt x="220060" y="20523"/>
                </a:cubicBezTo>
                <a:cubicBezTo>
                  <a:pt x="220060" y="23333"/>
                  <a:pt x="221912" y="25291"/>
                  <a:pt x="224578" y="25298"/>
                </a:cubicBezTo>
                <a:cubicBezTo>
                  <a:pt x="228025" y="25308"/>
                  <a:pt x="227313" y="26737"/>
                  <a:pt x="221567" y="31335"/>
                </a:cubicBezTo>
                <a:cubicBezTo>
                  <a:pt x="216052" y="35748"/>
                  <a:pt x="214921" y="37903"/>
                  <a:pt x="217338" y="39397"/>
                </a:cubicBezTo>
                <a:cubicBezTo>
                  <a:pt x="219279" y="40596"/>
                  <a:pt x="221565" y="39971"/>
                  <a:pt x="222891" y="37878"/>
                </a:cubicBezTo>
                <a:cubicBezTo>
                  <a:pt x="224130" y="35921"/>
                  <a:pt x="225164" y="35482"/>
                  <a:pt x="225189" y="36902"/>
                </a:cubicBezTo>
                <a:cubicBezTo>
                  <a:pt x="225213" y="38322"/>
                  <a:pt x="229440" y="39784"/>
                  <a:pt x="234581" y="40152"/>
                </a:cubicBezTo>
                <a:cubicBezTo>
                  <a:pt x="243367" y="40781"/>
                  <a:pt x="260731" y="51899"/>
                  <a:pt x="261177" y="57181"/>
                </a:cubicBezTo>
                <a:cubicBezTo>
                  <a:pt x="261279" y="58396"/>
                  <a:pt x="264267" y="62841"/>
                  <a:pt x="267817" y="67059"/>
                </a:cubicBezTo>
                <a:cubicBezTo>
                  <a:pt x="271366" y="71278"/>
                  <a:pt x="274275" y="76673"/>
                  <a:pt x="274280" y="79049"/>
                </a:cubicBezTo>
                <a:cubicBezTo>
                  <a:pt x="274285" y="81424"/>
                  <a:pt x="276609" y="87172"/>
                  <a:pt x="279443" y="91820"/>
                </a:cubicBezTo>
                <a:cubicBezTo>
                  <a:pt x="282277" y="96469"/>
                  <a:pt x="284596" y="102748"/>
                  <a:pt x="284596" y="105775"/>
                </a:cubicBezTo>
                <a:cubicBezTo>
                  <a:pt x="284596" y="108801"/>
                  <a:pt x="287666" y="115301"/>
                  <a:pt x="291417" y="120219"/>
                </a:cubicBezTo>
                <a:cubicBezTo>
                  <a:pt x="295169" y="125138"/>
                  <a:pt x="298428" y="131056"/>
                  <a:pt x="298659" y="133370"/>
                </a:cubicBezTo>
                <a:cubicBezTo>
                  <a:pt x="299477" y="141547"/>
                  <a:pt x="305637" y="150653"/>
                  <a:pt x="314425" y="156674"/>
                </a:cubicBezTo>
                <a:cubicBezTo>
                  <a:pt x="319316" y="160026"/>
                  <a:pt x="323320" y="163489"/>
                  <a:pt x="323321" y="164371"/>
                </a:cubicBezTo>
                <a:cubicBezTo>
                  <a:pt x="323323" y="165253"/>
                  <a:pt x="326003" y="169089"/>
                  <a:pt x="329277" y="172896"/>
                </a:cubicBezTo>
                <a:cubicBezTo>
                  <a:pt x="336682" y="181505"/>
                  <a:pt x="335803" y="195314"/>
                  <a:pt x="327346" y="203260"/>
                </a:cubicBezTo>
                <a:lnTo>
                  <a:pt x="321564" y="208691"/>
                </a:lnTo>
                <a:lnTo>
                  <a:pt x="314839" y="201967"/>
                </a:lnTo>
                <a:cubicBezTo>
                  <a:pt x="308661" y="195789"/>
                  <a:pt x="307532" y="195522"/>
                  <a:pt x="300945" y="198679"/>
                </a:cubicBezTo>
                <a:cubicBezTo>
                  <a:pt x="295346" y="201363"/>
                  <a:pt x="293353" y="204582"/>
                  <a:pt x="291854" y="213362"/>
                </a:cubicBezTo>
                <a:cubicBezTo>
                  <a:pt x="289357" y="227993"/>
                  <a:pt x="286547" y="231025"/>
                  <a:pt x="273477" y="233193"/>
                </a:cubicBezTo>
                <a:cubicBezTo>
                  <a:pt x="260663" y="235319"/>
                  <a:pt x="248722" y="247333"/>
                  <a:pt x="248561" y="258261"/>
                </a:cubicBezTo>
                <a:cubicBezTo>
                  <a:pt x="248475" y="264096"/>
                  <a:pt x="249579" y="265360"/>
                  <a:pt x="254757" y="265360"/>
                </a:cubicBezTo>
                <a:cubicBezTo>
                  <a:pt x="258223" y="265360"/>
                  <a:pt x="261823" y="264123"/>
                  <a:pt x="262758" y="262611"/>
                </a:cubicBezTo>
                <a:cubicBezTo>
                  <a:pt x="263872" y="260808"/>
                  <a:pt x="266124" y="261370"/>
                  <a:pt x="269300" y="264243"/>
                </a:cubicBezTo>
                <a:cubicBezTo>
                  <a:pt x="279445" y="273424"/>
                  <a:pt x="270651" y="300210"/>
                  <a:pt x="257492" y="300210"/>
                </a:cubicBezTo>
                <a:cubicBezTo>
                  <a:pt x="250513" y="300210"/>
                  <a:pt x="220446" y="323770"/>
                  <a:pt x="220205" y="329428"/>
                </a:cubicBezTo>
                <a:cubicBezTo>
                  <a:pt x="220125" y="331300"/>
                  <a:pt x="225197" y="338118"/>
                  <a:pt x="231476" y="344578"/>
                </a:cubicBezTo>
                <a:cubicBezTo>
                  <a:pt x="241029" y="354406"/>
                  <a:pt x="243162" y="358486"/>
                  <a:pt x="244540" y="369570"/>
                </a:cubicBezTo>
                <a:cubicBezTo>
                  <a:pt x="246852" y="388171"/>
                  <a:pt x="250097" y="394944"/>
                  <a:pt x="259568" y="400936"/>
                </a:cubicBezTo>
                <a:cubicBezTo>
                  <a:pt x="264099" y="403804"/>
                  <a:pt x="267809" y="408320"/>
                  <a:pt x="267812" y="410972"/>
                </a:cubicBezTo>
                <a:cubicBezTo>
                  <a:pt x="267815" y="413625"/>
                  <a:pt x="270140" y="417087"/>
                  <a:pt x="272980" y="418667"/>
                </a:cubicBezTo>
                <a:cubicBezTo>
                  <a:pt x="275819" y="420246"/>
                  <a:pt x="278864" y="422525"/>
                  <a:pt x="279745" y="423732"/>
                </a:cubicBezTo>
                <a:cubicBezTo>
                  <a:pt x="280626" y="424939"/>
                  <a:pt x="285040" y="426681"/>
                  <a:pt x="289553" y="427604"/>
                </a:cubicBezTo>
                <a:cubicBezTo>
                  <a:pt x="294067" y="428527"/>
                  <a:pt x="297992" y="430444"/>
                  <a:pt x="298277" y="431864"/>
                </a:cubicBezTo>
                <a:cubicBezTo>
                  <a:pt x="299018" y="435562"/>
                  <a:pt x="277163" y="436626"/>
                  <a:pt x="272913" y="433099"/>
                </a:cubicBezTo>
                <a:cubicBezTo>
                  <a:pt x="268101" y="429105"/>
                  <a:pt x="260026" y="432049"/>
                  <a:pt x="253686" y="440109"/>
                </a:cubicBezTo>
                <a:cubicBezTo>
                  <a:pt x="247489" y="447987"/>
                  <a:pt x="246928" y="457069"/>
                  <a:pt x="252360" y="461577"/>
                </a:cubicBezTo>
                <a:cubicBezTo>
                  <a:pt x="255321" y="464035"/>
                  <a:pt x="255560" y="465666"/>
                  <a:pt x="253346" y="468333"/>
                </a:cubicBezTo>
                <a:cubicBezTo>
                  <a:pt x="251741" y="470267"/>
                  <a:pt x="250992" y="474004"/>
                  <a:pt x="251680" y="476637"/>
                </a:cubicBezTo>
                <a:cubicBezTo>
                  <a:pt x="252369" y="479271"/>
                  <a:pt x="252179" y="485956"/>
                  <a:pt x="251259" y="491494"/>
                </a:cubicBezTo>
                <a:cubicBezTo>
                  <a:pt x="249997" y="499087"/>
                  <a:pt x="249133" y="500409"/>
                  <a:pt x="247743" y="496867"/>
                </a:cubicBezTo>
                <a:close/>
              </a:path>
            </a:pathLst>
          </a:custGeom>
          <a:solidFill>
            <a:srgbClr val="B9B9B9"/>
          </a:solidFill>
          <a:ln w="5163" cap="flat">
            <a:noFill/>
            <a:prstDash val="solid"/>
            <a:miter/>
          </a:ln>
        </p:spPr>
        <p:txBody>
          <a:bodyPr/>
          <a:lstStyle/>
          <a:p>
            <a:endParaRPr lang="es-419" noProof="0" dirty="0"/>
          </a:p>
        </p:txBody>
      </p:sp>
      <p:grpSp>
        <p:nvGrpSpPr>
          <p:cNvPr id="57" name="Gráfico 39">
            <a:extLst>
              <a:ext uri="{FF2B5EF4-FFF2-40B4-BE49-F238E27FC236}">
                <a16:creationId xmlns:a16="http://schemas.microsoft.com/office/drawing/2014/main" id="{E95415F1-A353-373C-15A3-5C762EA9B63B}"/>
              </a:ext>
            </a:extLst>
          </p:cNvPr>
          <p:cNvGrpSpPr/>
          <p:nvPr/>
        </p:nvGrpSpPr>
        <p:grpSpPr>
          <a:xfrm>
            <a:off x="726816" y="1624037"/>
            <a:ext cx="321478" cy="429471"/>
            <a:chOff x="726816" y="1624037"/>
            <a:chExt cx="321478" cy="429471"/>
          </a:xfrm>
          <a:solidFill>
            <a:srgbClr val="B9B9B9"/>
          </a:solidFill>
        </p:grpSpPr>
        <p:sp>
          <p:nvSpPr>
            <p:cNvPr id="58" name="Forma libre: forma 57">
              <a:extLst>
                <a:ext uri="{FF2B5EF4-FFF2-40B4-BE49-F238E27FC236}">
                  <a16:creationId xmlns:a16="http://schemas.microsoft.com/office/drawing/2014/main" id="{528B35D3-6624-A5B7-8B7B-74429E7DA7BC}"/>
                </a:ext>
              </a:extLst>
            </p:cNvPr>
            <p:cNvSpPr/>
            <p:nvPr/>
          </p:nvSpPr>
          <p:spPr>
            <a:xfrm>
              <a:off x="726816" y="1624037"/>
              <a:ext cx="321478" cy="429471"/>
            </a:xfrm>
            <a:custGeom>
              <a:avLst/>
              <a:gdLst>
                <a:gd name="csX0" fmla="*/ 298651 w 321478"/>
                <a:gd name="csY0" fmla="*/ 424657 h 429471"/>
                <a:gd name="csX1" fmla="*/ 285240 w 321478"/>
                <a:gd name="csY1" fmla="*/ 406239 h 429471"/>
                <a:gd name="csX2" fmla="*/ 285795 w 321478"/>
                <a:gd name="csY2" fmla="*/ 410173 h 429471"/>
                <a:gd name="csX3" fmla="*/ 287678 w 321478"/>
                <a:gd name="csY3" fmla="*/ 415491 h 429471"/>
                <a:gd name="csX4" fmla="*/ 268647 w 321478"/>
                <a:gd name="csY4" fmla="*/ 394065 h 429471"/>
                <a:gd name="csX5" fmla="*/ 249603 w 321478"/>
                <a:gd name="csY5" fmla="*/ 371546 h 429471"/>
                <a:gd name="csX6" fmla="*/ 255246 w 321478"/>
                <a:gd name="csY6" fmla="*/ 382701 h 429471"/>
                <a:gd name="csX7" fmla="*/ 260888 w 321478"/>
                <a:gd name="csY7" fmla="*/ 392041 h 429471"/>
                <a:gd name="csX8" fmla="*/ 254982 w 321478"/>
                <a:gd name="csY8" fmla="*/ 386884 h 429471"/>
                <a:gd name="csX9" fmla="*/ 245088 w 321478"/>
                <a:gd name="csY9" fmla="*/ 373977 h 429471"/>
                <a:gd name="csX10" fmla="*/ 227283 w 321478"/>
                <a:gd name="csY10" fmla="*/ 350451 h 429471"/>
                <a:gd name="csX11" fmla="*/ 213463 w 321478"/>
                <a:gd name="csY11" fmla="*/ 331266 h 429471"/>
                <a:gd name="csX12" fmla="*/ 191325 w 321478"/>
                <a:gd name="csY12" fmla="*/ 295282 h 429471"/>
                <a:gd name="csX13" fmla="*/ 182351 w 321478"/>
                <a:gd name="csY13" fmla="*/ 288640 h 429471"/>
                <a:gd name="csX14" fmla="*/ 181003 w 321478"/>
                <a:gd name="csY14" fmla="*/ 283904 h 429471"/>
                <a:gd name="csX15" fmla="*/ 179966 w 321478"/>
                <a:gd name="csY15" fmla="*/ 277802 h 429471"/>
                <a:gd name="csX16" fmla="*/ 170951 w 321478"/>
                <a:gd name="csY16" fmla="*/ 271038 h 429471"/>
                <a:gd name="csX17" fmla="*/ 164513 w 321478"/>
                <a:gd name="csY17" fmla="*/ 268249 h 429471"/>
                <a:gd name="csX18" fmla="*/ 156542 w 321478"/>
                <a:gd name="csY18" fmla="*/ 264259 h 429471"/>
                <a:gd name="csX19" fmla="*/ 146588 w 321478"/>
                <a:gd name="csY19" fmla="*/ 257160 h 429471"/>
                <a:gd name="csX20" fmla="*/ 135566 w 321478"/>
                <a:gd name="csY20" fmla="*/ 244331 h 429471"/>
                <a:gd name="csX21" fmla="*/ 140198 w 321478"/>
                <a:gd name="csY21" fmla="*/ 240806 h 429471"/>
                <a:gd name="csX22" fmla="*/ 149956 w 321478"/>
                <a:gd name="csY22" fmla="*/ 243611 h 429471"/>
                <a:gd name="csX23" fmla="*/ 139967 w 321478"/>
                <a:gd name="csY23" fmla="*/ 232769 h 429471"/>
                <a:gd name="csX24" fmla="*/ 129672 w 321478"/>
                <a:gd name="csY24" fmla="*/ 230788 h 429471"/>
                <a:gd name="csX25" fmla="*/ 122631 w 321478"/>
                <a:gd name="csY25" fmla="*/ 229456 h 429471"/>
                <a:gd name="csX26" fmla="*/ 114075 w 321478"/>
                <a:gd name="csY26" fmla="*/ 225535 h 429471"/>
                <a:gd name="csX27" fmla="*/ 112561 w 321478"/>
                <a:gd name="csY27" fmla="*/ 210989 h 429471"/>
                <a:gd name="csX28" fmla="*/ 113046 w 321478"/>
                <a:gd name="csY28" fmla="*/ 198950 h 429471"/>
                <a:gd name="csX29" fmla="*/ 110205 w 321478"/>
                <a:gd name="csY29" fmla="*/ 203079 h 429471"/>
                <a:gd name="csX30" fmla="*/ 107624 w 321478"/>
                <a:gd name="csY30" fmla="*/ 210049 h 429471"/>
                <a:gd name="csX31" fmla="*/ 105042 w 321478"/>
                <a:gd name="csY31" fmla="*/ 205992 h 429471"/>
                <a:gd name="csX32" fmla="*/ 101146 w 321478"/>
                <a:gd name="csY32" fmla="*/ 198040 h 429471"/>
                <a:gd name="csX33" fmla="*/ 106495 w 321478"/>
                <a:gd name="csY33" fmla="*/ 192040 h 429471"/>
                <a:gd name="csX34" fmla="*/ 110185 w 321478"/>
                <a:gd name="csY34" fmla="*/ 189360 h 429471"/>
                <a:gd name="csX35" fmla="*/ 105416 w 321478"/>
                <a:gd name="csY35" fmla="*/ 184234 h 429471"/>
                <a:gd name="csX36" fmla="*/ 94806 w 321478"/>
                <a:gd name="csY36" fmla="*/ 176570 h 429471"/>
                <a:gd name="csX37" fmla="*/ 84222 w 321478"/>
                <a:gd name="csY37" fmla="*/ 170141 h 429471"/>
                <a:gd name="csX38" fmla="*/ 77400 w 321478"/>
                <a:gd name="csY38" fmla="*/ 165246 h 429471"/>
                <a:gd name="csX39" fmla="*/ 66830 w 321478"/>
                <a:gd name="csY39" fmla="*/ 157291 h 429471"/>
                <a:gd name="csX40" fmla="*/ 62321 w 321478"/>
                <a:gd name="csY40" fmla="*/ 153462 h 429471"/>
                <a:gd name="csX41" fmla="*/ 58487 w 321478"/>
                <a:gd name="csY41" fmla="*/ 146011 h 429471"/>
                <a:gd name="csX42" fmla="*/ 53413 w 321478"/>
                <a:gd name="csY42" fmla="*/ 136585 h 429471"/>
                <a:gd name="csX43" fmla="*/ 46519 w 321478"/>
                <a:gd name="csY43" fmla="*/ 136694 h 429471"/>
                <a:gd name="csX44" fmla="*/ 42767 w 321478"/>
                <a:gd name="csY44" fmla="*/ 137339 h 429471"/>
                <a:gd name="csX45" fmla="*/ 40545 w 321478"/>
                <a:gd name="csY45" fmla="*/ 138358 h 429471"/>
                <a:gd name="csX46" fmla="*/ 34194 w 321478"/>
                <a:gd name="csY46" fmla="*/ 139945 h 429471"/>
                <a:gd name="csX47" fmla="*/ 30312 w 321478"/>
                <a:gd name="csY47" fmla="*/ 128691 h 429471"/>
                <a:gd name="csX48" fmla="*/ 32982 w 321478"/>
                <a:gd name="csY48" fmla="*/ 121125 h 429471"/>
                <a:gd name="csX49" fmla="*/ 29550 w 321478"/>
                <a:gd name="csY49" fmla="*/ 122878 h 429471"/>
                <a:gd name="csX50" fmla="*/ 21151 w 321478"/>
                <a:gd name="csY50" fmla="*/ 122752 h 429471"/>
                <a:gd name="csX51" fmla="*/ 17154 w 321478"/>
                <a:gd name="csY51" fmla="*/ 123427 h 429471"/>
                <a:gd name="csX52" fmla="*/ 6342 w 321478"/>
                <a:gd name="csY52" fmla="*/ 119543 h 429471"/>
                <a:gd name="csX53" fmla="*/ 4365 w 321478"/>
                <a:gd name="csY53" fmla="*/ 113226 h 429471"/>
                <a:gd name="csX54" fmla="*/ 10819 w 321478"/>
                <a:gd name="csY54" fmla="*/ 114808 h 429471"/>
                <a:gd name="csX55" fmla="*/ 4707 w 321478"/>
                <a:gd name="csY55" fmla="*/ 109494 h 429471"/>
                <a:gd name="csX56" fmla="*/ 1796 w 321478"/>
                <a:gd name="csY56" fmla="*/ 100322 h 429471"/>
                <a:gd name="csX57" fmla="*/ 1838 w 321478"/>
                <a:gd name="csY57" fmla="*/ 92658 h 429471"/>
                <a:gd name="csX58" fmla="*/ 4233 w 321478"/>
                <a:gd name="csY58" fmla="*/ 77378 h 429471"/>
                <a:gd name="csX59" fmla="*/ 13902 w 321478"/>
                <a:gd name="csY59" fmla="*/ 62490 h 429471"/>
                <a:gd name="csX60" fmla="*/ 16192 w 321478"/>
                <a:gd name="csY60" fmla="*/ 65508 h 429471"/>
                <a:gd name="csX61" fmla="*/ 14368 w 321478"/>
                <a:gd name="csY61" fmla="*/ 71941 h 429471"/>
                <a:gd name="csX62" fmla="*/ 19324 w 321478"/>
                <a:gd name="csY62" fmla="*/ 65780 h 429471"/>
                <a:gd name="csX63" fmla="*/ 24280 w 321478"/>
                <a:gd name="csY63" fmla="*/ 59619 h 429471"/>
                <a:gd name="csX64" fmla="*/ 25989 w 321478"/>
                <a:gd name="csY64" fmla="*/ 66426 h 429471"/>
                <a:gd name="csX65" fmla="*/ 30049 w 321478"/>
                <a:gd name="csY65" fmla="*/ 73232 h 429471"/>
                <a:gd name="csX66" fmla="*/ 30241 w 321478"/>
                <a:gd name="csY66" fmla="*/ 65700 h 429471"/>
                <a:gd name="csX67" fmla="*/ 47033 w 321478"/>
                <a:gd name="csY67" fmla="*/ 46164 h 429471"/>
                <a:gd name="csX68" fmla="*/ 89508 w 321478"/>
                <a:gd name="csY68" fmla="*/ 4943 h 429471"/>
                <a:gd name="csX69" fmla="*/ 99998 w 321478"/>
                <a:gd name="csY69" fmla="*/ 2688 h 429471"/>
                <a:gd name="csX70" fmla="*/ 114706 w 321478"/>
                <a:gd name="csY70" fmla="*/ 3716 h 429471"/>
                <a:gd name="csX71" fmla="*/ 123108 w 321478"/>
                <a:gd name="csY71" fmla="*/ 2764 h 429471"/>
                <a:gd name="csX72" fmla="*/ 137332 w 321478"/>
                <a:gd name="csY72" fmla="*/ 60759 h 429471"/>
                <a:gd name="csX73" fmla="*/ 159468 w 321478"/>
                <a:gd name="csY73" fmla="*/ 80313 h 429471"/>
                <a:gd name="csX74" fmla="*/ 174324 w 321478"/>
                <a:gd name="csY74" fmla="*/ 89973 h 429471"/>
                <a:gd name="csX75" fmla="*/ 184004 w 321478"/>
                <a:gd name="csY75" fmla="*/ 107383 h 429471"/>
                <a:gd name="csX76" fmla="*/ 190190 w 321478"/>
                <a:gd name="csY76" fmla="*/ 148735 h 429471"/>
                <a:gd name="csX77" fmla="*/ 191494 w 321478"/>
                <a:gd name="csY77" fmla="*/ 177131 h 429471"/>
                <a:gd name="csX78" fmla="*/ 195355 w 321478"/>
                <a:gd name="csY78" fmla="*/ 191824 h 429471"/>
                <a:gd name="csX79" fmla="*/ 205385 w 321478"/>
                <a:gd name="csY79" fmla="*/ 204731 h 429471"/>
                <a:gd name="csX80" fmla="*/ 224780 w 321478"/>
                <a:gd name="csY80" fmla="*/ 233927 h 429471"/>
                <a:gd name="csX81" fmla="*/ 251313 w 321478"/>
                <a:gd name="csY81" fmla="*/ 251602 h 429471"/>
                <a:gd name="csX82" fmla="*/ 265826 w 321478"/>
                <a:gd name="csY82" fmla="*/ 256119 h 429471"/>
                <a:gd name="csX83" fmla="*/ 280190 w 321478"/>
                <a:gd name="csY83" fmla="*/ 283901 h 429471"/>
                <a:gd name="csX84" fmla="*/ 287275 w 321478"/>
                <a:gd name="csY84" fmla="*/ 317016 h 429471"/>
                <a:gd name="csX85" fmla="*/ 290907 w 321478"/>
                <a:gd name="csY85" fmla="*/ 329217 h 429471"/>
                <a:gd name="csX86" fmla="*/ 293537 w 321478"/>
                <a:gd name="csY86" fmla="*/ 337861 h 429471"/>
                <a:gd name="csX87" fmla="*/ 302616 w 321478"/>
                <a:gd name="csY87" fmla="*/ 352211 h 429471"/>
                <a:gd name="csX88" fmla="*/ 314264 w 321478"/>
                <a:gd name="csY88" fmla="*/ 364936 h 429471"/>
                <a:gd name="csX89" fmla="*/ 319645 w 321478"/>
                <a:gd name="csY89" fmla="*/ 375951 h 429471"/>
                <a:gd name="csX90" fmla="*/ 316721 w 321478"/>
                <a:gd name="csY90" fmla="*/ 384238 h 429471"/>
                <a:gd name="csX91" fmla="*/ 312540 w 321478"/>
                <a:gd name="csY91" fmla="*/ 395571 h 429471"/>
                <a:gd name="csX92" fmla="*/ 312871 w 321478"/>
                <a:gd name="csY92" fmla="*/ 424954 h 429471"/>
                <a:gd name="csX93" fmla="*/ 306671 w 321478"/>
                <a:gd name="csY93" fmla="*/ 429472 h 429471"/>
                <a:gd name="csX94" fmla="*/ 298651 w 321478"/>
                <a:gd name="csY94" fmla="*/ 424657 h 4294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321478" h="429471">
                  <a:moveTo>
                    <a:pt x="298651" y="424657"/>
                  </a:moveTo>
                  <a:cubicBezTo>
                    <a:pt x="298651" y="419121"/>
                    <a:pt x="289271" y="406239"/>
                    <a:pt x="285240" y="406239"/>
                  </a:cubicBezTo>
                  <a:cubicBezTo>
                    <a:pt x="283590" y="406239"/>
                    <a:pt x="283808" y="407778"/>
                    <a:pt x="285795" y="410173"/>
                  </a:cubicBezTo>
                  <a:cubicBezTo>
                    <a:pt x="287591" y="412337"/>
                    <a:pt x="288438" y="414730"/>
                    <a:pt x="287678" y="415491"/>
                  </a:cubicBezTo>
                  <a:cubicBezTo>
                    <a:pt x="285539" y="417629"/>
                    <a:pt x="270321" y="400495"/>
                    <a:pt x="268647" y="394065"/>
                  </a:cubicBezTo>
                  <a:cubicBezTo>
                    <a:pt x="267226" y="388605"/>
                    <a:pt x="249603" y="367767"/>
                    <a:pt x="249603" y="371546"/>
                  </a:cubicBezTo>
                  <a:cubicBezTo>
                    <a:pt x="249603" y="372545"/>
                    <a:pt x="252142" y="377564"/>
                    <a:pt x="255246" y="382701"/>
                  </a:cubicBezTo>
                  <a:lnTo>
                    <a:pt x="260888" y="392041"/>
                  </a:lnTo>
                  <a:lnTo>
                    <a:pt x="254982" y="386884"/>
                  </a:lnTo>
                  <a:cubicBezTo>
                    <a:pt x="251733" y="384048"/>
                    <a:pt x="247281" y="378240"/>
                    <a:pt x="245088" y="373977"/>
                  </a:cubicBezTo>
                  <a:cubicBezTo>
                    <a:pt x="242896" y="369714"/>
                    <a:pt x="234883" y="359128"/>
                    <a:pt x="227283" y="350451"/>
                  </a:cubicBezTo>
                  <a:cubicBezTo>
                    <a:pt x="219682" y="341775"/>
                    <a:pt x="213463" y="333142"/>
                    <a:pt x="213463" y="331266"/>
                  </a:cubicBezTo>
                  <a:cubicBezTo>
                    <a:pt x="213463" y="326133"/>
                    <a:pt x="194515" y="295333"/>
                    <a:pt x="191325" y="295282"/>
                  </a:cubicBezTo>
                  <a:cubicBezTo>
                    <a:pt x="189798" y="295257"/>
                    <a:pt x="185760" y="292268"/>
                    <a:pt x="182351" y="288640"/>
                  </a:cubicBezTo>
                  <a:cubicBezTo>
                    <a:pt x="177259" y="283219"/>
                    <a:pt x="177019" y="282375"/>
                    <a:pt x="181003" y="283904"/>
                  </a:cubicBezTo>
                  <a:cubicBezTo>
                    <a:pt x="185315" y="285558"/>
                    <a:pt x="185200" y="284882"/>
                    <a:pt x="179966" y="277802"/>
                  </a:cubicBezTo>
                  <a:cubicBezTo>
                    <a:pt x="176728" y="273422"/>
                    <a:pt x="172671" y="270378"/>
                    <a:pt x="170951" y="271038"/>
                  </a:cubicBezTo>
                  <a:cubicBezTo>
                    <a:pt x="169231" y="271698"/>
                    <a:pt x="166334" y="270443"/>
                    <a:pt x="164513" y="268249"/>
                  </a:cubicBezTo>
                  <a:cubicBezTo>
                    <a:pt x="162692" y="266054"/>
                    <a:pt x="159105" y="264259"/>
                    <a:pt x="156542" y="264259"/>
                  </a:cubicBezTo>
                  <a:cubicBezTo>
                    <a:pt x="153980" y="264259"/>
                    <a:pt x="149500" y="261065"/>
                    <a:pt x="146588" y="257160"/>
                  </a:cubicBezTo>
                  <a:cubicBezTo>
                    <a:pt x="143676" y="253256"/>
                    <a:pt x="138716" y="247482"/>
                    <a:pt x="135566" y="244331"/>
                  </a:cubicBezTo>
                  <a:cubicBezTo>
                    <a:pt x="127839" y="236597"/>
                    <a:pt x="131401" y="233886"/>
                    <a:pt x="140198" y="240806"/>
                  </a:cubicBezTo>
                  <a:cubicBezTo>
                    <a:pt x="145135" y="244689"/>
                    <a:pt x="148042" y="245525"/>
                    <a:pt x="149956" y="243611"/>
                  </a:cubicBezTo>
                  <a:cubicBezTo>
                    <a:pt x="154558" y="239009"/>
                    <a:pt x="147985" y="231874"/>
                    <a:pt x="139967" y="232769"/>
                  </a:cubicBezTo>
                  <a:cubicBezTo>
                    <a:pt x="136133" y="233196"/>
                    <a:pt x="131500" y="232305"/>
                    <a:pt x="129672" y="230788"/>
                  </a:cubicBezTo>
                  <a:cubicBezTo>
                    <a:pt x="127844" y="229271"/>
                    <a:pt x="124675" y="228672"/>
                    <a:pt x="122631" y="229456"/>
                  </a:cubicBezTo>
                  <a:cubicBezTo>
                    <a:pt x="120587" y="230241"/>
                    <a:pt x="116736" y="228476"/>
                    <a:pt x="114075" y="225535"/>
                  </a:cubicBezTo>
                  <a:cubicBezTo>
                    <a:pt x="109769" y="220777"/>
                    <a:pt x="109602" y="219173"/>
                    <a:pt x="112561" y="210989"/>
                  </a:cubicBezTo>
                  <a:cubicBezTo>
                    <a:pt x="114982" y="204297"/>
                    <a:pt x="115114" y="201018"/>
                    <a:pt x="113046" y="198950"/>
                  </a:cubicBezTo>
                  <a:cubicBezTo>
                    <a:pt x="110979" y="196883"/>
                    <a:pt x="110205" y="198007"/>
                    <a:pt x="110205" y="203079"/>
                  </a:cubicBezTo>
                  <a:cubicBezTo>
                    <a:pt x="110205" y="206912"/>
                    <a:pt x="109043" y="210049"/>
                    <a:pt x="107624" y="210049"/>
                  </a:cubicBezTo>
                  <a:cubicBezTo>
                    <a:pt x="106204" y="210049"/>
                    <a:pt x="105042" y="208223"/>
                    <a:pt x="105042" y="205992"/>
                  </a:cubicBezTo>
                  <a:cubicBezTo>
                    <a:pt x="105042" y="203761"/>
                    <a:pt x="103289" y="200182"/>
                    <a:pt x="101146" y="198040"/>
                  </a:cubicBezTo>
                  <a:cubicBezTo>
                    <a:pt x="95668" y="192562"/>
                    <a:pt x="98756" y="189098"/>
                    <a:pt x="106495" y="192040"/>
                  </a:cubicBezTo>
                  <a:cubicBezTo>
                    <a:pt x="112388" y="194281"/>
                    <a:pt x="112698" y="194056"/>
                    <a:pt x="110185" y="189360"/>
                  </a:cubicBezTo>
                  <a:cubicBezTo>
                    <a:pt x="108676" y="186541"/>
                    <a:pt x="106530" y="184234"/>
                    <a:pt x="105416" y="184234"/>
                  </a:cubicBezTo>
                  <a:cubicBezTo>
                    <a:pt x="104302" y="184234"/>
                    <a:pt x="99527" y="180785"/>
                    <a:pt x="94806" y="176570"/>
                  </a:cubicBezTo>
                  <a:cubicBezTo>
                    <a:pt x="90084" y="172354"/>
                    <a:pt x="85321" y="169461"/>
                    <a:pt x="84222" y="170141"/>
                  </a:cubicBezTo>
                  <a:cubicBezTo>
                    <a:pt x="83122" y="170820"/>
                    <a:pt x="80052" y="168617"/>
                    <a:pt x="77400" y="165246"/>
                  </a:cubicBezTo>
                  <a:cubicBezTo>
                    <a:pt x="74748" y="161874"/>
                    <a:pt x="69991" y="158294"/>
                    <a:pt x="66830" y="157291"/>
                  </a:cubicBezTo>
                  <a:cubicBezTo>
                    <a:pt x="63669" y="156287"/>
                    <a:pt x="61640" y="154564"/>
                    <a:pt x="62321" y="153462"/>
                  </a:cubicBezTo>
                  <a:cubicBezTo>
                    <a:pt x="63003" y="152359"/>
                    <a:pt x="61277" y="149007"/>
                    <a:pt x="58487" y="146011"/>
                  </a:cubicBezTo>
                  <a:cubicBezTo>
                    <a:pt x="55696" y="143016"/>
                    <a:pt x="53413" y="138774"/>
                    <a:pt x="53413" y="136585"/>
                  </a:cubicBezTo>
                  <a:cubicBezTo>
                    <a:pt x="53413" y="131375"/>
                    <a:pt x="48531" y="131452"/>
                    <a:pt x="46519" y="136694"/>
                  </a:cubicBezTo>
                  <a:cubicBezTo>
                    <a:pt x="45256" y="139986"/>
                    <a:pt x="44525" y="140111"/>
                    <a:pt x="42767" y="137339"/>
                  </a:cubicBezTo>
                  <a:cubicBezTo>
                    <a:pt x="41090" y="134693"/>
                    <a:pt x="40576" y="134929"/>
                    <a:pt x="40545" y="138358"/>
                  </a:cubicBezTo>
                  <a:cubicBezTo>
                    <a:pt x="40512" y="142152"/>
                    <a:pt x="39561" y="142390"/>
                    <a:pt x="34194" y="139945"/>
                  </a:cubicBezTo>
                  <a:cubicBezTo>
                    <a:pt x="25899" y="136165"/>
                    <a:pt x="24011" y="130691"/>
                    <a:pt x="30312" y="128691"/>
                  </a:cubicBezTo>
                  <a:cubicBezTo>
                    <a:pt x="35660" y="126994"/>
                    <a:pt x="36881" y="123535"/>
                    <a:pt x="32982" y="121125"/>
                  </a:cubicBezTo>
                  <a:cubicBezTo>
                    <a:pt x="31683" y="120322"/>
                    <a:pt x="30139" y="121111"/>
                    <a:pt x="29550" y="122878"/>
                  </a:cubicBezTo>
                  <a:cubicBezTo>
                    <a:pt x="28702" y="125423"/>
                    <a:pt x="26957" y="125397"/>
                    <a:pt x="21151" y="122752"/>
                  </a:cubicBezTo>
                  <a:cubicBezTo>
                    <a:pt x="14600" y="119767"/>
                    <a:pt x="14176" y="119839"/>
                    <a:pt x="17154" y="123427"/>
                  </a:cubicBezTo>
                  <a:cubicBezTo>
                    <a:pt x="23195" y="130706"/>
                    <a:pt x="15185" y="127829"/>
                    <a:pt x="6342" y="119543"/>
                  </a:cubicBezTo>
                  <a:cubicBezTo>
                    <a:pt x="-1702" y="112007"/>
                    <a:pt x="-1792" y="111717"/>
                    <a:pt x="4365" y="113226"/>
                  </a:cubicBezTo>
                  <a:lnTo>
                    <a:pt x="10819" y="114808"/>
                  </a:lnTo>
                  <a:lnTo>
                    <a:pt x="4707" y="109494"/>
                  </a:lnTo>
                  <a:cubicBezTo>
                    <a:pt x="-312" y="105131"/>
                    <a:pt x="-833" y="103490"/>
                    <a:pt x="1796" y="100322"/>
                  </a:cubicBezTo>
                  <a:cubicBezTo>
                    <a:pt x="4323" y="97278"/>
                    <a:pt x="4332" y="95662"/>
                    <a:pt x="1838" y="92658"/>
                  </a:cubicBezTo>
                  <a:cubicBezTo>
                    <a:pt x="-700" y="89600"/>
                    <a:pt x="-229" y="86595"/>
                    <a:pt x="4233" y="77378"/>
                  </a:cubicBezTo>
                  <a:cubicBezTo>
                    <a:pt x="7287" y="71068"/>
                    <a:pt x="11639" y="64368"/>
                    <a:pt x="13902" y="62490"/>
                  </a:cubicBezTo>
                  <a:cubicBezTo>
                    <a:pt x="17532" y="59477"/>
                    <a:pt x="17802" y="59833"/>
                    <a:pt x="16192" y="65508"/>
                  </a:cubicBezTo>
                  <a:lnTo>
                    <a:pt x="14368" y="71941"/>
                  </a:lnTo>
                  <a:lnTo>
                    <a:pt x="19324" y="65780"/>
                  </a:lnTo>
                  <a:lnTo>
                    <a:pt x="24280" y="59619"/>
                  </a:lnTo>
                  <a:lnTo>
                    <a:pt x="25989" y="66426"/>
                  </a:lnTo>
                  <a:cubicBezTo>
                    <a:pt x="26928" y="70169"/>
                    <a:pt x="28755" y="73232"/>
                    <a:pt x="30049" y="73232"/>
                  </a:cubicBezTo>
                  <a:cubicBezTo>
                    <a:pt x="31420" y="73232"/>
                    <a:pt x="31500" y="70091"/>
                    <a:pt x="30241" y="65700"/>
                  </a:cubicBezTo>
                  <a:cubicBezTo>
                    <a:pt x="28162" y="58450"/>
                    <a:pt x="28788" y="57720"/>
                    <a:pt x="47033" y="46164"/>
                  </a:cubicBezTo>
                  <a:cubicBezTo>
                    <a:pt x="66934" y="33559"/>
                    <a:pt x="85466" y="15573"/>
                    <a:pt x="89508" y="4943"/>
                  </a:cubicBezTo>
                  <a:cubicBezTo>
                    <a:pt x="91833" y="-1172"/>
                    <a:pt x="92131" y="-1236"/>
                    <a:pt x="99998" y="2688"/>
                  </a:cubicBezTo>
                  <a:cubicBezTo>
                    <a:pt x="106503" y="5933"/>
                    <a:pt x="109396" y="6135"/>
                    <a:pt x="114706" y="3716"/>
                  </a:cubicBezTo>
                  <a:cubicBezTo>
                    <a:pt x="118341" y="2059"/>
                    <a:pt x="122122" y="1631"/>
                    <a:pt x="123108" y="2764"/>
                  </a:cubicBezTo>
                  <a:cubicBezTo>
                    <a:pt x="125561" y="5583"/>
                    <a:pt x="135461" y="45948"/>
                    <a:pt x="137332" y="60759"/>
                  </a:cubicBezTo>
                  <a:cubicBezTo>
                    <a:pt x="139199" y="75538"/>
                    <a:pt x="141734" y="77777"/>
                    <a:pt x="159468" y="80313"/>
                  </a:cubicBezTo>
                  <a:cubicBezTo>
                    <a:pt x="172513" y="82178"/>
                    <a:pt x="173509" y="82826"/>
                    <a:pt x="174324" y="89973"/>
                  </a:cubicBezTo>
                  <a:cubicBezTo>
                    <a:pt x="174804" y="94187"/>
                    <a:pt x="179160" y="102021"/>
                    <a:pt x="184004" y="107383"/>
                  </a:cubicBezTo>
                  <a:cubicBezTo>
                    <a:pt x="193664" y="118075"/>
                    <a:pt x="194152" y="121338"/>
                    <a:pt x="190190" y="148735"/>
                  </a:cubicBezTo>
                  <a:cubicBezTo>
                    <a:pt x="188197" y="162515"/>
                    <a:pt x="188470" y="168448"/>
                    <a:pt x="191494" y="177131"/>
                  </a:cubicBezTo>
                  <a:cubicBezTo>
                    <a:pt x="193597" y="183167"/>
                    <a:pt x="195335" y="189779"/>
                    <a:pt x="195355" y="191824"/>
                  </a:cubicBezTo>
                  <a:cubicBezTo>
                    <a:pt x="195376" y="193868"/>
                    <a:pt x="199889" y="199676"/>
                    <a:pt x="205385" y="204731"/>
                  </a:cubicBezTo>
                  <a:cubicBezTo>
                    <a:pt x="211344" y="210212"/>
                    <a:pt x="219172" y="221995"/>
                    <a:pt x="224780" y="233927"/>
                  </a:cubicBezTo>
                  <a:cubicBezTo>
                    <a:pt x="234706" y="255043"/>
                    <a:pt x="236093" y="255967"/>
                    <a:pt x="251313" y="251602"/>
                  </a:cubicBezTo>
                  <a:cubicBezTo>
                    <a:pt x="258379" y="249575"/>
                    <a:pt x="260277" y="250166"/>
                    <a:pt x="265826" y="256119"/>
                  </a:cubicBezTo>
                  <a:cubicBezTo>
                    <a:pt x="272628" y="263417"/>
                    <a:pt x="281243" y="280080"/>
                    <a:pt x="280190" y="283901"/>
                  </a:cubicBezTo>
                  <a:cubicBezTo>
                    <a:pt x="278841" y="288796"/>
                    <a:pt x="283826" y="312090"/>
                    <a:pt x="287275" y="317016"/>
                  </a:cubicBezTo>
                  <a:cubicBezTo>
                    <a:pt x="289273" y="319867"/>
                    <a:pt x="290907" y="325358"/>
                    <a:pt x="290907" y="329217"/>
                  </a:cubicBezTo>
                  <a:cubicBezTo>
                    <a:pt x="290907" y="333077"/>
                    <a:pt x="292090" y="336967"/>
                    <a:pt x="293537" y="337861"/>
                  </a:cubicBezTo>
                  <a:cubicBezTo>
                    <a:pt x="294984" y="338755"/>
                    <a:pt x="299069" y="345213"/>
                    <a:pt x="302616" y="352211"/>
                  </a:cubicBezTo>
                  <a:cubicBezTo>
                    <a:pt x="307126" y="361111"/>
                    <a:pt x="310627" y="364936"/>
                    <a:pt x="314264" y="364936"/>
                  </a:cubicBezTo>
                  <a:cubicBezTo>
                    <a:pt x="320436" y="364936"/>
                    <a:pt x="323792" y="371805"/>
                    <a:pt x="319645" y="375951"/>
                  </a:cubicBezTo>
                  <a:cubicBezTo>
                    <a:pt x="318037" y="377560"/>
                    <a:pt x="316721" y="381289"/>
                    <a:pt x="316721" y="384238"/>
                  </a:cubicBezTo>
                  <a:cubicBezTo>
                    <a:pt x="316721" y="387188"/>
                    <a:pt x="314840" y="392287"/>
                    <a:pt x="312540" y="395571"/>
                  </a:cubicBezTo>
                  <a:cubicBezTo>
                    <a:pt x="308425" y="401445"/>
                    <a:pt x="308570" y="414286"/>
                    <a:pt x="312871" y="424954"/>
                  </a:cubicBezTo>
                  <a:cubicBezTo>
                    <a:pt x="314372" y="428678"/>
                    <a:pt x="313283" y="429472"/>
                    <a:pt x="306671" y="429472"/>
                  </a:cubicBezTo>
                  <a:cubicBezTo>
                    <a:pt x="300565" y="429472"/>
                    <a:pt x="298651" y="428323"/>
                    <a:pt x="298651" y="424657"/>
                  </a:cubicBezTo>
                  <a:close/>
                </a:path>
              </a:pathLst>
            </a:custGeom>
            <a:solidFill>
              <a:srgbClr val="B9B9B9"/>
            </a:solidFill>
            <a:ln w="5163" cap="flat">
              <a:noFill/>
              <a:prstDash val="solid"/>
              <a:miter/>
            </a:ln>
          </p:spPr>
          <p:txBody>
            <a:bodyPr/>
            <a:lstStyle/>
            <a:p>
              <a:endParaRPr lang="es-419" noProof="0" dirty="0"/>
            </a:p>
          </p:txBody>
        </p:sp>
        <p:sp>
          <p:nvSpPr>
            <p:cNvPr id="59" name="Forma libre: forma 58">
              <a:extLst>
                <a:ext uri="{FF2B5EF4-FFF2-40B4-BE49-F238E27FC236}">
                  <a16:creationId xmlns:a16="http://schemas.microsoft.com/office/drawing/2014/main" id="{D5F90629-BA5A-EAAC-4649-94865481055D}"/>
                </a:ext>
              </a:extLst>
            </p:cNvPr>
            <p:cNvSpPr/>
            <p:nvPr/>
          </p:nvSpPr>
          <p:spPr>
            <a:xfrm>
              <a:off x="812163" y="1806340"/>
              <a:ext cx="15955" cy="30179"/>
            </a:xfrm>
            <a:custGeom>
              <a:avLst/>
              <a:gdLst>
                <a:gd name="csX0" fmla="*/ 12859 w 15955"/>
                <a:gd name="csY0" fmla="*/ 27128 h 30179"/>
                <a:gd name="csX1" fmla="*/ 45 w 15955"/>
                <a:gd name="csY1" fmla="*/ 70 h 30179"/>
                <a:gd name="csX2" fmla="*/ 15145 w 15955"/>
                <a:gd name="csY2" fmla="*/ 24519 h 30179"/>
                <a:gd name="csX3" fmla="*/ 12859 w 15955"/>
                <a:gd name="csY3" fmla="*/ 27128 h 30179"/>
              </a:gdLst>
              <a:ahLst/>
              <a:cxnLst>
                <a:cxn ang="0">
                  <a:pos x="csX0" y="csY0"/>
                </a:cxn>
                <a:cxn ang="0">
                  <a:pos x="csX1" y="csY1"/>
                </a:cxn>
                <a:cxn ang="0">
                  <a:pos x="csX2" y="csY2"/>
                </a:cxn>
                <a:cxn ang="0">
                  <a:pos x="csX3" y="csY3"/>
                </a:cxn>
              </a:cxnLst>
              <a:rect l="l" t="t" r="r" b="b"/>
              <a:pathLst>
                <a:path w="15955" h="30179">
                  <a:moveTo>
                    <a:pt x="12859" y="27128"/>
                  </a:moveTo>
                  <a:cubicBezTo>
                    <a:pt x="8119" y="19457"/>
                    <a:pt x="-707" y="822"/>
                    <a:pt x="45" y="70"/>
                  </a:cubicBezTo>
                  <a:cubicBezTo>
                    <a:pt x="1430" y="-1315"/>
                    <a:pt x="13563" y="18330"/>
                    <a:pt x="15145" y="24519"/>
                  </a:cubicBezTo>
                  <a:cubicBezTo>
                    <a:pt x="16793" y="30962"/>
                    <a:pt x="15876" y="32008"/>
                    <a:pt x="12859" y="27128"/>
                  </a:cubicBezTo>
                  <a:close/>
                </a:path>
              </a:pathLst>
            </a:custGeom>
            <a:solidFill>
              <a:srgbClr val="B9B9B9"/>
            </a:solidFill>
            <a:ln w="5163" cap="flat">
              <a:noFill/>
              <a:prstDash val="solid"/>
              <a:miter/>
            </a:ln>
          </p:spPr>
          <p:txBody>
            <a:bodyPr/>
            <a:lstStyle/>
            <a:p>
              <a:endParaRPr lang="es-419" noProof="0" dirty="0"/>
            </a:p>
          </p:txBody>
        </p:sp>
      </p:grpSp>
      <p:sp>
        <p:nvSpPr>
          <p:cNvPr id="60" name="Forma libre: forma 59">
            <a:extLst>
              <a:ext uri="{FF2B5EF4-FFF2-40B4-BE49-F238E27FC236}">
                <a16:creationId xmlns:a16="http://schemas.microsoft.com/office/drawing/2014/main" id="{5B1FCD74-64EC-2E3D-BE6D-0D49C81305C7}"/>
              </a:ext>
            </a:extLst>
          </p:cNvPr>
          <p:cNvSpPr/>
          <p:nvPr/>
        </p:nvSpPr>
        <p:spPr>
          <a:xfrm>
            <a:off x="781520" y="1178397"/>
            <a:ext cx="460893" cy="570101"/>
          </a:xfrm>
          <a:custGeom>
            <a:avLst/>
            <a:gdLst>
              <a:gd name="csX0" fmla="*/ 151660 w 460893"/>
              <a:gd name="csY0" fmla="*/ 568610 h 570101"/>
              <a:gd name="csX1" fmla="*/ 140689 w 460893"/>
              <a:gd name="csY1" fmla="*/ 563178 h 570101"/>
              <a:gd name="csX2" fmla="*/ 131877 w 460893"/>
              <a:gd name="csY2" fmla="*/ 549661 h 570101"/>
              <a:gd name="csX3" fmla="*/ 122196 w 460893"/>
              <a:gd name="csY3" fmla="*/ 532968 h 570101"/>
              <a:gd name="csX4" fmla="*/ 107130 w 460893"/>
              <a:gd name="csY4" fmla="*/ 523131 h 570101"/>
              <a:gd name="csX5" fmla="*/ 89869 w 460893"/>
              <a:gd name="csY5" fmla="*/ 518421 h 570101"/>
              <a:gd name="csX6" fmla="*/ 85076 w 460893"/>
              <a:gd name="csY6" fmla="*/ 501266 h 570101"/>
              <a:gd name="csX7" fmla="*/ 77677 w 460893"/>
              <a:gd name="csY7" fmla="*/ 465952 h 570101"/>
              <a:gd name="csX8" fmla="*/ 72006 w 460893"/>
              <a:gd name="csY8" fmla="*/ 445300 h 570101"/>
              <a:gd name="csX9" fmla="*/ 58957 w 460893"/>
              <a:gd name="csY9" fmla="*/ 446095 h 570101"/>
              <a:gd name="csX10" fmla="*/ 35144 w 460893"/>
              <a:gd name="csY10" fmla="*/ 436548 h 570101"/>
              <a:gd name="csX11" fmla="*/ 24381 w 460893"/>
              <a:gd name="csY11" fmla="*/ 426207 h 570101"/>
              <a:gd name="csX12" fmla="*/ 26114 w 460893"/>
              <a:gd name="csY12" fmla="*/ 405421 h 570101"/>
              <a:gd name="csX13" fmla="*/ 25165 w 460893"/>
              <a:gd name="csY13" fmla="*/ 384636 h 570101"/>
              <a:gd name="csX14" fmla="*/ 17520 w 460893"/>
              <a:gd name="csY14" fmla="*/ 374956 h 570101"/>
              <a:gd name="csX15" fmla="*/ 6475 w 460893"/>
              <a:gd name="csY15" fmla="*/ 353942 h 570101"/>
              <a:gd name="csX16" fmla="*/ 196 w 460893"/>
              <a:gd name="csY16" fmla="*/ 332000 h 570101"/>
              <a:gd name="csX17" fmla="*/ 0 w 460893"/>
              <a:gd name="csY17" fmla="*/ 321391 h 570101"/>
              <a:gd name="csX18" fmla="*/ 20006 w 460893"/>
              <a:gd name="csY18" fmla="*/ 322209 h 570101"/>
              <a:gd name="csX19" fmla="*/ 37306 w 460893"/>
              <a:gd name="csY19" fmla="*/ 304003 h 570101"/>
              <a:gd name="csX20" fmla="*/ 36933 w 460893"/>
              <a:gd name="csY20" fmla="*/ 289805 h 570101"/>
              <a:gd name="csX21" fmla="*/ 37690 w 460893"/>
              <a:gd name="csY21" fmla="*/ 253719 h 570101"/>
              <a:gd name="csX22" fmla="*/ 41303 w 460893"/>
              <a:gd name="csY22" fmla="*/ 221451 h 570101"/>
              <a:gd name="csX23" fmla="*/ 48412 w 460893"/>
              <a:gd name="csY23" fmla="*/ 202644 h 570101"/>
              <a:gd name="csX24" fmla="*/ 48257 w 460893"/>
              <a:gd name="csY24" fmla="*/ 124622 h 570101"/>
              <a:gd name="csX25" fmla="*/ 40464 w 460893"/>
              <a:gd name="csY25" fmla="*/ 83859 h 570101"/>
              <a:gd name="csX26" fmla="*/ 52830 w 460893"/>
              <a:gd name="csY26" fmla="*/ 45160 h 570101"/>
              <a:gd name="csX27" fmla="*/ 63246 w 460893"/>
              <a:gd name="csY27" fmla="*/ 46920 h 570101"/>
              <a:gd name="csX28" fmla="*/ 63246 w 460893"/>
              <a:gd name="csY28" fmla="*/ 23460 h 570101"/>
              <a:gd name="csX29" fmla="*/ 66672 w 460893"/>
              <a:gd name="csY29" fmla="*/ 0 h 570101"/>
              <a:gd name="csX30" fmla="*/ 126691 w 460893"/>
              <a:gd name="csY30" fmla="*/ 3798 h 570101"/>
              <a:gd name="csX31" fmla="*/ 203405 w 460893"/>
              <a:gd name="csY31" fmla="*/ 8311 h 570101"/>
              <a:gd name="csX32" fmla="*/ 223527 w 460893"/>
              <a:gd name="csY32" fmla="*/ 9026 h 570101"/>
              <a:gd name="csX33" fmla="*/ 229665 w 460893"/>
              <a:gd name="csY33" fmla="*/ 21938 h 570101"/>
              <a:gd name="csX34" fmla="*/ 254984 w 460893"/>
              <a:gd name="csY34" fmla="*/ 54210 h 570101"/>
              <a:gd name="csX35" fmla="*/ 267180 w 460893"/>
              <a:gd name="csY35" fmla="*/ 65624 h 570101"/>
              <a:gd name="csX36" fmla="*/ 283960 w 460893"/>
              <a:gd name="csY36" fmla="*/ 83994 h 570101"/>
              <a:gd name="csX37" fmla="*/ 300739 w 460893"/>
              <a:gd name="csY37" fmla="*/ 103278 h 570101"/>
              <a:gd name="csX38" fmla="*/ 307688 w 460893"/>
              <a:gd name="csY38" fmla="*/ 107024 h 570101"/>
              <a:gd name="csX39" fmla="*/ 338320 w 460893"/>
              <a:gd name="csY39" fmla="*/ 140082 h 570101"/>
              <a:gd name="csX40" fmla="*/ 345307 w 460893"/>
              <a:gd name="csY40" fmla="*/ 156757 h 570101"/>
              <a:gd name="csX41" fmla="*/ 350264 w 460893"/>
              <a:gd name="csY41" fmla="*/ 174757 h 570101"/>
              <a:gd name="csX42" fmla="*/ 353728 w 460893"/>
              <a:gd name="csY42" fmla="*/ 192882 h 570101"/>
              <a:gd name="csX43" fmla="*/ 357557 w 460893"/>
              <a:gd name="csY43" fmla="*/ 206186 h 570101"/>
              <a:gd name="csX44" fmla="*/ 373046 w 460893"/>
              <a:gd name="csY44" fmla="*/ 221653 h 570101"/>
              <a:gd name="csX45" fmla="*/ 388508 w 460893"/>
              <a:gd name="csY45" fmla="*/ 235073 h 570101"/>
              <a:gd name="csX46" fmla="*/ 408536 w 460893"/>
              <a:gd name="csY46" fmla="*/ 251563 h 570101"/>
              <a:gd name="csX47" fmla="*/ 419486 w 460893"/>
              <a:gd name="csY47" fmla="*/ 258145 h 570101"/>
              <a:gd name="csX48" fmla="*/ 429612 w 460893"/>
              <a:gd name="csY48" fmla="*/ 264555 h 570101"/>
              <a:gd name="csX49" fmla="*/ 440498 w 460893"/>
              <a:gd name="csY49" fmla="*/ 270196 h 570101"/>
              <a:gd name="csX50" fmla="*/ 458638 w 460893"/>
              <a:gd name="csY50" fmla="*/ 279871 h 570101"/>
              <a:gd name="csX51" fmla="*/ 433706 w 460893"/>
              <a:gd name="csY51" fmla="*/ 328123 h 570101"/>
              <a:gd name="csX52" fmla="*/ 401785 w 460893"/>
              <a:gd name="csY52" fmla="*/ 376892 h 570101"/>
              <a:gd name="csX53" fmla="*/ 408173 w 460893"/>
              <a:gd name="csY53" fmla="*/ 427230 h 570101"/>
              <a:gd name="csX54" fmla="*/ 407224 w 460893"/>
              <a:gd name="csY54" fmla="*/ 481463 h 570101"/>
              <a:gd name="csX55" fmla="*/ 357001 w 460893"/>
              <a:gd name="csY55" fmla="*/ 500599 h 570101"/>
              <a:gd name="csX56" fmla="*/ 339993 w 460893"/>
              <a:gd name="csY56" fmla="*/ 507393 h 570101"/>
              <a:gd name="csX57" fmla="*/ 315871 w 460893"/>
              <a:gd name="csY57" fmla="*/ 500146 h 570101"/>
              <a:gd name="csX58" fmla="*/ 305685 w 460893"/>
              <a:gd name="csY58" fmla="*/ 499249 h 570101"/>
              <a:gd name="csX59" fmla="*/ 291896 w 460893"/>
              <a:gd name="csY59" fmla="*/ 499687 h 570101"/>
              <a:gd name="csX60" fmla="*/ 270870 w 460893"/>
              <a:gd name="csY60" fmla="*/ 491757 h 570101"/>
              <a:gd name="csX61" fmla="*/ 256706 w 460893"/>
              <a:gd name="csY61" fmla="*/ 481408 h 570101"/>
              <a:gd name="csX62" fmla="*/ 242051 w 460893"/>
              <a:gd name="csY62" fmla="*/ 472207 h 570101"/>
              <a:gd name="csX63" fmla="*/ 227525 w 460893"/>
              <a:gd name="csY63" fmla="*/ 468533 h 570101"/>
              <a:gd name="csX64" fmla="*/ 222731 w 460893"/>
              <a:gd name="csY64" fmla="*/ 472486 h 570101"/>
              <a:gd name="csX65" fmla="*/ 210984 w 460893"/>
              <a:gd name="csY65" fmla="*/ 493362 h 570101"/>
              <a:gd name="csX66" fmla="*/ 200162 w 460893"/>
              <a:gd name="csY66" fmla="*/ 504374 h 570101"/>
              <a:gd name="csX67" fmla="*/ 192160 w 460893"/>
              <a:gd name="csY67" fmla="*/ 516880 h 570101"/>
              <a:gd name="csX68" fmla="*/ 189436 w 460893"/>
              <a:gd name="csY68" fmla="*/ 530760 h 570101"/>
              <a:gd name="csX69" fmla="*/ 184534 w 460893"/>
              <a:gd name="csY69" fmla="*/ 547022 h 570101"/>
              <a:gd name="csX70" fmla="*/ 182598 w 460893"/>
              <a:gd name="csY70" fmla="*/ 561518 h 570101"/>
              <a:gd name="csX71" fmla="*/ 164446 w 460893"/>
              <a:gd name="csY71" fmla="*/ 570049 h 570101"/>
              <a:gd name="csX72" fmla="*/ 151660 w 460893"/>
              <a:gd name="csY72" fmla="*/ 568610 h 5701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Lst>
            <a:rect l="l" t="t" r="r" b="b"/>
            <a:pathLst>
              <a:path w="460893" h="570101">
                <a:moveTo>
                  <a:pt x="151660" y="568610"/>
                </a:moveTo>
                <a:cubicBezTo>
                  <a:pt x="143384" y="567865"/>
                  <a:pt x="140689" y="566530"/>
                  <a:pt x="140689" y="563178"/>
                </a:cubicBezTo>
                <a:cubicBezTo>
                  <a:pt x="140689" y="560733"/>
                  <a:pt x="136724" y="554651"/>
                  <a:pt x="131877" y="549661"/>
                </a:cubicBezTo>
                <a:cubicBezTo>
                  <a:pt x="126875" y="544511"/>
                  <a:pt x="122689" y="537293"/>
                  <a:pt x="122196" y="532968"/>
                </a:cubicBezTo>
                <a:cubicBezTo>
                  <a:pt x="121389" y="525881"/>
                  <a:pt x="120335" y="525192"/>
                  <a:pt x="107130" y="523131"/>
                </a:cubicBezTo>
                <a:cubicBezTo>
                  <a:pt x="99321" y="521912"/>
                  <a:pt x="91554" y="519792"/>
                  <a:pt x="89869" y="518421"/>
                </a:cubicBezTo>
                <a:cubicBezTo>
                  <a:pt x="88184" y="517050"/>
                  <a:pt x="86027" y="509330"/>
                  <a:pt x="85076" y="501266"/>
                </a:cubicBezTo>
                <a:cubicBezTo>
                  <a:pt x="84126" y="493202"/>
                  <a:pt x="80796" y="477310"/>
                  <a:pt x="77677" y="465952"/>
                </a:cubicBezTo>
                <a:lnTo>
                  <a:pt x="72006" y="445300"/>
                </a:lnTo>
                <a:lnTo>
                  <a:pt x="58957" y="446095"/>
                </a:lnTo>
                <a:cubicBezTo>
                  <a:pt x="46778" y="446836"/>
                  <a:pt x="45189" y="446199"/>
                  <a:pt x="35144" y="436548"/>
                </a:cubicBezTo>
                <a:lnTo>
                  <a:pt x="24381" y="426207"/>
                </a:lnTo>
                <a:lnTo>
                  <a:pt x="26114" y="405421"/>
                </a:lnTo>
                <a:cubicBezTo>
                  <a:pt x="27263" y="391650"/>
                  <a:pt x="26942" y="384636"/>
                  <a:pt x="25165" y="384636"/>
                </a:cubicBezTo>
                <a:cubicBezTo>
                  <a:pt x="23689" y="384636"/>
                  <a:pt x="20249" y="380280"/>
                  <a:pt x="17520" y="374956"/>
                </a:cubicBezTo>
                <a:cubicBezTo>
                  <a:pt x="14791" y="369631"/>
                  <a:pt x="9821" y="360175"/>
                  <a:pt x="6475" y="353942"/>
                </a:cubicBezTo>
                <a:cubicBezTo>
                  <a:pt x="3106" y="347664"/>
                  <a:pt x="305" y="337877"/>
                  <a:pt x="196" y="332000"/>
                </a:cubicBezTo>
                <a:lnTo>
                  <a:pt x="0" y="321391"/>
                </a:lnTo>
                <a:lnTo>
                  <a:pt x="20006" y="322209"/>
                </a:lnTo>
                <a:cubicBezTo>
                  <a:pt x="42391" y="323125"/>
                  <a:pt x="42565" y="322942"/>
                  <a:pt x="37306" y="304003"/>
                </a:cubicBezTo>
                <a:cubicBezTo>
                  <a:pt x="35685" y="298169"/>
                  <a:pt x="35538" y="292562"/>
                  <a:pt x="36933" y="289805"/>
                </a:cubicBezTo>
                <a:cubicBezTo>
                  <a:pt x="38201" y="287300"/>
                  <a:pt x="38542" y="271061"/>
                  <a:pt x="37690" y="253719"/>
                </a:cubicBezTo>
                <a:cubicBezTo>
                  <a:pt x="36207" y="223555"/>
                  <a:pt x="36364" y="222156"/>
                  <a:pt x="41303" y="221451"/>
                </a:cubicBezTo>
                <a:cubicBezTo>
                  <a:pt x="45680" y="220826"/>
                  <a:pt x="46762" y="217964"/>
                  <a:pt x="48412" y="202644"/>
                </a:cubicBezTo>
                <a:cubicBezTo>
                  <a:pt x="51806" y="171127"/>
                  <a:pt x="51726" y="130863"/>
                  <a:pt x="48257" y="124622"/>
                </a:cubicBezTo>
                <a:cubicBezTo>
                  <a:pt x="46501" y="121464"/>
                  <a:pt x="42994" y="103121"/>
                  <a:pt x="40464" y="83859"/>
                </a:cubicBezTo>
                <a:cubicBezTo>
                  <a:pt x="35209" y="43860"/>
                  <a:pt x="35717" y="42269"/>
                  <a:pt x="52830" y="45160"/>
                </a:cubicBezTo>
                <a:lnTo>
                  <a:pt x="63246" y="46920"/>
                </a:lnTo>
                <a:lnTo>
                  <a:pt x="63246" y="23460"/>
                </a:lnTo>
                <a:cubicBezTo>
                  <a:pt x="63246" y="5683"/>
                  <a:pt x="64076" y="0"/>
                  <a:pt x="66672" y="0"/>
                </a:cubicBezTo>
                <a:cubicBezTo>
                  <a:pt x="68557" y="0"/>
                  <a:pt x="95565" y="1709"/>
                  <a:pt x="126691" y="3798"/>
                </a:cubicBezTo>
                <a:cubicBezTo>
                  <a:pt x="157817" y="5887"/>
                  <a:pt x="192338" y="7917"/>
                  <a:pt x="203405" y="8311"/>
                </a:cubicBezTo>
                <a:lnTo>
                  <a:pt x="223527" y="9026"/>
                </a:lnTo>
                <a:lnTo>
                  <a:pt x="229665" y="21938"/>
                </a:lnTo>
                <a:cubicBezTo>
                  <a:pt x="235583" y="34389"/>
                  <a:pt x="251134" y="54210"/>
                  <a:pt x="254984" y="54210"/>
                </a:cubicBezTo>
                <a:cubicBezTo>
                  <a:pt x="256963" y="54210"/>
                  <a:pt x="267180" y="63772"/>
                  <a:pt x="267180" y="65624"/>
                </a:cubicBezTo>
                <a:cubicBezTo>
                  <a:pt x="267180" y="66222"/>
                  <a:pt x="274731" y="74489"/>
                  <a:pt x="283960" y="83994"/>
                </a:cubicBezTo>
                <a:cubicBezTo>
                  <a:pt x="293188" y="93499"/>
                  <a:pt x="300739" y="102177"/>
                  <a:pt x="300739" y="103278"/>
                </a:cubicBezTo>
                <a:cubicBezTo>
                  <a:pt x="300739" y="104379"/>
                  <a:pt x="303866" y="106065"/>
                  <a:pt x="307688" y="107024"/>
                </a:cubicBezTo>
                <a:cubicBezTo>
                  <a:pt x="316754" y="109299"/>
                  <a:pt x="336159" y="130241"/>
                  <a:pt x="338320" y="140082"/>
                </a:cubicBezTo>
                <a:cubicBezTo>
                  <a:pt x="339250" y="144316"/>
                  <a:pt x="342394" y="151820"/>
                  <a:pt x="345307" y="156757"/>
                </a:cubicBezTo>
                <a:cubicBezTo>
                  <a:pt x="348253" y="161749"/>
                  <a:pt x="350453" y="169738"/>
                  <a:pt x="350264" y="174757"/>
                </a:cubicBezTo>
                <a:cubicBezTo>
                  <a:pt x="350078" y="179720"/>
                  <a:pt x="351636" y="187876"/>
                  <a:pt x="353728" y="192882"/>
                </a:cubicBezTo>
                <a:cubicBezTo>
                  <a:pt x="355820" y="197888"/>
                  <a:pt x="357543" y="203875"/>
                  <a:pt x="357557" y="206186"/>
                </a:cubicBezTo>
                <a:cubicBezTo>
                  <a:pt x="357572" y="208497"/>
                  <a:pt x="364542" y="215457"/>
                  <a:pt x="373046" y="221653"/>
                </a:cubicBezTo>
                <a:cubicBezTo>
                  <a:pt x="381550" y="227849"/>
                  <a:pt x="388508" y="233888"/>
                  <a:pt x="388508" y="235073"/>
                </a:cubicBezTo>
                <a:cubicBezTo>
                  <a:pt x="388508" y="239850"/>
                  <a:pt x="400638" y="249837"/>
                  <a:pt x="408536" y="251563"/>
                </a:cubicBezTo>
                <a:cubicBezTo>
                  <a:pt x="413162" y="252574"/>
                  <a:pt x="418090" y="255536"/>
                  <a:pt x="419486" y="258145"/>
                </a:cubicBezTo>
                <a:cubicBezTo>
                  <a:pt x="420882" y="260754"/>
                  <a:pt x="425439" y="263638"/>
                  <a:pt x="429612" y="264555"/>
                </a:cubicBezTo>
                <a:cubicBezTo>
                  <a:pt x="433785" y="265471"/>
                  <a:pt x="438684" y="268010"/>
                  <a:pt x="440498" y="270196"/>
                </a:cubicBezTo>
                <a:cubicBezTo>
                  <a:pt x="443409" y="273704"/>
                  <a:pt x="453843" y="279268"/>
                  <a:pt x="458638" y="279871"/>
                </a:cubicBezTo>
                <a:cubicBezTo>
                  <a:pt x="464237" y="280575"/>
                  <a:pt x="460647" y="287523"/>
                  <a:pt x="433706" y="328123"/>
                </a:cubicBezTo>
                <a:cubicBezTo>
                  <a:pt x="417320" y="352816"/>
                  <a:pt x="402956" y="374762"/>
                  <a:pt x="401785" y="376892"/>
                </a:cubicBezTo>
                <a:cubicBezTo>
                  <a:pt x="400523" y="379188"/>
                  <a:pt x="403122" y="399673"/>
                  <a:pt x="408173" y="427230"/>
                </a:cubicBezTo>
                <a:cubicBezTo>
                  <a:pt x="419157" y="487163"/>
                  <a:pt x="419215" y="483871"/>
                  <a:pt x="407224" y="481463"/>
                </a:cubicBezTo>
                <a:cubicBezTo>
                  <a:pt x="377101" y="475416"/>
                  <a:pt x="375238" y="476126"/>
                  <a:pt x="357001" y="500599"/>
                </a:cubicBezTo>
                <a:cubicBezTo>
                  <a:pt x="346599" y="514558"/>
                  <a:pt x="343773" y="515687"/>
                  <a:pt x="339993" y="507393"/>
                </a:cubicBezTo>
                <a:cubicBezTo>
                  <a:pt x="336462" y="499643"/>
                  <a:pt x="325739" y="496421"/>
                  <a:pt x="315871" y="500146"/>
                </a:cubicBezTo>
                <a:cubicBezTo>
                  <a:pt x="310307" y="502246"/>
                  <a:pt x="308004" y="502043"/>
                  <a:pt x="305685" y="499249"/>
                </a:cubicBezTo>
                <a:cubicBezTo>
                  <a:pt x="301762" y="494522"/>
                  <a:pt x="296907" y="494676"/>
                  <a:pt x="291896" y="499687"/>
                </a:cubicBezTo>
                <a:cubicBezTo>
                  <a:pt x="286395" y="505188"/>
                  <a:pt x="278982" y="502392"/>
                  <a:pt x="270870" y="491757"/>
                </a:cubicBezTo>
                <a:cubicBezTo>
                  <a:pt x="267159" y="486892"/>
                  <a:pt x="260921" y="482334"/>
                  <a:pt x="256706" y="481408"/>
                </a:cubicBezTo>
                <a:cubicBezTo>
                  <a:pt x="252563" y="480498"/>
                  <a:pt x="245969" y="476358"/>
                  <a:pt x="242051" y="472207"/>
                </a:cubicBezTo>
                <a:cubicBezTo>
                  <a:pt x="234140" y="463825"/>
                  <a:pt x="229757" y="462717"/>
                  <a:pt x="227525" y="468533"/>
                </a:cubicBezTo>
                <a:cubicBezTo>
                  <a:pt x="226708" y="470663"/>
                  <a:pt x="224550" y="472442"/>
                  <a:pt x="222731" y="472486"/>
                </a:cubicBezTo>
                <a:cubicBezTo>
                  <a:pt x="216831" y="472631"/>
                  <a:pt x="209780" y="485162"/>
                  <a:pt x="210984" y="493362"/>
                </a:cubicBezTo>
                <a:cubicBezTo>
                  <a:pt x="212266" y="502098"/>
                  <a:pt x="211304" y="503076"/>
                  <a:pt x="200162" y="504374"/>
                </a:cubicBezTo>
                <a:cubicBezTo>
                  <a:pt x="189734" y="505588"/>
                  <a:pt x="189645" y="505728"/>
                  <a:pt x="192160" y="516880"/>
                </a:cubicBezTo>
                <a:cubicBezTo>
                  <a:pt x="193910" y="524639"/>
                  <a:pt x="193416" y="527159"/>
                  <a:pt x="189436" y="530760"/>
                </a:cubicBezTo>
                <a:cubicBezTo>
                  <a:pt x="186033" y="533840"/>
                  <a:pt x="184562" y="538720"/>
                  <a:pt x="184534" y="547022"/>
                </a:cubicBezTo>
                <a:cubicBezTo>
                  <a:pt x="184512" y="553546"/>
                  <a:pt x="183641" y="560069"/>
                  <a:pt x="182598" y="561518"/>
                </a:cubicBezTo>
                <a:cubicBezTo>
                  <a:pt x="180445" y="564508"/>
                  <a:pt x="167199" y="570734"/>
                  <a:pt x="164446" y="570049"/>
                </a:cubicBezTo>
                <a:cubicBezTo>
                  <a:pt x="163448" y="569801"/>
                  <a:pt x="157694" y="569154"/>
                  <a:pt x="151660" y="568610"/>
                </a:cubicBezTo>
                <a:close/>
              </a:path>
            </a:pathLst>
          </a:custGeom>
          <a:solidFill>
            <a:srgbClr val="B9B9B9"/>
          </a:solidFill>
          <a:ln w="5163" cap="flat">
            <a:noFill/>
            <a:prstDash val="solid"/>
            <a:miter/>
          </a:ln>
        </p:spPr>
        <p:txBody>
          <a:bodyPr/>
          <a:lstStyle/>
          <a:p>
            <a:endParaRPr lang="es-419" noProof="0" dirty="0"/>
          </a:p>
        </p:txBody>
      </p:sp>
      <p:sp>
        <p:nvSpPr>
          <p:cNvPr id="61" name="Forma libre: forma 60">
            <a:extLst>
              <a:ext uri="{FF2B5EF4-FFF2-40B4-BE49-F238E27FC236}">
                <a16:creationId xmlns:a16="http://schemas.microsoft.com/office/drawing/2014/main" id="{DAC44726-9F36-A6F9-A4C3-3C056CD3795B}"/>
              </a:ext>
            </a:extLst>
          </p:cNvPr>
          <p:cNvSpPr/>
          <p:nvPr/>
        </p:nvSpPr>
        <p:spPr>
          <a:xfrm>
            <a:off x="2038384" y="2469122"/>
            <a:ext cx="332998" cy="314936"/>
          </a:xfrm>
          <a:custGeom>
            <a:avLst/>
            <a:gdLst>
              <a:gd name="csX0" fmla="*/ 150508 w 332998"/>
              <a:gd name="csY0" fmla="*/ 295153 h 314936"/>
              <a:gd name="csX1" fmla="*/ 122921 w 332998"/>
              <a:gd name="csY1" fmla="*/ 269012 h 314936"/>
              <a:gd name="csX2" fmla="*/ 122279 w 332998"/>
              <a:gd name="csY2" fmla="*/ 264031 h 314936"/>
              <a:gd name="csX3" fmla="*/ 126546 w 332998"/>
              <a:gd name="csY3" fmla="*/ 262908 h 314936"/>
              <a:gd name="csX4" fmla="*/ 106954 w 332998"/>
              <a:gd name="csY4" fmla="*/ 254224 h 314936"/>
              <a:gd name="csX5" fmla="*/ 78561 w 332998"/>
              <a:gd name="csY5" fmla="*/ 232541 h 314936"/>
              <a:gd name="csX6" fmla="*/ 60903 w 332998"/>
              <a:gd name="csY6" fmla="*/ 216842 h 314936"/>
              <a:gd name="csX7" fmla="*/ 60455 w 332998"/>
              <a:gd name="csY7" fmla="*/ 213585 h 314936"/>
              <a:gd name="csX8" fmla="*/ 56711 w 332998"/>
              <a:gd name="csY8" fmla="*/ 207285 h 314936"/>
              <a:gd name="csX9" fmla="*/ 53349 w 332998"/>
              <a:gd name="csY9" fmla="*/ 207961 h 314936"/>
              <a:gd name="csX10" fmla="*/ 34703 w 332998"/>
              <a:gd name="csY10" fmla="*/ 200142 h 314936"/>
              <a:gd name="csX11" fmla="*/ 16028 w 332998"/>
              <a:gd name="csY11" fmla="*/ 187234 h 314936"/>
              <a:gd name="csX12" fmla="*/ 16436 w 332998"/>
              <a:gd name="csY12" fmla="*/ 184359 h 314936"/>
              <a:gd name="csX13" fmla="*/ 14549 w 332998"/>
              <a:gd name="csY13" fmla="*/ 178120 h 314936"/>
              <a:gd name="csX14" fmla="*/ 7908 w 332998"/>
              <a:gd name="csY14" fmla="*/ 171021 h 314936"/>
              <a:gd name="csX15" fmla="*/ 2407 w 332998"/>
              <a:gd name="csY15" fmla="*/ 154470 h 314936"/>
              <a:gd name="csX16" fmla="*/ 6812 w 332998"/>
              <a:gd name="csY16" fmla="*/ 119621 h 314936"/>
              <a:gd name="csX17" fmla="*/ 17071 w 332998"/>
              <a:gd name="csY17" fmla="*/ 91641 h 314936"/>
              <a:gd name="csX18" fmla="*/ 20635 w 332998"/>
              <a:gd name="csY18" fmla="*/ 82008 h 314936"/>
              <a:gd name="csX19" fmla="*/ 29523 w 332998"/>
              <a:gd name="csY19" fmla="*/ 71230 h 314936"/>
              <a:gd name="csX20" fmla="*/ 42896 w 332998"/>
              <a:gd name="csY20" fmla="*/ 48085 h 314936"/>
              <a:gd name="csX21" fmla="*/ 49532 w 332998"/>
              <a:gd name="csY21" fmla="*/ 35969 h 314936"/>
              <a:gd name="csX22" fmla="*/ 54906 w 332998"/>
              <a:gd name="csY22" fmla="*/ 23257 h 314936"/>
              <a:gd name="csX23" fmla="*/ 66531 w 332998"/>
              <a:gd name="csY23" fmla="*/ 0 h 314936"/>
              <a:gd name="csX24" fmla="*/ 82468 w 332998"/>
              <a:gd name="csY24" fmla="*/ 19425 h 314936"/>
              <a:gd name="csX25" fmla="*/ 95351 w 332998"/>
              <a:gd name="csY25" fmla="*/ 43885 h 314936"/>
              <a:gd name="csX26" fmla="*/ 106141 w 332998"/>
              <a:gd name="csY26" fmla="*/ 49048 h 314936"/>
              <a:gd name="csX27" fmla="*/ 113640 w 332998"/>
              <a:gd name="csY27" fmla="*/ 54166 h 314936"/>
              <a:gd name="csX28" fmla="*/ 132249 w 332998"/>
              <a:gd name="csY28" fmla="*/ 34653 h 314936"/>
              <a:gd name="csX29" fmla="*/ 156404 w 332998"/>
              <a:gd name="csY29" fmla="*/ 10326 h 314936"/>
              <a:gd name="csX30" fmla="*/ 168334 w 332998"/>
              <a:gd name="csY30" fmla="*/ 6060 h 314936"/>
              <a:gd name="csX31" fmla="*/ 186389 w 332998"/>
              <a:gd name="csY31" fmla="*/ 9933 h 314936"/>
              <a:gd name="csX32" fmla="*/ 200349 w 332998"/>
              <a:gd name="csY32" fmla="*/ 18070 h 314936"/>
              <a:gd name="csX33" fmla="*/ 204999 w 332998"/>
              <a:gd name="csY33" fmla="*/ 30473 h 314936"/>
              <a:gd name="csX34" fmla="*/ 218185 w 332998"/>
              <a:gd name="csY34" fmla="*/ 43802 h 314936"/>
              <a:gd name="csX35" fmla="*/ 227241 w 332998"/>
              <a:gd name="csY35" fmla="*/ 50036 h 314936"/>
              <a:gd name="csX36" fmla="*/ 238424 w 332998"/>
              <a:gd name="csY36" fmla="*/ 60571 h 314936"/>
              <a:gd name="csX37" fmla="*/ 261581 w 332998"/>
              <a:gd name="csY37" fmla="*/ 79599 h 314936"/>
              <a:gd name="csX38" fmla="*/ 276424 w 332998"/>
              <a:gd name="csY38" fmla="*/ 89453 h 314936"/>
              <a:gd name="csX39" fmla="*/ 280389 w 332998"/>
              <a:gd name="csY39" fmla="*/ 90232 h 314936"/>
              <a:gd name="csX40" fmla="*/ 288978 w 332998"/>
              <a:gd name="csY40" fmla="*/ 95366 h 314936"/>
              <a:gd name="csX41" fmla="*/ 309784 w 332998"/>
              <a:gd name="csY41" fmla="*/ 117828 h 314936"/>
              <a:gd name="csX42" fmla="*/ 323208 w 332998"/>
              <a:gd name="csY42" fmla="*/ 127731 h 314936"/>
              <a:gd name="csX43" fmla="*/ 330610 w 332998"/>
              <a:gd name="csY43" fmla="*/ 136947 h 314936"/>
              <a:gd name="csX44" fmla="*/ 327230 w 332998"/>
              <a:gd name="csY44" fmla="*/ 153094 h 314936"/>
              <a:gd name="csX45" fmla="*/ 328146 w 332998"/>
              <a:gd name="csY45" fmla="*/ 164492 h 314936"/>
              <a:gd name="csX46" fmla="*/ 285552 w 332998"/>
              <a:gd name="csY46" fmla="*/ 166189 h 314936"/>
              <a:gd name="csX47" fmla="*/ 228050 w 332998"/>
              <a:gd name="csY47" fmla="*/ 169472 h 314936"/>
              <a:gd name="csX48" fmla="*/ 213142 w 332998"/>
              <a:gd name="csY48" fmla="*/ 171057 h 314936"/>
              <a:gd name="csX49" fmla="*/ 197915 w 332998"/>
              <a:gd name="csY49" fmla="*/ 199758 h 314936"/>
              <a:gd name="csX50" fmla="*/ 180329 w 332998"/>
              <a:gd name="csY50" fmla="*/ 231127 h 314936"/>
              <a:gd name="csX51" fmla="*/ 181055 w 332998"/>
              <a:gd name="csY51" fmla="*/ 253031 h 314936"/>
              <a:gd name="csX52" fmla="*/ 185000 w 332998"/>
              <a:gd name="csY52" fmla="*/ 272477 h 314936"/>
              <a:gd name="csX53" fmla="*/ 182260 w 332998"/>
              <a:gd name="csY53" fmla="*/ 301769 h 314936"/>
              <a:gd name="csX54" fmla="*/ 174070 w 332998"/>
              <a:gd name="csY54" fmla="*/ 314937 h 314936"/>
              <a:gd name="csX55" fmla="*/ 150508 w 332998"/>
              <a:gd name="csY55" fmla="*/ 295153 h 3149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Lst>
            <a:rect l="l" t="t" r="r" b="b"/>
            <a:pathLst>
              <a:path w="332998" h="314936">
                <a:moveTo>
                  <a:pt x="150508" y="295153"/>
                </a:moveTo>
                <a:cubicBezTo>
                  <a:pt x="138884" y="284272"/>
                  <a:pt x="126470" y="272508"/>
                  <a:pt x="122921" y="269012"/>
                </a:cubicBezTo>
                <a:cubicBezTo>
                  <a:pt x="116541" y="262727"/>
                  <a:pt x="116534" y="262670"/>
                  <a:pt x="122279" y="264031"/>
                </a:cubicBezTo>
                <a:cubicBezTo>
                  <a:pt x="125681" y="264837"/>
                  <a:pt x="127450" y="264371"/>
                  <a:pt x="126546" y="262908"/>
                </a:cubicBezTo>
                <a:cubicBezTo>
                  <a:pt x="124960" y="260342"/>
                  <a:pt x="114693" y="255791"/>
                  <a:pt x="106954" y="254224"/>
                </a:cubicBezTo>
                <a:cubicBezTo>
                  <a:pt x="98738" y="252560"/>
                  <a:pt x="93040" y="248209"/>
                  <a:pt x="78561" y="232541"/>
                </a:cubicBezTo>
                <a:cubicBezTo>
                  <a:pt x="70581" y="223906"/>
                  <a:pt x="62635" y="216842"/>
                  <a:pt x="60903" y="216842"/>
                </a:cubicBezTo>
                <a:cubicBezTo>
                  <a:pt x="58660" y="216842"/>
                  <a:pt x="58531" y="215904"/>
                  <a:pt x="60455" y="213585"/>
                </a:cubicBezTo>
                <a:cubicBezTo>
                  <a:pt x="62461" y="211169"/>
                  <a:pt x="61494" y="209543"/>
                  <a:pt x="56711" y="207285"/>
                </a:cubicBezTo>
                <a:cubicBezTo>
                  <a:pt x="51186" y="204678"/>
                  <a:pt x="50705" y="204775"/>
                  <a:pt x="53349" y="207961"/>
                </a:cubicBezTo>
                <a:cubicBezTo>
                  <a:pt x="59572" y="215458"/>
                  <a:pt x="50558" y="211678"/>
                  <a:pt x="34703" y="200142"/>
                </a:cubicBezTo>
                <a:cubicBezTo>
                  <a:pt x="25983" y="193796"/>
                  <a:pt x="17579" y="187988"/>
                  <a:pt x="16028" y="187234"/>
                </a:cubicBezTo>
                <a:cubicBezTo>
                  <a:pt x="14108" y="186301"/>
                  <a:pt x="14238" y="185384"/>
                  <a:pt x="16436" y="184359"/>
                </a:cubicBezTo>
                <a:cubicBezTo>
                  <a:pt x="21429" y="182028"/>
                  <a:pt x="20247" y="178120"/>
                  <a:pt x="14549" y="178120"/>
                </a:cubicBezTo>
                <a:cubicBezTo>
                  <a:pt x="11062" y="178120"/>
                  <a:pt x="8950" y="175862"/>
                  <a:pt x="7908" y="171021"/>
                </a:cubicBezTo>
                <a:cubicBezTo>
                  <a:pt x="7068" y="167117"/>
                  <a:pt x="4593" y="159669"/>
                  <a:pt x="2407" y="154470"/>
                </a:cubicBezTo>
                <a:cubicBezTo>
                  <a:pt x="-1401" y="145413"/>
                  <a:pt x="-1217" y="143959"/>
                  <a:pt x="6812" y="119621"/>
                </a:cubicBezTo>
                <a:cubicBezTo>
                  <a:pt x="11420" y="105652"/>
                  <a:pt x="16036" y="93061"/>
                  <a:pt x="17071" y="91641"/>
                </a:cubicBezTo>
                <a:cubicBezTo>
                  <a:pt x="18105" y="90222"/>
                  <a:pt x="19709" y="85887"/>
                  <a:pt x="20635" y="82008"/>
                </a:cubicBezTo>
                <a:cubicBezTo>
                  <a:pt x="21600" y="77965"/>
                  <a:pt x="25393" y="73366"/>
                  <a:pt x="29523" y="71230"/>
                </a:cubicBezTo>
                <a:cubicBezTo>
                  <a:pt x="37293" y="67213"/>
                  <a:pt x="42896" y="57515"/>
                  <a:pt x="42896" y="48085"/>
                </a:cubicBezTo>
                <a:cubicBezTo>
                  <a:pt x="42896" y="44850"/>
                  <a:pt x="45882" y="39398"/>
                  <a:pt x="49532" y="35969"/>
                </a:cubicBezTo>
                <a:cubicBezTo>
                  <a:pt x="54317" y="31473"/>
                  <a:pt x="55816" y="27929"/>
                  <a:pt x="54906" y="23257"/>
                </a:cubicBezTo>
                <a:cubicBezTo>
                  <a:pt x="53161" y="14292"/>
                  <a:pt x="60305" y="0"/>
                  <a:pt x="66531" y="0"/>
                </a:cubicBezTo>
                <a:cubicBezTo>
                  <a:pt x="74307" y="0"/>
                  <a:pt x="80918" y="8058"/>
                  <a:pt x="82468" y="19425"/>
                </a:cubicBezTo>
                <a:cubicBezTo>
                  <a:pt x="84849" y="36891"/>
                  <a:pt x="88533" y="43885"/>
                  <a:pt x="95351" y="43885"/>
                </a:cubicBezTo>
                <a:cubicBezTo>
                  <a:pt x="98716" y="43885"/>
                  <a:pt x="103572" y="46208"/>
                  <a:pt x="106141" y="49048"/>
                </a:cubicBezTo>
                <a:cubicBezTo>
                  <a:pt x="108711" y="51887"/>
                  <a:pt x="112086" y="54190"/>
                  <a:pt x="113640" y="54166"/>
                </a:cubicBezTo>
                <a:cubicBezTo>
                  <a:pt x="117209" y="54110"/>
                  <a:pt x="125915" y="44980"/>
                  <a:pt x="132249" y="34653"/>
                </a:cubicBezTo>
                <a:cubicBezTo>
                  <a:pt x="141121" y="20185"/>
                  <a:pt x="150911" y="10326"/>
                  <a:pt x="156404" y="10326"/>
                </a:cubicBezTo>
                <a:cubicBezTo>
                  <a:pt x="159385" y="10326"/>
                  <a:pt x="164754" y="8406"/>
                  <a:pt x="168334" y="6060"/>
                </a:cubicBezTo>
                <a:cubicBezTo>
                  <a:pt x="174611" y="1948"/>
                  <a:pt x="175258" y="2087"/>
                  <a:pt x="186389" y="9933"/>
                </a:cubicBezTo>
                <a:cubicBezTo>
                  <a:pt x="192739" y="14408"/>
                  <a:pt x="199021" y="18070"/>
                  <a:pt x="200349" y="18070"/>
                </a:cubicBezTo>
                <a:cubicBezTo>
                  <a:pt x="204669" y="18070"/>
                  <a:pt x="208141" y="27331"/>
                  <a:pt x="204999" y="30473"/>
                </a:cubicBezTo>
                <a:cubicBezTo>
                  <a:pt x="200842" y="34630"/>
                  <a:pt x="205908" y="39750"/>
                  <a:pt x="218185" y="43802"/>
                </a:cubicBezTo>
                <a:cubicBezTo>
                  <a:pt x="223767" y="45645"/>
                  <a:pt x="227842" y="48450"/>
                  <a:pt x="227241" y="50036"/>
                </a:cubicBezTo>
                <a:cubicBezTo>
                  <a:pt x="226639" y="51622"/>
                  <a:pt x="231671" y="56363"/>
                  <a:pt x="238424" y="60571"/>
                </a:cubicBezTo>
                <a:cubicBezTo>
                  <a:pt x="245177" y="64780"/>
                  <a:pt x="255598" y="73342"/>
                  <a:pt x="261581" y="79599"/>
                </a:cubicBezTo>
                <a:cubicBezTo>
                  <a:pt x="268586" y="86925"/>
                  <a:pt x="273870" y="90433"/>
                  <a:pt x="276424" y="89453"/>
                </a:cubicBezTo>
                <a:cubicBezTo>
                  <a:pt x="278605" y="88616"/>
                  <a:pt x="280389" y="88966"/>
                  <a:pt x="280389" y="90232"/>
                </a:cubicBezTo>
                <a:cubicBezTo>
                  <a:pt x="280389" y="91497"/>
                  <a:pt x="284254" y="93807"/>
                  <a:pt x="288978" y="95366"/>
                </a:cubicBezTo>
                <a:cubicBezTo>
                  <a:pt x="297678" y="98238"/>
                  <a:pt x="306636" y="107909"/>
                  <a:pt x="309784" y="117828"/>
                </a:cubicBezTo>
                <a:cubicBezTo>
                  <a:pt x="310845" y="121169"/>
                  <a:pt x="316015" y="124983"/>
                  <a:pt x="323208" y="127731"/>
                </a:cubicBezTo>
                <a:cubicBezTo>
                  <a:pt x="334331" y="131978"/>
                  <a:pt x="334696" y="132432"/>
                  <a:pt x="330610" y="136947"/>
                </a:cubicBezTo>
                <a:cubicBezTo>
                  <a:pt x="327588" y="140286"/>
                  <a:pt x="326585" y="145078"/>
                  <a:pt x="327230" y="153094"/>
                </a:cubicBezTo>
                <a:lnTo>
                  <a:pt x="328146" y="164492"/>
                </a:lnTo>
                <a:lnTo>
                  <a:pt x="285552" y="166189"/>
                </a:lnTo>
                <a:cubicBezTo>
                  <a:pt x="262126" y="167123"/>
                  <a:pt x="236250" y="168600"/>
                  <a:pt x="228050" y="169472"/>
                </a:cubicBezTo>
                <a:lnTo>
                  <a:pt x="213142" y="171057"/>
                </a:lnTo>
                <a:lnTo>
                  <a:pt x="197915" y="199758"/>
                </a:lnTo>
                <a:cubicBezTo>
                  <a:pt x="189539" y="215543"/>
                  <a:pt x="181626" y="229659"/>
                  <a:pt x="180329" y="231127"/>
                </a:cubicBezTo>
                <a:cubicBezTo>
                  <a:pt x="174323" y="237923"/>
                  <a:pt x="174624" y="246989"/>
                  <a:pt x="181055" y="253031"/>
                </a:cubicBezTo>
                <a:cubicBezTo>
                  <a:pt x="187596" y="259176"/>
                  <a:pt x="189401" y="268075"/>
                  <a:pt x="185000" y="272477"/>
                </a:cubicBezTo>
                <a:cubicBezTo>
                  <a:pt x="182808" y="274669"/>
                  <a:pt x="182167" y="281522"/>
                  <a:pt x="182260" y="301769"/>
                </a:cubicBezTo>
                <a:cubicBezTo>
                  <a:pt x="182290" y="308297"/>
                  <a:pt x="178160" y="314937"/>
                  <a:pt x="174070" y="314937"/>
                </a:cubicBezTo>
                <a:cubicBezTo>
                  <a:pt x="172734" y="314937"/>
                  <a:pt x="162131" y="306034"/>
                  <a:pt x="150508" y="295153"/>
                </a:cubicBezTo>
                <a:close/>
              </a:path>
            </a:pathLst>
          </a:custGeom>
          <a:solidFill>
            <a:srgbClr val="B9B9B9"/>
          </a:solidFill>
          <a:ln w="5163" cap="flat">
            <a:noFill/>
            <a:prstDash val="solid"/>
            <a:miter/>
          </a:ln>
        </p:spPr>
        <p:txBody>
          <a:bodyPr/>
          <a:lstStyle/>
          <a:p>
            <a:endParaRPr lang="es-419" noProof="0" dirty="0"/>
          </a:p>
        </p:txBody>
      </p:sp>
      <p:sp>
        <p:nvSpPr>
          <p:cNvPr id="62" name="Forma libre: forma 61">
            <a:extLst>
              <a:ext uri="{FF2B5EF4-FFF2-40B4-BE49-F238E27FC236}">
                <a16:creationId xmlns:a16="http://schemas.microsoft.com/office/drawing/2014/main" id="{B268CDDA-EC70-527B-4401-F7536A1B4833}"/>
              </a:ext>
            </a:extLst>
          </p:cNvPr>
          <p:cNvSpPr/>
          <p:nvPr/>
        </p:nvSpPr>
        <p:spPr>
          <a:xfrm>
            <a:off x="1645015" y="2415517"/>
            <a:ext cx="409424" cy="276749"/>
          </a:xfrm>
          <a:custGeom>
            <a:avLst/>
            <a:gdLst>
              <a:gd name="csX0" fmla="*/ 169694 w 409424"/>
              <a:gd name="csY0" fmla="*/ 275279 h 276749"/>
              <a:gd name="csX1" fmla="*/ 152536 w 409424"/>
              <a:gd name="csY1" fmla="*/ 270490 h 276749"/>
              <a:gd name="csX2" fmla="*/ 128939 w 409424"/>
              <a:gd name="csY2" fmla="*/ 261017 h 276749"/>
              <a:gd name="csX3" fmla="*/ 97253 w 409424"/>
              <a:gd name="csY3" fmla="*/ 251980 h 276749"/>
              <a:gd name="csX4" fmla="*/ 66316 w 409424"/>
              <a:gd name="csY4" fmla="*/ 248914 h 276749"/>
              <a:gd name="csX5" fmla="*/ 49536 w 409424"/>
              <a:gd name="csY5" fmla="*/ 241356 h 276749"/>
              <a:gd name="csX6" fmla="*/ 12262 w 409424"/>
              <a:gd name="csY6" fmla="*/ 223990 h 276749"/>
              <a:gd name="csX7" fmla="*/ 0 w 409424"/>
              <a:gd name="csY7" fmla="*/ 222341 h 276749"/>
              <a:gd name="csX8" fmla="*/ 5808 w 409424"/>
              <a:gd name="csY8" fmla="*/ 214784 h 276749"/>
              <a:gd name="csX9" fmla="*/ 14198 w 409424"/>
              <a:gd name="csY9" fmla="*/ 206134 h 276749"/>
              <a:gd name="csX10" fmla="*/ 30441 w 409424"/>
              <a:gd name="csY10" fmla="*/ 191104 h 276749"/>
              <a:gd name="csX11" fmla="*/ 44102 w 409424"/>
              <a:gd name="csY11" fmla="*/ 178805 h 276749"/>
              <a:gd name="csX12" fmla="*/ 41686 w 409424"/>
              <a:gd name="csY12" fmla="*/ 166228 h 276749"/>
              <a:gd name="csX13" fmla="*/ 27640 w 409424"/>
              <a:gd name="csY13" fmla="*/ 142994 h 276749"/>
              <a:gd name="csX14" fmla="*/ 10050 w 409424"/>
              <a:gd name="csY14" fmla="*/ 94836 h 276749"/>
              <a:gd name="csX15" fmla="*/ 25607 w 409424"/>
              <a:gd name="csY15" fmla="*/ 63931 h 276749"/>
              <a:gd name="csX16" fmla="*/ 43054 w 409424"/>
              <a:gd name="csY16" fmla="*/ 67030 h 276749"/>
              <a:gd name="csX17" fmla="*/ 54130 w 409424"/>
              <a:gd name="csY17" fmla="*/ 57326 h 276749"/>
              <a:gd name="csX18" fmla="*/ 54400 w 409424"/>
              <a:gd name="csY18" fmla="*/ 43740 h 276749"/>
              <a:gd name="csX19" fmla="*/ 67118 w 409424"/>
              <a:gd name="csY19" fmla="*/ 40356 h 276749"/>
              <a:gd name="csX20" fmla="*/ 69858 w 409424"/>
              <a:gd name="csY20" fmla="*/ 47250 h 276749"/>
              <a:gd name="csX21" fmla="*/ 74957 w 409424"/>
              <a:gd name="csY21" fmla="*/ 55146 h 276749"/>
              <a:gd name="csX22" fmla="*/ 85078 w 409424"/>
              <a:gd name="csY22" fmla="*/ 56392 h 276749"/>
              <a:gd name="csX23" fmla="*/ 108275 w 409424"/>
              <a:gd name="csY23" fmla="*/ 51828 h 276749"/>
              <a:gd name="csX24" fmla="*/ 135859 w 409424"/>
              <a:gd name="csY24" fmla="*/ 46965 h 276749"/>
              <a:gd name="csX25" fmla="*/ 159928 w 409424"/>
              <a:gd name="csY25" fmla="*/ 4926 h 276749"/>
              <a:gd name="csX26" fmla="*/ 164133 w 409424"/>
              <a:gd name="csY26" fmla="*/ 409 h 276749"/>
              <a:gd name="csX27" fmla="*/ 170486 w 409424"/>
              <a:gd name="csY27" fmla="*/ 1976 h 276749"/>
              <a:gd name="csX28" fmla="*/ 183283 w 409424"/>
              <a:gd name="csY28" fmla="*/ 17951 h 276749"/>
              <a:gd name="csX29" fmla="*/ 185999 w 409424"/>
              <a:gd name="csY29" fmla="*/ 22627 h 276749"/>
              <a:gd name="csX30" fmla="*/ 191478 w 409424"/>
              <a:gd name="csY30" fmla="*/ 30556 h 276749"/>
              <a:gd name="csX31" fmla="*/ 217371 w 409424"/>
              <a:gd name="csY31" fmla="*/ 43279 h 276749"/>
              <a:gd name="csX32" fmla="*/ 231319 w 409424"/>
              <a:gd name="csY32" fmla="*/ 47797 h 276749"/>
              <a:gd name="csX33" fmla="*/ 231065 w 409424"/>
              <a:gd name="csY33" fmla="*/ 71654 h 276749"/>
              <a:gd name="csX34" fmla="*/ 232914 w 409424"/>
              <a:gd name="csY34" fmla="*/ 94162 h 276749"/>
              <a:gd name="csX35" fmla="*/ 264097 w 409424"/>
              <a:gd name="csY35" fmla="*/ 98422 h 276749"/>
              <a:gd name="csX36" fmla="*/ 290859 w 409424"/>
              <a:gd name="csY36" fmla="*/ 85458 h 276749"/>
              <a:gd name="csX37" fmla="*/ 289553 w 409424"/>
              <a:gd name="csY37" fmla="*/ 87164 h 276749"/>
              <a:gd name="csX38" fmla="*/ 313001 w 409424"/>
              <a:gd name="csY38" fmla="*/ 117924 h 276749"/>
              <a:gd name="csX39" fmla="*/ 320100 w 409424"/>
              <a:gd name="csY39" fmla="*/ 125822 h 276749"/>
              <a:gd name="csX40" fmla="*/ 323327 w 409424"/>
              <a:gd name="csY40" fmla="*/ 131062 h 276749"/>
              <a:gd name="csX41" fmla="*/ 409403 w 409424"/>
              <a:gd name="csY41" fmla="*/ 134303 h 276749"/>
              <a:gd name="csX42" fmla="*/ 398626 w 409424"/>
              <a:gd name="csY42" fmla="*/ 166622 h 276749"/>
              <a:gd name="csX43" fmla="*/ 387152 w 409424"/>
              <a:gd name="csY43" fmla="*/ 198243 h 276749"/>
              <a:gd name="csX44" fmla="*/ 392348 w 409424"/>
              <a:gd name="csY44" fmla="*/ 208428 h 276749"/>
              <a:gd name="csX45" fmla="*/ 395238 w 409424"/>
              <a:gd name="csY45" fmla="*/ 226562 h 276749"/>
              <a:gd name="csX46" fmla="*/ 391384 w 409424"/>
              <a:gd name="csY46" fmla="*/ 222526 h 276749"/>
              <a:gd name="csX47" fmla="*/ 386991 w 409424"/>
              <a:gd name="csY47" fmla="*/ 220249 h 276749"/>
              <a:gd name="csX48" fmla="*/ 376751 w 409424"/>
              <a:gd name="csY48" fmla="*/ 216540 h 276749"/>
              <a:gd name="csX49" fmla="*/ 366566 w 409424"/>
              <a:gd name="csY49" fmla="*/ 215027 h 276749"/>
              <a:gd name="csX50" fmla="*/ 371084 w 409424"/>
              <a:gd name="csY50" fmla="*/ 220497 h 276749"/>
              <a:gd name="csX51" fmla="*/ 400125 w 409424"/>
              <a:gd name="csY51" fmla="*/ 234526 h 276749"/>
              <a:gd name="csX52" fmla="*/ 382700 w 409424"/>
              <a:gd name="csY52" fmla="*/ 228973 h 276749"/>
              <a:gd name="csX53" fmla="*/ 356240 w 409424"/>
              <a:gd name="csY53" fmla="*/ 221430 h 276749"/>
              <a:gd name="csX54" fmla="*/ 344640 w 409424"/>
              <a:gd name="csY54" fmla="*/ 215296 h 276749"/>
              <a:gd name="csX55" fmla="*/ 351310 w 409424"/>
              <a:gd name="csY55" fmla="*/ 215089 h 276749"/>
              <a:gd name="csX56" fmla="*/ 353659 w 409424"/>
              <a:gd name="csY56" fmla="*/ 213898 h 276749"/>
              <a:gd name="csX57" fmla="*/ 348281 w 409424"/>
              <a:gd name="csY57" fmla="*/ 208377 h 276749"/>
              <a:gd name="csX58" fmla="*/ 338397 w 409424"/>
              <a:gd name="csY58" fmla="*/ 209577 h 276749"/>
              <a:gd name="csX59" fmla="*/ 330426 w 409424"/>
              <a:gd name="csY59" fmla="*/ 208411 h 276749"/>
              <a:gd name="csX60" fmla="*/ 317751 w 409424"/>
              <a:gd name="csY60" fmla="*/ 206264 h 276749"/>
              <a:gd name="csX61" fmla="*/ 320963 w 409424"/>
              <a:gd name="csY61" fmla="*/ 214760 h 276749"/>
              <a:gd name="csX62" fmla="*/ 323972 w 409424"/>
              <a:gd name="csY62" fmla="*/ 215747 h 276749"/>
              <a:gd name="csX63" fmla="*/ 314937 w 409424"/>
              <a:gd name="csY63" fmla="*/ 219599 h 276749"/>
              <a:gd name="csX64" fmla="*/ 321391 w 409424"/>
              <a:gd name="csY64" fmla="*/ 219864 h 276749"/>
              <a:gd name="csX65" fmla="*/ 330426 w 409424"/>
              <a:gd name="csY65" fmla="*/ 221426 h 276749"/>
              <a:gd name="csX66" fmla="*/ 310754 w 409424"/>
              <a:gd name="csY66" fmla="*/ 223941 h 276749"/>
              <a:gd name="csX67" fmla="*/ 284939 w 409424"/>
              <a:gd name="csY67" fmla="*/ 234304 h 276749"/>
              <a:gd name="csX68" fmla="*/ 270316 w 409424"/>
              <a:gd name="csY68" fmla="*/ 244630 h 276749"/>
              <a:gd name="csX69" fmla="*/ 259397 w 409424"/>
              <a:gd name="csY69" fmla="*/ 248767 h 276749"/>
              <a:gd name="csX70" fmla="*/ 242736 w 409424"/>
              <a:gd name="csY70" fmla="*/ 255227 h 276749"/>
              <a:gd name="csX71" fmla="*/ 220097 w 409424"/>
              <a:gd name="csY71" fmla="*/ 265079 h 276749"/>
              <a:gd name="csX72" fmla="*/ 198772 w 409424"/>
              <a:gd name="csY72" fmla="*/ 274061 h 276749"/>
              <a:gd name="csX73" fmla="*/ 169694 w 409424"/>
              <a:gd name="csY73" fmla="*/ 275279 h 2767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Lst>
            <a:rect l="l" t="t" r="r" b="b"/>
            <a:pathLst>
              <a:path w="409424" h="276749">
                <a:moveTo>
                  <a:pt x="169694" y="275279"/>
                </a:moveTo>
                <a:cubicBezTo>
                  <a:pt x="167412" y="274002"/>
                  <a:pt x="159691" y="271847"/>
                  <a:pt x="152536" y="270490"/>
                </a:cubicBezTo>
                <a:cubicBezTo>
                  <a:pt x="145381" y="269133"/>
                  <a:pt x="134762" y="264870"/>
                  <a:pt x="128939" y="261017"/>
                </a:cubicBezTo>
                <a:cubicBezTo>
                  <a:pt x="120697" y="255563"/>
                  <a:pt x="113680" y="253561"/>
                  <a:pt x="97253" y="251980"/>
                </a:cubicBezTo>
                <a:cubicBezTo>
                  <a:pt x="85648" y="250863"/>
                  <a:pt x="71726" y="249483"/>
                  <a:pt x="66316" y="248914"/>
                </a:cubicBezTo>
                <a:cubicBezTo>
                  <a:pt x="60430" y="248295"/>
                  <a:pt x="53691" y="245260"/>
                  <a:pt x="49536" y="241356"/>
                </a:cubicBezTo>
                <a:cubicBezTo>
                  <a:pt x="36860" y="229445"/>
                  <a:pt x="25174" y="224000"/>
                  <a:pt x="12262" y="223990"/>
                </a:cubicBezTo>
                <a:cubicBezTo>
                  <a:pt x="5518" y="223985"/>
                  <a:pt x="0" y="223243"/>
                  <a:pt x="0" y="222341"/>
                </a:cubicBezTo>
                <a:cubicBezTo>
                  <a:pt x="0" y="221438"/>
                  <a:pt x="2614" y="218038"/>
                  <a:pt x="5808" y="214784"/>
                </a:cubicBezTo>
                <a:cubicBezTo>
                  <a:pt x="9003" y="211529"/>
                  <a:pt x="12778" y="207637"/>
                  <a:pt x="14198" y="206134"/>
                </a:cubicBezTo>
                <a:cubicBezTo>
                  <a:pt x="15618" y="204632"/>
                  <a:pt x="22927" y="197868"/>
                  <a:pt x="30441" y="191104"/>
                </a:cubicBezTo>
                <a:lnTo>
                  <a:pt x="44102" y="178805"/>
                </a:lnTo>
                <a:lnTo>
                  <a:pt x="41686" y="166228"/>
                </a:lnTo>
                <a:cubicBezTo>
                  <a:pt x="39751" y="156152"/>
                  <a:pt x="36957" y="151530"/>
                  <a:pt x="27640" y="142994"/>
                </a:cubicBezTo>
                <a:cubicBezTo>
                  <a:pt x="14024" y="130519"/>
                  <a:pt x="10714" y="121458"/>
                  <a:pt x="10050" y="94836"/>
                </a:cubicBezTo>
                <a:cubicBezTo>
                  <a:pt x="9450" y="70766"/>
                  <a:pt x="12891" y="63931"/>
                  <a:pt x="25607" y="63931"/>
                </a:cubicBezTo>
                <a:cubicBezTo>
                  <a:pt x="30489" y="63931"/>
                  <a:pt x="38340" y="65326"/>
                  <a:pt x="43054" y="67030"/>
                </a:cubicBezTo>
                <a:cubicBezTo>
                  <a:pt x="54638" y="71219"/>
                  <a:pt x="59354" y="67087"/>
                  <a:pt x="54130" y="57326"/>
                </a:cubicBezTo>
                <a:cubicBezTo>
                  <a:pt x="51035" y="51543"/>
                  <a:pt x="51072" y="49668"/>
                  <a:pt x="54400" y="43740"/>
                </a:cubicBezTo>
                <a:cubicBezTo>
                  <a:pt x="59239" y="35118"/>
                  <a:pt x="67118" y="33022"/>
                  <a:pt x="67118" y="40356"/>
                </a:cubicBezTo>
                <a:cubicBezTo>
                  <a:pt x="67118" y="43216"/>
                  <a:pt x="68351" y="46318"/>
                  <a:pt x="69858" y="47250"/>
                </a:cubicBezTo>
                <a:cubicBezTo>
                  <a:pt x="71366" y="48181"/>
                  <a:pt x="73660" y="51735"/>
                  <a:pt x="74957" y="55146"/>
                </a:cubicBezTo>
                <a:cubicBezTo>
                  <a:pt x="77803" y="62631"/>
                  <a:pt x="81496" y="63085"/>
                  <a:pt x="85078" y="56392"/>
                </a:cubicBezTo>
                <a:cubicBezTo>
                  <a:pt x="87383" y="52084"/>
                  <a:pt x="90423" y="51486"/>
                  <a:pt x="108275" y="51828"/>
                </a:cubicBezTo>
                <a:cubicBezTo>
                  <a:pt x="125309" y="52154"/>
                  <a:pt x="130021" y="51323"/>
                  <a:pt x="135859" y="46965"/>
                </a:cubicBezTo>
                <a:cubicBezTo>
                  <a:pt x="144210" y="40730"/>
                  <a:pt x="159754" y="13580"/>
                  <a:pt x="159928" y="4926"/>
                </a:cubicBezTo>
                <a:cubicBezTo>
                  <a:pt x="160018" y="462"/>
                  <a:pt x="161137" y="-741"/>
                  <a:pt x="164133" y="409"/>
                </a:cubicBezTo>
                <a:cubicBezTo>
                  <a:pt x="166379" y="1271"/>
                  <a:pt x="169238" y="1976"/>
                  <a:pt x="170486" y="1976"/>
                </a:cubicBezTo>
                <a:cubicBezTo>
                  <a:pt x="174404" y="1976"/>
                  <a:pt x="183283" y="13060"/>
                  <a:pt x="183283" y="17951"/>
                </a:cubicBezTo>
                <a:cubicBezTo>
                  <a:pt x="183283" y="20523"/>
                  <a:pt x="184505" y="22627"/>
                  <a:pt x="185999" y="22627"/>
                </a:cubicBezTo>
                <a:cubicBezTo>
                  <a:pt x="187493" y="22627"/>
                  <a:pt x="189958" y="26195"/>
                  <a:pt x="191478" y="30556"/>
                </a:cubicBezTo>
                <a:cubicBezTo>
                  <a:pt x="194632" y="39603"/>
                  <a:pt x="202114" y="43279"/>
                  <a:pt x="217371" y="43279"/>
                </a:cubicBezTo>
                <a:cubicBezTo>
                  <a:pt x="224361" y="43279"/>
                  <a:pt x="229040" y="44794"/>
                  <a:pt x="231319" y="47797"/>
                </a:cubicBezTo>
                <a:cubicBezTo>
                  <a:pt x="235951" y="53900"/>
                  <a:pt x="235804" y="67721"/>
                  <a:pt x="231065" y="71654"/>
                </a:cubicBezTo>
                <a:cubicBezTo>
                  <a:pt x="227042" y="74993"/>
                  <a:pt x="227738" y="83470"/>
                  <a:pt x="232914" y="94162"/>
                </a:cubicBezTo>
                <a:cubicBezTo>
                  <a:pt x="236944" y="102487"/>
                  <a:pt x="256280" y="105129"/>
                  <a:pt x="264097" y="98422"/>
                </a:cubicBezTo>
                <a:cubicBezTo>
                  <a:pt x="272137" y="91525"/>
                  <a:pt x="288836" y="83435"/>
                  <a:pt x="290859" y="85458"/>
                </a:cubicBezTo>
                <a:cubicBezTo>
                  <a:pt x="291797" y="86396"/>
                  <a:pt x="291209" y="87164"/>
                  <a:pt x="289553" y="87164"/>
                </a:cubicBezTo>
                <a:cubicBezTo>
                  <a:pt x="278849" y="87164"/>
                  <a:pt x="297992" y="112276"/>
                  <a:pt x="313001" y="117924"/>
                </a:cubicBezTo>
                <a:cubicBezTo>
                  <a:pt x="317528" y="119627"/>
                  <a:pt x="320100" y="122488"/>
                  <a:pt x="320100" y="125822"/>
                </a:cubicBezTo>
                <a:cubicBezTo>
                  <a:pt x="320100" y="128696"/>
                  <a:pt x="321552" y="131055"/>
                  <a:pt x="323327" y="131062"/>
                </a:cubicBezTo>
                <a:cubicBezTo>
                  <a:pt x="338940" y="131129"/>
                  <a:pt x="408862" y="133762"/>
                  <a:pt x="409403" y="134303"/>
                </a:cubicBezTo>
                <a:cubicBezTo>
                  <a:pt x="409786" y="134687"/>
                  <a:pt x="404937" y="149230"/>
                  <a:pt x="398626" y="166622"/>
                </a:cubicBezTo>
                <a:lnTo>
                  <a:pt x="387152" y="198243"/>
                </a:lnTo>
                <a:lnTo>
                  <a:pt x="392348" y="208428"/>
                </a:lnTo>
                <a:cubicBezTo>
                  <a:pt x="397867" y="219247"/>
                  <a:pt x="399033" y="226562"/>
                  <a:pt x="395238" y="226562"/>
                </a:cubicBezTo>
                <a:cubicBezTo>
                  <a:pt x="393970" y="226562"/>
                  <a:pt x="392236" y="224746"/>
                  <a:pt x="391384" y="222526"/>
                </a:cubicBezTo>
                <a:cubicBezTo>
                  <a:pt x="390533" y="220307"/>
                  <a:pt x="388555" y="219282"/>
                  <a:pt x="386991" y="220249"/>
                </a:cubicBezTo>
                <a:cubicBezTo>
                  <a:pt x="385426" y="221216"/>
                  <a:pt x="380818" y="219547"/>
                  <a:pt x="376751" y="216540"/>
                </a:cubicBezTo>
                <a:cubicBezTo>
                  <a:pt x="367939" y="210026"/>
                  <a:pt x="366566" y="209821"/>
                  <a:pt x="366566" y="215027"/>
                </a:cubicBezTo>
                <a:cubicBezTo>
                  <a:pt x="366566" y="217201"/>
                  <a:pt x="368599" y="219663"/>
                  <a:pt x="371084" y="220497"/>
                </a:cubicBezTo>
                <a:cubicBezTo>
                  <a:pt x="382593" y="224364"/>
                  <a:pt x="400125" y="232833"/>
                  <a:pt x="400125" y="234526"/>
                </a:cubicBezTo>
                <a:cubicBezTo>
                  <a:pt x="400125" y="235560"/>
                  <a:pt x="392284" y="233061"/>
                  <a:pt x="382700" y="228973"/>
                </a:cubicBezTo>
                <a:cubicBezTo>
                  <a:pt x="373117" y="224884"/>
                  <a:pt x="361210" y="221490"/>
                  <a:pt x="356240" y="221430"/>
                </a:cubicBezTo>
                <a:cubicBezTo>
                  <a:pt x="344962" y="221293"/>
                  <a:pt x="338255" y="217747"/>
                  <a:pt x="344640" y="215296"/>
                </a:cubicBezTo>
                <a:cubicBezTo>
                  <a:pt x="347017" y="214384"/>
                  <a:pt x="350019" y="214291"/>
                  <a:pt x="351310" y="215089"/>
                </a:cubicBezTo>
                <a:cubicBezTo>
                  <a:pt x="352602" y="215888"/>
                  <a:pt x="353659" y="215352"/>
                  <a:pt x="353659" y="213898"/>
                </a:cubicBezTo>
                <a:cubicBezTo>
                  <a:pt x="353659" y="212444"/>
                  <a:pt x="351239" y="209960"/>
                  <a:pt x="348281" y="208377"/>
                </a:cubicBezTo>
                <a:cubicBezTo>
                  <a:pt x="344050" y="206113"/>
                  <a:pt x="341943" y="206369"/>
                  <a:pt x="338397" y="209577"/>
                </a:cubicBezTo>
                <a:cubicBezTo>
                  <a:pt x="332399" y="215006"/>
                  <a:pt x="330426" y="214717"/>
                  <a:pt x="330426" y="208411"/>
                </a:cubicBezTo>
                <a:cubicBezTo>
                  <a:pt x="330426" y="200483"/>
                  <a:pt x="323396" y="199293"/>
                  <a:pt x="317751" y="206264"/>
                </a:cubicBezTo>
                <a:cubicBezTo>
                  <a:pt x="311888" y="213504"/>
                  <a:pt x="313243" y="217088"/>
                  <a:pt x="320963" y="214760"/>
                </a:cubicBezTo>
                <a:cubicBezTo>
                  <a:pt x="324787" y="213607"/>
                  <a:pt x="325738" y="213919"/>
                  <a:pt x="323972" y="215747"/>
                </a:cubicBezTo>
                <a:cubicBezTo>
                  <a:pt x="322552" y="217218"/>
                  <a:pt x="318487" y="218951"/>
                  <a:pt x="314937" y="219599"/>
                </a:cubicBezTo>
                <a:cubicBezTo>
                  <a:pt x="311388" y="220248"/>
                  <a:pt x="314292" y="220366"/>
                  <a:pt x="321391" y="219864"/>
                </a:cubicBezTo>
                <a:cubicBezTo>
                  <a:pt x="330318" y="219231"/>
                  <a:pt x="333104" y="219713"/>
                  <a:pt x="330426" y="221426"/>
                </a:cubicBezTo>
                <a:cubicBezTo>
                  <a:pt x="328296" y="222787"/>
                  <a:pt x="319444" y="223919"/>
                  <a:pt x="310754" y="223941"/>
                </a:cubicBezTo>
                <a:cubicBezTo>
                  <a:pt x="295733" y="223979"/>
                  <a:pt x="294460" y="224490"/>
                  <a:pt x="284939" y="234304"/>
                </a:cubicBezTo>
                <a:cubicBezTo>
                  <a:pt x="279431" y="239982"/>
                  <a:pt x="272851" y="244629"/>
                  <a:pt x="270316" y="244630"/>
                </a:cubicBezTo>
                <a:cubicBezTo>
                  <a:pt x="267782" y="244631"/>
                  <a:pt x="262868" y="246493"/>
                  <a:pt x="259397" y="248767"/>
                </a:cubicBezTo>
                <a:cubicBezTo>
                  <a:pt x="255927" y="251041"/>
                  <a:pt x="248429" y="253948"/>
                  <a:pt x="242736" y="255227"/>
                </a:cubicBezTo>
                <a:cubicBezTo>
                  <a:pt x="237044" y="256506"/>
                  <a:pt x="226856" y="260940"/>
                  <a:pt x="220097" y="265079"/>
                </a:cubicBezTo>
                <a:cubicBezTo>
                  <a:pt x="213337" y="269219"/>
                  <a:pt x="203741" y="273261"/>
                  <a:pt x="198772" y="274061"/>
                </a:cubicBezTo>
                <a:cubicBezTo>
                  <a:pt x="178742" y="277289"/>
                  <a:pt x="173664" y="277501"/>
                  <a:pt x="169694" y="275279"/>
                </a:cubicBezTo>
                <a:close/>
              </a:path>
            </a:pathLst>
          </a:custGeom>
          <a:solidFill>
            <a:srgbClr val="B9B9B9"/>
          </a:solidFill>
          <a:ln w="5163" cap="flat">
            <a:noFill/>
            <a:prstDash val="solid"/>
            <a:miter/>
          </a:ln>
        </p:spPr>
        <p:txBody>
          <a:bodyPr/>
          <a:lstStyle/>
          <a:p>
            <a:endParaRPr lang="es-419" noProof="0" dirty="0"/>
          </a:p>
        </p:txBody>
      </p:sp>
      <p:sp>
        <p:nvSpPr>
          <p:cNvPr id="63" name="Forma libre: forma 62">
            <a:extLst>
              <a:ext uri="{FF2B5EF4-FFF2-40B4-BE49-F238E27FC236}">
                <a16:creationId xmlns:a16="http://schemas.microsoft.com/office/drawing/2014/main" id="{7B9EBD4B-1483-7A9C-3E51-8AED5957DAEA}"/>
              </a:ext>
            </a:extLst>
          </p:cNvPr>
          <p:cNvSpPr/>
          <p:nvPr/>
        </p:nvSpPr>
        <p:spPr>
          <a:xfrm>
            <a:off x="1324915" y="2412330"/>
            <a:ext cx="357764" cy="223095"/>
          </a:xfrm>
          <a:custGeom>
            <a:avLst/>
            <a:gdLst>
              <a:gd name="csX0" fmla="*/ 310749 w 357764"/>
              <a:gd name="csY0" fmla="*/ 220821 h 223095"/>
              <a:gd name="csX1" fmla="*/ 306750 w 357764"/>
              <a:gd name="csY1" fmla="*/ 216842 h 223095"/>
              <a:gd name="csX2" fmla="*/ 298107 w 357764"/>
              <a:gd name="csY2" fmla="*/ 209508 h 223095"/>
              <a:gd name="csX3" fmla="*/ 280348 w 357764"/>
              <a:gd name="csY3" fmla="*/ 201999 h 223095"/>
              <a:gd name="csX4" fmla="*/ 262845 w 357764"/>
              <a:gd name="csY4" fmla="*/ 196313 h 223095"/>
              <a:gd name="csX5" fmla="*/ 256032 w 357764"/>
              <a:gd name="csY5" fmla="*/ 193496 h 223095"/>
              <a:gd name="csX6" fmla="*/ 242886 w 357764"/>
              <a:gd name="csY6" fmla="*/ 190679 h 223095"/>
              <a:gd name="csX7" fmla="*/ 229978 w 357764"/>
              <a:gd name="csY7" fmla="*/ 186722 h 223095"/>
              <a:gd name="csX8" fmla="*/ 220854 w 357764"/>
              <a:gd name="csY8" fmla="*/ 186091 h 223095"/>
              <a:gd name="csX9" fmla="*/ 209097 w 357764"/>
              <a:gd name="csY9" fmla="*/ 183130 h 223095"/>
              <a:gd name="csX10" fmla="*/ 214906 w 357764"/>
              <a:gd name="csY10" fmla="*/ 187877 h 223095"/>
              <a:gd name="csX11" fmla="*/ 215222 w 357764"/>
              <a:gd name="csY11" fmla="*/ 190853 h 223095"/>
              <a:gd name="csX12" fmla="*/ 206349 w 357764"/>
              <a:gd name="csY12" fmla="*/ 186954 h 223095"/>
              <a:gd name="csX13" fmla="*/ 189899 w 357764"/>
              <a:gd name="csY13" fmla="*/ 176334 h 223095"/>
              <a:gd name="csX14" fmla="*/ 172154 w 357764"/>
              <a:gd name="csY14" fmla="*/ 165667 h 223095"/>
              <a:gd name="csX15" fmla="*/ 165494 w 357764"/>
              <a:gd name="csY15" fmla="*/ 164758 h 223095"/>
              <a:gd name="csX16" fmla="*/ 154887 w 357764"/>
              <a:gd name="csY16" fmla="*/ 162867 h 223095"/>
              <a:gd name="csX17" fmla="*/ 146116 w 357764"/>
              <a:gd name="csY17" fmla="*/ 160825 h 223095"/>
              <a:gd name="csX18" fmla="*/ 117490 w 357764"/>
              <a:gd name="csY18" fmla="*/ 151278 h 223095"/>
              <a:gd name="csX19" fmla="*/ 95284 w 357764"/>
              <a:gd name="csY19" fmla="*/ 141980 h 223095"/>
              <a:gd name="csX20" fmla="*/ 92932 w 357764"/>
              <a:gd name="csY20" fmla="*/ 138216 h 223095"/>
              <a:gd name="csX21" fmla="*/ 81316 w 357764"/>
              <a:gd name="csY21" fmla="*/ 127645 h 223095"/>
              <a:gd name="csX22" fmla="*/ 69699 w 357764"/>
              <a:gd name="csY22" fmla="*/ 117508 h 223095"/>
              <a:gd name="csX23" fmla="*/ 49682 w 357764"/>
              <a:gd name="csY23" fmla="*/ 104238 h 223095"/>
              <a:gd name="csX24" fmla="*/ 33940 w 357764"/>
              <a:gd name="csY24" fmla="*/ 91155 h 223095"/>
              <a:gd name="csX25" fmla="*/ 3571 w 357764"/>
              <a:gd name="csY25" fmla="*/ 73330 h 223095"/>
              <a:gd name="csX26" fmla="*/ 0 w 357764"/>
              <a:gd name="csY26" fmla="*/ 65812 h 223095"/>
              <a:gd name="csX27" fmla="*/ 7287 w 357764"/>
              <a:gd name="csY27" fmla="*/ 53156 h 223095"/>
              <a:gd name="csX28" fmla="*/ 18044 w 357764"/>
              <a:gd name="csY28" fmla="*/ 33495 h 223095"/>
              <a:gd name="csX29" fmla="*/ 19421 w 357764"/>
              <a:gd name="csY29" fmla="*/ 20586 h 223095"/>
              <a:gd name="csX30" fmla="*/ 43911 w 357764"/>
              <a:gd name="csY30" fmla="*/ 20678 h 223095"/>
              <a:gd name="csX31" fmla="*/ 60045 w 357764"/>
              <a:gd name="csY31" fmla="*/ 24079 h 223095"/>
              <a:gd name="csX32" fmla="*/ 132045 w 357764"/>
              <a:gd name="csY32" fmla="*/ 29780 h 223095"/>
              <a:gd name="csX33" fmla="*/ 140624 w 357764"/>
              <a:gd name="csY33" fmla="*/ 26018 h 223095"/>
              <a:gd name="csX34" fmla="*/ 141619 w 357764"/>
              <a:gd name="csY34" fmla="*/ 13502 h 223095"/>
              <a:gd name="csX35" fmla="*/ 147260 w 357764"/>
              <a:gd name="csY35" fmla="*/ 0 h 223095"/>
              <a:gd name="csX36" fmla="*/ 157468 w 357764"/>
              <a:gd name="csY36" fmla="*/ 24790 h 223095"/>
              <a:gd name="csX37" fmla="*/ 164323 w 357764"/>
              <a:gd name="csY37" fmla="*/ 32600 h 223095"/>
              <a:gd name="csX38" fmla="*/ 177876 w 357764"/>
              <a:gd name="csY38" fmla="*/ 26172 h 223095"/>
              <a:gd name="csX39" fmla="*/ 195232 w 357764"/>
              <a:gd name="csY39" fmla="*/ 18047 h 223095"/>
              <a:gd name="csX40" fmla="*/ 208905 w 357764"/>
              <a:gd name="csY40" fmla="*/ 10791 h 223095"/>
              <a:gd name="csX41" fmla="*/ 219887 w 357764"/>
              <a:gd name="csY41" fmla="*/ 4680 h 223095"/>
              <a:gd name="csX42" fmla="*/ 238661 w 357764"/>
              <a:gd name="csY42" fmla="*/ 20265 h 223095"/>
              <a:gd name="csX43" fmla="*/ 254397 w 357764"/>
              <a:gd name="csY43" fmla="*/ 25712 h 223095"/>
              <a:gd name="csX44" fmla="*/ 258145 w 357764"/>
              <a:gd name="csY44" fmla="*/ 24934 h 223095"/>
              <a:gd name="csX45" fmla="*/ 286337 w 357764"/>
              <a:gd name="csY45" fmla="*/ 54210 h 223095"/>
              <a:gd name="csX46" fmla="*/ 292234 w 357764"/>
              <a:gd name="csY46" fmla="*/ 58728 h 223095"/>
              <a:gd name="csX47" fmla="*/ 311147 w 357764"/>
              <a:gd name="csY47" fmla="*/ 69699 h 223095"/>
              <a:gd name="csX48" fmla="*/ 321808 w 357764"/>
              <a:gd name="csY48" fmla="*/ 76335 h 223095"/>
              <a:gd name="csX49" fmla="*/ 326980 w 357764"/>
              <a:gd name="csY49" fmla="*/ 102795 h 223095"/>
              <a:gd name="csX50" fmla="*/ 329261 w 357764"/>
              <a:gd name="csY50" fmla="*/ 127630 h 223095"/>
              <a:gd name="csX51" fmla="*/ 333007 w 357764"/>
              <a:gd name="csY51" fmla="*/ 137310 h 223095"/>
              <a:gd name="csX52" fmla="*/ 335120 w 357764"/>
              <a:gd name="csY52" fmla="*/ 141980 h 223095"/>
              <a:gd name="csX53" fmla="*/ 346410 w 357764"/>
              <a:gd name="csY53" fmla="*/ 150369 h 223095"/>
              <a:gd name="csX54" fmla="*/ 357125 w 357764"/>
              <a:gd name="csY54" fmla="*/ 170794 h 223095"/>
              <a:gd name="csX55" fmla="*/ 348644 w 357764"/>
              <a:gd name="csY55" fmla="*/ 191877 h 223095"/>
              <a:gd name="csX56" fmla="*/ 333236 w 357764"/>
              <a:gd name="csY56" fmla="*/ 203812 h 223095"/>
              <a:gd name="csX57" fmla="*/ 327844 w 357764"/>
              <a:gd name="csY57" fmla="*/ 209994 h 223095"/>
              <a:gd name="csX58" fmla="*/ 320060 w 357764"/>
              <a:gd name="csY58" fmla="*/ 219045 h 223095"/>
              <a:gd name="csX59" fmla="*/ 310749 w 357764"/>
              <a:gd name="csY59" fmla="*/ 220821 h 2230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Lst>
            <a:rect l="l" t="t" r="r" b="b"/>
            <a:pathLst>
              <a:path w="357764" h="223095">
                <a:moveTo>
                  <a:pt x="310749" y="220821"/>
                </a:moveTo>
                <a:cubicBezTo>
                  <a:pt x="309909" y="218632"/>
                  <a:pt x="308109" y="216842"/>
                  <a:pt x="306750" y="216842"/>
                </a:cubicBezTo>
                <a:cubicBezTo>
                  <a:pt x="305390" y="216842"/>
                  <a:pt x="301501" y="213542"/>
                  <a:pt x="298107" y="209508"/>
                </a:cubicBezTo>
                <a:cubicBezTo>
                  <a:pt x="293077" y="203531"/>
                  <a:pt x="289793" y="202142"/>
                  <a:pt x="280348" y="201999"/>
                </a:cubicBezTo>
                <a:cubicBezTo>
                  <a:pt x="272259" y="201877"/>
                  <a:pt x="266975" y="200160"/>
                  <a:pt x="262845" y="196313"/>
                </a:cubicBezTo>
                <a:cubicBezTo>
                  <a:pt x="259591" y="193282"/>
                  <a:pt x="256525" y="192014"/>
                  <a:pt x="256032" y="193496"/>
                </a:cubicBezTo>
                <a:cubicBezTo>
                  <a:pt x="254564" y="197900"/>
                  <a:pt x="248378" y="196574"/>
                  <a:pt x="242886" y="190679"/>
                </a:cubicBezTo>
                <a:cubicBezTo>
                  <a:pt x="238972" y="186478"/>
                  <a:pt x="235903" y="185537"/>
                  <a:pt x="229978" y="186722"/>
                </a:cubicBezTo>
                <a:cubicBezTo>
                  <a:pt x="225703" y="187577"/>
                  <a:pt x="221597" y="187293"/>
                  <a:pt x="220854" y="186091"/>
                </a:cubicBezTo>
                <a:cubicBezTo>
                  <a:pt x="219048" y="183170"/>
                  <a:pt x="209097" y="180663"/>
                  <a:pt x="209097" y="183130"/>
                </a:cubicBezTo>
                <a:cubicBezTo>
                  <a:pt x="209097" y="184200"/>
                  <a:pt x="211711" y="186336"/>
                  <a:pt x="214906" y="187877"/>
                </a:cubicBezTo>
                <a:cubicBezTo>
                  <a:pt x="220644" y="190644"/>
                  <a:pt x="220647" y="190680"/>
                  <a:pt x="215222" y="190853"/>
                </a:cubicBezTo>
                <a:cubicBezTo>
                  <a:pt x="212201" y="190949"/>
                  <a:pt x="208208" y="189194"/>
                  <a:pt x="206349" y="186954"/>
                </a:cubicBezTo>
                <a:cubicBezTo>
                  <a:pt x="204489" y="184713"/>
                  <a:pt x="197087" y="179934"/>
                  <a:pt x="189899" y="176334"/>
                </a:cubicBezTo>
                <a:cubicBezTo>
                  <a:pt x="182711" y="172733"/>
                  <a:pt x="174726" y="167933"/>
                  <a:pt x="172154" y="165667"/>
                </a:cubicBezTo>
                <a:cubicBezTo>
                  <a:pt x="168546" y="162487"/>
                  <a:pt x="167026" y="162279"/>
                  <a:pt x="165494" y="164758"/>
                </a:cubicBezTo>
                <a:cubicBezTo>
                  <a:pt x="163542" y="167916"/>
                  <a:pt x="154887" y="166373"/>
                  <a:pt x="154887" y="162867"/>
                </a:cubicBezTo>
                <a:cubicBezTo>
                  <a:pt x="154887" y="161880"/>
                  <a:pt x="150940" y="160961"/>
                  <a:pt x="146116" y="160825"/>
                </a:cubicBezTo>
                <a:cubicBezTo>
                  <a:pt x="141292" y="160688"/>
                  <a:pt x="128410" y="156392"/>
                  <a:pt x="117490" y="151278"/>
                </a:cubicBezTo>
                <a:cubicBezTo>
                  <a:pt x="106570" y="146164"/>
                  <a:pt x="96577" y="141980"/>
                  <a:pt x="95284" y="141980"/>
                </a:cubicBezTo>
                <a:cubicBezTo>
                  <a:pt x="93990" y="141980"/>
                  <a:pt x="92932" y="140286"/>
                  <a:pt x="92932" y="138216"/>
                </a:cubicBezTo>
                <a:cubicBezTo>
                  <a:pt x="92932" y="136147"/>
                  <a:pt x="87705" y="131390"/>
                  <a:pt x="81316" y="127645"/>
                </a:cubicBezTo>
                <a:cubicBezTo>
                  <a:pt x="74927" y="123901"/>
                  <a:pt x="69699" y="119339"/>
                  <a:pt x="69699" y="117508"/>
                </a:cubicBezTo>
                <a:cubicBezTo>
                  <a:pt x="69699" y="113290"/>
                  <a:pt x="58936" y="106155"/>
                  <a:pt x="49682" y="104238"/>
                </a:cubicBezTo>
                <a:cubicBezTo>
                  <a:pt x="45282" y="103326"/>
                  <a:pt x="39312" y="98365"/>
                  <a:pt x="33940" y="91155"/>
                </a:cubicBezTo>
                <a:cubicBezTo>
                  <a:pt x="25287" y="79543"/>
                  <a:pt x="10302" y="70747"/>
                  <a:pt x="3571" y="73330"/>
                </a:cubicBezTo>
                <a:cubicBezTo>
                  <a:pt x="957" y="74333"/>
                  <a:pt x="0" y="72319"/>
                  <a:pt x="0" y="65812"/>
                </a:cubicBezTo>
                <a:cubicBezTo>
                  <a:pt x="0" y="58672"/>
                  <a:pt x="1433" y="56184"/>
                  <a:pt x="7287" y="53156"/>
                </a:cubicBezTo>
                <a:cubicBezTo>
                  <a:pt x="19411" y="46887"/>
                  <a:pt x="21790" y="42538"/>
                  <a:pt x="18044" y="33495"/>
                </a:cubicBezTo>
                <a:cubicBezTo>
                  <a:pt x="15244" y="26735"/>
                  <a:pt x="15429" y="24996"/>
                  <a:pt x="19421" y="20586"/>
                </a:cubicBezTo>
                <a:cubicBezTo>
                  <a:pt x="25368" y="14014"/>
                  <a:pt x="37292" y="14059"/>
                  <a:pt x="43911" y="20678"/>
                </a:cubicBezTo>
                <a:cubicBezTo>
                  <a:pt x="48190" y="24957"/>
                  <a:pt x="51021" y="25553"/>
                  <a:pt x="60045" y="24079"/>
                </a:cubicBezTo>
                <a:cubicBezTo>
                  <a:pt x="79921" y="20832"/>
                  <a:pt x="103607" y="22707"/>
                  <a:pt x="132045" y="29780"/>
                </a:cubicBezTo>
                <a:cubicBezTo>
                  <a:pt x="137569" y="31154"/>
                  <a:pt x="139225" y="30428"/>
                  <a:pt x="140624" y="26018"/>
                </a:cubicBezTo>
                <a:cubicBezTo>
                  <a:pt x="141578" y="23013"/>
                  <a:pt x="142026" y="17381"/>
                  <a:pt x="141619" y="13502"/>
                </a:cubicBezTo>
                <a:cubicBezTo>
                  <a:pt x="140830" y="5985"/>
                  <a:pt x="143331" y="0"/>
                  <a:pt x="147260" y="0"/>
                </a:cubicBezTo>
                <a:cubicBezTo>
                  <a:pt x="150433" y="0"/>
                  <a:pt x="157468" y="17085"/>
                  <a:pt x="157468" y="24790"/>
                </a:cubicBezTo>
                <a:cubicBezTo>
                  <a:pt x="157468" y="29227"/>
                  <a:pt x="159328" y="31346"/>
                  <a:pt x="164323" y="32600"/>
                </a:cubicBezTo>
                <a:cubicBezTo>
                  <a:pt x="169965" y="34015"/>
                  <a:pt x="172364" y="32878"/>
                  <a:pt x="177876" y="26172"/>
                </a:cubicBezTo>
                <a:cubicBezTo>
                  <a:pt x="183430" y="19415"/>
                  <a:pt x="186393" y="18028"/>
                  <a:pt x="195232" y="18047"/>
                </a:cubicBezTo>
                <a:cubicBezTo>
                  <a:pt x="204499" y="18067"/>
                  <a:pt x="206283" y="17120"/>
                  <a:pt x="208905" y="10791"/>
                </a:cubicBezTo>
                <a:cubicBezTo>
                  <a:pt x="211484" y="4565"/>
                  <a:pt x="213074" y="3680"/>
                  <a:pt x="219887" y="4680"/>
                </a:cubicBezTo>
                <a:cubicBezTo>
                  <a:pt x="228665" y="5969"/>
                  <a:pt x="236077" y="12121"/>
                  <a:pt x="238661" y="20265"/>
                </a:cubicBezTo>
                <a:cubicBezTo>
                  <a:pt x="240752" y="26852"/>
                  <a:pt x="249411" y="29849"/>
                  <a:pt x="254397" y="25712"/>
                </a:cubicBezTo>
                <a:cubicBezTo>
                  <a:pt x="256458" y="24001"/>
                  <a:pt x="258145" y="23651"/>
                  <a:pt x="258145" y="24934"/>
                </a:cubicBezTo>
                <a:cubicBezTo>
                  <a:pt x="258145" y="28142"/>
                  <a:pt x="283247" y="54210"/>
                  <a:pt x="286337" y="54210"/>
                </a:cubicBezTo>
                <a:cubicBezTo>
                  <a:pt x="287708" y="54210"/>
                  <a:pt x="290362" y="56243"/>
                  <a:pt x="292234" y="58728"/>
                </a:cubicBezTo>
                <a:cubicBezTo>
                  <a:pt x="296425" y="64288"/>
                  <a:pt x="305753" y="69699"/>
                  <a:pt x="311147" y="69699"/>
                </a:cubicBezTo>
                <a:cubicBezTo>
                  <a:pt x="313361" y="69699"/>
                  <a:pt x="318158" y="72685"/>
                  <a:pt x="321808" y="76335"/>
                </a:cubicBezTo>
                <a:cubicBezTo>
                  <a:pt x="328098" y="82626"/>
                  <a:pt x="328367" y="84002"/>
                  <a:pt x="326980" y="102795"/>
                </a:cubicBezTo>
                <a:cubicBezTo>
                  <a:pt x="325865" y="117888"/>
                  <a:pt x="326410" y="123815"/>
                  <a:pt x="329261" y="127630"/>
                </a:cubicBezTo>
                <a:cubicBezTo>
                  <a:pt x="331322" y="130386"/>
                  <a:pt x="333007" y="134742"/>
                  <a:pt x="333007" y="137310"/>
                </a:cubicBezTo>
                <a:cubicBezTo>
                  <a:pt x="333007" y="139879"/>
                  <a:pt x="333958" y="141980"/>
                  <a:pt x="335120" y="141980"/>
                </a:cubicBezTo>
                <a:cubicBezTo>
                  <a:pt x="336282" y="141980"/>
                  <a:pt x="341362" y="145755"/>
                  <a:pt x="346410" y="150369"/>
                </a:cubicBezTo>
                <a:cubicBezTo>
                  <a:pt x="353607" y="156948"/>
                  <a:pt x="355920" y="161358"/>
                  <a:pt x="357125" y="170794"/>
                </a:cubicBezTo>
                <a:cubicBezTo>
                  <a:pt x="358591" y="182285"/>
                  <a:pt x="358209" y="183236"/>
                  <a:pt x="348644" y="191877"/>
                </a:cubicBezTo>
                <a:cubicBezTo>
                  <a:pt x="343134" y="196855"/>
                  <a:pt x="336201" y="202226"/>
                  <a:pt x="333236" y="203812"/>
                </a:cubicBezTo>
                <a:cubicBezTo>
                  <a:pt x="330270" y="205399"/>
                  <a:pt x="327844" y="208181"/>
                  <a:pt x="327844" y="209994"/>
                </a:cubicBezTo>
                <a:cubicBezTo>
                  <a:pt x="327844" y="211806"/>
                  <a:pt x="324341" y="215879"/>
                  <a:pt x="320060" y="219045"/>
                </a:cubicBezTo>
                <a:cubicBezTo>
                  <a:pt x="313416" y="223957"/>
                  <a:pt x="312052" y="224217"/>
                  <a:pt x="310749" y="220821"/>
                </a:cubicBezTo>
                <a:close/>
              </a:path>
            </a:pathLst>
          </a:custGeom>
          <a:solidFill>
            <a:srgbClr val="B9B9B9"/>
          </a:solidFill>
          <a:ln w="5163" cap="flat">
            <a:noFill/>
            <a:prstDash val="solid"/>
            <a:miter/>
          </a:ln>
        </p:spPr>
        <p:txBody>
          <a:bodyPr/>
          <a:lstStyle/>
          <a:p>
            <a:endParaRPr lang="es-419" noProof="0" dirty="0"/>
          </a:p>
        </p:txBody>
      </p:sp>
      <p:sp>
        <p:nvSpPr>
          <p:cNvPr id="64" name="Forma libre: forma 63">
            <a:extLst>
              <a:ext uri="{FF2B5EF4-FFF2-40B4-BE49-F238E27FC236}">
                <a16:creationId xmlns:a16="http://schemas.microsoft.com/office/drawing/2014/main" id="{4D29B62E-A3AC-8578-61F4-279BFD43ABF1}"/>
              </a:ext>
            </a:extLst>
          </p:cNvPr>
          <p:cNvSpPr/>
          <p:nvPr/>
        </p:nvSpPr>
        <p:spPr>
          <a:xfrm>
            <a:off x="2030531" y="2394260"/>
            <a:ext cx="276109" cy="131653"/>
          </a:xfrm>
          <a:custGeom>
            <a:avLst/>
            <a:gdLst>
              <a:gd name="csX0" fmla="*/ 240916 w 276109"/>
              <a:gd name="csY0" fmla="*/ 129933 h 131653"/>
              <a:gd name="csX1" fmla="*/ 239195 w 276109"/>
              <a:gd name="csY1" fmla="*/ 124013 h 131653"/>
              <a:gd name="csX2" fmla="*/ 228223 w 276109"/>
              <a:gd name="csY2" fmla="*/ 115744 h 131653"/>
              <a:gd name="csX3" fmla="*/ 217897 w 276109"/>
              <a:gd name="csY3" fmla="*/ 106005 h 131653"/>
              <a:gd name="csX4" fmla="*/ 210063 w 276109"/>
              <a:gd name="csY4" fmla="*/ 90246 h 131653"/>
              <a:gd name="csX5" fmla="*/ 197989 w 276109"/>
              <a:gd name="csY5" fmla="*/ 82502 h 131653"/>
              <a:gd name="csX6" fmla="*/ 171181 w 276109"/>
              <a:gd name="csY6" fmla="*/ 78639 h 131653"/>
              <a:gd name="csX7" fmla="*/ 162540 w 276109"/>
              <a:gd name="csY7" fmla="*/ 80766 h 131653"/>
              <a:gd name="csX8" fmla="*/ 140024 w 276109"/>
              <a:gd name="csY8" fmla="*/ 103258 h 131653"/>
              <a:gd name="csX9" fmla="*/ 121107 w 276109"/>
              <a:gd name="csY9" fmla="*/ 123910 h 131653"/>
              <a:gd name="csX10" fmla="*/ 115285 w 276109"/>
              <a:gd name="csY10" fmla="*/ 120037 h 131653"/>
              <a:gd name="csX11" fmla="*/ 106086 w 276109"/>
              <a:gd name="csY11" fmla="*/ 116165 h 131653"/>
              <a:gd name="csX12" fmla="*/ 95488 w 276109"/>
              <a:gd name="csY12" fmla="*/ 97511 h 131653"/>
              <a:gd name="csX13" fmla="*/ 74161 w 276109"/>
              <a:gd name="csY13" fmla="*/ 72281 h 131653"/>
              <a:gd name="csX14" fmla="*/ 62180 w 276109"/>
              <a:gd name="csY14" fmla="*/ 80383 h 131653"/>
              <a:gd name="csX15" fmla="*/ 59403 w 276109"/>
              <a:gd name="csY15" fmla="*/ 95543 h 131653"/>
              <a:gd name="csX16" fmla="*/ 54777 w 276109"/>
              <a:gd name="csY16" fmla="*/ 108274 h 131653"/>
              <a:gd name="csX17" fmla="*/ 46950 w 276109"/>
              <a:gd name="csY17" fmla="*/ 122154 h 131653"/>
              <a:gd name="csX18" fmla="*/ 45160 w 276109"/>
              <a:gd name="csY18" fmla="*/ 130363 h 131653"/>
              <a:gd name="csX19" fmla="*/ 42524 w 276109"/>
              <a:gd name="csY19" fmla="*/ 123910 h 131653"/>
              <a:gd name="csX20" fmla="*/ 27585 w 276109"/>
              <a:gd name="csY20" fmla="*/ 101648 h 131653"/>
              <a:gd name="csX21" fmla="*/ 3541 w 276109"/>
              <a:gd name="csY21" fmla="*/ 71617 h 131653"/>
              <a:gd name="csX22" fmla="*/ 489 w 276109"/>
              <a:gd name="csY22" fmla="*/ 57859 h 131653"/>
              <a:gd name="csX23" fmla="*/ 5896 w 276109"/>
              <a:gd name="csY23" fmla="*/ 47783 h 131653"/>
              <a:gd name="csX24" fmla="*/ 14046 w 276109"/>
              <a:gd name="csY24" fmla="*/ 46070 h 131653"/>
              <a:gd name="csX25" fmla="*/ 24934 w 276109"/>
              <a:gd name="csY25" fmla="*/ 43885 h 131653"/>
              <a:gd name="csX26" fmla="*/ 35503 w 276109"/>
              <a:gd name="csY26" fmla="*/ 38722 h 131653"/>
              <a:gd name="csX27" fmla="*/ 41946 w 276109"/>
              <a:gd name="csY27" fmla="*/ 35764 h 131653"/>
              <a:gd name="csX28" fmla="*/ 25819 w 276109"/>
              <a:gd name="csY28" fmla="*/ 37615 h 131653"/>
              <a:gd name="csX29" fmla="*/ 26045 w 276109"/>
              <a:gd name="csY29" fmla="*/ 35947 h 131653"/>
              <a:gd name="csX30" fmla="*/ 73982 w 276109"/>
              <a:gd name="csY30" fmla="*/ 25857 h 131653"/>
              <a:gd name="csX31" fmla="*/ 76916 w 276109"/>
              <a:gd name="csY31" fmla="*/ 28123 h 131653"/>
              <a:gd name="csX32" fmla="*/ 76893 w 276109"/>
              <a:gd name="csY32" fmla="*/ 31518 h 131653"/>
              <a:gd name="csX33" fmla="*/ 83755 w 276109"/>
              <a:gd name="csY33" fmla="*/ 29317 h 131653"/>
              <a:gd name="csX34" fmla="*/ 96686 w 276109"/>
              <a:gd name="csY34" fmla="*/ 23336 h 131653"/>
              <a:gd name="csX35" fmla="*/ 114106 w 276109"/>
              <a:gd name="csY35" fmla="*/ 13587 h 131653"/>
              <a:gd name="csX36" fmla="*/ 134447 w 276109"/>
              <a:gd name="csY36" fmla="*/ 0 h 131653"/>
              <a:gd name="csX37" fmla="*/ 136418 w 276109"/>
              <a:gd name="csY37" fmla="*/ 8390 h 131653"/>
              <a:gd name="csX38" fmla="*/ 147553 w 276109"/>
              <a:gd name="csY38" fmla="*/ 17557 h 131653"/>
              <a:gd name="csX39" fmla="*/ 164372 w 276109"/>
              <a:gd name="csY39" fmla="*/ 37279 h 131653"/>
              <a:gd name="csX40" fmla="*/ 179001 w 276109"/>
              <a:gd name="csY40" fmla="*/ 58990 h 131653"/>
              <a:gd name="csX41" fmla="*/ 191415 w 276109"/>
              <a:gd name="csY41" fmla="*/ 67081 h 131653"/>
              <a:gd name="csX42" fmla="*/ 215539 w 276109"/>
              <a:gd name="csY42" fmla="*/ 67434 h 131653"/>
              <a:gd name="csX43" fmla="*/ 218120 w 276109"/>
              <a:gd name="csY43" fmla="*/ 59084 h 131653"/>
              <a:gd name="csX44" fmla="*/ 224155 w 276109"/>
              <a:gd name="csY44" fmla="*/ 52122 h 131653"/>
              <a:gd name="csX45" fmla="*/ 241477 w 276109"/>
              <a:gd name="csY45" fmla="*/ 56639 h 131653"/>
              <a:gd name="csX46" fmla="*/ 260758 w 276109"/>
              <a:gd name="csY46" fmla="*/ 61955 h 131653"/>
              <a:gd name="csX47" fmla="*/ 271115 w 276109"/>
              <a:gd name="csY47" fmla="*/ 65853 h 131653"/>
              <a:gd name="csX48" fmla="*/ 274360 w 276109"/>
              <a:gd name="csY48" fmla="*/ 100702 h 131653"/>
              <a:gd name="csX49" fmla="*/ 276110 w 276109"/>
              <a:gd name="csY49" fmla="*/ 131654 h 131653"/>
              <a:gd name="csX50" fmla="*/ 259373 w 276109"/>
              <a:gd name="csY50" fmla="*/ 131654 h 131653"/>
              <a:gd name="csX51" fmla="*/ 240916 w 276109"/>
              <a:gd name="csY51" fmla="*/ 129933 h 1316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Lst>
            <a:rect l="l" t="t" r="r" b="b"/>
            <a:pathLst>
              <a:path w="276109" h="131653">
                <a:moveTo>
                  <a:pt x="240916" y="129933"/>
                </a:moveTo>
                <a:cubicBezTo>
                  <a:pt x="239969" y="128986"/>
                  <a:pt x="239195" y="126322"/>
                  <a:pt x="239195" y="124013"/>
                </a:cubicBezTo>
                <a:cubicBezTo>
                  <a:pt x="239195" y="121432"/>
                  <a:pt x="234966" y="118245"/>
                  <a:pt x="228223" y="115744"/>
                </a:cubicBezTo>
                <a:cubicBezTo>
                  <a:pt x="219440" y="112485"/>
                  <a:pt x="217381" y="110543"/>
                  <a:pt x="217897" y="106005"/>
                </a:cubicBezTo>
                <a:cubicBezTo>
                  <a:pt x="218682" y="99107"/>
                  <a:pt x="214348" y="90389"/>
                  <a:pt x="210063" y="90246"/>
                </a:cubicBezTo>
                <a:cubicBezTo>
                  <a:pt x="208338" y="90188"/>
                  <a:pt x="202905" y="86703"/>
                  <a:pt x="197989" y="82502"/>
                </a:cubicBezTo>
                <a:cubicBezTo>
                  <a:pt x="188345" y="74258"/>
                  <a:pt x="178782" y="72880"/>
                  <a:pt x="171181" y="78639"/>
                </a:cubicBezTo>
                <a:cubicBezTo>
                  <a:pt x="168558" y="80626"/>
                  <a:pt x="164670" y="81583"/>
                  <a:pt x="162540" y="80766"/>
                </a:cubicBezTo>
                <a:cubicBezTo>
                  <a:pt x="158541" y="79232"/>
                  <a:pt x="151258" y="86508"/>
                  <a:pt x="140024" y="103258"/>
                </a:cubicBezTo>
                <a:cubicBezTo>
                  <a:pt x="131601" y="115819"/>
                  <a:pt x="124189" y="123910"/>
                  <a:pt x="121107" y="123910"/>
                </a:cubicBezTo>
                <a:cubicBezTo>
                  <a:pt x="119672" y="123910"/>
                  <a:pt x="117052" y="122167"/>
                  <a:pt x="115285" y="120037"/>
                </a:cubicBezTo>
                <a:cubicBezTo>
                  <a:pt x="113517" y="117908"/>
                  <a:pt x="109378" y="116165"/>
                  <a:pt x="106086" y="116165"/>
                </a:cubicBezTo>
                <a:cubicBezTo>
                  <a:pt x="98470" y="116165"/>
                  <a:pt x="97317" y="114137"/>
                  <a:pt x="95488" y="97511"/>
                </a:cubicBezTo>
                <a:cubicBezTo>
                  <a:pt x="93708" y="81325"/>
                  <a:pt x="86063" y="72281"/>
                  <a:pt x="74161" y="72281"/>
                </a:cubicBezTo>
                <a:cubicBezTo>
                  <a:pt x="68039" y="72281"/>
                  <a:pt x="65473" y="74016"/>
                  <a:pt x="62180" y="80383"/>
                </a:cubicBezTo>
                <a:cubicBezTo>
                  <a:pt x="59748" y="85087"/>
                  <a:pt x="58583" y="91445"/>
                  <a:pt x="59403" y="95543"/>
                </a:cubicBezTo>
                <a:cubicBezTo>
                  <a:pt x="60452" y="100790"/>
                  <a:pt x="59265" y="104058"/>
                  <a:pt x="54777" y="108274"/>
                </a:cubicBezTo>
                <a:cubicBezTo>
                  <a:pt x="51457" y="111393"/>
                  <a:pt x="47935" y="117640"/>
                  <a:pt x="46950" y="122154"/>
                </a:cubicBezTo>
                <a:lnTo>
                  <a:pt x="45160" y="130363"/>
                </a:lnTo>
                <a:lnTo>
                  <a:pt x="42524" y="123910"/>
                </a:lnTo>
                <a:cubicBezTo>
                  <a:pt x="37073" y="110563"/>
                  <a:pt x="32979" y="104462"/>
                  <a:pt x="27585" y="101648"/>
                </a:cubicBezTo>
                <a:cubicBezTo>
                  <a:pt x="17943" y="96616"/>
                  <a:pt x="4895" y="80319"/>
                  <a:pt x="3541" y="71617"/>
                </a:cubicBezTo>
                <a:cubicBezTo>
                  <a:pt x="2825" y="67013"/>
                  <a:pt x="1452" y="60822"/>
                  <a:pt x="489" y="57859"/>
                </a:cubicBezTo>
                <a:cubicBezTo>
                  <a:pt x="-848" y="53746"/>
                  <a:pt x="431" y="51364"/>
                  <a:pt x="5896" y="47783"/>
                </a:cubicBezTo>
                <a:cubicBezTo>
                  <a:pt x="10761" y="44595"/>
                  <a:pt x="13372" y="44047"/>
                  <a:pt x="14046" y="46070"/>
                </a:cubicBezTo>
                <a:cubicBezTo>
                  <a:pt x="15462" y="50316"/>
                  <a:pt x="18138" y="49779"/>
                  <a:pt x="24934" y="43885"/>
                </a:cubicBezTo>
                <a:cubicBezTo>
                  <a:pt x="28208" y="41045"/>
                  <a:pt x="32964" y="38722"/>
                  <a:pt x="35503" y="38722"/>
                </a:cubicBezTo>
                <a:cubicBezTo>
                  <a:pt x="38041" y="38722"/>
                  <a:pt x="40941" y="37391"/>
                  <a:pt x="41946" y="35764"/>
                </a:cubicBezTo>
                <a:cubicBezTo>
                  <a:pt x="43722" y="32890"/>
                  <a:pt x="39180" y="33412"/>
                  <a:pt x="25819" y="37615"/>
                </a:cubicBezTo>
                <a:cubicBezTo>
                  <a:pt x="21516" y="38969"/>
                  <a:pt x="21538" y="38810"/>
                  <a:pt x="26045" y="35947"/>
                </a:cubicBezTo>
                <a:cubicBezTo>
                  <a:pt x="31416" y="32535"/>
                  <a:pt x="63427" y="25797"/>
                  <a:pt x="73982" y="25857"/>
                </a:cubicBezTo>
                <a:cubicBezTo>
                  <a:pt x="78607" y="25883"/>
                  <a:pt x="79439" y="26525"/>
                  <a:pt x="76916" y="28123"/>
                </a:cubicBezTo>
                <a:cubicBezTo>
                  <a:pt x="73965" y="29993"/>
                  <a:pt x="73961" y="30540"/>
                  <a:pt x="76893" y="31518"/>
                </a:cubicBezTo>
                <a:cubicBezTo>
                  <a:pt x="78816" y="32159"/>
                  <a:pt x="81904" y="31168"/>
                  <a:pt x="83755" y="29317"/>
                </a:cubicBezTo>
                <a:cubicBezTo>
                  <a:pt x="85607" y="27466"/>
                  <a:pt x="91425" y="24774"/>
                  <a:pt x="96686" y="23336"/>
                </a:cubicBezTo>
                <a:cubicBezTo>
                  <a:pt x="101946" y="21898"/>
                  <a:pt x="109785" y="17511"/>
                  <a:pt x="114106" y="13587"/>
                </a:cubicBezTo>
                <a:cubicBezTo>
                  <a:pt x="121455" y="6915"/>
                  <a:pt x="131807" y="0"/>
                  <a:pt x="134447" y="0"/>
                </a:cubicBezTo>
                <a:cubicBezTo>
                  <a:pt x="135087" y="0"/>
                  <a:pt x="135973" y="3775"/>
                  <a:pt x="136418" y="8390"/>
                </a:cubicBezTo>
                <a:cubicBezTo>
                  <a:pt x="137168" y="16168"/>
                  <a:pt x="137980" y="16836"/>
                  <a:pt x="147553" y="17557"/>
                </a:cubicBezTo>
                <a:cubicBezTo>
                  <a:pt x="160105" y="18501"/>
                  <a:pt x="164320" y="23444"/>
                  <a:pt x="164372" y="37279"/>
                </a:cubicBezTo>
                <a:cubicBezTo>
                  <a:pt x="164422" y="50382"/>
                  <a:pt x="165667" y="52231"/>
                  <a:pt x="179001" y="58990"/>
                </a:cubicBezTo>
                <a:cubicBezTo>
                  <a:pt x="184939" y="62000"/>
                  <a:pt x="190525" y="65641"/>
                  <a:pt x="191415" y="67081"/>
                </a:cubicBezTo>
                <a:cubicBezTo>
                  <a:pt x="193368" y="70242"/>
                  <a:pt x="210709" y="70495"/>
                  <a:pt x="215539" y="67434"/>
                </a:cubicBezTo>
                <a:cubicBezTo>
                  <a:pt x="217436" y="66231"/>
                  <a:pt x="218597" y="62474"/>
                  <a:pt x="218120" y="59084"/>
                </a:cubicBezTo>
                <a:cubicBezTo>
                  <a:pt x="217412" y="54054"/>
                  <a:pt x="218522" y="52773"/>
                  <a:pt x="224155" y="52122"/>
                </a:cubicBezTo>
                <a:cubicBezTo>
                  <a:pt x="227952" y="51683"/>
                  <a:pt x="235747" y="53716"/>
                  <a:pt x="241477" y="56639"/>
                </a:cubicBezTo>
                <a:cubicBezTo>
                  <a:pt x="247208" y="59563"/>
                  <a:pt x="255884" y="61955"/>
                  <a:pt x="260758" y="61955"/>
                </a:cubicBezTo>
                <a:cubicBezTo>
                  <a:pt x="266280" y="61955"/>
                  <a:pt x="270184" y="63424"/>
                  <a:pt x="271115" y="65853"/>
                </a:cubicBezTo>
                <a:cubicBezTo>
                  <a:pt x="271938" y="67996"/>
                  <a:pt x="273398" y="83679"/>
                  <a:pt x="274360" y="100702"/>
                </a:cubicBezTo>
                <a:lnTo>
                  <a:pt x="276110" y="131654"/>
                </a:lnTo>
                <a:lnTo>
                  <a:pt x="259373" y="131654"/>
                </a:lnTo>
                <a:cubicBezTo>
                  <a:pt x="250168" y="131654"/>
                  <a:pt x="241862" y="130880"/>
                  <a:pt x="240916" y="129933"/>
                </a:cubicBezTo>
                <a:close/>
              </a:path>
            </a:pathLst>
          </a:custGeom>
          <a:solidFill>
            <a:srgbClr val="B9B9B9"/>
          </a:solidFill>
          <a:ln w="5163" cap="flat">
            <a:noFill/>
            <a:prstDash val="solid"/>
            <a:miter/>
          </a:ln>
        </p:spPr>
        <p:txBody>
          <a:bodyPr/>
          <a:lstStyle/>
          <a:p>
            <a:endParaRPr lang="es-419" noProof="0" dirty="0"/>
          </a:p>
        </p:txBody>
      </p:sp>
      <p:sp>
        <p:nvSpPr>
          <p:cNvPr id="65" name="Forma libre: forma 64">
            <a:extLst>
              <a:ext uri="{FF2B5EF4-FFF2-40B4-BE49-F238E27FC236}">
                <a16:creationId xmlns:a16="http://schemas.microsoft.com/office/drawing/2014/main" id="{D786FE1F-52E3-69F0-3935-D487F7074E8F}"/>
              </a:ext>
            </a:extLst>
          </p:cNvPr>
          <p:cNvSpPr/>
          <p:nvPr/>
        </p:nvSpPr>
        <p:spPr>
          <a:xfrm>
            <a:off x="1184484" y="2261861"/>
            <a:ext cx="318490" cy="227740"/>
          </a:xfrm>
          <a:custGeom>
            <a:avLst/>
            <a:gdLst>
              <a:gd name="csX0" fmla="*/ 114616 w 318490"/>
              <a:gd name="csY0" fmla="*/ 224041 h 227740"/>
              <a:gd name="csX1" fmla="*/ 98063 w 318490"/>
              <a:gd name="csY1" fmla="*/ 220365 h 227740"/>
              <a:gd name="csX2" fmla="*/ 78702 w 318490"/>
              <a:gd name="csY2" fmla="*/ 212689 h 227740"/>
              <a:gd name="csX3" fmla="*/ 52720 w 318490"/>
              <a:gd name="csY3" fmla="*/ 202264 h 227740"/>
              <a:gd name="csX4" fmla="*/ 16521 w 318490"/>
              <a:gd name="csY4" fmla="*/ 184010 h 227740"/>
              <a:gd name="csX5" fmla="*/ 9212 w 318490"/>
              <a:gd name="csY5" fmla="*/ 173147 h 227740"/>
              <a:gd name="csX6" fmla="*/ 4642 w 318490"/>
              <a:gd name="csY6" fmla="*/ 147730 h 227740"/>
              <a:gd name="csX7" fmla="*/ 11809 w 318490"/>
              <a:gd name="csY7" fmla="*/ 137502 h 227740"/>
              <a:gd name="csX8" fmla="*/ 21183 w 318490"/>
              <a:gd name="csY8" fmla="*/ 134430 h 227740"/>
              <a:gd name="csX9" fmla="*/ 31013 w 318490"/>
              <a:gd name="csY9" fmla="*/ 131925 h 227740"/>
              <a:gd name="csX10" fmla="*/ 40878 w 318490"/>
              <a:gd name="csY10" fmla="*/ 131248 h 227740"/>
              <a:gd name="csX11" fmla="*/ 63873 w 318490"/>
              <a:gd name="csY11" fmla="*/ 121001 h 227740"/>
              <a:gd name="csX12" fmla="*/ 83748 w 318490"/>
              <a:gd name="csY12" fmla="*/ 109166 h 227740"/>
              <a:gd name="csX13" fmla="*/ 103738 w 318490"/>
              <a:gd name="csY13" fmla="*/ 85934 h 227740"/>
              <a:gd name="csX14" fmla="*/ 95901 w 318490"/>
              <a:gd name="csY14" fmla="*/ 79966 h 227740"/>
              <a:gd name="csX15" fmla="*/ 88802 w 318490"/>
              <a:gd name="csY15" fmla="*/ 74674 h 227740"/>
              <a:gd name="csX16" fmla="*/ 86125 w 318490"/>
              <a:gd name="csY16" fmla="*/ 66219 h 227740"/>
              <a:gd name="csX17" fmla="*/ 86125 w 318490"/>
              <a:gd name="csY17" fmla="*/ 56499 h 227740"/>
              <a:gd name="csX18" fmla="*/ 88802 w 318490"/>
              <a:gd name="csY18" fmla="*/ 47540 h 227740"/>
              <a:gd name="csX19" fmla="*/ 60913 w 318490"/>
              <a:gd name="csY19" fmla="*/ 35309 h 227740"/>
              <a:gd name="csX20" fmla="*/ 56419 w 318490"/>
              <a:gd name="csY20" fmla="*/ 24926 h 227740"/>
              <a:gd name="csX21" fmla="*/ 74769 w 318490"/>
              <a:gd name="csY21" fmla="*/ 18056 h 227740"/>
              <a:gd name="csX22" fmla="*/ 99155 w 318490"/>
              <a:gd name="csY22" fmla="*/ 10069 h 227740"/>
              <a:gd name="csX23" fmla="*/ 128747 w 318490"/>
              <a:gd name="csY23" fmla="*/ 1794 h 227740"/>
              <a:gd name="csX24" fmla="*/ 148545 w 318490"/>
              <a:gd name="csY24" fmla="*/ 0 h 227740"/>
              <a:gd name="csX25" fmla="*/ 155959 w 318490"/>
              <a:gd name="csY25" fmla="*/ 8117 h 227740"/>
              <a:gd name="csX26" fmla="*/ 176571 w 318490"/>
              <a:gd name="csY26" fmla="*/ 11071 h 227740"/>
              <a:gd name="csX27" fmla="*/ 199804 w 318490"/>
              <a:gd name="csY27" fmla="*/ 21145 h 227740"/>
              <a:gd name="csX28" fmla="*/ 218086 w 318490"/>
              <a:gd name="csY28" fmla="*/ 31610 h 227740"/>
              <a:gd name="csX29" fmla="*/ 246412 w 318490"/>
              <a:gd name="csY29" fmla="*/ 32163 h 227740"/>
              <a:gd name="csX30" fmla="*/ 266539 w 318490"/>
              <a:gd name="csY30" fmla="*/ 37891 h 227740"/>
              <a:gd name="csX31" fmla="*/ 290777 w 318490"/>
              <a:gd name="csY31" fmla="*/ 32555 h 227740"/>
              <a:gd name="csX32" fmla="*/ 315453 w 318490"/>
              <a:gd name="csY32" fmla="*/ 29658 h 227740"/>
              <a:gd name="csX33" fmla="*/ 315970 w 318490"/>
              <a:gd name="csY33" fmla="*/ 49793 h 227740"/>
              <a:gd name="csX34" fmla="*/ 313388 w 318490"/>
              <a:gd name="csY34" fmla="*/ 54741 h 227740"/>
              <a:gd name="csX35" fmla="*/ 311088 w 318490"/>
              <a:gd name="csY35" fmla="*/ 60549 h 227740"/>
              <a:gd name="csX36" fmla="*/ 306292 w 318490"/>
              <a:gd name="csY36" fmla="*/ 87865 h 227740"/>
              <a:gd name="csX37" fmla="*/ 284623 w 318490"/>
              <a:gd name="csY37" fmla="*/ 147819 h 227740"/>
              <a:gd name="csX38" fmla="*/ 277248 w 318490"/>
              <a:gd name="csY38" fmla="*/ 167736 h 227740"/>
              <a:gd name="csX39" fmla="*/ 272730 w 318490"/>
              <a:gd name="csY39" fmla="*/ 177484 h 227740"/>
              <a:gd name="csX40" fmla="*/ 214235 w 318490"/>
              <a:gd name="csY40" fmla="*/ 170076 h 227740"/>
              <a:gd name="csX41" fmla="*/ 184978 w 318490"/>
              <a:gd name="csY41" fmla="*/ 166604 h 227740"/>
              <a:gd name="csX42" fmla="*/ 157292 w 318490"/>
              <a:gd name="csY42" fmla="*/ 168449 h 227740"/>
              <a:gd name="csX43" fmla="*/ 156212 w 318490"/>
              <a:gd name="csY43" fmla="*/ 189010 h 227740"/>
              <a:gd name="csX44" fmla="*/ 147530 w 318490"/>
              <a:gd name="csY44" fmla="*/ 199123 h 227740"/>
              <a:gd name="csX45" fmla="*/ 137850 w 318490"/>
              <a:gd name="csY45" fmla="*/ 216729 h 227740"/>
              <a:gd name="csX46" fmla="*/ 130751 w 318490"/>
              <a:gd name="csY46" fmla="*/ 227717 h 227740"/>
              <a:gd name="csX47" fmla="*/ 114616 w 318490"/>
              <a:gd name="csY47" fmla="*/ 224041 h 2277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Lst>
            <a:rect l="l" t="t" r="r" b="b"/>
            <a:pathLst>
              <a:path w="318490" h="227740">
                <a:moveTo>
                  <a:pt x="114616" y="224041"/>
                </a:moveTo>
                <a:cubicBezTo>
                  <a:pt x="109647" y="222127"/>
                  <a:pt x="102198" y="220473"/>
                  <a:pt x="98063" y="220365"/>
                </a:cubicBezTo>
                <a:cubicBezTo>
                  <a:pt x="93928" y="220257"/>
                  <a:pt x="85216" y="216803"/>
                  <a:pt x="78702" y="212689"/>
                </a:cubicBezTo>
                <a:cubicBezTo>
                  <a:pt x="72189" y="208575"/>
                  <a:pt x="60497" y="203884"/>
                  <a:pt x="52720" y="202264"/>
                </a:cubicBezTo>
                <a:cubicBezTo>
                  <a:pt x="38260" y="199253"/>
                  <a:pt x="16521" y="188291"/>
                  <a:pt x="16521" y="184010"/>
                </a:cubicBezTo>
                <a:cubicBezTo>
                  <a:pt x="16521" y="182699"/>
                  <a:pt x="13232" y="177811"/>
                  <a:pt x="9212" y="173147"/>
                </a:cubicBezTo>
                <a:cubicBezTo>
                  <a:pt x="-1729" y="160453"/>
                  <a:pt x="-2493" y="156209"/>
                  <a:pt x="4642" y="147730"/>
                </a:cubicBezTo>
                <a:cubicBezTo>
                  <a:pt x="8064" y="143663"/>
                  <a:pt x="11290" y="139060"/>
                  <a:pt x="11809" y="137502"/>
                </a:cubicBezTo>
                <a:cubicBezTo>
                  <a:pt x="12328" y="135944"/>
                  <a:pt x="16546" y="134562"/>
                  <a:pt x="21183" y="134430"/>
                </a:cubicBezTo>
                <a:cubicBezTo>
                  <a:pt x="25819" y="134298"/>
                  <a:pt x="30243" y="133171"/>
                  <a:pt x="31013" y="131925"/>
                </a:cubicBezTo>
                <a:cubicBezTo>
                  <a:pt x="31783" y="130679"/>
                  <a:pt x="36222" y="130374"/>
                  <a:pt x="40878" y="131248"/>
                </a:cubicBezTo>
                <a:cubicBezTo>
                  <a:pt x="48236" y="132628"/>
                  <a:pt x="51244" y="131288"/>
                  <a:pt x="63873" y="121001"/>
                </a:cubicBezTo>
                <a:cubicBezTo>
                  <a:pt x="71865" y="114492"/>
                  <a:pt x="80808" y="109166"/>
                  <a:pt x="83748" y="109166"/>
                </a:cubicBezTo>
                <a:cubicBezTo>
                  <a:pt x="91503" y="109166"/>
                  <a:pt x="104649" y="93888"/>
                  <a:pt x="103738" y="85934"/>
                </a:cubicBezTo>
                <a:cubicBezTo>
                  <a:pt x="103134" y="80649"/>
                  <a:pt x="101713" y="79568"/>
                  <a:pt x="95901" y="79966"/>
                </a:cubicBezTo>
                <a:cubicBezTo>
                  <a:pt x="90126" y="80361"/>
                  <a:pt x="88802" y="79374"/>
                  <a:pt x="88802" y="74674"/>
                </a:cubicBezTo>
                <a:cubicBezTo>
                  <a:pt x="88802" y="71496"/>
                  <a:pt x="87597" y="67691"/>
                  <a:pt x="86125" y="66219"/>
                </a:cubicBezTo>
                <a:cubicBezTo>
                  <a:pt x="84276" y="64370"/>
                  <a:pt x="84276" y="61362"/>
                  <a:pt x="86125" y="56499"/>
                </a:cubicBezTo>
                <a:cubicBezTo>
                  <a:pt x="87597" y="52626"/>
                  <a:pt x="88802" y="48595"/>
                  <a:pt x="88802" y="47540"/>
                </a:cubicBezTo>
                <a:cubicBezTo>
                  <a:pt x="88802" y="45033"/>
                  <a:pt x="71424" y="37411"/>
                  <a:pt x="60913" y="35309"/>
                </a:cubicBezTo>
                <a:cubicBezTo>
                  <a:pt x="51581" y="33443"/>
                  <a:pt x="51150" y="32448"/>
                  <a:pt x="56419" y="24926"/>
                </a:cubicBezTo>
                <a:cubicBezTo>
                  <a:pt x="59183" y="20980"/>
                  <a:pt x="64034" y="19164"/>
                  <a:pt x="74769" y="18056"/>
                </a:cubicBezTo>
                <a:cubicBezTo>
                  <a:pt x="84042" y="17099"/>
                  <a:pt x="92933" y="14187"/>
                  <a:pt x="99155" y="10069"/>
                </a:cubicBezTo>
                <a:cubicBezTo>
                  <a:pt x="106450" y="5242"/>
                  <a:pt x="114000" y="3130"/>
                  <a:pt x="128747" y="1794"/>
                </a:cubicBezTo>
                <a:lnTo>
                  <a:pt x="148545" y="0"/>
                </a:lnTo>
                <a:lnTo>
                  <a:pt x="155959" y="8117"/>
                </a:lnTo>
                <a:cubicBezTo>
                  <a:pt x="164608" y="17586"/>
                  <a:pt x="168428" y="18134"/>
                  <a:pt x="176571" y="11071"/>
                </a:cubicBezTo>
                <a:cubicBezTo>
                  <a:pt x="187391" y="1687"/>
                  <a:pt x="199804" y="7069"/>
                  <a:pt x="199804" y="21145"/>
                </a:cubicBezTo>
                <a:cubicBezTo>
                  <a:pt x="199804" y="30772"/>
                  <a:pt x="209395" y="36261"/>
                  <a:pt x="218086" y="31610"/>
                </a:cubicBezTo>
                <a:cubicBezTo>
                  <a:pt x="228270" y="26160"/>
                  <a:pt x="241869" y="26426"/>
                  <a:pt x="246412" y="32163"/>
                </a:cubicBezTo>
                <a:cubicBezTo>
                  <a:pt x="249505" y="36068"/>
                  <a:pt x="254126" y="37384"/>
                  <a:pt x="266539" y="37891"/>
                </a:cubicBezTo>
                <a:cubicBezTo>
                  <a:pt x="279978" y="38440"/>
                  <a:pt x="284000" y="37555"/>
                  <a:pt x="290777" y="32555"/>
                </a:cubicBezTo>
                <a:cubicBezTo>
                  <a:pt x="299613" y="26036"/>
                  <a:pt x="310548" y="24752"/>
                  <a:pt x="315453" y="29658"/>
                </a:cubicBezTo>
                <a:cubicBezTo>
                  <a:pt x="319191" y="33396"/>
                  <a:pt x="319612" y="49793"/>
                  <a:pt x="315970" y="49793"/>
                </a:cubicBezTo>
                <a:cubicBezTo>
                  <a:pt x="314550" y="49793"/>
                  <a:pt x="313388" y="52020"/>
                  <a:pt x="313388" y="54741"/>
                </a:cubicBezTo>
                <a:cubicBezTo>
                  <a:pt x="313388" y="57462"/>
                  <a:pt x="312353" y="60076"/>
                  <a:pt x="311088" y="60549"/>
                </a:cubicBezTo>
                <a:cubicBezTo>
                  <a:pt x="309822" y="61023"/>
                  <a:pt x="307664" y="73315"/>
                  <a:pt x="306292" y="87865"/>
                </a:cubicBezTo>
                <a:cubicBezTo>
                  <a:pt x="303509" y="117372"/>
                  <a:pt x="292552" y="147689"/>
                  <a:pt x="284623" y="147819"/>
                </a:cubicBezTo>
                <a:cubicBezTo>
                  <a:pt x="279191" y="147908"/>
                  <a:pt x="277248" y="153157"/>
                  <a:pt x="277248" y="167736"/>
                </a:cubicBezTo>
                <a:cubicBezTo>
                  <a:pt x="277248" y="177878"/>
                  <a:pt x="276652" y="179163"/>
                  <a:pt x="272730" y="177484"/>
                </a:cubicBezTo>
                <a:cubicBezTo>
                  <a:pt x="262382" y="173052"/>
                  <a:pt x="240695" y="170306"/>
                  <a:pt x="214235" y="170076"/>
                </a:cubicBezTo>
                <a:cubicBezTo>
                  <a:pt x="194190" y="169901"/>
                  <a:pt x="185756" y="168900"/>
                  <a:pt x="184978" y="166604"/>
                </a:cubicBezTo>
                <a:cubicBezTo>
                  <a:pt x="183149" y="161204"/>
                  <a:pt x="162610" y="162574"/>
                  <a:pt x="157292" y="168449"/>
                </a:cubicBezTo>
                <a:cubicBezTo>
                  <a:pt x="153074" y="173111"/>
                  <a:pt x="152885" y="176707"/>
                  <a:pt x="156212" y="189010"/>
                </a:cubicBezTo>
                <a:cubicBezTo>
                  <a:pt x="156777" y="191099"/>
                  <a:pt x="153007" y="195490"/>
                  <a:pt x="147530" y="199123"/>
                </a:cubicBezTo>
                <a:cubicBezTo>
                  <a:pt x="138821" y="204900"/>
                  <a:pt x="137850" y="206668"/>
                  <a:pt x="137850" y="216729"/>
                </a:cubicBezTo>
                <a:cubicBezTo>
                  <a:pt x="137850" y="227257"/>
                  <a:pt x="137433" y="227902"/>
                  <a:pt x="130751" y="227717"/>
                </a:cubicBezTo>
                <a:cubicBezTo>
                  <a:pt x="126846" y="227609"/>
                  <a:pt x="119586" y="225955"/>
                  <a:pt x="114616" y="224041"/>
                </a:cubicBezTo>
                <a:close/>
              </a:path>
            </a:pathLst>
          </a:custGeom>
          <a:solidFill>
            <a:srgbClr val="B9B9B9"/>
          </a:solidFill>
          <a:ln w="5163" cap="flat">
            <a:noFill/>
            <a:prstDash val="solid"/>
            <a:miter/>
          </a:ln>
        </p:spPr>
        <p:txBody>
          <a:bodyPr/>
          <a:lstStyle/>
          <a:p>
            <a:endParaRPr lang="es-419" noProof="0" dirty="0"/>
          </a:p>
        </p:txBody>
      </p:sp>
      <p:sp>
        <p:nvSpPr>
          <p:cNvPr id="66" name="Forma libre: forma 65">
            <a:extLst>
              <a:ext uri="{FF2B5EF4-FFF2-40B4-BE49-F238E27FC236}">
                <a16:creationId xmlns:a16="http://schemas.microsoft.com/office/drawing/2014/main" id="{691B0727-9273-1205-C06F-DFEC16A645C1}"/>
              </a:ext>
            </a:extLst>
          </p:cNvPr>
          <p:cNvSpPr/>
          <p:nvPr/>
        </p:nvSpPr>
        <p:spPr>
          <a:xfrm>
            <a:off x="1557246" y="2384328"/>
            <a:ext cx="70794" cy="61560"/>
          </a:xfrm>
          <a:custGeom>
            <a:avLst/>
            <a:gdLst>
              <a:gd name="csX0" fmla="*/ 30977 w 70794"/>
              <a:gd name="csY0" fmla="*/ 53817 h 61560"/>
              <a:gd name="csX1" fmla="*/ 18070 w 70794"/>
              <a:gd name="csY1" fmla="*/ 49863 h 61560"/>
              <a:gd name="csX2" fmla="*/ 14198 w 70794"/>
              <a:gd name="csY2" fmla="*/ 52169 h 61560"/>
              <a:gd name="csX3" fmla="*/ 10326 w 70794"/>
              <a:gd name="csY3" fmla="*/ 47062 h 61560"/>
              <a:gd name="csX4" fmla="*/ 5163 w 70794"/>
              <a:gd name="csY4" fmla="*/ 39020 h 61560"/>
              <a:gd name="csX5" fmla="*/ 0 w 70794"/>
              <a:gd name="csY5" fmla="*/ 32748 h 61560"/>
              <a:gd name="csX6" fmla="*/ 10326 w 70794"/>
              <a:gd name="csY6" fmla="*/ 18967 h 61560"/>
              <a:gd name="csX7" fmla="*/ 20652 w 70794"/>
              <a:gd name="csY7" fmla="*/ 3034 h 61560"/>
              <a:gd name="csX8" fmla="*/ 30332 w 70794"/>
              <a:gd name="csY8" fmla="*/ 698 h 61560"/>
              <a:gd name="csX9" fmla="*/ 54210 w 70794"/>
              <a:gd name="csY9" fmla="*/ 10137 h 61560"/>
              <a:gd name="csX10" fmla="*/ 63267 w 70794"/>
              <a:gd name="csY10" fmla="*/ 15095 h 61560"/>
              <a:gd name="csX11" fmla="*/ 69100 w 70794"/>
              <a:gd name="csY11" fmla="*/ 20258 h 61560"/>
              <a:gd name="csX12" fmla="*/ 69100 w 70794"/>
              <a:gd name="csY12" fmla="*/ 30584 h 61560"/>
              <a:gd name="csX13" fmla="*/ 69721 w 70794"/>
              <a:gd name="csY13" fmla="*/ 35746 h 61560"/>
              <a:gd name="csX14" fmla="*/ 67118 w 70794"/>
              <a:gd name="csY14" fmla="*/ 44803 h 61560"/>
              <a:gd name="csX15" fmla="*/ 61618 w 70794"/>
              <a:gd name="csY15" fmla="*/ 50612 h 61560"/>
              <a:gd name="csX16" fmla="*/ 54931 w 70794"/>
              <a:gd name="csY16" fmla="*/ 50644 h 61560"/>
              <a:gd name="csX17" fmla="*/ 37735 w 70794"/>
              <a:gd name="csY17" fmla="*/ 61561 h 61560"/>
              <a:gd name="csX18" fmla="*/ 30977 w 70794"/>
              <a:gd name="csY18" fmla="*/ 53817 h 615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70794" h="61560">
                <a:moveTo>
                  <a:pt x="30977" y="53817"/>
                </a:moveTo>
                <a:cubicBezTo>
                  <a:pt x="25158" y="45644"/>
                  <a:pt x="18070" y="43473"/>
                  <a:pt x="18070" y="49863"/>
                </a:cubicBezTo>
                <a:cubicBezTo>
                  <a:pt x="18070" y="52173"/>
                  <a:pt x="16557" y="53074"/>
                  <a:pt x="14198" y="52169"/>
                </a:cubicBezTo>
                <a:cubicBezTo>
                  <a:pt x="12068" y="51351"/>
                  <a:pt x="10326" y="49053"/>
                  <a:pt x="10326" y="47062"/>
                </a:cubicBezTo>
                <a:cubicBezTo>
                  <a:pt x="10326" y="45070"/>
                  <a:pt x="8003" y="41451"/>
                  <a:pt x="5163" y="39020"/>
                </a:cubicBezTo>
                <a:cubicBezTo>
                  <a:pt x="2323" y="36588"/>
                  <a:pt x="0" y="33766"/>
                  <a:pt x="0" y="32748"/>
                </a:cubicBezTo>
                <a:cubicBezTo>
                  <a:pt x="0" y="31730"/>
                  <a:pt x="4647" y="25529"/>
                  <a:pt x="10326" y="18967"/>
                </a:cubicBezTo>
                <a:cubicBezTo>
                  <a:pt x="16005" y="12405"/>
                  <a:pt x="20652" y="5235"/>
                  <a:pt x="20652" y="3034"/>
                </a:cubicBezTo>
                <a:cubicBezTo>
                  <a:pt x="20652" y="-166"/>
                  <a:pt x="22592" y="-634"/>
                  <a:pt x="30332" y="698"/>
                </a:cubicBezTo>
                <a:cubicBezTo>
                  <a:pt x="52748" y="4557"/>
                  <a:pt x="54210" y="5134"/>
                  <a:pt x="54210" y="10137"/>
                </a:cubicBezTo>
                <a:cubicBezTo>
                  <a:pt x="54210" y="14084"/>
                  <a:pt x="56056" y="15095"/>
                  <a:pt x="63267" y="15095"/>
                </a:cubicBezTo>
                <a:cubicBezTo>
                  <a:pt x="71678" y="15095"/>
                  <a:pt x="72094" y="15463"/>
                  <a:pt x="69100" y="20258"/>
                </a:cubicBezTo>
                <a:cubicBezTo>
                  <a:pt x="66522" y="24386"/>
                  <a:pt x="66522" y="26456"/>
                  <a:pt x="69100" y="30584"/>
                </a:cubicBezTo>
                <a:cubicBezTo>
                  <a:pt x="71011" y="33644"/>
                  <a:pt x="71264" y="35746"/>
                  <a:pt x="69721" y="35746"/>
                </a:cubicBezTo>
                <a:cubicBezTo>
                  <a:pt x="68289" y="35746"/>
                  <a:pt x="67118" y="39822"/>
                  <a:pt x="67118" y="44803"/>
                </a:cubicBezTo>
                <a:cubicBezTo>
                  <a:pt x="67118" y="53341"/>
                  <a:pt x="66802" y="53674"/>
                  <a:pt x="61618" y="50612"/>
                </a:cubicBezTo>
                <a:cubicBezTo>
                  <a:pt x="57188" y="47995"/>
                  <a:pt x="55886" y="48002"/>
                  <a:pt x="54931" y="50644"/>
                </a:cubicBezTo>
                <a:cubicBezTo>
                  <a:pt x="53898" y="53500"/>
                  <a:pt x="41201" y="61561"/>
                  <a:pt x="37735" y="61561"/>
                </a:cubicBezTo>
                <a:cubicBezTo>
                  <a:pt x="37051" y="61561"/>
                  <a:pt x="34010" y="58076"/>
                  <a:pt x="30977" y="53817"/>
                </a:cubicBezTo>
                <a:close/>
              </a:path>
            </a:pathLst>
          </a:custGeom>
          <a:solidFill>
            <a:srgbClr val="B9B9B9"/>
          </a:solidFill>
          <a:ln w="5163" cap="flat">
            <a:noFill/>
            <a:prstDash val="solid"/>
            <a:miter/>
          </a:ln>
        </p:spPr>
        <p:txBody>
          <a:bodyPr/>
          <a:lstStyle/>
          <a:p>
            <a:endParaRPr lang="es-419" noProof="0" dirty="0"/>
          </a:p>
        </p:txBody>
      </p:sp>
      <p:sp>
        <p:nvSpPr>
          <p:cNvPr id="67" name="Forma libre: forma 66">
            <a:extLst>
              <a:ext uri="{FF2B5EF4-FFF2-40B4-BE49-F238E27FC236}">
                <a16:creationId xmlns:a16="http://schemas.microsoft.com/office/drawing/2014/main" id="{73B53716-15A2-6906-60D7-B57FA68C8477}"/>
              </a:ext>
            </a:extLst>
          </p:cNvPr>
          <p:cNvSpPr/>
          <p:nvPr/>
        </p:nvSpPr>
        <p:spPr>
          <a:xfrm>
            <a:off x="1478193" y="2273156"/>
            <a:ext cx="153622" cy="170128"/>
          </a:xfrm>
          <a:custGeom>
            <a:avLst/>
            <a:gdLst>
              <a:gd name="csX0" fmla="*/ 8493 w 153622"/>
              <a:gd name="csY0" fmla="*/ 168431 h 170128"/>
              <a:gd name="csX1" fmla="*/ 6772 w 153622"/>
              <a:gd name="csY1" fmla="*/ 161418 h 170128"/>
              <a:gd name="csX2" fmla="*/ 2681 w 153622"/>
              <a:gd name="csY2" fmla="*/ 145415 h 170128"/>
              <a:gd name="csX3" fmla="*/ 5459 w 153622"/>
              <a:gd name="csY3" fmla="*/ 121148 h 170128"/>
              <a:gd name="csX4" fmla="*/ 14777 w 153622"/>
              <a:gd name="csY4" fmla="*/ 82726 h 170128"/>
              <a:gd name="csX5" fmla="*/ 25155 w 153622"/>
              <a:gd name="csY5" fmla="*/ 43661 h 170128"/>
              <a:gd name="csX6" fmla="*/ 27423 w 153622"/>
              <a:gd name="csY6" fmla="*/ 32229 h 170128"/>
              <a:gd name="csX7" fmla="*/ 31172 w 153622"/>
              <a:gd name="csY7" fmla="*/ 17047 h 170128"/>
              <a:gd name="csX8" fmla="*/ 33221 w 153622"/>
              <a:gd name="csY8" fmla="*/ 11598 h 170128"/>
              <a:gd name="csX9" fmla="*/ 37362 w 153622"/>
              <a:gd name="csY9" fmla="*/ 8370 h 170128"/>
              <a:gd name="csX10" fmla="*/ 41848 w 153622"/>
              <a:gd name="csY10" fmla="*/ 3309 h 170128"/>
              <a:gd name="csX11" fmla="*/ 51947 w 153622"/>
              <a:gd name="csY11" fmla="*/ 4939 h 170128"/>
              <a:gd name="csX12" fmla="*/ 67990 w 153622"/>
              <a:gd name="csY12" fmla="*/ 10085 h 170128"/>
              <a:gd name="csX13" fmla="*/ 82983 w 153622"/>
              <a:gd name="csY13" fmla="*/ 28865 h 170128"/>
              <a:gd name="csX14" fmla="*/ 93236 w 153622"/>
              <a:gd name="csY14" fmla="*/ 38498 h 170128"/>
              <a:gd name="csX15" fmla="*/ 103025 w 153622"/>
              <a:gd name="csY15" fmla="*/ 33366 h 170128"/>
              <a:gd name="csX16" fmla="*/ 120832 w 153622"/>
              <a:gd name="csY16" fmla="*/ 24595 h 170128"/>
              <a:gd name="csX17" fmla="*/ 122064 w 153622"/>
              <a:gd name="csY17" fmla="*/ 33182 h 170128"/>
              <a:gd name="csX18" fmla="*/ 135261 w 153622"/>
              <a:gd name="csY18" fmla="*/ 39968 h 170128"/>
              <a:gd name="csX19" fmla="*/ 152396 w 153622"/>
              <a:gd name="csY19" fmla="*/ 46930 h 170128"/>
              <a:gd name="csX20" fmla="*/ 149002 w 153622"/>
              <a:gd name="csY20" fmla="*/ 58232 h 170128"/>
              <a:gd name="csX21" fmla="*/ 146552 w 153622"/>
              <a:gd name="csY21" fmla="*/ 64545 h 170128"/>
              <a:gd name="csX22" fmla="*/ 148358 w 153622"/>
              <a:gd name="csY22" fmla="*/ 121402 h 170128"/>
              <a:gd name="csX23" fmla="*/ 135844 w 153622"/>
              <a:gd name="csY23" fmla="*/ 118523 h 170128"/>
              <a:gd name="csX24" fmla="*/ 131972 w 153622"/>
              <a:gd name="csY24" fmla="*/ 113360 h 170128"/>
              <a:gd name="csX25" fmla="*/ 128062 w 153622"/>
              <a:gd name="csY25" fmla="*/ 103679 h 170128"/>
              <a:gd name="csX26" fmla="*/ 124378 w 153622"/>
              <a:gd name="csY26" fmla="*/ 87545 h 170128"/>
              <a:gd name="csX27" fmla="*/ 116378 w 153622"/>
              <a:gd name="csY27" fmla="*/ 72702 h 170128"/>
              <a:gd name="csX28" fmla="*/ 107448 w 153622"/>
              <a:gd name="csY28" fmla="*/ 67912 h 170128"/>
              <a:gd name="csX29" fmla="*/ 99376 w 153622"/>
              <a:gd name="csY29" fmla="*/ 80152 h 170128"/>
              <a:gd name="csX30" fmla="*/ 94468 w 153622"/>
              <a:gd name="csY30" fmla="*/ 101141 h 170128"/>
              <a:gd name="csX31" fmla="*/ 81766 w 153622"/>
              <a:gd name="csY31" fmla="*/ 133635 h 170128"/>
              <a:gd name="csX32" fmla="*/ 65090 w 153622"/>
              <a:gd name="csY32" fmla="*/ 140680 h 170128"/>
              <a:gd name="csX33" fmla="*/ 53260 w 153622"/>
              <a:gd name="csY33" fmla="*/ 146865 h 170128"/>
              <a:gd name="csX34" fmla="*/ 38902 w 153622"/>
              <a:gd name="csY34" fmla="*/ 154663 h 170128"/>
              <a:gd name="csX35" fmla="*/ 22260 w 153622"/>
              <a:gd name="csY35" fmla="*/ 162407 h 170128"/>
              <a:gd name="csX36" fmla="*/ 8493 w 153622"/>
              <a:gd name="csY36" fmla="*/ 168431 h 17012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Lst>
            <a:rect l="l" t="t" r="r" b="b"/>
            <a:pathLst>
              <a:path w="153622" h="170128">
                <a:moveTo>
                  <a:pt x="8493" y="168431"/>
                </a:moveTo>
                <a:cubicBezTo>
                  <a:pt x="7546" y="167484"/>
                  <a:pt x="6772" y="164329"/>
                  <a:pt x="6772" y="161418"/>
                </a:cubicBezTo>
                <a:cubicBezTo>
                  <a:pt x="6772" y="158508"/>
                  <a:pt x="4931" y="151306"/>
                  <a:pt x="2681" y="145415"/>
                </a:cubicBezTo>
                <a:cubicBezTo>
                  <a:pt x="-1298" y="134996"/>
                  <a:pt x="-1222" y="134332"/>
                  <a:pt x="5459" y="121148"/>
                </a:cubicBezTo>
                <a:cubicBezTo>
                  <a:pt x="10516" y="111168"/>
                  <a:pt x="12973" y="101035"/>
                  <a:pt x="14777" y="82726"/>
                </a:cubicBezTo>
                <a:cubicBezTo>
                  <a:pt x="17244" y="57676"/>
                  <a:pt x="20967" y="43661"/>
                  <a:pt x="25155" y="43661"/>
                </a:cubicBezTo>
                <a:cubicBezTo>
                  <a:pt x="26403" y="43661"/>
                  <a:pt x="27423" y="38516"/>
                  <a:pt x="27423" y="32229"/>
                </a:cubicBezTo>
                <a:cubicBezTo>
                  <a:pt x="27423" y="25675"/>
                  <a:pt x="29023" y="19196"/>
                  <a:pt x="31172" y="17047"/>
                </a:cubicBezTo>
                <a:cubicBezTo>
                  <a:pt x="33235" y="14985"/>
                  <a:pt x="34156" y="12533"/>
                  <a:pt x="33221" y="11598"/>
                </a:cubicBezTo>
                <a:cubicBezTo>
                  <a:pt x="32286" y="10662"/>
                  <a:pt x="34150" y="9210"/>
                  <a:pt x="37362" y="8370"/>
                </a:cubicBezTo>
                <a:cubicBezTo>
                  <a:pt x="40925" y="7438"/>
                  <a:pt x="42675" y="5464"/>
                  <a:pt x="41848" y="3309"/>
                </a:cubicBezTo>
                <a:cubicBezTo>
                  <a:pt x="39982" y="-1555"/>
                  <a:pt x="42837" y="-1094"/>
                  <a:pt x="51947" y="4939"/>
                </a:cubicBezTo>
                <a:cubicBezTo>
                  <a:pt x="56206" y="7760"/>
                  <a:pt x="63426" y="10076"/>
                  <a:pt x="67990" y="10085"/>
                </a:cubicBezTo>
                <a:cubicBezTo>
                  <a:pt x="77231" y="10104"/>
                  <a:pt x="80149" y="13759"/>
                  <a:pt x="82983" y="28865"/>
                </a:cubicBezTo>
                <a:cubicBezTo>
                  <a:pt x="84632" y="37657"/>
                  <a:pt x="85527" y="38498"/>
                  <a:pt x="93236" y="38498"/>
                </a:cubicBezTo>
                <a:cubicBezTo>
                  <a:pt x="99495" y="38498"/>
                  <a:pt x="102031" y="37168"/>
                  <a:pt x="103025" y="33366"/>
                </a:cubicBezTo>
                <a:cubicBezTo>
                  <a:pt x="104466" y="27855"/>
                  <a:pt x="116509" y="21923"/>
                  <a:pt x="120832" y="24595"/>
                </a:cubicBezTo>
                <a:cubicBezTo>
                  <a:pt x="122276" y="25487"/>
                  <a:pt x="122830" y="29351"/>
                  <a:pt x="122064" y="33182"/>
                </a:cubicBezTo>
                <a:cubicBezTo>
                  <a:pt x="120679" y="40107"/>
                  <a:pt x="120757" y="40147"/>
                  <a:pt x="135261" y="39968"/>
                </a:cubicBezTo>
                <a:cubicBezTo>
                  <a:pt x="148934" y="39800"/>
                  <a:pt x="150012" y="40238"/>
                  <a:pt x="152396" y="46930"/>
                </a:cubicBezTo>
                <a:cubicBezTo>
                  <a:pt x="154575" y="53045"/>
                  <a:pt x="154087" y="54670"/>
                  <a:pt x="149002" y="58232"/>
                </a:cubicBezTo>
                <a:cubicBezTo>
                  <a:pt x="144363" y="61481"/>
                  <a:pt x="143827" y="62863"/>
                  <a:pt x="146552" y="64545"/>
                </a:cubicBezTo>
                <a:cubicBezTo>
                  <a:pt x="151618" y="67671"/>
                  <a:pt x="153227" y="118317"/>
                  <a:pt x="148358" y="121402"/>
                </a:cubicBezTo>
                <a:cubicBezTo>
                  <a:pt x="142062" y="125392"/>
                  <a:pt x="135844" y="123962"/>
                  <a:pt x="135844" y="118523"/>
                </a:cubicBezTo>
                <a:cubicBezTo>
                  <a:pt x="135844" y="115655"/>
                  <a:pt x="134123" y="113360"/>
                  <a:pt x="131972" y="113360"/>
                </a:cubicBezTo>
                <a:cubicBezTo>
                  <a:pt x="129225" y="113360"/>
                  <a:pt x="128089" y="110546"/>
                  <a:pt x="128062" y="103679"/>
                </a:cubicBezTo>
                <a:cubicBezTo>
                  <a:pt x="128041" y="98355"/>
                  <a:pt x="126383" y="91095"/>
                  <a:pt x="124378" y="87545"/>
                </a:cubicBezTo>
                <a:cubicBezTo>
                  <a:pt x="122373" y="83996"/>
                  <a:pt x="118773" y="77316"/>
                  <a:pt x="116378" y="72702"/>
                </a:cubicBezTo>
                <a:cubicBezTo>
                  <a:pt x="111867" y="64011"/>
                  <a:pt x="107448" y="61641"/>
                  <a:pt x="107448" y="67912"/>
                </a:cubicBezTo>
                <a:cubicBezTo>
                  <a:pt x="107448" y="69891"/>
                  <a:pt x="103816" y="75399"/>
                  <a:pt x="99376" y="80152"/>
                </a:cubicBezTo>
                <a:cubicBezTo>
                  <a:pt x="91445" y="88642"/>
                  <a:pt x="91359" y="89010"/>
                  <a:pt x="94468" y="101141"/>
                </a:cubicBezTo>
                <a:cubicBezTo>
                  <a:pt x="97988" y="114877"/>
                  <a:pt x="97068" y="117230"/>
                  <a:pt x="81766" y="133635"/>
                </a:cubicBezTo>
                <a:cubicBezTo>
                  <a:pt x="74766" y="141139"/>
                  <a:pt x="72544" y="142078"/>
                  <a:pt x="65090" y="140680"/>
                </a:cubicBezTo>
                <a:cubicBezTo>
                  <a:pt x="57313" y="139221"/>
                  <a:pt x="56181" y="139812"/>
                  <a:pt x="53260" y="146865"/>
                </a:cubicBezTo>
                <a:cubicBezTo>
                  <a:pt x="50372" y="153836"/>
                  <a:pt x="48850" y="154663"/>
                  <a:pt x="38902" y="154663"/>
                </a:cubicBezTo>
                <a:cubicBezTo>
                  <a:pt x="29485" y="154663"/>
                  <a:pt x="26927" y="155853"/>
                  <a:pt x="22260" y="162407"/>
                </a:cubicBezTo>
                <a:cubicBezTo>
                  <a:pt x="16933" y="169889"/>
                  <a:pt x="12076" y="172014"/>
                  <a:pt x="8493" y="168431"/>
                </a:cubicBezTo>
                <a:close/>
              </a:path>
            </a:pathLst>
          </a:custGeom>
          <a:solidFill>
            <a:srgbClr val="B9B9B9"/>
          </a:solidFill>
          <a:ln w="5163" cap="flat">
            <a:noFill/>
            <a:prstDash val="solid"/>
            <a:miter/>
          </a:ln>
        </p:spPr>
        <p:txBody>
          <a:bodyPr/>
          <a:lstStyle/>
          <a:p>
            <a:endParaRPr lang="es-419" noProof="0" dirty="0"/>
          </a:p>
        </p:txBody>
      </p:sp>
      <p:grpSp>
        <p:nvGrpSpPr>
          <p:cNvPr id="68" name="Gráfico 39">
            <a:extLst>
              <a:ext uri="{FF2B5EF4-FFF2-40B4-BE49-F238E27FC236}">
                <a16:creationId xmlns:a16="http://schemas.microsoft.com/office/drawing/2014/main" id="{386693F0-BF9B-F01C-3E85-802FA8E42729}"/>
              </a:ext>
            </a:extLst>
          </p:cNvPr>
          <p:cNvGrpSpPr/>
          <p:nvPr/>
        </p:nvGrpSpPr>
        <p:grpSpPr>
          <a:xfrm>
            <a:off x="2169009" y="2212045"/>
            <a:ext cx="273705" cy="260208"/>
            <a:chOff x="2169009" y="2212045"/>
            <a:chExt cx="273705" cy="260208"/>
          </a:xfrm>
          <a:solidFill>
            <a:srgbClr val="B9B9B9"/>
          </a:solidFill>
        </p:grpSpPr>
        <p:sp>
          <p:nvSpPr>
            <p:cNvPr id="69" name="Forma libre: forma 68">
              <a:extLst>
                <a:ext uri="{FF2B5EF4-FFF2-40B4-BE49-F238E27FC236}">
                  <a16:creationId xmlns:a16="http://schemas.microsoft.com/office/drawing/2014/main" id="{4BA92843-9ACA-D746-C94D-B408BAFD3C61}"/>
                </a:ext>
              </a:extLst>
            </p:cNvPr>
            <p:cNvSpPr/>
            <p:nvPr/>
          </p:nvSpPr>
          <p:spPr>
            <a:xfrm>
              <a:off x="2169009" y="2212045"/>
              <a:ext cx="273705" cy="260208"/>
            </a:xfrm>
            <a:custGeom>
              <a:avLst/>
              <a:gdLst>
                <a:gd name="csX0" fmla="*/ 136396 w 273705"/>
                <a:gd name="csY0" fmla="*/ 251544 h 260208"/>
                <a:gd name="csX1" fmla="*/ 123951 w 273705"/>
                <a:gd name="csY1" fmla="*/ 241399 h 260208"/>
                <a:gd name="csX2" fmla="*/ 100178 w 273705"/>
                <a:gd name="csY2" fmla="*/ 233837 h 260208"/>
                <a:gd name="csX3" fmla="*/ 81199 w 273705"/>
                <a:gd name="csY3" fmla="*/ 230865 h 260208"/>
                <a:gd name="csX4" fmla="*/ 75979 w 273705"/>
                <a:gd name="csY4" fmla="*/ 240363 h 260208"/>
                <a:gd name="csX5" fmla="*/ 67894 w 273705"/>
                <a:gd name="csY5" fmla="*/ 246752 h 260208"/>
                <a:gd name="csX6" fmla="*/ 29911 w 273705"/>
                <a:gd name="csY6" fmla="*/ 227450 h 260208"/>
                <a:gd name="csX7" fmla="*/ 28472 w 273705"/>
                <a:gd name="csY7" fmla="*/ 213064 h 260208"/>
                <a:gd name="csX8" fmla="*/ 12481 w 273705"/>
                <a:gd name="csY8" fmla="*/ 197704 h 260208"/>
                <a:gd name="csX9" fmla="*/ 1103 w 273705"/>
                <a:gd name="csY9" fmla="*/ 191257 h 260208"/>
                <a:gd name="csX10" fmla="*/ 24560 w 273705"/>
                <a:gd name="csY10" fmla="*/ 177413 h 260208"/>
                <a:gd name="csX11" fmla="*/ 49357 w 273705"/>
                <a:gd name="csY11" fmla="*/ 181249 h 260208"/>
                <a:gd name="csX12" fmla="*/ 33383 w 273705"/>
                <a:gd name="csY12" fmla="*/ 188440 h 260208"/>
                <a:gd name="csX13" fmla="*/ 18111 w 273705"/>
                <a:gd name="csY13" fmla="*/ 189801 h 260208"/>
                <a:gd name="csX14" fmla="*/ 23379 w 273705"/>
                <a:gd name="csY14" fmla="*/ 191217 h 260208"/>
                <a:gd name="csX15" fmla="*/ 42338 w 273705"/>
                <a:gd name="csY15" fmla="*/ 193852 h 260208"/>
                <a:gd name="csX16" fmla="*/ 54801 w 273705"/>
                <a:gd name="csY16" fmla="*/ 205031 h 260208"/>
                <a:gd name="csX17" fmla="*/ 53572 w 273705"/>
                <a:gd name="csY17" fmla="*/ 211902 h 260208"/>
                <a:gd name="csX18" fmla="*/ 58745 w 273705"/>
                <a:gd name="csY18" fmla="*/ 206739 h 260208"/>
                <a:gd name="csX19" fmla="*/ 62804 w 273705"/>
                <a:gd name="csY19" fmla="*/ 199640 h 260208"/>
                <a:gd name="csX20" fmla="*/ 78923 w 273705"/>
                <a:gd name="csY20" fmla="*/ 200342 h 260208"/>
                <a:gd name="csX21" fmla="*/ 84524 w 273705"/>
                <a:gd name="csY21" fmla="*/ 197871 h 260208"/>
                <a:gd name="csX22" fmla="*/ 91725 w 273705"/>
                <a:gd name="csY22" fmla="*/ 189946 h 260208"/>
                <a:gd name="csX23" fmla="*/ 100403 w 273705"/>
                <a:gd name="csY23" fmla="*/ 165765 h 260208"/>
                <a:gd name="csX24" fmla="*/ 96700 w 273705"/>
                <a:gd name="csY24" fmla="*/ 159218 h 260208"/>
                <a:gd name="csX25" fmla="*/ 94398 w 273705"/>
                <a:gd name="csY25" fmla="*/ 157998 h 260208"/>
                <a:gd name="csX26" fmla="*/ 90392 w 273705"/>
                <a:gd name="csY26" fmla="*/ 161840 h 260208"/>
                <a:gd name="csX27" fmla="*/ 87810 w 273705"/>
                <a:gd name="csY27" fmla="*/ 164145 h 260208"/>
                <a:gd name="csX28" fmla="*/ 100799 w 273705"/>
                <a:gd name="csY28" fmla="*/ 149016 h 260208"/>
                <a:gd name="csX29" fmla="*/ 118746 w 273705"/>
                <a:gd name="csY29" fmla="*/ 138331 h 260208"/>
                <a:gd name="csX30" fmla="*/ 133646 w 273705"/>
                <a:gd name="csY30" fmla="*/ 125809 h 260208"/>
                <a:gd name="csX31" fmla="*/ 149004 w 273705"/>
                <a:gd name="csY31" fmla="*/ 91807 h 260208"/>
                <a:gd name="csX32" fmla="*/ 157715 w 273705"/>
                <a:gd name="csY32" fmla="*/ 65895 h 260208"/>
                <a:gd name="csX33" fmla="*/ 163243 w 273705"/>
                <a:gd name="csY33" fmla="*/ 33397 h 260208"/>
                <a:gd name="csX34" fmla="*/ 165326 w 273705"/>
                <a:gd name="csY34" fmla="*/ 1486 h 260208"/>
                <a:gd name="csX35" fmla="*/ 167796 w 273705"/>
                <a:gd name="csY35" fmla="*/ 6032 h 260208"/>
                <a:gd name="csX36" fmla="*/ 180226 w 273705"/>
                <a:gd name="csY36" fmla="*/ 14421 h 260208"/>
                <a:gd name="csX37" fmla="*/ 195070 w 273705"/>
                <a:gd name="csY37" fmla="*/ 12027 h 260208"/>
                <a:gd name="csX38" fmla="*/ 227557 w 273705"/>
                <a:gd name="csY38" fmla="*/ 43889 h 260208"/>
                <a:gd name="csX39" fmla="*/ 257592 w 273705"/>
                <a:gd name="csY39" fmla="*/ 78146 h 260208"/>
                <a:gd name="csX40" fmla="*/ 261681 w 273705"/>
                <a:gd name="csY40" fmla="*/ 107593 h 260208"/>
                <a:gd name="csX41" fmla="*/ 273489 w 273705"/>
                <a:gd name="csY41" fmla="*/ 250266 h 260208"/>
                <a:gd name="csX42" fmla="*/ 218174 w 273705"/>
                <a:gd name="csY42" fmla="*/ 254247 h 260208"/>
                <a:gd name="csX43" fmla="*/ 150594 w 273705"/>
                <a:gd name="csY43" fmla="*/ 258722 h 260208"/>
                <a:gd name="csX44" fmla="*/ 137226 w 273705"/>
                <a:gd name="csY44" fmla="*/ 260208 h 260208"/>
                <a:gd name="csX45" fmla="*/ 136396 w 273705"/>
                <a:gd name="csY45" fmla="*/ 251544 h 2602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Lst>
              <a:rect l="l" t="t" r="r" b="b"/>
              <a:pathLst>
                <a:path w="273705" h="260208">
                  <a:moveTo>
                    <a:pt x="136396" y="251544"/>
                  </a:moveTo>
                  <a:cubicBezTo>
                    <a:pt x="135615" y="243380"/>
                    <a:pt x="134897" y="242794"/>
                    <a:pt x="123951" y="241399"/>
                  </a:cubicBezTo>
                  <a:cubicBezTo>
                    <a:pt x="117562" y="240584"/>
                    <a:pt x="106864" y="237181"/>
                    <a:pt x="100178" y="233837"/>
                  </a:cubicBezTo>
                  <a:cubicBezTo>
                    <a:pt x="89763" y="228627"/>
                    <a:pt x="87046" y="228201"/>
                    <a:pt x="81199" y="230865"/>
                  </a:cubicBezTo>
                  <a:cubicBezTo>
                    <a:pt x="75659" y="233390"/>
                    <a:pt x="74677" y="235176"/>
                    <a:pt x="75979" y="240363"/>
                  </a:cubicBezTo>
                  <a:cubicBezTo>
                    <a:pt x="77472" y="246311"/>
                    <a:pt x="76914" y="246752"/>
                    <a:pt x="67894" y="246752"/>
                  </a:cubicBezTo>
                  <a:cubicBezTo>
                    <a:pt x="55809" y="246752"/>
                    <a:pt x="31822" y="234563"/>
                    <a:pt x="29911" y="227450"/>
                  </a:cubicBezTo>
                  <a:cubicBezTo>
                    <a:pt x="29139" y="224578"/>
                    <a:pt x="28492" y="218104"/>
                    <a:pt x="28472" y="213064"/>
                  </a:cubicBezTo>
                  <a:cubicBezTo>
                    <a:pt x="28427" y="201349"/>
                    <a:pt x="24633" y="197704"/>
                    <a:pt x="12481" y="197704"/>
                  </a:cubicBezTo>
                  <a:cubicBezTo>
                    <a:pt x="4225" y="197704"/>
                    <a:pt x="2471" y="196710"/>
                    <a:pt x="1103" y="191257"/>
                  </a:cubicBezTo>
                  <a:cubicBezTo>
                    <a:pt x="-2114" y="178441"/>
                    <a:pt x="578" y="176853"/>
                    <a:pt x="24560" y="177413"/>
                  </a:cubicBezTo>
                  <a:cubicBezTo>
                    <a:pt x="38820" y="177746"/>
                    <a:pt x="47574" y="179100"/>
                    <a:pt x="49357" y="181249"/>
                  </a:cubicBezTo>
                  <a:cubicBezTo>
                    <a:pt x="54736" y="187730"/>
                    <a:pt x="49187" y="190228"/>
                    <a:pt x="33383" y="188440"/>
                  </a:cubicBezTo>
                  <a:cubicBezTo>
                    <a:pt x="22288" y="187184"/>
                    <a:pt x="18111" y="187556"/>
                    <a:pt x="18111" y="189801"/>
                  </a:cubicBezTo>
                  <a:cubicBezTo>
                    <a:pt x="18111" y="191735"/>
                    <a:pt x="20080" y="192265"/>
                    <a:pt x="23379" y="191217"/>
                  </a:cubicBezTo>
                  <a:cubicBezTo>
                    <a:pt x="26276" y="190298"/>
                    <a:pt x="34808" y="191483"/>
                    <a:pt x="42338" y="193852"/>
                  </a:cubicBezTo>
                  <a:cubicBezTo>
                    <a:pt x="54989" y="197831"/>
                    <a:pt x="55937" y="198681"/>
                    <a:pt x="54801" y="205031"/>
                  </a:cubicBezTo>
                  <a:lnTo>
                    <a:pt x="53572" y="211902"/>
                  </a:lnTo>
                  <a:lnTo>
                    <a:pt x="58745" y="206739"/>
                  </a:lnTo>
                  <a:cubicBezTo>
                    <a:pt x="61590" y="203900"/>
                    <a:pt x="63416" y="200705"/>
                    <a:pt x="62804" y="199640"/>
                  </a:cubicBezTo>
                  <a:cubicBezTo>
                    <a:pt x="61196" y="196843"/>
                    <a:pt x="70823" y="197262"/>
                    <a:pt x="78923" y="200342"/>
                  </a:cubicBezTo>
                  <a:cubicBezTo>
                    <a:pt x="85153" y="202711"/>
                    <a:pt x="85724" y="202459"/>
                    <a:pt x="84524" y="197871"/>
                  </a:cubicBezTo>
                  <a:cubicBezTo>
                    <a:pt x="83478" y="193868"/>
                    <a:pt x="85034" y="192154"/>
                    <a:pt x="91725" y="189946"/>
                  </a:cubicBezTo>
                  <a:cubicBezTo>
                    <a:pt x="104380" y="185769"/>
                    <a:pt x="109318" y="172009"/>
                    <a:pt x="100403" y="165765"/>
                  </a:cubicBezTo>
                  <a:cubicBezTo>
                    <a:pt x="97428" y="163681"/>
                    <a:pt x="95762" y="160736"/>
                    <a:pt x="96700" y="159218"/>
                  </a:cubicBezTo>
                  <a:cubicBezTo>
                    <a:pt x="97747" y="157525"/>
                    <a:pt x="96859" y="157053"/>
                    <a:pt x="94398" y="157998"/>
                  </a:cubicBezTo>
                  <a:cubicBezTo>
                    <a:pt x="92194" y="158843"/>
                    <a:pt x="90392" y="160572"/>
                    <a:pt x="90392" y="161840"/>
                  </a:cubicBezTo>
                  <a:cubicBezTo>
                    <a:pt x="90392" y="163108"/>
                    <a:pt x="89230" y="164145"/>
                    <a:pt x="87810" y="164145"/>
                  </a:cubicBezTo>
                  <a:cubicBezTo>
                    <a:pt x="81811" y="164145"/>
                    <a:pt x="86198" y="159036"/>
                    <a:pt x="100799" y="149016"/>
                  </a:cubicBezTo>
                  <a:cubicBezTo>
                    <a:pt x="109362" y="143139"/>
                    <a:pt x="117438" y="138331"/>
                    <a:pt x="118746" y="138331"/>
                  </a:cubicBezTo>
                  <a:cubicBezTo>
                    <a:pt x="120053" y="138331"/>
                    <a:pt x="126758" y="132696"/>
                    <a:pt x="133646" y="125809"/>
                  </a:cubicBezTo>
                  <a:cubicBezTo>
                    <a:pt x="145786" y="113669"/>
                    <a:pt x="146254" y="112631"/>
                    <a:pt x="149004" y="91807"/>
                  </a:cubicBezTo>
                  <a:cubicBezTo>
                    <a:pt x="151298" y="74430"/>
                    <a:pt x="152962" y="69481"/>
                    <a:pt x="157715" y="65895"/>
                  </a:cubicBezTo>
                  <a:cubicBezTo>
                    <a:pt x="163239" y="61729"/>
                    <a:pt x="163570" y="59784"/>
                    <a:pt x="163243" y="33397"/>
                  </a:cubicBezTo>
                  <a:cubicBezTo>
                    <a:pt x="163052" y="17960"/>
                    <a:pt x="163989" y="3600"/>
                    <a:pt x="165326" y="1486"/>
                  </a:cubicBezTo>
                  <a:cubicBezTo>
                    <a:pt x="167138" y="-1380"/>
                    <a:pt x="167766" y="-224"/>
                    <a:pt x="167796" y="6032"/>
                  </a:cubicBezTo>
                  <a:cubicBezTo>
                    <a:pt x="167835" y="14326"/>
                    <a:pt x="167976" y="14421"/>
                    <a:pt x="180226" y="14421"/>
                  </a:cubicBezTo>
                  <a:cubicBezTo>
                    <a:pt x="187041" y="14421"/>
                    <a:pt x="193721" y="13344"/>
                    <a:pt x="195070" y="12027"/>
                  </a:cubicBezTo>
                  <a:cubicBezTo>
                    <a:pt x="196598" y="10534"/>
                    <a:pt x="208840" y="22541"/>
                    <a:pt x="227557" y="43889"/>
                  </a:cubicBezTo>
                  <a:lnTo>
                    <a:pt x="257592" y="78146"/>
                  </a:lnTo>
                  <a:lnTo>
                    <a:pt x="261681" y="107593"/>
                  </a:lnTo>
                  <a:cubicBezTo>
                    <a:pt x="266251" y="140497"/>
                    <a:pt x="275208" y="248724"/>
                    <a:pt x="273489" y="250266"/>
                  </a:cubicBezTo>
                  <a:cubicBezTo>
                    <a:pt x="272881" y="250811"/>
                    <a:pt x="247989" y="252602"/>
                    <a:pt x="218174" y="254247"/>
                  </a:cubicBezTo>
                  <a:cubicBezTo>
                    <a:pt x="188358" y="255891"/>
                    <a:pt x="157947" y="257905"/>
                    <a:pt x="150594" y="258722"/>
                  </a:cubicBezTo>
                  <a:lnTo>
                    <a:pt x="137226" y="260208"/>
                  </a:lnTo>
                  <a:lnTo>
                    <a:pt x="136396" y="251544"/>
                  </a:lnTo>
                  <a:close/>
                </a:path>
              </a:pathLst>
            </a:custGeom>
            <a:solidFill>
              <a:srgbClr val="B9B9B9"/>
            </a:solidFill>
            <a:ln w="5163" cap="flat">
              <a:noFill/>
              <a:prstDash val="solid"/>
              <a:miter/>
            </a:ln>
          </p:spPr>
          <p:txBody>
            <a:bodyPr/>
            <a:lstStyle/>
            <a:p>
              <a:endParaRPr lang="es-419" noProof="0" dirty="0"/>
            </a:p>
          </p:txBody>
        </p:sp>
        <p:sp>
          <p:nvSpPr>
            <p:cNvPr id="70" name="Forma libre: forma 69">
              <a:extLst>
                <a:ext uri="{FF2B5EF4-FFF2-40B4-BE49-F238E27FC236}">
                  <a16:creationId xmlns:a16="http://schemas.microsoft.com/office/drawing/2014/main" id="{F7D1F8E2-35A4-E5D8-0718-6C200B5160F4}"/>
                </a:ext>
              </a:extLst>
            </p:cNvPr>
            <p:cNvSpPr/>
            <p:nvPr/>
          </p:nvSpPr>
          <p:spPr>
            <a:xfrm>
              <a:off x="2221969" y="2379232"/>
              <a:ext cx="29491" cy="17638"/>
            </a:xfrm>
            <a:custGeom>
              <a:avLst/>
              <a:gdLst>
                <a:gd name="csX0" fmla="*/ 10326 w 29491"/>
                <a:gd name="csY0" fmla="*/ 11251 h 17638"/>
                <a:gd name="csX1" fmla="*/ 23663 w 29491"/>
                <a:gd name="csY1" fmla="*/ 4783 h 17638"/>
                <a:gd name="csX2" fmla="*/ 27977 w 29491"/>
                <a:gd name="csY2" fmla="*/ 1475 h 17638"/>
                <a:gd name="csX3" fmla="*/ 29483 w 29491"/>
                <a:gd name="csY3" fmla="*/ 1025 h 17638"/>
                <a:gd name="csX4" fmla="*/ 8425 w 29491"/>
                <a:gd name="csY4" fmla="*/ 16751 h 17638"/>
                <a:gd name="csX5" fmla="*/ 0 w 29491"/>
                <a:gd name="csY5" fmla="*/ 17639 h 17638"/>
                <a:gd name="csX6" fmla="*/ 10326 w 29491"/>
                <a:gd name="csY6" fmla="*/ 11251 h 17638"/>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9491" h="17638">
                  <a:moveTo>
                    <a:pt x="10326" y="11251"/>
                  </a:moveTo>
                  <a:cubicBezTo>
                    <a:pt x="16005" y="7738"/>
                    <a:pt x="22007" y="4827"/>
                    <a:pt x="23663" y="4783"/>
                  </a:cubicBezTo>
                  <a:cubicBezTo>
                    <a:pt x="25320" y="4738"/>
                    <a:pt x="27261" y="3250"/>
                    <a:pt x="27977" y="1475"/>
                  </a:cubicBezTo>
                  <a:cubicBezTo>
                    <a:pt x="28693" y="-299"/>
                    <a:pt x="29371" y="-502"/>
                    <a:pt x="29483" y="1025"/>
                  </a:cubicBezTo>
                  <a:cubicBezTo>
                    <a:pt x="29861" y="6183"/>
                    <a:pt x="16907" y="15857"/>
                    <a:pt x="8425" y="16751"/>
                  </a:cubicBezTo>
                  <a:lnTo>
                    <a:pt x="0" y="17639"/>
                  </a:lnTo>
                  <a:lnTo>
                    <a:pt x="10326" y="11251"/>
                  </a:lnTo>
                  <a:close/>
                </a:path>
              </a:pathLst>
            </a:custGeom>
            <a:solidFill>
              <a:srgbClr val="B9B9B9"/>
            </a:solidFill>
            <a:ln w="5163" cap="flat">
              <a:noFill/>
              <a:prstDash val="solid"/>
              <a:miter/>
            </a:ln>
          </p:spPr>
          <p:txBody>
            <a:bodyPr/>
            <a:lstStyle/>
            <a:p>
              <a:endParaRPr lang="es-419" noProof="0" dirty="0"/>
            </a:p>
          </p:txBody>
        </p:sp>
      </p:grpSp>
      <p:sp>
        <p:nvSpPr>
          <p:cNvPr id="71" name="Forma libre: forma 70">
            <a:extLst>
              <a:ext uri="{FF2B5EF4-FFF2-40B4-BE49-F238E27FC236}">
                <a16:creationId xmlns:a16="http://schemas.microsoft.com/office/drawing/2014/main" id="{57D7BC19-E557-16F0-8C3E-AFB7803D68A5}"/>
              </a:ext>
            </a:extLst>
          </p:cNvPr>
          <p:cNvSpPr/>
          <p:nvPr/>
        </p:nvSpPr>
        <p:spPr>
          <a:xfrm>
            <a:off x="1574029" y="2346575"/>
            <a:ext cx="28491" cy="35790"/>
          </a:xfrm>
          <a:custGeom>
            <a:avLst/>
            <a:gdLst>
              <a:gd name="csX0" fmla="*/ 11768 w 28491"/>
              <a:gd name="csY0" fmla="*/ 34872 h 35790"/>
              <a:gd name="csX1" fmla="*/ 805 w 28491"/>
              <a:gd name="csY1" fmla="*/ 25413 h 35790"/>
              <a:gd name="csX2" fmla="*/ 7669 w 28491"/>
              <a:gd name="csY2" fmla="*/ 7571 h 35790"/>
              <a:gd name="csX3" fmla="*/ 18379 w 28491"/>
              <a:gd name="csY3" fmla="*/ 2738 h 35790"/>
              <a:gd name="csX4" fmla="*/ 23574 w 28491"/>
              <a:gd name="csY4" fmla="*/ 11696 h 35790"/>
              <a:gd name="csX5" fmla="*/ 28193 w 28491"/>
              <a:gd name="csY5" fmla="*/ 24987 h 35790"/>
              <a:gd name="csX6" fmla="*/ 11768 w 28491"/>
              <a:gd name="csY6" fmla="*/ 34872 h 35790"/>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8491" h="35790">
                <a:moveTo>
                  <a:pt x="11768" y="34872"/>
                </a:moveTo>
                <a:cubicBezTo>
                  <a:pt x="4464" y="33733"/>
                  <a:pt x="2519" y="32055"/>
                  <a:pt x="805" y="25413"/>
                </a:cubicBezTo>
                <a:cubicBezTo>
                  <a:pt x="-1017" y="18356"/>
                  <a:pt x="-153" y="16110"/>
                  <a:pt x="7669" y="7571"/>
                </a:cubicBezTo>
                <a:cubicBezTo>
                  <a:pt x="15700" y="-1197"/>
                  <a:pt x="16797" y="-1692"/>
                  <a:pt x="18379" y="2738"/>
                </a:cubicBezTo>
                <a:cubicBezTo>
                  <a:pt x="19348" y="5452"/>
                  <a:pt x="21686" y="9483"/>
                  <a:pt x="23574" y="11696"/>
                </a:cubicBezTo>
                <a:cubicBezTo>
                  <a:pt x="25461" y="13908"/>
                  <a:pt x="27540" y="19890"/>
                  <a:pt x="28193" y="24987"/>
                </a:cubicBezTo>
                <a:cubicBezTo>
                  <a:pt x="29539" y="35505"/>
                  <a:pt x="26717" y="37203"/>
                  <a:pt x="11768" y="34872"/>
                </a:cubicBezTo>
                <a:close/>
              </a:path>
            </a:pathLst>
          </a:custGeom>
          <a:solidFill>
            <a:srgbClr val="CCCCCC"/>
          </a:solidFill>
          <a:ln w="5163" cap="flat">
            <a:noFill/>
            <a:prstDash val="solid"/>
            <a:miter/>
          </a:ln>
        </p:spPr>
        <p:txBody>
          <a:bodyPr/>
          <a:lstStyle/>
          <a:p>
            <a:endParaRPr lang="es-419" noProof="0" dirty="0"/>
          </a:p>
        </p:txBody>
      </p:sp>
      <p:sp>
        <p:nvSpPr>
          <p:cNvPr id="72" name="Forma libre: forma 71">
            <a:extLst>
              <a:ext uri="{FF2B5EF4-FFF2-40B4-BE49-F238E27FC236}">
                <a16:creationId xmlns:a16="http://schemas.microsoft.com/office/drawing/2014/main" id="{5DDC8467-37B5-2C63-D8C0-624FEA725CF1}"/>
              </a:ext>
            </a:extLst>
          </p:cNvPr>
          <p:cNvSpPr/>
          <p:nvPr/>
        </p:nvSpPr>
        <p:spPr>
          <a:xfrm>
            <a:off x="1629800" y="2326596"/>
            <a:ext cx="82332" cy="45198"/>
          </a:xfrm>
          <a:custGeom>
            <a:avLst/>
            <a:gdLst>
              <a:gd name="csX0" fmla="*/ 35828 w 82332"/>
              <a:gd name="csY0" fmla="*/ 43172 h 45198"/>
              <a:gd name="csX1" fmla="*/ 20861 w 82332"/>
              <a:gd name="csY1" fmla="*/ 27939 h 45198"/>
              <a:gd name="csX2" fmla="*/ 6710 w 82332"/>
              <a:gd name="csY2" fmla="*/ 16733 h 45198"/>
              <a:gd name="csX3" fmla="*/ 200 w 82332"/>
              <a:gd name="csY3" fmla="*/ 11518 h 45198"/>
              <a:gd name="csX4" fmla="*/ 11960 w 82332"/>
              <a:gd name="csY4" fmla="*/ 5709 h 45198"/>
              <a:gd name="csX5" fmla="*/ 29437 w 82332"/>
              <a:gd name="csY5" fmla="*/ 2139 h 45198"/>
              <a:gd name="csX6" fmla="*/ 38320 w 82332"/>
              <a:gd name="csY6" fmla="*/ 692 h 45198"/>
              <a:gd name="csX7" fmla="*/ 49592 w 82332"/>
              <a:gd name="csY7" fmla="*/ 4355 h 45198"/>
              <a:gd name="csX8" fmla="*/ 61209 w 82332"/>
              <a:gd name="csY8" fmla="*/ 13550 h 45198"/>
              <a:gd name="csX9" fmla="*/ 68838 w 82332"/>
              <a:gd name="csY9" fmla="*/ 19970 h 45198"/>
              <a:gd name="csX10" fmla="*/ 82332 w 82332"/>
              <a:gd name="csY10" fmla="*/ 30233 h 45198"/>
              <a:gd name="csX11" fmla="*/ 75901 w 82332"/>
              <a:gd name="csY11" fmla="*/ 31524 h 45198"/>
              <a:gd name="csX12" fmla="*/ 66358 w 82332"/>
              <a:gd name="csY12" fmla="*/ 36506 h 45198"/>
              <a:gd name="csX13" fmla="*/ 58348 w 82332"/>
              <a:gd name="csY13" fmla="*/ 38866 h 45198"/>
              <a:gd name="csX14" fmla="*/ 47885 w 82332"/>
              <a:gd name="csY14" fmla="*/ 41425 h 45198"/>
              <a:gd name="csX15" fmla="*/ 35828 w 82332"/>
              <a:gd name="csY15" fmla="*/ 43172 h 4519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82332" h="45198">
                <a:moveTo>
                  <a:pt x="35828" y="43172"/>
                </a:moveTo>
                <a:cubicBezTo>
                  <a:pt x="32257" y="41284"/>
                  <a:pt x="25522" y="34429"/>
                  <a:pt x="20861" y="27939"/>
                </a:cubicBezTo>
                <a:cubicBezTo>
                  <a:pt x="14698" y="19357"/>
                  <a:pt x="10840" y="16301"/>
                  <a:pt x="6710" y="16733"/>
                </a:cubicBezTo>
                <a:cubicBezTo>
                  <a:pt x="2564" y="17166"/>
                  <a:pt x="809" y="15760"/>
                  <a:pt x="200" y="11518"/>
                </a:cubicBezTo>
                <a:cubicBezTo>
                  <a:pt x="-566" y="6174"/>
                  <a:pt x="375" y="5709"/>
                  <a:pt x="11960" y="5709"/>
                </a:cubicBezTo>
                <a:cubicBezTo>
                  <a:pt x="18887" y="5709"/>
                  <a:pt x="26751" y="4102"/>
                  <a:pt x="29437" y="2139"/>
                </a:cubicBezTo>
                <a:cubicBezTo>
                  <a:pt x="32427" y="-48"/>
                  <a:pt x="35871" y="-609"/>
                  <a:pt x="38320" y="692"/>
                </a:cubicBezTo>
                <a:cubicBezTo>
                  <a:pt x="40520" y="1860"/>
                  <a:pt x="45592" y="3509"/>
                  <a:pt x="49592" y="4355"/>
                </a:cubicBezTo>
                <a:cubicBezTo>
                  <a:pt x="53972" y="5282"/>
                  <a:pt x="58593" y="8940"/>
                  <a:pt x="61209" y="13550"/>
                </a:cubicBezTo>
                <a:cubicBezTo>
                  <a:pt x="63598" y="17761"/>
                  <a:pt x="67032" y="20650"/>
                  <a:pt x="68838" y="19970"/>
                </a:cubicBezTo>
                <a:cubicBezTo>
                  <a:pt x="71755" y="18872"/>
                  <a:pt x="82332" y="26917"/>
                  <a:pt x="82332" y="30233"/>
                </a:cubicBezTo>
                <a:cubicBezTo>
                  <a:pt x="82332" y="30943"/>
                  <a:pt x="79438" y="31524"/>
                  <a:pt x="75901" y="31524"/>
                </a:cubicBezTo>
                <a:cubicBezTo>
                  <a:pt x="72343" y="31524"/>
                  <a:pt x="68079" y="33750"/>
                  <a:pt x="66358" y="36506"/>
                </a:cubicBezTo>
                <a:cubicBezTo>
                  <a:pt x="63915" y="40418"/>
                  <a:pt x="62194" y="40925"/>
                  <a:pt x="58348" y="38866"/>
                </a:cubicBezTo>
                <a:cubicBezTo>
                  <a:pt x="54563" y="36841"/>
                  <a:pt x="52184" y="37422"/>
                  <a:pt x="47885" y="41425"/>
                </a:cubicBezTo>
                <a:cubicBezTo>
                  <a:pt x="42972" y="45999"/>
                  <a:pt x="41560" y="46204"/>
                  <a:pt x="35828" y="43172"/>
                </a:cubicBezTo>
                <a:close/>
              </a:path>
            </a:pathLst>
          </a:custGeom>
          <a:solidFill>
            <a:srgbClr val="B9B9B9"/>
          </a:solidFill>
          <a:ln w="5163" cap="flat">
            <a:noFill/>
            <a:prstDash val="solid"/>
            <a:miter/>
          </a:ln>
        </p:spPr>
        <p:txBody>
          <a:bodyPr/>
          <a:lstStyle/>
          <a:p>
            <a:endParaRPr lang="es-419" noProof="0" dirty="0"/>
          </a:p>
        </p:txBody>
      </p:sp>
      <p:sp>
        <p:nvSpPr>
          <p:cNvPr id="73" name="Forma libre: forma 72">
            <a:extLst>
              <a:ext uri="{FF2B5EF4-FFF2-40B4-BE49-F238E27FC236}">
                <a16:creationId xmlns:a16="http://schemas.microsoft.com/office/drawing/2014/main" id="{3234883B-35BC-AC7F-0593-2073829F9E40}"/>
              </a:ext>
            </a:extLst>
          </p:cNvPr>
          <p:cNvSpPr/>
          <p:nvPr/>
        </p:nvSpPr>
        <p:spPr>
          <a:xfrm>
            <a:off x="1522864" y="2163021"/>
            <a:ext cx="166771" cy="166600"/>
          </a:xfrm>
          <a:custGeom>
            <a:avLst/>
            <a:gdLst>
              <a:gd name="csX0" fmla="*/ 112825 w 166771"/>
              <a:gd name="csY0" fmla="*/ 162186 h 166600"/>
              <a:gd name="csX1" fmla="*/ 93810 w 166771"/>
              <a:gd name="csY1" fmla="*/ 146052 h 166600"/>
              <a:gd name="csX2" fmla="*/ 80847 w 166771"/>
              <a:gd name="csY2" fmla="*/ 139517 h 166600"/>
              <a:gd name="csX3" fmla="*/ 77061 w 166771"/>
              <a:gd name="csY3" fmla="*/ 131529 h 166600"/>
              <a:gd name="csX4" fmla="*/ 56324 w 166771"/>
              <a:gd name="csY4" fmla="*/ 140503 h 166600"/>
              <a:gd name="csX5" fmla="*/ 40835 w 166771"/>
              <a:gd name="csY5" fmla="*/ 134435 h 166600"/>
              <a:gd name="csX6" fmla="*/ 25839 w 166771"/>
              <a:gd name="csY6" fmla="*/ 117575 h 166600"/>
              <a:gd name="csX7" fmla="*/ 603 w 166771"/>
              <a:gd name="csY7" fmla="*/ 103594 h 166600"/>
              <a:gd name="csX8" fmla="*/ 3427 w 166771"/>
              <a:gd name="csY8" fmla="*/ 92334 h 166600"/>
              <a:gd name="csX9" fmla="*/ 16980 w 166771"/>
              <a:gd name="csY9" fmla="*/ 76064 h 166600"/>
              <a:gd name="csX10" fmla="*/ 29744 w 166771"/>
              <a:gd name="csY10" fmla="*/ 65065 h 166600"/>
              <a:gd name="csX11" fmla="*/ 36843 w 166771"/>
              <a:gd name="csY11" fmla="*/ 46479 h 166600"/>
              <a:gd name="csX12" fmla="*/ 44707 w 166771"/>
              <a:gd name="csY12" fmla="*/ 28415 h 166600"/>
              <a:gd name="csX13" fmla="*/ 49507 w 166771"/>
              <a:gd name="csY13" fmla="*/ 27678 h 166600"/>
              <a:gd name="csX14" fmla="*/ 60947 w 166771"/>
              <a:gd name="csY14" fmla="*/ 25763 h 166600"/>
              <a:gd name="csX15" fmla="*/ 70323 w 166771"/>
              <a:gd name="csY15" fmla="*/ 14969 h 166600"/>
              <a:gd name="csX16" fmla="*/ 78890 w 166771"/>
              <a:gd name="csY16" fmla="*/ 12726 h 166600"/>
              <a:gd name="csX17" fmla="*/ 98544 w 166771"/>
              <a:gd name="csY17" fmla="*/ 17873 h 166600"/>
              <a:gd name="csX18" fmla="*/ 112369 w 166771"/>
              <a:gd name="csY18" fmla="*/ 19382 h 166600"/>
              <a:gd name="csX19" fmla="*/ 111333 w 166771"/>
              <a:gd name="csY19" fmla="*/ 10510 h 166600"/>
              <a:gd name="csX20" fmla="*/ 113560 w 166771"/>
              <a:gd name="csY20" fmla="*/ 387 h 166600"/>
              <a:gd name="csX21" fmla="*/ 117960 w 166771"/>
              <a:gd name="csY21" fmla="*/ 7843 h 166600"/>
              <a:gd name="csX22" fmla="*/ 132949 w 166771"/>
              <a:gd name="csY22" fmla="*/ 23283 h 166600"/>
              <a:gd name="csX23" fmla="*/ 137639 w 166771"/>
              <a:gd name="csY23" fmla="*/ 24249 h 166600"/>
              <a:gd name="csX24" fmla="*/ 142971 w 166771"/>
              <a:gd name="csY24" fmla="*/ 28097 h 166600"/>
              <a:gd name="csX25" fmla="*/ 144280 w 166771"/>
              <a:gd name="csY25" fmla="*/ 37270 h 166600"/>
              <a:gd name="csX26" fmla="*/ 141806 w 166771"/>
              <a:gd name="csY26" fmla="*/ 49084 h 166600"/>
              <a:gd name="csX27" fmla="*/ 134976 w 166771"/>
              <a:gd name="csY27" fmla="*/ 50495 h 166600"/>
              <a:gd name="csX28" fmla="*/ 125814 w 166771"/>
              <a:gd name="csY28" fmla="*/ 54367 h 166600"/>
              <a:gd name="csX29" fmla="*/ 117982 w 166771"/>
              <a:gd name="csY29" fmla="*/ 60864 h 166600"/>
              <a:gd name="csX30" fmla="*/ 114406 w 166771"/>
              <a:gd name="csY30" fmla="*/ 64736 h 166600"/>
              <a:gd name="csX31" fmla="*/ 118081 w 166771"/>
              <a:gd name="csY31" fmla="*/ 68608 h 166600"/>
              <a:gd name="csX32" fmla="*/ 117880 w 166771"/>
              <a:gd name="csY32" fmla="*/ 76375 h 166600"/>
              <a:gd name="csX33" fmla="*/ 120902 w 166771"/>
              <a:gd name="csY33" fmla="*/ 101250 h 166600"/>
              <a:gd name="csX34" fmla="*/ 146578 w 166771"/>
              <a:gd name="csY34" fmla="*/ 85070 h 166600"/>
              <a:gd name="csX35" fmla="*/ 165866 w 166771"/>
              <a:gd name="csY35" fmla="*/ 78619 h 166600"/>
              <a:gd name="csX36" fmla="*/ 158858 w 166771"/>
              <a:gd name="csY36" fmla="*/ 93393 h 166600"/>
              <a:gd name="csX37" fmla="*/ 145606 w 166771"/>
              <a:gd name="csY37" fmla="*/ 103389 h 166600"/>
              <a:gd name="csX38" fmla="*/ 146405 w 166771"/>
              <a:gd name="csY38" fmla="*/ 113844 h 166600"/>
              <a:gd name="csX39" fmla="*/ 151373 w 166771"/>
              <a:gd name="csY39" fmla="*/ 126271 h 166600"/>
              <a:gd name="csX40" fmla="*/ 146320 w 166771"/>
              <a:gd name="csY40" fmla="*/ 138511 h 166600"/>
              <a:gd name="csX41" fmla="*/ 142802 w 166771"/>
              <a:gd name="csY41" fmla="*/ 150216 h 166600"/>
              <a:gd name="csX42" fmla="*/ 135305 w 166771"/>
              <a:gd name="csY42" fmla="*/ 162275 h 166600"/>
              <a:gd name="csX43" fmla="*/ 112825 w 166771"/>
              <a:gd name="csY43" fmla="*/ 162186 h 1666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66771" h="166600">
                <a:moveTo>
                  <a:pt x="112825" y="162186"/>
                </a:moveTo>
                <a:cubicBezTo>
                  <a:pt x="107924" y="146593"/>
                  <a:pt x="107287" y="146052"/>
                  <a:pt x="93810" y="146052"/>
                </a:cubicBezTo>
                <a:cubicBezTo>
                  <a:pt x="81661" y="146052"/>
                  <a:pt x="80847" y="145641"/>
                  <a:pt x="80847" y="139517"/>
                </a:cubicBezTo>
                <a:cubicBezTo>
                  <a:pt x="80847" y="135923"/>
                  <a:pt x="79143" y="132329"/>
                  <a:pt x="77061" y="131529"/>
                </a:cubicBezTo>
                <a:cubicBezTo>
                  <a:pt x="70944" y="129182"/>
                  <a:pt x="59116" y="134300"/>
                  <a:pt x="56324" y="140503"/>
                </a:cubicBezTo>
                <a:cubicBezTo>
                  <a:pt x="52116" y="149848"/>
                  <a:pt x="43882" y="146622"/>
                  <a:pt x="40835" y="134435"/>
                </a:cubicBezTo>
                <a:cubicBezTo>
                  <a:pt x="37208" y="119926"/>
                  <a:pt x="35198" y="117667"/>
                  <a:pt x="25839" y="117575"/>
                </a:cubicBezTo>
                <a:cubicBezTo>
                  <a:pt x="16487" y="117484"/>
                  <a:pt x="-3740" y="106278"/>
                  <a:pt x="603" y="103594"/>
                </a:cubicBezTo>
                <a:cubicBezTo>
                  <a:pt x="2143" y="102641"/>
                  <a:pt x="3414" y="97575"/>
                  <a:pt x="3427" y="92334"/>
                </a:cubicBezTo>
                <a:cubicBezTo>
                  <a:pt x="3448" y="83428"/>
                  <a:pt x="4333" y="82366"/>
                  <a:pt x="16980" y="76064"/>
                </a:cubicBezTo>
                <a:cubicBezTo>
                  <a:pt x="26201" y="71468"/>
                  <a:pt x="30266" y="67966"/>
                  <a:pt x="29744" y="65065"/>
                </a:cubicBezTo>
                <a:cubicBezTo>
                  <a:pt x="29324" y="62724"/>
                  <a:pt x="32518" y="54360"/>
                  <a:pt x="36843" y="46479"/>
                </a:cubicBezTo>
                <a:cubicBezTo>
                  <a:pt x="41168" y="38598"/>
                  <a:pt x="44707" y="30469"/>
                  <a:pt x="44707" y="28415"/>
                </a:cubicBezTo>
                <a:cubicBezTo>
                  <a:pt x="44707" y="25420"/>
                  <a:pt x="45659" y="25274"/>
                  <a:pt x="49507" y="27678"/>
                </a:cubicBezTo>
                <a:cubicBezTo>
                  <a:pt x="53370" y="30090"/>
                  <a:pt x="55603" y="29716"/>
                  <a:pt x="60947" y="25763"/>
                </a:cubicBezTo>
                <a:cubicBezTo>
                  <a:pt x="64599" y="23062"/>
                  <a:pt x="68819" y="18205"/>
                  <a:pt x="70323" y="14969"/>
                </a:cubicBezTo>
                <a:cubicBezTo>
                  <a:pt x="72821" y="9600"/>
                  <a:pt x="73567" y="9404"/>
                  <a:pt x="78890" y="12726"/>
                </a:cubicBezTo>
                <a:cubicBezTo>
                  <a:pt x="82096" y="14727"/>
                  <a:pt x="90941" y="17044"/>
                  <a:pt x="98544" y="17873"/>
                </a:cubicBezTo>
                <a:lnTo>
                  <a:pt x="112369" y="19382"/>
                </a:lnTo>
                <a:lnTo>
                  <a:pt x="111333" y="10510"/>
                </a:lnTo>
                <a:cubicBezTo>
                  <a:pt x="110680" y="4917"/>
                  <a:pt x="111503" y="1176"/>
                  <a:pt x="113560" y="387"/>
                </a:cubicBezTo>
                <a:cubicBezTo>
                  <a:pt x="117812" y="-1245"/>
                  <a:pt x="120015" y="2488"/>
                  <a:pt x="117960" y="7843"/>
                </a:cubicBezTo>
                <a:cubicBezTo>
                  <a:pt x="115692" y="13753"/>
                  <a:pt x="126829" y="25225"/>
                  <a:pt x="132949" y="23283"/>
                </a:cubicBezTo>
                <a:cubicBezTo>
                  <a:pt x="135529" y="22464"/>
                  <a:pt x="137639" y="22899"/>
                  <a:pt x="137639" y="24249"/>
                </a:cubicBezTo>
                <a:cubicBezTo>
                  <a:pt x="137639" y="25599"/>
                  <a:pt x="140039" y="27330"/>
                  <a:pt x="142971" y="28097"/>
                </a:cubicBezTo>
                <a:cubicBezTo>
                  <a:pt x="148037" y="29422"/>
                  <a:pt x="148102" y="29879"/>
                  <a:pt x="144280" y="37270"/>
                </a:cubicBezTo>
                <a:cubicBezTo>
                  <a:pt x="142067" y="41548"/>
                  <a:pt x="140954" y="46864"/>
                  <a:pt x="141806" y="49084"/>
                </a:cubicBezTo>
                <a:cubicBezTo>
                  <a:pt x="143608" y="53779"/>
                  <a:pt x="141808" y="54151"/>
                  <a:pt x="134976" y="50495"/>
                </a:cubicBezTo>
                <a:cubicBezTo>
                  <a:pt x="130992" y="48362"/>
                  <a:pt x="129272" y="49089"/>
                  <a:pt x="125814" y="54367"/>
                </a:cubicBezTo>
                <a:cubicBezTo>
                  <a:pt x="123473" y="57940"/>
                  <a:pt x="119948" y="60864"/>
                  <a:pt x="117982" y="60864"/>
                </a:cubicBezTo>
                <a:cubicBezTo>
                  <a:pt x="116015" y="60864"/>
                  <a:pt x="114406" y="62606"/>
                  <a:pt x="114406" y="64736"/>
                </a:cubicBezTo>
                <a:cubicBezTo>
                  <a:pt x="114406" y="66866"/>
                  <a:pt x="116060" y="68608"/>
                  <a:pt x="118081" y="68608"/>
                </a:cubicBezTo>
                <a:cubicBezTo>
                  <a:pt x="121214" y="68608"/>
                  <a:pt x="121185" y="69751"/>
                  <a:pt x="117880" y="76375"/>
                </a:cubicBezTo>
                <a:cubicBezTo>
                  <a:pt x="113557" y="85043"/>
                  <a:pt x="115262" y="99086"/>
                  <a:pt x="120902" y="101250"/>
                </a:cubicBezTo>
                <a:cubicBezTo>
                  <a:pt x="125974" y="103196"/>
                  <a:pt x="134577" y="97775"/>
                  <a:pt x="146578" y="85070"/>
                </a:cubicBezTo>
                <a:cubicBezTo>
                  <a:pt x="158352" y="72606"/>
                  <a:pt x="161996" y="71387"/>
                  <a:pt x="165866" y="78619"/>
                </a:cubicBezTo>
                <a:cubicBezTo>
                  <a:pt x="167980" y="82568"/>
                  <a:pt x="166683" y="85304"/>
                  <a:pt x="158858" y="93393"/>
                </a:cubicBezTo>
                <a:cubicBezTo>
                  <a:pt x="153577" y="98853"/>
                  <a:pt x="147613" y="103351"/>
                  <a:pt x="145606" y="103389"/>
                </a:cubicBezTo>
                <a:cubicBezTo>
                  <a:pt x="139218" y="103509"/>
                  <a:pt x="139670" y="109432"/>
                  <a:pt x="146405" y="113844"/>
                </a:cubicBezTo>
                <a:cubicBezTo>
                  <a:pt x="151813" y="117388"/>
                  <a:pt x="152650" y="119482"/>
                  <a:pt x="151373" y="126271"/>
                </a:cubicBezTo>
                <a:cubicBezTo>
                  <a:pt x="150529" y="130761"/>
                  <a:pt x="148255" y="136269"/>
                  <a:pt x="146320" y="138511"/>
                </a:cubicBezTo>
                <a:cubicBezTo>
                  <a:pt x="144385" y="140752"/>
                  <a:pt x="142802" y="146020"/>
                  <a:pt x="142802" y="150216"/>
                </a:cubicBezTo>
                <a:cubicBezTo>
                  <a:pt x="142802" y="155900"/>
                  <a:pt x="140890" y="158975"/>
                  <a:pt x="135305" y="162275"/>
                </a:cubicBezTo>
                <a:cubicBezTo>
                  <a:pt x="125481" y="168078"/>
                  <a:pt x="114663" y="168035"/>
                  <a:pt x="112825" y="162186"/>
                </a:cubicBezTo>
                <a:close/>
              </a:path>
            </a:pathLst>
          </a:custGeom>
          <a:solidFill>
            <a:srgbClr val="B9B9B9"/>
          </a:solidFill>
          <a:ln w="5163" cap="flat">
            <a:noFill/>
            <a:prstDash val="solid"/>
            <a:miter/>
          </a:ln>
        </p:spPr>
        <p:txBody>
          <a:bodyPr/>
          <a:lstStyle/>
          <a:p>
            <a:endParaRPr lang="es-419" noProof="0" dirty="0"/>
          </a:p>
        </p:txBody>
      </p:sp>
      <p:sp>
        <p:nvSpPr>
          <p:cNvPr id="74" name="Forma libre: forma 73">
            <a:extLst>
              <a:ext uri="{FF2B5EF4-FFF2-40B4-BE49-F238E27FC236}">
                <a16:creationId xmlns:a16="http://schemas.microsoft.com/office/drawing/2014/main" id="{E968A007-C419-2193-FF01-FE355FF782C8}"/>
              </a:ext>
            </a:extLst>
          </p:cNvPr>
          <p:cNvSpPr/>
          <p:nvPr/>
        </p:nvSpPr>
        <p:spPr>
          <a:xfrm>
            <a:off x="1152549" y="1816032"/>
            <a:ext cx="278306" cy="369963"/>
          </a:xfrm>
          <a:custGeom>
            <a:avLst/>
            <a:gdLst>
              <a:gd name="csX0" fmla="*/ 34904 w 278306"/>
              <a:gd name="csY0" fmla="*/ 369743 h 369963"/>
              <a:gd name="csX1" fmla="*/ 30386 w 278306"/>
              <a:gd name="csY1" fmla="*/ 366534 h 369963"/>
              <a:gd name="csX2" fmla="*/ 24882 w 278306"/>
              <a:gd name="csY2" fmla="*/ 362569 h 369963"/>
              <a:gd name="csX3" fmla="*/ 21927 w 278306"/>
              <a:gd name="csY3" fmla="*/ 359169 h 369963"/>
              <a:gd name="csX4" fmla="*/ 27578 w 278306"/>
              <a:gd name="csY4" fmla="*/ 347996 h 369963"/>
              <a:gd name="csX5" fmla="*/ 35410 w 278306"/>
              <a:gd name="csY5" fmla="*/ 332463 h 369963"/>
              <a:gd name="csX6" fmla="*/ 46301 w 278306"/>
              <a:gd name="csY6" fmla="*/ 305733 h 369963"/>
              <a:gd name="csX7" fmla="*/ 51274 w 278306"/>
              <a:gd name="csY7" fmla="*/ 305469 h 369963"/>
              <a:gd name="csX8" fmla="*/ 85602 w 278306"/>
              <a:gd name="csY8" fmla="*/ 259605 h 369963"/>
              <a:gd name="csX9" fmla="*/ 77041 w 278306"/>
              <a:gd name="csY9" fmla="*/ 247151 h 369963"/>
              <a:gd name="csX10" fmla="*/ 56201 w 278306"/>
              <a:gd name="csY10" fmla="*/ 259540 h 369963"/>
              <a:gd name="csX11" fmla="*/ 43804 w 278306"/>
              <a:gd name="csY11" fmla="*/ 271918 h 369963"/>
              <a:gd name="csX12" fmla="*/ 42369 w 278306"/>
              <a:gd name="csY12" fmla="*/ 249815 h 369963"/>
              <a:gd name="csX13" fmla="*/ 41724 w 278306"/>
              <a:gd name="csY13" fmla="*/ 231013 h 369963"/>
              <a:gd name="csX14" fmla="*/ 29106 w 278306"/>
              <a:gd name="csY14" fmla="*/ 240028 h 369963"/>
              <a:gd name="csX15" fmla="*/ 22444 w 278306"/>
              <a:gd name="csY15" fmla="*/ 254379 h 369963"/>
              <a:gd name="csX16" fmla="*/ 24802 w 278306"/>
              <a:gd name="csY16" fmla="*/ 241025 h 369963"/>
              <a:gd name="csX17" fmla="*/ 33753 w 278306"/>
              <a:gd name="csY17" fmla="*/ 223416 h 369963"/>
              <a:gd name="csX18" fmla="*/ 20060 w 278306"/>
              <a:gd name="csY18" fmla="*/ 211002 h 369963"/>
              <a:gd name="csX19" fmla="*/ 12798 w 278306"/>
              <a:gd name="csY19" fmla="*/ 218762 h 369963"/>
              <a:gd name="csX20" fmla="*/ 14913 w 278306"/>
              <a:gd name="csY20" fmla="*/ 227151 h 369963"/>
              <a:gd name="csX21" fmla="*/ 17013 w 278306"/>
              <a:gd name="csY21" fmla="*/ 232960 h 369963"/>
              <a:gd name="csX22" fmla="*/ 9735 w 278306"/>
              <a:gd name="csY22" fmla="*/ 237857 h 369963"/>
              <a:gd name="csX23" fmla="*/ 1293 w 278306"/>
              <a:gd name="csY23" fmla="*/ 233984 h 369963"/>
              <a:gd name="csX24" fmla="*/ 5050 w 278306"/>
              <a:gd name="csY24" fmla="*/ 166825 h 369963"/>
              <a:gd name="csX25" fmla="*/ 13098 w 278306"/>
              <a:gd name="csY25" fmla="*/ 148470 h 369963"/>
              <a:gd name="csX26" fmla="*/ 17479 w 278306"/>
              <a:gd name="csY26" fmla="*/ 142324 h 369963"/>
              <a:gd name="csX27" fmla="*/ 23957 w 278306"/>
              <a:gd name="csY27" fmla="*/ 139382 h 369963"/>
              <a:gd name="csX28" fmla="*/ 29365 w 278306"/>
              <a:gd name="csY28" fmla="*/ 127120 h 369963"/>
              <a:gd name="csX29" fmla="*/ 37749 w 278306"/>
              <a:gd name="csY29" fmla="*/ 97729 h 369963"/>
              <a:gd name="csX30" fmla="*/ 49507 w 278306"/>
              <a:gd name="csY30" fmla="*/ 88122 h 369963"/>
              <a:gd name="csX31" fmla="*/ 58774 w 278306"/>
              <a:gd name="csY31" fmla="*/ 77796 h 369963"/>
              <a:gd name="csX32" fmla="*/ 64863 w 278306"/>
              <a:gd name="csY32" fmla="*/ 68721 h 369963"/>
              <a:gd name="csX33" fmla="*/ 80119 w 278306"/>
              <a:gd name="csY33" fmla="*/ 65404 h 369963"/>
              <a:gd name="csX34" fmla="*/ 105248 w 278306"/>
              <a:gd name="csY34" fmla="*/ 69057 h 369963"/>
              <a:gd name="csX35" fmla="*/ 132354 w 278306"/>
              <a:gd name="csY35" fmla="*/ 69793 h 369963"/>
              <a:gd name="csX36" fmla="*/ 147842 w 278306"/>
              <a:gd name="csY36" fmla="*/ 68392 h 369963"/>
              <a:gd name="csX37" fmla="*/ 148600 w 278306"/>
              <a:gd name="csY37" fmla="*/ 51194 h 369963"/>
              <a:gd name="csX38" fmla="*/ 143045 w 278306"/>
              <a:gd name="csY38" fmla="*/ 18458 h 369963"/>
              <a:gd name="csX39" fmla="*/ 138200 w 278306"/>
              <a:gd name="csY39" fmla="*/ 1452 h 369963"/>
              <a:gd name="csX40" fmla="*/ 176238 w 278306"/>
              <a:gd name="csY40" fmla="*/ 4099 h 369963"/>
              <a:gd name="csX41" fmla="*/ 200117 w 278306"/>
              <a:gd name="csY41" fmla="*/ 11594 h 369963"/>
              <a:gd name="csX42" fmla="*/ 208506 w 278306"/>
              <a:gd name="csY42" fmla="*/ 17328 h 369963"/>
              <a:gd name="csX43" fmla="*/ 213126 w 278306"/>
              <a:gd name="csY43" fmla="*/ 22327 h 369963"/>
              <a:gd name="csX44" fmla="*/ 220224 w 278306"/>
              <a:gd name="csY44" fmla="*/ 29184 h 369963"/>
              <a:gd name="csX45" fmla="*/ 234966 w 278306"/>
              <a:gd name="csY45" fmla="*/ 33975 h 369963"/>
              <a:gd name="csX46" fmla="*/ 247228 w 278306"/>
              <a:gd name="csY46" fmla="*/ 35904 h 369963"/>
              <a:gd name="csX47" fmla="*/ 256714 w 278306"/>
              <a:gd name="csY47" fmla="*/ 49191 h 369963"/>
              <a:gd name="csX48" fmla="*/ 272203 w 278306"/>
              <a:gd name="csY48" fmla="*/ 58184 h 369963"/>
              <a:gd name="csX49" fmla="*/ 271714 w 278306"/>
              <a:gd name="csY49" fmla="*/ 67589 h 369963"/>
              <a:gd name="csX50" fmla="*/ 263105 w 278306"/>
              <a:gd name="csY50" fmla="*/ 78504 h 369963"/>
              <a:gd name="csX51" fmla="*/ 254303 w 278306"/>
              <a:gd name="csY51" fmla="*/ 85750 h 369963"/>
              <a:gd name="csX52" fmla="*/ 246105 w 278306"/>
              <a:gd name="csY52" fmla="*/ 101699 h 369963"/>
              <a:gd name="csX53" fmla="*/ 227494 w 278306"/>
              <a:gd name="csY53" fmla="*/ 130702 h 369963"/>
              <a:gd name="csX54" fmla="*/ 183924 w 278306"/>
              <a:gd name="csY54" fmla="*/ 160034 h 369963"/>
              <a:gd name="csX55" fmla="*/ 153537 w 278306"/>
              <a:gd name="csY55" fmla="*/ 173778 h 369963"/>
              <a:gd name="csX56" fmla="*/ 157053 w 278306"/>
              <a:gd name="csY56" fmla="*/ 181528 h 369963"/>
              <a:gd name="csX57" fmla="*/ 160436 w 278306"/>
              <a:gd name="csY57" fmla="*/ 193225 h 369963"/>
              <a:gd name="csX58" fmla="*/ 180263 w 278306"/>
              <a:gd name="csY58" fmla="*/ 225950 h 369963"/>
              <a:gd name="csX59" fmla="*/ 194663 w 278306"/>
              <a:gd name="csY59" fmla="*/ 239264 h 369963"/>
              <a:gd name="csX60" fmla="*/ 204770 w 278306"/>
              <a:gd name="csY60" fmla="*/ 247088 h 369963"/>
              <a:gd name="csX61" fmla="*/ 210897 w 278306"/>
              <a:gd name="csY61" fmla="*/ 244424 h 369963"/>
              <a:gd name="csX62" fmla="*/ 229158 w 278306"/>
              <a:gd name="csY62" fmla="*/ 228391 h 369963"/>
              <a:gd name="csX63" fmla="*/ 234321 w 278306"/>
              <a:gd name="csY63" fmla="*/ 228442 h 369963"/>
              <a:gd name="csX64" fmla="*/ 234966 w 278306"/>
              <a:gd name="csY64" fmla="*/ 250091 h 369963"/>
              <a:gd name="csX65" fmla="*/ 235014 w 278306"/>
              <a:gd name="csY65" fmla="*/ 261191 h 369963"/>
              <a:gd name="csX66" fmla="*/ 230353 w 278306"/>
              <a:gd name="csY66" fmla="*/ 300578 h 369963"/>
              <a:gd name="csX67" fmla="*/ 224337 w 278306"/>
              <a:gd name="csY67" fmla="*/ 308123 h 369963"/>
              <a:gd name="csX68" fmla="*/ 215823 w 278306"/>
              <a:gd name="csY68" fmla="*/ 299799 h 369963"/>
              <a:gd name="csX69" fmla="*/ 202099 w 278306"/>
              <a:gd name="csY69" fmla="*/ 292094 h 369963"/>
              <a:gd name="csX70" fmla="*/ 185246 w 278306"/>
              <a:gd name="csY70" fmla="*/ 278805 h 369963"/>
              <a:gd name="csX71" fmla="*/ 173928 w 278306"/>
              <a:gd name="csY71" fmla="*/ 260086 h 369963"/>
              <a:gd name="csX72" fmla="*/ 159486 w 278306"/>
              <a:gd name="csY72" fmla="*/ 251642 h 369963"/>
              <a:gd name="csX73" fmla="*/ 135920 w 278306"/>
              <a:gd name="csY73" fmla="*/ 263292 h 369963"/>
              <a:gd name="csX74" fmla="*/ 128496 w 278306"/>
              <a:gd name="csY74" fmla="*/ 268428 h 369963"/>
              <a:gd name="csX75" fmla="*/ 118324 w 278306"/>
              <a:gd name="csY75" fmla="*/ 277403 h 369963"/>
              <a:gd name="csX76" fmla="*/ 102749 w 278306"/>
              <a:gd name="csY76" fmla="*/ 302843 h 369963"/>
              <a:gd name="csX77" fmla="*/ 111986 w 278306"/>
              <a:gd name="csY77" fmla="*/ 325389 h 369963"/>
              <a:gd name="csX78" fmla="*/ 124791 w 278306"/>
              <a:gd name="csY78" fmla="*/ 345325 h 369963"/>
              <a:gd name="csX79" fmla="*/ 112525 w 278306"/>
              <a:gd name="csY79" fmla="*/ 358252 h 369963"/>
              <a:gd name="csX80" fmla="*/ 61364 w 278306"/>
              <a:gd name="csY80" fmla="*/ 367059 h 369963"/>
              <a:gd name="csX81" fmla="*/ 45875 w 278306"/>
              <a:gd name="csY81" fmla="*/ 368630 h 369963"/>
              <a:gd name="csX82" fmla="*/ 34904 w 278306"/>
              <a:gd name="csY82" fmla="*/ 369743 h 3699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Lst>
            <a:rect l="l" t="t" r="r" b="b"/>
            <a:pathLst>
              <a:path w="278306" h="369963">
                <a:moveTo>
                  <a:pt x="34904" y="369743"/>
                </a:moveTo>
                <a:cubicBezTo>
                  <a:pt x="32419" y="369198"/>
                  <a:pt x="30386" y="367754"/>
                  <a:pt x="30386" y="366534"/>
                </a:cubicBezTo>
                <a:cubicBezTo>
                  <a:pt x="30386" y="365314"/>
                  <a:pt x="27909" y="363530"/>
                  <a:pt x="24882" y="362569"/>
                </a:cubicBezTo>
                <a:cubicBezTo>
                  <a:pt x="21855" y="361609"/>
                  <a:pt x="20525" y="360078"/>
                  <a:pt x="21927" y="359169"/>
                </a:cubicBezTo>
                <a:cubicBezTo>
                  <a:pt x="23328" y="358259"/>
                  <a:pt x="25871" y="353231"/>
                  <a:pt x="27578" y="347996"/>
                </a:cubicBezTo>
                <a:cubicBezTo>
                  <a:pt x="29284" y="342760"/>
                  <a:pt x="32809" y="335771"/>
                  <a:pt x="35410" y="332463"/>
                </a:cubicBezTo>
                <a:cubicBezTo>
                  <a:pt x="41776" y="324371"/>
                  <a:pt x="48428" y="308044"/>
                  <a:pt x="46301" y="305733"/>
                </a:cubicBezTo>
                <a:cubicBezTo>
                  <a:pt x="45357" y="304708"/>
                  <a:pt x="47595" y="304589"/>
                  <a:pt x="51274" y="305469"/>
                </a:cubicBezTo>
                <a:cubicBezTo>
                  <a:pt x="65489" y="308870"/>
                  <a:pt x="84946" y="282874"/>
                  <a:pt x="85602" y="259605"/>
                </a:cubicBezTo>
                <a:cubicBezTo>
                  <a:pt x="85868" y="250143"/>
                  <a:pt x="85296" y="249310"/>
                  <a:pt x="77041" y="247151"/>
                </a:cubicBezTo>
                <a:cubicBezTo>
                  <a:pt x="64390" y="243842"/>
                  <a:pt x="56201" y="248710"/>
                  <a:pt x="56201" y="259540"/>
                </a:cubicBezTo>
                <a:cubicBezTo>
                  <a:pt x="56201" y="269382"/>
                  <a:pt x="51616" y="273960"/>
                  <a:pt x="43804" y="271918"/>
                </a:cubicBezTo>
                <a:cubicBezTo>
                  <a:pt x="37009" y="270141"/>
                  <a:pt x="36944" y="269149"/>
                  <a:pt x="42369" y="249815"/>
                </a:cubicBezTo>
                <a:cubicBezTo>
                  <a:pt x="46434" y="235327"/>
                  <a:pt x="46408" y="234559"/>
                  <a:pt x="41724" y="231013"/>
                </a:cubicBezTo>
                <a:cubicBezTo>
                  <a:pt x="34464" y="225517"/>
                  <a:pt x="33758" y="226021"/>
                  <a:pt x="29106" y="240028"/>
                </a:cubicBezTo>
                <a:cubicBezTo>
                  <a:pt x="26753" y="247111"/>
                  <a:pt x="23756" y="253568"/>
                  <a:pt x="22444" y="254379"/>
                </a:cubicBezTo>
                <a:cubicBezTo>
                  <a:pt x="19454" y="256227"/>
                  <a:pt x="19357" y="256781"/>
                  <a:pt x="24802" y="241025"/>
                </a:cubicBezTo>
                <a:cubicBezTo>
                  <a:pt x="27318" y="233748"/>
                  <a:pt x="31345" y="225823"/>
                  <a:pt x="33753" y="223416"/>
                </a:cubicBezTo>
                <a:cubicBezTo>
                  <a:pt x="41536" y="215633"/>
                  <a:pt x="38403" y="212792"/>
                  <a:pt x="20060" y="211002"/>
                </a:cubicBezTo>
                <a:cubicBezTo>
                  <a:pt x="14508" y="210460"/>
                  <a:pt x="13494" y="211544"/>
                  <a:pt x="12798" y="218762"/>
                </a:cubicBezTo>
                <a:cubicBezTo>
                  <a:pt x="12315" y="223766"/>
                  <a:pt x="13169" y="227151"/>
                  <a:pt x="14913" y="227151"/>
                </a:cubicBezTo>
                <a:cubicBezTo>
                  <a:pt x="16522" y="227151"/>
                  <a:pt x="17467" y="229765"/>
                  <a:pt x="17013" y="232960"/>
                </a:cubicBezTo>
                <a:cubicBezTo>
                  <a:pt x="16365" y="237521"/>
                  <a:pt x="14803" y="238572"/>
                  <a:pt x="9735" y="237857"/>
                </a:cubicBezTo>
                <a:cubicBezTo>
                  <a:pt x="6185" y="237355"/>
                  <a:pt x="2386" y="235613"/>
                  <a:pt x="1293" y="233984"/>
                </a:cubicBezTo>
                <a:cubicBezTo>
                  <a:pt x="-1682" y="229553"/>
                  <a:pt x="858" y="184145"/>
                  <a:pt x="5050" y="166825"/>
                </a:cubicBezTo>
                <a:cubicBezTo>
                  <a:pt x="7067" y="158491"/>
                  <a:pt x="10689" y="150232"/>
                  <a:pt x="13098" y="148470"/>
                </a:cubicBezTo>
                <a:cubicBezTo>
                  <a:pt x="15508" y="146708"/>
                  <a:pt x="17479" y="143943"/>
                  <a:pt x="17479" y="142324"/>
                </a:cubicBezTo>
                <a:cubicBezTo>
                  <a:pt x="17479" y="140706"/>
                  <a:pt x="20394" y="139382"/>
                  <a:pt x="23957" y="139382"/>
                </a:cubicBezTo>
                <a:cubicBezTo>
                  <a:pt x="30115" y="139382"/>
                  <a:pt x="30383" y="138776"/>
                  <a:pt x="29365" y="127120"/>
                </a:cubicBezTo>
                <a:cubicBezTo>
                  <a:pt x="27807" y="109281"/>
                  <a:pt x="29957" y="101744"/>
                  <a:pt x="37749" y="97729"/>
                </a:cubicBezTo>
                <a:cubicBezTo>
                  <a:pt x="41508" y="95792"/>
                  <a:pt x="46799" y="91468"/>
                  <a:pt x="49507" y="88122"/>
                </a:cubicBezTo>
                <a:cubicBezTo>
                  <a:pt x="52214" y="84775"/>
                  <a:pt x="56385" y="80128"/>
                  <a:pt x="58774" y="77796"/>
                </a:cubicBezTo>
                <a:cubicBezTo>
                  <a:pt x="61163" y="75463"/>
                  <a:pt x="63903" y="71380"/>
                  <a:pt x="64863" y="68721"/>
                </a:cubicBezTo>
                <a:cubicBezTo>
                  <a:pt x="66368" y="64550"/>
                  <a:pt x="68459" y="64095"/>
                  <a:pt x="80119" y="65404"/>
                </a:cubicBezTo>
                <a:cubicBezTo>
                  <a:pt x="87551" y="66238"/>
                  <a:pt x="98859" y="67882"/>
                  <a:pt x="105248" y="69057"/>
                </a:cubicBezTo>
                <a:cubicBezTo>
                  <a:pt x="111637" y="70233"/>
                  <a:pt x="123835" y="70564"/>
                  <a:pt x="132354" y="69793"/>
                </a:cubicBezTo>
                <a:lnTo>
                  <a:pt x="147842" y="68392"/>
                </a:lnTo>
                <a:lnTo>
                  <a:pt x="148600" y="51194"/>
                </a:lnTo>
                <a:cubicBezTo>
                  <a:pt x="149196" y="37679"/>
                  <a:pt x="148006" y="30668"/>
                  <a:pt x="143045" y="18458"/>
                </a:cubicBezTo>
                <a:cubicBezTo>
                  <a:pt x="139573" y="9912"/>
                  <a:pt x="137392" y="2259"/>
                  <a:pt x="138200" y="1452"/>
                </a:cubicBezTo>
                <a:cubicBezTo>
                  <a:pt x="141102" y="-1451"/>
                  <a:pt x="166125" y="290"/>
                  <a:pt x="176238" y="4099"/>
                </a:cubicBezTo>
                <a:cubicBezTo>
                  <a:pt x="189419" y="9062"/>
                  <a:pt x="190086" y="9272"/>
                  <a:pt x="200117" y="11594"/>
                </a:cubicBezTo>
                <a:cubicBezTo>
                  <a:pt x="204892" y="12700"/>
                  <a:pt x="208506" y="15170"/>
                  <a:pt x="208506" y="17328"/>
                </a:cubicBezTo>
                <a:cubicBezTo>
                  <a:pt x="208506" y="19413"/>
                  <a:pt x="210585" y="21662"/>
                  <a:pt x="213126" y="22327"/>
                </a:cubicBezTo>
                <a:cubicBezTo>
                  <a:pt x="215666" y="22991"/>
                  <a:pt x="218861" y="26077"/>
                  <a:pt x="220224" y="29184"/>
                </a:cubicBezTo>
                <a:cubicBezTo>
                  <a:pt x="222363" y="34057"/>
                  <a:pt x="224390" y="34715"/>
                  <a:pt x="234966" y="33975"/>
                </a:cubicBezTo>
                <a:cubicBezTo>
                  <a:pt x="242553" y="33444"/>
                  <a:pt x="247228" y="34179"/>
                  <a:pt x="247228" y="35904"/>
                </a:cubicBezTo>
                <a:cubicBezTo>
                  <a:pt x="247228" y="37437"/>
                  <a:pt x="251497" y="43416"/>
                  <a:pt x="256714" y="49191"/>
                </a:cubicBezTo>
                <a:cubicBezTo>
                  <a:pt x="264193" y="57469"/>
                  <a:pt x="267470" y="59372"/>
                  <a:pt x="272203" y="58184"/>
                </a:cubicBezTo>
                <a:cubicBezTo>
                  <a:pt x="280616" y="56072"/>
                  <a:pt x="280219" y="63714"/>
                  <a:pt x="271714" y="67589"/>
                </a:cubicBezTo>
                <a:cubicBezTo>
                  <a:pt x="267863" y="69343"/>
                  <a:pt x="264361" y="73784"/>
                  <a:pt x="263105" y="78504"/>
                </a:cubicBezTo>
                <a:cubicBezTo>
                  <a:pt x="261351" y="85098"/>
                  <a:pt x="259842" y="86340"/>
                  <a:pt x="254303" y="85750"/>
                </a:cubicBezTo>
                <a:cubicBezTo>
                  <a:pt x="246592" y="84928"/>
                  <a:pt x="243436" y="91067"/>
                  <a:pt x="246105" y="101699"/>
                </a:cubicBezTo>
                <a:cubicBezTo>
                  <a:pt x="247533" y="107389"/>
                  <a:pt x="244867" y="111544"/>
                  <a:pt x="227494" y="130702"/>
                </a:cubicBezTo>
                <a:cubicBezTo>
                  <a:pt x="207371" y="152893"/>
                  <a:pt x="196764" y="160034"/>
                  <a:pt x="183924" y="160034"/>
                </a:cubicBezTo>
                <a:cubicBezTo>
                  <a:pt x="175394" y="160034"/>
                  <a:pt x="155328" y="169109"/>
                  <a:pt x="153537" y="173778"/>
                </a:cubicBezTo>
                <a:cubicBezTo>
                  <a:pt x="152784" y="175740"/>
                  <a:pt x="154366" y="179227"/>
                  <a:pt x="157053" y="181528"/>
                </a:cubicBezTo>
                <a:cubicBezTo>
                  <a:pt x="160618" y="184580"/>
                  <a:pt x="161532" y="187741"/>
                  <a:pt x="160436" y="193225"/>
                </a:cubicBezTo>
                <a:cubicBezTo>
                  <a:pt x="158065" y="205081"/>
                  <a:pt x="165477" y="217314"/>
                  <a:pt x="180263" y="225950"/>
                </a:cubicBezTo>
                <a:cubicBezTo>
                  <a:pt x="187814" y="230360"/>
                  <a:pt x="193823" y="235916"/>
                  <a:pt x="194663" y="239264"/>
                </a:cubicBezTo>
                <a:cubicBezTo>
                  <a:pt x="196711" y="247420"/>
                  <a:pt x="202826" y="252154"/>
                  <a:pt x="204770" y="247088"/>
                </a:cubicBezTo>
                <a:cubicBezTo>
                  <a:pt x="205617" y="244882"/>
                  <a:pt x="208258" y="243734"/>
                  <a:pt x="210897" y="244424"/>
                </a:cubicBezTo>
                <a:cubicBezTo>
                  <a:pt x="216566" y="245906"/>
                  <a:pt x="229158" y="234851"/>
                  <a:pt x="229158" y="228391"/>
                </a:cubicBezTo>
                <a:cubicBezTo>
                  <a:pt x="229158" y="223967"/>
                  <a:pt x="229378" y="223969"/>
                  <a:pt x="234321" y="228442"/>
                </a:cubicBezTo>
                <a:cubicBezTo>
                  <a:pt x="240730" y="234242"/>
                  <a:pt x="241099" y="246636"/>
                  <a:pt x="234966" y="250091"/>
                </a:cubicBezTo>
                <a:cubicBezTo>
                  <a:pt x="230667" y="252513"/>
                  <a:pt x="230669" y="253050"/>
                  <a:pt x="235014" y="261191"/>
                </a:cubicBezTo>
                <a:cubicBezTo>
                  <a:pt x="240871" y="272165"/>
                  <a:pt x="238755" y="290041"/>
                  <a:pt x="230353" y="300578"/>
                </a:cubicBezTo>
                <a:lnTo>
                  <a:pt x="224337" y="308123"/>
                </a:lnTo>
                <a:lnTo>
                  <a:pt x="215823" y="299799"/>
                </a:lnTo>
                <a:cubicBezTo>
                  <a:pt x="210927" y="295013"/>
                  <a:pt x="205095" y="291738"/>
                  <a:pt x="202099" y="292094"/>
                </a:cubicBezTo>
                <a:cubicBezTo>
                  <a:pt x="194035" y="293052"/>
                  <a:pt x="185277" y="286146"/>
                  <a:pt x="185246" y="278805"/>
                </a:cubicBezTo>
                <a:cubicBezTo>
                  <a:pt x="185229" y="274767"/>
                  <a:pt x="180965" y="267715"/>
                  <a:pt x="173928" y="260086"/>
                </a:cubicBezTo>
                <a:cubicBezTo>
                  <a:pt x="164333" y="249682"/>
                  <a:pt x="162165" y="248415"/>
                  <a:pt x="159486" y="251642"/>
                </a:cubicBezTo>
                <a:cubicBezTo>
                  <a:pt x="155362" y="256612"/>
                  <a:pt x="141849" y="263292"/>
                  <a:pt x="135920" y="263292"/>
                </a:cubicBezTo>
                <a:cubicBezTo>
                  <a:pt x="133348" y="263292"/>
                  <a:pt x="130007" y="265603"/>
                  <a:pt x="128496" y="268428"/>
                </a:cubicBezTo>
                <a:cubicBezTo>
                  <a:pt x="126984" y="271253"/>
                  <a:pt x="122406" y="275292"/>
                  <a:pt x="118324" y="277403"/>
                </a:cubicBezTo>
                <a:cubicBezTo>
                  <a:pt x="105333" y="284120"/>
                  <a:pt x="102661" y="288486"/>
                  <a:pt x="102749" y="302843"/>
                </a:cubicBezTo>
                <a:cubicBezTo>
                  <a:pt x="102826" y="315405"/>
                  <a:pt x="106784" y="325066"/>
                  <a:pt x="111986" y="325389"/>
                </a:cubicBezTo>
                <a:cubicBezTo>
                  <a:pt x="116589" y="325676"/>
                  <a:pt x="126252" y="340721"/>
                  <a:pt x="124791" y="345325"/>
                </a:cubicBezTo>
                <a:cubicBezTo>
                  <a:pt x="123983" y="347870"/>
                  <a:pt x="118463" y="353688"/>
                  <a:pt x="112525" y="358252"/>
                </a:cubicBezTo>
                <a:cubicBezTo>
                  <a:pt x="101535" y="366699"/>
                  <a:pt x="89725" y="368732"/>
                  <a:pt x="61364" y="367059"/>
                </a:cubicBezTo>
                <a:cubicBezTo>
                  <a:pt x="56394" y="366766"/>
                  <a:pt x="49424" y="367473"/>
                  <a:pt x="45875" y="368630"/>
                </a:cubicBezTo>
                <a:cubicBezTo>
                  <a:pt x="42325" y="369787"/>
                  <a:pt x="37388" y="370288"/>
                  <a:pt x="34904" y="369743"/>
                </a:cubicBezTo>
                <a:close/>
              </a:path>
            </a:pathLst>
          </a:custGeom>
          <a:solidFill>
            <a:srgbClr val="B9B9B9"/>
          </a:solidFill>
          <a:ln w="5163" cap="flat">
            <a:noFill/>
            <a:prstDash val="solid"/>
            <a:miter/>
          </a:ln>
        </p:spPr>
        <p:txBody>
          <a:bodyPr/>
          <a:lstStyle/>
          <a:p>
            <a:endParaRPr lang="es-419" noProof="0" dirty="0"/>
          </a:p>
        </p:txBody>
      </p:sp>
      <p:grpSp>
        <p:nvGrpSpPr>
          <p:cNvPr id="75" name="Gráfico 39">
            <a:extLst>
              <a:ext uri="{FF2B5EF4-FFF2-40B4-BE49-F238E27FC236}">
                <a16:creationId xmlns:a16="http://schemas.microsoft.com/office/drawing/2014/main" id="{39987A98-D906-D7A4-4CFA-89525B4395DA}"/>
              </a:ext>
            </a:extLst>
          </p:cNvPr>
          <p:cNvGrpSpPr/>
          <p:nvPr/>
        </p:nvGrpSpPr>
        <p:grpSpPr>
          <a:xfrm>
            <a:off x="1634957" y="2069316"/>
            <a:ext cx="438046" cy="474569"/>
            <a:chOff x="1634957" y="2069316"/>
            <a:chExt cx="438046" cy="474569"/>
          </a:xfrm>
        </p:grpSpPr>
        <p:sp>
          <p:nvSpPr>
            <p:cNvPr id="76" name="Forma libre: forma 75">
              <a:extLst>
                <a:ext uri="{FF2B5EF4-FFF2-40B4-BE49-F238E27FC236}">
                  <a16:creationId xmlns:a16="http://schemas.microsoft.com/office/drawing/2014/main" id="{0C800F26-F493-585A-A134-B02374E68FDD}"/>
                </a:ext>
              </a:extLst>
            </p:cNvPr>
            <p:cNvSpPr/>
            <p:nvPr/>
          </p:nvSpPr>
          <p:spPr>
            <a:xfrm>
              <a:off x="1634957" y="2069316"/>
              <a:ext cx="438046" cy="474569"/>
            </a:xfrm>
            <a:custGeom>
              <a:avLst/>
              <a:gdLst>
                <a:gd name="csX0" fmla="*/ 332739 w 438046"/>
                <a:gd name="csY0" fmla="*/ 469202 h 474569"/>
                <a:gd name="csX1" fmla="*/ 324349 w 438046"/>
                <a:gd name="csY1" fmla="*/ 460541 h 474569"/>
                <a:gd name="csX2" fmla="*/ 306954 w 438046"/>
                <a:gd name="csY2" fmla="*/ 447652 h 474569"/>
                <a:gd name="csX3" fmla="*/ 301522 w 438046"/>
                <a:gd name="csY3" fmla="*/ 436095 h 474569"/>
                <a:gd name="csX4" fmla="*/ 298287 w 438046"/>
                <a:gd name="csY4" fmla="*/ 425621 h 474569"/>
                <a:gd name="csX5" fmla="*/ 291436 w 438046"/>
                <a:gd name="csY5" fmla="*/ 429493 h 474569"/>
                <a:gd name="csX6" fmla="*/ 284162 w 438046"/>
                <a:gd name="csY6" fmla="*/ 433365 h 474569"/>
                <a:gd name="csX7" fmla="*/ 273181 w 438046"/>
                <a:gd name="csY7" fmla="*/ 439996 h 474569"/>
                <a:gd name="csX8" fmla="*/ 246542 w 438046"/>
                <a:gd name="csY8" fmla="*/ 415677 h 474569"/>
                <a:gd name="csX9" fmla="*/ 247543 w 438046"/>
                <a:gd name="csY9" fmla="*/ 398488 h 474569"/>
                <a:gd name="csX10" fmla="*/ 227242 w 438046"/>
                <a:gd name="csY10" fmla="*/ 385770 h 474569"/>
                <a:gd name="csX11" fmla="*/ 216574 w 438046"/>
                <a:gd name="csY11" fmla="*/ 384267 h 474569"/>
                <a:gd name="csX12" fmla="*/ 211411 w 438046"/>
                <a:gd name="csY12" fmla="*/ 381736 h 474569"/>
                <a:gd name="csX13" fmla="*/ 206248 w 438046"/>
                <a:gd name="csY13" fmla="*/ 377864 h 474569"/>
                <a:gd name="csX14" fmla="*/ 201085 w 438046"/>
                <a:gd name="csY14" fmla="*/ 368829 h 474569"/>
                <a:gd name="csX15" fmla="*/ 195840 w 438046"/>
                <a:gd name="csY15" fmla="*/ 360439 h 474569"/>
                <a:gd name="csX16" fmla="*/ 179383 w 438046"/>
                <a:gd name="csY16" fmla="*/ 344572 h 474569"/>
                <a:gd name="csX17" fmla="*/ 166056 w 438046"/>
                <a:gd name="csY17" fmla="*/ 347532 h 474569"/>
                <a:gd name="csX18" fmla="*/ 162127 w 438046"/>
                <a:gd name="csY18" fmla="*/ 363514 h 474569"/>
                <a:gd name="csX19" fmla="*/ 156676 w 438046"/>
                <a:gd name="csY19" fmla="*/ 372397 h 474569"/>
                <a:gd name="csX20" fmla="*/ 152333 w 438046"/>
                <a:gd name="csY20" fmla="*/ 366640 h 474569"/>
                <a:gd name="csX21" fmla="*/ 138487 w 438046"/>
                <a:gd name="csY21" fmla="*/ 364853 h 474569"/>
                <a:gd name="csX22" fmla="*/ 126312 w 438046"/>
                <a:gd name="csY22" fmla="*/ 363833 h 474569"/>
                <a:gd name="csX23" fmla="*/ 123641 w 438046"/>
                <a:gd name="csY23" fmla="*/ 355006 h 474569"/>
                <a:gd name="csX24" fmla="*/ 115723 w 438046"/>
                <a:gd name="csY24" fmla="*/ 349430 h 474569"/>
                <a:gd name="csX25" fmla="*/ 110493 w 438046"/>
                <a:gd name="csY25" fmla="*/ 333027 h 474569"/>
                <a:gd name="csX26" fmla="*/ 115897 w 438046"/>
                <a:gd name="csY26" fmla="*/ 317692 h 474569"/>
                <a:gd name="csX27" fmla="*/ 126868 w 438046"/>
                <a:gd name="csY27" fmla="*/ 306474 h 474569"/>
                <a:gd name="csX28" fmla="*/ 128005 w 438046"/>
                <a:gd name="csY28" fmla="*/ 290864 h 474569"/>
                <a:gd name="csX29" fmla="*/ 107467 w 438046"/>
                <a:gd name="csY29" fmla="*/ 276906 h 474569"/>
                <a:gd name="csX30" fmla="*/ 125531 w 438046"/>
                <a:gd name="csY30" fmla="*/ 228226 h 474569"/>
                <a:gd name="csX31" fmla="*/ 128516 w 438046"/>
                <a:gd name="csY31" fmla="*/ 218872 h 474569"/>
                <a:gd name="csX32" fmla="*/ 122054 w 438046"/>
                <a:gd name="csY32" fmla="*/ 216563 h 474569"/>
                <a:gd name="csX33" fmla="*/ 112602 w 438046"/>
                <a:gd name="csY33" fmla="*/ 211354 h 474569"/>
                <a:gd name="csX34" fmla="*/ 97827 w 438046"/>
                <a:gd name="csY34" fmla="*/ 212411 h 474569"/>
                <a:gd name="csX35" fmla="*/ 87566 w 438046"/>
                <a:gd name="csY35" fmla="*/ 216588 h 474569"/>
                <a:gd name="csX36" fmla="*/ 80430 w 438046"/>
                <a:gd name="csY36" fmla="*/ 211038 h 474569"/>
                <a:gd name="csX37" fmla="*/ 79784 w 438046"/>
                <a:gd name="csY37" fmla="*/ 198453 h 474569"/>
                <a:gd name="csX38" fmla="*/ 82015 w 438046"/>
                <a:gd name="csY38" fmla="*/ 188949 h 474569"/>
                <a:gd name="csX39" fmla="*/ 89966 w 438046"/>
                <a:gd name="csY39" fmla="*/ 185629 h 474569"/>
                <a:gd name="csX40" fmla="*/ 87641 w 438046"/>
                <a:gd name="csY40" fmla="*/ 169636 h 474569"/>
                <a:gd name="csX41" fmla="*/ 79292 w 438046"/>
                <a:gd name="csY41" fmla="*/ 156728 h 474569"/>
                <a:gd name="csX42" fmla="*/ 72462 w 438046"/>
                <a:gd name="csY42" fmla="*/ 148956 h 474569"/>
                <a:gd name="csX43" fmla="*/ 56524 w 438046"/>
                <a:gd name="csY43" fmla="*/ 163920 h 474569"/>
                <a:gd name="csX44" fmla="*/ 52658 w 438046"/>
                <a:gd name="csY44" fmla="*/ 164900 h 474569"/>
                <a:gd name="csX45" fmla="*/ 39697 w 438046"/>
                <a:gd name="csY45" fmla="*/ 168628 h 474569"/>
                <a:gd name="csX46" fmla="*/ 26748 w 438046"/>
                <a:gd name="csY46" fmla="*/ 181448 h 474569"/>
                <a:gd name="csX47" fmla="*/ 16403 w 438046"/>
                <a:gd name="csY47" fmla="*/ 190289 h 474569"/>
                <a:gd name="csX48" fmla="*/ 7343 w 438046"/>
                <a:gd name="csY48" fmla="*/ 186486 h 474569"/>
                <a:gd name="csX49" fmla="*/ 9965 w 438046"/>
                <a:gd name="csY49" fmla="*/ 170925 h 474569"/>
                <a:gd name="csX50" fmla="*/ 15158 w 438046"/>
                <a:gd name="csY50" fmla="*/ 162124 h 474569"/>
                <a:gd name="csX51" fmla="*/ 9381 w 438046"/>
                <a:gd name="csY51" fmla="*/ 159801 h 474569"/>
                <a:gd name="csX52" fmla="*/ 7807 w 438046"/>
                <a:gd name="csY52" fmla="*/ 157314 h 474569"/>
                <a:gd name="csX53" fmla="*/ 15681 w 438046"/>
                <a:gd name="csY53" fmla="*/ 151621 h 474569"/>
                <a:gd name="csX54" fmla="*/ 24691 w 438046"/>
                <a:gd name="csY54" fmla="*/ 148948 h 474569"/>
                <a:gd name="csX55" fmla="*/ 33291 w 438046"/>
                <a:gd name="csY55" fmla="*/ 142643 h 474569"/>
                <a:gd name="csX56" fmla="*/ 36252 w 438046"/>
                <a:gd name="csY56" fmla="*/ 130243 h 474569"/>
                <a:gd name="csX57" fmla="*/ 35959 w 438046"/>
                <a:gd name="csY57" fmla="*/ 119824 h 474569"/>
                <a:gd name="csX58" fmla="*/ 30417 w 438046"/>
                <a:gd name="csY58" fmla="*/ 117319 h 474569"/>
                <a:gd name="csX59" fmla="*/ 28128 w 438046"/>
                <a:gd name="csY59" fmla="*/ 114535 h 474569"/>
                <a:gd name="csX60" fmla="*/ 22780 w 438046"/>
                <a:gd name="csY60" fmla="*/ 112034 h 474569"/>
                <a:gd name="csX61" fmla="*/ 9335 w 438046"/>
                <a:gd name="csY61" fmla="*/ 100263 h 474569"/>
                <a:gd name="csX62" fmla="*/ 5316 w 438046"/>
                <a:gd name="csY62" fmla="*/ 85099 h 474569"/>
                <a:gd name="csX63" fmla="*/ 0 w 438046"/>
                <a:gd name="csY63" fmla="*/ 74899 h 474569"/>
                <a:gd name="csX64" fmla="*/ 5230 w 438046"/>
                <a:gd name="csY64" fmla="*/ 68250 h 474569"/>
                <a:gd name="csX65" fmla="*/ 8777 w 438046"/>
                <a:gd name="csY65" fmla="*/ 53938 h 474569"/>
                <a:gd name="csX66" fmla="*/ 11157 w 438046"/>
                <a:gd name="csY66" fmla="*/ 40474 h 474569"/>
                <a:gd name="csX67" fmla="*/ 15221 w 438046"/>
                <a:gd name="csY67" fmla="*/ 30361 h 474569"/>
                <a:gd name="csX68" fmla="*/ 19093 w 438046"/>
                <a:gd name="csY68" fmla="*/ 24563 h 474569"/>
                <a:gd name="csX69" fmla="*/ 13331 w 438046"/>
                <a:gd name="csY69" fmla="*/ 11391 h 474569"/>
                <a:gd name="csX70" fmla="*/ 15610 w 438046"/>
                <a:gd name="csY70" fmla="*/ 4739 h 474569"/>
                <a:gd name="csX71" fmla="*/ 24152 w 438046"/>
                <a:gd name="csY71" fmla="*/ 2431 h 474569"/>
                <a:gd name="csX72" fmla="*/ 42643 w 438046"/>
                <a:gd name="csY72" fmla="*/ 10008 h 474569"/>
                <a:gd name="csX73" fmla="*/ 58021 w 438046"/>
                <a:gd name="csY73" fmla="*/ 20333 h 474569"/>
                <a:gd name="csX74" fmla="*/ 76259 w 438046"/>
                <a:gd name="csY74" fmla="*/ 58909 h 474569"/>
                <a:gd name="csX75" fmla="*/ 87417 w 438046"/>
                <a:gd name="csY75" fmla="*/ 80908 h 474569"/>
                <a:gd name="csX76" fmla="*/ 99122 w 438046"/>
                <a:gd name="csY76" fmla="*/ 102996 h 474569"/>
                <a:gd name="csX77" fmla="*/ 103913 w 438046"/>
                <a:gd name="csY77" fmla="*/ 110684 h 474569"/>
                <a:gd name="csX78" fmla="*/ 102362 w 438046"/>
                <a:gd name="csY78" fmla="*/ 90033 h 474569"/>
                <a:gd name="csX79" fmla="*/ 92203 w 438046"/>
                <a:gd name="csY79" fmla="*/ 66799 h 474569"/>
                <a:gd name="csX80" fmla="*/ 83568 w 438046"/>
                <a:gd name="csY80" fmla="*/ 60346 h 474569"/>
                <a:gd name="csX81" fmla="*/ 86838 w 438046"/>
                <a:gd name="csY81" fmla="*/ 69381 h 474569"/>
                <a:gd name="csX82" fmla="*/ 85111 w 438046"/>
                <a:gd name="csY82" fmla="*/ 70354 h 474569"/>
                <a:gd name="csX83" fmla="*/ 81250 w 438046"/>
                <a:gd name="csY83" fmla="*/ 58738 h 474569"/>
                <a:gd name="csX84" fmla="*/ 73693 w 438046"/>
                <a:gd name="csY84" fmla="*/ 39979 h 474569"/>
                <a:gd name="csX85" fmla="*/ 66850 w 438046"/>
                <a:gd name="csY85" fmla="*/ 27201 h 474569"/>
                <a:gd name="csX86" fmla="*/ 80920 w 438046"/>
                <a:gd name="csY86" fmla="*/ 44489 h 474569"/>
                <a:gd name="csX87" fmla="*/ 99162 w 438046"/>
                <a:gd name="csY87" fmla="*/ 64586 h 474569"/>
                <a:gd name="csX88" fmla="*/ 107565 w 438046"/>
                <a:gd name="csY88" fmla="*/ 86419 h 474569"/>
                <a:gd name="csX89" fmla="*/ 116108 w 438046"/>
                <a:gd name="csY89" fmla="*/ 138203 h 474569"/>
                <a:gd name="csX90" fmla="*/ 121060 w 438046"/>
                <a:gd name="csY90" fmla="*/ 151411 h 474569"/>
                <a:gd name="csX91" fmla="*/ 135828 w 438046"/>
                <a:gd name="csY91" fmla="*/ 169580 h 474569"/>
                <a:gd name="csX92" fmla="*/ 173747 w 438046"/>
                <a:gd name="csY92" fmla="*/ 217637 h 474569"/>
                <a:gd name="csX93" fmla="*/ 186052 w 438046"/>
                <a:gd name="csY93" fmla="*/ 237240 h 474569"/>
                <a:gd name="csX94" fmla="*/ 192809 w 438046"/>
                <a:gd name="csY94" fmla="*/ 259193 h 474569"/>
                <a:gd name="csX95" fmla="*/ 202887 w 438046"/>
                <a:gd name="csY95" fmla="*/ 280570 h 474569"/>
                <a:gd name="csX96" fmla="*/ 215434 w 438046"/>
                <a:gd name="csY96" fmla="*/ 294429 h 474569"/>
                <a:gd name="csX97" fmla="*/ 223898 w 438046"/>
                <a:gd name="csY97" fmla="*/ 302869 h 474569"/>
                <a:gd name="csX98" fmla="*/ 231639 w 438046"/>
                <a:gd name="csY98" fmla="*/ 310848 h 474569"/>
                <a:gd name="csX99" fmla="*/ 241066 w 438046"/>
                <a:gd name="csY99" fmla="*/ 319770 h 474569"/>
                <a:gd name="csX100" fmla="*/ 242388 w 438046"/>
                <a:gd name="csY100" fmla="*/ 323654 h 474569"/>
                <a:gd name="csX101" fmla="*/ 237225 w 438046"/>
                <a:gd name="csY101" fmla="*/ 324770 h 474569"/>
                <a:gd name="csX102" fmla="*/ 239807 w 438046"/>
                <a:gd name="csY102" fmla="*/ 327526 h 474569"/>
                <a:gd name="csX103" fmla="*/ 241743 w 438046"/>
                <a:gd name="csY103" fmla="*/ 330724 h 474569"/>
                <a:gd name="csX104" fmla="*/ 248333 w 438046"/>
                <a:gd name="csY104" fmla="*/ 333103 h 474569"/>
                <a:gd name="csX105" fmla="*/ 259724 w 438046"/>
                <a:gd name="csY105" fmla="*/ 335713 h 474569"/>
                <a:gd name="csX106" fmla="*/ 262612 w 438046"/>
                <a:gd name="csY106" fmla="*/ 335270 h 474569"/>
                <a:gd name="csX107" fmla="*/ 255739 w 438046"/>
                <a:gd name="csY107" fmla="*/ 330573 h 474569"/>
                <a:gd name="csX108" fmla="*/ 250133 w 438046"/>
                <a:gd name="csY108" fmla="*/ 327461 h 474569"/>
                <a:gd name="csX109" fmla="*/ 260301 w 438046"/>
                <a:gd name="csY109" fmla="*/ 328761 h 474569"/>
                <a:gd name="csX110" fmla="*/ 284960 w 438046"/>
                <a:gd name="csY110" fmla="*/ 330853 h 474569"/>
                <a:gd name="csX111" fmla="*/ 308115 w 438046"/>
                <a:gd name="csY111" fmla="*/ 337754 h 474569"/>
                <a:gd name="csX112" fmla="*/ 325378 w 438046"/>
                <a:gd name="csY112" fmla="*/ 347910 h 474569"/>
                <a:gd name="csX113" fmla="*/ 336932 w 438046"/>
                <a:gd name="csY113" fmla="*/ 355594 h 474569"/>
                <a:gd name="csX114" fmla="*/ 342564 w 438046"/>
                <a:gd name="csY114" fmla="*/ 364198 h 474569"/>
                <a:gd name="csX115" fmla="*/ 343743 w 438046"/>
                <a:gd name="csY115" fmla="*/ 371080 h 474569"/>
                <a:gd name="csX116" fmla="*/ 344358 w 438046"/>
                <a:gd name="csY116" fmla="*/ 373363 h 474569"/>
                <a:gd name="csX117" fmla="*/ 350269 w 438046"/>
                <a:gd name="csY117" fmla="*/ 376862 h 474569"/>
                <a:gd name="csX118" fmla="*/ 372627 w 438046"/>
                <a:gd name="csY118" fmla="*/ 380540 h 474569"/>
                <a:gd name="csX119" fmla="*/ 391189 w 438046"/>
                <a:gd name="csY119" fmla="*/ 378801 h 474569"/>
                <a:gd name="csX120" fmla="*/ 394232 w 438046"/>
                <a:gd name="csY120" fmla="*/ 388958 h 474569"/>
                <a:gd name="csX121" fmla="*/ 397318 w 438046"/>
                <a:gd name="csY121" fmla="*/ 403978 h 474569"/>
                <a:gd name="csX122" fmla="*/ 409224 w 438046"/>
                <a:gd name="csY122" fmla="*/ 419167 h 474569"/>
                <a:gd name="csX123" fmla="*/ 434929 w 438046"/>
                <a:gd name="csY123" fmla="*/ 450207 h 474569"/>
                <a:gd name="csX124" fmla="*/ 429332 w 438046"/>
                <a:gd name="csY124" fmla="*/ 469288 h 474569"/>
                <a:gd name="csX125" fmla="*/ 376412 w 438046"/>
                <a:gd name="csY125" fmla="*/ 474534 h 474569"/>
                <a:gd name="csX126" fmla="*/ 332739 w 438046"/>
                <a:gd name="csY126" fmla="*/ 469202 h 47456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438046" h="474569">
                  <a:moveTo>
                    <a:pt x="332739" y="469202"/>
                  </a:moveTo>
                  <a:cubicBezTo>
                    <a:pt x="332739" y="465869"/>
                    <a:pt x="329807" y="462843"/>
                    <a:pt x="324349" y="460541"/>
                  </a:cubicBezTo>
                  <a:cubicBezTo>
                    <a:pt x="319735" y="458594"/>
                    <a:pt x="311907" y="452795"/>
                    <a:pt x="306954" y="447652"/>
                  </a:cubicBezTo>
                  <a:cubicBezTo>
                    <a:pt x="299888" y="440316"/>
                    <a:pt x="298719" y="437828"/>
                    <a:pt x="301522" y="436095"/>
                  </a:cubicBezTo>
                  <a:cubicBezTo>
                    <a:pt x="305823" y="433437"/>
                    <a:pt x="303408" y="425621"/>
                    <a:pt x="298287" y="425621"/>
                  </a:cubicBezTo>
                  <a:cubicBezTo>
                    <a:pt x="296286" y="425621"/>
                    <a:pt x="293203" y="427364"/>
                    <a:pt x="291436" y="429493"/>
                  </a:cubicBezTo>
                  <a:cubicBezTo>
                    <a:pt x="289668" y="431623"/>
                    <a:pt x="286395" y="433365"/>
                    <a:pt x="284162" y="433365"/>
                  </a:cubicBezTo>
                  <a:cubicBezTo>
                    <a:pt x="281929" y="433365"/>
                    <a:pt x="276987" y="436349"/>
                    <a:pt x="273181" y="439996"/>
                  </a:cubicBezTo>
                  <a:cubicBezTo>
                    <a:pt x="256469" y="456007"/>
                    <a:pt x="233183" y="434749"/>
                    <a:pt x="246542" y="415677"/>
                  </a:cubicBezTo>
                  <a:cubicBezTo>
                    <a:pt x="250094" y="410606"/>
                    <a:pt x="250239" y="408115"/>
                    <a:pt x="247543" y="398488"/>
                  </a:cubicBezTo>
                  <a:cubicBezTo>
                    <a:pt x="243936" y="385603"/>
                    <a:pt x="241942" y="384354"/>
                    <a:pt x="227242" y="385770"/>
                  </a:cubicBezTo>
                  <a:cubicBezTo>
                    <a:pt x="221295" y="386343"/>
                    <a:pt x="216574" y="385678"/>
                    <a:pt x="216574" y="384267"/>
                  </a:cubicBezTo>
                  <a:cubicBezTo>
                    <a:pt x="216574" y="382875"/>
                    <a:pt x="214251" y="381736"/>
                    <a:pt x="211411" y="381736"/>
                  </a:cubicBezTo>
                  <a:cubicBezTo>
                    <a:pt x="208543" y="381736"/>
                    <a:pt x="206248" y="380015"/>
                    <a:pt x="206248" y="377864"/>
                  </a:cubicBezTo>
                  <a:cubicBezTo>
                    <a:pt x="206248" y="375735"/>
                    <a:pt x="203925" y="371669"/>
                    <a:pt x="201085" y="368829"/>
                  </a:cubicBezTo>
                  <a:cubicBezTo>
                    <a:pt x="198245" y="365990"/>
                    <a:pt x="195885" y="362214"/>
                    <a:pt x="195840" y="360439"/>
                  </a:cubicBezTo>
                  <a:cubicBezTo>
                    <a:pt x="195695" y="354744"/>
                    <a:pt x="189552" y="348821"/>
                    <a:pt x="179383" y="344572"/>
                  </a:cubicBezTo>
                  <a:cubicBezTo>
                    <a:pt x="165908" y="338942"/>
                    <a:pt x="164292" y="339301"/>
                    <a:pt x="166056" y="347532"/>
                  </a:cubicBezTo>
                  <a:cubicBezTo>
                    <a:pt x="167087" y="352339"/>
                    <a:pt x="165818" y="357500"/>
                    <a:pt x="162127" y="363514"/>
                  </a:cubicBezTo>
                  <a:lnTo>
                    <a:pt x="156676" y="372397"/>
                  </a:lnTo>
                  <a:lnTo>
                    <a:pt x="152333" y="366640"/>
                  </a:lnTo>
                  <a:cubicBezTo>
                    <a:pt x="148166" y="361115"/>
                    <a:pt x="147605" y="361043"/>
                    <a:pt x="138487" y="364853"/>
                  </a:cubicBezTo>
                  <a:cubicBezTo>
                    <a:pt x="129534" y="368594"/>
                    <a:pt x="128828" y="368535"/>
                    <a:pt x="126312" y="363833"/>
                  </a:cubicBezTo>
                  <a:cubicBezTo>
                    <a:pt x="124843" y="361088"/>
                    <a:pt x="123641" y="357116"/>
                    <a:pt x="123641" y="355006"/>
                  </a:cubicBezTo>
                  <a:cubicBezTo>
                    <a:pt x="123641" y="352823"/>
                    <a:pt x="120228" y="350420"/>
                    <a:pt x="115723" y="349430"/>
                  </a:cubicBezTo>
                  <a:cubicBezTo>
                    <a:pt x="105375" y="347157"/>
                    <a:pt x="103846" y="342362"/>
                    <a:pt x="110493" y="333027"/>
                  </a:cubicBezTo>
                  <a:cubicBezTo>
                    <a:pt x="113465" y="328853"/>
                    <a:pt x="115897" y="321952"/>
                    <a:pt x="115897" y="317692"/>
                  </a:cubicBezTo>
                  <a:cubicBezTo>
                    <a:pt x="115897" y="310844"/>
                    <a:pt x="117170" y="309543"/>
                    <a:pt x="126868" y="306474"/>
                  </a:cubicBezTo>
                  <a:cubicBezTo>
                    <a:pt x="141640" y="301799"/>
                    <a:pt x="142221" y="293818"/>
                    <a:pt x="128005" y="290864"/>
                  </a:cubicBezTo>
                  <a:cubicBezTo>
                    <a:pt x="113703" y="287893"/>
                    <a:pt x="108950" y="284662"/>
                    <a:pt x="107467" y="276906"/>
                  </a:cubicBezTo>
                  <a:cubicBezTo>
                    <a:pt x="105739" y="267867"/>
                    <a:pt x="117059" y="237363"/>
                    <a:pt x="125531" y="228226"/>
                  </a:cubicBezTo>
                  <a:cubicBezTo>
                    <a:pt x="130828" y="222513"/>
                    <a:pt x="131406" y="220702"/>
                    <a:pt x="128516" y="218872"/>
                  </a:cubicBezTo>
                  <a:cubicBezTo>
                    <a:pt x="126545" y="217624"/>
                    <a:pt x="123637" y="216585"/>
                    <a:pt x="122054" y="216563"/>
                  </a:cubicBezTo>
                  <a:cubicBezTo>
                    <a:pt x="120470" y="216541"/>
                    <a:pt x="116217" y="214197"/>
                    <a:pt x="112602" y="211354"/>
                  </a:cubicBezTo>
                  <a:cubicBezTo>
                    <a:pt x="105961" y="206129"/>
                    <a:pt x="97827" y="206711"/>
                    <a:pt x="97827" y="212411"/>
                  </a:cubicBezTo>
                  <a:cubicBezTo>
                    <a:pt x="97827" y="219059"/>
                    <a:pt x="92291" y="221313"/>
                    <a:pt x="87566" y="216588"/>
                  </a:cubicBezTo>
                  <a:cubicBezTo>
                    <a:pt x="85046" y="214068"/>
                    <a:pt x="81835" y="211570"/>
                    <a:pt x="80430" y="211038"/>
                  </a:cubicBezTo>
                  <a:cubicBezTo>
                    <a:pt x="78870" y="210447"/>
                    <a:pt x="78619" y="205549"/>
                    <a:pt x="79784" y="198453"/>
                  </a:cubicBezTo>
                  <a:cubicBezTo>
                    <a:pt x="80834" y="192064"/>
                    <a:pt x="81838" y="187787"/>
                    <a:pt x="82015" y="188949"/>
                  </a:cubicBezTo>
                  <a:cubicBezTo>
                    <a:pt x="82193" y="190110"/>
                    <a:pt x="85771" y="188616"/>
                    <a:pt x="89966" y="185629"/>
                  </a:cubicBezTo>
                  <a:cubicBezTo>
                    <a:pt x="98750" y="179374"/>
                    <a:pt x="98211" y="175668"/>
                    <a:pt x="87641" y="169636"/>
                  </a:cubicBezTo>
                  <a:cubicBezTo>
                    <a:pt x="82102" y="166474"/>
                    <a:pt x="79900" y="163069"/>
                    <a:pt x="79292" y="156728"/>
                  </a:cubicBezTo>
                  <a:cubicBezTo>
                    <a:pt x="78587" y="149374"/>
                    <a:pt x="77588" y="148238"/>
                    <a:pt x="72462" y="148956"/>
                  </a:cubicBezTo>
                  <a:cubicBezTo>
                    <a:pt x="65224" y="149970"/>
                    <a:pt x="56524" y="158137"/>
                    <a:pt x="56524" y="163920"/>
                  </a:cubicBezTo>
                  <a:cubicBezTo>
                    <a:pt x="56524" y="167347"/>
                    <a:pt x="55821" y="167525"/>
                    <a:pt x="52658" y="164900"/>
                  </a:cubicBezTo>
                  <a:cubicBezTo>
                    <a:pt x="49486" y="162267"/>
                    <a:pt x="47159" y="162936"/>
                    <a:pt x="39697" y="168628"/>
                  </a:cubicBezTo>
                  <a:cubicBezTo>
                    <a:pt x="34695" y="172443"/>
                    <a:pt x="28868" y="178212"/>
                    <a:pt x="26748" y="181448"/>
                  </a:cubicBezTo>
                  <a:cubicBezTo>
                    <a:pt x="24627" y="184684"/>
                    <a:pt x="19972" y="188663"/>
                    <a:pt x="16403" y="190289"/>
                  </a:cubicBezTo>
                  <a:cubicBezTo>
                    <a:pt x="10541" y="192960"/>
                    <a:pt x="9664" y="192592"/>
                    <a:pt x="7343" y="186486"/>
                  </a:cubicBezTo>
                  <a:cubicBezTo>
                    <a:pt x="5309" y="181137"/>
                    <a:pt x="5857" y="177888"/>
                    <a:pt x="9965" y="170925"/>
                  </a:cubicBezTo>
                  <a:lnTo>
                    <a:pt x="15158" y="162124"/>
                  </a:lnTo>
                  <a:lnTo>
                    <a:pt x="9381" y="159801"/>
                  </a:lnTo>
                  <a:cubicBezTo>
                    <a:pt x="5449" y="158219"/>
                    <a:pt x="4946" y="157425"/>
                    <a:pt x="7807" y="157314"/>
                  </a:cubicBezTo>
                  <a:cubicBezTo>
                    <a:pt x="10118" y="157224"/>
                    <a:pt x="13662" y="154662"/>
                    <a:pt x="15681" y="151621"/>
                  </a:cubicBezTo>
                  <a:cubicBezTo>
                    <a:pt x="18731" y="147026"/>
                    <a:pt x="20256" y="146574"/>
                    <a:pt x="24691" y="148948"/>
                  </a:cubicBezTo>
                  <a:cubicBezTo>
                    <a:pt x="31018" y="152334"/>
                    <a:pt x="33291" y="150668"/>
                    <a:pt x="33291" y="142643"/>
                  </a:cubicBezTo>
                  <a:cubicBezTo>
                    <a:pt x="33291" y="139397"/>
                    <a:pt x="34623" y="133817"/>
                    <a:pt x="36252" y="130243"/>
                  </a:cubicBezTo>
                  <a:cubicBezTo>
                    <a:pt x="38533" y="125236"/>
                    <a:pt x="38466" y="122844"/>
                    <a:pt x="35959" y="119824"/>
                  </a:cubicBezTo>
                  <a:cubicBezTo>
                    <a:pt x="34170" y="117668"/>
                    <a:pt x="31676" y="116540"/>
                    <a:pt x="30417" y="117319"/>
                  </a:cubicBezTo>
                  <a:cubicBezTo>
                    <a:pt x="29158" y="118097"/>
                    <a:pt x="28128" y="116844"/>
                    <a:pt x="28128" y="114535"/>
                  </a:cubicBezTo>
                  <a:cubicBezTo>
                    <a:pt x="28128" y="111463"/>
                    <a:pt x="26693" y="110792"/>
                    <a:pt x="22780" y="112034"/>
                  </a:cubicBezTo>
                  <a:cubicBezTo>
                    <a:pt x="15848" y="114234"/>
                    <a:pt x="7575" y="106991"/>
                    <a:pt x="9335" y="100263"/>
                  </a:cubicBezTo>
                  <a:cubicBezTo>
                    <a:pt x="10049" y="97533"/>
                    <a:pt x="8241" y="90709"/>
                    <a:pt x="5316" y="85099"/>
                  </a:cubicBezTo>
                  <a:lnTo>
                    <a:pt x="0" y="74899"/>
                  </a:lnTo>
                  <a:lnTo>
                    <a:pt x="5230" y="68250"/>
                  </a:lnTo>
                  <a:cubicBezTo>
                    <a:pt x="9068" y="63371"/>
                    <a:pt x="10012" y="59562"/>
                    <a:pt x="8777" y="53938"/>
                  </a:cubicBezTo>
                  <a:cubicBezTo>
                    <a:pt x="7655" y="48830"/>
                    <a:pt x="8449" y="44342"/>
                    <a:pt x="11157" y="40474"/>
                  </a:cubicBezTo>
                  <a:cubicBezTo>
                    <a:pt x="13392" y="37284"/>
                    <a:pt x="15221" y="32733"/>
                    <a:pt x="15221" y="30361"/>
                  </a:cubicBezTo>
                  <a:cubicBezTo>
                    <a:pt x="15221" y="27989"/>
                    <a:pt x="16963" y="25380"/>
                    <a:pt x="19093" y="24563"/>
                  </a:cubicBezTo>
                  <a:cubicBezTo>
                    <a:pt x="25297" y="22182"/>
                    <a:pt x="23642" y="18398"/>
                    <a:pt x="13331" y="11391"/>
                  </a:cubicBezTo>
                  <a:cubicBezTo>
                    <a:pt x="3467" y="4689"/>
                    <a:pt x="3713" y="3972"/>
                    <a:pt x="15610" y="4739"/>
                  </a:cubicBezTo>
                  <a:cubicBezTo>
                    <a:pt x="19374" y="4981"/>
                    <a:pt x="23217" y="3943"/>
                    <a:pt x="24152" y="2431"/>
                  </a:cubicBezTo>
                  <a:cubicBezTo>
                    <a:pt x="26872" y="-1970"/>
                    <a:pt x="29405" y="-932"/>
                    <a:pt x="42643" y="10008"/>
                  </a:cubicBezTo>
                  <a:cubicBezTo>
                    <a:pt x="49515" y="15687"/>
                    <a:pt x="56436" y="20333"/>
                    <a:pt x="58021" y="20333"/>
                  </a:cubicBezTo>
                  <a:cubicBezTo>
                    <a:pt x="61009" y="20333"/>
                    <a:pt x="65792" y="30450"/>
                    <a:pt x="76259" y="58909"/>
                  </a:cubicBezTo>
                  <a:cubicBezTo>
                    <a:pt x="79624" y="68058"/>
                    <a:pt x="84645" y="77957"/>
                    <a:pt x="87417" y="80908"/>
                  </a:cubicBezTo>
                  <a:cubicBezTo>
                    <a:pt x="90189" y="83859"/>
                    <a:pt x="95457" y="93799"/>
                    <a:pt x="99122" y="102996"/>
                  </a:cubicBezTo>
                  <a:cubicBezTo>
                    <a:pt x="103054" y="112863"/>
                    <a:pt x="105019" y="116015"/>
                    <a:pt x="103913" y="110684"/>
                  </a:cubicBezTo>
                  <a:cubicBezTo>
                    <a:pt x="102883" y="105715"/>
                    <a:pt x="102185" y="96422"/>
                    <a:pt x="102362" y="90033"/>
                  </a:cubicBezTo>
                  <a:cubicBezTo>
                    <a:pt x="102644" y="79863"/>
                    <a:pt x="101378" y="76968"/>
                    <a:pt x="92203" y="66799"/>
                  </a:cubicBezTo>
                  <a:cubicBezTo>
                    <a:pt x="86438" y="60410"/>
                    <a:pt x="82553" y="57506"/>
                    <a:pt x="83568" y="60346"/>
                  </a:cubicBezTo>
                  <a:cubicBezTo>
                    <a:pt x="84584" y="63185"/>
                    <a:pt x="86055" y="67251"/>
                    <a:pt x="86838" y="69381"/>
                  </a:cubicBezTo>
                  <a:cubicBezTo>
                    <a:pt x="87916" y="72315"/>
                    <a:pt x="87498" y="72550"/>
                    <a:pt x="85111" y="70354"/>
                  </a:cubicBezTo>
                  <a:cubicBezTo>
                    <a:pt x="83379" y="68760"/>
                    <a:pt x="81641" y="63533"/>
                    <a:pt x="81250" y="58738"/>
                  </a:cubicBezTo>
                  <a:cubicBezTo>
                    <a:pt x="80858" y="53943"/>
                    <a:pt x="77457" y="45502"/>
                    <a:pt x="73693" y="39979"/>
                  </a:cubicBezTo>
                  <a:cubicBezTo>
                    <a:pt x="69929" y="34457"/>
                    <a:pt x="66850" y="28707"/>
                    <a:pt x="66850" y="27201"/>
                  </a:cubicBezTo>
                  <a:cubicBezTo>
                    <a:pt x="66850" y="23517"/>
                    <a:pt x="69162" y="26358"/>
                    <a:pt x="80920" y="44489"/>
                  </a:cubicBezTo>
                  <a:cubicBezTo>
                    <a:pt x="86314" y="52805"/>
                    <a:pt x="94522" y="61849"/>
                    <a:pt x="99162" y="64586"/>
                  </a:cubicBezTo>
                  <a:cubicBezTo>
                    <a:pt x="108835" y="70294"/>
                    <a:pt x="111618" y="77524"/>
                    <a:pt x="107565" y="86419"/>
                  </a:cubicBezTo>
                  <a:cubicBezTo>
                    <a:pt x="104001" y="94242"/>
                    <a:pt x="108931" y="124125"/>
                    <a:pt x="116108" y="138203"/>
                  </a:cubicBezTo>
                  <a:cubicBezTo>
                    <a:pt x="118832" y="143545"/>
                    <a:pt x="121060" y="149489"/>
                    <a:pt x="121060" y="151411"/>
                  </a:cubicBezTo>
                  <a:cubicBezTo>
                    <a:pt x="121060" y="153333"/>
                    <a:pt x="127706" y="161509"/>
                    <a:pt x="135828" y="169580"/>
                  </a:cubicBezTo>
                  <a:cubicBezTo>
                    <a:pt x="153391" y="187033"/>
                    <a:pt x="164572" y="201203"/>
                    <a:pt x="173747" y="217637"/>
                  </a:cubicBezTo>
                  <a:cubicBezTo>
                    <a:pt x="177457" y="224283"/>
                    <a:pt x="182994" y="233104"/>
                    <a:pt x="186052" y="237240"/>
                  </a:cubicBezTo>
                  <a:cubicBezTo>
                    <a:pt x="189610" y="242051"/>
                    <a:pt x="192043" y="249958"/>
                    <a:pt x="192809" y="259193"/>
                  </a:cubicBezTo>
                  <a:cubicBezTo>
                    <a:pt x="193864" y="271919"/>
                    <a:pt x="195056" y="274447"/>
                    <a:pt x="202887" y="280570"/>
                  </a:cubicBezTo>
                  <a:cubicBezTo>
                    <a:pt x="207772" y="284389"/>
                    <a:pt x="213418" y="290626"/>
                    <a:pt x="215434" y="294429"/>
                  </a:cubicBezTo>
                  <a:cubicBezTo>
                    <a:pt x="217449" y="298233"/>
                    <a:pt x="221258" y="302031"/>
                    <a:pt x="223898" y="302869"/>
                  </a:cubicBezTo>
                  <a:cubicBezTo>
                    <a:pt x="226538" y="303707"/>
                    <a:pt x="230021" y="307297"/>
                    <a:pt x="231639" y="310848"/>
                  </a:cubicBezTo>
                  <a:cubicBezTo>
                    <a:pt x="233257" y="314399"/>
                    <a:pt x="237499" y="318413"/>
                    <a:pt x="241066" y="319770"/>
                  </a:cubicBezTo>
                  <a:cubicBezTo>
                    <a:pt x="248737" y="322686"/>
                    <a:pt x="249875" y="326030"/>
                    <a:pt x="242388" y="323654"/>
                  </a:cubicBezTo>
                  <a:cubicBezTo>
                    <a:pt x="239427" y="322714"/>
                    <a:pt x="237225" y="323190"/>
                    <a:pt x="237225" y="324770"/>
                  </a:cubicBezTo>
                  <a:cubicBezTo>
                    <a:pt x="237225" y="326286"/>
                    <a:pt x="238387" y="327526"/>
                    <a:pt x="239807" y="327526"/>
                  </a:cubicBezTo>
                  <a:cubicBezTo>
                    <a:pt x="241227" y="327526"/>
                    <a:pt x="242098" y="328965"/>
                    <a:pt x="241743" y="330724"/>
                  </a:cubicBezTo>
                  <a:cubicBezTo>
                    <a:pt x="241323" y="332806"/>
                    <a:pt x="243624" y="333637"/>
                    <a:pt x="248333" y="333103"/>
                  </a:cubicBezTo>
                  <a:cubicBezTo>
                    <a:pt x="252313" y="332652"/>
                    <a:pt x="257439" y="333827"/>
                    <a:pt x="259724" y="335713"/>
                  </a:cubicBezTo>
                  <a:cubicBezTo>
                    <a:pt x="263236" y="338612"/>
                    <a:pt x="263683" y="338543"/>
                    <a:pt x="262612" y="335270"/>
                  </a:cubicBezTo>
                  <a:cubicBezTo>
                    <a:pt x="261915" y="333141"/>
                    <a:pt x="258822" y="331027"/>
                    <a:pt x="255739" y="330573"/>
                  </a:cubicBezTo>
                  <a:cubicBezTo>
                    <a:pt x="252655" y="330119"/>
                    <a:pt x="250133" y="328719"/>
                    <a:pt x="250133" y="327461"/>
                  </a:cubicBezTo>
                  <a:cubicBezTo>
                    <a:pt x="250133" y="326203"/>
                    <a:pt x="254708" y="326788"/>
                    <a:pt x="260301" y="328761"/>
                  </a:cubicBezTo>
                  <a:cubicBezTo>
                    <a:pt x="266891" y="331086"/>
                    <a:pt x="275567" y="331822"/>
                    <a:pt x="284960" y="330853"/>
                  </a:cubicBezTo>
                  <a:cubicBezTo>
                    <a:pt x="298714" y="329433"/>
                    <a:pt x="299892" y="329784"/>
                    <a:pt x="308115" y="337754"/>
                  </a:cubicBezTo>
                  <a:cubicBezTo>
                    <a:pt x="312880" y="342373"/>
                    <a:pt x="320648" y="346943"/>
                    <a:pt x="325378" y="347910"/>
                  </a:cubicBezTo>
                  <a:cubicBezTo>
                    <a:pt x="330622" y="348983"/>
                    <a:pt x="335130" y="351981"/>
                    <a:pt x="336932" y="355594"/>
                  </a:cubicBezTo>
                  <a:cubicBezTo>
                    <a:pt x="338556" y="358853"/>
                    <a:pt x="341091" y="362725"/>
                    <a:pt x="342564" y="364198"/>
                  </a:cubicBezTo>
                  <a:cubicBezTo>
                    <a:pt x="344037" y="365671"/>
                    <a:pt x="344568" y="368768"/>
                    <a:pt x="343743" y="371080"/>
                  </a:cubicBezTo>
                  <a:cubicBezTo>
                    <a:pt x="342917" y="373391"/>
                    <a:pt x="343194" y="374419"/>
                    <a:pt x="344358" y="373363"/>
                  </a:cubicBezTo>
                  <a:cubicBezTo>
                    <a:pt x="345522" y="372307"/>
                    <a:pt x="348182" y="373882"/>
                    <a:pt x="350269" y="376862"/>
                  </a:cubicBezTo>
                  <a:cubicBezTo>
                    <a:pt x="353742" y="381821"/>
                    <a:pt x="355637" y="382132"/>
                    <a:pt x="372627" y="380540"/>
                  </a:cubicBezTo>
                  <a:lnTo>
                    <a:pt x="391189" y="378801"/>
                  </a:lnTo>
                  <a:lnTo>
                    <a:pt x="394232" y="388958"/>
                  </a:lnTo>
                  <a:cubicBezTo>
                    <a:pt x="395906" y="394544"/>
                    <a:pt x="397295" y="401303"/>
                    <a:pt x="397318" y="403978"/>
                  </a:cubicBezTo>
                  <a:cubicBezTo>
                    <a:pt x="397342" y="406653"/>
                    <a:pt x="402699" y="413488"/>
                    <a:pt x="409224" y="419167"/>
                  </a:cubicBezTo>
                  <a:cubicBezTo>
                    <a:pt x="427997" y="435508"/>
                    <a:pt x="431130" y="439291"/>
                    <a:pt x="434929" y="450207"/>
                  </a:cubicBezTo>
                  <a:cubicBezTo>
                    <a:pt x="439665" y="463816"/>
                    <a:pt x="439887" y="463061"/>
                    <a:pt x="429332" y="469288"/>
                  </a:cubicBezTo>
                  <a:cubicBezTo>
                    <a:pt x="420856" y="474289"/>
                    <a:pt x="416443" y="474727"/>
                    <a:pt x="376412" y="474534"/>
                  </a:cubicBezTo>
                  <a:cubicBezTo>
                    <a:pt x="334645" y="474334"/>
                    <a:pt x="332739" y="474101"/>
                    <a:pt x="332739" y="469202"/>
                  </a:cubicBezTo>
                  <a:close/>
                </a:path>
              </a:pathLst>
            </a:custGeom>
            <a:solidFill>
              <a:srgbClr val="B9B9B9"/>
            </a:solidFill>
            <a:ln w="5163" cap="flat">
              <a:noFill/>
              <a:prstDash val="solid"/>
              <a:miter/>
            </a:ln>
          </p:spPr>
          <p:txBody>
            <a:bodyPr/>
            <a:lstStyle/>
            <a:p>
              <a:endParaRPr lang="es-419" noProof="0" dirty="0"/>
            </a:p>
          </p:txBody>
        </p:sp>
        <p:sp>
          <p:nvSpPr>
            <p:cNvPr id="77" name="Forma libre: forma 76">
              <a:extLst>
                <a:ext uri="{FF2B5EF4-FFF2-40B4-BE49-F238E27FC236}">
                  <a16:creationId xmlns:a16="http://schemas.microsoft.com/office/drawing/2014/main" id="{3DE83691-E257-63C6-9DBE-B38E0A862EA1}"/>
                </a:ext>
              </a:extLst>
            </p:cNvPr>
            <p:cNvSpPr/>
            <p:nvPr/>
          </p:nvSpPr>
          <p:spPr>
            <a:xfrm>
              <a:off x="1730874" y="2149721"/>
              <a:ext cx="4491" cy="9472"/>
            </a:xfrm>
            <a:custGeom>
              <a:avLst/>
              <a:gdLst>
                <a:gd name="csX0" fmla="*/ 480 w 4491"/>
                <a:gd name="csY0" fmla="*/ 6821 h 9472"/>
                <a:gd name="csX1" fmla="*/ 1619 w 4491"/>
                <a:gd name="csY1" fmla="*/ 1142 h 9472"/>
                <a:gd name="csX2" fmla="*/ 4491 w 4491"/>
                <a:gd name="csY2" fmla="*/ 3948 h 9472"/>
                <a:gd name="csX3" fmla="*/ 480 w 4491"/>
                <a:gd name="csY3" fmla="*/ 6821 h 9472"/>
              </a:gdLst>
              <a:ahLst/>
              <a:cxnLst>
                <a:cxn ang="0">
                  <a:pos x="csX0" y="csY0"/>
                </a:cxn>
                <a:cxn ang="0">
                  <a:pos x="csX1" y="csY1"/>
                </a:cxn>
                <a:cxn ang="0">
                  <a:pos x="csX2" y="csY2"/>
                </a:cxn>
                <a:cxn ang="0">
                  <a:pos x="csX3" y="csY3"/>
                </a:cxn>
              </a:cxnLst>
              <a:rect l="l" t="t" r="r" b="b"/>
              <a:pathLst>
                <a:path w="4491" h="9472">
                  <a:moveTo>
                    <a:pt x="480" y="6821"/>
                  </a:moveTo>
                  <a:cubicBezTo>
                    <a:pt x="-474" y="5277"/>
                    <a:pt x="39" y="2722"/>
                    <a:pt x="1619" y="1142"/>
                  </a:cubicBezTo>
                  <a:cubicBezTo>
                    <a:pt x="3728" y="-968"/>
                    <a:pt x="4491" y="-222"/>
                    <a:pt x="4491" y="3948"/>
                  </a:cubicBezTo>
                  <a:cubicBezTo>
                    <a:pt x="4491" y="10181"/>
                    <a:pt x="3150" y="11141"/>
                    <a:pt x="480" y="6821"/>
                  </a:cubicBezTo>
                  <a:close/>
                </a:path>
              </a:pathLst>
            </a:custGeom>
            <a:solidFill>
              <a:srgbClr val="00C100"/>
            </a:solidFill>
            <a:ln w="5163" cap="flat">
              <a:noFill/>
              <a:prstDash val="solid"/>
              <a:miter/>
            </a:ln>
          </p:spPr>
          <p:txBody>
            <a:bodyPr/>
            <a:lstStyle/>
            <a:p>
              <a:endParaRPr lang="es-419" noProof="0" dirty="0"/>
            </a:p>
          </p:txBody>
        </p:sp>
      </p:grpSp>
      <p:grpSp>
        <p:nvGrpSpPr>
          <p:cNvPr id="78" name="Gráfico 39">
            <a:extLst>
              <a:ext uri="{FF2B5EF4-FFF2-40B4-BE49-F238E27FC236}">
                <a16:creationId xmlns:a16="http://schemas.microsoft.com/office/drawing/2014/main" id="{5445741A-74B5-A21A-19ED-2BFC45471E19}"/>
              </a:ext>
            </a:extLst>
          </p:cNvPr>
          <p:cNvGrpSpPr/>
          <p:nvPr/>
        </p:nvGrpSpPr>
        <p:grpSpPr>
          <a:xfrm>
            <a:off x="2429776" y="2092540"/>
            <a:ext cx="224135" cy="371419"/>
            <a:chOff x="2429776" y="2092540"/>
            <a:chExt cx="224135" cy="371419"/>
          </a:xfrm>
          <a:solidFill>
            <a:srgbClr val="B9B9B9"/>
          </a:solidFill>
        </p:grpSpPr>
        <p:sp>
          <p:nvSpPr>
            <p:cNvPr id="79" name="Forma libre: forma 78">
              <a:extLst>
                <a:ext uri="{FF2B5EF4-FFF2-40B4-BE49-F238E27FC236}">
                  <a16:creationId xmlns:a16="http://schemas.microsoft.com/office/drawing/2014/main" id="{8D38F37D-3B02-60C2-3041-FDC325217ED0}"/>
                </a:ext>
              </a:extLst>
            </p:cNvPr>
            <p:cNvSpPr/>
            <p:nvPr/>
          </p:nvSpPr>
          <p:spPr>
            <a:xfrm>
              <a:off x="2429776" y="2092540"/>
              <a:ext cx="213820" cy="371419"/>
            </a:xfrm>
            <a:custGeom>
              <a:avLst/>
              <a:gdLst>
                <a:gd name="csX0" fmla="*/ 16950 w 213820"/>
                <a:gd name="csY0" fmla="*/ 360449 h 371419"/>
                <a:gd name="csX1" fmla="*/ 11453 w 213820"/>
                <a:gd name="csY1" fmla="*/ 297848 h 371419"/>
                <a:gd name="csX2" fmla="*/ 3696 w 213820"/>
                <a:gd name="csY2" fmla="*/ 222369 h 371419"/>
                <a:gd name="csX3" fmla="*/ 0 w 213820"/>
                <a:gd name="csY3" fmla="*/ 197274 h 371419"/>
                <a:gd name="csX4" fmla="*/ 19120 w 213820"/>
                <a:gd name="csY4" fmla="*/ 182403 h 371419"/>
                <a:gd name="csX5" fmla="*/ 138310 w 213820"/>
                <a:gd name="csY5" fmla="*/ 92657 h 371419"/>
                <a:gd name="csX6" fmla="*/ 152643 w 213820"/>
                <a:gd name="csY6" fmla="*/ 35441 h 371419"/>
                <a:gd name="csX7" fmla="*/ 150658 w 213820"/>
                <a:gd name="csY7" fmla="*/ 20853 h 371419"/>
                <a:gd name="csX8" fmla="*/ 160369 w 213820"/>
                <a:gd name="csY8" fmla="*/ 19300 h 371419"/>
                <a:gd name="csX9" fmla="*/ 171671 w 213820"/>
                <a:gd name="csY9" fmla="*/ 15173 h 371419"/>
                <a:gd name="csX10" fmla="*/ 158173 w 213820"/>
                <a:gd name="csY10" fmla="*/ 10308 h 371419"/>
                <a:gd name="csX11" fmla="*/ 132945 w 213820"/>
                <a:gd name="csY11" fmla="*/ 8975 h 371419"/>
                <a:gd name="csX12" fmla="*/ 120037 w 213820"/>
                <a:gd name="csY12" fmla="*/ 5453 h 371419"/>
                <a:gd name="csX13" fmla="*/ 136817 w 213820"/>
                <a:gd name="csY13" fmla="*/ 5689 h 371419"/>
                <a:gd name="csX14" fmla="*/ 168222 w 213820"/>
                <a:gd name="csY14" fmla="*/ 2321 h 371419"/>
                <a:gd name="csX15" fmla="*/ 193336 w 213820"/>
                <a:gd name="csY15" fmla="*/ 5657 h 371419"/>
                <a:gd name="csX16" fmla="*/ 207546 w 213820"/>
                <a:gd name="csY16" fmla="*/ 12598 h 371419"/>
                <a:gd name="csX17" fmla="*/ 213132 w 213820"/>
                <a:gd name="csY17" fmla="*/ 30004 h 371419"/>
                <a:gd name="csX18" fmla="*/ 187630 w 213820"/>
                <a:gd name="csY18" fmla="*/ 96831 h 371419"/>
                <a:gd name="csX19" fmla="*/ 176562 w 213820"/>
                <a:gd name="csY19" fmla="*/ 115211 h 371419"/>
                <a:gd name="csX20" fmla="*/ 172870 w 213820"/>
                <a:gd name="csY20" fmla="*/ 123601 h 371419"/>
                <a:gd name="csX21" fmla="*/ 166261 w 213820"/>
                <a:gd name="csY21" fmla="*/ 157642 h 371419"/>
                <a:gd name="csX22" fmla="*/ 166219 w 213820"/>
                <a:gd name="csY22" fmla="*/ 169421 h 371419"/>
                <a:gd name="csX23" fmla="*/ 156436 w 213820"/>
                <a:gd name="csY23" fmla="*/ 177166 h 371419"/>
                <a:gd name="csX24" fmla="*/ 152486 w 213820"/>
                <a:gd name="csY24" fmla="*/ 184910 h 371419"/>
                <a:gd name="csX25" fmla="*/ 149724 w 213820"/>
                <a:gd name="csY25" fmla="*/ 180392 h 371419"/>
                <a:gd name="csX26" fmla="*/ 150673 w 213820"/>
                <a:gd name="csY26" fmla="*/ 190434 h 371419"/>
                <a:gd name="csX27" fmla="*/ 157540 w 213820"/>
                <a:gd name="csY27" fmla="*/ 189342 h 371419"/>
                <a:gd name="csX28" fmla="*/ 164336 w 213820"/>
                <a:gd name="csY28" fmla="*/ 186648 h 371419"/>
                <a:gd name="csX29" fmla="*/ 167794 w 213820"/>
                <a:gd name="csY29" fmla="*/ 183969 h 371419"/>
                <a:gd name="csX30" fmla="*/ 171021 w 213820"/>
                <a:gd name="csY30" fmla="*/ 181048 h 371419"/>
                <a:gd name="csX31" fmla="*/ 159467 w 213820"/>
                <a:gd name="csY31" fmla="*/ 208029 h 371419"/>
                <a:gd name="csX32" fmla="*/ 153370 w 213820"/>
                <a:gd name="csY32" fmla="*/ 220699 h 371419"/>
                <a:gd name="csX33" fmla="*/ 158583 w 213820"/>
                <a:gd name="csY33" fmla="*/ 221050 h 371419"/>
                <a:gd name="csX34" fmla="*/ 167434 w 213820"/>
                <a:gd name="csY34" fmla="*/ 216533 h 371419"/>
                <a:gd name="csX35" fmla="*/ 167794 w 213820"/>
                <a:gd name="csY35" fmla="*/ 224277 h 371419"/>
                <a:gd name="csX36" fmla="*/ 162477 w 213820"/>
                <a:gd name="csY36" fmla="*/ 240411 h 371419"/>
                <a:gd name="csX37" fmla="*/ 159980 w 213820"/>
                <a:gd name="csY37" fmla="*/ 264290 h 371419"/>
                <a:gd name="csX38" fmla="*/ 154702 w 213820"/>
                <a:gd name="csY38" fmla="*/ 297848 h 371419"/>
                <a:gd name="csX39" fmla="*/ 147143 w 213820"/>
                <a:gd name="csY39" fmla="*/ 319016 h 371419"/>
                <a:gd name="csX40" fmla="*/ 144561 w 213820"/>
                <a:gd name="csY40" fmla="*/ 314628 h 371419"/>
                <a:gd name="csX41" fmla="*/ 142397 w 213820"/>
                <a:gd name="csY41" fmla="*/ 312692 h 371419"/>
                <a:gd name="csX42" fmla="*/ 133654 w 213820"/>
                <a:gd name="csY42" fmla="*/ 296518 h 371419"/>
                <a:gd name="csX43" fmla="*/ 127870 w 213820"/>
                <a:gd name="csY43" fmla="*/ 279915 h 371419"/>
                <a:gd name="csX44" fmla="*/ 129246 w 213820"/>
                <a:gd name="csY44" fmla="*/ 255255 h 371419"/>
                <a:gd name="csX45" fmla="*/ 125242 w 213820"/>
                <a:gd name="csY45" fmla="*/ 260285 h 371419"/>
                <a:gd name="csX46" fmla="*/ 118479 w 213820"/>
                <a:gd name="csY46" fmla="*/ 266956 h 371419"/>
                <a:gd name="csX47" fmla="*/ 115990 w 213820"/>
                <a:gd name="csY47" fmla="*/ 271823 h 371419"/>
                <a:gd name="csX48" fmla="*/ 103625 w 213820"/>
                <a:gd name="csY48" fmla="*/ 299151 h 371419"/>
                <a:gd name="csX49" fmla="*/ 93086 w 213820"/>
                <a:gd name="csY49" fmla="*/ 304140 h 371419"/>
                <a:gd name="csX50" fmla="*/ 86910 w 213820"/>
                <a:gd name="csY50" fmla="*/ 313522 h 371419"/>
                <a:gd name="csX51" fmla="*/ 79326 w 213820"/>
                <a:gd name="csY51" fmla="*/ 328399 h 371419"/>
                <a:gd name="csX52" fmla="*/ 69895 w 213820"/>
                <a:gd name="csY52" fmla="*/ 347747 h 371419"/>
                <a:gd name="csX53" fmla="*/ 51629 w 213820"/>
                <a:gd name="csY53" fmla="*/ 357222 h 371419"/>
                <a:gd name="csX54" fmla="*/ 36622 w 213820"/>
                <a:gd name="csY54" fmla="*/ 363051 h 371419"/>
                <a:gd name="csX55" fmla="*/ 27100 w 213820"/>
                <a:gd name="csY55" fmla="*/ 371420 h 371419"/>
                <a:gd name="csX56" fmla="*/ 16950 w 213820"/>
                <a:gd name="csY56" fmla="*/ 360449 h 3714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Lst>
              <a:rect l="l" t="t" r="r" b="b"/>
              <a:pathLst>
                <a:path w="213820" h="371419">
                  <a:moveTo>
                    <a:pt x="16950" y="360449"/>
                  </a:moveTo>
                  <a:cubicBezTo>
                    <a:pt x="16160" y="354414"/>
                    <a:pt x="13687" y="326244"/>
                    <a:pt x="11453" y="297848"/>
                  </a:cubicBezTo>
                  <a:cubicBezTo>
                    <a:pt x="9219" y="269452"/>
                    <a:pt x="5728" y="235487"/>
                    <a:pt x="3696" y="222369"/>
                  </a:cubicBezTo>
                  <a:cubicBezTo>
                    <a:pt x="1663" y="209251"/>
                    <a:pt x="0" y="197958"/>
                    <a:pt x="0" y="197274"/>
                  </a:cubicBezTo>
                  <a:cubicBezTo>
                    <a:pt x="0" y="196590"/>
                    <a:pt x="8604" y="189898"/>
                    <a:pt x="19120" y="182403"/>
                  </a:cubicBezTo>
                  <a:cubicBezTo>
                    <a:pt x="45138" y="163860"/>
                    <a:pt x="131668" y="98706"/>
                    <a:pt x="138310" y="92657"/>
                  </a:cubicBezTo>
                  <a:cubicBezTo>
                    <a:pt x="147047" y="84700"/>
                    <a:pt x="155017" y="52884"/>
                    <a:pt x="152643" y="35441"/>
                  </a:cubicBezTo>
                  <a:lnTo>
                    <a:pt x="150658" y="20853"/>
                  </a:lnTo>
                  <a:lnTo>
                    <a:pt x="160369" y="19300"/>
                  </a:lnTo>
                  <a:cubicBezTo>
                    <a:pt x="165710" y="18446"/>
                    <a:pt x="170796" y="16589"/>
                    <a:pt x="171671" y="15173"/>
                  </a:cubicBezTo>
                  <a:cubicBezTo>
                    <a:pt x="174939" y="9885"/>
                    <a:pt x="170188" y="8173"/>
                    <a:pt x="158173" y="10308"/>
                  </a:cubicBezTo>
                  <a:cubicBezTo>
                    <a:pt x="149606" y="11830"/>
                    <a:pt x="141919" y="11424"/>
                    <a:pt x="132945" y="8975"/>
                  </a:cubicBezTo>
                  <a:lnTo>
                    <a:pt x="120037" y="5453"/>
                  </a:lnTo>
                  <a:lnTo>
                    <a:pt x="136817" y="5689"/>
                  </a:lnTo>
                  <a:cubicBezTo>
                    <a:pt x="146045" y="5819"/>
                    <a:pt x="160178" y="4304"/>
                    <a:pt x="168222" y="2321"/>
                  </a:cubicBezTo>
                  <a:cubicBezTo>
                    <a:pt x="182583" y="-1218"/>
                    <a:pt x="183037" y="-1158"/>
                    <a:pt x="193336" y="5657"/>
                  </a:cubicBezTo>
                  <a:cubicBezTo>
                    <a:pt x="199104" y="9475"/>
                    <a:pt x="205499" y="12598"/>
                    <a:pt x="207546" y="12598"/>
                  </a:cubicBezTo>
                  <a:cubicBezTo>
                    <a:pt x="210236" y="12598"/>
                    <a:pt x="211785" y="17427"/>
                    <a:pt x="213132" y="30004"/>
                  </a:cubicBezTo>
                  <a:cubicBezTo>
                    <a:pt x="216062" y="57367"/>
                    <a:pt x="210014" y="73217"/>
                    <a:pt x="187630" y="96831"/>
                  </a:cubicBezTo>
                  <a:cubicBezTo>
                    <a:pt x="182422" y="102326"/>
                    <a:pt x="177441" y="110596"/>
                    <a:pt x="176562" y="115211"/>
                  </a:cubicBezTo>
                  <a:cubicBezTo>
                    <a:pt x="175683" y="119825"/>
                    <a:pt x="174022" y="123601"/>
                    <a:pt x="172870" y="123601"/>
                  </a:cubicBezTo>
                  <a:cubicBezTo>
                    <a:pt x="168512" y="123601"/>
                    <a:pt x="164964" y="141879"/>
                    <a:pt x="166261" y="157642"/>
                  </a:cubicBezTo>
                  <a:cubicBezTo>
                    <a:pt x="166999" y="166605"/>
                    <a:pt x="166980" y="171906"/>
                    <a:pt x="166219" y="169421"/>
                  </a:cubicBezTo>
                  <a:cubicBezTo>
                    <a:pt x="163842" y="161666"/>
                    <a:pt x="160352" y="164428"/>
                    <a:pt x="156436" y="177166"/>
                  </a:cubicBezTo>
                  <a:cubicBezTo>
                    <a:pt x="154362" y="183910"/>
                    <a:pt x="152584" y="187395"/>
                    <a:pt x="152486" y="184910"/>
                  </a:cubicBezTo>
                  <a:cubicBezTo>
                    <a:pt x="152387" y="182425"/>
                    <a:pt x="151144" y="180392"/>
                    <a:pt x="149724" y="180392"/>
                  </a:cubicBezTo>
                  <a:cubicBezTo>
                    <a:pt x="145947" y="180392"/>
                    <a:pt x="146574" y="187032"/>
                    <a:pt x="150673" y="190434"/>
                  </a:cubicBezTo>
                  <a:cubicBezTo>
                    <a:pt x="153362" y="192666"/>
                    <a:pt x="154997" y="192406"/>
                    <a:pt x="157540" y="189342"/>
                  </a:cubicBezTo>
                  <a:cubicBezTo>
                    <a:pt x="159375" y="187130"/>
                    <a:pt x="162434" y="185918"/>
                    <a:pt x="164336" y="186648"/>
                  </a:cubicBezTo>
                  <a:cubicBezTo>
                    <a:pt x="166311" y="187405"/>
                    <a:pt x="167794" y="186256"/>
                    <a:pt x="167794" y="183969"/>
                  </a:cubicBezTo>
                  <a:cubicBezTo>
                    <a:pt x="167794" y="181765"/>
                    <a:pt x="169246" y="180451"/>
                    <a:pt x="171021" y="181048"/>
                  </a:cubicBezTo>
                  <a:cubicBezTo>
                    <a:pt x="178588" y="183594"/>
                    <a:pt x="167396" y="209728"/>
                    <a:pt x="159467" y="208029"/>
                  </a:cubicBezTo>
                  <a:cubicBezTo>
                    <a:pt x="155365" y="207150"/>
                    <a:pt x="151352" y="215489"/>
                    <a:pt x="153370" y="220699"/>
                  </a:cubicBezTo>
                  <a:cubicBezTo>
                    <a:pt x="155154" y="225305"/>
                    <a:pt x="155436" y="225324"/>
                    <a:pt x="158583" y="221050"/>
                  </a:cubicBezTo>
                  <a:cubicBezTo>
                    <a:pt x="160413" y="218566"/>
                    <a:pt x="164395" y="216533"/>
                    <a:pt x="167434" y="216533"/>
                  </a:cubicBezTo>
                  <a:cubicBezTo>
                    <a:pt x="174275" y="216533"/>
                    <a:pt x="174331" y="217740"/>
                    <a:pt x="167794" y="224277"/>
                  </a:cubicBezTo>
                  <a:cubicBezTo>
                    <a:pt x="164323" y="227748"/>
                    <a:pt x="162581" y="233035"/>
                    <a:pt x="162477" y="240411"/>
                  </a:cubicBezTo>
                  <a:cubicBezTo>
                    <a:pt x="162393" y="246445"/>
                    <a:pt x="161269" y="257191"/>
                    <a:pt x="159980" y="264290"/>
                  </a:cubicBezTo>
                  <a:cubicBezTo>
                    <a:pt x="158691" y="271389"/>
                    <a:pt x="156316" y="286490"/>
                    <a:pt x="154702" y="297848"/>
                  </a:cubicBezTo>
                  <a:cubicBezTo>
                    <a:pt x="152051" y="316511"/>
                    <a:pt x="147143" y="330254"/>
                    <a:pt x="147143" y="319016"/>
                  </a:cubicBezTo>
                  <a:cubicBezTo>
                    <a:pt x="147143" y="316603"/>
                    <a:pt x="145981" y="314628"/>
                    <a:pt x="144561" y="314628"/>
                  </a:cubicBezTo>
                  <a:cubicBezTo>
                    <a:pt x="143141" y="314628"/>
                    <a:pt x="142167" y="313757"/>
                    <a:pt x="142397" y="312692"/>
                  </a:cubicBezTo>
                  <a:cubicBezTo>
                    <a:pt x="143282" y="308582"/>
                    <a:pt x="136781" y="296556"/>
                    <a:pt x="133654" y="296518"/>
                  </a:cubicBezTo>
                  <a:cubicBezTo>
                    <a:pt x="125264" y="296417"/>
                    <a:pt x="123998" y="292782"/>
                    <a:pt x="127870" y="279915"/>
                  </a:cubicBezTo>
                  <a:cubicBezTo>
                    <a:pt x="132191" y="265558"/>
                    <a:pt x="132766" y="255255"/>
                    <a:pt x="129246" y="255255"/>
                  </a:cubicBezTo>
                  <a:cubicBezTo>
                    <a:pt x="127923" y="255255"/>
                    <a:pt x="126121" y="257518"/>
                    <a:pt x="125242" y="260285"/>
                  </a:cubicBezTo>
                  <a:cubicBezTo>
                    <a:pt x="124364" y="263052"/>
                    <a:pt x="121321" y="266054"/>
                    <a:pt x="118479" y="266956"/>
                  </a:cubicBezTo>
                  <a:cubicBezTo>
                    <a:pt x="114695" y="268157"/>
                    <a:pt x="114029" y="269460"/>
                    <a:pt x="115990" y="271823"/>
                  </a:cubicBezTo>
                  <a:cubicBezTo>
                    <a:pt x="120178" y="276868"/>
                    <a:pt x="111817" y="295346"/>
                    <a:pt x="103625" y="299151"/>
                  </a:cubicBezTo>
                  <a:cubicBezTo>
                    <a:pt x="99874" y="300894"/>
                    <a:pt x="95131" y="303139"/>
                    <a:pt x="93086" y="304140"/>
                  </a:cubicBezTo>
                  <a:cubicBezTo>
                    <a:pt x="91041" y="305142"/>
                    <a:pt x="88261" y="309364"/>
                    <a:pt x="86910" y="313522"/>
                  </a:cubicBezTo>
                  <a:cubicBezTo>
                    <a:pt x="85558" y="317680"/>
                    <a:pt x="82145" y="324374"/>
                    <a:pt x="79326" y="328399"/>
                  </a:cubicBezTo>
                  <a:cubicBezTo>
                    <a:pt x="76507" y="332423"/>
                    <a:pt x="72263" y="341130"/>
                    <a:pt x="69895" y="347747"/>
                  </a:cubicBezTo>
                  <a:cubicBezTo>
                    <a:pt x="65145" y="361024"/>
                    <a:pt x="59224" y="364095"/>
                    <a:pt x="51629" y="357222"/>
                  </a:cubicBezTo>
                  <a:cubicBezTo>
                    <a:pt x="44314" y="350602"/>
                    <a:pt x="37572" y="353221"/>
                    <a:pt x="36622" y="363051"/>
                  </a:cubicBezTo>
                  <a:cubicBezTo>
                    <a:pt x="35885" y="370676"/>
                    <a:pt x="35039" y="371420"/>
                    <a:pt x="27100" y="371420"/>
                  </a:cubicBezTo>
                  <a:cubicBezTo>
                    <a:pt x="18795" y="371420"/>
                    <a:pt x="18319" y="370905"/>
                    <a:pt x="16950" y="360449"/>
                  </a:cubicBezTo>
                  <a:close/>
                </a:path>
              </a:pathLst>
            </a:custGeom>
            <a:solidFill>
              <a:srgbClr val="B9B9B9"/>
            </a:solidFill>
            <a:ln w="5163" cap="flat">
              <a:noFill/>
              <a:prstDash val="solid"/>
              <a:miter/>
            </a:ln>
          </p:spPr>
          <p:txBody>
            <a:bodyPr/>
            <a:lstStyle/>
            <a:p>
              <a:endParaRPr lang="es-419" noProof="0" dirty="0"/>
            </a:p>
          </p:txBody>
        </p:sp>
        <p:sp>
          <p:nvSpPr>
            <p:cNvPr id="80" name="Forma libre: forma 79">
              <a:extLst>
                <a:ext uri="{FF2B5EF4-FFF2-40B4-BE49-F238E27FC236}">
                  <a16:creationId xmlns:a16="http://schemas.microsoft.com/office/drawing/2014/main" id="{9B9F7B61-7091-FAFD-7253-A293835B5A2B}"/>
                </a:ext>
              </a:extLst>
            </p:cNvPr>
            <p:cNvSpPr/>
            <p:nvPr/>
          </p:nvSpPr>
          <p:spPr>
            <a:xfrm>
              <a:off x="2598432" y="2301328"/>
              <a:ext cx="4301" cy="5162"/>
            </a:xfrm>
            <a:custGeom>
              <a:avLst/>
              <a:gdLst>
                <a:gd name="csX0" fmla="*/ 429 w 4301"/>
                <a:gd name="csY0" fmla="*/ 2581 h 5162"/>
                <a:gd name="csX1" fmla="*/ 1567 w 4301"/>
                <a:gd name="csY1" fmla="*/ 0 h 5162"/>
                <a:gd name="csX2" fmla="*/ 4301 w 4301"/>
                <a:gd name="csY2" fmla="*/ 2581 h 5162"/>
                <a:gd name="csX3" fmla="*/ 3163 w 4301"/>
                <a:gd name="csY3" fmla="*/ 5163 h 5162"/>
                <a:gd name="csX4" fmla="*/ 429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429" y="2581"/>
                  </a:moveTo>
                  <a:cubicBezTo>
                    <a:pt x="-448" y="1162"/>
                    <a:pt x="64" y="0"/>
                    <a:pt x="1567" y="0"/>
                  </a:cubicBezTo>
                  <a:cubicBezTo>
                    <a:pt x="3071" y="0"/>
                    <a:pt x="4301" y="1162"/>
                    <a:pt x="4301" y="2581"/>
                  </a:cubicBezTo>
                  <a:cubicBezTo>
                    <a:pt x="4301" y="4001"/>
                    <a:pt x="3789" y="5163"/>
                    <a:pt x="3163" y="5163"/>
                  </a:cubicBezTo>
                  <a:cubicBezTo>
                    <a:pt x="2537" y="5163"/>
                    <a:pt x="1307" y="4001"/>
                    <a:pt x="429" y="2581"/>
                  </a:cubicBezTo>
                  <a:close/>
                </a:path>
              </a:pathLst>
            </a:custGeom>
            <a:solidFill>
              <a:srgbClr val="B9B9B9"/>
            </a:solidFill>
            <a:ln w="5163" cap="flat">
              <a:noFill/>
              <a:prstDash val="solid"/>
              <a:miter/>
            </a:ln>
          </p:spPr>
          <p:txBody>
            <a:bodyPr/>
            <a:lstStyle/>
            <a:p>
              <a:endParaRPr lang="es-419" noProof="0" dirty="0"/>
            </a:p>
          </p:txBody>
        </p:sp>
        <p:sp>
          <p:nvSpPr>
            <p:cNvPr id="81" name="Forma libre: forma 80">
              <a:extLst>
                <a:ext uri="{FF2B5EF4-FFF2-40B4-BE49-F238E27FC236}">
                  <a16:creationId xmlns:a16="http://schemas.microsoft.com/office/drawing/2014/main" id="{7A74CA28-F681-ABE9-AC30-ADB38A315514}"/>
                </a:ext>
              </a:extLst>
            </p:cNvPr>
            <p:cNvSpPr/>
            <p:nvPr/>
          </p:nvSpPr>
          <p:spPr>
            <a:xfrm>
              <a:off x="2631714" y="2178527"/>
              <a:ext cx="22197" cy="31992"/>
            </a:xfrm>
            <a:custGeom>
              <a:avLst/>
              <a:gdLst>
                <a:gd name="csX0" fmla="*/ 471 w 22197"/>
                <a:gd name="csY0" fmla="*/ 28899 h 31992"/>
                <a:gd name="csX1" fmla="*/ 9355 w 22197"/>
                <a:gd name="csY1" fmla="*/ 4976 h 31992"/>
                <a:gd name="csX2" fmla="*/ 18130 w 22197"/>
                <a:gd name="csY2" fmla="*/ 1262 h 31992"/>
                <a:gd name="csX3" fmla="*/ 15361 w 22197"/>
                <a:gd name="csY3" fmla="*/ 16772 h 31992"/>
                <a:gd name="csX4" fmla="*/ 471 w 22197"/>
                <a:gd name="csY4" fmla="*/ 28899 h 31992"/>
              </a:gdLst>
              <a:ahLst/>
              <a:cxnLst>
                <a:cxn ang="0">
                  <a:pos x="csX0" y="csY0"/>
                </a:cxn>
                <a:cxn ang="0">
                  <a:pos x="csX1" y="csY1"/>
                </a:cxn>
                <a:cxn ang="0">
                  <a:pos x="csX2" y="csY2"/>
                </a:cxn>
                <a:cxn ang="0">
                  <a:pos x="csX3" y="csY3"/>
                </a:cxn>
                <a:cxn ang="0">
                  <a:pos x="csX4" y="csY4"/>
                </a:cxn>
              </a:cxnLst>
              <a:rect l="l" t="t" r="r" b="b"/>
              <a:pathLst>
                <a:path w="22197" h="31992">
                  <a:moveTo>
                    <a:pt x="471" y="28899"/>
                  </a:moveTo>
                  <a:cubicBezTo>
                    <a:pt x="-1762" y="23078"/>
                    <a:pt x="4399" y="6487"/>
                    <a:pt x="9355" y="4976"/>
                  </a:cubicBezTo>
                  <a:cubicBezTo>
                    <a:pt x="11697" y="4262"/>
                    <a:pt x="15646" y="2591"/>
                    <a:pt x="18130" y="1262"/>
                  </a:cubicBezTo>
                  <a:cubicBezTo>
                    <a:pt x="24115" y="-1937"/>
                    <a:pt x="23741" y="160"/>
                    <a:pt x="15361" y="16772"/>
                  </a:cubicBezTo>
                  <a:cubicBezTo>
                    <a:pt x="7920" y="31524"/>
                    <a:pt x="3013" y="35521"/>
                    <a:pt x="471" y="28899"/>
                  </a:cubicBezTo>
                  <a:close/>
                </a:path>
              </a:pathLst>
            </a:custGeom>
            <a:solidFill>
              <a:srgbClr val="B9B9B9"/>
            </a:solidFill>
            <a:ln w="5163" cap="flat">
              <a:noFill/>
              <a:prstDash val="solid"/>
              <a:miter/>
            </a:ln>
          </p:spPr>
          <p:txBody>
            <a:bodyPr/>
            <a:lstStyle/>
            <a:p>
              <a:endParaRPr lang="es-419" noProof="0" dirty="0"/>
            </a:p>
          </p:txBody>
        </p:sp>
        <p:sp>
          <p:nvSpPr>
            <p:cNvPr id="82" name="Forma libre: forma 81">
              <a:extLst>
                <a:ext uri="{FF2B5EF4-FFF2-40B4-BE49-F238E27FC236}">
                  <a16:creationId xmlns:a16="http://schemas.microsoft.com/office/drawing/2014/main" id="{8B9765D7-D50F-F04D-0F22-D0F373FE3A21}"/>
                </a:ext>
              </a:extLst>
            </p:cNvPr>
            <p:cNvSpPr/>
            <p:nvPr/>
          </p:nvSpPr>
          <p:spPr>
            <a:xfrm>
              <a:off x="2646618" y="2128371"/>
              <a:ext cx="5162" cy="6756"/>
            </a:xfrm>
            <a:custGeom>
              <a:avLst/>
              <a:gdLst>
                <a:gd name="csX0" fmla="*/ 0 w 5162"/>
                <a:gd name="csY0" fmla="*/ 4025 h 6756"/>
                <a:gd name="csX1" fmla="*/ 2581 w 5162"/>
                <a:gd name="csY1" fmla="*/ 0 h 6756"/>
                <a:gd name="csX2" fmla="*/ 5163 w 5162"/>
                <a:gd name="csY2" fmla="*/ 2429 h 6756"/>
                <a:gd name="csX3" fmla="*/ 2581 w 5162"/>
                <a:gd name="csY3" fmla="*/ 6454 h 6756"/>
                <a:gd name="csX4" fmla="*/ 0 w 5162"/>
                <a:gd name="csY4" fmla="*/ 4025 h 6756"/>
              </a:gdLst>
              <a:ahLst/>
              <a:cxnLst>
                <a:cxn ang="0">
                  <a:pos x="csX0" y="csY0"/>
                </a:cxn>
                <a:cxn ang="0">
                  <a:pos x="csX1" y="csY1"/>
                </a:cxn>
                <a:cxn ang="0">
                  <a:pos x="csX2" y="csY2"/>
                </a:cxn>
                <a:cxn ang="0">
                  <a:pos x="csX3" y="csY3"/>
                </a:cxn>
                <a:cxn ang="0">
                  <a:pos x="csX4" y="csY4"/>
                </a:cxn>
              </a:cxnLst>
              <a:rect l="l" t="t" r="r" b="b"/>
              <a:pathLst>
                <a:path w="5162" h="6756">
                  <a:moveTo>
                    <a:pt x="0" y="4025"/>
                  </a:moveTo>
                  <a:cubicBezTo>
                    <a:pt x="0" y="1811"/>
                    <a:pt x="1162" y="0"/>
                    <a:pt x="2581" y="0"/>
                  </a:cubicBezTo>
                  <a:cubicBezTo>
                    <a:pt x="4001" y="0"/>
                    <a:pt x="5163" y="1093"/>
                    <a:pt x="5163" y="2429"/>
                  </a:cubicBezTo>
                  <a:cubicBezTo>
                    <a:pt x="5163" y="3765"/>
                    <a:pt x="4001" y="5576"/>
                    <a:pt x="2581" y="6454"/>
                  </a:cubicBezTo>
                  <a:cubicBezTo>
                    <a:pt x="1162" y="7331"/>
                    <a:pt x="0" y="6238"/>
                    <a:pt x="0" y="4025"/>
                  </a:cubicBezTo>
                  <a:close/>
                </a:path>
              </a:pathLst>
            </a:custGeom>
            <a:solidFill>
              <a:srgbClr val="B9B9B9"/>
            </a:solidFill>
            <a:ln w="5163" cap="flat">
              <a:noFill/>
              <a:prstDash val="solid"/>
              <a:miter/>
            </a:ln>
          </p:spPr>
          <p:txBody>
            <a:bodyPr/>
            <a:lstStyle/>
            <a:p>
              <a:endParaRPr lang="es-419" noProof="0" dirty="0"/>
            </a:p>
          </p:txBody>
        </p:sp>
        <p:sp>
          <p:nvSpPr>
            <p:cNvPr id="83" name="Forma libre: forma 82">
              <a:extLst>
                <a:ext uri="{FF2B5EF4-FFF2-40B4-BE49-F238E27FC236}">
                  <a16:creationId xmlns:a16="http://schemas.microsoft.com/office/drawing/2014/main" id="{91D20A9C-EBB6-F0B6-AE42-0205698A4929}"/>
                </a:ext>
              </a:extLst>
            </p:cNvPr>
            <p:cNvSpPr/>
            <p:nvPr/>
          </p:nvSpPr>
          <p:spPr>
            <a:xfrm>
              <a:off x="2646618" y="2110301"/>
              <a:ext cx="4301" cy="5162"/>
            </a:xfrm>
            <a:custGeom>
              <a:avLst/>
              <a:gdLst>
                <a:gd name="csX0" fmla="*/ 0 w 4301"/>
                <a:gd name="csY0" fmla="*/ 2581 h 5162"/>
                <a:gd name="csX1" fmla="*/ 1138 w 4301"/>
                <a:gd name="csY1" fmla="*/ 0 h 5162"/>
                <a:gd name="csX2" fmla="*/ 3872 w 4301"/>
                <a:gd name="csY2" fmla="*/ 2581 h 5162"/>
                <a:gd name="csX3" fmla="*/ 2734 w 4301"/>
                <a:gd name="csY3" fmla="*/ 5163 h 5162"/>
                <a:gd name="csX4" fmla="*/ 0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0" y="2581"/>
                  </a:moveTo>
                  <a:cubicBezTo>
                    <a:pt x="0" y="1162"/>
                    <a:pt x="512" y="0"/>
                    <a:pt x="1138" y="0"/>
                  </a:cubicBezTo>
                  <a:cubicBezTo>
                    <a:pt x="1765" y="0"/>
                    <a:pt x="2995" y="1162"/>
                    <a:pt x="3872" y="2581"/>
                  </a:cubicBezTo>
                  <a:cubicBezTo>
                    <a:pt x="4750" y="4001"/>
                    <a:pt x="4237" y="5163"/>
                    <a:pt x="2734" y="5163"/>
                  </a:cubicBezTo>
                  <a:cubicBezTo>
                    <a:pt x="1230" y="5163"/>
                    <a:pt x="0" y="4001"/>
                    <a:pt x="0" y="2581"/>
                  </a:cubicBezTo>
                  <a:close/>
                </a:path>
              </a:pathLst>
            </a:custGeom>
            <a:solidFill>
              <a:srgbClr val="B9B9B9"/>
            </a:solidFill>
            <a:ln w="5163" cap="flat">
              <a:noFill/>
              <a:prstDash val="solid"/>
              <a:miter/>
            </a:ln>
          </p:spPr>
          <p:txBody>
            <a:bodyPr/>
            <a:lstStyle/>
            <a:p>
              <a:endParaRPr lang="es-419" noProof="0" dirty="0"/>
            </a:p>
          </p:txBody>
        </p:sp>
      </p:grpSp>
      <p:grpSp>
        <p:nvGrpSpPr>
          <p:cNvPr id="84" name="Gráfico 39">
            <a:extLst>
              <a:ext uri="{FF2B5EF4-FFF2-40B4-BE49-F238E27FC236}">
                <a16:creationId xmlns:a16="http://schemas.microsoft.com/office/drawing/2014/main" id="{286DF404-46DE-5463-1D15-6C301AAB8929}"/>
              </a:ext>
            </a:extLst>
          </p:cNvPr>
          <p:cNvGrpSpPr/>
          <p:nvPr/>
        </p:nvGrpSpPr>
        <p:grpSpPr>
          <a:xfrm>
            <a:off x="924790" y="1999612"/>
            <a:ext cx="235561" cy="223008"/>
            <a:chOff x="924790" y="1999612"/>
            <a:chExt cx="235561" cy="223008"/>
          </a:xfrm>
          <a:solidFill>
            <a:srgbClr val="B9B9B9"/>
          </a:solidFill>
        </p:grpSpPr>
        <p:sp>
          <p:nvSpPr>
            <p:cNvPr id="85" name="Forma libre: forma 84">
              <a:extLst>
                <a:ext uri="{FF2B5EF4-FFF2-40B4-BE49-F238E27FC236}">
                  <a16:creationId xmlns:a16="http://schemas.microsoft.com/office/drawing/2014/main" id="{5C662067-5872-0B53-056F-6213A37C8C5A}"/>
                </a:ext>
              </a:extLst>
            </p:cNvPr>
            <p:cNvSpPr/>
            <p:nvPr/>
          </p:nvSpPr>
          <p:spPr>
            <a:xfrm>
              <a:off x="1018216" y="1999612"/>
              <a:ext cx="142135" cy="223008"/>
            </a:xfrm>
            <a:custGeom>
              <a:avLst/>
              <a:gdLst>
                <a:gd name="csX0" fmla="*/ 33142 w 142135"/>
                <a:gd name="csY0" fmla="*/ 222624 h 223008"/>
                <a:gd name="csX1" fmla="*/ 24030 w 142135"/>
                <a:gd name="csY1" fmla="*/ 217989 h 223008"/>
                <a:gd name="csX2" fmla="*/ 15077 w 142135"/>
                <a:gd name="csY2" fmla="*/ 214475 h 223008"/>
                <a:gd name="csX3" fmla="*/ 28065 w 142135"/>
                <a:gd name="csY3" fmla="*/ 199749 h 223008"/>
                <a:gd name="csX4" fmla="*/ 39623 w 142135"/>
                <a:gd name="csY4" fmla="*/ 181324 h 223008"/>
                <a:gd name="csX5" fmla="*/ 40552 w 142135"/>
                <a:gd name="csY5" fmla="*/ 163618 h 223008"/>
                <a:gd name="csX6" fmla="*/ 38270 w 142135"/>
                <a:gd name="csY6" fmla="*/ 146871 h 223008"/>
                <a:gd name="csX7" fmla="*/ 31342 w 142135"/>
                <a:gd name="csY7" fmla="*/ 141344 h 223008"/>
                <a:gd name="csX8" fmla="*/ 23064 w 142135"/>
                <a:gd name="csY8" fmla="*/ 130695 h 223008"/>
                <a:gd name="csX9" fmla="*/ 21238 w 142135"/>
                <a:gd name="csY9" fmla="*/ 121015 h 223008"/>
                <a:gd name="csX10" fmla="*/ 21448 w 142135"/>
                <a:gd name="csY10" fmla="*/ 110689 h 223008"/>
                <a:gd name="csX11" fmla="*/ 17417 w 142135"/>
                <a:gd name="csY11" fmla="*/ 113600 h 223008"/>
                <a:gd name="csX12" fmla="*/ 6090 w 142135"/>
                <a:gd name="csY12" fmla="*/ 75839 h 223008"/>
                <a:gd name="csX13" fmla="*/ 446 w 142135"/>
                <a:gd name="csY13" fmla="*/ 49379 h 223008"/>
                <a:gd name="csX14" fmla="*/ 1787 w 142135"/>
                <a:gd name="csY14" fmla="*/ 43571 h 223008"/>
                <a:gd name="csX15" fmla="*/ 4669 w 142135"/>
                <a:gd name="csY15" fmla="*/ 50173 h 223008"/>
                <a:gd name="csX16" fmla="*/ 15640 w 142135"/>
                <a:gd name="csY16" fmla="*/ 55981 h 223008"/>
                <a:gd name="csX17" fmla="*/ 25590 w 142135"/>
                <a:gd name="csY17" fmla="*/ 51315 h 223008"/>
                <a:gd name="csX18" fmla="*/ 21927 w 142135"/>
                <a:gd name="csY18" fmla="*/ 38128 h 223008"/>
                <a:gd name="csX19" fmla="*/ 25126 w 142135"/>
                <a:gd name="csY19" fmla="*/ 20612 h 223008"/>
                <a:gd name="csX20" fmla="*/ 29635 w 142135"/>
                <a:gd name="csY20" fmla="*/ 8944 h 223008"/>
                <a:gd name="csX21" fmla="*/ 56601 w 142135"/>
                <a:gd name="csY21" fmla="*/ 2664 h 223008"/>
                <a:gd name="csX22" fmla="*/ 68014 w 142135"/>
                <a:gd name="csY22" fmla="*/ 14926 h 223008"/>
                <a:gd name="csX23" fmla="*/ 70397 w 142135"/>
                <a:gd name="csY23" fmla="*/ 28730 h 223008"/>
                <a:gd name="csX24" fmla="*/ 64799 w 142135"/>
                <a:gd name="csY24" fmla="*/ 38367 h 223008"/>
                <a:gd name="csX25" fmla="*/ 76515 w 142135"/>
                <a:gd name="csY25" fmla="*/ 47199 h 223008"/>
                <a:gd name="csX26" fmla="*/ 95020 w 142135"/>
                <a:gd name="csY26" fmla="*/ 52596 h 223008"/>
                <a:gd name="csX27" fmla="*/ 116723 w 142135"/>
                <a:gd name="csY27" fmla="*/ 66052 h 223008"/>
                <a:gd name="csX28" fmla="*/ 125419 w 142135"/>
                <a:gd name="csY28" fmla="*/ 64641 h 223008"/>
                <a:gd name="csX29" fmla="*/ 121867 w 142135"/>
                <a:gd name="csY29" fmla="*/ 77984 h 223008"/>
                <a:gd name="csX30" fmla="*/ 126198 w 142135"/>
                <a:gd name="csY30" fmla="*/ 109560 h 223008"/>
                <a:gd name="csX31" fmla="*/ 132452 w 142135"/>
                <a:gd name="csY31" fmla="*/ 130811 h 223008"/>
                <a:gd name="csX32" fmla="*/ 137172 w 142135"/>
                <a:gd name="csY32" fmla="*/ 149525 h 223008"/>
                <a:gd name="csX33" fmla="*/ 126264 w 142135"/>
                <a:gd name="csY33" fmla="*/ 165042 h 223008"/>
                <a:gd name="csX34" fmla="*/ 119713 w 142135"/>
                <a:gd name="csY34" fmla="*/ 162318 h 223008"/>
                <a:gd name="csX35" fmla="*/ 122125 w 142135"/>
                <a:gd name="csY35" fmla="*/ 181310 h 223008"/>
                <a:gd name="csX36" fmla="*/ 122395 w 142135"/>
                <a:gd name="csY36" fmla="*/ 193071 h 223008"/>
                <a:gd name="csX37" fmla="*/ 117050 w 142135"/>
                <a:gd name="csY37" fmla="*/ 205350 h 223008"/>
                <a:gd name="csX38" fmla="*/ 115307 w 142135"/>
                <a:gd name="csY38" fmla="*/ 214639 h 223008"/>
                <a:gd name="csX39" fmla="*/ 105608 w 142135"/>
                <a:gd name="csY39" fmla="*/ 205168 h 223008"/>
                <a:gd name="csX40" fmla="*/ 70306 w 142135"/>
                <a:gd name="csY40" fmla="*/ 198146 h 223008"/>
                <a:gd name="csX41" fmla="*/ 57886 w 142135"/>
                <a:gd name="csY41" fmla="*/ 203581 h 223008"/>
                <a:gd name="csX42" fmla="*/ 42822 w 142135"/>
                <a:gd name="csY42" fmla="*/ 214552 h 223008"/>
                <a:gd name="csX43" fmla="*/ 33142 w 142135"/>
                <a:gd name="csY43" fmla="*/ 222624 h 2230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42135" h="223008">
                  <a:moveTo>
                    <a:pt x="33142" y="222624"/>
                  </a:moveTo>
                  <a:cubicBezTo>
                    <a:pt x="33100" y="221007"/>
                    <a:pt x="28999" y="218922"/>
                    <a:pt x="24030" y="217989"/>
                  </a:cubicBezTo>
                  <a:cubicBezTo>
                    <a:pt x="19061" y="217057"/>
                    <a:pt x="15032" y="215476"/>
                    <a:pt x="15077" y="214475"/>
                  </a:cubicBezTo>
                  <a:cubicBezTo>
                    <a:pt x="15123" y="213475"/>
                    <a:pt x="20967" y="206848"/>
                    <a:pt x="28065" y="199749"/>
                  </a:cubicBezTo>
                  <a:cubicBezTo>
                    <a:pt x="37756" y="190056"/>
                    <a:pt x="40635" y="185467"/>
                    <a:pt x="39623" y="181324"/>
                  </a:cubicBezTo>
                  <a:cubicBezTo>
                    <a:pt x="38882" y="178289"/>
                    <a:pt x="39300" y="170321"/>
                    <a:pt x="40552" y="163618"/>
                  </a:cubicBezTo>
                  <a:cubicBezTo>
                    <a:pt x="42457" y="153420"/>
                    <a:pt x="42085" y="150686"/>
                    <a:pt x="38270" y="146871"/>
                  </a:cubicBezTo>
                  <a:cubicBezTo>
                    <a:pt x="35762" y="144363"/>
                    <a:pt x="32644" y="141876"/>
                    <a:pt x="31342" y="141344"/>
                  </a:cubicBezTo>
                  <a:cubicBezTo>
                    <a:pt x="30039" y="140811"/>
                    <a:pt x="26314" y="136019"/>
                    <a:pt x="23064" y="130695"/>
                  </a:cubicBezTo>
                  <a:cubicBezTo>
                    <a:pt x="18146" y="122638"/>
                    <a:pt x="17840" y="121015"/>
                    <a:pt x="21238" y="121015"/>
                  </a:cubicBezTo>
                  <a:cubicBezTo>
                    <a:pt x="26407" y="121015"/>
                    <a:pt x="26532" y="114908"/>
                    <a:pt x="21448" y="110689"/>
                  </a:cubicBezTo>
                  <a:cubicBezTo>
                    <a:pt x="18195" y="107989"/>
                    <a:pt x="17551" y="108454"/>
                    <a:pt x="17417" y="113600"/>
                  </a:cubicBezTo>
                  <a:cubicBezTo>
                    <a:pt x="17202" y="121855"/>
                    <a:pt x="11362" y="102386"/>
                    <a:pt x="6090" y="75839"/>
                  </a:cubicBezTo>
                  <a:cubicBezTo>
                    <a:pt x="3834" y="64481"/>
                    <a:pt x="1295" y="52574"/>
                    <a:pt x="446" y="49379"/>
                  </a:cubicBezTo>
                  <a:cubicBezTo>
                    <a:pt x="-477" y="45903"/>
                    <a:pt x="61" y="43571"/>
                    <a:pt x="1787" y="43571"/>
                  </a:cubicBezTo>
                  <a:cubicBezTo>
                    <a:pt x="3372" y="43571"/>
                    <a:pt x="4669" y="46542"/>
                    <a:pt x="4669" y="50173"/>
                  </a:cubicBezTo>
                  <a:cubicBezTo>
                    <a:pt x="4669" y="56344"/>
                    <a:pt x="5386" y="56723"/>
                    <a:pt x="15640" y="55981"/>
                  </a:cubicBezTo>
                  <a:cubicBezTo>
                    <a:pt x="23894" y="55384"/>
                    <a:pt x="26358" y="54229"/>
                    <a:pt x="25590" y="51315"/>
                  </a:cubicBezTo>
                  <a:cubicBezTo>
                    <a:pt x="25028" y="49186"/>
                    <a:pt x="23380" y="43251"/>
                    <a:pt x="21927" y="38128"/>
                  </a:cubicBezTo>
                  <a:cubicBezTo>
                    <a:pt x="19644" y="30074"/>
                    <a:pt x="20076" y="27703"/>
                    <a:pt x="25126" y="20612"/>
                  </a:cubicBezTo>
                  <a:cubicBezTo>
                    <a:pt x="28338" y="16101"/>
                    <a:pt x="30367" y="10851"/>
                    <a:pt x="29635" y="8944"/>
                  </a:cubicBezTo>
                  <a:cubicBezTo>
                    <a:pt x="26306" y="269"/>
                    <a:pt x="38854" y="-2653"/>
                    <a:pt x="56601" y="2664"/>
                  </a:cubicBezTo>
                  <a:cubicBezTo>
                    <a:pt x="65243" y="5253"/>
                    <a:pt x="66731" y="6851"/>
                    <a:pt x="68014" y="14926"/>
                  </a:cubicBezTo>
                  <a:cubicBezTo>
                    <a:pt x="68826" y="20032"/>
                    <a:pt x="69898" y="26244"/>
                    <a:pt x="70397" y="28730"/>
                  </a:cubicBezTo>
                  <a:cubicBezTo>
                    <a:pt x="70908" y="31276"/>
                    <a:pt x="68463" y="35485"/>
                    <a:pt x="64799" y="38367"/>
                  </a:cubicBezTo>
                  <a:cubicBezTo>
                    <a:pt x="52677" y="47902"/>
                    <a:pt x="63675" y="56192"/>
                    <a:pt x="76515" y="47199"/>
                  </a:cubicBezTo>
                  <a:cubicBezTo>
                    <a:pt x="84862" y="41352"/>
                    <a:pt x="95020" y="44315"/>
                    <a:pt x="95020" y="52596"/>
                  </a:cubicBezTo>
                  <a:cubicBezTo>
                    <a:pt x="95020" y="61383"/>
                    <a:pt x="105491" y="67875"/>
                    <a:pt x="116723" y="66052"/>
                  </a:cubicBezTo>
                  <a:lnTo>
                    <a:pt x="125419" y="64641"/>
                  </a:lnTo>
                  <a:lnTo>
                    <a:pt x="121867" y="77984"/>
                  </a:lnTo>
                  <a:cubicBezTo>
                    <a:pt x="116766" y="97143"/>
                    <a:pt x="117305" y="101074"/>
                    <a:pt x="126198" y="109560"/>
                  </a:cubicBezTo>
                  <a:cubicBezTo>
                    <a:pt x="133696" y="116715"/>
                    <a:pt x="134049" y="117914"/>
                    <a:pt x="132452" y="130811"/>
                  </a:cubicBezTo>
                  <a:cubicBezTo>
                    <a:pt x="130905" y="143306"/>
                    <a:pt x="131310" y="144914"/>
                    <a:pt x="137172" y="149525"/>
                  </a:cubicBezTo>
                  <a:cubicBezTo>
                    <a:pt x="148350" y="158317"/>
                    <a:pt x="138877" y="171792"/>
                    <a:pt x="126264" y="165042"/>
                  </a:cubicBezTo>
                  <a:cubicBezTo>
                    <a:pt x="123464" y="163544"/>
                    <a:pt x="120516" y="162318"/>
                    <a:pt x="119713" y="162318"/>
                  </a:cubicBezTo>
                  <a:cubicBezTo>
                    <a:pt x="116537" y="162318"/>
                    <a:pt x="118487" y="177672"/>
                    <a:pt x="122125" y="181310"/>
                  </a:cubicBezTo>
                  <a:cubicBezTo>
                    <a:pt x="126947" y="186132"/>
                    <a:pt x="127019" y="189234"/>
                    <a:pt x="122395" y="193071"/>
                  </a:cubicBezTo>
                  <a:cubicBezTo>
                    <a:pt x="120414" y="194715"/>
                    <a:pt x="118009" y="200241"/>
                    <a:pt x="117050" y="205350"/>
                  </a:cubicBezTo>
                  <a:lnTo>
                    <a:pt x="115307" y="214639"/>
                  </a:lnTo>
                  <a:lnTo>
                    <a:pt x="105608" y="205168"/>
                  </a:lnTo>
                  <a:cubicBezTo>
                    <a:pt x="93087" y="192941"/>
                    <a:pt x="80185" y="190375"/>
                    <a:pt x="70306" y="198146"/>
                  </a:cubicBezTo>
                  <a:cubicBezTo>
                    <a:pt x="66478" y="201157"/>
                    <a:pt x="60889" y="203603"/>
                    <a:pt x="57886" y="203581"/>
                  </a:cubicBezTo>
                  <a:cubicBezTo>
                    <a:pt x="54649" y="203557"/>
                    <a:pt x="48516" y="208024"/>
                    <a:pt x="42822" y="214552"/>
                  </a:cubicBezTo>
                  <a:cubicBezTo>
                    <a:pt x="37540" y="220608"/>
                    <a:pt x="33184" y="224241"/>
                    <a:pt x="33142" y="222624"/>
                  </a:cubicBezTo>
                  <a:close/>
                </a:path>
              </a:pathLst>
            </a:custGeom>
            <a:solidFill>
              <a:srgbClr val="B9B9B9"/>
            </a:solidFill>
            <a:ln w="5163" cap="flat">
              <a:noFill/>
              <a:prstDash val="solid"/>
              <a:miter/>
            </a:ln>
          </p:spPr>
          <p:txBody>
            <a:bodyPr/>
            <a:lstStyle/>
            <a:p>
              <a:endParaRPr lang="es-419" noProof="0" dirty="0"/>
            </a:p>
          </p:txBody>
        </p:sp>
        <p:sp>
          <p:nvSpPr>
            <p:cNvPr id="86" name="Forma libre: forma 85">
              <a:extLst>
                <a:ext uri="{FF2B5EF4-FFF2-40B4-BE49-F238E27FC236}">
                  <a16:creationId xmlns:a16="http://schemas.microsoft.com/office/drawing/2014/main" id="{0B2E1610-A0F7-D6D1-5F3C-13B1E1E8E90A}"/>
                </a:ext>
              </a:extLst>
            </p:cNvPr>
            <p:cNvSpPr/>
            <p:nvPr/>
          </p:nvSpPr>
          <p:spPr>
            <a:xfrm>
              <a:off x="976738" y="2149266"/>
              <a:ext cx="9026" cy="7395"/>
            </a:xfrm>
            <a:custGeom>
              <a:avLst/>
              <a:gdLst>
                <a:gd name="csX0" fmla="*/ 866 w 9026"/>
                <a:gd name="csY0" fmla="*/ 4748 h 7395"/>
                <a:gd name="csX1" fmla="*/ 6187 w 9026"/>
                <a:gd name="csY1" fmla="*/ 710 h 7395"/>
                <a:gd name="csX2" fmla="*/ 8728 w 9026"/>
                <a:gd name="csY2" fmla="*/ 4901 h 7395"/>
                <a:gd name="csX3" fmla="*/ 866 w 9026"/>
                <a:gd name="csY3" fmla="*/ 4748 h 7395"/>
              </a:gdLst>
              <a:ahLst/>
              <a:cxnLst>
                <a:cxn ang="0">
                  <a:pos x="csX0" y="csY0"/>
                </a:cxn>
                <a:cxn ang="0">
                  <a:pos x="csX1" y="csY1"/>
                </a:cxn>
                <a:cxn ang="0">
                  <a:pos x="csX2" y="csY2"/>
                </a:cxn>
                <a:cxn ang="0">
                  <a:pos x="csX3" y="csY3"/>
                </a:cxn>
              </a:cxnLst>
              <a:rect l="l" t="t" r="r" b="b"/>
              <a:pathLst>
                <a:path w="9026" h="7395">
                  <a:moveTo>
                    <a:pt x="866" y="4748"/>
                  </a:moveTo>
                  <a:cubicBezTo>
                    <a:pt x="-1510" y="904"/>
                    <a:pt x="1245" y="-1186"/>
                    <a:pt x="6187" y="710"/>
                  </a:cubicBezTo>
                  <a:cubicBezTo>
                    <a:pt x="8468" y="1586"/>
                    <a:pt x="9611" y="3472"/>
                    <a:pt x="8728" y="4901"/>
                  </a:cubicBezTo>
                  <a:cubicBezTo>
                    <a:pt x="6635" y="8287"/>
                    <a:pt x="3009" y="8216"/>
                    <a:pt x="866" y="4748"/>
                  </a:cubicBezTo>
                  <a:close/>
                </a:path>
              </a:pathLst>
            </a:custGeom>
            <a:solidFill>
              <a:srgbClr val="B9B9B9"/>
            </a:solidFill>
            <a:ln w="5163" cap="flat">
              <a:noFill/>
              <a:prstDash val="solid"/>
              <a:miter/>
            </a:ln>
          </p:spPr>
          <p:txBody>
            <a:bodyPr/>
            <a:lstStyle/>
            <a:p>
              <a:endParaRPr lang="es-419" noProof="0" dirty="0"/>
            </a:p>
          </p:txBody>
        </p:sp>
        <p:sp>
          <p:nvSpPr>
            <p:cNvPr id="87" name="Forma libre: forma 86">
              <a:extLst>
                <a:ext uri="{FF2B5EF4-FFF2-40B4-BE49-F238E27FC236}">
                  <a16:creationId xmlns:a16="http://schemas.microsoft.com/office/drawing/2014/main" id="{5D514BC3-8A8A-0D13-A101-B0226E0AF5A7}"/>
                </a:ext>
              </a:extLst>
            </p:cNvPr>
            <p:cNvSpPr/>
            <p:nvPr/>
          </p:nvSpPr>
          <p:spPr>
            <a:xfrm>
              <a:off x="958388" y="2135665"/>
              <a:ext cx="19364" cy="11047"/>
            </a:xfrm>
            <a:custGeom>
              <a:avLst/>
              <a:gdLst>
                <a:gd name="csX0" fmla="*/ 0 w 19364"/>
                <a:gd name="csY0" fmla="*/ 8841 h 11047"/>
                <a:gd name="csX1" fmla="*/ 17408 w 19364"/>
                <a:gd name="csY1" fmla="*/ 154 h 11047"/>
                <a:gd name="csX2" fmla="*/ 17432 w 19364"/>
                <a:gd name="csY2" fmla="*/ 5614 h 11047"/>
                <a:gd name="csX3" fmla="*/ 0 w 19364"/>
                <a:gd name="csY3" fmla="*/ 8841 h 11047"/>
              </a:gdLst>
              <a:ahLst/>
              <a:cxnLst>
                <a:cxn ang="0">
                  <a:pos x="csX0" y="csY0"/>
                </a:cxn>
                <a:cxn ang="0">
                  <a:pos x="csX1" y="csY1"/>
                </a:cxn>
                <a:cxn ang="0">
                  <a:pos x="csX2" y="csY2"/>
                </a:cxn>
                <a:cxn ang="0">
                  <a:pos x="csX3" y="csY3"/>
                </a:cxn>
              </a:cxnLst>
              <a:rect l="l" t="t" r="r" b="b"/>
              <a:pathLst>
                <a:path w="19364" h="11047">
                  <a:moveTo>
                    <a:pt x="0" y="8841"/>
                  </a:moveTo>
                  <a:cubicBezTo>
                    <a:pt x="126" y="2682"/>
                    <a:pt x="7086" y="-791"/>
                    <a:pt x="17408" y="154"/>
                  </a:cubicBezTo>
                  <a:cubicBezTo>
                    <a:pt x="20010" y="392"/>
                    <a:pt x="20015" y="1478"/>
                    <a:pt x="17432" y="5614"/>
                  </a:cubicBezTo>
                  <a:cubicBezTo>
                    <a:pt x="14357" y="10538"/>
                    <a:pt x="-89" y="13212"/>
                    <a:pt x="0" y="8841"/>
                  </a:cubicBezTo>
                  <a:close/>
                </a:path>
              </a:pathLst>
            </a:custGeom>
            <a:solidFill>
              <a:srgbClr val="B9B9B9"/>
            </a:solidFill>
            <a:ln w="5163" cap="flat">
              <a:noFill/>
              <a:prstDash val="solid"/>
              <a:miter/>
            </a:ln>
          </p:spPr>
          <p:txBody>
            <a:bodyPr/>
            <a:lstStyle/>
            <a:p>
              <a:endParaRPr lang="es-419" noProof="0" dirty="0"/>
            </a:p>
          </p:txBody>
        </p:sp>
        <p:sp>
          <p:nvSpPr>
            <p:cNvPr id="88" name="Forma libre: forma 87">
              <a:extLst>
                <a:ext uri="{FF2B5EF4-FFF2-40B4-BE49-F238E27FC236}">
                  <a16:creationId xmlns:a16="http://schemas.microsoft.com/office/drawing/2014/main" id="{AB23038A-B80A-EAF3-35C7-9FDCDACF63DA}"/>
                </a:ext>
              </a:extLst>
            </p:cNvPr>
            <p:cNvSpPr/>
            <p:nvPr/>
          </p:nvSpPr>
          <p:spPr>
            <a:xfrm>
              <a:off x="938010" y="2110987"/>
              <a:ext cx="18997" cy="19965"/>
            </a:xfrm>
            <a:custGeom>
              <a:avLst/>
              <a:gdLst>
                <a:gd name="csX0" fmla="*/ 2787 w 18997"/>
                <a:gd name="csY0" fmla="*/ 11392 h 19965"/>
                <a:gd name="csX1" fmla="*/ 4678 w 18997"/>
                <a:gd name="csY1" fmla="*/ 36 h 19965"/>
                <a:gd name="csX2" fmla="*/ 17544 w 18997"/>
                <a:gd name="csY2" fmla="*/ 12951 h 19965"/>
                <a:gd name="csX3" fmla="*/ 13049 w 18997"/>
                <a:gd name="csY3" fmla="*/ 19965 h 19965"/>
                <a:gd name="csX4" fmla="*/ 2787 w 18997"/>
                <a:gd name="csY4" fmla="*/ 11392 h 19965"/>
              </a:gdLst>
              <a:ahLst/>
              <a:cxnLst>
                <a:cxn ang="0">
                  <a:pos x="csX0" y="csY0"/>
                </a:cxn>
                <a:cxn ang="0">
                  <a:pos x="csX1" y="csY1"/>
                </a:cxn>
                <a:cxn ang="0">
                  <a:pos x="csX2" y="csY2"/>
                </a:cxn>
                <a:cxn ang="0">
                  <a:pos x="csX3" y="csY3"/>
                </a:cxn>
                <a:cxn ang="0">
                  <a:pos x="csX4" y="csY4"/>
                </a:cxn>
              </a:cxnLst>
              <a:rect l="l" t="t" r="r" b="b"/>
              <a:pathLst>
                <a:path w="18997" h="19965">
                  <a:moveTo>
                    <a:pt x="2787" y="11392"/>
                  </a:moveTo>
                  <a:cubicBezTo>
                    <a:pt x="-1192" y="389"/>
                    <a:pt x="-1207" y="479"/>
                    <a:pt x="4678" y="36"/>
                  </a:cubicBezTo>
                  <a:cubicBezTo>
                    <a:pt x="10396" y="-395"/>
                    <a:pt x="13750" y="2973"/>
                    <a:pt x="17544" y="12951"/>
                  </a:cubicBezTo>
                  <a:cubicBezTo>
                    <a:pt x="20048" y="19537"/>
                    <a:pt x="19774" y="19965"/>
                    <a:pt x="13049" y="19965"/>
                  </a:cubicBezTo>
                  <a:cubicBezTo>
                    <a:pt x="7281" y="19965"/>
                    <a:pt x="5284" y="18297"/>
                    <a:pt x="2787" y="11392"/>
                  </a:cubicBezTo>
                  <a:close/>
                </a:path>
              </a:pathLst>
            </a:custGeom>
            <a:solidFill>
              <a:srgbClr val="B9B9B9"/>
            </a:solidFill>
            <a:ln w="5163" cap="flat">
              <a:noFill/>
              <a:prstDash val="solid"/>
              <a:miter/>
            </a:ln>
          </p:spPr>
          <p:txBody>
            <a:bodyPr/>
            <a:lstStyle/>
            <a:p>
              <a:endParaRPr lang="es-419" noProof="0" dirty="0"/>
            </a:p>
          </p:txBody>
        </p:sp>
        <p:sp>
          <p:nvSpPr>
            <p:cNvPr id="89" name="Forma libre: forma 88">
              <a:extLst>
                <a:ext uri="{FF2B5EF4-FFF2-40B4-BE49-F238E27FC236}">
                  <a16:creationId xmlns:a16="http://schemas.microsoft.com/office/drawing/2014/main" id="{0EACE57B-5D35-7425-64A3-DB23CD51D600}"/>
                </a:ext>
              </a:extLst>
            </p:cNvPr>
            <p:cNvSpPr/>
            <p:nvPr/>
          </p:nvSpPr>
          <p:spPr>
            <a:xfrm>
              <a:off x="924790" y="2098451"/>
              <a:ext cx="5162" cy="9268"/>
            </a:xfrm>
            <a:custGeom>
              <a:avLst/>
              <a:gdLst>
                <a:gd name="csX0" fmla="*/ 0 w 5162"/>
                <a:gd name="csY0" fmla="*/ 3953 h 9268"/>
                <a:gd name="csX1" fmla="*/ 2581 w 5162"/>
                <a:gd name="csY1" fmla="*/ 233 h 9268"/>
                <a:gd name="csX2" fmla="*/ 5163 w 5162"/>
                <a:gd name="csY2" fmla="*/ 5549 h 9268"/>
                <a:gd name="csX3" fmla="*/ 2581 w 5162"/>
                <a:gd name="csY3" fmla="*/ 9269 h 9268"/>
                <a:gd name="csX4" fmla="*/ 0 w 5162"/>
                <a:gd name="csY4" fmla="*/ 3953 h 9268"/>
              </a:gdLst>
              <a:ahLst/>
              <a:cxnLst>
                <a:cxn ang="0">
                  <a:pos x="csX0" y="csY0"/>
                </a:cxn>
                <a:cxn ang="0">
                  <a:pos x="csX1" y="csY1"/>
                </a:cxn>
                <a:cxn ang="0">
                  <a:pos x="csX2" y="csY2"/>
                </a:cxn>
                <a:cxn ang="0">
                  <a:pos x="csX3" y="csY3"/>
                </a:cxn>
                <a:cxn ang="0">
                  <a:pos x="csX4" y="csY4"/>
                </a:cxn>
              </a:cxnLst>
              <a:rect l="l" t="t" r="r" b="b"/>
              <a:pathLst>
                <a:path w="5162" h="9268">
                  <a:moveTo>
                    <a:pt x="0" y="3953"/>
                  </a:moveTo>
                  <a:cubicBezTo>
                    <a:pt x="0" y="1030"/>
                    <a:pt x="1162" y="-644"/>
                    <a:pt x="2581" y="233"/>
                  </a:cubicBezTo>
                  <a:cubicBezTo>
                    <a:pt x="4001" y="1111"/>
                    <a:pt x="5163" y="3503"/>
                    <a:pt x="5163" y="5549"/>
                  </a:cubicBezTo>
                  <a:cubicBezTo>
                    <a:pt x="5163" y="7595"/>
                    <a:pt x="4001" y="9269"/>
                    <a:pt x="2581" y="9269"/>
                  </a:cubicBezTo>
                  <a:cubicBezTo>
                    <a:pt x="1162" y="9269"/>
                    <a:pt x="0" y="6877"/>
                    <a:pt x="0" y="3953"/>
                  </a:cubicBezTo>
                  <a:close/>
                </a:path>
              </a:pathLst>
            </a:custGeom>
            <a:solidFill>
              <a:srgbClr val="B9B9B9"/>
            </a:solidFill>
            <a:ln w="5163" cap="flat">
              <a:noFill/>
              <a:prstDash val="solid"/>
              <a:miter/>
            </a:ln>
          </p:spPr>
          <p:txBody>
            <a:bodyPr/>
            <a:lstStyle/>
            <a:p>
              <a:endParaRPr lang="es-419" noProof="0" dirty="0"/>
            </a:p>
          </p:txBody>
        </p:sp>
      </p:grpSp>
      <p:grpSp>
        <p:nvGrpSpPr>
          <p:cNvPr id="90" name="Gráfico 39">
            <a:extLst>
              <a:ext uri="{FF2B5EF4-FFF2-40B4-BE49-F238E27FC236}">
                <a16:creationId xmlns:a16="http://schemas.microsoft.com/office/drawing/2014/main" id="{37C9C541-8B40-A185-29EF-9A07C53179A6}"/>
              </a:ext>
            </a:extLst>
          </p:cNvPr>
          <p:cNvGrpSpPr/>
          <p:nvPr/>
        </p:nvGrpSpPr>
        <p:grpSpPr>
          <a:xfrm>
            <a:off x="281340" y="1474182"/>
            <a:ext cx="428841" cy="522535"/>
            <a:chOff x="281340" y="1474182"/>
            <a:chExt cx="428841" cy="522535"/>
          </a:xfrm>
          <a:solidFill>
            <a:srgbClr val="B9B9B9"/>
          </a:solidFill>
        </p:grpSpPr>
        <p:grpSp>
          <p:nvGrpSpPr>
            <p:cNvPr id="91" name="Gráfico 39">
              <a:extLst>
                <a:ext uri="{FF2B5EF4-FFF2-40B4-BE49-F238E27FC236}">
                  <a16:creationId xmlns:a16="http://schemas.microsoft.com/office/drawing/2014/main" id="{5C176865-7488-A211-D2E9-27885BB661D4}"/>
                </a:ext>
              </a:extLst>
            </p:cNvPr>
            <p:cNvGrpSpPr/>
            <p:nvPr/>
          </p:nvGrpSpPr>
          <p:grpSpPr>
            <a:xfrm>
              <a:off x="281340" y="1474182"/>
              <a:ext cx="428841" cy="522535"/>
              <a:chOff x="281340" y="1474182"/>
              <a:chExt cx="428841" cy="522535"/>
            </a:xfrm>
            <a:solidFill>
              <a:srgbClr val="B9B9B9"/>
            </a:solidFill>
          </p:grpSpPr>
          <p:sp>
            <p:nvSpPr>
              <p:cNvPr id="92" name="Forma libre: forma 91">
                <a:extLst>
                  <a:ext uri="{FF2B5EF4-FFF2-40B4-BE49-F238E27FC236}">
                    <a16:creationId xmlns:a16="http://schemas.microsoft.com/office/drawing/2014/main" id="{A73E0B45-3E1D-BA26-615F-92F0CFA53023}"/>
                  </a:ext>
                </a:extLst>
              </p:cNvPr>
              <p:cNvSpPr/>
              <p:nvPr/>
            </p:nvSpPr>
            <p:spPr>
              <a:xfrm>
                <a:off x="281340" y="1474182"/>
                <a:ext cx="428841" cy="522535"/>
              </a:xfrm>
              <a:custGeom>
                <a:avLst/>
                <a:gdLst>
                  <a:gd name="csX0" fmla="*/ 375000 w 428841"/>
                  <a:gd name="csY0" fmla="*/ 516104 h 522535"/>
                  <a:gd name="csX1" fmla="*/ 367101 w 428841"/>
                  <a:gd name="csY1" fmla="*/ 496098 h 522535"/>
                  <a:gd name="csX2" fmla="*/ 357849 w 428841"/>
                  <a:gd name="csY2" fmla="*/ 467300 h 522535"/>
                  <a:gd name="csX3" fmla="*/ 337807 w 428841"/>
                  <a:gd name="csY3" fmla="*/ 445109 h 522535"/>
                  <a:gd name="csX4" fmla="*/ 320489 w 428841"/>
                  <a:gd name="csY4" fmla="*/ 429036 h 522535"/>
                  <a:gd name="csX5" fmla="*/ 269809 w 428841"/>
                  <a:gd name="csY5" fmla="*/ 379110 h 522535"/>
                  <a:gd name="csX6" fmla="*/ 248488 w 428841"/>
                  <a:gd name="csY6" fmla="*/ 370097 h 522535"/>
                  <a:gd name="csX7" fmla="*/ 256878 w 428841"/>
                  <a:gd name="csY7" fmla="*/ 370327 h 522535"/>
                  <a:gd name="csX8" fmla="*/ 265267 w 428841"/>
                  <a:gd name="csY8" fmla="*/ 372646 h 522535"/>
                  <a:gd name="csX9" fmla="*/ 258168 w 428841"/>
                  <a:gd name="csY9" fmla="*/ 366399 h 522535"/>
                  <a:gd name="csX10" fmla="*/ 251069 w 428841"/>
                  <a:gd name="csY10" fmla="*/ 355305 h 522535"/>
                  <a:gd name="csX11" fmla="*/ 237556 w 428841"/>
                  <a:gd name="csY11" fmla="*/ 353450 h 522535"/>
                  <a:gd name="csX12" fmla="*/ 235538 w 428841"/>
                  <a:gd name="csY12" fmla="*/ 349578 h 522535"/>
                  <a:gd name="csX13" fmla="*/ 231626 w 428841"/>
                  <a:gd name="csY13" fmla="*/ 338114 h 522535"/>
                  <a:gd name="csX14" fmla="*/ 227531 w 428841"/>
                  <a:gd name="csY14" fmla="*/ 327788 h 522535"/>
                  <a:gd name="csX15" fmla="*/ 225255 w 428841"/>
                  <a:gd name="csY15" fmla="*/ 330217 h 522535"/>
                  <a:gd name="csX16" fmla="*/ 222797 w 428841"/>
                  <a:gd name="csY16" fmla="*/ 331508 h 522535"/>
                  <a:gd name="csX17" fmla="*/ 220276 w 428841"/>
                  <a:gd name="csY17" fmla="*/ 330217 h 522535"/>
                  <a:gd name="csX18" fmla="*/ 216375 w 428841"/>
                  <a:gd name="csY18" fmla="*/ 326968 h 522535"/>
                  <a:gd name="csX19" fmla="*/ 212138 w 428841"/>
                  <a:gd name="csY19" fmla="*/ 320021 h 522535"/>
                  <a:gd name="csX20" fmla="*/ 209766 w 428841"/>
                  <a:gd name="csY20" fmla="*/ 317462 h 522535"/>
                  <a:gd name="csX21" fmla="*/ 212670 w 428841"/>
                  <a:gd name="csY21" fmla="*/ 314083 h 522535"/>
                  <a:gd name="csX22" fmla="*/ 216877 w 428841"/>
                  <a:gd name="csY22" fmla="*/ 311142 h 522535"/>
                  <a:gd name="csX23" fmla="*/ 215264 w 428841"/>
                  <a:gd name="csY23" fmla="*/ 309359 h 522535"/>
                  <a:gd name="csX24" fmla="*/ 217511 w 428841"/>
                  <a:gd name="csY24" fmla="*/ 291496 h 522535"/>
                  <a:gd name="csX25" fmla="*/ 222673 w 428841"/>
                  <a:gd name="csY25" fmla="*/ 271731 h 522535"/>
                  <a:gd name="csX26" fmla="*/ 225571 w 428841"/>
                  <a:gd name="csY26" fmla="*/ 266972 h 522535"/>
                  <a:gd name="csX27" fmla="*/ 225255 w 428841"/>
                  <a:gd name="csY27" fmla="*/ 263100 h 522535"/>
                  <a:gd name="csX28" fmla="*/ 224939 w 428841"/>
                  <a:gd name="csY28" fmla="*/ 259227 h 522535"/>
                  <a:gd name="csX29" fmla="*/ 227470 w 428841"/>
                  <a:gd name="csY29" fmla="*/ 246966 h 522535"/>
                  <a:gd name="csX30" fmla="*/ 227104 w 428841"/>
                  <a:gd name="csY30" fmla="*/ 234704 h 522535"/>
                  <a:gd name="csX31" fmla="*/ 225255 w 428841"/>
                  <a:gd name="csY31" fmla="*/ 245029 h 522535"/>
                  <a:gd name="csX32" fmla="*/ 222926 w 428841"/>
                  <a:gd name="csY32" fmla="*/ 241157 h 522535"/>
                  <a:gd name="csX33" fmla="*/ 213514 w 428841"/>
                  <a:gd name="csY33" fmla="*/ 204198 h 522535"/>
                  <a:gd name="csX34" fmla="*/ 207511 w 428841"/>
                  <a:gd name="csY34" fmla="*/ 195911 h 522535"/>
                  <a:gd name="csX35" fmla="*/ 199366 w 428841"/>
                  <a:gd name="csY35" fmla="*/ 188261 h 522535"/>
                  <a:gd name="csX36" fmla="*/ 189814 w 428841"/>
                  <a:gd name="csY36" fmla="*/ 185143 h 522535"/>
                  <a:gd name="csX37" fmla="*/ 177824 w 428841"/>
                  <a:gd name="csY37" fmla="*/ 176701 h 522535"/>
                  <a:gd name="csX38" fmla="*/ 173385 w 428841"/>
                  <a:gd name="csY38" fmla="*/ 171969 h 522535"/>
                  <a:gd name="csX39" fmla="*/ 172244 w 428841"/>
                  <a:gd name="csY39" fmla="*/ 166295 h 522535"/>
                  <a:gd name="csX40" fmla="*/ 157189 w 428841"/>
                  <a:gd name="csY40" fmla="*/ 154717 h 522535"/>
                  <a:gd name="csX41" fmla="*/ 154290 w 428841"/>
                  <a:gd name="csY41" fmla="*/ 143110 h 522535"/>
                  <a:gd name="csX42" fmla="*/ 153437 w 428841"/>
                  <a:gd name="csY42" fmla="*/ 130888 h 522535"/>
                  <a:gd name="csX43" fmla="*/ 150373 w 428841"/>
                  <a:gd name="csY43" fmla="*/ 128835 h 522535"/>
                  <a:gd name="csX44" fmla="*/ 148457 w 428841"/>
                  <a:gd name="csY44" fmla="*/ 125777 h 522535"/>
                  <a:gd name="csX45" fmla="*/ 150890 w 428841"/>
                  <a:gd name="csY45" fmla="*/ 109503 h 522535"/>
                  <a:gd name="csX46" fmla="*/ 144325 w 428841"/>
                  <a:gd name="csY46" fmla="*/ 119656 h 522535"/>
                  <a:gd name="csX47" fmla="*/ 132054 w 428841"/>
                  <a:gd name="csY47" fmla="*/ 127093 h 522535"/>
                  <a:gd name="csX48" fmla="*/ 125630 w 428841"/>
                  <a:gd name="csY48" fmla="*/ 120812 h 522535"/>
                  <a:gd name="csX49" fmla="*/ 123207 w 428841"/>
                  <a:gd name="csY49" fmla="*/ 117248 h 522535"/>
                  <a:gd name="csX50" fmla="*/ 119415 w 428841"/>
                  <a:gd name="csY50" fmla="*/ 121894 h 522535"/>
                  <a:gd name="csX51" fmla="*/ 116519 w 428841"/>
                  <a:gd name="csY51" fmla="*/ 129437 h 522535"/>
                  <a:gd name="csX52" fmla="*/ 107977 w 428841"/>
                  <a:gd name="csY52" fmla="*/ 127285 h 522535"/>
                  <a:gd name="csX53" fmla="*/ 105433 w 428841"/>
                  <a:gd name="csY53" fmla="*/ 123427 h 522535"/>
                  <a:gd name="csX54" fmla="*/ 96024 w 428841"/>
                  <a:gd name="csY54" fmla="*/ 113119 h 522535"/>
                  <a:gd name="csX55" fmla="*/ 84566 w 428841"/>
                  <a:gd name="csY55" fmla="*/ 104340 h 522535"/>
                  <a:gd name="csX56" fmla="*/ 73108 w 428841"/>
                  <a:gd name="csY56" fmla="*/ 95562 h 522535"/>
                  <a:gd name="csX57" fmla="*/ 56725 w 428841"/>
                  <a:gd name="csY57" fmla="*/ 85124 h 522535"/>
                  <a:gd name="csX58" fmla="*/ 41890 w 428841"/>
                  <a:gd name="csY58" fmla="*/ 66163 h 522535"/>
                  <a:gd name="csX59" fmla="*/ 28677 w 428841"/>
                  <a:gd name="csY59" fmla="*/ 46701 h 522535"/>
                  <a:gd name="csX60" fmla="*/ 19131 w 428841"/>
                  <a:gd name="csY60" fmla="*/ 37238 h 522535"/>
                  <a:gd name="csX61" fmla="*/ 12905 w 428841"/>
                  <a:gd name="csY61" fmla="*/ 29478 h 522535"/>
                  <a:gd name="csX62" fmla="*/ 565 w 428841"/>
                  <a:gd name="csY62" fmla="*/ 12763 h 522535"/>
                  <a:gd name="csX63" fmla="*/ 24931 w 428841"/>
                  <a:gd name="csY63" fmla="*/ 17586 h 522535"/>
                  <a:gd name="csX64" fmla="*/ 53740 w 428841"/>
                  <a:gd name="csY64" fmla="*/ 17944 h 522535"/>
                  <a:gd name="csX65" fmla="*/ 62623 w 428841"/>
                  <a:gd name="csY65" fmla="*/ 19236 h 522535"/>
                  <a:gd name="csX66" fmla="*/ 68432 w 428841"/>
                  <a:gd name="csY66" fmla="*/ 26677 h 522535"/>
                  <a:gd name="csX67" fmla="*/ 76711 w 428841"/>
                  <a:gd name="csY67" fmla="*/ 24137 h 522535"/>
                  <a:gd name="csX68" fmla="*/ 79251 w 428841"/>
                  <a:gd name="csY68" fmla="*/ 21734 h 522535"/>
                  <a:gd name="csX69" fmla="*/ 83275 w 428841"/>
                  <a:gd name="csY69" fmla="*/ 19103 h 522535"/>
                  <a:gd name="csX70" fmla="*/ 76792 w 428841"/>
                  <a:gd name="csY70" fmla="*/ 18100 h 522535"/>
                  <a:gd name="csX71" fmla="*/ 72078 w 428841"/>
                  <a:gd name="csY71" fmla="*/ 15119 h 522535"/>
                  <a:gd name="csX72" fmla="*/ 69501 w 428841"/>
                  <a:gd name="csY72" fmla="*/ 12179 h 522535"/>
                  <a:gd name="csX73" fmla="*/ 70989 w 428841"/>
                  <a:gd name="csY73" fmla="*/ 5916 h 522535"/>
                  <a:gd name="csX74" fmla="*/ 77646 w 428841"/>
                  <a:gd name="csY74" fmla="*/ 3402 h 522535"/>
                  <a:gd name="csX75" fmla="*/ 139275 w 428841"/>
                  <a:gd name="csY75" fmla="*/ 15638 h 522535"/>
                  <a:gd name="csX76" fmla="*/ 187630 w 428841"/>
                  <a:gd name="csY76" fmla="*/ 22047 h 522535"/>
                  <a:gd name="csX77" fmla="*/ 207209 w 428841"/>
                  <a:gd name="csY77" fmla="*/ 56596 h 522535"/>
                  <a:gd name="csX78" fmla="*/ 227114 w 428841"/>
                  <a:gd name="csY78" fmla="*/ 93147 h 522535"/>
                  <a:gd name="csX79" fmla="*/ 237157 w 428841"/>
                  <a:gd name="csY79" fmla="*/ 106748 h 522535"/>
                  <a:gd name="csX80" fmla="*/ 244314 w 428841"/>
                  <a:gd name="csY80" fmla="*/ 119404 h 522535"/>
                  <a:gd name="csX81" fmla="*/ 245646 w 428841"/>
                  <a:gd name="csY81" fmla="*/ 128703 h 522535"/>
                  <a:gd name="csX82" fmla="*/ 248545 w 428841"/>
                  <a:gd name="csY82" fmla="*/ 142569 h 522535"/>
                  <a:gd name="csX83" fmla="*/ 261330 w 428841"/>
                  <a:gd name="csY83" fmla="*/ 164801 h 522535"/>
                  <a:gd name="csX84" fmla="*/ 258888 w 428841"/>
                  <a:gd name="csY84" fmla="*/ 155359 h 522535"/>
                  <a:gd name="csX85" fmla="*/ 255800 w 428841"/>
                  <a:gd name="csY85" fmla="*/ 130155 h 522535"/>
                  <a:gd name="csX86" fmla="*/ 275961 w 428841"/>
                  <a:gd name="csY86" fmla="*/ 158456 h 522535"/>
                  <a:gd name="csX87" fmla="*/ 281077 w 428841"/>
                  <a:gd name="csY87" fmla="*/ 166295 h 522535"/>
                  <a:gd name="csX88" fmla="*/ 284516 w 428841"/>
                  <a:gd name="csY88" fmla="*/ 174685 h 522535"/>
                  <a:gd name="csX89" fmla="*/ 290330 w 428841"/>
                  <a:gd name="csY89" fmla="*/ 206853 h 522535"/>
                  <a:gd name="csX90" fmla="*/ 289732 w 428841"/>
                  <a:gd name="csY90" fmla="*/ 219395 h 522535"/>
                  <a:gd name="csX91" fmla="*/ 295284 w 428841"/>
                  <a:gd name="csY91" fmla="*/ 246624 h 522535"/>
                  <a:gd name="csX92" fmla="*/ 307839 w 428841"/>
                  <a:gd name="csY92" fmla="*/ 265674 h 522535"/>
                  <a:gd name="csX93" fmla="*/ 311998 w 428841"/>
                  <a:gd name="csY93" fmla="*/ 272749 h 522535"/>
                  <a:gd name="csX94" fmla="*/ 323310 w 428841"/>
                  <a:gd name="csY94" fmla="*/ 313772 h 522535"/>
                  <a:gd name="csX95" fmla="*/ 331080 w 428841"/>
                  <a:gd name="csY95" fmla="*/ 343142 h 522535"/>
                  <a:gd name="csX96" fmla="*/ 329774 w 428841"/>
                  <a:gd name="csY96" fmla="*/ 364390 h 522535"/>
                  <a:gd name="csX97" fmla="*/ 349986 w 428841"/>
                  <a:gd name="csY97" fmla="*/ 396248 h 522535"/>
                  <a:gd name="csX98" fmla="*/ 354973 w 428841"/>
                  <a:gd name="csY98" fmla="*/ 397754 h 522535"/>
                  <a:gd name="csX99" fmla="*/ 357026 w 428841"/>
                  <a:gd name="csY99" fmla="*/ 403789 h 522535"/>
                  <a:gd name="csX100" fmla="*/ 360843 w 428841"/>
                  <a:gd name="csY100" fmla="*/ 395399 h 522535"/>
                  <a:gd name="csX101" fmla="*/ 361835 w 428841"/>
                  <a:gd name="csY101" fmla="*/ 383279 h 522535"/>
                  <a:gd name="csX102" fmla="*/ 377379 w 428841"/>
                  <a:gd name="csY102" fmla="*/ 393272 h 522535"/>
                  <a:gd name="csX103" fmla="*/ 390468 w 428841"/>
                  <a:gd name="csY103" fmla="*/ 410555 h 522535"/>
                  <a:gd name="csX104" fmla="*/ 396921 w 428841"/>
                  <a:gd name="csY104" fmla="*/ 414114 h 522535"/>
                  <a:gd name="csX105" fmla="*/ 403375 w 428841"/>
                  <a:gd name="csY105" fmla="*/ 419847 h 522535"/>
                  <a:gd name="csX106" fmla="*/ 406602 w 428841"/>
                  <a:gd name="csY106" fmla="*/ 439662 h 522535"/>
                  <a:gd name="csX107" fmla="*/ 418087 w 428841"/>
                  <a:gd name="csY107" fmla="*/ 458630 h 522535"/>
                  <a:gd name="csX108" fmla="*/ 419011 w 428841"/>
                  <a:gd name="csY108" fmla="*/ 503820 h 522535"/>
                  <a:gd name="csX109" fmla="*/ 409820 w 428841"/>
                  <a:gd name="csY109" fmla="*/ 509628 h 522535"/>
                  <a:gd name="csX110" fmla="*/ 394580 w 428841"/>
                  <a:gd name="csY110" fmla="*/ 516082 h 522535"/>
                  <a:gd name="csX111" fmla="*/ 382031 w 428841"/>
                  <a:gd name="csY111" fmla="*/ 522535 h 522535"/>
                  <a:gd name="csX112" fmla="*/ 375000 w 428841"/>
                  <a:gd name="csY112" fmla="*/ 516104 h 5225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Lst>
                <a:rect l="l" t="t" r="r" b="b"/>
                <a:pathLst>
                  <a:path w="428841" h="522535">
                    <a:moveTo>
                      <a:pt x="375000" y="516104"/>
                    </a:moveTo>
                    <a:cubicBezTo>
                      <a:pt x="371085" y="511937"/>
                      <a:pt x="368304" y="504894"/>
                      <a:pt x="367101" y="496098"/>
                    </a:cubicBezTo>
                    <a:cubicBezTo>
                      <a:pt x="366079" y="488632"/>
                      <a:pt x="361916" y="475673"/>
                      <a:pt x="357849" y="467300"/>
                    </a:cubicBezTo>
                    <a:cubicBezTo>
                      <a:pt x="351802" y="454850"/>
                      <a:pt x="348152" y="450809"/>
                      <a:pt x="337807" y="445109"/>
                    </a:cubicBezTo>
                    <a:cubicBezTo>
                      <a:pt x="329743" y="440665"/>
                      <a:pt x="323467" y="434840"/>
                      <a:pt x="320489" y="429036"/>
                    </a:cubicBezTo>
                    <a:cubicBezTo>
                      <a:pt x="313727" y="415856"/>
                      <a:pt x="278311" y="380967"/>
                      <a:pt x="269809" y="379110"/>
                    </a:cubicBezTo>
                    <a:cubicBezTo>
                      <a:pt x="258622" y="376667"/>
                      <a:pt x="248488" y="372383"/>
                      <a:pt x="248488" y="370097"/>
                    </a:cubicBezTo>
                    <a:cubicBezTo>
                      <a:pt x="248488" y="368948"/>
                      <a:pt x="252263" y="369052"/>
                      <a:pt x="256878" y="370327"/>
                    </a:cubicBezTo>
                    <a:lnTo>
                      <a:pt x="265267" y="372646"/>
                    </a:lnTo>
                    <a:lnTo>
                      <a:pt x="258168" y="366399"/>
                    </a:lnTo>
                    <a:cubicBezTo>
                      <a:pt x="254264" y="362963"/>
                      <a:pt x="251069" y="357971"/>
                      <a:pt x="251069" y="355305"/>
                    </a:cubicBezTo>
                    <a:cubicBezTo>
                      <a:pt x="251069" y="350053"/>
                      <a:pt x="241061" y="348679"/>
                      <a:pt x="237556" y="353450"/>
                    </a:cubicBezTo>
                    <a:cubicBezTo>
                      <a:pt x="236513" y="354870"/>
                      <a:pt x="235605" y="353128"/>
                      <a:pt x="235538" y="349578"/>
                    </a:cubicBezTo>
                    <a:cubicBezTo>
                      <a:pt x="235471" y="346029"/>
                      <a:pt x="233711" y="340870"/>
                      <a:pt x="231626" y="338114"/>
                    </a:cubicBezTo>
                    <a:cubicBezTo>
                      <a:pt x="229542" y="335358"/>
                      <a:pt x="227699" y="330711"/>
                      <a:pt x="227531" y="327788"/>
                    </a:cubicBezTo>
                    <a:cubicBezTo>
                      <a:pt x="227316" y="324054"/>
                      <a:pt x="226639" y="324776"/>
                      <a:pt x="225255" y="330217"/>
                    </a:cubicBezTo>
                    <a:cubicBezTo>
                      <a:pt x="223398" y="337513"/>
                      <a:pt x="223256" y="337588"/>
                      <a:pt x="222797" y="331508"/>
                    </a:cubicBezTo>
                    <a:cubicBezTo>
                      <a:pt x="222352" y="325610"/>
                      <a:pt x="222136" y="325499"/>
                      <a:pt x="220276" y="330217"/>
                    </a:cubicBezTo>
                    <a:cubicBezTo>
                      <a:pt x="218499" y="334726"/>
                      <a:pt x="218005" y="334315"/>
                      <a:pt x="216375" y="326968"/>
                    </a:cubicBezTo>
                    <a:cubicBezTo>
                      <a:pt x="215349" y="322341"/>
                      <a:pt x="213442" y="319215"/>
                      <a:pt x="212138" y="320021"/>
                    </a:cubicBezTo>
                    <a:cubicBezTo>
                      <a:pt x="210833" y="320827"/>
                      <a:pt x="209766" y="319676"/>
                      <a:pt x="209766" y="317462"/>
                    </a:cubicBezTo>
                    <a:cubicBezTo>
                      <a:pt x="209766" y="315249"/>
                      <a:pt x="211073" y="313728"/>
                      <a:pt x="212670" y="314083"/>
                    </a:cubicBezTo>
                    <a:cubicBezTo>
                      <a:pt x="214268" y="314438"/>
                      <a:pt x="216161" y="313115"/>
                      <a:pt x="216877" y="311142"/>
                    </a:cubicBezTo>
                    <a:cubicBezTo>
                      <a:pt x="217675" y="308946"/>
                      <a:pt x="217050" y="308255"/>
                      <a:pt x="215264" y="309359"/>
                    </a:cubicBezTo>
                    <a:cubicBezTo>
                      <a:pt x="211189" y="311878"/>
                      <a:pt x="211586" y="308715"/>
                      <a:pt x="217511" y="291496"/>
                    </a:cubicBezTo>
                    <a:cubicBezTo>
                      <a:pt x="220350" y="283242"/>
                      <a:pt x="222673" y="274348"/>
                      <a:pt x="222673" y="271731"/>
                    </a:cubicBezTo>
                    <a:cubicBezTo>
                      <a:pt x="222673" y="269113"/>
                      <a:pt x="223977" y="266972"/>
                      <a:pt x="225571" y="266972"/>
                    </a:cubicBezTo>
                    <a:cubicBezTo>
                      <a:pt x="227573" y="266972"/>
                      <a:pt x="227475" y="265775"/>
                      <a:pt x="225255" y="263100"/>
                    </a:cubicBezTo>
                    <a:cubicBezTo>
                      <a:pt x="223035" y="260424"/>
                      <a:pt x="222937" y="259227"/>
                      <a:pt x="224939" y="259227"/>
                    </a:cubicBezTo>
                    <a:cubicBezTo>
                      <a:pt x="226726" y="259227"/>
                      <a:pt x="227696" y="254529"/>
                      <a:pt x="227470" y="246966"/>
                    </a:cubicBezTo>
                    <a:lnTo>
                      <a:pt x="227104" y="234704"/>
                    </a:lnTo>
                    <a:lnTo>
                      <a:pt x="225255" y="245029"/>
                    </a:lnTo>
                    <a:cubicBezTo>
                      <a:pt x="223422" y="255266"/>
                      <a:pt x="223402" y="255233"/>
                      <a:pt x="222926" y="241157"/>
                    </a:cubicBezTo>
                    <a:cubicBezTo>
                      <a:pt x="222330" y="223537"/>
                      <a:pt x="217100" y="203003"/>
                      <a:pt x="213514" y="204198"/>
                    </a:cubicBezTo>
                    <a:cubicBezTo>
                      <a:pt x="212038" y="204690"/>
                      <a:pt x="209337" y="200961"/>
                      <a:pt x="207511" y="195911"/>
                    </a:cubicBezTo>
                    <a:cubicBezTo>
                      <a:pt x="204912" y="188724"/>
                      <a:pt x="203143" y="187062"/>
                      <a:pt x="199366" y="188261"/>
                    </a:cubicBezTo>
                    <a:cubicBezTo>
                      <a:pt x="196479" y="189177"/>
                      <a:pt x="192643" y="187925"/>
                      <a:pt x="189814" y="185143"/>
                    </a:cubicBezTo>
                    <a:cubicBezTo>
                      <a:pt x="187213" y="182586"/>
                      <a:pt x="181818" y="178787"/>
                      <a:pt x="177824" y="176701"/>
                    </a:cubicBezTo>
                    <a:cubicBezTo>
                      <a:pt x="173830" y="174616"/>
                      <a:pt x="171833" y="172486"/>
                      <a:pt x="173385" y="171969"/>
                    </a:cubicBezTo>
                    <a:cubicBezTo>
                      <a:pt x="177632" y="170553"/>
                      <a:pt x="176775" y="166295"/>
                      <a:pt x="172244" y="166295"/>
                    </a:cubicBezTo>
                    <a:cubicBezTo>
                      <a:pt x="165904" y="166295"/>
                      <a:pt x="155744" y="158482"/>
                      <a:pt x="157189" y="154717"/>
                    </a:cubicBezTo>
                    <a:cubicBezTo>
                      <a:pt x="157916" y="152822"/>
                      <a:pt x="156611" y="147599"/>
                      <a:pt x="154290" y="143110"/>
                    </a:cubicBezTo>
                    <a:cubicBezTo>
                      <a:pt x="150789" y="136341"/>
                      <a:pt x="150644" y="134254"/>
                      <a:pt x="153437" y="130888"/>
                    </a:cubicBezTo>
                    <a:cubicBezTo>
                      <a:pt x="156396" y="127323"/>
                      <a:pt x="156023" y="127073"/>
                      <a:pt x="150373" y="128835"/>
                    </a:cubicBezTo>
                    <a:cubicBezTo>
                      <a:pt x="144136" y="130780"/>
                      <a:pt x="144078" y="130686"/>
                      <a:pt x="148457" y="125777"/>
                    </a:cubicBezTo>
                    <a:cubicBezTo>
                      <a:pt x="153040" y="120640"/>
                      <a:pt x="154705" y="109503"/>
                      <a:pt x="150890" y="109503"/>
                    </a:cubicBezTo>
                    <a:cubicBezTo>
                      <a:pt x="149743" y="109503"/>
                      <a:pt x="146789" y="114072"/>
                      <a:pt x="144325" y="119656"/>
                    </a:cubicBezTo>
                    <a:cubicBezTo>
                      <a:pt x="140017" y="129421"/>
                      <a:pt x="139548" y="129705"/>
                      <a:pt x="132054" y="127093"/>
                    </a:cubicBezTo>
                    <a:cubicBezTo>
                      <a:pt x="127075" y="125357"/>
                      <a:pt x="124756" y="123090"/>
                      <a:pt x="125630" y="120812"/>
                    </a:cubicBezTo>
                    <a:cubicBezTo>
                      <a:pt x="126411" y="118778"/>
                      <a:pt x="125370" y="117248"/>
                      <a:pt x="123207" y="117248"/>
                    </a:cubicBezTo>
                    <a:cubicBezTo>
                      <a:pt x="121121" y="117248"/>
                      <a:pt x="119415" y="119339"/>
                      <a:pt x="119415" y="121894"/>
                    </a:cubicBezTo>
                    <a:cubicBezTo>
                      <a:pt x="119415" y="124450"/>
                      <a:pt x="118112" y="127844"/>
                      <a:pt x="116519" y="129437"/>
                    </a:cubicBezTo>
                    <a:cubicBezTo>
                      <a:pt x="113230" y="132727"/>
                      <a:pt x="105775" y="130849"/>
                      <a:pt x="107977" y="127285"/>
                    </a:cubicBezTo>
                    <a:cubicBezTo>
                      <a:pt x="108769" y="126004"/>
                      <a:pt x="107624" y="124268"/>
                      <a:pt x="105433" y="123427"/>
                    </a:cubicBezTo>
                    <a:cubicBezTo>
                      <a:pt x="103242" y="122586"/>
                      <a:pt x="99008" y="117948"/>
                      <a:pt x="96024" y="113119"/>
                    </a:cubicBezTo>
                    <a:cubicBezTo>
                      <a:pt x="92358" y="107187"/>
                      <a:pt x="88642" y="104340"/>
                      <a:pt x="84566" y="104340"/>
                    </a:cubicBezTo>
                    <a:cubicBezTo>
                      <a:pt x="80490" y="104340"/>
                      <a:pt x="76774" y="101493"/>
                      <a:pt x="73108" y="95562"/>
                    </a:cubicBezTo>
                    <a:cubicBezTo>
                      <a:pt x="67387" y="86305"/>
                      <a:pt x="62222" y="83015"/>
                      <a:pt x="56725" y="85124"/>
                    </a:cubicBezTo>
                    <a:cubicBezTo>
                      <a:pt x="50606" y="87472"/>
                      <a:pt x="41978" y="76444"/>
                      <a:pt x="41890" y="66163"/>
                    </a:cubicBezTo>
                    <a:cubicBezTo>
                      <a:pt x="41792" y="54708"/>
                      <a:pt x="37917" y="49001"/>
                      <a:pt x="28677" y="46701"/>
                    </a:cubicBezTo>
                    <a:cubicBezTo>
                      <a:pt x="24172" y="45580"/>
                      <a:pt x="20912" y="42349"/>
                      <a:pt x="19131" y="37238"/>
                    </a:cubicBezTo>
                    <a:cubicBezTo>
                      <a:pt x="17643" y="32970"/>
                      <a:pt x="14841" y="29478"/>
                      <a:pt x="12905" y="29478"/>
                    </a:cubicBezTo>
                    <a:cubicBezTo>
                      <a:pt x="8305" y="29478"/>
                      <a:pt x="-2593" y="14715"/>
                      <a:pt x="565" y="12763"/>
                    </a:cubicBezTo>
                    <a:cubicBezTo>
                      <a:pt x="3818" y="10752"/>
                      <a:pt x="12858" y="12542"/>
                      <a:pt x="24931" y="17586"/>
                    </a:cubicBezTo>
                    <a:cubicBezTo>
                      <a:pt x="37286" y="22748"/>
                      <a:pt x="47225" y="22872"/>
                      <a:pt x="53740" y="17944"/>
                    </a:cubicBezTo>
                    <a:cubicBezTo>
                      <a:pt x="60581" y="12770"/>
                      <a:pt x="62623" y="13067"/>
                      <a:pt x="62623" y="19236"/>
                    </a:cubicBezTo>
                    <a:cubicBezTo>
                      <a:pt x="62623" y="22305"/>
                      <a:pt x="65034" y="25393"/>
                      <a:pt x="68432" y="26677"/>
                    </a:cubicBezTo>
                    <a:cubicBezTo>
                      <a:pt x="74871" y="29111"/>
                      <a:pt x="79002" y="27843"/>
                      <a:pt x="76711" y="24137"/>
                    </a:cubicBezTo>
                    <a:cubicBezTo>
                      <a:pt x="75894" y="22815"/>
                      <a:pt x="77037" y="21734"/>
                      <a:pt x="79251" y="21734"/>
                    </a:cubicBezTo>
                    <a:cubicBezTo>
                      <a:pt x="81464" y="21734"/>
                      <a:pt x="83275" y="20550"/>
                      <a:pt x="83275" y="19103"/>
                    </a:cubicBezTo>
                    <a:cubicBezTo>
                      <a:pt x="83275" y="17583"/>
                      <a:pt x="80538" y="17160"/>
                      <a:pt x="76792" y="18100"/>
                    </a:cubicBezTo>
                    <a:cubicBezTo>
                      <a:pt x="71329" y="19471"/>
                      <a:pt x="70588" y="19002"/>
                      <a:pt x="72078" y="15119"/>
                    </a:cubicBezTo>
                    <a:cubicBezTo>
                      <a:pt x="73452" y="11539"/>
                      <a:pt x="72877" y="10883"/>
                      <a:pt x="69501" y="12179"/>
                    </a:cubicBezTo>
                    <a:cubicBezTo>
                      <a:pt x="66052" y="13503"/>
                      <a:pt x="66358" y="12212"/>
                      <a:pt x="70989" y="5916"/>
                    </a:cubicBezTo>
                    <a:cubicBezTo>
                      <a:pt x="76351" y="-1376"/>
                      <a:pt x="76888" y="-1579"/>
                      <a:pt x="77646" y="3402"/>
                    </a:cubicBezTo>
                    <a:cubicBezTo>
                      <a:pt x="78672" y="10145"/>
                      <a:pt x="78784" y="10167"/>
                      <a:pt x="139275" y="15638"/>
                    </a:cubicBezTo>
                    <a:cubicBezTo>
                      <a:pt x="166526" y="18103"/>
                      <a:pt x="188286" y="20987"/>
                      <a:pt x="187630" y="22047"/>
                    </a:cubicBezTo>
                    <a:cubicBezTo>
                      <a:pt x="185081" y="26172"/>
                      <a:pt x="200296" y="53021"/>
                      <a:pt x="207209" y="56596"/>
                    </a:cubicBezTo>
                    <a:cubicBezTo>
                      <a:pt x="214767" y="60504"/>
                      <a:pt x="224810" y="78946"/>
                      <a:pt x="227114" y="93147"/>
                    </a:cubicBezTo>
                    <a:cubicBezTo>
                      <a:pt x="228108" y="99272"/>
                      <a:pt x="230904" y="103059"/>
                      <a:pt x="237157" y="106748"/>
                    </a:cubicBezTo>
                    <a:cubicBezTo>
                      <a:pt x="244668" y="111180"/>
                      <a:pt x="245621" y="112866"/>
                      <a:pt x="244314" y="119404"/>
                    </a:cubicBezTo>
                    <a:cubicBezTo>
                      <a:pt x="243448" y="123731"/>
                      <a:pt x="244017" y="127696"/>
                      <a:pt x="245646" y="128703"/>
                    </a:cubicBezTo>
                    <a:cubicBezTo>
                      <a:pt x="247209" y="129669"/>
                      <a:pt x="248514" y="135909"/>
                      <a:pt x="248545" y="142569"/>
                    </a:cubicBezTo>
                    <a:cubicBezTo>
                      <a:pt x="248610" y="156222"/>
                      <a:pt x="256380" y="169733"/>
                      <a:pt x="261330" y="164801"/>
                    </a:cubicBezTo>
                    <a:cubicBezTo>
                      <a:pt x="263334" y="162805"/>
                      <a:pt x="262643" y="160133"/>
                      <a:pt x="258888" y="155359"/>
                    </a:cubicBezTo>
                    <a:cubicBezTo>
                      <a:pt x="253728" y="148800"/>
                      <a:pt x="251444" y="130155"/>
                      <a:pt x="255800" y="130155"/>
                    </a:cubicBezTo>
                    <a:cubicBezTo>
                      <a:pt x="259829" y="130155"/>
                      <a:pt x="274389" y="150593"/>
                      <a:pt x="275961" y="158456"/>
                    </a:cubicBezTo>
                    <a:cubicBezTo>
                      <a:pt x="276824" y="162768"/>
                      <a:pt x="279126" y="166295"/>
                      <a:pt x="281077" y="166295"/>
                    </a:cubicBezTo>
                    <a:cubicBezTo>
                      <a:pt x="283382" y="166295"/>
                      <a:pt x="284587" y="169236"/>
                      <a:pt x="284516" y="174685"/>
                    </a:cubicBezTo>
                    <a:cubicBezTo>
                      <a:pt x="284361" y="186530"/>
                      <a:pt x="287367" y="203159"/>
                      <a:pt x="290330" y="206853"/>
                    </a:cubicBezTo>
                    <a:cubicBezTo>
                      <a:pt x="291973" y="208901"/>
                      <a:pt x="291767" y="213229"/>
                      <a:pt x="289732" y="219395"/>
                    </a:cubicBezTo>
                    <a:cubicBezTo>
                      <a:pt x="286869" y="228068"/>
                      <a:pt x="287307" y="230214"/>
                      <a:pt x="295284" y="246624"/>
                    </a:cubicBezTo>
                    <a:cubicBezTo>
                      <a:pt x="300047" y="256421"/>
                      <a:pt x="305697" y="264994"/>
                      <a:pt x="307839" y="265674"/>
                    </a:cubicBezTo>
                    <a:cubicBezTo>
                      <a:pt x="309981" y="266354"/>
                      <a:pt x="311853" y="269538"/>
                      <a:pt x="311998" y="272749"/>
                    </a:cubicBezTo>
                    <a:cubicBezTo>
                      <a:pt x="312747" y="289262"/>
                      <a:pt x="316417" y="302569"/>
                      <a:pt x="323310" y="313772"/>
                    </a:cubicBezTo>
                    <a:cubicBezTo>
                      <a:pt x="332864" y="329298"/>
                      <a:pt x="335210" y="338166"/>
                      <a:pt x="331080" y="343142"/>
                    </a:cubicBezTo>
                    <a:cubicBezTo>
                      <a:pt x="328823" y="345861"/>
                      <a:pt x="328447" y="351993"/>
                      <a:pt x="329774" y="364390"/>
                    </a:cubicBezTo>
                    <a:cubicBezTo>
                      <a:pt x="332100" y="386110"/>
                      <a:pt x="338349" y="395959"/>
                      <a:pt x="349986" y="396248"/>
                    </a:cubicBezTo>
                    <a:cubicBezTo>
                      <a:pt x="354503" y="396360"/>
                      <a:pt x="356748" y="397038"/>
                      <a:pt x="354973" y="397754"/>
                    </a:cubicBezTo>
                    <a:cubicBezTo>
                      <a:pt x="349867" y="399814"/>
                      <a:pt x="351219" y="403789"/>
                      <a:pt x="357026" y="403789"/>
                    </a:cubicBezTo>
                    <a:cubicBezTo>
                      <a:pt x="361562" y="403789"/>
                      <a:pt x="362100" y="402606"/>
                      <a:pt x="360843" y="395399"/>
                    </a:cubicBezTo>
                    <a:cubicBezTo>
                      <a:pt x="360039" y="390785"/>
                      <a:pt x="360485" y="385331"/>
                      <a:pt x="361835" y="383279"/>
                    </a:cubicBezTo>
                    <a:cubicBezTo>
                      <a:pt x="363800" y="380292"/>
                      <a:pt x="366898" y="382284"/>
                      <a:pt x="377379" y="393272"/>
                    </a:cubicBezTo>
                    <a:cubicBezTo>
                      <a:pt x="384578" y="400820"/>
                      <a:pt x="390468" y="408598"/>
                      <a:pt x="390468" y="410555"/>
                    </a:cubicBezTo>
                    <a:cubicBezTo>
                      <a:pt x="390468" y="412631"/>
                      <a:pt x="393158" y="414114"/>
                      <a:pt x="396921" y="414114"/>
                    </a:cubicBezTo>
                    <a:cubicBezTo>
                      <a:pt x="401868" y="414114"/>
                      <a:pt x="403375" y="415453"/>
                      <a:pt x="403375" y="419847"/>
                    </a:cubicBezTo>
                    <a:cubicBezTo>
                      <a:pt x="403375" y="423000"/>
                      <a:pt x="404827" y="431917"/>
                      <a:pt x="406602" y="439662"/>
                    </a:cubicBezTo>
                    <a:cubicBezTo>
                      <a:pt x="409222" y="451096"/>
                      <a:pt x="411381" y="454663"/>
                      <a:pt x="418087" y="458630"/>
                    </a:cubicBezTo>
                    <a:cubicBezTo>
                      <a:pt x="432031" y="466881"/>
                      <a:pt x="432496" y="489608"/>
                      <a:pt x="419011" y="503820"/>
                    </a:cubicBezTo>
                    <a:cubicBezTo>
                      <a:pt x="415980" y="507014"/>
                      <a:pt x="411844" y="509628"/>
                      <a:pt x="409820" y="509628"/>
                    </a:cubicBezTo>
                    <a:cubicBezTo>
                      <a:pt x="407796" y="509628"/>
                      <a:pt x="400938" y="512532"/>
                      <a:pt x="394580" y="516082"/>
                    </a:cubicBezTo>
                    <a:cubicBezTo>
                      <a:pt x="388222" y="519631"/>
                      <a:pt x="382575" y="522535"/>
                      <a:pt x="382031" y="522535"/>
                    </a:cubicBezTo>
                    <a:cubicBezTo>
                      <a:pt x="381487" y="522535"/>
                      <a:pt x="378323" y="519641"/>
                      <a:pt x="375000" y="516104"/>
                    </a:cubicBezTo>
                    <a:close/>
                  </a:path>
                </a:pathLst>
              </a:custGeom>
              <a:solidFill>
                <a:srgbClr val="B9B9B9"/>
              </a:solidFill>
              <a:ln w="5163" cap="flat">
                <a:noFill/>
                <a:prstDash val="solid"/>
                <a:miter/>
              </a:ln>
            </p:spPr>
            <p:txBody>
              <a:bodyPr/>
              <a:lstStyle/>
              <a:p>
                <a:endParaRPr lang="es-419" noProof="0" dirty="0"/>
              </a:p>
            </p:txBody>
          </p:sp>
          <p:sp>
            <p:nvSpPr>
              <p:cNvPr id="93" name="Forma libre: forma 92">
                <a:extLst>
                  <a:ext uri="{FF2B5EF4-FFF2-40B4-BE49-F238E27FC236}">
                    <a16:creationId xmlns:a16="http://schemas.microsoft.com/office/drawing/2014/main" id="{4DA7B826-A926-8AE0-5DB7-A8835452F6E8}"/>
                  </a:ext>
                </a:extLst>
              </p:cNvPr>
              <p:cNvSpPr/>
              <p:nvPr/>
            </p:nvSpPr>
            <p:spPr>
              <a:xfrm>
                <a:off x="675648" y="1860606"/>
                <a:ext cx="11408" cy="19945"/>
              </a:xfrm>
              <a:custGeom>
                <a:avLst/>
                <a:gdLst>
                  <a:gd name="csX0" fmla="*/ 2146 w 11408"/>
                  <a:gd name="csY0" fmla="*/ 10289 h 19945"/>
                  <a:gd name="csX1" fmla="*/ 6337 w 11408"/>
                  <a:gd name="csY1" fmla="*/ 7392 h 19945"/>
                  <a:gd name="csX2" fmla="*/ 8408 w 11408"/>
                  <a:gd name="csY2" fmla="*/ 19945 h 19945"/>
                  <a:gd name="csX3" fmla="*/ 2146 w 11408"/>
                  <a:gd name="csY3" fmla="*/ 10289 h 19945"/>
                </a:gdLst>
                <a:ahLst/>
                <a:cxnLst>
                  <a:cxn ang="0">
                    <a:pos x="csX0" y="csY0"/>
                  </a:cxn>
                  <a:cxn ang="0">
                    <a:pos x="csX1" y="csY1"/>
                  </a:cxn>
                  <a:cxn ang="0">
                    <a:pos x="csX2" y="csY2"/>
                  </a:cxn>
                  <a:cxn ang="0">
                    <a:pos x="csX3" y="csY3"/>
                  </a:cxn>
                </a:cxnLst>
                <a:rect l="l" t="t" r="r" b="b"/>
                <a:pathLst>
                  <a:path w="11408" h="19945">
                    <a:moveTo>
                      <a:pt x="2146" y="10289"/>
                    </a:moveTo>
                    <a:cubicBezTo>
                      <a:pt x="-1802" y="-2324"/>
                      <a:pt x="-243" y="-3401"/>
                      <a:pt x="6337" y="7392"/>
                    </a:cubicBezTo>
                    <a:cubicBezTo>
                      <a:pt x="12476" y="17462"/>
                      <a:pt x="12886" y="19945"/>
                      <a:pt x="8408" y="19945"/>
                    </a:cubicBezTo>
                    <a:cubicBezTo>
                      <a:pt x="6626" y="19945"/>
                      <a:pt x="3808" y="15600"/>
                      <a:pt x="2146" y="10289"/>
                    </a:cubicBezTo>
                    <a:close/>
                  </a:path>
                </a:pathLst>
              </a:custGeom>
              <a:solidFill>
                <a:srgbClr val="B9B9B9"/>
              </a:solidFill>
              <a:ln w="5163" cap="flat">
                <a:noFill/>
                <a:prstDash val="solid"/>
                <a:miter/>
              </a:ln>
            </p:spPr>
            <p:txBody>
              <a:bodyPr/>
              <a:lstStyle/>
              <a:p>
                <a:endParaRPr lang="es-419" noProof="0" dirty="0"/>
              </a:p>
            </p:txBody>
          </p:sp>
          <p:sp>
            <p:nvSpPr>
              <p:cNvPr id="94" name="Forma libre: forma 93">
                <a:extLst>
                  <a:ext uri="{FF2B5EF4-FFF2-40B4-BE49-F238E27FC236}">
                    <a16:creationId xmlns:a16="http://schemas.microsoft.com/office/drawing/2014/main" id="{3E68221E-D821-D5F8-D679-269A82E5726E}"/>
                  </a:ext>
                </a:extLst>
              </p:cNvPr>
              <p:cNvSpPr/>
              <p:nvPr/>
            </p:nvSpPr>
            <p:spPr>
              <a:xfrm>
                <a:off x="517039" y="1839249"/>
                <a:ext cx="11082" cy="12784"/>
              </a:xfrm>
              <a:custGeom>
                <a:avLst/>
                <a:gdLst>
                  <a:gd name="csX0" fmla="*/ 4154 w 11082"/>
                  <a:gd name="csY0" fmla="*/ 8186 h 12784"/>
                  <a:gd name="csX1" fmla="*/ 2167 w 11082"/>
                  <a:gd name="csY1" fmla="*/ 0 h 12784"/>
                  <a:gd name="csX2" fmla="*/ 8680 w 11082"/>
                  <a:gd name="csY2" fmla="*/ 6454 h 12784"/>
                  <a:gd name="csX3" fmla="*/ 4154 w 11082"/>
                  <a:gd name="csY3" fmla="*/ 8186 h 12784"/>
                </a:gdLst>
                <a:ahLst/>
                <a:cxnLst>
                  <a:cxn ang="0">
                    <a:pos x="csX0" y="csY0"/>
                  </a:cxn>
                  <a:cxn ang="0">
                    <a:pos x="csX1" y="csY1"/>
                  </a:cxn>
                  <a:cxn ang="0">
                    <a:pos x="csX2" y="csY2"/>
                  </a:cxn>
                  <a:cxn ang="0">
                    <a:pos x="csX3" y="csY3"/>
                  </a:cxn>
                </a:cxnLst>
                <a:rect l="l" t="t" r="r" b="b"/>
                <a:pathLst>
                  <a:path w="11082" h="12784">
                    <a:moveTo>
                      <a:pt x="4154" y="8186"/>
                    </a:moveTo>
                    <a:cubicBezTo>
                      <a:pt x="-584" y="2950"/>
                      <a:pt x="-1300" y="0"/>
                      <a:pt x="2167" y="0"/>
                    </a:cubicBezTo>
                    <a:cubicBezTo>
                      <a:pt x="3423" y="0"/>
                      <a:pt x="6354" y="2904"/>
                      <a:pt x="8680" y="6454"/>
                    </a:cubicBezTo>
                    <a:cubicBezTo>
                      <a:pt x="13580" y="13931"/>
                      <a:pt x="10441" y="15133"/>
                      <a:pt x="4154" y="8186"/>
                    </a:cubicBezTo>
                    <a:close/>
                  </a:path>
                </a:pathLst>
              </a:custGeom>
              <a:solidFill>
                <a:srgbClr val="B9B9B9"/>
              </a:solidFill>
              <a:ln w="5163" cap="flat">
                <a:noFill/>
                <a:prstDash val="solid"/>
                <a:miter/>
              </a:ln>
            </p:spPr>
            <p:txBody>
              <a:bodyPr/>
              <a:lstStyle/>
              <a:p>
                <a:endParaRPr lang="es-419" noProof="0" dirty="0"/>
              </a:p>
            </p:txBody>
          </p:sp>
          <p:sp>
            <p:nvSpPr>
              <p:cNvPr id="95" name="Forma libre: forma 94">
                <a:extLst>
                  <a:ext uri="{FF2B5EF4-FFF2-40B4-BE49-F238E27FC236}">
                    <a16:creationId xmlns:a16="http://schemas.microsoft.com/office/drawing/2014/main" id="{99E7B301-79C6-D23C-4B20-0AA1B9C72B7D}"/>
                  </a:ext>
                </a:extLst>
              </p:cNvPr>
              <p:cNvSpPr/>
              <p:nvPr/>
            </p:nvSpPr>
            <p:spPr>
              <a:xfrm>
                <a:off x="633440" y="1833111"/>
                <a:ext cx="12552" cy="18971"/>
              </a:xfrm>
              <a:custGeom>
                <a:avLst/>
                <a:gdLst>
                  <a:gd name="csX0" fmla="*/ 3996 w 12552"/>
                  <a:gd name="csY0" fmla="*/ 9922 h 18971"/>
                  <a:gd name="csX1" fmla="*/ 6099 w 12552"/>
                  <a:gd name="csY1" fmla="*/ 5082 h 18971"/>
                  <a:gd name="csX2" fmla="*/ 12553 w 12552"/>
                  <a:gd name="csY2" fmla="*/ 15290 h 18971"/>
                  <a:gd name="csX3" fmla="*/ 3996 w 12552"/>
                  <a:gd name="csY3" fmla="*/ 9922 h 18971"/>
                </a:gdLst>
                <a:ahLst/>
                <a:cxnLst>
                  <a:cxn ang="0">
                    <a:pos x="csX0" y="csY0"/>
                  </a:cxn>
                  <a:cxn ang="0">
                    <a:pos x="csX1" y="csY1"/>
                  </a:cxn>
                  <a:cxn ang="0">
                    <a:pos x="csX2" y="csY2"/>
                  </a:cxn>
                  <a:cxn ang="0">
                    <a:pos x="csX3" y="csY3"/>
                  </a:cxn>
                </a:cxnLst>
                <a:rect l="l" t="t" r="r" b="b"/>
                <a:pathLst>
                  <a:path w="12552" h="18971">
                    <a:moveTo>
                      <a:pt x="3996" y="9922"/>
                    </a:moveTo>
                    <a:cubicBezTo>
                      <a:pt x="-1733" y="-2091"/>
                      <a:pt x="-1533" y="-2550"/>
                      <a:pt x="6099" y="5082"/>
                    </a:cubicBezTo>
                    <a:cubicBezTo>
                      <a:pt x="9649" y="8631"/>
                      <a:pt x="12553" y="13225"/>
                      <a:pt x="12553" y="15290"/>
                    </a:cubicBezTo>
                    <a:cubicBezTo>
                      <a:pt x="12553" y="21885"/>
                      <a:pt x="8483" y="19332"/>
                      <a:pt x="3996" y="9922"/>
                    </a:cubicBezTo>
                    <a:close/>
                  </a:path>
                </a:pathLst>
              </a:custGeom>
              <a:solidFill>
                <a:srgbClr val="B9B9B9"/>
              </a:solidFill>
              <a:ln w="5163" cap="flat">
                <a:noFill/>
                <a:prstDash val="solid"/>
                <a:miter/>
              </a:ln>
            </p:spPr>
            <p:txBody>
              <a:bodyPr/>
              <a:lstStyle/>
              <a:p>
                <a:endParaRPr lang="es-419" noProof="0" dirty="0"/>
              </a:p>
            </p:txBody>
          </p:sp>
          <p:sp>
            <p:nvSpPr>
              <p:cNvPr id="96" name="Forma libre: forma 95">
                <a:extLst>
                  <a:ext uri="{FF2B5EF4-FFF2-40B4-BE49-F238E27FC236}">
                    <a16:creationId xmlns:a16="http://schemas.microsoft.com/office/drawing/2014/main" id="{4933FEE6-224E-A9A5-BA0A-92C391060D13}"/>
                  </a:ext>
                </a:extLst>
              </p:cNvPr>
              <p:cNvSpPr/>
              <p:nvPr/>
            </p:nvSpPr>
            <p:spPr>
              <a:xfrm>
                <a:off x="499513" y="1824179"/>
                <a:ext cx="16487" cy="10786"/>
              </a:xfrm>
              <a:custGeom>
                <a:avLst/>
                <a:gdLst>
                  <a:gd name="csX0" fmla="*/ 5790 w 16487"/>
                  <a:gd name="csY0" fmla="*/ 5576 h 10786"/>
                  <a:gd name="csX1" fmla="*/ 4501 w 16487"/>
                  <a:gd name="csY1" fmla="*/ 936 h 10786"/>
                  <a:gd name="csX2" fmla="*/ 15719 w 16487"/>
                  <a:gd name="csY2" fmla="*/ 10646 h 10786"/>
                  <a:gd name="csX3" fmla="*/ 5790 w 16487"/>
                  <a:gd name="csY3" fmla="*/ 5576 h 10786"/>
                </a:gdLst>
                <a:ahLst/>
                <a:cxnLst>
                  <a:cxn ang="0">
                    <a:pos x="csX0" y="csY0"/>
                  </a:cxn>
                  <a:cxn ang="0">
                    <a:pos x="csX1" y="csY1"/>
                  </a:cxn>
                  <a:cxn ang="0">
                    <a:pos x="csX2" y="csY2"/>
                  </a:cxn>
                  <a:cxn ang="0">
                    <a:pos x="csX3" y="csY3"/>
                  </a:cxn>
                </a:cxnLst>
                <a:rect l="l" t="t" r="r" b="b"/>
                <a:pathLst>
                  <a:path w="16487" h="10786">
                    <a:moveTo>
                      <a:pt x="5790" y="5576"/>
                    </a:moveTo>
                    <a:cubicBezTo>
                      <a:pt x="-1676" y="-615"/>
                      <a:pt x="-1722" y="-781"/>
                      <a:pt x="4501" y="936"/>
                    </a:cubicBezTo>
                    <a:cubicBezTo>
                      <a:pt x="12209" y="3063"/>
                      <a:pt x="18782" y="8753"/>
                      <a:pt x="15719" y="10646"/>
                    </a:cubicBezTo>
                    <a:cubicBezTo>
                      <a:pt x="14517" y="11389"/>
                      <a:pt x="10049" y="9107"/>
                      <a:pt x="5790" y="5576"/>
                    </a:cubicBezTo>
                    <a:close/>
                  </a:path>
                </a:pathLst>
              </a:custGeom>
              <a:solidFill>
                <a:srgbClr val="B9B9B9"/>
              </a:solidFill>
              <a:ln w="5163" cap="flat">
                <a:noFill/>
                <a:prstDash val="solid"/>
                <a:miter/>
              </a:ln>
            </p:spPr>
            <p:txBody>
              <a:bodyPr/>
              <a:lstStyle/>
              <a:p>
                <a:endParaRPr lang="es-419" noProof="0" dirty="0"/>
              </a:p>
            </p:txBody>
          </p:sp>
          <p:sp>
            <p:nvSpPr>
              <p:cNvPr id="97" name="Forma libre: forma 96">
                <a:extLst>
                  <a:ext uri="{FF2B5EF4-FFF2-40B4-BE49-F238E27FC236}">
                    <a16:creationId xmlns:a16="http://schemas.microsoft.com/office/drawing/2014/main" id="{51074295-FB46-3188-63F0-FD5103FA746E}"/>
                  </a:ext>
                </a:extLst>
              </p:cNvPr>
              <p:cNvSpPr/>
              <p:nvPr/>
            </p:nvSpPr>
            <p:spPr>
              <a:xfrm>
                <a:off x="478303" y="1760241"/>
                <a:ext cx="17819" cy="62484"/>
              </a:xfrm>
              <a:custGeom>
                <a:avLst/>
                <a:gdLst>
                  <a:gd name="csX0" fmla="*/ 12817 w 17819"/>
                  <a:gd name="csY0" fmla="*/ 59663 h 62484"/>
                  <a:gd name="csX1" fmla="*/ 8906 w 17819"/>
                  <a:gd name="csY1" fmla="*/ 49920 h 62484"/>
                  <a:gd name="csX2" fmla="*/ 3768 w 17819"/>
                  <a:gd name="csY2" fmla="*/ 41934 h 62484"/>
                  <a:gd name="csX3" fmla="*/ 2261 w 17819"/>
                  <a:gd name="csY3" fmla="*/ 33152 h 62484"/>
                  <a:gd name="csX4" fmla="*/ 8278 w 17819"/>
                  <a:gd name="csY4" fmla="*/ 19635 h 62484"/>
                  <a:gd name="csX5" fmla="*/ 14954 w 17819"/>
                  <a:gd name="csY5" fmla="*/ 4146 h 62484"/>
                  <a:gd name="csX6" fmla="*/ 16371 w 17819"/>
                  <a:gd name="csY6" fmla="*/ 6727 h 62484"/>
                  <a:gd name="csX7" fmla="*/ 10951 w 17819"/>
                  <a:gd name="csY7" fmla="*/ 23219 h 62484"/>
                  <a:gd name="csX8" fmla="*/ 9971 w 17819"/>
                  <a:gd name="csY8" fmla="*/ 36893 h 62484"/>
                  <a:gd name="csX9" fmla="*/ 12803 w 17819"/>
                  <a:gd name="csY9" fmla="*/ 48926 h 62484"/>
                  <a:gd name="csX10" fmla="*/ 15858 w 17819"/>
                  <a:gd name="csY10" fmla="*/ 57797 h 62484"/>
                  <a:gd name="csX11" fmla="*/ 17517 w 17819"/>
                  <a:gd name="csY11" fmla="*/ 62248 h 62484"/>
                  <a:gd name="csX12" fmla="*/ 12817 w 17819"/>
                  <a:gd name="csY12" fmla="*/ 59663 h 624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7819" h="62484">
                    <a:moveTo>
                      <a:pt x="12817" y="59663"/>
                    </a:moveTo>
                    <a:cubicBezTo>
                      <a:pt x="10999" y="57473"/>
                      <a:pt x="9240" y="53089"/>
                      <a:pt x="8906" y="49920"/>
                    </a:cubicBezTo>
                    <a:cubicBezTo>
                      <a:pt x="7921" y="40559"/>
                      <a:pt x="7808" y="40384"/>
                      <a:pt x="3768" y="41934"/>
                    </a:cubicBezTo>
                    <a:cubicBezTo>
                      <a:pt x="-606" y="43612"/>
                      <a:pt x="-1257" y="39820"/>
                      <a:pt x="2261" y="33152"/>
                    </a:cubicBezTo>
                    <a:cubicBezTo>
                      <a:pt x="3561" y="30687"/>
                      <a:pt x="6269" y="24604"/>
                      <a:pt x="8278" y="19635"/>
                    </a:cubicBezTo>
                    <a:cubicBezTo>
                      <a:pt x="10287" y="14665"/>
                      <a:pt x="13291" y="7695"/>
                      <a:pt x="14954" y="4146"/>
                    </a:cubicBezTo>
                    <a:cubicBezTo>
                      <a:pt x="17758" y="-1839"/>
                      <a:pt x="17861" y="-1651"/>
                      <a:pt x="16371" y="6727"/>
                    </a:cubicBezTo>
                    <a:cubicBezTo>
                      <a:pt x="15486" y="11697"/>
                      <a:pt x="13047" y="19118"/>
                      <a:pt x="10951" y="23219"/>
                    </a:cubicBezTo>
                    <a:cubicBezTo>
                      <a:pt x="8012" y="28966"/>
                      <a:pt x="7787" y="32101"/>
                      <a:pt x="9971" y="36893"/>
                    </a:cubicBezTo>
                    <a:cubicBezTo>
                      <a:pt x="11529" y="40313"/>
                      <a:pt x="12803" y="45728"/>
                      <a:pt x="12803" y="48926"/>
                    </a:cubicBezTo>
                    <a:cubicBezTo>
                      <a:pt x="12803" y="52125"/>
                      <a:pt x="14178" y="56117"/>
                      <a:pt x="15858" y="57797"/>
                    </a:cubicBezTo>
                    <a:cubicBezTo>
                      <a:pt x="17538" y="59477"/>
                      <a:pt x="18285" y="61480"/>
                      <a:pt x="17517" y="62248"/>
                    </a:cubicBezTo>
                    <a:cubicBezTo>
                      <a:pt x="16749" y="63016"/>
                      <a:pt x="14634" y="61852"/>
                      <a:pt x="12817" y="59663"/>
                    </a:cubicBezTo>
                    <a:close/>
                  </a:path>
                </a:pathLst>
              </a:custGeom>
              <a:solidFill>
                <a:srgbClr val="B9B9B9"/>
              </a:solidFill>
              <a:ln w="5163" cap="flat">
                <a:noFill/>
                <a:prstDash val="solid"/>
                <a:miter/>
              </a:ln>
            </p:spPr>
            <p:txBody>
              <a:bodyPr/>
              <a:lstStyle/>
              <a:p>
                <a:endParaRPr lang="es-419" noProof="0" dirty="0"/>
              </a:p>
            </p:txBody>
          </p:sp>
          <p:sp>
            <p:nvSpPr>
              <p:cNvPr id="98" name="Forma libre: forma 97">
                <a:extLst>
                  <a:ext uri="{FF2B5EF4-FFF2-40B4-BE49-F238E27FC236}">
                    <a16:creationId xmlns:a16="http://schemas.microsoft.com/office/drawing/2014/main" id="{1B85CEBB-3C53-7E4F-4D45-757832F1BB99}"/>
                  </a:ext>
                </a:extLst>
              </p:cNvPr>
              <p:cNvSpPr/>
              <p:nvPr/>
            </p:nvSpPr>
            <p:spPr>
              <a:xfrm>
                <a:off x="610272" y="1785879"/>
                <a:ext cx="19431" cy="24201"/>
              </a:xfrm>
              <a:custGeom>
                <a:avLst/>
                <a:gdLst>
                  <a:gd name="csX0" fmla="*/ 12977 w 19431"/>
                  <a:gd name="csY0" fmla="*/ 20895 h 24201"/>
                  <a:gd name="csX1" fmla="*/ 7325 w 19431"/>
                  <a:gd name="csY1" fmla="*/ 14059 h 24201"/>
                  <a:gd name="csX2" fmla="*/ 3038 w 19431"/>
                  <a:gd name="csY2" fmla="*/ 6445 h 24201"/>
                  <a:gd name="csX3" fmla="*/ 7745 w 19431"/>
                  <a:gd name="csY3" fmla="*/ 1409 h 24201"/>
                  <a:gd name="csX4" fmla="*/ 17054 w 19431"/>
                  <a:gd name="csY4" fmla="*/ 13612 h 24201"/>
                  <a:gd name="csX5" fmla="*/ 19347 w 19431"/>
                  <a:gd name="csY5" fmla="*/ 24137 h 24201"/>
                  <a:gd name="csX6" fmla="*/ 12977 w 19431"/>
                  <a:gd name="csY6" fmla="*/ 20895 h 24201"/>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9431" h="24201">
                    <a:moveTo>
                      <a:pt x="12977" y="20895"/>
                    </a:moveTo>
                    <a:cubicBezTo>
                      <a:pt x="9869" y="18718"/>
                      <a:pt x="7325" y="15642"/>
                      <a:pt x="7325" y="14059"/>
                    </a:cubicBezTo>
                    <a:cubicBezTo>
                      <a:pt x="7325" y="12477"/>
                      <a:pt x="5396" y="9050"/>
                      <a:pt x="3038" y="6445"/>
                    </a:cubicBezTo>
                    <a:cubicBezTo>
                      <a:pt x="-2384" y="453"/>
                      <a:pt x="-388" y="-1683"/>
                      <a:pt x="7745" y="1409"/>
                    </a:cubicBezTo>
                    <a:cubicBezTo>
                      <a:pt x="11871" y="2978"/>
                      <a:pt x="15083" y="7189"/>
                      <a:pt x="17054" y="13612"/>
                    </a:cubicBezTo>
                    <a:cubicBezTo>
                      <a:pt x="18710" y="19007"/>
                      <a:pt x="19742" y="23743"/>
                      <a:pt x="19347" y="24137"/>
                    </a:cubicBezTo>
                    <a:cubicBezTo>
                      <a:pt x="18953" y="24532"/>
                      <a:pt x="16086" y="23073"/>
                      <a:pt x="12977" y="20895"/>
                    </a:cubicBezTo>
                    <a:close/>
                  </a:path>
                </a:pathLst>
              </a:custGeom>
              <a:solidFill>
                <a:srgbClr val="B9B9B9"/>
              </a:solidFill>
              <a:ln w="5163" cap="flat">
                <a:noFill/>
                <a:prstDash val="solid"/>
                <a:miter/>
              </a:ln>
            </p:spPr>
            <p:txBody>
              <a:bodyPr/>
              <a:lstStyle/>
              <a:p>
                <a:endParaRPr lang="es-419" noProof="0" dirty="0"/>
              </a:p>
            </p:txBody>
          </p:sp>
          <p:sp>
            <p:nvSpPr>
              <p:cNvPr id="99" name="Forma libre: forma 98">
                <a:extLst>
                  <a:ext uri="{FF2B5EF4-FFF2-40B4-BE49-F238E27FC236}">
                    <a16:creationId xmlns:a16="http://schemas.microsoft.com/office/drawing/2014/main" id="{F8EBE054-6EA5-51FB-FC23-2E2E1A82E322}"/>
                  </a:ext>
                </a:extLst>
              </p:cNvPr>
              <p:cNvSpPr/>
              <p:nvPr/>
            </p:nvSpPr>
            <p:spPr>
              <a:xfrm>
                <a:off x="615016" y="1765374"/>
                <a:ext cx="5162" cy="6756"/>
              </a:xfrm>
              <a:custGeom>
                <a:avLst/>
                <a:gdLst>
                  <a:gd name="csX0" fmla="*/ 0 w 5162"/>
                  <a:gd name="csY0" fmla="*/ 4328 h 6756"/>
                  <a:gd name="csX1" fmla="*/ 2581 w 5162"/>
                  <a:gd name="csY1" fmla="*/ 303 h 6756"/>
                  <a:gd name="csX2" fmla="*/ 5163 w 5162"/>
                  <a:gd name="csY2" fmla="*/ 2732 h 6756"/>
                  <a:gd name="csX3" fmla="*/ 2581 w 5162"/>
                  <a:gd name="csY3" fmla="*/ 6757 h 6756"/>
                  <a:gd name="csX4" fmla="*/ 0 w 5162"/>
                  <a:gd name="csY4" fmla="*/ 4328 h 6756"/>
                </a:gdLst>
                <a:ahLst/>
                <a:cxnLst>
                  <a:cxn ang="0">
                    <a:pos x="csX0" y="csY0"/>
                  </a:cxn>
                  <a:cxn ang="0">
                    <a:pos x="csX1" y="csY1"/>
                  </a:cxn>
                  <a:cxn ang="0">
                    <a:pos x="csX2" y="csY2"/>
                  </a:cxn>
                  <a:cxn ang="0">
                    <a:pos x="csX3" y="csY3"/>
                  </a:cxn>
                  <a:cxn ang="0">
                    <a:pos x="csX4" y="csY4"/>
                  </a:cxn>
                </a:cxnLst>
                <a:rect l="l" t="t" r="r" b="b"/>
                <a:pathLst>
                  <a:path w="5162" h="6756">
                    <a:moveTo>
                      <a:pt x="0" y="4328"/>
                    </a:moveTo>
                    <a:cubicBezTo>
                      <a:pt x="0" y="2992"/>
                      <a:pt x="1162" y="1181"/>
                      <a:pt x="2581" y="303"/>
                    </a:cubicBezTo>
                    <a:cubicBezTo>
                      <a:pt x="4001" y="-574"/>
                      <a:pt x="5163" y="519"/>
                      <a:pt x="5163" y="2732"/>
                    </a:cubicBezTo>
                    <a:cubicBezTo>
                      <a:pt x="5163" y="4946"/>
                      <a:pt x="4001" y="6757"/>
                      <a:pt x="2581" y="6757"/>
                    </a:cubicBezTo>
                    <a:cubicBezTo>
                      <a:pt x="1162" y="6757"/>
                      <a:pt x="0" y="5664"/>
                      <a:pt x="0" y="4328"/>
                    </a:cubicBezTo>
                    <a:close/>
                  </a:path>
                </a:pathLst>
              </a:custGeom>
              <a:solidFill>
                <a:srgbClr val="B9B9B9"/>
              </a:solidFill>
              <a:ln w="5163" cap="flat">
                <a:noFill/>
                <a:prstDash val="solid"/>
                <a:miter/>
              </a:ln>
            </p:spPr>
            <p:txBody>
              <a:bodyPr/>
              <a:lstStyle/>
              <a:p>
                <a:endParaRPr lang="es-419" noProof="0" dirty="0"/>
              </a:p>
            </p:txBody>
          </p:sp>
          <p:sp>
            <p:nvSpPr>
              <p:cNvPr id="100" name="Forma libre: forma 99">
                <a:extLst>
                  <a:ext uri="{FF2B5EF4-FFF2-40B4-BE49-F238E27FC236}">
                    <a16:creationId xmlns:a16="http://schemas.microsoft.com/office/drawing/2014/main" id="{BDDAC674-F3DD-9D88-21F1-7B71514DD2C1}"/>
                  </a:ext>
                </a:extLst>
              </p:cNvPr>
              <p:cNvSpPr/>
              <p:nvPr/>
            </p:nvSpPr>
            <p:spPr>
              <a:xfrm>
                <a:off x="496444" y="1737058"/>
                <a:ext cx="4812" cy="15975"/>
              </a:xfrm>
              <a:custGeom>
                <a:avLst/>
                <a:gdLst>
                  <a:gd name="csX0" fmla="*/ 6 w 4812"/>
                  <a:gd name="csY0" fmla="*/ 12637 h 15975"/>
                  <a:gd name="csX1" fmla="*/ 2406 w 4812"/>
                  <a:gd name="csY1" fmla="*/ 2804 h 15975"/>
                  <a:gd name="csX2" fmla="*/ 4806 w 4812"/>
                  <a:gd name="csY2" fmla="*/ 5879 h 15975"/>
                  <a:gd name="csX3" fmla="*/ 2406 w 4812"/>
                  <a:gd name="csY3" fmla="*/ 15712 h 15975"/>
                  <a:gd name="csX4" fmla="*/ 6 w 4812"/>
                  <a:gd name="csY4" fmla="*/ 12637 h 15975"/>
                </a:gdLst>
                <a:ahLst/>
                <a:cxnLst>
                  <a:cxn ang="0">
                    <a:pos x="csX0" y="csY0"/>
                  </a:cxn>
                  <a:cxn ang="0">
                    <a:pos x="csX1" y="csY1"/>
                  </a:cxn>
                  <a:cxn ang="0">
                    <a:pos x="csX2" y="csY2"/>
                  </a:cxn>
                  <a:cxn ang="0">
                    <a:pos x="csX3" y="csY3"/>
                  </a:cxn>
                  <a:cxn ang="0">
                    <a:pos x="csX4" y="csY4"/>
                  </a:cxn>
                </a:cxnLst>
                <a:rect l="l" t="t" r="r" b="b"/>
                <a:pathLst>
                  <a:path w="4812" h="15975">
                    <a:moveTo>
                      <a:pt x="6" y="12637"/>
                    </a:moveTo>
                    <a:cubicBezTo>
                      <a:pt x="106" y="10069"/>
                      <a:pt x="1186" y="5644"/>
                      <a:pt x="2406" y="2804"/>
                    </a:cubicBezTo>
                    <a:cubicBezTo>
                      <a:pt x="4277" y="-1548"/>
                      <a:pt x="4653" y="-1065"/>
                      <a:pt x="4806" y="5879"/>
                    </a:cubicBezTo>
                    <a:cubicBezTo>
                      <a:pt x="4906" y="10409"/>
                      <a:pt x="3826" y="14834"/>
                      <a:pt x="2406" y="15712"/>
                    </a:cubicBezTo>
                    <a:cubicBezTo>
                      <a:pt x="987" y="16589"/>
                      <a:pt x="-93" y="15206"/>
                      <a:pt x="6" y="12637"/>
                    </a:cubicBezTo>
                    <a:close/>
                  </a:path>
                </a:pathLst>
              </a:custGeom>
              <a:solidFill>
                <a:srgbClr val="B9B9B9"/>
              </a:solidFill>
              <a:ln w="5163" cap="flat">
                <a:noFill/>
                <a:prstDash val="solid"/>
                <a:miter/>
              </a:ln>
            </p:spPr>
            <p:txBody>
              <a:bodyPr/>
              <a:lstStyle/>
              <a:p>
                <a:endParaRPr lang="es-419" noProof="0" dirty="0"/>
              </a:p>
            </p:txBody>
          </p:sp>
          <p:sp>
            <p:nvSpPr>
              <p:cNvPr id="101" name="Forma libre: forma 100">
                <a:extLst>
                  <a:ext uri="{FF2B5EF4-FFF2-40B4-BE49-F238E27FC236}">
                    <a16:creationId xmlns:a16="http://schemas.microsoft.com/office/drawing/2014/main" id="{9058EB68-F7E9-C643-1250-4C5FBDAFD3B6}"/>
                  </a:ext>
                </a:extLst>
              </p:cNvPr>
              <p:cNvSpPr/>
              <p:nvPr/>
            </p:nvSpPr>
            <p:spPr>
              <a:xfrm>
                <a:off x="610293" y="1727161"/>
                <a:ext cx="5615" cy="11379"/>
              </a:xfrm>
              <a:custGeom>
                <a:avLst/>
                <a:gdLst>
                  <a:gd name="csX0" fmla="*/ 427 w 5615"/>
                  <a:gd name="csY0" fmla="*/ 7365 h 11379"/>
                  <a:gd name="csX1" fmla="*/ 1464 w 5615"/>
                  <a:gd name="csY1" fmla="*/ 731 h 11379"/>
                  <a:gd name="csX2" fmla="*/ 5321 w 5615"/>
                  <a:gd name="csY2" fmla="*/ 4777 h 11379"/>
                  <a:gd name="csX3" fmla="*/ 427 w 5615"/>
                  <a:gd name="csY3" fmla="*/ 7365 h 11379"/>
                </a:gdLst>
                <a:ahLst/>
                <a:cxnLst>
                  <a:cxn ang="0">
                    <a:pos x="csX0" y="csY0"/>
                  </a:cxn>
                  <a:cxn ang="0">
                    <a:pos x="csX1" y="csY1"/>
                  </a:cxn>
                  <a:cxn ang="0">
                    <a:pos x="csX2" y="csY2"/>
                  </a:cxn>
                  <a:cxn ang="0">
                    <a:pos x="csX3" y="csY3"/>
                  </a:cxn>
                </a:cxnLst>
                <a:rect l="l" t="t" r="r" b="b"/>
                <a:pathLst>
                  <a:path w="5615" h="11379">
                    <a:moveTo>
                      <a:pt x="427" y="7365"/>
                    </a:moveTo>
                    <a:cubicBezTo>
                      <a:pt x="-426" y="5140"/>
                      <a:pt x="40" y="2155"/>
                      <a:pt x="1464" y="731"/>
                    </a:cubicBezTo>
                    <a:cubicBezTo>
                      <a:pt x="3194" y="-1000"/>
                      <a:pt x="4473" y="341"/>
                      <a:pt x="5321" y="4777"/>
                    </a:cubicBezTo>
                    <a:cubicBezTo>
                      <a:pt x="6696" y="11973"/>
                      <a:pt x="2955" y="13952"/>
                      <a:pt x="427" y="7365"/>
                    </a:cubicBezTo>
                    <a:close/>
                  </a:path>
                </a:pathLst>
              </a:custGeom>
              <a:solidFill>
                <a:srgbClr val="B9B9B9"/>
              </a:solidFill>
              <a:ln w="5163" cap="flat">
                <a:noFill/>
                <a:prstDash val="solid"/>
                <a:miter/>
              </a:ln>
            </p:spPr>
            <p:txBody>
              <a:bodyPr/>
              <a:lstStyle/>
              <a:p>
                <a:endParaRPr lang="es-419" noProof="0" dirty="0"/>
              </a:p>
            </p:txBody>
          </p:sp>
          <p:sp>
            <p:nvSpPr>
              <p:cNvPr id="102" name="Forma libre: forma 101">
                <a:extLst>
                  <a:ext uri="{FF2B5EF4-FFF2-40B4-BE49-F238E27FC236}">
                    <a16:creationId xmlns:a16="http://schemas.microsoft.com/office/drawing/2014/main" id="{BBC12C65-EF45-1256-74F7-B26EFAB3C783}"/>
                  </a:ext>
                </a:extLst>
              </p:cNvPr>
              <p:cNvSpPr/>
              <p:nvPr/>
            </p:nvSpPr>
            <p:spPr>
              <a:xfrm>
                <a:off x="589201" y="1723083"/>
                <a:ext cx="5162" cy="7744"/>
              </a:xfrm>
              <a:custGeom>
                <a:avLst/>
                <a:gdLst>
                  <a:gd name="csX0" fmla="*/ 0 w 5162"/>
                  <a:gd name="csY0" fmla="*/ 3872 h 7744"/>
                  <a:gd name="csX1" fmla="*/ 2581 w 5162"/>
                  <a:gd name="csY1" fmla="*/ 0 h 7744"/>
                  <a:gd name="csX2" fmla="*/ 5163 w 5162"/>
                  <a:gd name="csY2" fmla="*/ 3872 h 7744"/>
                  <a:gd name="csX3" fmla="*/ 2581 w 5162"/>
                  <a:gd name="csY3" fmla="*/ 7744 h 7744"/>
                  <a:gd name="csX4" fmla="*/ 0 w 5162"/>
                  <a:gd name="csY4" fmla="*/ 3872 h 7744"/>
                </a:gdLst>
                <a:ahLst/>
                <a:cxnLst>
                  <a:cxn ang="0">
                    <a:pos x="csX0" y="csY0"/>
                  </a:cxn>
                  <a:cxn ang="0">
                    <a:pos x="csX1" y="csY1"/>
                  </a:cxn>
                  <a:cxn ang="0">
                    <a:pos x="csX2" y="csY2"/>
                  </a:cxn>
                  <a:cxn ang="0">
                    <a:pos x="csX3" y="csY3"/>
                  </a:cxn>
                  <a:cxn ang="0">
                    <a:pos x="csX4" y="csY4"/>
                  </a:cxn>
                </a:cxnLst>
                <a:rect l="l" t="t" r="r" b="b"/>
                <a:pathLst>
                  <a:path w="5162" h="7744">
                    <a:moveTo>
                      <a:pt x="0" y="3872"/>
                    </a:moveTo>
                    <a:cubicBezTo>
                      <a:pt x="0" y="1742"/>
                      <a:pt x="1162" y="0"/>
                      <a:pt x="2581" y="0"/>
                    </a:cubicBezTo>
                    <a:cubicBezTo>
                      <a:pt x="4001" y="0"/>
                      <a:pt x="5163" y="1742"/>
                      <a:pt x="5163" y="3872"/>
                    </a:cubicBezTo>
                    <a:cubicBezTo>
                      <a:pt x="5163" y="6002"/>
                      <a:pt x="4001" y="7744"/>
                      <a:pt x="2581" y="7744"/>
                    </a:cubicBezTo>
                    <a:cubicBezTo>
                      <a:pt x="1162" y="7744"/>
                      <a:pt x="0" y="6002"/>
                      <a:pt x="0" y="3872"/>
                    </a:cubicBezTo>
                    <a:close/>
                  </a:path>
                </a:pathLst>
              </a:custGeom>
              <a:solidFill>
                <a:srgbClr val="B9B9B9"/>
              </a:solidFill>
              <a:ln w="5163" cap="flat">
                <a:noFill/>
                <a:prstDash val="solid"/>
                <a:miter/>
              </a:ln>
            </p:spPr>
            <p:txBody>
              <a:bodyPr/>
              <a:lstStyle/>
              <a:p>
                <a:endParaRPr lang="es-419" noProof="0" dirty="0"/>
              </a:p>
            </p:txBody>
          </p:sp>
          <p:sp>
            <p:nvSpPr>
              <p:cNvPr id="103" name="Forma libre: forma 102">
                <a:extLst>
                  <a:ext uri="{FF2B5EF4-FFF2-40B4-BE49-F238E27FC236}">
                    <a16:creationId xmlns:a16="http://schemas.microsoft.com/office/drawing/2014/main" id="{908E6430-1EA6-DB60-95A5-5EEAD4281A2B}"/>
                  </a:ext>
                </a:extLst>
              </p:cNvPr>
              <p:cNvSpPr/>
              <p:nvPr/>
            </p:nvSpPr>
            <p:spPr>
              <a:xfrm>
                <a:off x="576294" y="1689525"/>
                <a:ext cx="15348" cy="20423"/>
              </a:xfrm>
              <a:custGeom>
                <a:avLst/>
                <a:gdLst>
                  <a:gd name="csX0" fmla="*/ 0 w 15348"/>
                  <a:gd name="csY0" fmla="*/ 17942 h 20423"/>
                  <a:gd name="csX1" fmla="*/ 11683 w 15348"/>
                  <a:gd name="csY1" fmla="*/ 0 h 20423"/>
                  <a:gd name="csX2" fmla="*/ 8918 w 15348"/>
                  <a:gd name="csY2" fmla="*/ 14081 h 20423"/>
                  <a:gd name="csX3" fmla="*/ 0 w 15348"/>
                  <a:gd name="csY3" fmla="*/ 17942 h 20423"/>
                </a:gdLst>
                <a:ahLst/>
                <a:cxnLst>
                  <a:cxn ang="0">
                    <a:pos x="csX0" y="csY0"/>
                  </a:cxn>
                  <a:cxn ang="0">
                    <a:pos x="csX1" y="csY1"/>
                  </a:cxn>
                  <a:cxn ang="0">
                    <a:pos x="csX2" y="csY2"/>
                  </a:cxn>
                  <a:cxn ang="0">
                    <a:pos x="csX3" y="csY3"/>
                  </a:cxn>
                </a:cxnLst>
                <a:rect l="l" t="t" r="r" b="b"/>
                <a:pathLst>
                  <a:path w="15348" h="20423">
                    <a:moveTo>
                      <a:pt x="0" y="17942"/>
                    </a:moveTo>
                    <a:cubicBezTo>
                      <a:pt x="0" y="12328"/>
                      <a:pt x="8027" y="0"/>
                      <a:pt x="11683" y="0"/>
                    </a:cubicBezTo>
                    <a:cubicBezTo>
                      <a:pt x="17539" y="0"/>
                      <a:pt x="16205" y="6793"/>
                      <a:pt x="8918" y="14081"/>
                    </a:cubicBezTo>
                    <a:cubicBezTo>
                      <a:pt x="1711" y="21287"/>
                      <a:pt x="0" y="22028"/>
                      <a:pt x="0" y="17942"/>
                    </a:cubicBezTo>
                    <a:close/>
                  </a:path>
                </a:pathLst>
              </a:custGeom>
              <a:solidFill>
                <a:srgbClr val="B9B9B9"/>
              </a:solidFill>
              <a:ln w="5163" cap="flat">
                <a:noFill/>
                <a:prstDash val="solid"/>
                <a:miter/>
              </a:ln>
            </p:spPr>
            <p:txBody>
              <a:bodyPr/>
              <a:lstStyle/>
              <a:p>
                <a:endParaRPr lang="es-419" noProof="0" dirty="0"/>
              </a:p>
            </p:txBody>
          </p:sp>
        </p:grpSp>
        <p:sp>
          <p:nvSpPr>
            <p:cNvPr id="104" name="Forma libre: forma 103">
              <a:extLst>
                <a:ext uri="{FF2B5EF4-FFF2-40B4-BE49-F238E27FC236}">
                  <a16:creationId xmlns:a16="http://schemas.microsoft.com/office/drawing/2014/main" id="{639FCF7F-07D8-1161-EECD-4AE3D3403E8D}"/>
                </a:ext>
              </a:extLst>
            </p:cNvPr>
            <p:cNvSpPr/>
            <p:nvPr/>
          </p:nvSpPr>
          <p:spPr>
            <a:xfrm>
              <a:off x="516921" y="1569184"/>
              <a:ext cx="5162" cy="6756"/>
            </a:xfrm>
            <a:custGeom>
              <a:avLst/>
              <a:gdLst>
                <a:gd name="csX0" fmla="*/ 0 w 5162"/>
                <a:gd name="csY0" fmla="*/ 2732 h 6756"/>
                <a:gd name="csX1" fmla="*/ 2581 w 5162"/>
                <a:gd name="csY1" fmla="*/ 303 h 6756"/>
                <a:gd name="csX2" fmla="*/ 5163 w 5162"/>
                <a:gd name="csY2" fmla="*/ 4328 h 6756"/>
                <a:gd name="csX3" fmla="*/ 2581 w 5162"/>
                <a:gd name="csY3" fmla="*/ 6757 h 6756"/>
                <a:gd name="csX4" fmla="*/ 0 w 5162"/>
                <a:gd name="csY4" fmla="*/ 2732 h 6756"/>
              </a:gdLst>
              <a:ahLst/>
              <a:cxnLst>
                <a:cxn ang="0">
                  <a:pos x="csX0" y="csY0"/>
                </a:cxn>
                <a:cxn ang="0">
                  <a:pos x="csX1" y="csY1"/>
                </a:cxn>
                <a:cxn ang="0">
                  <a:pos x="csX2" y="csY2"/>
                </a:cxn>
                <a:cxn ang="0">
                  <a:pos x="csX3" y="csY3"/>
                </a:cxn>
                <a:cxn ang="0">
                  <a:pos x="csX4" y="csY4"/>
                </a:cxn>
              </a:cxnLst>
              <a:rect l="l" t="t" r="r" b="b"/>
              <a:pathLst>
                <a:path w="5162" h="6756">
                  <a:moveTo>
                    <a:pt x="0" y="2732"/>
                  </a:moveTo>
                  <a:cubicBezTo>
                    <a:pt x="0" y="519"/>
                    <a:pt x="1162" y="-574"/>
                    <a:pt x="2581" y="303"/>
                  </a:cubicBezTo>
                  <a:cubicBezTo>
                    <a:pt x="4001" y="1181"/>
                    <a:pt x="5163" y="2992"/>
                    <a:pt x="5163" y="4328"/>
                  </a:cubicBezTo>
                  <a:cubicBezTo>
                    <a:pt x="5163" y="5664"/>
                    <a:pt x="4001" y="6757"/>
                    <a:pt x="2581" y="6757"/>
                  </a:cubicBezTo>
                  <a:cubicBezTo>
                    <a:pt x="1162" y="6757"/>
                    <a:pt x="0" y="4946"/>
                    <a:pt x="0" y="2732"/>
                  </a:cubicBezTo>
                  <a:close/>
                </a:path>
              </a:pathLst>
            </a:custGeom>
            <a:solidFill>
              <a:srgbClr val="B9B9B9"/>
            </a:solidFill>
            <a:ln w="5163" cap="flat">
              <a:noFill/>
              <a:prstDash val="solid"/>
              <a:miter/>
            </a:ln>
          </p:spPr>
          <p:txBody>
            <a:bodyPr/>
            <a:lstStyle/>
            <a:p>
              <a:endParaRPr lang="es-419" noProof="0" dirty="0"/>
            </a:p>
          </p:txBody>
        </p:sp>
      </p:grpSp>
      <p:sp>
        <p:nvSpPr>
          <p:cNvPr id="105" name="Forma libre: forma 104">
            <a:extLst>
              <a:ext uri="{FF2B5EF4-FFF2-40B4-BE49-F238E27FC236}">
                <a16:creationId xmlns:a16="http://schemas.microsoft.com/office/drawing/2014/main" id="{9DF2377C-042D-26C8-86E7-CBA3E47DC37E}"/>
              </a:ext>
            </a:extLst>
          </p:cNvPr>
          <p:cNvSpPr/>
          <p:nvPr/>
        </p:nvSpPr>
        <p:spPr>
          <a:xfrm>
            <a:off x="466238" y="1431499"/>
            <a:ext cx="11558" cy="7543"/>
          </a:xfrm>
          <a:custGeom>
            <a:avLst/>
            <a:gdLst>
              <a:gd name="csX0" fmla="*/ 1635 w 11558"/>
              <a:gd name="csY0" fmla="*/ 3752 h 7543"/>
              <a:gd name="csX1" fmla="*/ 8241 w 11558"/>
              <a:gd name="csY1" fmla="*/ 3670 h 7543"/>
              <a:gd name="csX2" fmla="*/ 9050 w 11558"/>
              <a:gd name="csY2" fmla="*/ 7542 h 7543"/>
              <a:gd name="csX3" fmla="*/ 1635 w 11558"/>
              <a:gd name="csY3" fmla="*/ 3752 h 7543"/>
            </a:gdLst>
            <a:ahLst/>
            <a:cxnLst>
              <a:cxn ang="0">
                <a:pos x="csX0" y="csY0"/>
              </a:cxn>
              <a:cxn ang="0">
                <a:pos x="csX1" y="csY1"/>
              </a:cxn>
              <a:cxn ang="0">
                <a:pos x="csX2" y="csY2"/>
              </a:cxn>
              <a:cxn ang="0">
                <a:pos x="csX3" y="csY3"/>
              </a:cxn>
            </a:cxnLst>
            <a:rect l="l" t="t" r="r" b="b"/>
            <a:pathLst>
              <a:path w="11558" h="7543">
                <a:moveTo>
                  <a:pt x="1635" y="3752"/>
                </a:moveTo>
                <a:cubicBezTo>
                  <a:pt x="-2484" y="-1211"/>
                  <a:pt x="1718" y="-1263"/>
                  <a:pt x="8241" y="3670"/>
                </a:cubicBezTo>
                <a:cubicBezTo>
                  <a:pt x="12450" y="6854"/>
                  <a:pt x="12580" y="7473"/>
                  <a:pt x="9050" y="7542"/>
                </a:cubicBezTo>
                <a:cubicBezTo>
                  <a:pt x="6739" y="7587"/>
                  <a:pt x="3403" y="5882"/>
                  <a:pt x="1635" y="3752"/>
                </a:cubicBezTo>
                <a:close/>
              </a:path>
            </a:pathLst>
          </a:custGeom>
          <a:solidFill>
            <a:srgbClr val="B9B9B9"/>
          </a:solidFill>
          <a:ln w="5163" cap="flat">
            <a:noFill/>
            <a:prstDash val="solid"/>
            <a:miter/>
          </a:ln>
        </p:spPr>
        <p:txBody>
          <a:bodyPr/>
          <a:lstStyle/>
          <a:p>
            <a:endParaRPr lang="es-419" noProof="0" dirty="0"/>
          </a:p>
        </p:txBody>
      </p:sp>
      <p:grpSp>
        <p:nvGrpSpPr>
          <p:cNvPr id="106" name="Gráfico 39">
            <a:extLst>
              <a:ext uri="{FF2B5EF4-FFF2-40B4-BE49-F238E27FC236}">
                <a16:creationId xmlns:a16="http://schemas.microsoft.com/office/drawing/2014/main" id="{82A3F5E6-C2B2-CFBD-3FC6-5C76E9367124}"/>
              </a:ext>
            </a:extLst>
          </p:cNvPr>
          <p:cNvGrpSpPr/>
          <p:nvPr/>
        </p:nvGrpSpPr>
        <p:grpSpPr>
          <a:xfrm>
            <a:off x="73152" y="1028824"/>
            <a:ext cx="399884" cy="461679"/>
            <a:chOff x="73152" y="1028824"/>
            <a:chExt cx="399884" cy="461679"/>
          </a:xfrm>
          <a:solidFill>
            <a:srgbClr val="B9B9B9"/>
          </a:solidFill>
        </p:grpSpPr>
        <p:sp>
          <p:nvSpPr>
            <p:cNvPr id="107" name="Forma libre: forma 106">
              <a:extLst>
                <a:ext uri="{FF2B5EF4-FFF2-40B4-BE49-F238E27FC236}">
                  <a16:creationId xmlns:a16="http://schemas.microsoft.com/office/drawing/2014/main" id="{CA56794E-962C-7E81-42B3-6114AFF710DC}"/>
                </a:ext>
              </a:extLst>
            </p:cNvPr>
            <p:cNvSpPr/>
            <p:nvPr/>
          </p:nvSpPr>
          <p:spPr>
            <a:xfrm>
              <a:off x="176169" y="1028824"/>
              <a:ext cx="296866" cy="461679"/>
            </a:xfrm>
            <a:custGeom>
              <a:avLst/>
              <a:gdLst>
                <a:gd name="csX0" fmla="*/ 234204 w 296866"/>
                <a:gd name="csY0" fmla="*/ 456793 h 461679"/>
                <a:gd name="csX1" fmla="*/ 189641 w 296866"/>
                <a:gd name="csY1" fmla="*/ 451076 h 461679"/>
                <a:gd name="csX2" fmla="*/ 192285 w 296866"/>
                <a:gd name="csY2" fmla="*/ 440463 h 461679"/>
                <a:gd name="csX3" fmla="*/ 192319 w 296866"/>
                <a:gd name="csY3" fmla="*/ 432599 h 461679"/>
                <a:gd name="csX4" fmla="*/ 190826 w 296866"/>
                <a:gd name="csY4" fmla="*/ 424368 h 461679"/>
                <a:gd name="csX5" fmla="*/ 194908 w 296866"/>
                <a:gd name="csY5" fmla="*/ 412652 h 461679"/>
                <a:gd name="csX6" fmla="*/ 188729 w 296866"/>
                <a:gd name="csY6" fmla="*/ 395950 h 461679"/>
                <a:gd name="csX7" fmla="*/ 175616 w 296866"/>
                <a:gd name="csY7" fmla="*/ 376348 h 461679"/>
                <a:gd name="csX8" fmla="*/ 165432 w 296866"/>
                <a:gd name="csY8" fmla="*/ 362612 h 461679"/>
                <a:gd name="csX9" fmla="*/ 157619 w 296866"/>
                <a:gd name="csY9" fmla="*/ 354047 h 461679"/>
                <a:gd name="csX10" fmla="*/ 123850 w 296866"/>
                <a:gd name="csY10" fmla="*/ 312204 h 461679"/>
                <a:gd name="csX11" fmla="*/ 110408 w 296866"/>
                <a:gd name="csY11" fmla="*/ 302524 h 461679"/>
                <a:gd name="csX12" fmla="*/ 90624 w 296866"/>
                <a:gd name="csY12" fmla="*/ 283830 h 461679"/>
                <a:gd name="csX13" fmla="*/ 80025 w 296866"/>
                <a:gd name="csY13" fmla="*/ 265391 h 461679"/>
                <a:gd name="csX14" fmla="*/ 76089 w 296866"/>
                <a:gd name="csY14" fmla="*/ 254455 h 461679"/>
                <a:gd name="csX15" fmla="*/ 73345 w 296866"/>
                <a:gd name="csY15" fmla="*/ 247079 h 461679"/>
                <a:gd name="csX16" fmla="*/ 72109 w 296866"/>
                <a:gd name="csY16" fmla="*/ 214519 h 461679"/>
                <a:gd name="csX17" fmla="*/ 68319 w 296866"/>
                <a:gd name="csY17" fmla="*/ 206510 h 461679"/>
                <a:gd name="csX18" fmla="*/ 67160 w 296866"/>
                <a:gd name="csY18" fmla="*/ 202519 h 461679"/>
                <a:gd name="csX19" fmla="*/ 64536 w 296866"/>
                <a:gd name="csY19" fmla="*/ 206365 h 461679"/>
                <a:gd name="csX20" fmla="*/ 61955 w 296866"/>
                <a:gd name="csY20" fmla="*/ 210237 h 461679"/>
                <a:gd name="csX21" fmla="*/ 59373 w 296866"/>
                <a:gd name="csY21" fmla="*/ 190811 h 461679"/>
                <a:gd name="csX22" fmla="*/ 48569 w 296866"/>
                <a:gd name="csY22" fmla="*/ 154736 h 461679"/>
                <a:gd name="csX23" fmla="*/ 46466 w 296866"/>
                <a:gd name="csY23" fmla="*/ 141789 h 461679"/>
                <a:gd name="csX24" fmla="*/ 38475 w 296866"/>
                <a:gd name="csY24" fmla="*/ 114684 h 461679"/>
                <a:gd name="csX25" fmla="*/ 28150 w 296866"/>
                <a:gd name="csY25" fmla="*/ 99082 h 461679"/>
                <a:gd name="csX26" fmla="*/ 25815 w 296866"/>
                <a:gd name="csY26" fmla="*/ 89273 h 461679"/>
                <a:gd name="csX27" fmla="*/ 22760 w 296866"/>
                <a:gd name="csY27" fmla="*/ 77852 h 461679"/>
                <a:gd name="csX28" fmla="*/ 21512 w 296866"/>
                <a:gd name="csY28" fmla="*/ 72990 h 461679"/>
                <a:gd name="csX29" fmla="*/ 26374 w 296866"/>
                <a:gd name="csY29" fmla="*/ 74238 h 461679"/>
                <a:gd name="csX30" fmla="*/ 33559 w 296866"/>
                <a:gd name="csY30" fmla="*/ 72129 h 461679"/>
                <a:gd name="csX31" fmla="*/ 29687 w 296866"/>
                <a:gd name="csY31" fmla="*/ 66967 h 461679"/>
                <a:gd name="csX32" fmla="*/ 25815 w 296866"/>
                <a:gd name="csY32" fmla="*/ 64277 h 461679"/>
                <a:gd name="csX33" fmla="*/ 20828 w 296866"/>
                <a:gd name="csY33" fmla="*/ 56236 h 461679"/>
                <a:gd name="csX34" fmla="*/ 14159 w 296866"/>
                <a:gd name="csY34" fmla="*/ 40210 h 461679"/>
                <a:gd name="csX35" fmla="*/ 6238 w 296866"/>
                <a:gd name="csY35" fmla="*/ 17321 h 461679"/>
                <a:gd name="csX36" fmla="*/ 0 w 296866"/>
                <a:gd name="csY36" fmla="*/ 2478 h 461679"/>
                <a:gd name="csX37" fmla="*/ 99386 w 296866"/>
                <a:gd name="csY37" fmla="*/ 3758 h 461679"/>
                <a:gd name="csX38" fmla="*/ 191027 w 296866"/>
                <a:gd name="csY38" fmla="*/ 12449 h 461679"/>
                <a:gd name="csX39" fmla="*/ 178059 w 296866"/>
                <a:gd name="csY39" fmla="*/ 27807 h 461679"/>
                <a:gd name="csX40" fmla="*/ 167369 w 296866"/>
                <a:gd name="csY40" fmla="*/ 45725 h 461679"/>
                <a:gd name="csX41" fmla="*/ 163079 w 296866"/>
                <a:gd name="csY41" fmla="*/ 80524 h 461679"/>
                <a:gd name="csX42" fmla="*/ 162631 w 296866"/>
                <a:gd name="csY42" fmla="*/ 83796 h 461679"/>
                <a:gd name="csX43" fmla="*/ 171021 w 296866"/>
                <a:gd name="csY43" fmla="*/ 93315 h 461679"/>
                <a:gd name="csX44" fmla="*/ 173406 w 296866"/>
                <a:gd name="csY44" fmla="*/ 109690 h 461679"/>
                <a:gd name="csX45" fmla="*/ 164850 w 296866"/>
                <a:gd name="csY45" fmla="*/ 145701 h 461679"/>
                <a:gd name="csX46" fmla="*/ 169084 w 296866"/>
                <a:gd name="csY46" fmla="*/ 169291 h 461679"/>
                <a:gd name="csX47" fmla="*/ 171477 w 296866"/>
                <a:gd name="csY47" fmla="*/ 213103 h 461679"/>
                <a:gd name="csX48" fmla="*/ 174210 w 296866"/>
                <a:gd name="csY48" fmla="*/ 257046 h 461679"/>
                <a:gd name="csX49" fmla="*/ 178120 w 296866"/>
                <a:gd name="csY49" fmla="*/ 261958 h 461679"/>
                <a:gd name="csX50" fmla="*/ 182243 w 296866"/>
                <a:gd name="csY50" fmla="*/ 269492 h 461679"/>
                <a:gd name="csX51" fmla="*/ 184937 w 296866"/>
                <a:gd name="csY51" fmla="*/ 277338 h 461679"/>
                <a:gd name="csX52" fmla="*/ 193415 w 296866"/>
                <a:gd name="csY52" fmla="*/ 285510 h 461679"/>
                <a:gd name="csX53" fmla="*/ 199664 w 296866"/>
                <a:gd name="csY53" fmla="*/ 290658 h 461679"/>
                <a:gd name="csX54" fmla="*/ 207927 w 296866"/>
                <a:gd name="csY54" fmla="*/ 300943 h 461679"/>
                <a:gd name="csX55" fmla="*/ 219722 w 296866"/>
                <a:gd name="csY55" fmla="*/ 315205 h 461679"/>
                <a:gd name="csX56" fmla="*/ 234342 w 296866"/>
                <a:gd name="csY56" fmla="*/ 331253 h 461679"/>
                <a:gd name="csX57" fmla="*/ 242348 w 296866"/>
                <a:gd name="csY57" fmla="*/ 342893 h 461679"/>
                <a:gd name="csX58" fmla="*/ 243886 w 296866"/>
                <a:gd name="csY58" fmla="*/ 354430 h 461679"/>
                <a:gd name="csX59" fmla="*/ 242906 w 296866"/>
                <a:gd name="csY59" fmla="*/ 363679 h 461679"/>
                <a:gd name="csX60" fmla="*/ 242638 w 296866"/>
                <a:gd name="csY60" fmla="*/ 372819 h 461679"/>
                <a:gd name="csX61" fmla="*/ 248980 w 296866"/>
                <a:gd name="csY61" fmla="*/ 375191 h 461679"/>
                <a:gd name="csX62" fmla="*/ 256854 w 296866"/>
                <a:gd name="csY62" fmla="*/ 380201 h 461679"/>
                <a:gd name="csX63" fmla="*/ 262017 w 296866"/>
                <a:gd name="csY63" fmla="*/ 385776 h 461679"/>
                <a:gd name="csX64" fmla="*/ 267554 w 296866"/>
                <a:gd name="csY64" fmla="*/ 396801 h 461679"/>
                <a:gd name="csX65" fmla="*/ 281559 w 296866"/>
                <a:gd name="csY65" fmla="*/ 416793 h 461679"/>
                <a:gd name="csX66" fmla="*/ 290755 w 296866"/>
                <a:gd name="csY66" fmla="*/ 428632 h 461679"/>
                <a:gd name="csX67" fmla="*/ 294624 w 296866"/>
                <a:gd name="csY67" fmla="*/ 440196 h 461679"/>
                <a:gd name="csX68" fmla="*/ 296867 w 296866"/>
                <a:gd name="csY68" fmla="*/ 451755 h 461679"/>
                <a:gd name="csX69" fmla="*/ 287186 w 296866"/>
                <a:gd name="csY69" fmla="*/ 461588 h 461679"/>
                <a:gd name="csX70" fmla="*/ 234204 w 296866"/>
                <a:gd name="csY70" fmla="*/ 456793 h 4616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Lst>
              <a:rect l="l" t="t" r="r" b="b"/>
              <a:pathLst>
                <a:path w="296866" h="461679">
                  <a:moveTo>
                    <a:pt x="234204" y="456793"/>
                  </a:moveTo>
                  <a:cubicBezTo>
                    <a:pt x="210389" y="454343"/>
                    <a:pt x="190335" y="451771"/>
                    <a:pt x="189641" y="451076"/>
                  </a:cubicBezTo>
                  <a:cubicBezTo>
                    <a:pt x="188946" y="450382"/>
                    <a:pt x="190136" y="445606"/>
                    <a:pt x="192285" y="440463"/>
                  </a:cubicBezTo>
                  <a:cubicBezTo>
                    <a:pt x="195748" y="432175"/>
                    <a:pt x="195752" y="431281"/>
                    <a:pt x="192319" y="432599"/>
                  </a:cubicBezTo>
                  <a:cubicBezTo>
                    <a:pt x="188021" y="434248"/>
                    <a:pt x="186953" y="428358"/>
                    <a:pt x="190826" y="424368"/>
                  </a:cubicBezTo>
                  <a:cubicBezTo>
                    <a:pt x="192136" y="423019"/>
                    <a:pt x="193972" y="417747"/>
                    <a:pt x="194908" y="412652"/>
                  </a:cubicBezTo>
                  <a:cubicBezTo>
                    <a:pt x="196394" y="404559"/>
                    <a:pt x="195613" y="402447"/>
                    <a:pt x="188729" y="395950"/>
                  </a:cubicBezTo>
                  <a:cubicBezTo>
                    <a:pt x="184395" y="391860"/>
                    <a:pt x="178494" y="383039"/>
                    <a:pt x="175616" y="376348"/>
                  </a:cubicBezTo>
                  <a:cubicBezTo>
                    <a:pt x="172738" y="369658"/>
                    <a:pt x="168155" y="363476"/>
                    <a:pt x="165432" y="362612"/>
                  </a:cubicBezTo>
                  <a:cubicBezTo>
                    <a:pt x="162709" y="361748"/>
                    <a:pt x="159193" y="357894"/>
                    <a:pt x="157619" y="354047"/>
                  </a:cubicBezTo>
                  <a:cubicBezTo>
                    <a:pt x="149821" y="334997"/>
                    <a:pt x="131426" y="312204"/>
                    <a:pt x="123850" y="312204"/>
                  </a:cubicBezTo>
                  <a:cubicBezTo>
                    <a:pt x="121509" y="312204"/>
                    <a:pt x="115460" y="307848"/>
                    <a:pt x="110408" y="302524"/>
                  </a:cubicBezTo>
                  <a:cubicBezTo>
                    <a:pt x="105356" y="297200"/>
                    <a:pt x="96453" y="288788"/>
                    <a:pt x="90624" y="283830"/>
                  </a:cubicBezTo>
                  <a:cubicBezTo>
                    <a:pt x="81794" y="276321"/>
                    <a:pt x="80025" y="273244"/>
                    <a:pt x="80025" y="265391"/>
                  </a:cubicBezTo>
                  <a:cubicBezTo>
                    <a:pt x="80025" y="259326"/>
                    <a:pt x="78622" y="255426"/>
                    <a:pt x="76089" y="254455"/>
                  </a:cubicBezTo>
                  <a:cubicBezTo>
                    <a:pt x="73596" y="253498"/>
                    <a:pt x="72591" y="250794"/>
                    <a:pt x="73345" y="247079"/>
                  </a:cubicBezTo>
                  <a:cubicBezTo>
                    <a:pt x="77548" y="226392"/>
                    <a:pt x="77309" y="220102"/>
                    <a:pt x="72109" y="214519"/>
                  </a:cubicBezTo>
                  <a:cubicBezTo>
                    <a:pt x="69219" y="211417"/>
                    <a:pt x="67513" y="207813"/>
                    <a:pt x="68319" y="206510"/>
                  </a:cubicBezTo>
                  <a:cubicBezTo>
                    <a:pt x="69124" y="205206"/>
                    <a:pt x="68603" y="203410"/>
                    <a:pt x="67160" y="202519"/>
                  </a:cubicBezTo>
                  <a:cubicBezTo>
                    <a:pt x="65698" y="201615"/>
                    <a:pt x="64536" y="203319"/>
                    <a:pt x="64536" y="206365"/>
                  </a:cubicBezTo>
                  <a:cubicBezTo>
                    <a:pt x="64536" y="209372"/>
                    <a:pt x="63375" y="211114"/>
                    <a:pt x="61955" y="210237"/>
                  </a:cubicBezTo>
                  <a:cubicBezTo>
                    <a:pt x="60535" y="209360"/>
                    <a:pt x="59373" y="200618"/>
                    <a:pt x="59373" y="190811"/>
                  </a:cubicBezTo>
                  <a:cubicBezTo>
                    <a:pt x="59373" y="173740"/>
                    <a:pt x="53682" y="154736"/>
                    <a:pt x="48569" y="154736"/>
                  </a:cubicBezTo>
                  <a:cubicBezTo>
                    <a:pt x="47413" y="154736"/>
                    <a:pt x="46466" y="148910"/>
                    <a:pt x="46466" y="141789"/>
                  </a:cubicBezTo>
                  <a:cubicBezTo>
                    <a:pt x="46466" y="132086"/>
                    <a:pt x="44464" y="125296"/>
                    <a:pt x="38475" y="114684"/>
                  </a:cubicBezTo>
                  <a:cubicBezTo>
                    <a:pt x="34080" y="106897"/>
                    <a:pt x="29434" y="99876"/>
                    <a:pt x="28150" y="99082"/>
                  </a:cubicBezTo>
                  <a:cubicBezTo>
                    <a:pt x="26865" y="98289"/>
                    <a:pt x="25815" y="93874"/>
                    <a:pt x="25815" y="89273"/>
                  </a:cubicBezTo>
                  <a:cubicBezTo>
                    <a:pt x="25815" y="84671"/>
                    <a:pt x="24440" y="79532"/>
                    <a:pt x="22760" y="77852"/>
                  </a:cubicBezTo>
                  <a:cubicBezTo>
                    <a:pt x="21080" y="76172"/>
                    <a:pt x="20518" y="73984"/>
                    <a:pt x="21512" y="72990"/>
                  </a:cubicBezTo>
                  <a:cubicBezTo>
                    <a:pt x="22506" y="71996"/>
                    <a:pt x="24694" y="72558"/>
                    <a:pt x="26374" y="74238"/>
                  </a:cubicBezTo>
                  <a:cubicBezTo>
                    <a:pt x="30884" y="78748"/>
                    <a:pt x="33559" y="77963"/>
                    <a:pt x="33559" y="72129"/>
                  </a:cubicBezTo>
                  <a:cubicBezTo>
                    <a:pt x="33559" y="69261"/>
                    <a:pt x="31838" y="66967"/>
                    <a:pt x="29687" y="66967"/>
                  </a:cubicBezTo>
                  <a:cubicBezTo>
                    <a:pt x="27557" y="66967"/>
                    <a:pt x="25815" y="65756"/>
                    <a:pt x="25815" y="64277"/>
                  </a:cubicBezTo>
                  <a:cubicBezTo>
                    <a:pt x="25815" y="62798"/>
                    <a:pt x="23571" y="59179"/>
                    <a:pt x="20828" y="56236"/>
                  </a:cubicBezTo>
                  <a:cubicBezTo>
                    <a:pt x="18086" y="53292"/>
                    <a:pt x="15085" y="46080"/>
                    <a:pt x="14159" y="40210"/>
                  </a:cubicBezTo>
                  <a:cubicBezTo>
                    <a:pt x="13233" y="34339"/>
                    <a:pt x="9669" y="24039"/>
                    <a:pt x="6238" y="17321"/>
                  </a:cubicBezTo>
                  <a:cubicBezTo>
                    <a:pt x="2807" y="10603"/>
                    <a:pt x="0" y="3924"/>
                    <a:pt x="0" y="2478"/>
                  </a:cubicBezTo>
                  <a:cubicBezTo>
                    <a:pt x="0" y="-1152"/>
                    <a:pt x="23478" y="-850"/>
                    <a:pt x="99386" y="3758"/>
                  </a:cubicBezTo>
                  <a:cubicBezTo>
                    <a:pt x="175010" y="8348"/>
                    <a:pt x="191027" y="9867"/>
                    <a:pt x="191027" y="12449"/>
                  </a:cubicBezTo>
                  <a:cubicBezTo>
                    <a:pt x="191027" y="13496"/>
                    <a:pt x="185192" y="20407"/>
                    <a:pt x="178059" y="27807"/>
                  </a:cubicBezTo>
                  <a:cubicBezTo>
                    <a:pt x="167978" y="38266"/>
                    <a:pt x="165598" y="42256"/>
                    <a:pt x="167369" y="45725"/>
                  </a:cubicBezTo>
                  <a:cubicBezTo>
                    <a:pt x="174634" y="59948"/>
                    <a:pt x="171699" y="83751"/>
                    <a:pt x="163079" y="80524"/>
                  </a:cubicBezTo>
                  <a:cubicBezTo>
                    <a:pt x="159180" y="79065"/>
                    <a:pt x="159137" y="79384"/>
                    <a:pt x="162631" y="83796"/>
                  </a:cubicBezTo>
                  <a:cubicBezTo>
                    <a:pt x="164761" y="86485"/>
                    <a:pt x="168536" y="90769"/>
                    <a:pt x="171021" y="93315"/>
                  </a:cubicBezTo>
                  <a:cubicBezTo>
                    <a:pt x="175834" y="98246"/>
                    <a:pt x="176913" y="105657"/>
                    <a:pt x="173406" y="109690"/>
                  </a:cubicBezTo>
                  <a:cubicBezTo>
                    <a:pt x="169336" y="114370"/>
                    <a:pt x="164942" y="132862"/>
                    <a:pt x="164850" y="145701"/>
                  </a:cubicBezTo>
                  <a:cubicBezTo>
                    <a:pt x="164711" y="165107"/>
                    <a:pt x="165194" y="167798"/>
                    <a:pt x="169084" y="169291"/>
                  </a:cubicBezTo>
                  <a:cubicBezTo>
                    <a:pt x="171992" y="170406"/>
                    <a:pt x="172437" y="178546"/>
                    <a:pt x="171477" y="213103"/>
                  </a:cubicBezTo>
                  <a:cubicBezTo>
                    <a:pt x="170471" y="249367"/>
                    <a:pt x="170869" y="255764"/>
                    <a:pt x="174210" y="257046"/>
                  </a:cubicBezTo>
                  <a:cubicBezTo>
                    <a:pt x="176360" y="257871"/>
                    <a:pt x="178120" y="260081"/>
                    <a:pt x="178120" y="261958"/>
                  </a:cubicBezTo>
                  <a:cubicBezTo>
                    <a:pt x="178120" y="263834"/>
                    <a:pt x="179975" y="267225"/>
                    <a:pt x="182243" y="269492"/>
                  </a:cubicBezTo>
                  <a:cubicBezTo>
                    <a:pt x="184511" y="271760"/>
                    <a:pt x="185723" y="275291"/>
                    <a:pt x="184937" y="277338"/>
                  </a:cubicBezTo>
                  <a:cubicBezTo>
                    <a:pt x="183466" y="281172"/>
                    <a:pt x="186953" y="284533"/>
                    <a:pt x="193415" y="285510"/>
                  </a:cubicBezTo>
                  <a:cubicBezTo>
                    <a:pt x="195439" y="285815"/>
                    <a:pt x="198251" y="288132"/>
                    <a:pt x="199664" y="290658"/>
                  </a:cubicBezTo>
                  <a:cubicBezTo>
                    <a:pt x="201078" y="293183"/>
                    <a:pt x="204796" y="297811"/>
                    <a:pt x="207927" y="300943"/>
                  </a:cubicBezTo>
                  <a:cubicBezTo>
                    <a:pt x="211058" y="304074"/>
                    <a:pt x="216366" y="310492"/>
                    <a:pt x="219722" y="315205"/>
                  </a:cubicBezTo>
                  <a:cubicBezTo>
                    <a:pt x="223078" y="319918"/>
                    <a:pt x="229657" y="327140"/>
                    <a:pt x="234342" y="331253"/>
                  </a:cubicBezTo>
                  <a:cubicBezTo>
                    <a:pt x="239027" y="335367"/>
                    <a:pt x="242630" y="340605"/>
                    <a:pt x="242348" y="342893"/>
                  </a:cubicBezTo>
                  <a:cubicBezTo>
                    <a:pt x="242066" y="345182"/>
                    <a:pt x="242758" y="350373"/>
                    <a:pt x="243886" y="354430"/>
                  </a:cubicBezTo>
                  <a:cubicBezTo>
                    <a:pt x="245242" y="359308"/>
                    <a:pt x="244910" y="362440"/>
                    <a:pt x="242906" y="363679"/>
                  </a:cubicBezTo>
                  <a:cubicBezTo>
                    <a:pt x="240669" y="365062"/>
                    <a:pt x="240599" y="367456"/>
                    <a:pt x="242638" y="372819"/>
                  </a:cubicBezTo>
                  <a:cubicBezTo>
                    <a:pt x="245274" y="379752"/>
                    <a:pt x="245565" y="379861"/>
                    <a:pt x="248980" y="375191"/>
                  </a:cubicBezTo>
                  <a:cubicBezTo>
                    <a:pt x="253071" y="369596"/>
                    <a:pt x="256854" y="372003"/>
                    <a:pt x="256854" y="380201"/>
                  </a:cubicBezTo>
                  <a:cubicBezTo>
                    <a:pt x="256854" y="384054"/>
                    <a:pt x="258448" y="385776"/>
                    <a:pt x="262017" y="385776"/>
                  </a:cubicBezTo>
                  <a:cubicBezTo>
                    <a:pt x="266316" y="385777"/>
                    <a:pt x="267243" y="387623"/>
                    <a:pt x="267554" y="396801"/>
                  </a:cubicBezTo>
                  <a:cubicBezTo>
                    <a:pt x="267995" y="409833"/>
                    <a:pt x="271290" y="414537"/>
                    <a:pt x="281559" y="416793"/>
                  </a:cubicBezTo>
                  <a:cubicBezTo>
                    <a:pt x="287964" y="418199"/>
                    <a:pt x="289378" y="420020"/>
                    <a:pt x="290755" y="428632"/>
                  </a:cubicBezTo>
                  <a:cubicBezTo>
                    <a:pt x="291650" y="434230"/>
                    <a:pt x="293391" y="439433"/>
                    <a:pt x="294624" y="440196"/>
                  </a:cubicBezTo>
                  <a:cubicBezTo>
                    <a:pt x="295858" y="440958"/>
                    <a:pt x="296867" y="446160"/>
                    <a:pt x="296867" y="451755"/>
                  </a:cubicBezTo>
                  <a:cubicBezTo>
                    <a:pt x="296867" y="461851"/>
                    <a:pt x="296793" y="461926"/>
                    <a:pt x="287186" y="461588"/>
                  </a:cubicBezTo>
                  <a:cubicBezTo>
                    <a:pt x="281862" y="461400"/>
                    <a:pt x="258020" y="459243"/>
                    <a:pt x="234204" y="456793"/>
                  </a:cubicBezTo>
                  <a:close/>
                </a:path>
              </a:pathLst>
            </a:custGeom>
            <a:solidFill>
              <a:srgbClr val="B9B9B9"/>
            </a:solidFill>
            <a:ln w="5163" cap="flat">
              <a:noFill/>
              <a:prstDash val="solid"/>
              <a:miter/>
            </a:ln>
          </p:spPr>
          <p:txBody>
            <a:bodyPr/>
            <a:lstStyle/>
            <a:p>
              <a:endParaRPr lang="es-419" noProof="0" dirty="0"/>
            </a:p>
          </p:txBody>
        </p:sp>
        <p:sp>
          <p:nvSpPr>
            <p:cNvPr id="108" name="Forma libre: forma 107">
              <a:extLst>
                <a:ext uri="{FF2B5EF4-FFF2-40B4-BE49-F238E27FC236}">
                  <a16:creationId xmlns:a16="http://schemas.microsoft.com/office/drawing/2014/main" id="{C95C2E60-8000-C36A-5A01-7CF94FA065DC}"/>
                </a:ext>
              </a:extLst>
            </p:cNvPr>
            <p:cNvSpPr/>
            <p:nvPr/>
          </p:nvSpPr>
          <p:spPr>
            <a:xfrm>
              <a:off x="259777" y="1434618"/>
              <a:ext cx="20905" cy="34765"/>
            </a:xfrm>
            <a:custGeom>
              <a:avLst/>
              <a:gdLst>
                <a:gd name="csX0" fmla="*/ 7343 w 20905"/>
                <a:gd name="csY0" fmla="*/ 31742 h 34765"/>
                <a:gd name="csX1" fmla="*/ 5095 w 20905"/>
                <a:gd name="csY1" fmla="*/ 22712 h 34765"/>
                <a:gd name="csX2" fmla="*/ 11946 w 20905"/>
                <a:gd name="csY2" fmla="*/ 12959 h 34765"/>
                <a:gd name="csX3" fmla="*/ 17992 w 20905"/>
                <a:gd name="csY3" fmla="*/ 1997 h 34765"/>
                <a:gd name="csX4" fmla="*/ 19063 w 20905"/>
                <a:gd name="csY4" fmla="*/ 27093 h 34765"/>
                <a:gd name="csX5" fmla="*/ 7343 w 20905"/>
                <a:gd name="csY5" fmla="*/ 31742 h 34765"/>
              </a:gdLst>
              <a:ahLst/>
              <a:cxnLst>
                <a:cxn ang="0">
                  <a:pos x="csX0" y="csY0"/>
                </a:cxn>
                <a:cxn ang="0">
                  <a:pos x="csX1" y="csY1"/>
                </a:cxn>
                <a:cxn ang="0">
                  <a:pos x="csX2" y="csY2"/>
                </a:cxn>
                <a:cxn ang="0">
                  <a:pos x="csX3" y="csY3"/>
                </a:cxn>
                <a:cxn ang="0">
                  <a:pos x="csX4" y="csY4"/>
                </a:cxn>
                <a:cxn ang="0">
                  <a:pos x="csX5" y="csY5"/>
                </a:cxn>
              </a:cxnLst>
              <a:rect l="l" t="t" r="r" b="b"/>
              <a:pathLst>
                <a:path w="20905" h="34765">
                  <a:moveTo>
                    <a:pt x="7343" y="31742"/>
                  </a:moveTo>
                  <a:cubicBezTo>
                    <a:pt x="-1878" y="26647"/>
                    <a:pt x="-2170" y="25474"/>
                    <a:pt x="5095" y="22712"/>
                  </a:cubicBezTo>
                  <a:cubicBezTo>
                    <a:pt x="10179" y="20779"/>
                    <a:pt x="11916" y="18306"/>
                    <a:pt x="11946" y="12959"/>
                  </a:cubicBezTo>
                  <a:cubicBezTo>
                    <a:pt x="11996" y="3833"/>
                    <a:pt x="16177" y="-3749"/>
                    <a:pt x="17992" y="1997"/>
                  </a:cubicBezTo>
                  <a:cubicBezTo>
                    <a:pt x="21527" y="13191"/>
                    <a:pt x="21797" y="19522"/>
                    <a:pt x="19063" y="27093"/>
                  </a:cubicBezTo>
                  <a:cubicBezTo>
                    <a:pt x="15722" y="36343"/>
                    <a:pt x="15691" y="36355"/>
                    <a:pt x="7343" y="31742"/>
                  </a:cubicBezTo>
                  <a:close/>
                </a:path>
              </a:pathLst>
            </a:custGeom>
            <a:solidFill>
              <a:srgbClr val="B9B9B9"/>
            </a:solidFill>
            <a:ln w="5163" cap="flat">
              <a:noFill/>
              <a:prstDash val="solid"/>
              <a:miter/>
            </a:ln>
          </p:spPr>
          <p:txBody>
            <a:bodyPr/>
            <a:lstStyle/>
            <a:p>
              <a:endParaRPr lang="es-419" noProof="0" dirty="0"/>
            </a:p>
          </p:txBody>
        </p:sp>
        <p:sp>
          <p:nvSpPr>
            <p:cNvPr id="109" name="Forma libre: forma 108">
              <a:extLst>
                <a:ext uri="{FF2B5EF4-FFF2-40B4-BE49-F238E27FC236}">
                  <a16:creationId xmlns:a16="http://schemas.microsoft.com/office/drawing/2014/main" id="{D2CE6B25-ABB2-13CC-0BF0-E23F4141B5BF}"/>
                </a:ext>
              </a:extLst>
            </p:cNvPr>
            <p:cNvSpPr/>
            <p:nvPr/>
          </p:nvSpPr>
          <p:spPr>
            <a:xfrm>
              <a:off x="73152" y="1375664"/>
              <a:ext cx="14357" cy="42577"/>
            </a:xfrm>
            <a:custGeom>
              <a:avLst/>
              <a:gdLst>
                <a:gd name="csX0" fmla="*/ 7495 w 14357"/>
                <a:gd name="csY0" fmla="*/ 37645 h 42577"/>
                <a:gd name="csX1" fmla="*/ 3632 w 14357"/>
                <a:gd name="csY1" fmla="*/ 24738 h 42577"/>
                <a:gd name="csX2" fmla="*/ 3632 w 14357"/>
                <a:gd name="csY2" fmla="*/ 1505 h 42577"/>
                <a:gd name="csX3" fmla="*/ 7504 w 14357"/>
                <a:gd name="csY3" fmla="*/ 6137 h 42577"/>
                <a:gd name="csX4" fmla="*/ 10146 w 14357"/>
                <a:gd name="csY4" fmla="*/ 14863 h 42577"/>
                <a:gd name="csX5" fmla="*/ 11643 w 14357"/>
                <a:gd name="csY5" fmla="*/ 38936 h 42577"/>
                <a:gd name="csX6" fmla="*/ 7495 w 14357"/>
                <a:gd name="csY6" fmla="*/ 37645 h 42577"/>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4357" h="42577">
                  <a:moveTo>
                    <a:pt x="7495" y="37645"/>
                  </a:moveTo>
                  <a:cubicBezTo>
                    <a:pt x="7399" y="34096"/>
                    <a:pt x="5661" y="28288"/>
                    <a:pt x="3632" y="24738"/>
                  </a:cubicBezTo>
                  <a:cubicBezTo>
                    <a:pt x="-1211" y="16267"/>
                    <a:pt x="-1211" y="5524"/>
                    <a:pt x="3632" y="1505"/>
                  </a:cubicBezTo>
                  <a:cubicBezTo>
                    <a:pt x="6929" y="-1232"/>
                    <a:pt x="7504" y="-544"/>
                    <a:pt x="7504" y="6137"/>
                  </a:cubicBezTo>
                  <a:cubicBezTo>
                    <a:pt x="7504" y="10452"/>
                    <a:pt x="8693" y="14378"/>
                    <a:pt x="10146" y="14863"/>
                  </a:cubicBezTo>
                  <a:cubicBezTo>
                    <a:pt x="14898" y="16447"/>
                    <a:pt x="15948" y="33343"/>
                    <a:pt x="11643" y="38936"/>
                  </a:cubicBezTo>
                  <a:cubicBezTo>
                    <a:pt x="7745" y="44000"/>
                    <a:pt x="7665" y="43975"/>
                    <a:pt x="7495" y="37645"/>
                  </a:cubicBezTo>
                  <a:close/>
                </a:path>
              </a:pathLst>
            </a:custGeom>
            <a:solidFill>
              <a:srgbClr val="B9B9B9"/>
            </a:solidFill>
            <a:ln w="5163" cap="flat">
              <a:noFill/>
              <a:prstDash val="solid"/>
              <a:miter/>
            </a:ln>
          </p:spPr>
          <p:txBody>
            <a:bodyPr/>
            <a:lstStyle/>
            <a:p>
              <a:endParaRPr lang="es-419" noProof="0" dirty="0"/>
            </a:p>
          </p:txBody>
        </p:sp>
        <p:sp>
          <p:nvSpPr>
            <p:cNvPr id="110" name="Forma libre: forma 109">
              <a:extLst>
                <a:ext uri="{FF2B5EF4-FFF2-40B4-BE49-F238E27FC236}">
                  <a16:creationId xmlns:a16="http://schemas.microsoft.com/office/drawing/2014/main" id="{0FBCD79F-D1DC-0C35-347F-C4CC94E23B23}"/>
                </a:ext>
              </a:extLst>
            </p:cNvPr>
            <p:cNvSpPr/>
            <p:nvPr/>
          </p:nvSpPr>
          <p:spPr>
            <a:xfrm>
              <a:off x="420547" y="1341567"/>
              <a:ext cx="36589" cy="57857"/>
            </a:xfrm>
            <a:custGeom>
              <a:avLst/>
              <a:gdLst>
                <a:gd name="csX0" fmla="*/ 24033 w 36589"/>
                <a:gd name="csY0" fmla="*/ 48231 h 57857"/>
                <a:gd name="csX1" fmla="*/ 8875 w 36589"/>
                <a:gd name="csY1" fmla="*/ 31730 h 57857"/>
                <a:gd name="csX2" fmla="*/ 2815 w 36589"/>
                <a:gd name="csY2" fmla="*/ 140 h 57857"/>
                <a:gd name="csX3" fmla="*/ 18571 w 36589"/>
                <a:gd name="csY3" fmla="*/ 17532 h 57857"/>
                <a:gd name="csX4" fmla="*/ 26156 w 36589"/>
                <a:gd name="csY4" fmla="*/ 27858 h 57857"/>
                <a:gd name="csX5" fmla="*/ 32361 w 36589"/>
                <a:gd name="csY5" fmla="*/ 36599 h 57857"/>
                <a:gd name="csX6" fmla="*/ 34380 w 36589"/>
                <a:gd name="csY6" fmla="*/ 51018 h 57857"/>
                <a:gd name="csX7" fmla="*/ 24033 w 36589"/>
                <a:gd name="csY7" fmla="*/ 48231 h 578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6589" h="57857">
                  <a:moveTo>
                    <a:pt x="24033" y="48231"/>
                  </a:moveTo>
                  <a:cubicBezTo>
                    <a:pt x="18251" y="41995"/>
                    <a:pt x="11430" y="34569"/>
                    <a:pt x="8875" y="31730"/>
                  </a:cubicBezTo>
                  <a:cubicBezTo>
                    <a:pt x="870" y="22831"/>
                    <a:pt x="-3051" y="2391"/>
                    <a:pt x="2815" y="140"/>
                  </a:cubicBezTo>
                  <a:cubicBezTo>
                    <a:pt x="7073" y="-1494"/>
                    <a:pt x="18931" y="11596"/>
                    <a:pt x="18571" y="17532"/>
                  </a:cubicBezTo>
                  <a:cubicBezTo>
                    <a:pt x="18043" y="26212"/>
                    <a:pt x="19252" y="27858"/>
                    <a:pt x="26156" y="27858"/>
                  </a:cubicBezTo>
                  <a:cubicBezTo>
                    <a:pt x="32848" y="27858"/>
                    <a:pt x="33306" y="28504"/>
                    <a:pt x="32361" y="36599"/>
                  </a:cubicBezTo>
                  <a:cubicBezTo>
                    <a:pt x="31800" y="41406"/>
                    <a:pt x="32708" y="47895"/>
                    <a:pt x="34380" y="51018"/>
                  </a:cubicBezTo>
                  <a:cubicBezTo>
                    <a:pt x="39819" y="61181"/>
                    <a:pt x="34782" y="59825"/>
                    <a:pt x="24033" y="48231"/>
                  </a:cubicBezTo>
                  <a:close/>
                </a:path>
              </a:pathLst>
            </a:custGeom>
            <a:solidFill>
              <a:srgbClr val="B9B9B9"/>
            </a:solidFill>
            <a:ln w="5163" cap="flat">
              <a:noFill/>
              <a:prstDash val="solid"/>
              <a:miter/>
            </a:ln>
          </p:spPr>
          <p:txBody>
            <a:bodyPr/>
            <a:lstStyle/>
            <a:p>
              <a:endParaRPr lang="es-419" noProof="0" dirty="0"/>
            </a:p>
          </p:txBody>
        </p:sp>
      </p:grpSp>
      <p:grpSp>
        <p:nvGrpSpPr>
          <p:cNvPr id="111" name="Gráfico 39">
            <a:extLst>
              <a:ext uri="{FF2B5EF4-FFF2-40B4-BE49-F238E27FC236}">
                <a16:creationId xmlns:a16="http://schemas.microsoft.com/office/drawing/2014/main" id="{A864A46D-8BBF-BFC8-5BB5-8889B232D286}"/>
              </a:ext>
            </a:extLst>
          </p:cNvPr>
          <p:cNvGrpSpPr/>
          <p:nvPr/>
        </p:nvGrpSpPr>
        <p:grpSpPr>
          <a:xfrm>
            <a:off x="347681" y="1057339"/>
            <a:ext cx="481325" cy="621418"/>
            <a:chOff x="347681" y="1057339"/>
            <a:chExt cx="481325" cy="621418"/>
          </a:xfrm>
          <a:solidFill>
            <a:srgbClr val="B9B9B9"/>
          </a:solidFill>
        </p:grpSpPr>
        <p:grpSp>
          <p:nvGrpSpPr>
            <p:cNvPr id="112" name="Gráfico 39">
              <a:extLst>
                <a:ext uri="{FF2B5EF4-FFF2-40B4-BE49-F238E27FC236}">
                  <a16:creationId xmlns:a16="http://schemas.microsoft.com/office/drawing/2014/main" id="{5B627390-22C9-B719-CD58-F5AAB56CF117}"/>
                </a:ext>
              </a:extLst>
            </p:cNvPr>
            <p:cNvGrpSpPr/>
            <p:nvPr/>
          </p:nvGrpSpPr>
          <p:grpSpPr>
            <a:xfrm>
              <a:off x="492211" y="1384222"/>
              <a:ext cx="33498" cy="51895"/>
              <a:chOff x="492211" y="1384222"/>
              <a:chExt cx="33498" cy="51895"/>
            </a:xfrm>
            <a:solidFill>
              <a:srgbClr val="B9B9B9"/>
            </a:solidFill>
          </p:grpSpPr>
          <p:sp>
            <p:nvSpPr>
              <p:cNvPr id="113" name="Forma libre: forma 112">
                <a:extLst>
                  <a:ext uri="{FF2B5EF4-FFF2-40B4-BE49-F238E27FC236}">
                    <a16:creationId xmlns:a16="http://schemas.microsoft.com/office/drawing/2014/main" id="{A4C89387-7FCC-C7DA-2315-3E72A21F133B}"/>
                  </a:ext>
                </a:extLst>
              </p:cNvPr>
              <p:cNvSpPr/>
              <p:nvPr/>
            </p:nvSpPr>
            <p:spPr>
              <a:xfrm>
                <a:off x="492211" y="1428798"/>
                <a:ext cx="6246" cy="7319"/>
              </a:xfrm>
              <a:custGeom>
                <a:avLst/>
                <a:gdLst>
                  <a:gd name="csX0" fmla="*/ 460 w 6246"/>
                  <a:gd name="csY0" fmla="*/ 4088 h 7319"/>
                  <a:gd name="csX1" fmla="*/ 4549 w 6246"/>
                  <a:gd name="csY1" fmla="*/ 0 h 7319"/>
                  <a:gd name="csX2" fmla="*/ 1959 w 6246"/>
                  <a:gd name="csY2" fmla="*/ 7153 h 7319"/>
                  <a:gd name="csX3" fmla="*/ 460 w 6246"/>
                  <a:gd name="csY3" fmla="*/ 4088 h 7319"/>
                </a:gdLst>
                <a:ahLst/>
                <a:cxnLst>
                  <a:cxn ang="0">
                    <a:pos x="csX0" y="csY0"/>
                  </a:cxn>
                  <a:cxn ang="0">
                    <a:pos x="csX1" y="csY1"/>
                  </a:cxn>
                  <a:cxn ang="0">
                    <a:pos x="csX2" y="csY2"/>
                  </a:cxn>
                  <a:cxn ang="0">
                    <a:pos x="csX3" y="csY3"/>
                  </a:cxn>
                </a:cxnLst>
                <a:rect l="l" t="t" r="r" b="b"/>
                <a:pathLst>
                  <a:path w="6246" h="7319">
                    <a:moveTo>
                      <a:pt x="460" y="4088"/>
                    </a:moveTo>
                    <a:cubicBezTo>
                      <a:pt x="1323" y="1840"/>
                      <a:pt x="3163" y="0"/>
                      <a:pt x="4549" y="0"/>
                    </a:cubicBezTo>
                    <a:cubicBezTo>
                      <a:pt x="7942" y="0"/>
                      <a:pt x="5818" y="5867"/>
                      <a:pt x="1959" y="7153"/>
                    </a:cubicBezTo>
                    <a:cubicBezTo>
                      <a:pt x="72" y="7782"/>
                      <a:pt x="-505" y="6602"/>
                      <a:pt x="460" y="4088"/>
                    </a:cubicBezTo>
                    <a:close/>
                  </a:path>
                </a:pathLst>
              </a:custGeom>
              <a:solidFill>
                <a:srgbClr val="B9B9B9"/>
              </a:solidFill>
              <a:ln w="5163" cap="flat">
                <a:noFill/>
                <a:prstDash val="solid"/>
                <a:miter/>
              </a:ln>
            </p:spPr>
            <p:txBody>
              <a:bodyPr/>
              <a:lstStyle/>
              <a:p>
                <a:endParaRPr lang="es-419" noProof="0" dirty="0"/>
              </a:p>
            </p:txBody>
          </p:sp>
          <p:sp>
            <p:nvSpPr>
              <p:cNvPr id="114" name="Forma libre: forma 113">
                <a:extLst>
                  <a:ext uri="{FF2B5EF4-FFF2-40B4-BE49-F238E27FC236}">
                    <a16:creationId xmlns:a16="http://schemas.microsoft.com/office/drawing/2014/main" id="{696BB382-5C1A-8708-4C8B-0506F86DF657}"/>
                  </a:ext>
                </a:extLst>
              </p:cNvPr>
              <p:cNvSpPr/>
              <p:nvPr/>
            </p:nvSpPr>
            <p:spPr>
              <a:xfrm>
                <a:off x="495379" y="1384222"/>
                <a:ext cx="30331" cy="44105"/>
              </a:xfrm>
              <a:custGeom>
                <a:avLst/>
                <a:gdLst>
                  <a:gd name="csX0" fmla="*/ 10578 w 30331"/>
                  <a:gd name="csY0" fmla="*/ 40845 h 44105"/>
                  <a:gd name="csX1" fmla="*/ 3426 w 30331"/>
                  <a:gd name="csY1" fmla="*/ 27268 h 44105"/>
                  <a:gd name="csX2" fmla="*/ 8634 w 30331"/>
                  <a:gd name="csY2" fmla="*/ 13316 h 44105"/>
                  <a:gd name="csX3" fmla="*/ 25629 w 30331"/>
                  <a:gd name="csY3" fmla="*/ 1695 h 44105"/>
                  <a:gd name="csX4" fmla="*/ 27283 w 30331"/>
                  <a:gd name="csY4" fmla="*/ 34769 h 44105"/>
                  <a:gd name="csX5" fmla="*/ 10578 w 30331"/>
                  <a:gd name="csY5" fmla="*/ 40845 h 44105"/>
                </a:gdLst>
                <a:ahLst/>
                <a:cxnLst>
                  <a:cxn ang="0">
                    <a:pos x="csX0" y="csY0"/>
                  </a:cxn>
                  <a:cxn ang="0">
                    <a:pos x="csX1" y="csY1"/>
                  </a:cxn>
                  <a:cxn ang="0">
                    <a:pos x="csX2" y="csY2"/>
                  </a:cxn>
                  <a:cxn ang="0">
                    <a:pos x="csX3" y="csY3"/>
                  </a:cxn>
                  <a:cxn ang="0">
                    <a:pos x="csX4" y="csY4"/>
                  </a:cxn>
                  <a:cxn ang="0">
                    <a:pos x="csX5" y="csY5"/>
                  </a:cxn>
                </a:cxnLst>
                <a:rect l="l" t="t" r="r" b="b"/>
                <a:pathLst>
                  <a:path w="30331" h="44105">
                    <a:moveTo>
                      <a:pt x="10578" y="40845"/>
                    </a:moveTo>
                    <a:cubicBezTo>
                      <a:pt x="-1917" y="34327"/>
                      <a:pt x="-2001" y="34167"/>
                      <a:pt x="3426" y="27268"/>
                    </a:cubicBezTo>
                    <a:cubicBezTo>
                      <a:pt x="6291" y="23626"/>
                      <a:pt x="8634" y="17348"/>
                      <a:pt x="8634" y="13316"/>
                    </a:cubicBezTo>
                    <a:cubicBezTo>
                      <a:pt x="8634" y="4586"/>
                      <a:pt x="20679" y="-3650"/>
                      <a:pt x="25629" y="1695"/>
                    </a:cubicBezTo>
                    <a:cubicBezTo>
                      <a:pt x="31123" y="7627"/>
                      <a:pt x="31970" y="24580"/>
                      <a:pt x="27283" y="34769"/>
                    </a:cubicBezTo>
                    <a:cubicBezTo>
                      <a:pt x="22315" y="45567"/>
                      <a:pt x="20734" y="46142"/>
                      <a:pt x="10578" y="40845"/>
                    </a:cubicBezTo>
                    <a:close/>
                  </a:path>
                </a:pathLst>
              </a:custGeom>
              <a:solidFill>
                <a:srgbClr val="B9B9B9"/>
              </a:solidFill>
              <a:ln w="5163" cap="flat">
                <a:noFill/>
                <a:prstDash val="solid"/>
                <a:miter/>
              </a:ln>
            </p:spPr>
            <p:txBody>
              <a:bodyPr/>
              <a:lstStyle/>
              <a:p>
                <a:endParaRPr lang="es-419" noProof="0" dirty="0"/>
              </a:p>
            </p:txBody>
          </p:sp>
        </p:grpSp>
        <p:grpSp>
          <p:nvGrpSpPr>
            <p:cNvPr id="115" name="Gráfico 39">
              <a:extLst>
                <a:ext uri="{FF2B5EF4-FFF2-40B4-BE49-F238E27FC236}">
                  <a16:creationId xmlns:a16="http://schemas.microsoft.com/office/drawing/2014/main" id="{5B8D0FAB-3546-4589-AF8F-428348DA607F}"/>
                </a:ext>
              </a:extLst>
            </p:cNvPr>
            <p:cNvGrpSpPr/>
            <p:nvPr/>
          </p:nvGrpSpPr>
          <p:grpSpPr>
            <a:xfrm>
              <a:off x="347681" y="1057339"/>
              <a:ext cx="481325" cy="621418"/>
              <a:chOff x="347681" y="1057339"/>
              <a:chExt cx="481325" cy="621418"/>
            </a:xfrm>
            <a:solidFill>
              <a:srgbClr val="B9B9B9"/>
            </a:solidFill>
          </p:grpSpPr>
          <p:sp>
            <p:nvSpPr>
              <p:cNvPr id="116" name="Forma libre: forma 115">
                <a:extLst>
                  <a:ext uri="{FF2B5EF4-FFF2-40B4-BE49-F238E27FC236}">
                    <a16:creationId xmlns:a16="http://schemas.microsoft.com/office/drawing/2014/main" id="{BD5CE388-FC7A-BF45-1DE6-B51116E8D6F8}"/>
                  </a:ext>
                </a:extLst>
              </p:cNvPr>
              <p:cNvSpPr/>
              <p:nvPr/>
            </p:nvSpPr>
            <p:spPr>
              <a:xfrm>
                <a:off x="347681" y="1057339"/>
                <a:ext cx="481325" cy="621418"/>
              </a:xfrm>
              <a:custGeom>
                <a:avLst/>
                <a:gdLst>
                  <a:gd name="csX0" fmla="*/ 392709 w 481325"/>
                  <a:gd name="csY0" fmla="*/ 609477 h 621418"/>
                  <a:gd name="csX1" fmla="*/ 388957 w 481325"/>
                  <a:gd name="csY1" fmla="*/ 594848 h 621418"/>
                  <a:gd name="csX2" fmla="*/ 382520 w 481325"/>
                  <a:gd name="csY2" fmla="*/ 582680 h 621418"/>
                  <a:gd name="csX3" fmla="*/ 381003 w 481325"/>
                  <a:gd name="csY3" fmla="*/ 575394 h 621418"/>
                  <a:gd name="csX4" fmla="*/ 376772 w 481325"/>
                  <a:gd name="csY4" fmla="*/ 573517 h 621418"/>
                  <a:gd name="csX5" fmla="*/ 372471 w 481325"/>
                  <a:gd name="csY5" fmla="*/ 575078 h 621418"/>
                  <a:gd name="csX6" fmla="*/ 371638 w 481325"/>
                  <a:gd name="csY6" fmla="*/ 577600 h 621418"/>
                  <a:gd name="csX7" fmla="*/ 373727 w 481325"/>
                  <a:gd name="csY7" fmla="*/ 583138 h 621418"/>
                  <a:gd name="csX8" fmla="*/ 369193 w 481325"/>
                  <a:gd name="csY8" fmla="*/ 580381 h 621418"/>
                  <a:gd name="csX9" fmla="*/ 364289 w 481325"/>
                  <a:gd name="csY9" fmla="*/ 578851 h 621418"/>
                  <a:gd name="csX10" fmla="*/ 358202 w 481325"/>
                  <a:gd name="csY10" fmla="*/ 578294 h 621418"/>
                  <a:gd name="csX11" fmla="*/ 344811 w 481325"/>
                  <a:gd name="csY11" fmla="*/ 546998 h 621418"/>
                  <a:gd name="csX12" fmla="*/ 347360 w 481325"/>
                  <a:gd name="csY12" fmla="*/ 544424 h 621418"/>
                  <a:gd name="csX13" fmla="*/ 329284 w 481325"/>
                  <a:gd name="csY13" fmla="*/ 536840 h 621418"/>
                  <a:gd name="csX14" fmla="*/ 312504 w 481325"/>
                  <a:gd name="csY14" fmla="*/ 531378 h 621418"/>
                  <a:gd name="csX15" fmla="*/ 299274 w 481325"/>
                  <a:gd name="csY15" fmla="*/ 523870 h 621418"/>
                  <a:gd name="csX16" fmla="*/ 298267 w 481325"/>
                  <a:gd name="csY16" fmla="*/ 519838 h 621418"/>
                  <a:gd name="csX17" fmla="*/ 294146 w 481325"/>
                  <a:gd name="csY17" fmla="*/ 506308 h 621418"/>
                  <a:gd name="csX18" fmla="*/ 290635 w 481325"/>
                  <a:gd name="csY18" fmla="*/ 495822 h 621418"/>
                  <a:gd name="csX19" fmla="*/ 290295 w 481325"/>
                  <a:gd name="csY19" fmla="*/ 485043 h 621418"/>
                  <a:gd name="csX20" fmla="*/ 292460 w 481325"/>
                  <a:gd name="csY20" fmla="*/ 479235 h 621418"/>
                  <a:gd name="csX21" fmla="*/ 293954 w 481325"/>
                  <a:gd name="csY21" fmla="*/ 469554 h 621418"/>
                  <a:gd name="csX22" fmla="*/ 288754 w 481325"/>
                  <a:gd name="csY22" fmla="*/ 460702 h 621418"/>
                  <a:gd name="csX23" fmla="*/ 283583 w 481325"/>
                  <a:gd name="csY23" fmla="*/ 460065 h 621418"/>
                  <a:gd name="csX24" fmla="*/ 278874 w 481325"/>
                  <a:gd name="csY24" fmla="*/ 460231 h 621418"/>
                  <a:gd name="csX25" fmla="*/ 272498 w 481325"/>
                  <a:gd name="csY25" fmla="*/ 449744 h 621418"/>
                  <a:gd name="csX26" fmla="*/ 269740 w 481325"/>
                  <a:gd name="csY26" fmla="*/ 445139 h 621418"/>
                  <a:gd name="csX27" fmla="*/ 268211 w 481325"/>
                  <a:gd name="csY27" fmla="*/ 450043 h 621418"/>
                  <a:gd name="csX28" fmla="*/ 267044 w 481325"/>
                  <a:gd name="csY28" fmla="*/ 456881 h 621418"/>
                  <a:gd name="csX29" fmla="*/ 259538 w 481325"/>
                  <a:gd name="csY29" fmla="*/ 454425 h 621418"/>
                  <a:gd name="csX30" fmla="*/ 254428 w 481325"/>
                  <a:gd name="csY30" fmla="*/ 444654 h 621418"/>
                  <a:gd name="csX31" fmla="*/ 249421 w 481325"/>
                  <a:gd name="csY31" fmla="*/ 443656 h 621418"/>
                  <a:gd name="csX32" fmla="*/ 238700 w 481325"/>
                  <a:gd name="csY32" fmla="*/ 428558 h 621418"/>
                  <a:gd name="csX33" fmla="*/ 224166 w 481325"/>
                  <a:gd name="csY33" fmla="*/ 409935 h 621418"/>
                  <a:gd name="csX34" fmla="*/ 213124 w 481325"/>
                  <a:gd name="csY34" fmla="*/ 401065 h 621418"/>
                  <a:gd name="csX35" fmla="*/ 206671 w 481325"/>
                  <a:gd name="csY35" fmla="*/ 388468 h 621418"/>
                  <a:gd name="csX36" fmla="*/ 204242 w 481325"/>
                  <a:gd name="csY36" fmla="*/ 374041 h 621418"/>
                  <a:gd name="csX37" fmla="*/ 206562 w 481325"/>
                  <a:gd name="csY37" fmla="*/ 371283 h 621418"/>
                  <a:gd name="csX38" fmla="*/ 201394 w 481325"/>
                  <a:gd name="csY38" fmla="*/ 369855 h 621418"/>
                  <a:gd name="csX39" fmla="*/ 181743 w 481325"/>
                  <a:gd name="csY39" fmla="*/ 350072 h 621418"/>
                  <a:gd name="csX40" fmla="*/ 180840 w 481325"/>
                  <a:gd name="csY40" fmla="*/ 340015 h 621418"/>
                  <a:gd name="csX41" fmla="*/ 168342 w 481325"/>
                  <a:gd name="csY41" fmla="*/ 316750 h 621418"/>
                  <a:gd name="csX42" fmla="*/ 162786 w 481325"/>
                  <a:gd name="csY42" fmla="*/ 304341 h 621418"/>
                  <a:gd name="csX43" fmla="*/ 153959 w 481325"/>
                  <a:gd name="csY43" fmla="*/ 280463 h 621418"/>
                  <a:gd name="csX44" fmla="*/ 143231 w 481325"/>
                  <a:gd name="csY44" fmla="*/ 268201 h 621418"/>
                  <a:gd name="csX45" fmla="*/ 141096 w 481325"/>
                  <a:gd name="csY45" fmla="*/ 246493 h 621418"/>
                  <a:gd name="csX46" fmla="*/ 133510 w 481325"/>
                  <a:gd name="csY46" fmla="*/ 215932 h 621418"/>
                  <a:gd name="csX47" fmla="*/ 125786 w 481325"/>
                  <a:gd name="csY47" fmla="*/ 201792 h 621418"/>
                  <a:gd name="csX48" fmla="*/ 113580 w 481325"/>
                  <a:gd name="csY48" fmla="*/ 175023 h 621418"/>
                  <a:gd name="csX49" fmla="*/ 104703 w 481325"/>
                  <a:gd name="csY49" fmla="*/ 151035 h 621418"/>
                  <a:gd name="csX50" fmla="*/ 100240 w 481325"/>
                  <a:gd name="csY50" fmla="*/ 135893 h 621418"/>
                  <a:gd name="csX51" fmla="*/ 100240 w 481325"/>
                  <a:gd name="csY51" fmla="*/ 128463 h 621418"/>
                  <a:gd name="csX52" fmla="*/ 99247 w 481325"/>
                  <a:gd name="csY52" fmla="*/ 115142 h 621418"/>
                  <a:gd name="csX53" fmla="*/ 93791 w 481325"/>
                  <a:gd name="csY53" fmla="*/ 109442 h 621418"/>
                  <a:gd name="csX54" fmla="*/ 95549 w 481325"/>
                  <a:gd name="csY54" fmla="*/ 115250 h 621418"/>
                  <a:gd name="csX55" fmla="*/ 90800 w 481325"/>
                  <a:gd name="csY55" fmla="*/ 117023 h 621418"/>
                  <a:gd name="csX56" fmla="*/ 87172 w 481325"/>
                  <a:gd name="csY56" fmla="*/ 114272 h 621418"/>
                  <a:gd name="csX57" fmla="*/ 67148 w 481325"/>
                  <a:gd name="csY57" fmla="*/ 111209 h 621418"/>
                  <a:gd name="csX58" fmla="*/ 49971 w 481325"/>
                  <a:gd name="csY58" fmla="*/ 100232 h 621418"/>
                  <a:gd name="csX59" fmla="*/ 44090 w 481325"/>
                  <a:gd name="csY59" fmla="*/ 90574 h 621418"/>
                  <a:gd name="csX60" fmla="*/ 35863 w 481325"/>
                  <a:gd name="csY60" fmla="*/ 83433 h 621418"/>
                  <a:gd name="csX61" fmla="*/ 32588 w 481325"/>
                  <a:gd name="csY61" fmla="*/ 82069 h 621418"/>
                  <a:gd name="csX62" fmla="*/ 11771 w 481325"/>
                  <a:gd name="csY62" fmla="*/ 68233 h 621418"/>
                  <a:gd name="csX63" fmla="*/ 5348 w 481325"/>
                  <a:gd name="csY63" fmla="*/ 59589 h 621418"/>
                  <a:gd name="csX64" fmla="*/ 1583 w 481325"/>
                  <a:gd name="csY64" fmla="*/ 46912 h 621418"/>
                  <a:gd name="csX65" fmla="*/ 325 w 481325"/>
                  <a:gd name="csY65" fmla="*/ 17525 h 621418"/>
                  <a:gd name="csX66" fmla="*/ 4538 w 481325"/>
                  <a:gd name="csY66" fmla="*/ 6689 h 621418"/>
                  <a:gd name="csX67" fmla="*/ 10480 w 481325"/>
                  <a:gd name="csY67" fmla="*/ 0 h 621418"/>
                  <a:gd name="csX68" fmla="*/ 53074 w 481325"/>
                  <a:gd name="csY68" fmla="*/ 22147 h 621418"/>
                  <a:gd name="csX69" fmla="*/ 133099 w 481325"/>
                  <a:gd name="csY69" fmla="*/ 64285 h 621418"/>
                  <a:gd name="csX70" fmla="*/ 308638 w 481325"/>
                  <a:gd name="csY70" fmla="*/ 150152 h 621418"/>
                  <a:gd name="csX71" fmla="*/ 460324 w 481325"/>
                  <a:gd name="csY71" fmla="*/ 163865 h 621418"/>
                  <a:gd name="csX72" fmla="*/ 466125 w 481325"/>
                  <a:gd name="csY72" fmla="*/ 170071 h 621418"/>
                  <a:gd name="csX73" fmla="*/ 465714 w 481325"/>
                  <a:gd name="csY73" fmla="*/ 176317 h 621418"/>
                  <a:gd name="csX74" fmla="*/ 471176 w 481325"/>
                  <a:gd name="csY74" fmla="*/ 205515 h 621418"/>
                  <a:gd name="csX75" fmla="*/ 478356 w 481325"/>
                  <a:gd name="csY75" fmla="*/ 244968 h 621418"/>
                  <a:gd name="csX76" fmla="*/ 480666 w 481325"/>
                  <a:gd name="csY76" fmla="*/ 291434 h 621418"/>
                  <a:gd name="csX77" fmla="*/ 471606 w 481325"/>
                  <a:gd name="csY77" fmla="*/ 339879 h 621418"/>
                  <a:gd name="csX78" fmla="*/ 467718 w 481325"/>
                  <a:gd name="csY78" fmla="*/ 346935 h 621418"/>
                  <a:gd name="csX79" fmla="*/ 468256 w 481325"/>
                  <a:gd name="csY79" fmla="*/ 419216 h 621418"/>
                  <a:gd name="csX80" fmla="*/ 469120 w 481325"/>
                  <a:gd name="csY80" fmla="*/ 434705 h 621418"/>
                  <a:gd name="csX81" fmla="*/ 451760 w 481325"/>
                  <a:gd name="csY81" fmla="*/ 439004 h 621418"/>
                  <a:gd name="csX82" fmla="*/ 430017 w 481325"/>
                  <a:gd name="csY82" fmla="*/ 458164 h 621418"/>
                  <a:gd name="csX83" fmla="*/ 441207 w 481325"/>
                  <a:gd name="csY83" fmla="*/ 484914 h 621418"/>
                  <a:gd name="csX84" fmla="*/ 455538 w 481325"/>
                  <a:gd name="csY84" fmla="*/ 533438 h 621418"/>
                  <a:gd name="csX85" fmla="*/ 463393 w 481325"/>
                  <a:gd name="csY85" fmla="*/ 557324 h 621418"/>
                  <a:gd name="csX86" fmla="*/ 466107 w 481325"/>
                  <a:gd name="csY86" fmla="*/ 564704 h 621418"/>
                  <a:gd name="csX87" fmla="*/ 427332 w 481325"/>
                  <a:gd name="csY87" fmla="*/ 607875 h 621418"/>
                  <a:gd name="csX88" fmla="*/ 408378 w 481325"/>
                  <a:gd name="csY88" fmla="*/ 619278 h 621418"/>
                  <a:gd name="csX89" fmla="*/ 406733 w 481325"/>
                  <a:gd name="csY89" fmla="*/ 612610 h 621418"/>
                  <a:gd name="csX90" fmla="*/ 398989 w 481325"/>
                  <a:gd name="csY90" fmla="*/ 614115 h 621418"/>
                  <a:gd name="csX91" fmla="*/ 394277 w 481325"/>
                  <a:gd name="csY91" fmla="*/ 621279 h 621418"/>
                  <a:gd name="csX92" fmla="*/ 392709 w 481325"/>
                  <a:gd name="csY92" fmla="*/ 609477 h 62141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Lst>
                <a:rect l="l" t="t" r="r" b="b"/>
                <a:pathLst>
                  <a:path w="481325" h="621418">
                    <a:moveTo>
                      <a:pt x="392709" y="609477"/>
                    </a:moveTo>
                    <a:cubicBezTo>
                      <a:pt x="394253" y="597840"/>
                      <a:pt x="393887" y="596413"/>
                      <a:pt x="388957" y="594848"/>
                    </a:cubicBezTo>
                    <a:cubicBezTo>
                      <a:pt x="381454" y="592467"/>
                      <a:pt x="376874" y="583809"/>
                      <a:pt x="382520" y="582680"/>
                    </a:cubicBezTo>
                    <a:cubicBezTo>
                      <a:pt x="386074" y="581969"/>
                      <a:pt x="385853" y="580904"/>
                      <a:pt x="381003" y="575394"/>
                    </a:cubicBezTo>
                    <a:cubicBezTo>
                      <a:pt x="377016" y="570863"/>
                      <a:pt x="375755" y="570304"/>
                      <a:pt x="376772" y="573517"/>
                    </a:cubicBezTo>
                    <a:cubicBezTo>
                      <a:pt x="378038" y="577517"/>
                      <a:pt x="377495" y="577714"/>
                      <a:pt x="372471" y="575078"/>
                    </a:cubicBezTo>
                    <a:cubicBezTo>
                      <a:pt x="366755" y="572079"/>
                      <a:pt x="366750" y="572094"/>
                      <a:pt x="371638" y="577600"/>
                    </a:cubicBezTo>
                    <a:cubicBezTo>
                      <a:pt x="374343" y="580646"/>
                      <a:pt x="375283" y="583138"/>
                      <a:pt x="373727" y="583138"/>
                    </a:cubicBezTo>
                    <a:cubicBezTo>
                      <a:pt x="372171" y="583138"/>
                      <a:pt x="370131" y="581897"/>
                      <a:pt x="369193" y="580381"/>
                    </a:cubicBezTo>
                    <a:cubicBezTo>
                      <a:pt x="368256" y="578864"/>
                      <a:pt x="366049" y="578176"/>
                      <a:pt x="364289" y="578851"/>
                    </a:cubicBezTo>
                    <a:cubicBezTo>
                      <a:pt x="362530" y="579526"/>
                      <a:pt x="359790" y="579276"/>
                      <a:pt x="358202" y="578294"/>
                    </a:cubicBezTo>
                    <a:cubicBezTo>
                      <a:pt x="354056" y="575732"/>
                      <a:pt x="341762" y="546998"/>
                      <a:pt x="344811" y="546998"/>
                    </a:cubicBezTo>
                    <a:cubicBezTo>
                      <a:pt x="346213" y="546998"/>
                      <a:pt x="347360" y="545839"/>
                      <a:pt x="347360" y="544424"/>
                    </a:cubicBezTo>
                    <a:cubicBezTo>
                      <a:pt x="347360" y="541126"/>
                      <a:pt x="331006" y="534265"/>
                      <a:pt x="329284" y="536840"/>
                    </a:cubicBezTo>
                    <a:cubicBezTo>
                      <a:pt x="328570" y="537907"/>
                      <a:pt x="321020" y="535449"/>
                      <a:pt x="312504" y="531378"/>
                    </a:cubicBezTo>
                    <a:cubicBezTo>
                      <a:pt x="303989" y="527306"/>
                      <a:pt x="298035" y="523928"/>
                      <a:pt x="299274" y="523870"/>
                    </a:cubicBezTo>
                    <a:cubicBezTo>
                      <a:pt x="300512" y="523812"/>
                      <a:pt x="300059" y="521998"/>
                      <a:pt x="298267" y="519838"/>
                    </a:cubicBezTo>
                    <a:cubicBezTo>
                      <a:pt x="296474" y="517678"/>
                      <a:pt x="294620" y="511589"/>
                      <a:pt x="294146" y="506308"/>
                    </a:cubicBezTo>
                    <a:cubicBezTo>
                      <a:pt x="293672" y="501026"/>
                      <a:pt x="292092" y="496307"/>
                      <a:pt x="290635" y="495822"/>
                    </a:cubicBezTo>
                    <a:cubicBezTo>
                      <a:pt x="287387" y="494739"/>
                      <a:pt x="287081" y="485043"/>
                      <a:pt x="290295" y="485043"/>
                    </a:cubicBezTo>
                    <a:cubicBezTo>
                      <a:pt x="291564" y="485043"/>
                      <a:pt x="292539" y="482429"/>
                      <a:pt x="292460" y="479235"/>
                    </a:cubicBezTo>
                    <a:cubicBezTo>
                      <a:pt x="292381" y="476040"/>
                      <a:pt x="293054" y="471684"/>
                      <a:pt x="293954" y="469554"/>
                    </a:cubicBezTo>
                    <a:cubicBezTo>
                      <a:pt x="294994" y="467095"/>
                      <a:pt x="293096" y="463864"/>
                      <a:pt x="288754" y="460702"/>
                    </a:cubicBezTo>
                    <a:cubicBezTo>
                      <a:pt x="282831" y="456387"/>
                      <a:pt x="282139" y="456302"/>
                      <a:pt x="283583" y="460065"/>
                    </a:cubicBezTo>
                    <a:cubicBezTo>
                      <a:pt x="285131" y="464099"/>
                      <a:pt x="284795" y="464110"/>
                      <a:pt x="278874" y="460231"/>
                    </a:cubicBezTo>
                    <a:cubicBezTo>
                      <a:pt x="274972" y="457675"/>
                      <a:pt x="272498" y="453605"/>
                      <a:pt x="272498" y="449744"/>
                    </a:cubicBezTo>
                    <a:cubicBezTo>
                      <a:pt x="272498" y="445927"/>
                      <a:pt x="271409" y="444108"/>
                      <a:pt x="269740" y="445139"/>
                    </a:cubicBezTo>
                    <a:cubicBezTo>
                      <a:pt x="268224" y="446077"/>
                      <a:pt x="267535" y="448283"/>
                      <a:pt x="268211" y="450043"/>
                    </a:cubicBezTo>
                    <a:cubicBezTo>
                      <a:pt x="268886" y="451803"/>
                      <a:pt x="268361" y="454880"/>
                      <a:pt x="267044" y="456881"/>
                    </a:cubicBezTo>
                    <a:cubicBezTo>
                      <a:pt x="265087" y="459853"/>
                      <a:pt x="263712" y="459403"/>
                      <a:pt x="259538" y="454425"/>
                    </a:cubicBezTo>
                    <a:cubicBezTo>
                      <a:pt x="256727" y="451073"/>
                      <a:pt x="254428" y="446676"/>
                      <a:pt x="254428" y="444654"/>
                    </a:cubicBezTo>
                    <a:cubicBezTo>
                      <a:pt x="254428" y="441815"/>
                      <a:pt x="253286" y="441587"/>
                      <a:pt x="249421" y="443656"/>
                    </a:cubicBezTo>
                    <a:cubicBezTo>
                      <a:pt x="243479" y="446836"/>
                      <a:pt x="243193" y="446433"/>
                      <a:pt x="238700" y="428558"/>
                    </a:cubicBezTo>
                    <a:cubicBezTo>
                      <a:pt x="235500" y="415829"/>
                      <a:pt x="234285" y="414272"/>
                      <a:pt x="224166" y="409935"/>
                    </a:cubicBezTo>
                    <a:cubicBezTo>
                      <a:pt x="217728" y="407175"/>
                      <a:pt x="213124" y="403477"/>
                      <a:pt x="213124" y="401065"/>
                    </a:cubicBezTo>
                    <a:cubicBezTo>
                      <a:pt x="213124" y="398790"/>
                      <a:pt x="210220" y="393122"/>
                      <a:pt x="206671" y="388468"/>
                    </a:cubicBezTo>
                    <a:cubicBezTo>
                      <a:pt x="199265" y="378758"/>
                      <a:pt x="198471" y="374041"/>
                      <a:pt x="204242" y="374041"/>
                    </a:cubicBezTo>
                    <a:cubicBezTo>
                      <a:pt x="206455" y="374041"/>
                      <a:pt x="207499" y="372800"/>
                      <a:pt x="206562" y="371283"/>
                    </a:cubicBezTo>
                    <a:cubicBezTo>
                      <a:pt x="205625" y="369767"/>
                      <a:pt x="203299" y="369124"/>
                      <a:pt x="201394" y="369855"/>
                    </a:cubicBezTo>
                    <a:cubicBezTo>
                      <a:pt x="197850" y="371215"/>
                      <a:pt x="182472" y="355734"/>
                      <a:pt x="181743" y="350072"/>
                    </a:cubicBezTo>
                    <a:cubicBezTo>
                      <a:pt x="181521" y="348347"/>
                      <a:pt x="181114" y="343821"/>
                      <a:pt x="180840" y="340015"/>
                    </a:cubicBezTo>
                    <a:cubicBezTo>
                      <a:pt x="179988" y="328208"/>
                      <a:pt x="174287" y="317597"/>
                      <a:pt x="168342" y="316750"/>
                    </a:cubicBezTo>
                    <a:cubicBezTo>
                      <a:pt x="163596" y="316073"/>
                      <a:pt x="162786" y="314266"/>
                      <a:pt x="162786" y="304341"/>
                    </a:cubicBezTo>
                    <a:cubicBezTo>
                      <a:pt x="162786" y="295229"/>
                      <a:pt x="160883" y="290082"/>
                      <a:pt x="153959" y="280463"/>
                    </a:cubicBezTo>
                    <a:cubicBezTo>
                      <a:pt x="149104" y="273719"/>
                      <a:pt x="144276" y="268201"/>
                      <a:pt x="143231" y="268201"/>
                    </a:cubicBezTo>
                    <a:cubicBezTo>
                      <a:pt x="142186" y="268201"/>
                      <a:pt x="141225" y="258432"/>
                      <a:pt x="141096" y="246493"/>
                    </a:cubicBezTo>
                    <a:cubicBezTo>
                      <a:pt x="140831" y="221943"/>
                      <a:pt x="139743" y="217562"/>
                      <a:pt x="133510" y="215932"/>
                    </a:cubicBezTo>
                    <a:cubicBezTo>
                      <a:pt x="130755" y="215211"/>
                      <a:pt x="127873" y="209936"/>
                      <a:pt x="125786" y="201792"/>
                    </a:cubicBezTo>
                    <a:cubicBezTo>
                      <a:pt x="123955" y="194647"/>
                      <a:pt x="118462" y="182601"/>
                      <a:pt x="113580" y="175023"/>
                    </a:cubicBezTo>
                    <a:cubicBezTo>
                      <a:pt x="107284" y="165251"/>
                      <a:pt x="104703" y="158277"/>
                      <a:pt x="104703" y="151035"/>
                    </a:cubicBezTo>
                    <a:cubicBezTo>
                      <a:pt x="104703" y="144982"/>
                      <a:pt x="102887" y="138818"/>
                      <a:pt x="100240" y="135893"/>
                    </a:cubicBezTo>
                    <a:cubicBezTo>
                      <a:pt x="96009" y="131218"/>
                      <a:pt x="96009" y="130831"/>
                      <a:pt x="100240" y="128463"/>
                    </a:cubicBezTo>
                    <a:cubicBezTo>
                      <a:pt x="106103" y="125181"/>
                      <a:pt x="105871" y="122062"/>
                      <a:pt x="99247" y="115142"/>
                    </a:cubicBezTo>
                    <a:lnTo>
                      <a:pt x="93791" y="109442"/>
                    </a:lnTo>
                    <a:lnTo>
                      <a:pt x="95549" y="115250"/>
                    </a:lnTo>
                    <a:cubicBezTo>
                      <a:pt x="97517" y="121752"/>
                      <a:pt x="93229" y="123352"/>
                      <a:pt x="90800" y="117023"/>
                    </a:cubicBezTo>
                    <a:cubicBezTo>
                      <a:pt x="89948" y="114803"/>
                      <a:pt x="88316" y="113565"/>
                      <a:pt x="87172" y="114272"/>
                    </a:cubicBezTo>
                    <a:cubicBezTo>
                      <a:pt x="86029" y="114978"/>
                      <a:pt x="77018" y="113600"/>
                      <a:pt x="67148" y="111209"/>
                    </a:cubicBezTo>
                    <a:cubicBezTo>
                      <a:pt x="50330" y="107134"/>
                      <a:pt x="49251" y="106444"/>
                      <a:pt x="49971" y="100232"/>
                    </a:cubicBezTo>
                    <a:cubicBezTo>
                      <a:pt x="50552" y="95214"/>
                      <a:pt x="49124" y="92867"/>
                      <a:pt x="44090" y="90574"/>
                    </a:cubicBezTo>
                    <a:cubicBezTo>
                      <a:pt x="40433" y="88908"/>
                      <a:pt x="36731" y="85694"/>
                      <a:pt x="35863" y="83433"/>
                    </a:cubicBezTo>
                    <a:cubicBezTo>
                      <a:pt x="34873" y="80853"/>
                      <a:pt x="33654" y="80345"/>
                      <a:pt x="32588" y="82069"/>
                    </a:cubicBezTo>
                    <a:cubicBezTo>
                      <a:pt x="30403" y="85606"/>
                      <a:pt x="11771" y="73222"/>
                      <a:pt x="11771" y="68233"/>
                    </a:cubicBezTo>
                    <a:cubicBezTo>
                      <a:pt x="11771" y="66258"/>
                      <a:pt x="8881" y="62368"/>
                      <a:pt x="5348" y="59589"/>
                    </a:cubicBezTo>
                    <a:cubicBezTo>
                      <a:pt x="-304" y="55143"/>
                      <a:pt x="-756" y="53621"/>
                      <a:pt x="1583" y="46912"/>
                    </a:cubicBezTo>
                    <a:cubicBezTo>
                      <a:pt x="4225" y="39332"/>
                      <a:pt x="3631" y="25451"/>
                      <a:pt x="325" y="17525"/>
                    </a:cubicBezTo>
                    <a:cubicBezTo>
                      <a:pt x="-744" y="14961"/>
                      <a:pt x="864" y="10824"/>
                      <a:pt x="4538" y="6689"/>
                    </a:cubicBezTo>
                    <a:lnTo>
                      <a:pt x="10480" y="0"/>
                    </a:lnTo>
                    <a:lnTo>
                      <a:pt x="53074" y="22147"/>
                    </a:lnTo>
                    <a:cubicBezTo>
                      <a:pt x="76501" y="34328"/>
                      <a:pt x="112512" y="53290"/>
                      <a:pt x="133099" y="64285"/>
                    </a:cubicBezTo>
                    <a:cubicBezTo>
                      <a:pt x="293633" y="150024"/>
                      <a:pt x="290844" y="148660"/>
                      <a:pt x="308638" y="150152"/>
                    </a:cubicBezTo>
                    <a:cubicBezTo>
                      <a:pt x="379829" y="156121"/>
                      <a:pt x="453326" y="162765"/>
                      <a:pt x="460324" y="163865"/>
                    </a:cubicBezTo>
                    <a:cubicBezTo>
                      <a:pt x="467642" y="165014"/>
                      <a:pt x="468398" y="165824"/>
                      <a:pt x="466125" y="170071"/>
                    </a:cubicBezTo>
                    <a:cubicBezTo>
                      <a:pt x="464688" y="172758"/>
                      <a:pt x="464502" y="175568"/>
                      <a:pt x="465714" y="176317"/>
                    </a:cubicBezTo>
                    <a:cubicBezTo>
                      <a:pt x="466925" y="177066"/>
                      <a:pt x="469383" y="190205"/>
                      <a:pt x="471176" y="205515"/>
                    </a:cubicBezTo>
                    <a:cubicBezTo>
                      <a:pt x="472969" y="220825"/>
                      <a:pt x="476200" y="238579"/>
                      <a:pt x="478356" y="244968"/>
                    </a:cubicBezTo>
                    <a:cubicBezTo>
                      <a:pt x="481464" y="254178"/>
                      <a:pt x="481943" y="263804"/>
                      <a:pt x="480666" y="291434"/>
                    </a:cubicBezTo>
                    <a:cubicBezTo>
                      <a:pt x="478736" y="333232"/>
                      <a:pt x="477318" y="340812"/>
                      <a:pt x="471606" y="339879"/>
                    </a:cubicBezTo>
                    <a:cubicBezTo>
                      <a:pt x="468443" y="339362"/>
                      <a:pt x="467477" y="341115"/>
                      <a:pt x="467718" y="346935"/>
                    </a:cubicBezTo>
                    <a:cubicBezTo>
                      <a:pt x="467998" y="353675"/>
                      <a:pt x="468241" y="386395"/>
                      <a:pt x="468256" y="419216"/>
                    </a:cubicBezTo>
                    <a:cubicBezTo>
                      <a:pt x="468259" y="424895"/>
                      <a:pt x="468647" y="431865"/>
                      <a:pt x="469120" y="434705"/>
                    </a:cubicBezTo>
                    <a:cubicBezTo>
                      <a:pt x="469922" y="439526"/>
                      <a:pt x="468775" y="439811"/>
                      <a:pt x="451760" y="439004"/>
                    </a:cubicBezTo>
                    <a:cubicBezTo>
                      <a:pt x="428789" y="437915"/>
                      <a:pt x="426025" y="440351"/>
                      <a:pt x="430017" y="458164"/>
                    </a:cubicBezTo>
                    <a:cubicBezTo>
                      <a:pt x="431548" y="464996"/>
                      <a:pt x="436584" y="477034"/>
                      <a:pt x="441207" y="484914"/>
                    </a:cubicBezTo>
                    <a:cubicBezTo>
                      <a:pt x="456169" y="510414"/>
                      <a:pt x="459720" y="522439"/>
                      <a:pt x="455538" y="533438"/>
                    </a:cubicBezTo>
                    <a:cubicBezTo>
                      <a:pt x="452990" y="540141"/>
                      <a:pt x="458641" y="557324"/>
                      <a:pt x="463393" y="557324"/>
                    </a:cubicBezTo>
                    <a:cubicBezTo>
                      <a:pt x="464886" y="557324"/>
                      <a:pt x="466107" y="560645"/>
                      <a:pt x="466107" y="564704"/>
                    </a:cubicBezTo>
                    <a:cubicBezTo>
                      <a:pt x="466107" y="574709"/>
                      <a:pt x="449340" y="593376"/>
                      <a:pt x="427332" y="607875"/>
                    </a:cubicBezTo>
                    <a:cubicBezTo>
                      <a:pt x="417812" y="614147"/>
                      <a:pt x="409283" y="619278"/>
                      <a:pt x="408378" y="619278"/>
                    </a:cubicBezTo>
                    <a:cubicBezTo>
                      <a:pt x="407473" y="619278"/>
                      <a:pt x="406733" y="616277"/>
                      <a:pt x="406733" y="612610"/>
                    </a:cubicBezTo>
                    <a:cubicBezTo>
                      <a:pt x="406733" y="604379"/>
                      <a:pt x="401025" y="605489"/>
                      <a:pt x="398989" y="614115"/>
                    </a:cubicBezTo>
                    <a:cubicBezTo>
                      <a:pt x="398201" y="617454"/>
                      <a:pt x="396080" y="620678"/>
                      <a:pt x="394277" y="621279"/>
                    </a:cubicBezTo>
                    <a:cubicBezTo>
                      <a:pt x="391773" y="622114"/>
                      <a:pt x="391403" y="619327"/>
                      <a:pt x="392709" y="609477"/>
                    </a:cubicBezTo>
                    <a:close/>
                  </a:path>
                </a:pathLst>
              </a:custGeom>
              <a:solidFill>
                <a:srgbClr val="B9B9B9"/>
              </a:solidFill>
              <a:ln w="5163" cap="flat">
                <a:noFill/>
                <a:prstDash val="solid"/>
                <a:miter/>
              </a:ln>
            </p:spPr>
            <p:txBody>
              <a:bodyPr/>
              <a:lstStyle/>
              <a:p>
                <a:endParaRPr lang="es-419" noProof="0" dirty="0"/>
              </a:p>
            </p:txBody>
          </p:sp>
          <p:sp>
            <p:nvSpPr>
              <p:cNvPr id="117" name="Forma libre: forma 116">
                <a:extLst>
                  <a:ext uri="{FF2B5EF4-FFF2-40B4-BE49-F238E27FC236}">
                    <a16:creationId xmlns:a16="http://schemas.microsoft.com/office/drawing/2014/main" id="{ABFD6F34-E417-4896-C2E2-1E973DAFFFA5}"/>
                  </a:ext>
                </a:extLst>
              </p:cNvPr>
              <p:cNvSpPr/>
              <p:nvPr/>
            </p:nvSpPr>
            <p:spPr>
              <a:xfrm>
                <a:off x="356836" y="1137381"/>
                <a:ext cx="20516" cy="20135"/>
              </a:xfrm>
              <a:custGeom>
                <a:avLst/>
                <a:gdLst>
                  <a:gd name="csX0" fmla="*/ 3031 w 20516"/>
                  <a:gd name="csY0" fmla="*/ 13790 h 20135"/>
                  <a:gd name="csX1" fmla="*/ 11787 w 20516"/>
                  <a:gd name="csY1" fmla="*/ 6812 h 20135"/>
                  <a:gd name="csX2" fmla="*/ 16388 w 20516"/>
                  <a:gd name="csY2" fmla="*/ 8970 h 20135"/>
                  <a:gd name="csX3" fmla="*/ 17667 w 20516"/>
                  <a:gd name="csY3" fmla="*/ 5896 h 20135"/>
                  <a:gd name="csX4" fmla="*/ 16630 w 20516"/>
                  <a:gd name="csY4" fmla="*/ 16309 h 20135"/>
                  <a:gd name="csX5" fmla="*/ 3031 w 20516"/>
                  <a:gd name="csY5" fmla="*/ 13790 h 20135"/>
                </a:gdLst>
                <a:ahLst/>
                <a:cxnLst>
                  <a:cxn ang="0">
                    <a:pos x="csX0" y="csY0"/>
                  </a:cxn>
                  <a:cxn ang="0">
                    <a:pos x="csX1" y="csY1"/>
                  </a:cxn>
                  <a:cxn ang="0">
                    <a:pos x="csX2" y="csY2"/>
                  </a:cxn>
                  <a:cxn ang="0">
                    <a:pos x="csX3" y="csY3"/>
                  </a:cxn>
                  <a:cxn ang="0">
                    <a:pos x="csX4" y="csY4"/>
                  </a:cxn>
                  <a:cxn ang="0">
                    <a:pos x="csX5" y="csY5"/>
                  </a:cxn>
                </a:cxnLst>
                <a:rect l="l" t="t" r="r" b="b"/>
                <a:pathLst>
                  <a:path w="20516" h="20135">
                    <a:moveTo>
                      <a:pt x="3031" y="13790"/>
                    </a:moveTo>
                    <a:cubicBezTo>
                      <a:pt x="-3651" y="-875"/>
                      <a:pt x="1356" y="-4865"/>
                      <a:pt x="11787" y="6812"/>
                    </a:cubicBezTo>
                    <a:cubicBezTo>
                      <a:pt x="16355" y="11926"/>
                      <a:pt x="17642" y="12530"/>
                      <a:pt x="16388" y="8970"/>
                    </a:cubicBezTo>
                    <a:cubicBezTo>
                      <a:pt x="15184" y="5554"/>
                      <a:pt x="15578" y="4605"/>
                      <a:pt x="17667" y="5896"/>
                    </a:cubicBezTo>
                    <a:cubicBezTo>
                      <a:pt x="21766" y="8429"/>
                      <a:pt x="21462" y="11477"/>
                      <a:pt x="16630" y="16309"/>
                    </a:cubicBezTo>
                    <a:cubicBezTo>
                      <a:pt x="10809" y="22130"/>
                      <a:pt x="6464" y="21325"/>
                      <a:pt x="3031" y="13790"/>
                    </a:cubicBezTo>
                    <a:close/>
                  </a:path>
                </a:pathLst>
              </a:custGeom>
              <a:solidFill>
                <a:srgbClr val="B9B9B9"/>
              </a:solidFill>
              <a:ln w="5163" cap="flat">
                <a:noFill/>
                <a:prstDash val="solid"/>
                <a:miter/>
              </a:ln>
            </p:spPr>
            <p:txBody>
              <a:bodyPr/>
              <a:lstStyle/>
              <a:p>
                <a:endParaRPr lang="es-419" noProof="0" dirty="0"/>
              </a:p>
            </p:txBody>
          </p:sp>
        </p:grpSp>
      </p:grpSp>
      <p:grpSp>
        <p:nvGrpSpPr>
          <p:cNvPr id="36" name="Group 45">
            <a:extLst>
              <a:ext uri="{FF2B5EF4-FFF2-40B4-BE49-F238E27FC236}">
                <a16:creationId xmlns:a16="http://schemas.microsoft.com/office/drawing/2014/main" id="{3ED1136E-A93A-15FC-60CA-A9B68014248C}"/>
              </a:ext>
            </a:extLst>
          </p:cNvPr>
          <p:cNvGrpSpPr>
            <a:grpSpLocks noChangeAspect="1"/>
          </p:cNvGrpSpPr>
          <p:nvPr/>
        </p:nvGrpSpPr>
        <p:grpSpPr>
          <a:xfrm>
            <a:off x="1227609" y="2027857"/>
            <a:ext cx="213038" cy="337620"/>
            <a:chOff x="0" y="26670"/>
            <a:chExt cx="3924300" cy="6219190"/>
          </a:xfrm>
        </p:grpSpPr>
        <p:sp>
          <p:nvSpPr>
            <p:cNvPr id="37" name="Freeform 46">
              <a:extLst>
                <a:ext uri="{FF2B5EF4-FFF2-40B4-BE49-F238E27FC236}">
                  <a16:creationId xmlns:a16="http://schemas.microsoft.com/office/drawing/2014/main" id="{3D46CE44-4F59-EF28-5177-B26C082BC7F0}"/>
                </a:ext>
              </a:extLst>
            </p:cNvPr>
            <p:cNvSpPr/>
            <p:nvPr/>
          </p:nvSpPr>
          <p:spPr>
            <a:xfrm>
              <a:off x="0" y="26670"/>
              <a:ext cx="3924300" cy="6219190"/>
            </a:xfrm>
            <a:custGeom>
              <a:avLst/>
              <a:gdLst/>
              <a:ahLst/>
              <a:cxnLst/>
              <a:rect l="l" t="t" r="r" b="b"/>
              <a:pathLst>
                <a:path w="3924300" h="6219190">
                  <a:moveTo>
                    <a:pt x="3924300" y="1962150"/>
                  </a:moveTo>
                  <a:cubicBezTo>
                    <a:pt x="3924300" y="878840"/>
                    <a:pt x="3045460" y="0"/>
                    <a:pt x="1962150" y="0"/>
                  </a:cubicBezTo>
                  <a:cubicBezTo>
                    <a:pt x="878840" y="0"/>
                    <a:pt x="0" y="878840"/>
                    <a:pt x="0" y="1962150"/>
                  </a:cubicBezTo>
                  <a:cubicBezTo>
                    <a:pt x="0" y="2974340"/>
                    <a:pt x="765810" y="3807460"/>
                    <a:pt x="1750060" y="3912870"/>
                  </a:cubicBezTo>
                  <a:lnTo>
                    <a:pt x="1962150" y="6219190"/>
                  </a:lnTo>
                  <a:lnTo>
                    <a:pt x="2174240" y="3912870"/>
                  </a:lnTo>
                  <a:cubicBezTo>
                    <a:pt x="3158490" y="3807460"/>
                    <a:pt x="3924300" y="2974340"/>
                    <a:pt x="3924300" y="1962150"/>
                  </a:cubicBezTo>
                  <a:close/>
                </a:path>
              </a:pathLst>
            </a:custGeom>
            <a:solidFill>
              <a:srgbClr val="EB6C01"/>
            </a:solidFill>
          </p:spPr>
          <p:txBody>
            <a:bodyPr/>
            <a:lstStyle/>
            <a:p>
              <a:endParaRPr lang="es-419" noProof="0" dirty="0"/>
            </a:p>
          </p:txBody>
        </p:sp>
        <p:sp>
          <p:nvSpPr>
            <p:cNvPr id="38" name="Freeform 47">
              <a:extLst>
                <a:ext uri="{FF2B5EF4-FFF2-40B4-BE49-F238E27FC236}">
                  <a16:creationId xmlns:a16="http://schemas.microsoft.com/office/drawing/2014/main" id="{24F8893D-9171-C3E2-0E8D-A29C0CEA3628}"/>
                </a:ext>
              </a:extLst>
            </p:cNvPr>
            <p:cNvSpPr/>
            <p:nvPr/>
          </p:nvSpPr>
          <p:spPr>
            <a:xfrm>
              <a:off x="340744" y="374636"/>
              <a:ext cx="3242813" cy="3228370"/>
            </a:xfrm>
            <a:custGeom>
              <a:avLst/>
              <a:gdLst/>
              <a:ahLst/>
              <a:cxnLst/>
              <a:rect l="l" t="t" r="r" b="b"/>
              <a:pathLst>
                <a:path w="3242810" h="3228373">
                  <a:moveTo>
                    <a:pt x="1621405" y="16"/>
                  </a:moveTo>
                  <a:cubicBezTo>
                    <a:pt x="1042998" y="-2571"/>
                    <a:pt x="507417" y="304521"/>
                    <a:pt x="217465" y="805010"/>
                  </a:cubicBezTo>
                  <a:cubicBezTo>
                    <a:pt x="-72488" y="1305499"/>
                    <a:pt x="-72488" y="1922874"/>
                    <a:pt x="217465" y="2423362"/>
                  </a:cubicBezTo>
                  <a:cubicBezTo>
                    <a:pt x="507417" y="2923851"/>
                    <a:pt x="1042998" y="3230943"/>
                    <a:pt x="1621405" y="3228356"/>
                  </a:cubicBezTo>
                  <a:cubicBezTo>
                    <a:pt x="2199812" y="3230943"/>
                    <a:pt x="2735392" y="2923851"/>
                    <a:pt x="3025345" y="2423362"/>
                  </a:cubicBezTo>
                  <a:cubicBezTo>
                    <a:pt x="3315298" y="1922874"/>
                    <a:pt x="3315298" y="1305499"/>
                    <a:pt x="3025345" y="805010"/>
                  </a:cubicBezTo>
                  <a:cubicBezTo>
                    <a:pt x="2735392" y="304522"/>
                    <a:pt x="2199812" y="-2571"/>
                    <a:pt x="1621405" y="16"/>
                  </a:cubicBezTo>
                  <a:close/>
                </a:path>
              </a:pathLst>
            </a:custGeom>
            <a:blipFill>
              <a:blip r:embed="rId5"/>
              <a:stretch>
                <a:fillRect l="-28801" r="-28801" b="-58308"/>
              </a:stretch>
            </a:blipFill>
          </p:spPr>
          <p:txBody>
            <a:bodyPr/>
            <a:lstStyle/>
            <a:p>
              <a:endParaRPr lang="es-419" noProof="0" dirty="0"/>
            </a:p>
          </p:txBody>
        </p:sp>
      </p:grpSp>
    </p:spTree>
    <p:extLst>
      <p:ext uri="{BB962C8B-B14F-4D97-AF65-F5344CB8AC3E}">
        <p14:creationId xmlns:p14="http://schemas.microsoft.com/office/powerpoint/2010/main" val="12232332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nodeType="with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wipe(down)">
                                      <p:cBhvr>
                                        <p:cTn id="7" dur="580">
                                          <p:stCondLst>
                                            <p:cond delay="0"/>
                                          </p:stCondLst>
                                        </p:cTn>
                                        <p:tgtEl>
                                          <p:spTgt spid="36"/>
                                        </p:tgtEl>
                                      </p:cBhvr>
                                    </p:animEffect>
                                    <p:anim calcmode="lin" valueType="num">
                                      <p:cBhvr>
                                        <p:cTn id="8" dur="1822" tmFilter="0,0; 0.14,0.36; 0.43,0.73; 0.71,0.91; 1.0,1.0">
                                          <p:stCondLst>
                                            <p:cond delay="0"/>
                                          </p:stCondLst>
                                        </p:cTn>
                                        <p:tgtEl>
                                          <p:spTgt spid="36"/>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36"/>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36"/>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36"/>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36"/>
                                        </p:tgtEl>
                                        <p:attrNameLst>
                                          <p:attrName>ppt_y</p:attrName>
                                        </p:attrNameLst>
                                      </p:cBhvr>
                                      <p:tavLst>
                                        <p:tav tm="0" fmla="#ppt_y-sin(pi*$)/81">
                                          <p:val>
                                            <p:fltVal val="0"/>
                                          </p:val>
                                        </p:tav>
                                        <p:tav tm="100000">
                                          <p:val>
                                            <p:fltVal val="1"/>
                                          </p:val>
                                        </p:tav>
                                      </p:tavLst>
                                    </p:anim>
                                    <p:animScale>
                                      <p:cBhvr>
                                        <p:cTn id="13" dur="26">
                                          <p:stCondLst>
                                            <p:cond delay="650"/>
                                          </p:stCondLst>
                                        </p:cTn>
                                        <p:tgtEl>
                                          <p:spTgt spid="36"/>
                                        </p:tgtEl>
                                      </p:cBhvr>
                                      <p:to x="100000" y="60000"/>
                                    </p:animScale>
                                    <p:animScale>
                                      <p:cBhvr>
                                        <p:cTn id="14" dur="166" decel="50000">
                                          <p:stCondLst>
                                            <p:cond delay="676"/>
                                          </p:stCondLst>
                                        </p:cTn>
                                        <p:tgtEl>
                                          <p:spTgt spid="36"/>
                                        </p:tgtEl>
                                      </p:cBhvr>
                                      <p:to x="100000" y="100000"/>
                                    </p:animScale>
                                    <p:animScale>
                                      <p:cBhvr>
                                        <p:cTn id="15" dur="26">
                                          <p:stCondLst>
                                            <p:cond delay="1312"/>
                                          </p:stCondLst>
                                        </p:cTn>
                                        <p:tgtEl>
                                          <p:spTgt spid="36"/>
                                        </p:tgtEl>
                                      </p:cBhvr>
                                      <p:to x="100000" y="80000"/>
                                    </p:animScale>
                                    <p:animScale>
                                      <p:cBhvr>
                                        <p:cTn id="16" dur="166" decel="50000">
                                          <p:stCondLst>
                                            <p:cond delay="1338"/>
                                          </p:stCondLst>
                                        </p:cTn>
                                        <p:tgtEl>
                                          <p:spTgt spid="36"/>
                                        </p:tgtEl>
                                      </p:cBhvr>
                                      <p:to x="100000" y="100000"/>
                                    </p:animScale>
                                    <p:animScale>
                                      <p:cBhvr>
                                        <p:cTn id="17" dur="26">
                                          <p:stCondLst>
                                            <p:cond delay="1642"/>
                                          </p:stCondLst>
                                        </p:cTn>
                                        <p:tgtEl>
                                          <p:spTgt spid="36"/>
                                        </p:tgtEl>
                                      </p:cBhvr>
                                      <p:to x="100000" y="90000"/>
                                    </p:animScale>
                                    <p:animScale>
                                      <p:cBhvr>
                                        <p:cTn id="18" dur="166" decel="50000">
                                          <p:stCondLst>
                                            <p:cond delay="1668"/>
                                          </p:stCondLst>
                                        </p:cTn>
                                        <p:tgtEl>
                                          <p:spTgt spid="36"/>
                                        </p:tgtEl>
                                      </p:cBhvr>
                                      <p:to x="100000" y="100000"/>
                                    </p:animScale>
                                    <p:animScale>
                                      <p:cBhvr>
                                        <p:cTn id="19" dur="26">
                                          <p:stCondLst>
                                            <p:cond delay="1808"/>
                                          </p:stCondLst>
                                        </p:cTn>
                                        <p:tgtEl>
                                          <p:spTgt spid="36"/>
                                        </p:tgtEl>
                                      </p:cBhvr>
                                      <p:to x="100000" y="95000"/>
                                    </p:animScale>
                                    <p:animScale>
                                      <p:cBhvr>
                                        <p:cTn id="20" dur="166" decel="50000">
                                          <p:stCondLst>
                                            <p:cond delay="1834"/>
                                          </p:stCondLst>
                                        </p:cTn>
                                        <p:tgtEl>
                                          <p:spTgt spid="36"/>
                                        </p:tgtEl>
                                      </p:cBhvr>
                                      <p:to x="100000" y="100000"/>
                                    </p:animScale>
                                  </p:childTnLst>
                                </p:cTn>
                              </p:par>
                            </p:childTnLst>
                          </p:cTn>
                        </p:par>
                        <p:par>
                          <p:cTn id="21" fill="hold">
                            <p:stCondLst>
                              <p:cond delay="2000"/>
                            </p:stCondLst>
                            <p:childTnLst>
                              <p:par>
                                <p:cTn id="22" presetID="35" presetClass="emph" presetSubtype="0" repeatCount="indefinite" fill="hold" nodeType="afterEffect">
                                  <p:stCondLst>
                                    <p:cond delay="0"/>
                                  </p:stCondLst>
                                  <p:childTnLst>
                                    <p:anim calcmode="discrete" valueType="str">
                                      <p:cBhvr>
                                        <p:cTn id="23" dur="1000" fill="hold"/>
                                        <p:tgtEl>
                                          <p:spTgt spid="65"/>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xml><?xml version="1.0" encoding="utf-8"?>
<p:sld xmlns:a="http://schemas.openxmlformats.org/drawingml/2006/main" xmlns:r="http://schemas.openxmlformats.org/officeDocument/2006/relationships" xmlns:p="http://schemas.openxmlformats.org/presentationml/2006/main">
  <p:cSld>
    <p:bg>
      <p:bgPr>
        <a:solidFill>
          <a:srgbClr val="F0F6FC"/>
        </a:solidFill>
        <a:effectLst/>
      </p:bgPr>
    </p:bg>
    <p:spTree>
      <p:nvGrpSpPr>
        <p:cNvPr id="1" name="">
          <a:extLst>
            <a:ext uri="{FF2B5EF4-FFF2-40B4-BE49-F238E27FC236}">
              <a16:creationId xmlns:a16="http://schemas.microsoft.com/office/drawing/2014/main" id="{EB0E3D07-62AE-4F45-9100-EFAAD2B3FC3A}"/>
            </a:ext>
          </a:extLst>
        </p:cNvPr>
        <p:cNvGrpSpPr/>
        <p:nvPr/>
      </p:nvGrpSpPr>
      <p:grpSpPr>
        <a:xfrm>
          <a:off x="0" y="0"/>
          <a:ext cx="0" cy="0"/>
          <a:chOff x="0" y="0"/>
          <a:chExt cx="0" cy="0"/>
        </a:xfrm>
      </p:grpSpPr>
      <p:sp>
        <p:nvSpPr>
          <p:cNvPr id="2" name="Shape 0">
            <a:extLst>
              <a:ext uri="{FF2B5EF4-FFF2-40B4-BE49-F238E27FC236}">
                <a16:creationId xmlns:a16="http://schemas.microsoft.com/office/drawing/2014/main" id="{D58ACAA5-D8E5-500B-AED1-90005DB2AC9F}"/>
              </a:ext>
            </a:extLst>
          </p:cNvPr>
          <p:cNvSpPr/>
          <p:nvPr/>
        </p:nvSpPr>
        <p:spPr>
          <a:xfrm>
            <a:off x="0" y="0"/>
            <a:ext cx="9144000" cy="38405"/>
          </a:xfrm>
          <a:prstGeom prst="rect">
            <a:avLst/>
          </a:prstGeom>
          <a:solidFill>
            <a:srgbClr val="EB6C01"/>
          </a:solidFill>
          <a:ln w="12700">
            <a:solidFill>
              <a:srgbClr val="EB6C01"/>
            </a:solidFill>
            <a:prstDash val="solid"/>
          </a:ln>
        </p:spPr>
        <p:txBody>
          <a:bodyPr/>
          <a:lstStyle/>
          <a:p>
            <a:endParaRPr lang="es-419" noProof="0" dirty="0"/>
          </a:p>
        </p:txBody>
      </p:sp>
      <p:sp>
        <p:nvSpPr>
          <p:cNvPr id="3" name="Shape 1">
            <a:extLst>
              <a:ext uri="{FF2B5EF4-FFF2-40B4-BE49-F238E27FC236}">
                <a16:creationId xmlns:a16="http://schemas.microsoft.com/office/drawing/2014/main" id="{605B2F63-D7B0-83BA-4534-9A4232C3508A}"/>
              </a:ext>
            </a:extLst>
          </p:cNvPr>
          <p:cNvSpPr/>
          <p:nvPr/>
        </p:nvSpPr>
        <p:spPr>
          <a:xfrm>
            <a:off x="0" y="38405"/>
            <a:ext cx="9144000" cy="667512"/>
          </a:xfrm>
          <a:prstGeom prst="rect">
            <a:avLst/>
          </a:prstGeom>
          <a:solidFill>
            <a:srgbClr val="1A3464"/>
          </a:solidFill>
          <a:ln w="12700">
            <a:solidFill>
              <a:srgbClr val="1A3464"/>
            </a:solidFill>
            <a:prstDash val="solid"/>
          </a:ln>
        </p:spPr>
        <p:txBody>
          <a:bodyPr/>
          <a:lstStyle/>
          <a:p>
            <a:endParaRPr lang="es-419" noProof="0" dirty="0"/>
          </a:p>
        </p:txBody>
      </p:sp>
      <p:sp>
        <p:nvSpPr>
          <p:cNvPr id="4" name="Shape 2">
            <a:extLst>
              <a:ext uri="{FF2B5EF4-FFF2-40B4-BE49-F238E27FC236}">
                <a16:creationId xmlns:a16="http://schemas.microsoft.com/office/drawing/2014/main" id="{5A4F0B5F-7F60-FBD9-C703-0AFD4245C537}"/>
              </a:ext>
            </a:extLst>
          </p:cNvPr>
          <p:cNvSpPr/>
          <p:nvPr/>
        </p:nvSpPr>
        <p:spPr>
          <a:xfrm>
            <a:off x="384048" y="117043"/>
            <a:ext cx="685800" cy="237744"/>
          </a:xfrm>
          <a:prstGeom prst="rect">
            <a:avLst/>
          </a:prstGeom>
          <a:solidFill>
            <a:srgbClr val="EB6C01"/>
          </a:solidFill>
          <a:ln w="12700">
            <a:solidFill>
              <a:srgbClr val="EB6C01"/>
            </a:solidFill>
            <a:prstDash val="solid"/>
          </a:ln>
        </p:spPr>
        <p:txBody>
          <a:bodyPr/>
          <a:lstStyle/>
          <a:p>
            <a:endParaRPr lang="es-419" noProof="0" dirty="0"/>
          </a:p>
        </p:txBody>
      </p:sp>
      <p:sp>
        <p:nvSpPr>
          <p:cNvPr id="5" name="Text 3">
            <a:extLst>
              <a:ext uri="{FF2B5EF4-FFF2-40B4-BE49-F238E27FC236}">
                <a16:creationId xmlns:a16="http://schemas.microsoft.com/office/drawing/2014/main" id="{F86F7AB3-B9D2-BDF9-CA17-63C96731B6AD}"/>
              </a:ext>
            </a:extLst>
          </p:cNvPr>
          <p:cNvSpPr/>
          <p:nvPr/>
        </p:nvSpPr>
        <p:spPr>
          <a:xfrm>
            <a:off x="384048" y="117043"/>
            <a:ext cx="685800" cy="237744"/>
          </a:xfrm>
          <a:prstGeom prst="rect">
            <a:avLst/>
          </a:prstGeom>
          <a:noFill/>
          <a:ln/>
        </p:spPr>
        <p:txBody>
          <a:bodyPr wrap="square" lIns="0" tIns="0" rIns="0" bIns="0" rtlCol="0" anchor="ctr"/>
          <a:lstStyle/>
          <a:p>
            <a:pPr marL="0" indent="0" algn="ctr">
              <a:buNone/>
            </a:pPr>
            <a:r>
              <a:rPr lang="es-419" sz="650" b="1" kern="0" spc="150" noProof="0" dirty="0">
                <a:solidFill>
                  <a:srgbClr val="FFFFFF"/>
                </a:solidFill>
                <a:latin typeface="Montserrat" pitchFamily="34" charset="0"/>
              </a:rPr>
              <a:t>CLÍNICAS MA</a:t>
            </a:r>
            <a:endParaRPr lang="es-419" sz="650" noProof="0" dirty="0"/>
          </a:p>
        </p:txBody>
      </p:sp>
      <p:sp>
        <p:nvSpPr>
          <p:cNvPr id="6" name="Text 4">
            <a:extLst>
              <a:ext uri="{FF2B5EF4-FFF2-40B4-BE49-F238E27FC236}">
                <a16:creationId xmlns:a16="http://schemas.microsoft.com/office/drawing/2014/main" id="{CAC5A33C-3F75-4ACE-B73D-B6B9AA5410CA}"/>
              </a:ext>
            </a:extLst>
          </p:cNvPr>
          <p:cNvSpPr/>
          <p:nvPr/>
        </p:nvSpPr>
        <p:spPr>
          <a:xfrm>
            <a:off x="1170432" y="91440"/>
            <a:ext cx="5029200" cy="402336"/>
          </a:xfrm>
          <a:prstGeom prst="rect">
            <a:avLst/>
          </a:prstGeom>
          <a:noFill/>
          <a:ln/>
        </p:spPr>
        <p:txBody>
          <a:bodyPr wrap="square" lIns="0" tIns="0" rIns="0" bIns="0" rtlCol="0" anchor="ctr"/>
          <a:lstStyle/>
          <a:p>
            <a:pPr marL="0" indent="0">
              <a:buNone/>
            </a:pPr>
            <a:r>
              <a:rPr lang="es-419" sz="2000" b="1" noProof="0" dirty="0">
                <a:solidFill>
                  <a:srgbClr val="FFFFFF"/>
                </a:solidFill>
                <a:latin typeface="Montserrat" pitchFamily="34" charset="0"/>
                <a:ea typeface="Montserrat" pitchFamily="34" charset="-122"/>
                <a:cs typeface="Montserrat" pitchFamily="34" charset="-120"/>
              </a:rPr>
              <a:t>CLÍNICA LERMA </a:t>
            </a:r>
            <a:endParaRPr lang="es-419" sz="2000" noProof="0" dirty="0"/>
          </a:p>
        </p:txBody>
      </p:sp>
      <p:sp>
        <p:nvSpPr>
          <p:cNvPr id="7" name="Text 5">
            <a:extLst>
              <a:ext uri="{FF2B5EF4-FFF2-40B4-BE49-F238E27FC236}">
                <a16:creationId xmlns:a16="http://schemas.microsoft.com/office/drawing/2014/main" id="{57B43143-FF30-4B40-DD73-589E6E7D617E}"/>
              </a:ext>
            </a:extLst>
          </p:cNvPr>
          <p:cNvSpPr/>
          <p:nvPr/>
        </p:nvSpPr>
        <p:spPr>
          <a:xfrm>
            <a:off x="1170432" y="475488"/>
            <a:ext cx="3200400" cy="182880"/>
          </a:xfrm>
          <a:prstGeom prst="rect">
            <a:avLst/>
          </a:prstGeom>
          <a:noFill/>
          <a:ln/>
        </p:spPr>
        <p:txBody>
          <a:bodyPr wrap="square" lIns="0" tIns="0" rIns="0" bIns="0" rtlCol="0" anchor="ctr"/>
          <a:lstStyle/>
          <a:p>
            <a:pPr marL="0" indent="0">
              <a:buNone/>
            </a:pPr>
            <a:r>
              <a:rPr lang="es-419" sz="950" noProof="0" dirty="0">
                <a:solidFill>
                  <a:srgbClr val="8FAECB"/>
                </a:solidFill>
                <a:latin typeface="Montserrat" pitchFamily="34" charset="0"/>
              </a:rPr>
              <a:t>Estado de Méx. </a:t>
            </a:r>
            <a:endParaRPr lang="es-419" sz="950" noProof="0" dirty="0"/>
          </a:p>
        </p:txBody>
      </p:sp>
      <p:sp>
        <p:nvSpPr>
          <p:cNvPr id="8" name="Text 6">
            <a:extLst>
              <a:ext uri="{FF2B5EF4-FFF2-40B4-BE49-F238E27FC236}">
                <a16:creationId xmlns:a16="http://schemas.microsoft.com/office/drawing/2014/main" id="{299DDA97-5380-85C6-218F-FEF1FBD472D5}"/>
              </a:ext>
            </a:extLst>
          </p:cNvPr>
          <p:cNvSpPr/>
          <p:nvPr/>
        </p:nvSpPr>
        <p:spPr>
          <a:xfrm>
            <a:off x="7132320" y="246888"/>
            <a:ext cx="1828800" cy="182880"/>
          </a:xfrm>
          <a:prstGeom prst="rect">
            <a:avLst/>
          </a:prstGeom>
          <a:noFill/>
          <a:ln/>
        </p:spPr>
        <p:txBody>
          <a:bodyPr wrap="square" lIns="0" tIns="0" rIns="0" bIns="0" rtlCol="0" anchor="ctr"/>
          <a:lstStyle/>
          <a:p>
            <a:pPr marL="0" indent="0" algn="r">
              <a:buNone/>
            </a:pPr>
            <a:r>
              <a:rPr lang="es-419" sz="700" b="1" kern="0" spc="150" noProof="0" dirty="0">
                <a:solidFill>
                  <a:srgbClr val="EB6C01"/>
                </a:solidFill>
                <a:latin typeface="Montserrat" pitchFamily="34" charset="0"/>
                <a:ea typeface="Montserrat" pitchFamily="34" charset="-122"/>
                <a:cs typeface="Montserrat" pitchFamily="34" charset="-120"/>
              </a:rPr>
              <a:t>SEMANA 18  ·  2025</a:t>
            </a:r>
            <a:endParaRPr lang="es-419" sz="700" noProof="0" dirty="0"/>
          </a:p>
        </p:txBody>
      </p:sp>
      <p:sp>
        <p:nvSpPr>
          <p:cNvPr id="9" name="Shape 7">
            <a:extLst>
              <a:ext uri="{FF2B5EF4-FFF2-40B4-BE49-F238E27FC236}">
                <a16:creationId xmlns:a16="http://schemas.microsoft.com/office/drawing/2014/main" id="{17D80952-0EEA-A3C7-ADA8-561F282268F4}"/>
              </a:ext>
            </a:extLst>
          </p:cNvPr>
          <p:cNvSpPr/>
          <p:nvPr/>
        </p:nvSpPr>
        <p:spPr>
          <a:xfrm>
            <a:off x="0" y="705917"/>
            <a:ext cx="2779776" cy="4163263"/>
          </a:xfrm>
          <a:prstGeom prst="rect">
            <a:avLst/>
          </a:prstGeom>
          <a:solidFill>
            <a:srgbClr val="FFFFFF"/>
          </a:solidFill>
          <a:ln w="12700">
            <a:solidFill>
              <a:srgbClr val="D4E4F2"/>
            </a:solidFill>
            <a:prstDash val="solid"/>
          </a:ln>
        </p:spPr>
        <p:txBody>
          <a:bodyPr/>
          <a:lstStyle/>
          <a:p>
            <a:endParaRPr lang="es-419" noProof="0" dirty="0"/>
          </a:p>
        </p:txBody>
      </p:sp>
      <p:sp>
        <p:nvSpPr>
          <p:cNvPr id="10" name="Text 8">
            <a:extLst>
              <a:ext uri="{FF2B5EF4-FFF2-40B4-BE49-F238E27FC236}">
                <a16:creationId xmlns:a16="http://schemas.microsoft.com/office/drawing/2014/main" id="{098D7E0F-3C40-27A2-ECB4-50B18E3F0A39}"/>
              </a:ext>
            </a:extLst>
          </p:cNvPr>
          <p:cNvSpPr/>
          <p:nvPr/>
        </p:nvSpPr>
        <p:spPr>
          <a:xfrm>
            <a:off x="118872" y="768096"/>
            <a:ext cx="2468880" cy="146304"/>
          </a:xfrm>
          <a:prstGeom prst="rect">
            <a:avLst/>
          </a:prstGeom>
          <a:noFill/>
          <a:ln/>
        </p:spPr>
        <p:txBody>
          <a:bodyPr wrap="square" lIns="0" tIns="0" rIns="0" bIns="0" rtlCol="0" anchor="ctr"/>
          <a:lstStyle/>
          <a:p>
            <a:pPr marL="0" indent="0">
              <a:buNone/>
            </a:pPr>
            <a:r>
              <a:rPr lang="es-419" sz="650" b="1" kern="0" spc="250" noProof="0" dirty="0">
                <a:solidFill>
                  <a:srgbClr val="8FAECB"/>
                </a:solidFill>
                <a:latin typeface="Montserrat" pitchFamily="34" charset="0"/>
                <a:ea typeface="Montserrat" pitchFamily="34" charset="-122"/>
                <a:cs typeface="Montserrat" pitchFamily="34" charset="-120"/>
              </a:rPr>
              <a:t>UBICACIÓN EN MÉXICO</a:t>
            </a:r>
            <a:endParaRPr lang="es-419" sz="650" noProof="0" dirty="0"/>
          </a:p>
        </p:txBody>
      </p:sp>
      <p:sp>
        <p:nvSpPr>
          <p:cNvPr id="12" name="Text 9">
            <a:extLst>
              <a:ext uri="{FF2B5EF4-FFF2-40B4-BE49-F238E27FC236}">
                <a16:creationId xmlns:a16="http://schemas.microsoft.com/office/drawing/2014/main" id="{9E544B3F-31BE-ABD7-4FA2-01FB290CADCD}"/>
              </a:ext>
            </a:extLst>
          </p:cNvPr>
          <p:cNvSpPr/>
          <p:nvPr/>
        </p:nvSpPr>
        <p:spPr>
          <a:xfrm>
            <a:off x="73152" y="2944368"/>
            <a:ext cx="2633472" cy="182880"/>
          </a:xfrm>
          <a:prstGeom prst="rect">
            <a:avLst/>
          </a:prstGeom>
          <a:noFill/>
          <a:ln/>
        </p:spPr>
        <p:txBody>
          <a:bodyPr wrap="square" lIns="0" tIns="0" rIns="0" bIns="0" rtlCol="0" anchor="ctr"/>
          <a:lstStyle/>
          <a:p>
            <a:pPr marL="0" indent="0" algn="ctr">
              <a:buNone/>
            </a:pPr>
            <a:r>
              <a:rPr lang="es-419" sz="750" b="1" kern="0" spc="200" noProof="0" dirty="0">
                <a:solidFill>
                  <a:srgbClr val="EB6C01"/>
                </a:solidFill>
                <a:latin typeface="Montserrat" pitchFamily="34" charset="0"/>
              </a:rPr>
              <a:t>LERMA DE VILLADA </a:t>
            </a:r>
            <a:endParaRPr lang="es-419" sz="750" noProof="0" dirty="0"/>
          </a:p>
        </p:txBody>
      </p:sp>
      <p:sp>
        <p:nvSpPr>
          <p:cNvPr id="13" name="Text 10">
            <a:extLst>
              <a:ext uri="{FF2B5EF4-FFF2-40B4-BE49-F238E27FC236}">
                <a16:creationId xmlns:a16="http://schemas.microsoft.com/office/drawing/2014/main" id="{8718668E-058F-FD01-D18C-48E60F64B678}"/>
              </a:ext>
            </a:extLst>
          </p:cNvPr>
          <p:cNvSpPr/>
          <p:nvPr/>
        </p:nvSpPr>
        <p:spPr>
          <a:xfrm>
            <a:off x="2944368" y="859536"/>
            <a:ext cx="1353312" cy="164592"/>
          </a:xfrm>
          <a:prstGeom prst="rect">
            <a:avLst/>
          </a:prstGeom>
          <a:noFill/>
          <a:ln/>
        </p:spPr>
        <p:txBody>
          <a:bodyPr wrap="square" lIns="0" tIns="0" rIns="0" bIns="0" rtlCol="0" anchor="ctr"/>
          <a:lstStyle/>
          <a:p>
            <a:pPr marL="0" indent="0">
              <a:buNone/>
            </a:pPr>
            <a:r>
              <a:rPr lang="es-419" sz="650" b="1" kern="0" spc="250" noProof="0" dirty="0">
                <a:solidFill>
                  <a:srgbClr val="EB6C01"/>
                </a:solidFill>
                <a:latin typeface="Montserrat" pitchFamily="34" charset="0"/>
                <a:ea typeface="Montserrat" pitchFamily="34" charset="-122"/>
                <a:cs typeface="Montserrat" pitchFamily="34" charset="-120"/>
              </a:rPr>
              <a:t>PROYECTO ACTIVO</a:t>
            </a:r>
            <a:endParaRPr lang="es-419" sz="650" noProof="0" dirty="0"/>
          </a:p>
        </p:txBody>
      </p:sp>
      <p:sp>
        <p:nvSpPr>
          <p:cNvPr id="14" name="Shape 11">
            <a:extLst>
              <a:ext uri="{FF2B5EF4-FFF2-40B4-BE49-F238E27FC236}">
                <a16:creationId xmlns:a16="http://schemas.microsoft.com/office/drawing/2014/main" id="{4795764B-CBC5-FE78-4CDA-A1AC852DD5DD}"/>
              </a:ext>
            </a:extLst>
          </p:cNvPr>
          <p:cNvSpPr/>
          <p:nvPr/>
        </p:nvSpPr>
        <p:spPr>
          <a:xfrm>
            <a:off x="2944368" y="1024128"/>
            <a:ext cx="987552" cy="16459"/>
          </a:xfrm>
          <a:prstGeom prst="rect">
            <a:avLst/>
          </a:prstGeom>
          <a:solidFill>
            <a:srgbClr val="EB6C01"/>
          </a:solidFill>
          <a:ln w="12700">
            <a:solidFill>
              <a:srgbClr val="EB6C01"/>
            </a:solidFill>
            <a:prstDash val="solid"/>
          </a:ln>
        </p:spPr>
        <p:txBody>
          <a:bodyPr/>
          <a:lstStyle/>
          <a:p>
            <a:endParaRPr lang="es-419" noProof="0" dirty="0"/>
          </a:p>
        </p:txBody>
      </p:sp>
      <p:sp>
        <p:nvSpPr>
          <p:cNvPr id="15" name="Shape 12">
            <a:extLst>
              <a:ext uri="{FF2B5EF4-FFF2-40B4-BE49-F238E27FC236}">
                <a16:creationId xmlns:a16="http://schemas.microsoft.com/office/drawing/2014/main" id="{C9967330-2730-2989-4CA8-B55D1871D98C}"/>
              </a:ext>
            </a:extLst>
          </p:cNvPr>
          <p:cNvSpPr/>
          <p:nvPr/>
        </p:nvSpPr>
        <p:spPr>
          <a:xfrm>
            <a:off x="2944368" y="1115568"/>
            <a:ext cx="6035040" cy="603504"/>
          </a:xfrm>
          <a:prstGeom prst="rect">
            <a:avLst/>
          </a:prstGeom>
          <a:solidFill>
            <a:srgbClr val="E5EFF8"/>
          </a:solidFill>
          <a:ln w="12700">
            <a:solidFill>
              <a:srgbClr val="A8C0D8"/>
            </a:solidFill>
            <a:prstDash val="solid"/>
          </a:ln>
        </p:spPr>
        <p:txBody>
          <a:bodyPr/>
          <a:lstStyle/>
          <a:p>
            <a:endParaRPr lang="es-419" noProof="0" dirty="0"/>
          </a:p>
        </p:txBody>
      </p:sp>
      <p:sp>
        <p:nvSpPr>
          <p:cNvPr id="16" name="Text 13">
            <a:extLst>
              <a:ext uri="{FF2B5EF4-FFF2-40B4-BE49-F238E27FC236}">
                <a16:creationId xmlns:a16="http://schemas.microsoft.com/office/drawing/2014/main" id="{D7644E69-B4E3-C877-31DC-4540CA59EFBC}"/>
              </a:ext>
            </a:extLst>
          </p:cNvPr>
          <p:cNvSpPr/>
          <p:nvPr/>
        </p:nvSpPr>
        <p:spPr>
          <a:xfrm>
            <a:off x="3054096" y="1170432"/>
            <a:ext cx="5815584" cy="493776"/>
          </a:xfrm>
          <a:prstGeom prst="rect">
            <a:avLst/>
          </a:prstGeom>
          <a:noFill/>
          <a:ln/>
        </p:spPr>
        <p:txBody>
          <a:bodyPr wrap="square" lIns="0" tIns="0" rIns="0" bIns="0" rtlCol="0" anchor="ctr"/>
          <a:lstStyle/>
          <a:p>
            <a:pPr marL="0" indent="0">
              <a:buNone/>
            </a:pPr>
            <a:r>
              <a:rPr lang="es-419" sz="1500" b="1" noProof="0" dirty="0">
                <a:solidFill>
                  <a:srgbClr val="9BB5CC"/>
                </a:solidFill>
                <a:latin typeface="Montserrat" pitchFamily="34" charset="0"/>
                <a:ea typeface="Montserrat" pitchFamily="34" charset="-122"/>
                <a:cs typeface="Montserrat" pitchFamily="34" charset="-120"/>
              </a:rPr>
              <a:t>[Nombre del Proyecto / Actividad]</a:t>
            </a:r>
            <a:endParaRPr lang="es-419" sz="1500" noProof="0" dirty="0"/>
          </a:p>
        </p:txBody>
      </p:sp>
      <p:sp>
        <p:nvSpPr>
          <p:cNvPr id="17" name="Shape 14">
            <a:extLst>
              <a:ext uri="{FF2B5EF4-FFF2-40B4-BE49-F238E27FC236}">
                <a16:creationId xmlns:a16="http://schemas.microsoft.com/office/drawing/2014/main" id="{8B88069D-ED4B-4594-B304-750987BEE00C}"/>
              </a:ext>
            </a:extLst>
          </p:cNvPr>
          <p:cNvSpPr/>
          <p:nvPr/>
        </p:nvSpPr>
        <p:spPr>
          <a:xfrm>
            <a:off x="2944368" y="1837944"/>
            <a:ext cx="91440" cy="91440"/>
          </a:xfrm>
          <a:prstGeom prst="ellipse">
            <a:avLst/>
          </a:prstGeom>
          <a:solidFill>
            <a:srgbClr val="A8C0D8"/>
          </a:solidFill>
          <a:ln w="12700">
            <a:solidFill>
              <a:srgbClr val="A8C0D8"/>
            </a:solidFill>
            <a:prstDash val="solid"/>
          </a:ln>
        </p:spPr>
        <p:txBody>
          <a:bodyPr/>
          <a:lstStyle/>
          <a:p>
            <a:endParaRPr lang="es-419" noProof="0" dirty="0"/>
          </a:p>
        </p:txBody>
      </p:sp>
      <p:sp>
        <p:nvSpPr>
          <p:cNvPr id="18" name="Text 15">
            <a:extLst>
              <a:ext uri="{FF2B5EF4-FFF2-40B4-BE49-F238E27FC236}">
                <a16:creationId xmlns:a16="http://schemas.microsoft.com/office/drawing/2014/main" id="{9C19E64A-25B7-2015-D846-A8643CB892AF}"/>
              </a:ext>
            </a:extLst>
          </p:cNvPr>
          <p:cNvSpPr/>
          <p:nvPr/>
        </p:nvSpPr>
        <p:spPr>
          <a:xfrm>
            <a:off x="3099816" y="1819656"/>
            <a:ext cx="2743200" cy="137160"/>
          </a:xfrm>
          <a:prstGeom prst="rect">
            <a:avLst/>
          </a:prstGeom>
          <a:noFill/>
          <a:ln/>
        </p:spPr>
        <p:txBody>
          <a:bodyPr wrap="square" lIns="0" tIns="0" rIns="0" bIns="0" rtlCol="0" anchor="ctr"/>
          <a:lstStyle/>
          <a:p>
            <a:pPr marL="0" indent="0">
              <a:buNone/>
            </a:pPr>
            <a:r>
              <a:rPr lang="es-419" sz="850" b="1" kern="0" spc="100" noProof="0" dirty="0">
                <a:solidFill>
                  <a:srgbClr val="A8C0D8"/>
                </a:solidFill>
                <a:latin typeface="Montserrat" pitchFamily="34" charset="0"/>
                <a:ea typeface="Montserrat" pitchFamily="34" charset="-122"/>
                <a:cs typeface="Montserrat" pitchFamily="34" charset="-120"/>
              </a:rPr>
              <a:t>[ESTADO DEL PROYECTO]</a:t>
            </a:r>
            <a:endParaRPr lang="es-419" sz="850" noProof="0" dirty="0"/>
          </a:p>
        </p:txBody>
      </p:sp>
      <p:sp>
        <p:nvSpPr>
          <p:cNvPr id="19" name="Shape 16">
            <a:extLst>
              <a:ext uri="{FF2B5EF4-FFF2-40B4-BE49-F238E27FC236}">
                <a16:creationId xmlns:a16="http://schemas.microsoft.com/office/drawing/2014/main" id="{CF85E920-A944-B459-646A-B86B14A46127}"/>
              </a:ext>
            </a:extLst>
          </p:cNvPr>
          <p:cNvSpPr/>
          <p:nvPr/>
        </p:nvSpPr>
        <p:spPr>
          <a:xfrm>
            <a:off x="2944368" y="2057400"/>
            <a:ext cx="25603" cy="658368"/>
          </a:xfrm>
          <a:prstGeom prst="rect">
            <a:avLst/>
          </a:prstGeom>
          <a:solidFill>
            <a:srgbClr val="A8C0D8"/>
          </a:solidFill>
          <a:ln w="12700">
            <a:solidFill>
              <a:srgbClr val="A8C0D8"/>
            </a:solidFill>
            <a:prstDash val="solid"/>
          </a:ln>
        </p:spPr>
        <p:txBody>
          <a:bodyPr/>
          <a:lstStyle/>
          <a:p>
            <a:endParaRPr lang="es-419" noProof="0" dirty="0"/>
          </a:p>
        </p:txBody>
      </p:sp>
      <p:sp>
        <p:nvSpPr>
          <p:cNvPr id="20" name="Text 17">
            <a:extLst>
              <a:ext uri="{FF2B5EF4-FFF2-40B4-BE49-F238E27FC236}">
                <a16:creationId xmlns:a16="http://schemas.microsoft.com/office/drawing/2014/main" id="{DA7EF929-D4D6-ECC7-25CD-1B2CEEED9CFA}"/>
              </a:ext>
            </a:extLst>
          </p:cNvPr>
          <p:cNvSpPr/>
          <p:nvPr/>
        </p:nvSpPr>
        <p:spPr>
          <a:xfrm>
            <a:off x="3035808" y="2057400"/>
            <a:ext cx="5925312" cy="658368"/>
          </a:xfrm>
          <a:prstGeom prst="rect">
            <a:avLst/>
          </a:prstGeom>
          <a:noFill/>
          <a:ln/>
        </p:spPr>
        <p:txBody>
          <a:bodyPr wrap="square" rtlCol="0" anchor="ctr"/>
          <a:lstStyle/>
          <a:p>
            <a:pPr marL="0" indent="0">
              <a:buNone/>
            </a:pPr>
            <a:r>
              <a:rPr lang="es-419" sz="950" i="1" noProof="0" dirty="0">
                <a:solidFill>
                  <a:srgbClr val="A8BDD0"/>
                </a:solidFill>
                <a:latin typeface="Montserrat" pitchFamily="34" charset="0"/>
                <a:ea typeface="Montserrat" pitchFamily="34" charset="-122"/>
                <a:cs typeface="Montserrat" pitchFamily="34" charset="-120"/>
              </a:rPr>
              <a:t>Describa aquí el avance semanal, actividades realizadas,</a:t>
            </a:r>
            <a:endParaRPr lang="es-419" sz="950" noProof="0" dirty="0"/>
          </a:p>
          <a:p>
            <a:pPr marL="0" indent="0">
              <a:buNone/>
            </a:pPr>
            <a:r>
              <a:rPr lang="es-419" sz="950" i="1" noProof="0" dirty="0">
                <a:solidFill>
                  <a:srgbClr val="A8BDD0"/>
                </a:solidFill>
                <a:latin typeface="Montserrat" pitchFamily="34" charset="0"/>
                <a:ea typeface="Montserrat" pitchFamily="34" charset="-122"/>
                <a:cs typeface="Montserrat" pitchFamily="34" charset="-120"/>
              </a:rPr>
              <a:t>pagos, documentación o incidencias del proyecto.</a:t>
            </a:r>
            <a:endParaRPr lang="es-419" sz="950" noProof="0" dirty="0"/>
          </a:p>
        </p:txBody>
      </p:sp>
      <p:sp>
        <p:nvSpPr>
          <p:cNvPr id="21" name="Text 18">
            <a:extLst>
              <a:ext uri="{FF2B5EF4-FFF2-40B4-BE49-F238E27FC236}">
                <a16:creationId xmlns:a16="http://schemas.microsoft.com/office/drawing/2014/main" id="{0947A7E0-3D11-47A4-E5E0-06A1B6D3E9B4}"/>
              </a:ext>
            </a:extLst>
          </p:cNvPr>
          <p:cNvSpPr/>
          <p:nvPr/>
        </p:nvSpPr>
        <p:spPr>
          <a:xfrm>
            <a:off x="2944368" y="2834640"/>
            <a:ext cx="1828800" cy="164592"/>
          </a:xfrm>
          <a:prstGeom prst="rect">
            <a:avLst/>
          </a:prstGeom>
          <a:noFill/>
          <a:ln/>
        </p:spPr>
        <p:txBody>
          <a:bodyPr wrap="square" lIns="0" tIns="0" rIns="0" bIns="0" rtlCol="0" anchor="ctr"/>
          <a:lstStyle/>
          <a:p>
            <a:pPr marL="0" indent="0">
              <a:buNone/>
            </a:pPr>
            <a:r>
              <a:rPr lang="es-419" sz="650" b="1" kern="0" spc="250" noProof="0" dirty="0">
                <a:solidFill>
                  <a:srgbClr val="EB6C01"/>
                </a:solidFill>
                <a:latin typeface="Montserrat" pitchFamily="34" charset="0"/>
                <a:ea typeface="Montserrat" pitchFamily="34" charset="-122"/>
                <a:cs typeface="Montserrat" pitchFamily="34" charset="-120"/>
              </a:rPr>
              <a:t>FOTOGRAFÍAS DE AVANCE</a:t>
            </a:r>
            <a:endParaRPr lang="es-419" sz="650" noProof="0" dirty="0"/>
          </a:p>
        </p:txBody>
      </p:sp>
      <p:sp>
        <p:nvSpPr>
          <p:cNvPr id="22" name="Shape 19">
            <a:extLst>
              <a:ext uri="{FF2B5EF4-FFF2-40B4-BE49-F238E27FC236}">
                <a16:creationId xmlns:a16="http://schemas.microsoft.com/office/drawing/2014/main" id="{037F2DFB-3DE0-A176-5355-72A0063B9ABF}"/>
              </a:ext>
            </a:extLst>
          </p:cNvPr>
          <p:cNvSpPr/>
          <p:nvPr/>
        </p:nvSpPr>
        <p:spPr>
          <a:xfrm>
            <a:off x="2944368" y="3008376"/>
            <a:ext cx="1481328" cy="16459"/>
          </a:xfrm>
          <a:prstGeom prst="rect">
            <a:avLst/>
          </a:prstGeom>
          <a:solidFill>
            <a:srgbClr val="EB6C01"/>
          </a:solidFill>
          <a:ln w="12700">
            <a:solidFill>
              <a:srgbClr val="EB6C01"/>
            </a:solidFill>
            <a:prstDash val="solid"/>
          </a:ln>
        </p:spPr>
        <p:txBody>
          <a:bodyPr/>
          <a:lstStyle/>
          <a:p>
            <a:endParaRPr lang="es-419" noProof="0" dirty="0"/>
          </a:p>
        </p:txBody>
      </p:sp>
      <p:sp>
        <p:nvSpPr>
          <p:cNvPr id="23" name="Shape 20">
            <a:extLst>
              <a:ext uri="{FF2B5EF4-FFF2-40B4-BE49-F238E27FC236}">
                <a16:creationId xmlns:a16="http://schemas.microsoft.com/office/drawing/2014/main" id="{F735782A-89FD-EA80-B3DF-42FF3749A70B}"/>
              </a:ext>
            </a:extLst>
          </p:cNvPr>
          <p:cNvSpPr/>
          <p:nvPr/>
        </p:nvSpPr>
        <p:spPr>
          <a:xfrm>
            <a:off x="2944368"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24" name="Image 1" descr="preencoded.png">
            <a:extLst>
              <a:ext uri="{FF2B5EF4-FFF2-40B4-BE49-F238E27FC236}">
                <a16:creationId xmlns:a16="http://schemas.microsoft.com/office/drawing/2014/main" id="{56DF052E-82E8-2070-E227-E97FFB422F65}"/>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797808" y="3593592"/>
            <a:ext cx="256032" cy="256032"/>
          </a:xfrm>
          <a:prstGeom prst="rect">
            <a:avLst/>
          </a:prstGeom>
        </p:spPr>
      </p:pic>
      <p:sp>
        <p:nvSpPr>
          <p:cNvPr id="25" name="Text 21">
            <a:extLst>
              <a:ext uri="{FF2B5EF4-FFF2-40B4-BE49-F238E27FC236}">
                <a16:creationId xmlns:a16="http://schemas.microsoft.com/office/drawing/2014/main" id="{4E03C0E1-9229-D228-6DA2-F6D3FB336938}"/>
              </a:ext>
            </a:extLst>
          </p:cNvPr>
          <p:cNvSpPr/>
          <p:nvPr/>
        </p:nvSpPr>
        <p:spPr>
          <a:xfrm>
            <a:off x="2944368"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26" name="Shape 22">
            <a:extLst>
              <a:ext uri="{FF2B5EF4-FFF2-40B4-BE49-F238E27FC236}">
                <a16:creationId xmlns:a16="http://schemas.microsoft.com/office/drawing/2014/main" id="{D5E4A50C-52AC-A0A0-B736-68C3C8D3D139}"/>
              </a:ext>
            </a:extLst>
          </p:cNvPr>
          <p:cNvSpPr/>
          <p:nvPr/>
        </p:nvSpPr>
        <p:spPr>
          <a:xfrm>
            <a:off x="4980432"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27" name="Image 2" descr="preencoded.png">
            <a:extLst>
              <a:ext uri="{FF2B5EF4-FFF2-40B4-BE49-F238E27FC236}">
                <a16:creationId xmlns:a16="http://schemas.microsoft.com/office/drawing/2014/main" id="{D7F93A9A-2245-A4BB-9496-BFD0A0A4B82F}"/>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833872" y="3593592"/>
            <a:ext cx="256032" cy="256032"/>
          </a:xfrm>
          <a:prstGeom prst="rect">
            <a:avLst/>
          </a:prstGeom>
        </p:spPr>
      </p:pic>
      <p:sp>
        <p:nvSpPr>
          <p:cNvPr id="28" name="Text 23">
            <a:extLst>
              <a:ext uri="{FF2B5EF4-FFF2-40B4-BE49-F238E27FC236}">
                <a16:creationId xmlns:a16="http://schemas.microsoft.com/office/drawing/2014/main" id="{D3FA12FA-FCD3-0F8A-0018-B421968515BB}"/>
              </a:ext>
            </a:extLst>
          </p:cNvPr>
          <p:cNvSpPr/>
          <p:nvPr/>
        </p:nvSpPr>
        <p:spPr>
          <a:xfrm>
            <a:off x="4980432"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29" name="Shape 24">
            <a:extLst>
              <a:ext uri="{FF2B5EF4-FFF2-40B4-BE49-F238E27FC236}">
                <a16:creationId xmlns:a16="http://schemas.microsoft.com/office/drawing/2014/main" id="{9B4BC48F-B14A-EA4C-99B3-6F80EAB0AECC}"/>
              </a:ext>
            </a:extLst>
          </p:cNvPr>
          <p:cNvSpPr/>
          <p:nvPr/>
        </p:nvSpPr>
        <p:spPr>
          <a:xfrm>
            <a:off x="7016496"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30" name="Image 3" descr="preencoded.png">
            <a:extLst>
              <a:ext uri="{FF2B5EF4-FFF2-40B4-BE49-F238E27FC236}">
                <a16:creationId xmlns:a16="http://schemas.microsoft.com/office/drawing/2014/main" id="{D69646D8-56B9-4240-C295-4933FFEC4CAC}"/>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7869936" y="3593592"/>
            <a:ext cx="256032" cy="256032"/>
          </a:xfrm>
          <a:prstGeom prst="rect">
            <a:avLst/>
          </a:prstGeom>
        </p:spPr>
      </p:pic>
      <p:sp>
        <p:nvSpPr>
          <p:cNvPr id="31" name="Text 25">
            <a:extLst>
              <a:ext uri="{FF2B5EF4-FFF2-40B4-BE49-F238E27FC236}">
                <a16:creationId xmlns:a16="http://schemas.microsoft.com/office/drawing/2014/main" id="{FD1668A4-908A-E6FD-0F03-94E59EA93473}"/>
              </a:ext>
            </a:extLst>
          </p:cNvPr>
          <p:cNvSpPr/>
          <p:nvPr/>
        </p:nvSpPr>
        <p:spPr>
          <a:xfrm>
            <a:off x="7016496"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32" name="Shape 26">
            <a:extLst>
              <a:ext uri="{FF2B5EF4-FFF2-40B4-BE49-F238E27FC236}">
                <a16:creationId xmlns:a16="http://schemas.microsoft.com/office/drawing/2014/main" id="{50BBF792-808E-162E-CF09-264CD2FEA336}"/>
              </a:ext>
            </a:extLst>
          </p:cNvPr>
          <p:cNvSpPr/>
          <p:nvPr/>
        </p:nvSpPr>
        <p:spPr>
          <a:xfrm>
            <a:off x="0" y="4873752"/>
            <a:ext cx="9144000" cy="269748"/>
          </a:xfrm>
          <a:prstGeom prst="rect">
            <a:avLst/>
          </a:prstGeom>
          <a:solidFill>
            <a:srgbClr val="1A3464"/>
          </a:solidFill>
          <a:ln w="12700">
            <a:solidFill>
              <a:srgbClr val="1A3464"/>
            </a:solidFill>
            <a:prstDash val="solid"/>
          </a:ln>
        </p:spPr>
        <p:txBody>
          <a:bodyPr/>
          <a:lstStyle/>
          <a:p>
            <a:endParaRPr lang="es-419" noProof="0" dirty="0"/>
          </a:p>
        </p:txBody>
      </p:sp>
      <p:sp>
        <p:nvSpPr>
          <p:cNvPr id="33" name="Text 27">
            <a:extLst>
              <a:ext uri="{FF2B5EF4-FFF2-40B4-BE49-F238E27FC236}">
                <a16:creationId xmlns:a16="http://schemas.microsoft.com/office/drawing/2014/main" id="{2A24E322-A41C-9B7C-85DE-7D8A8072C247}"/>
              </a:ext>
            </a:extLst>
          </p:cNvPr>
          <p:cNvSpPr/>
          <p:nvPr/>
        </p:nvSpPr>
        <p:spPr>
          <a:xfrm>
            <a:off x="384048" y="4901184"/>
            <a:ext cx="5029200" cy="182880"/>
          </a:xfrm>
          <a:prstGeom prst="rect">
            <a:avLst/>
          </a:prstGeom>
          <a:noFill/>
          <a:ln/>
        </p:spPr>
        <p:txBody>
          <a:bodyPr wrap="square" lIns="0" tIns="0" rIns="0" bIns="0" rtlCol="0" anchor="ctr"/>
          <a:lstStyle/>
          <a:p>
            <a:pPr marL="0" indent="0">
              <a:buNone/>
            </a:pPr>
            <a:r>
              <a:rPr lang="es-419" sz="700" kern="0" spc="150" noProof="0" dirty="0">
                <a:solidFill>
                  <a:srgbClr val="8FAECB"/>
                </a:solidFill>
                <a:latin typeface="Montserrat" pitchFamily="34" charset="0"/>
                <a:ea typeface="Montserrat" pitchFamily="34" charset="-122"/>
                <a:cs typeface="Montserrat" pitchFamily="34" charset="-120"/>
              </a:rPr>
              <a:t>COORDINACIÓN DE OBRAS Y MANTENIMIENTO RCMA</a:t>
            </a:r>
            <a:endParaRPr lang="es-419" sz="700" noProof="0" dirty="0"/>
          </a:p>
        </p:txBody>
      </p:sp>
      <p:sp>
        <p:nvSpPr>
          <p:cNvPr id="34" name="Shape 28">
            <a:extLst>
              <a:ext uri="{FF2B5EF4-FFF2-40B4-BE49-F238E27FC236}">
                <a16:creationId xmlns:a16="http://schemas.microsoft.com/office/drawing/2014/main" id="{C9D88F1E-E98F-9CA0-80EB-657ADF9CB245}"/>
              </a:ext>
            </a:extLst>
          </p:cNvPr>
          <p:cNvSpPr/>
          <p:nvPr/>
        </p:nvSpPr>
        <p:spPr>
          <a:xfrm>
            <a:off x="5559552" y="4974336"/>
            <a:ext cx="5486" cy="100584"/>
          </a:xfrm>
          <a:prstGeom prst="rect">
            <a:avLst/>
          </a:prstGeom>
          <a:solidFill>
            <a:srgbClr val="8FAECB"/>
          </a:solidFill>
          <a:ln w="12700">
            <a:solidFill>
              <a:srgbClr val="8FAECB"/>
            </a:solidFill>
            <a:prstDash val="solid"/>
          </a:ln>
        </p:spPr>
        <p:txBody>
          <a:bodyPr/>
          <a:lstStyle/>
          <a:p>
            <a:endParaRPr lang="es-419" noProof="0" dirty="0"/>
          </a:p>
        </p:txBody>
      </p:sp>
      <p:sp>
        <p:nvSpPr>
          <p:cNvPr id="35" name="Text 29">
            <a:extLst>
              <a:ext uri="{FF2B5EF4-FFF2-40B4-BE49-F238E27FC236}">
                <a16:creationId xmlns:a16="http://schemas.microsoft.com/office/drawing/2014/main" id="{9D31489B-1059-74FD-7D5E-3BB7B05070F8}"/>
              </a:ext>
            </a:extLst>
          </p:cNvPr>
          <p:cNvSpPr/>
          <p:nvPr/>
        </p:nvSpPr>
        <p:spPr>
          <a:xfrm>
            <a:off x="5650992" y="4901184"/>
            <a:ext cx="2286000" cy="182880"/>
          </a:xfrm>
          <a:prstGeom prst="rect">
            <a:avLst/>
          </a:prstGeom>
          <a:noFill/>
          <a:ln/>
        </p:spPr>
        <p:txBody>
          <a:bodyPr wrap="square" lIns="0" tIns="0" rIns="0" bIns="0" rtlCol="0" anchor="ctr"/>
          <a:lstStyle/>
          <a:p>
            <a:pPr marL="0" indent="0">
              <a:buNone/>
            </a:pPr>
            <a:r>
              <a:rPr lang="es-419" sz="700" kern="0" spc="150" noProof="0" dirty="0">
                <a:solidFill>
                  <a:srgbClr val="8FAECB"/>
                </a:solidFill>
                <a:latin typeface="Montserrat" pitchFamily="34" charset="0"/>
                <a:ea typeface="Montserrat" pitchFamily="34" charset="-122"/>
                <a:cs typeface="Montserrat" pitchFamily="34" charset="-120"/>
              </a:rPr>
              <a:t>Mano Amiga</a:t>
            </a:r>
            <a:endParaRPr lang="es-419" sz="700" noProof="0" dirty="0"/>
          </a:p>
        </p:txBody>
      </p:sp>
      <p:sp>
        <p:nvSpPr>
          <p:cNvPr id="43" name="Forma libre: forma 42">
            <a:extLst>
              <a:ext uri="{FF2B5EF4-FFF2-40B4-BE49-F238E27FC236}">
                <a16:creationId xmlns:a16="http://schemas.microsoft.com/office/drawing/2014/main" id="{764868E9-1126-A3D3-4313-6E15BCFEC2B9}"/>
              </a:ext>
            </a:extLst>
          </p:cNvPr>
          <p:cNvSpPr/>
          <p:nvPr/>
        </p:nvSpPr>
        <p:spPr>
          <a:xfrm>
            <a:off x="1596105" y="2222074"/>
            <a:ext cx="193086" cy="261624"/>
          </a:xfrm>
          <a:custGeom>
            <a:avLst/>
            <a:gdLst>
              <a:gd name="csX0" fmla="*/ 47363 w 193086"/>
              <a:gd name="csY0" fmla="*/ 258865 h 261624"/>
              <a:gd name="csX1" fmla="*/ 34066 w 193086"/>
              <a:gd name="csY1" fmla="*/ 253627 h 261624"/>
              <a:gd name="csX2" fmla="*/ 25677 w 193086"/>
              <a:gd name="csY2" fmla="*/ 249703 h 261624"/>
              <a:gd name="csX3" fmla="*/ 12838 w 193086"/>
              <a:gd name="csY3" fmla="*/ 237813 h 261624"/>
              <a:gd name="csX4" fmla="*/ 0 w 193086"/>
              <a:gd name="csY4" fmla="*/ 228023 h 261624"/>
              <a:gd name="csX5" fmla="*/ 10590 w 193086"/>
              <a:gd name="csY5" fmla="*/ 222007 h 261624"/>
              <a:gd name="csX6" fmla="*/ 24311 w 193086"/>
              <a:gd name="csY6" fmla="*/ 218591 h 261624"/>
              <a:gd name="csX7" fmla="*/ 30840 w 193086"/>
              <a:gd name="csY7" fmla="*/ 210994 h 261624"/>
              <a:gd name="csX8" fmla="*/ 34002 w 193086"/>
              <a:gd name="csY8" fmla="*/ 201034 h 261624"/>
              <a:gd name="csX9" fmla="*/ 34055 w 193086"/>
              <a:gd name="csY9" fmla="*/ 192894 h 261624"/>
              <a:gd name="csX10" fmla="*/ 33474 w 193086"/>
              <a:gd name="csY10" fmla="*/ 186352 h 261624"/>
              <a:gd name="csX11" fmla="*/ 36002 w 193086"/>
              <a:gd name="csY11" fmla="*/ 155255 h 261624"/>
              <a:gd name="csX12" fmla="*/ 40814 w 193086"/>
              <a:gd name="csY12" fmla="*/ 125721 h 261624"/>
              <a:gd name="csX13" fmla="*/ 52906 w 193086"/>
              <a:gd name="csY13" fmla="*/ 136226 h 261624"/>
              <a:gd name="csX14" fmla="*/ 67584 w 193086"/>
              <a:gd name="csY14" fmla="*/ 150557 h 261624"/>
              <a:gd name="csX15" fmla="*/ 85050 w 193086"/>
              <a:gd name="csY15" fmla="*/ 148575 h 261624"/>
              <a:gd name="csX16" fmla="*/ 92615 w 193086"/>
              <a:gd name="csY16" fmla="*/ 147623 h 261624"/>
              <a:gd name="csX17" fmla="*/ 103162 w 193086"/>
              <a:gd name="csY17" fmla="*/ 143713 h 261624"/>
              <a:gd name="csX18" fmla="*/ 110991 w 193086"/>
              <a:gd name="csY18" fmla="*/ 139409 h 261624"/>
              <a:gd name="csX19" fmla="*/ 118857 w 193086"/>
              <a:gd name="csY19" fmla="*/ 137039 h 261624"/>
              <a:gd name="csX20" fmla="*/ 114946 w 193086"/>
              <a:gd name="csY20" fmla="*/ 126979 h 261624"/>
              <a:gd name="csX21" fmla="*/ 104278 w 193086"/>
              <a:gd name="csY21" fmla="*/ 120558 h 261624"/>
              <a:gd name="csX22" fmla="*/ 100539 w 193086"/>
              <a:gd name="csY22" fmla="*/ 116814 h 261624"/>
              <a:gd name="csX23" fmla="*/ 87769 w 193086"/>
              <a:gd name="csY23" fmla="*/ 107211 h 261624"/>
              <a:gd name="csX24" fmla="*/ 75649 w 193086"/>
              <a:gd name="csY24" fmla="*/ 82459 h 261624"/>
              <a:gd name="csX25" fmla="*/ 81162 w 193086"/>
              <a:gd name="csY25" fmla="*/ 66581 h 261624"/>
              <a:gd name="csX26" fmla="*/ 76956 w 193086"/>
              <a:gd name="csY26" fmla="*/ 53086 h 261624"/>
              <a:gd name="csX27" fmla="*/ 74281 w 193086"/>
              <a:gd name="csY27" fmla="*/ 48335 h 261624"/>
              <a:gd name="csX28" fmla="*/ 98388 w 193086"/>
              <a:gd name="csY28" fmla="*/ 21931 h 261624"/>
              <a:gd name="csX29" fmla="*/ 99033 w 193086"/>
              <a:gd name="csY29" fmla="*/ 12782 h 261624"/>
              <a:gd name="csX30" fmla="*/ 112340 w 193086"/>
              <a:gd name="csY30" fmla="*/ 234 h 261624"/>
              <a:gd name="csX31" fmla="*/ 115367 w 193086"/>
              <a:gd name="csY31" fmla="*/ 7384 h 261624"/>
              <a:gd name="csX32" fmla="*/ 123019 w 193086"/>
              <a:gd name="csY32" fmla="*/ 18442 h 261624"/>
              <a:gd name="csX33" fmla="*/ 122268 w 193086"/>
              <a:gd name="csY33" fmla="*/ 30221 h 261624"/>
              <a:gd name="csX34" fmla="*/ 113949 w 193086"/>
              <a:gd name="csY34" fmla="*/ 45287 h 261624"/>
              <a:gd name="csX35" fmla="*/ 120402 w 193086"/>
              <a:gd name="csY35" fmla="*/ 65276 h 261624"/>
              <a:gd name="csX36" fmla="*/ 138506 w 193086"/>
              <a:gd name="csY36" fmla="*/ 64867 h 261624"/>
              <a:gd name="csX37" fmla="*/ 143345 w 193086"/>
              <a:gd name="csY37" fmla="*/ 58224 h 261624"/>
              <a:gd name="csX38" fmla="*/ 152274 w 193086"/>
              <a:gd name="csY38" fmla="*/ 62931 h 261624"/>
              <a:gd name="csX39" fmla="*/ 162130 w 193086"/>
              <a:gd name="csY39" fmla="*/ 68135 h 261624"/>
              <a:gd name="csX40" fmla="*/ 158059 w 193086"/>
              <a:gd name="csY40" fmla="*/ 75879 h 261624"/>
              <a:gd name="csX41" fmla="*/ 142387 w 193086"/>
              <a:gd name="csY41" fmla="*/ 123139 h 261624"/>
              <a:gd name="csX42" fmla="*/ 161574 w 193086"/>
              <a:gd name="csY42" fmla="*/ 140138 h 261624"/>
              <a:gd name="csX43" fmla="*/ 162505 w 193086"/>
              <a:gd name="csY43" fmla="*/ 150542 h 261624"/>
              <a:gd name="csX44" fmla="*/ 151065 w 193086"/>
              <a:gd name="csY44" fmla="*/ 162165 h 261624"/>
              <a:gd name="csX45" fmla="*/ 147000 w 193086"/>
              <a:gd name="csY45" fmla="*/ 176069 h 261624"/>
              <a:gd name="csX46" fmla="*/ 151074 w 193086"/>
              <a:gd name="csY46" fmla="*/ 198795 h 261624"/>
              <a:gd name="csX47" fmla="*/ 161382 w 193086"/>
              <a:gd name="csY47" fmla="*/ 209212 h 261624"/>
              <a:gd name="csX48" fmla="*/ 180801 w 193086"/>
              <a:gd name="csY48" fmla="*/ 215310 h 261624"/>
              <a:gd name="csX49" fmla="*/ 191062 w 193086"/>
              <a:gd name="csY49" fmla="*/ 220266 h 261624"/>
              <a:gd name="csX50" fmla="*/ 186266 w 193086"/>
              <a:gd name="csY50" fmla="*/ 234411 h 261624"/>
              <a:gd name="csX51" fmla="*/ 146648 w 193086"/>
              <a:gd name="csY51" fmla="*/ 241973 h 261624"/>
              <a:gd name="csX52" fmla="*/ 130308 w 193086"/>
              <a:gd name="csY52" fmla="*/ 244333 h 261624"/>
              <a:gd name="csX53" fmla="*/ 120069 w 193086"/>
              <a:gd name="csY53" fmla="*/ 230760 h 261624"/>
              <a:gd name="csX54" fmla="*/ 99204 w 193086"/>
              <a:gd name="csY54" fmla="*/ 236809 h 261624"/>
              <a:gd name="csX55" fmla="*/ 99051 w 193086"/>
              <a:gd name="csY55" fmla="*/ 250983 h 261624"/>
              <a:gd name="csX56" fmla="*/ 92202 w 193086"/>
              <a:gd name="csY56" fmla="*/ 257021 h 261624"/>
              <a:gd name="csX57" fmla="*/ 61602 w 193086"/>
              <a:gd name="csY57" fmla="*/ 257374 h 261624"/>
              <a:gd name="csX58" fmla="*/ 47363 w 193086"/>
              <a:gd name="csY58" fmla="*/ 258865 h 2616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Lst>
            <a:rect l="l" t="t" r="r" b="b"/>
            <a:pathLst>
              <a:path w="193086" h="261624">
                <a:moveTo>
                  <a:pt x="47363" y="258865"/>
                </a:moveTo>
                <a:cubicBezTo>
                  <a:pt x="44664" y="256988"/>
                  <a:pt x="38681" y="254631"/>
                  <a:pt x="34066" y="253627"/>
                </a:cubicBezTo>
                <a:cubicBezTo>
                  <a:pt x="29452" y="252623"/>
                  <a:pt x="25677" y="250857"/>
                  <a:pt x="25677" y="249703"/>
                </a:cubicBezTo>
                <a:cubicBezTo>
                  <a:pt x="25677" y="248548"/>
                  <a:pt x="19899" y="243198"/>
                  <a:pt x="12838" y="237813"/>
                </a:cubicBezTo>
                <a:lnTo>
                  <a:pt x="0" y="228023"/>
                </a:lnTo>
                <a:lnTo>
                  <a:pt x="10590" y="222007"/>
                </a:lnTo>
                <a:cubicBezTo>
                  <a:pt x="17972" y="217814"/>
                  <a:pt x="22129" y="216779"/>
                  <a:pt x="24311" y="218591"/>
                </a:cubicBezTo>
                <a:cubicBezTo>
                  <a:pt x="28477" y="222048"/>
                  <a:pt x="30840" y="219299"/>
                  <a:pt x="30840" y="210994"/>
                </a:cubicBezTo>
                <a:cubicBezTo>
                  <a:pt x="30840" y="207256"/>
                  <a:pt x="32263" y="202774"/>
                  <a:pt x="34002" y="201034"/>
                </a:cubicBezTo>
                <a:cubicBezTo>
                  <a:pt x="36474" y="198562"/>
                  <a:pt x="36486" y="196787"/>
                  <a:pt x="34055" y="192894"/>
                </a:cubicBezTo>
                <a:cubicBezTo>
                  <a:pt x="32093" y="189753"/>
                  <a:pt x="31879" y="187338"/>
                  <a:pt x="33474" y="186352"/>
                </a:cubicBezTo>
                <a:cubicBezTo>
                  <a:pt x="34886" y="185479"/>
                  <a:pt x="36002" y="171748"/>
                  <a:pt x="36002" y="155255"/>
                </a:cubicBezTo>
                <a:cubicBezTo>
                  <a:pt x="36002" y="128160"/>
                  <a:pt x="36400" y="125721"/>
                  <a:pt x="40814" y="125721"/>
                </a:cubicBezTo>
                <a:cubicBezTo>
                  <a:pt x="43528" y="125721"/>
                  <a:pt x="48800" y="130301"/>
                  <a:pt x="52906" y="136226"/>
                </a:cubicBezTo>
                <a:cubicBezTo>
                  <a:pt x="56911" y="142004"/>
                  <a:pt x="63516" y="148453"/>
                  <a:pt x="67584" y="150557"/>
                </a:cubicBezTo>
                <a:cubicBezTo>
                  <a:pt x="75108" y="154448"/>
                  <a:pt x="85050" y="153319"/>
                  <a:pt x="85050" y="148575"/>
                </a:cubicBezTo>
                <a:cubicBezTo>
                  <a:pt x="85050" y="147029"/>
                  <a:pt x="88138" y="146640"/>
                  <a:pt x="92615" y="147623"/>
                </a:cubicBezTo>
                <a:cubicBezTo>
                  <a:pt x="98706" y="148961"/>
                  <a:pt x="100761" y="148199"/>
                  <a:pt x="103162" y="143713"/>
                </a:cubicBezTo>
                <a:cubicBezTo>
                  <a:pt x="105115" y="140063"/>
                  <a:pt x="107816" y="138578"/>
                  <a:pt x="110991" y="139409"/>
                </a:cubicBezTo>
                <a:cubicBezTo>
                  <a:pt x="113656" y="140106"/>
                  <a:pt x="117196" y="139039"/>
                  <a:pt x="118857" y="137039"/>
                </a:cubicBezTo>
                <a:cubicBezTo>
                  <a:pt x="121254" y="134150"/>
                  <a:pt x="120449" y="132080"/>
                  <a:pt x="114946" y="126979"/>
                </a:cubicBezTo>
                <a:cubicBezTo>
                  <a:pt x="111135" y="123448"/>
                  <a:pt x="106335" y="120558"/>
                  <a:pt x="104278" y="120558"/>
                </a:cubicBezTo>
                <a:cubicBezTo>
                  <a:pt x="102221" y="120558"/>
                  <a:pt x="100539" y="118873"/>
                  <a:pt x="100539" y="116814"/>
                </a:cubicBezTo>
                <a:cubicBezTo>
                  <a:pt x="100539" y="114754"/>
                  <a:pt x="94792" y="110433"/>
                  <a:pt x="87769" y="107211"/>
                </a:cubicBezTo>
                <a:cubicBezTo>
                  <a:pt x="73337" y="100591"/>
                  <a:pt x="69935" y="93642"/>
                  <a:pt x="75649" y="82459"/>
                </a:cubicBezTo>
                <a:cubicBezTo>
                  <a:pt x="77638" y="78567"/>
                  <a:pt x="80119" y="71422"/>
                  <a:pt x="81162" y="66581"/>
                </a:cubicBezTo>
                <a:cubicBezTo>
                  <a:pt x="82769" y="59128"/>
                  <a:pt x="82125" y="57061"/>
                  <a:pt x="76956" y="53086"/>
                </a:cubicBezTo>
                <a:cubicBezTo>
                  <a:pt x="73561" y="50475"/>
                  <a:pt x="72374" y="48366"/>
                  <a:pt x="74281" y="48335"/>
                </a:cubicBezTo>
                <a:cubicBezTo>
                  <a:pt x="79014" y="48255"/>
                  <a:pt x="97860" y="27614"/>
                  <a:pt x="98388" y="21931"/>
                </a:cubicBezTo>
                <a:cubicBezTo>
                  <a:pt x="98624" y="19384"/>
                  <a:pt x="98915" y="15267"/>
                  <a:pt x="99033" y="12782"/>
                </a:cubicBezTo>
                <a:cubicBezTo>
                  <a:pt x="99328" y="6580"/>
                  <a:pt x="107875" y="-1480"/>
                  <a:pt x="112340" y="234"/>
                </a:cubicBezTo>
                <a:cubicBezTo>
                  <a:pt x="114351" y="1006"/>
                  <a:pt x="115714" y="4223"/>
                  <a:pt x="115367" y="7384"/>
                </a:cubicBezTo>
                <a:cubicBezTo>
                  <a:pt x="114925" y="11414"/>
                  <a:pt x="117211" y="14717"/>
                  <a:pt x="123019" y="18442"/>
                </a:cubicBezTo>
                <a:cubicBezTo>
                  <a:pt x="132830" y="24734"/>
                  <a:pt x="132594" y="28432"/>
                  <a:pt x="122268" y="30221"/>
                </a:cubicBezTo>
                <a:cubicBezTo>
                  <a:pt x="115180" y="31449"/>
                  <a:pt x="114690" y="32336"/>
                  <a:pt x="113949" y="45287"/>
                </a:cubicBezTo>
                <a:cubicBezTo>
                  <a:pt x="113241" y="57646"/>
                  <a:pt x="113899" y="59682"/>
                  <a:pt x="120402" y="65276"/>
                </a:cubicBezTo>
                <a:cubicBezTo>
                  <a:pt x="129577" y="73166"/>
                  <a:pt x="132509" y="73100"/>
                  <a:pt x="138506" y="64867"/>
                </a:cubicBezTo>
                <a:lnTo>
                  <a:pt x="143345" y="58224"/>
                </a:lnTo>
                <a:lnTo>
                  <a:pt x="152274" y="62931"/>
                </a:lnTo>
                <a:cubicBezTo>
                  <a:pt x="157185" y="65520"/>
                  <a:pt x="161620" y="67861"/>
                  <a:pt x="162130" y="68135"/>
                </a:cubicBezTo>
                <a:cubicBezTo>
                  <a:pt x="162640" y="68408"/>
                  <a:pt x="160808" y="71893"/>
                  <a:pt x="158059" y="75879"/>
                </a:cubicBezTo>
                <a:cubicBezTo>
                  <a:pt x="151713" y="85081"/>
                  <a:pt x="141902" y="114664"/>
                  <a:pt x="142387" y="123139"/>
                </a:cubicBezTo>
                <a:cubicBezTo>
                  <a:pt x="142935" y="132744"/>
                  <a:pt x="146254" y="135684"/>
                  <a:pt x="161574" y="140138"/>
                </a:cubicBezTo>
                <a:cubicBezTo>
                  <a:pt x="177125" y="144659"/>
                  <a:pt x="177438" y="148154"/>
                  <a:pt x="162505" y="150542"/>
                </a:cubicBezTo>
                <a:cubicBezTo>
                  <a:pt x="152866" y="152083"/>
                  <a:pt x="147932" y="157096"/>
                  <a:pt x="151065" y="162165"/>
                </a:cubicBezTo>
                <a:cubicBezTo>
                  <a:pt x="151887" y="163495"/>
                  <a:pt x="150058" y="169752"/>
                  <a:pt x="147000" y="176069"/>
                </a:cubicBezTo>
                <a:cubicBezTo>
                  <a:pt x="140040" y="190447"/>
                  <a:pt x="141019" y="195911"/>
                  <a:pt x="151074" y="198795"/>
                </a:cubicBezTo>
                <a:cubicBezTo>
                  <a:pt x="156834" y="200447"/>
                  <a:pt x="159631" y="203274"/>
                  <a:pt x="161382" y="209212"/>
                </a:cubicBezTo>
                <a:cubicBezTo>
                  <a:pt x="163891" y="217725"/>
                  <a:pt x="167253" y="218781"/>
                  <a:pt x="180801" y="215310"/>
                </a:cubicBezTo>
                <a:cubicBezTo>
                  <a:pt x="186270" y="213909"/>
                  <a:pt x="188145" y="214815"/>
                  <a:pt x="191062" y="220266"/>
                </a:cubicBezTo>
                <a:cubicBezTo>
                  <a:pt x="194411" y="226524"/>
                  <a:pt x="194115" y="227399"/>
                  <a:pt x="186266" y="234411"/>
                </a:cubicBezTo>
                <a:cubicBezTo>
                  <a:pt x="177581" y="242171"/>
                  <a:pt x="173505" y="242950"/>
                  <a:pt x="146648" y="241973"/>
                </a:cubicBezTo>
                <a:cubicBezTo>
                  <a:pt x="138138" y="241664"/>
                  <a:pt x="131353" y="242644"/>
                  <a:pt x="130308" y="244333"/>
                </a:cubicBezTo>
                <a:cubicBezTo>
                  <a:pt x="127797" y="248397"/>
                  <a:pt x="118188" y="235660"/>
                  <a:pt x="120069" y="230760"/>
                </a:cubicBezTo>
                <a:cubicBezTo>
                  <a:pt x="124398" y="219478"/>
                  <a:pt x="105303" y="225013"/>
                  <a:pt x="99204" y="236809"/>
                </a:cubicBezTo>
                <a:cubicBezTo>
                  <a:pt x="95428" y="244110"/>
                  <a:pt x="95414" y="245432"/>
                  <a:pt x="99051" y="250983"/>
                </a:cubicBezTo>
                <a:cubicBezTo>
                  <a:pt x="103916" y="258408"/>
                  <a:pt x="100434" y="261478"/>
                  <a:pt x="92202" y="257021"/>
                </a:cubicBezTo>
                <a:cubicBezTo>
                  <a:pt x="83927" y="252540"/>
                  <a:pt x="66492" y="252742"/>
                  <a:pt x="61602" y="257374"/>
                </a:cubicBezTo>
                <a:cubicBezTo>
                  <a:pt x="56090" y="262596"/>
                  <a:pt x="53167" y="262902"/>
                  <a:pt x="47363" y="258865"/>
                </a:cubicBezTo>
                <a:close/>
              </a:path>
            </a:pathLst>
          </a:custGeom>
          <a:solidFill>
            <a:srgbClr val="B9B9B9"/>
          </a:solidFill>
          <a:ln w="5163" cap="flat">
            <a:noFill/>
            <a:prstDash val="solid"/>
            <a:miter/>
          </a:ln>
        </p:spPr>
        <p:txBody>
          <a:bodyPr/>
          <a:lstStyle/>
          <a:p>
            <a:endParaRPr lang="es-419" noProof="0" dirty="0"/>
          </a:p>
        </p:txBody>
      </p:sp>
      <p:sp>
        <p:nvSpPr>
          <p:cNvPr id="44" name="Forma libre: forma 43">
            <a:extLst>
              <a:ext uri="{FF2B5EF4-FFF2-40B4-BE49-F238E27FC236}">
                <a16:creationId xmlns:a16="http://schemas.microsoft.com/office/drawing/2014/main" id="{A7EB7BCA-1A7A-BC6B-59D7-D5390FA88E6C}"/>
              </a:ext>
            </a:extLst>
          </p:cNvPr>
          <p:cNvSpPr/>
          <p:nvPr/>
        </p:nvSpPr>
        <p:spPr>
          <a:xfrm>
            <a:off x="1103504" y="2345749"/>
            <a:ext cx="95653" cy="64838"/>
          </a:xfrm>
          <a:custGeom>
            <a:avLst/>
            <a:gdLst>
              <a:gd name="csX0" fmla="*/ 71219 w 95653"/>
              <a:gd name="csY0" fmla="*/ 62506 h 64838"/>
              <a:gd name="csX1" fmla="*/ 62655 w 95653"/>
              <a:gd name="csY1" fmla="*/ 53685 h 64838"/>
              <a:gd name="csX2" fmla="*/ 57443 w 95653"/>
              <a:gd name="csY2" fmla="*/ 48511 h 64838"/>
              <a:gd name="csX3" fmla="*/ 51242 w 95653"/>
              <a:gd name="csY3" fmla="*/ 43994 h 64838"/>
              <a:gd name="csX4" fmla="*/ 48532 w 95653"/>
              <a:gd name="csY4" fmla="*/ 43994 h 64838"/>
              <a:gd name="csX5" fmla="*/ 36926 w 95653"/>
              <a:gd name="csY5" fmla="*/ 44510 h 64838"/>
              <a:gd name="csX6" fmla="*/ 28785 w 95653"/>
              <a:gd name="csY6" fmla="*/ 36765 h 64838"/>
              <a:gd name="csX7" fmla="*/ 27076 w 95653"/>
              <a:gd name="csY7" fmla="*/ 32629 h 64838"/>
              <a:gd name="csX8" fmla="*/ 11500 w 95653"/>
              <a:gd name="csY8" fmla="*/ 28262 h 64838"/>
              <a:gd name="csX9" fmla="*/ 1174 w 95653"/>
              <a:gd name="csY9" fmla="*/ 25068 h 64838"/>
              <a:gd name="csX10" fmla="*/ 31004 w 95653"/>
              <a:gd name="csY10" fmla="*/ 14820 h 64838"/>
              <a:gd name="csX11" fmla="*/ 49970 w 95653"/>
              <a:gd name="csY11" fmla="*/ 6499 h 64838"/>
              <a:gd name="csX12" fmla="*/ 60293 w 95653"/>
              <a:gd name="csY12" fmla="*/ 3207 h 64838"/>
              <a:gd name="csX13" fmla="*/ 79487 w 95653"/>
              <a:gd name="csY13" fmla="*/ 1724 h 64838"/>
              <a:gd name="csX14" fmla="*/ 95469 w 95653"/>
              <a:gd name="csY14" fmla="*/ 24677 h 64838"/>
              <a:gd name="csX15" fmla="*/ 92590 w 95653"/>
              <a:gd name="csY15" fmla="*/ 45837 h 64838"/>
              <a:gd name="csX16" fmla="*/ 88748 w 95653"/>
              <a:gd name="csY16" fmla="*/ 52688 h 64838"/>
              <a:gd name="csX17" fmla="*/ 82592 w 95653"/>
              <a:gd name="csY17" fmla="*/ 62155 h 64838"/>
              <a:gd name="csX18" fmla="*/ 71219 w 95653"/>
              <a:gd name="csY18" fmla="*/ 62506 h 648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95653" h="64838">
                <a:moveTo>
                  <a:pt x="71219" y="62506"/>
                </a:moveTo>
                <a:cubicBezTo>
                  <a:pt x="67412" y="60499"/>
                  <a:pt x="63558" y="56530"/>
                  <a:pt x="62655" y="53685"/>
                </a:cubicBezTo>
                <a:cubicBezTo>
                  <a:pt x="61752" y="50839"/>
                  <a:pt x="59407" y="48511"/>
                  <a:pt x="57443" y="48511"/>
                </a:cubicBezTo>
                <a:cubicBezTo>
                  <a:pt x="55480" y="48511"/>
                  <a:pt x="52689" y="46478"/>
                  <a:pt x="51242" y="43994"/>
                </a:cubicBezTo>
                <a:cubicBezTo>
                  <a:pt x="48736" y="39691"/>
                  <a:pt x="48607" y="39691"/>
                  <a:pt x="48532" y="43994"/>
                </a:cubicBezTo>
                <a:cubicBezTo>
                  <a:pt x="48437" y="49469"/>
                  <a:pt x="48761" y="49455"/>
                  <a:pt x="36926" y="44510"/>
                </a:cubicBezTo>
                <a:cubicBezTo>
                  <a:pt x="30451" y="41804"/>
                  <a:pt x="27814" y="39296"/>
                  <a:pt x="28785" y="36765"/>
                </a:cubicBezTo>
                <a:cubicBezTo>
                  <a:pt x="29575" y="34707"/>
                  <a:pt x="28806" y="32846"/>
                  <a:pt x="27076" y="32629"/>
                </a:cubicBezTo>
                <a:cubicBezTo>
                  <a:pt x="21029" y="31874"/>
                  <a:pt x="18714" y="31225"/>
                  <a:pt x="11500" y="28262"/>
                </a:cubicBezTo>
                <a:cubicBezTo>
                  <a:pt x="7503" y="26621"/>
                  <a:pt x="2857" y="25183"/>
                  <a:pt x="1174" y="25068"/>
                </a:cubicBezTo>
                <a:cubicBezTo>
                  <a:pt x="-4949" y="24646"/>
                  <a:pt x="14045" y="18121"/>
                  <a:pt x="31004" y="14820"/>
                </a:cubicBezTo>
                <a:cubicBezTo>
                  <a:pt x="44060" y="12279"/>
                  <a:pt x="48794" y="10202"/>
                  <a:pt x="49970" y="6499"/>
                </a:cubicBezTo>
                <a:cubicBezTo>
                  <a:pt x="51256" y="2445"/>
                  <a:pt x="53098" y="1858"/>
                  <a:pt x="60293" y="3207"/>
                </a:cubicBezTo>
                <a:cubicBezTo>
                  <a:pt x="65110" y="4111"/>
                  <a:pt x="73747" y="3443"/>
                  <a:pt x="79487" y="1724"/>
                </a:cubicBezTo>
                <a:cubicBezTo>
                  <a:pt x="94315" y="-2719"/>
                  <a:pt x="96385" y="255"/>
                  <a:pt x="95469" y="24677"/>
                </a:cubicBezTo>
                <a:cubicBezTo>
                  <a:pt x="95060" y="35554"/>
                  <a:pt x="93765" y="45076"/>
                  <a:pt x="92590" y="45837"/>
                </a:cubicBezTo>
                <a:cubicBezTo>
                  <a:pt x="91414" y="46598"/>
                  <a:pt x="89686" y="49681"/>
                  <a:pt x="88748" y="52688"/>
                </a:cubicBezTo>
                <a:cubicBezTo>
                  <a:pt x="87811" y="55696"/>
                  <a:pt x="85041" y="59955"/>
                  <a:pt x="82592" y="62155"/>
                </a:cubicBezTo>
                <a:cubicBezTo>
                  <a:pt x="78702" y="65649"/>
                  <a:pt x="77268" y="65693"/>
                  <a:pt x="71219" y="62506"/>
                </a:cubicBezTo>
                <a:close/>
              </a:path>
            </a:pathLst>
          </a:custGeom>
          <a:solidFill>
            <a:srgbClr val="B9B9B9"/>
          </a:solidFill>
          <a:ln w="5163" cap="flat">
            <a:noFill/>
            <a:prstDash val="solid"/>
            <a:miter/>
          </a:ln>
        </p:spPr>
        <p:txBody>
          <a:bodyPr/>
          <a:lstStyle/>
          <a:p>
            <a:endParaRPr lang="es-419" noProof="0" dirty="0"/>
          </a:p>
        </p:txBody>
      </p:sp>
      <p:sp>
        <p:nvSpPr>
          <p:cNvPr id="45" name="Forma libre: forma 44">
            <a:extLst>
              <a:ext uri="{FF2B5EF4-FFF2-40B4-BE49-F238E27FC236}">
                <a16:creationId xmlns:a16="http://schemas.microsoft.com/office/drawing/2014/main" id="{61560FB9-47AC-0528-2286-429219C93169}"/>
              </a:ext>
            </a:extLst>
          </p:cNvPr>
          <p:cNvSpPr/>
          <p:nvPr/>
        </p:nvSpPr>
        <p:spPr>
          <a:xfrm>
            <a:off x="1015863" y="2030672"/>
            <a:ext cx="364335" cy="362024"/>
          </a:xfrm>
          <a:custGeom>
            <a:avLst/>
            <a:gdLst>
              <a:gd name="csX0" fmla="*/ 185142 w 364335"/>
              <a:gd name="csY0" fmla="*/ 358570 h 362024"/>
              <a:gd name="csX1" fmla="*/ 187621 w 364335"/>
              <a:gd name="csY1" fmla="*/ 340898 h 362024"/>
              <a:gd name="csX2" fmla="*/ 186283 w 364335"/>
              <a:gd name="csY2" fmla="*/ 320178 h 362024"/>
              <a:gd name="csX3" fmla="*/ 182466 w 364335"/>
              <a:gd name="csY3" fmla="*/ 312528 h 362024"/>
              <a:gd name="csX4" fmla="*/ 160064 w 364335"/>
              <a:gd name="csY4" fmla="*/ 313164 h 362024"/>
              <a:gd name="csX5" fmla="*/ 135394 w 364335"/>
              <a:gd name="csY5" fmla="*/ 318882 h 362024"/>
              <a:gd name="csX6" fmla="*/ 107653 w 364335"/>
              <a:gd name="csY6" fmla="*/ 328620 h 362024"/>
              <a:gd name="csX7" fmla="*/ 77975 w 364335"/>
              <a:gd name="csY7" fmla="*/ 329071 h 362024"/>
              <a:gd name="csX8" fmla="*/ 69734 w 364335"/>
              <a:gd name="csY8" fmla="*/ 324866 h 362024"/>
              <a:gd name="csX9" fmla="*/ 48325 w 364335"/>
              <a:gd name="csY9" fmla="*/ 303007 h 362024"/>
              <a:gd name="csX10" fmla="*/ 38186 w 364335"/>
              <a:gd name="csY10" fmla="*/ 292203 h 362024"/>
              <a:gd name="csX11" fmla="*/ 25184 w 364335"/>
              <a:gd name="csY11" fmla="*/ 273778 h 362024"/>
              <a:gd name="csX12" fmla="*/ 11540 w 364335"/>
              <a:gd name="csY12" fmla="*/ 253016 h 362024"/>
              <a:gd name="csX13" fmla="*/ 9603 w 364335"/>
              <a:gd name="csY13" fmla="*/ 246065 h 362024"/>
              <a:gd name="csX14" fmla="*/ 4075 w 364335"/>
              <a:gd name="csY14" fmla="*/ 230604 h 362024"/>
              <a:gd name="csX15" fmla="*/ 2870 w 364335"/>
              <a:gd name="csY15" fmla="*/ 216903 h 362024"/>
              <a:gd name="csX16" fmla="*/ 19099 w 364335"/>
              <a:gd name="csY16" fmla="*/ 209992 h 362024"/>
              <a:gd name="csX17" fmla="*/ 33857 w 364335"/>
              <a:gd name="csY17" fmla="*/ 202727 h 362024"/>
              <a:gd name="csX18" fmla="*/ 62323 w 364335"/>
              <a:gd name="csY18" fmla="*/ 175142 h 362024"/>
              <a:gd name="csX19" fmla="*/ 75732 w 364335"/>
              <a:gd name="csY19" fmla="*/ 169793 h 362024"/>
              <a:gd name="csX20" fmla="*/ 107485 w 364335"/>
              <a:gd name="csY20" fmla="*/ 178512 h 362024"/>
              <a:gd name="csX21" fmla="*/ 118888 w 364335"/>
              <a:gd name="csY21" fmla="*/ 188952 h 362024"/>
              <a:gd name="csX22" fmla="*/ 122369 w 364335"/>
              <a:gd name="csY22" fmla="*/ 177011 h 362024"/>
              <a:gd name="csX23" fmla="*/ 128391 w 364335"/>
              <a:gd name="csY23" fmla="*/ 163500 h 362024"/>
              <a:gd name="csX24" fmla="*/ 127169 w 364335"/>
              <a:gd name="csY24" fmla="*/ 147778 h 362024"/>
              <a:gd name="csX25" fmla="*/ 130389 w 364335"/>
              <a:gd name="csY25" fmla="*/ 138750 h 362024"/>
              <a:gd name="csX26" fmla="*/ 147714 w 364335"/>
              <a:gd name="csY26" fmla="*/ 129037 h 362024"/>
              <a:gd name="csX27" fmla="*/ 142395 w 364335"/>
              <a:gd name="csY27" fmla="*/ 116273 h 362024"/>
              <a:gd name="csX28" fmla="*/ 138322 w 364335"/>
              <a:gd name="csY28" fmla="*/ 100445 h 362024"/>
              <a:gd name="csX29" fmla="*/ 132219 w 364335"/>
              <a:gd name="csY29" fmla="*/ 77384 h 362024"/>
              <a:gd name="csX30" fmla="*/ 123182 w 364335"/>
              <a:gd name="csY30" fmla="*/ 67380 h 362024"/>
              <a:gd name="csX31" fmla="*/ 127316 w 364335"/>
              <a:gd name="csY31" fmla="*/ 49072 h 362024"/>
              <a:gd name="csX32" fmla="*/ 149002 w 364335"/>
              <a:gd name="csY32" fmla="*/ 26791 h 362024"/>
              <a:gd name="csX33" fmla="*/ 156308 w 364335"/>
              <a:gd name="csY33" fmla="*/ 19245 h 362024"/>
              <a:gd name="csX34" fmla="*/ 153995 w 364335"/>
              <a:gd name="csY34" fmla="*/ 9825 h 362024"/>
              <a:gd name="csX35" fmla="*/ 161050 w 364335"/>
              <a:gd name="csY35" fmla="*/ 76 h 362024"/>
              <a:gd name="csX36" fmla="*/ 166583 w 364335"/>
              <a:gd name="csY36" fmla="*/ 7348 h 362024"/>
              <a:gd name="csX37" fmla="*/ 154998 w 364335"/>
              <a:gd name="csY37" fmla="*/ 39300 h 362024"/>
              <a:gd name="csX38" fmla="*/ 157050 w 364335"/>
              <a:gd name="csY38" fmla="*/ 45546 h 362024"/>
              <a:gd name="csX39" fmla="*/ 169737 w 364335"/>
              <a:gd name="csY39" fmla="*/ 24492 h 362024"/>
              <a:gd name="csX40" fmla="*/ 176182 w 364335"/>
              <a:gd name="csY40" fmla="*/ 20317 h 362024"/>
              <a:gd name="csX41" fmla="*/ 177678 w 364335"/>
              <a:gd name="csY41" fmla="*/ 26406 h 362024"/>
              <a:gd name="csX42" fmla="*/ 173510 w 364335"/>
              <a:gd name="csY42" fmla="*/ 43871 h 362024"/>
              <a:gd name="csX43" fmla="*/ 171706 w 364335"/>
              <a:gd name="csY43" fmla="*/ 58451 h 362024"/>
              <a:gd name="csX44" fmla="*/ 179820 w 364335"/>
              <a:gd name="csY44" fmla="*/ 60233 h 362024"/>
              <a:gd name="csX45" fmla="*/ 195468 w 364335"/>
              <a:gd name="csY45" fmla="*/ 47665 h 362024"/>
              <a:gd name="csX46" fmla="*/ 212893 w 364335"/>
              <a:gd name="csY46" fmla="*/ 36256 h 362024"/>
              <a:gd name="csX47" fmla="*/ 215787 w 364335"/>
              <a:gd name="csY47" fmla="*/ 59322 h 362024"/>
              <a:gd name="csX48" fmla="*/ 202515 w 364335"/>
              <a:gd name="csY48" fmla="*/ 73785 h 362024"/>
              <a:gd name="csX49" fmla="*/ 193598 w 364335"/>
              <a:gd name="csY49" fmla="*/ 76402 h 362024"/>
              <a:gd name="csX50" fmla="*/ 196544 w 364335"/>
              <a:gd name="csY50" fmla="*/ 79629 h 362024"/>
              <a:gd name="csX51" fmla="*/ 200631 w 364335"/>
              <a:gd name="csY51" fmla="*/ 82161 h 362024"/>
              <a:gd name="csX52" fmla="*/ 183851 w 364335"/>
              <a:gd name="csY52" fmla="*/ 86694 h 362024"/>
              <a:gd name="csX53" fmla="*/ 179447 w 364335"/>
              <a:gd name="csY53" fmla="*/ 90600 h 362024"/>
              <a:gd name="csX54" fmla="*/ 177337 w 364335"/>
              <a:gd name="csY54" fmla="*/ 95117 h 362024"/>
              <a:gd name="csX55" fmla="*/ 175970 w 364335"/>
              <a:gd name="csY55" fmla="*/ 99847 h 362024"/>
              <a:gd name="csX56" fmla="*/ 172279 w 364335"/>
              <a:gd name="csY56" fmla="*/ 109275 h 362024"/>
              <a:gd name="csX57" fmla="*/ 162736 w 364335"/>
              <a:gd name="csY57" fmla="*/ 127778 h 362024"/>
              <a:gd name="csX58" fmla="*/ 154984 w 364335"/>
              <a:gd name="csY58" fmla="*/ 141584 h 362024"/>
              <a:gd name="csX59" fmla="*/ 157382 w 364335"/>
              <a:gd name="csY59" fmla="*/ 150820 h 362024"/>
              <a:gd name="csX60" fmla="*/ 166003 w 364335"/>
              <a:gd name="csY60" fmla="*/ 156522 h 362024"/>
              <a:gd name="csX61" fmla="*/ 178921 w 364335"/>
              <a:gd name="csY61" fmla="*/ 158229 h 362024"/>
              <a:gd name="csX62" fmla="*/ 200631 w 364335"/>
              <a:gd name="csY62" fmla="*/ 155851 h 362024"/>
              <a:gd name="csX63" fmla="*/ 253127 w 364335"/>
              <a:gd name="csY63" fmla="*/ 145110 h 362024"/>
              <a:gd name="csX64" fmla="*/ 260004 w 364335"/>
              <a:gd name="csY64" fmla="*/ 117060 h 362024"/>
              <a:gd name="csX65" fmla="*/ 261186 w 364335"/>
              <a:gd name="csY65" fmla="*/ 105023 h 362024"/>
              <a:gd name="csX66" fmla="*/ 280779 w 364335"/>
              <a:gd name="csY66" fmla="*/ 107831 h 362024"/>
              <a:gd name="csX67" fmla="*/ 316123 w 364335"/>
              <a:gd name="csY67" fmla="*/ 101238 h 362024"/>
              <a:gd name="csX68" fmla="*/ 332436 w 364335"/>
              <a:gd name="csY68" fmla="*/ 86525 h 362024"/>
              <a:gd name="csX69" fmla="*/ 340656 w 364335"/>
              <a:gd name="csY69" fmla="*/ 79224 h 362024"/>
              <a:gd name="csX70" fmla="*/ 348855 w 364335"/>
              <a:gd name="csY70" fmla="*/ 87171 h 362024"/>
              <a:gd name="csX71" fmla="*/ 361269 w 364335"/>
              <a:gd name="csY71" fmla="*/ 95117 h 362024"/>
              <a:gd name="csX72" fmla="*/ 363171 w 364335"/>
              <a:gd name="csY72" fmla="*/ 103178 h 362024"/>
              <a:gd name="csX73" fmla="*/ 356290 w 364335"/>
              <a:gd name="csY73" fmla="*/ 118022 h 362024"/>
              <a:gd name="csX74" fmla="*/ 352528 w 364335"/>
              <a:gd name="csY74" fmla="*/ 135380 h 362024"/>
              <a:gd name="csX75" fmla="*/ 345616 w 364335"/>
              <a:gd name="csY75" fmla="*/ 149152 h 362024"/>
              <a:gd name="csX76" fmla="*/ 336399 w 364335"/>
              <a:gd name="csY76" fmla="*/ 158318 h 362024"/>
              <a:gd name="csX77" fmla="*/ 325505 w 364335"/>
              <a:gd name="csY77" fmla="*/ 175523 h 362024"/>
              <a:gd name="csX78" fmla="*/ 315430 w 364335"/>
              <a:gd name="csY78" fmla="*/ 204352 h 362024"/>
              <a:gd name="csX79" fmla="*/ 313994 w 364335"/>
              <a:gd name="csY79" fmla="*/ 218773 h 362024"/>
              <a:gd name="csX80" fmla="*/ 296375 w 364335"/>
              <a:gd name="csY80" fmla="*/ 228175 h 362024"/>
              <a:gd name="csX81" fmla="*/ 265231 w 364335"/>
              <a:gd name="csY81" fmla="*/ 238311 h 362024"/>
              <a:gd name="csX82" fmla="*/ 244951 w 364335"/>
              <a:gd name="csY82" fmla="*/ 244768 h 362024"/>
              <a:gd name="csX83" fmla="*/ 219261 w 364335"/>
              <a:gd name="csY83" fmla="*/ 258588 h 362024"/>
              <a:gd name="csX84" fmla="*/ 224662 w 364335"/>
              <a:gd name="csY84" fmla="*/ 270643 h 362024"/>
              <a:gd name="csX85" fmla="*/ 242353 w 364335"/>
              <a:gd name="csY85" fmla="*/ 274944 h 362024"/>
              <a:gd name="csX86" fmla="*/ 251900 w 364335"/>
              <a:gd name="csY86" fmla="*/ 285801 h 362024"/>
              <a:gd name="csX87" fmla="*/ 252381 w 364335"/>
              <a:gd name="csY87" fmla="*/ 304719 h 362024"/>
              <a:gd name="csX88" fmla="*/ 261267 w 364335"/>
              <a:gd name="csY88" fmla="*/ 315608 h 362024"/>
              <a:gd name="csX89" fmla="*/ 268876 w 364335"/>
              <a:gd name="csY89" fmla="*/ 316858 h 362024"/>
              <a:gd name="csX90" fmla="*/ 252027 w 364335"/>
              <a:gd name="csY90" fmla="*/ 336142 h 362024"/>
              <a:gd name="csX91" fmla="*/ 230251 w 364335"/>
              <a:gd name="csY91" fmla="*/ 349333 h 362024"/>
              <a:gd name="csX92" fmla="*/ 209844 w 364335"/>
              <a:gd name="csY92" fmla="*/ 359530 h 362024"/>
              <a:gd name="csX93" fmla="*/ 194478 w 364335"/>
              <a:gd name="csY93" fmla="*/ 360594 h 362024"/>
              <a:gd name="csX94" fmla="*/ 185142 w 364335"/>
              <a:gd name="csY94" fmla="*/ 358570 h 362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364335" h="362024">
                <a:moveTo>
                  <a:pt x="185142" y="358570"/>
                </a:moveTo>
                <a:cubicBezTo>
                  <a:pt x="185142" y="356038"/>
                  <a:pt x="186257" y="348086"/>
                  <a:pt x="187621" y="340898"/>
                </a:cubicBezTo>
                <a:cubicBezTo>
                  <a:pt x="189559" y="330679"/>
                  <a:pt x="189267" y="326160"/>
                  <a:pt x="186283" y="320178"/>
                </a:cubicBezTo>
                <a:lnTo>
                  <a:pt x="182466" y="312528"/>
                </a:lnTo>
                <a:lnTo>
                  <a:pt x="160064" y="313164"/>
                </a:lnTo>
                <a:cubicBezTo>
                  <a:pt x="140617" y="313716"/>
                  <a:pt x="137363" y="314470"/>
                  <a:pt x="135394" y="318882"/>
                </a:cubicBezTo>
                <a:cubicBezTo>
                  <a:pt x="133601" y="322902"/>
                  <a:pt x="127800" y="324938"/>
                  <a:pt x="107653" y="328620"/>
                </a:cubicBezTo>
                <a:cubicBezTo>
                  <a:pt x="84116" y="332921"/>
                  <a:pt x="81860" y="332955"/>
                  <a:pt x="77975" y="329071"/>
                </a:cubicBezTo>
                <a:cubicBezTo>
                  <a:pt x="75663" y="326758"/>
                  <a:pt x="71954" y="324866"/>
                  <a:pt x="69734" y="324866"/>
                </a:cubicBezTo>
                <a:cubicBezTo>
                  <a:pt x="64790" y="324866"/>
                  <a:pt x="53564" y="313404"/>
                  <a:pt x="48325" y="303007"/>
                </a:cubicBezTo>
                <a:cubicBezTo>
                  <a:pt x="46195" y="298781"/>
                  <a:pt x="41633" y="293919"/>
                  <a:pt x="38186" y="292203"/>
                </a:cubicBezTo>
                <a:cubicBezTo>
                  <a:pt x="31831" y="289039"/>
                  <a:pt x="25350" y="279856"/>
                  <a:pt x="25184" y="273778"/>
                </a:cubicBezTo>
                <a:cubicBezTo>
                  <a:pt x="25085" y="270192"/>
                  <a:pt x="14730" y="254434"/>
                  <a:pt x="11540" y="253016"/>
                </a:cubicBezTo>
                <a:cubicBezTo>
                  <a:pt x="10475" y="252543"/>
                  <a:pt x="9603" y="249415"/>
                  <a:pt x="9603" y="246065"/>
                </a:cubicBezTo>
                <a:cubicBezTo>
                  <a:pt x="9603" y="242715"/>
                  <a:pt x="7116" y="235757"/>
                  <a:pt x="4075" y="230604"/>
                </a:cubicBezTo>
                <a:cubicBezTo>
                  <a:pt x="-1096" y="221839"/>
                  <a:pt x="-1174" y="220953"/>
                  <a:pt x="2870" y="216903"/>
                </a:cubicBezTo>
                <a:cubicBezTo>
                  <a:pt x="5247" y="214522"/>
                  <a:pt x="12551" y="211412"/>
                  <a:pt x="19099" y="209992"/>
                </a:cubicBezTo>
                <a:cubicBezTo>
                  <a:pt x="25650" y="208572"/>
                  <a:pt x="32288" y="205304"/>
                  <a:pt x="33857" y="202727"/>
                </a:cubicBezTo>
                <a:cubicBezTo>
                  <a:pt x="40254" y="192222"/>
                  <a:pt x="57879" y="175142"/>
                  <a:pt x="62323" y="175142"/>
                </a:cubicBezTo>
                <a:cubicBezTo>
                  <a:pt x="64938" y="175142"/>
                  <a:pt x="70972" y="172735"/>
                  <a:pt x="75732" y="169793"/>
                </a:cubicBezTo>
                <a:cubicBezTo>
                  <a:pt x="86563" y="163099"/>
                  <a:pt x="92402" y="164703"/>
                  <a:pt x="107485" y="178512"/>
                </a:cubicBezTo>
                <a:lnTo>
                  <a:pt x="118888" y="188952"/>
                </a:lnTo>
                <a:lnTo>
                  <a:pt x="122369" y="177011"/>
                </a:lnTo>
                <a:cubicBezTo>
                  <a:pt x="124284" y="170444"/>
                  <a:pt x="126994" y="164364"/>
                  <a:pt x="128391" y="163500"/>
                </a:cubicBezTo>
                <a:cubicBezTo>
                  <a:pt x="132170" y="161165"/>
                  <a:pt x="131464" y="152072"/>
                  <a:pt x="127169" y="147778"/>
                </a:cubicBezTo>
                <a:cubicBezTo>
                  <a:pt x="122214" y="142823"/>
                  <a:pt x="124785" y="135614"/>
                  <a:pt x="130389" y="138750"/>
                </a:cubicBezTo>
                <a:cubicBezTo>
                  <a:pt x="136409" y="142119"/>
                  <a:pt x="145744" y="136885"/>
                  <a:pt x="147714" y="129037"/>
                </a:cubicBezTo>
                <a:cubicBezTo>
                  <a:pt x="149051" y="123709"/>
                  <a:pt x="147940" y="121043"/>
                  <a:pt x="142395" y="116273"/>
                </a:cubicBezTo>
                <a:cubicBezTo>
                  <a:pt x="135828" y="110625"/>
                  <a:pt x="135571" y="109625"/>
                  <a:pt x="138322" y="100445"/>
                </a:cubicBezTo>
                <a:cubicBezTo>
                  <a:pt x="142194" y="87522"/>
                  <a:pt x="142531" y="88798"/>
                  <a:pt x="132219" y="77384"/>
                </a:cubicBezTo>
                <a:lnTo>
                  <a:pt x="123182" y="67380"/>
                </a:lnTo>
                <a:lnTo>
                  <a:pt x="127316" y="49072"/>
                </a:lnTo>
                <a:cubicBezTo>
                  <a:pt x="131667" y="29805"/>
                  <a:pt x="134422" y="26975"/>
                  <a:pt x="149002" y="26791"/>
                </a:cubicBezTo>
                <a:cubicBezTo>
                  <a:pt x="154177" y="26725"/>
                  <a:pt x="155624" y="25231"/>
                  <a:pt x="156308" y="19245"/>
                </a:cubicBezTo>
                <a:cubicBezTo>
                  <a:pt x="156776" y="15139"/>
                  <a:pt x="155736" y="10900"/>
                  <a:pt x="153995" y="9825"/>
                </a:cubicBezTo>
                <a:cubicBezTo>
                  <a:pt x="148346" y="6334"/>
                  <a:pt x="153520" y="-815"/>
                  <a:pt x="161050" y="76"/>
                </a:cubicBezTo>
                <a:cubicBezTo>
                  <a:pt x="168082" y="908"/>
                  <a:pt x="172982" y="7348"/>
                  <a:pt x="166583" y="7348"/>
                </a:cubicBezTo>
                <a:cubicBezTo>
                  <a:pt x="163388" y="7348"/>
                  <a:pt x="159114" y="19135"/>
                  <a:pt x="154998" y="39300"/>
                </a:cubicBezTo>
                <a:cubicBezTo>
                  <a:pt x="153853" y="44911"/>
                  <a:pt x="154355" y="46439"/>
                  <a:pt x="157050" y="45546"/>
                </a:cubicBezTo>
                <a:cubicBezTo>
                  <a:pt x="160851" y="44288"/>
                  <a:pt x="165520" y="36539"/>
                  <a:pt x="169737" y="24492"/>
                </a:cubicBezTo>
                <a:cubicBezTo>
                  <a:pt x="171898" y="18321"/>
                  <a:pt x="172952" y="17637"/>
                  <a:pt x="176182" y="20317"/>
                </a:cubicBezTo>
                <a:cubicBezTo>
                  <a:pt x="178636" y="22355"/>
                  <a:pt x="179182" y="24572"/>
                  <a:pt x="177678" y="26406"/>
                </a:cubicBezTo>
                <a:cubicBezTo>
                  <a:pt x="176378" y="27992"/>
                  <a:pt x="174502" y="35852"/>
                  <a:pt x="173510" y="43871"/>
                </a:cubicBezTo>
                <a:lnTo>
                  <a:pt x="171706" y="58451"/>
                </a:lnTo>
                <a:lnTo>
                  <a:pt x="179820" y="60233"/>
                </a:lnTo>
                <a:cubicBezTo>
                  <a:pt x="190172" y="62507"/>
                  <a:pt x="195468" y="58253"/>
                  <a:pt x="195468" y="47665"/>
                </a:cubicBezTo>
                <a:cubicBezTo>
                  <a:pt x="195468" y="37295"/>
                  <a:pt x="201609" y="33273"/>
                  <a:pt x="212893" y="36256"/>
                </a:cubicBezTo>
                <a:cubicBezTo>
                  <a:pt x="222809" y="38877"/>
                  <a:pt x="222920" y="39758"/>
                  <a:pt x="215787" y="59322"/>
                </a:cubicBezTo>
                <a:cubicBezTo>
                  <a:pt x="210635" y="73452"/>
                  <a:pt x="209804" y="74357"/>
                  <a:pt x="202515" y="73785"/>
                </a:cubicBezTo>
                <a:cubicBezTo>
                  <a:pt x="198132" y="73441"/>
                  <a:pt x="194241" y="74583"/>
                  <a:pt x="193598" y="76402"/>
                </a:cubicBezTo>
                <a:cubicBezTo>
                  <a:pt x="192970" y="78177"/>
                  <a:pt x="194295" y="79629"/>
                  <a:pt x="196544" y="79629"/>
                </a:cubicBezTo>
                <a:cubicBezTo>
                  <a:pt x="198791" y="79629"/>
                  <a:pt x="200631" y="80768"/>
                  <a:pt x="200631" y="82161"/>
                </a:cubicBezTo>
                <a:cubicBezTo>
                  <a:pt x="200631" y="85088"/>
                  <a:pt x="191380" y="87587"/>
                  <a:pt x="183851" y="86694"/>
                </a:cubicBezTo>
                <a:cubicBezTo>
                  <a:pt x="180197" y="86261"/>
                  <a:pt x="178910" y="87403"/>
                  <a:pt x="179447" y="90600"/>
                </a:cubicBezTo>
                <a:cubicBezTo>
                  <a:pt x="179864" y="93084"/>
                  <a:pt x="178915" y="95117"/>
                  <a:pt x="177337" y="95117"/>
                </a:cubicBezTo>
                <a:cubicBezTo>
                  <a:pt x="175731" y="95117"/>
                  <a:pt x="175129" y="97199"/>
                  <a:pt x="175970" y="99847"/>
                </a:cubicBezTo>
                <a:cubicBezTo>
                  <a:pt x="176899" y="102775"/>
                  <a:pt x="175493" y="106367"/>
                  <a:pt x="172279" y="109275"/>
                </a:cubicBezTo>
                <a:cubicBezTo>
                  <a:pt x="169424" y="111859"/>
                  <a:pt x="165130" y="120185"/>
                  <a:pt x="162736" y="127778"/>
                </a:cubicBezTo>
                <a:cubicBezTo>
                  <a:pt x="160343" y="135371"/>
                  <a:pt x="156854" y="141584"/>
                  <a:pt x="154984" y="141584"/>
                </a:cubicBezTo>
                <a:cubicBezTo>
                  <a:pt x="149300" y="141584"/>
                  <a:pt x="151188" y="148854"/>
                  <a:pt x="157382" y="150820"/>
                </a:cubicBezTo>
                <a:cubicBezTo>
                  <a:pt x="160571" y="151832"/>
                  <a:pt x="164451" y="154398"/>
                  <a:pt x="166003" y="156522"/>
                </a:cubicBezTo>
                <a:cubicBezTo>
                  <a:pt x="168191" y="159513"/>
                  <a:pt x="171101" y="159898"/>
                  <a:pt x="178921" y="158229"/>
                </a:cubicBezTo>
                <a:cubicBezTo>
                  <a:pt x="184472" y="157045"/>
                  <a:pt x="194242" y="155975"/>
                  <a:pt x="200631" y="155851"/>
                </a:cubicBezTo>
                <a:cubicBezTo>
                  <a:pt x="239506" y="155102"/>
                  <a:pt x="240586" y="154881"/>
                  <a:pt x="253127" y="145110"/>
                </a:cubicBezTo>
                <a:cubicBezTo>
                  <a:pt x="266671" y="134558"/>
                  <a:pt x="268972" y="125175"/>
                  <a:pt x="260004" y="117060"/>
                </a:cubicBezTo>
                <a:cubicBezTo>
                  <a:pt x="253254" y="110951"/>
                  <a:pt x="253492" y="108529"/>
                  <a:pt x="261186" y="105023"/>
                </a:cubicBezTo>
                <a:cubicBezTo>
                  <a:pt x="266361" y="102665"/>
                  <a:pt x="269974" y="103183"/>
                  <a:pt x="280779" y="107831"/>
                </a:cubicBezTo>
                <a:cubicBezTo>
                  <a:pt x="296129" y="114435"/>
                  <a:pt x="303140" y="113127"/>
                  <a:pt x="316123" y="101238"/>
                </a:cubicBezTo>
                <a:cubicBezTo>
                  <a:pt x="320574" y="97162"/>
                  <a:pt x="327915" y="90541"/>
                  <a:pt x="332436" y="86525"/>
                </a:cubicBezTo>
                <a:lnTo>
                  <a:pt x="340656" y="79224"/>
                </a:lnTo>
                <a:lnTo>
                  <a:pt x="348855" y="87171"/>
                </a:lnTo>
                <a:cubicBezTo>
                  <a:pt x="353365" y="91541"/>
                  <a:pt x="358951" y="95117"/>
                  <a:pt x="361269" y="95117"/>
                </a:cubicBezTo>
                <a:cubicBezTo>
                  <a:pt x="364761" y="95117"/>
                  <a:pt x="365087" y="96499"/>
                  <a:pt x="363171" y="103178"/>
                </a:cubicBezTo>
                <a:cubicBezTo>
                  <a:pt x="361900" y="107612"/>
                  <a:pt x="358803" y="114292"/>
                  <a:pt x="356290" y="118022"/>
                </a:cubicBezTo>
                <a:cubicBezTo>
                  <a:pt x="353286" y="122482"/>
                  <a:pt x="351997" y="128425"/>
                  <a:pt x="352528" y="135380"/>
                </a:cubicBezTo>
                <a:cubicBezTo>
                  <a:pt x="353262" y="145010"/>
                  <a:pt x="352644" y="146241"/>
                  <a:pt x="345616" y="149152"/>
                </a:cubicBezTo>
                <a:cubicBezTo>
                  <a:pt x="341239" y="150965"/>
                  <a:pt x="337248" y="154934"/>
                  <a:pt x="336399" y="158318"/>
                </a:cubicBezTo>
                <a:cubicBezTo>
                  <a:pt x="335575" y="161601"/>
                  <a:pt x="330673" y="169343"/>
                  <a:pt x="325505" y="175523"/>
                </a:cubicBezTo>
                <a:cubicBezTo>
                  <a:pt x="311850" y="191852"/>
                  <a:pt x="310247" y="196441"/>
                  <a:pt x="315430" y="204352"/>
                </a:cubicBezTo>
                <a:cubicBezTo>
                  <a:pt x="319567" y="210666"/>
                  <a:pt x="319502" y="211324"/>
                  <a:pt x="313994" y="218773"/>
                </a:cubicBezTo>
                <a:cubicBezTo>
                  <a:pt x="309522" y="224822"/>
                  <a:pt x="305556" y="226939"/>
                  <a:pt x="296375" y="228175"/>
                </a:cubicBezTo>
                <a:cubicBezTo>
                  <a:pt x="280209" y="230353"/>
                  <a:pt x="268738" y="234086"/>
                  <a:pt x="265231" y="238311"/>
                </a:cubicBezTo>
                <a:cubicBezTo>
                  <a:pt x="263619" y="240253"/>
                  <a:pt x="254493" y="243158"/>
                  <a:pt x="244951" y="244768"/>
                </a:cubicBezTo>
                <a:cubicBezTo>
                  <a:pt x="224827" y="248162"/>
                  <a:pt x="223542" y="248854"/>
                  <a:pt x="219261" y="258588"/>
                </a:cubicBezTo>
                <a:cubicBezTo>
                  <a:pt x="215450" y="267254"/>
                  <a:pt x="216976" y="270661"/>
                  <a:pt x="224662" y="270643"/>
                </a:cubicBezTo>
                <a:cubicBezTo>
                  <a:pt x="227772" y="270636"/>
                  <a:pt x="235733" y="272571"/>
                  <a:pt x="242353" y="274944"/>
                </a:cubicBezTo>
                <a:cubicBezTo>
                  <a:pt x="253677" y="279002"/>
                  <a:pt x="254241" y="279644"/>
                  <a:pt x="251900" y="285801"/>
                </a:cubicBezTo>
                <a:cubicBezTo>
                  <a:pt x="250237" y="290175"/>
                  <a:pt x="250396" y="296447"/>
                  <a:pt x="252381" y="304719"/>
                </a:cubicBezTo>
                <a:cubicBezTo>
                  <a:pt x="255038" y="315794"/>
                  <a:pt x="255971" y="316937"/>
                  <a:pt x="261267" y="315608"/>
                </a:cubicBezTo>
                <a:cubicBezTo>
                  <a:pt x="264522" y="314791"/>
                  <a:pt x="267946" y="315353"/>
                  <a:pt x="268876" y="316858"/>
                </a:cubicBezTo>
                <a:cubicBezTo>
                  <a:pt x="271618" y="321295"/>
                  <a:pt x="260047" y="334538"/>
                  <a:pt x="252027" y="336142"/>
                </a:cubicBezTo>
                <a:cubicBezTo>
                  <a:pt x="247958" y="336956"/>
                  <a:pt x="238159" y="342892"/>
                  <a:pt x="230251" y="349333"/>
                </a:cubicBezTo>
                <a:cubicBezTo>
                  <a:pt x="219279" y="358270"/>
                  <a:pt x="214445" y="360685"/>
                  <a:pt x="209844" y="359530"/>
                </a:cubicBezTo>
                <a:cubicBezTo>
                  <a:pt x="206527" y="358698"/>
                  <a:pt x="199613" y="359176"/>
                  <a:pt x="194478" y="360594"/>
                </a:cubicBezTo>
                <a:cubicBezTo>
                  <a:pt x="186278" y="362858"/>
                  <a:pt x="185142" y="362612"/>
                  <a:pt x="185142" y="358570"/>
                </a:cubicBezTo>
                <a:close/>
              </a:path>
            </a:pathLst>
          </a:custGeom>
          <a:solidFill>
            <a:srgbClr val="B9B9B9"/>
          </a:solidFill>
          <a:ln w="5163" cap="flat">
            <a:noFill/>
            <a:prstDash val="solid"/>
            <a:miter/>
          </a:ln>
        </p:spPr>
        <p:txBody>
          <a:bodyPr/>
          <a:lstStyle/>
          <a:p>
            <a:endParaRPr lang="es-419" noProof="0" dirty="0"/>
          </a:p>
        </p:txBody>
      </p:sp>
      <p:sp>
        <p:nvSpPr>
          <p:cNvPr id="46" name="Forma libre: forma 45">
            <a:extLst>
              <a:ext uri="{FF2B5EF4-FFF2-40B4-BE49-F238E27FC236}">
                <a16:creationId xmlns:a16="http://schemas.microsoft.com/office/drawing/2014/main" id="{EC5E0A0C-A5DF-63B8-9056-F70CF3E03806}"/>
              </a:ext>
            </a:extLst>
          </p:cNvPr>
          <p:cNvSpPr/>
          <p:nvPr/>
        </p:nvSpPr>
        <p:spPr>
          <a:xfrm>
            <a:off x="1331227" y="2128697"/>
            <a:ext cx="198884" cy="167193"/>
          </a:xfrm>
          <a:custGeom>
            <a:avLst/>
            <a:gdLst>
              <a:gd name="csX0" fmla="*/ 102761 w 198884"/>
              <a:gd name="csY0" fmla="*/ 161938 h 167193"/>
              <a:gd name="csX1" fmla="*/ 88269 w 198884"/>
              <a:gd name="csY1" fmla="*/ 157454 h 167193"/>
              <a:gd name="csX2" fmla="*/ 69481 w 198884"/>
              <a:gd name="csY2" fmla="*/ 161146 h 167193"/>
              <a:gd name="csX3" fmla="*/ 60039 w 198884"/>
              <a:gd name="csY3" fmla="*/ 160242 h 167193"/>
              <a:gd name="csX4" fmla="*/ 55236 w 198884"/>
              <a:gd name="csY4" fmla="*/ 148107 h 167193"/>
              <a:gd name="csX5" fmla="*/ 50480 w 198884"/>
              <a:gd name="csY5" fmla="*/ 138608 h 167193"/>
              <a:gd name="csX6" fmla="*/ 28907 w 198884"/>
              <a:gd name="csY6" fmla="*/ 140363 h 167193"/>
              <a:gd name="csX7" fmla="*/ 11289 w 198884"/>
              <a:gd name="csY7" fmla="*/ 137781 h 167193"/>
              <a:gd name="csX8" fmla="*/ 6827 w 198884"/>
              <a:gd name="csY8" fmla="*/ 131288 h 167193"/>
              <a:gd name="csX9" fmla="*/ 1775 w 198884"/>
              <a:gd name="csY9" fmla="*/ 129012 h 167193"/>
              <a:gd name="csX10" fmla="*/ 4158 w 198884"/>
              <a:gd name="csY10" fmla="*/ 118778 h 167193"/>
              <a:gd name="csX11" fmla="*/ 5752 w 198884"/>
              <a:gd name="csY11" fmla="*/ 106007 h 167193"/>
              <a:gd name="csX12" fmla="*/ 11789 w 198884"/>
              <a:gd name="csY12" fmla="*/ 81269 h 167193"/>
              <a:gd name="csX13" fmla="*/ 23630 w 198884"/>
              <a:gd name="csY13" fmla="*/ 62821 h 167193"/>
              <a:gd name="csX14" fmla="*/ 32410 w 198884"/>
              <a:gd name="csY14" fmla="*/ 53884 h 167193"/>
              <a:gd name="csX15" fmla="*/ 41084 w 198884"/>
              <a:gd name="csY15" fmla="*/ 33929 h 167193"/>
              <a:gd name="csX16" fmla="*/ 44790 w 198884"/>
              <a:gd name="csY16" fmla="*/ 21065 h 167193"/>
              <a:gd name="csX17" fmla="*/ 50866 w 198884"/>
              <a:gd name="csY17" fmla="*/ 7384 h 167193"/>
              <a:gd name="csX18" fmla="*/ 69085 w 198884"/>
              <a:gd name="csY18" fmla="*/ 3371 h 167193"/>
              <a:gd name="csX19" fmla="*/ 83968 w 198884"/>
              <a:gd name="csY19" fmla="*/ 7430 h 167193"/>
              <a:gd name="csX20" fmla="*/ 103250 w 198884"/>
              <a:gd name="csY20" fmla="*/ 16788 h 167193"/>
              <a:gd name="csX21" fmla="*/ 120904 w 198884"/>
              <a:gd name="csY21" fmla="*/ 28277 h 167193"/>
              <a:gd name="csX22" fmla="*/ 134887 w 198884"/>
              <a:gd name="csY22" fmla="*/ 23438 h 167193"/>
              <a:gd name="csX23" fmla="*/ 159058 w 198884"/>
              <a:gd name="csY23" fmla="*/ 20032 h 167193"/>
              <a:gd name="csX24" fmla="*/ 176483 w 198884"/>
              <a:gd name="csY24" fmla="*/ 28515 h 167193"/>
              <a:gd name="csX25" fmla="*/ 192460 w 198884"/>
              <a:gd name="csY25" fmla="*/ 37014 h 167193"/>
              <a:gd name="csX26" fmla="*/ 196332 w 198884"/>
              <a:gd name="csY26" fmla="*/ 44480 h 167193"/>
              <a:gd name="csX27" fmla="*/ 196153 w 198884"/>
              <a:gd name="csY27" fmla="*/ 52404 h 167193"/>
              <a:gd name="csX28" fmla="*/ 187288 w 198884"/>
              <a:gd name="csY28" fmla="*/ 53879 h 167193"/>
              <a:gd name="csX29" fmla="*/ 174390 w 198884"/>
              <a:gd name="csY29" fmla="*/ 56149 h 167193"/>
              <a:gd name="csX30" fmla="*/ 170518 w 198884"/>
              <a:gd name="csY30" fmla="*/ 64210 h 167193"/>
              <a:gd name="csX31" fmla="*/ 166645 w 198884"/>
              <a:gd name="csY31" fmla="*/ 72206 h 167193"/>
              <a:gd name="csX32" fmla="*/ 158901 w 198884"/>
              <a:gd name="csY32" fmla="*/ 75439 h 167193"/>
              <a:gd name="csX33" fmla="*/ 151157 w 198884"/>
              <a:gd name="csY33" fmla="*/ 76992 h 167193"/>
              <a:gd name="csX34" fmla="*/ 142182 w 198884"/>
              <a:gd name="csY34" fmla="*/ 79321 h 167193"/>
              <a:gd name="csX35" fmla="*/ 127056 w 198884"/>
              <a:gd name="csY35" fmla="*/ 97769 h 167193"/>
              <a:gd name="csX36" fmla="*/ 130544 w 198884"/>
              <a:gd name="csY36" fmla="*/ 109385 h 167193"/>
              <a:gd name="csX37" fmla="*/ 134269 w 198884"/>
              <a:gd name="csY37" fmla="*/ 120288 h 167193"/>
              <a:gd name="csX38" fmla="*/ 148765 w 198884"/>
              <a:gd name="csY38" fmla="*/ 140043 h 167193"/>
              <a:gd name="csX39" fmla="*/ 155377 w 198884"/>
              <a:gd name="csY39" fmla="*/ 157142 h 167193"/>
              <a:gd name="csX40" fmla="*/ 143045 w 198884"/>
              <a:gd name="csY40" fmla="*/ 162040 h 167193"/>
              <a:gd name="csX41" fmla="*/ 102761 w 198884"/>
              <a:gd name="csY41" fmla="*/ 161938 h 167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Lst>
            <a:rect l="l" t="t" r="r" b="b"/>
            <a:pathLst>
              <a:path w="198884" h="167193">
                <a:moveTo>
                  <a:pt x="102761" y="161938"/>
                </a:moveTo>
                <a:cubicBezTo>
                  <a:pt x="101767" y="158136"/>
                  <a:pt x="99022" y="157287"/>
                  <a:pt x="88269" y="157454"/>
                </a:cubicBezTo>
                <a:cubicBezTo>
                  <a:pt x="80973" y="157567"/>
                  <a:pt x="72518" y="159228"/>
                  <a:pt x="69481" y="161146"/>
                </a:cubicBezTo>
                <a:cubicBezTo>
                  <a:pt x="64710" y="164157"/>
                  <a:pt x="63423" y="164033"/>
                  <a:pt x="60039" y="160242"/>
                </a:cubicBezTo>
                <a:cubicBezTo>
                  <a:pt x="57884" y="157827"/>
                  <a:pt x="55723" y="152366"/>
                  <a:pt x="55236" y="148107"/>
                </a:cubicBezTo>
                <a:cubicBezTo>
                  <a:pt x="54750" y="143848"/>
                  <a:pt x="52610" y="139573"/>
                  <a:pt x="50480" y="138608"/>
                </a:cubicBezTo>
                <a:cubicBezTo>
                  <a:pt x="43634" y="135506"/>
                  <a:pt x="32890" y="136379"/>
                  <a:pt x="28907" y="140363"/>
                </a:cubicBezTo>
                <a:cubicBezTo>
                  <a:pt x="22942" y="146328"/>
                  <a:pt x="14628" y="145109"/>
                  <a:pt x="11289" y="137781"/>
                </a:cubicBezTo>
                <a:cubicBezTo>
                  <a:pt x="9671" y="134232"/>
                  <a:pt x="7664" y="131310"/>
                  <a:pt x="6827" y="131288"/>
                </a:cubicBezTo>
                <a:cubicBezTo>
                  <a:pt x="5990" y="131266"/>
                  <a:pt x="3716" y="130242"/>
                  <a:pt x="1775" y="129012"/>
                </a:cubicBezTo>
                <a:cubicBezTo>
                  <a:pt x="-1083" y="127202"/>
                  <a:pt x="-629" y="125253"/>
                  <a:pt x="4158" y="118778"/>
                </a:cubicBezTo>
                <a:cubicBezTo>
                  <a:pt x="9713" y="111264"/>
                  <a:pt x="9810" y="110491"/>
                  <a:pt x="5752" y="106007"/>
                </a:cubicBezTo>
                <a:cubicBezTo>
                  <a:pt x="-610" y="98977"/>
                  <a:pt x="325" y="95142"/>
                  <a:pt x="11789" y="81269"/>
                </a:cubicBezTo>
                <a:cubicBezTo>
                  <a:pt x="17485" y="74376"/>
                  <a:pt x="22814" y="66074"/>
                  <a:pt x="23630" y="62821"/>
                </a:cubicBezTo>
                <a:cubicBezTo>
                  <a:pt x="24447" y="59568"/>
                  <a:pt x="28398" y="55546"/>
                  <a:pt x="32410" y="53884"/>
                </a:cubicBezTo>
                <a:cubicBezTo>
                  <a:pt x="40181" y="50665"/>
                  <a:pt x="43478" y="43081"/>
                  <a:pt x="41084" y="33929"/>
                </a:cubicBezTo>
                <a:cubicBezTo>
                  <a:pt x="40186" y="30493"/>
                  <a:pt x="41619" y="25519"/>
                  <a:pt x="44790" y="21065"/>
                </a:cubicBezTo>
                <a:cubicBezTo>
                  <a:pt x="47634" y="17072"/>
                  <a:pt x="50368" y="10915"/>
                  <a:pt x="50866" y="7384"/>
                </a:cubicBezTo>
                <a:cubicBezTo>
                  <a:pt x="51978" y="-503"/>
                  <a:pt x="60785" y="-2442"/>
                  <a:pt x="69085" y="3371"/>
                </a:cubicBezTo>
                <a:cubicBezTo>
                  <a:pt x="72262" y="5597"/>
                  <a:pt x="78960" y="7424"/>
                  <a:pt x="83968" y="7430"/>
                </a:cubicBezTo>
                <a:cubicBezTo>
                  <a:pt x="90827" y="7440"/>
                  <a:pt x="95585" y="9748"/>
                  <a:pt x="103250" y="16788"/>
                </a:cubicBezTo>
                <a:cubicBezTo>
                  <a:pt x="108847" y="21927"/>
                  <a:pt x="116791" y="27098"/>
                  <a:pt x="120904" y="28277"/>
                </a:cubicBezTo>
                <a:cubicBezTo>
                  <a:pt x="127215" y="30087"/>
                  <a:pt x="129398" y="29332"/>
                  <a:pt x="134887" y="23438"/>
                </a:cubicBezTo>
                <a:cubicBezTo>
                  <a:pt x="142030" y="15767"/>
                  <a:pt x="156507" y="13727"/>
                  <a:pt x="159058" y="20032"/>
                </a:cubicBezTo>
                <a:cubicBezTo>
                  <a:pt x="159855" y="22000"/>
                  <a:pt x="167696" y="25818"/>
                  <a:pt x="176483" y="28515"/>
                </a:cubicBezTo>
                <a:cubicBezTo>
                  <a:pt x="186066" y="31457"/>
                  <a:pt x="192460" y="34858"/>
                  <a:pt x="192460" y="37014"/>
                </a:cubicBezTo>
                <a:cubicBezTo>
                  <a:pt x="192460" y="38991"/>
                  <a:pt x="194203" y="42351"/>
                  <a:pt x="196332" y="44480"/>
                </a:cubicBezTo>
                <a:cubicBezTo>
                  <a:pt x="199774" y="47922"/>
                  <a:pt x="199754" y="48803"/>
                  <a:pt x="196153" y="52404"/>
                </a:cubicBezTo>
                <a:cubicBezTo>
                  <a:pt x="193159" y="55398"/>
                  <a:pt x="190845" y="55783"/>
                  <a:pt x="187288" y="53879"/>
                </a:cubicBezTo>
                <a:cubicBezTo>
                  <a:pt x="179800" y="49872"/>
                  <a:pt x="174390" y="50824"/>
                  <a:pt x="174390" y="56149"/>
                </a:cubicBezTo>
                <a:cubicBezTo>
                  <a:pt x="174390" y="58815"/>
                  <a:pt x="172647" y="62442"/>
                  <a:pt x="170518" y="64210"/>
                </a:cubicBezTo>
                <a:cubicBezTo>
                  <a:pt x="168388" y="65977"/>
                  <a:pt x="166645" y="69575"/>
                  <a:pt x="166645" y="72206"/>
                </a:cubicBezTo>
                <a:cubicBezTo>
                  <a:pt x="166645" y="76143"/>
                  <a:pt x="165276" y="76714"/>
                  <a:pt x="158901" y="75439"/>
                </a:cubicBezTo>
                <a:cubicBezTo>
                  <a:pt x="153734" y="74406"/>
                  <a:pt x="151157" y="74922"/>
                  <a:pt x="151157" y="76992"/>
                </a:cubicBezTo>
                <a:cubicBezTo>
                  <a:pt x="151157" y="78961"/>
                  <a:pt x="147877" y="79812"/>
                  <a:pt x="142182" y="79321"/>
                </a:cubicBezTo>
                <a:cubicBezTo>
                  <a:pt x="130428" y="78308"/>
                  <a:pt x="124889" y="85064"/>
                  <a:pt x="127056" y="97769"/>
                </a:cubicBezTo>
                <a:cubicBezTo>
                  <a:pt x="127904" y="102738"/>
                  <a:pt x="129473" y="107965"/>
                  <a:pt x="130544" y="109385"/>
                </a:cubicBezTo>
                <a:cubicBezTo>
                  <a:pt x="131614" y="110805"/>
                  <a:pt x="133291" y="115711"/>
                  <a:pt x="134269" y="120288"/>
                </a:cubicBezTo>
                <a:cubicBezTo>
                  <a:pt x="135415" y="125645"/>
                  <a:pt x="140578" y="132682"/>
                  <a:pt x="148765" y="140043"/>
                </a:cubicBezTo>
                <a:cubicBezTo>
                  <a:pt x="162833" y="152691"/>
                  <a:pt x="164554" y="157142"/>
                  <a:pt x="155377" y="157142"/>
                </a:cubicBezTo>
                <a:cubicBezTo>
                  <a:pt x="152019" y="157142"/>
                  <a:pt x="146470" y="159346"/>
                  <a:pt x="143045" y="162040"/>
                </a:cubicBezTo>
                <a:cubicBezTo>
                  <a:pt x="134241" y="168966"/>
                  <a:pt x="104579" y="168891"/>
                  <a:pt x="102761" y="161938"/>
                </a:cubicBezTo>
                <a:close/>
              </a:path>
            </a:pathLst>
          </a:custGeom>
          <a:solidFill>
            <a:srgbClr val="B9B9B9"/>
          </a:solidFill>
          <a:ln w="5163" cap="flat">
            <a:noFill/>
            <a:prstDash val="solid"/>
            <a:miter/>
          </a:ln>
        </p:spPr>
        <p:txBody>
          <a:bodyPr/>
          <a:lstStyle/>
          <a:p>
            <a:endParaRPr lang="es-419" noProof="0" dirty="0"/>
          </a:p>
        </p:txBody>
      </p:sp>
      <p:sp>
        <p:nvSpPr>
          <p:cNvPr id="47" name="Forma libre: forma 46">
            <a:extLst>
              <a:ext uri="{FF2B5EF4-FFF2-40B4-BE49-F238E27FC236}">
                <a16:creationId xmlns:a16="http://schemas.microsoft.com/office/drawing/2014/main" id="{A0F65AF4-FAE5-FEDB-6A76-B3C11A7E8785}"/>
              </a:ext>
            </a:extLst>
          </p:cNvPr>
          <p:cNvSpPr/>
          <p:nvPr/>
        </p:nvSpPr>
        <p:spPr>
          <a:xfrm>
            <a:off x="1461542" y="2144566"/>
            <a:ext cx="129500" cy="144710"/>
          </a:xfrm>
          <a:custGeom>
            <a:avLst/>
            <a:gdLst>
              <a:gd name="csX0" fmla="*/ 39451 w 129500"/>
              <a:gd name="csY0" fmla="*/ 143362 h 144710"/>
              <a:gd name="csX1" fmla="*/ 36297 w 129500"/>
              <a:gd name="csY1" fmla="*/ 137530 h 144710"/>
              <a:gd name="csX2" fmla="*/ 22310 w 129500"/>
              <a:gd name="csY2" fmla="*/ 122582 h 144710"/>
              <a:gd name="csX3" fmla="*/ 6555 w 129500"/>
              <a:gd name="csY3" fmla="*/ 101930 h 144710"/>
              <a:gd name="csX4" fmla="*/ 2723 w 129500"/>
              <a:gd name="csY4" fmla="*/ 90935 h 144710"/>
              <a:gd name="csX5" fmla="*/ 1214 w 129500"/>
              <a:gd name="csY5" fmla="*/ 71343 h 144710"/>
              <a:gd name="csX6" fmla="*/ 12550 w 129500"/>
              <a:gd name="csY6" fmla="*/ 66880 h 144710"/>
              <a:gd name="csX7" fmla="*/ 22940 w 129500"/>
              <a:gd name="csY7" fmla="*/ 63986 h 144710"/>
              <a:gd name="csX8" fmla="*/ 31348 w 129500"/>
              <a:gd name="csY8" fmla="*/ 62963 h 144710"/>
              <a:gd name="csX9" fmla="*/ 38911 w 129500"/>
              <a:gd name="csY9" fmla="*/ 59306 h 144710"/>
              <a:gd name="csX10" fmla="*/ 42783 w 129500"/>
              <a:gd name="csY10" fmla="*/ 50923 h 144710"/>
              <a:gd name="csX11" fmla="*/ 46656 w 129500"/>
              <a:gd name="csY11" fmla="*/ 42586 h 144710"/>
              <a:gd name="csX12" fmla="*/ 51173 w 129500"/>
              <a:gd name="csY12" fmla="*/ 39323 h 144710"/>
              <a:gd name="csX13" fmla="*/ 69566 w 129500"/>
              <a:gd name="csY13" fmla="*/ 37767 h 144710"/>
              <a:gd name="csX14" fmla="*/ 69872 w 129500"/>
              <a:gd name="csY14" fmla="*/ 27120 h 144710"/>
              <a:gd name="csX15" fmla="*/ 67231 w 129500"/>
              <a:gd name="csY15" fmla="*/ 13692 h 144710"/>
              <a:gd name="csX16" fmla="*/ 69736 w 129500"/>
              <a:gd name="csY16" fmla="*/ 7102 h 144710"/>
              <a:gd name="csX17" fmla="*/ 81814 w 129500"/>
              <a:gd name="csY17" fmla="*/ 13524 h 144710"/>
              <a:gd name="csX18" fmla="*/ 100866 w 129500"/>
              <a:gd name="csY18" fmla="*/ 15068 h 144710"/>
              <a:gd name="csX19" fmla="*/ 113355 w 129500"/>
              <a:gd name="csY19" fmla="*/ 326 h 144710"/>
              <a:gd name="csX20" fmla="*/ 116355 w 129500"/>
              <a:gd name="csY20" fmla="*/ 6085 h 144710"/>
              <a:gd name="csX21" fmla="*/ 122928 w 129500"/>
              <a:gd name="csY21" fmla="*/ 21207 h 144710"/>
              <a:gd name="csX22" fmla="*/ 129501 w 129500"/>
              <a:gd name="csY22" fmla="*/ 32422 h 144710"/>
              <a:gd name="csX23" fmla="*/ 122289 w 129500"/>
              <a:gd name="csY23" fmla="*/ 39110 h 144710"/>
              <a:gd name="csX24" fmla="*/ 114210 w 129500"/>
              <a:gd name="csY24" fmla="*/ 43197 h 144710"/>
              <a:gd name="csX25" fmla="*/ 100996 w 129500"/>
              <a:gd name="csY25" fmla="*/ 50277 h 144710"/>
              <a:gd name="csX26" fmla="*/ 91480 w 129500"/>
              <a:gd name="csY26" fmla="*/ 69527 h 144710"/>
              <a:gd name="csX27" fmla="*/ 86825 w 129500"/>
              <a:gd name="csY27" fmla="*/ 82667 h 144710"/>
              <a:gd name="csX28" fmla="*/ 75170 w 129500"/>
              <a:gd name="csY28" fmla="*/ 92424 h 144710"/>
              <a:gd name="csX29" fmla="*/ 62144 w 129500"/>
              <a:gd name="csY29" fmla="*/ 108405 h 144710"/>
              <a:gd name="csX30" fmla="*/ 58272 w 129500"/>
              <a:gd name="csY30" fmla="*/ 119688 h 144710"/>
              <a:gd name="csX31" fmla="*/ 54400 w 129500"/>
              <a:gd name="csY31" fmla="*/ 127352 h 144710"/>
              <a:gd name="csX32" fmla="*/ 52416 w 129500"/>
              <a:gd name="csY32" fmla="*/ 133529 h 144710"/>
              <a:gd name="csX33" fmla="*/ 46503 w 129500"/>
              <a:gd name="csY33" fmla="*/ 140006 h 144710"/>
              <a:gd name="csX34" fmla="*/ 39451 w 129500"/>
              <a:gd name="csY34" fmla="*/ 143362 h 1447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129500" h="144710">
                <a:moveTo>
                  <a:pt x="39451" y="143362"/>
                </a:moveTo>
                <a:cubicBezTo>
                  <a:pt x="37734" y="141645"/>
                  <a:pt x="36315" y="139021"/>
                  <a:pt x="36297" y="137530"/>
                </a:cubicBezTo>
                <a:cubicBezTo>
                  <a:pt x="36279" y="136040"/>
                  <a:pt x="29985" y="129313"/>
                  <a:pt x="22310" y="122582"/>
                </a:cubicBezTo>
                <a:cubicBezTo>
                  <a:pt x="12868" y="114302"/>
                  <a:pt x="7773" y="107623"/>
                  <a:pt x="6555" y="101930"/>
                </a:cubicBezTo>
                <a:cubicBezTo>
                  <a:pt x="5566" y="97303"/>
                  <a:pt x="3842" y="92355"/>
                  <a:pt x="2723" y="90935"/>
                </a:cubicBezTo>
                <a:cubicBezTo>
                  <a:pt x="-91" y="87360"/>
                  <a:pt x="-945" y="76286"/>
                  <a:pt x="1214" y="71343"/>
                </a:cubicBezTo>
                <a:cubicBezTo>
                  <a:pt x="2338" y="68767"/>
                  <a:pt x="6560" y="67105"/>
                  <a:pt x="12550" y="66880"/>
                </a:cubicBezTo>
                <a:cubicBezTo>
                  <a:pt x="17800" y="66683"/>
                  <a:pt x="22476" y="65380"/>
                  <a:pt x="22940" y="63986"/>
                </a:cubicBezTo>
                <a:cubicBezTo>
                  <a:pt x="23405" y="62591"/>
                  <a:pt x="27189" y="62131"/>
                  <a:pt x="31348" y="62963"/>
                </a:cubicBezTo>
                <a:cubicBezTo>
                  <a:pt x="37697" y="64232"/>
                  <a:pt x="38911" y="63645"/>
                  <a:pt x="38911" y="59306"/>
                </a:cubicBezTo>
                <a:cubicBezTo>
                  <a:pt x="38911" y="56463"/>
                  <a:pt x="40654" y="52690"/>
                  <a:pt x="42783" y="50923"/>
                </a:cubicBezTo>
                <a:cubicBezTo>
                  <a:pt x="44913" y="49155"/>
                  <a:pt x="46656" y="45404"/>
                  <a:pt x="46656" y="42586"/>
                </a:cubicBezTo>
                <a:cubicBezTo>
                  <a:pt x="46656" y="38720"/>
                  <a:pt x="47764" y="37919"/>
                  <a:pt x="51173" y="39323"/>
                </a:cubicBezTo>
                <a:cubicBezTo>
                  <a:pt x="61512" y="43579"/>
                  <a:pt x="64377" y="43337"/>
                  <a:pt x="69566" y="37767"/>
                </a:cubicBezTo>
                <a:cubicBezTo>
                  <a:pt x="75009" y="31925"/>
                  <a:pt x="75010" y="31906"/>
                  <a:pt x="69872" y="27120"/>
                </a:cubicBezTo>
                <a:cubicBezTo>
                  <a:pt x="63882" y="21540"/>
                  <a:pt x="64007" y="22172"/>
                  <a:pt x="67231" y="13692"/>
                </a:cubicBezTo>
                <a:lnTo>
                  <a:pt x="69736" y="7102"/>
                </a:lnTo>
                <a:lnTo>
                  <a:pt x="81814" y="13524"/>
                </a:lnTo>
                <a:cubicBezTo>
                  <a:pt x="96277" y="21214"/>
                  <a:pt x="100866" y="21586"/>
                  <a:pt x="100866" y="15068"/>
                </a:cubicBezTo>
                <a:cubicBezTo>
                  <a:pt x="100866" y="8386"/>
                  <a:pt x="109640" y="-1970"/>
                  <a:pt x="113355" y="326"/>
                </a:cubicBezTo>
                <a:cubicBezTo>
                  <a:pt x="115005" y="1346"/>
                  <a:pt x="116355" y="3937"/>
                  <a:pt x="116355" y="6085"/>
                </a:cubicBezTo>
                <a:cubicBezTo>
                  <a:pt x="116355" y="8233"/>
                  <a:pt x="119313" y="15038"/>
                  <a:pt x="122928" y="21207"/>
                </a:cubicBezTo>
                <a:lnTo>
                  <a:pt x="129501" y="32422"/>
                </a:lnTo>
                <a:lnTo>
                  <a:pt x="122289" y="39110"/>
                </a:lnTo>
                <a:cubicBezTo>
                  <a:pt x="118322" y="42788"/>
                  <a:pt x="114687" y="44627"/>
                  <a:pt x="114210" y="43197"/>
                </a:cubicBezTo>
                <a:cubicBezTo>
                  <a:pt x="112111" y="36901"/>
                  <a:pt x="104310" y="41081"/>
                  <a:pt x="100996" y="50277"/>
                </a:cubicBezTo>
                <a:cubicBezTo>
                  <a:pt x="99077" y="55602"/>
                  <a:pt x="94795" y="64264"/>
                  <a:pt x="91480" y="69527"/>
                </a:cubicBezTo>
                <a:cubicBezTo>
                  <a:pt x="88166" y="74789"/>
                  <a:pt x="86071" y="80703"/>
                  <a:pt x="86825" y="82667"/>
                </a:cubicBezTo>
                <a:cubicBezTo>
                  <a:pt x="87734" y="85037"/>
                  <a:pt x="83812" y="88321"/>
                  <a:pt x="75170" y="92424"/>
                </a:cubicBezTo>
                <a:cubicBezTo>
                  <a:pt x="62898" y="98250"/>
                  <a:pt x="62144" y="99174"/>
                  <a:pt x="62144" y="108405"/>
                </a:cubicBezTo>
                <a:cubicBezTo>
                  <a:pt x="62144" y="114732"/>
                  <a:pt x="60773" y="118729"/>
                  <a:pt x="58272" y="119688"/>
                </a:cubicBezTo>
                <a:cubicBezTo>
                  <a:pt x="56143" y="120506"/>
                  <a:pt x="54400" y="123954"/>
                  <a:pt x="54400" y="127352"/>
                </a:cubicBezTo>
                <a:cubicBezTo>
                  <a:pt x="54400" y="130749"/>
                  <a:pt x="53507" y="133529"/>
                  <a:pt x="52416" y="133529"/>
                </a:cubicBezTo>
                <a:cubicBezTo>
                  <a:pt x="51325" y="133529"/>
                  <a:pt x="48664" y="136444"/>
                  <a:pt x="46503" y="140006"/>
                </a:cubicBezTo>
                <a:cubicBezTo>
                  <a:pt x="43429" y="145071"/>
                  <a:pt x="41892" y="145803"/>
                  <a:pt x="39451" y="143362"/>
                </a:cubicBezTo>
                <a:close/>
              </a:path>
            </a:pathLst>
          </a:custGeom>
          <a:solidFill>
            <a:srgbClr val="B9B9B9"/>
          </a:solidFill>
          <a:ln w="5163" cap="flat">
            <a:noFill/>
            <a:prstDash val="solid"/>
            <a:miter/>
          </a:ln>
        </p:spPr>
        <p:txBody>
          <a:bodyPr/>
          <a:lstStyle/>
          <a:p>
            <a:endParaRPr lang="es-419" noProof="0" dirty="0"/>
          </a:p>
        </p:txBody>
      </p:sp>
      <p:sp>
        <p:nvSpPr>
          <p:cNvPr id="48" name="Forma libre: forma 47">
            <a:extLst>
              <a:ext uri="{FF2B5EF4-FFF2-40B4-BE49-F238E27FC236}">
                <a16:creationId xmlns:a16="http://schemas.microsoft.com/office/drawing/2014/main" id="{3B082CE3-360A-85BC-EC8B-2728EBE3F428}"/>
              </a:ext>
            </a:extLst>
          </p:cNvPr>
          <p:cNvSpPr/>
          <p:nvPr/>
        </p:nvSpPr>
        <p:spPr>
          <a:xfrm>
            <a:off x="2333829" y="2099494"/>
            <a:ext cx="245950" cy="186219"/>
          </a:xfrm>
          <a:custGeom>
            <a:avLst/>
            <a:gdLst>
              <a:gd name="csX0" fmla="*/ 63193 w 245950"/>
              <a:gd name="csY0" fmla="*/ 151536 h 186219"/>
              <a:gd name="csX1" fmla="*/ 28715 w 245950"/>
              <a:gd name="csY1" fmla="*/ 120621 h 186219"/>
              <a:gd name="csX2" fmla="*/ 15073 w 245950"/>
              <a:gd name="csY2" fmla="*/ 124390 h 186219"/>
              <a:gd name="csX3" fmla="*/ 5596 w 245950"/>
              <a:gd name="csY3" fmla="*/ 124390 h 186219"/>
              <a:gd name="csX4" fmla="*/ 5596 w 245950"/>
              <a:gd name="csY4" fmla="*/ 107763 h 186219"/>
              <a:gd name="csX5" fmla="*/ 3015 w 245950"/>
              <a:gd name="csY5" fmla="*/ 89541 h 186219"/>
              <a:gd name="csX6" fmla="*/ 11404 w 245950"/>
              <a:gd name="csY6" fmla="*/ 63244 h 186219"/>
              <a:gd name="csX7" fmla="*/ 106611 w 245950"/>
              <a:gd name="csY7" fmla="*/ 25070 h 186219"/>
              <a:gd name="csX8" fmla="*/ 133716 w 245950"/>
              <a:gd name="csY8" fmla="*/ 14252 h 186219"/>
              <a:gd name="csX9" fmla="*/ 160483 w 245950"/>
              <a:gd name="csY9" fmla="*/ 1908 h 186219"/>
              <a:gd name="csX10" fmla="*/ 238554 w 245950"/>
              <a:gd name="csY10" fmla="*/ 11931 h 186219"/>
              <a:gd name="csX11" fmla="*/ 245107 w 245950"/>
              <a:gd name="csY11" fmla="*/ 29136 h 186219"/>
              <a:gd name="csX12" fmla="*/ 240861 w 245950"/>
              <a:gd name="csY12" fmla="*/ 62435 h 186219"/>
              <a:gd name="csX13" fmla="*/ 234529 w 245950"/>
              <a:gd name="csY13" fmla="*/ 81796 h 186219"/>
              <a:gd name="csX14" fmla="*/ 183096 w 245950"/>
              <a:gd name="csY14" fmla="*/ 120518 h 186219"/>
              <a:gd name="csX15" fmla="*/ 112584 w 245950"/>
              <a:gd name="csY15" fmla="*/ 172730 h 186219"/>
              <a:gd name="csX16" fmla="*/ 93505 w 245950"/>
              <a:gd name="csY16" fmla="*/ 186220 h 186219"/>
              <a:gd name="csX17" fmla="*/ 63193 w 245950"/>
              <a:gd name="csY17" fmla="*/ 151536 h 1862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245950" h="186219">
                <a:moveTo>
                  <a:pt x="63193" y="151536"/>
                </a:moveTo>
                <a:cubicBezTo>
                  <a:pt x="35962" y="120379"/>
                  <a:pt x="32456" y="117236"/>
                  <a:pt x="28715" y="120621"/>
                </a:cubicBezTo>
                <a:cubicBezTo>
                  <a:pt x="26425" y="122694"/>
                  <a:pt x="20286" y="124390"/>
                  <a:pt x="15073" y="124390"/>
                </a:cubicBezTo>
                <a:lnTo>
                  <a:pt x="5596" y="124390"/>
                </a:lnTo>
                <a:lnTo>
                  <a:pt x="5596" y="107763"/>
                </a:lnTo>
                <a:cubicBezTo>
                  <a:pt x="5596" y="98618"/>
                  <a:pt x="4435" y="90418"/>
                  <a:pt x="3015" y="89541"/>
                </a:cubicBezTo>
                <a:cubicBezTo>
                  <a:pt x="-3245" y="85672"/>
                  <a:pt x="575" y="73700"/>
                  <a:pt x="11404" y="63244"/>
                </a:cubicBezTo>
                <a:cubicBezTo>
                  <a:pt x="30218" y="45081"/>
                  <a:pt x="67101" y="30293"/>
                  <a:pt x="106611" y="25070"/>
                </a:cubicBezTo>
                <a:cubicBezTo>
                  <a:pt x="113529" y="24155"/>
                  <a:pt x="124948" y="19598"/>
                  <a:pt x="133716" y="14252"/>
                </a:cubicBezTo>
                <a:cubicBezTo>
                  <a:pt x="142049" y="9172"/>
                  <a:pt x="154094" y="3617"/>
                  <a:pt x="160483" y="1908"/>
                </a:cubicBezTo>
                <a:cubicBezTo>
                  <a:pt x="179743" y="-3243"/>
                  <a:pt x="225908" y="2684"/>
                  <a:pt x="238554" y="11931"/>
                </a:cubicBezTo>
                <a:cubicBezTo>
                  <a:pt x="241216" y="13878"/>
                  <a:pt x="243864" y="20830"/>
                  <a:pt x="245107" y="29136"/>
                </a:cubicBezTo>
                <a:cubicBezTo>
                  <a:pt x="246841" y="40720"/>
                  <a:pt x="246124" y="46345"/>
                  <a:pt x="240861" y="62435"/>
                </a:cubicBezTo>
                <a:lnTo>
                  <a:pt x="234529" y="81796"/>
                </a:lnTo>
                <a:lnTo>
                  <a:pt x="183096" y="120518"/>
                </a:lnTo>
                <a:cubicBezTo>
                  <a:pt x="154808" y="141815"/>
                  <a:pt x="123078" y="165310"/>
                  <a:pt x="112584" y="172730"/>
                </a:cubicBezTo>
                <a:lnTo>
                  <a:pt x="93505" y="186220"/>
                </a:lnTo>
                <a:lnTo>
                  <a:pt x="63193" y="151536"/>
                </a:lnTo>
                <a:close/>
              </a:path>
            </a:pathLst>
          </a:custGeom>
          <a:solidFill>
            <a:srgbClr val="B9B9B9"/>
          </a:solidFill>
          <a:ln w="5163" cap="flat">
            <a:noFill/>
            <a:prstDash val="solid"/>
            <a:miter/>
          </a:ln>
        </p:spPr>
        <p:txBody>
          <a:bodyPr/>
          <a:lstStyle/>
          <a:p>
            <a:endParaRPr lang="es-419" noProof="0" dirty="0"/>
          </a:p>
        </p:txBody>
      </p:sp>
      <p:sp>
        <p:nvSpPr>
          <p:cNvPr id="49" name="Forma libre: forma 48">
            <a:extLst>
              <a:ext uri="{FF2B5EF4-FFF2-40B4-BE49-F238E27FC236}">
                <a16:creationId xmlns:a16="http://schemas.microsoft.com/office/drawing/2014/main" id="{99D812E1-CA07-FBA0-21A0-2C91AD22DAB8}"/>
              </a:ext>
            </a:extLst>
          </p:cNvPr>
          <p:cNvSpPr/>
          <p:nvPr/>
        </p:nvSpPr>
        <p:spPr>
          <a:xfrm>
            <a:off x="2334670" y="2196667"/>
            <a:ext cx="1839" cy="7968"/>
          </a:xfrm>
          <a:custGeom>
            <a:avLst/>
            <a:gdLst>
              <a:gd name="csX0" fmla="*/ 0 w 1839"/>
              <a:gd name="csY0" fmla="*/ 3984 h 7968"/>
              <a:gd name="csX1" fmla="*/ 1302 w 1839"/>
              <a:gd name="csY1" fmla="*/ 757 h 7968"/>
              <a:gd name="csX2" fmla="*/ 1302 w 1839"/>
              <a:gd name="csY2" fmla="*/ 7211 h 7968"/>
              <a:gd name="csX3" fmla="*/ 0 w 1839"/>
              <a:gd name="csY3" fmla="*/ 3984 h 7968"/>
            </a:gdLst>
            <a:ahLst/>
            <a:cxnLst>
              <a:cxn ang="0">
                <a:pos x="csX0" y="csY0"/>
              </a:cxn>
              <a:cxn ang="0">
                <a:pos x="csX1" y="csY1"/>
              </a:cxn>
              <a:cxn ang="0">
                <a:pos x="csX2" y="csY2"/>
              </a:cxn>
              <a:cxn ang="0">
                <a:pos x="csX3" y="csY3"/>
              </a:cxn>
            </a:cxnLst>
            <a:rect l="l" t="t" r="r" b="b"/>
            <a:pathLst>
              <a:path w="1839" h="7968">
                <a:moveTo>
                  <a:pt x="0" y="3984"/>
                </a:moveTo>
                <a:cubicBezTo>
                  <a:pt x="0" y="435"/>
                  <a:pt x="586" y="-1017"/>
                  <a:pt x="1302" y="757"/>
                </a:cubicBezTo>
                <a:cubicBezTo>
                  <a:pt x="2018" y="2532"/>
                  <a:pt x="2018" y="5436"/>
                  <a:pt x="1302" y="7211"/>
                </a:cubicBezTo>
                <a:cubicBezTo>
                  <a:pt x="586" y="8986"/>
                  <a:pt x="0" y="7534"/>
                  <a:pt x="0" y="3984"/>
                </a:cubicBezTo>
                <a:close/>
              </a:path>
            </a:pathLst>
          </a:custGeom>
          <a:solidFill>
            <a:srgbClr val="B9B9B9"/>
          </a:solidFill>
          <a:ln w="5163" cap="flat">
            <a:noFill/>
            <a:prstDash val="solid"/>
            <a:miter/>
          </a:ln>
        </p:spPr>
        <p:txBody>
          <a:bodyPr/>
          <a:lstStyle/>
          <a:p>
            <a:endParaRPr lang="es-419" noProof="0" dirty="0"/>
          </a:p>
        </p:txBody>
      </p:sp>
      <p:sp>
        <p:nvSpPr>
          <p:cNvPr id="50" name="Forma libre: forma 49">
            <a:extLst>
              <a:ext uri="{FF2B5EF4-FFF2-40B4-BE49-F238E27FC236}">
                <a16:creationId xmlns:a16="http://schemas.microsoft.com/office/drawing/2014/main" id="{6ACBDAFD-EE5C-4979-50A3-F6D52D1FA24C}"/>
              </a:ext>
            </a:extLst>
          </p:cNvPr>
          <p:cNvSpPr/>
          <p:nvPr/>
        </p:nvSpPr>
        <p:spPr>
          <a:xfrm>
            <a:off x="1309468" y="1877186"/>
            <a:ext cx="342958" cy="300162"/>
          </a:xfrm>
          <a:custGeom>
            <a:avLst/>
            <a:gdLst>
              <a:gd name="csX0" fmla="*/ 295686 w 342958"/>
              <a:gd name="csY0" fmla="*/ 296278 h 300162"/>
              <a:gd name="csX1" fmla="*/ 285863 w 342958"/>
              <a:gd name="csY1" fmla="*/ 292488 h 300162"/>
              <a:gd name="csX2" fmla="*/ 274573 w 342958"/>
              <a:gd name="csY2" fmla="*/ 278339 h 300162"/>
              <a:gd name="csX3" fmla="*/ 265490 w 342958"/>
              <a:gd name="csY3" fmla="*/ 262580 h 300162"/>
              <a:gd name="csX4" fmla="*/ 250359 w 342958"/>
              <a:gd name="csY4" fmla="*/ 277449 h 300162"/>
              <a:gd name="csX5" fmla="*/ 232353 w 342958"/>
              <a:gd name="csY5" fmla="*/ 275755 h 300162"/>
              <a:gd name="csX6" fmla="*/ 216800 w 342958"/>
              <a:gd name="csY6" fmla="*/ 278780 h 300162"/>
              <a:gd name="csX7" fmla="*/ 197688 w 342958"/>
              <a:gd name="csY7" fmla="*/ 275445 h 300162"/>
              <a:gd name="csX8" fmla="*/ 186717 w 342958"/>
              <a:gd name="csY8" fmla="*/ 271836 h 300162"/>
              <a:gd name="csX9" fmla="*/ 183241 w 342958"/>
              <a:gd name="csY9" fmla="*/ 267964 h 300162"/>
              <a:gd name="csX10" fmla="*/ 171812 w 342958"/>
              <a:gd name="csY10" fmla="*/ 264092 h 300162"/>
              <a:gd name="csX11" fmla="*/ 155307 w 342958"/>
              <a:gd name="csY11" fmla="*/ 270545 h 300162"/>
              <a:gd name="csX12" fmla="*/ 128918 w 342958"/>
              <a:gd name="csY12" fmla="*/ 266264 h 300162"/>
              <a:gd name="csX13" fmla="*/ 106345 w 342958"/>
              <a:gd name="csY13" fmla="*/ 255141 h 300162"/>
              <a:gd name="csX14" fmla="*/ 91555 w 342958"/>
              <a:gd name="csY14" fmla="*/ 250269 h 300162"/>
              <a:gd name="csX15" fmla="*/ 81548 w 342958"/>
              <a:gd name="csY15" fmla="*/ 247474 h 300162"/>
              <a:gd name="csX16" fmla="*/ 78435 w 342958"/>
              <a:gd name="csY16" fmla="*/ 239429 h 300162"/>
              <a:gd name="csX17" fmla="*/ 82408 w 342958"/>
              <a:gd name="csY17" fmla="*/ 200657 h 300162"/>
              <a:gd name="csX18" fmla="*/ 83563 w 342958"/>
              <a:gd name="csY18" fmla="*/ 189030 h 300162"/>
              <a:gd name="csX19" fmla="*/ 79311 w 342958"/>
              <a:gd name="csY19" fmla="*/ 164140 h 300162"/>
              <a:gd name="csX20" fmla="*/ 69658 w 342958"/>
              <a:gd name="csY20" fmla="*/ 165664 h 300162"/>
              <a:gd name="csX21" fmla="*/ 52863 w 342958"/>
              <a:gd name="csY21" fmla="*/ 178880 h 300162"/>
              <a:gd name="csX22" fmla="*/ 46310 w 342958"/>
              <a:gd name="csY22" fmla="*/ 180840 h 300162"/>
              <a:gd name="csX23" fmla="*/ 41273 w 342958"/>
              <a:gd name="csY23" fmla="*/ 176042 h 300162"/>
              <a:gd name="csX24" fmla="*/ 28735 w 342958"/>
              <a:gd name="csY24" fmla="*/ 163573 h 300162"/>
              <a:gd name="csX25" fmla="*/ 8346 w 342958"/>
              <a:gd name="csY25" fmla="*/ 134458 h 300162"/>
              <a:gd name="csX26" fmla="*/ 3097 w 342958"/>
              <a:gd name="csY26" fmla="*/ 117621 h 300162"/>
              <a:gd name="csX27" fmla="*/ 147 w 342958"/>
              <a:gd name="csY27" fmla="*/ 113613 h 300162"/>
              <a:gd name="csX28" fmla="*/ 21165 w 342958"/>
              <a:gd name="csY28" fmla="*/ 104003 h 300162"/>
              <a:gd name="csX29" fmla="*/ 72335 w 342958"/>
              <a:gd name="csY29" fmla="*/ 73250 h 300162"/>
              <a:gd name="csX30" fmla="*/ 93508 w 342958"/>
              <a:gd name="csY30" fmla="*/ 38847 h 300162"/>
              <a:gd name="csX31" fmla="*/ 97565 w 342958"/>
              <a:gd name="csY31" fmla="*/ 29800 h 300162"/>
              <a:gd name="csX32" fmla="*/ 109742 w 342958"/>
              <a:gd name="csY32" fmla="*/ 18194 h 300162"/>
              <a:gd name="csX33" fmla="*/ 113822 w 342958"/>
              <a:gd name="csY33" fmla="*/ 11110 h 300162"/>
              <a:gd name="csX34" fmla="*/ 121678 w 342958"/>
              <a:gd name="csY34" fmla="*/ 5555 h 300162"/>
              <a:gd name="csX35" fmla="*/ 127233 w 342958"/>
              <a:gd name="csY35" fmla="*/ 0 h 300162"/>
              <a:gd name="csX36" fmla="*/ 134516 w 342958"/>
              <a:gd name="csY36" fmla="*/ 8782 h 300162"/>
              <a:gd name="csX37" fmla="*/ 141869 w 342958"/>
              <a:gd name="csY37" fmla="*/ 33944 h 300162"/>
              <a:gd name="csX38" fmla="*/ 147505 w 342958"/>
              <a:gd name="csY38" fmla="*/ 58144 h 300162"/>
              <a:gd name="csX39" fmla="*/ 152804 w 342958"/>
              <a:gd name="csY39" fmla="*/ 90810 h 300162"/>
              <a:gd name="csX40" fmla="*/ 162764 w 342958"/>
              <a:gd name="csY40" fmla="*/ 124694 h 300162"/>
              <a:gd name="csX41" fmla="*/ 170334 w 342958"/>
              <a:gd name="csY41" fmla="*/ 121832 h 300162"/>
              <a:gd name="csX42" fmla="*/ 185393 w 342958"/>
              <a:gd name="csY42" fmla="*/ 124884 h 300162"/>
              <a:gd name="csX43" fmla="*/ 190271 w 342958"/>
              <a:gd name="csY43" fmla="*/ 127275 h 300162"/>
              <a:gd name="csX44" fmla="*/ 201229 w 342958"/>
              <a:gd name="csY44" fmla="*/ 139721 h 300162"/>
              <a:gd name="csX45" fmla="*/ 197439 w 342958"/>
              <a:gd name="csY45" fmla="*/ 147005 h 300162"/>
              <a:gd name="csX46" fmla="*/ 196794 w 342958"/>
              <a:gd name="csY46" fmla="*/ 162615 h 300162"/>
              <a:gd name="csX47" fmla="*/ 220205 w 342958"/>
              <a:gd name="csY47" fmla="*/ 171185 h 300162"/>
              <a:gd name="csX48" fmla="*/ 242581 w 342958"/>
              <a:gd name="csY48" fmla="*/ 173796 h 300162"/>
              <a:gd name="csX49" fmla="*/ 259092 w 342958"/>
              <a:gd name="csY49" fmla="*/ 186698 h 300162"/>
              <a:gd name="csX50" fmla="*/ 273592 w 342958"/>
              <a:gd name="csY50" fmla="*/ 197707 h 300162"/>
              <a:gd name="csX51" fmla="*/ 304244 w 342958"/>
              <a:gd name="csY51" fmla="*/ 198591 h 300162"/>
              <a:gd name="csX52" fmla="*/ 333285 w 342958"/>
              <a:gd name="csY52" fmla="*/ 203946 h 300162"/>
              <a:gd name="csX53" fmla="*/ 339205 w 342958"/>
              <a:gd name="csY53" fmla="*/ 216060 h 300162"/>
              <a:gd name="csX54" fmla="*/ 336274 w 342958"/>
              <a:gd name="csY54" fmla="*/ 220854 h 300162"/>
              <a:gd name="csX55" fmla="*/ 328850 w 342958"/>
              <a:gd name="csY55" fmla="*/ 233114 h 300162"/>
              <a:gd name="csX56" fmla="*/ 326965 w 342958"/>
              <a:gd name="csY56" fmla="*/ 236341 h 300162"/>
              <a:gd name="csX57" fmla="*/ 329181 w 342958"/>
              <a:gd name="csY57" fmla="*/ 240859 h 300162"/>
              <a:gd name="csX58" fmla="*/ 331403 w 342958"/>
              <a:gd name="csY58" fmla="*/ 248187 h 300162"/>
              <a:gd name="csX59" fmla="*/ 328049 w 342958"/>
              <a:gd name="csY59" fmla="*/ 258014 h 300162"/>
              <a:gd name="csX60" fmla="*/ 326532 w 342958"/>
              <a:gd name="csY60" fmla="*/ 276244 h 300162"/>
              <a:gd name="csX61" fmla="*/ 325085 w 342958"/>
              <a:gd name="csY61" fmla="*/ 283496 h 300162"/>
              <a:gd name="csX62" fmla="*/ 321398 w 342958"/>
              <a:gd name="csY62" fmla="*/ 292711 h 300162"/>
              <a:gd name="csX63" fmla="*/ 311874 w 342958"/>
              <a:gd name="csY63" fmla="*/ 300150 h 300162"/>
              <a:gd name="csX64" fmla="*/ 295686 w 342958"/>
              <a:gd name="csY64" fmla="*/ 296278 h 3001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Lst>
            <a:rect l="l" t="t" r="r" b="b"/>
            <a:pathLst>
              <a:path w="342958" h="300162">
                <a:moveTo>
                  <a:pt x="295686" y="296278"/>
                </a:moveTo>
                <a:cubicBezTo>
                  <a:pt x="292930" y="294193"/>
                  <a:pt x="288510" y="292488"/>
                  <a:pt x="285863" y="292488"/>
                </a:cubicBezTo>
                <a:cubicBezTo>
                  <a:pt x="282541" y="292488"/>
                  <a:pt x="279045" y="288107"/>
                  <a:pt x="274573" y="278339"/>
                </a:cubicBezTo>
                <a:cubicBezTo>
                  <a:pt x="271011" y="270557"/>
                  <a:pt x="266923" y="263466"/>
                  <a:pt x="265490" y="262580"/>
                </a:cubicBezTo>
                <a:cubicBezTo>
                  <a:pt x="261887" y="260353"/>
                  <a:pt x="250359" y="271682"/>
                  <a:pt x="250359" y="277449"/>
                </a:cubicBezTo>
                <a:cubicBezTo>
                  <a:pt x="250359" y="284106"/>
                  <a:pt x="242694" y="283385"/>
                  <a:pt x="232353" y="275755"/>
                </a:cubicBezTo>
                <a:cubicBezTo>
                  <a:pt x="223375" y="269132"/>
                  <a:pt x="216800" y="270410"/>
                  <a:pt x="216800" y="278780"/>
                </a:cubicBezTo>
                <a:cubicBezTo>
                  <a:pt x="216800" y="282868"/>
                  <a:pt x="211006" y="281857"/>
                  <a:pt x="197688" y="275445"/>
                </a:cubicBezTo>
                <a:cubicBezTo>
                  <a:pt x="193566" y="273460"/>
                  <a:pt x="188628" y="271836"/>
                  <a:pt x="186717" y="271836"/>
                </a:cubicBezTo>
                <a:cubicBezTo>
                  <a:pt x="184805" y="271836"/>
                  <a:pt x="183241" y="270094"/>
                  <a:pt x="183241" y="267964"/>
                </a:cubicBezTo>
                <a:cubicBezTo>
                  <a:pt x="183241" y="265105"/>
                  <a:pt x="180251" y="264092"/>
                  <a:pt x="171812" y="264092"/>
                </a:cubicBezTo>
                <a:cubicBezTo>
                  <a:pt x="162696" y="264092"/>
                  <a:pt x="159356" y="265398"/>
                  <a:pt x="155307" y="270545"/>
                </a:cubicBezTo>
                <a:cubicBezTo>
                  <a:pt x="148138" y="279659"/>
                  <a:pt x="141633" y="278604"/>
                  <a:pt x="128918" y="266264"/>
                </a:cubicBezTo>
                <a:cubicBezTo>
                  <a:pt x="119547" y="257171"/>
                  <a:pt x="116097" y="255470"/>
                  <a:pt x="106345" y="255141"/>
                </a:cubicBezTo>
                <a:cubicBezTo>
                  <a:pt x="98734" y="254884"/>
                  <a:pt x="93722" y="253233"/>
                  <a:pt x="91555" y="250269"/>
                </a:cubicBezTo>
                <a:cubicBezTo>
                  <a:pt x="89207" y="247058"/>
                  <a:pt x="86367" y="246265"/>
                  <a:pt x="81548" y="247474"/>
                </a:cubicBezTo>
                <a:cubicBezTo>
                  <a:pt x="74001" y="249368"/>
                  <a:pt x="73102" y="247043"/>
                  <a:pt x="78435" y="239429"/>
                </a:cubicBezTo>
                <a:cubicBezTo>
                  <a:pt x="83856" y="231688"/>
                  <a:pt x="86528" y="205621"/>
                  <a:pt x="82408" y="200657"/>
                </a:cubicBezTo>
                <a:cubicBezTo>
                  <a:pt x="79647" y="197331"/>
                  <a:pt x="79847" y="195321"/>
                  <a:pt x="83563" y="189030"/>
                </a:cubicBezTo>
                <a:cubicBezTo>
                  <a:pt x="88650" y="180419"/>
                  <a:pt x="87374" y="172952"/>
                  <a:pt x="79311" y="164140"/>
                </a:cubicBezTo>
                <a:cubicBezTo>
                  <a:pt x="73608" y="157907"/>
                  <a:pt x="69658" y="158530"/>
                  <a:pt x="69658" y="165664"/>
                </a:cubicBezTo>
                <a:cubicBezTo>
                  <a:pt x="69658" y="171138"/>
                  <a:pt x="55140" y="182563"/>
                  <a:pt x="52863" y="178880"/>
                </a:cubicBezTo>
                <a:cubicBezTo>
                  <a:pt x="50323" y="174770"/>
                  <a:pt x="46434" y="175933"/>
                  <a:pt x="46310" y="180840"/>
                </a:cubicBezTo>
                <a:cubicBezTo>
                  <a:pt x="46241" y="183582"/>
                  <a:pt x="44262" y="181697"/>
                  <a:pt x="41273" y="176042"/>
                </a:cubicBezTo>
                <a:cubicBezTo>
                  <a:pt x="38533" y="170858"/>
                  <a:pt x="32973" y="165329"/>
                  <a:pt x="28735" y="163573"/>
                </a:cubicBezTo>
                <a:cubicBezTo>
                  <a:pt x="15748" y="158193"/>
                  <a:pt x="9667" y="149510"/>
                  <a:pt x="8346" y="134458"/>
                </a:cubicBezTo>
                <a:cubicBezTo>
                  <a:pt x="7635" y="126353"/>
                  <a:pt x="5506" y="119523"/>
                  <a:pt x="3097" y="117621"/>
                </a:cubicBezTo>
                <a:cubicBezTo>
                  <a:pt x="868" y="115861"/>
                  <a:pt x="-459" y="114058"/>
                  <a:pt x="147" y="113613"/>
                </a:cubicBezTo>
                <a:cubicBezTo>
                  <a:pt x="7952" y="107892"/>
                  <a:pt x="16388" y="104034"/>
                  <a:pt x="21165" y="104003"/>
                </a:cubicBezTo>
                <a:cubicBezTo>
                  <a:pt x="38718" y="103886"/>
                  <a:pt x="49596" y="97348"/>
                  <a:pt x="72335" y="73250"/>
                </a:cubicBezTo>
                <a:cubicBezTo>
                  <a:pt x="94445" y="49819"/>
                  <a:pt x="94883" y="49106"/>
                  <a:pt x="93508" y="38847"/>
                </a:cubicBezTo>
                <a:cubicBezTo>
                  <a:pt x="92208" y="29159"/>
                  <a:pt x="92513" y="28479"/>
                  <a:pt x="97565" y="29800"/>
                </a:cubicBezTo>
                <a:cubicBezTo>
                  <a:pt x="103852" y="31444"/>
                  <a:pt x="107223" y="28231"/>
                  <a:pt x="109742" y="18194"/>
                </a:cubicBezTo>
                <a:cubicBezTo>
                  <a:pt x="110720" y="14298"/>
                  <a:pt x="112556" y="11110"/>
                  <a:pt x="113822" y="11110"/>
                </a:cubicBezTo>
                <a:cubicBezTo>
                  <a:pt x="115088" y="11110"/>
                  <a:pt x="118623" y="8610"/>
                  <a:pt x="121678" y="5555"/>
                </a:cubicBezTo>
                <a:lnTo>
                  <a:pt x="127233" y="0"/>
                </a:lnTo>
                <a:lnTo>
                  <a:pt x="134516" y="8782"/>
                </a:lnTo>
                <a:cubicBezTo>
                  <a:pt x="140793" y="16350"/>
                  <a:pt x="141809" y="19826"/>
                  <a:pt x="141869" y="33944"/>
                </a:cubicBezTo>
                <a:cubicBezTo>
                  <a:pt x="141922" y="46507"/>
                  <a:pt x="143236" y="52147"/>
                  <a:pt x="147505" y="58144"/>
                </a:cubicBezTo>
                <a:cubicBezTo>
                  <a:pt x="152339" y="64931"/>
                  <a:pt x="153038" y="69240"/>
                  <a:pt x="152804" y="90810"/>
                </a:cubicBezTo>
                <a:cubicBezTo>
                  <a:pt x="152465" y="122159"/>
                  <a:pt x="153210" y="124694"/>
                  <a:pt x="162764" y="124694"/>
                </a:cubicBezTo>
                <a:cubicBezTo>
                  <a:pt x="166927" y="124694"/>
                  <a:pt x="170334" y="123406"/>
                  <a:pt x="170334" y="121832"/>
                </a:cubicBezTo>
                <a:cubicBezTo>
                  <a:pt x="170334" y="118431"/>
                  <a:pt x="184072" y="121216"/>
                  <a:pt x="185393" y="124884"/>
                </a:cubicBezTo>
                <a:cubicBezTo>
                  <a:pt x="185866" y="126199"/>
                  <a:pt x="188061" y="127275"/>
                  <a:pt x="190271" y="127275"/>
                </a:cubicBezTo>
                <a:cubicBezTo>
                  <a:pt x="194758" y="127275"/>
                  <a:pt x="201103" y="134482"/>
                  <a:pt x="201229" y="139721"/>
                </a:cubicBezTo>
                <a:cubicBezTo>
                  <a:pt x="201275" y="141597"/>
                  <a:pt x="199569" y="144875"/>
                  <a:pt x="197439" y="147005"/>
                </a:cubicBezTo>
                <a:cubicBezTo>
                  <a:pt x="192728" y="151716"/>
                  <a:pt x="192413" y="159339"/>
                  <a:pt x="196794" y="162615"/>
                </a:cubicBezTo>
                <a:cubicBezTo>
                  <a:pt x="198569" y="163942"/>
                  <a:pt x="209104" y="167799"/>
                  <a:pt x="220205" y="171185"/>
                </a:cubicBezTo>
                <a:cubicBezTo>
                  <a:pt x="236917" y="176284"/>
                  <a:pt x="240766" y="176733"/>
                  <a:pt x="242581" y="173796"/>
                </a:cubicBezTo>
                <a:cubicBezTo>
                  <a:pt x="245948" y="168348"/>
                  <a:pt x="255565" y="175863"/>
                  <a:pt x="259092" y="186698"/>
                </a:cubicBezTo>
                <a:cubicBezTo>
                  <a:pt x="261627" y="194485"/>
                  <a:pt x="263378" y="195815"/>
                  <a:pt x="273592" y="197707"/>
                </a:cubicBezTo>
                <a:cubicBezTo>
                  <a:pt x="279981" y="198890"/>
                  <a:pt x="293775" y="199289"/>
                  <a:pt x="304244" y="198591"/>
                </a:cubicBezTo>
                <a:cubicBezTo>
                  <a:pt x="321502" y="197442"/>
                  <a:pt x="324213" y="197942"/>
                  <a:pt x="333285" y="203946"/>
                </a:cubicBezTo>
                <a:cubicBezTo>
                  <a:pt x="344213" y="211177"/>
                  <a:pt x="345431" y="213671"/>
                  <a:pt x="339205" y="216060"/>
                </a:cubicBezTo>
                <a:cubicBezTo>
                  <a:pt x="336957" y="216923"/>
                  <a:pt x="335638" y="219080"/>
                  <a:pt x="336274" y="220854"/>
                </a:cubicBezTo>
                <a:cubicBezTo>
                  <a:pt x="337968" y="225576"/>
                  <a:pt x="333403" y="233114"/>
                  <a:pt x="328850" y="233114"/>
                </a:cubicBezTo>
                <a:cubicBezTo>
                  <a:pt x="326331" y="233114"/>
                  <a:pt x="325653" y="234275"/>
                  <a:pt x="326965" y="236341"/>
                </a:cubicBezTo>
                <a:cubicBezTo>
                  <a:pt x="328092" y="238116"/>
                  <a:pt x="329089" y="240149"/>
                  <a:pt x="329181" y="240859"/>
                </a:cubicBezTo>
                <a:cubicBezTo>
                  <a:pt x="329272" y="241569"/>
                  <a:pt x="330272" y="244866"/>
                  <a:pt x="331403" y="248187"/>
                </a:cubicBezTo>
                <a:cubicBezTo>
                  <a:pt x="332991" y="252852"/>
                  <a:pt x="332229" y="255087"/>
                  <a:pt x="328049" y="258014"/>
                </a:cubicBezTo>
                <a:cubicBezTo>
                  <a:pt x="321663" y="262487"/>
                  <a:pt x="321157" y="268570"/>
                  <a:pt x="326532" y="276244"/>
                </a:cubicBezTo>
                <a:cubicBezTo>
                  <a:pt x="330115" y="281360"/>
                  <a:pt x="330000" y="281936"/>
                  <a:pt x="325085" y="283496"/>
                </a:cubicBezTo>
                <a:cubicBezTo>
                  <a:pt x="320727" y="284879"/>
                  <a:pt x="320050" y="286571"/>
                  <a:pt x="321398" y="292711"/>
                </a:cubicBezTo>
                <a:cubicBezTo>
                  <a:pt x="323026" y="300123"/>
                  <a:pt x="322888" y="300231"/>
                  <a:pt x="311874" y="300150"/>
                </a:cubicBezTo>
                <a:cubicBezTo>
                  <a:pt x="305727" y="300105"/>
                  <a:pt x="298443" y="298362"/>
                  <a:pt x="295686" y="296278"/>
                </a:cubicBezTo>
                <a:close/>
              </a:path>
            </a:pathLst>
          </a:custGeom>
          <a:solidFill>
            <a:srgbClr val="B9B9B9"/>
          </a:solidFill>
          <a:ln w="5163" cap="flat">
            <a:noFill/>
            <a:prstDash val="solid"/>
            <a:miter/>
          </a:ln>
        </p:spPr>
        <p:txBody>
          <a:bodyPr/>
          <a:lstStyle/>
          <a:p>
            <a:endParaRPr lang="es-419" noProof="0" dirty="0"/>
          </a:p>
        </p:txBody>
      </p:sp>
      <p:sp>
        <p:nvSpPr>
          <p:cNvPr id="51" name="Forma libre: forma 50">
            <a:extLst>
              <a:ext uri="{FF2B5EF4-FFF2-40B4-BE49-F238E27FC236}">
                <a16:creationId xmlns:a16="http://schemas.microsoft.com/office/drawing/2014/main" id="{0E3023F1-1ADF-348F-4B63-E0AA4C8B1B76}"/>
              </a:ext>
            </a:extLst>
          </p:cNvPr>
          <p:cNvSpPr/>
          <p:nvPr/>
        </p:nvSpPr>
        <p:spPr>
          <a:xfrm>
            <a:off x="1257795" y="2071057"/>
            <a:ext cx="87522" cy="67430"/>
          </a:xfrm>
          <a:custGeom>
            <a:avLst/>
            <a:gdLst>
              <a:gd name="csX0" fmla="*/ 3976 w 87522"/>
              <a:gd name="csY0" fmla="*/ 62589 h 67430"/>
              <a:gd name="csX1" fmla="*/ 1611 w 87522"/>
              <a:gd name="csY1" fmla="*/ 35473 h 67430"/>
              <a:gd name="csX2" fmla="*/ 13354 w 87522"/>
              <a:gd name="csY2" fmla="*/ 26110 h 67430"/>
              <a:gd name="csX3" fmla="*/ 24928 w 87522"/>
              <a:gd name="csY3" fmla="*/ 17185 h 67430"/>
              <a:gd name="csX4" fmla="*/ 28816 w 87522"/>
              <a:gd name="csY4" fmla="*/ 13430 h 67430"/>
              <a:gd name="csX5" fmla="*/ 55396 w 87522"/>
              <a:gd name="csY5" fmla="*/ 696 h 67430"/>
              <a:gd name="csX6" fmla="*/ 76595 w 87522"/>
              <a:gd name="csY6" fmla="*/ 27413 h 67430"/>
              <a:gd name="csX7" fmla="*/ 81474 w 87522"/>
              <a:gd name="csY7" fmla="*/ 35237 h 67430"/>
              <a:gd name="csX8" fmla="*/ 81963 w 87522"/>
              <a:gd name="csY8" fmla="*/ 49346 h 67430"/>
              <a:gd name="csX9" fmla="*/ 69036 w 87522"/>
              <a:gd name="csY9" fmla="*/ 59608 h 67430"/>
              <a:gd name="csX10" fmla="*/ 36947 w 87522"/>
              <a:gd name="csY10" fmla="*/ 62618 h 67430"/>
              <a:gd name="csX11" fmla="*/ 17042 w 87522"/>
              <a:gd name="csY11" fmla="*/ 62345 h 67430"/>
              <a:gd name="csX12" fmla="*/ 3976 w 87522"/>
              <a:gd name="csY12" fmla="*/ 62589 h 67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7522" h="67430">
                <a:moveTo>
                  <a:pt x="3976" y="62589"/>
                </a:moveTo>
                <a:cubicBezTo>
                  <a:pt x="-42" y="58150"/>
                  <a:pt x="-1347" y="43182"/>
                  <a:pt x="1611" y="35473"/>
                </a:cubicBezTo>
                <a:cubicBezTo>
                  <a:pt x="2496" y="33167"/>
                  <a:pt x="7780" y="28954"/>
                  <a:pt x="13354" y="26110"/>
                </a:cubicBezTo>
                <a:cubicBezTo>
                  <a:pt x="18927" y="23267"/>
                  <a:pt x="24135" y="19251"/>
                  <a:pt x="24928" y="17185"/>
                </a:cubicBezTo>
                <a:cubicBezTo>
                  <a:pt x="25721" y="15120"/>
                  <a:pt x="27470" y="13430"/>
                  <a:pt x="28816" y="13430"/>
                </a:cubicBezTo>
                <a:cubicBezTo>
                  <a:pt x="32726" y="13430"/>
                  <a:pt x="53752" y="3357"/>
                  <a:pt x="55396" y="696"/>
                </a:cubicBezTo>
                <a:cubicBezTo>
                  <a:pt x="58624" y="-4526"/>
                  <a:pt x="78997" y="21152"/>
                  <a:pt x="76595" y="27413"/>
                </a:cubicBezTo>
                <a:cubicBezTo>
                  <a:pt x="75767" y="29569"/>
                  <a:pt x="77801" y="32831"/>
                  <a:pt x="81474" y="35237"/>
                </a:cubicBezTo>
                <a:cubicBezTo>
                  <a:pt x="89349" y="40396"/>
                  <a:pt x="89558" y="46431"/>
                  <a:pt x="81963" y="49346"/>
                </a:cubicBezTo>
                <a:cubicBezTo>
                  <a:pt x="78769" y="50572"/>
                  <a:pt x="72952" y="55190"/>
                  <a:pt x="69036" y="59608"/>
                </a:cubicBezTo>
                <a:cubicBezTo>
                  <a:pt x="60658" y="69060"/>
                  <a:pt x="52768" y="69801"/>
                  <a:pt x="36947" y="62618"/>
                </a:cubicBezTo>
                <a:cubicBezTo>
                  <a:pt x="26493" y="57872"/>
                  <a:pt x="25833" y="57863"/>
                  <a:pt x="17042" y="62345"/>
                </a:cubicBezTo>
                <a:cubicBezTo>
                  <a:pt x="8489" y="66705"/>
                  <a:pt x="7714" y="66720"/>
                  <a:pt x="3976" y="62589"/>
                </a:cubicBezTo>
                <a:close/>
              </a:path>
            </a:pathLst>
          </a:custGeom>
          <a:solidFill>
            <a:srgbClr val="B9B9B9"/>
          </a:solidFill>
          <a:ln w="5163" cap="flat">
            <a:noFill/>
            <a:prstDash val="solid"/>
            <a:miter/>
          </a:ln>
        </p:spPr>
        <p:txBody>
          <a:bodyPr/>
          <a:lstStyle/>
          <a:p>
            <a:endParaRPr lang="es-419" noProof="0" dirty="0"/>
          </a:p>
        </p:txBody>
      </p:sp>
      <p:sp>
        <p:nvSpPr>
          <p:cNvPr id="52" name="Forma libre: forma 51">
            <a:extLst>
              <a:ext uri="{FF2B5EF4-FFF2-40B4-BE49-F238E27FC236}">
                <a16:creationId xmlns:a16="http://schemas.microsoft.com/office/drawing/2014/main" id="{B88DA2A3-10E1-FC92-32B5-F145E790E6AD}"/>
              </a:ext>
            </a:extLst>
          </p:cNvPr>
          <p:cNvSpPr/>
          <p:nvPr/>
        </p:nvSpPr>
        <p:spPr>
          <a:xfrm>
            <a:off x="1498388" y="1582666"/>
            <a:ext cx="245235" cy="503912"/>
          </a:xfrm>
          <a:custGeom>
            <a:avLst/>
            <a:gdLst>
              <a:gd name="csX0" fmla="*/ 181623 w 245235"/>
              <a:gd name="csY0" fmla="*/ 494203 h 503912"/>
              <a:gd name="csX1" fmla="*/ 158452 w 245235"/>
              <a:gd name="csY1" fmla="*/ 485687 h 503912"/>
              <a:gd name="csX2" fmla="*/ 148342 w 245235"/>
              <a:gd name="csY2" fmla="*/ 487770 h 503912"/>
              <a:gd name="csX3" fmla="*/ 119521 w 245235"/>
              <a:gd name="csY3" fmla="*/ 489801 h 503912"/>
              <a:gd name="csX4" fmla="*/ 87472 w 245235"/>
              <a:gd name="csY4" fmla="*/ 489620 h 503912"/>
              <a:gd name="csX5" fmla="*/ 73190 w 245235"/>
              <a:gd name="csY5" fmla="*/ 478988 h 503912"/>
              <a:gd name="csX6" fmla="*/ 52773 w 245235"/>
              <a:gd name="csY6" fmla="*/ 460575 h 503912"/>
              <a:gd name="csX7" fmla="*/ 49575 w 245235"/>
              <a:gd name="csY7" fmla="*/ 464677 h 503912"/>
              <a:gd name="csX8" fmla="*/ 47915 w 245235"/>
              <a:gd name="csY8" fmla="*/ 467591 h 503912"/>
              <a:gd name="csX9" fmla="*/ 13036 w 245235"/>
              <a:gd name="csY9" fmla="*/ 456319 h 503912"/>
              <a:gd name="csX10" fmla="*/ 12217 w 245235"/>
              <a:gd name="csY10" fmla="*/ 442447 h 503912"/>
              <a:gd name="csX11" fmla="*/ 16234 w 245235"/>
              <a:gd name="csY11" fmla="*/ 437376 h 503912"/>
              <a:gd name="csX12" fmla="*/ 3077 w 245235"/>
              <a:gd name="csY12" fmla="*/ 417673 h 503912"/>
              <a:gd name="csX13" fmla="*/ 0 w 245235"/>
              <a:gd name="csY13" fmla="*/ 409784 h 503912"/>
              <a:gd name="csX14" fmla="*/ 6196 w 245235"/>
              <a:gd name="csY14" fmla="*/ 402269 h 503912"/>
              <a:gd name="csX15" fmla="*/ 12532 w 245235"/>
              <a:gd name="csY15" fmla="*/ 401839 h 503912"/>
              <a:gd name="csX16" fmla="*/ 13332 w 245235"/>
              <a:gd name="csY16" fmla="*/ 389178 h 503912"/>
              <a:gd name="csX17" fmla="*/ 18583 w 245235"/>
              <a:gd name="csY17" fmla="*/ 371495 h 503912"/>
              <a:gd name="csX18" fmla="*/ 33934 w 245235"/>
              <a:gd name="csY18" fmla="*/ 366100 h 503912"/>
              <a:gd name="csX19" fmla="*/ 49768 w 245235"/>
              <a:gd name="csY19" fmla="*/ 361841 h 503912"/>
              <a:gd name="csX20" fmla="*/ 46692 w 245235"/>
              <a:gd name="csY20" fmla="*/ 337409 h 503912"/>
              <a:gd name="csX21" fmla="*/ 42031 w 245235"/>
              <a:gd name="csY21" fmla="*/ 321770 h 503912"/>
              <a:gd name="csX22" fmla="*/ 39524 w 245235"/>
              <a:gd name="csY22" fmla="*/ 295336 h 503912"/>
              <a:gd name="csX23" fmla="*/ 41858 w 245235"/>
              <a:gd name="csY23" fmla="*/ 287644 h 503912"/>
              <a:gd name="csX24" fmla="*/ 57042 w 245235"/>
              <a:gd name="csY24" fmla="*/ 277265 h 503912"/>
              <a:gd name="csX25" fmla="*/ 69737 w 245235"/>
              <a:gd name="csY25" fmla="*/ 269502 h 503912"/>
              <a:gd name="csX26" fmla="*/ 79509 w 245235"/>
              <a:gd name="csY26" fmla="*/ 253317 h 503912"/>
              <a:gd name="csX27" fmla="*/ 95370 w 245235"/>
              <a:gd name="csY27" fmla="*/ 241529 h 503912"/>
              <a:gd name="csX28" fmla="*/ 141543 w 245235"/>
              <a:gd name="csY28" fmla="*/ 207386 h 503912"/>
              <a:gd name="csX29" fmla="*/ 135987 w 245235"/>
              <a:gd name="csY29" fmla="*/ 199791 h 503912"/>
              <a:gd name="csX30" fmla="*/ 127900 w 245235"/>
              <a:gd name="csY30" fmla="*/ 166538 h 503912"/>
              <a:gd name="csX31" fmla="*/ 127266 w 245235"/>
              <a:gd name="csY31" fmla="*/ 150064 h 503912"/>
              <a:gd name="csX32" fmla="*/ 118230 w 245235"/>
              <a:gd name="csY32" fmla="*/ 149351 h 503912"/>
              <a:gd name="csX33" fmla="*/ 106311 w 245235"/>
              <a:gd name="csY33" fmla="*/ 151014 h 503912"/>
              <a:gd name="csX34" fmla="*/ 100187 w 245235"/>
              <a:gd name="csY34" fmla="*/ 149485 h 503912"/>
              <a:gd name="csX35" fmla="*/ 89795 w 245235"/>
              <a:gd name="csY35" fmla="*/ 145581 h 503912"/>
              <a:gd name="csX36" fmla="*/ 79509 w 245235"/>
              <a:gd name="csY36" fmla="*/ 132462 h 503912"/>
              <a:gd name="csX37" fmla="*/ 74746 w 245235"/>
              <a:gd name="csY37" fmla="*/ 127510 h 503912"/>
              <a:gd name="csX38" fmla="*/ 61439 w 245235"/>
              <a:gd name="csY38" fmla="*/ 106041 h 503912"/>
              <a:gd name="csX39" fmla="*/ 51376 w 245235"/>
              <a:gd name="csY39" fmla="*/ 92403 h 503912"/>
              <a:gd name="csX40" fmla="*/ 43631 w 245235"/>
              <a:gd name="csY40" fmla="*/ 82710 h 503912"/>
              <a:gd name="csX41" fmla="*/ 40756 w 245235"/>
              <a:gd name="csY41" fmla="*/ 70719 h 503912"/>
              <a:gd name="csX42" fmla="*/ 37174 w 245235"/>
              <a:gd name="csY42" fmla="*/ 60642 h 503912"/>
              <a:gd name="csX43" fmla="*/ 23391 w 245235"/>
              <a:gd name="csY43" fmla="*/ 17685 h 503912"/>
              <a:gd name="csX44" fmla="*/ 16983 w 245235"/>
              <a:gd name="csY44" fmla="*/ 12409 h 503912"/>
              <a:gd name="csX45" fmla="*/ 27512 w 245235"/>
              <a:gd name="csY45" fmla="*/ 5441 h 503912"/>
              <a:gd name="csX46" fmla="*/ 44577 w 245235"/>
              <a:gd name="csY46" fmla="*/ 1452 h 503912"/>
              <a:gd name="csX47" fmla="*/ 51418 w 245235"/>
              <a:gd name="csY47" fmla="*/ 21016 h 503912"/>
              <a:gd name="csX48" fmla="*/ 53995 w 245235"/>
              <a:gd name="csY48" fmla="*/ 32559 h 503912"/>
              <a:gd name="csX49" fmla="*/ 56749 w 245235"/>
              <a:gd name="csY49" fmla="*/ 46824 h 503912"/>
              <a:gd name="csX50" fmla="*/ 61515 w 245235"/>
              <a:gd name="csY50" fmla="*/ 64401 h 503912"/>
              <a:gd name="csX51" fmla="*/ 66783 w 245235"/>
              <a:gd name="csY51" fmla="*/ 80478 h 503912"/>
              <a:gd name="csX52" fmla="*/ 69183 w 245235"/>
              <a:gd name="csY52" fmla="*/ 82335 h 503912"/>
              <a:gd name="csX53" fmla="*/ 72797 w 245235"/>
              <a:gd name="csY53" fmla="*/ 89434 h 503912"/>
              <a:gd name="csX54" fmla="*/ 77368 w 245235"/>
              <a:gd name="csY54" fmla="*/ 95891 h 503912"/>
              <a:gd name="csX55" fmla="*/ 83382 w 245235"/>
              <a:gd name="csY55" fmla="*/ 106862 h 503912"/>
              <a:gd name="csX56" fmla="*/ 91209 w 245235"/>
              <a:gd name="csY56" fmla="*/ 114603 h 503912"/>
              <a:gd name="csX57" fmla="*/ 115649 w 245235"/>
              <a:gd name="csY57" fmla="*/ 125394 h 503912"/>
              <a:gd name="csX58" fmla="*/ 132428 w 245235"/>
              <a:gd name="csY58" fmla="*/ 131624 h 503912"/>
              <a:gd name="csX59" fmla="*/ 150553 w 245235"/>
              <a:gd name="csY59" fmla="*/ 139348 h 503912"/>
              <a:gd name="csX60" fmla="*/ 176368 w 245235"/>
              <a:gd name="csY60" fmla="*/ 146927 h 503912"/>
              <a:gd name="csX61" fmla="*/ 211382 w 245235"/>
              <a:gd name="csY61" fmla="*/ 156343 h 503912"/>
              <a:gd name="csX62" fmla="*/ 230401 w 245235"/>
              <a:gd name="csY62" fmla="*/ 161456 h 503912"/>
              <a:gd name="csX63" fmla="*/ 244475 w 245235"/>
              <a:gd name="csY63" fmla="*/ 154799 h 503912"/>
              <a:gd name="csX64" fmla="*/ 229656 w 245235"/>
              <a:gd name="csY64" fmla="*/ 212698 h 503912"/>
              <a:gd name="csX65" fmla="*/ 216833 w 245235"/>
              <a:gd name="csY65" fmla="*/ 242385 h 503912"/>
              <a:gd name="csX66" fmla="*/ 205960 w 245235"/>
              <a:gd name="csY66" fmla="*/ 288674 h 503912"/>
              <a:gd name="csX67" fmla="*/ 203418 w 245235"/>
              <a:gd name="csY67" fmla="*/ 300468 h 503912"/>
              <a:gd name="csX68" fmla="*/ 200956 w 245235"/>
              <a:gd name="csY68" fmla="*/ 300468 h 503912"/>
              <a:gd name="csX69" fmla="*/ 214917 w 245235"/>
              <a:gd name="csY69" fmla="*/ 237240 h 503912"/>
              <a:gd name="csX70" fmla="*/ 224070 w 245235"/>
              <a:gd name="csY70" fmla="*/ 211401 h 503912"/>
              <a:gd name="csX71" fmla="*/ 218637 w 245235"/>
              <a:gd name="csY71" fmla="*/ 205384 h 503912"/>
              <a:gd name="csX72" fmla="*/ 214956 w 245235"/>
              <a:gd name="csY72" fmla="*/ 204826 h 503912"/>
              <a:gd name="csX73" fmla="*/ 214905 w 245235"/>
              <a:gd name="csY73" fmla="*/ 215873 h 503912"/>
              <a:gd name="csX74" fmla="*/ 213101 w 245235"/>
              <a:gd name="csY74" fmla="*/ 224084 h 503912"/>
              <a:gd name="csX75" fmla="*/ 208491 w 245235"/>
              <a:gd name="csY75" fmla="*/ 218391 h 503912"/>
              <a:gd name="csX76" fmla="*/ 197466 w 245235"/>
              <a:gd name="csY76" fmla="*/ 218019 h 503912"/>
              <a:gd name="csX77" fmla="*/ 199747 w 245235"/>
              <a:gd name="csY77" fmla="*/ 224749 h 503912"/>
              <a:gd name="csX78" fmla="*/ 203418 w 245235"/>
              <a:gd name="csY78" fmla="*/ 228616 h 503912"/>
              <a:gd name="csX79" fmla="*/ 201015 w 245235"/>
              <a:gd name="csY79" fmla="*/ 229588 h 503912"/>
              <a:gd name="csX80" fmla="*/ 196991 w 245235"/>
              <a:gd name="csY80" fmla="*/ 230726 h 503912"/>
              <a:gd name="csX81" fmla="*/ 198308 w 245235"/>
              <a:gd name="csY81" fmla="*/ 233350 h 503912"/>
              <a:gd name="csX82" fmla="*/ 199523 w 245235"/>
              <a:gd name="csY82" fmla="*/ 241200 h 503912"/>
              <a:gd name="csX83" fmla="*/ 200899 w 245235"/>
              <a:gd name="csY83" fmla="*/ 252786 h 503912"/>
              <a:gd name="csX84" fmla="*/ 200228 w 245235"/>
              <a:gd name="csY84" fmla="*/ 257969 h 503912"/>
              <a:gd name="csX85" fmla="*/ 197509 w 245235"/>
              <a:gd name="csY85" fmla="*/ 272843 h 503912"/>
              <a:gd name="csX86" fmla="*/ 194340 w 245235"/>
              <a:gd name="csY86" fmla="*/ 281107 h 503912"/>
              <a:gd name="csX87" fmla="*/ 191370 w 245235"/>
              <a:gd name="csY87" fmla="*/ 292273 h 503912"/>
              <a:gd name="csX88" fmla="*/ 195674 w 245235"/>
              <a:gd name="csY88" fmla="*/ 307167 h 503912"/>
              <a:gd name="csX89" fmla="*/ 199681 w 245235"/>
              <a:gd name="csY89" fmla="*/ 306687 h 503912"/>
              <a:gd name="csX90" fmla="*/ 200986 w 245235"/>
              <a:gd name="csY90" fmla="*/ 320424 h 503912"/>
              <a:gd name="csX91" fmla="*/ 197882 w 245235"/>
              <a:gd name="csY91" fmla="*/ 340480 h 503912"/>
              <a:gd name="csX92" fmla="*/ 197480 w 245235"/>
              <a:gd name="csY92" fmla="*/ 350806 h 503912"/>
              <a:gd name="csX93" fmla="*/ 195674 w 245235"/>
              <a:gd name="csY93" fmla="*/ 339189 h 503912"/>
              <a:gd name="csX94" fmla="*/ 193480 w 245235"/>
              <a:gd name="csY94" fmla="*/ 360201 h 503912"/>
              <a:gd name="csX95" fmla="*/ 197184 w 245235"/>
              <a:gd name="csY95" fmla="*/ 414396 h 503912"/>
              <a:gd name="csX96" fmla="*/ 198086 w 245235"/>
              <a:gd name="csY96" fmla="*/ 450991 h 503912"/>
              <a:gd name="csX97" fmla="*/ 192986 w 245235"/>
              <a:gd name="csY97" fmla="*/ 462927 h 503912"/>
              <a:gd name="csX98" fmla="*/ 186260 w 245235"/>
              <a:gd name="csY98" fmla="*/ 476652 h 503912"/>
              <a:gd name="csX99" fmla="*/ 187756 w 245235"/>
              <a:gd name="csY99" fmla="*/ 481169 h 503912"/>
              <a:gd name="csX100" fmla="*/ 190891 w 245235"/>
              <a:gd name="csY100" fmla="*/ 476652 h 503912"/>
              <a:gd name="csX101" fmla="*/ 193026 w 245235"/>
              <a:gd name="csY101" fmla="*/ 487623 h 503912"/>
              <a:gd name="csX102" fmla="*/ 194241 w 245235"/>
              <a:gd name="csY102" fmla="*/ 503884 h 503912"/>
              <a:gd name="csX103" fmla="*/ 181623 w 245235"/>
              <a:gd name="csY103" fmla="*/ 494203 h 5039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Lst>
            <a:rect l="l" t="t" r="r" b="b"/>
            <a:pathLst>
              <a:path w="245235" h="503912">
                <a:moveTo>
                  <a:pt x="181623" y="494203"/>
                </a:moveTo>
                <a:cubicBezTo>
                  <a:pt x="170080" y="484213"/>
                  <a:pt x="162664" y="481487"/>
                  <a:pt x="158452" y="485687"/>
                </a:cubicBezTo>
                <a:cubicBezTo>
                  <a:pt x="157384" y="486752"/>
                  <a:pt x="152834" y="487689"/>
                  <a:pt x="148342" y="487770"/>
                </a:cubicBezTo>
                <a:cubicBezTo>
                  <a:pt x="143849" y="487851"/>
                  <a:pt x="130880" y="488765"/>
                  <a:pt x="119521" y="489801"/>
                </a:cubicBezTo>
                <a:cubicBezTo>
                  <a:pt x="108163" y="490837"/>
                  <a:pt x="93741" y="490755"/>
                  <a:pt x="87472" y="489620"/>
                </a:cubicBezTo>
                <a:cubicBezTo>
                  <a:pt x="77605" y="487832"/>
                  <a:pt x="75687" y="486404"/>
                  <a:pt x="73190" y="478988"/>
                </a:cubicBezTo>
                <a:cubicBezTo>
                  <a:pt x="70001" y="469517"/>
                  <a:pt x="60184" y="460664"/>
                  <a:pt x="52773" y="460575"/>
                </a:cubicBezTo>
                <a:cubicBezTo>
                  <a:pt x="49415" y="460535"/>
                  <a:pt x="48457" y="461764"/>
                  <a:pt x="49575" y="464677"/>
                </a:cubicBezTo>
                <a:cubicBezTo>
                  <a:pt x="50616" y="467390"/>
                  <a:pt x="50039" y="468403"/>
                  <a:pt x="47915" y="467591"/>
                </a:cubicBezTo>
                <a:cubicBezTo>
                  <a:pt x="43178" y="465778"/>
                  <a:pt x="16822" y="457260"/>
                  <a:pt x="13036" y="456319"/>
                </a:cubicBezTo>
                <a:cubicBezTo>
                  <a:pt x="9334" y="455399"/>
                  <a:pt x="8569" y="442447"/>
                  <a:pt x="12217" y="442447"/>
                </a:cubicBezTo>
                <a:cubicBezTo>
                  <a:pt x="13541" y="442447"/>
                  <a:pt x="15349" y="440165"/>
                  <a:pt x="16234" y="437376"/>
                </a:cubicBezTo>
                <a:cubicBezTo>
                  <a:pt x="18137" y="431382"/>
                  <a:pt x="7778" y="415870"/>
                  <a:pt x="3077" y="417673"/>
                </a:cubicBezTo>
                <a:cubicBezTo>
                  <a:pt x="1055" y="418449"/>
                  <a:pt x="0" y="415744"/>
                  <a:pt x="0" y="409784"/>
                </a:cubicBezTo>
                <a:cubicBezTo>
                  <a:pt x="0" y="401499"/>
                  <a:pt x="536" y="400849"/>
                  <a:pt x="6196" y="402269"/>
                </a:cubicBezTo>
                <a:cubicBezTo>
                  <a:pt x="9603" y="403124"/>
                  <a:pt x="12454" y="402931"/>
                  <a:pt x="12532" y="401839"/>
                </a:cubicBezTo>
                <a:cubicBezTo>
                  <a:pt x="12609" y="400747"/>
                  <a:pt x="12969" y="395050"/>
                  <a:pt x="13332" y="389178"/>
                </a:cubicBezTo>
                <a:cubicBezTo>
                  <a:pt x="13694" y="383307"/>
                  <a:pt x="16057" y="375349"/>
                  <a:pt x="18583" y="371495"/>
                </a:cubicBezTo>
                <a:cubicBezTo>
                  <a:pt x="22726" y="365172"/>
                  <a:pt x="24227" y="364644"/>
                  <a:pt x="33934" y="366100"/>
                </a:cubicBezTo>
                <a:cubicBezTo>
                  <a:pt x="43066" y="367469"/>
                  <a:pt x="45460" y="366825"/>
                  <a:pt x="49768" y="361841"/>
                </a:cubicBezTo>
                <a:cubicBezTo>
                  <a:pt x="55970" y="354665"/>
                  <a:pt x="55203" y="348567"/>
                  <a:pt x="46692" y="337409"/>
                </a:cubicBezTo>
                <a:cubicBezTo>
                  <a:pt x="41680" y="330837"/>
                  <a:pt x="40608" y="327241"/>
                  <a:pt x="42031" y="321770"/>
                </a:cubicBezTo>
                <a:cubicBezTo>
                  <a:pt x="45168" y="309711"/>
                  <a:pt x="44306" y="300620"/>
                  <a:pt x="39524" y="295336"/>
                </a:cubicBezTo>
                <a:cubicBezTo>
                  <a:pt x="35095" y="290442"/>
                  <a:pt x="35173" y="290185"/>
                  <a:pt x="41858" y="287644"/>
                </a:cubicBezTo>
                <a:cubicBezTo>
                  <a:pt x="45661" y="286198"/>
                  <a:pt x="52494" y="281527"/>
                  <a:pt x="57042" y="277265"/>
                </a:cubicBezTo>
                <a:cubicBezTo>
                  <a:pt x="61590" y="273002"/>
                  <a:pt x="67303" y="269509"/>
                  <a:pt x="69737" y="269502"/>
                </a:cubicBezTo>
                <a:cubicBezTo>
                  <a:pt x="74976" y="269488"/>
                  <a:pt x="79509" y="261980"/>
                  <a:pt x="79509" y="253317"/>
                </a:cubicBezTo>
                <a:cubicBezTo>
                  <a:pt x="79509" y="246749"/>
                  <a:pt x="88587" y="240002"/>
                  <a:pt x="95370" y="241529"/>
                </a:cubicBezTo>
                <a:cubicBezTo>
                  <a:pt x="99614" y="242485"/>
                  <a:pt x="137917" y="214161"/>
                  <a:pt x="141543" y="207386"/>
                </a:cubicBezTo>
                <a:cubicBezTo>
                  <a:pt x="144262" y="202307"/>
                  <a:pt x="142422" y="199791"/>
                  <a:pt x="135987" y="199791"/>
                </a:cubicBezTo>
                <a:cubicBezTo>
                  <a:pt x="130714" y="199791"/>
                  <a:pt x="128893" y="192306"/>
                  <a:pt x="127900" y="166538"/>
                </a:cubicBezTo>
                <a:lnTo>
                  <a:pt x="127266" y="150064"/>
                </a:lnTo>
                <a:lnTo>
                  <a:pt x="118230" y="149351"/>
                </a:lnTo>
                <a:cubicBezTo>
                  <a:pt x="113261" y="148959"/>
                  <a:pt x="107898" y="149707"/>
                  <a:pt x="106311" y="151014"/>
                </a:cubicBezTo>
                <a:cubicBezTo>
                  <a:pt x="104470" y="152530"/>
                  <a:pt x="102255" y="151977"/>
                  <a:pt x="100187" y="149485"/>
                </a:cubicBezTo>
                <a:cubicBezTo>
                  <a:pt x="98405" y="147337"/>
                  <a:pt x="93728" y="145581"/>
                  <a:pt x="89795" y="145581"/>
                </a:cubicBezTo>
                <a:cubicBezTo>
                  <a:pt x="82532" y="145581"/>
                  <a:pt x="79509" y="141725"/>
                  <a:pt x="79509" y="132462"/>
                </a:cubicBezTo>
                <a:cubicBezTo>
                  <a:pt x="79509" y="129370"/>
                  <a:pt x="77720" y="127510"/>
                  <a:pt x="74746" y="127510"/>
                </a:cubicBezTo>
                <a:cubicBezTo>
                  <a:pt x="66661" y="127510"/>
                  <a:pt x="61439" y="119085"/>
                  <a:pt x="61439" y="106041"/>
                </a:cubicBezTo>
                <a:cubicBezTo>
                  <a:pt x="61439" y="94056"/>
                  <a:pt x="61402" y="94007"/>
                  <a:pt x="51376" y="92403"/>
                </a:cubicBezTo>
                <a:cubicBezTo>
                  <a:pt x="41507" y="90825"/>
                  <a:pt x="41357" y="90638"/>
                  <a:pt x="43631" y="82710"/>
                </a:cubicBezTo>
                <a:cubicBezTo>
                  <a:pt x="46841" y="71517"/>
                  <a:pt x="46650" y="70719"/>
                  <a:pt x="40756" y="70719"/>
                </a:cubicBezTo>
                <a:cubicBezTo>
                  <a:pt x="36165" y="70719"/>
                  <a:pt x="35750" y="69551"/>
                  <a:pt x="37174" y="60642"/>
                </a:cubicBezTo>
                <a:cubicBezTo>
                  <a:pt x="39267" y="47555"/>
                  <a:pt x="31942" y="24727"/>
                  <a:pt x="23391" y="17685"/>
                </a:cubicBezTo>
                <a:lnTo>
                  <a:pt x="16983" y="12409"/>
                </a:lnTo>
                <a:lnTo>
                  <a:pt x="27512" y="5441"/>
                </a:lnTo>
                <a:cubicBezTo>
                  <a:pt x="36589" y="-566"/>
                  <a:pt x="38942" y="-1116"/>
                  <a:pt x="44577" y="1452"/>
                </a:cubicBezTo>
                <a:cubicBezTo>
                  <a:pt x="50920" y="4342"/>
                  <a:pt x="52469" y="8771"/>
                  <a:pt x="51418" y="21016"/>
                </a:cubicBezTo>
                <a:cubicBezTo>
                  <a:pt x="51144" y="24205"/>
                  <a:pt x="52304" y="29399"/>
                  <a:pt x="53995" y="32559"/>
                </a:cubicBezTo>
                <a:cubicBezTo>
                  <a:pt x="55686" y="35718"/>
                  <a:pt x="56925" y="42138"/>
                  <a:pt x="56749" y="46824"/>
                </a:cubicBezTo>
                <a:cubicBezTo>
                  <a:pt x="56573" y="51511"/>
                  <a:pt x="58717" y="59420"/>
                  <a:pt x="61515" y="64401"/>
                </a:cubicBezTo>
                <a:cubicBezTo>
                  <a:pt x="64313" y="69382"/>
                  <a:pt x="66683" y="76616"/>
                  <a:pt x="66783" y="80478"/>
                </a:cubicBezTo>
                <a:cubicBezTo>
                  <a:pt x="66944" y="86723"/>
                  <a:pt x="67209" y="86928"/>
                  <a:pt x="69183" y="82335"/>
                </a:cubicBezTo>
                <a:cubicBezTo>
                  <a:pt x="71476" y="76999"/>
                  <a:pt x="71863" y="77758"/>
                  <a:pt x="72797" y="89434"/>
                </a:cubicBezTo>
                <a:cubicBezTo>
                  <a:pt x="72939" y="91209"/>
                  <a:pt x="74996" y="94114"/>
                  <a:pt x="77368" y="95891"/>
                </a:cubicBezTo>
                <a:cubicBezTo>
                  <a:pt x="79740" y="97667"/>
                  <a:pt x="82447" y="102604"/>
                  <a:pt x="83382" y="106862"/>
                </a:cubicBezTo>
                <a:cubicBezTo>
                  <a:pt x="84688" y="112811"/>
                  <a:pt x="86501" y="114603"/>
                  <a:pt x="91209" y="114603"/>
                </a:cubicBezTo>
                <a:cubicBezTo>
                  <a:pt x="99379" y="114603"/>
                  <a:pt x="110872" y="119677"/>
                  <a:pt x="115649" y="125394"/>
                </a:cubicBezTo>
                <a:cubicBezTo>
                  <a:pt x="117952" y="128149"/>
                  <a:pt x="124752" y="130674"/>
                  <a:pt x="132428" y="131624"/>
                </a:cubicBezTo>
                <a:cubicBezTo>
                  <a:pt x="141521" y="132750"/>
                  <a:pt x="146878" y="135032"/>
                  <a:pt x="150553" y="139348"/>
                </a:cubicBezTo>
                <a:cubicBezTo>
                  <a:pt x="154982" y="144548"/>
                  <a:pt x="158885" y="145694"/>
                  <a:pt x="176368" y="146927"/>
                </a:cubicBezTo>
                <a:cubicBezTo>
                  <a:pt x="205380" y="148973"/>
                  <a:pt x="204499" y="148736"/>
                  <a:pt x="211382" y="156343"/>
                </a:cubicBezTo>
                <a:cubicBezTo>
                  <a:pt x="219859" y="165712"/>
                  <a:pt x="228327" y="167989"/>
                  <a:pt x="230401" y="161456"/>
                </a:cubicBezTo>
                <a:cubicBezTo>
                  <a:pt x="231901" y="156729"/>
                  <a:pt x="241748" y="152072"/>
                  <a:pt x="244475" y="154799"/>
                </a:cubicBezTo>
                <a:cubicBezTo>
                  <a:pt x="248005" y="158329"/>
                  <a:pt x="238595" y="195092"/>
                  <a:pt x="229656" y="212698"/>
                </a:cubicBezTo>
                <a:cubicBezTo>
                  <a:pt x="224250" y="223347"/>
                  <a:pt x="218479" y="236706"/>
                  <a:pt x="216833" y="242385"/>
                </a:cubicBezTo>
                <a:cubicBezTo>
                  <a:pt x="208092" y="272545"/>
                  <a:pt x="205996" y="281464"/>
                  <a:pt x="205960" y="288674"/>
                </a:cubicBezTo>
                <a:cubicBezTo>
                  <a:pt x="205939" y="293031"/>
                  <a:pt x="204795" y="298338"/>
                  <a:pt x="203418" y="300468"/>
                </a:cubicBezTo>
                <a:cubicBezTo>
                  <a:pt x="201194" y="303910"/>
                  <a:pt x="200920" y="303910"/>
                  <a:pt x="200956" y="300468"/>
                </a:cubicBezTo>
                <a:cubicBezTo>
                  <a:pt x="201123" y="284393"/>
                  <a:pt x="207229" y="256741"/>
                  <a:pt x="214917" y="237240"/>
                </a:cubicBezTo>
                <a:cubicBezTo>
                  <a:pt x="219951" y="224471"/>
                  <a:pt x="224070" y="212844"/>
                  <a:pt x="224070" y="211401"/>
                </a:cubicBezTo>
                <a:cubicBezTo>
                  <a:pt x="224070" y="209958"/>
                  <a:pt x="221625" y="207250"/>
                  <a:pt x="218637" y="205384"/>
                </a:cubicBezTo>
                <a:cubicBezTo>
                  <a:pt x="215583" y="203477"/>
                  <a:pt x="213971" y="203233"/>
                  <a:pt x="214956" y="204826"/>
                </a:cubicBezTo>
                <a:cubicBezTo>
                  <a:pt x="215920" y="206386"/>
                  <a:pt x="215897" y="211356"/>
                  <a:pt x="214905" y="215873"/>
                </a:cubicBezTo>
                <a:lnTo>
                  <a:pt x="213101" y="224084"/>
                </a:lnTo>
                <a:lnTo>
                  <a:pt x="208491" y="218391"/>
                </a:lnTo>
                <a:cubicBezTo>
                  <a:pt x="202731" y="211277"/>
                  <a:pt x="199260" y="211160"/>
                  <a:pt x="197466" y="218019"/>
                </a:cubicBezTo>
                <a:cubicBezTo>
                  <a:pt x="196615" y="221276"/>
                  <a:pt x="197499" y="223887"/>
                  <a:pt x="199747" y="224749"/>
                </a:cubicBezTo>
                <a:cubicBezTo>
                  <a:pt x="201766" y="225524"/>
                  <a:pt x="203418" y="227264"/>
                  <a:pt x="203418" y="228616"/>
                </a:cubicBezTo>
                <a:cubicBezTo>
                  <a:pt x="203418" y="229967"/>
                  <a:pt x="202337" y="230405"/>
                  <a:pt x="201015" y="229588"/>
                </a:cubicBezTo>
                <a:cubicBezTo>
                  <a:pt x="199694" y="228771"/>
                  <a:pt x="197882" y="229283"/>
                  <a:pt x="196991" y="230726"/>
                </a:cubicBezTo>
                <a:cubicBezTo>
                  <a:pt x="196099" y="232169"/>
                  <a:pt x="196692" y="233350"/>
                  <a:pt x="198308" y="233350"/>
                </a:cubicBezTo>
                <a:cubicBezTo>
                  <a:pt x="200240" y="233350"/>
                  <a:pt x="200656" y="236041"/>
                  <a:pt x="199523" y="241200"/>
                </a:cubicBezTo>
                <a:cubicBezTo>
                  <a:pt x="198474" y="245978"/>
                  <a:pt x="199012" y="250512"/>
                  <a:pt x="200899" y="252786"/>
                </a:cubicBezTo>
                <a:cubicBezTo>
                  <a:pt x="203352" y="255741"/>
                  <a:pt x="203212" y="256824"/>
                  <a:pt x="200228" y="257969"/>
                </a:cubicBezTo>
                <a:cubicBezTo>
                  <a:pt x="197388" y="259059"/>
                  <a:pt x="196716" y="262734"/>
                  <a:pt x="197509" y="272843"/>
                </a:cubicBezTo>
                <a:cubicBezTo>
                  <a:pt x="198508" y="285590"/>
                  <a:pt x="198348" y="286008"/>
                  <a:pt x="194340" y="281107"/>
                </a:cubicBezTo>
                <a:cubicBezTo>
                  <a:pt x="190355" y="276233"/>
                  <a:pt x="190188" y="276860"/>
                  <a:pt x="191370" y="292273"/>
                </a:cubicBezTo>
                <a:cubicBezTo>
                  <a:pt x="192505" y="307076"/>
                  <a:pt x="195674" y="318043"/>
                  <a:pt x="195674" y="307167"/>
                </a:cubicBezTo>
                <a:cubicBezTo>
                  <a:pt x="195674" y="303112"/>
                  <a:pt x="196059" y="303066"/>
                  <a:pt x="199681" y="306687"/>
                </a:cubicBezTo>
                <a:cubicBezTo>
                  <a:pt x="202942" y="309948"/>
                  <a:pt x="203185" y="312507"/>
                  <a:pt x="200986" y="320424"/>
                </a:cubicBezTo>
                <a:cubicBezTo>
                  <a:pt x="199500" y="325776"/>
                  <a:pt x="198103" y="334801"/>
                  <a:pt x="197882" y="340480"/>
                </a:cubicBezTo>
                <a:lnTo>
                  <a:pt x="197480" y="350806"/>
                </a:lnTo>
                <a:lnTo>
                  <a:pt x="195674" y="339189"/>
                </a:lnTo>
                <a:cubicBezTo>
                  <a:pt x="194403" y="331014"/>
                  <a:pt x="193753" y="337239"/>
                  <a:pt x="193480" y="360201"/>
                </a:cubicBezTo>
                <a:cubicBezTo>
                  <a:pt x="193236" y="380786"/>
                  <a:pt x="194603" y="400790"/>
                  <a:pt x="197184" y="414396"/>
                </a:cubicBezTo>
                <a:cubicBezTo>
                  <a:pt x="200612" y="432468"/>
                  <a:pt x="200758" y="438399"/>
                  <a:pt x="198086" y="450991"/>
                </a:cubicBezTo>
                <a:cubicBezTo>
                  <a:pt x="196258" y="459605"/>
                  <a:pt x="194082" y="464699"/>
                  <a:pt x="192986" y="462927"/>
                </a:cubicBezTo>
                <a:cubicBezTo>
                  <a:pt x="191158" y="459970"/>
                  <a:pt x="190587" y="461135"/>
                  <a:pt x="186260" y="476652"/>
                </a:cubicBezTo>
                <a:cubicBezTo>
                  <a:pt x="185567" y="479136"/>
                  <a:pt x="186240" y="481169"/>
                  <a:pt x="187756" y="481169"/>
                </a:cubicBezTo>
                <a:cubicBezTo>
                  <a:pt x="189271" y="481169"/>
                  <a:pt x="190682" y="479136"/>
                  <a:pt x="190891" y="476652"/>
                </a:cubicBezTo>
                <a:cubicBezTo>
                  <a:pt x="191099" y="474167"/>
                  <a:pt x="192060" y="479104"/>
                  <a:pt x="193026" y="487623"/>
                </a:cubicBezTo>
                <a:cubicBezTo>
                  <a:pt x="193992" y="496142"/>
                  <a:pt x="194538" y="503459"/>
                  <a:pt x="194241" y="503884"/>
                </a:cubicBezTo>
                <a:cubicBezTo>
                  <a:pt x="193943" y="504308"/>
                  <a:pt x="188265" y="499952"/>
                  <a:pt x="181623" y="494203"/>
                </a:cubicBezTo>
                <a:close/>
              </a:path>
            </a:pathLst>
          </a:custGeom>
          <a:solidFill>
            <a:srgbClr val="B9B9B9"/>
          </a:solidFill>
          <a:ln w="5163" cap="flat">
            <a:noFill/>
            <a:prstDash val="solid"/>
            <a:miter/>
          </a:ln>
        </p:spPr>
        <p:txBody>
          <a:bodyPr/>
          <a:lstStyle/>
          <a:p>
            <a:endParaRPr lang="es-419" noProof="0" dirty="0"/>
          </a:p>
        </p:txBody>
      </p:sp>
      <p:sp>
        <p:nvSpPr>
          <p:cNvPr id="53" name="Forma libre: forma 52">
            <a:extLst>
              <a:ext uri="{FF2B5EF4-FFF2-40B4-BE49-F238E27FC236}">
                <a16:creationId xmlns:a16="http://schemas.microsoft.com/office/drawing/2014/main" id="{40C6B050-11EA-C2BB-3D7F-FA1F36CF5F7C}"/>
              </a:ext>
            </a:extLst>
          </p:cNvPr>
          <p:cNvSpPr/>
          <p:nvPr/>
        </p:nvSpPr>
        <p:spPr>
          <a:xfrm>
            <a:off x="920115" y="1646957"/>
            <a:ext cx="379561" cy="415583"/>
          </a:xfrm>
          <a:custGeom>
            <a:avLst/>
            <a:gdLst>
              <a:gd name="csX0" fmla="*/ 203090 w 379561"/>
              <a:gd name="csY0" fmla="*/ 414284 h 415583"/>
              <a:gd name="csX1" fmla="*/ 197077 w 379561"/>
              <a:gd name="csY1" fmla="*/ 404675 h 415583"/>
              <a:gd name="csX2" fmla="*/ 192271 w 379561"/>
              <a:gd name="csY2" fmla="*/ 395646 h 415583"/>
              <a:gd name="csX3" fmla="*/ 171007 w 379561"/>
              <a:gd name="csY3" fmla="*/ 397866 h 415583"/>
              <a:gd name="csX4" fmla="*/ 166946 w 379561"/>
              <a:gd name="csY4" fmla="*/ 392738 h 415583"/>
              <a:gd name="csX5" fmla="*/ 171214 w 379561"/>
              <a:gd name="csY5" fmla="*/ 375323 h 415583"/>
              <a:gd name="csX6" fmla="*/ 168526 w 379561"/>
              <a:gd name="csY6" fmla="*/ 359903 h 415583"/>
              <a:gd name="csX7" fmla="*/ 135682 w 379561"/>
              <a:gd name="csY7" fmla="*/ 348579 h 415583"/>
              <a:gd name="csX8" fmla="*/ 130456 w 379561"/>
              <a:gd name="csY8" fmla="*/ 344743 h 415583"/>
              <a:gd name="csX9" fmla="*/ 123707 w 379561"/>
              <a:gd name="csY9" fmla="*/ 339434 h 415583"/>
              <a:gd name="csX10" fmla="*/ 111898 w 379561"/>
              <a:gd name="csY10" fmla="*/ 326710 h 415583"/>
              <a:gd name="csX11" fmla="*/ 102819 w 379561"/>
              <a:gd name="csY11" fmla="*/ 312359 h 415583"/>
              <a:gd name="csX12" fmla="*/ 100189 w 379561"/>
              <a:gd name="csY12" fmla="*/ 303716 h 415583"/>
              <a:gd name="csX13" fmla="*/ 96495 w 379561"/>
              <a:gd name="csY13" fmla="*/ 291424 h 415583"/>
              <a:gd name="csX14" fmla="*/ 91114 w 379561"/>
              <a:gd name="csY14" fmla="*/ 269668 h 415583"/>
              <a:gd name="csX15" fmla="*/ 73368 w 379561"/>
              <a:gd name="csY15" fmla="*/ 228658 h 415583"/>
              <a:gd name="csX16" fmla="*/ 56149 w 379561"/>
              <a:gd name="csY16" fmla="*/ 225592 h 415583"/>
              <a:gd name="csX17" fmla="*/ 38234 w 379561"/>
              <a:gd name="csY17" fmla="*/ 218995 h 415583"/>
              <a:gd name="csX18" fmla="*/ 14702 w 379561"/>
              <a:gd name="csY18" fmla="*/ 179229 h 415583"/>
              <a:gd name="csX19" fmla="*/ 4675 w 379561"/>
              <a:gd name="csY19" fmla="*/ 165798 h 415583"/>
              <a:gd name="csX20" fmla="*/ 1771 w 379561"/>
              <a:gd name="csY20" fmla="*/ 155184 h 415583"/>
              <a:gd name="csX21" fmla="*/ 712 w 379561"/>
              <a:gd name="csY21" fmla="*/ 126667 h 415583"/>
              <a:gd name="csX22" fmla="*/ 2557 w 379561"/>
              <a:gd name="csY22" fmla="*/ 104522 h 415583"/>
              <a:gd name="csX23" fmla="*/ 16402 w 379561"/>
              <a:gd name="csY23" fmla="*/ 104522 h 415583"/>
              <a:gd name="csX24" fmla="*/ 46584 w 379561"/>
              <a:gd name="csY24" fmla="*/ 95540 h 415583"/>
              <a:gd name="csX25" fmla="*/ 48520 w 379561"/>
              <a:gd name="csY25" fmla="*/ 81044 h 415583"/>
              <a:gd name="csX26" fmla="*/ 53693 w 379561"/>
              <a:gd name="csY26" fmla="*/ 64536 h 415583"/>
              <a:gd name="csX27" fmla="*/ 57236 w 379561"/>
              <a:gd name="csY27" fmla="*/ 49938 h 415583"/>
              <a:gd name="csX28" fmla="*/ 61307 w 379561"/>
              <a:gd name="csY28" fmla="*/ 39986 h 415583"/>
              <a:gd name="csX29" fmla="*/ 72238 w 379561"/>
              <a:gd name="csY29" fmla="*/ 37166 h 415583"/>
              <a:gd name="csX30" fmla="*/ 75921 w 379561"/>
              <a:gd name="csY30" fmla="*/ 26420 h 415583"/>
              <a:gd name="csX31" fmla="*/ 86217 w 379561"/>
              <a:gd name="csY31" fmla="*/ 9008 h 415583"/>
              <a:gd name="csX32" fmla="*/ 91229 w 379561"/>
              <a:gd name="csY32" fmla="*/ 3610 h 415583"/>
              <a:gd name="csX33" fmla="*/ 100572 w 379561"/>
              <a:gd name="csY33" fmla="*/ 6016 h 415583"/>
              <a:gd name="csX34" fmla="*/ 115842 w 379561"/>
              <a:gd name="csY34" fmla="*/ 15498 h 415583"/>
              <a:gd name="csX35" fmla="*/ 130061 w 379561"/>
              <a:gd name="csY35" fmla="*/ 25801 h 415583"/>
              <a:gd name="csX36" fmla="*/ 153502 w 379561"/>
              <a:gd name="csY36" fmla="*/ 36020 h 415583"/>
              <a:gd name="csX37" fmla="*/ 166647 w 379561"/>
              <a:gd name="csY37" fmla="*/ 35196 h 415583"/>
              <a:gd name="csX38" fmla="*/ 177014 w 379561"/>
              <a:gd name="csY38" fmla="*/ 35079 h 415583"/>
              <a:gd name="csX39" fmla="*/ 199575 w 379561"/>
              <a:gd name="csY39" fmla="*/ 42570 h 415583"/>
              <a:gd name="csX40" fmla="*/ 223114 w 379561"/>
              <a:gd name="csY40" fmla="*/ 30983 h 415583"/>
              <a:gd name="csX41" fmla="*/ 243392 w 379561"/>
              <a:gd name="csY41" fmla="*/ 13562 h 415583"/>
              <a:gd name="csX42" fmla="*/ 257664 w 379561"/>
              <a:gd name="csY42" fmla="*/ 14175 h 415583"/>
              <a:gd name="csX43" fmla="*/ 270020 w 379561"/>
              <a:gd name="csY43" fmla="*/ 16753 h 415583"/>
              <a:gd name="csX44" fmla="*/ 290519 w 379561"/>
              <a:gd name="csY44" fmla="*/ 30455 h 415583"/>
              <a:gd name="csX45" fmla="*/ 307913 w 379561"/>
              <a:gd name="csY45" fmla="*/ 52734 h 415583"/>
              <a:gd name="csX46" fmla="*/ 307918 w 379561"/>
              <a:gd name="csY46" fmla="*/ 71135 h 415583"/>
              <a:gd name="csX47" fmla="*/ 305239 w 379561"/>
              <a:gd name="csY47" fmla="*/ 92635 h 415583"/>
              <a:gd name="csX48" fmla="*/ 300393 w 379561"/>
              <a:gd name="csY48" fmla="*/ 116124 h 415583"/>
              <a:gd name="csX49" fmla="*/ 296534 w 379561"/>
              <a:gd name="csY49" fmla="*/ 139467 h 415583"/>
              <a:gd name="csX50" fmla="*/ 294862 w 379561"/>
              <a:gd name="csY50" fmla="*/ 144381 h 415583"/>
              <a:gd name="csX51" fmla="*/ 302443 w 379561"/>
              <a:gd name="csY51" fmla="*/ 174221 h 415583"/>
              <a:gd name="csX52" fmla="*/ 331579 w 379561"/>
              <a:gd name="csY52" fmla="*/ 200036 h 415583"/>
              <a:gd name="csX53" fmla="*/ 345885 w 379561"/>
              <a:gd name="csY53" fmla="*/ 204322 h 415583"/>
              <a:gd name="csX54" fmla="*/ 358173 w 379561"/>
              <a:gd name="csY54" fmla="*/ 192088 h 415583"/>
              <a:gd name="csX55" fmla="*/ 365209 w 379561"/>
              <a:gd name="csY55" fmla="*/ 177533 h 415583"/>
              <a:gd name="csX56" fmla="*/ 378528 w 379561"/>
              <a:gd name="csY56" fmla="*/ 217259 h 415583"/>
              <a:gd name="csX57" fmla="*/ 379561 w 379561"/>
              <a:gd name="csY57" fmla="*/ 233192 h 415583"/>
              <a:gd name="csX58" fmla="*/ 368302 w 379561"/>
              <a:gd name="csY58" fmla="*/ 234810 h 415583"/>
              <a:gd name="csX59" fmla="*/ 342845 w 379561"/>
              <a:gd name="csY59" fmla="*/ 234877 h 415583"/>
              <a:gd name="csX60" fmla="*/ 294625 w 379561"/>
              <a:gd name="csY60" fmla="*/ 235311 h 415583"/>
              <a:gd name="csX61" fmla="*/ 265550 w 379561"/>
              <a:gd name="csY61" fmla="*/ 264572 h 415583"/>
              <a:gd name="csX62" fmla="*/ 257155 w 379561"/>
              <a:gd name="csY62" fmla="*/ 290178 h 415583"/>
              <a:gd name="csX63" fmla="*/ 253059 w 379561"/>
              <a:gd name="csY63" fmla="*/ 303293 h 415583"/>
              <a:gd name="csX64" fmla="*/ 248021 w 379561"/>
              <a:gd name="csY64" fmla="*/ 307811 h 415583"/>
              <a:gd name="csX65" fmla="*/ 241573 w 379561"/>
              <a:gd name="csY65" fmla="*/ 316201 h 415583"/>
              <a:gd name="csX66" fmla="*/ 230054 w 379561"/>
              <a:gd name="csY66" fmla="*/ 378609 h 415583"/>
              <a:gd name="csX67" fmla="*/ 225886 w 379561"/>
              <a:gd name="csY67" fmla="*/ 411224 h 415583"/>
              <a:gd name="csX68" fmla="*/ 203090 w 379561"/>
              <a:gd name="csY68" fmla="*/ 414284 h 4155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Lst>
            <a:rect l="l" t="t" r="r" b="b"/>
            <a:pathLst>
              <a:path w="379561" h="415583">
                <a:moveTo>
                  <a:pt x="203090" y="414284"/>
                </a:moveTo>
                <a:cubicBezTo>
                  <a:pt x="200763" y="412907"/>
                  <a:pt x="198058" y="408583"/>
                  <a:pt x="197077" y="404675"/>
                </a:cubicBezTo>
                <a:cubicBezTo>
                  <a:pt x="196096" y="400766"/>
                  <a:pt x="193933" y="396703"/>
                  <a:pt x="192271" y="395646"/>
                </a:cubicBezTo>
                <a:cubicBezTo>
                  <a:pt x="187214" y="392429"/>
                  <a:pt x="177806" y="393412"/>
                  <a:pt x="171007" y="397866"/>
                </a:cubicBezTo>
                <a:cubicBezTo>
                  <a:pt x="162395" y="403509"/>
                  <a:pt x="159848" y="400293"/>
                  <a:pt x="166946" y="392738"/>
                </a:cubicBezTo>
                <a:cubicBezTo>
                  <a:pt x="171625" y="387757"/>
                  <a:pt x="172379" y="384679"/>
                  <a:pt x="171214" y="375323"/>
                </a:cubicBezTo>
                <a:cubicBezTo>
                  <a:pt x="170436" y="369072"/>
                  <a:pt x="169226" y="362133"/>
                  <a:pt x="168526" y="359903"/>
                </a:cubicBezTo>
                <a:cubicBezTo>
                  <a:pt x="167058" y="355229"/>
                  <a:pt x="141404" y="346384"/>
                  <a:pt x="135682" y="348579"/>
                </a:cubicBezTo>
                <a:cubicBezTo>
                  <a:pt x="133235" y="349518"/>
                  <a:pt x="131342" y="348128"/>
                  <a:pt x="130456" y="344743"/>
                </a:cubicBezTo>
                <a:cubicBezTo>
                  <a:pt x="129618" y="341535"/>
                  <a:pt x="126946" y="339434"/>
                  <a:pt x="123707" y="339434"/>
                </a:cubicBezTo>
                <a:cubicBezTo>
                  <a:pt x="119877" y="339434"/>
                  <a:pt x="116504" y="335800"/>
                  <a:pt x="111898" y="326710"/>
                </a:cubicBezTo>
                <a:cubicBezTo>
                  <a:pt x="108351" y="319711"/>
                  <a:pt x="104266" y="313253"/>
                  <a:pt x="102819" y="312359"/>
                </a:cubicBezTo>
                <a:cubicBezTo>
                  <a:pt x="101373" y="311465"/>
                  <a:pt x="100189" y="307575"/>
                  <a:pt x="100189" y="303716"/>
                </a:cubicBezTo>
                <a:cubicBezTo>
                  <a:pt x="100189" y="299856"/>
                  <a:pt x="98526" y="294325"/>
                  <a:pt x="96495" y="291424"/>
                </a:cubicBezTo>
                <a:cubicBezTo>
                  <a:pt x="94463" y="288523"/>
                  <a:pt x="92041" y="278733"/>
                  <a:pt x="91114" y="269668"/>
                </a:cubicBezTo>
                <a:cubicBezTo>
                  <a:pt x="89247" y="251425"/>
                  <a:pt x="83480" y="238096"/>
                  <a:pt x="73368" y="228658"/>
                </a:cubicBezTo>
                <a:cubicBezTo>
                  <a:pt x="67157" y="222862"/>
                  <a:pt x="65968" y="222650"/>
                  <a:pt x="56149" y="225592"/>
                </a:cubicBezTo>
                <a:cubicBezTo>
                  <a:pt x="44901" y="228962"/>
                  <a:pt x="38234" y="226507"/>
                  <a:pt x="38234" y="218995"/>
                </a:cubicBezTo>
                <a:cubicBezTo>
                  <a:pt x="38234" y="211509"/>
                  <a:pt x="24381" y="188100"/>
                  <a:pt x="14702" y="179229"/>
                </a:cubicBezTo>
                <a:cubicBezTo>
                  <a:pt x="9187" y="174175"/>
                  <a:pt x="4675" y="168131"/>
                  <a:pt x="4675" y="165798"/>
                </a:cubicBezTo>
                <a:cubicBezTo>
                  <a:pt x="4675" y="163466"/>
                  <a:pt x="3368" y="158689"/>
                  <a:pt x="1771" y="155184"/>
                </a:cubicBezTo>
                <a:cubicBezTo>
                  <a:pt x="-157" y="150952"/>
                  <a:pt x="-513" y="141373"/>
                  <a:pt x="712" y="126667"/>
                </a:cubicBezTo>
                <a:lnTo>
                  <a:pt x="2557" y="104522"/>
                </a:lnTo>
                <a:lnTo>
                  <a:pt x="16402" y="104522"/>
                </a:lnTo>
                <a:cubicBezTo>
                  <a:pt x="30035" y="104522"/>
                  <a:pt x="42866" y="100703"/>
                  <a:pt x="46584" y="95540"/>
                </a:cubicBezTo>
                <a:cubicBezTo>
                  <a:pt x="47627" y="94091"/>
                  <a:pt x="48499" y="87568"/>
                  <a:pt x="48520" y="81044"/>
                </a:cubicBezTo>
                <a:cubicBezTo>
                  <a:pt x="48549" y="72518"/>
                  <a:pt x="50004" y="67875"/>
                  <a:pt x="53693" y="64536"/>
                </a:cubicBezTo>
                <a:cubicBezTo>
                  <a:pt x="57798" y="60822"/>
                  <a:pt x="58508" y="57895"/>
                  <a:pt x="57236" y="49938"/>
                </a:cubicBezTo>
                <a:cubicBezTo>
                  <a:pt x="55795" y="40930"/>
                  <a:pt x="56182" y="39986"/>
                  <a:pt x="61307" y="39986"/>
                </a:cubicBezTo>
                <a:cubicBezTo>
                  <a:pt x="64421" y="39986"/>
                  <a:pt x="69340" y="38717"/>
                  <a:pt x="72238" y="37166"/>
                </a:cubicBezTo>
                <a:cubicBezTo>
                  <a:pt x="76432" y="34922"/>
                  <a:pt x="77183" y="32731"/>
                  <a:pt x="75921" y="26420"/>
                </a:cubicBezTo>
                <a:cubicBezTo>
                  <a:pt x="74260" y="18119"/>
                  <a:pt x="79648" y="9008"/>
                  <a:pt x="86217" y="9008"/>
                </a:cubicBezTo>
                <a:cubicBezTo>
                  <a:pt x="88031" y="9008"/>
                  <a:pt x="90286" y="6579"/>
                  <a:pt x="91229" y="3610"/>
                </a:cubicBezTo>
                <a:cubicBezTo>
                  <a:pt x="92878" y="-1587"/>
                  <a:pt x="93226" y="-1498"/>
                  <a:pt x="100572" y="6016"/>
                </a:cubicBezTo>
                <a:cubicBezTo>
                  <a:pt x="104769" y="10308"/>
                  <a:pt x="111640" y="14575"/>
                  <a:pt x="115842" y="15498"/>
                </a:cubicBezTo>
                <a:cubicBezTo>
                  <a:pt x="120151" y="16445"/>
                  <a:pt x="126350" y="20937"/>
                  <a:pt x="130061" y="25801"/>
                </a:cubicBezTo>
                <a:cubicBezTo>
                  <a:pt x="137904" y="36084"/>
                  <a:pt x="151245" y="41900"/>
                  <a:pt x="153502" y="36020"/>
                </a:cubicBezTo>
                <a:cubicBezTo>
                  <a:pt x="155231" y="31515"/>
                  <a:pt x="162509" y="31058"/>
                  <a:pt x="166647" y="35196"/>
                </a:cubicBezTo>
                <a:cubicBezTo>
                  <a:pt x="168865" y="37413"/>
                  <a:pt x="171448" y="37384"/>
                  <a:pt x="177014" y="35079"/>
                </a:cubicBezTo>
                <a:cubicBezTo>
                  <a:pt x="186293" y="31236"/>
                  <a:pt x="197119" y="34830"/>
                  <a:pt x="199575" y="42570"/>
                </a:cubicBezTo>
                <a:cubicBezTo>
                  <a:pt x="202586" y="52057"/>
                  <a:pt x="211392" y="47722"/>
                  <a:pt x="223114" y="30983"/>
                </a:cubicBezTo>
                <a:cubicBezTo>
                  <a:pt x="231922" y="18404"/>
                  <a:pt x="235698" y="15160"/>
                  <a:pt x="243392" y="13562"/>
                </a:cubicBezTo>
                <a:cubicBezTo>
                  <a:pt x="248841" y="12430"/>
                  <a:pt x="254889" y="12690"/>
                  <a:pt x="257664" y="14175"/>
                </a:cubicBezTo>
                <a:cubicBezTo>
                  <a:pt x="260313" y="15593"/>
                  <a:pt x="265874" y="16753"/>
                  <a:pt x="270020" y="16753"/>
                </a:cubicBezTo>
                <a:cubicBezTo>
                  <a:pt x="275778" y="16753"/>
                  <a:pt x="280624" y="19992"/>
                  <a:pt x="290519" y="30455"/>
                </a:cubicBezTo>
                <a:cubicBezTo>
                  <a:pt x="297647" y="37991"/>
                  <a:pt x="305474" y="48017"/>
                  <a:pt x="307913" y="52734"/>
                </a:cubicBezTo>
                <a:cubicBezTo>
                  <a:pt x="312104" y="60839"/>
                  <a:pt x="312105" y="61851"/>
                  <a:pt x="307918" y="71135"/>
                </a:cubicBezTo>
                <a:cubicBezTo>
                  <a:pt x="304686" y="78303"/>
                  <a:pt x="303961" y="84117"/>
                  <a:pt x="305239" y="92635"/>
                </a:cubicBezTo>
                <a:cubicBezTo>
                  <a:pt x="306699" y="102374"/>
                  <a:pt x="305896" y="106269"/>
                  <a:pt x="300393" y="116124"/>
                </a:cubicBezTo>
                <a:cubicBezTo>
                  <a:pt x="293385" y="128678"/>
                  <a:pt x="292058" y="136701"/>
                  <a:pt x="296534" y="139467"/>
                </a:cubicBezTo>
                <a:cubicBezTo>
                  <a:pt x="298276" y="140544"/>
                  <a:pt x="297669" y="142329"/>
                  <a:pt x="294862" y="144381"/>
                </a:cubicBezTo>
                <a:cubicBezTo>
                  <a:pt x="289162" y="148549"/>
                  <a:pt x="291010" y="155821"/>
                  <a:pt x="302443" y="174221"/>
                </a:cubicBezTo>
                <a:cubicBezTo>
                  <a:pt x="315893" y="195868"/>
                  <a:pt x="320598" y="200036"/>
                  <a:pt x="331579" y="200036"/>
                </a:cubicBezTo>
                <a:cubicBezTo>
                  <a:pt x="336873" y="200036"/>
                  <a:pt x="343264" y="201951"/>
                  <a:pt x="345885" y="204322"/>
                </a:cubicBezTo>
                <a:cubicBezTo>
                  <a:pt x="351730" y="209612"/>
                  <a:pt x="352148" y="209195"/>
                  <a:pt x="358173" y="192088"/>
                </a:cubicBezTo>
                <a:cubicBezTo>
                  <a:pt x="360854" y="184473"/>
                  <a:pt x="364021" y="177924"/>
                  <a:pt x="365209" y="177533"/>
                </a:cubicBezTo>
                <a:cubicBezTo>
                  <a:pt x="369150" y="176239"/>
                  <a:pt x="377478" y="201079"/>
                  <a:pt x="378528" y="217259"/>
                </a:cubicBezTo>
                <a:lnTo>
                  <a:pt x="379561" y="233192"/>
                </a:lnTo>
                <a:lnTo>
                  <a:pt x="368302" y="234810"/>
                </a:lnTo>
                <a:cubicBezTo>
                  <a:pt x="362110" y="235699"/>
                  <a:pt x="350654" y="235730"/>
                  <a:pt x="342845" y="234877"/>
                </a:cubicBezTo>
                <a:cubicBezTo>
                  <a:pt x="300900" y="230295"/>
                  <a:pt x="296475" y="230334"/>
                  <a:pt x="294625" y="235311"/>
                </a:cubicBezTo>
                <a:cubicBezTo>
                  <a:pt x="292370" y="241375"/>
                  <a:pt x="269321" y="264572"/>
                  <a:pt x="265550" y="264572"/>
                </a:cubicBezTo>
                <a:cubicBezTo>
                  <a:pt x="261474" y="264572"/>
                  <a:pt x="258070" y="274955"/>
                  <a:pt x="257155" y="290178"/>
                </a:cubicBezTo>
                <a:cubicBezTo>
                  <a:pt x="256642" y="298710"/>
                  <a:pt x="255211" y="303293"/>
                  <a:pt x="253059" y="303293"/>
                </a:cubicBezTo>
                <a:cubicBezTo>
                  <a:pt x="251239" y="303294"/>
                  <a:pt x="248973" y="305327"/>
                  <a:pt x="248021" y="307811"/>
                </a:cubicBezTo>
                <a:cubicBezTo>
                  <a:pt x="247070" y="310296"/>
                  <a:pt x="244168" y="314071"/>
                  <a:pt x="241573" y="316201"/>
                </a:cubicBezTo>
                <a:cubicBezTo>
                  <a:pt x="235220" y="321415"/>
                  <a:pt x="231367" y="342287"/>
                  <a:pt x="230054" y="378609"/>
                </a:cubicBezTo>
                <a:cubicBezTo>
                  <a:pt x="229366" y="397612"/>
                  <a:pt x="227827" y="409663"/>
                  <a:pt x="225886" y="411224"/>
                </a:cubicBezTo>
                <a:cubicBezTo>
                  <a:pt x="220922" y="415217"/>
                  <a:pt x="207671" y="416995"/>
                  <a:pt x="203090" y="414284"/>
                </a:cubicBezTo>
                <a:close/>
              </a:path>
            </a:pathLst>
          </a:custGeom>
          <a:solidFill>
            <a:srgbClr val="B9B9B9"/>
          </a:solidFill>
          <a:ln w="5163" cap="flat">
            <a:noFill/>
            <a:prstDash val="solid"/>
            <a:miter/>
          </a:ln>
        </p:spPr>
        <p:txBody>
          <a:bodyPr/>
          <a:lstStyle/>
          <a:p>
            <a:endParaRPr lang="es-419" noProof="0" dirty="0"/>
          </a:p>
        </p:txBody>
      </p:sp>
      <p:sp>
        <p:nvSpPr>
          <p:cNvPr id="54" name="Forma libre: forma 53">
            <a:extLst>
              <a:ext uri="{FF2B5EF4-FFF2-40B4-BE49-F238E27FC236}">
                <a16:creationId xmlns:a16="http://schemas.microsoft.com/office/drawing/2014/main" id="{D80C692F-6799-6A54-9183-67561E843D77}"/>
              </a:ext>
            </a:extLst>
          </p:cNvPr>
          <p:cNvSpPr/>
          <p:nvPr/>
        </p:nvSpPr>
        <p:spPr>
          <a:xfrm>
            <a:off x="845627" y="1846993"/>
            <a:ext cx="4301" cy="5162"/>
          </a:xfrm>
          <a:custGeom>
            <a:avLst/>
            <a:gdLst>
              <a:gd name="csX0" fmla="*/ 4301 w 4301"/>
              <a:gd name="csY0" fmla="*/ 2581 h 5162"/>
              <a:gd name="csX1" fmla="*/ 1567 w 4301"/>
              <a:gd name="csY1" fmla="*/ 0 h 5162"/>
              <a:gd name="csX2" fmla="*/ 429 w 4301"/>
              <a:gd name="csY2" fmla="*/ 2581 h 5162"/>
              <a:gd name="csX3" fmla="*/ 3163 w 4301"/>
              <a:gd name="csY3" fmla="*/ 5163 h 5162"/>
              <a:gd name="csX4" fmla="*/ 4301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4301" y="2581"/>
                </a:moveTo>
                <a:cubicBezTo>
                  <a:pt x="4301" y="1162"/>
                  <a:pt x="3071" y="0"/>
                  <a:pt x="1567" y="0"/>
                </a:cubicBezTo>
                <a:cubicBezTo>
                  <a:pt x="64" y="0"/>
                  <a:pt x="-449" y="1162"/>
                  <a:pt x="429" y="2581"/>
                </a:cubicBezTo>
                <a:cubicBezTo>
                  <a:pt x="1306" y="4001"/>
                  <a:pt x="2537" y="5163"/>
                  <a:pt x="3163" y="5163"/>
                </a:cubicBezTo>
                <a:cubicBezTo>
                  <a:pt x="3789" y="5163"/>
                  <a:pt x="4301" y="4001"/>
                  <a:pt x="4301" y="2581"/>
                </a:cubicBezTo>
                <a:close/>
              </a:path>
            </a:pathLst>
          </a:custGeom>
          <a:solidFill>
            <a:srgbClr val="00C100"/>
          </a:solidFill>
          <a:ln w="5163" cap="flat">
            <a:noFill/>
            <a:prstDash val="solid"/>
            <a:miter/>
          </a:ln>
        </p:spPr>
        <p:txBody>
          <a:bodyPr/>
          <a:lstStyle/>
          <a:p>
            <a:endParaRPr lang="es-419" noProof="0" dirty="0"/>
          </a:p>
        </p:txBody>
      </p:sp>
      <p:sp>
        <p:nvSpPr>
          <p:cNvPr id="55" name="Forma libre: forma 54">
            <a:extLst>
              <a:ext uri="{FF2B5EF4-FFF2-40B4-BE49-F238E27FC236}">
                <a16:creationId xmlns:a16="http://schemas.microsoft.com/office/drawing/2014/main" id="{4119E8B6-C990-8FB1-994F-7DF1B80C45C4}"/>
              </a:ext>
            </a:extLst>
          </p:cNvPr>
          <p:cNvSpPr/>
          <p:nvPr/>
        </p:nvSpPr>
        <p:spPr>
          <a:xfrm>
            <a:off x="1407174" y="1572075"/>
            <a:ext cx="229470" cy="427142"/>
          </a:xfrm>
          <a:custGeom>
            <a:avLst/>
            <a:gdLst>
              <a:gd name="csX0" fmla="*/ 59479 w 229470"/>
              <a:gd name="csY0" fmla="*/ 423996 h 427142"/>
              <a:gd name="csX1" fmla="*/ 59694 w 229470"/>
              <a:gd name="csY1" fmla="*/ 396698 h 427142"/>
              <a:gd name="csX2" fmla="*/ 53195 w 229470"/>
              <a:gd name="csY2" fmla="*/ 362114 h 427142"/>
              <a:gd name="csX3" fmla="*/ 47446 w 229470"/>
              <a:gd name="csY3" fmla="*/ 337138 h 427142"/>
              <a:gd name="csX4" fmla="*/ 40306 w 229470"/>
              <a:gd name="csY4" fmla="*/ 312349 h 427142"/>
              <a:gd name="csX5" fmla="*/ 32609 w 229470"/>
              <a:gd name="csY5" fmla="*/ 289116 h 427142"/>
              <a:gd name="csX6" fmla="*/ 35070 w 229470"/>
              <a:gd name="csY6" fmla="*/ 271899 h 427142"/>
              <a:gd name="csX7" fmla="*/ 32418 w 229470"/>
              <a:gd name="csY7" fmla="*/ 260780 h 427142"/>
              <a:gd name="csX8" fmla="*/ 33172 w 229470"/>
              <a:gd name="csY8" fmla="*/ 247019 h 427142"/>
              <a:gd name="csX9" fmla="*/ 57856 w 229470"/>
              <a:gd name="csY9" fmla="*/ 240981 h 427142"/>
              <a:gd name="csX10" fmla="*/ 80243 w 229470"/>
              <a:gd name="csY10" fmla="*/ 236439 h 427142"/>
              <a:gd name="csX11" fmla="*/ 76436 w 229470"/>
              <a:gd name="csY11" fmla="*/ 228427 h 427142"/>
              <a:gd name="csX12" fmla="*/ 66283 w 229470"/>
              <a:gd name="csY12" fmla="*/ 225870 h 427142"/>
              <a:gd name="csX13" fmla="*/ 61369 w 229470"/>
              <a:gd name="csY13" fmla="*/ 221998 h 427142"/>
              <a:gd name="csX14" fmla="*/ 54487 w 229470"/>
              <a:gd name="csY14" fmla="*/ 218126 h 427142"/>
              <a:gd name="csX15" fmla="*/ 50882 w 229470"/>
              <a:gd name="csY15" fmla="*/ 215226 h 427142"/>
              <a:gd name="csX16" fmla="*/ 39078 w 229470"/>
              <a:gd name="csY16" fmla="*/ 199827 h 427142"/>
              <a:gd name="csX17" fmla="*/ 27028 w 229470"/>
              <a:gd name="csY17" fmla="*/ 179593 h 427142"/>
              <a:gd name="csX18" fmla="*/ 26078 w 229470"/>
              <a:gd name="csY18" fmla="*/ 170317 h 427142"/>
              <a:gd name="csX19" fmla="*/ 23581 w 229470"/>
              <a:gd name="csY19" fmla="*/ 162984 h 427142"/>
              <a:gd name="csX20" fmla="*/ 11790 w 229470"/>
              <a:gd name="csY20" fmla="*/ 145065 h 427142"/>
              <a:gd name="csX21" fmla="*/ 0 w 229470"/>
              <a:gd name="csY21" fmla="*/ 132934 h 427142"/>
              <a:gd name="csX22" fmla="*/ 16266 w 229470"/>
              <a:gd name="csY22" fmla="*/ 118970 h 427142"/>
              <a:gd name="csX23" fmla="*/ 37313 w 229470"/>
              <a:gd name="csY23" fmla="*/ 107565 h 427142"/>
              <a:gd name="csX24" fmla="*/ 42526 w 229470"/>
              <a:gd name="csY24" fmla="*/ 109268 h 427142"/>
              <a:gd name="csX25" fmla="*/ 48759 w 229470"/>
              <a:gd name="csY25" fmla="*/ 100129 h 427142"/>
              <a:gd name="csX26" fmla="*/ 49251 w 229470"/>
              <a:gd name="csY26" fmla="*/ 64399 h 427142"/>
              <a:gd name="csX27" fmla="*/ 38960 w 229470"/>
              <a:gd name="csY27" fmla="*/ 62708 h 427142"/>
              <a:gd name="csX28" fmla="*/ 28744 w 229470"/>
              <a:gd name="csY28" fmla="*/ 61040 h 427142"/>
              <a:gd name="csX29" fmla="*/ 53379 w 229470"/>
              <a:gd name="csY29" fmla="*/ 39197 h 427142"/>
              <a:gd name="csX30" fmla="*/ 71905 w 229470"/>
              <a:gd name="csY30" fmla="*/ 19485 h 427142"/>
              <a:gd name="csX31" fmla="*/ 90959 w 229470"/>
              <a:gd name="csY31" fmla="*/ 8717 h 427142"/>
              <a:gd name="csX32" fmla="*/ 109824 w 229470"/>
              <a:gd name="csY32" fmla="*/ 6256 h 427142"/>
              <a:gd name="csX33" fmla="*/ 121001 w 229470"/>
              <a:gd name="csY33" fmla="*/ 2822 h 427142"/>
              <a:gd name="csX34" fmla="*/ 122428 w 229470"/>
              <a:gd name="csY34" fmla="*/ 8347 h 427142"/>
              <a:gd name="csX35" fmla="*/ 111269 w 229470"/>
              <a:gd name="csY35" fmla="*/ 31492 h 427142"/>
              <a:gd name="csX36" fmla="*/ 125654 w 229470"/>
              <a:gd name="csY36" fmla="*/ 68353 h 427142"/>
              <a:gd name="csX37" fmla="*/ 129394 w 229470"/>
              <a:gd name="csY37" fmla="*/ 83822 h 427142"/>
              <a:gd name="csX38" fmla="*/ 132621 w 229470"/>
              <a:gd name="csY38" fmla="*/ 87380 h 427142"/>
              <a:gd name="csX39" fmla="*/ 129420 w 229470"/>
              <a:gd name="csY39" fmla="*/ 96950 h 427142"/>
              <a:gd name="csX40" fmla="*/ 135228 w 229470"/>
              <a:gd name="csY40" fmla="*/ 104581 h 427142"/>
              <a:gd name="csX41" fmla="*/ 149666 w 229470"/>
              <a:gd name="csY41" fmla="*/ 122913 h 427142"/>
              <a:gd name="csX42" fmla="*/ 159752 w 229470"/>
              <a:gd name="csY42" fmla="*/ 139280 h 427142"/>
              <a:gd name="csX43" fmla="*/ 168181 w 229470"/>
              <a:gd name="csY43" fmla="*/ 148315 h 427142"/>
              <a:gd name="csX44" fmla="*/ 179067 w 229470"/>
              <a:gd name="csY44" fmla="*/ 159986 h 427142"/>
              <a:gd name="csX45" fmla="*/ 189769 w 229470"/>
              <a:gd name="csY45" fmla="*/ 164249 h 427142"/>
              <a:gd name="csX46" fmla="*/ 197030 w 229470"/>
              <a:gd name="csY46" fmla="*/ 167037 h 427142"/>
              <a:gd name="csX47" fmla="*/ 208574 w 229470"/>
              <a:gd name="csY47" fmla="*/ 163915 h 427142"/>
              <a:gd name="csX48" fmla="*/ 216996 w 229470"/>
              <a:gd name="csY48" fmla="*/ 163915 h 427142"/>
              <a:gd name="csX49" fmla="*/ 217738 w 229470"/>
              <a:gd name="csY49" fmla="*/ 187794 h 427142"/>
              <a:gd name="csX50" fmla="*/ 224437 w 229470"/>
              <a:gd name="csY50" fmla="*/ 212516 h 427142"/>
              <a:gd name="csX51" fmla="*/ 229386 w 229470"/>
              <a:gd name="csY51" fmla="*/ 216389 h 427142"/>
              <a:gd name="csX52" fmla="*/ 185958 w 229470"/>
              <a:gd name="csY52" fmla="*/ 248433 h 427142"/>
              <a:gd name="csX53" fmla="*/ 168142 w 229470"/>
              <a:gd name="csY53" fmla="*/ 261325 h 427142"/>
              <a:gd name="csX54" fmla="*/ 158371 w 229470"/>
              <a:gd name="csY54" fmla="*/ 277501 h 427142"/>
              <a:gd name="csX55" fmla="*/ 143795 w 229470"/>
              <a:gd name="csY55" fmla="*/ 286536 h 427142"/>
              <a:gd name="csX56" fmla="*/ 128870 w 229470"/>
              <a:gd name="csY56" fmla="*/ 295569 h 427142"/>
              <a:gd name="csX57" fmla="*/ 127129 w 229470"/>
              <a:gd name="csY57" fmla="*/ 308193 h 427142"/>
              <a:gd name="csX58" fmla="*/ 130400 w 229470"/>
              <a:gd name="csY58" fmla="*/ 326436 h 427142"/>
              <a:gd name="csX59" fmla="*/ 134994 w 229470"/>
              <a:gd name="csY59" fmla="*/ 349937 h 427142"/>
              <a:gd name="csX60" fmla="*/ 142327 w 229470"/>
              <a:gd name="csY60" fmla="*/ 362849 h 427142"/>
              <a:gd name="csX61" fmla="*/ 123210 w 229470"/>
              <a:gd name="csY61" fmla="*/ 373013 h 427142"/>
              <a:gd name="csX62" fmla="*/ 101651 w 229470"/>
              <a:gd name="csY62" fmla="*/ 397639 h 427142"/>
              <a:gd name="csX63" fmla="*/ 95883 w 229470"/>
              <a:gd name="csY63" fmla="*/ 407869 h 427142"/>
              <a:gd name="csX64" fmla="*/ 86571 w 229470"/>
              <a:gd name="csY64" fmla="*/ 418453 h 427142"/>
              <a:gd name="csX65" fmla="*/ 80167 w 229470"/>
              <a:gd name="csY65" fmla="*/ 421479 h 427142"/>
              <a:gd name="csX66" fmla="*/ 70822 w 229470"/>
              <a:gd name="csY66" fmla="*/ 423763 h 427142"/>
              <a:gd name="csX67" fmla="*/ 59479 w 229470"/>
              <a:gd name="csY67" fmla="*/ 423996 h 42714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Lst>
            <a:rect l="l" t="t" r="r" b="b"/>
            <a:pathLst>
              <a:path w="229470" h="427142">
                <a:moveTo>
                  <a:pt x="59479" y="423996"/>
                </a:moveTo>
                <a:cubicBezTo>
                  <a:pt x="59345" y="422222"/>
                  <a:pt x="59442" y="409937"/>
                  <a:pt x="59694" y="396698"/>
                </a:cubicBezTo>
                <a:cubicBezTo>
                  <a:pt x="60117" y="374482"/>
                  <a:pt x="59616" y="371817"/>
                  <a:pt x="53195" y="362114"/>
                </a:cubicBezTo>
                <a:cubicBezTo>
                  <a:pt x="47165" y="353002"/>
                  <a:pt x="46399" y="349674"/>
                  <a:pt x="47446" y="337138"/>
                </a:cubicBezTo>
                <a:cubicBezTo>
                  <a:pt x="48558" y="323819"/>
                  <a:pt x="47993" y="321857"/>
                  <a:pt x="40306" y="312349"/>
                </a:cubicBezTo>
                <a:cubicBezTo>
                  <a:pt x="33058" y="303383"/>
                  <a:pt x="32044" y="300323"/>
                  <a:pt x="32609" y="289116"/>
                </a:cubicBezTo>
                <a:cubicBezTo>
                  <a:pt x="32967" y="282017"/>
                  <a:pt x="34074" y="274269"/>
                  <a:pt x="35070" y="271899"/>
                </a:cubicBezTo>
                <a:cubicBezTo>
                  <a:pt x="36124" y="269390"/>
                  <a:pt x="35017" y="264746"/>
                  <a:pt x="32418" y="260780"/>
                </a:cubicBezTo>
                <a:cubicBezTo>
                  <a:pt x="28144" y="254257"/>
                  <a:pt x="28176" y="253678"/>
                  <a:pt x="33172" y="247019"/>
                </a:cubicBezTo>
                <a:cubicBezTo>
                  <a:pt x="38159" y="240374"/>
                  <a:pt x="39247" y="240108"/>
                  <a:pt x="57856" y="240981"/>
                </a:cubicBezTo>
                <a:cubicBezTo>
                  <a:pt x="75524" y="241809"/>
                  <a:pt x="77593" y="241390"/>
                  <a:pt x="80243" y="236439"/>
                </a:cubicBezTo>
                <a:cubicBezTo>
                  <a:pt x="82790" y="231679"/>
                  <a:pt x="82305" y="230659"/>
                  <a:pt x="76436" y="228427"/>
                </a:cubicBezTo>
                <a:cubicBezTo>
                  <a:pt x="72737" y="227021"/>
                  <a:pt x="68168" y="225870"/>
                  <a:pt x="66283" y="225870"/>
                </a:cubicBezTo>
                <a:cubicBezTo>
                  <a:pt x="64397" y="225870"/>
                  <a:pt x="62186" y="224127"/>
                  <a:pt x="61369" y="221998"/>
                </a:cubicBezTo>
                <a:cubicBezTo>
                  <a:pt x="60552" y="219868"/>
                  <a:pt x="57455" y="218126"/>
                  <a:pt x="54487" y="218126"/>
                </a:cubicBezTo>
                <a:cubicBezTo>
                  <a:pt x="51152" y="218126"/>
                  <a:pt x="49775" y="217018"/>
                  <a:pt x="50882" y="215226"/>
                </a:cubicBezTo>
                <a:cubicBezTo>
                  <a:pt x="51914" y="213556"/>
                  <a:pt x="46909" y="207027"/>
                  <a:pt x="39078" y="199827"/>
                </a:cubicBezTo>
                <a:cubicBezTo>
                  <a:pt x="27017" y="188739"/>
                  <a:pt x="25656" y="186453"/>
                  <a:pt x="27028" y="179593"/>
                </a:cubicBezTo>
                <a:cubicBezTo>
                  <a:pt x="27878" y="175340"/>
                  <a:pt x="27451" y="171165"/>
                  <a:pt x="26078" y="170317"/>
                </a:cubicBezTo>
                <a:cubicBezTo>
                  <a:pt x="24704" y="169468"/>
                  <a:pt x="23581" y="166168"/>
                  <a:pt x="23581" y="162984"/>
                </a:cubicBezTo>
                <a:cubicBezTo>
                  <a:pt x="23581" y="159602"/>
                  <a:pt x="18679" y="152152"/>
                  <a:pt x="11790" y="145065"/>
                </a:cubicBezTo>
                <a:lnTo>
                  <a:pt x="0" y="132934"/>
                </a:lnTo>
                <a:lnTo>
                  <a:pt x="16266" y="118970"/>
                </a:lnTo>
                <a:cubicBezTo>
                  <a:pt x="29571" y="107549"/>
                  <a:pt x="33403" y="105472"/>
                  <a:pt x="37313" y="107565"/>
                </a:cubicBezTo>
                <a:cubicBezTo>
                  <a:pt x="39942" y="108972"/>
                  <a:pt x="42288" y="109738"/>
                  <a:pt x="42526" y="109268"/>
                </a:cubicBezTo>
                <a:cubicBezTo>
                  <a:pt x="42764" y="108799"/>
                  <a:pt x="45569" y="104686"/>
                  <a:pt x="48759" y="100129"/>
                </a:cubicBezTo>
                <a:cubicBezTo>
                  <a:pt x="56473" y="89108"/>
                  <a:pt x="56720" y="71159"/>
                  <a:pt x="49251" y="64399"/>
                </a:cubicBezTo>
                <a:cubicBezTo>
                  <a:pt x="44880" y="60443"/>
                  <a:pt x="43064" y="60145"/>
                  <a:pt x="38960" y="62708"/>
                </a:cubicBezTo>
                <a:cubicBezTo>
                  <a:pt x="31928" y="67099"/>
                  <a:pt x="28744" y="66579"/>
                  <a:pt x="28744" y="61040"/>
                </a:cubicBezTo>
                <a:cubicBezTo>
                  <a:pt x="28744" y="53145"/>
                  <a:pt x="42480" y="40966"/>
                  <a:pt x="53379" y="39197"/>
                </a:cubicBezTo>
                <a:cubicBezTo>
                  <a:pt x="66115" y="37130"/>
                  <a:pt x="70109" y="32880"/>
                  <a:pt x="71905" y="19485"/>
                </a:cubicBezTo>
                <a:cubicBezTo>
                  <a:pt x="73827" y="5162"/>
                  <a:pt x="82115" y="478"/>
                  <a:pt x="90959" y="8717"/>
                </a:cubicBezTo>
                <a:cubicBezTo>
                  <a:pt x="98823" y="16043"/>
                  <a:pt x="101930" y="15638"/>
                  <a:pt x="109824" y="6256"/>
                </a:cubicBezTo>
                <a:cubicBezTo>
                  <a:pt x="116173" y="-1290"/>
                  <a:pt x="116721" y="-1458"/>
                  <a:pt x="121001" y="2822"/>
                </a:cubicBezTo>
                <a:cubicBezTo>
                  <a:pt x="124083" y="5904"/>
                  <a:pt x="124533" y="7646"/>
                  <a:pt x="122428" y="8347"/>
                </a:cubicBezTo>
                <a:cubicBezTo>
                  <a:pt x="108913" y="12852"/>
                  <a:pt x="101196" y="28858"/>
                  <a:pt x="111269" y="31492"/>
                </a:cubicBezTo>
                <a:cubicBezTo>
                  <a:pt x="117751" y="33187"/>
                  <a:pt x="127868" y="59114"/>
                  <a:pt x="125654" y="68353"/>
                </a:cubicBezTo>
                <a:cubicBezTo>
                  <a:pt x="122658" y="80848"/>
                  <a:pt x="122997" y="82249"/>
                  <a:pt x="129394" y="83822"/>
                </a:cubicBezTo>
                <a:cubicBezTo>
                  <a:pt x="133741" y="84890"/>
                  <a:pt x="134786" y="86042"/>
                  <a:pt x="132621" y="87380"/>
                </a:cubicBezTo>
                <a:cubicBezTo>
                  <a:pt x="130861" y="88468"/>
                  <a:pt x="129420" y="92774"/>
                  <a:pt x="129420" y="96950"/>
                </a:cubicBezTo>
                <a:cubicBezTo>
                  <a:pt x="129420" y="103090"/>
                  <a:pt x="130531" y="104549"/>
                  <a:pt x="135228" y="104581"/>
                </a:cubicBezTo>
                <a:cubicBezTo>
                  <a:pt x="144939" y="104647"/>
                  <a:pt x="147895" y="108401"/>
                  <a:pt x="149666" y="122913"/>
                </a:cubicBezTo>
                <a:cubicBezTo>
                  <a:pt x="151241" y="135814"/>
                  <a:pt x="151964" y="136987"/>
                  <a:pt x="159752" y="139280"/>
                </a:cubicBezTo>
                <a:cubicBezTo>
                  <a:pt x="166352" y="141223"/>
                  <a:pt x="168150" y="143150"/>
                  <a:pt x="168181" y="148315"/>
                </a:cubicBezTo>
                <a:cubicBezTo>
                  <a:pt x="168242" y="158306"/>
                  <a:pt x="171565" y="161869"/>
                  <a:pt x="179067" y="159986"/>
                </a:cubicBezTo>
                <a:cubicBezTo>
                  <a:pt x="184111" y="158720"/>
                  <a:pt x="186588" y="159706"/>
                  <a:pt x="189769" y="164249"/>
                </a:cubicBezTo>
                <a:cubicBezTo>
                  <a:pt x="193006" y="168870"/>
                  <a:pt x="194589" y="169478"/>
                  <a:pt x="197030" y="167037"/>
                </a:cubicBezTo>
                <a:cubicBezTo>
                  <a:pt x="198747" y="165320"/>
                  <a:pt x="203942" y="163915"/>
                  <a:pt x="208574" y="163915"/>
                </a:cubicBezTo>
                <a:lnTo>
                  <a:pt x="216996" y="163915"/>
                </a:lnTo>
                <a:lnTo>
                  <a:pt x="217738" y="187794"/>
                </a:lnTo>
                <a:cubicBezTo>
                  <a:pt x="218444" y="210514"/>
                  <a:pt x="218769" y="211713"/>
                  <a:pt x="224437" y="212516"/>
                </a:cubicBezTo>
                <a:cubicBezTo>
                  <a:pt x="227714" y="212981"/>
                  <a:pt x="229940" y="214723"/>
                  <a:pt x="229386" y="216389"/>
                </a:cubicBezTo>
                <a:cubicBezTo>
                  <a:pt x="227670" y="221537"/>
                  <a:pt x="190328" y="249091"/>
                  <a:pt x="185958" y="248433"/>
                </a:cubicBezTo>
                <a:cubicBezTo>
                  <a:pt x="178411" y="247297"/>
                  <a:pt x="168142" y="254728"/>
                  <a:pt x="168142" y="261325"/>
                </a:cubicBezTo>
                <a:cubicBezTo>
                  <a:pt x="168142" y="269993"/>
                  <a:pt x="163608" y="277499"/>
                  <a:pt x="158371" y="277501"/>
                </a:cubicBezTo>
                <a:cubicBezTo>
                  <a:pt x="155936" y="277502"/>
                  <a:pt x="149377" y="281568"/>
                  <a:pt x="143795" y="286536"/>
                </a:cubicBezTo>
                <a:cubicBezTo>
                  <a:pt x="138212" y="291504"/>
                  <a:pt x="131496" y="295569"/>
                  <a:pt x="128870" y="295569"/>
                </a:cubicBezTo>
                <a:cubicBezTo>
                  <a:pt x="121381" y="295569"/>
                  <a:pt x="120392" y="302737"/>
                  <a:pt x="127129" y="308193"/>
                </a:cubicBezTo>
                <a:cubicBezTo>
                  <a:pt x="132769" y="312760"/>
                  <a:pt x="132971" y="313884"/>
                  <a:pt x="130400" y="326436"/>
                </a:cubicBezTo>
                <a:cubicBezTo>
                  <a:pt x="127799" y="339132"/>
                  <a:pt x="128033" y="340327"/>
                  <a:pt x="134994" y="349937"/>
                </a:cubicBezTo>
                <a:cubicBezTo>
                  <a:pt x="139027" y="355505"/>
                  <a:pt x="142327" y="361315"/>
                  <a:pt x="142327" y="362849"/>
                </a:cubicBezTo>
                <a:cubicBezTo>
                  <a:pt x="142327" y="368872"/>
                  <a:pt x="134539" y="373013"/>
                  <a:pt x="123210" y="373013"/>
                </a:cubicBezTo>
                <a:cubicBezTo>
                  <a:pt x="109180" y="373013"/>
                  <a:pt x="103724" y="379244"/>
                  <a:pt x="101651" y="397639"/>
                </a:cubicBezTo>
                <a:cubicBezTo>
                  <a:pt x="100573" y="407198"/>
                  <a:pt x="99540" y="409030"/>
                  <a:pt x="95883" y="407869"/>
                </a:cubicBezTo>
                <a:cubicBezTo>
                  <a:pt x="90324" y="406105"/>
                  <a:pt x="84411" y="412825"/>
                  <a:pt x="86571" y="418453"/>
                </a:cubicBezTo>
                <a:cubicBezTo>
                  <a:pt x="87898" y="421912"/>
                  <a:pt x="86764" y="422448"/>
                  <a:pt x="80167" y="421479"/>
                </a:cubicBezTo>
                <a:cubicBezTo>
                  <a:pt x="74953" y="420714"/>
                  <a:pt x="71686" y="421512"/>
                  <a:pt x="70822" y="423763"/>
                </a:cubicBezTo>
                <a:cubicBezTo>
                  <a:pt x="69146" y="428132"/>
                  <a:pt x="59804" y="428324"/>
                  <a:pt x="59479" y="423996"/>
                </a:cubicBezTo>
                <a:close/>
              </a:path>
            </a:pathLst>
          </a:custGeom>
          <a:solidFill>
            <a:srgbClr val="B9B9B9"/>
          </a:solidFill>
          <a:ln w="5163" cap="flat">
            <a:noFill/>
            <a:prstDash val="solid"/>
            <a:miter/>
          </a:ln>
        </p:spPr>
        <p:txBody>
          <a:bodyPr/>
          <a:lstStyle/>
          <a:p>
            <a:endParaRPr lang="es-419" noProof="0" dirty="0"/>
          </a:p>
        </p:txBody>
      </p:sp>
      <p:sp>
        <p:nvSpPr>
          <p:cNvPr id="56" name="Forma libre: forma 55">
            <a:extLst>
              <a:ext uri="{FF2B5EF4-FFF2-40B4-BE49-F238E27FC236}">
                <a16:creationId xmlns:a16="http://schemas.microsoft.com/office/drawing/2014/main" id="{7FCED5A2-9021-4153-2BAC-1AAA6E9AC4C3}"/>
              </a:ext>
            </a:extLst>
          </p:cNvPr>
          <p:cNvSpPr/>
          <p:nvPr/>
        </p:nvSpPr>
        <p:spPr>
          <a:xfrm>
            <a:off x="1184880" y="1375117"/>
            <a:ext cx="334306" cy="498738"/>
          </a:xfrm>
          <a:custGeom>
            <a:avLst/>
            <a:gdLst>
              <a:gd name="csX0" fmla="*/ 247743 w 334306"/>
              <a:gd name="csY0" fmla="*/ 496867 h 498738"/>
              <a:gd name="csX1" fmla="*/ 240505 w 334306"/>
              <a:gd name="csY1" fmla="*/ 493884 h 498738"/>
              <a:gd name="csX2" fmla="*/ 219827 w 334306"/>
              <a:gd name="csY2" fmla="*/ 476477 h 498738"/>
              <a:gd name="csX3" fmla="*/ 204292 w 334306"/>
              <a:gd name="csY3" fmla="*/ 470138 h 498738"/>
              <a:gd name="csX4" fmla="*/ 191180 w 334306"/>
              <a:gd name="csY4" fmla="*/ 465927 h 498738"/>
              <a:gd name="csX5" fmla="*/ 185245 w 334306"/>
              <a:gd name="csY5" fmla="*/ 460255 h 498738"/>
              <a:gd name="csX6" fmla="*/ 179372 w 334306"/>
              <a:gd name="csY6" fmla="*/ 456383 h 498738"/>
              <a:gd name="csX7" fmla="*/ 119384 w 334306"/>
              <a:gd name="csY7" fmla="*/ 437991 h 498738"/>
              <a:gd name="csX8" fmla="*/ 89617 w 334306"/>
              <a:gd name="csY8" fmla="*/ 463480 h 498738"/>
              <a:gd name="csX9" fmla="*/ 81270 w 334306"/>
              <a:gd name="csY9" fmla="*/ 471310 h 498738"/>
              <a:gd name="csX10" fmla="*/ 65769 w 334306"/>
              <a:gd name="csY10" fmla="*/ 466800 h 498738"/>
              <a:gd name="csX11" fmla="*/ 41569 w 334306"/>
              <a:gd name="csY11" fmla="*/ 444771 h 498738"/>
              <a:gd name="csX12" fmla="*/ 29063 w 334306"/>
              <a:gd name="csY12" fmla="*/ 422183 h 498738"/>
              <a:gd name="csX13" fmla="*/ 35486 w 334306"/>
              <a:gd name="csY13" fmla="*/ 420247 h 498738"/>
              <a:gd name="csX14" fmla="*/ 36311 w 334306"/>
              <a:gd name="csY14" fmla="*/ 410716 h 498738"/>
              <a:gd name="csX15" fmla="*/ 30682 w 334306"/>
              <a:gd name="csY15" fmla="*/ 404725 h 498738"/>
              <a:gd name="csX16" fmla="*/ 36945 w 334306"/>
              <a:gd name="csY16" fmla="*/ 393771 h 498738"/>
              <a:gd name="csX17" fmla="*/ 44969 w 334306"/>
              <a:gd name="csY17" fmla="*/ 363455 h 498738"/>
              <a:gd name="csX18" fmla="*/ 48481 w 334306"/>
              <a:gd name="csY18" fmla="*/ 335841 h 498738"/>
              <a:gd name="csX19" fmla="*/ 28755 w 334306"/>
              <a:gd name="csY19" fmla="*/ 300210 h 498738"/>
              <a:gd name="csX20" fmla="*/ 9477 w 334306"/>
              <a:gd name="csY20" fmla="*/ 236920 h 498738"/>
              <a:gd name="csX21" fmla="*/ 0 w 334306"/>
              <a:gd name="csY21" fmla="*/ 183956 h 498738"/>
              <a:gd name="csX22" fmla="*/ 8603 w 334306"/>
              <a:gd name="csY22" fmla="*/ 171093 h 498738"/>
              <a:gd name="csX23" fmla="*/ 19247 w 334306"/>
              <a:gd name="csY23" fmla="*/ 157370 h 498738"/>
              <a:gd name="csX24" fmla="*/ 21288 w 334306"/>
              <a:gd name="csY24" fmla="*/ 154226 h 498738"/>
              <a:gd name="csX25" fmla="*/ 42935 w 334306"/>
              <a:gd name="csY25" fmla="*/ 118946 h 498738"/>
              <a:gd name="csX26" fmla="*/ 66467 w 334306"/>
              <a:gd name="csY26" fmla="*/ 79496 h 498738"/>
              <a:gd name="csX27" fmla="*/ 76541 w 334306"/>
              <a:gd name="csY27" fmla="*/ 65175 h 498738"/>
              <a:gd name="csX28" fmla="*/ 97572 w 334306"/>
              <a:gd name="csY28" fmla="*/ 34163 h 498738"/>
              <a:gd name="csX29" fmla="*/ 112627 w 334306"/>
              <a:gd name="csY29" fmla="*/ 9814 h 498738"/>
              <a:gd name="csX30" fmla="*/ 119648 w 334306"/>
              <a:gd name="csY30" fmla="*/ 4329 h 498738"/>
              <a:gd name="csX31" fmla="*/ 132858 w 334306"/>
              <a:gd name="csY31" fmla="*/ 713 h 498738"/>
              <a:gd name="csX32" fmla="*/ 193546 w 334306"/>
              <a:gd name="csY32" fmla="*/ 5578 h 498738"/>
              <a:gd name="csX33" fmla="*/ 220060 w 334306"/>
              <a:gd name="csY33" fmla="*/ 20523 h 498738"/>
              <a:gd name="csX34" fmla="*/ 224578 w 334306"/>
              <a:gd name="csY34" fmla="*/ 25298 h 498738"/>
              <a:gd name="csX35" fmla="*/ 221567 w 334306"/>
              <a:gd name="csY35" fmla="*/ 31335 h 498738"/>
              <a:gd name="csX36" fmla="*/ 217338 w 334306"/>
              <a:gd name="csY36" fmla="*/ 39397 h 498738"/>
              <a:gd name="csX37" fmla="*/ 222891 w 334306"/>
              <a:gd name="csY37" fmla="*/ 37878 h 498738"/>
              <a:gd name="csX38" fmla="*/ 225189 w 334306"/>
              <a:gd name="csY38" fmla="*/ 36902 h 498738"/>
              <a:gd name="csX39" fmla="*/ 234581 w 334306"/>
              <a:gd name="csY39" fmla="*/ 40152 h 498738"/>
              <a:gd name="csX40" fmla="*/ 261177 w 334306"/>
              <a:gd name="csY40" fmla="*/ 57181 h 498738"/>
              <a:gd name="csX41" fmla="*/ 267817 w 334306"/>
              <a:gd name="csY41" fmla="*/ 67059 h 498738"/>
              <a:gd name="csX42" fmla="*/ 274280 w 334306"/>
              <a:gd name="csY42" fmla="*/ 79049 h 498738"/>
              <a:gd name="csX43" fmla="*/ 279443 w 334306"/>
              <a:gd name="csY43" fmla="*/ 91820 h 498738"/>
              <a:gd name="csX44" fmla="*/ 284596 w 334306"/>
              <a:gd name="csY44" fmla="*/ 105775 h 498738"/>
              <a:gd name="csX45" fmla="*/ 291417 w 334306"/>
              <a:gd name="csY45" fmla="*/ 120219 h 498738"/>
              <a:gd name="csX46" fmla="*/ 298659 w 334306"/>
              <a:gd name="csY46" fmla="*/ 133370 h 498738"/>
              <a:gd name="csX47" fmla="*/ 314425 w 334306"/>
              <a:gd name="csY47" fmla="*/ 156674 h 498738"/>
              <a:gd name="csX48" fmla="*/ 323321 w 334306"/>
              <a:gd name="csY48" fmla="*/ 164371 h 498738"/>
              <a:gd name="csX49" fmla="*/ 329277 w 334306"/>
              <a:gd name="csY49" fmla="*/ 172896 h 498738"/>
              <a:gd name="csX50" fmla="*/ 327346 w 334306"/>
              <a:gd name="csY50" fmla="*/ 203260 h 498738"/>
              <a:gd name="csX51" fmla="*/ 321564 w 334306"/>
              <a:gd name="csY51" fmla="*/ 208691 h 498738"/>
              <a:gd name="csX52" fmla="*/ 314839 w 334306"/>
              <a:gd name="csY52" fmla="*/ 201967 h 498738"/>
              <a:gd name="csX53" fmla="*/ 300945 w 334306"/>
              <a:gd name="csY53" fmla="*/ 198679 h 498738"/>
              <a:gd name="csX54" fmla="*/ 291854 w 334306"/>
              <a:gd name="csY54" fmla="*/ 213362 h 498738"/>
              <a:gd name="csX55" fmla="*/ 273477 w 334306"/>
              <a:gd name="csY55" fmla="*/ 233193 h 498738"/>
              <a:gd name="csX56" fmla="*/ 248561 w 334306"/>
              <a:gd name="csY56" fmla="*/ 258261 h 498738"/>
              <a:gd name="csX57" fmla="*/ 254757 w 334306"/>
              <a:gd name="csY57" fmla="*/ 265360 h 498738"/>
              <a:gd name="csX58" fmla="*/ 262758 w 334306"/>
              <a:gd name="csY58" fmla="*/ 262611 h 498738"/>
              <a:gd name="csX59" fmla="*/ 269300 w 334306"/>
              <a:gd name="csY59" fmla="*/ 264243 h 498738"/>
              <a:gd name="csX60" fmla="*/ 257492 w 334306"/>
              <a:gd name="csY60" fmla="*/ 300210 h 498738"/>
              <a:gd name="csX61" fmla="*/ 220205 w 334306"/>
              <a:gd name="csY61" fmla="*/ 329428 h 498738"/>
              <a:gd name="csX62" fmla="*/ 231476 w 334306"/>
              <a:gd name="csY62" fmla="*/ 344578 h 498738"/>
              <a:gd name="csX63" fmla="*/ 244540 w 334306"/>
              <a:gd name="csY63" fmla="*/ 369570 h 498738"/>
              <a:gd name="csX64" fmla="*/ 259568 w 334306"/>
              <a:gd name="csY64" fmla="*/ 400936 h 498738"/>
              <a:gd name="csX65" fmla="*/ 267812 w 334306"/>
              <a:gd name="csY65" fmla="*/ 410972 h 498738"/>
              <a:gd name="csX66" fmla="*/ 272980 w 334306"/>
              <a:gd name="csY66" fmla="*/ 418667 h 498738"/>
              <a:gd name="csX67" fmla="*/ 279745 w 334306"/>
              <a:gd name="csY67" fmla="*/ 423732 h 498738"/>
              <a:gd name="csX68" fmla="*/ 289553 w 334306"/>
              <a:gd name="csY68" fmla="*/ 427604 h 498738"/>
              <a:gd name="csX69" fmla="*/ 298277 w 334306"/>
              <a:gd name="csY69" fmla="*/ 431864 h 498738"/>
              <a:gd name="csX70" fmla="*/ 272913 w 334306"/>
              <a:gd name="csY70" fmla="*/ 433099 h 498738"/>
              <a:gd name="csX71" fmla="*/ 253686 w 334306"/>
              <a:gd name="csY71" fmla="*/ 440109 h 498738"/>
              <a:gd name="csX72" fmla="*/ 252360 w 334306"/>
              <a:gd name="csY72" fmla="*/ 461577 h 498738"/>
              <a:gd name="csX73" fmla="*/ 253346 w 334306"/>
              <a:gd name="csY73" fmla="*/ 468333 h 498738"/>
              <a:gd name="csX74" fmla="*/ 251680 w 334306"/>
              <a:gd name="csY74" fmla="*/ 476637 h 498738"/>
              <a:gd name="csX75" fmla="*/ 251259 w 334306"/>
              <a:gd name="csY75" fmla="*/ 491494 h 498738"/>
              <a:gd name="csX76" fmla="*/ 247743 w 334306"/>
              <a:gd name="csY76" fmla="*/ 496867 h 4987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Lst>
            <a:rect l="l" t="t" r="r" b="b"/>
            <a:pathLst>
              <a:path w="334306" h="498738">
                <a:moveTo>
                  <a:pt x="247743" y="496867"/>
                </a:moveTo>
                <a:cubicBezTo>
                  <a:pt x="246424" y="493506"/>
                  <a:pt x="244367" y="492659"/>
                  <a:pt x="240505" y="493884"/>
                </a:cubicBezTo>
                <a:cubicBezTo>
                  <a:pt x="234008" y="495946"/>
                  <a:pt x="224617" y="488040"/>
                  <a:pt x="219827" y="476477"/>
                </a:cubicBezTo>
                <a:cubicBezTo>
                  <a:pt x="216729" y="468997"/>
                  <a:pt x="216097" y="468739"/>
                  <a:pt x="204292" y="470138"/>
                </a:cubicBezTo>
                <a:cubicBezTo>
                  <a:pt x="193057" y="471468"/>
                  <a:pt x="191916" y="471102"/>
                  <a:pt x="191180" y="465927"/>
                </a:cubicBezTo>
                <a:cubicBezTo>
                  <a:pt x="190659" y="462266"/>
                  <a:pt x="188558" y="460258"/>
                  <a:pt x="185245" y="460255"/>
                </a:cubicBezTo>
                <a:cubicBezTo>
                  <a:pt x="182424" y="460253"/>
                  <a:pt x="179781" y="458510"/>
                  <a:pt x="179372" y="456383"/>
                </a:cubicBezTo>
                <a:cubicBezTo>
                  <a:pt x="178300" y="450818"/>
                  <a:pt x="133997" y="437235"/>
                  <a:pt x="119384" y="437991"/>
                </a:cubicBezTo>
                <a:cubicBezTo>
                  <a:pt x="99217" y="439035"/>
                  <a:pt x="100133" y="438251"/>
                  <a:pt x="89617" y="463480"/>
                </a:cubicBezTo>
                <a:cubicBezTo>
                  <a:pt x="85806" y="472621"/>
                  <a:pt x="84419" y="473923"/>
                  <a:pt x="81270" y="471310"/>
                </a:cubicBezTo>
                <a:cubicBezTo>
                  <a:pt x="79194" y="469587"/>
                  <a:pt x="72218" y="467557"/>
                  <a:pt x="65769" y="466800"/>
                </a:cubicBezTo>
                <a:cubicBezTo>
                  <a:pt x="54283" y="465451"/>
                  <a:pt x="53791" y="465003"/>
                  <a:pt x="41569" y="444771"/>
                </a:cubicBezTo>
                <a:cubicBezTo>
                  <a:pt x="34707" y="433413"/>
                  <a:pt x="29080" y="423248"/>
                  <a:pt x="29063" y="422183"/>
                </a:cubicBezTo>
                <a:cubicBezTo>
                  <a:pt x="29046" y="421119"/>
                  <a:pt x="31937" y="420247"/>
                  <a:pt x="35486" y="420247"/>
                </a:cubicBezTo>
                <a:cubicBezTo>
                  <a:pt x="43403" y="420247"/>
                  <a:pt x="43560" y="418433"/>
                  <a:pt x="36311" y="410716"/>
                </a:cubicBezTo>
                <a:lnTo>
                  <a:pt x="30682" y="404725"/>
                </a:lnTo>
                <a:lnTo>
                  <a:pt x="36945" y="393771"/>
                </a:lnTo>
                <a:cubicBezTo>
                  <a:pt x="41241" y="386255"/>
                  <a:pt x="43760" y="376739"/>
                  <a:pt x="44969" y="363455"/>
                </a:cubicBezTo>
                <a:cubicBezTo>
                  <a:pt x="45939" y="352807"/>
                  <a:pt x="47519" y="340381"/>
                  <a:pt x="48481" y="335841"/>
                </a:cubicBezTo>
                <a:cubicBezTo>
                  <a:pt x="50445" y="326577"/>
                  <a:pt x="45773" y="318139"/>
                  <a:pt x="28755" y="300210"/>
                </a:cubicBezTo>
                <a:cubicBezTo>
                  <a:pt x="18993" y="289925"/>
                  <a:pt x="18916" y="289673"/>
                  <a:pt x="9477" y="236920"/>
                </a:cubicBezTo>
                <a:lnTo>
                  <a:pt x="0" y="183956"/>
                </a:lnTo>
                <a:lnTo>
                  <a:pt x="8603" y="171093"/>
                </a:lnTo>
                <a:cubicBezTo>
                  <a:pt x="13334" y="164019"/>
                  <a:pt x="18124" y="157843"/>
                  <a:pt x="19247" y="157370"/>
                </a:cubicBezTo>
                <a:cubicBezTo>
                  <a:pt x="20370" y="156896"/>
                  <a:pt x="21288" y="155482"/>
                  <a:pt x="21288" y="154226"/>
                </a:cubicBezTo>
                <a:cubicBezTo>
                  <a:pt x="21288" y="152970"/>
                  <a:pt x="31029" y="137094"/>
                  <a:pt x="42935" y="118946"/>
                </a:cubicBezTo>
                <a:cubicBezTo>
                  <a:pt x="54840" y="100798"/>
                  <a:pt x="65430" y="83045"/>
                  <a:pt x="66467" y="79496"/>
                </a:cubicBezTo>
                <a:cubicBezTo>
                  <a:pt x="67505" y="75946"/>
                  <a:pt x="72038" y="69502"/>
                  <a:pt x="76541" y="65175"/>
                </a:cubicBezTo>
                <a:cubicBezTo>
                  <a:pt x="87950" y="54213"/>
                  <a:pt x="95497" y="43084"/>
                  <a:pt x="97572" y="34163"/>
                </a:cubicBezTo>
                <a:cubicBezTo>
                  <a:pt x="99599" y="25448"/>
                  <a:pt x="109249" y="9841"/>
                  <a:pt x="112627" y="9814"/>
                </a:cubicBezTo>
                <a:cubicBezTo>
                  <a:pt x="113880" y="9805"/>
                  <a:pt x="117040" y="7336"/>
                  <a:pt x="119648" y="4329"/>
                </a:cubicBezTo>
                <a:cubicBezTo>
                  <a:pt x="123477" y="-86"/>
                  <a:pt x="126019" y="-782"/>
                  <a:pt x="132858" y="713"/>
                </a:cubicBezTo>
                <a:cubicBezTo>
                  <a:pt x="141063" y="2507"/>
                  <a:pt x="160286" y="4048"/>
                  <a:pt x="193546" y="5578"/>
                </a:cubicBezTo>
                <a:cubicBezTo>
                  <a:pt x="210737" y="6368"/>
                  <a:pt x="220060" y="11623"/>
                  <a:pt x="220060" y="20523"/>
                </a:cubicBezTo>
                <a:cubicBezTo>
                  <a:pt x="220060" y="23333"/>
                  <a:pt x="221912" y="25291"/>
                  <a:pt x="224578" y="25298"/>
                </a:cubicBezTo>
                <a:cubicBezTo>
                  <a:pt x="228025" y="25308"/>
                  <a:pt x="227313" y="26737"/>
                  <a:pt x="221567" y="31335"/>
                </a:cubicBezTo>
                <a:cubicBezTo>
                  <a:pt x="216052" y="35748"/>
                  <a:pt x="214921" y="37903"/>
                  <a:pt x="217338" y="39397"/>
                </a:cubicBezTo>
                <a:cubicBezTo>
                  <a:pt x="219279" y="40596"/>
                  <a:pt x="221565" y="39971"/>
                  <a:pt x="222891" y="37878"/>
                </a:cubicBezTo>
                <a:cubicBezTo>
                  <a:pt x="224130" y="35921"/>
                  <a:pt x="225164" y="35482"/>
                  <a:pt x="225189" y="36902"/>
                </a:cubicBezTo>
                <a:cubicBezTo>
                  <a:pt x="225213" y="38322"/>
                  <a:pt x="229440" y="39784"/>
                  <a:pt x="234581" y="40152"/>
                </a:cubicBezTo>
                <a:cubicBezTo>
                  <a:pt x="243367" y="40781"/>
                  <a:pt x="260731" y="51899"/>
                  <a:pt x="261177" y="57181"/>
                </a:cubicBezTo>
                <a:cubicBezTo>
                  <a:pt x="261279" y="58396"/>
                  <a:pt x="264267" y="62841"/>
                  <a:pt x="267817" y="67059"/>
                </a:cubicBezTo>
                <a:cubicBezTo>
                  <a:pt x="271366" y="71278"/>
                  <a:pt x="274275" y="76673"/>
                  <a:pt x="274280" y="79049"/>
                </a:cubicBezTo>
                <a:cubicBezTo>
                  <a:pt x="274285" y="81424"/>
                  <a:pt x="276609" y="87172"/>
                  <a:pt x="279443" y="91820"/>
                </a:cubicBezTo>
                <a:cubicBezTo>
                  <a:pt x="282277" y="96469"/>
                  <a:pt x="284596" y="102748"/>
                  <a:pt x="284596" y="105775"/>
                </a:cubicBezTo>
                <a:cubicBezTo>
                  <a:pt x="284596" y="108801"/>
                  <a:pt x="287666" y="115301"/>
                  <a:pt x="291417" y="120219"/>
                </a:cubicBezTo>
                <a:cubicBezTo>
                  <a:pt x="295169" y="125138"/>
                  <a:pt x="298428" y="131056"/>
                  <a:pt x="298659" y="133370"/>
                </a:cubicBezTo>
                <a:cubicBezTo>
                  <a:pt x="299477" y="141547"/>
                  <a:pt x="305637" y="150653"/>
                  <a:pt x="314425" y="156674"/>
                </a:cubicBezTo>
                <a:cubicBezTo>
                  <a:pt x="319316" y="160026"/>
                  <a:pt x="323320" y="163489"/>
                  <a:pt x="323321" y="164371"/>
                </a:cubicBezTo>
                <a:cubicBezTo>
                  <a:pt x="323323" y="165253"/>
                  <a:pt x="326003" y="169089"/>
                  <a:pt x="329277" y="172896"/>
                </a:cubicBezTo>
                <a:cubicBezTo>
                  <a:pt x="336682" y="181505"/>
                  <a:pt x="335803" y="195314"/>
                  <a:pt x="327346" y="203260"/>
                </a:cubicBezTo>
                <a:lnTo>
                  <a:pt x="321564" y="208691"/>
                </a:lnTo>
                <a:lnTo>
                  <a:pt x="314839" y="201967"/>
                </a:lnTo>
                <a:cubicBezTo>
                  <a:pt x="308661" y="195789"/>
                  <a:pt x="307532" y="195522"/>
                  <a:pt x="300945" y="198679"/>
                </a:cubicBezTo>
                <a:cubicBezTo>
                  <a:pt x="295346" y="201363"/>
                  <a:pt x="293353" y="204582"/>
                  <a:pt x="291854" y="213362"/>
                </a:cubicBezTo>
                <a:cubicBezTo>
                  <a:pt x="289357" y="227993"/>
                  <a:pt x="286547" y="231025"/>
                  <a:pt x="273477" y="233193"/>
                </a:cubicBezTo>
                <a:cubicBezTo>
                  <a:pt x="260663" y="235319"/>
                  <a:pt x="248722" y="247333"/>
                  <a:pt x="248561" y="258261"/>
                </a:cubicBezTo>
                <a:cubicBezTo>
                  <a:pt x="248475" y="264096"/>
                  <a:pt x="249579" y="265360"/>
                  <a:pt x="254757" y="265360"/>
                </a:cubicBezTo>
                <a:cubicBezTo>
                  <a:pt x="258223" y="265360"/>
                  <a:pt x="261823" y="264123"/>
                  <a:pt x="262758" y="262611"/>
                </a:cubicBezTo>
                <a:cubicBezTo>
                  <a:pt x="263872" y="260808"/>
                  <a:pt x="266124" y="261370"/>
                  <a:pt x="269300" y="264243"/>
                </a:cubicBezTo>
                <a:cubicBezTo>
                  <a:pt x="279445" y="273424"/>
                  <a:pt x="270651" y="300210"/>
                  <a:pt x="257492" y="300210"/>
                </a:cubicBezTo>
                <a:cubicBezTo>
                  <a:pt x="250513" y="300210"/>
                  <a:pt x="220446" y="323770"/>
                  <a:pt x="220205" y="329428"/>
                </a:cubicBezTo>
                <a:cubicBezTo>
                  <a:pt x="220125" y="331300"/>
                  <a:pt x="225197" y="338118"/>
                  <a:pt x="231476" y="344578"/>
                </a:cubicBezTo>
                <a:cubicBezTo>
                  <a:pt x="241029" y="354406"/>
                  <a:pt x="243162" y="358486"/>
                  <a:pt x="244540" y="369570"/>
                </a:cubicBezTo>
                <a:cubicBezTo>
                  <a:pt x="246852" y="388171"/>
                  <a:pt x="250097" y="394944"/>
                  <a:pt x="259568" y="400936"/>
                </a:cubicBezTo>
                <a:cubicBezTo>
                  <a:pt x="264099" y="403804"/>
                  <a:pt x="267809" y="408320"/>
                  <a:pt x="267812" y="410972"/>
                </a:cubicBezTo>
                <a:cubicBezTo>
                  <a:pt x="267815" y="413625"/>
                  <a:pt x="270140" y="417087"/>
                  <a:pt x="272980" y="418667"/>
                </a:cubicBezTo>
                <a:cubicBezTo>
                  <a:pt x="275819" y="420246"/>
                  <a:pt x="278864" y="422525"/>
                  <a:pt x="279745" y="423732"/>
                </a:cubicBezTo>
                <a:cubicBezTo>
                  <a:pt x="280626" y="424939"/>
                  <a:pt x="285040" y="426681"/>
                  <a:pt x="289553" y="427604"/>
                </a:cubicBezTo>
                <a:cubicBezTo>
                  <a:pt x="294067" y="428527"/>
                  <a:pt x="297992" y="430444"/>
                  <a:pt x="298277" y="431864"/>
                </a:cubicBezTo>
                <a:cubicBezTo>
                  <a:pt x="299018" y="435562"/>
                  <a:pt x="277163" y="436626"/>
                  <a:pt x="272913" y="433099"/>
                </a:cubicBezTo>
                <a:cubicBezTo>
                  <a:pt x="268101" y="429105"/>
                  <a:pt x="260026" y="432049"/>
                  <a:pt x="253686" y="440109"/>
                </a:cubicBezTo>
                <a:cubicBezTo>
                  <a:pt x="247489" y="447987"/>
                  <a:pt x="246928" y="457069"/>
                  <a:pt x="252360" y="461577"/>
                </a:cubicBezTo>
                <a:cubicBezTo>
                  <a:pt x="255321" y="464035"/>
                  <a:pt x="255560" y="465666"/>
                  <a:pt x="253346" y="468333"/>
                </a:cubicBezTo>
                <a:cubicBezTo>
                  <a:pt x="251741" y="470267"/>
                  <a:pt x="250992" y="474004"/>
                  <a:pt x="251680" y="476637"/>
                </a:cubicBezTo>
                <a:cubicBezTo>
                  <a:pt x="252369" y="479271"/>
                  <a:pt x="252179" y="485956"/>
                  <a:pt x="251259" y="491494"/>
                </a:cubicBezTo>
                <a:cubicBezTo>
                  <a:pt x="249997" y="499087"/>
                  <a:pt x="249133" y="500409"/>
                  <a:pt x="247743" y="496867"/>
                </a:cubicBezTo>
                <a:close/>
              </a:path>
            </a:pathLst>
          </a:custGeom>
          <a:solidFill>
            <a:srgbClr val="B9B9B9"/>
          </a:solidFill>
          <a:ln w="5163" cap="flat">
            <a:noFill/>
            <a:prstDash val="solid"/>
            <a:miter/>
          </a:ln>
        </p:spPr>
        <p:txBody>
          <a:bodyPr/>
          <a:lstStyle/>
          <a:p>
            <a:endParaRPr lang="es-419" noProof="0" dirty="0"/>
          </a:p>
        </p:txBody>
      </p:sp>
      <p:grpSp>
        <p:nvGrpSpPr>
          <p:cNvPr id="57" name="Gráfico 39">
            <a:extLst>
              <a:ext uri="{FF2B5EF4-FFF2-40B4-BE49-F238E27FC236}">
                <a16:creationId xmlns:a16="http://schemas.microsoft.com/office/drawing/2014/main" id="{2D6F9D80-F97F-5C63-C572-24F8BC6195CD}"/>
              </a:ext>
            </a:extLst>
          </p:cNvPr>
          <p:cNvGrpSpPr/>
          <p:nvPr/>
        </p:nvGrpSpPr>
        <p:grpSpPr>
          <a:xfrm>
            <a:off x="726816" y="1624037"/>
            <a:ext cx="321478" cy="429471"/>
            <a:chOff x="726816" y="1624037"/>
            <a:chExt cx="321478" cy="429471"/>
          </a:xfrm>
          <a:solidFill>
            <a:srgbClr val="B9B9B9"/>
          </a:solidFill>
        </p:grpSpPr>
        <p:sp>
          <p:nvSpPr>
            <p:cNvPr id="58" name="Forma libre: forma 57">
              <a:extLst>
                <a:ext uri="{FF2B5EF4-FFF2-40B4-BE49-F238E27FC236}">
                  <a16:creationId xmlns:a16="http://schemas.microsoft.com/office/drawing/2014/main" id="{79A5F300-C5D2-B9A5-D764-A197A2D8B307}"/>
                </a:ext>
              </a:extLst>
            </p:cNvPr>
            <p:cNvSpPr/>
            <p:nvPr/>
          </p:nvSpPr>
          <p:spPr>
            <a:xfrm>
              <a:off x="726816" y="1624037"/>
              <a:ext cx="321478" cy="429471"/>
            </a:xfrm>
            <a:custGeom>
              <a:avLst/>
              <a:gdLst>
                <a:gd name="csX0" fmla="*/ 298651 w 321478"/>
                <a:gd name="csY0" fmla="*/ 424657 h 429471"/>
                <a:gd name="csX1" fmla="*/ 285240 w 321478"/>
                <a:gd name="csY1" fmla="*/ 406239 h 429471"/>
                <a:gd name="csX2" fmla="*/ 285795 w 321478"/>
                <a:gd name="csY2" fmla="*/ 410173 h 429471"/>
                <a:gd name="csX3" fmla="*/ 287678 w 321478"/>
                <a:gd name="csY3" fmla="*/ 415491 h 429471"/>
                <a:gd name="csX4" fmla="*/ 268647 w 321478"/>
                <a:gd name="csY4" fmla="*/ 394065 h 429471"/>
                <a:gd name="csX5" fmla="*/ 249603 w 321478"/>
                <a:gd name="csY5" fmla="*/ 371546 h 429471"/>
                <a:gd name="csX6" fmla="*/ 255246 w 321478"/>
                <a:gd name="csY6" fmla="*/ 382701 h 429471"/>
                <a:gd name="csX7" fmla="*/ 260888 w 321478"/>
                <a:gd name="csY7" fmla="*/ 392041 h 429471"/>
                <a:gd name="csX8" fmla="*/ 254982 w 321478"/>
                <a:gd name="csY8" fmla="*/ 386884 h 429471"/>
                <a:gd name="csX9" fmla="*/ 245088 w 321478"/>
                <a:gd name="csY9" fmla="*/ 373977 h 429471"/>
                <a:gd name="csX10" fmla="*/ 227283 w 321478"/>
                <a:gd name="csY10" fmla="*/ 350451 h 429471"/>
                <a:gd name="csX11" fmla="*/ 213463 w 321478"/>
                <a:gd name="csY11" fmla="*/ 331266 h 429471"/>
                <a:gd name="csX12" fmla="*/ 191325 w 321478"/>
                <a:gd name="csY12" fmla="*/ 295282 h 429471"/>
                <a:gd name="csX13" fmla="*/ 182351 w 321478"/>
                <a:gd name="csY13" fmla="*/ 288640 h 429471"/>
                <a:gd name="csX14" fmla="*/ 181003 w 321478"/>
                <a:gd name="csY14" fmla="*/ 283904 h 429471"/>
                <a:gd name="csX15" fmla="*/ 179966 w 321478"/>
                <a:gd name="csY15" fmla="*/ 277802 h 429471"/>
                <a:gd name="csX16" fmla="*/ 170951 w 321478"/>
                <a:gd name="csY16" fmla="*/ 271038 h 429471"/>
                <a:gd name="csX17" fmla="*/ 164513 w 321478"/>
                <a:gd name="csY17" fmla="*/ 268249 h 429471"/>
                <a:gd name="csX18" fmla="*/ 156542 w 321478"/>
                <a:gd name="csY18" fmla="*/ 264259 h 429471"/>
                <a:gd name="csX19" fmla="*/ 146588 w 321478"/>
                <a:gd name="csY19" fmla="*/ 257160 h 429471"/>
                <a:gd name="csX20" fmla="*/ 135566 w 321478"/>
                <a:gd name="csY20" fmla="*/ 244331 h 429471"/>
                <a:gd name="csX21" fmla="*/ 140198 w 321478"/>
                <a:gd name="csY21" fmla="*/ 240806 h 429471"/>
                <a:gd name="csX22" fmla="*/ 149956 w 321478"/>
                <a:gd name="csY22" fmla="*/ 243611 h 429471"/>
                <a:gd name="csX23" fmla="*/ 139967 w 321478"/>
                <a:gd name="csY23" fmla="*/ 232769 h 429471"/>
                <a:gd name="csX24" fmla="*/ 129672 w 321478"/>
                <a:gd name="csY24" fmla="*/ 230788 h 429471"/>
                <a:gd name="csX25" fmla="*/ 122631 w 321478"/>
                <a:gd name="csY25" fmla="*/ 229456 h 429471"/>
                <a:gd name="csX26" fmla="*/ 114075 w 321478"/>
                <a:gd name="csY26" fmla="*/ 225535 h 429471"/>
                <a:gd name="csX27" fmla="*/ 112561 w 321478"/>
                <a:gd name="csY27" fmla="*/ 210989 h 429471"/>
                <a:gd name="csX28" fmla="*/ 113046 w 321478"/>
                <a:gd name="csY28" fmla="*/ 198950 h 429471"/>
                <a:gd name="csX29" fmla="*/ 110205 w 321478"/>
                <a:gd name="csY29" fmla="*/ 203079 h 429471"/>
                <a:gd name="csX30" fmla="*/ 107624 w 321478"/>
                <a:gd name="csY30" fmla="*/ 210049 h 429471"/>
                <a:gd name="csX31" fmla="*/ 105042 w 321478"/>
                <a:gd name="csY31" fmla="*/ 205992 h 429471"/>
                <a:gd name="csX32" fmla="*/ 101146 w 321478"/>
                <a:gd name="csY32" fmla="*/ 198040 h 429471"/>
                <a:gd name="csX33" fmla="*/ 106495 w 321478"/>
                <a:gd name="csY33" fmla="*/ 192040 h 429471"/>
                <a:gd name="csX34" fmla="*/ 110185 w 321478"/>
                <a:gd name="csY34" fmla="*/ 189360 h 429471"/>
                <a:gd name="csX35" fmla="*/ 105416 w 321478"/>
                <a:gd name="csY35" fmla="*/ 184234 h 429471"/>
                <a:gd name="csX36" fmla="*/ 94806 w 321478"/>
                <a:gd name="csY36" fmla="*/ 176570 h 429471"/>
                <a:gd name="csX37" fmla="*/ 84222 w 321478"/>
                <a:gd name="csY37" fmla="*/ 170141 h 429471"/>
                <a:gd name="csX38" fmla="*/ 77400 w 321478"/>
                <a:gd name="csY38" fmla="*/ 165246 h 429471"/>
                <a:gd name="csX39" fmla="*/ 66830 w 321478"/>
                <a:gd name="csY39" fmla="*/ 157291 h 429471"/>
                <a:gd name="csX40" fmla="*/ 62321 w 321478"/>
                <a:gd name="csY40" fmla="*/ 153462 h 429471"/>
                <a:gd name="csX41" fmla="*/ 58487 w 321478"/>
                <a:gd name="csY41" fmla="*/ 146011 h 429471"/>
                <a:gd name="csX42" fmla="*/ 53413 w 321478"/>
                <a:gd name="csY42" fmla="*/ 136585 h 429471"/>
                <a:gd name="csX43" fmla="*/ 46519 w 321478"/>
                <a:gd name="csY43" fmla="*/ 136694 h 429471"/>
                <a:gd name="csX44" fmla="*/ 42767 w 321478"/>
                <a:gd name="csY44" fmla="*/ 137339 h 429471"/>
                <a:gd name="csX45" fmla="*/ 40545 w 321478"/>
                <a:gd name="csY45" fmla="*/ 138358 h 429471"/>
                <a:gd name="csX46" fmla="*/ 34194 w 321478"/>
                <a:gd name="csY46" fmla="*/ 139945 h 429471"/>
                <a:gd name="csX47" fmla="*/ 30312 w 321478"/>
                <a:gd name="csY47" fmla="*/ 128691 h 429471"/>
                <a:gd name="csX48" fmla="*/ 32982 w 321478"/>
                <a:gd name="csY48" fmla="*/ 121125 h 429471"/>
                <a:gd name="csX49" fmla="*/ 29550 w 321478"/>
                <a:gd name="csY49" fmla="*/ 122878 h 429471"/>
                <a:gd name="csX50" fmla="*/ 21151 w 321478"/>
                <a:gd name="csY50" fmla="*/ 122752 h 429471"/>
                <a:gd name="csX51" fmla="*/ 17154 w 321478"/>
                <a:gd name="csY51" fmla="*/ 123427 h 429471"/>
                <a:gd name="csX52" fmla="*/ 6342 w 321478"/>
                <a:gd name="csY52" fmla="*/ 119543 h 429471"/>
                <a:gd name="csX53" fmla="*/ 4365 w 321478"/>
                <a:gd name="csY53" fmla="*/ 113226 h 429471"/>
                <a:gd name="csX54" fmla="*/ 10819 w 321478"/>
                <a:gd name="csY54" fmla="*/ 114808 h 429471"/>
                <a:gd name="csX55" fmla="*/ 4707 w 321478"/>
                <a:gd name="csY55" fmla="*/ 109494 h 429471"/>
                <a:gd name="csX56" fmla="*/ 1796 w 321478"/>
                <a:gd name="csY56" fmla="*/ 100322 h 429471"/>
                <a:gd name="csX57" fmla="*/ 1838 w 321478"/>
                <a:gd name="csY57" fmla="*/ 92658 h 429471"/>
                <a:gd name="csX58" fmla="*/ 4233 w 321478"/>
                <a:gd name="csY58" fmla="*/ 77378 h 429471"/>
                <a:gd name="csX59" fmla="*/ 13902 w 321478"/>
                <a:gd name="csY59" fmla="*/ 62490 h 429471"/>
                <a:gd name="csX60" fmla="*/ 16192 w 321478"/>
                <a:gd name="csY60" fmla="*/ 65508 h 429471"/>
                <a:gd name="csX61" fmla="*/ 14368 w 321478"/>
                <a:gd name="csY61" fmla="*/ 71941 h 429471"/>
                <a:gd name="csX62" fmla="*/ 19324 w 321478"/>
                <a:gd name="csY62" fmla="*/ 65780 h 429471"/>
                <a:gd name="csX63" fmla="*/ 24280 w 321478"/>
                <a:gd name="csY63" fmla="*/ 59619 h 429471"/>
                <a:gd name="csX64" fmla="*/ 25989 w 321478"/>
                <a:gd name="csY64" fmla="*/ 66426 h 429471"/>
                <a:gd name="csX65" fmla="*/ 30049 w 321478"/>
                <a:gd name="csY65" fmla="*/ 73232 h 429471"/>
                <a:gd name="csX66" fmla="*/ 30241 w 321478"/>
                <a:gd name="csY66" fmla="*/ 65700 h 429471"/>
                <a:gd name="csX67" fmla="*/ 47033 w 321478"/>
                <a:gd name="csY67" fmla="*/ 46164 h 429471"/>
                <a:gd name="csX68" fmla="*/ 89508 w 321478"/>
                <a:gd name="csY68" fmla="*/ 4943 h 429471"/>
                <a:gd name="csX69" fmla="*/ 99998 w 321478"/>
                <a:gd name="csY69" fmla="*/ 2688 h 429471"/>
                <a:gd name="csX70" fmla="*/ 114706 w 321478"/>
                <a:gd name="csY70" fmla="*/ 3716 h 429471"/>
                <a:gd name="csX71" fmla="*/ 123108 w 321478"/>
                <a:gd name="csY71" fmla="*/ 2764 h 429471"/>
                <a:gd name="csX72" fmla="*/ 137332 w 321478"/>
                <a:gd name="csY72" fmla="*/ 60759 h 429471"/>
                <a:gd name="csX73" fmla="*/ 159468 w 321478"/>
                <a:gd name="csY73" fmla="*/ 80313 h 429471"/>
                <a:gd name="csX74" fmla="*/ 174324 w 321478"/>
                <a:gd name="csY74" fmla="*/ 89973 h 429471"/>
                <a:gd name="csX75" fmla="*/ 184004 w 321478"/>
                <a:gd name="csY75" fmla="*/ 107383 h 429471"/>
                <a:gd name="csX76" fmla="*/ 190190 w 321478"/>
                <a:gd name="csY76" fmla="*/ 148735 h 429471"/>
                <a:gd name="csX77" fmla="*/ 191494 w 321478"/>
                <a:gd name="csY77" fmla="*/ 177131 h 429471"/>
                <a:gd name="csX78" fmla="*/ 195355 w 321478"/>
                <a:gd name="csY78" fmla="*/ 191824 h 429471"/>
                <a:gd name="csX79" fmla="*/ 205385 w 321478"/>
                <a:gd name="csY79" fmla="*/ 204731 h 429471"/>
                <a:gd name="csX80" fmla="*/ 224780 w 321478"/>
                <a:gd name="csY80" fmla="*/ 233927 h 429471"/>
                <a:gd name="csX81" fmla="*/ 251313 w 321478"/>
                <a:gd name="csY81" fmla="*/ 251602 h 429471"/>
                <a:gd name="csX82" fmla="*/ 265826 w 321478"/>
                <a:gd name="csY82" fmla="*/ 256119 h 429471"/>
                <a:gd name="csX83" fmla="*/ 280190 w 321478"/>
                <a:gd name="csY83" fmla="*/ 283901 h 429471"/>
                <a:gd name="csX84" fmla="*/ 287275 w 321478"/>
                <a:gd name="csY84" fmla="*/ 317016 h 429471"/>
                <a:gd name="csX85" fmla="*/ 290907 w 321478"/>
                <a:gd name="csY85" fmla="*/ 329217 h 429471"/>
                <a:gd name="csX86" fmla="*/ 293537 w 321478"/>
                <a:gd name="csY86" fmla="*/ 337861 h 429471"/>
                <a:gd name="csX87" fmla="*/ 302616 w 321478"/>
                <a:gd name="csY87" fmla="*/ 352211 h 429471"/>
                <a:gd name="csX88" fmla="*/ 314264 w 321478"/>
                <a:gd name="csY88" fmla="*/ 364936 h 429471"/>
                <a:gd name="csX89" fmla="*/ 319645 w 321478"/>
                <a:gd name="csY89" fmla="*/ 375951 h 429471"/>
                <a:gd name="csX90" fmla="*/ 316721 w 321478"/>
                <a:gd name="csY90" fmla="*/ 384238 h 429471"/>
                <a:gd name="csX91" fmla="*/ 312540 w 321478"/>
                <a:gd name="csY91" fmla="*/ 395571 h 429471"/>
                <a:gd name="csX92" fmla="*/ 312871 w 321478"/>
                <a:gd name="csY92" fmla="*/ 424954 h 429471"/>
                <a:gd name="csX93" fmla="*/ 306671 w 321478"/>
                <a:gd name="csY93" fmla="*/ 429472 h 429471"/>
                <a:gd name="csX94" fmla="*/ 298651 w 321478"/>
                <a:gd name="csY94" fmla="*/ 424657 h 4294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321478" h="429471">
                  <a:moveTo>
                    <a:pt x="298651" y="424657"/>
                  </a:moveTo>
                  <a:cubicBezTo>
                    <a:pt x="298651" y="419121"/>
                    <a:pt x="289271" y="406239"/>
                    <a:pt x="285240" y="406239"/>
                  </a:cubicBezTo>
                  <a:cubicBezTo>
                    <a:pt x="283590" y="406239"/>
                    <a:pt x="283808" y="407778"/>
                    <a:pt x="285795" y="410173"/>
                  </a:cubicBezTo>
                  <a:cubicBezTo>
                    <a:pt x="287591" y="412337"/>
                    <a:pt x="288438" y="414730"/>
                    <a:pt x="287678" y="415491"/>
                  </a:cubicBezTo>
                  <a:cubicBezTo>
                    <a:pt x="285539" y="417629"/>
                    <a:pt x="270321" y="400495"/>
                    <a:pt x="268647" y="394065"/>
                  </a:cubicBezTo>
                  <a:cubicBezTo>
                    <a:pt x="267226" y="388605"/>
                    <a:pt x="249603" y="367767"/>
                    <a:pt x="249603" y="371546"/>
                  </a:cubicBezTo>
                  <a:cubicBezTo>
                    <a:pt x="249603" y="372545"/>
                    <a:pt x="252142" y="377564"/>
                    <a:pt x="255246" y="382701"/>
                  </a:cubicBezTo>
                  <a:lnTo>
                    <a:pt x="260888" y="392041"/>
                  </a:lnTo>
                  <a:lnTo>
                    <a:pt x="254982" y="386884"/>
                  </a:lnTo>
                  <a:cubicBezTo>
                    <a:pt x="251733" y="384048"/>
                    <a:pt x="247281" y="378240"/>
                    <a:pt x="245088" y="373977"/>
                  </a:cubicBezTo>
                  <a:cubicBezTo>
                    <a:pt x="242896" y="369714"/>
                    <a:pt x="234883" y="359128"/>
                    <a:pt x="227283" y="350451"/>
                  </a:cubicBezTo>
                  <a:cubicBezTo>
                    <a:pt x="219682" y="341775"/>
                    <a:pt x="213463" y="333142"/>
                    <a:pt x="213463" y="331266"/>
                  </a:cubicBezTo>
                  <a:cubicBezTo>
                    <a:pt x="213463" y="326133"/>
                    <a:pt x="194515" y="295333"/>
                    <a:pt x="191325" y="295282"/>
                  </a:cubicBezTo>
                  <a:cubicBezTo>
                    <a:pt x="189798" y="295257"/>
                    <a:pt x="185760" y="292268"/>
                    <a:pt x="182351" y="288640"/>
                  </a:cubicBezTo>
                  <a:cubicBezTo>
                    <a:pt x="177259" y="283219"/>
                    <a:pt x="177019" y="282375"/>
                    <a:pt x="181003" y="283904"/>
                  </a:cubicBezTo>
                  <a:cubicBezTo>
                    <a:pt x="185315" y="285558"/>
                    <a:pt x="185200" y="284882"/>
                    <a:pt x="179966" y="277802"/>
                  </a:cubicBezTo>
                  <a:cubicBezTo>
                    <a:pt x="176728" y="273422"/>
                    <a:pt x="172671" y="270378"/>
                    <a:pt x="170951" y="271038"/>
                  </a:cubicBezTo>
                  <a:cubicBezTo>
                    <a:pt x="169231" y="271698"/>
                    <a:pt x="166334" y="270443"/>
                    <a:pt x="164513" y="268249"/>
                  </a:cubicBezTo>
                  <a:cubicBezTo>
                    <a:pt x="162692" y="266054"/>
                    <a:pt x="159105" y="264259"/>
                    <a:pt x="156542" y="264259"/>
                  </a:cubicBezTo>
                  <a:cubicBezTo>
                    <a:pt x="153980" y="264259"/>
                    <a:pt x="149500" y="261065"/>
                    <a:pt x="146588" y="257160"/>
                  </a:cubicBezTo>
                  <a:cubicBezTo>
                    <a:pt x="143676" y="253256"/>
                    <a:pt x="138716" y="247482"/>
                    <a:pt x="135566" y="244331"/>
                  </a:cubicBezTo>
                  <a:cubicBezTo>
                    <a:pt x="127839" y="236597"/>
                    <a:pt x="131401" y="233886"/>
                    <a:pt x="140198" y="240806"/>
                  </a:cubicBezTo>
                  <a:cubicBezTo>
                    <a:pt x="145135" y="244689"/>
                    <a:pt x="148042" y="245525"/>
                    <a:pt x="149956" y="243611"/>
                  </a:cubicBezTo>
                  <a:cubicBezTo>
                    <a:pt x="154558" y="239009"/>
                    <a:pt x="147985" y="231874"/>
                    <a:pt x="139967" y="232769"/>
                  </a:cubicBezTo>
                  <a:cubicBezTo>
                    <a:pt x="136133" y="233196"/>
                    <a:pt x="131500" y="232305"/>
                    <a:pt x="129672" y="230788"/>
                  </a:cubicBezTo>
                  <a:cubicBezTo>
                    <a:pt x="127844" y="229271"/>
                    <a:pt x="124675" y="228672"/>
                    <a:pt x="122631" y="229456"/>
                  </a:cubicBezTo>
                  <a:cubicBezTo>
                    <a:pt x="120587" y="230241"/>
                    <a:pt x="116736" y="228476"/>
                    <a:pt x="114075" y="225535"/>
                  </a:cubicBezTo>
                  <a:cubicBezTo>
                    <a:pt x="109769" y="220777"/>
                    <a:pt x="109602" y="219173"/>
                    <a:pt x="112561" y="210989"/>
                  </a:cubicBezTo>
                  <a:cubicBezTo>
                    <a:pt x="114982" y="204297"/>
                    <a:pt x="115114" y="201018"/>
                    <a:pt x="113046" y="198950"/>
                  </a:cubicBezTo>
                  <a:cubicBezTo>
                    <a:pt x="110979" y="196883"/>
                    <a:pt x="110205" y="198007"/>
                    <a:pt x="110205" y="203079"/>
                  </a:cubicBezTo>
                  <a:cubicBezTo>
                    <a:pt x="110205" y="206912"/>
                    <a:pt x="109043" y="210049"/>
                    <a:pt x="107624" y="210049"/>
                  </a:cubicBezTo>
                  <a:cubicBezTo>
                    <a:pt x="106204" y="210049"/>
                    <a:pt x="105042" y="208223"/>
                    <a:pt x="105042" y="205992"/>
                  </a:cubicBezTo>
                  <a:cubicBezTo>
                    <a:pt x="105042" y="203761"/>
                    <a:pt x="103289" y="200182"/>
                    <a:pt x="101146" y="198040"/>
                  </a:cubicBezTo>
                  <a:cubicBezTo>
                    <a:pt x="95668" y="192562"/>
                    <a:pt x="98756" y="189098"/>
                    <a:pt x="106495" y="192040"/>
                  </a:cubicBezTo>
                  <a:cubicBezTo>
                    <a:pt x="112388" y="194281"/>
                    <a:pt x="112698" y="194056"/>
                    <a:pt x="110185" y="189360"/>
                  </a:cubicBezTo>
                  <a:cubicBezTo>
                    <a:pt x="108676" y="186541"/>
                    <a:pt x="106530" y="184234"/>
                    <a:pt x="105416" y="184234"/>
                  </a:cubicBezTo>
                  <a:cubicBezTo>
                    <a:pt x="104302" y="184234"/>
                    <a:pt x="99527" y="180785"/>
                    <a:pt x="94806" y="176570"/>
                  </a:cubicBezTo>
                  <a:cubicBezTo>
                    <a:pt x="90084" y="172354"/>
                    <a:pt x="85321" y="169461"/>
                    <a:pt x="84222" y="170141"/>
                  </a:cubicBezTo>
                  <a:cubicBezTo>
                    <a:pt x="83122" y="170820"/>
                    <a:pt x="80052" y="168617"/>
                    <a:pt x="77400" y="165246"/>
                  </a:cubicBezTo>
                  <a:cubicBezTo>
                    <a:pt x="74748" y="161874"/>
                    <a:pt x="69991" y="158294"/>
                    <a:pt x="66830" y="157291"/>
                  </a:cubicBezTo>
                  <a:cubicBezTo>
                    <a:pt x="63669" y="156287"/>
                    <a:pt x="61640" y="154564"/>
                    <a:pt x="62321" y="153462"/>
                  </a:cubicBezTo>
                  <a:cubicBezTo>
                    <a:pt x="63003" y="152359"/>
                    <a:pt x="61277" y="149007"/>
                    <a:pt x="58487" y="146011"/>
                  </a:cubicBezTo>
                  <a:cubicBezTo>
                    <a:pt x="55696" y="143016"/>
                    <a:pt x="53413" y="138774"/>
                    <a:pt x="53413" y="136585"/>
                  </a:cubicBezTo>
                  <a:cubicBezTo>
                    <a:pt x="53413" y="131375"/>
                    <a:pt x="48531" y="131452"/>
                    <a:pt x="46519" y="136694"/>
                  </a:cubicBezTo>
                  <a:cubicBezTo>
                    <a:pt x="45256" y="139986"/>
                    <a:pt x="44525" y="140111"/>
                    <a:pt x="42767" y="137339"/>
                  </a:cubicBezTo>
                  <a:cubicBezTo>
                    <a:pt x="41090" y="134693"/>
                    <a:pt x="40576" y="134929"/>
                    <a:pt x="40545" y="138358"/>
                  </a:cubicBezTo>
                  <a:cubicBezTo>
                    <a:pt x="40512" y="142152"/>
                    <a:pt x="39561" y="142390"/>
                    <a:pt x="34194" y="139945"/>
                  </a:cubicBezTo>
                  <a:cubicBezTo>
                    <a:pt x="25899" y="136165"/>
                    <a:pt x="24011" y="130691"/>
                    <a:pt x="30312" y="128691"/>
                  </a:cubicBezTo>
                  <a:cubicBezTo>
                    <a:pt x="35660" y="126994"/>
                    <a:pt x="36881" y="123535"/>
                    <a:pt x="32982" y="121125"/>
                  </a:cubicBezTo>
                  <a:cubicBezTo>
                    <a:pt x="31683" y="120322"/>
                    <a:pt x="30139" y="121111"/>
                    <a:pt x="29550" y="122878"/>
                  </a:cubicBezTo>
                  <a:cubicBezTo>
                    <a:pt x="28702" y="125423"/>
                    <a:pt x="26957" y="125397"/>
                    <a:pt x="21151" y="122752"/>
                  </a:cubicBezTo>
                  <a:cubicBezTo>
                    <a:pt x="14600" y="119767"/>
                    <a:pt x="14176" y="119839"/>
                    <a:pt x="17154" y="123427"/>
                  </a:cubicBezTo>
                  <a:cubicBezTo>
                    <a:pt x="23195" y="130706"/>
                    <a:pt x="15185" y="127829"/>
                    <a:pt x="6342" y="119543"/>
                  </a:cubicBezTo>
                  <a:cubicBezTo>
                    <a:pt x="-1702" y="112007"/>
                    <a:pt x="-1792" y="111717"/>
                    <a:pt x="4365" y="113226"/>
                  </a:cubicBezTo>
                  <a:lnTo>
                    <a:pt x="10819" y="114808"/>
                  </a:lnTo>
                  <a:lnTo>
                    <a:pt x="4707" y="109494"/>
                  </a:lnTo>
                  <a:cubicBezTo>
                    <a:pt x="-312" y="105131"/>
                    <a:pt x="-833" y="103490"/>
                    <a:pt x="1796" y="100322"/>
                  </a:cubicBezTo>
                  <a:cubicBezTo>
                    <a:pt x="4323" y="97278"/>
                    <a:pt x="4332" y="95662"/>
                    <a:pt x="1838" y="92658"/>
                  </a:cubicBezTo>
                  <a:cubicBezTo>
                    <a:pt x="-700" y="89600"/>
                    <a:pt x="-229" y="86595"/>
                    <a:pt x="4233" y="77378"/>
                  </a:cubicBezTo>
                  <a:cubicBezTo>
                    <a:pt x="7287" y="71068"/>
                    <a:pt x="11639" y="64368"/>
                    <a:pt x="13902" y="62490"/>
                  </a:cubicBezTo>
                  <a:cubicBezTo>
                    <a:pt x="17532" y="59477"/>
                    <a:pt x="17802" y="59833"/>
                    <a:pt x="16192" y="65508"/>
                  </a:cubicBezTo>
                  <a:lnTo>
                    <a:pt x="14368" y="71941"/>
                  </a:lnTo>
                  <a:lnTo>
                    <a:pt x="19324" y="65780"/>
                  </a:lnTo>
                  <a:lnTo>
                    <a:pt x="24280" y="59619"/>
                  </a:lnTo>
                  <a:lnTo>
                    <a:pt x="25989" y="66426"/>
                  </a:lnTo>
                  <a:cubicBezTo>
                    <a:pt x="26928" y="70169"/>
                    <a:pt x="28755" y="73232"/>
                    <a:pt x="30049" y="73232"/>
                  </a:cubicBezTo>
                  <a:cubicBezTo>
                    <a:pt x="31420" y="73232"/>
                    <a:pt x="31500" y="70091"/>
                    <a:pt x="30241" y="65700"/>
                  </a:cubicBezTo>
                  <a:cubicBezTo>
                    <a:pt x="28162" y="58450"/>
                    <a:pt x="28788" y="57720"/>
                    <a:pt x="47033" y="46164"/>
                  </a:cubicBezTo>
                  <a:cubicBezTo>
                    <a:pt x="66934" y="33559"/>
                    <a:pt x="85466" y="15573"/>
                    <a:pt x="89508" y="4943"/>
                  </a:cubicBezTo>
                  <a:cubicBezTo>
                    <a:pt x="91833" y="-1172"/>
                    <a:pt x="92131" y="-1236"/>
                    <a:pt x="99998" y="2688"/>
                  </a:cubicBezTo>
                  <a:cubicBezTo>
                    <a:pt x="106503" y="5933"/>
                    <a:pt x="109396" y="6135"/>
                    <a:pt x="114706" y="3716"/>
                  </a:cubicBezTo>
                  <a:cubicBezTo>
                    <a:pt x="118341" y="2059"/>
                    <a:pt x="122122" y="1631"/>
                    <a:pt x="123108" y="2764"/>
                  </a:cubicBezTo>
                  <a:cubicBezTo>
                    <a:pt x="125561" y="5583"/>
                    <a:pt x="135461" y="45948"/>
                    <a:pt x="137332" y="60759"/>
                  </a:cubicBezTo>
                  <a:cubicBezTo>
                    <a:pt x="139199" y="75538"/>
                    <a:pt x="141734" y="77777"/>
                    <a:pt x="159468" y="80313"/>
                  </a:cubicBezTo>
                  <a:cubicBezTo>
                    <a:pt x="172513" y="82178"/>
                    <a:pt x="173509" y="82826"/>
                    <a:pt x="174324" y="89973"/>
                  </a:cubicBezTo>
                  <a:cubicBezTo>
                    <a:pt x="174804" y="94187"/>
                    <a:pt x="179160" y="102021"/>
                    <a:pt x="184004" y="107383"/>
                  </a:cubicBezTo>
                  <a:cubicBezTo>
                    <a:pt x="193664" y="118075"/>
                    <a:pt x="194152" y="121338"/>
                    <a:pt x="190190" y="148735"/>
                  </a:cubicBezTo>
                  <a:cubicBezTo>
                    <a:pt x="188197" y="162515"/>
                    <a:pt x="188470" y="168448"/>
                    <a:pt x="191494" y="177131"/>
                  </a:cubicBezTo>
                  <a:cubicBezTo>
                    <a:pt x="193597" y="183167"/>
                    <a:pt x="195335" y="189779"/>
                    <a:pt x="195355" y="191824"/>
                  </a:cubicBezTo>
                  <a:cubicBezTo>
                    <a:pt x="195376" y="193868"/>
                    <a:pt x="199889" y="199676"/>
                    <a:pt x="205385" y="204731"/>
                  </a:cubicBezTo>
                  <a:cubicBezTo>
                    <a:pt x="211344" y="210212"/>
                    <a:pt x="219172" y="221995"/>
                    <a:pt x="224780" y="233927"/>
                  </a:cubicBezTo>
                  <a:cubicBezTo>
                    <a:pt x="234706" y="255043"/>
                    <a:pt x="236093" y="255967"/>
                    <a:pt x="251313" y="251602"/>
                  </a:cubicBezTo>
                  <a:cubicBezTo>
                    <a:pt x="258379" y="249575"/>
                    <a:pt x="260277" y="250166"/>
                    <a:pt x="265826" y="256119"/>
                  </a:cubicBezTo>
                  <a:cubicBezTo>
                    <a:pt x="272628" y="263417"/>
                    <a:pt x="281243" y="280080"/>
                    <a:pt x="280190" y="283901"/>
                  </a:cubicBezTo>
                  <a:cubicBezTo>
                    <a:pt x="278841" y="288796"/>
                    <a:pt x="283826" y="312090"/>
                    <a:pt x="287275" y="317016"/>
                  </a:cubicBezTo>
                  <a:cubicBezTo>
                    <a:pt x="289273" y="319867"/>
                    <a:pt x="290907" y="325358"/>
                    <a:pt x="290907" y="329217"/>
                  </a:cubicBezTo>
                  <a:cubicBezTo>
                    <a:pt x="290907" y="333077"/>
                    <a:pt x="292090" y="336967"/>
                    <a:pt x="293537" y="337861"/>
                  </a:cubicBezTo>
                  <a:cubicBezTo>
                    <a:pt x="294984" y="338755"/>
                    <a:pt x="299069" y="345213"/>
                    <a:pt x="302616" y="352211"/>
                  </a:cubicBezTo>
                  <a:cubicBezTo>
                    <a:pt x="307126" y="361111"/>
                    <a:pt x="310627" y="364936"/>
                    <a:pt x="314264" y="364936"/>
                  </a:cubicBezTo>
                  <a:cubicBezTo>
                    <a:pt x="320436" y="364936"/>
                    <a:pt x="323792" y="371805"/>
                    <a:pt x="319645" y="375951"/>
                  </a:cubicBezTo>
                  <a:cubicBezTo>
                    <a:pt x="318037" y="377560"/>
                    <a:pt x="316721" y="381289"/>
                    <a:pt x="316721" y="384238"/>
                  </a:cubicBezTo>
                  <a:cubicBezTo>
                    <a:pt x="316721" y="387188"/>
                    <a:pt x="314840" y="392287"/>
                    <a:pt x="312540" y="395571"/>
                  </a:cubicBezTo>
                  <a:cubicBezTo>
                    <a:pt x="308425" y="401445"/>
                    <a:pt x="308570" y="414286"/>
                    <a:pt x="312871" y="424954"/>
                  </a:cubicBezTo>
                  <a:cubicBezTo>
                    <a:pt x="314372" y="428678"/>
                    <a:pt x="313283" y="429472"/>
                    <a:pt x="306671" y="429472"/>
                  </a:cubicBezTo>
                  <a:cubicBezTo>
                    <a:pt x="300565" y="429472"/>
                    <a:pt x="298651" y="428323"/>
                    <a:pt x="298651" y="424657"/>
                  </a:cubicBezTo>
                  <a:close/>
                </a:path>
              </a:pathLst>
            </a:custGeom>
            <a:solidFill>
              <a:srgbClr val="B9B9B9"/>
            </a:solidFill>
            <a:ln w="5163" cap="flat">
              <a:noFill/>
              <a:prstDash val="solid"/>
              <a:miter/>
            </a:ln>
          </p:spPr>
          <p:txBody>
            <a:bodyPr/>
            <a:lstStyle/>
            <a:p>
              <a:endParaRPr lang="es-419" noProof="0" dirty="0"/>
            </a:p>
          </p:txBody>
        </p:sp>
        <p:sp>
          <p:nvSpPr>
            <p:cNvPr id="59" name="Forma libre: forma 58">
              <a:extLst>
                <a:ext uri="{FF2B5EF4-FFF2-40B4-BE49-F238E27FC236}">
                  <a16:creationId xmlns:a16="http://schemas.microsoft.com/office/drawing/2014/main" id="{C2F7F4F2-55A1-E38C-117E-83F53BC1190D}"/>
                </a:ext>
              </a:extLst>
            </p:cNvPr>
            <p:cNvSpPr/>
            <p:nvPr/>
          </p:nvSpPr>
          <p:spPr>
            <a:xfrm>
              <a:off x="812163" y="1806340"/>
              <a:ext cx="15955" cy="30179"/>
            </a:xfrm>
            <a:custGeom>
              <a:avLst/>
              <a:gdLst>
                <a:gd name="csX0" fmla="*/ 12859 w 15955"/>
                <a:gd name="csY0" fmla="*/ 27128 h 30179"/>
                <a:gd name="csX1" fmla="*/ 45 w 15955"/>
                <a:gd name="csY1" fmla="*/ 70 h 30179"/>
                <a:gd name="csX2" fmla="*/ 15145 w 15955"/>
                <a:gd name="csY2" fmla="*/ 24519 h 30179"/>
                <a:gd name="csX3" fmla="*/ 12859 w 15955"/>
                <a:gd name="csY3" fmla="*/ 27128 h 30179"/>
              </a:gdLst>
              <a:ahLst/>
              <a:cxnLst>
                <a:cxn ang="0">
                  <a:pos x="csX0" y="csY0"/>
                </a:cxn>
                <a:cxn ang="0">
                  <a:pos x="csX1" y="csY1"/>
                </a:cxn>
                <a:cxn ang="0">
                  <a:pos x="csX2" y="csY2"/>
                </a:cxn>
                <a:cxn ang="0">
                  <a:pos x="csX3" y="csY3"/>
                </a:cxn>
              </a:cxnLst>
              <a:rect l="l" t="t" r="r" b="b"/>
              <a:pathLst>
                <a:path w="15955" h="30179">
                  <a:moveTo>
                    <a:pt x="12859" y="27128"/>
                  </a:moveTo>
                  <a:cubicBezTo>
                    <a:pt x="8119" y="19457"/>
                    <a:pt x="-707" y="822"/>
                    <a:pt x="45" y="70"/>
                  </a:cubicBezTo>
                  <a:cubicBezTo>
                    <a:pt x="1430" y="-1315"/>
                    <a:pt x="13563" y="18330"/>
                    <a:pt x="15145" y="24519"/>
                  </a:cubicBezTo>
                  <a:cubicBezTo>
                    <a:pt x="16793" y="30962"/>
                    <a:pt x="15876" y="32008"/>
                    <a:pt x="12859" y="27128"/>
                  </a:cubicBezTo>
                  <a:close/>
                </a:path>
              </a:pathLst>
            </a:custGeom>
            <a:solidFill>
              <a:srgbClr val="B9B9B9"/>
            </a:solidFill>
            <a:ln w="5163" cap="flat">
              <a:noFill/>
              <a:prstDash val="solid"/>
              <a:miter/>
            </a:ln>
          </p:spPr>
          <p:txBody>
            <a:bodyPr/>
            <a:lstStyle/>
            <a:p>
              <a:endParaRPr lang="es-419" noProof="0" dirty="0"/>
            </a:p>
          </p:txBody>
        </p:sp>
      </p:grpSp>
      <p:sp>
        <p:nvSpPr>
          <p:cNvPr id="60" name="Forma libre: forma 59">
            <a:extLst>
              <a:ext uri="{FF2B5EF4-FFF2-40B4-BE49-F238E27FC236}">
                <a16:creationId xmlns:a16="http://schemas.microsoft.com/office/drawing/2014/main" id="{F1FD1C64-C434-64F8-64BF-D2A557748494}"/>
              </a:ext>
            </a:extLst>
          </p:cNvPr>
          <p:cNvSpPr/>
          <p:nvPr/>
        </p:nvSpPr>
        <p:spPr>
          <a:xfrm>
            <a:off x="781520" y="1178397"/>
            <a:ext cx="460893" cy="570101"/>
          </a:xfrm>
          <a:custGeom>
            <a:avLst/>
            <a:gdLst>
              <a:gd name="csX0" fmla="*/ 151660 w 460893"/>
              <a:gd name="csY0" fmla="*/ 568610 h 570101"/>
              <a:gd name="csX1" fmla="*/ 140689 w 460893"/>
              <a:gd name="csY1" fmla="*/ 563178 h 570101"/>
              <a:gd name="csX2" fmla="*/ 131877 w 460893"/>
              <a:gd name="csY2" fmla="*/ 549661 h 570101"/>
              <a:gd name="csX3" fmla="*/ 122196 w 460893"/>
              <a:gd name="csY3" fmla="*/ 532968 h 570101"/>
              <a:gd name="csX4" fmla="*/ 107130 w 460893"/>
              <a:gd name="csY4" fmla="*/ 523131 h 570101"/>
              <a:gd name="csX5" fmla="*/ 89869 w 460893"/>
              <a:gd name="csY5" fmla="*/ 518421 h 570101"/>
              <a:gd name="csX6" fmla="*/ 85076 w 460893"/>
              <a:gd name="csY6" fmla="*/ 501266 h 570101"/>
              <a:gd name="csX7" fmla="*/ 77677 w 460893"/>
              <a:gd name="csY7" fmla="*/ 465952 h 570101"/>
              <a:gd name="csX8" fmla="*/ 72006 w 460893"/>
              <a:gd name="csY8" fmla="*/ 445300 h 570101"/>
              <a:gd name="csX9" fmla="*/ 58957 w 460893"/>
              <a:gd name="csY9" fmla="*/ 446095 h 570101"/>
              <a:gd name="csX10" fmla="*/ 35144 w 460893"/>
              <a:gd name="csY10" fmla="*/ 436548 h 570101"/>
              <a:gd name="csX11" fmla="*/ 24381 w 460893"/>
              <a:gd name="csY11" fmla="*/ 426207 h 570101"/>
              <a:gd name="csX12" fmla="*/ 26114 w 460893"/>
              <a:gd name="csY12" fmla="*/ 405421 h 570101"/>
              <a:gd name="csX13" fmla="*/ 25165 w 460893"/>
              <a:gd name="csY13" fmla="*/ 384636 h 570101"/>
              <a:gd name="csX14" fmla="*/ 17520 w 460893"/>
              <a:gd name="csY14" fmla="*/ 374956 h 570101"/>
              <a:gd name="csX15" fmla="*/ 6475 w 460893"/>
              <a:gd name="csY15" fmla="*/ 353942 h 570101"/>
              <a:gd name="csX16" fmla="*/ 196 w 460893"/>
              <a:gd name="csY16" fmla="*/ 332000 h 570101"/>
              <a:gd name="csX17" fmla="*/ 0 w 460893"/>
              <a:gd name="csY17" fmla="*/ 321391 h 570101"/>
              <a:gd name="csX18" fmla="*/ 20006 w 460893"/>
              <a:gd name="csY18" fmla="*/ 322209 h 570101"/>
              <a:gd name="csX19" fmla="*/ 37306 w 460893"/>
              <a:gd name="csY19" fmla="*/ 304003 h 570101"/>
              <a:gd name="csX20" fmla="*/ 36933 w 460893"/>
              <a:gd name="csY20" fmla="*/ 289805 h 570101"/>
              <a:gd name="csX21" fmla="*/ 37690 w 460893"/>
              <a:gd name="csY21" fmla="*/ 253719 h 570101"/>
              <a:gd name="csX22" fmla="*/ 41303 w 460893"/>
              <a:gd name="csY22" fmla="*/ 221451 h 570101"/>
              <a:gd name="csX23" fmla="*/ 48412 w 460893"/>
              <a:gd name="csY23" fmla="*/ 202644 h 570101"/>
              <a:gd name="csX24" fmla="*/ 48257 w 460893"/>
              <a:gd name="csY24" fmla="*/ 124622 h 570101"/>
              <a:gd name="csX25" fmla="*/ 40464 w 460893"/>
              <a:gd name="csY25" fmla="*/ 83859 h 570101"/>
              <a:gd name="csX26" fmla="*/ 52830 w 460893"/>
              <a:gd name="csY26" fmla="*/ 45160 h 570101"/>
              <a:gd name="csX27" fmla="*/ 63246 w 460893"/>
              <a:gd name="csY27" fmla="*/ 46920 h 570101"/>
              <a:gd name="csX28" fmla="*/ 63246 w 460893"/>
              <a:gd name="csY28" fmla="*/ 23460 h 570101"/>
              <a:gd name="csX29" fmla="*/ 66672 w 460893"/>
              <a:gd name="csY29" fmla="*/ 0 h 570101"/>
              <a:gd name="csX30" fmla="*/ 126691 w 460893"/>
              <a:gd name="csY30" fmla="*/ 3798 h 570101"/>
              <a:gd name="csX31" fmla="*/ 203405 w 460893"/>
              <a:gd name="csY31" fmla="*/ 8311 h 570101"/>
              <a:gd name="csX32" fmla="*/ 223527 w 460893"/>
              <a:gd name="csY32" fmla="*/ 9026 h 570101"/>
              <a:gd name="csX33" fmla="*/ 229665 w 460893"/>
              <a:gd name="csY33" fmla="*/ 21938 h 570101"/>
              <a:gd name="csX34" fmla="*/ 254984 w 460893"/>
              <a:gd name="csY34" fmla="*/ 54210 h 570101"/>
              <a:gd name="csX35" fmla="*/ 267180 w 460893"/>
              <a:gd name="csY35" fmla="*/ 65624 h 570101"/>
              <a:gd name="csX36" fmla="*/ 283960 w 460893"/>
              <a:gd name="csY36" fmla="*/ 83994 h 570101"/>
              <a:gd name="csX37" fmla="*/ 300739 w 460893"/>
              <a:gd name="csY37" fmla="*/ 103278 h 570101"/>
              <a:gd name="csX38" fmla="*/ 307688 w 460893"/>
              <a:gd name="csY38" fmla="*/ 107024 h 570101"/>
              <a:gd name="csX39" fmla="*/ 338320 w 460893"/>
              <a:gd name="csY39" fmla="*/ 140082 h 570101"/>
              <a:gd name="csX40" fmla="*/ 345307 w 460893"/>
              <a:gd name="csY40" fmla="*/ 156757 h 570101"/>
              <a:gd name="csX41" fmla="*/ 350264 w 460893"/>
              <a:gd name="csY41" fmla="*/ 174757 h 570101"/>
              <a:gd name="csX42" fmla="*/ 353728 w 460893"/>
              <a:gd name="csY42" fmla="*/ 192882 h 570101"/>
              <a:gd name="csX43" fmla="*/ 357557 w 460893"/>
              <a:gd name="csY43" fmla="*/ 206186 h 570101"/>
              <a:gd name="csX44" fmla="*/ 373046 w 460893"/>
              <a:gd name="csY44" fmla="*/ 221653 h 570101"/>
              <a:gd name="csX45" fmla="*/ 388508 w 460893"/>
              <a:gd name="csY45" fmla="*/ 235073 h 570101"/>
              <a:gd name="csX46" fmla="*/ 408536 w 460893"/>
              <a:gd name="csY46" fmla="*/ 251563 h 570101"/>
              <a:gd name="csX47" fmla="*/ 419486 w 460893"/>
              <a:gd name="csY47" fmla="*/ 258145 h 570101"/>
              <a:gd name="csX48" fmla="*/ 429612 w 460893"/>
              <a:gd name="csY48" fmla="*/ 264555 h 570101"/>
              <a:gd name="csX49" fmla="*/ 440498 w 460893"/>
              <a:gd name="csY49" fmla="*/ 270196 h 570101"/>
              <a:gd name="csX50" fmla="*/ 458638 w 460893"/>
              <a:gd name="csY50" fmla="*/ 279871 h 570101"/>
              <a:gd name="csX51" fmla="*/ 433706 w 460893"/>
              <a:gd name="csY51" fmla="*/ 328123 h 570101"/>
              <a:gd name="csX52" fmla="*/ 401785 w 460893"/>
              <a:gd name="csY52" fmla="*/ 376892 h 570101"/>
              <a:gd name="csX53" fmla="*/ 408173 w 460893"/>
              <a:gd name="csY53" fmla="*/ 427230 h 570101"/>
              <a:gd name="csX54" fmla="*/ 407224 w 460893"/>
              <a:gd name="csY54" fmla="*/ 481463 h 570101"/>
              <a:gd name="csX55" fmla="*/ 357001 w 460893"/>
              <a:gd name="csY55" fmla="*/ 500599 h 570101"/>
              <a:gd name="csX56" fmla="*/ 339993 w 460893"/>
              <a:gd name="csY56" fmla="*/ 507393 h 570101"/>
              <a:gd name="csX57" fmla="*/ 315871 w 460893"/>
              <a:gd name="csY57" fmla="*/ 500146 h 570101"/>
              <a:gd name="csX58" fmla="*/ 305685 w 460893"/>
              <a:gd name="csY58" fmla="*/ 499249 h 570101"/>
              <a:gd name="csX59" fmla="*/ 291896 w 460893"/>
              <a:gd name="csY59" fmla="*/ 499687 h 570101"/>
              <a:gd name="csX60" fmla="*/ 270870 w 460893"/>
              <a:gd name="csY60" fmla="*/ 491757 h 570101"/>
              <a:gd name="csX61" fmla="*/ 256706 w 460893"/>
              <a:gd name="csY61" fmla="*/ 481408 h 570101"/>
              <a:gd name="csX62" fmla="*/ 242051 w 460893"/>
              <a:gd name="csY62" fmla="*/ 472207 h 570101"/>
              <a:gd name="csX63" fmla="*/ 227525 w 460893"/>
              <a:gd name="csY63" fmla="*/ 468533 h 570101"/>
              <a:gd name="csX64" fmla="*/ 222731 w 460893"/>
              <a:gd name="csY64" fmla="*/ 472486 h 570101"/>
              <a:gd name="csX65" fmla="*/ 210984 w 460893"/>
              <a:gd name="csY65" fmla="*/ 493362 h 570101"/>
              <a:gd name="csX66" fmla="*/ 200162 w 460893"/>
              <a:gd name="csY66" fmla="*/ 504374 h 570101"/>
              <a:gd name="csX67" fmla="*/ 192160 w 460893"/>
              <a:gd name="csY67" fmla="*/ 516880 h 570101"/>
              <a:gd name="csX68" fmla="*/ 189436 w 460893"/>
              <a:gd name="csY68" fmla="*/ 530760 h 570101"/>
              <a:gd name="csX69" fmla="*/ 184534 w 460893"/>
              <a:gd name="csY69" fmla="*/ 547022 h 570101"/>
              <a:gd name="csX70" fmla="*/ 182598 w 460893"/>
              <a:gd name="csY70" fmla="*/ 561518 h 570101"/>
              <a:gd name="csX71" fmla="*/ 164446 w 460893"/>
              <a:gd name="csY71" fmla="*/ 570049 h 570101"/>
              <a:gd name="csX72" fmla="*/ 151660 w 460893"/>
              <a:gd name="csY72" fmla="*/ 568610 h 5701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Lst>
            <a:rect l="l" t="t" r="r" b="b"/>
            <a:pathLst>
              <a:path w="460893" h="570101">
                <a:moveTo>
                  <a:pt x="151660" y="568610"/>
                </a:moveTo>
                <a:cubicBezTo>
                  <a:pt x="143384" y="567865"/>
                  <a:pt x="140689" y="566530"/>
                  <a:pt x="140689" y="563178"/>
                </a:cubicBezTo>
                <a:cubicBezTo>
                  <a:pt x="140689" y="560733"/>
                  <a:pt x="136724" y="554651"/>
                  <a:pt x="131877" y="549661"/>
                </a:cubicBezTo>
                <a:cubicBezTo>
                  <a:pt x="126875" y="544511"/>
                  <a:pt x="122689" y="537293"/>
                  <a:pt x="122196" y="532968"/>
                </a:cubicBezTo>
                <a:cubicBezTo>
                  <a:pt x="121389" y="525881"/>
                  <a:pt x="120335" y="525192"/>
                  <a:pt x="107130" y="523131"/>
                </a:cubicBezTo>
                <a:cubicBezTo>
                  <a:pt x="99321" y="521912"/>
                  <a:pt x="91554" y="519792"/>
                  <a:pt x="89869" y="518421"/>
                </a:cubicBezTo>
                <a:cubicBezTo>
                  <a:pt x="88184" y="517050"/>
                  <a:pt x="86027" y="509330"/>
                  <a:pt x="85076" y="501266"/>
                </a:cubicBezTo>
                <a:cubicBezTo>
                  <a:pt x="84126" y="493202"/>
                  <a:pt x="80796" y="477310"/>
                  <a:pt x="77677" y="465952"/>
                </a:cubicBezTo>
                <a:lnTo>
                  <a:pt x="72006" y="445300"/>
                </a:lnTo>
                <a:lnTo>
                  <a:pt x="58957" y="446095"/>
                </a:lnTo>
                <a:cubicBezTo>
                  <a:pt x="46778" y="446836"/>
                  <a:pt x="45189" y="446199"/>
                  <a:pt x="35144" y="436548"/>
                </a:cubicBezTo>
                <a:lnTo>
                  <a:pt x="24381" y="426207"/>
                </a:lnTo>
                <a:lnTo>
                  <a:pt x="26114" y="405421"/>
                </a:lnTo>
                <a:cubicBezTo>
                  <a:pt x="27263" y="391650"/>
                  <a:pt x="26942" y="384636"/>
                  <a:pt x="25165" y="384636"/>
                </a:cubicBezTo>
                <a:cubicBezTo>
                  <a:pt x="23689" y="384636"/>
                  <a:pt x="20249" y="380280"/>
                  <a:pt x="17520" y="374956"/>
                </a:cubicBezTo>
                <a:cubicBezTo>
                  <a:pt x="14791" y="369631"/>
                  <a:pt x="9821" y="360175"/>
                  <a:pt x="6475" y="353942"/>
                </a:cubicBezTo>
                <a:cubicBezTo>
                  <a:pt x="3106" y="347664"/>
                  <a:pt x="305" y="337877"/>
                  <a:pt x="196" y="332000"/>
                </a:cubicBezTo>
                <a:lnTo>
                  <a:pt x="0" y="321391"/>
                </a:lnTo>
                <a:lnTo>
                  <a:pt x="20006" y="322209"/>
                </a:lnTo>
                <a:cubicBezTo>
                  <a:pt x="42391" y="323125"/>
                  <a:pt x="42565" y="322942"/>
                  <a:pt x="37306" y="304003"/>
                </a:cubicBezTo>
                <a:cubicBezTo>
                  <a:pt x="35685" y="298169"/>
                  <a:pt x="35538" y="292562"/>
                  <a:pt x="36933" y="289805"/>
                </a:cubicBezTo>
                <a:cubicBezTo>
                  <a:pt x="38201" y="287300"/>
                  <a:pt x="38542" y="271061"/>
                  <a:pt x="37690" y="253719"/>
                </a:cubicBezTo>
                <a:cubicBezTo>
                  <a:pt x="36207" y="223555"/>
                  <a:pt x="36364" y="222156"/>
                  <a:pt x="41303" y="221451"/>
                </a:cubicBezTo>
                <a:cubicBezTo>
                  <a:pt x="45680" y="220826"/>
                  <a:pt x="46762" y="217964"/>
                  <a:pt x="48412" y="202644"/>
                </a:cubicBezTo>
                <a:cubicBezTo>
                  <a:pt x="51806" y="171127"/>
                  <a:pt x="51726" y="130863"/>
                  <a:pt x="48257" y="124622"/>
                </a:cubicBezTo>
                <a:cubicBezTo>
                  <a:pt x="46501" y="121464"/>
                  <a:pt x="42994" y="103121"/>
                  <a:pt x="40464" y="83859"/>
                </a:cubicBezTo>
                <a:cubicBezTo>
                  <a:pt x="35209" y="43860"/>
                  <a:pt x="35717" y="42269"/>
                  <a:pt x="52830" y="45160"/>
                </a:cubicBezTo>
                <a:lnTo>
                  <a:pt x="63246" y="46920"/>
                </a:lnTo>
                <a:lnTo>
                  <a:pt x="63246" y="23460"/>
                </a:lnTo>
                <a:cubicBezTo>
                  <a:pt x="63246" y="5683"/>
                  <a:pt x="64076" y="0"/>
                  <a:pt x="66672" y="0"/>
                </a:cubicBezTo>
                <a:cubicBezTo>
                  <a:pt x="68557" y="0"/>
                  <a:pt x="95565" y="1709"/>
                  <a:pt x="126691" y="3798"/>
                </a:cubicBezTo>
                <a:cubicBezTo>
                  <a:pt x="157817" y="5887"/>
                  <a:pt x="192338" y="7917"/>
                  <a:pt x="203405" y="8311"/>
                </a:cubicBezTo>
                <a:lnTo>
                  <a:pt x="223527" y="9026"/>
                </a:lnTo>
                <a:lnTo>
                  <a:pt x="229665" y="21938"/>
                </a:lnTo>
                <a:cubicBezTo>
                  <a:pt x="235583" y="34389"/>
                  <a:pt x="251134" y="54210"/>
                  <a:pt x="254984" y="54210"/>
                </a:cubicBezTo>
                <a:cubicBezTo>
                  <a:pt x="256963" y="54210"/>
                  <a:pt x="267180" y="63772"/>
                  <a:pt x="267180" y="65624"/>
                </a:cubicBezTo>
                <a:cubicBezTo>
                  <a:pt x="267180" y="66222"/>
                  <a:pt x="274731" y="74489"/>
                  <a:pt x="283960" y="83994"/>
                </a:cubicBezTo>
                <a:cubicBezTo>
                  <a:pt x="293188" y="93499"/>
                  <a:pt x="300739" y="102177"/>
                  <a:pt x="300739" y="103278"/>
                </a:cubicBezTo>
                <a:cubicBezTo>
                  <a:pt x="300739" y="104379"/>
                  <a:pt x="303866" y="106065"/>
                  <a:pt x="307688" y="107024"/>
                </a:cubicBezTo>
                <a:cubicBezTo>
                  <a:pt x="316754" y="109299"/>
                  <a:pt x="336159" y="130241"/>
                  <a:pt x="338320" y="140082"/>
                </a:cubicBezTo>
                <a:cubicBezTo>
                  <a:pt x="339250" y="144316"/>
                  <a:pt x="342394" y="151820"/>
                  <a:pt x="345307" y="156757"/>
                </a:cubicBezTo>
                <a:cubicBezTo>
                  <a:pt x="348253" y="161749"/>
                  <a:pt x="350453" y="169738"/>
                  <a:pt x="350264" y="174757"/>
                </a:cubicBezTo>
                <a:cubicBezTo>
                  <a:pt x="350078" y="179720"/>
                  <a:pt x="351636" y="187876"/>
                  <a:pt x="353728" y="192882"/>
                </a:cubicBezTo>
                <a:cubicBezTo>
                  <a:pt x="355820" y="197888"/>
                  <a:pt x="357543" y="203875"/>
                  <a:pt x="357557" y="206186"/>
                </a:cubicBezTo>
                <a:cubicBezTo>
                  <a:pt x="357572" y="208497"/>
                  <a:pt x="364542" y="215457"/>
                  <a:pt x="373046" y="221653"/>
                </a:cubicBezTo>
                <a:cubicBezTo>
                  <a:pt x="381550" y="227849"/>
                  <a:pt x="388508" y="233888"/>
                  <a:pt x="388508" y="235073"/>
                </a:cubicBezTo>
                <a:cubicBezTo>
                  <a:pt x="388508" y="239850"/>
                  <a:pt x="400638" y="249837"/>
                  <a:pt x="408536" y="251563"/>
                </a:cubicBezTo>
                <a:cubicBezTo>
                  <a:pt x="413162" y="252574"/>
                  <a:pt x="418090" y="255536"/>
                  <a:pt x="419486" y="258145"/>
                </a:cubicBezTo>
                <a:cubicBezTo>
                  <a:pt x="420882" y="260754"/>
                  <a:pt x="425439" y="263638"/>
                  <a:pt x="429612" y="264555"/>
                </a:cubicBezTo>
                <a:cubicBezTo>
                  <a:pt x="433785" y="265471"/>
                  <a:pt x="438684" y="268010"/>
                  <a:pt x="440498" y="270196"/>
                </a:cubicBezTo>
                <a:cubicBezTo>
                  <a:pt x="443409" y="273704"/>
                  <a:pt x="453843" y="279268"/>
                  <a:pt x="458638" y="279871"/>
                </a:cubicBezTo>
                <a:cubicBezTo>
                  <a:pt x="464237" y="280575"/>
                  <a:pt x="460647" y="287523"/>
                  <a:pt x="433706" y="328123"/>
                </a:cubicBezTo>
                <a:cubicBezTo>
                  <a:pt x="417320" y="352816"/>
                  <a:pt x="402956" y="374762"/>
                  <a:pt x="401785" y="376892"/>
                </a:cubicBezTo>
                <a:cubicBezTo>
                  <a:pt x="400523" y="379188"/>
                  <a:pt x="403122" y="399673"/>
                  <a:pt x="408173" y="427230"/>
                </a:cubicBezTo>
                <a:cubicBezTo>
                  <a:pt x="419157" y="487163"/>
                  <a:pt x="419215" y="483871"/>
                  <a:pt x="407224" y="481463"/>
                </a:cubicBezTo>
                <a:cubicBezTo>
                  <a:pt x="377101" y="475416"/>
                  <a:pt x="375238" y="476126"/>
                  <a:pt x="357001" y="500599"/>
                </a:cubicBezTo>
                <a:cubicBezTo>
                  <a:pt x="346599" y="514558"/>
                  <a:pt x="343773" y="515687"/>
                  <a:pt x="339993" y="507393"/>
                </a:cubicBezTo>
                <a:cubicBezTo>
                  <a:pt x="336462" y="499643"/>
                  <a:pt x="325739" y="496421"/>
                  <a:pt x="315871" y="500146"/>
                </a:cubicBezTo>
                <a:cubicBezTo>
                  <a:pt x="310307" y="502246"/>
                  <a:pt x="308004" y="502043"/>
                  <a:pt x="305685" y="499249"/>
                </a:cubicBezTo>
                <a:cubicBezTo>
                  <a:pt x="301762" y="494522"/>
                  <a:pt x="296907" y="494676"/>
                  <a:pt x="291896" y="499687"/>
                </a:cubicBezTo>
                <a:cubicBezTo>
                  <a:pt x="286395" y="505188"/>
                  <a:pt x="278982" y="502392"/>
                  <a:pt x="270870" y="491757"/>
                </a:cubicBezTo>
                <a:cubicBezTo>
                  <a:pt x="267159" y="486892"/>
                  <a:pt x="260921" y="482334"/>
                  <a:pt x="256706" y="481408"/>
                </a:cubicBezTo>
                <a:cubicBezTo>
                  <a:pt x="252563" y="480498"/>
                  <a:pt x="245969" y="476358"/>
                  <a:pt x="242051" y="472207"/>
                </a:cubicBezTo>
                <a:cubicBezTo>
                  <a:pt x="234140" y="463825"/>
                  <a:pt x="229757" y="462717"/>
                  <a:pt x="227525" y="468533"/>
                </a:cubicBezTo>
                <a:cubicBezTo>
                  <a:pt x="226708" y="470663"/>
                  <a:pt x="224550" y="472442"/>
                  <a:pt x="222731" y="472486"/>
                </a:cubicBezTo>
                <a:cubicBezTo>
                  <a:pt x="216831" y="472631"/>
                  <a:pt x="209780" y="485162"/>
                  <a:pt x="210984" y="493362"/>
                </a:cubicBezTo>
                <a:cubicBezTo>
                  <a:pt x="212266" y="502098"/>
                  <a:pt x="211304" y="503076"/>
                  <a:pt x="200162" y="504374"/>
                </a:cubicBezTo>
                <a:cubicBezTo>
                  <a:pt x="189734" y="505588"/>
                  <a:pt x="189645" y="505728"/>
                  <a:pt x="192160" y="516880"/>
                </a:cubicBezTo>
                <a:cubicBezTo>
                  <a:pt x="193910" y="524639"/>
                  <a:pt x="193416" y="527159"/>
                  <a:pt x="189436" y="530760"/>
                </a:cubicBezTo>
                <a:cubicBezTo>
                  <a:pt x="186033" y="533840"/>
                  <a:pt x="184562" y="538720"/>
                  <a:pt x="184534" y="547022"/>
                </a:cubicBezTo>
                <a:cubicBezTo>
                  <a:pt x="184512" y="553546"/>
                  <a:pt x="183641" y="560069"/>
                  <a:pt x="182598" y="561518"/>
                </a:cubicBezTo>
                <a:cubicBezTo>
                  <a:pt x="180445" y="564508"/>
                  <a:pt x="167199" y="570734"/>
                  <a:pt x="164446" y="570049"/>
                </a:cubicBezTo>
                <a:cubicBezTo>
                  <a:pt x="163448" y="569801"/>
                  <a:pt x="157694" y="569154"/>
                  <a:pt x="151660" y="568610"/>
                </a:cubicBezTo>
                <a:close/>
              </a:path>
            </a:pathLst>
          </a:custGeom>
          <a:solidFill>
            <a:srgbClr val="B9B9B9"/>
          </a:solidFill>
          <a:ln w="5163" cap="flat">
            <a:noFill/>
            <a:prstDash val="solid"/>
            <a:miter/>
          </a:ln>
        </p:spPr>
        <p:txBody>
          <a:bodyPr/>
          <a:lstStyle/>
          <a:p>
            <a:endParaRPr lang="es-419" noProof="0" dirty="0"/>
          </a:p>
        </p:txBody>
      </p:sp>
      <p:sp>
        <p:nvSpPr>
          <p:cNvPr id="61" name="Forma libre: forma 60">
            <a:extLst>
              <a:ext uri="{FF2B5EF4-FFF2-40B4-BE49-F238E27FC236}">
                <a16:creationId xmlns:a16="http://schemas.microsoft.com/office/drawing/2014/main" id="{45EC4553-CAF1-952B-93B1-5D428E1F9490}"/>
              </a:ext>
            </a:extLst>
          </p:cNvPr>
          <p:cNvSpPr/>
          <p:nvPr/>
        </p:nvSpPr>
        <p:spPr>
          <a:xfrm>
            <a:off x="2038384" y="2469122"/>
            <a:ext cx="332998" cy="314936"/>
          </a:xfrm>
          <a:custGeom>
            <a:avLst/>
            <a:gdLst>
              <a:gd name="csX0" fmla="*/ 150508 w 332998"/>
              <a:gd name="csY0" fmla="*/ 295153 h 314936"/>
              <a:gd name="csX1" fmla="*/ 122921 w 332998"/>
              <a:gd name="csY1" fmla="*/ 269012 h 314936"/>
              <a:gd name="csX2" fmla="*/ 122279 w 332998"/>
              <a:gd name="csY2" fmla="*/ 264031 h 314936"/>
              <a:gd name="csX3" fmla="*/ 126546 w 332998"/>
              <a:gd name="csY3" fmla="*/ 262908 h 314936"/>
              <a:gd name="csX4" fmla="*/ 106954 w 332998"/>
              <a:gd name="csY4" fmla="*/ 254224 h 314936"/>
              <a:gd name="csX5" fmla="*/ 78561 w 332998"/>
              <a:gd name="csY5" fmla="*/ 232541 h 314936"/>
              <a:gd name="csX6" fmla="*/ 60903 w 332998"/>
              <a:gd name="csY6" fmla="*/ 216842 h 314936"/>
              <a:gd name="csX7" fmla="*/ 60455 w 332998"/>
              <a:gd name="csY7" fmla="*/ 213585 h 314936"/>
              <a:gd name="csX8" fmla="*/ 56711 w 332998"/>
              <a:gd name="csY8" fmla="*/ 207285 h 314936"/>
              <a:gd name="csX9" fmla="*/ 53349 w 332998"/>
              <a:gd name="csY9" fmla="*/ 207961 h 314936"/>
              <a:gd name="csX10" fmla="*/ 34703 w 332998"/>
              <a:gd name="csY10" fmla="*/ 200142 h 314936"/>
              <a:gd name="csX11" fmla="*/ 16028 w 332998"/>
              <a:gd name="csY11" fmla="*/ 187234 h 314936"/>
              <a:gd name="csX12" fmla="*/ 16436 w 332998"/>
              <a:gd name="csY12" fmla="*/ 184359 h 314936"/>
              <a:gd name="csX13" fmla="*/ 14549 w 332998"/>
              <a:gd name="csY13" fmla="*/ 178120 h 314936"/>
              <a:gd name="csX14" fmla="*/ 7908 w 332998"/>
              <a:gd name="csY14" fmla="*/ 171021 h 314936"/>
              <a:gd name="csX15" fmla="*/ 2407 w 332998"/>
              <a:gd name="csY15" fmla="*/ 154470 h 314936"/>
              <a:gd name="csX16" fmla="*/ 6812 w 332998"/>
              <a:gd name="csY16" fmla="*/ 119621 h 314936"/>
              <a:gd name="csX17" fmla="*/ 17071 w 332998"/>
              <a:gd name="csY17" fmla="*/ 91641 h 314936"/>
              <a:gd name="csX18" fmla="*/ 20635 w 332998"/>
              <a:gd name="csY18" fmla="*/ 82008 h 314936"/>
              <a:gd name="csX19" fmla="*/ 29523 w 332998"/>
              <a:gd name="csY19" fmla="*/ 71230 h 314936"/>
              <a:gd name="csX20" fmla="*/ 42896 w 332998"/>
              <a:gd name="csY20" fmla="*/ 48085 h 314936"/>
              <a:gd name="csX21" fmla="*/ 49532 w 332998"/>
              <a:gd name="csY21" fmla="*/ 35969 h 314936"/>
              <a:gd name="csX22" fmla="*/ 54906 w 332998"/>
              <a:gd name="csY22" fmla="*/ 23257 h 314936"/>
              <a:gd name="csX23" fmla="*/ 66531 w 332998"/>
              <a:gd name="csY23" fmla="*/ 0 h 314936"/>
              <a:gd name="csX24" fmla="*/ 82468 w 332998"/>
              <a:gd name="csY24" fmla="*/ 19425 h 314936"/>
              <a:gd name="csX25" fmla="*/ 95351 w 332998"/>
              <a:gd name="csY25" fmla="*/ 43885 h 314936"/>
              <a:gd name="csX26" fmla="*/ 106141 w 332998"/>
              <a:gd name="csY26" fmla="*/ 49048 h 314936"/>
              <a:gd name="csX27" fmla="*/ 113640 w 332998"/>
              <a:gd name="csY27" fmla="*/ 54166 h 314936"/>
              <a:gd name="csX28" fmla="*/ 132249 w 332998"/>
              <a:gd name="csY28" fmla="*/ 34653 h 314936"/>
              <a:gd name="csX29" fmla="*/ 156404 w 332998"/>
              <a:gd name="csY29" fmla="*/ 10326 h 314936"/>
              <a:gd name="csX30" fmla="*/ 168334 w 332998"/>
              <a:gd name="csY30" fmla="*/ 6060 h 314936"/>
              <a:gd name="csX31" fmla="*/ 186389 w 332998"/>
              <a:gd name="csY31" fmla="*/ 9933 h 314936"/>
              <a:gd name="csX32" fmla="*/ 200349 w 332998"/>
              <a:gd name="csY32" fmla="*/ 18070 h 314936"/>
              <a:gd name="csX33" fmla="*/ 204999 w 332998"/>
              <a:gd name="csY33" fmla="*/ 30473 h 314936"/>
              <a:gd name="csX34" fmla="*/ 218185 w 332998"/>
              <a:gd name="csY34" fmla="*/ 43802 h 314936"/>
              <a:gd name="csX35" fmla="*/ 227241 w 332998"/>
              <a:gd name="csY35" fmla="*/ 50036 h 314936"/>
              <a:gd name="csX36" fmla="*/ 238424 w 332998"/>
              <a:gd name="csY36" fmla="*/ 60571 h 314936"/>
              <a:gd name="csX37" fmla="*/ 261581 w 332998"/>
              <a:gd name="csY37" fmla="*/ 79599 h 314936"/>
              <a:gd name="csX38" fmla="*/ 276424 w 332998"/>
              <a:gd name="csY38" fmla="*/ 89453 h 314936"/>
              <a:gd name="csX39" fmla="*/ 280389 w 332998"/>
              <a:gd name="csY39" fmla="*/ 90232 h 314936"/>
              <a:gd name="csX40" fmla="*/ 288978 w 332998"/>
              <a:gd name="csY40" fmla="*/ 95366 h 314936"/>
              <a:gd name="csX41" fmla="*/ 309784 w 332998"/>
              <a:gd name="csY41" fmla="*/ 117828 h 314936"/>
              <a:gd name="csX42" fmla="*/ 323208 w 332998"/>
              <a:gd name="csY42" fmla="*/ 127731 h 314936"/>
              <a:gd name="csX43" fmla="*/ 330610 w 332998"/>
              <a:gd name="csY43" fmla="*/ 136947 h 314936"/>
              <a:gd name="csX44" fmla="*/ 327230 w 332998"/>
              <a:gd name="csY44" fmla="*/ 153094 h 314936"/>
              <a:gd name="csX45" fmla="*/ 328146 w 332998"/>
              <a:gd name="csY45" fmla="*/ 164492 h 314936"/>
              <a:gd name="csX46" fmla="*/ 285552 w 332998"/>
              <a:gd name="csY46" fmla="*/ 166189 h 314936"/>
              <a:gd name="csX47" fmla="*/ 228050 w 332998"/>
              <a:gd name="csY47" fmla="*/ 169472 h 314936"/>
              <a:gd name="csX48" fmla="*/ 213142 w 332998"/>
              <a:gd name="csY48" fmla="*/ 171057 h 314936"/>
              <a:gd name="csX49" fmla="*/ 197915 w 332998"/>
              <a:gd name="csY49" fmla="*/ 199758 h 314936"/>
              <a:gd name="csX50" fmla="*/ 180329 w 332998"/>
              <a:gd name="csY50" fmla="*/ 231127 h 314936"/>
              <a:gd name="csX51" fmla="*/ 181055 w 332998"/>
              <a:gd name="csY51" fmla="*/ 253031 h 314936"/>
              <a:gd name="csX52" fmla="*/ 185000 w 332998"/>
              <a:gd name="csY52" fmla="*/ 272477 h 314936"/>
              <a:gd name="csX53" fmla="*/ 182260 w 332998"/>
              <a:gd name="csY53" fmla="*/ 301769 h 314936"/>
              <a:gd name="csX54" fmla="*/ 174070 w 332998"/>
              <a:gd name="csY54" fmla="*/ 314937 h 314936"/>
              <a:gd name="csX55" fmla="*/ 150508 w 332998"/>
              <a:gd name="csY55" fmla="*/ 295153 h 3149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Lst>
            <a:rect l="l" t="t" r="r" b="b"/>
            <a:pathLst>
              <a:path w="332998" h="314936">
                <a:moveTo>
                  <a:pt x="150508" y="295153"/>
                </a:moveTo>
                <a:cubicBezTo>
                  <a:pt x="138884" y="284272"/>
                  <a:pt x="126470" y="272508"/>
                  <a:pt x="122921" y="269012"/>
                </a:cubicBezTo>
                <a:cubicBezTo>
                  <a:pt x="116541" y="262727"/>
                  <a:pt x="116534" y="262670"/>
                  <a:pt x="122279" y="264031"/>
                </a:cubicBezTo>
                <a:cubicBezTo>
                  <a:pt x="125681" y="264837"/>
                  <a:pt x="127450" y="264371"/>
                  <a:pt x="126546" y="262908"/>
                </a:cubicBezTo>
                <a:cubicBezTo>
                  <a:pt x="124960" y="260342"/>
                  <a:pt x="114693" y="255791"/>
                  <a:pt x="106954" y="254224"/>
                </a:cubicBezTo>
                <a:cubicBezTo>
                  <a:pt x="98738" y="252560"/>
                  <a:pt x="93040" y="248209"/>
                  <a:pt x="78561" y="232541"/>
                </a:cubicBezTo>
                <a:cubicBezTo>
                  <a:pt x="70581" y="223906"/>
                  <a:pt x="62635" y="216842"/>
                  <a:pt x="60903" y="216842"/>
                </a:cubicBezTo>
                <a:cubicBezTo>
                  <a:pt x="58660" y="216842"/>
                  <a:pt x="58531" y="215904"/>
                  <a:pt x="60455" y="213585"/>
                </a:cubicBezTo>
                <a:cubicBezTo>
                  <a:pt x="62461" y="211169"/>
                  <a:pt x="61494" y="209543"/>
                  <a:pt x="56711" y="207285"/>
                </a:cubicBezTo>
                <a:cubicBezTo>
                  <a:pt x="51186" y="204678"/>
                  <a:pt x="50705" y="204775"/>
                  <a:pt x="53349" y="207961"/>
                </a:cubicBezTo>
                <a:cubicBezTo>
                  <a:pt x="59572" y="215458"/>
                  <a:pt x="50558" y="211678"/>
                  <a:pt x="34703" y="200142"/>
                </a:cubicBezTo>
                <a:cubicBezTo>
                  <a:pt x="25983" y="193796"/>
                  <a:pt x="17579" y="187988"/>
                  <a:pt x="16028" y="187234"/>
                </a:cubicBezTo>
                <a:cubicBezTo>
                  <a:pt x="14108" y="186301"/>
                  <a:pt x="14238" y="185384"/>
                  <a:pt x="16436" y="184359"/>
                </a:cubicBezTo>
                <a:cubicBezTo>
                  <a:pt x="21429" y="182028"/>
                  <a:pt x="20247" y="178120"/>
                  <a:pt x="14549" y="178120"/>
                </a:cubicBezTo>
                <a:cubicBezTo>
                  <a:pt x="11062" y="178120"/>
                  <a:pt x="8950" y="175862"/>
                  <a:pt x="7908" y="171021"/>
                </a:cubicBezTo>
                <a:cubicBezTo>
                  <a:pt x="7068" y="167117"/>
                  <a:pt x="4593" y="159669"/>
                  <a:pt x="2407" y="154470"/>
                </a:cubicBezTo>
                <a:cubicBezTo>
                  <a:pt x="-1401" y="145413"/>
                  <a:pt x="-1217" y="143959"/>
                  <a:pt x="6812" y="119621"/>
                </a:cubicBezTo>
                <a:cubicBezTo>
                  <a:pt x="11420" y="105652"/>
                  <a:pt x="16036" y="93061"/>
                  <a:pt x="17071" y="91641"/>
                </a:cubicBezTo>
                <a:cubicBezTo>
                  <a:pt x="18105" y="90222"/>
                  <a:pt x="19709" y="85887"/>
                  <a:pt x="20635" y="82008"/>
                </a:cubicBezTo>
                <a:cubicBezTo>
                  <a:pt x="21600" y="77965"/>
                  <a:pt x="25393" y="73366"/>
                  <a:pt x="29523" y="71230"/>
                </a:cubicBezTo>
                <a:cubicBezTo>
                  <a:pt x="37293" y="67213"/>
                  <a:pt x="42896" y="57515"/>
                  <a:pt x="42896" y="48085"/>
                </a:cubicBezTo>
                <a:cubicBezTo>
                  <a:pt x="42896" y="44850"/>
                  <a:pt x="45882" y="39398"/>
                  <a:pt x="49532" y="35969"/>
                </a:cubicBezTo>
                <a:cubicBezTo>
                  <a:pt x="54317" y="31473"/>
                  <a:pt x="55816" y="27929"/>
                  <a:pt x="54906" y="23257"/>
                </a:cubicBezTo>
                <a:cubicBezTo>
                  <a:pt x="53161" y="14292"/>
                  <a:pt x="60305" y="0"/>
                  <a:pt x="66531" y="0"/>
                </a:cubicBezTo>
                <a:cubicBezTo>
                  <a:pt x="74307" y="0"/>
                  <a:pt x="80918" y="8058"/>
                  <a:pt x="82468" y="19425"/>
                </a:cubicBezTo>
                <a:cubicBezTo>
                  <a:pt x="84849" y="36891"/>
                  <a:pt x="88533" y="43885"/>
                  <a:pt x="95351" y="43885"/>
                </a:cubicBezTo>
                <a:cubicBezTo>
                  <a:pt x="98716" y="43885"/>
                  <a:pt x="103572" y="46208"/>
                  <a:pt x="106141" y="49048"/>
                </a:cubicBezTo>
                <a:cubicBezTo>
                  <a:pt x="108711" y="51887"/>
                  <a:pt x="112086" y="54190"/>
                  <a:pt x="113640" y="54166"/>
                </a:cubicBezTo>
                <a:cubicBezTo>
                  <a:pt x="117209" y="54110"/>
                  <a:pt x="125915" y="44980"/>
                  <a:pt x="132249" y="34653"/>
                </a:cubicBezTo>
                <a:cubicBezTo>
                  <a:pt x="141121" y="20185"/>
                  <a:pt x="150911" y="10326"/>
                  <a:pt x="156404" y="10326"/>
                </a:cubicBezTo>
                <a:cubicBezTo>
                  <a:pt x="159385" y="10326"/>
                  <a:pt x="164754" y="8406"/>
                  <a:pt x="168334" y="6060"/>
                </a:cubicBezTo>
                <a:cubicBezTo>
                  <a:pt x="174611" y="1948"/>
                  <a:pt x="175258" y="2087"/>
                  <a:pt x="186389" y="9933"/>
                </a:cubicBezTo>
                <a:cubicBezTo>
                  <a:pt x="192739" y="14408"/>
                  <a:pt x="199021" y="18070"/>
                  <a:pt x="200349" y="18070"/>
                </a:cubicBezTo>
                <a:cubicBezTo>
                  <a:pt x="204669" y="18070"/>
                  <a:pt x="208141" y="27331"/>
                  <a:pt x="204999" y="30473"/>
                </a:cubicBezTo>
                <a:cubicBezTo>
                  <a:pt x="200842" y="34630"/>
                  <a:pt x="205908" y="39750"/>
                  <a:pt x="218185" y="43802"/>
                </a:cubicBezTo>
                <a:cubicBezTo>
                  <a:pt x="223767" y="45645"/>
                  <a:pt x="227842" y="48450"/>
                  <a:pt x="227241" y="50036"/>
                </a:cubicBezTo>
                <a:cubicBezTo>
                  <a:pt x="226639" y="51622"/>
                  <a:pt x="231671" y="56363"/>
                  <a:pt x="238424" y="60571"/>
                </a:cubicBezTo>
                <a:cubicBezTo>
                  <a:pt x="245177" y="64780"/>
                  <a:pt x="255598" y="73342"/>
                  <a:pt x="261581" y="79599"/>
                </a:cubicBezTo>
                <a:cubicBezTo>
                  <a:pt x="268586" y="86925"/>
                  <a:pt x="273870" y="90433"/>
                  <a:pt x="276424" y="89453"/>
                </a:cubicBezTo>
                <a:cubicBezTo>
                  <a:pt x="278605" y="88616"/>
                  <a:pt x="280389" y="88966"/>
                  <a:pt x="280389" y="90232"/>
                </a:cubicBezTo>
                <a:cubicBezTo>
                  <a:pt x="280389" y="91497"/>
                  <a:pt x="284254" y="93807"/>
                  <a:pt x="288978" y="95366"/>
                </a:cubicBezTo>
                <a:cubicBezTo>
                  <a:pt x="297678" y="98238"/>
                  <a:pt x="306636" y="107909"/>
                  <a:pt x="309784" y="117828"/>
                </a:cubicBezTo>
                <a:cubicBezTo>
                  <a:pt x="310845" y="121169"/>
                  <a:pt x="316015" y="124983"/>
                  <a:pt x="323208" y="127731"/>
                </a:cubicBezTo>
                <a:cubicBezTo>
                  <a:pt x="334331" y="131978"/>
                  <a:pt x="334696" y="132432"/>
                  <a:pt x="330610" y="136947"/>
                </a:cubicBezTo>
                <a:cubicBezTo>
                  <a:pt x="327588" y="140286"/>
                  <a:pt x="326585" y="145078"/>
                  <a:pt x="327230" y="153094"/>
                </a:cubicBezTo>
                <a:lnTo>
                  <a:pt x="328146" y="164492"/>
                </a:lnTo>
                <a:lnTo>
                  <a:pt x="285552" y="166189"/>
                </a:lnTo>
                <a:cubicBezTo>
                  <a:pt x="262126" y="167123"/>
                  <a:pt x="236250" y="168600"/>
                  <a:pt x="228050" y="169472"/>
                </a:cubicBezTo>
                <a:lnTo>
                  <a:pt x="213142" y="171057"/>
                </a:lnTo>
                <a:lnTo>
                  <a:pt x="197915" y="199758"/>
                </a:lnTo>
                <a:cubicBezTo>
                  <a:pt x="189539" y="215543"/>
                  <a:pt x="181626" y="229659"/>
                  <a:pt x="180329" y="231127"/>
                </a:cubicBezTo>
                <a:cubicBezTo>
                  <a:pt x="174323" y="237923"/>
                  <a:pt x="174624" y="246989"/>
                  <a:pt x="181055" y="253031"/>
                </a:cubicBezTo>
                <a:cubicBezTo>
                  <a:pt x="187596" y="259176"/>
                  <a:pt x="189401" y="268075"/>
                  <a:pt x="185000" y="272477"/>
                </a:cubicBezTo>
                <a:cubicBezTo>
                  <a:pt x="182808" y="274669"/>
                  <a:pt x="182167" y="281522"/>
                  <a:pt x="182260" y="301769"/>
                </a:cubicBezTo>
                <a:cubicBezTo>
                  <a:pt x="182290" y="308297"/>
                  <a:pt x="178160" y="314937"/>
                  <a:pt x="174070" y="314937"/>
                </a:cubicBezTo>
                <a:cubicBezTo>
                  <a:pt x="172734" y="314937"/>
                  <a:pt x="162131" y="306034"/>
                  <a:pt x="150508" y="295153"/>
                </a:cubicBezTo>
                <a:close/>
              </a:path>
            </a:pathLst>
          </a:custGeom>
          <a:solidFill>
            <a:srgbClr val="B9B9B9"/>
          </a:solidFill>
          <a:ln w="5163" cap="flat">
            <a:noFill/>
            <a:prstDash val="solid"/>
            <a:miter/>
          </a:ln>
        </p:spPr>
        <p:txBody>
          <a:bodyPr/>
          <a:lstStyle/>
          <a:p>
            <a:endParaRPr lang="es-419" noProof="0" dirty="0"/>
          </a:p>
        </p:txBody>
      </p:sp>
      <p:sp>
        <p:nvSpPr>
          <p:cNvPr id="62" name="Forma libre: forma 61">
            <a:extLst>
              <a:ext uri="{FF2B5EF4-FFF2-40B4-BE49-F238E27FC236}">
                <a16:creationId xmlns:a16="http://schemas.microsoft.com/office/drawing/2014/main" id="{748A8479-2FBB-C722-C858-217BD12B326B}"/>
              </a:ext>
            </a:extLst>
          </p:cNvPr>
          <p:cNvSpPr/>
          <p:nvPr/>
        </p:nvSpPr>
        <p:spPr>
          <a:xfrm>
            <a:off x="1645015" y="2415517"/>
            <a:ext cx="409424" cy="276749"/>
          </a:xfrm>
          <a:custGeom>
            <a:avLst/>
            <a:gdLst>
              <a:gd name="csX0" fmla="*/ 169694 w 409424"/>
              <a:gd name="csY0" fmla="*/ 275279 h 276749"/>
              <a:gd name="csX1" fmla="*/ 152536 w 409424"/>
              <a:gd name="csY1" fmla="*/ 270490 h 276749"/>
              <a:gd name="csX2" fmla="*/ 128939 w 409424"/>
              <a:gd name="csY2" fmla="*/ 261017 h 276749"/>
              <a:gd name="csX3" fmla="*/ 97253 w 409424"/>
              <a:gd name="csY3" fmla="*/ 251980 h 276749"/>
              <a:gd name="csX4" fmla="*/ 66316 w 409424"/>
              <a:gd name="csY4" fmla="*/ 248914 h 276749"/>
              <a:gd name="csX5" fmla="*/ 49536 w 409424"/>
              <a:gd name="csY5" fmla="*/ 241356 h 276749"/>
              <a:gd name="csX6" fmla="*/ 12262 w 409424"/>
              <a:gd name="csY6" fmla="*/ 223990 h 276749"/>
              <a:gd name="csX7" fmla="*/ 0 w 409424"/>
              <a:gd name="csY7" fmla="*/ 222341 h 276749"/>
              <a:gd name="csX8" fmla="*/ 5808 w 409424"/>
              <a:gd name="csY8" fmla="*/ 214784 h 276749"/>
              <a:gd name="csX9" fmla="*/ 14198 w 409424"/>
              <a:gd name="csY9" fmla="*/ 206134 h 276749"/>
              <a:gd name="csX10" fmla="*/ 30441 w 409424"/>
              <a:gd name="csY10" fmla="*/ 191104 h 276749"/>
              <a:gd name="csX11" fmla="*/ 44102 w 409424"/>
              <a:gd name="csY11" fmla="*/ 178805 h 276749"/>
              <a:gd name="csX12" fmla="*/ 41686 w 409424"/>
              <a:gd name="csY12" fmla="*/ 166228 h 276749"/>
              <a:gd name="csX13" fmla="*/ 27640 w 409424"/>
              <a:gd name="csY13" fmla="*/ 142994 h 276749"/>
              <a:gd name="csX14" fmla="*/ 10050 w 409424"/>
              <a:gd name="csY14" fmla="*/ 94836 h 276749"/>
              <a:gd name="csX15" fmla="*/ 25607 w 409424"/>
              <a:gd name="csY15" fmla="*/ 63931 h 276749"/>
              <a:gd name="csX16" fmla="*/ 43054 w 409424"/>
              <a:gd name="csY16" fmla="*/ 67030 h 276749"/>
              <a:gd name="csX17" fmla="*/ 54130 w 409424"/>
              <a:gd name="csY17" fmla="*/ 57326 h 276749"/>
              <a:gd name="csX18" fmla="*/ 54400 w 409424"/>
              <a:gd name="csY18" fmla="*/ 43740 h 276749"/>
              <a:gd name="csX19" fmla="*/ 67118 w 409424"/>
              <a:gd name="csY19" fmla="*/ 40356 h 276749"/>
              <a:gd name="csX20" fmla="*/ 69858 w 409424"/>
              <a:gd name="csY20" fmla="*/ 47250 h 276749"/>
              <a:gd name="csX21" fmla="*/ 74957 w 409424"/>
              <a:gd name="csY21" fmla="*/ 55146 h 276749"/>
              <a:gd name="csX22" fmla="*/ 85078 w 409424"/>
              <a:gd name="csY22" fmla="*/ 56392 h 276749"/>
              <a:gd name="csX23" fmla="*/ 108275 w 409424"/>
              <a:gd name="csY23" fmla="*/ 51828 h 276749"/>
              <a:gd name="csX24" fmla="*/ 135859 w 409424"/>
              <a:gd name="csY24" fmla="*/ 46965 h 276749"/>
              <a:gd name="csX25" fmla="*/ 159928 w 409424"/>
              <a:gd name="csY25" fmla="*/ 4926 h 276749"/>
              <a:gd name="csX26" fmla="*/ 164133 w 409424"/>
              <a:gd name="csY26" fmla="*/ 409 h 276749"/>
              <a:gd name="csX27" fmla="*/ 170486 w 409424"/>
              <a:gd name="csY27" fmla="*/ 1976 h 276749"/>
              <a:gd name="csX28" fmla="*/ 183283 w 409424"/>
              <a:gd name="csY28" fmla="*/ 17951 h 276749"/>
              <a:gd name="csX29" fmla="*/ 185999 w 409424"/>
              <a:gd name="csY29" fmla="*/ 22627 h 276749"/>
              <a:gd name="csX30" fmla="*/ 191478 w 409424"/>
              <a:gd name="csY30" fmla="*/ 30556 h 276749"/>
              <a:gd name="csX31" fmla="*/ 217371 w 409424"/>
              <a:gd name="csY31" fmla="*/ 43279 h 276749"/>
              <a:gd name="csX32" fmla="*/ 231319 w 409424"/>
              <a:gd name="csY32" fmla="*/ 47797 h 276749"/>
              <a:gd name="csX33" fmla="*/ 231065 w 409424"/>
              <a:gd name="csY33" fmla="*/ 71654 h 276749"/>
              <a:gd name="csX34" fmla="*/ 232914 w 409424"/>
              <a:gd name="csY34" fmla="*/ 94162 h 276749"/>
              <a:gd name="csX35" fmla="*/ 264097 w 409424"/>
              <a:gd name="csY35" fmla="*/ 98422 h 276749"/>
              <a:gd name="csX36" fmla="*/ 290859 w 409424"/>
              <a:gd name="csY36" fmla="*/ 85458 h 276749"/>
              <a:gd name="csX37" fmla="*/ 289553 w 409424"/>
              <a:gd name="csY37" fmla="*/ 87164 h 276749"/>
              <a:gd name="csX38" fmla="*/ 313001 w 409424"/>
              <a:gd name="csY38" fmla="*/ 117924 h 276749"/>
              <a:gd name="csX39" fmla="*/ 320100 w 409424"/>
              <a:gd name="csY39" fmla="*/ 125822 h 276749"/>
              <a:gd name="csX40" fmla="*/ 323327 w 409424"/>
              <a:gd name="csY40" fmla="*/ 131062 h 276749"/>
              <a:gd name="csX41" fmla="*/ 409403 w 409424"/>
              <a:gd name="csY41" fmla="*/ 134303 h 276749"/>
              <a:gd name="csX42" fmla="*/ 398626 w 409424"/>
              <a:gd name="csY42" fmla="*/ 166622 h 276749"/>
              <a:gd name="csX43" fmla="*/ 387152 w 409424"/>
              <a:gd name="csY43" fmla="*/ 198243 h 276749"/>
              <a:gd name="csX44" fmla="*/ 392348 w 409424"/>
              <a:gd name="csY44" fmla="*/ 208428 h 276749"/>
              <a:gd name="csX45" fmla="*/ 395238 w 409424"/>
              <a:gd name="csY45" fmla="*/ 226562 h 276749"/>
              <a:gd name="csX46" fmla="*/ 391384 w 409424"/>
              <a:gd name="csY46" fmla="*/ 222526 h 276749"/>
              <a:gd name="csX47" fmla="*/ 386991 w 409424"/>
              <a:gd name="csY47" fmla="*/ 220249 h 276749"/>
              <a:gd name="csX48" fmla="*/ 376751 w 409424"/>
              <a:gd name="csY48" fmla="*/ 216540 h 276749"/>
              <a:gd name="csX49" fmla="*/ 366566 w 409424"/>
              <a:gd name="csY49" fmla="*/ 215027 h 276749"/>
              <a:gd name="csX50" fmla="*/ 371084 w 409424"/>
              <a:gd name="csY50" fmla="*/ 220497 h 276749"/>
              <a:gd name="csX51" fmla="*/ 400125 w 409424"/>
              <a:gd name="csY51" fmla="*/ 234526 h 276749"/>
              <a:gd name="csX52" fmla="*/ 382700 w 409424"/>
              <a:gd name="csY52" fmla="*/ 228973 h 276749"/>
              <a:gd name="csX53" fmla="*/ 356240 w 409424"/>
              <a:gd name="csY53" fmla="*/ 221430 h 276749"/>
              <a:gd name="csX54" fmla="*/ 344640 w 409424"/>
              <a:gd name="csY54" fmla="*/ 215296 h 276749"/>
              <a:gd name="csX55" fmla="*/ 351310 w 409424"/>
              <a:gd name="csY55" fmla="*/ 215089 h 276749"/>
              <a:gd name="csX56" fmla="*/ 353659 w 409424"/>
              <a:gd name="csY56" fmla="*/ 213898 h 276749"/>
              <a:gd name="csX57" fmla="*/ 348281 w 409424"/>
              <a:gd name="csY57" fmla="*/ 208377 h 276749"/>
              <a:gd name="csX58" fmla="*/ 338397 w 409424"/>
              <a:gd name="csY58" fmla="*/ 209577 h 276749"/>
              <a:gd name="csX59" fmla="*/ 330426 w 409424"/>
              <a:gd name="csY59" fmla="*/ 208411 h 276749"/>
              <a:gd name="csX60" fmla="*/ 317751 w 409424"/>
              <a:gd name="csY60" fmla="*/ 206264 h 276749"/>
              <a:gd name="csX61" fmla="*/ 320963 w 409424"/>
              <a:gd name="csY61" fmla="*/ 214760 h 276749"/>
              <a:gd name="csX62" fmla="*/ 323972 w 409424"/>
              <a:gd name="csY62" fmla="*/ 215747 h 276749"/>
              <a:gd name="csX63" fmla="*/ 314937 w 409424"/>
              <a:gd name="csY63" fmla="*/ 219599 h 276749"/>
              <a:gd name="csX64" fmla="*/ 321391 w 409424"/>
              <a:gd name="csY64" fmla="*/ 219864 h 276749"/>
              <a:gd name="csX65" fmla="*/ 330426 w 409424"/>
              <a:gd name="csY65" fmla="*/ 221426 h 276749"/>
              <a:gd name="csX66" fmla="*/ 310754 w 409424"/>
              <a:gd name="csY66" fmla="*/ 223941 h 276749"/>
              <a:gd name="csX67" fmla="*/ 284939 w 409424"/>
              <a:gd name="csY67" fmla="*/ 234304 h 276749"/>
              <a:gd name="csX68" fmla="*/ 270316 w 409424"/>
              <a:gd name="csY68" fmla="*/ 244630 h 276749"/>
              <a:gd name="csX69" fmla="*/ 259397 w 409424"/>
              <a:gd name="csY69" fmla="*/ 248767 h 276749"/>
              <a:gd name="csX70" fmla="*/ 242736 w 409424"/>
              <a:gd name="csY70" fmla="*/ 255227 h 276749"/>
              <a:gd name="csX71" fmla="*/ 220097 w 409424"/>
              <a:gd name="csY71" fmla="*/ 265079 h 276749"/>
              <a:gd name="csX72" fmla="*/ 198772 w 409424"/>
              <a:gd name="csY72" fmla="*/ 274061 h 276749"/>
              <a:gd name="csX73" fmla="*/ 169694 w 409424"/>
              <a:gd name="csY73" fmla="*/ 275279 h 2767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Lst>
            <a:rect l="l" t="t" r="r" b="b"/>
            <a:pathLst>
              <a:path w="409424" h="276749">
                <a:moveTo>
                  <a:pt x="169694" y="275279"/>
                </a:moveTo>
                <a:cubicBezTo>
                  <a:pt x="167412" y="274002"/>
                  <a:pt x="159691" y="271847"/>
                  <a:pt x="152536" y="270490"/>
                </a:cubicBezTo>
                <a:cubicBezTo>
                  <a:pt x="145381" y="269133"/>
                  <a:pt x="134762" y="264870"/>
                  <a:pt x="128939" y="261017"/>
                </a:cubicBezTo>
                <a:cubicBezTo>
                  <a:pt x="120697" y="255563"/>
                  <a:pt x="113680" y="253561"/>
                  <a:pt x="97253" y="251980"/>
                </a:cubicBezTo>
                <a:cubicBezTo>
                  <a:pt x="85648" y="250863"/>
                  <a:pt x="71726" y="249483"/>
                  <a:pt x="66316" y="248914"/>
                </a:cubicBezTo>
                <a:cubicBezTo>
                  <a:pt x="60430" y="248295"/>
                  <a:pt x="53691" y="245260"/>
                  <a:pt x="49536" y="241356"/>
                </a:cubicBezTo>
                <a:cubicBezTo>
                  <a:pt x="36860" y="229445"/>
                  <a:pt x="25174" y="224000"/>
                  <a:pt x="12262" y="223990"/>
                </a:cubicBezTo>
                <a:cubicBezTo>
                  <a:pt x="5518" y="223985"/>
                  <a:pt x="0" y="223243"/>
                  <a:pt x="0" y="222341"/>
                </a:cubicBezTo>
                <a:cubicBezTo>
                  <a:pt x="0" y="221438"/>
                  <a:pt x="2614" y="218038"/>
                  <a:pt x="5808" y="214784"/>
                </a:cubicBezTo>
                <a:cubicBezTo>
                  <a:pt x="9003" y="211529"/>
                  <a:pt x="12778" y="207637"/>
                  <a:pt x="14198" y="206134"/>
                </a:cubicBezTo>
                <a:cubicBezTo>
                  <a:pt x="15618" y="204632"/>
                  <a:pt x="22927" y="197868"/>
                  <a:pt x="30441" y="191104"/>
                </a:cubicBezTo>
                <a:lnTo>
                  <a:pt x="44102" y="178805"/>
                </a:lnTo>
                <a:lnTo>
                  <a:pt x="41686" y="166228"/>
                </a:lnTo>
                <a:cubicBezTo>
                  <a:pt x="39751" y="156152"/>
                  <a:pt x="36957" y="151530"/>
                  <a:pt x="27640" y="142994"/>
                </a:cubicBezTo>
                <a:cubicBezTo>
                  <a:pt x="14024" y="130519"/>
                  <a:pt x="10714" y="121458"/>
                  <a:pt x="10050" y="94836"/>
                </a:cubicBezTo>
                <a:cubicBezTo>
                  <a:pt x="9450" y="70766"/>
                  <a:pt x="12891" y="63931"/>
                  <a:pt x="25607" y="63931"/>
                </a:cubicBezTo>
                <a:cubicBezTo>
                  <a:pt x="30489" y="63931"/>
                  <a:pt x="38340" y="65326"/>
                  <a:pt x="43054" y="67030"/>
                </a:cubicBezTo>
                <a:cubicBezTo>
                  <a:pt x="54638" y="71219"/>
                  <a:pt x="59354" y="67087"/>
                  <a:pt x="54130" y="57326"/>
                </a:cubicBezTo>
                <a:cubicBezTo>
                  <a:pt x="51035" y="51543"/>
                  <a:pt x="51072" y="49668"/>
                  <a:pt x="54400" y="43740"/>
                </a:cubicBezTo>
                <a:cubicBezTo>
                  <a:pt x="59239" y="35118"/>
                  <a:pt x="67118" y="33022"/>
                  <a:pt x="67118" y="40356"/>
                </a:cubicBezTo>
                <a:cubicBezTo>
                  <a:pt x="67118" y="43216"/>
                  <a:pt x="68351" y="46318"/>
                  <a:pt x="69858" y="47250"/>
                </a:cubicBezTo>
                <a:cubicBezTo>
                  <a:pt x="71366" y="48181"/>
                  <a:pt x="73660" y="51735"/>
                  <a:pt x="74957" y="55146"/>
                </a:cubicBezTo>
                <a:cubicBezTo>
                  <a:pt x="77803" y="62631"/>
                  <a:pt x="81496" y="63085"/>
                  <a:pt x="85078" y="56392"/>
                </a:cubicBezTo>
                <a:cubicBezTo>
                  <a:pt x="87383" y="52084"/>
                  <a:pt x="90423" y="51486"/>
                  <a:pt x="108275" y="51828"/>
                </a:cubicBezTo>
                <a:cubicBezTo>
                  <a:pt x="125309" y="52154"/>
                  <a:pt x="130021" y="51323"/>
                  <a:pt x="135859" y="46965"/>
                </a:cubicBezTo>
                <a:cubicBezTo>
                  <a:pt x="144210" y="40730"/>
                  <a:pt x="159754" y="13580"/>
                  <a:pt x="159928" y="4926"/>
                </a:cubicBezTo>
                <a:cubicBezTo>
                  <a:pt x="160018" y="462"/>
                  <a:pt x="161137" y="-741"/>
                  <a:pt x="164133" y="409"/>
                </a:cubicBezTo>
                <a:cubicBezTo>
                  <a:pt x="166379" y="1271"/>
                  <a:pt x="169238" y="1976"/>
                  <a:pt x="170486" y="1976"/>
                </a:cubicBezTo>
                <a:cubicBezTo>
                  <a:pt x="174404" y="1976"/>
                  <a:pt x="183283" y="13060"/>
                  <a:pt x="183283" y="17951"/>
                </a:cubicBezTo>
                <a:cubicBezTo>
                  <a:pt x="183283" y="20523"/>
                  <a:pt x="184505" y="22627"/>
                  <a:pt x="185999" y="22627"/>
                </a:cubicBezTo>
                <a:cubicBezTo>
                  <a:pt x="187493" y="22627"/>
                  <a:pt x="189958" y="26195"/>
                  <a:pt x="191478" y="30556"/>
                </a:cubicBezTo>
                <a:cubicBezTo>
                  <a:pt x="194632" y="39603"/>
                  <a:pt x="202114" y="43279"/>
                  <a:pt x="217371" y="43279"/>
                </a:cubicBezTo>
                <a:cubicBezTo>
                  <a:pt x="224361" y="43279"/>
                  <a:pt x="229040" y="44794"/>
                  <a:pt x="231319" y="47797"/>
                </a:cubicBezTo>
                <a:cubicBezTo>
                  <a:pt x="235951" y="53900"/>
                  <a:pt x="235804" y="67721"/>
                  <a:pt x="231065" y="71654"/>
                </a:cubicBezTo>
                <a:cubicBezTo>
                  <a:pt x="227042" y="74993"/>
                  <a:pt x="227738" y="83470"/>
                  <a:pt x="232914" y="94162"/>
                </a:cubicBezTo>
                <a:cubicBezTo>
                  <a:pt x="236944" y="102487"/>
                  <a:pt x="256280" y="105129"/>
                  <a:pt x="264097" y="98422"/>
                </a:cubicBezTo>
                <a:cubicBezTo>
                  <a:pt x="272137" y="91525"/>
                  <a:pt x="288836" y="83435"/>
                  <a:pt x="290859" y="85458"/>
                </a:cubicBezTo>
                <a:cubicBezTo>
                  <a:pt x="291797" y="86396"/>
                  <a:pt x="291209" y="87164"/>
                  <a:pt x="289553" y="87164"/>
                </a:cubicBezTo>
                <a:cubicBezTo>
                  <a:pt x="278849" y="87164"/>
                  <a:pt x="297992" y="112276"/>
                  <a:pt x="313001" y="117924"/>
                </a:cubicBezTo>
                <a:cubicBezTo>
                  <a:pt x="317528" y="119627"/>
                  <a:pt x="320100" y="122488"/>
                  <a:pt x="320100" y="125822"/>
                </a:cubicBezTo>
                <a:cubicBezTo>
                  <a:pt x="320100" y="128696"/>
                  <a:pt x="321552" y="131055"/>
                  <a:pt x="323327" y="131062"/>
                </a:cubicBezTo>
                <a:cubicBezTo>
                  <a:pt x="338940" y="131129"/>
                  <a:pt x="408862" y="133762"/>
                  <a:pt x="409403" y="134303"/>
                </a:cubicBezTo>
                <a:cubicBezTo>
                  <a:pt x="409786" y="134687"/>
                  <a:pt x="404937" y="149230"/>
                  <a:pt x="398626" y="166622"/>
                </a:cubicBezTo>
                <a:lnTo>
                  <a:pt x="387152" y="198243"/>
                </a:lnTo>
                <a:lnTo>
                  <a:pt x="392348" y="208428"/>
                </a:lnTo>
                <a:cubicBezTo>
                  <a:pt x="397867" y="219247"/>
                  <a:pt x="399033" y="226562"/>
                  <a:pt x="395238" y="226562"/>
                </a:cubicBezTo>
                <a:cubicBezTo>
                  <a:pt x="393970" y="226562"/>
                  <a:pt x="392236" y="224746"/>
                  <a:pt x="391384" y="222526"/>
                </a:cubicBezTo>
                <a:cubicBezTo>
                  <a:pt x="390533" y="220307"/>
                  <a:pt x="388555" y="219282"/>
                  <a:pt x="386991" y="220249"/>
                </a:cubicBezTo>
                <a:cubicBezTo>
                  <a:pt x="385426" y="221216"/>
                  <a:pt x="380818" y="219547"/>
                  <a:pt x="376751" y="216540"/>
                </a:cubicBezTo>
                <a:cubicBezTo>
                  <a:pt x="367939" y="210026"/>
                  <a:pt x="366566" y="209821"/>
                  <a:pt x="366566" y="215027"/>
                </a:cubicBezTo>
                <a:cubicBezTo>
                  <a:pt x="366566" y="217201"/>
                  <a:pt x="368599" y="219663"/>
                  <a:pt x="371084" y="220497"/>
                </a:cubicBezTo>
                <a:cubicBezTo>
                  <a:pt x="382593" y="224364"/>
                  <a:pt x="400125" y="232833"/>
                  <a:pt x="400125" y="234526"/>
                </a:cubicBezTo>
                <a:cubicBezTo>
                  <a:pt x="400125" y="235560"/>
                  <a:pt x="392284" y="233061"/>
                  <a:pt x="382700" y="228973"/>
                </a:cubicBezTo>
                <a:cubicBezTo>
                  <a:pt x="373117" y="224884"/>
                  <a:pt x="361210" y="221490"/>
                  <a:pt x="356240" y="221430"/>
                </a:cubicBezTo>
                <a:cubicBezTo>
                  <a:pt x="344962" y="221293"/>
                  <a:pt x="338255" y="217747"/>
                  <a:pt x="344640" y="215296"/>
                </a:cubicBezTo>
                <a:cubicBezTo>
                  <a:pt x="347017" y="214384"/>
                  <a:pt x="350019" y="214291"/>
                  <a:pt x="351310" y="215089"/>
                </a:cubicBezTo>
                <a:cubicBezTo>
                  <a:pt x="352602" y="215888"/>
                  <a:pt x="353659" y="215352"/>
                  <a:pt x="353659" y="213898"/>
                </a:cubicBezTo>
                <a:cubicBezTo>
                  <a:pt x="353659" y="212444"/>
                  <a:pt x="351239" y="209960"/>
                  <a:pt x="348281" y="208377"/>
                </a:cubicBezTo>
                <a:cubicBezTo>
                  <a:pt x="344050" y="206113"/>
                  <a:pt x="341943" y="206369"/>
                  <a:pt x="338397" y="209577"/>
                </a:cubicBezTo>
                <a:cubicBezTo>
                  <a:pt x="332399" y="215006"/>
                  <a:pt x="330426" y="214717"/>
                  <a:pt x="330426" y="208411"/>
                </a:cubicBezTo>
                <a:cubicBezTo>
                  <a:pt x="330426" y="200483"/>
                  <a:pt x="323396" y="199293"/>
                  <a:pt x="317751" y="206264"/>
                </a:cubicBezTo>
                <a:cubicBezTo>
                  <a:pt x="311888" y="213504"/>
                  <a:pt x="313243" y="217088"/>
                  <a:pt x="320963" y="214760"/>
                </a:cubicBezTo>
                <a:cubicBezTo>
                  <a:pt x="324787" y="213607"/>
                  <a:pt x="325738" y="213919"/>
                  <a:pt x="323972" y="215747"/>
                </a:cubicBezTo>
                <a:cubicBezTo>
                  <a:pt x="322552" y="217218"/>
                  <a:pt x="318487" y="218951"/>
                  <a:pt x="314937" y="219599"/>
                </a:cubicBezTo>
                <a:cubicBezTo>
                  <a:pt x="311388" y="220248"/>
                  <a:pt x="314292" y="220366"/>
                  <a:pt x="321391" y="219864"/>
                </a:cubicBezTo>
                <a:cubicBezTo>
                  <a:pt x="330318" y="219231"/>
                  <a:pt x="333104" y="219713"/>
                  <a:pt x="330426" y="221426"/>
                </a:cubicBezTo>
                <a:cubicBezTo>
                  <a:pt x="328296" y="222787"/>
                  <a:pt x="319444" y="223919"/>
                  <a:pt x="310754" y="223941"/>
                </a:cubicBezTo>
                <a:cubicBezTo>
                  <a:pt x="295733" y="223979"/>
                  <a:pt x="294460" y="224490"/>
                  <a:pt x="284939" y="234304"/>
                </a:cubicBezTo>
                <a:cubicBezTo>
                  <a:pt x="279431" y="239982"/>
                  <a:pt x="272851" y="244629"/>
                  <a:pt x="270316" y="244630"/>
                </a:cubicBezTo>
                <a:cubicBezTo>
                  <a:pt x="267782" y="244631"/>
                  <a:pt x="262868" y="246493"/>
                  <a:pt x="259397" y="248767"/>
                </a:cubicBezTo>
                <a:cubicBezTo>
                  <a:pt x="255927" y="251041"/>
                  <a:pt x="248429" y="253948"/>
                  <a:pt x="242736" y="255227"/>
                </a:cubicBezTo>
                <a:cubicBezTo>
                  <a:pt x="237044" y="256506"/>
                  <a:pt x="226856" y="260940"/>
                  <a:pt x="220097" y="265079"/>
                </a:cubicBezTo>
                <a:cubicBezTo>
                  <a:pt x="213337" y="269219"/>
                  <a:pt x="203741" y="273261"/>
                  <a:pt x="198772" y="274061"/>
                </a:cubicBezTo>
                <a:cubicBezTo>
                  <a:pt x="178742" y="277289"/>
                  <a:pt x="173664" y="277501"/>
                  <a:pt x="169694" y="275279"/>
                </a:cubicBezTo>
                <a:close/>
              </a:path>
            </a:pathLst>
          </a:custGeom>
          <a:solidFill>
            <a:srgbClr val="B9B9B9"/>
          </a:solidFill>
          <a:ln w="5163" cap="flat">
            <a:noFill/>
            <a:prstDash val="solid"/>
            <a:miter/>
          </a:ln>
        </p:spPr>
        <p:txBody>
          <a:bodyPr/>
          <a:lstStyle/>
          <a:p>
            <a:endParaRPr lang="es-419" noProof="0" dirty="0"/>
          </a:p>
        </p:txBody>
      </p:sp>
      <p:sp>
        <p:nvSpPr>
          <p:cNvPr id="63" name="Forma libre: forma 62">
            <a:extLst>
              <a:ext uri="{FF2B5EF4-FFF2-40B4-BE49-F238E27FC236}">
                <a16:creationId xmlns:a16="http://schemas.microsoft.com/office/drawing/2014/main" id="{A0770986-2D9A-0707-9C4E-2F7233D62419}"/>
              </a:ext>
            </a:extLst>
          </p:cNvPr>
          <p:cNvSpPr/>
          <p:nvPr/>
        </p:nvSpPr>
        <p:spPr>
          <a:xfrm>
            <a:off x="1324915" y="2412330"/>
            <a:ext cx="357764" cy="223095"/>
          </a:xfrm>
          <a:custGeom>
            <a:avLst/>
            <a:gdLst>
              <a:gd name="csX0" fmla="*/ 310749 w 357764"/>
              <a:gd name="csY0" fmla="*/ 220821 h 223095"/>
              <a:gd name="csX1" fmla="*/ 306750 w 357764"/>
              <a:gd name="csY1" fmla="*/ 216842 h 223095"/>
              <a:gd name="csX2" fmla="*/ 298107 w 357764"/>
              <a:gd name="csY2" fmla="*/ 209508 h 223095"/>
              <a:gd name="csX3" fmla="*/ 280348 w 357764"/>
              <a:gd name="csY3" fmla="*/ 201999 h 223095"/>
              <a:gd name="csX4" fmla="*/ 262845 w 357764"/>
              <a:gd name="csY4" fmla="*/ 196313 h 223095"/>
              <a:gd name="csX5" fmla="*/ 256032 w 357764"/>
              <a:gd name="csY5" fmla="*/ 193496 h 223095"/>
              <a:gd name="csX6" fmla="*/ 242886 w 357764"/>
              <a:gd name="csY6" fmla="*/ 190679 h 223095"/>
              <a:gd name="csX7" fmla="*/ 229978 w 357764"/>
              <a:gd name="csY7" fmla="*/ 186722 h 223095"/>
              <a:gd name="csX8" fmla="*/ 220854 w 357764"/>
              <a:gd name="csY8" fmla="*/ 186091 h 223095"/>
              <a:gd name="csX9" fmla="*/ 209097 w 357764"/>
              <a:gd name="csY9" fmla="*/ 183130 h 223095"/>
              <a:gd name="csX10" fmla="*/ 214906 w 357764"/>
              <a:gd name="csY10" fmla="*/ 187877 h 223095"/>
              <a:gd name="csX11" fmla="*/ 215222 w 357764"/>
              <a:gd name="csY11" fmla="*/ 190853 h 223095"/>
              <a:gd name="csX12" fmla="*/ 206349 w 357764"/>
              <a:gd name="csY12" fmla="*/ 186954 h 223095"/>
              <a:gd name="csX13" fmla="*/ 189899 w 357764"/>
              <a:gd name="csY13" fmla="*/ 176334 h 223095"/>
              <a:gd name="csX14" fmla="*/ 172154 w 357764"/>
              <a:gd name="csY14" fmla="*/ 165667 h 223095"/>
              <a:gd name="csX15" fmla="*/ 165494 w 357764"/>
              <a:gd name="csY15" fmla="*/ 164758 h 223095"/>
              <a:gd name="csX16" fmla="*/ 154887 w 357764"/>
              <a:gd name="csY16" fmla="*/ 162867 h 223095"/>
              <a:gd name="csX17" fmla="*/ 146116 w 357764"/>
              <a:gd name="csY17" fmla="*/ 160825 h 223095"/>
              <a:gd name="csX18" fmla="*/ 117490 w 357764"/>
              <a:gd name="csY18" fmla="*/ 151278 h 223095"/>
              <a:gd name="csX19" fmla="*/ 95284 w 357764"/>
              <a:gd name="csY19" fmla="*/ 141980 h 223095"/>
              <a:gd name="csX20" fmla="*/ 92932 w 357764"/>
              <a:gd name="csY20" fmla="*/ 138216 h 223095"/>
              <a:gd name="csX21" fmla="*/ 81316 w 357764"/>
              <a:gd name="csY21" fmla="*/ 127645 h 223095"/>
              <a:gd name="csX22" fmla="*/ 69699 w 357764"/>
              <a:gd name="csY22" fmla="*/ 117508 h 223095"/>
              <a:gd name="csX23" fmla="*/ 49682 w 357764"/>
              <a:gd name="csY23" fmla="*/ 104238 h 223095"/>
              <a:gd name="csX24" fmla="*/ 33940 w 357764"/>
              <a:gd name="csY24" fmla="*/ 91155 h 223095"/>
              <a:gd name="csX25" fmla="*/ 3571 w 357764"/>
              <a:gd name="csY25" fmla="*/ 73330 h 223095"/>
              <a:gd name="csX26" fmla="*/ 0 w 357764"/>
              <a:gd name="csY26" fmla="*/ 65812 h 223095"/>
              <a:gd name="csX27" fmla="*/ 7287 w 357764"/>
              <a:gd name="csY27" fmla="*/ 53156 h 223095"/>
              <a:gd name="csX28" fmla="*/ 18044 w 357764"/>
              <a:gd name="csY28" fmla="*/ 33495 h 223095"/>
              <a:gd name="csX29" fmla="*/ 19421 w 357764"/>
              <a:gd name="csY29" fmla="*/ 20586 h 223095"/>
              <a:gd name="csX30" fmla="*/ 43911 w 357764"/>
              <a:gd name="csY30" fmla="*/ 20678 h 223095"/>
              <a:gd name="csX31" fmla="*/ 60045 w 357764"/>
              <a:gd name="csY31" fmla="*/ 24079 h 223095"/>
              <a:gd name="csX32" fmla="*/ 132045 w 357764"/>
              <a:gd name="csY32" fmla="*/ 29780 h 223095"/>
              <a:gd name="csX33" fmla="*/ 140624 w 357764"/>
              <a:gd name="csY33" fmla="*/ 26018 h 223095"/>
              <a:gd name="csX34" fmla="*/ 141619 w 357764"/>
              <a:gd name="csY34" fmla="*/ 13502 h 223095"/>
              <a:gd name="csX35" fmla="*/ 147260 w 357764"/>
              <a:gd name="csY35" fmla="*/ 0 h 223095"/>
              <a:gd name="csX36" fmla="*/ 157468 w 357764"/>
              <a:gd name="csY36" fmla="*/ 24790 h 223095"/>
              <a:gd name="csX37" fmla="*/ 164323 w 357764"/>
              <a:gd name="csY37" fmla="*/ 32600 h 223095"/>
              <a:gd name="csX38" fmla="*/ 177876 w 357764"/>
              <a:gd name="csY38" fmla="*/ 26172 h 223095"/>
              <a:gd name="csX39" fmla="*/ 195232 w 357764"/>
              <a:gd name="csY39" fmla="*/ 18047 h 223095"/>
              <a:gd name="csX40" fmla="*/ 208905 w 357764"/>
              <a:gd name="csY40" fmla="*/ 10791 h 223095"/>
              <a:gd name="csX41" fmla="*/ 219887 w 357764"/>
              <a:gd name="csY41" fmla="*/ 4680 h 223095"/>
              <a:gd name="csX42" fmla="*/ 238661 w 357764"/>
              <a:gd name="csY42" fmla="*/ 20265 h 223095"/>
              <a:gd name="csX43" fmla="*/ 254397 w 357764"/>
              <a:gd name="csY43" fmla="*/ 25712 h 223095"/>
              <a:gd name="csX44" fmla="*/ 258145 w 357764"/>
              <a:gd name="csY44" fmla="*/ 24934 h 223095"/>
              <a:gd name="csX45" fmla="*/ 286337 w 357764"/>
              <a:gd name="csY45" fmla="*/ 54210 h 223095"/>
              <a:gd name="csX46" fmla="*/ 292234 w 357764"/>
              <a:gd name="csY46" fmla="*/ 58728 h 223095"/>
              <a:gd name="csX47" fmla="*/ 311147 w 357764"/>
              <a:gd name="csY47" fmla="*/ 69699 h 223095"/>
              <a:gd name="csX48" fmla="*/ 321808 w 357764"/>
              <a:gd name="csY48" fmla="*/ 76335 h 223095"/>
              <a:gd name="csX49" fmla="*/ 326980 w 357764"/>
              <a:gd name="csY49" fmla="*/ 102795 h 223095"/>
              <a:gd name="csX50" fmla="*/ 329261 w 357764"/>
              <a:gd name="csY50" fmla="*/ 127630 h 223095"/>
              <a:gd name="csX51" fmla="*/ 333007 w 357764"/>
              <a:gd name="csY51" fmla="*/ 137310 h 223095"/>
              <a:gd name="csX52" fmla="*/ 335120 w 357764"/>
              <a:gd name="csY52" fmla="*/ 141980 h 223095"/>
              <a:gd name="csX53" fmla="*/ 346410 w 357764"/>
              <a:gd name="csY53" fmla="*/ 150369 h 223095"/>
              <a:gd name="csX54" fmla="*/ 357125 w 357764"/>
              <a:gd name="csY54" fmla="*/ 170794 h 223095"/>
              <a:gd name="csX55" fmla="*/ 348644 w 357764"/>
              <a:gd name="csY55" fmla="*/ 191877 h 223095"/>
              <a:gd name="csX56" fmla="*/ 333236 w 357764"/>
              <a:gd name="csY56" fmla="*/ 203812 h 223095"/>
              <a:gd name="csX57" fmla="*/ 327844 w 357764"/>
              <a:gd name="csY57" fmla="*/ 209994 h 223095"/>
              <a:gd name="csX58" fmla="*/ 320060 w 357764"/>
              <a:gd name="csY58" fmla="*/ 219045 h 223095"/>
              <a:gd name="csX59" fmla="*/ 310749 w 357764"/>
              <a:gd name="csY59" fmla="*/ 220821 h 2230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Lst>
            <a:rect l="l" t="t" r="r" b="b"/>
            <a:pathLst>
              <a:path w="357764" h="223095">
                <a:moveTo>
                  <a:pt x="310749" y="220821"/>
                </a:moveTo>
                <a:cubicBezTo>
                  <a:pt x="309909" y="218632"/>
                  <a:pt x="308109" y="216842"/>
                  <a:pt x="306750" y="216842"/>
                </a:cubicBezTo>
                <a:cubicBezTo>
                  <a:pt x="305390" y="216842"/>
                  <a:pt x="301501" y="213542"/>
                  <a:pt x="298107" y="209508"/>
                </a:cubicBezTo>
                <a:cubicBezTo>
                  <a:pt x="293077" y="203531"/>
                  <a:pt x="289793" y="202142"/>
                  <a:pt x="280348" y="201999"/>
                </a:cubicBezTo>
                <a:cubicBezTo>
                  <a:pt x="272259" y="201877"/>
                  <a:pt x="266975" y="200160"/>
                  <a:pt x="262845" y="196313"/>
                </a:cubicBezTo>
                <a:cubicBezTo>
                  <a:pt x="259591" y="193282"/>
                  <a:pt x="256525" y="192014"/>
                  <a:pt x="256032" y="193496"/>
                </a:cubicBezTo>
                <a:cubicBezTo>
                  <a:pt x="254564" y="197900"/>
                  <a:pt x="248378" y="196574"/>
                  <a:pt x="242886" y="190679"/>
                </a:cubicBezTo>
                <a:cubicBezTo>
                  <a:pt x="238972" y="186478"/>
                  <a:pt x="235903" y="185537"/>
                  <a:pt x="229978" y="186722"/>
                </a:cubicBezTo>
                <a:cubicBezTo>
                  <a:pt x="225703" y="187577"/>
                  <a:pt x="221597" y="187293"/>
                  <a:pt x="220854" y="186091"/>
                </a:cubicBezTo>
                <a:cubicBezTo>
                  <a:pt x="219048" y="183170"/>
                  <a:pt x="209097" y="180663"/>
                  <a:pt x="209097" y="183130"/>
                </a:cubicBezTo>
                <a:cubicBezTo>
                  <a:pt x="209097" y="184200"/>
                  <a:pt x="211711" y="186336"/>
                  <a:pt x="214906" y="187877"/>
                </a:cubicBezTo>
                <a:cubicBezTo>
                  <a:pt x="220644" y="190644"/>
                  <a:pt x="220647" y="190680"/>
                  <a:pt x="215222" y="190853"/>
                </a:cubicBezTo>
                <a:cubicBezTo>
                  <a:pt x="212201" y="190949"/>
                  <a:pt x="208208" y="189194"/>
                  <a:pt x="206349" y="186954"/>
                </a:cubicBezTo>
                <a:cubicBezTo>
                  <a:pt x="204489" y="184713"/>
                  <a:pt x="197087" y="179934"/>
                  <a:pt x="189899" y="176334"/>
                </a:cubicBezTo>
                <a:cubicBezTo>
                  <a:pt x="182711" y="172733"/>
                  <a:pt x="174726" y="167933"/>
                  <a:pt x="172154" y="165667"/>
                </a:cubicBezTo>
                <a:cubicBezTo>
                  <a:pt x="168546" y="162487"/>
                  <a:pt x="167026" y="162279"/>
                  <a:pt x="165494" y="164758"/>
                </a:cubicBezTo>
                <a:cubicBezTo>
                  <a:pt x="163542" y="167916"/>
                  <a:pt x="154887" y="166373"/>
                  <a:pt x="154887" y="162867"/>
                </a:cubicBezTo>
                <a:cubicBezTo>
                  <a:pt x="154887" y="161880"/>
                  <a:pt x="150940" y="160961"/>
                  <a:pt x="146116" y="160825"/>
                </a:cubicBezTo>
                <a:cubicBezTo>
                  <a:pt x="141292" y="160688"/>
                  <a:pt x="128410" y="156392"/>
                  <a:pt x="117490" y="151278"/>
                </a:cubicBezTo>
                <a:cubicBezTo>
                  <a:pt x="106570" y="146164"/>
                  <a:pt x="96577" y="141980"/>
                  <a:pt x="95284" y="141980"/>
                </a:cubicBezTo>
                <a:cubicBezTo>
                  <a:pt x="93990" y="141980"/>
                  <a:pt x="92932" y="140286"/>
                  <a:pt x="92932" y="138216"/>
                </a:cubicBezTo>
                <a:cubicBezTo>
                  <a:pt x="92932" y="136147"/>
                  <a:pt x="87705" y="131390"/>
                  <a:pt x="81316" y="127645"/>
                </a:cubicBezTo>
                <a:cubicBezTo>
                  <a:pt x="74927" y="123901"/>
                  <a:pt x="69699" y="119339"/>
                  <a:pt x="69699" y="117508"/>
                </a:cubicBezTo>
                <a:cubicBezTo>
                  <a:pt x="69699" y="113290"/>
                  <a:pt x="58936" y="106155"/>
                  <a:pt x="49682" y="104238"/>
                </a:cubicBezTo>
                <a:cubicBezTo>
                  <a:pt x="45282" y="103326"/>
                  <a:pt x="39312" y="98365"/>
                  <a:pt x="33940" y="91155"/>
                </a:cubicBezTo>
                <a:cubicBezTo>
                  <a:pt x="25287" y="79543"/>
                  <a:pt x="10302" y="70747"/>
                  <a:pt x="3571" y="73330"/>
                </a:cubicBezTo>
                <a:cubicBezTo>
                  <a:pt x="957" y="74333"/>
                  <a:pt x="0" y="72319"/>
                  <a:pt x="0" y="65812"/>
                </a:cubicBezTo>
                <a:cubicBezTo>
                  <a:pt x="0" y="58672"/>
                  <a:pt x="1433" y="56184"/>
                  <a:pt x="7287" y="53156"/>
                </a:cubicBezTo>
                <a:cubicBezTo>
                  <a:pt x="19411" y="46887"/>
                  <a:pt x="21790" y="42538"/>
                  <a:pt x="18044" y="33495"/>
                </a:cubicBezTo>
                <a:cubicBezTo>
                  <a:pt x="15244" y="26735"/>
                  <a:pt x="15429" y="24996"/>
                  <a:pt x="19421" y="20586"/>
                </a:cubicBezTo>
                <a:cubicBezTo>
                  <a:pt x="25368" y="14014"/>
                  <a:pt x="37292" y="14059"/>
                  <a:pt x="43911" y="20678"/>
                </a:cubicBezTo>
                <a:cubicBezTo>
                  <a:pt x="48190" y="24957"/>
                  <a:pt x="51021" y="25553"/>
                  <a:pt x="60045" y="24079"/>
                </a:cubicBezTo>
                <a:cubicBezTo>
                  <a:pt x="79921" y="20832"/>
                  <a:pt x="103607" y="22707"/>
                  <a:pt x="132045" y="29780"/>
                </a:cubicBezTo>
                <a:cubicBezTo>
                  <a:pt x="137569" y="31154"/>
                  <a:pt x="139225" y="30428"/>
                  <a:pt x="140624" y="26018"/>
                </a:cubicBezTo>
                <a:cubicBezTo>
                  <a:pt x="141578" y="23013"/>
                  <a:pt x="142026" y="17381"/>
                  <a:pt x="141619" y="13502"/>
                </a:cubicBezTo>
                <a:cubicBezTo>
                  <a:pt x="140830" y="5985"/>
                  <a:pt x="143331" y="0"/>
                  <a:pt x="147260" y="0"/>
                </a:cubicBezTo>
                <a:cubicBezTo>
                  <a:pt x="150433" y="0"/>
                  <a:pt x="157468" y="17085"/>
                  <a:pt x="157468" y="24790"/>
                </a:cubicBezTo>
                <a:cubicBezTo>
                  <a:pt x="157468" y="29227"/>
                  <a:pt x="159328" y="31346"/>
                  <a:pt x="164323" y="32600"/>
                </a:cubicBezTo>
                <a:cubicBezTo>
                  <a:pt x="169965" y="34015"/>
                  <a:pt x="172364" y="32878"/>
                  <a:pt x="177876" y="26172"/>
                </a:cubicBezTo>
                <a:cubicBezTo>
                  <a:pt x="183430" y="19415"/>
                  <a:pt x="186393" y="18028"/>
                  <a:pt x="195232" y="18047"/>
                </a:cubicBezTo>
                <a:cubicBezTo>
                  <a:pt x="204499" y="18067"/>
                  <a:pt x="206283" y="17120"/>
                  <a:pt x="208905" y="10791"/>
                </a:cubicBezTo>
                <a:cubicBezTo>
                  <a:pt x="211484" y="4565"/>
                  <a:pt x="213074" y="3680"/>
                  <a:pt x="219887" y="4680"/>
                </a:cubicBezTo>
                <a:cubicBezTo>
                  <a:pt x="228665" y="5969"/>
                  <a:pt x="236077" y="12121"/>
                  <a:pt x="238661" y="20265"/>
                </a:cubicBezTo>
                <a:cubicBezTo>
                  <a:pt x="240752" y="26852"/>
                  <a:pt x="249411" y="29849"/>
                  <a:pt x="254397" y="25712"/>
                </a:cubicBezTo>
                <a:cubicBezTo>
                  <a:pt x="256458" y="24001"/>
                  <a:pt x="258145" y="23651"/>
                  <a:pt x="258145" y="24934"/>
                </a:cubicBezTo>
                <a:cubicBezTo>
                  <a:pt x="258145" y="28142"/>
                  <a:pt x="283247" y="54210"/>
                  <a:pt x="286337" y="54210"/>
                </a:cubicBezTo>
                <a:cubicBezTo>
                  <a:pt x="287708" y="54210"/>
                  <a:pt x="290362" y="56243"/>
                  <a:pt x="292234" y="58728"/>
                </a:cubicBezTo>
                <a:cubicBezTo>
                  <a:pt x="296425" y="64288"/>
                  <a:pt x="305753" y="69699"/>
                  <a:pt x="311147" y="69699"/>
                </a:cubicBezTo>
                <a:cubicBezTo>
                  <a:pt x="313361" y="69699"/>
                  <a:pt x="318158" y="72685"/>
                  <a:pt x="321808" y="76335"/>
                </a:cubicBezTo>
                <a:cubicBezTo>
                  <a:pt x="328098" y="82626"/>
                  <a:pt x="328367" y="84002"/>
                  <a:pt x="326980" y="102795"/>
                </a:cubicBezTo>
                <a:cubicBezTo>
                  <a:pt x="325865" y="117888"/>
                  <a:pt x="326410" y="123815"/>
                  <a:pt x="329261" y="127630"/>
                </a:cubicBezTo>
                <a:cubicBezTo>
                  <a:pt x="331322" y="130386"/>
                  <a:pt x="333007" y="134742"/>
                  <a:pt x="333007" y="137310"/>
                </a:cubicBezTo>
                <a:cubicBezTo>
                  <a:pt x="333007" y="139879"/>
                  <a:pt x="333958" y="141980"/>
                  <a:pt x="335120" y="141980"/>
                </a:cubicBezTo>
                <a:cubicBezTo>
                  <a:pt x="336282" y="141980"/>
                  <a:pt x="341362" y="145755"/>
                  <a:pt x="346410" y="150369"/>
                </a:cubicBezTo>
                <a:cubicBezTo>
                  <a:pt x="353607" y="156948"/>
                  <a:pt x="355920" y="161358"/>
                  <a:pt x="357125" y="170794"/>
                </a:cubicBezTo>
                <a:cubicBezTo>
                  <a:pt x="358591" y="182285"/>
                  <a:pt x="358209" y="183236"/>
                  <a:pt x="348644" y="191877"/>
                </a:cubicBezTo>
                <a:cubicBezTo>
                  <a:pt x="343134" y="196855"/>
                  <a:pt x="336201" y="202226"/>
                  <a:pt x="333236" y="203812"/>
                </a:cubicBezTo>
                <a:cubicBezTo>
                  <a:pt x="330270" y="205399"/>
                  <a:pt x="327844" y="208181"/>
                  <a:pt x="327844" y="209994"/>
                </a:cubicBezTo>
                <a:cubicBezTo>
                  <a:pt x="327844" y="211806"/>
                  <a:pt x="324341" y="215879"/>
                  <a:pt x="320060" y="219045"/>
                </a:cubicBezTo>
                <a:cubicBezTo>
                  <a:pt x="313416" y="223957"/>
                  <a:pt x="312052" y="224217"/>
                  <a:pt x="310749" y="220821"/>
                </a:cubicBezTo>
                <a:close/>
              </a:path>
            </a:pathLst>
          </a:custGeom>
          <a:solidFill>
            <a:srgbClr val="B9B9B9"/>
          </a:solidFill>
          <a:ln w="5163" cap="flat">
            <a:noFill/>
            <a:prstDash val="solid"/>
            <a:miter/>
          </a:ln>
        </p:spPr>
        <p:txBody>
          <a:bodyPr/>
          <a:lstStyle/>
          <a:p>
            <a:endParaRPr lang="es-419" noProof="0" dirty="0"/>
          </a:p>
        </p:txBody>
      </p:sp>
      <p:sp>
        <p:nvSpPr>
          <p:cNvPr id="64" name="Forma libre: forma 63">
            <a:extLst>
              <a:ext uri="{FF2B5EF4-FFF2-40B4-BE49-F238E27FC236}">
                <a16:creationId xmlns:a16="http://schemas.microsoft.com/office/drawing/2014/main" id="{2B4139B1-D361-C3BB-9648-71308FC5B023}"/>
              </a:ext>
            </a:extLst>
          </p:cNvPr>
          <p:cNvSpPr/>
          <p:nvPr/>
        </p:nvSpPr>
        <p:spPr>
          <a:xfrm>
            <a:off x="2030531" y="2394260"/>
            <a:ext cx="276109" cy="131653"/>
          </a:xfrm>
          <a:custGeom>
            <a:avLst/>
            <a:gdLst>
              <a:gd name="csX0" fmla="*/ 240916 w 276109"/>
              <a:gd name="csY0" fmla="*/ 129933 h 131653"/>
              <a:gd name="csX1" fmla="*/ 239195 w 276109"/>
              <a:gd name="csY1" fmla="*/ 124013 h 131653"/>
              <a:gd name="csX2" fmla="*/ 228223 w 276109"/>
              <a:gd name="csY2" fmla="*/ 115744 h 131653"/>
              <a:gd name="csX3" fmla="*/ 217897 w 276109"/>
              <a:gd name="csY3" fmla="*/ 106005 h 131653"/>
              <a:gd name="csX4" fmla="*/ 210063 w 276109"/>
              <a:gd name="csY4" fmla="*/ 90246 h 131653"/>
              <a:gd name="csX5" fmla="*/ 197989 w 276109"/>
              <a:gd name="csY5" fmla="*/ 82502 h 131653"/>
              <a:gd name="csX6" fmla="*/ 171181 w 276109"/>
              <a:gd name="csY6" fmla="*/ 78639 h 131653"/>
              <a:gd name="csX7" fmla="*/ 162540 w 276109"/>
              <a:gd name="csY7" fmla="*/ 80766 h 131653"/>
              <a:gd name="csX8" fmla="*/ 140024 w 276109"/>
              <a:gd name="csY8" fmla="*/ 103258 h 131653"/>
              <a:gd name="csX9" fmla="*/ 121107 w 276109"/>
              <a:gd name="csY9" fmla="*/ 123910 h 131653"/>
              <a:gd name="csX10" fmla="*/ 115285 w 276109"/>
              <a:gd name="csY10" fmla="*/ 120037 h 131653"/>
              <a:gd name="csX11" fmla="*/ 106086 w 276109"/>
              <a:gd name="csY11" fmla="*/ 116165 h 131653"/>
              <a:gd name="csX12" fmla="*/ 95488 w 276109"/>
              <a:gd name="csY12" fmla="*/ 97511 h 131653"/>
              <a:gd name="csX13" fmla="*/ 74161 w 276109"/>
              <a:gd name="csY13" fmla="*/ 72281 h 131653"/>
              <a:gd name="csX14" fmla="*/ 62180 w 276109"/>
              <a:gd name="csY14" fmla="*/ 80383 h 131653"/>
              <a:gd name="csX15" fmla="*/ 59403 w 276109"/>
              <a:gd name="csY15" fmla="*/ 95543 h 131653"/>
              <a:gd name="csX16" fmla="*/ 54777 w 276109"/>
              <a:gd name="csY16" fmla="*/ 108274 h 131653"/>
              <a:gd name="csX17" fmla="*/ 46950 w 276109"/>
              <a:gd name="csY17" fmla="*/ 122154 h 131653"/>
              <a:gd name="csX18" fmla="*/ 45160 w 276109"/>
              <a:gd name="csY18" fmla="*/ 130363 h 131653"/>
              <a:gd name="csX19" fmla="*/ 42524 w 276109"/>
              <a:gd name="csY19" fmla="*/ 123910 h 131653"/>
              <a:gd name="csX20" fmla="*/ 27585 w 276109"/>
              <a:gd name="csY20" fmla="*/ 101648 h 131653"/>
              <a:gd name="csX21" fmla="*/ 3541 w 276109"/>
              <a:gd name="csY21" fmla="*/ 71617 h 131653"/>
              <a:gd name="csX22" fmla="*/ 489 w 276109"/>
              <a:gd name="csY22" fmla="*/ 57859 h 131653"/>
              <a:gd name="csX23" fmla="*/ 5896 w 276109"/>
              <a:gd name="csY23" fmla="*/ 47783 h 131653"/>
              <a:gd name="csX24" fmla="*/ 14046 w 276109"/>
              <a:gd name="csY24" fmla="*/ 46070 h 131653"/>
              <a:gd name="csX25" fmla="*/ 24934 w 276109"/>
              <a:gd name="csY25" fmla="*/ 43885 h 131653"/>
              <a:gd name="csX26" fmla="*/ 35503 w 276109"/>
              <a:gd name="csY26" fmla="*/ 38722 h 131653"/>
              <a:gd name="csX27" fmla="*/ 41946 w 276109"/>
              <a:gd name="csY27" fmla="*/ 35764 h 131653"/>
              <a:gd name="csX28" fmla="*/ 25819 w 276109"/>
              <a:gd name="csY28" fmla="*/ 37615 h 131653"/>
              <a:gd name="csX29" fmla="*/ 26045 w 276109"/>
              <a:gd name="csY29" fmla="*/ 35947 h 131653"/>
              <a:gd name="csX30" fmla="*/ 73982 w 276109"/>
              <a:gd name="csY30" fmla="*/ 25857 h 131653"/>
              <a:gd name="csX31" fmla="*/ 76916 w 276109"/>
              <a:gd name="csY31" fmla="*/ 28123 h 131653"/>
              <a:gd name="csX32" fmla="*/ 76893 w 276109"/>
              <a:gd name="csY32" fmla="*/ 31518 h 131653"/>
              <a:gd name="csX33" fmla="*/ 83755 w 276109"/>
              <a:gd name="csY33" fmla="*/ 29317 h 131653"/>
              <a:gd name="csX34" fmla="*/ 96686 w 276109"/>
              <a:gd name="csY34" fmla="*/ 23336 h 131653"/>
              <a:gd name="csX35" fmla="*/ 114106 w 276109"/>
              <a:gd name="csY35" fmla="*/ 13587 h 131653"/>
              <a:gd name="csX36" fmla="*/ 134447 w 276109"/>
              <a:gd name="csY36" fmla="*/ 0 h 131653"/>
              <a:gd name="csX37" fmla="*/ 136418 w 276109"/>
              <a:gd name="csY37" fmla="*/ 8390 h 131653"/>
              <a:gd name="csX38" fmla="*/ 147553 w 276109"/>
              <a:gd name="csY38" fmla="*/ 17557 h 131653"/>
              <a:gd name="csX39" fmla="*/ 164372 w 276109"/>
              <a:gd name="csY39" fmla="*/ 37279 h 131653"/>
              <a:gd name="csX40" fmla="*/ 179001 w 276109"/>
              <a:gd name="csY40" fmla="*/ 58990 h 131653"/>
              <a:gd name="csX41" fmla="*/ 191415 w 276109"/>
              <a:gd name="csY41" fmla="*/ 67081 h 131653"/>
              <a:gd name="csX42" fmla="*/ 215539 w 276109"/>
              <a:gd name="csY42" fmla="*/ 67434 h 131653"/>
              <a:gd name="csX43" fmla="*/ 218120 w 276109"/>
              <a:gd name="csY43" fmla="*/ 59084 h 131653"/>
              <a:gd name="csX44" fmla="*/ 224155 w 276109"/>
              <a:gd name="csY44" fmla="*/ 52122 h 131653"/>
              <a:gd name="csX45" fmla="*/ 241477 w 276109"/>
              <a:gd name="csY45" fmla="*/ 56639 h 131653"/>
              <a:gd name="csX46" fmla="*/ 260758 w 276109"/>
              <a:gd name="csY46" fmla="*/ 61955 h 131653"/>
              <a:gd name="csX47" fmla="*/ 271115 w 276109"/>
              <a:gd name="csY47" fmla="*/ 65853 h 131653"/>
              <a:gd name="csX48" fmla="*/ 274360 w 276109"/>
              <a:gd name="csY48" fmla="*/ 100702 h 131653"/>
              <a:gd name="csX49" fmla="*/ 276110 w 276109"/>
              <a:gd name="csY49" fmla="*/ 131654 h 131653"/>
              <a:gd name="csX50" fmla="*/ 259373 w 276109"/>
              <a:gd name="csY50" fmla="*/ 131654 h 131653"/>
              <a:gd name="csX51" fmla="*/ 240916 w 276109"/>
              <a:gd name="csY51" fmla="*/ 129933 h 1316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Lst>
            <a:rect l="l" t="t" r="r" b="b"/>
            <a:pathLst>
              <a:path w="276109" h="131653">
                <a:moveTo>
                  <a:pt x="240916" y="129933"/>
                </a:moveTo>
                <a:cubicBezTo>
                  <a:pt x="239969" y="128986"/>
                  <a:pt x="239195" y="126322"/>
                  <a:pt x="239195" y="124013"/>
                </a:cubicBezTo>
                <a:cubicBezTo>
                  <a:pt x="239195" y="121432"/>
                  <a:pt x="234966" y="118245"/>
                  <a:pt x="228223" y="115744"/>
                </a:cubicBezTo>
                <a:cubicBezTo>
                  <a:pt x="219440" y="112485"/>
                  <a:pt x="217381" y="110543"/>
                  <a:pt x="217897" y="106005"/>
                </a:cubicBezTo>
                <a:cubicBezTo>
                  <a:pt x="218682" y="99107"/>
                  <a:pt x="214348" y="90389"/>
                  <a:pt x="210063" y="90246"/>
                </a:cubicBezTo>
                <a:cubicBezTo>
                  <a:pt x="208338" y="90188"/>
                  <a:pt x="202905" y="86703"/>
                  <a:pt x="197989" y="82502"/>
                </a:cubicBezTo>
                <a:cubicBezTo>
                  <a:pt x="188345" y="74258"/>
                  <a:pt x="178782" y="72880"/>
                  <a:pt x="171181" y="78639"/>
                </a:cubicBezTo>
                <a:cubicBezTo>
                  <a:pt x="168558" y="80626"/>
                  <a:pt x="164670" y="81583"/>
                  <a:pt x="162540" y="80766"/>
                </a:cubicBezTo>
                <a:cubicBezTo>
                  <a:pt x="158541" y="79232"/>
                  <a:pt x="151258" y="86508"/>
                  <a:pt x="140024" y="103258"/>
                </a:cubicBezTo>
                <a:cubicBezTo>
                  <a:pt x="131601" y="115819"/>
                  <a:pt x="124189" y="123910"/>
                  <a:pt x="121107" y="123910"/>
                </a:cubicBezTo>
                <a:cubicBezTo>
                  <a:pt x="119672" y="123910"/>
                  <a:pt x="117052" y="122167"/>
                  <a:pt x="115285" y="120037"/>
                </a:cubicBezTo>
                <a:cubicBezTo>
                  <a:pt x="113517" y="117908"/>
                  <a:pt x="109378" y="116165"/>
                  <a:pt x="106086" y="116165"/>
                </a:cubicBezTo>
                <a:cubicBezTo>
                  <a:pt x="98470" y="116165"/>
                  <a:pt x="97317" y="114137"/>
                  <a:pt x="95488" y="97511"/>
                </a:cubicBezTo>
                <a:cubicBezTo>
                  <a:pt x="93708" y="81325"/>
                  <a:pt x="86063" y="72281"/>
                  <a:pt x="74161" y="72281"/>
                </a:cubicBezTo>
                <a:cubicBezTo>
                  <a:pt x="68039" y="72281"/>
                  <a:pt x="65473" y="74016"/>
                  <a:pt x="62180" y="80383"/>
                </a:cubicBezTo>
                <a:cubicBezTo>
                  <a:pt x="59748" y="85087"/>
                  <a:pt x="58583" y="91445"/>
                  <a:pt x="59403" y="95543"/>
                </a:cubicBezTo>
                <a:cubicBezTo>
                  <a:pt x="60452" y="100790"/>
                  <a:pt x="59265" y="104058"/>
                  <a:pt x="54777" y="108274"/>
                </a:cubicBezTo>
                <a:cubicBezTo>
                  <a:pt x="51457" y="111393"/>
                  <a:pt x="47935" y="117640"/>
                  <a:pt x="46950" y="122154"/>
                </a:cubicBezTo>
                <a:lnTo>
                  <a:pt x="45160" y="130363"/>
                </a:lnTo>
                <a:lnTo>
                  <a:pt x="42524" y="123910"/>
                </a:lnTo>
                <a:cubicBezTo>
                  <a:pt x="37073" y="110563"/>
                  <a:pt x="32979" y="104462"/>
                  <a:pt x="27585" y="101648"/>
                </a:cubicBezTo>
                <a:cubicBezTo>
                  <a:pt x="17943" y="96616"/>
                  <a:pt x="4895" y="80319"/>
                  <a:pt x="3541" y="71617"/>
                </a:cubicBezTo>
                <a:cubicBezTo>
                  <a:pt x="2825" y="67013"/>
                  <a:pt x="1452" y="60822"/>
                  <a:pt x="489" y="57859"/>
                </a:cubicBezTo>
                <a:cubicBezTo>
                  <a:pt x="-848" y="53746"/>
                  <a:pt x="431" y="51364"/>
                  <a:pt x="5896" y="47783"/>
                </a:cubicBezTo>
                <a:cubicBezTo>
                  <a:pt x="10761" y="44595"/>
                  <a:pt x="13372" y="44047"/>
                  <a:pt x="14046" y="46070"/>
                </a:cubicBezTo>
                <a:cubicBezTo>
                  <a:pt x="15462" y="50316"/>
                  <a:pt x="18138" y="49779"/>
                  <a:pt x="24934" y="43885"/>
                </a:cubicBezTo>
                <a:cubicBezTo>
                  <a:pt x="28208" y="41045"/>
                  <a:pt x="32964" y="38722"/>
                  <a:pt x="35503" y="38722"/>
                </a:cubicBezTo>
                <a:cubicBezTo>
                  <a:pt x="38041" y="38722"/>
                  <a:pt x="40941" y="37391"/>
                  <a:pt x="41946" y="35764"/>
                </a:cubicBezTo>
                <a:cubicBezTo>
                  <a:pt x="43722" y="32890"/>
                  <a:pt x="39180" y="33412"/>
                  <a:pt x="25819" y="37615"/>
                </a:cubicBezTo>
                <a:cubicBezTo>
                  <a:pt x="21516" y="38969"/>
                  <a:pt x="21538" y="38810"/>
                  <a:pt x="26045" y="35947"/>
                </a:cubicBezTo>
                <a:cubicBezTo>
                  <a:pt x="31416" y="32535"/>
                  <a:pt x="63427" y="25797"/>
                  <a:pt x="73982" y="25857"/>
                </a:cubicBezTo>
                <a:cubicBezTo>
                  <a:pt x="78607" y="25883"/>
                  <a:pt x="79439" y="26525"/>
                  <a:pt x="76916" y="28123"/>
                </a:cubicBezTo>
                <a:cubicBezTo>
                  <a:pt x="73965" y="29993"/>
                  <a:pt x="73961" y="30540"/>
                  <a:pt x="76893" y="31518"/>
                </a:cubicBezTo>
                <a:cubicBezTo>
                  <a:pt x="78816" y="32159"/>
                  <a:pt x="81904" y="31168"/>
                  <a:pt x="83755" y="29317"/>
                </a:cubicBezTo>
                <a:cubicBezTo>
                  <a:pt x="85607" y="27466"/>
                  <a:pt x="91425" y="24774"/>
                  <a:pt x="96686" y="23336"/>
                </a:cubicBezTo>
                <a:cubicBezTo>
                  <a:pt x="101946" y="21898"/>
                  <a:pt x="109785" y="17511"/>
                  <a:pt x="114106" y="13587"/>
                </a:cubicBezTo>
                <a:cubicBezTo>
                  <a:pt x="121455" y="6915"/>
                  <a:pt x="131807" y="0"/>
                  <a:pt x="134447" y="0"/>
                </a:cubicBezTo>
                <a:cubicBezTo>
                  <a:pt x="135087" y="0"/>
                  <a:pt x="135973" y="3775"/>
                  <a:pt x="136418" y="8390"/>
                </a:cubicBezTo>
                <a:cubicBezTo>
                  <a:pt x="137168" y="16168"/>
                  <a:pt x="137980" y="16836"/>
                  <a:pt x="147553" y="17557"/>
                </a:cubicBezTo>
                <a:cubicBezTo>
                  <a:pt x="160105" y="18501"/>
                  <a:pt x="164320" y="23444"/>
                  <a:pt x="164372" y="37279"/>
                </a:cubicBezTo>
                <a:cubicBezTo>
                  <a:pt x="164422" y="50382"/>
                  <a:pt x="165667" y="52231"/>
                  <a:pt x="179001" y="58990"/>
                </a:cubicBezTo>
                <a:cubicBezTo>
                  <a:pt x="184939" y="62000"/>
                  <a:pt x="190525" y="65641"/>
                  <a:pt x="191415" y="67081"/>
                </a:cubicBezTo>
                <a:cubicBezTo>
                  <a:pt x="193368" y="70242"/>
                  <a:pt x="210709" y="70495"/>
                  <a:pt x="215539" y="67434"/>
                </a:cubicBezTo>
                <a:cubicBezTo>
                  <a:pt x="217436" y="66231"/>
                  <a:pt x="218597" y="62474"/>
                  <a:pt x="218120" y="59084"/>
                </a:cubicBezTo>
                <a:cubicBezTo>
                  <a:pt x="217412" y="54054"/>
                  <a:pt x="218522" y="52773"/>
                  <a:pt x="224155" y="52122"/>
                </a:cubicBezTo>
                <a:cubicBezTo>
                  <a:pt x="227952" y="51683"/>
                  <a:pt x="235747" y="53716"/>
                  <a:pt x="241477" y="56639"/>
                </a:cubicBezTo>
                <a:cubicBezTo>
                  <a:pt x="247208" y="59563"/>
                  <a:pt x="255884" y="61955"/>
                  <a:pt x="260758" y="61955"/>
                </a:cubicBezTo>
                <a:cubicBezTo>
                  <a:pt x="266280" y="61955"/>
                  <a:pt x="270184" y="63424"/>
                  <a:pt x="271115" y="65853"/>
                </a:cubicBezTo>
                <a:cubicBezTo>
                  <a:pt x="271938" y="67996"/>
                  <a:pt x="273398" y="83679"/>
                  <a:pt x="274360" y="100702"/>
                </a:cubicBezTo>
                <a:lnTo>
                  <a:pt x="276110" y="131654"/>
                </a:lnTo>
                <a:lnTo>
                  <a:pt x="259373" y="131654"/>
                </a:lnTo>
                <a:cubicBezTo>
                  <a:pt x="250168" y="131654"/>
                  <a:pt x="241862" y="130880"/>
                  <a:pt x="240916" y="129933"/>
                </a:cubicBezTo>
                <a:close/>
              </a:path>
            </a:pathLst>
          </a:custGeom>
          <a:solidFill>
            <a:srgbClr val="B9B9B9"/>
          </a:solidFill>
          <a:ln w="5163" cap="flat">
            <a:noFill/>
            <a:prstDash val="solid"/>
            <a:miter/>
          </a:ln>
        </p:spPr>
        <p:txBody>
          <a:bodyPr/>
          <a:lstStyle/>
          <a:p>
            <a:endParaRPr lang="es-419" noProof="0" dirty="0"/>
          </a:p>
        </p:txBody>
      </p:sp>
      <p:sp>
        <p:nvSpPr>
          <p:cNvPr id="65" name="Forma libre: forma 64">
            <a:extLst>
              <a:ext uri="{FF2B5EF4-FFF2-40B4-BE49-F238E27FC236}">
                <a16:creationId xmlns:a16="http://schemas.microsoft.com/office/drawing/2014/main" id="{E55D18FE-238D-9C70-7F2C-67C654859827}"/>
              </a:ext>
            </a:extLst>
          </p:cNvPr>
          <p:cNvSpPr/>
          <p:nvPr/>
        </p:nvSpPr>
        <p:spPr>
          <a:xfrm>
            <a:off x="1184484" y="2261861"/>
            <a:ext cx="318490" cy="227740"/>
          </a:xfrm>
          <a:custGeom>
            <a:avLst/>
            <a:gdLst>
              <a:gd name="csX0" fmla="*/ 114616 w 318490"/>
              <a:gd name="csY0" fmla="*/ 224041 h 227740"/>
              <a:gd name="csX1" fmla="*/ 98063 w 318490"/>
              <a:gd name="csY1" fmla="*/ 220365 h 227740"/>
              <a:gd name="csX2" fmla="*/ 78702 w 318490"/>
              <a:gd name="csY2" fmla="*/ 212689 h 227740"/>
              <a:gd name="csX3" fmla="*/ 52720 w 318490"/>
              <a:gd name="csY3" fmla="*/ 202264 h 227740"/>
              <a:gd name="csX4" fmla="*/ 16521 w 318490"/>
              <a:gd name="csY4" fmla="*/ 184010 h 227740"/>
              <a:gd name="csX5" fmla="*/ 9212 w 318490"/>
              <a:gd name="csY5" fmla="*/ 173147 h 227740"/>
              <a:gd name="csX6" fmla="*/ 4642 w 318490"/>
              <a:gd name="csY6" fmla="*/ 147730 h 227740"/>
              <a:gd name="csX7" fmla="*/ 11809 w 318490"/>
              <a:gd name="csY7" fmla="*/ 137502 h 227740"/>
              <a:gd name="csX8" fmla="*/ 21183 w 318490"/>
              <a:gd name="csY8" fmla="*/ 134430 h 227740"/>
              <a:gd name="csX9" fmla="*/ 31013 w 318490"/>
              <a:gd name="csY9" fmla="*/ 131925 h 227740"/>
              <a:gd name="csX10" fmla="*/ 40878 w 318490"/>
              <a:gd name="csY10" fmla="*/ 131248 h 227740"/>
              <a:gd name="csX11" fmla="*/ 63873 w 318490"/>
              <a:gd name="csY11" fmla="*/ 121001 h 227740"/>
              <a:gd name="csX12" fmla="*/ 83748 w 318490"/>
              <a:gd name="csY12" fmla="*/ 109166 h 227740"/>
              <a:gd name="csX13" fmla="*/ 103738 w 318490"/>
              <a:gd name="csY13" fmla="*/ 85934 h 227740"/>
              <a:gd name="csX14" fmla="*/ 95901 w 318490"/>
              <a:gd name="csY14" fmla="*/ 79966 h 227740"/>
              <a:gd name="csX15" fmla="*/ 88802 w 318490"/>
              <a:gd name="csY15" fmla="*/ 74674 h 227740"/>
              <a:gd name="csX16" fmla="*/ 86125 w 318490"/>
              <a:gd name="csY16" fmla="*/ 66219 h 227740"/>
              <a:gd name="csX17" fmla="*/ 86125 w 318490"/>
              <a:gd name="csY17" fmla="*/ 56499 h 227740"/>
              <a:gd name="csX18" fmla="*/ 88802 w 318490"/>
              <a:gd name="csY18" fmla="*/ 47540 h 227740"/>
              <a:gd name="csX19" fmla="*/ 60913 w 318490"/>
              <a:gd name="csY19" fmla="*/ 35309 h 227740"/>
              <a:gd name="csX20" fmla="*/ 56419 w 318490"/>
              <a:gd name="csY20" fmla="*/ 24926 h 227740"/>
              <a:gd name="csX21" fmla="*/ 74769 w 318490"/>
              <a:gd name="csY21" fmla="*/ 18056 h 227740"/>
              <a:gd name="csX22" fmla="*/ 99155 w 318490"/>
              <a:gd name="csY22" fmla="*/ 10069 h 227740"/>
              <a:gd name="csX23" fmla="*/ 128747 w 318490"/>
              <a:gd name="csY23" fmla="*/ 1794 h 227740"/>
              <a:gd name="csX24" fmla="*/ 148545 w 318490"/>
              <a:gd name="csY24" fmla="*/ 0 h 227740"/>
              <a:gd name="csX25" fmla="*/ 155959 w 318490"/>
              <a:gd name="csY25" fmla="*/ 8117 h 227740"/>
              <a:gd name="csX26" fmla="*/ 176571 w 318490"/>
              <a:gd name="csY26" fmla="*/ 11071 h 227740"/>
              <a:gd name="csX27" fmla="*/ 199804 w 318490"/>
              <a:gd name="csY27" fmla="*/ 21145 h 227740"/>
              <a:gd name="csX28" fmla="*/ 218086 w 318490"/>
              <a:gd name="csY28" fmla="*/ 31610 h 227740"/>
              <a:gd name="csX29" fmla="*/ 246412 w 318490"/>
              <a:gd name="csY29" fmla="*/ 32163 h 227740"/>
              <a:gd name="csX30" fmla="*/ 266539 w 318490"/>
              <a:gd name="csY30" fmla="*/ 37891 h 227740"/>
              <a:gd name="csX31" fmla="*/ 290777 w 318490"/>
              <a:gd name="csY31" fmla="*/ 32555 h 227740"/>
              <a:gd name="csX32" fmla="*/ 315453 w 318490"/>
              <a:gd name="csY32" fmla="*/ 29658 h 227740"/>
              <a:gd name="csX33" fmla="*/ 315970 w 318490"/>
              <a:gd name="csY33" fmla="*/ 49793 h 227740"/>
              <a:gd name="csX34" fmla="*/ 313388 w 318490"/>
              <a:gd name="csY34" fmla="*/ 54741 h 227740"/>
              <a:gd name="csX35" fmla="*/ 311088 w 318490"/>
              <a:gd name="csY35" fmla="*/ 60549 h 227740"/>
              <a:gd name="csX36" fmla="*/ 306292 w 318490"/>
              <a:gd name="csY36" fmla="*/ 87865 h 227740"/>
              <a:gd name="csX37" fmla="*/ 284623 w 318490"/>
              <a:gd name="csY37" fmla="*/ 147819 h 227740"/>
              <a:gd name="csX38" fmla="*/ 277248 w 318490"/>
              <a:gd name="csY38" fmla="*/ 167736 h 227740"/>
              <a:gd name="csX39" fmla="*/ 272730 w 318490"/>
              <a:gd name="csY39" fmla="*/ 177484 h 227740"/>
              <a:gd name="csX40" fmla="*/ 214235 w 318490"/>
              <a:gd name="csY40" fmla="*/ 170076 h 227740"/>
              <a:gd name="csX41" fmla="*/ 184978 w 318490"/>
              <a:gd name="csY41" fmla="*/ 166604 h 227740"/>
              <a:gd name="csX42" fmla="*/ 157292 w 318490"/>
              <a:gd name="csY42" fmla="*/ 168449 h 227740"/>
              <a:gd name="csX43" fmla="*/ 156212 w 318490"/>
              <a:gd name="csY43" fmla="*/ 189010 h 227740"/>
              <a:gd name="csX44" fmla="*/ 147530 w 318490"/>
              <a:gd name="csY44" fmla="*/ 199123 h 227740"/>
              <a:gd name="csX45" fmla="*/ 137850 w 318490"/>
              <a:gd name="csY45" fmla="*/ 216729 h 227740"/>
              <a:gd name="csX46" fmla="*/ 130751 w 318490"/>
              <a:gd name="csY46" fmla="*/ 227717 h 227740"/>
              <a:gd name="csX47" fmla="*/ 114616 w 318490"/>
              <a:gd name="csY47" fmla="*/ 224041 h 2277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Lst>
            <a:rect l="l" t="t" r="r" b="b"/>
            <a:pathLst>
              <a:path w="318490" h="227740">
                <a:moveTo>
                  <a:pt x="114616" y="224041"/>
                </a:moveTo>
                <a:cubicBezTo>
                  <a:pt x="109647" y="222127"/>
                  <a:pt x="102198" y="220473"/>
                  <a:pt x="98063" y="220365"/>
                </a:cubicBezTo>
                <a:cubicBezTo>
                  <a:pt x="93928" y="220257"/>
                  <a:pt x="85216" y="216803"/>
                  <a:pt x="78702" y="212689"/>
                </a:cubicBezTo>
                <a:cubicBezTo>
                  <a:pt x="72189" y="208575"/>
                  <a:pt x="60497" y="203884"/>
                  <a:pt x="52720" y="202264"/>
                </a:cubicBezTo>
                <a:cubicBezTo>
                  <a:pt x="38260" y="199253"/>
                  <a:pt x="16521" y="188291"/>
                  <a:pt x="16521" y="184010"/>
                </a:cubicBezTo>
                <a:cubicBezTo>
                  <a:pt x="16521" y="182699"/>
                  <a:pt x="13232" y="177811"/>
                  <a:pt x="9212" y="173147"/>
                </a:cubicBezTo>
                <a:cubicBezTo>
                  <a:pt x="-1729" y="160453"/>
                  <a:pt x="-2493" y="156209"/>
                  <a:pt x="4642" y="147730"/>
                </a:cubicBezTo>
                <a:cubicBezTo>
                  <a:pt x="8064" y="143663"/>
                  <a:pt x="11290" y="139060"/>
                  <a:pt x="11809" y="137502"/>
                </a:cubicBezTo>
                <a:cubicBezTo>
                  <a:pt x="12328" y="135944"/>
                  <a:pt x="16546" y="134562"/>
                  <a:pt x="21183" y="134430"/>
                </a:cubicBezTo>
                <a:cubicBezTo>
                  <a:pt x="25819" y="134298"/>
                  <a:pt x="30243" y="133171"/>
                  <a:pt x="31013" y="131925"/>
                </a:cubicBezTo>
                <a:cubicBezTo>
                  <a:pt x="31783" y="130679"/>
                  <a:pt x="36222" y="130374"/>
                  <a:pt x="40878" y="131248"/>
                </a:cubicBezTo>
                <a:cubicBezTo>
                  <a:pt x="48236" y="132628"/>
                  <a:pt x="51244" y="131288"/>
                  <a:pt x="63873" y="121001"/>
                </a:cubicBezTo>
                <a:cubicBezTo>
                  <a:pt x="71865" y="114492"/>
                  <a:pt x="80808" y="109166"/>
                  <a:pt x="83748" y="109166"/>
                </a:cubicBezTo>
                <a:cubicBezTo>
                  <a:pt x="91503" y="109166"/>
                  <a:pt x="104649" y="93888"/>
                  <a:pt x="103738" y="85934"/>
                </a:cubicBezTo>
                <a:cubicBezTo>
                  <a:pt x="103134" y="80649"/>
                  <a:pt x="101713" y="79568"/>
                  <a:pt x="95901" y="79966"/>
                </a:cubicBezTo>
                <a:cubicBezTo>
                  <a:pt x="90126" y="80361"/>
                  <a:pt x="88802" y="79374"/>
                  <a:pt x="88802" y="74674"/>
                </a:cubicBezTo>
                <a:cubicBezTo>
                  <a:pt x="88802" y="71496"/>
                  <a:pt x="87597" y="67691"/>
                  <a:pt x="86125" y="66219"/>
                </a:cubicBezTo>
                <a:cubicBezTo>
                  <a:pt x="84276" y="64370"/>
                  <a:pt x="84276" y="61362"/>
                  <a:pt x="86125" y="56499"/>
                </a:cubicBezTo>
                <a:cubicBezTo>
                  <a:pt x="87597" y="52626"/>
                  <a:pt x="88802" y="48595"/>
                  <a:pt x="88802" y="47540"/>
                </a:cubicBezTo>
                <a:cubicBezTo>
                  <a:pt x="88802" y="45033"/>
                  <a:pt x="71424" y="37411"/>
                  <a:pt x="60913" y="35309"/>
                </a:cubicBezTo>
                <a:cubicBezTo>
                  <a:pt x="51581" y="33443"/>
                  <a:pt x="51150" y="32448"/>
                  <a:pt x="56419" y="24926"/>
                </a:cubicBezTo>
                <a:cubicBezTo>
                  <a:pt x="59183" y="20980"/>
                  <a:pt x="64034" y="19164"/>
                  <a:pt x="74769" y="18056"/>
                </a:cubicBezTo>
                <a:cubicBezTo>
                  <a:pt x="84042" y="17099"/>
                  <a:pt x="92933" y="14187"/>
                  <a:pt x="99155" y="10069"/>
                </a:cubicBezTo>
                <a:cubicBezTo>
                  <a:pt x="106450" y="5242"/>
                  <a:pt x="114000" y="3130"/>
                  <a:pt x="128747" y="1794"/>
                </a:cubicBezTo>
                <a:lnTo>
                  <a:pt x="148545" y="0"/>
                </a:lnTo>
                <a:lnTo>
                  <a:pt x="155959" y="8117"/>
                </a:lnTo>
                <a:cubicBezTo>
                  <a:pt x="164608" y="17586"/>
                  <a:pt x="168428" y="18134"/>
                  <a:pt x="176571" y="11071"/>
                </a:cubicBezTo>
                <a:cubicBezTo>
                  <a:pt x="187391" y="1687"/>
                  <a:pt x="199804" y="7069"/>
                  <a:pt x="199804" y="21145"/>
                </a:cubicBezTo>
                <a:cubicBezTo>
                  <a:pt x="199804" y="30772"/>
                  <a:pt x="209395" y="36261"/>
                  <a:pt x="218086" y="31610"/>
                </a:cubicBezTo>
                <a:cubicBezTo>
                  <a:pt x="228270" y="26160"/>
                  <a:pt x="241869" y="26426"/>
                  <a:pt x="246412" y="32163"/>
                </a:cubicBezTo>
                <a:cubicBezTo>
                  <a:pt x="249505" y="36068"/>
                  <a:pt x="254126" y="37384"/>
                  <a:pt x="266539" y="37891"/>
                </a:cubicBezTo>
                <a:cubicBezTo>
                  <a:pt x="279978" y="38440"/>
                  <a:pt x="284000" y="37555"/>
                  <a:pt x="290777" y="32555"/>
                </a:cubicBezTo>
                <a:cubicBezTo>
                  <a:pt x="299613" y="26036"/>
                  <a:pt x="310548" y="24752"/>
                  <a:pt x="315453" y="29658"/>
                </a:cubicBezTo>
                <a:cubicBezTo>
                  <a:pt x="319191" y="33396"/>
                  <a:pt x="319612" y="49793"/>
                  <a:pt x="315970" y="49793"/>
                </a:cubicBezTo>
                <a:cubicBezTo>
                  <a:pt x="314550" y="49793"/>
                  <a:pt x="313388" y="52020"/>
                  <a:pt x="313388" y="54741"/>
                </a:cubicBezTo>
                <a:cubicBezTo>
                  <a:pt x="313388" y="57462"/>
                  <a:pt x="312353" y="60076"/>
                  <a:pt x="311088" y="60549"/>
                </a:cubicBezTo>
                <a:cubicBezTo>
                  <a:pt x="309822" y="61023"/>
                  <a:pt x="307664" y="73315"/>
                  <a:pt x="306292" y="87865"/>
                </a:cubicBezTo>
                <a:cubicBezTo>
                  <a:pt x="303509" y="117372"/>
                  <a:pt x="292552" y="147689"/>
                  <a:pt x="284623" y="147819"/>
                </a:cubicBezTo>
                <a:cubicBezTo>
                  <a:pt x="279191" y="147908"/>
                  <a:pt x="277248" y="153157"/>
                  <a:pt x="277248" y="167736"/>
                </a:cubicBezTo>
                <a:cubicBezTo>
                  <a:pt x="277248" y="177878"/>
                  <a:pt x="276652" y="179163"/>
                  <a:pt x="272730" y="177484"/>
                </a:cubicBezTo>
                <a:cubicBezTo>
                  <a:pt x="262382" y="173052"/>
                  <a:pt x="240695" y="170306"/>
                  <a:pt x="214235" y="170076"/>
                </a:cubicBezTo>
                <a:cubicBezTo>
                  <a:pt x="194190" y="169901"/>
                  <a:pt x="185756" y="168900"/>
                  <a:pt x="184978" y="166604"/>
                </a:cubicBezTo>
                <a:cubicBezTo>
                  <a:pt x="183149" y="161204"/>
                  <a:pt x="162610" y="162574"/>
                  <a:pt x="157292" y="168449"/>
                </a:cubicBezTo>
                <a:cubicBezTo>
                  <a:pt x="153074" y="173111"/>
                  <a:pt x="152885" y="176707"/>
                  <a:pt x="156212" y="189010"/>
                </a:cubicBezTo>
                <a:cubicBezTo>
                  <a:pt x="156777" y="191099"/>
                  <a:pt x="153007" y="195490"/>
                  <a:pt x="147530" y="199123"/>
                </a:cubicBezTo>
                <a:cubicBezTo>
                  <a:pt x="138821" y="204900"/>
                  <a:pt x="137850" y="206668"/>
                  <a:pt x="137850" y="216729"/>
                </a:cubicBezTo>
                <a:cubicBezTo>
                  <a:pt x="137850" y="227257"/>
                  <a:pt x="137433" y="227902"/>
                  <a:pt x="130751" y="227717"/>
                </a:cubicBezTo>
                <a:cubicBezTo>
                  <a:pt x="126846" y="227609"/>
                  <a:pt x="119586" y="225955"/>
                  <a:pt x="114616" y="224041"/>
                </a:cubicBezTo>
                <a:close/>
              </a:path>
            </a:pathLst>
          </a:custGeom>
          <a:solidFill>
            <a:srgbClr val="B9B9B9"/>
          </a:solidFill>
          <a:ln w="5163" cap="flat">
            <a:noFill/>
            <a:prstDash val="solid"/>
            <a:miter/>
          </a:ln>
        </p:spPr>
        <p:txBody>
          <a:bodyPr/>
          <a:lstStyle/>
          <a:p>
            <a:endParaRPr lang="es-419" noProof="0" dirty="0"/>
          </a:p>
        </p:txBody>
      </p:sp>
      <p:sp>
        <p:nvSpPr>
          <p:cNvPr id="66" name="Forma libre: forma 65">
            <a:extLst>
              <a:ext uri="{FF2B5EF4-FFF2-40B4-BE49-F238E27FC236}">
                <a16:creationId xmlns:a16="http://schemas.microsoft.com/office/drawing/2014/main" id="{573A0EB8-8D5A-C331-B972-191D6DF093DF}"/>
              </a:ext>
            </a:extLst>
          </p:cNvPr>
          <p:cNvSpPr/>
          <p:nvPr/>
        </p:nvSpPr>
        <p:spPr>
          <a:xfrm>
            <a:off x="1557246" y="2384328"/>
            <a:ext cx="70794" cy="61560"/>
          </a:xfrm>
          <a:custGeom>
            <a:avLst/>
            <a:gdLst>
              <a:gd name="csX0" fmla="*/ 30977 w 70794"/>
              <a:gd name="csY0" fmla="*/ 53817 h 61560"/>
              <a:gd name="csX1" fmla="*/ 18070 w 70794"/>
              <a:gd name="csY1" fmla="*/ 49863 h 61560"/>
              <a:gd name="csX2" fmla="*/ 14198 w 70794"/>
              <a:gd name="csY2" fmla="*/ 52169 h 61560"/>
              <a:gd name="csX3" fmla="*/ 10326 w 70794"/>
              <a:gd name="csY3" fmla="*/ 47062 h 61560"/>
              <a:gd name="csX4" fmla="*/ 5163 w 70794"/>
              <a:gd name="csY4" fmla="*/ 39020 h 61560"/>
              <a:gd name="csX5" fmla="*/ 0 w 70794"/>
              <a:gd name="csY5" fmla="*/ 32748 h 61560"/>
              <a:gd name="csX6" fmla="*/ 10326 w 70794"/>
              <a:gd name="csY6" fmla="*/ 18967 h 61560"/>
              <a:gd name="csX7" fmla="*/ 20652 w 70794"/>
              <a:gd name="csY7" fmla="*/ 3034 h 61560"/>
              <a:gd name="csX8" fmla="*/ 30332 w 70794"/>
              <a:gd name="csY8" fmla="*/ 698 h 61560"/>
              <a:gd name="csX9" fmla="*/ 54210 w 70794"/>
              <a:gd name="csY9" fmla="*/ 10137 h 61560"/>
              <a:gd name="csX10" fmla="*/ 63267 w 70794"/>
              <a:gd name="csY10" fmla="*/ 15095 h 61560"/>
              <a:gd name="csX11" fmla="*/ 69100 w 70794"/>
              <a:gd name="csY11" fmla="*/ 20258 h 61560"/>
              <a:gd name="csX12" fmla="*/ 69100 w 70794"/>
              <a:gd name="csY12" fmla="*/ 30584 h 61560"/>
              <a:gd name="csX13" fmla="*/ 69721 w 70794"/>
              <a:gd name="csY13" fmla="*/ 35746 h 61560"/>
              <a:gd name="csX14" fmla="*/ 67118 w 70794"/>
              <a:gd name="csY14" fmla="*/ 44803 h 61560"/>
              <a:gd name="csX15" fmla="*/ 61618 w 70794"/>
              <a:gd name="csY15" fmla="*/ 50612 h 61560"/>
              <a:gd name="csX16" fmla="*/ 54931 w 70794"/>
              <a:gd name="csY16" fmla="*/ 50644 h 61560"/>
              <a:gd name="csX17" fmla="*/ 37735 w 70794"/>
              <a:gd name="csY17" fmla="*/ 61561 h 61560"/>
              <a:gd name="csX18" fmla="*/ 30977 w 70794"/>
              <a:gd name="csY18" fmla="*/ 53817 h 615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70794" h="61560">
                <a:moveTo>
                  <a:pt x="30977" y="53817"/>
                </a:moveTo>
                <a:cubicBezTo>
                  <a:pt x="25158" y="45644"/>
                  <a:pt x="18070" y="43473"/>
                  <a:pt x="18070" y="49863"/>
                </a:cubicBezTo>
                <a:cubicBezTo>
                  <a:pt x="18070" y="52173"/>
                  <a:pt x="16557" y="53074"/>
                  <a:pt x="14198" y="52169"/>
                </a:cubicBezTo>
                <a:cubicBezTo>
                  <a:pt x="12068" y="51351"/>
                  <a:pt x="10326" y="49053"/>
                  <a:pt x="10326" y="47062"/>
                </a:cubicBezTo>
                <a:cubicBezTo>
                  <a:pt x="10326" y="45070"/>
                  <a:pt x="8003" y="41451"/>
                  <a:pt x="5163" y="39020"/>
                </a:cubicBezTo>
                <a:cubicBezTo>
                  <a:pt x="2323" y="36588"/>
                  <a:pt x="0" y="33766"/>
                  <a:pt x="0" y="32748"/>
                </a:cubicBezTo>
                <a:cubicBezTo>
                  <a:pt x="0" y="31730"/>
                  <a:pt x="4647" y="25529"/>
                  <a:pt x="10326" y="18967"/>
                </a:cubicBezTo>
                <a:cubicBezTo>
                  <a:pt x="16005" y="12405"/>
                  <a:pt x="20652" y="5235"/>
                  <a:pt x="20652" y="3034"/>
                </a:cubicBezTo>
                <a:cubicBezTo>
                  <a:pt x="20652" y="-166"/>
                  <a:pt x="22592" y="-634"/>
                  <a:pt x="30332" y="698"/>
                </a:cubicBezTo>
                <a:cubicBezTo>
                  <a:pt x="52748" y="4557"/>
                  <a:pt x="54210" y="5134"/>
                  <a:pt x="54210" y="10137"/>
                </a:cubicBezTo>
                <a:cubicBezTo>
                  <a:pt x="54210" y="14084"/>
                  <a:pt x="56056" y="15095"/>
                  <a:pt x="63267" y="15095"/>
                </a:cubicBezTo>
                <a:cubicBezTo>
                  <a:pt x="71678" y="15095"/>
                  <a:pt x="72094" y="15463"/>
                  <a:pt x="69100" y="20258"/>
                </a:cubicBezTo>
                <a:cubicBezTo>
                  <a:pt x="66522" y="24386"/>
                  <a:pt x="66522" y="26456"/>
                  <a:pt x="69100" y="30584"/>
                </a:cubicBezTo>
                <a:cubicBezTo>
                  <a:pt x="71011" y="33644"/>
                  <a:pt x="71264" y="35746"/>
                  <a:pt x="69721" y="35746"/>
                </a:cubicBezTo>
                <a:cubicBezTo>
                  <a:pt x="68289" y="35746"/>
                  <a:pt x="67118" y="39822"/>
                  <a:pt x="67118" y="44803"/>
                </a:cubicBezTo>
                <a:cubicBezTo>
                  <a:pt x="67118" y="53341"/>
                  <a:pt x="66802" y="53674"/>
                  <a:pt x="61618" y="50612"/>
                </a:cubicBezTo>
                <a:cubicBezTo>
                  <a:pt x="57188" y="47995"/>
                  <a:pt x="55886" y="48002"/>
                  <a:pt x="54931" y="50644"/>
                </a:cubicBezTo>
                <a:cubicBezTo>
                  <a:pt x="53898" y="53500"/>
                  <a:pt x="41201" y="61561"/>
                  <a:pt x="37735" y="61561"/>
                </a:cubicBezTo>
                <a:cubicBezTo>
                  <a:pt x="37051" y="61561"/>
                  <a:pt x="34010" y="58076"/>
                  <a:pt x="30977" y="53817"/>
                </a:cubicBezTo>
                <a:close/>
              </a:path>
            </a:pathLst>
          </a:custGeom>
          <a:solidFill>
            <a:srgbClr val="B9B9B9"/>
          </a:solidFill>
          <a:ln w="5163" cap="flat">
            <a:noFill/>
            <a:prstDash val="solid"/>
            <a:miter/>
          </a:ln>
        </p:spPr>
        <p:txBody>
          <a:bodyPr/>
          <a:lstStyle/>
          <a:p>
            <a:endParaRPr lang="es-419" noProof="0" dirty="0"/>
          </a:p>
        </p:txBody>
      </p:sp>
      <p:sp>
        <p:nvSpPr>
          <p:cNvPr id="67" name="Forma libre: forma 66">
            <a:extLst>
              <a:ext uri="{FF2B5EF4-FFF2-40B4-BE49-F238E27FC236}">
                <a16:creationId xmlns:a16="http://schemas.microsoft.com/office/drawing/2014/main" id="{FC03E66E-4A29-8E56-DA48-2DBEDAAC9E0E}"/>
              </a:ext>
            </a:extLst>
          </p:cNvPr>
          <p:cNvSpPr/>
          <p:nvPr/>
        </p:nvSpPr>
        <p:spPr>
          <a:xfrm>
            <a:off x="1478193" y="2273156"/>
            <a:ext cx="153622" cy="170128"/>
          </a:xfrm>
          <a:custGeom>
            <a:avLst/>
            <a:gdLst>
              <a:gd name="csX0" fmla="*/ 8493 w 153622"/>
              <a:gd name="csY0" fmla="*/ 168431 h 170128"/>
              <a:gd name="csX1" fmla="*/ 6772 w 153622"/>
              <a:gd name="csY1" fmla="*/ 161418 h 170128"/>
              <a:gd name="csX2" fmla="*/ 2681 w 153622"/>
              <a:gd name="csY2" fmla="*/ 145415 h 170128"/>
              <a:gd name="csX3" fmla="*/ 5459 w 153622"/>
              <a:gd name="csY3" fmla="*/ 121148 h 170128"/>
              <a:gd name="csX4" fmla="*/ 14777 w 153622"/>
              <a:gd name="csY4" fmla="*/ 82726 h 170128"/>
              <a:gd name="csX5" fmla="*/ 25155 w 153622"/>
              <a:gd name="csY5" fmla="*/ 43661 h 170128"/>
              <a:gd name="csX6" fmla="*/ 27423 w 153622"/>
              <a:gd name="csY6" fmla="*/ 32229 h 170128"/>
              <a:gd name="csX7" fmla="*/ 31172 w 153622"/>
              <a:gd name="csY7" fmla="*/ 17047 h 170128"/>
              <a:gd name="csX8" fmla="*/ 33221 w 153622"/>
              <a:gd name="csY8" fmla="*/ 11598 h 170128"/>
              <a:gd name="csX9" fmla="*/ 37362 w 153622"/>
              <a:gd name="csY9" fmla="*/ 8370 h 170128"/>
              <a:gd name="csX10" fmla="*/ 41848 w 153622"/>
              <a:gd name="csY10" fmla="*/ 3309 h 170128"/>
              <a:gd name="csX11" fmla="*/ 51947 w 153622"/>
              <a:gd name="csY11" fmla="*/ 4939 h 170128"/>
              <a:gd name="csX12" fmla="*/ 67990 w 153622"/>
              <a:gd name="csY12" fmla="*/ 10085 h 170128"/>
              <a:gd name="csX13" fmla="*/ 82983 w 153622"/>
              <a:gd name="csY13" fmla="*/ 28865 h 170128"/>
              <a:gd name="csX14" fmla="*/ 93236 w 153622"/>
              <a:gd name="csY14" fmla="*/ 38498 h 170128"/>
              <a:gd name="csX15" fmla="*/ 103025 w 153622"/>
              <a:gd name="csY15" fmla="*/ 33366 h 170128"/>
              <a:gd name="csX16" fmla="*/ 120832 w 153622"/>
              <a:gd name="csY16" fmla="*/ 24595 h 170128"/>
              <a:gd name="csX17" fmla="*/ 122064 w 153622"/>
              <a:gd name="csY17" fmla="*/ 33182 h 170128"/>
              <a:gd name="csX18" fmla="*/ 135261 w 153622"/>
              <a:gd name="csY18" fmla="*/ 39968 h 170128"/>
              <a:gd name="csX19" fmla="*/ 152396 w 153622"/>
              <a:gd name="csY19" fmla="*/ 46930 h 170128"/>
              <a:gd name="csX20" fmla="*/ 149002 w 153622"/>
              <a:gd name="csY20" fmla="*/ 58232 h 170128"/>
              <a:gd name="csX21" fmla="*/ 146552 w 153622"/>
              <a:gd name="csY21" fmla="*/ 64545 h 170128"/>
              <a:gd name="csX22" fmla="*/ 148358 w 153622"/>
              <a:gd name="csY22" fmla="*/ 121402 h 170128"/>
              <a:gd name="csX23" fmla="*/ 135844 w 153622"/>
              <a:gd name="csY23" fmla="*/ 118523 h 170128"/>
              <a:gd name="csX24" fmla="*/ 131972 w 153622"/>
              <a:gd name="csY24" fmla="*/ 113360 h 170128"/>
              <a:gd name="csX25" fmla="*/ 128062 w 153622"/>
              <a:gd name="csY25" fmla="*/ 103679 h 170128"/>
              <a:gd name="csX26" fmla="*/ 124378 w 153622"/>
              <a:gd name="csY26" fmla="*/ 87545 h 170128"/>
              <a:gd name="csX27" fmla="*/ 116378 w 153622"/>
              <a:gd name="csY27" fmla="*/ 72702 h 170128"/>
              <a:gd name="csX28" fmla="*/ 107448 w 153622"/>
              <a:gd name="csY28" fmla="*/ 67912 h 170128"/>
              <a:gd name="csX29" fmla="*/ 99376 w 153622"/>
              <a:gd name="csY29" fmla="*/ 80152 h 170128"/>
              <a:gd name="csX30" fmla="*/ 94468 w 153622"/>
              <a:gd name="csY30" fmla="*/ 101141 h 170128"/>
              <a:gd name="csX31" fmla="*/ 81766 w 153622"/>
              <a:gd name="csY31" fmla="*/ 133635 h 170128"/>
              <a:gd name="csX32" fmla="*/ 65090 w 153622"/>
              <a:gd name="csY32" fmla="*/ 140680 h 170128"/>
              <a:gd name="csX33" fmla="*/ 53260 w 153622"/>
              <a:gd name="csY33" fmla="*/ 146865 h 170128"/>
              <a:gd name="csX34" fmla="*/ 38902 w 153622"/>
              <a:gd name="csY34" fmla="*/ 154663 h 170128"/>
              <a:gd name="csX35" fmla="*/ 22260 w 153622"/>
              <a:gd name="csY35" fmla="*/ 162407 h 170128"/>
              <a:gd name="csX36" fmla="*/ 8493 w 153622"/>
              <a:gd name="csY36" fmla="*/ 168431 h 17012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Lst>
            <a:rect l="l" t="t" r="r" b="b"/>
            <a:pathLst>
              <a:path w="153622" h="170128">
                <a:moveTo>
                  <a:pt x="8493" y="168431"/>
                </a:moveTo>
                <a:cubicBezTo>
                  <a:pt x="7546" y="167484"/>
                  <a:pt x="6772" y="164329"/>
                  <a:pt x="6772" y="161418"/>
                </a:cubicBezTo>
                <a:cubicBezTo>
                  <a:pt x="6772" y="158508"/>
                  <a:pt x="4931" y="151306"/>
                  <a:pt x="2681" y="145415"/>
                </a:cubicBezTo>
                <a:cubicBezTo>
                  <a:pt x="-1298" y="134996"/>
                  <a:pt x="-1222" y="134332"/>
                  <a:pt x="5459" y="121148"/>
                </a:cubicBezTo>
                <a:cubicBezTo>
                  <a:pt x="10516" y="111168"/>
                  <a:pt x="12973" y="101035"/>
                  <a:pt x="14777" y="82726"/>
                </a:cubicBezTo>
                <a:cubicBezTo>
                  <a:pt x="17244" y="57676"/>
                  <a:pt x="20967" y="43661"/>
                  <a:pt x="25155" y="43661"/>
                </a:cubicBezTo>
                <a:cubicBezTo>
                  <a:pt x="26403" y="43661"/>
                  <a:pt x="27423" y="38516"/>
                  <a:pt x="27423" y="32229"/>
                </a:cubicBezTo>
                <a:cubicBezTo>
                  <a:pt x="27423" y="25675"/>
                  <a:pt x="29023" y="19196"/>
                  <a:pt x="31172" y="17047"/>
                </a:cubicBezTo>
                <a:cubicBezTo>
                  <a:pt x="33235" y="14985"/>
                  <a:pt x="34156" y="12533"/>
                  <a:pt x="33221" y="11598"/>
                </a:cubicBezTo>
                <a:cubicBezTo>
                  <a:pt x="32286" y="10662"/>
                  <a:pt x="34150" y="9210"/>
                  <a:pt x="37362" y="8370"/>
                </a:cubicBezTo>
                <a:cubicBezTo>
                  <a:pt x="40925" y="7438"/>
                  <a:pt x="42675" y="5464"/>
                  <a:pt x="41848" y="3309"/>
                </a:cubicBezTo>
                <a:cubicBezTo>
                  <a:pt x="39982" y="-1555"/>
                  <a:pt x="42837" y="-1094"/>
                  <a:pt x="51947" y="4939"/>
                </a:cubicBezTo>
                <a:cubicBezTo>
                  <a:pt x="56206" y="7760"/>
                  <a:pt x="63426" y="10076"/>
                  <a:pt x="67990" y="10085"/>
                </a:cubicBezTo>
                <a:cubicBezTo>
                  <a:pt x="77231" y="10104"/>
                  <a:pt x="80149" y="13759"/>
                  <a:pt x="82983" y="28865"/>
                </a:cubicBezTo>
                <a:cubicBezTo>
                  <a:pt x="84632" y="37657"/>
                  <a:pt x="85527" y="38498"/>
                  <a:pt x="93236" y="38498"/>
                </a:cubicBezTo>
                <a:cubicBezTo>
                  <a:pt x="99495" y="38498"/>
                  <a:pt x="102031" y="37168"/>
                  <a:pt x="103025" y="33366"/>
                </a:cubicBezTo>
                <a:cubicBezTo>
                  <a:pt x="104466" y="27855"/>
                  <a:pt x="116509" y="21923"/>
                  <a:pt x="120832" y="24595"/>
                </a:cubicBezTo>
                <a:cubicBezTo>
                  <a:pt x="122276" y="25487"/>
                  <a:pt x="122830" y="29351"/>
                  <a:pt x="122064" y="33182"/>
                </a:cubicBezTo>
                <a:cubicBezTo>
                  <a:pt x="120679" y="40107"/>
                  <a:pt x="120757" y="40147"/>
                  <a:pt x="135261" y="39968"/>
                </a:cubicBezTo>
                <a:cubicBezTo>
                  <a:pt x="148934" y="39800"/>
                  <a:pt x="150012" y="40238"/>
                  <a:pt x="152396" y="46930"/>
                </a:cubicBezTo>
                <a:cubicBezTo>
                  <a:pt x="154575" y="53045"/>
                  <a:pt x="154087" y="54670"/>
                  <a:pt x="149002" y="58232"/>
                </a:cubicBezTo>
                <a:cubicBezTo>
                  <a:pt x="144363" y="61481"/>
                  <a:pt x="143827" y="62863"/>
                  <a:pt x="146552" y="64545"/>
                </a:cubicBezTo>
                <a:cubicBezTo>
                  <a:pt x="151618" y="67671"/>
                  <a:pt x="153227" y="118317"/>
                  <a:pt x="148358" y="121402"/>
                </a:cubicBezTo>
                <a:cubicBezTo>
                  <a:pt x="142062" y="125392"/>
                  <a:pt x="135844" y="123962"/>
                  <a:pt x="135844" y="118523"/>
                </a:cubicBezTo>
                <a:cubicBezTo>
                  <a:pt x="135844" y="115655"/>
                  <a:pt x="134123" y="113360"/>
                  <a:pt x="131972" y="113360"/>
                </a:cubicBezTo>
                <a:cubicBezTo>
                  <a:pt x="129225" y="113360"/>
                  <a:pt x="128089" y="110546"/>
                  <a:pt x="128062" y="103679"/>
                </a:cubicBezTo>
                <a:cubicBezTo>
                  <a:pt x="128041" y="98355"/>
                  <a:pt x="126383" y="91095"/>
                  <a:pt x="124378" y="87545"/>
                </a:cubicBezTo>
                <a:cubicBezTo>
                  <a:pt x="122373" y="83996"/>
                  <a:pt x="118773" y="77316"/>
                  <a:pt x="116378" y="72702"/>
                </a:cubicBezTo>
                <a:cubicBezTo>
                  <a:pt x="111867" y="64011"/>
                  <a:pt x="107448" y="61641"/>
                  <a:pt x="107448" y="67912"/>
                </a:cubicBezTo>
                <a:cubicBezTo>
                  <a:pt x="107448" y="69891"/>
                  <a:pt x="103816" y="75399"/>
                  <a:pt x="99376" y="80152"/>
                </a:cubicBezTo>
                <a:cubicBezTo>
                  <a:pt x="91445" y="88642"/>
                  <a:pt x="91359" y="89010"/>
                  <a:pt x="94468" y="101141"/>
                </a:cubicBezTo>
                <a:cubicBezTo>
                  <a:pt x="97988" y="114877"/>
                  <a:pt x="97068" y="117230"/>
                  <a:pt x="81766" y="133635"/>
                </a:cubicBezTo>
                <a:cubicBezTo>
                  <a:pt x="74766" y="141139"/>
                  <a:pt x="72544" y="142078"/>
                  <a:pt x="65090" y="140680"/>
                </a:cubicBezTo>
                <a:cubicBezTo>
                  <a:pt x="57313" y="139221"/>
                  <a:pt x="56181" y="139812"/>
                  <a:pt x="53260" y="146865"/>
                </a:cubicBezTo>
                <a:cubicBezTo>
                  <a:pt x="50372" y="153836"/>
                  <a:pt x="48850" y="154663"/>
                  <a:pt x="38902" y="154663"/>
                </a:cubicBezTo>
                <a:cubicBezTo>
                  <a:pt x="29485" y="154663"/>
                  <a:pt x="26927" y="155853"/>
                  <a:pt x="22260" y="162407"/>
                </a:cubicBezTo>
                <a:cubicBezTo>
                  <a:pt x="16933" y="169889"/>
                  <a:pt x="12076" y="172014"/>
                  <a:pt x="8493" y="168431"/>
                </a:cubicBezTo>
                <a:close/>
              </a:path>
            </a:pathLst>
          </a:custGeom>
          <a:solidFill>
            <a:srgbClr val="B9B9B9"/>
          </a:solidFill>
          <a:ln w="5163" cap="flat">
            <a:noFill/>
            <a:prstDash val="solid"/>
            <a:miter/>
          </a:ln>
        </p:spPr>
        <p:txBody>
          <a:bodyPr/>
          <a:lstStyle/>
          <a:p>
            <a:endParaRPr lang="es-419" noProof="0" dirty="0"/>
          </a:p>
        </p:txBody>
      </p:sp>
      <p:grpSp>
        <p:nvGrpSpPr>
          <p:cNvPr id="68" name="Gráfico 39">
            <a:extLst>
              <a:ext uri="{FF2B5EF4-FFF2-40B4-BE49-F238E27FC236}">
                <a16:creationId xmlns:a16="http://schemas.microsoft.com/office/drawing/2014/main" id="{4F06887F-E97B-DD6D-088A-DEB467D50E33}"/>
              </a:ext>
            </a:extLst>
          </p:cNvPr>
          <p:cNvGrpSpPr/>
          <p:nvPr/>
        </p:nvGrpSpPr>
        <p:grpSpPr>
          <a:xfrm>
            <a:off x="2169009" y="2212045"/>
            <a:ext cx="273705" cy="260208"/>
            <a:chOff x="2169009" y="2212045"/>
            <a:chExt cx="273705" cy="260208"/>
          </a:xfrm>
          <a:solidFill>
            <a:srgbClr val="B9B9B9"/>
          </a:solidFill>
        </p:grpSpPr>
        <p:sp>
          <p:nvSpPr>
            <p:cNvPr id="69" name="Forma libre: forma 68">
              <a:extLst>
                <a:ext uri="{FF2B5EF4-FFF2-40B4-BE49-F238E27FC236}">
                  <a16:creationId xmlns:a16="http://schemas.microsoft.com/office/drawing/2014/main" id="{B8F5BA92-DA09-A843-EC6A-A4E2CCE7AD6E}"/>
                </a:ext>
              </a:extLst>
            </p:cNvPr>
            <p:cNvSpPr/>
            <p:nvPr/>
          </p:nvSpPr>
          <p:spPr>
            <a:xfrm>
              <a:off x="2169009" y="2212045"/>
              <a:ext cx="273705" cy="260208"/>
            </a:xfrm>
            <a:custGeom>
              <a:avLst/>
              <a:gdLst>
                <a:gd name="csX0" fmla="*/ 136396 w 273705"/>
                <a:gd name="csY0" fmla="*/ 251544 h 260208"/>
                <a:gd name="csX1" fmla="*/ 123951 w 273705"/>
                <a:gd name="csY1" fmla="*/ 241399 h 260208"/>
                <a:gd name="csX2" fmla="*/ 100178 w 273705"/>
                <a:gd name="csY2" fmla="*/ 233837 h 260208"/>
                <a:gd name="csX3" fmla="*/ 81199 w 273705"/>
                <a:gd name="csY3" fmla="*/ 230865 h 260208"/>
                <a:gd name="csX4" fmla="*/ 75979 w 273705"/>
                <a:gd name="csY4" fmla="*/ 240363 h 260208"/>
                <a:gd name="csX5" fmla="*/ 67894 w 273705"/>
                <a:gd name="csY5" fmla="*/ 246752 h 260208"/>
                <a:gd name="csX6" fmla="*/ 29911 w 273705"/>
                <a:gd name="csY6" fmla="*/ 227450 h 260208"/>
                <a:gd name="csX7" fmla="*/ 28472 w 273705"/>
                <a:gd name="csY7" fmla="*/ 213064 h 260208"/>
                <a:gd name="csX8" fmla="*/ 12481 w 273705"/>
                <a:gd name="csY8" fmla="*/ 197704 h 260208"/>
                <a:gd name="csX9" fmla="*/ 1103 w 273705"/>
                <a:gd name="csY9" fmla="*/ 191257 h 260208"/>
                <a:gd name="csX10" fmla="*/ 24560 w 273705"/>
                <a:gd name="csY10" fmla="*/ 177413 h 260208"/>
                <a:gd name="csX11" fmla="*/ 49357 w 273705"/>
                <a:gd name="csY11" fmla="*/ 181249 h 260208"/>
                <a:gd name="csX12" fmla="*/ 33383 w 273705"/>
                <a:gd name="csY12" fmla="*/ 188440 h 260208"/>
                <a:gd name="csX13" fmla="*/ 18111 w 273705"/>
                <a:gd name="csY13" fmla="*/ 189801 h 260208"/>
                <a:gd name="csX14" fmla="*/ 23379 w 273705"/>
                <a:gd name="csY14" fmla="*/ 191217 h 260208"/>
                <a:gd name="csX15" fmla="*/ 42338 w 273705"/>
                <a:gd name="csY15" fmla="*/ 193852 h 260208"/>
                <a:gd name="csX16" fmla="*/ 54801 w 273705"/>
                <a:gd name="csY16" fmla="*/ 205031 h 260208"/>
                <a:gd name="csX17" fmla="*/ 53572 w 273705"/>
                <a:gd name="csY17" fmla="*/ 211902 h 260208"/>
                <a:gd name="csX18" fmla="*/ 58745 w 273705"/>
                <a:gd name="csY18" fmla="*/ 206739 h 260208"/>
                <a:gd name="csX19" fmla="*/ 62804 w 273705"/>
                <a:gd name="csY19" fmla="*/ 199640 h 260208"/>
                <a:gd name="csX20" fmla="*/ 78923 w 273705"/>
                <a:gd name="csY20" fmla="*/ 200342 h 260208"/>
                <a:gd name="csX21" fmla="*/ 84524 w 273705"/>
                <a:gd name="csY21" fmla="*/ 197871 h 260208"/>
                <a:gd name="csX22" fmla="*/ 91725 w 273705"/>
                <a:gd name="csY22" fmla="*/ 189946 h 260208"/>
                <a:gd name="csX23" fmla="*/ 100403 w 273705"/>
                <a:gd name="csY23" fmla="*/ 165765 h 260208"/>
                <a:gd name="csX24" fmla="*/ 96700 w 273705"/>
                <a:gd name="csY24" fmla="*/ 159218 h 260208"/>
                <a:gd name="csX25" fmla="*/ 94398 w 273705"/>
                <a:gd name="csY25" fmla="*/ 157998 h 260208"/>
                <a:gd name="csX26" fmla="*/ 90392 w 273705"/>
                <a:gd name="csY26" fmla="*/ 161840 h 260208"/>
                <a:gd name="csX27" fmla="*/ 87810 w 273705"/>
                <a:gd name="csY27" fmla="*/ 164145 h 260208"/>
                <a:gd name="csX28" fmla="*/ 100799 w 273705"/>
                <a:gd name="csY28" fmla="*/ 149016 h 260208"/>
                <a:gd name="csX29" fmla="*/ 118746 w 273705"/>
                <a:gd name="csY29" fmla="*/ 138331 h 260208"/>
                <a:gd name="csX30" fmla="*/ 133646 w 273705"/>
                <a:gd name="csY30" fmla="*/ 125809 h 260208"/>
                <a:gd name="csX31" fmla="*/ 149004 w 273705"/>
                <a:gd name="csY31" fmla="*/ 91807 h 260208"/>
                <a:gd name="csX32" fmla="*/ 157715 w 273705"/>
                <a:gd name="csY32" fmla="*/ 65895 h 260208"/>
                <a:gd name="csX33" fmla="*/ 163243 w 273705"/>
                <a:gd name="csY33" fmla="*/ 33397 h 260208"/>
                <a:gd name="csX34" fmla="*/ 165326 w 273705"/>
                <a:gd name="csY34" fmla="*/ 1486 h 260208"/>
                <a:gd name="csX35" fmla="*/ 167796 w 273705"/>
                <a:gd name="csY35" fmla="*/ 6032 h 260208"/>
                <a:gd name="csX36" fmla="*/ 180226 w 273705"/>
                <a:gd name="csY36" fmla="*/ 14421 h 260208"/>
                <a:gd name="csX37" fmla="*/ 195070 w 273705"/>
                <a:gd name="csY37" fmla="*/ 12027 h 260208"/>
                <a:gd name="csX38" fmla="*/ 227557 w 273705"/>
                <a:gd name="csY38" fmla="*/ 43889 h 260208"/>
                <a:gd name="csX39" fmla="*/ 257592 w 273705"/>
                <a:gd name="csY39" fmla="*/ 78146 h 260208"/>
                <a:gd name="csX40" fmla="*/ 261681 w 273705"/>
                <a:gd name="csY40" fmla="*/ 107593 h 260208"/>
                <a:gd name="csX41" fmla="*/ 273489 w 273705"/>
                <a:gd name="csY41" fmla="*/ 250266 h 260208"/>
                <a:gd name="csX42" fmla="*/ 218174 w 273705"/>
                <a:gd name="csY42" fmla="*/ 254247 h 260208"/>
                <a:gd name="csX43" fmla="*/ 150594 w 273705"/>
                <a:gd name="csY43" fmla="*/ 258722 h 260208"/>
                <a:gd name="csX44" fmla="*/ 137226 w 273705"/>
                <a:gd name="csY44" fmla="*/ 260208 h 260208"/>
                <a:gd name="csX45" fmla="*/ 136396 w 273705"/>
                <a:gd name="csY45" fmla="*/ 251544 h 2602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Lst>
              <a:rect l="l" t="t" r="r" b="b"/>
              <a:pathLst>
                <a:path w="273705" h="260208">
                  <a:moveTo>
                    <a:pt x="136396" y="251544"/>
                  </a:moveTo>
                  <a:cubicBezTo>
                    <a:pt x="135615" y="243380"/>
                    <a:pt x="134897" y="242794"/>
                    <a:pt x="123951" y="241399"/>
                  </a:cubicBezTo>
                  <a:cubicBezTo>
                    <a:pt x="117562" y="240584"/>
                    <a:pt x="106864" y="237181"/>
                    <a:pt x="100178" y="233837"/>
                  </a:cubicBezTo>
                  <a:cubicBezTo>
                    <a:pt x="89763" y="228627"/>
                    <a:pt x="87046" y="228201"/>
                    <a:pt x="81199" y="230865"/>
                  </a:cubicBezTo>
                  <a:cubicBezTo>
                    <a:pt x="75659" y="233390"/>
                    <a:pt x="74677" y="235176"/>
                    <a:pt x="75979" y="240363"/>
                  </a:cubicBezTo>
                  <a:cubicBezTo>
                    <a:pt x="77472" y="246311"/>
                    <a:pt x="76914" y="246752"/>
                    <a:pt x="67894" y="246752"/>
                  </a:cubicBezTo>
                  <a:cubicBezTo>
                    <a:pt x="55809" y="246752"/>
                    <a:pt x="31822" y="234563"/>
                    <a:pt x="29911" y="227450"/>
                  </a:cubicBezTo>
                  <a:cubicBezTo>
                    <a:pt x="29139" y="224578"/>
                    <a:pt x="28492" y="218104"/>
                    <a:pt x="28472" y="213064"/>
                  </a:cubicBezTo>
                  <a:cubicBezTo>
                    <a:pt x="28427" y="201349"/>
                    <a:pt x="24633" y="197704"/>
                    <a:pt x="12481" y="197704"/>
                  </a:cubicBezTo>
                  <a:cubicBezTo>
                    <a:pt x="4225" y="197704"/>
                    <a:pt x="2471" y="196710"/>
                    <a:pt x="1103" y="191257"/>
                  </a:cubicBezTo>
                  <a:cubicBezTo>
                    <a:pt x="-2114" y="178441"/>
                    <a:pt x="578" y="176853"/>
                    <a:pt x="24560" y="177413"/>
                  </a:cubicBezTo>
                  <a:cubicBezTo>
                    <a:pt x="38820" y="177746"/>
                    <a:pt x="47574" y="179100"/>
                    <a:pt x="49357" y="181249"/>
                  </a:cubicBezTo>
                  <a:cubicBezTo>
                    <a:pt x="54736" y="187730"/>
                    <a:pt x="49187" y="190228"/>
                    <a:pt x="33383" y="188440"/>
                  </a:cubicBezTo>
                  <a:cubicBezTo>
                    <a:pt x="22288" y="187184"/>
                    <a:pt x="18111" y="187556"/>
                    <a:pt x="18111" y="189801"/>
                  </a:cubicBezTo>
                  <a:cubicBezTo>
                    <a:pt x="18111" y="191735"/>
                    <a:pt x="20080" y="192265"/>
                    <a:pt x="23379" y="191217"/>
                  </a:cubicBezTo>
                  <a:cubicBezTo>
                    <a:pt x="26276" y="190298"/>
                    <a:pt x="34808" y="191483"/>
                    <a:pt x="42338" y="193852"/>
                  </a:cubicBezTo>
                  <a:cubicBezTo>
                    <a:pt x="54989" y="197831"/>
                    <a:pt x="55937" y="198681"/>
                    <a:pt x="54801" y="205031"/>
                  </a:cubicBezTo>
                  <a:lnTo>
                    <a:pt x="53572" y="211902"/>
                  </a:lnTo>
                  <a:lnTo>
                    <a:pt x="58745" y="206739"/>
                  </a:lnTo>
                  <a:cubicBezTo>
                    <a:pt x="61590" y="203900"/>
                    <a:pt x="63416" y="200705"/>
                    <a:pt x="62804" y="199640"/>
                  </a:cubicBezTo>
                  <a:cubicBezTo>
                    <a:pt x="61196" y="196843"/>
                    <a:pt x="70823" y="197262"/>
                    <a:pt x="78923" y="200342"/>
                  </a:cubicBezTo>
                  <a:cubicBezTo>
                    <a:pt x="85153" y="202711"/>
                    <a:pt x="85724" y="202459"/>
                    <a:pt x="84524" y="197871"/>
                  </a:cubicBezTo>
                  <a:cubicBezTo>
                    <a:pt x="83478" y="193868"/>
                    <a:pt x="85034" y="192154"/>
                    <a:pt x="91725" y="189946"/>
                  </a:cubicBezTo>
                  <a:cubicBezTo>
                    <a:pt x="104380" y="185769"/>
                    <a:pt x="109318" y="172009"/>
                    <a:pt x="100403" y="165765"/>
                  </a:cubicBezTo>
                  <a:cubicBezTo>
                    <a:pt x="97428" y="163681"/>
                    <a:pt x="95762" y="160736"/>
                    <a:pt x="96700" y="159218"/>
                  </a:cubicBezTo>
                  <a:cubicBezTo>
                    <a:pt x="97747" y="157525"/>
                    <a:pt x="96859" y="157053"/>
                    <a:pt x="94398" y="157998"/>
                  </a:cubicBezTo>
                  <a:cubicBezTo>
                    <a:pt x="92194" y="158843"/>
                    <a:pt x="90392" y="160572"/>
                    <a:pt x="90392" y="161840"/>
                  </a:cubicBezTo>
                  <a:cubicBezTo>
                    <a:pt x="90392" y="163108"/>
                    <a:pt x="89230" y="164145"/>
                    <a:pt x="87810" y="164145"/>
                  </a:cubicBezTo>
                  <a:cubicBezTo>
                    <a:pt x="81811" y="164145"/>
                    <a:pt x="86198" y="159036"/>
                    <a:pt x="100799" y="149016"/>
                  </a:cubicBezTo>
                  <a:cubicBezTo>
                    <a:pt x="109362" y="143139"/>
                    <a:pt x="117438" y="138331"/>
                    <a:pt x="118746" y="138331"/>
                  </a:cubicBezTo>
                  <a:cubicBezTo>
                    <a:pt x="120053" y="138331"/>
                    <a:pt x="126758" y="132696"/>
                    <a:pt x="133646" y="125809"/>
                  </a:cubicBezTo>
                  <a:cubicBezTo>
                    <a:pt x="145786" y="113669"/>
                    <a:pt x="146254" y="112631"/>
                    <a:pt x="149004" y="91807"/>
                  </a:cubicBezTo>
                  <a:cubicBezTo>
                    <a:pt x="151298" y="74430"/>
                    <a:pt x="152962" y="69481"/>
                    <a:pt x="157715" y="65895"/>
                  </a:cubicBezTo>
                  <a:cubicBezTo>
                    <a:pt x="163239" y="61729"/>
                    <a:pt x="163570" y="59784"/>
                    <a:pt x="163243" y="33397"/>
                  </a:cubicBezTo>
                  <a:cubicBezTo>
                    <a:pt x="163052" y="17960"/>
                    <a:pt x="163989" y="3600"/>
                    <a:pt x="165326" y="1486"/>
                  </a:cubicBezTo>
                  <a:cubicBezTo>
                    <a:pt x="167138" y="-1380"/>
                    <a:pt x="167766" y="-224"/>
                    <a:pt x="167796" y="6032"/>
                  </a:cubicBezTo>
                  <a:cubicBezTo>
                    <a:pt x="167835" y="14326"/>
                    <a:pt x="167976" y="14421"/>
                    <a:pt x="180226" y="14421"/>
                  </a:cubicBezTo>
                  <a:cubicBezTo>
                    <a:pt x="187041" y="14421"/>
                    <a:pt x="193721" y="13344"/>
                    <a:pt x="195070" y="12027"/>
                  </a:cubicBezTo>
                  <a:cubicBezTo>
                    <a:pt x="196598" y="10534"/>
                    <a:pt x="208840" y="22541"/>
                    <a:pt x="227557" y="43889"/>
                  </a:cubicBezTo>
                  <a:lnTo>
                    <a:pt x="257592" y="78146"/>
                  </a:lnTo>
                  <a:lnTo>
                    <a:pt x="261681" y="107593"/>
                  </a:lnTo>
                  <a:cubicBezTo>
                    <a:pt x="266251" y="140497"/>
                    <a:pt x="275208" y="248724"/>
                    <a:pt x="273489" y="250266"/>
                  </a:cubicBezTo>
                  <a:cubicBezTo>
                    <a:pt x="272881" y="250811"/>
                    <a:pt x="247989" y="252602"/>
                    <a:pt x="218174" y="254247"/>
                  </a:cubicBezTo>
                  <a:cubicBezTo>
                    <a:pt x="188358" y="255891"/>
                    <a:pt x="157947" y="257905"/>
                    <a:pt x="150594" y="258722"/>
                  </a:cubicBezTo>
                  <a:lnTo>
                    <a:pt x="137226" y="260208"/>
                  </a:lnTo>
                  <a:lnTo>
                    <a:pt x="136396" y="251544"/>
                  </a:lnTo>
                  <a:close/>
                </a:path>
              </a:pathLst>
            </a:custGeom>
            <a:solidFill>
              <a:srgbClr val="B9B9B9"/>
            </a:solidFill>
            <a:ln w="5163" cap="flat">
              <a:noFill/>
              <a:prstDash val="solid"/>
              <a:miter/>
            </a:ln>
          </p:spPr>
          <p:txBody>
            <a:bodyPr/>
            <a:lstStyle/>
            <a:p>
              <a:endParaRPr lang="es-419" noProof="0" dirty="0"/>
            </a:p>
          </p:txBody>
        </p:sp>
        <p:sp>
          <p:nvSpPr>
            <p:cNvPr id="70" name="Forma libre: forma 69">
              <a:extLst>
                <a:ext uri="{FF2B5EF4-FFF2-40B4-BE49-F238E27FC236}">
                  <a16:creationId xmlns:a16="http://schemas.microsoft.com/office/drawing/2014/main" id="{1C73BC8C-1FD4-4D1D-899F-9EC93043E42D}"/>
                </a:ext>
              </a:extLst>
            </p:cNvPr>
            <p:cNvSpPr/>
            <p:nvPr/>
          </p:nvSpPr>
          <p:spPr>
            <a:xfrm>
              <a:off x="2221969" y="2379232"/>
              <a:ext cx="29491" cy="17638"/>
            </a:xfrm>
            <a:custGeom>
              <a:avLst/>
              <a:gdLst>
                <a:gd name="csX0" fmla="*/ 10326 w 29491"/>
                <a:gd name="csY0" fmla="*/ 11251 h 17638"/>
                <a:gd name="csX1" fmla="*/ 23663 w 29491"/>
                <a:gd name="csY1" fmla="*/ 4783 h 17638"/>
                <a:gd name="csX2" fmla="*/ 27977 w 29491"/>
                <a:gd name="csY2" fmla="*/ 1475 h 17638"/>
                <a:gd name="csX3" fmla="*/ 29483 w 29491"/>
                <a:gd name="csY3" fmla="*/ 1025 h 17638"/>
                <a:gd name="csX4" fmla="*/ 8425 w 29491"/>
                <a:gd name="csY4" fmla="*/ 16751 h 17638"/>
                <a:gd name="csX5" fmla="*/ 0 w 29491"/>
                <a:gd name="csY5" fmla="*/ 17639 h 17638"/>
                <a:gd name="csX6" fmla="*/ 10326 w 29491"/>
                <a:gd name="csY6" fmla="*/ 11251 h 17638"/>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9491" h="17638">
                  <a:moveTo>
                    <a:pt x="10326" y="11251"/>
                  </a:moveTo>
                  <a:cubicBezTo>
                    <a:pt x="16005" y="7738"/>
                    <a:pt x="22007" y="4827"/>
                    <a:pt x="23663" y="4783"/>
                  </a:cubicBezTo>
                  <a:cubicBezTo>
                    <a:pt x="25320" y="4738"/>
                    <a:pt x="27261" y="3250"/>
                    <a:pt x="27977" y="1475"/>
                  </a:cubicBezTo>
                  <a:cubicBezTo>
                    <a:pt x="28693" y="-299"/>
                    <a:pt x="29371" y="-502"/>
                    <a:pt x="29483" y="1025"/>
                  </a:cubicBezTo>
                  <a:cubicBezTo>
                    <a:pt x="29861" y="6183"/>
                    <a:pt x="16907" y="15857"/>
                    <a:pt x="8425" y="16751"/>
                  </a:cubicBezTo>
                  <a:lnTo>
                    <a:pt x="0" y="17639"/>
                  </a:lnTo>
                  <a:lnTo>
                    <a:pt x="10326" y="11251"/>
                  </a:lnTo>
                  <a:close/>
                </a:path>
              </a:pathLst>
            </a:custGeom>
            <a:solidFill>
              <a:srgbClr val="B9B9B9"/>
            </a:solidFill>
            <a:ln w="5163" cap="flat">
              <a:noFill/>
              <a:prstDash val="solid"/>
              <a:miter/>
            </a:ln>
          </p:spPr>
          <p:txBody>
            <a:bodyPr/>
            <a:lstStyle/>
            <a:p>
              <a:endParaRPr lang="es-419" noProof="0" dirty="0"/>
            </a:p>
          </p:txBody>
        </p:sp>
      </p:grpSp>
      <p:sp>
        <p:nvSpPr>
          <p:cNvPr id="71" name="Forma libre: forma 70">
            <a:extLst>
              <a:ext uri="{FF2B5EF4-FFF2-40B4-BE49-F238E27FC236}">
                <a16:creationId xmlns:a16="http://schemas.microsoft.com/office/drawing/2014/main" id="{70602A91-3FA5-04A2-215D-E431E9081BE9}"/>
              </a:ext>
            </a:extLst>
          </p:cNvPr>
          <p:cNvSpPr/>
          <p:nvPr/>
        </p:nvSpPr>
        <p:spPr>
          <a:xfrm>
            <a:off x="1574029" y="2346575"/>
            <a:ext cx="28491" cy="35790"/>
          </a:xfrm>
          <a:custGeom>
            <a:avLst/>
            <a:gdLst>
              <a:gd name="csX0" fmla="*/ 11768 w 28491"/>
              <a:gd name="csY0" fmla="*/ 34872 h 35790"/>
              <a:gd name="csX1" fmla="*/ 805 w 28491"/>
              <a:gd name="csY1" fmla="*/ 25413 h 35790"/>
              <a:gd name="csX2" fmla="*/ 7669 w 28491"/>
              <a:gd name="csY2" fmla="*/ 7571 h 35790"/>
              <a:gd name="csX3" fmla="*/ 18379 w 28491"/>
              <a:gd name="csY3" fmla="*/ 2738 h 35790"/>
              <a:gd name="csX4" fmla="*/ 23574 w 28491"/>
              <a:gd name="csY4" fmla="*/ 11696 h 35790"/>
              <a:gd name="csX5" fmla="*/ 28193 w 28491"/>
              <a:gd name="csY5" fmla="*/ 24987 h 35790"/>
              <a:gd name="csX6" fmla="*/ 11768 w 28491"/>
              <a:gd name="csY6" fmla="*/ 34872 h 35790"/>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8491" h="35790">
                <a:moveTo>
                  <a:pt x="11768" y="34872"/>
                </a:moveTo>
                <a:cubicBezTo>
                  <a:pt x="4464" y="33733"/>
                  <a:pt x="2519" y="32055"/>
                  <a:pt x="805" y="25413"/>
                </a:cubicBezTo>
                <a:cubicBezTo>
                  <a:pt x="-1017" y="18356"/>
                  <a:pt x="-153" y="16110"/>
                  <a:pt x="7669" y="7571"/>
                </a:cubicBezTo>
                <a:cubicBezTo>
                  <a:pt x="15700" y="-1197"/>
                  <a:pt x="16797" y="-1692"/>
                  <a:pt x="18379" y="2738"/>
                </a:cubicBezTo>
                <a:cubicBezTo>
                  <a:pt x="19348" y="5452"/>
                  <a:pt x="21686" y="9483"/>
                  <a:pt x="23574" y="11696"/>
                </a:cubicBezTo>
                <a:cubicBezTo>
                  <a:pt x="25461" y="13908"/>
                  <a:pt x="27540" y="19890"/>
                  <a:pt x="28193" y="24987"/>
                </a:cubicBezTo>
                <a:cubicBezTo>
                  <a:pt x="29539" y="35505"/>
                  <a:pt x="26717" y="37203"/>
                  <a:pt x="11768" y="34872"/>
                </a:cubicBezTo>
                <a:close/>
              </a:path>
            </a:pathLst>
          </a:custGeom>
          <a:solidFill>
            <a:srgbClr val="CCCCCC"/>
          </a:solidFill>
          <a:ln w="5163" cap="flat">
            <a:noFill/>
            <a:prstDash val="solid"/>
            <a:miter/>
          </a:ln>
        </p:spPr>
        <p:txBody>
          <a:bodyPr/>
          <a:lstStyle/>
          <a:p>
            <a:endParaRPr lang="es-419" noProof="0" dirty="0"/>
          </a:p>
        </p:txBody>
      </p:sp>
      <p:sp>
        <p:nvSpPr>
          <p:cNvPr id="72" name="Forma libre: forma 71">
            <a:extLst>
              <a:ext uri="{FF2B5EF4-FFF2-40B4-BE49-F238E27FC236}">
                <a16:creationId xmlns:a16="http://schemas.microsoft.com/office/drawing/2014/main" id="{125F59F0-4561-4937-E253-9ED169B909B9}"/>
              </a:ext>
            </a:extLst>
          </p:cNvPr>
          <p:cNvSpPr/>
          <p:nvPr/>
        </p:nvSpPr>
        <p:spPr>
          <a:xfrm>
            <a:off x="1629800" y="2326596"/>
            <a:ext cx="82332" cy="45198"/>
          </a:xfrm>
          <a:custGeom>
            <a:avLst/>
            <a:gdLst>
              <a:gd name="csX0" fmla="*/ 35828 w 82332"/>
              <a:gd name="csY0" fmla="*/ 43172 h 45198"/>
              <a:gd name="csX1" fmla="*/ 20861 w 82332"/>
              <a:gd name="csY1" fmla="*/ 27939 h 45198"/>
              <a:gd name="csX2" fmla="*/ 6710 w 82332"/>
              <a:gd name="csY2" fmla="*/ 16733 h 45198"/>
              <a:gd name="csX3" fmla="*/ 200 w 82332"/>
              <a:gd name="csY3" fmla="*/ 11518 h 45198"/>
              <a:gd name="csX4" fmla="*/ 11960 w 82332"/>
              <a:gd name="csY4" fmla="*/ 5709 h 45198"/>
              <a:gd name="csX5" fmla="*/ 29437 w 82332"/>
              <a:gd name="csY5" fmla="*/ 2139 h 45198"/>
              <a:gd name="csX6" fmla="*/ 38320 w 82332"/>
              <a:gd name="csY6" fmla="*/ 692 h 45198"/>
              <a:gd name="csX7" fmla="*/ 49592 w 82332"/>
              <a:gd name="csY7" fmla="*/ 4355 h 45198"/>
              <a:gd name="csX8" fmla="*/ 61209 w 82332"/>
              <a:gd name="csY8" fmla="*/ 13550 h 45198"/>
              <a:gd name="csX9" fmla="*/ 68838 w 82332"/>
              <a:gd name="csY9" fmla="*/ 19970 h 45198"/>
              <a:gd name="csX10" fmla="*/ 82332 w 82332"/>
              <a:gd name="csY10" fmla="*/ 30233 h 45198"/>
              <a:gd name="csX11" fmla="*/ 75901 w 82332"/>
              <a:gd name="csY11" fmla="*/ 31524 h 45198"/>
              <a:gd name="csX12" fmla="*/ 66358 w 82332"/>
              <a:gd name="csY12" fmla="*/ 36506 h 45198"/>
              <a:gd name="csX13" fmla="*/ 58348 w 82332"/>
              <a:gd name="csY13" fmla="*/ 38866 h 45198"/>
              <a:gd name="csX14" fmla="*/ 47885 w 82332"/>
              <a:gd name="csY14" fmla="*/ 41425 h 45198"/>
              <a:gd name="csX15" fmla="*/ 35828 w 82332"/>
              <a:gd name="csY15" fmla="*/ 43172 h 4519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82332" h="45198">
                <a:moveTo>
                  <a:pt x="35828" y="43172"/>
                </a:moveTo>
                <a:cubicBezTo>
                  <a:pt x="32257" y="41284"/>
                  <a:pt x="25522" y="34429"/>
                  <a:pt x="20861" y="27939"/>
                </a:cubicBezTo>
                <a:cubicBezTo>
                  <a:pt x="14698" y="19357"/>
                  <a:pt x="10840" y="16301"/>
                  <a:pt x="6710" y="16733"/>
                </a:cubicBezTo>
                <a:cubicBezTo>
                  <a:pt x="2564" y="17166"/>
                  <a:pt x="809" y="15760"/>
                  <a:pt x="200" y="11518"/>
                </a:cubicBezTo>
                <a:cubicBezTo>
                  <a:pt x="-566" y="6174"/>
                  <a:pt x="375" y="5709"/>
                  <a:pt x="11960" y="5709"/>
                </a:cubicBezTo>
                <a:cubicBezTo>
                  <a:pt x="18887" y="5709"/>
                  <a:pt x="26751" y="4102"/>
                  <a:pt x="29437" y="2139"/>
                </a:cubicBezTo>
                <a:cubicBezTo>
                  <a:pt x="32427" y="-48"/>
                  <a:pt x="35871" y="-609"/>
                  <a:pt x="38320" y="692"/>
                </a:cubicBezTo>
                <a:cubicBezTo>
                  <a:pt x="40520" y="1860"/>
                  <a:pt x="45592" y="3509"/>
                  <a:pt x="49592" y="4355"/>
                </a:cubicBezTo>
                <a:cubicBezTo>
                  <a:pt x="53972" y="5282"/>
                  <a:pt x="58593" y="8940"/>
                  <a:pt x="61209" y="13550"/>
                </a:cubicBezTo>
                <a:cubicBezTo>
                  <a:pt x="63598" y="17761"/>
                  <a:pt x="67032" y="20650"/>
                  <a:pt x="68838" y="19970"/>
                </a:cubicBezTo>
                <a:cubicBezTo>
                  <a:pt x="71755" y="18872"/>
                  <a:pt x="82332" y="26917"/>
                  <a:pt x="82332" y="30233"/>
                </a:cubicBezTo>
                <a:cubicBezTo>
                  <a:pt x="82332" y="30943"/>
                  <a:pt x="79438" y="31524"/>
                  <a:pt x="75901" y="31524"/>
                </a:cubicBezTo>
                <a:cubicBezTo>
                  <a:pt x="72343" y="31524"/>
                  <a:pt x="68079" y="33750"/>
                  <a:pt x="66358" y="36506"/>
                </a:cubicBezTo>
                <a:cubicBezTo>
                  <a:pt x="63915" y="40418"/>
                  <a:pt x="62194" y="40925"/>
                  <a:pt x="58348" y="38866"/>
                </a:cubicBezTo>
                <a:cubicBezTo>
                  <a:pt x="54563" y="36841"/>
                  <a:pt x="52184" y="37422"/>
                  <a:pt x="47885" y="41425"/>
                </a:cubicBezTo>
                <a:cubicBezTo>
                  <a:pt x="42972" y="45999"/>
                  <a:pt x="41560" y="46204"/>
                  <a:pt x="35828" y="43172"/>
                </a:cubicBezTo>
                <a:close/>
              </a:path>
            </a:pathLst>
          </a:custGeom>
          <a:solidFill>
            <a:srgbClr val="B9B9B9"/>
          </a:solidFill>
          <a:ln w="5163" cap="flat">
            <a:noFill/>
            <a:prstDash val="solid"/>
            <a:miter/>
          </a:ln>
        </p:spPr>
        <p:txBody>
          <a:bodyPr/>
          <a:lstStyle/>
          <a:p>
            <a:endParaRPr lang="es-419" noProof="0" dirty="0"/>
          </a:p>
        </p:txBody>
      </p:sp>
      <p:sp>
        <p:nvSpPr>
          <p:cNvPr id="73" name="Forma libre: forma 72">
            <a:extLst>
              <a:ext uri="{FF2B5EF4-FFF2-40B4-BE49-F238E27FC236}">
                <a16:creationId xmlns:a16="http://schemas.microsoft.com/office/drawing/2014/main" id="{848DB12B-D668-43A6-3445-7D0663C89FB8}"/>
              </a:ext>
            </a:extLst>
          </p:cNvPr>
          <p:cNvSpPr/>
          <p:nvPr/>
        </p:nvSpPr>
        <p:spPr>
          <a:xfrm>
            <a:off x="1522864" y="2163021"/>
            <a:ext cx="166771" cy="166600"/>
          </a:xfrm>
          <a:custGeom>
            <a:avLst/>
            <a:gdLst>
              <a:gd name="csX0" fmla="*/ 112825 w 166771"/>
              <a:gd name="csY0" fmla="*/ 162186 h 166600"/>
              <a:gd name="csX1" fmla="*/ 93810 w 166771"/>
              <a:gd name="csY1" fmla="*/ 146052 h 166600"/>
              <a:gd name="csX2" fmla="*/ 80847 w 166771"/>
              <a:gd name="csY2" fmla="*/ 139517 h 166600"/>
              <a:gd name="csX3" fmla="*/ 77061 w 166771"/>
              <a:gd name="csY3" fmla="*/ 131529 h 166600"/>
              <a:gd name="csX4" fmla="*/ 56324 w 166771"/>
              <a:gd name="csY4" fmla="*/ 140503 h 166600"/>
              <a:gd name="csX5" fmla="*/ 40835 w 166771"/>
              <a:gd name="csY5" fmla="*/ 134435 h 166600"/>
              <a:gd name="csX6" fmla="*/ 25839 w 166771"/>
              <a:gd name="csY6" fmla="*/ 117575 h 166600"/>
              <a:gd name="csX7" fmla="*/ 603 w 166771"/>
              <a:gd name="csY7" fmla="*/ 103594 h 166600"/>
              <a:gd name="csX8" fmla="*/ 3427 w 166771"/>
              <a:gd name="csY8" fmla="*/ 92334 h 166600"/>
              <a:gd name="csX9" fmla="*/ 16980 w 166771"/>
              <a:gd name="csY9" fmla="*/ 76064 h 166600"/>
              <a:gd name="csX10" fmla="*/ 29744 w 166771"/>
              <a:gd name="csY10" fmla="*/ 65065 h 166600"/>
              <a:gd name="csX11" fmla="*/ 36843 w 166771"/>
              <a:gd name="csY11" fmla="*/ 46479 h 166600"/>
              <a:gd name="csX12" fmla="*/ 44707 w 166771"/>
              <a:gd name="csY12" fmla="*/ 28415 h 166600"/>
              <a:gd name="csX13" fmla="*/ 49507 w 166771"/>
              <a:gd name="csY13" fmla="*/ 27678 h 166600"/>
              <a:gd name="csX14" fmla="*/ 60947 w 166771"/>
              <a:gd name="csY14" fmla="*/ 25763 h 166600"/>
              <a:gd name="csX15" fmla="*/ 70323 w 166771"/>
              <a:gd name="csY15" fmla="*/ 14969 h 166600"/>
              <a:gd name="csX16" fmla="*/ 78890 w 166771"/>
              <a:gd name="csY16" fmla="*/ 12726 h 166600"/>
              <a:gd name="csX17" fmla="*/ 98544 w 166771"/>
              <a:gd name="csY17" fmla="*/ 17873 h 166600"/>
              <a:gd name="csX18" fmla="*/ 112369 w 166771"/>
              <a:gd name="csY18" fmla="*/ 19382 h 166600"/>
              <a:gd name="csX19" fmla="*/ 111333 w 166771"/>
              <a:gd name="csY19" fmla="*/ 10510 h 166600"/>
              <a:gd name="csX20" fmla="*/ 113560 w 166771"/>
              <a:gd name="csY20" fmla="*/ 387 h 166600"/>
              <a:gd name="csX21" fmla="*/ 117960 w 166771"/>
              <a:gd name="csY21" fmla="*/ 7843 h 166600"/>
              <a:gd name="csX22" fmla="*/ 132949 w 166771"/>
              <a:gd name="csY22" fmla="*/ 23283 h 166600"/>
              <a:gd name="csX23" fmla="*/ 137639 w 166771"/>
              <a:gd name="csY23" fmla="*/ 24249 h 166600"/>
              <a:gd name="csX24" fmla="*/ 142971 w 166771"/>
              <a:gd name="csY24" fmla="*/ 28097 h 166600"/>
              <a:gd name="csX25" fmla="*/ 144280 w 166771"/>
              <a:gd name="csY25" fmla="*/ 37270 h 166600"/>
              <a:gd name="csX26" fmla="*/ 141806 w 166771"/>
              <a:gd name="csY26" fmla="*/ 49084 h 166600"/>
              <a:gd name="csX27" fmla="*/ 134976 w 166771"/>
              <a:gd name="csY27" fmla="*/ 50495 h 166600"/>
              <a:gd name="csX28" fmla="*/ 125814 w 166771"/>
              <a:gd name="csY28" fmla="*/ 54367 h 166600"/>
              <a:gd name="csX29" fmla="*/ 117982 w 166771"/>
              <a:gd name="csY29" fmla="*/ 60864 h 166600"/>
              <a:gd name="csX30" fmla="*/ 114406 w 166771"/>
              <a:gd name="csY30" fmla="*/ 64736 h 166600"/>
              <a:gd name="csX31" fmla="*/ 118081 w 166771"/>
              <a:gd name="csY31" fmla="*/ 68608 h 166600"/>
              <a:gd name="csX32" fmla="*/ 117880 w 166771"/>
              <a:gd name="csY32" fmla="*/ 76375 h 166600"/>
              <a:gd name="csX33" fmla="*/ 120902 w 166771"/>
              <a:gd name="csY33" fmla="*/ 101250 h 166600"/>
              <a:gd name="csX34" fmla="*/ 146578 w 166771"/>
              <a:gd name="csY34" fmla="*/ 85070 h 166600"/>
              <a:gd name="csX35" fmla="*/ 165866 w 166771"/>
              <a:gd name="csY35" fmla="*/ 78619 h 166600"/>
              <a:gd name="csX36" fmla="*/ 158858 w 166771"/>
              <a:gd name="csY36" fmla="*/ 93393 h 166600"/>
              <a:gd name="csX37" fmla="*/ 145606 w 166771"/>
              <a:gd name="csY37" fmla="*/ 103389 h 166600"/>
              <a:gd name="csX38" fmla="*/ 146405 w 166771"/>
              <a:gd name="csY38" fmla="*/ 113844 h 166600"/>
              <a:gd name="csX39" fmla="*/ 151373 w 166771"/>
              <a:gd name="csY39" fmla="*/ 126271 h 166600"/>
              <a:gd name="csX40" fmla="*/ 146320 w 166771"/>
              <a:gd name="csY40" fmla="*/ 138511 h 166600"/>
              <a:gd name="csX41" fmla="*/ 142802 w 166771"/>
              <a:gd name="csY41" fmla="*/ 150216 h 166600"/>
              <a:gd name="csX42" fmla="*/ 135305 w 166771"/>
              <a:gd name="csY42" fmla="*/ 162275 h 166600"/>
              <a:gd name="csX43" fmla="*/ 112825 w 166771"/>
              <a:gd name="csY43" fmla="*/ 162186 h 1666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66771" h="166600">
                <a:moveTo>
                  <a:pt x="112825" y="162186"/>
                </a:moveTo>
                <a:cubicBezTo>
                  <a:pt x="107924" y="146593"/>
                  <a:pt x="107287" y="146052"/>
                  <a:pt x="93810" y="146052"/>
                </a:cubicBezTo>
                <a:cubicBezTo>
                  <a:pt x="81661" y="146052"/>
                  <a:pt x="80847" y="145641"/>
                  <a:pt x="80847" y="139517"/>
                </a:cubicBezTo>
                <a:cubicBezTo>
                  <a:pt x="80847" y="135923"/>
                  <a:pt x="79143" y="132329"/>
                  <a:pt x="77061" y="131529"/>
                </a:cubicBezTo>
                <a:cubicBezTo>
                  <a:pt x="70944" y="129182"/>
                  <a:pt x="59116" y="134300"/>
                  <a:pt x="56324" y="140503"/>
                </a:cubicBezTo>
                <a:cubicBezTo>
                  <a:pt x="52116" y="149848"/>
                  <a:pt x="43882" y="146622"/>
                  <a:pt x="40835" y="134435"/>
                </a:cubicBezTo>
                <a:cubicBezTo>
                  <a:pt x="37208" y="119926"/>
                  <a:pt x="35198" y="117667"/>
                  <a:pt x="25839" y="117575"/>
                </a:cubicBezTo>
                <a:cubicBezTo>
                  <a:pt x="16487" y="117484"/>
                  <a:pt x="-3740" y="106278"/>
                  <a:pt x="603" y="103594"/>
                </a:cubicBezTo>
                <a:cubicBezTo>
                  <a:pt x="2143" y="102641"/>
                  <a:pt x="3414" y="97575"/>
                  <a:pt x="3427" y="92334"/>
                </a:cubicBezTo>
                <a:cubicBezTo>
                  <a:pt x="3448" y="83428"/>
                  <a:pt x="4333" y="82366"/>
                  <a:pt x="16980" y="76064"/>
                </a:cubicBezTo>
                <a:cubicBezTo>
                  <a:pt x="26201" y="71468"/>
                  <a:pt x="30266" y="67966"/>
                  <a:pt x="29744" y="65065"/>
                </a:cubicBezTo>
                <a:cubicBezTo>
                  <a:pt x="29324" y="62724"/>
                  <a:pt x="32518" y="54360"/>
                  <a:pt x="36843" y="46479"/>
                </a:cubicBezTo>
                <a:cubicBezTo>
                  <a:pt x="41168" y="38598"/>
                  <a:pt x="44707" y="30469"/>
                  <a:pt x="44707" y="28415"/>
                </a:cubicBezTo>
                <a:cubicBezTo>
                  <a:pt x="44707" y="25420"/>
                  <a:pt x="45659" y="25274"/>
                  <a:pt x="49507" y="27678"/>
                </a:cubicBezTo>
                <a:cubicBezTo>
                  <a:pt x="53370" y="30090"/>
                  <a:pt x="55603" y="29716"/>
                  <a:pt x="60947" y="25763"/>
                </a:cubicBezTo>
                <a:cubicBezTo>
                  <a:pt x="64599" y="23062"/>
                  <a:pt x="68819" y="18205"/>
                  <a:pt x="70323" y="14969"/>
                </a:cubicBezTo>
                <a:cubicBezTo>
                  <a:pt x="72821" y="9600"/>
                  <a:pt x="73567" y="9404"/>
                  <a:pt x="78890" y="12726"/>
                </a:cubicBezTo>
                <a:cubicBezTo>
                  <a:pt x="82096" y="14727"/>
                  <a:pt x="90941" y="17044"/>
                  <a:pt x="98544" y="17873"/>
                </a:cubicBezTo>
                <a:lnTo>
                  <a:pt x="112369" y="19382"/>
                </a:lnTo>
                <a:lnTo>
                  <a:pt x="111333" y="10510"/>
                </a:lnTo>
                <a:cubicBezTo>
                  <a:pt x="110680" y="4917"/>
                  <a:pt x="111503" y="1176"/>
                  <a:pt x="113560" y="387"/>
                </a:cubicBezTo>
                <a:cubicBezTo>
                  <a:pt x="117812" y="-1245"/>
                  <a:pt x="120015" y="2488"/>
                  <a:pt x="117960" y="7843"/>
                </a:cubicBezTo>
                <a:cubicBezTo>
                  <a:pt x="115692" y="13753"/>
                  <a:pt x="126829" y="25225"/>
                  <a:pt x="132949" y="23283"/>
                </a:cubicBezTo>
                <a:cubicBezTo>
                  <a:pt x="135529" y="22464"/>
                  <a:pt x="137639" y="22899"/>
                  <a:pt x="137639" y="24249"/>
                </a:cubicBezTo>
                <a:cubicBezTo>
                  <a:pt x="137639" y="25599"/>
                  <a:pt x="140039" y="27330"/>
                  <a:pt x="142971" y="28097"/>
                </a:cubicBezTo>
                <a:cubicBezTo>
                  <a:pt x="148037" y="29422"/>
                  <a:pt x="148102" y="29879"/>
                  <a:pt x="144280" y="37270"/>
                </a:cubicBezTo>
                <a:cubicBezTo>
                  <a:pt x="142067" y="41548"/>
                  <a:pt x="140954" y="46864"/>
                  <a:pt x="141806" y="49084"/>
                </a:cubicBezTo>
                <a:cubicBezTo>
                  <a:pt x="143608" y="53779"/>
                  <a:pt x="141808" y="54151"/>
                  <a:pt x="134976" y="50495"/>
                </a:cubicBezTo>
                <a:cubicBezTo>
                  <a:pt x="130992" y="48362"/>
                  <a:pt x="129272" y="49089"/>
                  <a:pt x="125814" y="54367"/>
                </a:cubicBezTo>
                <a:cubicBezTo>
                  <a:pt x="123473" y="57940"/>
                  <a:pt x="119948" y="60864"/>
                  <a:pt x="117982" y="60864"/>
                </a:cubicBezTo>
                <a:cubicBezTo>
                  <a:pt x="116015" y="60864"/>
                  <a:pt x="114406" y="62606"/>
                  <a:pt x="114406" y="64736"/>
                </a:cubicBezTo>
                <a:cubicBezTo>
                  <a:pt x="114406" y="66866"/>
                  <a:pt x="116060" y="68608"/>
                  <a:pt x="118081" y="68608"/>
                </a:cubicBezTo>
                <a:cubicBezTo>
                  <a:pt x="121214" y="68608"/>
                  <a:pt x="121185" y="69751"/>
                  <a:pt x="117880" y="76375"/>
                </a:cubicBezTo>
                <a:cubicBezTo>
                  <a:pt x="113557" y="85043"/>
                  <a:pt x="115262" y="99086"/>
                  <a:pt x="120902" y="101250"/>
                </a:cubicBezTo>
                <a:cubicBezTo>
                  <a:pt x="125974" y="103196"/>
                  <a:pt x="134577" y="97775"/>
                  <a:pt x="146578" y="85070"/>
                </a:cubicBezTo>
                <a:cubicBezTo>
                  <a:pt x="158352" y="72606"/>
                  <a:pt x="161996" y="71387"/>
                  <a:pt x="165866" y="78619"/>
                </a:cubicBezTo>
                <a:cubicBezTo>
                  <a:pt x="167980" y="82568"/>
                  <a:pt x="166683" y="85304"/>
                  <a:pt x="158858" y="93393"/>
                </a:cubicBezTo>
                <a:cubicBezTo>
                  <a:pt x="153577" y="98853"/>
                  <a:pt x="147613" y="103351"/>
                  <a:pt x="145606" y="103389"/>
                </a:cubicBezTo>
                <a:cubicBezTo>
                  <a:pt x="139218" y="103509"/>
                  <a:pt x="139670" y="109432"/>
                  <a:pt x="146405" y="113844"/>
                </a:cubicBezTo>
                <a:cubicBezTo>
                  <a:pt x="151813" y="117388"/>
                  <a:pt x="152650" y="119482"/>
                  <a:pt x="151373" y="126271"/>
                </a:cubicBezTo>
                <a:cubicBezTo>
                  <a:pt x="150529" y="130761"/>
                  <a:pt x="148255" y="136269"/>
                  <a:pt x="146320" y="138511"/>
                </a:cubicBezTo>
                <a:cubicBezTo>
                  <a:pt x="144385" y="140752"/>
                  <a:pt x="142802" y="146020"/>
                  <a:pt x="142802" y="150216"/>
                </a:cubicBezTo>
                <a:cubicBezTo>
                  <a:pt x="142802" y="155900"/>
                  <a:pt x="140890" y="158975"/>
                  <a:pt x="135305" y="162275"/>
                </a:cubicBezTo>
                <a:cubicBezTo>
                  <a:pt x="125481" y="168078"/>
                  <a:pt x="114663" y="168035"/>
                  <a:pt x="112825" y="162186"/>
                </a:cubicBezTo>
                <a:close/>
              </a:path>
            </a:pathLst>
          </a:custGeom>
          <a:solidFill>
            <a:srgbClr val="B9B9B9"/>
          </a:solidFill>
          <a:ln w="5163" cap="flat">
            <a:noFill/>
            <a:prstDash val="solid"/>
            <a:miter/>
          </a:ln>
        </p:spPr>
        <p:txBody>
          <a:bodyPr/>
          <a:lstStyle/>
          <a:p>
            <a:endParaRPr lang="es-419" noProof="0" dirty="0"/>
          </a:p>
        </p:txBody>
      </p:sp>
      <p:sp>
        <p:nvSpPr>
          <p:cNvPr id="74" name="Forma libre: forma 73">
            <a:extLst>
              <a:ext uri="{FF2B5EF4-FFF2-40B4-BE49-F238E27FC236}">
                <a16:creationId xmlns:a16="http://schemas.microsoft.com/office/drawing/2014/main" id="{C97C6E82-353A-A62D-DFF4-B4AF802BEC35}"/>
              </a:ext>
            </a:extLst>
          </p:cNvPr>
          <p:cNvSpPr/>
          <p:nvPr/>
        </p:nvSpPr>
        <p:spPr>
          <a:xfrm>
            <a:off x="1152549" y="1816032"/>
            <a:ext cx="278306" cy="369963"/>
          </a:xfrm>
          <a:custGeom>
            <a:avLst/>
            <a:gdLst>
              <a:gd name="csX0" fmla="*/ 34904 w 278306"/>
              <a:gd name="csY0" fmla="*/ 369743 h 369963"/>
              <a:gd name="csX1" fmla="*/ 30386 w 278306"/>
              <a:gd name="csY1" fmla="*/ 366534 h 369963"/>
              <a:gd name="csX2" fmla="*/ 24882 w 278306"/>
              <a:gd name="csY2" fmla="*/ 362569 h 369963"/>
              <a:gd name="csX3" fmla="*/ 21927 w 278306"/>
              <a:gd name="csY3" fmla="*/ 359169 h 369963"/>
              <a:gd name="csX4" fmla="*/ 27578 w 278306"/>
              <a:gd name="csY4" fmla="*/ 347996 h 369963"/>
              <a:gd name="csX5" fmla="*/ 35410 w 278306"/>
              <a:gd name="csY5" fmla="*/ 332463 h 369963"/>
              <a:gd name="csX6" fmla="*/ 46301 w 278306"/>
              <a:gd name="csY6" fmla="*/ 305733 h 369963"/>
              <a:gd name="csX7" fmla="*/ 51274 w 278306"/>
              <a:gd name="csY7" fmla="*/ 305469 h 369963"/>
              <a:gd name="csX8" fmla="*/ 85602 w 278306"/>
              <a:gd name="csY8" fmla="*/ 259605 h 369963"/>
              <a:gd name="csX9" fmla="*/ 77041 w 278306"/>
              <a:gd name="csY9" fmla="*/ 247151 h 369963"/>
              <a:gd name="csX10" fmla="*/ 56201 w 278306"/>
              <a:gd name="csY10" fmla="*/ 259540 h 369963"/>
              <a:gd name="csX11" fmla="*/ 43804 w 278306"/>
              <a:gd name="csY11" fmla="*/ 271918 h 369963"/>
              <a:gd name="csX12" fmla="*/ 42369 w 278306"/>
              <a:gd name="csY12" fmla="*/ 249815 h 369963"/>
              <a:gd name="csX13" fmla="*/ 41724 w 278306"/>
              <a:gd name="csY13" fmla="*/ 231013 h 369963"/>
              <a:gd name="csX14" fmla="*/ 29106 w 278306"/>
              <a:gd name="csY14" fmla="*/ 240028 h 369963"/>
              <a:gd name="csX15" fmla="*/ 22444 w 278306"/>
              <a:gd name="csY15" fmla="*/ 254379 h 369963"/>
              <a:gd name="csX16" fmla="*/ 24802 w 278306"/>
              <a:gd name="csY16" fmla="*/ 241025 h 369963"/>
              <a:gd name="csX17" fmla="*/ 33753 w 278306"/>
              <a:gd name="csY17" fmla="*/ 223416 h 369963"/>
              <a:gd name="csX18" fmla="*/ 20060 w 278306"/>
              <a:gd name="csY18" fmla="*/ 211002 h 369963"/>
              <a:gd name="csX19" fmla="*/ 12798 w 278306"/>
              <a:gd name="csY19" fmla="*/ 218762 h 369963"/>
              <a:gd name="csX20" fmla="*/ 14913 w 278306"/>
              <a:gd name="csY20" fmla="*/ 227151 h 369963"/>
              <a:gd name="csX21" fmla="*/ 17013 w 278306"/>
              <a:gd name="csY21" fmla="*/ 232960 h 369963"/>
              <a:gd name="csX22" fmla="*/ 9735 w 278306"/>
              <a:gd name="csY22" fmla="*/ 237857 h 369963"/>
              <a:gd name="csX23" fmla="*/ 1293 w 278306"/>
              <a:gd name="csY23" fmla="*/ 233984 h 369963"/>
              <a:gd name="csX24" fmla="*/ 5050 w 278306"/>
              <a:gd name="csY24" fmla="*/ 166825 h 369963"/>
              <a:gd name="csX25" fmla="*/ 13098 w 278306"/>
              <a:gd name="csY25" fmla="*/ 148470 h 369963"/>
              <a:gd name="csX26" fmla="*/ 17479 w 278306"/>
              <a:gd name="csY26" fmla="*/ 142324 h 369963"/>
              <a:gd name="csX27" fmla="*/ 23957 w 278306"/>
              <a:gd name="csY27" fmla="*/ 139382 h 369963"/>
              <a:gd name="csX28" fmla="*/ 29365 w 278306"/>
              <a:gd name="csY28" fmla="*/ 127120 h 369963"/>
              <a:gd name="csX29" fmla="*/ 37749 w 278306"/>
              <a:gd name="csY29" fmla="*/ 97729 h 369963"/>
              <a:gd name="csX30" fmla="*/ 49507 w 278306"/>
              <a:gd name="csY30" fmla="*/ 88122 h 369963"/>
              <a:gd name="csX31" fmla="*/ 58774 w 278306"/>
              <a:gd name="csY31" fmla="*/ 77796 h 369963"/>
              <a:gd name="csX32" fmla="*/ 64863 w 278306"/>
              <a:gd name="csY32" fmla="*/ 68721 h 369963"/>
              <a:gd name="csX33" fmla="*/ 80119 w 278306"/>
              <a:gd name="csY33" fmla="*/ 65404 h 369963"/>
              <a:gd name="csX34" fmla="*/ 105248 w 278306"/>
              <a:gd name="csY34" fmla="*/ 69057 h 369963"/>
              <a:gd name="csX35" fmla="*/ 132354 w 278306"/>
              <a:gd name="csY35" fmla="*/ 69793 h 369963"/>
              <a:gd name="csX36" fmla="*/ 147842 w 278306"/>
              <a:gd name="csY36" fmla="*/ 68392 h 369963"/>
              <a:gd name="csX37" fmla="*/ 148600 w 278306"/>
              <a:gd name="csY37" fmla="*/ 51194 h 369963"/>
              <a:gd name="csX38" fmla="*/ 143045 w 278306"/>
              <a:gd name="csY38" fmla="*/ 18458 h 369963"/>
              <a:gd name="csX39" fmla="*/ 138200 w 278306"/>
              <a:gd name="csY39" fmla="*/ 1452 h 369963"/>
              <a:gd name="csX40" fmla="*/ 176238 w 278306"/>
              <a:gd name="csY40" fmla="*/ 4099 h 369963"/>
              <a:gd name="csX41" fmla="*/ 200117 w 278306"/>
              <a:gd name="csY41" fmla="*/ 11594 h 369963"/>
              <a:gd name="csX42" fmla="*/ 208506 w 278306"/>
              <a:gd name="csY42" fmla="*/ 17328 h 369963"/>
              <a:gd name="csX43" fmla="*/ 213126 w 278306"/>
              <a:gd name="csY43" fmla="*/ 22327 h 369963"/>
              <a:gd name="csX44" fmla="*/ 220224 w 278306"/>
              <a:gd name="csY44" fmla="*/ 29184 h 369963"/>
              <a:gd name="csX45" fmla="*/ 234966 w 278306"/>
              <a:gd name="csY45" fmla="*/ 33975 h 369963"/>
              <a:gd name="csX46" fmla="*/ 247228 w 278306"/>
              <a:gd name="csY46" fmla="*/ 35904 h 369963"/>
              <a:gd name="csX47" fmla="*/ 256714 w 278306"/>
              <a:gd name="csY47" fmla="*/ 49191 h 369963"/>
              <a:gd name="csX48" fmla="*/ 272203 w 278306"/>
              <a:gd name="csY48" fmla="*/ 58184 h 369963"/>
              <a:gd name="csX49" fmla="*/ 271714 w 278306"/>
              <a:gd name="csY49" fmla="*/ 67589 h 369963"/>
              <a:gd name="csX50" fmla="*/ 263105 w 278306"/>
              <a:gd name="csY50" fmla="*/ 78504 h 369963"/>
              <a:gd name="csX51" fmla="*/ 254303 w 278306"/>
              <a:gd name="csY51" fmla="*/ 85750 h 369963"/>
              <a:gd name="csX52" fmla="*/ 246105 w 278306"/>
              <a:gd name="csY52" fmla="*/ 101699 h 369963"/>
              <a:gd name="csX53" fmla="*/ 227494 w 278306"/>
              <a:gd name="csY53" fmla="*/ 130702 h 369963"/>
              <a:gd name="csX54" fmla="*/ 183924 w 278306"/>
              <a:gd name="csY54" fmla="*/ 160034 h 369963"/>
              <a:gd name="csX55" fmla="*/ 153537 w 278306"/>
              <a:gd name="csY55" fmla="*/ 173778 h 369963"/>
              <a:gd name="csX56" fmla="*/ 157053 w 278306"/>
              <a:gd name="csY56" fmla="*/ 181528 h 369963"/>
              <a:gd name="csX57" fmla="*/ 160436 w 278306"/>
              <a:gd name="csY57" fmla="*/ 193225 h 369963"/>
              <a:gd name="csX58" fmla="*/ 180263 w 278306"/>
              <a:gd name="csY58" fmla="*/ 225950 h 369963"/>
              <a:gd name="csX59" fmla="*/ 194663 w 278306"/>
              <a:gd name="csY59" fmla="*/ 239264 h 369963"/>
              <a:gd name="csX60" fmla="*/ 204770 w 278306"/>
              <a:gd name="csY60" fmla="*/ 247088 h 369963"/>
              <a:gd name="csX61" fmla="*/ 210897 w 278306"/>
              <a:gd name="csY61" fmla="*/ 244424 h 369963"/>
              <a:gd name="csX62" fmla="*/ 229158 w 278306"/>
              <a:gd name="csY62" fmla="*/ 228391 h 369963"/>
              <a:gd name="csX63" fmla="*/ 234321 w 278306"/>
              <a:gd name="csY63" fmla="*/ 228442 h 369963"/>
              <a:gd name="csX64" fmla="*/ 234966 w 278306"/>
              <a:gd name="csY64" fmla="*/ 250091 h 369963"/>
              <a:gd name="csX65" fmla="*/ 235014 w 278306"/>
              <a:gd name="csY65" fmla="*/ 261191 h 369963"/>
              <a:gd name="csX66" fmla="*/ 230353 w 278306"/>
              <a:gd name="csY66" fmla="*/ 300578 h 369963"/>
              <a:gd name="csX67" fmla="*/ 224337 w 278306"/>
              <a:gd name="csY67" fmla="*/ 308123 h 369963"/>
              <a:gd name="csX68" fmla="*/ 215823 w 278306"/>
              <a:gd name="csY68" fmla="*/ 299799 h 369963"/>
              <a:gd name="csX69" fmla="*/ 202099 w 278306"/>
              <a:gd name="csY69" fmla="*/ 292094 h 369963"/>
              <a:gd name="csX70" fmla="*/ 185246 w 278306"/>
              <a:gd name="csY70" fmla="*/ 278805 h 369963"/>
              <a:gd name="csX71" fmla="*/ 173928 w 278306"/>
              <a:gd name="csY71" fmla="*/ 260086 h 369963"/>
              <a:gd name="csX72" fmla="*/ 159486 w 278306"/>
              <a:gd name="csY72" fmla="*/ 251642 h 369963"/>
              <a:gd name="csX73" fmla="*/ 135920 w 278306"/>
              <a:gd name="csY73" fmla="*/ 263292 h 369963"/>
              <a:gd name="csX74" fmla="*/ 128496 w 278306"/>
              <a:gd name="csY74" fmla="*/ 268428 h 369963"/>
              <a:gd name="csX75" fmla="*/ 118324 w 278306"/>
              <a:gd name="csY75" fmla="*/ 277403 h 369963"/>
              <a:gd name="csX76" fmla="*/ 102749 w 278306"/>
              <a:gd name="csY76" fmla="*/ 302843 h 369963"/>
              <a:gd name="csX77" fmla="*/ 111986 w 278306"/>
              <a:gd name="csY77" fmla="*/ 325389 h 369963"/>
              <a:gd name="csX78" fmla="*/ 124791 w 278306"/>
              <a:gd name="csY78" fmla="*/ 345325 h 369963"/>
              <a:gd name="csX79" fmla="*/ 112525 w 278306"/>
              <a:gd name="csY79" fmla="*/ 358252 h 369963"/>
              <a:gd name="csX80" fmla="*/ 61364 w 278306"/>
              <a:gd name="csY80" fmla="*/ 367059 h 369963"/>
              <a:gd name="csX81" fmla="*/ 45875 w 278306"/>
              <a:gd name="csY81" fmla="*/ 368630 h 369963"/>
              <a:gd name="csX82" fmla="*/ 34904 w 278306"/>
              <a:gd name="csY82" fmla="*/ 369743 h 3699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Lst>
            <a:rect l="l" t="t" r="r" b="b"/>
            <a:pathLst>
              <a:path w="278306" h="369963">
                <a:moveTo>
                  <a:pt x="34904" y="369743"/>
                </a:moveTo>
                <a:cubicBezTo>
                  <a:pt x="32419" y="369198"/>
                  <a:pt x="30386" y="367754"/>
                  <a:pt x="30386" y="366534"/>
                </a:cubicBezTo>
                <a:cubicBezTo>
                  <a:pt x="30386" y="365314"/>
                  <a:pt x="27909" y="363530"/>
                  <a:pt x="24882" y="362569"/>
                </a:cubicBezTo>
                <a:cubicBezTo>
                  <a:pt x="21855" y="361609"/>
                  <a:pt x="20525" y="360078"/>
                  <a:pt x="21927" y="359169"/>
                </a:cubicBezTo>
                <a:cubicBezTo>
                  <a:pt x="23328" y="358259"/>
                  <a:pt x="25871" y="353231"/>
                  <a:pt x="27578" y="347996"/>
                </a:cubicBezTo>
                <a:cubicBezTo>
                  <a:pt x="29284" y="342760"/>
                  <a:pt x="32809" y="335771"/>
                  <a:pt x="35410" y="332463"/>
                </a:cubicBezTo>
                <a:cubicBezTo>
                  <a:pt x="41776" y="324371"/>
                  <a:pt x="48428" y="308044"/>
                  <a:pt x="46301" y="305733"/>
                </a:cubicBezTo>
                <a:cubicBezTo>
                  <a:pt x="45357" y="304708"/>
                  <a:pt x="47595" y="304589"/>
                  <a:pt x="51274" y="305469"/>
                </a:cubicBezTo>
                <a:cubicBezTo>
                  <a:pt x="65489" y="308870"/>
                  <a:pt x="84946" y="282874"/>
                  <a:pt x="85602" y="259605"/>
                </a:cubicBezTo>
                <a:cubicBezTo>
                  <a:pt x="85868" y="250143"/>
                  <a:pt x="85296" y="249310"/>
                  <a:pt x="77041" y="247151"/>
                </a:cubicBezTo>
                <a:cubicBezTo>
                  <a:pt x="64390" y="243842"/>
                  <a:pt x="56201" y="248710"/>
                  <a:pt x="56201" y="259540"/>
                </a:cubicBezTo>
                <a:cubicBezTo>
                  <a:pt x="56201" y="269382"/>
                  <a:pt x="51616" y="273960"/>
                  <a:pt x="43804" y="271918"/>
                </a:cubicBezTo>
                <a:cubicBezTo>
                  <a:pt x="37009" y="270141"/>
                  <a:pt x="36944" y="269149"/>
                  <a:pt x="42369" y="249815"/>
                </a:cubicBezTo>
                <a:cubicBezTo>
                  <a:pt x="46434" y="235327"/>
                  <a:pt x="46408" y="234559"/>
                  <a:pt x="41724" y="231013"/>
                </a:cubicBezTo>
                <a:cubicBezTo>
                  <a:pt x="34464" y="225517"/>
                  <a:pt x="33758" y="226021"/>
                  <a:pt x="29106" y="240028"/>
                </a:cubicBezTo>
                <a:cubicBezTo>
                  <a:pt x="26753" y="247111"/>
                  <a:pt x="23756" y="253568"/>
                  <a:pt x="22444" y="254379"/>
                </a:cubicBezTo>
                <a:cubicBezTo>
                  <a:pt x="19454" y="256227"/>
                  <a:pt x="19357" y="256781"/>
                  <a:pt x="24802" y="241025"/>
                </a:cubicBezTo>
                <a:cubicBezTo>
                  <a:pt x="27318" y="233748"/>
                  <a:pt x="31345" y="225823"/>
                  <a:pt x="33753" y="223416"/>
                </a:cubicBezTo>
                <a:cubicBezTo>
                  <a:pt x="41536" y="215633"/>
                  <a:pt x="38403" y="212792"/>
                  <a:pt x="20060" y="211002"/>
                </a:cubicBezTo>
                <a:cubicBezTo>
                  <a:pt x="14508" y="210460"/>
                  <a:pt x="13494" y="211544"/>
                  <a:pt x="12798" y="218762"/>
                </a:cubicBezTo>
                <a:cubicBezTo>
                  <a:pt x="12315" y="223766"/>
                  <a:pt x="13169" y="227151"/>
                  <a:pt x="14913" y="227151"/>
                </a:cubicBezTo>
                <a:cubicBezTo>
                  <a:pt x="16522" y="227151"/>
                  <a:pt x="17467" y="229765"/>
                  <a:pt x="17013" y="232960"/>
                </a:cubicBezTo>
                <a:cubicBezTo>
                  <a:pt x="16365" y="237521"/>
                  <a:pt x="14803" y="238572"/>
                  <a:pt x="9735" y="237857"/>
                </a:cubicBezTo>
                <a:cubicBezTo>
                  <a:pt x="6185" y="237355"/>
                  <a:pt x="2386" y="235613"/>
                  <a:pt x="1293" y="233984"/>
                </a:cubicBezTo>
                <a:cubicBezTo>
                  <a:pt x="-1682" y="229553"/>
                  <a:pt x="858" y="184145"/>
                  <a:pt x="5050" y="166825"/>
                </a:cubicBezTo>
                <a:cubicBezTo>
                  <a:pt x="7067" y="158491"/>
                  <a:pt x="10689" y="150232"/>
                  <a:pt x="13098" y="148470"/>
                </a:cubicBezTo>
                <a:cubicBezTo>
                  <a:pt x="15508" y="146708"/>
                  <a:pt x="17479" y="143943"/>
                  <a:pt x="17479" y="142324"/>
                </a:cubicBezTo>
                <a:cubicBezTo>
                  <a:pt x="17479" y="140706"/>
                  <a:pt x="20394" y="139382"/>
                  <a:pt x="23957" y="139382"/>
                </a:cubicBezTo>
                <a:cubicBezTo>
                  <a:pt x="30115" y="139382"/>
                  <a:pt x="30383" y="138776"/>
                  <a:pt x="29365" y="127120"/>
                </a:cubicBezTo>
                <a:cubicBezTo>
                  <a:pt x="27807" y="109281"/>
                  <a:pt x="29957" y="101744"/>
                  <a:pt x="37749" y="97729"/>
                </a:cubicBezTo>
                <a:cubicBezTo>
                  <a:pt x="41508" y="95792"/>
                  <a:pt x="46799" y="91468"/>
                  <a:pt x="49507" y="88122"/>
                </a:cubicBezTo>
                <a:cubicBezTo>
                  <a:pt x="52214" y="84775"/>
                  <a:pt x="56385" y="80128"/>
                  <a:pt x="58774" y="77796"/>
                </a:cubicBezTo>
                <a:cubicBezTo>
                  <a:pt x="61163" y="75463"/>
                  <a:pt x="63903" y="71380"/>
                  <a:pt x="64863" y="68721"/>
                </a:cubicBezTo>
                <a:cubicBezTo>
                  <a:pt x="66368" y="64550"/>
                  <a:pt x="68459" y="64095"/>
                  <a:pt x="80119" y="65404"/>
                </a:cubicBezTo>
                <a:cubicBezTo>
                  <a:pt x="87551" y="66238"/>
                  <a:pt x="98859" y="67882"/>
                  <a:pt x="105248" y="69057"/>
                </a:cubicBezTo>
                <a:cubicBezTo>
                  <a:pt x="111637" y="70233"/>
                  <a:pt x="123835" y="70564"/>
                  <a:pt x="132354" y="69793"/>
                </a:cubicBezTo>
                <a:lnTo>
                  <a:pt x="147842" y="68392"/>
                </a:lnTo>
                <a:lnTo>
                  <a:pt x="148600" y="51194"/>
                </a:lnTo>
                <a:cubicBezTo>
                  <a:pt x="149196" y="37679"/>
                  <a:pt x="148006" y="30668"/>
                  <a:pt x="143045" y="18458"/>
                </a:cubicBezTo>
                <a:cubicBezTo>
                  <a:pt x="139573" y="9912"/>
                  <a:pt x="137392" y="2259"/>
                  <a:pt x="138200" y="1452"/>
                </a:cubicBezTo>
                <a:cubicBezTo>
                  <a:pt x="141102" y="-1451"/>
                  <a:pt x="166125" y="290"/>
                  <a:pt x="176238" y="4099"/>
                </a:cubicBezTo>
                <a:cubicBezTo>
                  <a:pt x="189419" y="9062"/>
                  <a:pt x="190086" y="9272"/>
                  <a:pt x="200117" y="11594"/>
                </a:cubicBezTo>
                <a:cubicBezTo>
                  <a:pt x="204892" y="12700"/>
                  <a:pt x="208506" y="15170"/>
                  <a:pt x="208506" y="17328"/>
                </a:cubicBezTo>
                <a:cubicBezTo>
                  <a:pt x="208506" y="19413"/>
                  <a:pt x="210585" y="21662"/>
                  <a:pt x="213126" y="22327"/>
                </a:cubicBezTo>
                <a:cubicBezTo>
                  <a:pt x="215666" y="22991"/>
                  <a:pt x="218861" y="26077"/>
                  <a:pt x="220224" y="29184"/>
                </a:cubicBezTo>
                <a:cubicBezTo>
                  <a:pt x="222363" y="34057"/>
                  <a:pt x="224390" y="34715"/>
                  <a:pt x="234966" y="33975"/>
                </a:cubicBezTo>
                <a:cubicBezTo>
                  <a:pt x="242553" y="33444"/>
                  <a:pt x="247228" y="34179"/>
                  <a:pt x="247228" y="35904"/>
                </a:cubicBezTo>
                <a:cubicBezTo>
                  <a:pt x="247228" y="37437"/>
                  <a:pt x="251497" y="43416"/>
                  <a:pt x="256714" y="49191"/>
                </a:cubicBezTo>
                <a:cubicBezTo>
                  <a:pt x="264193" y="57469"/>
                  <a:pt x="267470" y="59372"/>
                  <a:pt x="272203" y="58184"/>
                </a:cubicBezTo>
                <a:cubicBezTo>
                  <a:pt x="280616" y="56072"/>
                  <a:pt x="280219" y="63714"/>
                  <a:pt x="271714" y="67589"/>
                </a:cubicBezTo>
                <a:cubicBezTo>
                  <a:pt x="267863" y="69343"/>
                  <a:pt x="264361" y="73784"/>
                  <a:pt x="263105" y="78504"/>
                </a:cubicBezTo>
                <a:cubicBezTo>
                  <a:pt x="261351" y="85098"/>
                  <a:pt x="259842" y="86340"/>
                  <a:pt x="254303" y="85750"/>
                </a:cubicBezTo>
                <a:cubicBezTo>
                  <a:pt x="246592" y="84928"/>
                  <a:pt x="243436" y="91067"/>
                  <a:pt x="246105" y="101699"/>
                </a:cubicBezTo>
                <a:cubicBezTo>
                  <a:pt x="247533" y="107389"/>
                  <a:pt x="244867" y="111544"/>
                  <a:pt x="227494" y="130702"/>
                </a:cubicBezTo>
                <a:cubicBezTo>
                  <a:pt x="207371" y="152893"/>
                  <a:pt x="196764" y="160034"/>
                  <a:pt x="183924" y="160034"/>
                </a:cubicBezTo>
                <a:cubicBezTo>
                  <a:pt x="175394" y="160034"/>
                  <a:pt x="155328" y="169109"/>
                  <a:pt x="153537" y="173778"/>
                </a:cubicBezTo>
                <a:cubicBezTo>
                  <a:pt x="152784" y="175740"/>
                  <a:pt x="154366" y="179227"/>
                  <a:pt x="157053" y="181528"/>
                </a:cubicBezTo>
                <a:cubicBezTo>
                  <a:pt x="160618" y="184580"/>
                  <a:pt x="161532" y="187741"/>
                  <a:pt x="160436" y="193225"/>
                </a:cubicBezTo>
                <a:cubicBezTo>
                  <a:pt x="158065" y="205081"/>
                  <a:pt x="165477" y="217314"/>
                  <a:pt x="180263" y="225950"/>
                </a:cubicBezTo>
                <a:cubicBezTo>
                  <a:pt x="187814" y="230360"/>
                  <a:pt x="193823" y="235916"/>
                  <a:pt x="194663" y="239264"/>
                </a:cubicBezTo>
                <a:cubicBezTo>
                  <a:pt x="196711" y="247420"/>
                  <a:pt x="202826" y="252154"/>
                  <a:pt x="204770" y="247088"/>
                </a:cubicBezTo>
                <a:cubicBezTo>
                  <a:pt x="205617" y="244882"/>
                  <a:pt x="208258" y="243734"/>
                  <a:pt x="210897" y="244424"/>
                </a:cubicBezTo>
                <a:cubicBezTo>
                  <a:pt x="216566" y="245906"/>
                  <a:pt x="229158" y="234851"/>
                  <a:pt x="229158" y="228391"/>
                </a:cubicBezTo>
                <a:cubicBezTo>
                  <a:pt x="229158" y="223967"/>
                  <a:pt x="229378" y="223969"/>
                  <a:pt x="234321" y="228442"/>
                </a:cubicBezTo>
                <a:cubicBezTo>
                  <a:pt x="240730" y="234242"/>
                  <a:pt x="241099" y="246636"/>
                  <a:pt x="234966" y="250091"/>
                </a:cubicBezTo>
                <a:cubicBezTo>
                  <a:pt x="230667" y="252513"/>
                  <a:pt x="230669" y="253050"/>
                  <a:pt x="235014" y="261191"/>
                </a:cubicBezTo>
                <a:cubicBezTo>
                  <a:pt x="240871" y="272165"/>
                  <a:pt x="238755" y="290041"/>
                  <a:pt x="230353" y="300578"/>
                </a:cubicBezTo>
                <a:lnTo>
                  <a:pt x="224337" y="308123"/>
                </a:lnTo>
                <a:lnTo>
                  <a:pt x="215823" y="299799"/>
                </a:lnTo>
                <a:cubicBezTo>
                  <a:pt x="210927" y="295013"/>
                  <a:pt x="205095" y="291738"/>
                  <a:pt x="202099" y="292094"/>
                </a:cubicBezTo>
                <a:cubicBezTo>
                  <a:pt x="194035" y="293052"/>
                  <a:pt x="185277" y="286146"/>
                  <a:pt x="185246" y="278805"/>
                </a:cubicBezTo>
                <a:cubicBezTo>
                  <a:pt x="185229" y="274767"/>
                  <a:pt x="180965" y="267715"/>
                  <a:pt x="173928" y="260086"/>
                </a:cubicBezTo>
                <a:cubicBezTo>
                  <a:pt x="164333" y="249682"/>
                  <a:pt x="162165" y="248415"/>
                  <a:pt x="159486" y="251642"/>
                </a:cubicBezTo>
                <a:cubicBezTo>
                  <a:pt x="155362" y="256612"/>
                  <a:pt x="141849" y="263292"/>
                  <a:pt x="135920" y="263292"/>
                </a:cubicBezTo>
                <a:cubicBezTo>
                  <a:pt x="133348" y="263292"/>
                  <a:pt x="130007" y="265603"/>
                  <a:pt x="128496" y="268428"/>
                </a:cubicBezTo>
                <a:cubicBezTo>
                  <a:pt x="126984" y="271253"/>
                  <a:pt x="122406" y="275292"/>
                  <a:pt x="118324" y="277403"/>
                </a:cubicBezTo>
                <a:cubicBezTo>
                  <a:pt x="105333" y="284120"/>
                  <a:pt x="102661" y="288486"/>
                  <a:pt x="102749" y="302843"/>
                </a:cubicBezTo>
                <a:cubicBezTo>
                  <a:pt x="102826" y="315405"/>
                  <a:pt x="106784" y="325066"/>
                  <a:pt x="111986" y="325389"/>
                </a:cubicBezTo>
                <a:cubicBezTo>
                  <a:pt x="116589" y="325676"/>
                  <a:pt x="126252" y="340721"/>
                  <a:pt x="124791" y="345325"/>
                </a:cubicBezTo>
                <a:cubicBezTo>
                  <a:pt x="123983" y="347870"/>
                  <a:pt x="118463" y="353688"/>
                  <a:pt x="112525" y="358252"/>
                </a:cubicBezTo>
                <a:cubicBezTo>
                  <a:pt x="101535" y="366699"/>
                  <a:pt x="89725" y="368732"/>
                  <a:pt x="61364" y="367059"/>
                </a:cubicBezTo>
                <a:cubicBezTo>
                  <a:pt x="56394" y="366766"/>
                  <a:pt x="49424" y="367473"/>
                  <a:pt x="45875" y="368630"/>
                </a:cubicBezTo>
                <a:cubicBezTo>
                  <a:pt x="42325" y="369787"/>
                  <a:pt x="37388" y="370288"/>
                  <a:pt x="34904" y="369743"/>
                </a:cubicBezTo>
                <a:close/>
              </a:path>
            </a:pathLst>
          </a:custGeom>
          <a:solidFill>
            <a:srgbClr val="B9B9B9"/>
          </a:solidFill>
          <a:ln w="5163" cap="flat">
            <a:noFill/>
            <a:prstDash val="solid"/>
            <a:miter/>
          </a:ln>
        </p:spPr>
        <p:txBody>
          <a:bodyPr/>
          <a:lstStyle/>
          <a:p>
            <a:endParaRPr lang="es-419" noProof="0" dirty="0"/>
          </a:p>
        </p:txBody>
      </p:sp>
      <p:grpSp>
        <p:nvGrpSpPr>
          <p:cNvPr id="75" name="Gráfico 39">
            <a:extLst>
              <a:ext uri="{FF2B5EF4-FFF2-40B4-BE49-F238E27FC236}">
                <a16:creationId xmlns:a16="http://schemas.microsoft.com/office/drawing/2014/main" id="{DD8BCF8A-0E6A-C22E-8F75-F8C96D580135}"/>
              </a:ext>
            </a:extLst>
          </p:cNvPr>
          <p:cNvGrpSpPr/>
          <p:nvPr/>
        </p:nvGrpSpPr>
        <p:grpSpPr>
          <a:xfrm>
            <a:off x="1634957" y="2069316"/>
            <a:ext cx="438046" cy="474569"/>
            <a:chOff x="1634957" y="2069316"/>
            <a:chExt cx="438046" cy="474569"/>
          </a:xfrm>
        </p:grpSpPr>
        <p:sp>
          <p:nvSpPr>
            <p:cNvPr id="76" name="Forma libre: forma 75">
              <a:extLst>
                <a:ext uri="{FF2B5EF4-FFF2-40B4-BE49-F238E27FC236}">
                  <a16:creationId xmlns:a16="http://schemas.microsoft.com/office/drawing/2014/main" id="{06C9318D-C04B-DE48-9438-2506A2E66845}"/>
                </a:ext>
              </a:extLst>
            </p:cNvPr>
            <p:cNvSpPr/>
            <p:nvPr/>
          </p:nvSpPr>
          <p:spPr>
            <a:xfrm>
              <a:off x="1634957" y="2069316"/>
              <a:ext cx="438046" cy="474569"/>
            </a:xfrm>
            <a:custGeom>
              <a:avLst/>
              <a:gdLst>
                <a:gd name="csX0" fmla="*/ 332739 w 438046"/>
                <a:gd name="csY0" fmla="*/ 469202 h 474569"/>
                <a:gd name="csX1" fmla="*/ 324349 w 438046"/>
                <a:gd name="csY1" fmla="*/ 460541 h 474569"/>
                <a:gd name="csX2" fmla="*/ 306954 w 438046"/>
                <a:gd name="csY2" fmla="*/ 447652 h 474569"/>
                <a:gd name="csX3" fmla="*/ 301522 w 438046"/>
                <a:gd name="csY3" fmla="*/ 436095 h 474569"/>
                <a:gd name="csX4" fmla="*/ 298287 w 438046"/>
                <a:gd name="csY4" fmla="*/ 425621 h 474569"/>
                <a:gd name="csX5" fmla="*/ 291436 w 438046"/>
                <a:gd name="csY5" fmla="*/ 429493 h 474569"/>
                <a:gd name="csX6" fmla="*/ 284162 w 438046"/>
                <a:gd name="csY6" fmla="*/ 433365 h 474569"/>
                <a:gd name="csX7" fmla="*/ 273181 w 438046"/>
                <a:gd name="csY7" fmla="*/ 439996 h 474569"/>
                <a:gd name="csX8" fmla="*/ 246542 w 438046"/>
                <a:gd name="csY8" fmla="*/ 415677 h 474569"/>
                <a:gd name="csX9" fmla="*/ 247543 w 438046"/>
                <a:gd name="csY9" fmla="*/ 398488 h 474569"/>
                <a:gd name="csX10" fmla="*/ 227242 w 438046"/>
                <a:gd name="csY10" fmla="*/ 385770 h 474569"/>
                <a:gd name="csX11" fmla="*/ 216574 w 438046"/>
                <a:gd name="csY11" fmla="*/ 384267 h 474569"/>
                <a:gd name="csX12" fmla="*/ 211411 w 438046"/>
                <a:gd name="csY12" fmla="*/ 381736 h 474569"/>
                <a:gd name="csX13" fmla="*/ 206248 w 438046"/>
                <a:gd name="csY13" fmla="*/ 377864 h 474569"/>
                <a:gd name="csX14" fmla="*/ 201085 w 438046"/>
                <a:gd name="csY14" fmla="*/ 368829 h 474569"/>
                <a:gd name="csX15" fmla="*/ 195840 w 438046"/>
                <a:gd name="csY15" fmla="*/ 360439 h 474569"/>
                <a:gd name="csX16" fmla="*/ 179383 w 438046"/>
                <a:gd name="csY16" fmla="*/ 344572 h 474569"/>
                <a:gd name="csX17" fmla="*/ 166056 w 438046"/>
                <a:gd name="csY17" fmla="*/ 347532 h 474569"/>
                <a:gd name="csX18" fmla="*/ 162127 w 438046"/>
                <a:gd name="csY18" fmla="*/ 363514 h 474569"/>
                <a:gd name="csX19" fmla="*/ 156676 w 438046"/>
                <a:gd name="csY19" fmla="*/ 372397 h 474569"/>
                <a:gd name="csX20" fmla="*/ 152333 w 438046"/>
                <a:gd name="csY20" fmla="*/ 366640 h 474569"/>
                <a:gd name="csX21" fmla="*/ 138487 w 438046"/>
                <a:gd name="csY21" fmla="*/ 364853 h 474569"/>
                <a:gd name="csX22" fmla="*/ 126312 w 438046"/>
                <a:gd name="csY22" fmla="*/ 363833 h 474569"/>
                <a:gd name="csX23" fmla="*/ 123641 w 438046"/>
                <a:gd name="csY23" fmla="*/ 355006 h 474569"/>
                <a:gd name="csX24" fmla="*/ 115723 w 438046"/>
                <a:gd name="csY24" fmla="*/ 349430 h 474569"/>
                <a:gd name="csX25" fmla="*/ 110493 w 438046"/>
                <a:gd name="csY25" fmla="*/ 333027 h 474569"/>
                <a:gd name="csX26" fmla="*/ 115897 w 438046"/>
                <a:gd name="csY26" fmla="*/ 317692 h 474569"/>
                <a:gd name="csX27" fmla="*/ 126868 w 438046"/>
                <a:gd name="csY27" fmla="*/ 306474 h 474569"/>
                <a:gd name="csX28" fmla="*/ 128005 w 438046"/>
                <a:gd name="csY28" fmla="*/ 290864 h 474569"/>
                <a:gd name="csX29" fmla="*/ 107467 w 438046"/>
                <a:gd name="csY29" fmla="*/ 276906 h 474569"/>
                <a:gd name="csX30" fmla="*/ 125531 w 438046"/>
                <a:gd name="csY30" fmla="*/ 228226 h 474569"/>
                <a:gd name="csX31" fmla="*/ 128516 w 438046"/>
                <a:gd name="csY31" fmla="*/ 218872 h 474569"/>
                <a:gd name="csX32" fmla="*/ 122054 w 438046"/>
                <a:gd name="csY32" fmla="*/ 216563 h 474569"/>
                <a:gd name="csX33" fmla="*/ 112602 w 438046"/>
                <a:gd name="csY33" fmla="*/ 211354 h 474569"/>
                <a:gd name="csX34" fmla="*/ 97827 w 438046"/>
                <a:gd name="csY34" fmla="*/ 212411 h 474569"/>
                <a:gd name="csX35" fmla="*/ 87566 w 438046"/>
                <a:gd name="csY35" fmla="*/ 216588 h 474569"/>
                <a:gd name="csX36" fmla="*/ 80430 w 438046"/>
                <a:gd name="csY36" fmla="*/ 211038 h 474569"/>
                <a:gd name="csX37" fmla="*/ 79784 w 438046"/>
                <a:gd name="csY37" fmla="*/ 198453 h 474569"/>
                <a:gd name="csX38" fmla="*/ 82015 w 438046"/>
                <a:gd name="csY38" fmla="*/ 188949 h 474569"/>
                <a:gd name="csX39" fmla="*/ 89966 w 438046"/>
                <a:gd name="csY39" fmla="*/ 185629 h 474569"/>
                <a:gd name="csX40" fmla="*/ 87641 w 438046"/>
                <a:gd name="csY40" fmla="*/ 169636 h 474569"/>
                <a:gd name="csX41" fmla="*/ 79292 w 438046"/>
                <a:gd name="csY41" fmla="*/ 156728 h 474569"/>
                <a:gd name="csX42" fmla="*/ 72462 w 438046"/>
                <a:gd name="csY42" fmla="*/ 148956 h 474569"/>
                <a:gd name="csX43" fmla="*/ 56524 w 438046"/>
                <a:gd name="csY43" fmla="*/ 163920 h 474569"/>
                <a:gd name="csX44" fmla="*/ 52658 w 438046"/>
                <a:gd name="csY44" fmla="*/ 164900 h 474569"/>
                <a:gd name="csX45" fmla="*/ 39697 w 438046"/>
                <a:gd name="csY45" fmla="*/ 168628 h 474569"/>
                <a:gd name="csX46" fmla="*/ 26748 w 438046"/>
                <a:gd name="csY46" fmla="*/ 181448 h 474569"/>
                <a:gd name="csX47" fmla="*/ 16403 w 438046"/>
                <a:gd name="csY47" fmla="*/ 190289 h 474569"/>
                <a:gd name="csX48" fmla="*/ 7343 w 438046"/>
                <a:gd name="csY48" fmla="*/ 186486 h 474569"/>
                <a:gd name="csX49" fmla="*/ 9965 w 438046"/>
                <a:gd name="csY49" fmla="*/ 170925 h 474569"/>
                <a:gd name="csX50" fmla="*/ 15158 w 438046"/>
                <a:gd name="csY50" fmla="*/ 162124 h 474569"/>
                <a:gd name="csX51" fmla="*/ 9381 w 438046"/>
                <a:gd name="csY51" fmla="*/ 159801 h 474569"/>
                <a:gd name="csX52" fmla="*/ 7807 w 438046"/>
                <a:gd name="csY52" fmla="*/ 157314 h 474569"/>
                <a:gd name="csX53" fmla="*/ 15681 w 438046"/>
                <a:gd name="csY53" fmla="*/ 151621 h 474569"/>
                <a:gd name="csX54" fmla="*/ 24691 w 438046"/>
                <a:gd name="csY54" fmla="*/ 148948 h 474569"/>
                <a:gd name="csX55" fmla="*/ 33291 w 438046"/>
                <a:gd name="csY55" fmla="*/ 142643 h 474569"/>
                <a:gd name="csX56" fmla="*/ 36252 w 438046"/>
                <a:gd name="csY56" fmla="*/ 130243 h 474569"/>
                <a:gd name="csX57" fmla="*/ 35959 w 438046"/>
                <a:gd name="csY57" fmla="*/ 119824 h 474569"/>
                <a:gd name="csX58" fmla="*/ 30417 w 438046"/>
                <a:gd name="csY58" fmla="*/ 117319 h 474569"/>
                <a:gd name="csX59" fmla="*/ 28128 w 438046"/>
                <a:gd name="csY59" fmla="*/ 114535 h 474569"/>
                <a:gd name="csX60" fmla="*/ 22780 w 438046"/>
                <a:gd name="csY60" fmla="*/ 112034 h 474569"/>
                <a:gd name="csX61" fmla="*/ 9335 w 438046"/>
                <a:gd name="csY61" fmla="*/ 100263 h 474569"/>
                <a:gd name="csX62" fmla="*/ 5316 w 438046"/>
                <a:gd name="csY62" fmla="*/ 85099 h 474569"/>
                <a:gd name="csX63" fmla="*/ 0 w 438046"/>
                <a:gd name="csY63" fmla="*/ 74899 h 474569"/>
                <a:gd name="csX64" fmla="*/ 5230 w 438046"/>
                <a:gd name="csY64" fmla="*/ 68250 h 474569"/>
                <a:gd name="csX65" fmla="*/ 8777 w 438046"/>
                <a:gd name="csY65" fmla="*/ 53938 h 474569"/>
                <a:gd name="csX66" fmla="*/ 11157 w 438046"/>
                <a:gd name="csY66" fmla="*/ 40474 h 474569"/>
                <a:gd name="csX67" fmla="*/ 15221 w 438046"/>
                <a:gd name="csY67" fmla="*/ 30361 h 474569"/>
                <a:gd name="csX68" fmla="*/ 19093 w 438046"/>
                <a:gd name="csY68" fmla="*/ 24563 h 474569"/>
                <a:gd name="csX69" fmla="*/ 13331 w 438046"/>
                <a:gd name="csY69" fmla="*/ 11391 h 474569"/>
                <a:gd name="csX70" fmla="*/ 15610 w 438046"/>
                <a:gd name="csY70" fmla="*/ 4739 h 474569"/>
                <a:gd name="csX71" fmla="*/ 24152 w 438046"/>
                <a:gd name="csY71" fmla="*/ 2431 h 474569"/>
                <a:gd name="csX72" fmla="*/ 42643 w 438046"/>
                <a:gd name="csY72" fmla="*/ 10008 h 474569"/>
                <a:gd name="csX73" fmla="*/ 58021 w 438046"/>
                <a:gd name="csY73" fmla="*/ 20333 h 474569"/>
                <a:gd name="csX74" fmla="*/ 76259 w 438046"/>
                <a:gd name="csY74" fmla="*/ 58909 h 474569"/>
                <a:gd name="csX75" fmla="*/ 87417 w 438046"/>
                <a:gd name="csY75" fmla="*/ 80908 h 474569"/>
                <a:gd name="csX76" fmla="*/ 99122 w 438046"/>
                <a:gd name="csY76" fmla="*/ 102996 h 474569"/>
                <a:gd name="csX77" fmla="*/ 103913 w 438046"/>
                <a:gd name="csY77" fmla="*/ 110684 h 474569"/>
                <a:gd name="csX78" fmla="*/ 102362 w 438046"/>
                <a:gd name="csY78" fmla="*/ 90033 h 474569"/>
                <a:gd name="csX79" fmla="*/ 92203 w 438046"/>
                <a:gd name="csY79" fmla="*/ 66799 h 474569"/>
                <a:gd name="csX80" fmla="*/ 83568 w 438046"/>
                <a:gd name="csY80" fmla="*/ 60346 h 474569"/>
                <a:gd name="csX81" fmla="*/ 86838 w 438046"/>
                <a:gd name="csY81" fmla="*/ 69381 h 474569"/>
                <a:gd name="csX82" fmla="*/ 85111 w 438046"/>
                <a:gd name="csY82" fmla="*/ 70354 h 474569"/>
                <a:gd name="csX83" fmla="*/ 81250 w 438046"/>
                <a:gd name="csY83" fmla="*/ 58738 h 474569"/>
                <a:gd name="csX84" fmla="*/ 73693 w 438046"/>
                <a:gd name="csY84" fmla="*/ 39979 h 474569"/>
                <a:gd name="csX85" fmla="*/ 66850 w 438046"/>
                <a:gd name="csY85" fmla="*/ 27201 h 474569"/>
                <a:gd name="csX86" fmla="*/ 80920 w 438046"/>
                <a:gd name="csY86" fmla="*/ 44489 h 474569"/>
                <a:gd name="csX87" fmla="*/ 99162 w 438046"/>
                <a:gd name="csY87" fmla="*/ 64586 h 474569"/>
                <a:gd name="csX88" fmla="*/ 107565 w 438046"/>
                <a:gd name="csY88" fmla="*/ 86419 h 474569"/>
                <a:gd name="csX89" fmla="*/ 116108 w 438046"/>
                <a:gd name="csY89" fmla="*/ 138203 h 474569"/>
                <a:gd name="csX90" fmla="*/ 121060 w 438046"/>
                <a:gd name="csY90" fmla="*/ 151411 h 474569"/>
                <a:gd name="csX91" fmla="*/ 135828 w 438046"/>
                <a:gd name="csY91" fmla="*/ 169580 h 474569"/>
                <a:gd name="csX92" fmla="*/ 173747 w 438046"/>
                <a:gd name="csY92" fmla="*/ 217637 h 474569"/>
                <a:gd name="csX93" fmla="*/ 186052 w 438046"/>
                <a:gd name="csY93" fmla="*/ 237240 h 474569"/>
                <a:gd name="csX94" fmla="*/ 192809 w 438046"/>
                <a:gd name="csY94" fmla="*/ 259193 h 474569"/>
                <a:gd name="csX95" fmla="*/ 202887 w 438046"/>
                <a:gd name="csY95" fmla="*/ 280570 h 474569"/>
                <a:gd name="csX96" fmla="*/ 215434 w 438046"/>
                <a:gd name="csY96" fmla="*/ 294429 h 474569"/>
                <a:gd name="csX97" fmla="*/ 223898 w 438046"/>
                <a:gd name="csY97" fmla="*/ 302869 h 474569"/>
                <a:gd name="csX98" fmla="*/ 231639 w 438046"/>
                <a:gd name="csY98" fmla="*/ 310848 h 474569"/>
                <a:gd name="csX99" fmla="*/ 241066 w 438046"/>
                <a:gd name="csY99" fmla="*/ 319770 h 474569"/>
                <a:gd name="csX100" fmla="*/ 242388 w 438046"/>
                <a:gd name="csY100" fmla="*/ 323654 h 474569"/>
                <a:gd name="csX101" fmla="*/ 237225 w 438046"/>
                <a:gd name="csY101" fmla="*/ 324770 h 474569"/>
                <a:gd name="csX102" fmla="*/ 239807 w 438046"/>
                <a:gd name="csY102" fmla="*/ 327526 h 474569"/>
                <a:gd name="csX103" fmla="*/ 241743 w 438046"/>
                <a:gd name="csY103" fmla="*/ 330724 h 474569"/>
                <a:gd name="csX104" fmla="*/ 248333 w 438046"/>
                <a:gd name="csY104" fmla="*/ 333103 h 474569"/>
                <a:gd name="csX105" fmla="*/ 259724 w 438046"/>
                <a:gd name="csY105" fmla="*/ 335713 h 474569"/>
                <a:gd name="csX106" fmla="*/ 262612 w 438046"/>
                <a:gd name="csY106" fmla="*/ 335270 h 474569"/>
                <a:gd name="csX107" fmla="*/ 255739 w 438046"/>
                <a:gd name="csY107" fmla="*/ 330573 h 474569"/>
                <a:gd name="csX108" fmla="*/ 250133 w 438046"/>
                <a:gd name="csY108" fmla="*/ 327461 h 474569"/>
                <a:gd name="csX109" fmla="*/ 260301 w 438046"/>
                <a:gd name="csY109" fmla="*/ 328761 h 474569"/>
                <a:gd name="csX110" fmla="*/ 284960 w 438046"/>
                <a:gd name="csY110" fmla="*/ 330853 h 474569"/>
                <a:gd name="csX111" fmla="*/ 308115 w 438046"/>
                <a:gd name="csY111" fmla="*/ 337754 h 474569"/>
                <a:gd name="csX112" fmla="*/ 325378 w 438046"/>
                <a:gd name="csY112" fmla="*/ 347910 h 474569"/>
                <a:gd name="csX113" fmla="*/ 336932 w 438046"/>
                <a:gd name="csY113" fmla="*/ 355594 h 474569"/>
                <a:gd name="csX114" fmla="*/ 342564 w 438046"/>
                <a:gd name="csY114" fmla="*/ 364198 h 474569"/>
                <a:gd name="csX115" fmla="*/ 343743 w 438046"/>
                <a:gd name="csY115" fmla="*/ 371080 h 474569"/>
                <a:gd name="csX116" fmla="*/ 344358 w 438046"/>
                <a:gd name="csY116" fmla="*/ 373363 h 474569"/>
                <a:gd name="csX117" fmla="*/ 350269 w 438046"/>
                <a:gd name="csY117" fmla="*/ 376862 h 474569"/>
                <a:gd name="csX118" fmla="*/ 372627 w 438046"/>
                <a:gd name="csY118" fmla="*/ 380540 h 474569"/>
                <a:gd name="csX119" fmla="*/ 391189 w 438046"/>
                <a:gd name="csY119" fmla="*/ 378801 h 474569"/>
                <a:gd name="csX120" fmla="*/ 394232 w 438046"/>
                <a:gd name="csY120" fmla="*/ 388958 h 474569"/>
                <a:gd name="csX121" fmla="*/ 397318 w 438046"/>
                <a:gd name="csY121" fmla="*/ 403978 h 474569"/>
                <a:gd name="csX122" fmla="*/ 409224 w 438046"/>
                <a:gd name="csY122" fmla="*/ 419167 h 474569"/>
                <a:gd name="csX123" fmla="*/ 434929 w 438046"/>
                <a:gd name="csY123" fmla="*/ 450207 h 474569"/>
                <a:gd name="csX124" fmla="*/ 429332 w 438046"/>
                <a:gd name="csY124" fmla="*/ 469288 h 474569"/>
                <a:gd name="csX125" fmla="*/ 376412 w 438046"/>
                <a:gd name="csY125" fmla="*/ 474534 h 474569"/>
                <a:gd name="csX126" fmla="*/ 332739 w 438046"/>
                <a:gd name="csY126" fmla="*/ 469202 h 47456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438046" h="474569">
                  <a:moveTo>
                    <a:pt x="332739" y="469202"/>
                  </a:moveTo>
                  <a:cubicBezTo>
                    <a:pt x="332739" y="465869"/>
                    <a:pt x="329807" y="462843"/>
                    <a:pt x="324349" y="460541"/>
                  </a:cubicBezTo>
                  <a:cubicBezTo>
                    <a:pt x="319735" y="458594"/>
                    <a:pt x="311907" y="452795"/>
                    <a:pt x="306954" y="447652"/>
                  </a:cubicBezTo>
                  <a:cubicBezTo>
                    <a:pt x="299888" y="440316"/>
                    <a:pt x="298719" y="437828"/>
                    <a:pt x="301522" y="436095"/>
                  </a:cubicBezTo>
                  <a:cubicBezTo>
                    <a:pt x="305823" y="433437"/>
                    <a:pt x="303408" y="425621"/>
                    <a:pt x="298287" y="425621"/>
                  </a:cubicBezTo>
                  <a:cubicBezTo>
                    <a:pt x="296286" y="425621"/>
                    <a:pt x="293203" y="427364"/>
                    <a:pt x="291436" y="429493"/>
                  </a:cubicBezTo>
                  <a:cubicBezTo>
                    <a:pt x="289668" y="431623"/>
                    <a:pt x="286395" y="433365"/>
                    <a:pt x="284162" y="433365"/>
                  </a:cubicBezTo>
                  <a:cubicBezTo>
                    <a:pt x="281929" y="433365"/>
                    <a:pt x="276987" y="436349"/>
                    <a:pt x="273181" y="439996"/>
                  </a:cubicBezTo>
                  <a:cubicBezTo>
                    <a:pt x="256469" y="456007"/>
                    <a:pt x="233183" y="434749"/>
                    <a:pt x="246542" y="415677"/>
                  </a:cubicBezTo>
                  <a:cubicBezTo>
                    <a:pt x="250094" y="410606"/>
                    <a:pt x="250239" y="408115"/>
                    <a:pt x="247543" y="398488"/>
                  </a:cubicBezTo>
                  <a:cubicBezTo>
                    <a:pt x="243936" y="385603"/>
                    <a:pt x="241942" y="384354"/>
                    <a:pt x="227242" y="385770"/>
                  </a:cubicBezTo>
                  <a:cubicBezTo>
                    <a:pt x="221295" y="386343"/>
                    <a:pt x="216574" y="385678"/>
                    <a:pt x="216574" y="384267"/>
                  </a:cubicBezTo>
                  <a:cubicBezTo>
                    <a:pt x="216574" y="382875"/>
                    <a:pt x="214251" y="381736"/>
                    <a:pt x="211411" y="381736"/>
                  </a:cubicBezTo>
                  <a:cubicBezTo>
                    <a:pt x="208543" y="381736"/>
                    <a:pt x="206248" y="380015"/>
                    <a:pt x="206248" y="377864"/>
                  </a:cubicBezTo>
                  <a:cubicBezTo>
                    <a:pt x="206248" y="375735"/>
                    <a:pt x="203925" y="371669"/>
                    <a:pt x="201085" y="368829"/>
                  </a:cubicBezTo>
                  <a:cubicBezTo>
                    <a:pt x="198245" y="365990"/>
                    <a:pt x="195885" y="362214"/>
                    <a:pt x="195840" y="360439"/>
                  </a:cubicBezTo>
                  <a:cubicBezTo>
                    <a:pt x="195695" y="354744"/>
                    <a:pt x="189552" y="348821"/>
                    <a:pt x="179383" y="344572"/>
                  </a:cubicBezTo>
                  <a:cubicBezTo>
                    <a:pt x="165908" y="338942"/>
                    <a:pt x="164292" y="339301"/>
                    <a:pt x="166056" y="347532"/>
                  </a:cubicBezTo>
                  <a:cubicBezTo>
                    <a:pt x="167087" y="352339"/>
                    <a:pt x="165818" y="357500"/>
                    <a:pt x="162127" y="363514"/>
                  </a:cubicBezTo>
                  <a:lnTo>
                    <a:pt x="156676" y="372397"/>
                  </a:lnTo>
                  <a:lnTo>
                    <a:pt x="152333" y="366640"/>
                  </a:lnTo>
                  <a:cubicBezTo>
                    <a:pt x="148166" y="361115"/>
                    <a:pt x="147605" y="361043"/>
                    <a:pt x="138487" y="364853"/>
                  </a:cubicBezTo>
                  <a:cubicBezTo>
                    <a:pt x="129534" y="368594"/>
                    <a:pt x="128828" y="368535"/>
                    <a:pt x="126312" y="363833"/>
                  </a:cubicBezTo>
                  <a:cubicBezTo>
                    <a:pt x="124843" y="361088"/>
                    <a:pt x="123641" y="357116"/>
                    <a:pt x="123641" y="355006"/>
                  </a:cubicBezTo>
                  <a:cubicBezTo>
                    <a:pt x="123641" y="352823"/>
                    <a:pt x="120228" y="350420"/>
                    <a:pt x="115723" y="349430"/>
                  </a:cubicBezTo>
                  <a:cubicBezTo>
                    <a:pt x="105375" y="347157"/>
                    <a:pt x="103846" y="342362"/>
                    <a:pt x="110493" y="333027"/>
                  </a:cubicBezTo>
                  <a:cubicBezTo>
                    <a:pt x="113465" y="328853"/>
                    <a:pt x="115897" y="321952"/>
                    <a:pt x="115897" y="317692"/>
                  </a:cubicBezTo>
                  <a:cubicBezTo>
                    <a:pt x="115897" y="310844"/>
                    <a:pt x="117170" y="309543"/>
                    <a:pt x="126868" y="306474"/>
                  </a:cubicBezTo>
                  <a:cubicBezTo>
                    <a:pt x="141640" y="301799"/>
                    <a:pt x="142221" y="293818"/>
                    <a:pt x="128005" y="290864"/>
                  </a:cubicBezTo>
                  <a:cubicBezTo>
                    <a:pt x="113703" y="287893"/>
                    <a:pt x="108950" y="284662"/>
                    <a:pt x="107467" y="276906"/>
                  </a:cubicBezTo>
                  <a:cubicBezTo>
                    <a:pt x="105739" y="267867"/>
                    <a:pt x="117059" y="237363"/>
                    <a:pt x="125531" y="228226"/>
                  </a:cubicBezTo>
                  <a:cubicBezTo>
                    <a:pt x="130828" y="222513"/>
                    <a:pt x="131406" y="220702"/>
                    <a:pt x="128516" y="218872"/>
                  </a:cubicBezTo>
                  <a:cubicBezTo>
                    <a:pt x="126545" y="217624"/>
                    <a:pt x="123637" y="216585"/>
                    <a:pt x="122054" y="216563"/>
                  </a:cubicBezTo>
                  <a:cubicBezTo>
                    <a:pt x="120470" y="216541"/>
                    <a:pt x="116217" y="214197"/>
                    <a:pt x="112602" y="211354"/>
                  </a:cubicBezTo>
                  <a:cubicBezTo>
                    <a:pt x="105961" y="206129"/>
                    <a:pt x="97827" y="206711"/>
                    <a:pt x="97827" y="212411"/>
                  </a:cubicBezTo>
                  <a:cubicBezTo>
                    <a:pt x="97827" y="219059"/>
                    <a:pt x="92291" y="221313"/>
                    <a:pt x="87566" y="216588"/>
                  </a:cubicBezTo>
                  <a:cubicBezTo>
                    <a:pt x="85046" y="214068"/>
                    <a:pt x="81835" y="211570"/>
                    <a:pt x="80430" y="211038"/>
                  </a:cubicBezTo>
                  <a:cubicBezTo>
                    <a:pt x="78870" y="210447"/>
                    <a:pt x="78619" y="205549"/>
                    <a:pt x="79784" y="198453"/>
                  </a:cubicBezTo>
                  <a:cubicBezTo>
                    <a:pt x="80834" y="192064"/>
                    <a:pt x="81838" y="187787"/>
                    <a:pt x="82015" y="188949"/>
                  </a:cubicBezTo>
                  <a:cubicBezTo>
                    <a:pt x="82193" y="190110"/>
                    <a:pt x="85771" y="188616"/>
                    <a:pt x="89966" y="185629"/>
                  </a:cubicBezTo>
                  <a:cubicBezTo>
                    <a:pt x="98750" y="179374"/>
                    <a:pt x="98211" y="175668"/>
                    <a:pt x="87641" y="169636"/>
                  </a:cubicBezTo>
                  <a:cubicBezTo>
                    <a:pt x="82102" y="166474"/>
                    <a:pt x="79900" y="163069"/>
                    <a:pt x="79292" y="156728"/>
                  </a:cubicBezTo>
                  <a:cubicBezTo>
                    <a:pt x="78587" y="149374"/>
                    <a:pt x="77588" y="148238"/>
                    <a:pt x="72462" y="148956"/>
                  </a:cubicBezTo>
                  <a:cubicBezTo>
                    <a:pt x="65224" y="149970"/>
                    <a:pt x="56524" y="158137"/>
                    <a:pt x="56524" y="163920"/>
                  </a:cubicBezTo>
                  <a:cubicBezTo>
                    <a:pt x="56524" y="167347"/>
                    <a:pt x="55821" y="167525"/>
                    <a:pt x="52658" y="164900"/>
                  </a:cubicBezTo>
                  <a:cubicBezTo>
                    <a:pt x="49486" y="162267"/>
                    <a:pt x="47159" y="162936"/>
                    <a:pt x="39697" y="168628"/>
                  </a:cubicBezTo>
                  <a:cubicBezTo>
                    <a:pt x="34695" y="172443"/>
                    <a:pt x="28868" y="178212"/>
                    <a:pt x="26748" y="181448"/>
                  </a:cubicBezTo>
                  <a:cubicBezTo>
                    <a:pt x="24627" y="184684"/>
                    <a:pt x="19972" y="188663"/>
                    <a:pt x="16403" y="190289"/>
                  </a:cubicBezTo>
                  <a:cubicBezTo>
                    <a:pt x="10541" y="192960"/>
                    <a:pt x="9664" y="192592"/>
                    <a:pt x="7343" y="186486"/>
                  </a:cubicBezTo>
                  <a:cubicBezTo>
                    <a:pt x="5309" y="181137"/>
                    <a:pt x="5857" y="177888"/>
                    <a:pt x="9965" y="170925"/>
                  </a:cubicBezTo>
                  <a:lnTo>
                    <a:pt x="15158" y="162124"/>
                  </a:lnTo>
                  <a:lnTo>
                    <a:pt x="9381" y="159801"/>
                  </a:lnTo>
                  <a:cubicBezTo>
                    <a:pt x="5449" y="158219"/>
                    <a:pt x="4946" y="157425"/>
                    <a:pt x="7807" y="157314"/>
                  </a:cubicBezTo>
                  <a:cubicBezTo>
                    <a:pt x="10118" y="157224"/>
                    <a:pt x="13662" y="154662"/>
                    <a:pt x="15681" y="151621"/>
                  </a:cubicBezTo>
                  <a:cubicBezTo>
                    <a:pt x="18731" y="147026"/>
                    <a:pt x="20256" y="146574"/>
                    <a:pt x="24691" y="148948"/>
                  </a:cubicBezTo>
                  <a:cubicBezTo>
                    <a:pt x="31018" y="152334"/>
                    <a:pt x="33291" y="150668"/>
                    <a:pt x="33291" y="142643"/>
                  </a:cubicBezTo>
                  <a:cubicBezTo>
                    <a:pt x="33291" y="139397"/>
                    <a:pt x="34623" y="133817"/>
                    <a:pt x="36252" y="130243"/>
                  </a:cubicBezTo>
                  <a:cubicBezTo>
                    <a:pt x="38533" y="125236"/>
                    <a:pt x="38466" y="122844"/>
                    <a:pt x="35959" y="119824"/>
                  </a:cubicBezTo>
                  <a:cubicBezTo>
                    <a:pt x="34170" y="117668"/>
                    <a:pt x="31676" y="116540"/>
                    <a:pt x="30417" y="117319"/>
                  </a:cubicBezTo>
                  <a:cubicBezTo>
                    <a:pt x="29158" y="118097"/>
                    <a:pt x="28128" y="116844"/>
                    <a:pt x="28128" y="114535"/>
                  </a:cubicBezTo>
                  <a:cubicBezTo>
                    <a:pt x="28128" y="111463"/>
                    <a:pt x="26693" y="110792"/>
                    <a:pt x="22780" y="112034"/>
                  </a:cubicBezTo>
                  <a:cubicBezTo>
                    <a:pt x="15848" y="114234"/>
                    <a:pt x="7575" y="106991"/>
                    <a:pt x="9335" y="100263"/>
                  </a:cubicBezTo>
                  <a:cubicBezTo>
                    <a:pt x="10049" y="97533"/>
                    <a:pt x="8241" y="90709"/>
                    <a:pt x="5316" y="85099"/>
                  </a:cubicBezTo>
                  <a:lnTo>
                    <a:pt x="0" y="74899"/>
                  </a:lnTo>
                  <a:lnTo>
                    <a:pt x="5230" y="68250"/>
                  </a:lnTo>
                  <a:cubicBezTo>
                    <a:pt x="9068" y="63371"/>
                    <a:pt x="10012" y="59562"/>
                    <a:pt x="8777" y="53938"/>
                  </a:cubicBezTo>
                  <a:cubicBezTo>
                    <a:pt x="7655" y="48830"/>
                    <a:pt x="8449" y="44342"/>
                    <a:pt x="11157" y="40474"/>
                  </a:cubicBezTo>
                  <a:cubicBezTo>
                    <a:pt x="13392" y="37284"/>
                    <a:pt x="15221" y="32733"/>
                    <a:pt x="15221" y="30361"/>
                  </a:cubicBezTo>
                  <a:cubicBezTo>
                    <a:pt x="15221" y="27989"/>
                    <a:pt x="16963" y="25380"/>
                    <a:pt x="19093" y="24563"/>
                  </a:cubicBezTo>
                  <a:cubicBezTo>
                    <a:pt x="25297" y="22182"/>
                    <a:pt x="23642" y="18398"/>
                    <a:pt x="13331" y="11391"/>
                  </a:cubicBezTo>
                  <a:cubicBezTo>
                    <a:pt x="3467" y="4689"/>
                    <a:pt x="3713" y="3972"/>
                    <a:pt x="15610" y="4739"/>
                  </a:cubicBezTo>
                  <a:cubicBezTo>
                    <a:pt x="19374" y="4981"/>
                    <a:pt x="23217" y="3943"/>
                    <a:pt x="24152" y="2431"/>
                  </a:cubicBezTo>
                  <a:cubicBezTo>
                    <a:pt x="26872" y="-1970"/>
                    <a:pt x="29405" y="-932"/>
                    <a:pt x="42643" y="10008"/>
                  </a:cubicBezTo>
                  <a:cubicBezTo>
                    <a:pt x="49515" y="15687"/>
                    <a:pt x="56436" y="20333"/>
                    <a:pt x="58021" y="20333"/>
                  </a:cubicBezTo>
                  <a:cubicBezTo>
                    <a:pt x="61009" y="20333"/>
                    <a:pt x="65792" y="30450"/>
                    <a:pt x="76259" y="58909"/>
                  </a:cubicBezTo>
                  <a:cubicBezTo>
                    <a:pt x="79624" y="68058"/>
                    <a:pt x="84645" y="77957"/>
                    <a:pt x="87417" y="80908"/>
                  </a:cubicBezTo>
                  <a:cubicBezTo>
                    <a:pt x="90189" y="83859"/>
                    <a:pt x="95457" y="93799"/>
                    <a:pt x="99122" y="102996"/>
                  </a:cubicBezTo>
                  <a:cubicBezTo>
                    <a:pt x="103054" y="112863"/>
                    <a:pt x="105019" y="116015"/>
                    <a:pt x="103913" y="110684"/>
                  </a:cubicBezTo>
                  <a:cubicBezTo>
                    <a:pt x="102883" y="105715"/>
                    <a:pt x="102185" y="96422"/>
                    <a:pt x="102362" y="90033"/>
                  </a:cubicBezTo>
                  <a:cubicBezTo>
                    <a:pt x="102644" y="79863"/>
                    <a:pt x="101378" y="76968"/>
                    <a:pt x="92203" y="66799"/>
                  </a:cubicBezTo>
                  <a:cubicBezTo>
                    <a:pt x="86438" y="60410"/>
                    <a:pt x="82553" y="57506"/>
                    <a:pt x="83568" y="60346"/>
                  </a:cubicBezTo>
                  <a:cubicBezTo>
                    <a:pt x="84584" y="63185"/>
                    <a:pt x="86055" y="67251"/>
                    <a:pt x="86838" y="69381"/>
                  </a:cubicBezTo>
                  <a:cubicBezTo>
                    <a:pt x="87916" y="72315"/>
                    <a:pt x="87498" y="72550"/>
                    <a:pt x="85111" y="70354"/>
                  </a:cubicBezTo>
                  <a:cubicBezTo>
                    <a:pt x="83379" y="68760"/>
                    <a:pt x="81641" y="63533"/>
                    <a:pt x="81250" y="58738"/>
                  </a:cubicBezTo>
                  <a:cubicBezTo>
                    <a:pt x="80858" y="53943"/>
                    <a:pt x="77457" y="45502"/>
                    <a:pt x="73693" y="39979"/>
                  </a:cubicBezTo>
                  <a:cubicBezTo>
                    <a:pt x="69929" y="34457"/>
                    <a:pt x="66850" y="28707"/>
                    <a:pt x="66850" y="27201"/>
                  </a:cubicBezTo>
                  <a:cubicBezTo>
                    <a:pt x="66850" y="23517"/>
                    <a:pt x="69162" y="26358"/>
                    <a:pt x="80920" y="44489"/>
                  </a:cubicBezTo>
                  <a:cubicBezTo>
                    <a:pt x="86314" y="52805"/>
                    <a:pt x="94522" y="61849"/>
                    <a:pt x="99162" y="64586"/>
                  </a:cubicBezTo>
                  <a:cubicBezTo>
                    <a:pt x="108835" y="70294"/>
                    <a:pt x="111618" y="77524"/>
                    <a:pt x="107565" y="86419"/>
                  </a:cubicBezTo>
                  <a:cubicBezTo>
                    <a:pt x="104001" y="94242"/>
                    <a:pt x="108931" y="124125"/>
                    <a:pt x="116108" y="138203"/>
                  </a:cubicBezTo>
                  <a:cubicBezTo>
                    <a:pt x="118832" y="143545"/>
                    <a:pt x="121060" y="149489"/>
                    <a:pt x="121060" y="151411"/>
                  </a:cubicBezTo>
                  <a:cubicBezTo>
                    <a:pt x="121060" y="153333"/>
                    <a:pt x="127706" y="161509"/>
                    <a:pt x="135828" y="169580"/>
                  </a:cubicBezTo>
                  <a:cubicBezTo>
                    <a:pt x="153391" y="187033"/>
                    <a:pt x="164572" y="201203"/>
                    <a:pt x="173747" y="217637"/>
                  </a:cubicBezTo>
                  <a:cubicBezTo>
                    <a:pt x="177457" y="224283"/>
                    <a:pt x="182994" y="233104"/>
                    <a:pt x="186052" y="237240"/>
                  </a:cubicBezTo>
                  <a:cubicBezTo>
                    <a:pt x="189610" y="242051"/>
                    <a:pt x="192043" y="249958"/>
                    <a:pt x="192809" y="259193"/>
                  </a:cubicBezTo>
                  <a:cubicBezTo>
                    <a:pt x="193864" y="271919"/>
                    <a:pt x="195056" y="274447"/>
                    <a:pt x="202887" y="280570"/>
                  </a:cubicBezTo>
                  <a:cubicBezTo>
                    <a:pt x="207772" y="284389"/>
                    <a:pt x="213418" y="290626"/>
                    <a:pt x="215434" y="294429"/>
                  </a:cubicBezTo>
                  <a:cubicBezTo>
                    <a:pt x="217449" y="298233"/>
                    <a:pt x="221258" y="302031"/>
                    <a:pt x="223898" y="302869"/>
                  </a:cubicBezTo>
                  <a:cubicBezTo>
                    <a:pt x="226538" y="303707"/>
                    <a:pt x="230021" y="307297"/>
                    <a:pt x="231639" y="310848"/>
                  </a:cubicBezTo>
                  <a:cubicBezTo>
                    <a:pt x="233257" y="314399"/>
                    <a:pt x="237499" y="318413"/>
                    <a:pt x="241066" y="319770"/>
                  </a:cubicBezTo>
                  <a:cubicBezTo>
                    <a:pt x="248737" y="322686"/>
                    <a:pt x="249875" y="326030"/>
                    <a:pt x="242388" y="323654"/>
                  </a:cubicBezTo>
                  <a:cubicBezTo>
                    <a:pt x="239427" y="322714"/>
                    <a:pt x="237225" y="323190"/>
                    <a:pt x="237225" y="324770"/>
                  </a:cubicBezTo>
                  <a:cubicBezTo>
                    <a:pt x="237225" y="326286"/>
                    <a:pt x="238387" y="327526"/>
                    <a:pt x="239807" y="327526"/>
                  </a:cubicBezTo>
                  <a:cubicBezTo>
                    <a:pt x="241227" y="327526"/>
                    <a:pt x="242098" y="328965"/>
                    <a:pt x="241743" y="330724"/>
                  </a:cubicBezTo>
                  <a:cubicBezTo>
                    <a:pt x="241323" y="332806"/>
                    <a:pt x="243624" y="333637"/>
                    <a:pt x="248333" y="333103"/>
                  </a:cubicBezTo>
                  <a:cubicBezTo>
                    <a:pt x="252313" y="332652"/>
                    <a:pt x="257439" y="333827"/>
                    <a:pt x="259724" y="335713"/>
                  </a:cubicBezTo>
                  <a:cubicBezTo>
                    <a:pt x="263236" y="338612"/>
                    <a:pt x="263683" y="338543"/>
                    <a:pt x="262612" y="335270"/>
                  </a:cubicBezTo>
                  <a:cubicBezTo>
                    <a:pt x="261915" y="333141"/>
                    <a:pt x="258822" y="331027"/>
                    <a:pt x="255739" y="330573"/>
                  </a:cubicBezTo>
                  <a:cubicBezTo>
                    <a:pt x="252655" y="330119"/>
                    <a:pt x="250133" y="328719"/>
                    <a:pt x="250133" y="327461"/>
                  </a:cubicBezTo>
                  <a:cubicBezTo>
                    <a:pt x="250133" y="326203"/>
                    <a:pt x="254708" y="326788"/>
                    <a:pt x="260301" y="328761"/>
                  </a:cubicBezTo>
                  <a:cubicBezTo>
                    <a:pt x="266891" y="331086"/>
                    <a:pt x="275567" y="331822"/>
                    <a:pt x="284960" y="330853"/>
                  </a:cubicBezTo>
                  <a:cubicBezTo>
                    <a:pt x="298714" y="329433"/>
                    <a:pt x="299892" y="329784"/>
                    <a:pt x="308115" y="337754"/>
                  </a:cubicBezTo>
                  <a:cubicBezTo>
                    <a:pt x="312880" y="342373"/>
                    <a:pt x="320648" y="346943"/>
                    <a:pt x="325378" y="347910"/>
                  </a:cubicBezTo>
                  <a:cubicBezTo>
                    <a:pt x="330622" y="348983"/>
                    <a:pt x="335130" y="351981"/>
                    <a:pt x="336932" y="355594"/>
                  </a:cubicBezTo>
                  <a:cubicBezTo>
                    <a:pt x="338556" y="358853"/>
                    <a:pt x="341091" y="362725"/>
                    <a:pt x="342564" y="364198"/>
                  </a:cubicBezTo>
                  <a:cubicBezTo>
                    <a:pt x="344037" y="365671"/>
                    <a:pt x="344568" y="368768"/>
                    <a:pt x="343743" y="371080"/>
                  </a:cubicBezTo>
                  <a:cubicBezTo>
                    <a:pt x="342917" y="373391"/>
                    <a:pt x="343194" y="374419"/>
                    <a:pt x="344358" y="373363"/>
                  </a:cubicBezTo>
                  <a:cubicBezTo>
                    <a:pt x="345522" y="372307"/>
                    <a:pt x="348182" y="373882"/>
                    <a:pt x="350269" y="376862"/>
                  </a:cubicBezTo>
                  <a:cubicBezTo>
                    <a:pt x="353742" y="381821"/>
                    <a:pt x="355637" y="382132"/>
                    <a:pt x="372627" y="380540"/>
                  </a:cubicBezTo>
                  <a:lnTo>
                    <a:pt x="391189" y="378801"/>
                  </a:lnTo>
                  <a:lnTo>
                    <a:pt x="394232" y="388958"/>
                  </a:lnTo>
                  <a:cubicBezTo>
                    <a:pt x="395906" y="394544"/>
                    <a:pt x="397295" y="401303"/>
                    <a:pt x="397318" y="403978"/>
                  </a:cubicBezTo>
                  <a:cubicBezTo>
                    <a:pt x="397342" y="406653"/>
                    <a:pt x="402699" y="413488"/>
                    <a:pt x="409224" y="419167"/>
                  </a:cubicBezTo>
                  <a:cubicBezTo>
                    <a:pt x="427997" y="435508"/>
                    <a:pt x="431130" y="439291"/>
                    <a:pt x="434929" y="450207"/>
                  </a:cubicBezTo>
                  <a:cubicBezTo>
                    <a:pt x="439665" y="463816"/>
                    <a:pt x="439887" y="463061"/>
                    <a:pt x="429332" y="469288"/>
                  </a:cubicBezTo>
                  <a:cubicBezTo>
                    <a:pt x="420856" y="474289"/>
                    <a:pt x="416443" y="474727"/>
                    <a:pt x="376412" y="474534"/>
                  </a:cubicBezTo>
                  <a:cubicBezTo>
                    <a:pt x="334645" y="474334"/>
                    <a:pt x="332739" y="474101"/>
                    <a:pt x="332739" y="469202"/>
                  </a:cubicBezTo>
                  <a:close/>
                </a:path>
              </a:pathLst>
            </a:custGeom>
            <a:solidFill>
              <a:srgbClr val="B9B9B9"/>
            </a:solidFill>
            <a:ln w="5163" cap="flat">
              <a:noFill/>
              <a:prstDash val="solid"/>
              <a:miter/>
            </a:ln>
          </p:spPr>
          <p:txBody>
            <a:bodyPr/>
            <a:lstStyle/>
            <a:p>
              <a:endParaRPr lang="es-419" noProof="0" dirty="0"/>
            </a:p>
          </p:txBody>
        </p:sp>
        <p:sp>
          <p:nvSpPr>
            <p:cNvPr id="77" name="Forma libre: forma 76">
              <a:extLst>
                <a:ext uri="{FF2B5EF4-FFF2-40B4-BE49-F238E27FC236}">
                  <a16:creationId xmlns:a16="http://schemas.microsoft.com/office/drawing/2014/main" id="{4D1E6476-CE94-7CCA-0ECB-C7F142924BC4}"/>
                </a:ext>
              </a:extLst>
            </p:cNvPr>
            <p:cNvSpPr/>
            <p:nvPr/>
          </p:nvSpPr>
          <p:spPr>
            <a:xfrm>
              <a:off x="1730874" y="2149721"/>
              <a:ext cx="4491" cy="9472"/>
            </a:xfrm>
            <a:custGeom>
              <a:avLst/>
              <a:gdLst>
                <a:gd name="csX0" fmla="*/ 480 w 4491"/>
                <a:gd name="csY0" fmla="*/ 6821 h 9472"/>
                <a:gd name="csX1" fmla="*/ 1619 w 4491"/>
                <a:gd name="csY1" fmla="*/ 1142 h 9472"/>
                <a:gd name="csX2" fmla="*/ 4491 w 4491"/>
                <a:gd name="csY2" fmla="*/ 3948 h 9472"/>
                <a:gd name="csX3" fmla="*/ 480 w 4491"/>
                <a:gd name="csY3" fmla="*/ 6821 h 9472"/>
              </a:gdLst>
              <a:ahLst/>
              <a:cxnLst>
                <a:cxn ang="0">
                  <a:pos x="csX0" y="csY0"/>
                </a:cxn>
                <a:cxn ang="0">
                  <a:pos x="csX1" y="csY1"/>
                </a:cxn>
                <a:cxn ang="0">
                  <a:pos x="csX2" y="csY2"/>
                </a:cxn>
                <a:cxn ang="0">
                  <a:pos x="csX3" y="csY3"/>
                </a:cxn>
              </a:cxnLst>
              <a:rect l="l" t="t" r="r" b="b"/>
              <a:pathLst>
                <a:path w="4491" h="9472">
                  <a:moveTo>
                    <a:pt x="480" y="6821"/>
                  </a:moveTo>
                  <a:cubicBezTo>
                    <a:pt x="-474" y="5277"/>
                    <a:pt x="39" y="2722"/>
                    <a:pt x="1619" y="1142"/>
                  </a:cubicBezTo>
                  <a:cubicBezTo>
                    <a:pt x="3728" y="-968"/>
                    <a:pt x="4491" y="-222"/>
                    <a:pt x="4491" y="3948"/>
                  </a:cubicBezTo>
                  <a:cubicBezTo>
                    <a:pt x="4491" y="10181"/>
                    <a:pt x="3150" y="11141"/>
                    <a:pt x="480" y="6821"/>
                  </a:cubicBezTo>
                  <a:close/>
                </a:path>
              </a:pathLst>
            </a:custGeom>
            <a:solidFill>
              <a:srgbClr val="00C100"/>
            </a:solidFill>
            <a:ln w="5163" cap="flat">
              <a:noFill/>
              <a:prstDash val="solid"/>
              <a:miter/>
            </a:ln>
          </p:spPr>
          <p:txBody>
            <a:bodyPr/>
            <a:lstStyle/>
            <a:p>
              <a:endParaRPr lang="es-419" noProof="0" dirty="0"/>
            </a:p>
          </p:txBody>
        </p:sp>
      </p:grpSp>
      <p:grpSp>
        <p:nvGrpSpPr>
          <p:cNvPr id="78" name="Gráfico 39">
            <a:extLst>
              <a:ext uri="{FF2B5EF4-FFF2-40B4-BE49-F238E27FC236}">
                <a16:creationId xmlns:a16="http://schemas.microsoft.com/office/drawing/2014/main" id="{24F91F71-9BE8-1DB7-0DDD-7B897E5DD93D}"/>
              </a:ext>
            </a:extLst>
          </p:cNvPr>
          <p:cNvGrpSpPr/>
          <p:nvPr/>
        </p:nvGrpSpPr>
        <p:grpSpPr>
          <a:xfrm>
            <a:off x="2429776" y="2092540"/>
            <a:ext cx="224135" cy="371419"/>
            <a:chOff x="2429776" y="2092540"/>
            <a:chExt cx="224135" cy="371419"/>
          </a:xfrm>
          <a:solidFill>
            <a:srgbClr val="B9B9B9"/>
          </a:solidFill>
        </p:grpSpPr>
        <p:sp>
          <p:nvSpPr>
            <p:cNvPr id="79" name="Forma libre: forma 78">
              <a:extLst>
                <a:ext uri="{FF2B5EF4-FFF2-40B4-BE49-F238E27FC236}">
                  <a16:creationId xmlns:a16="http://schemas.microsoft.com/office/drawing/2014/main" id="{ACB1BDCF-1C51-9BA9-D6CF-4E89736CC4C7}"/>
                </a:ext>
              </a:extLst>
            </p:cNvPr>
            <p:cNvSpPr/>
            <p:nvPr/>
          </p:nvSpPr>
          <p:spPr>
            <a:xfrm>
              <a:off x="2429776" y="2092540"/>
              <a:ext cx="213820" cy="371419"/>
            </a:xfrm>
            <a:custGeom>
              <a:avLst/>
              <a:gdLst>
                <a:gd name="csX0" fmla="*/ 16950 w 213820"/>
                <a:gd name="csY0" fmla="*/ 360449 h 371419"/>
                <a:gd name="csX1" fmla="*/ 11453 w 213820"/>
                <a:gd name="csY1" fmla="*/ 297848 h 371419"/>
                <a:gd name="csX2" fmla="*/ 3696 w 213820"/>
                <a:gd name="csY2" fmla="*/ 222369 h 371419"/>
                <a:gd name="csX3" fmla="*/ 0 w 213820"/>
                <a:gd name="csY3" fmla="*/ 197274 h 371419"/>
                <a:gd name="csX4" fmla="*/ 19120 w 213820"/>
                <a:gd name="csY4" fmla="*/ 182403 h 371419"/>
                <a:gd name="csX5" fmla="*/ 138310 w 213820"/>
                <a:gd name="csY5" fmla="*/ 92657 h 371419"/>
                <a:gd name="csX6" fmla="*/ 152643 w 213820"/>
                <a:gd name="csY6" fmla="*/ 35441 h 371419"/>
                <a:gd name="csX7" fmla="*/ 150658 w 213820"/>
                <a:gd name="csY7" fmla="*/ 20853 h 371419"/>
                <a:gd name="csX8" fmla="*/ 160369 w 213820"/>
                <a:gd name="csY8" fmla="*/ 19300 h 371419"/>
                <a:gd name="csX9" fmla="*/ 171671 w 213820"/>
                <a:gd name="csY9" fmla="*/ 15173 h 371419"/>
                <a:gd name="csX10" fmla="*/ 158173 w 213820"/>
                <a:gd name="csY10" fmla="*/ 10308 h 371419"/>
                <a:gd name="csX11" fmla="*/ 132945 w 213820"/>
                <a:gd name="csY11" fmla="*/ 8975 h 371419"/>
                <a:gd name="csX12" fmla="*/ 120037 w 213820"/>
                <a:gd name="csY12" fmla="*/ 5453 h 371419"/>
                <a:gd name="csX13" fmla="*/ 136817 w 213820"/>
                <a:gd name="csY13" fmla="*/ 5689 h 371419"/>
                <a:gd name="csX14" fmla="*/ 168222 w 213820"/>
                <a:gd name="csY14" fmla="*/ 2321 h 371419"/>
                <a:gd name="csX15" fmla="*/ 193336 w 213820"/>
                <a:gd name="csY15" fmla="*/ 5657 h 371419"/>
                <a:gd name="csX16" fmla="*/ 207546 w 213820"/>
                <a:gd name="csY16" fmla="*/ 12598 h 371419"/>
                <a:gd name="csX17" fmla="*/ 213132 w 213820"/>
                <a:gd name="csY17" fmla="*/ 30004 h 371419"/>
                <a:gd name="csX18" fmla="*/ 187630 w 213820"/>
                <a:gd name="csY18" fmla="*/ 96831 h 371419"/>
                <a:gd name="csX19" fmla="*/ 176562 w 213820"/>
                <a:gd name="csY19" fmla="*/ 115211 h 371419"/>
                <a:gd name="csX20" fmla="*/ 172870 w 213820"/>
                <a:gd name="csY20" fmla="*/ 123601 h 371419"/>
                <a:gd name="csX21" fmla="*/ 166261 w 213820"/>
                <a:gd name="csY21" fmla="*/ 157642 h 371419"/>
                <a:gd name="csX22" fmla="*/ 166219 w 213820"/>
                <a:gd name="csY22" fmla="*/ 169421 h 371419"/>
                <a:gd name="csX23" fmla="*/ 156436 w 213820"/>
                <a:gd name="csY23" fmla="*/ 177166 h 371419"/>
                <a:gd name="csX24" fmla="*/ 152486 w 213820"/>
                <a:gd name="csY24" fmla="*/ 184910 h 371419"/>
                <a:gd name="csX25" fmla="*/ 149724 w 213820"/>
                <a:gd name="csY25" fmla="*/ 180392 h 371419"/>
                <a:gd name="csX26" fmla="*/ 150673 w 213820"/>
                <a:gd name="csY26" fmla="*/ 190434 h 371419"/>
                <a:gd name="csX27" fmla="*/ 157540 w 213820"/>
                <a:gd name="csY27" fmla="*/ 189342 h 371419"/>
                <a:gd name="csX28" fmla="*/ 164336 w 213820"/>
                <a:gd name="csY28" fmla="*/ 186648 h 371419"/>
                <a:gd name="csX29" fmla="*/ 167794 w 213820"/>
                <a:gd name="csY29" fmla="*/ 183969 h 371419"/>
                <a:gd name="csX30" fmla="*/ 171021 w 213820"/>
                <a:gd name="csY30" fmla="*/ 181048 h 371419"/>
                <a:gd name="csX31" fmla="*/ 159467 w 213820"/>
                <a:gd name="csY31" fmla="*/ 208029 h 371419"/>
                <a:gd name="csX32" fmla="*/ 153370 w 213820"/>
                <a:gd name="csY32" fmla="*/ 220699 h 371419"/>
                <a:gd name="csX33" fmla="*/ 158583 w 213820"/>
                <a:gd name="csY33" fmla="*/ 221050 h 371419"/>
                <a:gd name="csX34" fmla="*/ 167434 w 213820"/>
                <a:gd name="csY34" fmla="*/ 216533 h 371419"/>
                <a:gd name="csX35" fmla="*/ 167794 w 213820"/>
                <a:gd name="csY35" fmla="*/ 224277 h 371419"/>
                <a:gd name="csX36" fmla="*/ 162477 w 213820"/>
                <a:gd name="csY36" fmla="*/ 240411 h 371419"/>
                <a:gd name="csX37" fmla="*/ 159980 w 213820"/>
                <a:gd name="csY37" fmla="*/ 264290 h 371419"/>
                <a:gd name="csX38" fmla="*/ 154702 w 213820"/>
                <a:gd name="csY38" fmla="*/ 297848 h 371419"/>
                <a:gd name="csX39" fmla="*/ 147143 w 213820"/>
                <a:gd name="csY39" fmla="*/ 319016 h 371419"/>
                <a:gd name="csX40" fmla="*/ 144561 w 213820"/>
                <a:gd name="csY40" fmla="*/ 314628 h 371419"/>
                <a:gd name="csX41" fmla="*/ 142397 w 213820"/>
                <a:gd name="csY41" fmla="*/ 312692 h 371419"/>
                <a:gd name="csX42" fmla="*/ 133654 w 213820"/>
                <a:gd name="csY42" fmla="*/ 296518 h 371419"/>
                <a:gd name="csX43" fmla="*/ 127870 w 213820"/>
                <a:gd name="csY43" fmla="*/ 279915 h 371419"/>
                <a:gd name="csX44" fmla="*/ 129246 w 213820"/>
                <a:gd name="csY44" fmla="*/ 255255 h 371419"/>
                <a:gd name="csX45" fmla="*/ 125242 w 213820"/>
                <a:gd name="csY45" fmla="*/ 260285 h 371419"/>
                <a:gd name="csX46" fmla="*/ 118479 w 213820"/>
                <a:gd name="csY46" fmla="*/ 266956 h 371419"/>
                <a:gd name="csX47" fmla="*/ 115990 w 213820"/>
                <a:gd name="csY47" fmla="*/ 271823 h 371419"/>
                <a:gd name="csX48" fmla="*/ 103625 w 213820"/>
                <a:gd name="csY48" fmla="*/ 299151 h 371419"/>
                <a:gd name="csX49" fmla="*/ 93086 w 213820"/>
                <a:gd name="csY49" fmla="*/ 304140 h 371419"/>
                <a:gd name="csX50" fmla="*/ 86910 w 213820"/>
                <a:gd name="csY50" fmla="*/ 313522 h 371419"/>
                <a:gd name="csX51" fmla="*/ 79326 w 213820"/>
                <a:gd name="csY51" fmla="*/ 328399 h 371419"/>
                <a:gd name="csX52" fmla="*/ 69895 w 213820"/>
                <a:gd name="csY52" fmla="*/ 347747 h 371419"/>
                <a:gd name="csX53" fmla="*/ 51629 w 213820"/>
                <a:gd name="csY53" fmla="*/ 357222 h 371419"/>
                <a:gd name="csX54" fmla="*/ 36622 w 213820"/>
                <a:gd name="csY54" fmla="*/ 363051 h 371419"/>
                <a:gd name="csX55" fmla="*/ 27100 w 213820"/>
                <a:gd name="csY55" fmla="*/ 371420 h 371419"/>
                <a:gd name="csX56" fmla="*/ 16950 w 213820"/>
                <a:gd name="csY56" fmla="*/ 360449 h 3714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Lst>
              <a:rect l="l" t="t" r="r" b="b"/>
              <a:pathLst>
                <a:path w="213820" h="371419">
                  <a:moveTo>
                    <a:pt x="16950" y="360449"/>
                  </a:moveTo>
                  <a:cubicBezTo>
                    <a:pt x="16160" y="354414"/>
                    <a:pt x="13687" y="326244"/>
                    <a:pt x="11453" y="297848"/>
                  </a:cubicBezTo>
                  <a:cubicBezTo>
                    <a:pt x="9219" y="269452"/>
                    <a:pt x="5728" y="235487"/>
                    <a:pt x="3696" y="222369"/>
                  </a:cubicBezTo>
                  <a:cubicBezTo>
                    <a:pt x="1663" y="209251"/>
                    <a:pt x="0" y="197958"/>
                    <a:pt x="0" y="197274"/>
                  </a:cubicBezTo>
                  <a:cubicBezTo>
                    <a:pt x="0" y="196590"/>
                    <a:pt x="8604" y="189898"/>
                    <a:pt x="19120" y="182403"/>
                  </a:cubicBezTo>
                  <a:cubicBezTo>
                    <a:pt x="45138" y="163860"/>
                    <a:pt x="131668" y="98706"/>
                    <a:pt x="138310" y="92657"/>
                  </a:cubicBezTo>
                  <a:cubicBezTo>
                    <a:pt x="147047" y="84700"/>
                    <a:pt x="155017" y="52884"/>
                    <a:pt x="152643" y="35441"/>
                  </a:cubicBezTo>
                  <a:lnTo>
                    <a:pt x="150658" y="20853"/>
                  </a:lnTo>
                  <a:lnTo>
                    <a:pt x="160369" y="19300"/>
                  </a:lnTo>
                  <a:cubicBezTo>
                    <a:pt x="165710" y="18446"/>
                    <a:pt x="170796" y="16589"/>
                    <a:pt x="171671" y="15173"/>
                  </a:cubicBezTo>
                  <a:cubicBezTo>
                    <a:pt x="174939" y="9885"/>
                    <a:pt x="170188" y="8173"/>
                    <a:pt x="158173" y="10308"/>
                  </a:cubicBezTo>
                  <a:cubicBezTo>
                    <a:pt x="149606" y="11830"/>
                    <a:pt x="141919" y="11424"/>
                    <a:pt x="132945" y="8975"/>
                  </a:cubicBezTo>
                  <a:lnTo>
                    <a:pt x="120037" y="5453"/>
                  </a:lnTo>
                  <a:lnTo>
                    <a:pt x="136817" y="5689"/>
                  </a:lnTo>
                  <a:cubicBezTo>
                    <a:pt x="146045" y="5819"/>
                    <a:pt x="160178" y="4304"/>
                    <a:pt x="168222" y="2321"/>
                  </a:cubicBezTo>
                  <a:cubicBezTo>
                    <a:pt x="182583" y="-1218"/>
                    <a:pt x="183037" y="-1158"/>
                    <a:pt x="193336" y="5657"/>
                  </a:cubicBezTo>
                  <a:cubicBezTo>
                    <a:pt x="199104" y="9475"/>
                    <a:pt x="205499" y="12598"/>
                    <a:pt x="207546" y="12598"/>
                  </a:cubicBezTo>
                  <a:cubicBezTo>
                    <a:pt x="210236" y="12598"/>
                    <a:pt x="211785" y="17427"/>
                    <a:pt x="213132" y="30004"/>
                  </a:cubicBezTo>
                  <a:cubicBezTo>
                    <a:pt x="216062" y="57367"/>
                    <a:pt x="210014" y="73217"/>
                    <a:pt x="187630" y="96831"/>
                  </a:cubicBezTo>
                  <a:cubicBezTo>
                    <a:pt x="182422" y="102326"/>
                    <a:pt x="177441" y="110596"/>
                    <a:pt x="176562" y="115211"/>
                  </a:cubicBezTo>
                  <a:cubicBezTo>
                    <a:pt x="175683" y="119825"/>
                    <a:pt x="174022" y="123601"/>
                    <a:pt x="172870" y="123601"/>
                  </a:cubicBezTo>
                  <a:cubicBezTo>
                    <a:pt x="168512" y="123601"/>
                    <a:pt x="164964" y="141879"/>
                    <a:pt x="166261" y="157642"/>
                  </a:cubicBezTo>
                  <a:cubicBezTo>
                    <a:pt x="166999" y="166605"/>
                    <a:pt x="166980" y="171906"/>
                    <a:pt x="166219" y="169421"/>
                  </a:cubicBezTo>
                  <a:cubicBezTo>
                    <a:pt x="163842" y="161666"/>
                    <a:pt x="160352" y="164428"/>
                    <a:pt x="156436" y="177166"/>
                  </a:cubicBezTo>
                  <a:cubicBezTo>
                    <a:pt x="154362" y="183910"/>
                    <a:pt x="152584" y="187395"/>
                    <a:pt x="152486" y="184910"/>
                  </a:cubicBezTo>
                  <a:cubicBezTo>
                    <a:pt x="152387" y="182425"/>
                    <a:pt x="151144" y="180392"/>
                    <a:pt x="149724" y="180392"/>
                  </a:cubicBezTo>
                  <a:cubicBezTo>
                    <a:pt x="145947" y="180392"/>
                    <a:pt x="146574" y="187032"/>
                    <a:pt x="150673" y="190434"/>
                  </a:cubicBezTo>
                  <a:cubicBezTo>
                    <a:pt x="153362" y="192666"/>
                    <a:pt x="154997" y="192406"/>
                    <a:pt x="157540" y="189342"/>
                  </a:cubicBezTo>
                  <a:cubicBezTo>
                    <a:pt x="159375" y="187130"/>
                    <a:pt x="162434" y="185918"/>
                    <a:pt x="164336" y="186648"/>
                  </a:cubicBezTo>
                  <a:cubicBezTo>
                    <a:pt x="166311" y="187405"/>
                    <a:pt x="167794" y="186256"/>
                    <a:pt x="167794" y="183969"/>
                  </a:cubicBezTo>
                  <a:cubicBezTo>
                    <a:pt x="167794" y="181765"/>
                    <a:pt x="169246" y="180451"/>
                    <a:pt x="171021" y="181048"/>
                  </a:cubicBezTo>
                  <a:cubicBezTo>
                    <a:pt x="178588" y="183594"/>
                    <a:pt x="167396" y="209728"/>
                    <a:pt x="159467" y="208029"/>
                  </a:cubicBezTo>
                  <a:cubicBezTo>
                    <a:pt x="155365" y="207150"/>
                    <a:pt x="151352" y="215489"/>
                    <a:pt x="153370" y="220699"/>
                  </a:cubicBezTo>
                  <a:cubicBezTo>
                    <a:pt x="155154" y="225305"/>
                    <a:pt x="155436" y="225324"/>
                    <a:pt x="158583" y="221050"/>
                  </a:cubicBezTo>
                  <a:cubicBezTo>
                    <a:pt x="160413" y="218566"/>
                    <a:pt x="164395" y="216533"/>
                    <a:pt x="167434" y="216533"/>
                  </a:cubicBezTo>
                  <a:cubicBezTo>
                    <a:pt x="174275" y="216533"/>
                    <a:pt x="174331" y="217740"/>
                    <a:pt x="167794" y="224277"/>
                  </a:cubicBezTo>
                  <a:cubicBezTo>
                    <a:pt x="164323" y="227748"/>
                    <a:pt x="162581" y="233035"/>
                    <a:pt x="162477" y="240411"/>
                  </a:cubicBezTo>
                  <a:cubicBezTo>
                    <a:pt x="162393" y="246445"/>
                    <a:pt x="161269" y="257191"/>
                    <a:pt x="159980" y="264290"/>
                  </a:cubicBezTo>
                  <a:cubicBezTo>
                    <a:pt x="158691" y="271389"/>
                    <a:pt x="156316" y="286490"/>
                    <a:pt x="154702" y="297848"/>
                  </a:cubicBezTo>
                  <a:cubicBezTo>
                    <a:pt x="152051" y="316511"/>
                    <a:pt x="147143" y="330254"/>
                    <a:pt x="147143" y="319016"/>
                  </a:cubicBezTo>
                  <a:cubicBezTo>
                    <a:pt x="147143" y="316603"/>
                    <a:pt x="145981" y="314628"/>
                    <a:pt x="144561" y="314628"/>
                  </a:cubicBezTo>
                  <a:cubicBezTo>
                    <a:pt x="143141" y="314628"/>
                    <a:pt x="142167" y="313757"/>
                    <a:pt x="142397" y="312692"/>
                  </a:cubicBezTo>
                  <a:cubicBezTo>
                    <a:pt x="143282" y="308582"/>
                    <a:pt x="136781" y="296556"/>
                    <a:pt x="133654" y="296518"/>
                  </a:cubicBezTo>
                  <a:cubicBezTo>
                    <a:pt x="125264" y="296417"/>
                    <a:pt x="123998" y="292782"/>
                    <a:pt x="127870" y="279915"/>
                  </a:cubicBezTo>
                  <a:cubicBezTo>
                    <a:pt x="132191" y="265558"/>
                    <a:pt x="132766" y="255255"/>
                    <a:pt x="129246" y="255255"/>
                  </a:cubicBezTo>
                  <a:cubicBezTo>
                    <a:pt x="127923" y="255255"/>
                    <a:pt x="126121" y="257518"/>
                    <a:pt x="125242" y="260285"/>
                  </a:cubicBezTo>
                  <a:cubicBezTo>
                    <a:pt x="124364" y="263052"/>
                    <a:pt x="121321" y="266054"/>
                    <a:pt x="118479" y="266956"/>
                  </a:cubicBezTo>
                  <a:cubicBezTo>
                    <a:pt x="114695" y="268157"/>
                    <a:pt x="114029" y="269460"/>
                    <a:pt x="115990" y="271823"/>
                  </a:cubicBezTo>
                  <a:cubicBezTo>
                    <a:pt x="120178" y="276868"/>
                    <a:pt x="111817" y="295346"/>
                    <a:pt x="103625" y="299151"/>
                  </a:cubicBezTo>
                  <a:cubicBezTo>
                    <a:pt x="99874" y="300894"/>
                    <a:pt x="95131" y="303139"/>
                    <a:pt x="93086" y="304140"/>
                  </a:cubicBezTo>
                  <a:cubicBezTo>
                    <a:pt x="91041" y="305142"/>
                    <a:pt x="88261" y="309364"/>
                    <a:pt x="86910" y="313522"/>
                  </a:cubicBezTo>
                  <a:cubicBezTo>
                    <a:pt x="85558" y="317680"/>
                    <a:pt x="82145" y="324374"/>
                    <a:pt x="79326" y="328399"/>
                  </a:cubicBezTo>
                  <a:cubicBezTo>
                    <a:pt x="76507" y="332423"/>
                    <a:pt x="72263" y="341130"/>
                    <a:pt x="69895" y="347747"/>
                  </a:cubicBezTo>
                  <a:cubicBezTo>
                    <a:pt x="65145" y="361024"/>
                    <a:pt x="59224" y="364095"/>
                    <a:pt x="51629" y="357222"/>
                  </a:cubicBezTo>
                  <a:cubicBezTo>
                    <a:pt x="44314" y="350602"/>
                    <a:pt x="37572" y="353221"/>
                    <a:pt x="36622" y="363051"/>
                  </a:cubicBezTo>
                  <a:cubicBezTo>
                    <a:pt x="35885" y="370676"/>
                    <a:pt x="35039" y="371420"/>
                    <a:pt x="27100" y="371420"/>
                  </a:cubicBezTo>
                  <a:cubicBezTo>
                    <a:pt x="18795" y="371420"/>
                    <a:pt x="18319" y="370905"/>
                    <a:pt x="16950" y="360449"/>
                  </a:cubicBezTo>
                  <a:close/>
                </a:path>
              </a:pathLst>
            </a:custGeom>
            <a:solidFill>
              <a:srgbClr val="B9B9B9"/>
            </a:solidFill>
            <a:ln w="5163" cap="flat">
              <a:noFill/>
              <a:prstDash val="solid"/>
              <a:miter/>
            </a:ln>
          </p:spPr>
          <p:txBody>
            <a:bodyPr/>
            <a:lstStyle/>
            <a:p>
              <a:endParaRPr lang="es-419" noProof="0" dirty="0"/>
            </a:p>
          </p:txBody>
        </p:sp>
        <p:sp>
          <p:nvSpPr>
            <p:cNvPr id="80" name="Forma libre: forma 79">
              <a:extLst>
                <a:ext uri="{FF2B5EF4-FFF2-40B4-BE49-F238E27FC236}">
                  <a16:creationId xmlns:a16="http://schemas.microsoft.com/office/drawing/2014/main" id="{0EDC8B5D-F981-6355-63B4-44123F0207A7}"/>
                </a:ext>
              </a:extLst>
            </p:cNvPr>
            <p:cNvSpPr/>
            <p:nvPr/>
          </p:nvSpPr>
          <p:spPr>
            <a:xfrm>
              <a:off x="2598432" y="2301328"/>
              <a:ext cx="4301" cy="5162"/>
            </a:xfrm>
            <a:custGeom>
              <a:avLst/>
              <a:gdLst>
                <a:gd name="csX0" fmla="*/ 429 w 4301"/>
                <a:gd name="csY0" fmla="*/ 2581 h 5162"/>
                <a:gd name="csX1" fmla="*/ 1567 w 4301"/>
                <a:gd name="csY1" fmla="*/ 0 h 5162"/>
                <a:gd name="csX2" fmla="*/ 4301 w 4301"/>
                <a:gd name="csY2" fmla="*/ 2581 h 5162"/>
                <a:gd name="csX3" fmla="*/ 3163 w 4301"/>
                <a:gd name="csY3" fmla="*/ 5163 h 5162"/>
                <a:gd name="csX4" fmla="*/ 429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429" y="2581"/>
                  </a:moveTo>
                  <a:cubicBezTo>
                    <a:pt x="-448" y="1162"/>
                    <a:pt x="64" y="0"/>
                    <a:pt x="1567" y="0"/>
                  </a:cubicBezTo>
                  <a:cubicBezTo>
                    <a:pt x="3071" y="0"/>
                    <a:pt x="4301" y="1162"/>
                    <a:pt x="4301" y="2581"/>
                  </a:cubicBezTo>
                  <a:cubicBezTo>
                    <a:pt x="4301" y="4001"/>
                    <a:pt x="3789" y="5163"/>
                    <a:pt x="3163" y="5163"/>
                  </a:cubicBezTo>
                  <a:cubicBezTo>
                    <a:pt x="2537" y="5163"/>
                    <a:pt x="1307" y="4001"/>
                    <a:pt x="429" y="2581"/>
                  </a:cubicBezTo>
                  <a:close/>
                </a:path>
              </a:pathLst>
            </a:custGeom>
            <a:solidFill>
              <a:srgbClr val="B9B9B9"/>
            </a:solidFill>
            <a:ln w="5163" cap="flat">
              <a:noFill/>
              <a:prstDash val="solid"/>
              <a:miter/>
            </a:ln>
          </p:spPr>
          <p:txBody>
            <a:bodyPr/>
            <a:lstStyle/>
            <a:p>
              <a:endParaRPr lang="es-419" noProof="0" dirty="0"/>
            </a:p>
          </p:txBody>
        </p:sp>
        <p:sp>
          <p:nvSpPr>
            <p:cNvPr id="81" name="Forma libre: forma 80">
              <a:extLst>
                <a:ext uri="{FF2B5EF4-FFF2-40B4-BE49-F238E27FC236}">
                  <a16:creationId xmlns:a16="http://schemas.microsoft.com/office/drawing/2014/main" id="{C3263EF8-E123-2D26-72C4-7F7BC93E7FD4}"/>
                </a:ext>
              </a:extLst>
            </p:cNvPr>
            <p:cNvSpPr/>
            <p:nvPr/>
          </p:nvSpPr>
          <p:spPr>
            <a:xfrm>
              <a:off x="2631714" y="2178527"/>
              <a:ext cx="22197" cy="31992"/>
            </a:xfrm>
            <a:custGeom>
              <a:avLst/>
              <a:gdLst>
                <a:gd name="csX0" fmla="*/ 471 w 22197"/>
                <a:gd name="csY0" fmla="*/ 28899 h 31992"/>
                <a:gd name="csX1" fmla="*/ 9355 w 22197"/>
                <a:gd name="csY1" fmla="*/ 4976 h 31992"/>
                <a:gd name="csX2" fmla="*/ 18130 w 22197"/>
                <a:gd name="csY2" fmla="*/ 1262 h 31992"/>
                <a:gd name="csX3" fmla="*/ 15361 w 22197"/>
                <a:gd name="csY3" fmla="*/ 16772 h 31992"/>
                <a:gd name="csX4" fmla="*/ 471 w 22197"/>
                <a:gd name="csY4" fmla="*/ 28899 h 31992"/>
              </a:gdLst>
              <a:ahLst/>
              <a:cxnLst>
                <a:cxn ang="0">
                  <a:pos x="csX0" y="csY0"/>
                </a:cxn>
                <a:cxn ang="0">
                  <a:pos x="csX1" y="csY1"/>
                </a:cxn>
                <a:cxn ang="0">
                  <a:pos x="csX2" y="csY2"/>
                </a:cxn>
                <a:cxn ang="0">
                  <a:pos x="csX3" y="csY3"/>
                </a:cxn>
                <a:cxn ang="0">
                  <a:pos x="csX4" y="csY4"/>
                </a:cxn>
              </a:cxnLst>
              <a:rect l="l" t="t" r="r" b="b"/>
              <a:pathLst>
                <a:path w="22197" h="31992">
                  <a:moveTo>
                    <a:pt x="471" y="28899"/>
                  </a:moveTo>
                  <a:cubicBezTo>
                    <a:pt x="-1762" y="23078"/>
                    <a:pt x="4399" y="6487"/>
                    <a:pt x="9355" y="4976"/>
                  </a:cubicBezTo>
                  <a:cubicBezTo>
                    <a:pt x="11697" y="4262"/>
                    <a:pt x="15646" y="2591"/>
                    <a:pt x="18130" y="1262"/>
                  </a:cubicBezTo>
                  <a:cubicBezTo>
                    <a:pt x="24115" y="-1937"/>
                    <a:pt x="23741" y="160"/>
                    <a:pt x="15361" y="16772"/>
                  </a:cubicBezTo>
                  <a:cubicBezTo>
                    <a:pt x="7920" y="31524"/>
                    <a:pt x="3013" y="35521"/>
                    <a:pt x="471" y="28899"/>
                  </a:cubicBezTo>
                  <a:close/>
                </a:path>
              </a:pathLst>
            </a:custGeom>
            <a:solidFill>
              <a:srgbClr val="B9B9B9"/>
            </a:solidFill>
            <a:ln w="5163" cap="flat">
              <a:noFill/>
              <a:prstDash val="solid"/>
              <a:miter/>
            </a:ln>
          </p:spPr>
          <p:txBody>
            <a:bodyPr/>
            <a:lstStyle/>
            <a:p>
              <a:endParaRPr lang="es-419" noProof="0" dirty="0"/>
            </a:p>
          </p:txBody>
        </p:sp>
        <p:sp>
          <p:nvSpPr>
            <p:cNvPr id="82" name="Forma libre: forma 81">
              <a:extLst>
                <a:ext uri="{FF2B5EF4-FFF2-40B4-BE49-F238E27FC236}">
                  <a16:creationId xmlns:a16="http://schemas.microsoft.com/office/drawing/2014/main" id="{76ACF9F9-E65D-DE71-AE05-50398E563949}"/>
                </a:ext>
              </a:extLst>
            </p:cNvPr>
            <p:cNvSpPr/>
            <p:nvPr/>
          </p:nvSpPr>
          <p:spPr>
            <a:xfrm>
              <a:off x="2646618" y="2128371"/>
              <a:ext cx="5162" cy="6756"/>
            </a:xfrm>
            <a:custGeom>
              <a:avLst/>
              <a:gdLst>
                <a:gd name="csX0" fmla="*/ 0 w 5162"/>
                <a:gd name="csY0" fmla="*/ 4025 h 6756"/>
                <a:gd name="csX1" fmla="*/ 2581 w 5162"/>
                <a:gd name="csY1" fmla="*/ 0 h 6756"/>
                <a:gd name="csX2" fmla="*/ 5163 w 5162"/>
                <a:gd name="csY2" fmla="*/ 2429 h 6756"/>
                <a:gd name="csX3" fmla="*/ 2581 w 5162"/>
                <a:gd name="csY3" fmla="*/ 6454 h 6756"/>
                <a:gd name="csX4" fmla="*/ 0 w 5162"/>
                <a:gd name="csY4" fmla="*/ 4025 h 6756"/>
              </a:gdLst>
              <a:ahLst/>
              <a:cxnLst>
                <a:cxn ang="0">
                  <a:pos x="csX0" y="csY0"/>
                </a:cxn>
                <a:cxn ang="0">
                  <a:pos x="csX1" y="csY1"/>
                </a:cxn>
                <a:cxn ang="0">
                  <a:pos x="csX2" y="csY2"/>
                </a:cxn>
                <a:cxn ang="0">
                  <a:pos x="csX3" y="csY3"/>
                </a:cxn>
                <a:cxn ang="0">
                  <a:pos x="csX4" y="csY4"/>
                </a:cxn>
              </a:cxnLst>
              <a:rect l="l" t="t" r="r" b="b"/>
              <a:pathLst>
                <a:path w="5162" h="6756">
                  <a:moveTo>
                    <a:pt x="0" y="4025"/>
                  </a:moveTo>
                  <a:cubicBezTo>
                    <a:pt x="0" y="1811"/>
                    <a:pt x="1162" y="0"/>
                    <a:pt x="2581" y="0"/>
                  </a:cubicBezTo>
                  <a:cubicBezTo>
                    <a:pt x="4001" y="0"/>
                    <a:pt x="5163" y="1093"/>
                    <a:pt x="5163" y="2429"/>
                  </a:cubicBezTo>
                  <a:cubicBezTo>
                    <a:pt x="5163" y="3765"/>
                    <a:pt x="4001" y="5576"/>
                    <a:pt x="2581" y="6454"/>
                  </a:cubicBezTo>
                  <a:cubicBezTo>
                    <a:pt x="1162" y="7331"/>
                    <a:pt x="0" y="6238"/>
                    <a:pt x="0" y="4025"/>
                  </a:cubicBezTo>
                  <a:close/>
                </a:path>
              </a:pathLst>
            </a:custGeom>
            <a:solidFill>
              <a:srgbClr val="B9B9B9"/>
            </a:solidFill>
            <a:ln w="5163" cap="flat">
              <a:noFill/>
              <a:prstDash val="solid"/>
              <a:miter/>
            </a:ln>
          </p:spPr>
          <p:txBody>
            <a:bodyPr/>
            <a:lstStyle/>
            <a:p>
              <a:endParaRPr lang="es-419" noProof="0" dirty="0"/>
            </a:p>
          </p:txBody>
        </p:sp>
        <p:sp>
          <p:nvSpPr>
            <p:cNvPr id="83" name="Forma libre: forma 82">
              <a:extLst>
                <a:ext uri="{FF2B5EF4-FFF2-40B4-BE49-F238E27FC236}">
                  <a16:creationId xmlns:a16="http://schemas.microsoft.com/office/drawing/2014/main" id="{99219293-112D-E152-E96F-1F0B749D1565}"/>
                </a:ext>
              </a:extLst>
            </p:cNvPr>
            <p:cNvSpPr/>
            <p:nvPr/>
          </p:nvSpPr>
          <p:spPr>
            <a:xfrm>
              <a:off x="2646618" y="2110301"/>
              <a:ext cx="4301" cy="5162"/>
            </a:xfrm>
            <a:custGeom>
              <a:avLst/>
              <a:gdLst>
                <a:gd name="csX0" fmla="*/ 0 w 4301"/>
                <a:gd name="csY0" fmla="*/ 2581 h 5162"/>
                <a:gd name="csX1" fmla="*/ 1138 w 4301"/>
                <a:gd name="csY1" fmla="*/ 0 h 5162"/>
                <a:gd name="csX2" fmla="*/ 3872 w 4301"/>
                <a:gd name="csY2" fmla="*/ 2581 h 5162"/>
                <a:gd name="csX3" fmla="*/ 2734 w 4301"/>
                <a:gd name="csY3" fmla="*/ 5163 h 5162"/>
                <a:gd name="csX4" fmla="*/ 0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0" y="2581"/>
                  </a:moveTo>
                  <a:cubicBezTo>
                    <a:pt x="0" y="1162"/>
                    <a:pt x="512" y="0"/>
                    <a:pt x="1138" y="0"/>
                  </a:cubicBezTo>
                  <a:cubicBezTo>
                    <a:pt x="1765" y="0"/>
                    <a:pt x="2995" y="1162"/>
                    <a:pt x="3872" y="2581"/>
                  </a:cubicBezTo>
                  <a:cubicBezTo>
                    <a:pt x="4750" y="4001"/>
                    <a:pt x="4237" y="5163"/>
                    <a:pt x="2734" y="5163"/>
                  </a:cubicBezTo>
                  <a:cubicBezTo>
                    <a:pt x="1230" y="5163"/>
                    <a:pt x="0" y="4001"/>
                    <a:pt x="0" y="2581"/>
                  </a:cubicBezTo>
                  <a:close/>
                </a:path>
              </a:pathLst>
            </a:custGeom>
            <a:solidFill>
              <a:srgbClr val="B9B9B9"/>
            </a:solidFill>
            <a:ln w="5163" cap="flat">
              <a:noFill/>
              <a:prstDash val="solid"/>
              <a:miter/>
            </a:ln>
          </p:spPr>
          <p:txBody>
            <a:bodyPr/>
            <a:lstStyle/>
            <a:p>
              <a:endParaRPr lang="es-419" noProof="0" dirty="0"/>
            </a:p>
          </p:txBody>
        </p:sp>
      </p:grpSp>
      <p:grpSp>
        <p:nvGrpSpPr>
          <p:cNvPr id="84" name="Gráfico 39">
            <a:extLst>
              <a:ext uri="{FF2B5EF4-FFF2-40B4-BE49-F238E27FC236}">
                <a16:creationId xmlns:a16="http://schemas.microsoft.com/office/drawing/2014/main" id="{98CD4CFC-4DD2-E05C-8566-6A560D4CFDBB}"/>
              </a:ext>
            </a:extLst>
          </p:cNvPr>
          <p:cNvGrpSpPr/>
          <p:nvPr/>
        </p:nvGrpSpPr>
        <p:grpSpPr>
          <a:xfrm>
            <a:off x="924790" y="1999612"/>
            <a:ext cx="235561" cy="223008"/>
            <a:chOff x="924790" y="1999612"/>
            <a:chExt cx="235561" cy="223008"/>
          </a:xfrm>
          <a:solidFill>
            <a:srgbClr val="B9B9B9"/>
          </a:solidFill>
        </p:grpSpPr>
        <p:sp>
          <p:nvSpPr>
            <p:cNvPr id="85" name="Forma libre: forma 84">
              <a:extLst>
                <a:ext uri="{FF2B5EF4-FFF2-40B4-BE49-F238E27FC236}">
                  <a16:creationId xmlns:a16="http://schemas.microsoft.com/office/drawing/2014/main" id="{5045A379-12ED-1C80-B760-D894970D53B1}"/>
                </a:ext>
              </a:extLst>
            </p:cNvPr>
            <p:cNvSpPr/>
            <p:nvPr/>
          </p:nvSpPr>
          <p:spPr>
            <a:xfrm>
              <a:off x="1018216" y="1999612"/>
              <a:ext cx="142135" cy="223008"/>
            </a:xfrm>
            <a:custGeom>
              <a:avLst/>
              <a:gdLst>
                <a:gd name="csX0" fmla="*/ 33142 w 142135"/>
                <a:gd name="csY0" fmla="*/ 222624 h 223008"/>
                <a:gd name="csX1" fmla="*/ 24030 w 142135"/>
                <a:gd name="csY1" fmla="*/ 217989 h 223008"/>
                <a:gd name="csX2" fmla="*/ 15077 w 142135"/>
                <a:gd name="csY2" fmla="*/ 214475 h 223008"/>
                <a:gd name="csX3" fmla="*/ 28065 w 142135"/>
                <a:gd name="csY3" fmla="*/ 199749 h 223008"/>
                <a:gd name="csX4" fmla="*/ 39623 w 142135"/>
                <a:gd name="csY4" fmla="*/ 181324 h 223008"/>
                <a:gd name="csX5" fmla="*/ 40552 w 142135"/>
                <a:gd name="csY5" fmla="*/ 163618 h 223008"/>
                <a:gd name="csX6" fmla="*/ 38270 w 142135"/>
                <a:gd name="csY6" fmla="*/ 146871 h 223008"/>
                <a:gd name="csX7" fmla="*/ 31342 w 142135"/>
                <a:gd name="csY7" fmla="*/ 141344 h 223008"/>
                <a:gd name="csX8" fmla="*/ 23064 w 142135"/>
                <a:gd name="csY8" fmla="*/ 130695 h 223008"/>
                <a:gd name="csX9" fmla="*/ 21238 w 142135"/>
                <a:gd name="csY9" fmla="*/ 121015 h 223008"/>
                <a:gd name="csX10" fmla="*/ 21448 w 142135"/>
                <a:gd name="csY10" fmla="*/ 110689 h 223008"/>
                <a:gd name="csX11" fmla="*/ 17417 w 142135"/>
                <a:gd name="csY11" fmla="*/ 113600 h 223008"/>
                <a:gd name="csX12" fmla="*/ 6090 w 142135"/>
                <a:gd name="csY12" fmla="*/ 75839 h 223008"/>
                <a:gd name="csX13" fmla="*/ 446 w 142135"/>
                <a:gd name="csY13" fmla="*/ 49379 h 223008"/>
                <a:gd name="csX14" fmla="*/ 1787 w 142135"/>
                <a:gd name="csY14" fmla="*/ 43571 h 223008"/>
                <a:gd name="csX15" fmla="*/ 4669 w 142135"/>
                <a:gd name="csY15" fmla="*/ 50173 h 223008"/>
                <a:gd name="csX16" fmla="*/ 15640 w 142135"/>
                <a:gd name="csY16" fmla="*/ 55981 h 223008"/>
                <a:gd name="csX17" fmla="*/ 25590 w 142135"/>
                <a:gd name="csY17" fmla="*/ 51315 h 223008"/>
                <a:gd name="csX18" fmla="*/ 21927 w 142135"/>
                <a:gd name="csY18" fmla="*/ 38128 h 223008"/>
                <a:gd name="csX19" fmla="*/ 25126 w 142135"/>
                <a:gd name="csY19" fmla="*/ 20612 h 223008"/>
                <a:gd name="csX20" fmla="*/ 29635 w 142135"/>
                <a:gd name="csY20" fmla="*/ 8944 h 223008"/>
                <a:gd name="csX21" fmla="*/ 56601 w 142135"/>
                <a:gd name="csY21" fmla="*/ 2664 h 223008"/>
                <a:gd name="csX22" fmla="*/ 68014 w 142135"/>
                <a:gd name="csY22" fmla="*/ 14926 h 223008"/>
                <a:gd name="csX23" fmla="*/ 70397 w 142135"/>
                <a:gd name="csY23" fmla="*/ 28730 h 223008"/>
                <a:gd name="csX24" fmla="*/ 64799 w 142135"/>
                <a:gd name="csY24" fmla="*/ 38367 h 223008"/>
                <a:gd name="csX25" fmla="*/ 76515 w 142135"/>
                <a:gd name="csY25" fmla="*/ 47199 h 223008"/>
                <a:gd name="csX26" fmla="*/ 95020 w 142135"/>
                <a:gd name="csY26" fmla="*/ 52596 h 223008"/>
                <a:gd name="csX27" fmla="*/ 116723 w 142135"/>
                <a:gd name="csY27" fmla="*/ 66052 h 223008"/>
                <a:gd name="csX28" fmla="*/ 125419 w 142135"/>
                <a:gd name="csY28" fmla="*/ 64641 h 223008"/>
                <a:gd name="csX29" fmla="*/ 121867 w 142135"/>
                <a:gd name="csY29" fmla="*/ 77984 h 223008"/>
                <a:gd name="csX30" fmla="*/ 126198 w 142135"/>
                <a:gd name="csY30" fmla="*/ 109560 h 223008"/>
                <a:gd name="csX31" fmla="*/ 132452 w 142135"/>
                <a:gd name="csY31" fmla="*/ 130811 h 223008"/>
                <a:gd name="csX32" fmla="*/ 137172 w 142135"/>
                <a:gd name="csY32" fmla="*/ 149525 h 223008"/>
                <a:gd name="csX33" fmla="*/ 126264 w 142135"/>
                <a:gd name="csY33" fmla="*/ 165042 h 223008"/>
                <a:gd name="csX34" fmla="*/ 119713 w 142135"/>
                <a:gd name="csY34" fmla="*/ 162318 h 223008"/>
                <a:gd name="csX35" fmla="*/ 122125 w 142135"/>
                <a:gd name="csY35" fmla="*/ 181310 h 223008"/>
                <a:gd name="csX36" fmla="*/ 122395 w 142135"/>
                <a:gd name="csY36" fmla="*/ 193071 h 223008"/>
                <a:gd name="csX37" fmla="*/ 117050 w 142135"/>
                <a:gd name="csY37" fmla="*/ 205350 h 223008"/>
                <a:gd name="csX38" fmla="*/ 115307 w 142135"/>
                <a:gd name="csY38" fmla="*/ 214639 h 223008"/>
                <a:gd name="csX39" fmla="*/ 105608 w 142135"/>
                <a:gd name="csY39" fmla="*/ 205168 h 223008"/>
                <a:gd name="csX40" fmla="*/ 70306 w 142135"/>
                <a:gd name="csY40" fmla="*/ 198146 h 223008"/>
                <a:gd name="csX41" fmla="*/ 57886 w 142135"/>
                <a:gd name="csY41" fmla="*/ 203581 h 223008"/>
                <a:gd name="csX42" fmla="*/ 42822 w 142135"/>
                <a:gd name="csY42" fmla="*/ 214552 h 223008"/>
                <a:gd name="csX43" fmla="*/ 33142 w 142135"/>
                <a:gd name="csY43" fmla="*/ 222624 h 2230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42135" h="223008">
                  <a:moveTo>
                    <a:pt x="33142" y="222624"/>
                  </a:moveTo>
                  <a:cubicBezTo>
                    <a:pt x="33100" y="221007"/>
                    <a:pt x="28999" y="218922"/>
                    <a:pt x="24030" y="217989"/>
                  </a:cubicBezTo>
                  <a:cubicBezTo>
                    <a:pt x="19061" y="217057"/>
                    <a:pt x="15032" y="215476"/>
                    <a:pt x="15077" y="214475"/>
                  </a:cubicBezTo>
                  <a:cubicBezTo>
                    <a:pt x="15123" y="213475"/>
                    <a:pt x="20967" y="206848"/>
                    <a:pt x="28065" y="199749"/>
                  </a:cubicBezTo>
                  <a:cubicBezTo>
                    <a:pt x="37756" y="190056"/>
                    <a:pt x="40635" y="185467"/>
                    <a:pt x="39623" y="181324"/>
                  </a:cubicBezTo>
                  <a:cubicBezTo>
                    <a:pt x="38882" y="178289"/>
                    <a:pt x="39300" y="170321"/>
                    <a:pt x="40552" y="163618"/>
                  </a:cubicBezTo>
                  <a:cubicBezTo>
                    <a:pt x="42457" y="153420"/>
                    <a:pt x="42085" y="150686"/>
                    <a:pt x="38270" y="146871"/>
                  </a:cubicBezTo>
                  <a:cubicBezTo>
                    <a:pt x="35762" y="144363"/>
                    <a:pt x="32644" y="141876"/>
                    <a:pt x="31342" y="141344"/>
                  </a:cubicBezTo>
                  <a:cubicBezTo>
                    <a:pt x="30039" y="140811"/>
                    <a:pt x="26314" y="136019"/>
                    <a:pt x="23064" y="130695"/>
                  </a:cubicBezTo>
                  <a:cubicBezTo>
                    <a:pt x="18146" y="122638"/>
                    <a:pt x="17840" y="121015"/>
                    <a:pt x="21238" y="121015"/>
                  </a:cubicBezTo>
                  <a:cubicBezTo>
                    <a:pt x="26407" y="121015"/>
                    <a:pt x="26532" y="114908"/>
                    <a:pt x="21448" y="110689"/>
                  </a:cubicBezTo>
                  <a:cubicBezTo>
                    <a:pt x="18195" y="107989"/>
                    <a:pt x="17551" y="108454"/>
                    <a:pt x="17417" y="113600"/>
                  </a:cubicBezTo>
                  <a:cubicBezTo>
                    <a:pt x="17202" y="121855"/>
                    <a:pt x="11362" y="102386"/>
                    <a:pt x="6090" y="75839"/>
                  </a:cubicBezTo>
                  <a:cubicBezTo>
                    <a:pt x="3834" y="64481"/>
                    <a:pt x="1295" y="52574"/>
                    <a:pt x="446" y="49379"/>
                  </a:cubicBezTo>
                  <a:cubicBezTo>
                    <a:pt x="-477" y="45903"/>
                    <a:pt x="61" y="43571"/>
                    <a:pt x="1787" y="43571"/>
                  </a:cubicBezTo>
                  <a:cubicBezTo>
                    <a:pt x="3372" y="43571"/>
                    <a:pt x="4669" y="46542"/>
                    <a:pt x="4669" y="50173"/>
                  </a:cubicBezTo>
                  <a:cubicBezTo>
                    <a:pt x="4669" y="56344"/>
                    <a:pt x="5386" y="56723"/>
                    <a:pt x="15640" y="55981"/>
                  </a:cubicBezTo>
                  <a:cubicBezTo>
                    <a:pt x="23894" y="55384"/>
                    <a:pt x="26358" y="54229"/>
                    <a:pt x="25590" y="51315"/>
                  </a:cubicBezTo>
                  <a:cubicBezTo>
                    <a:pt x="25028" y="49186"/>
                    <a:pt x="23380" y="43251"/>
                    <a:pt x="21927" y="38128"/>
                  </a:cubicBezTo>
                  <a:cubicBezTo>
                    <a:pt x="19644" y="30074"/>
                    <a:pt x="20076" y="27703"/>
                    <a:pt x="25126" y="20612"/>
                  </a:cubicBezTo>
                  <a:cubicBezTo>
                    <a:pt x="28338" y="16101"/>
                    <a:pt x="30367" y="10851"/>
                    <a:pt x="29635" y="8944"/>
                  </a:cubicBezTo>
                  <a:cubicBezTo>
                    <a:pt x="26306" y="269"/>
                    <a:pt x="38854" y="-2653"/>
                    <a:pt x="56601" y="2664"/>
                  </a:cubicBezTo>
                  <a:cubicBezTo>
                    <a:pt x="65243" y="5253"/>
                    <a:pt x="66731" y="6851"/>
                    <a:pt x="68014" y="14926"/>
                  </a:cubicBezTo>
                  <a:cubicBezTo>
                    <a:pt x="68826" y="20032"/>
                    <a:pt x="69898" y="26244"/>
                    <a:pt x="70397" y="28730"/>
                  </a:cubicBezTo>
                  <a:cubicBezTo>
                    <a:pt x="70908" y="31276"/>
                    <a:pt x="68463" y="35485"/>
                    <a:pt x="64799" y="38367"/>
                  </a:cubicBezTo>
                  <a:cubicBezTo>
                    <a:pt x="52677" y="47902"/>
                    <a:pt x="63675" y="56192"/>
                    <a:pt x="76515" y="47199"/>
                  </a:cubicBezTo>
                  <a:cubicBezTo>
                    <a:pt x="84862" y="41352"/>
                    <a:pt x="95020" y="44315"/>
                    <a:pt x="95020" y="52596"/>
                  </a:cubicBezTo>
                  <a:cubicBezTo>
                    <a:pt x="95020" y="61383"/>
                    <a:pt x="105491" y="67875"/>
                    <a:pt x="116723" y="66052"/>
                  </a:cubicBezTo>
                  <a:lnTo>
                    <a:pt x="125419" y="64641"/>
                  </a:lnTo>
                  <a:lnTo>
                    <a:pt x="121867" y="77984"/>
                  </a:lnTo>
                  <a:cubicBezTo>
                    <a:pt x="116766" y="97143"/>
                    <a:pt x="117305" y="101074"/>
                    <a:pt x="126198" y="109560"/>
                  </a:cubicBezTo>
                  <a:cubicBezTo>
                    <a:pt x="133696" y="116715"/>
                    <a:pt x="134049" y="117914"/>
                    <a:pt x="132452" y="130811"/>
                  </a:cubicBezTo>
                  <a:cubicBezTo>
                    <a:pt x="130905" y="143306"/>
                    <a:pt x="131310" y="144914"/>
                    <a:pt x="137172" y="149525"/>
                  </a:cubicBezTo>
                  <a:cubicBezTo>
                    <a:pt x="148350" y="158317"/>
                    <a:pt x="138877" y="171792"/>
                    <a:pt x="126264" y="165042"/>
                  </a:cubicBezTo>
                  <a:cubicBezTo>
                    <a:pt x="123464" y="163544"/>
                    <a:pt x="120516" y="162318"/>
                    <a:pt x="119713" y="162318"/>
                  </a:cubicBezTo>
                  <a:cubicBezTo>
                    <a:pt x="116537" y="162318"/>
                    <a:pt x="118487" y="177672"/>
                    <a:pt x="122125" y="181310"/>
                  </a:cubicBezTo>
                  <a:cubicBezTo>
                    <a:pt x="126947" y="186132"/>
                    <a:pt x="127019" y="189234"/>
                    <a:pt x="122395" y="193071"/>
                  </a:cubicBezTo>
                  <a:cubicBezTo>
                    <a:pt x="120414" y="194715"/>
                    <a:pt x="118009" y="200241"/>
                    <a:pt x="117050" y="205350"/>
                  </a:cubicBezTo>
                  <a:lnTo>
                    <a:pt x="115307" y="214639"/>
                  </a:lnTo>
                  <a:lnTo>
                    <a:pt x="105608" y="205168"/>
                  </a:lnTo>
                  <a:cubicBezTo>
                    <a:pt x="93087" y="192941"/>
                    <a:pt x="80185" y="190375"/>
                    <a:pt x="70306" y="198146"/>
                  </a:cubicBezTo>
                  <a:cubicBezTo>
                    <a:pt x="66478" y="201157"/>
                    <a:pt x="60889" y="203603"/>
                    <a:pt x="57886" y="203581"/>
                  </a:cubicBezTo>
                  <a:cubicBezTo>
                    <a:pt x="54649" y="203557"/>
                    <a:pt x="48516" y="208024"/>
                    <a:pt x="42822" y="214552"/>
                  </a:cubicBezTo>
                  <a:cubicBezTo>
                    <a:pt x="37540" y="220608"/>
                    <a:pt x="33184" y="224241"/>
                    <a:pt x="33142" y="222624"/>
                  </a:cubicBezTo>
                  <a:close/>
                </a:path>
              </a:pathLst>
            </a:custGeom>
            <a:solidFill>
              <a:srgbClr val="B9B9B9"/>
            </a:solidFill>
            <a:ln w="5163" cap="flat">
              <a:noFill/>
              <a:prstDash val="solid"/>
              <a:miter/>
            </a:ln>
          </p:spPr>
          <p:txBody>
            <a:bodyPr/>
            <a:lstStyle/>
            <a:p>
              <a:endParaRPr lang="es-419" noProof="0" dirty="0"/>
            </a:p>
          </p:txBody>
        </p:sp>
        <p:sp>
          <p:nvSpPr>
            <p:cNvPr id="86" name="Forma libre: forma 85">
              <a:extLst>
                <a:ext uri="{FF2B5EF4-FFF2-40B4-BE49-F238E27FC236}">
                  <a16:creationId xmlns:a16="http://schemas.microsoft.com/office/drawing/2014/main" id="{2F5AA430-B256-6742-51FC-A10FD91946E1}"/>
                </a:ext>
              </a:extLst>
            </p:cNvPr>
            <p:cNvSpPr/>
            <p:nvPr/>
          </p:nvSpPr>
          <p:spPr>
            <a:xfrm>
              <a:off x="976738" y="2149266"/>
              <a:ext cx="9026" cy="7395"/>
            </a:xfrm>
            <a:custGeom>
              <a:avLst/>
              <a:gdLst>
                <a:gd name="csX0" fmla="*/ 866 w 9026"/>
                <a:gd name="csY0" fmla="*/ 4748 h 7395"/>
                <a:gd name="csX1" fmla="*/ 6187 w 9026"/>
                <a:gd name="csY1" fmla="*/ 710 h 7395"/>
                <a:gd name="csX2" fmla="*/ 8728 w 9026"/>
                <a:gd name="csY2" fmla="*/ 4901 h 7395"/>
                <a:gd name="csX3" fmla="*/ 866 w 9026"/>
                <a:gd name="csY3" fmla="*/ 4748 h 7395"/>
              </a:gdLst>
              <a:ahLst/>
              <a:cxnLst>
                <a:cxn ang="0">
                  <a:pos x="csX0" y="csY0"/>
                </a:cxn>
                <a:cxn ang="0">
                  <a:pos x="csX1" y="csY1"/>
                </a:cxn>
                <a:cxn ang="0">
                  <a:pos x="csX2" y="csY2"/>
                </a:cxn>
                <a:cxn ang="0">
                  <a:pos x="csX3" y="csY3"/>
                </a:cxn>
              </a:cxnLst>
              <a:rect l="l" t="t" r="r" b="b"/>
              <a:pathLst>
                <a:path w="9026" h="7395">
                  <a:moveTo>
                    <a:pt x="866" y="4748"/>
                  </a:moveTo>
                  <a:cubicBezTo>
                    <a:pt x="-1510" y="904"/>
                    <a:pt x="1245" y="-1186"/>
                    <a:pt x="6187" y="710"/>
                  </a:cubicBezTo>
                  <a:cubicBezTo>
                    <a:pt x="8468" y="1586"/>
                    <a:pt x="9611" y="3472"/>
                    <a:pt x="8728" y="4901"/>
                  </a:cubicBezTo>
                  <a:cubicBezTo>
                    <a:pt x="6635" y="8287"/>
                    <a:pt x="3009" y="8216"/>
                    <a:pt x="866" y="4748"/>
                  </a:cubicBezTo>
                  <a:close/>
                </a:path>
              </a:pathLst>
            </a:custGeom>
            <a:solidFill>
              <a:srgbClr val="B9B9B9"/>
            </a:solidFill>
            <a:ln w="5163" cap="flat">
              <a:noFill/>
              <a:prstDash val="solid"/>
              <a:miter/>
            </a:ln>
          </p:spPr>
          <p:txBody>
            <a:bodyPr/>
            <a:lstStyle/>
            <a:p>
              <a:endParaRPr lang="es-419" noProof="0" dirty="0"/>
            </a:p>
          </p:txBody>
        </p:sp>
        <p:sp>
          <p:nvSpPr>
            <p:cNvPr id="87" name="Forma libre: forma 86">
              <a:extLst>
                <a:ext uri="{FF2B5EF4-FFF2-40B4-BE49-F238E27FC236}">
                  <a16:creationId xmlns:a16="http://schemas.microsoft.com/office/drawing/2014/main" id="{A3AB6F5C-B3B5-02A5-048C-69BF2DD09D42}"/>
                </a:ext>
              </a:extLst>
            </p:cNvPr>
            <p:cNvSpPr/>
            <p:nvPr/>
          </p:nvSpPr>
          <p:spPr>
            <a:xfrm>
              <a:off x="958388" y="2135665"/>
              <a:ext cx="19364" cy="11047"/>
            </a:xfrm>
            <a:custGeom>
              <a:avLst/>
              <a:gdLst>
                <a:gd name="csX0" fmla="*/ 0 w 19364"/>
                <a:gd name="csY0" fmla="*/ 8841 h 11047"/>
                <a:gd name="csX1" fmla="*/ 17408 w 19364"/>
                <a:gd name="csY1" fmla="*/ 154 h 11047"/>
                <a:gd name="csX2" fmla="*/ 17432 w 19364"/>
                <a:gd name="csY2" fmla="*/ 5614 h 11047"/>
                <a:gd name="csX3" fmla="*/ 0 w 19364"/>
                <a:gd name="csY3" fmla="*/ 8841 h 11047"/>
              </a:gdLst>
              <a:ahLst/>
              <a:cxnLst>
                <a:cxn ang="0">
                  <a:pos x="csX0" y="csY0"/>
                </a:cxn>
                <a:cxn ang="0">
                  <a:pos x="csX1" y="csY1"/>
                </a:cxn>
                <a:cxn ang="0">
                  <a:pos x="csX2" y="csY2"/>
                </a:cxn>
                <a:cxn ang="0">
                  <a:pos x="csX3" y="csY3"/>
                </a:cxn>
              </a:cxnLst>
              <a:rect l="l" t="t" r="r" b="b"/>
              <a:pathLst>
                <a:path w="19364" h="11047">
                  <a:moveTo>
                    <a:pt x="0" y="8841"/>
                  </a:moveTo>
                  <a:cubicBezTo>
                    <a:pt x="126" y="2682"/>
                    <a:pt x="7086" y="-791"/>
                    <a:pt x="17408" y="154"/>
                  </a:cubicBezTo>
                  <a:cubicBezTo>
                    <a:pt x="20010" y="392"/>
                    <a:pt x="20015" y="1478"/>
                    <a:pt x="17432" y="5614"/>
                  </a:cubicBezTo>
                  <a:cubicBezTo>
                    <a:pt x="14357" y="10538"/>
                    <a:pt x="-89" y="13212"/>
                    <a:pt x="0" y="8841"/>
                  </a:cubicBezTo>
                  <a:close/>
                </a:path>
              </a:pathLst>
            </a:custGeom>
            <a:solidFill>
              <a:srgbClr val="B9B9B9"/>
            </a:solidFill>
            <a:ln w="5163" cap="flat">
              <a:noFill/>
              <a:prstDash val="solid"/>
              <a:miter/>
            </a:ln>
          </p:spPr>
          <p:txBody>
            <a:bodyPr/>
            <a:lstStyle/>
            <a:p>
              <a:endParaRPr lang="es-419" noProof="0" dirty="0"/>
            </a:p>
          </p:txBody>
        </p:sp>
        <p:sp>
          <p:nvSpPr>
            <p:cNvPr id="88" name="Forma libre: forma 87">
              <a:extLst>
                <a:ext uri="{FF2B5EF4-FFF2-40B4-BE49-F238E27FC236}">
                  <a16:creationId xmlns:a16="http://schemas.microsoft.com/office/drawing/2014/main" id="{4FE8F7A2-8081-7ECD-4DDD-72AE3AC5EBA8}"/>
                </a:ext>
              </a:extLst>
            </p:cNvPr>
            <p:cNvSpPr/>
            <p:nvPr/>
          </p:nvSpPr>
          <p:spPr>
            <a:xfrm>
              <a:off x="938010" y="2110987"/>
              <a:ext cx="18997" cy="19965"/>
            </a:xfrm>
            <a:custGeom>
              <a:avLst/>
              <a:gdLst>
                <a:gd name="csX0" fmla="*/ 2787 w 18997"/>
                <a:gd name="csY0" fmla="*/ 11392 h 19965"/>
                <a:gd name="csX1" fmla="*/ 4678 w 18997"/>
                <a:gd name="csY1" fmla="*/ 36 h 19965"/>
                <a:gd name="csX2" fmla="*/ 17544 w 18997"/>
                <a:gd name="csY2" fmla="*/ 12951 h 19965"/>
                <a:gd name="csX3" fmla="*/ 13049 w 18997"/>
                <a:gd name="csY3" fmla="*/ 19965 h 19965"/>
                <a:gd name="csX4" fmla="*/ 2787 w 18997"/>
                <a:gd name="csY4" fmla="*/ 11392 h 19965"/>
              </a:gdLst>
              <a:ahLst/>
              <a:cxnLst>
                <a:cxn ang="0">
                  <a:pos x="csX0" y="csY0"/>
                </a:cxn>
                <a:cxn ang="0">
                  <a:pos x="csX1" y="csY1"/>
                </a:cxn>
                <a:cxn ang="0">
                  <a:pos x="csX2" y="csY2"/>
                </a:cxn>
                <a:cxn ang="0">
                  <a:pos x="csX3" y="csY3"/>
                </a:cxn>
                <a:cxn ang="0">
                  <a:pos x="csX4" y="csY4"/>
                </a:cxn>
              </a:cxnLst>
              <a:rect l="l" t="t" r="r" b="b"/>
              <a:pathLst>
                <a:path w="18997" h="19965">
                  <a:moveTo>
                    <a:pt x="2787" y="11392"/>
                  </a:moveTo>
                  <a:cubicBezTo>
                    <a:pt x="-1192" y="389"/>
                    <a:pt x="-1207" y="479"/>
                    <a:pt x="4678" y="36"/>
                  </a:cubicBezTo>
                  <a:cubicBezTo>
                    <a:pt x="10396" y="-395"/>
                    <a:pt x="13750" y="2973"/>
                    <a:pt x="17544" y="12951"/>
                  </a:cubicBezTo>
                  <a:cubicBezTo>
                    <a:pt x="20048" y="19537"/>
                    <a:pt x="19774" y="19965"/>
                    <a:pt x="13049" y="19965"/>
                  </a:cubicBezTo>
                  <a:cubicBezTo>
                    <a:pt x="7281" y="19965"/>
                    <a:pt x="5284" y="18297"/>
                    <a:pt x="2787" y="11392"/>
                  </a:cubicBezTo>
                  <a:close/>
                </a:path>
              </a:pathLst>
            </a:custGeom>
            <a:solidFill>
              <a:srgbClr val="B9B9B9"/>
            </a:solidFill>
            <a:ln w="5163" cap="flat">
              <a:noFill/>
              <a:prstDash val="solid"/>
              <a:miter/>
            </a:ln>
          </p:spPr>
          <p:txBody>
            <a:bodyPr/>
            <a:lstStyle/>
            <a:p>
              <a:endParaRPr lang="es-419" noProof="0" dirty="0"/>
            </a:p>
          </p:txBody>
        </p:sp>
        <p:sp>
          <p:nvSpPr>
            <p:cNvPr id="89" name="Forma libre: forma 88">
              <a:extLst>
                <a:ext uri="{FF2B5EF4-FFF2-40B4-BE49-F238E27FC236}">
                  <a16:creationId xmlns:a16="http://schemas.microsoft.com/office/drawing/2014/main" id="{E0E1FC4E-CC7B-6D8E-E2AC-100954C04274}"/>
                </a:ext>
              </a:extLst>
            </p:cNvPr>
            <p:cNvSpPr/>
            <p:nvPr/>
          </p:nvSpPr>
          <p:spPr>
            <a:xfrm>
              <a:off x="924790" y="2098451"/>
              <a:ext cx="5162" cy="9268"/>
            </a:xfrm>
            <a:custGeom>
              <a:avLst/>
              <a:gdLst>
                <a:gd name="csX0" fmla="*/ 0 w 5162"/>
                <a:gd name="csY0" fmla="*/ 3953 h 9268"/>
                <a:gd name="csX1" fmla="*/ 2581 w 5162"/>
                <a:gd name="csY1" fmla="*/ 233 h 9268"/>
                <a:gd name="csX2" fmla="*/ 5163 w 5162"/>
                <a:gd name="csY2" fmla="*/ 5549 h 9268"/>
                <a:gd name="csX3" fmla="*/ 2581 w 5162"/>
                <a:gd name="csY3" fmla="*/ 9269 h 9268"/>
                <a:gd name="csX4" fmla="*/ 0 w 5162"/>
                <a:gd name="csY4" fmla="*/ 3953 h 9268"/>
              </a:gdLst>
              <a:ahLst/>
              <a:cxnLst>
                <a:cxn ang="0">
                  <a:pos x="csX0" y="csY0"/>
                </a:cxn>
                <a:cxn ang="0">
                  <a:pos x="csX1" y="csY1"/>
                </a:cxn>
                <a:cxn ang="0">
                  <a:pos x="csX2" y="csY2"/>
                </a:cxn>
                <a:cxn ang="0">
                  <a:pos x="csX3" y="csY3"/>
                </a:cxn>
                <a:cxn ang="0">
                  <a:pos x="csX4" y="csY4"/>
                </a:cxn>
              </a:cxnLst>
              <a:rect l="l" t="t" r="r" b="b"/>
              <a:pathLst>
                <a:path w="5162" h="9268">
                  <a:moveTo>
                    <a:pt x="0" y="3953"/>
                  </a:moveTo>
                  <a:cubicBezTo>
                    <a:pt x="0" y="1030"/>
                    <a:pt x="1162" y="-644"/>
                    <a:pt x="2581" y="233"/>
                  </a:cubicBezTo>
                  <a:cubicBezTo>
                    <a:pt x="4001" y="1111"/>
                    <a:pt x="5163" y="3503"/>
                    <a:pt x="5163" y="5549"/>
                  </a:cubicBezTo>
                  <a:cubicBezTo>
                    <a:pt x="5163" y="7595"/>
                    <a:pt x="4001" y="9269"/>
                    <a:pt x="2581" y="9269"/>
                  </a:cubicBezTo>
                  <a:cubicBezTo>
                    <a:pt x="1162" y="9269"/>
                    <a:pt x="0" y="6877"/>
                    <a:pt x="0" y="3953"/>
                  </a:cubicBezTo>
                  <a:close/>
                </a:path>
              </a:pathLst>
            </a:custGeom>
            <a:solidFill>
              <a:srgbClr val="B9B9B9"/>
            </a:solidFill>
            <a:ln w="5163" cap="flat">
              <a:noFill/>
              <a:prstDash val="solid"/>
              <a:miter/>
            </a:ln>
          </p:spPr>
          <p:txBody>
            <a:bodyPr/>
            <a:lstStyle/>
            <a:p>
              <a:endParaRPr lang="es-419" noProof="0" dirty="0"/>
            </a:p>
          </p:txBody>
        </p:sp>
      </p:grpSp>
      <p:grpSp>
        <p:nvGrpSpPr>
          <p:cNvPr id="90" name="Gráfico 39">
            <a:extLst>
              <a:ext uri="{FF2B5EF4-FFF2-40B4-BE49-F238E27FC236}">
                <a16:creationId xmlns:a16="http://schemas.microsoft.com/office/drawing/2014/main" id="{EAEFA44D-3277-E01E-8A69-728A726291AF}"/>
              </a:ext>
            </a:extLst>
          </p:cNvPr>
          <p:cNvGrpSpPr/>
          <p:nvPr/>
        </p:nvGrpSpPr>
        <p:grpSpPr>
          <a:xfrm>
            <a:off x="281340" y="1474182"/>
            <a:ext cx="428841" cy="522535"/>
            <a:chOff x="281340" y="1474182"/>
            <a:chExt cx="428841" cy="522535"/>
          </a:xfrm>
          <a:solidFill>
            <a:srgbClr val="B9B9B9"/>
          </a:solidFill>
        </p:grpSpPr>
        <p:grpSp>
          <p:nvGrpSpPr>
            <p:cNvPr id="91" name="Gráfico 39">
              <a:extLst>
                <a:ext uri="{FF2B5EF4-FFF2-40B4-BE49-F238E27FC236}">
                  <a16:creationId xmlns:a16="http://schemas.microsoft.com/office/drawing/2014/main" id="{C4ECA7E6-3318-E7F7-8F82-8ABE167E094E}"/>
                </a:ext>
              </a:extLst>
            </p:cNvPr>
            <p:cNvGrpSpPr/>
            <p:nvPr/>
          </p:nvGrpSpPr>
          <p:grpSpPr>
            <a:xfrm>
              <a:off x="281340" y="1474182"/>
              <a:ext cx="428841" cy="522535"/>
              <a:chOff x="281340" y="1474182"/>
              <a:chExt cx="428841" cy="522535"/>
            </a:xfrm>
            <a:solidFill>
              <a:srgbClr val="B9B9B9"/>
            </a:solidFill>
          </p:grpSpPr>
          <p:sp>
            <p:nvSpPr>
              <p:cNvPr id="92" name="Forma libre: forma 91">
                <a:extLst>
                  <a:ext uri="{FF2B5EF4-FFF2-40B4-BE49-F238E27FC236}">
                    <a16:creationId xmlns:a16="http://schemas.microsoft.com/office/drawing/2014/main" id="{654953BB-6082-9DAF-0E08-81913CC81857}"/>
                  </a:ext>
                </a:extLst>
              </p:cNvPr>
              <p:cNvSpPr/>
              <p:nvPr/>
            </p:nvSpPr>
            <p:spPr>
              <a:xfrm>
                <a:off x="281340" y="1474182"/>
                <a:ext cx="428841" cy="522535"/>
              </a:xfrm>
              <a:custGeom>
                <a:avLst/>
                <a:gdLst>
                  <a:gd name="csX0" fmla="*/ 375000 w 428841"/>
                  <a:gd name="csY0" fmla="*/ 516104 h 522535"/>
                  <a:gd name="csX1" fmla="*/ 367101 w 428841"/>
                  <a:gd name="csY1" fmla="*/ 496098 h 522535"/>
                  <a:gd name="csX2" fmla="*/ 357849 w 428841"/>
                  <a:gd name="csY2" fmla="*/ 467300 h 522535"/>
                  <a:gd name="csX3" fmla="*/ 337807 w 428841"/>
                  <a:gd name="csY3" fmla="*/ 445109 h 522535"/>
                  <a:gd name="csX4" fmla="*/ 320489 w 428841"/>
                  <a:gd name="csY4" fmla="*/ 429036 h 522535"/>
                  <a:gd name="csX5" fmla="*/ 269809 w 428841"/>
                  <a:gd name="csY5" fmla="*/ 379110 h 522535"/>
                  <a:gd name="csX6" fmla="*/ 248488 w 428841"/>
                  <a:gd name="csY6" fmla="*/ 370097 h 522535"/>
                  <a:gd name="csX7" fmla="*/ 256878 w 428841"/>
                  <a:gd name="csY7" fmla="*/ 370327 h 522535"/>
                  <a:gd name="csX8" fmla="*/ 265267 w 428841"/>
                  <a:gd name="csY8" fmla="*/ 372646 h 522535"/>
                  <a:gd name="csX9" fmla="*/ 258168 w 428841"/>
                  <a:gd name="csY9" fmla="*/ 366399 h 522535"/>
                  <a:gd name="csX10" fmla="*/ 251069 w 428841"/>
                  <a:gd name="csY10" fmla="*/ 355305 h 522535"/>
                  <a:gd name="csX11" fmla="*/ 237556 w 428841"/>
                  <a:gd name="csY11" fmla="*/ 353450 h 522535"/>
                  <a:gd name="csX12" fmla="*/ 235538 w 428841"/>
                  <a:gd name="csY12" fmla="*/ 349578 h 522535"/>
                  <a:gd name="csX13" fmla="*/ 231626 w 428841"/>
                  <a:gd name="csY13" fmla="*/ 338114 h 522535"/>
                  <a:gd name="csX14" fmla="*/ 227531 w 428841"/>
                  <a:gd name="csY14" fmla="*/ 327788 h 522535"/>
                  <a:gd name="csX15" fmla="*/ 225255 w 428841"/>
                  <a:gd name="csY15" fmla="*/ 330217 h 522535"/>
                  <a:gd name="csX16" fmla="*/ 222797 w 428841"/>
                  <a:gd name="csY16" fmla="*/ 331508 h 522535"/>
                  <a:gd name="csX17" fmla="*/ 220276 w 428841"/>
                  <a:gd name="csY17" fmla="*/ 330217 h 522535"/>
                  <a:gd name="csX18" fmla="*/ 216375 w 428841"/>
                  <a:gd name="csY18" fmla="*/ 326968 h 522535"/>
                  <a:gd name="csX19" fmla="*/ 212138 w 428841"/>
                  <a:gd name="csY19" fmla="*/ 320021 h 522535"/>
                  <a:gd name="csX20" fmla="*/ 209766 w 428841"/>
                  <a:gd name="csY20" fmla="*/ 317462 h 522535"/>
                  <a:gd name="csX21" fmla="*/ 212670 w 428841"/>
                  <a:gd name="csY21" fmla="*/ 314083 h 522535"/>
                  <a:gd name="csX22" fmla="*/ 216877 w 428841"/>
                  <a:gd name="csY22" fmla="*/ 311142 h 522535"/>
                  <a:gd name="csX23" fmla="*/ 215264 w 428841"/>
                  <a:gd name="csY23" fmla="*/ 309359 h 522535"/>
                  <a:gd name="csX24" fmla="*/ 217511 w 428841"/>
                  <a:gd name="csY24" fmla="*/ 291496 h 522535"/>
                  <a:gd name="csX25" fmla="*/ 222673 w 428841"/>
                  <a:gd name="csY25" fmla="*/ 271731 h 522535"/>
                  <a:gd name="csX26" fmla="*/ 225571 w 428841"/>
                  <a:gd name="csY26" fmla="*/ 266972 h 522535"/>
                  <a:gd name="csX27" fmla="*/ 225255 w 428841"/>
                  <a:gd name="csY27" fmla="*/ 263100 h 522535"/>
                  <a:gd name="csX28" fmla="*/ 224939 w 428841"/>
                  <a:gd name="csY28" fmla="*/ 259227 h 522535"/>
                  <a:gd name="csX29" fmla="*/ 227470 w 428841"/>
                  <a:gd name="csY29" fmla="*/ 246966 h 522535"/>
                  <a:gd name="csX30" fmla="*/ 227104 w 428841"/>
                  <a:gd name="csY30" fmla="*/ 234704 h 522535"/>
                  <a:gd name="csX31" fmla="*/ 225255 w 428841"/>
                  <a:gd name="csY31" fmla="*/ 245029 h 522535"/>
                  <a:gd name="csX32" fmla="*/ 222926 w 428841"/>
                  <a:gd name="csY32" fmla="*/ 241157 h 522535"/>
                  <a:gd name="csX33" fmla="*/ 213514 w 428841"/>
                  <a:gd name="csY33" fmla="*/ 204198 h 522535"/>
                  <a:gd name="csX34" fmla="*/ 207511 w 428841"/>
                  <a:gd name="csY34" fmla="*/ 195911 h 522535"/>
                  <a:gd name="csX35" fmla="*/ 199366 w 428841"/>
                  <a:gd name="csY35" fmla="*/ 188261 h 522535"/>
                  <a:gd name="csX36" fmla="*/ 189814 w 428841"/>
                  <a:gd name="csY36" fmla="*/ 185143 h 522535"/>
                  <a:gd name="csX37" fmla="*/ 177824 w 428841"/>
                  <a:gd name="csY37" fmla="*/ 176701 h 522535"/>
                  <a:gd name="csX38" fmla="*/ 173385 w 428841"/>
                  <a:gd name="csY38" fmla="*/ 171969 h 522535"/>
                  <a:gd name="csX39" fmla="*/ 172244 w 428841"/>
                  <a:gd name="csY39" fmla="*/ 166295 h 522535"/>
                  <a:gd name="csX40" fmla="*/ 157189 w 428841"/>
                  <a:gd name="csY40" fmla="*/ 154717 h 522535"/>
                  <a:gd name="csX41" fmla="*/ 154290 w 428841"/>
                  <a:gd name="csY41" fmla="*/ 143110 h 522535"/>
                  <a:gd name="csX42" fmla="*/ 153437 w 428841"/>
                  <a:gd name="csY42" fmla="*/ 130888 h 522535"/>
                  <a:gd name="csX43" fmla="*/ 150373 w 428841"/>
                  <a:gd name="csY43" fmla="*/ 128835 h 522535"/>
                  <a:gd name="csX44" fmla="*/ 148457 w 428841"/>
                  <a:gd name="csY44" fmla="*/ 125777 h 522535"/>
                  <a:gd name="csX45" fmla="*/ 150890 w 428841"/>
                  <a:gd name="csY45" fmla="*/ 109503 h 522535"/>
                  <a:gd name="csX46" fmla="*/ 144325 w 428841"/>
                  <a:gd name="csY46" fmla="*/ 119656 h 522535"/>
                  <a:gd name="csX47" fmla="*/ 132054 w 428841"/>
                  <a:gd name="csY47" fmla="*/ 127093 h 522535"/>
                  <a:gd name="csX48" fmla="*/ 125630 w 428841"/>
                  <a:gd name="csY48" fmla="*/ 120812 h 522535"/>
                  <a:gd name="csX49" fmla="*/ 123207 w 428841"/>
                  <a:gd name="csY49" fmla="*/ 117248 h 522535"/>
                  <a:gd name="csX50" fmla="*/ 119415 w 428841"/>
                  <a:gd name="csY50" fmla="*/ 121894 h 522535"/>
                  <a:gd name="csX51" fmla="*/ 116519 w 428841"/>
                  <a:gd name="csY51" fmla="*/ 129437 h 522535"/>
                  <a:gd name="csX52" fmla="*/ 107977 w 428841"/>
                  <a:gd name="csY52" fmla="*/ 127285 h 522535"/>
                  <a:gd name="csX53" fmla="*/ 105433 w 428841"/>
                  <a:gd name="csY53" fmla="*/ 123427 h 522535"/>
                  <a:gd name="csX54" fmla="*/ 96024 w 428841"/>
                  <a:gd name="csY54" fmla="*/ 113119 h 522535"/>
                  <a:gd name="csX55" fmla="*/ 84566 w 428841"/>
                  <a:gd name="csY55" fmla="*/ 104340 h 522535"/>
                  <a:gd name="csX56" fmla="*/ 73108 w 428841"/>
                  <a:gd name="csY56" fmla="*/ 95562 h 522535"/>
                  <a:gd name="csX57" fmla="*/ 56725 w 428841"/>
                  <a:gd name="csY57" fmla="*/ 85124 h 522535"/>
                  <a:gd name="csX58" fmla="*/ 41890 w 428841"/>
                  <a:gd name="csY58" fmla="*/ 66163 h 522535"/>
                  <a:gd name="csX59" fmla="*/ 28677 w 428841"/>
                  <a:gd name="csY59" fmla="*/ 46701 h 522535"/>
                  <a:gd name="csX60" fmla="*/ 19131 w 428841"/>
                  <a:gd name="csY60" fmla="*/ 37238 h 522535"/>
                  <a:gd name="csX61" fmla="*/ 12905 w 428841"/>
                  <a:gd name="csY61" fmla="*/ 29478 h 522535"/>
                  <a:gd name="csX62" fmla="*/ 565 w 428841"/>
                  <a:gd name="csY62" fmla="*/ 12763 h 522535"/>
                  <a:gd name="csX63" fmla="*/ 24931 w 428841"/>
                  <a:gd name="csY63" fmla="*/ 17586 h 522535"/>
                  <a:gd name="csX64" fmla="*/ 53740 w 428841"/>
                  <a:gd name="csY64" fmla="*/ 17944 h 522535"/>
                  <a:gd name="csX65" fmla="*/ 62623 w 428841"/>
                  <a:gd name="csY65" fmla="*/ 19236 h 522535"/>
                  <a:gd name="csX66" fmla="*/ 68432 w 428841"/>
                  <a:gd name="csY66" fmla="*/ 26677 h 522535"/>
                  <a:gd name="csX67" fmla="*/ 76711 w 428841"/>
                  <a:gd name="csY67" fmla="*/ 24137 h 522535"/>
                  <a:gd name="csX68" fmla="*/ 79251 w 428841"/>
                  <a:gd name="csY68" fmla="*/ 21734 h 522535"/>
                  <a:gd name="csX69" fmla="*/ 83275 w 428841"/>
                  <a:gd name="csY69" fmla="*/ 19103 h 522535"/>
                  <a:gd name="csX70" fmla="*/ 76792 w 428841"/>
                  <a:gd name="csY70" fmla="*/ 18100 h 522535"/>
                  <a:gd name="csX71" fmla="*/ 72078 w 428841"/>
                  <a:gd name="csY71" fmla="*/ 15119 h 522535"/>
                  <a:gd name="csX72" fmla="*/ 69501 w 428841"/>
                  <a:gd name="csY72" fmla="*/ 12179 h 522535"/>
                  <a:gd name="csX73" fmla="*/ 70989 w 428841"/>
                  <a:gd name="csY73" fmla="*/ 5916 h 522535"/>
                  <a:gd name="csX74" fmla="*/ 77646 w 428841"/>
                  <a:gd name="csY74" fmla="*/ 3402 h 522535"/>
                  <a:gd name="csX75" fmla="*/ 139275 w 428841"/>
                  <a:gd name="csY75" fmla="*/ 15638 h 522535"/>
                  <a:gd name="csX76" fmla="*/ 187630 w 428841"/>
                  <a:gd name="csY76" fmla="*/ 22047 h 522535"/>
                  <a:gd name="csX77" fmla="*/ 207209 w 428841"/>
                  <a:gd name="csY77" fmla="*/ 56596 h 522535"/>
                  <a:gd name="csX78" fmla="*/ 227114 w 428841"/>
                  <a:gd name="csY78" fmla="*/ 93147 h 522535"/>
                  <a:gd name="csX79" fmla="*/ 237157 w 428841"/>
                  <a:gd name="csY79" fmla="*/ 106748 h 522535"/>
                  <a:gd name="csX80" fmla="*/ 244314 w 428841"/>
                  <a:gd name="csY80" fmla="*/ 119404 h 522535"/>
                  <a:gd name="csX81" fmla="*/ 245646 w 428841"/>
                  <a:gd name="csY81" fmla="*/ 128703 h 522535"/>
                  <a:gd name="csX82" fmla="*/ 248545 w 428841"/>
                  <a:gd name="csY82" fmla="*/ 142569 h 522535"/>
                  <a:gd name="csX83" fmla="*/ 261330 w 428841"/>
                  <a:gd name="csY83" fmla="*/ 164801 h 522535"/>
                  <a:gd name="csX84" fmla="*/ 258888 w 428841"/>
                  <a:gd name="csY84" fmla="*/ 155359 h 522535"/>
                  <a:gd name="csX85" fmla="*/ 255800 w 428841"/>
                  <a:gd name="csY85" fmla="*/ 130155 h 522535"/>
                  <a:gd name="csX86" fmla="*/ 275961 w 428841"/>
                  <a:gd name="csY86" fmla="*/ 158456 h 522535"/>
                  <a:gd name="csX87" fmla="*/ 281077 w 428841"/>
                  <a:gd name="csY87" fmla="*/ 166295 h 522535"/>
                  <a:gd name="csX88" fmla="*/ 284516 w 428841"/>
                  <a:gd name="csY88" fmla="*/ 174685 h 522535"/>
                  <a:gd name="csX89" fmla="*/ 290330 w 428841"/>
                  <a:gd name="csY89" fmla="*/ 206853 h 522535"/>
                  <a:gd name="csX90" fmla="*/ 289732 w 428841"/>
                  <a:gd name="csY90" fmla="*/ 219395 h 522535"/>
                  <a:gd name="csX91" fmla="*/ 295284 w 428841"/>
                  <a:gd name="csY91" fmla="*/ 246624 h 522535"/>
                  <a:gd name="csX92" fmla="*/ 307839 w 428841"/>
                  <a:gd name="csY92" fmla="*/ 265674 h 522535"/>
                  <a:gd name="csX93" fmla="*/ 311998 w 428841"/>
                  <a:gd name="csY93" fmla="*/ 272749 h 522535"/>
                  <a:gd name="csX94" fmla="*/ 323310 w 428841"/>
                  <a:gd name="csY94" fmla="*/ 313772 h 522535"/>
                  <a:gd name="csX95" fmla="*/ 331080 w 428841"/>
                  <a:gd name="csY95" fmla="*/ 343142 h 522535"/>
                  <a:gd name="csX96" fmla="*/ 329774 w 428841"/>
                  <a:gd name="csY96" fmla="*/ 364390 h 522535"/>
                  <a:gd name="csX97" fmla="*/ 349986 w 428841"/>
                  <a:gd name="csY97" fmla="*/ 396248 h 522535"/>
                  <a:gd name="csX98" fmla="*/ 354973 w 428841"/>
                  <a:gd name="csY98" fmla="*/ 397754 h 522535"/>
                  <a:gd name="csX99" fmla="*/ 357026 w 428841"/>
                  <a:gd name="csY99" fmla="*/ 403789 h 522535"/>
                  <a:gd name="csX100" fmla="*/ 360843 w 428841"/>
                  <a:gd name="csY100" fmla="*/ 395399 h 522535"/>
                  <a:gd name="csX101" fmla="*/ 361835 w 428841"/>
                  <a:gd name="csY101" fmla="*/ 383279 h 522535"/>
                  <a:gd name="csX102" fmla="*/ 377379 w 428841"/>
                  <a:gd name="csY102" fmla="*/ 393272 h 522535"/>
                  <a:gd name="csX103" fmla="*/ 390468 w 428841"/>
                  <a:gd name="csY103" fmla="*/ 410555 h 522535"/>
                  <a:gd name="csX104" fmla="*/ 396921 w 428841"/>
                  <a:gd name="csY104" fmla="*/ 414114 h 522535"/>
                  <a:gd name="csX105" fmla="*/ 403375 w 428841"/>
                  <a:gd name="csY105" fmla="*/ 419847 h 522535"/>
                  <a:gd name="csX106" fmla="*/ 406602 w 428841"/>
                  <a:gd name="csY106" fmla="*/ 439662 h 522535"/>
                  <a:gd name="csX107" fmla="*/ 418087 w 428841"/>
                  <a:gd name="csY107" fmla="*/ 458630 h 522535"/>
                  <a:gd name="csX108" fmla="*/ 419011 w 428841"/>
                  <a:gd name="csY108" fmla="*/ 503820 h 522535"/>
                  <a:gd name="csX109" fmla="*/ 409820 w 428841"/>
                  <a:gd name="csY109" fmla="*/ 509628 h 522535"/>
                  <a:gd name="csX110" fmla="*/ 394580 w 428841"/>
                  <a:gd name="csY110" fmla="*/ 516082 h 522535"/>
                  <a:gd name="csX111" fmla="*/ 382031 w 428841"/>
                  <a:gd name="csY111" fmla="*/ 522535 h 522535"/>
                  <a:gd name="csX112" fmla="*/ 375000 w 428841"/>
                  <a:gd name="csY112" fmla="*/ 516104 h 5225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Lst>
                <a:rect l="l" t="t" r="r" b="b"/>
                <a:pathLst>
                  <a:path w="428841" h="522535">
                    <a:moveTo>
                      <a:pt x="375000" y="516104"/>
                    </a:moveTo>
                    <a:cubicBezTo>
                      <a:pt x="371085" y="511937"/>
                      <a:pt x="368304" y="504894"/>
                      <a:pt x="367101" y="496098"/>
                    </a:cubicBezTo>
                    <a:cubicBezTo>
                      <a:pt x="366079" y="488632"/>
                      <a:pt x="361916" y="475673"/>
                      <a:pt x="357849" y="467300"/>
                    </a:cubicBezTo>
                    <a:cubicBezTo>
                      <a:pt x="351802" y="454850"/>
                      <a:pt x="348152" y="450809"/>
                      <a:pt x="337807" y="445109"/>
                    </a:cubicBezTo>
                    <a:cubicBezTo>
                      <a:pt x="329743" y="440665"/>
                      <a:pt x="323467" y="434840"/>
                      <a:pt x="320489" y="429036"/>
                    </a:cubicBezTo>
                    <a:cubicBezTo>
                      <a:pt x="313727" y="415856"/>
                      <a:pt x="278311" y="380967"/>
                      <a:pt x="269809" y="379110"/>
                    </a:cubicBezTo>
                    <a:cubicBezTo>
                      <a:pt x="258622" y="376667"/>
                      <a:pt x="248488" y="372383"/>
                      <a:pt x="248488" y="370097"/>
                    </a:cubicBezTo>
                    <a:cubicBezTo>
                      <a:pt x="248488" y="368948"/>
                      <a:pt x="252263" y="369052"/>
                      <a:pt x="256878" y="370327"/>
                    </a:cubicBezTo>
                    <a:lnTo>
                      <a:pt x="265267" y="372646"/>
                    </a:lnTo>
                    <a:lnTo>
                      <a:pt x="258168" y="366399"/>
                    </a:lnTo>
                    <a:cubicBezTo>
                      <a:pt x="254264" y="362963"/>
                      <a:pt x="251069" y="357971"/>
                      <a:pt x="251069" y="355305"/>
                    </a:cubicBezTo>
                    <a:cubicBezTo>
                      <a:pt x="251069" y="350053"/>
                      <a:pt x="241061" y="348679"/>
                      <a:pt x="237556" y="353450"/>
                    </a:cubicBezTo>
                    <a:cubicBezTo>
                      <a:pt x="236513" y="354870"/>
                      <a:pt x="235605" y="353128"/>
                      <a:pt x="235538" y="349578"/>
                    </a:cubicBezTo>
                    <a:cubicBezTo>
                      <a:pt x="235471" y="346029"/>
                      <a:pt x="233711" y="340870"/>
                      <a:pt x="231626" y="338114"/>
                    </a:cubicBezTo>
                    <a:cubicBezTo>
                      <a:pt x="229542" y="335358"/>
                      <a:pt x="227699" y="330711"/>
                      <a:pt x="227531" y="327788"/>
                    </a:cubicBezTo>
                    <a:cubicBezTo>
                      <a:pt x="227316" y="324054"/>
                      <a:pt x="226639" y="324776"/>
                      <a:pt x="225255" y="330217"/>
                    </a:cubicBezTo>
                    <a:cubicBezTo>
                      <a:pt x="223398" y="337513"/>
                      <a:pt x="223256" y="337588"/>
                      <a:pt x="222797" y="331508"/>
                    </a:cubicBezTo>
                    <a:cubicBezTo>
                      <a:pt x="222352" y="325610"/>
                      <a:pt x="222136" y="325499"/>
                      <a:pt x="220276" y="330217"/>
                    </a:cubicBezTo>
                    <a:cubicBezTo>
                      <a:pt x="218499" y="334726"/>
                      <a:pt x="218005" y="334315"/>
                      <a:pt x="216375" y="326968"/>
                    </a:cubicBezTo>
                    <a:cubicBezTo>
                      <a:pt x="215349" y="322341"/>
                      <a:pt x="213442" y="319215"/>
                      <a:pt x="212138" y="320021"/>
                    </a:cubicBezTo>
                    <a:cubicBezTo>
                      <a:pt x="210833" y="320827"/>
                      <a:pt x="209766" y="319676"/>
                      <a:pt x="209766" y="317462"/>
                    </a:cubicBezTo>
                    <a:cubicBezTo>
                      <a:pt x="209766" y="315249"/>
                      <a:pt x="211073" y="313728"/>
                      <a:pt x="212670" y="314083"/>
                    </a:cubicBezTo>
                    <a:cubicBezTo>
                      <a:pt x="214268" y="314438"/>
                      <a:pt x="216161" y="313115"/>
                      <a:pt x="216877" y="311142"/>
                    </a:cubicBezTo>
                    <a:cubicBezTo>
                      <a:pt x="217675" y="308946"/>
                      <a:pt x="217050" y="308255"/>
                      <a:pt x="215264" y="309359"/>
                    </a:cubicBezTo>
                    <a:cubicBezTo>
                      <a:pt x="211189" y="311878"/>
                      <a:pt x="211586" y="308715"/>
                      <a:pt x="217511" y="291496"/>
                    </a:cubicBezTo>
                    <a:cubicBezTo>
                      <a:pt x="220350" y="283242"/>
                      <a:pt x="222673" y="274348"/>
                      <a:pt x="222673" y="271731"/>
                    </a:cubicBezTo>
                    <a:cubicBezTo>
                      <a:pt x="222673" y="269113"/>
                      <a:pt x="223977" y="266972"/>
                      <a:pt x="225571" y="266972"/>
                    </a:cubicBezTo>
                    <a:cubicBezTo>
                      <a:pt x="227573" y="266972"/>
                      <a:pt x="227475" y="265775"/>
                      <a:pt x="225255" y="263100"/>
                    </a:cubicBezTo>
                    <a:cubicBezTo>
                      <a:pt x="223035" y="260424"/>
                      <a:pt x="222937" y="259227"/>
                      <a:pt x="224939" y="259227"/>
                    </a:cubicBezTo>
                    <a:cubicBezTo>
                      <a:pt x="226726" y="259227"/>
                      <a:pt x="227696" y="254529"/>
                      <a:pt x="227470" y="246966"/>
                    </a:cubicBezTo>
                    <a:lnTo>
                      <a:pt x="227104" y="234704"/>
                    </a:lnTo>
                    <a:lnTo>
                      <a:pt x="225255" y="245029"/>
                    </a:lnTo>
                    <a:cubicBezTo>
                      <a:pt x="223422" y="255266"/>
                      <a:pt x="223402" y="255233"/>
                      <a:pt x="222926" y="241157"/>
                    </a:cubicBezTo>
                    <a:cubicBezTo>
                      <a:pt x="222330" y="223537"/>
                      <a:pt x="217100" y="203003"/>
                      <a:pt x="213514" y="204198"/>
                    </a:cubicBezTo>
                    <a:cubicBezTo>
                      <a:pt x="212038" y="204690"/>
                      <a:pt x="209337" y="200961"/>
                      <a:pt x="207511" y="195911"/>
                    </a:cubicBezTo>
                    <a:cubicBezTo>
                      <a:pt x="204912" y="188724"/>
                      <a:pt x="203143" y="187062"/>
                      <a:pt x="199366" y="188261"/>
                    </a:cubicBezTo>
                    <a:cubicBezTo>
                      <a:pt x="196479" y="189177"/>
                      <a:pt x="192643" y="187925"/>
                      <a:pt x="189814" y="185143"/>
                    </a:cubicBezTo>
                    <a:cubicBezTo>
                      <a:pt x="187213" y="182586"/>
                      <a:pt x="181818" y="178787"/>
                      <a:pt x="177824" y="176701"/>
                    </a:cubicBezTo>
                    <a:cubicBezTo>
                      <a:pt x="173830" y="174616"/>
                      <a:pt x="171833" y="172486"/>
                      <a:pt x="173385" y="171969"/>
                    </a:cubicBezTo>
                    <a:cubicBezTo>
                      <a:pt x="177632" y="170553"/>
                      <a:pt x="176775" y="166295"/>
                      <a:pt x="172244" y="166295"/>
                    </a:cubicBezTo>
                    <a:cubicBezTo>
                      <a:pt x="165904" y="166295"/>
                      <a:pt x="155744" y="158482"/>
                      <a:pt x="157189" y="154717"/>
                    </a:cubicBezTo>
                    <a:cubicBezTo>
                      <a:pt x="157916" y="152822"/>
                      <a:pt x="156611" y="147599"/>
                      <a:pt x="154290" y="143110"/>
                    </a:cubicBezTo>
                    <a:cubicBezTo>
                      <a:pt x="150789" y="136341"/>
                      <a:pt x="150644" y="134254"/>
                      <a:pt x="153437" y="130888"/>
                    </a:cubicBezTo>
                    <a:cubicBezTo>
                      <a:pt x="156396" y="127323"/>
                      <a:pt x="156023" y="127073"/>
                      <a:pt x="150373" y="128835"/>
                    </a:cubicBezTo>
                    <a:cubicBezTo>
                      <a:pt x="144136" y="130780"/>
                      <a:pt x="144078" y="130686"/>
                      <a:pt x="148457" y="125777"/>
                    </a:cubicBezTo>
                    <a:cubicBezTo>
                      <a:pt x="153040" y="120640"/>
                      <a:pt x="154705" y="109503"/>
                      <a:pt x="150890" y="109503"/>
                    </a:cubicBezTo>
                    <a:cubicBezTo>
                      <a:pt x="149743" y="109503"/>
                      <a:pt x="146789" y="114072"/>
                      <a:pt x="144325" y="119656"/>
                    </a:cubicBezTo>
                    <a:cubicBezTo>
                      <a:pt x="140017" y="129421"/>
                      <a:pt x="139548" y="129705"/>
                      <a:pt x="132054" y="127093"/>
                    </a:cubicBezTo>
                    <a:cubicBezTo>
                      <a:pt x="127075" y="125357"/>
                      <a:pt x="124756" y="123090"/>
                      <a:pt x="125630" y="120812"/>
                    </a:cubicBezTo>
                    <a:cubicBezTo>
                      <a:pt x="126411" y="118778"/>
                      <a:pt x="125370" y="117248"/>
                      <a:pt x="123207" y="117248"/>
                    </a:cubicBezTo>
                    <a:cubicBezTo>
                      <a:pt x="121121" y="117248"/>
                      <a:pt x="119415" y="119339"/>
                      <a:pt x="119415" y="121894"/>
                    </a:cubicBezTo>
                    <a:cubicBezTo>
                      <a:pt x="119415" y="124450"/>
                      <a:pt x="118112" y="127844"/>
                      <a:pt x="116519" y="129437"/>
                    </a:cubicBezTo>
                    <a:cubicBezTo>
                      <a:pt x="113230" y="132727"/>
                      <a:pt x="105775" y="130849"/>
                      <a:pt x="107977" y="127285"/>
                    </a:cubicBezTo>
                    <a:cubicBezTo>
                      <a:pt x="108769" y="126004"/>
                      <a:pt x="107624" y="124268"/>
                      <a:pt x="105433" y="123427"/>
                    </a:cubicBezTo>
                    <a:cubicBezTo>
                      <a:pt x="103242" y="122586"/>
                      <a:pt x="99008" y="117948"/>
                      <a:pt x="96024" y="113119"/>
                    </a:cubicBezTo>
                    <a:cubicBezTo>
                      <a:pt x="92358" y="107187"/>
                      <a:pt x="88642" y="104340"/>
                      <a:pt x="84566" y="104340"/>
                    </a:cubicBezTo>
                    <a:cubicBezTo>
                      <a:pt x="80490" y="104340"/>
                      <a:pt x="76774" y="101493"/>
                      <a:pt x="73108" y="95562"/>
                    </a:cubicBezTo>
                    <a:cubicBezTo>
                      <a:pt x="67387" y="86305"/>
                      <a:pt x="62222" y="83015"/>
                      <a:pt x="56725" y="85124"/>
                    </a:cubicBezTo>
                    <a:cubicBezTo>
                      <a:pt x="50606" y="87472"/>
                      <a:pt x="41978" y="76444"/>
                      <a:pt x="41890" y="66163"/>
                    </a:cubicBezTo>
                    <a:cubicBezTo>
                      <a:pt x="41792" y="54708"/>
                      <a:pt x="37917" y="49001"/>
                      <a:pt x="28677" y="46701"/>
                    </a:cubicBezTo>
                    <a:cubicBezTo>
                      <a:pt x="24172" y="45580"/>
                      <a:pt x="20912" y="42349"/>
                      <a:pt x="19131" y="37238"/>
                    </a:cubicBezTo>
                    <a:cubicBezTo>
                      <a:pt x="17643" y="32970"/>
                      <a:pt x="14841" y="29478"/>
                      <a:pt x="12905" y="29478"/>
                    </a:cubicBezTo>
                    <a:cubicBezTo>
                      <a:pt x="8305" y="29478"/>
                      <a:pt x="-2593" y="14715"/>
                      <a:pt x="565" y="12763"/>
                    </a:cubicBezTo>
                    <a:cubicBezTo>
                      <a:pt x="3818" y="10752"/>
                      <a:pt x="12858" y="12542"/>
                      <a:pt x="24931" y="17586"/>
                    </a:cubicBezTo>
                    <a:cubicBezTo>
                      <a:pt x="37286" y="22748"/>
                      <a:pt x="47225" y="22872"/>
                      <a:pt x="53740" y="17944"/>
                    </a:cubicBezTo>
                    <a:cubicBezTo>
                      <a:pt x="60581" y="12770"/>
                      <a:pt x="62623" y="13067"/>
                      <a:pt x="62623" y="19236"/>
                    </a:cubicBezTo>
                    <a:cubicBezTo>
                      <a:pt x="62623" y="22305"/>
                      <a:pt x="65034" y="25393"/>
                      <a:pt x="68432" y="26677"/>
                    </a:cubicBezTo>
                    <a:cubicBezTo>
                      <a:pt x="74871" y="29111"/>
                      <a:pt x="79002" y="27843"/>
                      <a:pt x="76711" y="24137"/>
                    </a:cubicBezTo>
                    <a:cubicBezTo>
                      <a:pt x="75894" y="22815"/>
                      <a:pt x="77037" y="21734"/>
                      <a:pt x="79251" y="21734"/>
                    </a:cubicBezTo>
                    <a:cubicBezTo>
                      <a:pt x="81464" y="21734"/>
                      <a:pt x="83275" y="20550"/>
                      <a:pt x="83275" y="19103"/>
                    </a:cubicBezTo>
                    <a:cubicBezTo>
                      <a:pt x="83275" y="17583"/>
                      <a:pt x="80538" y="17160"/>
                      <a:pt x="76792" y="18100"/>
                    </a:cubicBezTo>
                    <a:cubicBezTo>
                      <a:pt x="71329" y="19471"/>
                      <a:pt x="70588" y="19002"/>
                      <a:pt x="72078" y="15119"/>
                    </a:cubicBezTo>
                    <a:cubicBezTo>
                      <a:pt x="73452" y="11539"/>
                      <a:pt x="72877" y="10883"/>
                      <a:pt x="69501" y="12179"/>
                    </a:cubicBezTo>
                    <a:cubicBezTo>
                      <a:pt x="66052" y="13503"/>
                      <a:pt x="66358" y="12212"/>
                      <a:pt x="70989" y="5916"/>
                    </a:cubicBezTo>
                    <a:cubicBezTo>
                      <a:pt x="76351" y="-1376"/>
                      <a:pt x="76888" y="-1579"/>
                      <a:pt x="77646" y="3402"/>
                    </a:cubicBezTo>
                    <a:cubicBezTo>
                      <a:pt x="78672" y="10145"/>
                      <a:pt x="78784" y="10167"/>
                      <a:pt x="139275" y="15638"/>
                    </a:cubicBezTo>
                    <a:cubicBezTo>
                      <a:pt x="166526" y="18103"/>
                      <a:pt x="188286" y="20987"/>
                      <a:pt x="187630" y="22047"/>
                    </a:cubicBezTo>
                    <a:cubicBezTo>
                      <a:pt x="185081" y="26172"/>
                      <a:pt x="200296" y="53021"/>
                      <a:pt x="207209" y="56596"/>
                    </a:cubicBezTo>
                    <a:cubicBezTo>
                      <a:pt x="214767" y="60504"/>
                      <a:pt x="224810" y="78946"/>
                      <a:pt x="227114" y="93147"/>
                    </a:cubicBezTo>
                    <a:cubicBezTo>
                      <a:pt x="228108" y="99272"/>
                      <a:pt x="230904" y="103059"/>
                      <a:pt x="237157" y="106748"/>
                    </a:cubicBezTo>
                    <a:cubicBezTo>
                      <a:pt x="244668" y="111180"/>
                      <a:pt x="245621" y="112866"/>
                      <a:pt x="244314" y="119404"/>
                    </a:cubicBezTo>
                    <a:cubicBezTo>
                      <a:pt x="243448" y="123731"/>
                      <a:pt x="244017" y="127696"/>
                      <a:pt x="245646" y="128703"/>
                    </a:cubicBezTo>
                    <a:cubicBezTo>
                      <a:pt x="247209" y="129669"/>
                      <a:pt x="248514" y="135909"/>
                      <a:pt x="248545" y="142569"/>
                    </a:cubicBezTo>
                    <a:cubicBezTo>
                      <a:pt x="248610" y="156222"/>
                      <a:pt x="256380" y="169733"/>
                      <a:pt x="261330" y="164801"/>
                    </a:cubicBezTo>
                    <a:cubicBezTo>
                      <a:pt x="263334" y="162805"/>
                      <a:pt x="262643" y="160133"/>
                      <a:pt x="258888" y="155359"/>
                    </a:cubicBezTo>
                    <a:cubicBezTo>
                      <a:pt x="253728" y="148800"/>
                      <a:pt x="251444" y="130155"/>
                      <a:pt x="255800" y="130155"/>
                    </a:cubicBezTo>
                    <a:cubicBezTo>
                      <a:pt x="259829" y="130155"/>
                      <a:pt x="274389" y="150593"/>
                      <a:pt x="275961" y="158456"/>
                    </a:cubicBezTo>
                    <a:cubicBezTo>
                      <a:pt x="276824" y="162768"/>
                      <a:pt x="279126" y="166295"/>
                      <a:pt x="281077" y="166295"/>
                    </a:cubicBezTo>
                    <a:cubicBezTo>
                      <a:pt x="283382" y="166295"/>
                      <a:pt x="284587" y="169236"/>
                      <a:pt x="284516" y="174685"/>
                    </a:cubicBezTo>
                    <a:cubicBezTo>
                      <a:pt x="284361" y="186530"/>
                      <a:pt x="287367" y="203159"/>
                      <a:pt x="290330" y="206853"/>
                    </a:cubicBezTo>
                    <a:cubicBezTo>
                      <a:pt x="291973" y="208901"/>
                      <a:pt x="291767" y="213229"/>
                      <a:pt x="289732" y="219395"/>
                    </a:cubicBezTo>
                    <a:cubicBezTo>
                      <a:pt x="286869" y="228068"/>
                      <a:pt x="287307" y="230214"/>
                      <a:pt x="295284" y="246624"/>
                    </a:cubicBezTo>
                    <a:cubicBezTo>
                      <a:pt x="300047" y="256421"/>
                      <a:pt x="305697" y="264994"/>
                      <a:pt x="307839" y="265674"/>
                    </a:cubicBezTo>
                    <a:cubicBezTo>
                      <a:pt x="309981" y="266354"/>
                      <a:pt x="311853" y="269538"/>
                      <a:pt x="311998" y="272749"/>
                    </a:cubicBezTo>
                    <a:cubicBezTo>
                      <a:pt x="312747" y="289262"/>
                      <a:pt x="316417" y="302569"/>
                      <a:pt x="323310" y="313772"/>
                    </a:cubicBezTo>
                    <a:cubicBezTo>
                      <a:pt x="332864" y="329298"/>
                      <a:pt x="335210" y="338166"/>
                      <a:pt x="331080" y="343142"/>
                    </a:cubicBezTo>
                    <a:cubicBezTo>
                      <a:pt x="328823" y="345861"/>
                      <a:pt x="328447" y="351993"/>
                      <a:pt x="329774" y="364390"/>
                    </a:cubicBezTo>
                    <a:cubicBezTo>
                      <a:pt x="332100" y="386110"/>
                      <a:pt x="338349" y="395959"/>
                      <a:pt x="349986" y="396248"/>
                    </a:cubicBezTo>
                    <a:cubicBezTo>
                      <a:pt x="354503" y="396360"/>
                      <a:pt x="356748" y="397038"/>
                      <a:pt x="354973" y="397754"/>
                    </a:cubicBezTo>
                    <a:cubicBezTo>
                      <a:pt x="349867" y="399814"/>
                      <a:pt x="351219" y="403789"/>
                      <a:pt x="357026" y="403789"/>
                    </a:cubicBezTo>
                    <a:cubicBezTo>
                      <a:pt x="361562" y="403789"/>
                      <a:pt x="362100" y="402606"/>
                      <a:pt x="360843" y="395399"/>
                    </a:cubicBezTo>
                    <a:cubicBezTo>
                      <a:pt x="360039" y="390785"/>
                      <a:pt x="360485" y="385331"/>
                      <a:pt x="361835" y="383279"/>
                    </a:cubicBezTo>
                    <a:cubicBezTo>
                      <a:pt x="363800" y="380292"/>
                      <a:pt x="366898" y="382284"/>
                      <a:pt x="377379" y="393272"/>
                    </a:cubicBezTo>
                    <a:cubicBezTo>
                      <a:pt x="384578" y="400820"/>
                      <a:pt x="390468" y="408598"/>
                      <a:pt x="390468" y="410555"/>
                    </a:cubicBezTo>
                    <a:cubicBezTo>
                      <a:pt x="390468" y="412631"/>
                      <a:pt x="393158" y="414114"/>
                      <a:pt x="396921" y="414114"/>
                    </a:cubicBezTo>
                    <a:cubicBezTo>
                      <a:pt x="401868" y="414114"/>
                      <a:pt x="403375" y="415453"/>
                      <a:pt x="403375" y="419847"/>
                    </a:cubicBezTo>
                    <a:cubicBezTo>
                      <a:pt x="403375" y="423000"/>
                      <a:pt x="404827" y="431917"/>
                      <a:pt x="406602" y="439662"/>
                    </a:cubicBezTo>
                    <a:cubicBezTo>
                      <a:pt x="409222" y="451096"/>
                      <a:pt x="411381" y="454663"/>
                      <a:pt x="418087" y="458630"/>
                    </a:cubicBezTo>
                    <a:cubicBezTo>
                      <a:pt x="432031" y="466881"/>
                      <a:pt x="432496" y="489608"/>
                      <a:pt x="419011" y="503820"/>
                    </a:cubicBezTo>
                    <a:cubicBezTo>
                      <a:pt x="415980" y="507014"/>
                      <a:pt x="411844" y="509628"/>
                      <a:pt x="409820" y="509628"/>
                    </a:cubicBezTo>
                    <a:cubicBezTo>
                      <a:pt x="407796" y="509628"/>
                      <a:pt x="400938" y="512532"/>
                      <a:pt x="394580" y="516082"/>
                    </a:cubicBezTo>
                    <a:cubicBezTo>
                      <a:pt x="388222" y="519631"/>
                      <a:pt x="382575" y="522535"/>
                      <a:pt x="382031" y="522535"/>
                    </a:cubicBezTo>
                    <a:cubicBezTo>
                      <a:pt x="381487" y="522535"/>
                      <a:pt x="378323" y="519641"/>
                      <a:pt x="375000" y="516104"/>
                    </a:cubicBezTo>
                    <a:close/>
                  </a:path>
                </a:pathLst>
              </a:custGeom>
              <a:solidFill>
                <a:srgbClr val="B9B9B9"/>
              </a:solidFill>
              <a:ln w="5163" cap="flat">
                <a:noFill/>
                <a:prstDash val="solid"/>
                <a:miter/>
              </a:ln>
            </p:spPr>
            <p:txBody>
              <a:bodyPr/>
              <a:lstStyle/>
              <a:p>
                <a:endParaRPr lang="es-419" noProof="0" dirty="0"/>
              </a:p>
            </p:txBody>
          </p:sp>
          <p:sp>
            <p:nvSpPr>
              <p:cNvPr id="93" name="Forma libre: forma 92">
                <a:extLst>
                  <a:ext uri="{FF2B5EF4-FFF2-40B4-BE49-F238E27FC236}">
                    <a16:creationId xmlns:a16="http://schemas.microsoft.com/office/drawing/2014/main" id="{903F110E-57E3-A81F-F2C5-8C3A9F19AAAF}"/>
                  </a:ext>
                </a:extLst>
              </p:cNvPr>
              <p:cNvSpPr/>
              <p:nvPr/>
            </p:nvSpPr>
            <p:spPr>
              <a:xfrm>
                <a:off x="675648" y="1860606"/>
                <a:ext cx="11408" cy="19945"/>
              </a:xfrm>
              <a:custGeom>
                <a:avLst/>
                <a:gdLst>
                  <a:gd name="csX0" fmla="*/ 2146 w 11408"/>
                  <a:gd name="csY0" fmla="*/ 10289 h 19945"/>
                  <a:gd name="csX1" fmla="*/ 6337 w 11408"/>
                  <a:gd name="csY1" fmla="*/ 7392 h 19945"/>
                  <a:gd name="csX2" fmla="*/ 8408 w 11408"/>
                  <a:gd name="csY2" fmla="*/ 19945 h 19945"/>
                  <a:gd name="csX3" fmla="*/ 2146 w 11408"/>
                  <a:gd name="csY3" fmla="*/ 10289 h 19945"/>
                </a:gdLst>
                <a:ahLst/>
                <a:cxnLst>
                  <a:cxn ang="0">
                    <a:pos x="csX0" y="csY0"/>
                  </a:cxn>
                  <a:cxn ang="0">
                    <a:pos x="csX1" y="csY1"/>
                  </a:cxn>
                  <a:cxn ang="0">
                    <a:pos x="csX2" y="csY2"/>
                  </a:cxn>
                  <a:cxn ang="0">
                    <a:pos x="csX3" y="csY3"/>
                  </a:cxn>
                </a:cxnLst>
                <a:rect l="l" t="t" r="r" b="b"/>
                <a:pathLst>
                  <a:path w="11408" h="19945">
                    <a:moveTo>
                      <a:pt x="2146" y="10289"/>
                    </a:moveTo>
                    <a:cubicBezTo>
                      <a:pt x="-1802" y="-2324"/>
                      <a:pt x="-243" y="-3401"/>
                      <a:pt x="6337" y="7392"/>
                    </a:cubicBezTo>
                    <a:cubicBezTo>
                      <a:pt x="12476" y="17462"/>
                      <a:pt x="12886" y="19945"/>
                      <a:pt x="8408" y="19945"/>
                    </a:cubicBezTo>
                    <a:cubicBezTo>
                      <a:pt x="6626" y="19945"/>
                      <a:pt x="3808" y="15600"/>
                      <a:pt x="2146" y="10289"/>
                    </a:cubicBezTo>
                    <a:close/>
                  </a:path>
                </a:pathLst>
              </a:custGeom>
              <a:solidFill>
                <a:srgbClr val="B9B9B9"/>
              </a:solidFill>
              <a:ln w="5163" cap="flat">
                <a:noFill/>
                <a:prstDash val="solid"/>
                <a:miter/>
              </a:ln>
            </p:spPr>
            <p:txBody>
              <a:bodyPr/>
              <a:lstStyle/>
              <a:p>
                <a:endParaRPr lang="es-419" noProof="0" dirty="0"/>
              </a:p>
            </p:txBody>
          </p:sp>
          <p:sp>
            <p:nvSpPr>
              <p:cNvPr id="94" name="Forma libre: forma 93">
                <a:extLst>
                  <a:ext uri="{FF2B5EF4-FFF2-40B4-BE49-F238E27FC236}">
                    <a16:creationId xmlns:a16="http://schemas.microsoft.com/office/drawing/2014/main" id="{8A54A192-877B-C061-A37F-7BF0B22CD564}"/>
                  </a:ext>
                </a:extLst>
              </p:cNvPr>
              <p:cNvSpPr/>
              <p:nvPr/>
            </p:nvSpPr>
            <p:spPr>
              <a:xfrm>
                <a:off x="517039" y="1839249"/>
                <a:ext cx="11082" cy="12784"/>
              </a:xfrm>
              <a:custGeom>
                <a:avLst/>
                <a:gdLst>
                  <a:gd name="csX0" fmla="*/ 4154 w 11082"/>
                  <a:gd name="csY0" fmla="*/ 8186 h 12784"/>
                  <a:gd name="csX1" fmla="*/ 2167 w 11082"/>
                  <a:gd name="csY1" fmla="*/ 0 h 12784"/>
                  <a:gd name="csX2" fmla="*/ 8680 w 11082"/>
                  <a:gd name="csY2" fmla="*/ 6454 h 12784"/>
                  <a:gd name="csX3" fmla="*/ 4154 w 11082"/>
                  <a:gd name="csY3" fmla="*/ 8186 h 12784"/>
                </a:gdLst>
                <a:ahLst/>
                <a:cxnLst>
                  <a:cxn ang="0">
                    <a:pos x="csX0" y="csY0"/>
                  </a:cxn>
                  <a:cxn ang="0">
                    <a:pos x="csX1" y="csY1"/>
                  </a:cxn>
                  <a:cxn ang="0">
                    <a:pos x="csX2" y="csY2"/>
                  </a:cxn>
                  <a:cxn ang="0">
                    <a:pos x="csX3" y="csY3"/>
                  </a:cxn>
                </a:cxnLst>
                <a:rect l="l" t="t" r="r" b="b"/>
                <a:pathLst>
                  <a:path w="11082" h="12784">
                    <a:moveTo>
                      <a:pt x="4154" y="8186"/>
                    </a:moveTo>
                    <a:cubicBezTo>
                      <a:pt x="-584" y="2950"/>
                      <a:pt x="-1300" y="0"/>
                      <a:pt x="2167" y="0"/>
                    </a:cubicBezTo>
                    <a:cubicBezTo>
                      <a:pt x="3423" y="0"/>
                      <a:pt x="6354" y="2904"/>
                      <a:pt x="8680" y="6454"/>
                    </a:cubicBezTo>
                    <a:cubicBezTo>
                      <a:pt x="13580" y="13931"/>
                      <a:pt x="10441" y="15133"/>
                      <a:pt x="4154" y="8186"/>
                    </a:cubicBezTo>
                    <a:close/>
                  </a:path>
                </a:pathLst>
              </a:custGeom>
              <a:solidFill>
                <a:srgbClr val="B9B9B9"/>
              </a:solidFill>
              <a:ln w="5163" cap="flat">
                <a:noFill/>
                <a:prstDash val="solid"/>
                <a:miter/>
              </a:ln>
            </p:spPr>
            <p:txBody>
              <a:bodyPr/>
              <a:lstStyle/>
              <a:p>
                <a:endParaRPr lang="es-419" noProof="0" dirty="0"/>
              </a:p>
            </p:txBody>
          </p:sp>
          <p:sp>
            <p:nvSpPr>
              <p:cNvPr id="95" name="Forma libre: forma 94">
                <a:extLst>
                  <a:ext uri="{FF2B5EF4-FFF2-40B4-BE49-F238E27FC236}">
                    <a16:creationId xmlns:a16="http://schemas.microsoft.com/office/drawing/2014/main" id="{9AF5043D-41DB-01A9-CB62-4508B1307D7B}"/>
                  </a:ext>
                </a:extLst>
              </p:cNvPr>
              <p:cNvSpPr/>
              <p:nvPr/>
            </p:nvSpPr>
            <p:spPr>
              <a:xfrm>
                <a:off x="633440" y="1833111"/>
                <a:ext cx="12552" cy="18971"/>
              </a:xfrm>
              <a:custGeom>
                <a:avLst/>
                <a:gdLst>
                  <a:gd name="csX0" fmla="*/ 3996 w 12552"/>
                  <a:gd name="csY0" fmla="*/ 9922 h 18971"/>
                  <a:gd name="csX1" fmla="*/ 6099 w 12552"/>
                  <a:gd name="csY1" fmla="*/ 5082 h 18971"/>
                  <a:gd name="csX2" fmla="*/ 12553 w 12552"/>
                  <a:gd name="csY2" fmla="*/ 15290 h 18971"/>
                  <a:gd name="csX3" fmla="*/ 3996 w 12552"/>
                  <a:gd name="csY3" fmla="*/ 9922 h 18971"/>
                </a:gdLst>
                <a:ahLst/>
                <a:cxnLst>
                  <a:cxn ang="0">
                    <a:pos x="csX0" y="csY0"/>
                  </a:cxn>
                  <a:cxn ang="0">
                    <a:pos x="csX1" y="csY1"/>
                  </a:cxn>
                  <a:cxn ang="0">
                    <a:pos x="csX2" y="csY2"/>
                  </a:cxn>
                  <a:cxn ang="0">
                    <a:pos x="csX3" y="csY3"/>
                  </a:cxn>
                </a:cxnLst>
                <a:rect l="l" t="t" r="r" b="b"/>
                <a:pathLst>
                  <a:path w="12552" h="18971">
                    <a:moveTo>
                      <a:pt x="3996" y="9922"/>
                    </a:moveTo>
                    <a:cubicBezTo>
                      <a:pt x="-1733" y="-2091"/>
                      <a:pt x="-1533" y="-2550"/>
                      <a:pt x="6099" y="5082"/>
                    </a:cubicBezTo>
                    <a:cubicBezTo>
                      <a:pt x="9649" y="8631"/>
                      <a:pt x="12553" y="13225"/>
                      <a:pt x="12553" y="15290"/>
                    </a:cubicBezTo>
                    <a:cubicBezTo>
                      <a:pt x="12553" y="21885"/>
                      <a:pt x="8483" y="19332"/>
                      <a:pt x="3996" y="9922"/>
                    </a:cubicBezTo>
                    <a:close/>
                  </a:path>
                </a:pathLst>
              </a:custGeom>
              <a:solidFill>
                <a:srgbClr val="B9B9B9"/>
              </a:solidFill>
              <a:ln w="5163" cap="flat">
                <a:noFill/>
                <a:prstDash val="solid"/>
                <a:miter/>
              </a:ln>
            </p:spPr>
            <p:txBody>
              <a:bodyPr/>
              <a:lstStyle/>
              <a:p>
                <a:endParaRPr lang="es-419" noProof="0" dirty="0"/>
              </a:p>
            </p:txBody>
          </p:sp>
          <p:sp>
            <p:nvSpPr>
              <p:cNvPr id="96" name="Forma libre: forma 95">
                <a:extLst>
                  <a:ext uri="{FF2B5EF4-FFF2-40B4-BE49-F238E27FC236}">
                    <a16:creationId xmlns:a16="http://schemas.microsoft.com/office/drawing/2014/main" id="{0BD34EC8-F475-6D66-C655-0B932EE7A04A}"/>
                  </a:ext>
                </a:extLst>
              </p:cNvPr>
              <p:cNvSpPr/>
              <p:nvPr/>
            </p:nvSpPr>
            <p:spPr>
              <a:xfrm>
                <a:off x="499513" y="1824179"/>
                <a:ext cx="16487" cy="10786"/>
              </a:xfrm>
              <a:custGeom>
                <a:avLst/>
                <a:gdLst>
                  <a:gd name="csX0" fmla="*/ 5790 w 16487"/>
                  <a:gd name="csY0" fmla="*/ 5576 h 10786"/>
                  <a:gd name="csX1" fmla="*/ 4501 w 16487"/>
                  <a:gd name="csY1" fmla="*/ 936 h 10786"/>
                  <a:gd name="csX2" fmla="*/ 15719 w 16487"/>
                  <a:gd name="csY2" fmla="*/ 10646 h 10786"/>
                  <a:gd name="csX3" fmla="*/ 5790 w 16487"/>
                  <a:gd name="csY3" fmla="*/ 5576 h 10786"/>
                </a:gdLst>
                <a:ahLst/>
                <a:cxnLst>
                  <a:cxn ang="0">
                    <a:pos x="csX0" y="csY0"/>
                  </a:cxn>
                  <a:cxn ang="0">
                    <a:pos x="csX1" y="csY1"/>
                  </a:cxn>
                  <a:cxn ang="0">
                    <a:pos x="csX2" y="csY2"/>
                  </a:cxn>
                  <a:cxn ang="0">
                    <a:pos x="csX3" y="csY3"/>
                  </a:cxn>
                </a:cxnLst>
                <a:rect l="l" t="t" r="r" b="b"/>
                <a:pathLst>
                  <a:path w="16487" h="10786">
                    <a:moveTo>
                      <a:pt x="5790" y="5576"/>
                    </a:moveTo>
                    <a:cubicBezTo>
                      <a:pt x="-1676" y="-615"/>
                      <a:pt x="-1722" y="-781"/>
                      <a:pt x="4501" y="936"/>
                    </a:cubicBezTo>
                    <a:cubicBezTo>
                      <a:pt x="12209" y="3063"/>
                      <a:pt x="18782" y="8753"/>
                      <a:pt x="15719" y="10646"/>
                    </a:cubicBezTo>
                    <a:cubicBezTo>
                      <a:pt x="14517" y="11389"/>
                      <a:pt x="10049" y="9107"/>
                      <a:pt x="5790" y="5576"/>
                    </a:cubicBezTo>
                    <a:close/>
                  </a:path>
                </a:pathLst>
              </a:custGeom>
              <a:solidFill>
                <a:srgbClr val="B9B9B9"/>
              </a:solidFill>
              <a:ln w="5163" cap="flat">
                <a:noFill/>
                <a:prstDash val="solid"/>
                <a:miter/>
              </a:ln>
            </p:spPr>
            <p:txBody>
              <a:bodyPr/>
              <a:lstStyle/>
              <a:p>
                <a:endParaRPr lang="es-419" noProof="0" dirty="0"/>
              </a:p>
            </p:txBody>
          </p:sp>
          <p:sp>
            <p:nvSpPr>
              <p:cNvPr id="97" name="Forma libre: forma 96">
                <a:extLst>
                  <a:ext uri="{FF2B5EF4-FFF2-40B4-BE49-F238E27FC236}">
                    <a16:creationId xmlns:a16="http://schemas.microsoft.com/office/drawing/2014/main" id="{8494B230-F120-6265-6F1D-1D9B6AF3A4EA}"/>
                  </a:ext>
                </a:extLst>
              </p:cNvPr>
              <p:cNvSpPr/>
              <p:nvPr/>
            </p:nvSpPr>
            <p:spPr>
              <a:xfrm>
                <a:off x="478303" y="1760241"/>
                <a:ext cx="17819" cy="62484"/>
              </a:xfrm>
              <a:custGeom>
                <a:avLst/>
                <a:gdLst>
                  <a:gd name="csX0" fmla="*/ 12817 w 17819"/>
                  <a:gd name="csY0" fmla="*/ 59663 h 62484"/>
                  <a:gd name="csX1" fmla="*/ 8906 w 17819"/>
                  <a:gd name="csY1" fmla="*/ 49920 h 62484"/>
                  <a:gd name="csX2" fmla="*/ 3768 w 17819"/>
                  <a:gd name="csY2" fmla="*/ 41934 h 62484"/>
                  <a:gd name="csX3" fmla="*/ 2261 w 17819"/>
                  <a:gd name="csY3" fmla="*/ 33152 h 62484"/>
                  <a:gd name="csX4" fmla="*/ 8278 w 17819"/>
                  <a:gd name="csY4" fmla="*/ 19635 h 62484"/>
                  <a:gd name="csX5" fmla="*/ 14954 w 17819"/>
                  <a:gd name="csY5" fmla="*/ 4146 h 62484"/>
                  <a:gd name="csX6" fmla="*/ 16371 w 17819"/>
                  <a:gd name="csY6" fmla="*/ 6727 h 62484"/>
                  <a:gd name="csX7" fmla="*/ 10951 w 17819"/>
                  <a:gd name="csY7" fmla="*/ 23219 h 62484"/>
                  <a:gd name="csX8" fmla="*/ 9971 w 17819"/>
                  <a:gd name="csY8" fmla="*/ 36893 h 62484"/>
                  <a:gd name="csX9" fmla="*/ 12803 w 17819"/>
                  <a:gd name="csY9" fmla="*/ 48926 h 62484"/>
                  <a:gd name="csX10" fmla="*/ 15858 w 17819"/>
                  <a:gd name="csY10" fmla="*/ 57797 h 62484"/>
                  <a:gd name="csX11" fmla="*/ 17517 w 17819"/>
                  <a:gd name="csY11" fmla="*/ 62248 h 62484"/>
                  <a:gd name="csX12" fmla="*/ 12817 w 17819"/>
                  <a:gd name="csY12" fmla="*/ 59663 h 624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7819" h="62484">
                    <a:moveTo>
                      <a:pt x="12817" y="59663"/>
                    </a:moveTo>
                    <a:cubicBezTo>
                      <a:pt x="10999" y="57473"/>
                      <a:pt x="9240" y="53089"/>
                      <a:pt x="8906" y="49920"/>
                    </a:cubicBezTo>
                    <a:cubicBezTo>
                      <a:pt x="7921" y="40559"/>
                      <a:pt x="7808" y="40384"/>
                      <a:pt x="3768" y="41934"/>
                    </a:cubicBezTo>
                    <a:cubicBezTo>
                      <a:pt x="-606" y="43612"/>
                      <a:pt x="-1257" y="39820"/>
                      <a:pt x="2261" y="33152"/>
                    </a:cubicBezTo>
                    <a:cubicBezTo>
                      <a:pt x="3561" y="30687"/>
                      <a:pt x="6269" y="24604"/>
                      <a:pt x="8278" y="19635"/>
                    </a:cubicBezTo>
                    <a:cubicBezTo>
                      <a:pt x="10287" y="14665"/>
                      <a:pt x="13291" y="7695"/>
                      <a:pt x="14954" y="4146"/>
                    </a:cubicBezTo>
                    <a:cubicBezTo>
                      <a:pt x="17758" y="-1839"/>
                      <a:pt x="17861" y="-1651"/>
                      <a:pt x="16371" y="6727"/>
                    </a:cubicBezTo>
                    <a:cubicBezTo>
                      <a:pt x="15486" y="11697"/>
                      <a:pt x="13047" y="19118"/>
                      <a:pt x="10951" y="23219"/>
                    </a:cubicBezTo>
                    <a:cubicBezTo>
                      <a:pt x="8012" y="28966"/>
                      <a:pt x="7787" y="32101"/>
                      <a:pt x="9971" y="36893"/>
                    </a:cubicBezTo>
                    <a:cubicBezTo>
                      <a:pt x="11529" y="40313"/>
                      <a:pt x="12803" y="45728"/>
                      <a:pt x="12803" y="48926"/>
                    </a:cubicBezTo>
                    <a:cubicBezTo>
                      <a:pt x="12803" y="52125"/>
                      <a:pt x="14178" y="56117"/>
                      <a:pt x="15858" y="57797"/>
                    </a:cubicBezTo>
                    <a:cubicBezTo>
                      <a:pt x="17538" y="59477"/>
                      <a:pt x="18285" y="61480"/>
                      <a:pt x="17517" y="62248"/>
                    </a:cubicBezTo>
                    <a:cubicBezTo>
                      <a:pt x="16749" y="63016"/>
                      <a:pt x="14634" y="61852"/>
                      <a:pt x="12817" y="59663"/>
                    </a:cubicBezTo>
                    <a:close/>
                  </a:path>
                </a:pathLst>
              </a:custGeom>
              <a:solidFill>
                <a:srgbClr val="B9B9B9"/>
              </a:solidFill>
              <a:ln w="5163" cap="flat">
                <a:noFill/>
                <a:prstDash val="solid"/>
                <a:miter/>
              </a:ln>
            </p:spPr>
            <p:txBody>
              <a:bodyPr/>
              <a:lstStyle/>
              <a:p>
                <a:endParaRPr lang="es-419" noProof="0" dirty="0"/>
              </a:p>
            </p:txBody>
          </p:sp>
          <p:sp>
            <p:nvSpPr>
              <p:cNvPr id="98" name="Forma libre: forma 97">
                <a:extLst>
                  <a:ext uri="{FF2B5EF4-FFF2-40B4-BE49-F238E27FC236}">
                    <a16:creationId xmlns:a16="http://schemas.microsoft.com/office/drawing/2014/main" id="{D392F14D-2D7C-0CBC-A619-9C391ECD54B3}"/>
                  </a:ext>
                </a:extLst>
              </p:cNvPr>
              <p:cNvSpPr/>
              <p:nvPr/>
            </p:nvSpPr>
            <p:spPr>
              <a:xfrm>
                <a:off x="610272" y="1785879"/>
                <a:ext cx="19431" cy="24201"/>
              </a:xfrm>
              <a:custGeom>
                <a:avLst/>
                <a:gdLst>
                  <a:gd name="csX0" fmla="*/ 12977 w 19431"/>
                  <a:gd name="csY0" fmla="*/ 20895 h 24201"/>
                  <a:gd name="csX1" fmla="*/ 7325 w 19431"/>
                  <a:gd name="csY1" fmla="*/ 14059 h 24201"/>
                  <a:gd name="csX2" fmla="*/ 3038 w 19431"/>
                  <a:gd name="csY2" fmla="*/ 6445 h 24201"/>
                  <a:gd name="csX3" fmla="*/ 7745 w 19431"/>
                  <a:gd name="csY3" fmla="*/ 1409 h 24201"/>
                  <a:gd name="csX4" fmla="*/ 17054 w 19431"/>
                  <a:gd name="csY4" fmla="*/ 13612 h 24201"/>
                  <a:gd name="csX5" fmla="*/ 19347 w 19431"/>
                  <a:gd name="csY5" fmla="*/ 24137 h 24201"/>
                  <a:gd name="csX6" fmla="*/ 12977 w 19431"/>
                  <a:gd name="csY6" fmla="*/ 20895 h 24201"/>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9431" h="24201">
                    <a:moveTo>
                      <a:pt x="12977" y="20895"/>
                    </a:moveTo>
                    <a:cubicBezTo>
                      <a:pt x="9869" y="18718"/>
                      <a:pt x="7325" y="15642"/>
                      <a:pt x="7325" y="14059"/>
                    </a:cubicBezTo>
                    <a:cubicBezTo>
                      <a:pt x="7325" y="12477"/>
                      <a:pt x="5396" y="9050"/>
                      <a:pt x="3038" y="6445"/>
                    </a:cubicBezTo>
                    <a:cubicBezTo>
                      <a:pt x="-2384" y="453"/>
                      <a:pt x="-388" y="-1683"/>
                      <a:pt x="7745" y="1409"/>
                    </a:cubicBezTo>
                    <a:cubicBezTo>
                      <a:pt x="11871" y="2978"/>
                      <a:pt x="15083" y="7189"/>
                      <a:pt x="17054" y="13612"/>
                    </a:cubicBezTo>
                    <a:cubicBezTo>
                      <a:pt x="18710" y="19007"/>
                      <a:pt x="19742" y="23743"/>
                      <a:pt x="19347" y="24137"/>
                    </a:cubicBezTo>
                    <a:cubicBezTo>
                      <a:pt x="18953" y="24532"/>
                      <a:pt x="16086" y="23073"/>
                      <a:pt x="12977" y="20895"/>
                    </a:cubicBezTo>
                    <a:close/>
                  </a:path>
                </a:pathLst>
              </a:custGeom>
              <a:solidFill>
                <a:srgbClr val="B9B9B9"/>
              </a:solidFill>
              <a:ln w="5163" cap="flat">
                <a:noFill/>
                <a:prstDash val="solid"/>
                <a:miter/>
              </a:ln>
            </p:spPr>
            <p:txBody>
              <a:bodyPr/>
              <a:lstStyle/>
              <a:p>
                <a:endParaRPr lang="es-419" noProof="0" dirty="0"/>
              </a:p>
            </p:txBody>
          </p:sp>
          <p:sp>
            <p:nvSpPr>
              <p:cNvPr id="99" name="Forma libre: forma 98">
                <a:extLst>
                  <a:ext uri="{FF2B5EF4-FFF2-40B4-BE49-F238E27FC236}">
                    <a16:creationId xmlns:a16="http://schemas.microsoft.com/office/drawing/2014/main" id="{07AA9012-8650-76FD-32B9-025D3196E9E0}"/>
                  </a:ext>
                </a:extLst>
              </p:cNvPr>
              <p:cNvSpPr/>
              <p:nvPr/>
            </p:nvSpPr>
            <p:spPr>
              <a:xfrm>
                <a:off x="615016" y="1765374"/>
                <a:ext cx="5162" cy="6756"/>
              </a:xfrm>
              <a:custGeom>
                <a:avLst/>
                <a:gdLst>
                  <a:gd name="csX0" fmla="*/ 0 w 5162"/>
                  <a:gd name="csY0" fmla="*/ 4328 h 6756"/>
                  <a:gd name="csX1" fmla="*/ 2581 w 5162"/>
                  <a:gd name="csY1" fmla="*/ 303 h 6756"/>
                  <a:gd name="csX2" fmla="*/ 5163 w 5162"/>
                  <a:gd name="csY2" fmla="*/ 2732 h 6756"/>
                  <a:gd name="csX3" fmla="*/ 2581 w 5162"/>
                  <a:gd name="csY3" fmla="*/ 6757 h 6756"/>
                  <a:gd name="csX4" fmla="*/ 0 w 5162"/>
                  <a:gd name="csY4" fmla="*/ 4328 h 6756"/>
                </a:gdLst>
                <a:ahLst/>
                <a:cxnLst>
                  <a:cxn ang="0">
                    <a:pos x="csX0" y="csY0"/>
                  </a:cxn>
                  <a:cxn ang="0">
                    <a:pos x="csX1" y="csY1"/>
                  </a:cxn>
                  <a:cxn ang="0">
                    <a:pos x="csX2" y="csY2"/>
                  </a:cxn>
                  <a:cxn ang="0">
                    <a:pos x="csX3" y="csY3"/>
                  </a:cxn>
                  <a:cxn ang="0">
                    <a:pos x="csX4" y="csY4"/>
                  </a:cxn>
                </a:cxnLst>
                <a:rect l="l" t="t" r="r" b="b"/>
                <a:pathLst>
                  <a:path w="5162" h="6756">
                    <a:moveTo>
                      <a:pt x="0" y="4328"/>
                    </a:moveTo>
                    <a:cubicBezTo>
                      <a:pt x="0" y="2992"/>
                      <a:pt x="1162" y="1181"/>
                      <a:pt x="2581" y="303"/>
                    </a:cubicBezTo>
                    <a:cubicBezTo>
                      <a:pt x="4001" y="-574"/>
                      <a:pt x="5163" y="519"/>
                      <a:pt x="5163" y="2732"/>
                    </a:cubicBezTo>
                    <a:cubicBezTo>
                      <a:pt x="5163" y="4946"/>
                      <a:pt x="4001" y="6757"/>
                      <a:pt x="2581" y="6757"/>
                    </a:cubicBezTo>
                    <a:cubicBezTo>
                      <a:pt x="1162" y="6757"/>
                      <a:pt x="0" y="5664"/>
                      <a:pt x="0" y="4328"/>
                    </a:cubicBezTo>
                    <a:close/>
                  </a:path>
                </a:pathLst>
              </a:custGeom>
              <a:solidFill>
                <a:srgbClr val="B9B9B9"/>
              </a:solidFill>
              <a:ln w="5163" cap="flat">
                <a:noFill/>
                <a:prstDash val="solid"/>
                <a:miter/>
              </a:ln>
            </p:spPr>
            <p:txBody>
              <a:bodyPr/>
              <a:lstStyle/>
              <a:p>
                <a:endParaRPr lang="es-419" noProof="0" dirty="0"/>
              </a:p>
            </p:txBody>
          </p:sp>
          <p:sp>
            <p:nvSpPr>
              <p:cNvPr id="100" name="Forma libre: forma 99">
                <a:extLst>
                  <a:ext uri="{FF2B5EF4-FFF2-40B4-BE49-F238E27FC236}">
                    <a16:creationId xmlns:a16="http://schemas.microsoft.com/office/drawing/2014/main" id="{896D7C7E-B0BE-DCDA-04B6-E8505C28FB52}"/>
                  </a:ext>
                </a:extLst>
              </p:cNvPr>
              <p:cNvSpPr/>
              <p:nvPr/>
            </p:nvSpPr>
            <p:spPr>
              <a:xfrm>
                <a:off x="496444" y="1737058"/>
                <a:ext cx="4812" cy="15975"/>
              </a:xfrm>
              <a:custGeom>
                <a:avLst/>
                <a:gdLst>
                  <a:gd name="csX0" fmla="*/ 6 w 4812"/>
                  <a:gd name="csY0" fmla="*/ 12637 h 15975"/>
                  <a:gd name="csX1" fmla="*/ 2406 w 4812"/>
                  <a:gd name="csY1" fmla="*/ 2804 h 15975"/>
                  <a:gd name="csX2" fmla="*/ 4806 w 4812"/>
                  <a:gd name="csY2" fmla="*/ 5879 h 15975"/>
                  <a:gd name="csX3" fmla="*/ 2406 w 4812"/>
                  <a:gd name="csY3" fmla="*/ 15712 h 15975"/>
                  <a:gd name="csX4" fmla="*/ 6 w 4812"/>
                  <a:gd name="csY4" fmla="*/ 12637 h 15975"/>
                </a:gdLst>
                <a:ahLst/>
                <a:cxnLst>
                  <a:cxn ang="0">
                    <a:pos x="csX0" y="csY0"/>
                  </a:cxn>
                  <a:cxn ang="0">
                    <a:pos x="csX1" y="csY1"/>
                  </a:cxn>
                  <a:cxn ang="0">
                    <a:pos x="csX2" y="csY2"/>
                  </a:cxn>
                  <a:cxn ang="0">
                    <a:pos x="csX3" y="csY3"/>
                  </a:cxn>
                  <a:cxn ang="0">
                    <a:pos x="csX4" y="csY4"/>
                  </a:cxn>
                </a:cxnLst>
                <a:rect l="l" t="t" r="r" b="b"/>
                <a:pathLst>
                  <a:path w="4812" h="15975">
                    <a:moveTo>
                      <a:pt x="6" y="12637"/>
                    </a:moveTo>
                    <a:cubicBezTo>
                      <a:pt x="106" y="10069"/>
                      <a:pt x="1186" y="5644"/>
                      <a:pt x="2406" y="2804"/>
                    </a:cubicBezTo>
                    <a:cubicBezTo>
                      <a:pt x="4277" y="-1548"/>
                      <a:pt x="4653" y="-1065"/>
                      <a:pt x="4806" y="5879"/>
                    </a:cubicBezTo>
                    <a:cubicBezTo>
                      <a:pt x="4906" y="10409"/>
                      <a:pt x="3826" y="14834"/>
                      <a:pt x="2406" y="15712"/>
                    </a:cubicBezTo>
                    <a:cubicBezTo>
                      <a:pt x="987" y="16589"/>
                      <a:pt x="-93" y="15206"/>
                      <a:pt x="6" y="12637"/>
                    </a:cubicBezTo>
                    <a:close/>
                  </a:path>
                </a:pathLst>
              </a:custGeom>
              <a:solidFill>
                <a:srgbClr val="B9B9B9"/>
              </a:solidFill>
              <a:ln w="5163" cap="flat">
                <a:noFill/>
                <a:prstDash val="solid"/>
                <a:miter/>
              </a:ln>
            </p:spPr>
            <p:txBody>
              <a:bodyPr/>
              <a:lstStyle/>
              <a:p>
                <a:endParaRPr lang="es-419" noProof="0" dirty="0"/>
              </a:p>
            </p:txBody>
          </p:sp>
          <p:sp>
            <p:nvSpPr>
              <p:cNvPr id="101" name="Forma libre: forma 100">
                <a:extLst>
                  <a:ext uri="{FF2B5EF4-FFF2-40B4-BE49-F238E27FC236}">
                    <a16:creationId xmlns:a16="http://schemas.microsoft.com/office/drawing/2014/main" id="{9869216A-E6EE-97DB-26E5-5D7B3D986BAC}"/>
                  </a:ext>
                </a:extLst>
              </p:cNvPr>
              <p:cNvSpPr/>
              <p:nvPr/>
            </p:nvSpPr>
            <p:spPr>
              <a:xfrm>
                <a:off x="610293" y="1727161"/>
                <a:ext cx="5615" cy="11379"/>
              </a:xfrm>
              <a:custGeom>
                <a:avLst/>
                <a:gdLst>
                  <a:gd name="csX0" fmla="*/ 427 w 5615"/>
                  <a:gd name="csY0" fmla="*/ 7365 h 11379"/>
                  <a:gd name="csX1" fmla="*/ 1464 w 5615"/>
                  <a:gd name="csY1" fmla="*/ 731 h 11379"/>
                  <a:gd name="csX2" fmla="*/ 5321 w 5615"/>
                  <a:gd name="csY2" fmla="*/ 4777 h 11379"/>
                  <a:gd name="csX3" fmla="*/ 427 w 5615"/>
                  <a:gd name="csY3" fmla="*/ 7365 h 11379"/>
                </a:gdLst>
                <a:ahLst/>
                <a:cxnLst>
                  <a:cxn ang="0">
                    <a:pos x="csX0" y="csY0"/>
                  </a:cxn>
                  <a:cxn ang="0">
                    <a:pos x="csX1" y="csY1"/>
                  </a:cxn>
                  <a:cxn ang="0">
                    <a:pos x="csX2" y="csY2"/>
                  </a:cxn>
                  <a:cxn ang="0">
                    <a:pos x="csX3" y="csY3"/>
                  </a:cxn>
                </a:cxnLst>
                <a:rect l="l" t="t" r="r" b="b"/>
                <a:pathLst>
                  <a:path w="5615" h="11379">
                    <a:moveTo>
                      <a:pt x="427" y="7365"/>
                    </a:moveTo>
                    <a:cubicBezTo>
                      <a:pt x="-426" y="5140"/>
                      <a:pt x="40" y="2155"/>
                      <a:pt x="1464" y="731"/>
                    </a:cubicBezTo>
                    <a:cubicBezTo>
                      <a:pt x="3194" y="-1000"/>
                      <a:pt x="4473" y="341"/>
                      <a:pt x="5321" y="4777"/>
                    </a:cubicBezTo>
                    <a:cubicBezTo>
                      <a:pt x="6696" y="11973"/>
                      <a:pt x="2955" y="13952"/>
                      <a:pt x="427" y="7365"/>
                    </a:cubicBezTo>
                    <a:close/>
                  </a:path>
                </a:pathLst>
              </a:custGeom>
              <a:solidFill>
                <a:srgbClr val="B9B9B9"/>
              </a:solidFill>
              <a:ln w="5163" cap="flat">
                <a:noFill/>
                <a:prstDash val="solid"/>
                <a:miter/>
              </a:ln>
            </p:spPr>
            <p:txBody>
              <a:bodyPr/>
              <a:lstStyle/>
              <a:p>
                <a:endParaRPr lang="es-419" noProof="0" dirty="0"/>
              </a:p>
            </p:txBody>
          </p:sp>
          <p:sp>
            <p:nvSpPr>
              <p:cNvPr id="102" name="Forma libre: forma 101">
                <a:extLst>
                  <a:ext uri="{FF2B5EF4-FFF2-40B4-BE49-F238E27FC236}">
                    <a16:creationId xmlns:a16="http://schemas.microsoft.com/office/drawing/2014/main" id="{EA4023A9-A4E5-518E-DCA8-F1C7E5F7E22B}"/>
                  </a:ext>
                </a:extLst>
              </p:cNvPr>
              <p:cNvSpPr/>
              <p:nvPr/>
            </p:nvSpPr>
            <p:spPr>
              <a:xfrm>
                <a:off x="589201" y="1723083"/>
                <a:ext cx="5162" cy="7744"/>
              </a:xfrm>
              <a:custGeom>
                <a:avLst/>
                <a:gdLst>
                  <a:gd name="csX0" fmla="*/ 0 w 5162"/>
                  <a:gd name="csY0" fmla="*/ 3872 h 7744"/>
                  <a:gd name="csX1" fmla="*/ 2581 w 5162"/>
                  <a:gd name="csY1" fmla="*/ 0 h 7744"/>
                  <a:gd name="csX2" fmla="*/ 5163 w 5162"/>
                  <a:gd name="csY2" fmla="*/ 3872 h 7744"/>
                  <a:gd name="csX3" fmla="*/ 2581 w 5162"/>
                  <a:gd name="csY3" fmla="*/ 7744 h 7744"/>
                  <a:gd name="csX4" fmla="*/ 0 w 5162"/>
                  <a:gd name="csY4" fmla="*/ 3872 h 7744"/>
                </a:gdLst>
                <a:ahLst/>
                <a:cxnLst>
                  <a:cxn ang="0">
                    <a:pos x="csX0" y="csY0"/>
                  </a:cxn>
                  <a:cxn ang="0">
                    <a:pos x="csX1" y="csY1"/>
                  </a:cxn>
                  <a:cxn ang="0">
                    <a:pos x="csX2" y="csY2"/>
                  </a:cxn>
                  <a:cxn ang="0">
                    <a:pos x="csX3" y="csY3"/>
                  </a:cxn>
                  <a:cxn ang="0">
                    <a:pos x="csX4" y="csY4"/>
                  </a:cxn>
                </a:cxnLst>
                <a:rect l="l" t="t" r="r" b="b"/>
                <a:pathLst>
                  <a:path w="5162" h="7744">
                    <a:moveTo>
                      <a:pt x="0" y="3872"/>
                    </a:moveTo>
                    <a:cubicBezTo>
                      <a:pt x="0" y="1742"/>
                      <a:pt x="1162" y="0"/>
                      <a:pt x="2581" y="0"/>
                    </a:cubicBezTo>
                    <a:cubicBezTo>
                      <a:pt x="4001" y="0"/>
                      <a:pt x="5163" y="1742"/>
                      <a:pt x="5163" y="3872"/>
                    </a:cubicBezTo>
                    <a:cubicBezTo>
                      <a:pt x="5163" y="6002"/>
                      <a:pt x="4001" y="7744"/>
                      <a:pt x="2581" y="7744"/>
                    </a:cubicBezTo>
                    <a:cubicBezTo>
                      <a:pt x="1162" y="7744"/>
                      <a:pt x="0" y="6002"/>
                      <a:pt x="0" y="3872"/>
                    </a:cubicBezTo>
                    <a:close/>
                  </a:path>
                </a:pathLst>
              </a:custGeom>
              <a:solidFill>
                <a:srgbClr val="B9B9B9"/>
              </a:solidFill>
              <a:ln w="5163" cap="flat">
                <a:noFill/>
                <a:prstDash val="solid"/>
                <a:miter/>
              </a:ln>
            </p:spPr>
            <p:txBody>
              <a:bodyPr/>
              <a:lstStyle/>
              <a:p>
                <a:endParaRPr lang="es-419" noProof="0" dirty="0"/>
              </a:p>
            </p:txBody>
          </p:sp>
          <p:sp>
            <p:nvSpPr>
              <p:cNvPr id="103" name="Forma libre: forma 102">
                <a:extLst>
                  <a:ext uri="{FF2B5EF4-FFF2-40B4-BE49-F238E27FC236}">
                    <a16:creationId xmlns:a16="http://schemas.microsoft.com/office/drawing/2014/main" id="{AAC192EF-2FCD-E1ED-F981-777A091E5546}"/>
                  </a:ext>
                </a:extLst>
              </p:cNvPr>
              <p:cNvSpPr/>
              <p:nvPr/>
            </p:nvSpPr>
            <p:spPr>
              <a:xfrm>
                <a:off x="576294" y="1689525"/>
                <a:ext cx="15348" cy="20423"/>
              </a:xfrm>
              <a:custGeom>
                <a:avLst/>
                <a:gdLst>
                  <a:gd name="csX0" fmla="*/ 0 w 15348"/>
                  <a:gd name="csY0" fmla="*/ 17942 h 20423"/>
                  <a:gd name="csX1" fmla="*/ 11683 w 15348"/>
                  <a:gd name="csY1" fmla="*/ 0 h 20423"/>
                  <a:gd name="csX2" fmla="*/ 8918 w 15348"/>
                  <a:gd name="csY2" fmla="*/ 14081 h 20423"/>
                  <a:gd name="csX3" fmla="*/ 0 w 15348"/>
                  <a:gd name="csY3" fmla="*/ 17942 h 20423"/>
                </a:gdLst>
                <a:ahLst/>
                <a:cxnLst>
                  <a:cxn ang="0">
                    <a:pos x="csX0" y="csY0"/>
                  </a:cxn>
                  <a:cxn ang="0">
                    <a:pos x="csX1" y="csY1"/>
                  </a:cxn>
                  <a:cxn ang="0">
                    <a:pos x="csX2" y="csY2"/>
                  </a:cxn>
                  <a:cxn ang="0">
                    <a:pos x="csX3" y="csY3"/>
                  </a:cxn>
                </a:cxnLst>
                <a:rect l="l" t="t" r="r" b="b"/>
                <a:pathLst>
                  <a:path w="15348" h="20423">
                    <a:moveTo>
                      <a:pt x="0" y="17942"/>
                    </a:moveTo>
                    <a:cubicBezTo>
                      <a:pt x="0" y="12328"/>
                      <a:pt x="8027" y="0"/>
                      <a:pt x="11683" y="0"/>
                    </a:cubicBezTo>
                    <a:cubicBezTo>
                      <a:pt x="17539" y="0"/>
                      <a:pt x="16205" y="6793"/>
                      <a:pt x="8918" y="14081"/>
                    </a:cubicBezTo>
                    <a:cubicBezTo>
                      <a:pt x="1711" y="21287"/>
                      <a:pt x="0" y="22028"/>
                      <a:pt x="0" y="17942"/>
                    </a:cubicBezTo>
                    <a:close/>
                  </a:path>
                </a:pathLst>
              </a:custGeom>
              <a:solidFill>
                <a:srgbClr val="B9B9B9"/>
              </a:solidFill>
              <a:ln w="5163" cap="flat">
                <a:noFill/>
                <a:prstDash val="solid"/>
                <a:miter/>
              </a:ln>
            </p:spPr>
            <p:txBody>
              <a:bodyPr/>
              <a:lstStyle/>
              <a:p>
                <a:endParaRPr lang="es-419" noProof="0" dirty="0"/>
              </a:p>
            </p:txBody>
          </p:sp>
        </p:grpSp>
        <p:sp>
          <p:nvSpPr>
            <p:cNvPr id="104" name="Forma libre: forma 103">
              <a:extLst>
                <a:ext uri="{FF2B5EF4-FFF2-40B4-BE49-F238E27FC236}">
                  <a16:creationId xmlns:a16="http://schemas.microsoft.com/office/drawing/2014/main" id="{CC36DDB5-81D9-3600-BF47-CDFFE22E7A68}"/>
                </a:ext>
              </a:extLst>
            </p:cNvPr>
            <p:cNvSpPr/>
            <p:nvPr/>
          </p:nvSpPr>
          <p:spPr>
            <a:xfrm>
              <a:off x="516921" y="1569184"/>
              <a:ext cx="5162" cy="6756"/>
            </a:xfrm>
            <a:custGeom>
              <a:avLst/>
              <a:gdLst>
                <a:gd name="csX0" fmla="*/ 0 w 5162"/>
                <a:gd name="csY0" fmla="*/ 2732 h 6756"/>
                <a:gd name="csX1" fmla="*/ 2581 w 5162"/>
                <a:gd name="csY1" fmla="*/ 303 h 6756"/>
                <a:gd name="csX2" fmla="*/ 5163 w 5162"/>
                <a:gd name="csY2" fmla="*/ 4328 h 6756"/>
                <a:gd name="csX3" fmla="*/ 2581 w 5162"/>
                <a:gd name="csY3" fmla="*/ 6757 h 6756"/>
                <a:gd name="csX4" fmla="*/ 0 w 5162"/>
                <a:gd name="csY4" fmla="*/ 2732 h 6756"/>
              </a:gdLst>
              <a:ahLst/>
              <a:cxnLst>
                <a:cxn ang="0">
                  <a:pos x="csX0" y="csY0"/>
                </a:cxn>
                <a:cxn ang="0">
                  <a:pos x="csX1" y="csY1"/>
                </a:cxn>
                <a:cxn ang="0">
                  <a:pos x="csX2" y="csY2"/>
                </a:cxn>
                <a:cxn ang="0">
                  <a:pos x="csX3" y="csY3"/>
                </a:cxn>
                <a:cxn ang="0">
                  <a:pos x="csX4" y="csY4"/>
                </a:cxn>
              </a:cxnLst>
              <a:rect l="l" t="t" r="r" b="b"/>
              <a:pathLst>
                <a:path w="5162" h="6756">
                  <a:moveTo>
                    <a:pt x="0" y="2732"/>
                  </a:moveTo>
                  <a:cubicBezTo>
                    <a:pt x="0" y="519"/>
                    <a:pt x="1162" y="-574"/>
                    <a:pt x="2581" y="303"/>
                  </a:cubicBezTo>
                  <a:cubicBezTo>
                    <a:pt x="4001" y="1181"/>
                    <a:pt x="5163" y="2992"/>
                    <a:pt x="5163" y="4328"/>
                  </a:cubicBezTo>
                  <a:cubicBezTo>
                    <a:pt x="5163" y="5664"/>
                    <a:pt x="4001" y="6757"/>
                    <a:pt x="2581" y="6757"/>
                  </a:cubicBezTo>
                  <a:cubicBezTo>
                    <a:pt x="1162" y="6757"/>
                    <a:pt x="0" y="4946"/>
                    <a:pt x="0" y="2732"/>
                  </a:cubicBezTo>
                  <a:close/>
                </a:path>
              </a:pathLst>
            </a:custGeom>
            <a:solidFill>
              <a:srgbClr val="B9B9B9"/>
            </a:solidFill>
            <a:ln w="5163" cap="flat">
              <a:noFill/>
              <a:prstDash val="solid"/>
              <a:miter/>
            </a:ln>
          </p:spPr>
          <p:txBody>
            <a:bodyPr/>
            <a:lstStyle/>
            <a:p>
              <a:endParaRPr lang="es-419" noProof="0" dirty="0"/>
            </a:p>
          </p:txBody>
        </p:sp>
      </p:grpSp>
      <p:sp>
        <p:nvSpPr>
          <p:cNvPr id="105" name="Forma libre: forma 104">
            <a:extLst>
              <a:ext uri="{FF2B5EF4-FFF2-40B4-BE49-F238E27FC236}">
                <a16:creationId xmlns:a16="http://schemas.microsoft.com/office/drawing/2014/main" id="{CB0D84A2-72EE-14B2-7697-FE1BDF0B0DFC}"/>
              </a:ext>
            </a:extLst>
          </p:cNvPr>
          <p:cNvSpPr/>
          <p:nvPr/>
        </p:nvSpPr>
        <p:spPr>
          <a:xfrm>
            <a:off x="466238" y="1431499"/>
            <a:ext cx="11558" cy="7543"/>
          </a:xfrm>
          <a:custGeom>
            <a:avLst/>
            <a:gdLst>
              <a:gd name="csX0" fmla="*/ 1635 w 11558"/>
              <a:gd name="csY0" fmla="*/ 3752 h 7543"/>
              <a:gd name="csX1" fmla="*/ 8241 w 11558"/>
              <a:gd name="csY1" fmla="*/ 3670 h 7543"/>
              <a:gd name="csX2" fmla="*/ 9050 w 11558"/>
              <a:gd name="csY2" fmla="*/ 7542 h 7543"/>
              <a:gd name="csX3" fmla="*/ 1635 w 11558"/>
              <a:gd name="csY3" fmla="*/ 3752 h 7543"/>
            </a:gdLst>
            <a:ahLst/>
            <a:cxnLst>
              <a:cxn ang="0">
                <a:pos x="csX0" y="csY0"/>
              </a:cxn>
              <a:cxn ang="0">
                <a:pos x="csX1" y="csY1"/>
              </a:cxn>
              <a:cxn ang="0">
                <a:pos x="csX2" y="csY2"/>
              </a:cxn>
              <a:cxn ang="0">
                <a:pos x="csX3" y="csY3"/>
              </a:cxn>
            </a:cxnLst>
            <a:rect l="l" t="t" r="r" b="b"/>
            <a:pathLst>
              <a:path w="11558" h="7543">
                <a:moveTo>
                  <a:pt x="1635" y="3752"/>
                </a:moveTo>
                <a:cubicBezTo>
                  <a:pt x="-2484" y="-1211"/>
                  <a:pt x="1718" y="-1263"/>
                  <a:pt x="8241" y="3670"/>
                </a:cubicBezTo>
                <a:cubicBezTo>
                  <a:pt x="12450" y="6854"/>
                  <a:pt x="12580" y="7473"/>
                  <a:pt x="9050" y="7542"/>
                </a:cubicBezTo>
                <a:cubicBezTo>
                  <a:pt x="6739" y="7587"/>
                  <a:pt x="3403" y="5882"/>
                  <a:pt x="1635" y="3752"/>
                </a:cubicBezTo>
                <a:close/>
              </a:path>
            </a:pathLst>
          </a:custGeom>
          <a:solidFill>
            <a:srgbClr val="B9B9B9"/>
          </a:solidFill>
          <a:ln w="5163" cap="flat">
            <a:noFill/>
            <a:prstDash val="solid"/>
            <a:miter/>
          </a:ln>
        </p:spPr>
        <p:txBody>
          <a:bodyPr/>
          <a:lstStyle/>
          <a:p>
            <a:endParaRPr lang="es-419" noProof="0" dirty="0"/>
          </a:p>
        </p:txBody>
      </p:sp>
      <p:grpSp>
        <p:nvGrpSpPr>
          <p:cNvPr id="106" name="Gráfico 39">
            <a:extLst>
              <a:ext uri="{FF2B5EF4-FFF2-40B4-BE49-F238E27FC236}">
                <a16:creationId xmlns:a16="http://schemas.microsoft.com/office/drawing/2014/main" id="{0B90B8A2-C9CC-E603-B27B-F7BC6503DD61}"/>
              </a:ext>
            </a:extLst>
          </p:cNvPr>
          <p:cNvGrpSpPr/>
          <p:nvPr/>
        </p:nvGrpSpPr>
        <p:grpSpPr>
          <a:xfrm>
            <a:off x="73152" y="1028824"/>
            <a:ext cx="399884" cy="461679"/>
            <a:chOff x="73152" y="1028824"/>
            <a:chExt cx="399884" cy="461679"/>
          </a:xfrm>
          <a:solidFill>
            <a:srgbClr val="B9B9B9"/>
          </a:solidFill>
        </p:grpSpPr>
        <p:sp>
          <p:nvSpPr>
            <p:cNvPr id="107" name="Forma libre: forma 106">
              <a:extLst>
                <a:ext uri="{FF2B5EF4-FFF2-40B4-BE49-F238E27FC236}">
                  <a16:creationId xmlns:a16="http://schemas.microsoft.com/office/drawing/2014/main" id="{906CB4BB-B0CE-5EC0-8276-1EBB3D82D443}"/>
                </a:ext>
              </a:extLst>
            </p:cNvPr>
            <p:cNvSpPr/>
            <p:nvPr/>
          </p:nvSpPr>
          <p:spPr>
            <a:xfrm>
              <a:off x="176169" y="1028824"/>
              <a:ext cx="296866" cy="461679"/>
            </a:xfrm>
            <a:custGeom>
              <a:avLst/>
              <a:gdLst>
                <a:gd name="csX0" fmla="*/ 234204 w 296866"/>
                <a:gd name="csY0" fmla="*/ 456793 h 461679"/>
                <a:gd name="csX1" fmla="*/ 189641 w 296866"/>
                <a:gd name="csY1" fmla="*/ 451076 h 461679"/>
                <a:gd name="csX2" fmla="*/ 192285 w 296866"/>
                <a:gd name="csY2" fmla="*/ 440463 h 461679"/>
                <a:gd name="csX3" fmla="*/ 192319 w 296866"/>
                <a:gd name="csY3" fmla="*/ 432599 h 461679"/>
                <a:gd name="csX4" fmla="*/ 190826 w 296866"/>
                <a:gd name="csY4" fmla="*/ 424368 h 461679"/>
                <a:gd name="csX5" fmla="*/ 194908 w 296866"/>
                <a:gd name="csY5" fmla="*/ 412652 h 461679"/>
                <a:gd name="csX6" fmla="*/ 188729 w 296866"/>
                <a:gd name="csY6" fmla="*/ 395950 h 461679"/>
                <a:gd name="csX7" fmla="*/ 175616 w 296866"/>
                <a:gd name="csY7" fmla="*/ 376348 h 461679"/>
                <a:gd name="csX8" fmla="*/ 165432 w 296866"/>
                <a:gd name="csY8" fmla="*/ 362612 h 461679"/>
                <a:gd name="csX9" fmla="*/ 157619 w 296866"/>
                <a:gd name="csY9" fmla="*/ 354047 h 461679"/>
                <a:gd name="csX10" fmla="*/ 123850 w 296866"/>
                <a:gd name="csY10" fmla="*/ 312204 h 461679"/>
                <a:gd name="csX11" fmla="*/ 110408 w 296866"/>
                <a:gd name="csY11" fmla="*/ 302524 h 461679"/>
                <a:gd name="csX12" fmla="*/ 90624 w 296866"/>
                <a:gd name="csY12" fmla="*/ 283830 h 461679"/>
                <a:gd name="csX13" fmla="*/ 80025 w 296866"/>
                <a:gd name="csY13" fmla="*/ 265391 h 461679"/>
                <a:gd name="csX14" fmla="*/ 76089 w 296866"/>
                <a:gd name="csY14" fmla="*/ 254455 h 461679"/>
                <a:gd name="csX15" fmla="*/ 73345 w 296866"/>
                <a:gd name="csY15" fmla="*/ 247079 h 461679"/>
                <a:gd name="csX16" fmla="*/ 72109 w 296866"/>
                <a:gd name="csY16" fmla="*/ 214519 h 461679"/>
                <a:gd name="csX17" fmla="*/ 68319 w 296866"/>
                <a:gd name="csY17" fmla="*/ 206510 h 461679"/>
                <a:gd name="csX18" fmla="*/ 67160 w 296866"/>
                <a:gd name="csY18" fmla="*/ 202519 h 461679"/>
                <a:gd name="csX19" fmla="*/ 64536 w 296866"/>
                <a:gd name="csY19" fmla="*/ 206365 h 461679"/>
                <a:gd name="csX20" fmla="*/ 61955 w 296866"/>
                <a:gd name="csY20" fmla="*/ 210237 h 461679"/>
                <a:gd name="csX21" fmla="*/ 59373 w 296866"/>
                <a:gd name="csY21" fmla="*/ 190811 h 461679"/>
                <a:gd name="csX22" fmla="*/ 48569 w 296866"/>
                <a:gd name="csY22" fmla="*/ 154736 h 461679"/>
                <a:gd name="csX23" fmla="*/ 46466 w 296866"/>
                <a:gd name="csY23" fmla="*/ 141789 h 461679"/>
                <a:gd name="csX24" fmla="*/ 38475 w 296866"/>
                <a:gd name="csY24" fmla="*/ 114684 h 461679"/>
                <a:gd name="csX25" fmla="*/ 28150 w 296866"/>
                <a:gd name="csY25" fmla="*/ 99082 h 461679"/>
                <a:gd name="csX26" fmla="*/ 25815 w 296866"/>
                <a:gd name="csY26" fmla="*/ 89273 h 461679"/>
                <a:gd name="csX27" fmla="*/ 22760 w 296866"/>
                <a:gd name="csY27" fmla="*/ 77852 h 461679"/>
                <a:gd name="csX28" fmla="*/ 21512 w 296866"/>
                <a:gd name="csY28" fmla="*/ 72990 h 461679"/>
                <a:gd name="csX29" fmla="*/ 26374 w 296866"/>
                <a:gd name="csY29" fmla="*/ 74238 h 461679"/>
                <a:gd name="csX30" fmla="*/ 33559 w 296866"/>
                <a:gd name="csY30" fmla="*/ 72129 h 461679"/>
                <a:gd name="csX31" fmla="*/ 29687 w 296866"/>
                <a:gd name="csY31" fmla="*/ 66967 h 461679"/>
                <a:gd name="csX32" fmla="*/ 25815 w 296866"/>
                <a:gd name="csY32" fmla="*/ 64277 h 461679"/>
                <a:gd name="csX33" fmla="*/ 20828 w 296866"/>
                <a:gd name="csY33" fmla="*/ 56236 h 461679"/>
                <a:gd name="csX34" fmla="*/ 14159 w 296866"/>
                <a:gd name="csY34" fmla="*/ 40210 h 461679"/>
                <a:gd name="csX35" fmla="*/ 6238 w 296866"/>
                <a:gd name="csY35" fmla="*/ 17321 h 461679"/>
                <a:gd name="csX36" fmla="*/ 0 w 296866"/>
                <a:gd name="csY36" fmla="*/ 2478 h 461679"/>
                <a:gd name="csX37" fmla="*/ 99386 w 296866"/>
                <a:gd name="csY37" fmla="*/ 3758 h 461679"/>
                <a:gd name="csX38" fmla="*/ 191027 w 296866"/>
                <a:gd name="csY38" fmla="*/ 12449 h 461679"/>
                <a:gd name="csX39" fmla="*/ 178059 w 296866"/>
                <a:gd name="csY39" fmla="*/ 27807 h 461679"/>
                <a:gd name="csX40" fmla="*/ 167369 w 296866"/>
                <a:gd name="csY40" fmla="*/ 45725 h 461679"/>
                <a:gd name="csX41" fmla="*/ 163079 w 296866"/>
                <a:gd name="csY41" fmla="*/ 80524 h 461679"/>
                <a:gd name="csX42" fmla="*/ 162631 w 296866"/>
                <a:gd name="csY42" fmla="*/ 83796 h 461679"/>
                <a:gd name="csX43" fmla="*/ 171021 w 296866"/>
                <a:gd name="csY43" fmla="*/ 93315 h 461679"/>
                <a:gd name="csX44" fmla="*/ 173406 w 296866"/>
                <a:gd name="csY44" fmla="*/ 109690 h 461679"/>
                <a:gd name="csX45" fmla="*/ 164850 w 296866"/>
                <a:gd name="csY45" fmla="*/ 145701 h 461679"/>
                <a:gd name="csX46" fmla="*/ 169084 w 296866"/>
                <a:gd name="csY46" fmla="*/ 169291 h 461679"/>
                <a:gd name="csX47" fmla="*/ 171477 w 296866"/>
                <a:gd name="csY47" fmla="*/ 213103 h 461679"/>
                <a:gd name="csX48" fmla="*/ 174210 w 296866"/>
                <a:gd name="csY48" fmla="*/ 257046 h 461679"/>
                <a:gd name="csX49" fmla="*/ 178120 w 296866"/>
                <a:gd name="csY49" fmla="*/ 261958 h 461679"/>
                <a:gd name="csX50" fmla="*/ 182243 w 296866"/>
                <a:gd name="csY50" fmla="*/ 269492 h 461679"/>
                <a:gd name="csX51" fmla="*/ 184937 w 296866"/>
                <a:gd name="csY51" fmla="*/ 277338 h 461679"/>
                <a:gd name="csX52" fmla="*/ 193415 w 296866"/>
                <a:gd name="csY52" fmla="*/ 285510 h 461679"/>
                <a:gd name="csX53" fmla="*/ 199664 w 296866"/>
                <a:gd name="csY53" fmla="*/ 290658 h 461679"/>
                <a:gd name="csX54" fmla="*/ 207927 w 296866"/>
                <a:gd name="csY54" fmla="*/ 300943 h 461679"/>
                <a:gd name="csX55" fmla="*/ 219722 w 296866"/>
                <a:gd name="csY55" fmla="*/ 315205 h 461679"/>
                <a:gd name="csX56" fmla="*/ 234342 w 296866"/>
                <a:gd name="csY56" fmla="*/ 331253 h 461679"/>
                <a:gd name="csX57" fmla="*/ 242348 w 296866"/>
                <a:gd name="csY57" fmla="*/ 342893 h 461679"/>
                <a:gd name="csX58" fmla="*/ 243886 w 296866"/>
                <a:gd name="csY58" fmla="*/ 354430 h 461679"/>
                <a:gd name="csX59" fmla="*/ 242906 w 296866"/>
                <a:gd name="csY59" fmla="*/ 363679 h 461679"/>
                <a:gd name="csX60" fmla="*/ 242638 w 296866"/>
                <a:gd name="csY60" fmla="*/ 372819 h 461679"/>
                <a:gd name="csX61" fmla="*/ 248980 w 296866"/>
                <a:gd name="csY61" fmla="*/ 375191 h 461679"/>
                <a:gd name="csX62" fmla="*/ 256854 w 296866"/>
                <a:gd name="csY62" fmla="*/ 380201 h 461679"/>
                <a:gd name="csX63" fmla="*/ 262017 w 296866"/>
                <a:gd name="csY63" fmla="*/ 385776 h 461679"/>
                <a:gd name="csX64" fmla="*/ 267554 w 296866"/>
                <a:gd name="csY64" fmla="*/ 396801 h 461679"/>
                <a:gd name="csX65" fmla="*/ 281559 w 296866"/>
                <a:gd name="csY65" fmla="*/ 416793 h 461679"/>
                <a:gd name="csX66" fmla="*/ 290755 w 296866"/>
                <a:gd name="csY66" fmla="*/ 428632 h 461679"/>
                <a:gd name="csX67" fmla="*/ 294624 w 296866"/>
                <a:gd name="csY67" fmla="*/ 440196 h 461679"/>
                <a:gd name="csX68" fmla="*/ 296867 w 296866"/>
                <a:gd name="csY68" fmla="*/ 451755 h 461679"/>
                <a:gd name="csX69" fmla="*/ 287186 w 296866"/>
                <a:gd name="csY69" fmla="*/ 461588 h 461679"/>
                <a:gd name="csX70" fmla="*/ 234204 w 296866"/>
                <a:gd name="csY70" fmla="*/ 456793 h 4616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Lst>
              <a:rect l="l" t="t" r="r" b="b"/>
              <a:pathLst>
                <a:path w="296866" h="461679">
                  <a:moveTo>
                    <a:pt x="234204" y="456793"/>
                  </a:moveTo>
                  <a:cubicBezTo>
                    <a:pt x="210389" y="454343"/>
                    <a:pt x="190335" y="451771"/>
                    <a:pt x="189641" y="451076"/>
                  </a:cubicBezTo>
                  <a:cubicBezTo>
                    <a:pt x="188946" y="450382"/>
                    <a:pt x="190136" y="445606"/>
                    <a:pt x="192285" y="440463"/>
                  </a:cubicBezTo>
                  <a:cubicBezTo>
                    <a:pt x="195748" y="432175"/>
                    <a:pt x="195752" y="431281"/>
                    <a:pt x="192319" y="432599"/>
                  </a:cubicBezTo>
                  <a:cubicBezTo>
                    <a:pt x="188021" y="434248"/>
                    <a:pt x="186953" y="428358"/>
                    <a:pt x="190826" y="424368"/>
                  </a:cubicBezTo>
                  <a:cubicBezTo>
                    <a:pt x="192136" y="423019"/>
                    <a:pt x="193972" y="417747"/>
                    <a:pt x="194908" y="412652"/>
                  </a:cubicBezTo>
                  <a:cubicBezTo>
                    <a:pt x="196394" y="404559"/>
                    <a:pt x="195613" y="402447"/>
                    <a:pt x="188729" y="395950"/>
                  </a:cubicBezTo>
                  <a:cubicBezTo>
                    <a:pt x="184395" y="391860"/>
                    <a:pt x="178494" y="383039"/>
                    <a:pt x="175616" y="376348"/>
                  </a:cubicBezTo>
                  <a:cubicBezTo>
                    <a:pt x="172738" y="369658"/>
                    <a:pt x="168155" y="363476"/>
                    <a:pt x="165432" y="362612"/>
                  </a:cubicBezTo>
                  <a:cubicBezTo>
                    <a:pt x="162709" y="361748"/>
                    <a:pt x="159193" y="357894"/>
                    <a:pt x="157619" y="354047"/>
                  </a:cubicBezTo>
                  <a:cubicBezTo>
                    <a:pt x="149821" y="334997"/>
                    <a:pt x="131426" y="312204"/>
                    <a:pt x="123850" y="312204"/>
                  </a:cubicBezTo>
                  <a:cubicBezTo>
                    <a:pt x="121509" y="312204"/>
                    <a:pt x="115460" y="307848"/>
                    <a:pt x="110408" y="302524"/>
                  </a:cubicBezTo>
                  <a:cubicBezTo>
                    <a:pt x="105356" y="297200"/>
                    <a:pt x="96453" y="288788"/>
                    <a:pt x="90624" y="283830"/>
                  </a:cubicBezTo>
                  <a:cubicBezTo>
                    <a:pt x="81794" y="276321"/>
                    <a:pt x="80025" y="273244"/>
                    <a:pt x="80025" y="265391"/>
                  </a:cubicBezTo>
                  <a:cubicBezTo>
                    <a:pt x="80025" y="259326"/>
                    <a:pt x="78622" y="255426"/>
                    <a:pt x="76089" y="254455"/>
                  </a:cubicBezTo>
                  <a:cubicBezTo>
                    <a:pt x="73596" y="253498"/>
                    <a:pt x="72591" y="250794"/>
                    <a:pt x="73345" y="247079"/>
                  </a:cubicBezTo>
                  <a:cubicBezTo>
                    <a:pt x="77548" y="226392"/>
                    <a:pt x="77309" y="220102"/>
                    <a:pt x="72109" y="214519"/>
                  </a:cubicBezTo>
                  <a:cubicBezTo>
                    <a:pt x="69219" y="211417"/>
                    <a:pt x="67513" y="207813"/>
                    <a:pt x="68319" y="206510"/>
                  </a:cubicBezTo>
                  <a:cubicBezTo>
                    <a:pt x="69124" y="205206"/>
                    <a:pt x="68603" y="203410"/>
                    <a:pt x="67160" y="202519"/>
                  </a:cubicBezTo>
                  <a:cubicBezTo>
                    <a:pt x="65698" y="201615"/>
                    <a:pt x="64536" y="203319"/>
                    <a:pt x="64536" y="206365"/>
                  </a:cubicBezTo>
                  <a:cubicBezTo>
                    <a:pt x="64536" y="209372"/>
                    <a:pt x="63375" y="211114"/>
                    <a:pt x="61955" y="210237"/>
                  </a:cubicBezTo>
                  <a:cubicBezTo>
                    <a:pt x="60535" y="209360"/>
                    <a:pt x="59373" y="200618"/>
                    <a:pt x="59373" y="190811"/>
                  </a:cubicBezTo>
                  <a:cubicBezTo>
                    <a:pt x="59373" y="173740"/>
                    <a:pt x="53682" y="154736"/>
                    <a:pt x="48569" y="154736"/>
                  </a:cubicBezTo>
                  <a:cubicBezTo>
                    <a:pt x="47413" y="154736"/>
                    <a:pt x="46466" y="148910"/>
                    <a:pt x="46466" y="141789"/>
                  </a:cubicBezTo>
                  <a:cubicBezTo>
                    <a:pt x="46466" y="132086"/>
                    <a:pt x="44464" y="125296"/>
                    <a:pt x="38475" y="114684"/>
                  </a:cubicBezTo>
                  <a:cubicBezTo>
                    <a:pt x="34080" y="106897"/>
                    <a:pt x="29434" y="99876"/>
                    <a:pt x="28150" y="99082"/>
                  </a:cubicBezTo>
                  <a:cubicBezTo>
                    <a:pt x="26865" y="98289"/>
                    <a:pt x="25815" y="93874"/>
                    <a:pt x="25815" y="89273"/>
                  </a:cubicBezTo>
                  <a:cubicBezTo>
                    <a:pt x="25815" y="84671"/>
                    <a:pt x="24440" y="79532"/>
                    <a:pt x="22760" y="77852"/>
                  </a:cubicBezTo>
                  <a:cubicBezTo>
                    <a:pt x="21080" y="76172"/>
                    <a:pt x="20518" y="73984"/>
                    <a:pt x="21512" y="72990"/>
                  </a:cubicBezTo>
                  <a:cubicBezTo>
                    <a:pt x="22506" y="71996"/>
                    <a:pt x="24694" y="72558"/>
                    <a:pt x="26374" y="74238"/>
                  </a:cubicBezTo>
                  <a:cubicBezTo>
                    <a:pt x="30884" y="78748"/>
                    <a:pt x="33559" y="77963"/>
                    <a:pt x="33559" y="72129"/>
                  </a:cubicBezTo>
                  <a:cubicBezTo>
                    <a:pt x="33559" y="69261"/>
                    <a:pt x="31838" y="66967"/>
                    <a:pt x="29687" y="66967"/>
                  </a:cubicBezTo>
                  <a:cubicBezTo>
                    <a:pt x="27557" y="66967"/>
                    <a:pt x="25815" y="65756"/>
                    <a:pt x="25815" y="64277"/>
                  </a:cubicBezTo>
                  <a:cubicBezTo>
                    <a:pt x="25815" y="62798"/>
                    <a:pt x="23571" y="59179"/>
                    <a:pt x="20828" y="56236"/>
                  </a:cubicBezTo>
                  <a:cubicBezTo>
                    <a:pt x="18086" y="53292"/>
                    <a:pt x="15085" y="46080"/>
                    <a:pt x="14159" y="40210"/>
                  </a:cubicBezTo>
                  <a:cubicBezTo>
                    <a:pt x="13233" y="34339"/>
                    <a:pt x="9669" y="24039"/>
                    <a:pt x="6238" y="17321"/>
                  </a:cubicBezTo>
                  <a:cubicBezTo>
                    <a:pt x="2807" y="10603"/>
                    <a:pt x="0" y="3924"/>
                    <a:pt x="0" y="2478"/>
                  </a:cubicBezTo>
                  <a:cubicBezTo>
                    <a:pt x="0" y="-1152"/>
                    <a:pt x="23478" y="-850"/>
                    <a:pt x="99386" y="3758"/>
                  </a:cubicBezTo>
                  <a:cubicBezTo>
                    <a:pt x="175010" y="8348"/>
                    <a:pt x="191027" y="9867"/>
                    <a:pt x="191027" y="12449"/>
                  </a:cubicBezTo>
                  <a:cubicBezTo>
                    <a:pt x="191027" y="13496"/>
                    <a:pt x="185192" y="20407"/>
                    <a:pt x="178059" y="27807"/>
                  </a:cubicBezTo>
                  <a:cubicBezTo>
                    <a:pt x="167978" y="38266"/>
                    <a:pt x="165598" y="42256"/>
                    <a:pt x="167369" y="45725"/>
                  </a:cubicBezTo>
                  <a:cubicBezTo>
                    <a:pt x="174634" y="59948"/>
                    <a:pt x="171699" y="83751"/>
                    <a:pt x="163079" y="80524"/>
                  </a:cubicBezTo>
                  <a:cubicBezTo>
                    <a:pt x="159180" y="79065"/>
                    <a:pt x="159137" y="79384"/>
                    <a:pt x="162631" y="83796"/>
                  </a:cubicBezTo>
                  <a:cubicBezTo>
                    <a:pt x="164761" y="86485"/>
                    <a:pt x="168536" y="90769"/>
                    <a:pt x="171021" y="93315"/>
                  </a:cubicBezTo>
                  <a:cubicBezTo>
                    <a:pt x="175834" y="98246"/>
                    <a:pt x="176913" y="105657"/>
                    <a:pt x="173406" y="109690"/>
                  </a:cubicBezTo>
                  <a:cubicBezTo>
                    <a:pt x="169336" y="114370"/>
                    <a:pt x="164942" y="132862"/>
                    <a:pt x="164850" y="145701"/>
                  </a:cubicBezTo>
                  <a:cubicBezTo>
                    <a:pt x="164711" y="165107"/>
                    <a:pt x="165194" y="167798"/>
                    <a:pt x="169084" y="169291"/>
                  </a:cubicBezTo>
                  <a:cubicBezTo>
                    <a:pt x="171992" y="170406"/>
                    <a:pt x="172437" y="178546"/>
                    <a:pt x="171477" y="213103"/>
                  </a:cubicBezTo>
                  <a:cubicBezTo>
                    <a:pt x="170471" y="249367"/>
                    <a:pt x="170869" y="255764"/>
                    <a:pt x="174210" y="257046"/>
                  </a:cubicBezTo>
                  <a:cubicBezTo>
                    <a:pt x="176360" y="257871"/>
                    <a:pt x="178120" y="260081"/>
                    <a:pt x="178120" y="261958"/>
                  </a:cubicBezTo>
                  <a:cubicBezTo>
                    <a:pt x="178120" y="263834"/>
                    <a:pt x="179975" y="267225"/>
                    <a:pt x="182243" y="269492"/>
                  </a:cubicBezTo>
                  <a:cubicBezTo>
                    <a:pt x="184511" y="271760"/>
                    <a:pt x="185723" y="275291"/>
                    <a:pt x="184937" y="277338"/>
                  </a:cubicBezTo>
                  <a:cubicBezTo>
                    <a:pt x="183466" y="281172"/>
                    <a:pt x="186953" y="284533"/>
                    <a:pt x="193415" y="285510"/>
                  </a:cubicBezTo>
                  <a:cubicBezTo>
                    <a:pt x="195439" y="285815"/>
                    <a:pt x="198251" y="288132"/>
                    <a:pt x="199664" y="290658"/>
                  </a:cubicBezTo>
                  <a:cubicBezTo>
                    <a:pt x="201078" y="293183"/>
                    <a:pt x="204796" y="297811"/>
                    <a:pt x="207927" y="300943"/>
                  </a:cubicBezTo>
                  <a:cubicBezTo>
                    <a:pt x="211058" y="304074"/>
                    <a:pt x="216366" y="310492"/>
                    <a:pt x="219722" y="315205"/>
                  </a:cubicBezTo>
                  <a:cubicBezTo>
                    <a:pt x="223078" y="319918"/>
                    <a:pt x="229657" y="327140"/>
                    <a:pt x="234342" y="331253"/>
                  </a:cubicBezTo>
                  <a:cubicBezTo>
                    <a:pt x="239027" y="335367"/>
                    <a:pt x="242630" y="340605"/>
                    <a:pt x="242348" y="342893"/>
                  </a:cubicBezTo>
                  <a:cubicBezTo>
                    <a:pt x="242066" y="345182"/>
                    <a:pt x="242758" y="350373"/>
                    <a:pt x="243886" y="354430"/>
                  </a:cubicBezTo>
                  <a:cubicBezTo>
                    <a:pt x="245242" y="359308"/>
                    <a:pt x="244910" y="362440"/>
                    <a:pt x="242906" y="363679"/>
                  </a:cubicBezTo>
                  <a:cubicBezTo>
                    <a:pt x="240669" y="365062"/>
                    <a:pt x="240599" y="367456"/>
                    <a:pt x="242638" y="372819"/>
                  </a:cubicBezTo>
                  <a:cubicBezTo>
                    <a:pt x="245274" y="379752"/>
                    <a:pt x="245565" y="379861"/>
                    <a:pt x="248980" y="375191"/>
                  </a:cubicBezTo>
                  <a:cubicBezTo>
                    <a:pt x="253071" y="369596"/>
                    <a:pt x="256854" y="372003"/>
                    <a:pt x="256854" y="380201"/>
                  </a:cubicBezTo>
                  <a:cubicBezTo>
                    <a:pt x="256854" y="384054"/>
                    <a:pt x="258448" y="385776"/>
                    <a:pt x="262017" y="385776"/>
                  </a:cubicBezTo>
                  <a:cubicBezTo>
                    <a:pt x="266316" y="385777"/>
                    <a:pt x="267243" y="387623"/>
                    <a:pt x="267554" y="396801"/>
                  </a:cubicBezTo>
                  <a:cubicBezTo>
                    <a:pt x="267995" y="409833"/>
                    <a:pt x="271290" y="414537"/>
                    <a:pt x="281559" y="416793"/>
                  </a:cubicBezTo>
                  <a:cubicBezTo>
                    <a:pt x="287964" y="418199"/>
                    <a:pt x="289378" y="420020"/>
                    <a:pt x="290755" y="428632"/>
                  </a:cubicBezTo>
                  <a:cubicBezTo>
                    <a:pt x="291650" y="434230"/>
                    <a:pt x="293391" y="439433"/>
                    <a:pt x="294624" y="440196"/>
                  </a:cubicBezTo>
                  <a:cubicBezTo>
                    <a:pt x="295858" y="440958"/>
                    <a:pt x="296867" y="446160"/>
                    <a:pt x="296867" y="451755"/>
                  </a:cubicBezTo>
                  <a:cubicBezTo>
                    <a:pt x="296867" y="461851"/>
                    <a:pt x="296793" y="461926"/>
                    <a:pt x="287186" y="461588"/>
                  </a:cubicBezTo>
                  <a:cubicBezTo>
                    <a:pt x="281862" y="461400"/>
                    <a:pt x="258020" y="459243"/>
                    <a:pt x="234204" y="456793"/>
                  </a:cubicBezTo>
                  <a:close/>
                </a:path>
              </a:pathLst>
            </a:custGeom>
            <a:solidFill>
              <a:srgbClr val="B9B9B9"/>
            </a:solidFill>
            <a:ln w="5163" cap="flat">
              <a:noFill/>
              <a:prstDash val="solid"/>
              <a:miter/>
            </a:ln>
          </p:spPr>
          <p:txBody>
            <a:bodyPr/>
            <a:lstStyle/>
            <a:p>
              <a:endParaRPr lang="es-419" noProof="0" dirty="0"/>
            </a:p>
          </p:txBody>
        </p:sp>
        <p:sp>
          <p:nvSpPr>
            <p:cNvPr id="108" name="Forma libre: forma 107">
              <a:extLst>
                <a:ext uri="{FF2B5EF4-FFF2-40B4-BE49-F238E27FC236}">
                  <a16:creationId xmlns:a16="http://schemas.microsoft.com/office/drawing/2014/main" id="{D0289DDD-7A1E-BC40-E568-791039E094A5}"/>
                </a:ext>
              </a:extLst>
            </p:cNvPr>
            <p:cNvSpPr/>
            <p:nvPr/>
          </p:nvSpPr>
          <p:spPr>
            <a:xfrm>
              <a:off x="259777" y="1434618"/>
              <a:ext cx="20905" cy="34765"/>
            </a:xfrm>
            <a:custGeom>
              <a:avLst/>
              <a:gdLst>
                <a:gd name="csX0" fmla="*/ 7343 w 20905"/>
                <a:gd name="csY0" fmla="*/ 31742 h 34765"/>
                <a:gd name="csX1" fmla="*/ 5095 w 20905"/>
                <a:gd name="csY1" fmla="*/ 22712 h 34765"/>
                <a:gd name="csX2" fmla="*/ 11946 w 20905"/>
                <a:gd name="csY2" fmla="*/ 12959 h 34765"/>
                <a:gd name="csX3" fmla="*/ 17992 w 20905"/>
                <a:gd name="csY3" fmla="*/ 1997 h 34765"/>
                <a:gd name="csX4" fmla="*/ 19063 w 20905"/>
                <a:gd name="csY4" fmla="*/ 27093 h 34765"/>
                <a:gd name="csX5" fmla="*/ 7343 w 20905"/>
                <a:gd name="csY5" fmla="*/ 31742 h 34765"/>
              </a:gdLst>
              <a:ahLst/>
              <a:cxnLst>
                <a:cxn ang="0">
                  <a:pos x="csX0" y="csY0"/>
                </a:cxn>
                <a:cxn ang="0">
                  <a:pos x="csX1" y="csY1"/>
                </a:cxn>
                <a:cxn ang="0">
                  <a:pos x="csX2" y="csY2"/>
                </a:cxn>
                <a:cxn ang="0">
                  <a:pos x="csX3" y="csY3"/>
                </a:cxn>
                <a:cxn ang="0">
                  <a:pos x="csX4" y="csY4"/>
                </a:cxn>
                <a:cxn ang="0">
                  <a:pos x="csX5" y="csY5"/>
                </a:cxn>
              </a:cxnLst>
              <a:rect l="l" t="t" r="r" b="b"/>
              <a:pathLst>
                <a:path w="20905" h="34765">
                  <a:moveTo>
                    <a:pt x="7343" y="31742"/>
                  </a:moveTo>
                  <a:cubicBezTo>
                    <a:pt x="-1878" y="26647"/>
                    <a:pt x="-2170" y="25474"/>
                    <a:pt x="5095" y="22712"/>
                  </a:cubicBezTo>
                  <a:cubicBezTo>
                    <a:pt x="10179" y="20779"/>
                    <a:pt x="11916" y="18306"/>
                    <a:pt x="11946" y="12959"/>
                  </a:cubicBezTo>
                  <a:cubicBezTo>
                    <a:pt x="11996" y="3833"/>
                    <a:pt x="16177" y="-3749"/>
                    <a:pt x="17992" y="1997"/>
                  </a:cubicBezTo>
                  <a:cubicBezTo>
                    <a:pt x="21527" y="13191"/>
                    <a:pt x="21797" y="19522"/>
                    <a:pt x="19063" y="27093"/>
                  </a:cubicBezTo>
                  <a:cubicBezTo>
                    <a:pt x="15722" y="36343"/>
                    <a:pt x="15691" y="36355"/>
                    <a:pt x="7343" y="31742"/>
                  </a:cubicBezTo>
                  <a:close/>
                </a:path>
              </a:pathLst>
            </a:custGeom>
            <a:solidFill>
              <a:srgbClr val="B9B9B9"/>
            </a:solidFill>
            <a:ln w="5163" cap="flat">
              <a:noFill/>
              <a:prstDash val="solid"/>
              <a:miter/>
            </a:ln>
          </p:spPr>
          <p:txBody>
            <a:bodyPr/>
            <a:lstStyle/>
            <a:p>
              <a:endParaRPr lang="es-419" noProof="0" dirty="0"/>
            </a:p>
          </p:txBody>
        </p:sp>
        <p:sp>
          <p:nvSpPr>
            <p:cNvPr id="109" name="Forma libre: forma 108">
              <a:extLst>
                <a:ext uri="{FF2B5EF4-FFF2-40B4-BE49-F238E27FC236}">
                  <a16:creationId xmlns:a16="http://schemas.microsoft.com/office/drawing/2014/main" id="{63AB7BB7-153B-CF91-D833-F12FD7DBCE4E}"/>
                </a:ext>
              </a:extLst>
            </p:cNvPr>
            <p:cNvSpPr/>
            <p:nvPr/>
          </p:nvSpPr>
          <p:spPr>
            <a:xfrm>
              <a:off x="73152" y="1375664"/>
              <a:ext cx="14357" cy="42577"/>
            </a:xfrm>
            <a:custGeom>
              <a:avLst/>
              <a:gdLst>
                <a:gd name="csX0" fmla="*/ 7495 w 14357"/>
                <a:gd name="csY0" fmla="*/ 37645 h 42577"/>
                <a:gd name="csX1" fmla="*/ 3632 w 14357"/>
                <a:gd name="csY1" fmla="*/ 24738 h 42577"/>
                <a:gd name="csX2" fmla="*/ 3632 w 14357"/>
                <a:gd name="csY2" fmla="*/ 1505 h 42577"/>
                <a:gd name="csX3" fmla="*/ 7504 w 14357"/>
                <a:gd name="csY3" fmla="*/ 6137 h 42577"/>
                <a:gd name="csX4" fmla="*/ 10146 w 14357"/>
                <a:gd name="csY4" fmla="*/ 14863 h 42577"/>
                <a:gd name="csX5" fmla="*/ 11643 w 14357"/>
                <a:gd name="csY5" fmla="*/ 38936 h 42577"/>
                <a:gd name="csX6" fmla="*/ 7495 w 14357"/>
                <a:gd name="csY6" fmla="*/ 37645 h 42577"/>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4357" h="42577">
                  <a:moveTo>
                    <a:pt x="7495" y="37645"/>
                  </a:moveTo>
                  <a:cubicBezTo>
                    <a:pt x="7399" y="34096"/>
                    <a:pt x="5661" y="28288"/>
                    <a:pt x="3632" y="24738"/>
                  </a:cubicBezTo>
                  <a:cubicBezTo>
                    <a:pt x="-1211" y="16267"/>
                    <a:pt x="-1211" y="5524"/>
                    <a:pt x="3632" y="1505"/>
                  </a:cubicBezTo>
                  <a:cubicBezTo>
                    <a:pt x="6929" y="-1232"/>
                    <a:pt x="7504" y="-544"/>
                    <a:pt x="7504" y="6137"/>
                  </a:cubicBezTo>
                  <a:cubicBezTo>
                    <a:pt x="7504" y="10452"/>
                    <a:pt x="8693" y="14378"/>
                    <a:pt x="10146" y="14863"/>
                  </a:cubicBezTo>
                  <a:cubicBezTo>
                    <a:pt x="14898" y="16447"/>
                    <a:pt x="15948" y="33343"/>
                    <a:pt x="11643" y="38936"/>
                  </a:cubicBezTo>
                  <a:cubicBezTo>
                    <a:pt x="7745" y="44000"/>
                    <a:pt x="7665" y="43975"/>
                    <a:pt x="7495" y="37645"/>
                  </a:cubicBezTo>
                  <a:close/>
                </a:path>
              </a:pathLst>
            </a:custGeom>
            <a:solidFill>
              <a:srgbClr val="B9B9B9"/>
            </a:solidFill>
            <a:ln w="5163" cap="flat">
              <a:noFill/>
              <a:prstDash val="solid"/>
              <a:miter/>
            </a:ln>
          </p:spPr>
          <p:txBody>
            <a:bodyPr/>
            <a:lstStyle/>
            <a:p>
              <a:endParaRPr lang="es-419" noProof="0" dirty="0"/>
            </a:p>
          </p:txBody>
        </p:sp>
        <p:sp>
          <p:nvSpPr>
            <p:cNvPr id="110" name="Forma libre: forma 109">
              <a:extLst>
                <a:ext uri="{FF2B5EF4-FFF2-40B4-BE49-F238E27FC236}">
                  <a16:creationId xmlns:a16="http://schemas.microsoft.com/office/drawing/2014/main" id="{40A540E2-E11F-3729-1193-3AE51D6AF48B}"/>
                </a:ext>
              </a:extLst>
            </p:cNvPr>
            <p:cNvSpPr/>
            <p:nvPr/>
          </p:nvSpPr>
          <p:spPr>
            <a:xfrm>
              <a:off x="420547" y="1341567"/>
              <a:ext cx="36589" cy="57857"/>
            </a:xfrm>
            <a:custGeom>
              <a:avLst/>
              <a:gdLst>
                <a:gd name="csX0" fmla="*/ 24033 w 36589"/>
                <a:gd name="csY0" fmla="*/ 48231 h 57857"/>
                <a:gd name="csX1" fmla="*/ 8875 w 36589"/>
                <a:gd name="csY1" fmla="*/ 31730 h 57857"/>
                <a:gd name="csX2" fmla="*/ 2815 w 36589"/>
                <a:gd name="csY2" fmla="*/ 140 h 57857"/>
                <a:gd name="csX3" fmla="*/ 18571 w 36589"/>
                <a:gd name="csY3" fmla="*/ 17532 h 57857"/>
                <a:gd name="csX4" fmla="*/ 26156 w 36589"/>
                <a:gd name="csY4" fmla="*/ 27858 h 57857"/>
                <a:gd name="csX5" fmla="*/ 32361 w 36589"/>
                <a:gd name="csY5" fmla="*/ 36599 h 57857"/>
                <a:gd name="csX6" fmla="*/ 34380 w 36589"/>
                <a:gd name="csY6" fmla="*/ 51018 h 57857"/>
                <a:gd name="csX7" fmla="*/ 24033 w 36589"/>
                <a:gd name="csY7" fmla="*/ 48231 h 578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6589" h="57857">
                  <a:moveTo>
                    <a:pt x="24033" y="48231"/>
                  </a:moveTo>
                  <a:cubicBezTo>
                    <a:pt x="18251" y="41995"/>
                    <a:pt x="11430" y="34569"/>
                    <a:pt x="8875" y="31730"/>
                  </a:cubicBezTo>
                  <a:cubicBezTo>
                    <a:pt x="870" y="22831"/>
                    <a:pt x="-3051" y="2391"/>
                    <a:pt x="2815" y="140"/>
                  </a:cubicBezTo>
                  <a:cubicBezTo>
                    <a:pt x="7073" y="-1494"/>
                    <a:pt x="18931" y="11596"/>
                    <a:pt x="18571" y="17532"/>
                  </a:cubicBezTo>
                  <a:cubicBezTo>
                    <a:pt x="18043" y="26212"/>
                    <a:pt x="19252" y="27858"/>
                    <a:pt x="26156" y="27858"/>
                  </a:cubicBezTo>
                  <a:cubicBezTo>
                    <a:pt x="32848" y="27858"/>
                    <a:pt x="33306" y="28504"/>
                    <a:pt x="32361" y="36599"/>
                  </a:cubicBezTo>
                  <a:cubicBezTo>
                    <a:pt x="31800" y="41406"/>
                    <a:pt x="32708" y="47895"/>
                    <a:pt x="34380" y="51018"/>
                  </a:cubicBezTo>
                  <a:cubicBezTo>
                    <a:pt x="39819" y="61181"/>
                    <a:pt x="34782" y="59825"/>
                    <a:pt x="24033" y="48231"/>
                  </a:cubicBezTo>
                  <a:close/>
                </a:path>
              </a:pathLst>
            </a:custGeom>
            <a:solidFill>
              <a:srgbClr val="B9B9B9"/>
            </a:solidFill>
            <a:ln w="5163" cap="flat">
              <a:noFill/>
              <a:prstDash val="solid"/>
              <a:miter/>
            </a:ln>
          </p:spPr>
          <p:txBody>
            <a:bodyPr/>
            <a:lstStyle/>
            <a:p>
              <a:endParaRPr lang="es-419" noProof="0" dirty="0"/>
            </a:p>
          </p:txBody>
        </p:sp>
      </p:grpSp>
      <p:grpSp>
        <p:nvGrpSpPr>
          <p:cNvPr id="111" name="Gráfico 39">
            <a:extLst>
              <a:ext uri="{FF2B5EF4-FFF2-40B4-BE49-F238E27FC236}">
                <a16:creationId xmlns:a16="http://schemas.microsoft.com/office/drawing/2014/main" id="{BC17B6B8-E2CE-0635-B496-0FBD92058DBD}"/>
              </a:ext>
            </a:extLst>
          </p:cNvPr>
          <p:cNvGrpSpPr/>
          <p:nvPr/>
        </p:nvGrpSpPr>
        <p:grpSpPr>
          <a:xfrm>
            <a:off x="347681" y="1057339"/>
            <a:ext cx="481325" cy="621418"/>
            <a:chOff x="347681" y="1057339"/>
            <a:chExt cx="481325" cy="621418"/>
          </a:xfrm>
          <a:solidFill>
            <a:srgbClr val="B9B9B9"/>
          </a:solidFill>
        </p:grpSpPr>
        <p:grpSp>
          <p:nvGrpSpPr>
            <p:cNvPr id="112" name="Gráfico 39">
              <a:extLst>
                <a:ext uri="{FF2B5EF4-FFF2-40B4-BE49-F238E27FC236}">
                  <a16:creationId xmlns:a16="http://schemas.microsoft.com/office/drawing/2014/main" id="{F91C403B-09C5-9A86-DD18-3F9F3F5DE9FE}"/>
                </a:ext>
              </a:extLst>
            </p:cNvPr>
            <p:cNvGrpSpPr/>
            <p:nvPr/>
          </p:nvGrpSpPr>
          <p:grpSpPr>
            <a:xfrm>
              <a:off x="492211" y="1384222"/>
              <a:ext cx="33498" cy="51895"/>
              <a:chOff x="492211" y="1384222"/>
              <a:chExt cx="33498" cy="51895"/>
            </a:xfrm>
            <a:solidFill>
              <a:srgbClr val="B9B9B9"/>
            </a:solidFill>
          </p:grpSpPr>
          <p:sp>
            <p:nvSpPr>
              <p:cNvPr id="113" name="Forma libre: forma 112">
                <a:extLst>
                  <a:ext uri="{FF2B5EF4-FFF2-40B4-BE49-F238E27FC236}">
                    <a16:creationId xmlns:a16="http://schemas.microsoft.com/office/drawing/2014/main" id="{32A79240-8018-8AAD-C17A-FDBD9BA11528}"/>
                  </a:ext>
                </a:extLst>
              </p:cNvPr>
              <p:cNvSpPr/>
              <p:nvPr/>
            </p:nvSpPr>
            <p:spPr>
              <a:xfrm>
                <a:off x="492211" y="1428798"/>
                <a:ext cx="6246" cy="7319"/>
              </a:xfrm>
              <a:custGeom>
                <a:avLst/>
                <a:gdLst>
                  <a:gd name="csX0" fmla="*/ 460 w 6246"/>
                  <a:gd name="csY0" fmla="*/ 4088 h 7319"/>
                  <a:gd name="csX1" fmla="*/ 4549 w 6246"/>
                  <a:gd name="csY1" fmla="*/ 0 h 7319"/>
                  <a:gd name="csX2" fmla="*/ 1959 w 6246"/>
                  <a:gd name="csY2" fmla="*/ 7153 h 7319"/>
                  <a:gd name="csX3" fmla="*/ 460 w 6246"/>
                  <a:gd name="csY3" fmla="*/ 4088 h 7319"/>
                </a:gdLst>
                <a:ahLst/>
                <a:cxnLst>
                  <a:cxn ang="0">
                    <a:pos x="csX0" y="csY0"/>
                  </a:cxn>
                  <a:cxn ang="0">
                    <a:pos x="csX1" y="csY1"/>
                  </a:cxn>
                  <a:cxn ang="0">
                    <a:pos x="csX2" y="csY2"/>
                  </a:cxn>
                  <a:cxn ang="0">
                    <a:pos x="csX3" y="csY3"/>
                  </a:cxn>
                </a:cxnLst>
                <a:rect l="l" t="t" r="r" b="b"/>
                <a:pathLst>
                  <a:path w="6246" h="7319">
                    <a:moveTo>
                      <a:pt x="460" y="4088"/>
                    </a:moveTo>
                    <a:cubicBezTo>
                      <a:pt x="1323" y="1840"/>
                      <a:pt x="3163" y="0"/>
                      <a:pt x="4549" y="0"/>
                    </a:cubicBezTo>
                    <a:cubicBezTo>
                      <a:pt x="7942" y="0"/>
                      <a:pt x="5818" y="5867"/>
                      <a:pt x="1959" y="7153"/>
                    </a:cubicBezTo>
                    <a:cubicBezTo>
                      <a:pt x="72" y="7782"/>
                      <a:pt x="-505" y="6602"/>
                      <a:pt x="460" y="4088"/>
                    </a:cubicBezTo>
                    <a:close/>
                  </a:path>
                </a:pathLst>
              </a:custGeom>
              <a:solidFill>
                <a:srgbClr val="B9B9B9"/>
              </a:solidFill>
              <a:ln w="5163" cap="flat">
                <a:noFill/>
                <a:prstDash val="solid"/>
                <a:miter/>
              </a:ln>
            </p:spPr>
            <p:txBody>
              <a:bodyPr/>
              <a:lstStyle/>
              <a:p>
                <a:endParaRPr lang="es-419" noProof="0" dirty="0"/>
              </a:p>
            </p:txBody>
          </p:sp>
          <p:sp>
            <p:nvSpPr>
              <p:cNvPr id="114" name="Forma libre: forma 113">
                <a:extLst>
                  <a:ext uri="{FF2B5EF4-FFF2-40B4-BE49-F238E27FC236}">
                    <a16:creationId xmlns:a16="http://schemas.microsoft.com/office/drawing/2014/main" id="{E48ECEAC-9197-B92D-EB26-24E344B18D51}"/>
                  </a:ext>
                </a:extLst>
              </p:cNvPr>
              <p:cNvSpPr/>
              <p:nvPr/>
            </p:nvSpPr>
            <p:spPr>
              <a:xfrm>
                <a:off x="495379" y="1384222"/>
                <a:ext cx="30331" cy="44105"/>
              </a:xfrm>
              <a:custGeom>
                <a:avLst/>
                <a:gdLst>
                  <a:gd name="csX0" fmla="*/ 10578 w 30331"/>
                  <a:gd name="csY0" fmla="*/ 40845 h 44105"/>
                  <a:gd name="csX1" fmla="*/ 3426 w 30331"/>
                  <a:gd name="csY1" fmla="*/ 27268 h 44105"/>
                  <a:gd name="csX2" fmla="*/ 8634 w 30331"/>
                  <a:gd name="csY2" fmla="*/ 13316 h 44105"/>
                  <a:gd name="csX3" fmla="*/ 25629 w 30331"/>
                  <a:gd name="csY3" fmla="*/ 1695 h 44105"/>
                  <a:gd name="csX4" fmla="*/ 27283 w 30331"/>
                  <a:gd name="csY4" fmla="*/ 34769 h 44105"/>
                  <a:gd name="csX5" fmla="*/ 10578 w 30331"/>
                  <a:gd name="csY5" fmla="*/ 40845 h 44105"/>
                </a:gdLst>
                <a:ahLst/>
                <a:cxnLst>
                  <a:cxn ang="0">
                    <a:pos x="csX0" y="csY0"/>
                  </a:cxn>
                  <a:cxn ang="0">
                    <a:pos x="csX1" y="csY1"/>
                  </a:cxn>
                  <a:cxn ang="0">
                    <a:pos x="csX2" y="csY2"/>
                  </a:cxn>
                  <a:cxn ang="0">
                    <a:pos x="csX3" y="csY3"/>
                  </a:cxn>
                  <a:cxn ang="0">
                    <a:pos x="csX4" y="csY4"/>
                  </a:cxn>
                  <a:cxn ang="0">
                    <a:pos x="csX5" y="csY5"/>
                  </a:cxn>
                </a:cxnLst>
                <a:rect l="l" t="t" r="r" b="b"/>
                <a:pathLst>
                  <a:path w="30331" h="44105">
                    <a:moveTo>
                      <a:pt x="10578" y="40845"/>
                    </a:moveTo>
                    <a:cubicBezTo>
                      <a:pt x="-1917" y="34327"/>
                      <a:pt x="-2001" y="34167"/>
                      <a:pt x="3426" y="27268"/>
                    </a:cubicBezTo>
                    <a:cubicBezTo>
                      <a:pt x="6291" y="23626"/>
                      <a:pt x="8634" y="17348"/>
                      <a:pt x="8634" y="13316"/>
                    </a:cubicBezTo>
                    <a:cubicBezTo>
                      <a:pt x="8634" y="4586"/>
                      <a:pt x="20679" y="-3650"/>
                      <a:pt x="25629" y="1695"/>
                    </a:cubicBezTo>
                    <a:cubicBezTo>
                      <a:pt x="31123" y="7627"/>
                      <a:pt x="31970" y="24580"/>
                      <a:pt x="27283" y="34769"/>
                    </a:cubicBezTo>
                    <a:cubicBezTo>
                      <a:pt x="22315" y="45567"/>
                      <a:pt x="20734" y="46142"/>
                      <a:pt x="10578" y="40845"/>
                    </a:cubicBezTo>
                    <a:close/>
                  </a:path>
                </a:pathLst>
              </a:custGeom>
              <a:solidFill>
                <a:srgbClr val="B9B9B9"/>
              </a:solidFill>
              <a:ln w="5163" cap="flat">
                <a:noFill/>
                <a:prstDash val="solid"/>
                <a:miter/>
              </a:ln>
            </p:spPr>
            <p:txBody>
              <a:bodyPr/>
              <a:lstStyle/>
              <a:p>
                <a:endParaRPr lang="es-419" noProof="0" dirty="0"/>
              </a:p>
            </p:txBody>
          </p:sp>
        </p:grpSp>
        <p:grpSp>
          <p:nvGrpSpPr>
            <p:cNvPr id="115" name="Gráfico 39">
              <a:extLst>
                <a:ext uri="{FF2B5EF4-FFF2-40B4-BE49-F238E27FC236}">
                  <a16:creationId xmlns:a16="http://schemas.microsoft.com/office/drawing/2014/main" id="{A07F5298-2131-BAEE-514C-AD8F7FC50522}"/>
                </a:ext>
              </a:extLst>
            </p:cNvPr>
            <p:cNvGrpSpPr/>
            <p:nvPr/>
          </p:nvGrpSpPr>
          <p:grpSpPr>
            <a:xfrm>
              <a:off x="347681" y="1057339"/>
              <a:ext cx="481325" cy="621418"/>
              <a:chOff x="347681" y="1057339"/>
              <a:chExt cx="481325" cy="621418"/>
            </a:xfrm>
            <a:solidFill>
              <a:srgbClr val="B9B9B9"/>
            </a:solidFill>
          </p:grpSpPr>
          <p:sp>
            <p:nvSpPr>
              <p:cNvPr id="116" name="Forma libre: forma 115">
                <a:extLst>
                  <a:ext uri="{FF2B5EF4-FFF2-40B4-BE49-F238E27FC236}">
                    <a16:creationId xmlns:a16="http://schemas.microsoft.com/office/drawing/2014/main" id="{E037543B-1F7A-546A-DE4B-D66A75CAC4F6}"/>
                  </a:ext>
                </a:extLst>
              </p:cNvPr>
              <p:cNvSpPr/>
              <p:nvPr/>
            </p:nvSpPr>
            <p:spPr>
              <a:xfrm>
                <a:off x="347681" y="1057339"/>
                <a:ext cx="481325" cy="621418"/>
              </a:xfrm>
              <a:custGeom>
                <a:avLst/>
                <a:gdLst>
                  <a:gd name="csX0" fmla="*/ 392709 w 481325"/>
                  <a:gd name="csY0" fmla="*/ 609477 h 621418"/>
                  <a:gd name="csX1" fmla="*/ 388957 w 481325"/>
                  <a:gd name="csY1" fmla="*/ 594848 h 621418"/>
                  <a:gd name="csX2" fmla="*/ 382520 w 481325"/>
                  <a:gd name="csY2" fmla="*/ 582680 h 621418"/>
                  <a:gd name="csX3" fmla="*/ 381003 w 481325"/>
                  <a:gd name="csY3" fmla="*/ 575394 h 621418"/>
                  <a:gd name="csX4" fmla="*/ 376772 w 481325"/>
                  <a:gd name="csY4" fmla="*/ 573517 h 621418"/>
                  <a:gd name="csX5" fmla="*/ 372471 w 481325"/>
                  <a:gd name="csY5" fmla="*/ 575078 h 621418"/>
                  <a:gd name="csX6" fmla="*/ 371638 w 481325"/>
                  <a:gd name="csY6" fmla="*/ 577600 h 621418"/>
                  <a:gd name="csX7" fmla="*/ 373727 w 481325"/>
                  <a:gd name="csY7" fmla="*/ 583138 h 621418"/>
                  <a:gd name="csX8" fmla="*/ 369193 w 481325"/>
                  <a:gd name="csY8" fmla="*/ 580381 h 621418"/>
                  <a:gd name="csX9" fmla="*/ 364289 w 481325"/>
                  <a:gd name="csY9" fmla="*/ 578851 h 621418"/>
                  <a:gd name="csX10" fmla="*/ 358202 w 481325"/>
                  <a:gd name="csY10" fmla="*/ 578294 h 621418"/>
                  <a:gd name="csX11" fmla="*/ 344811 w 481325"/>
                  <a:gd name="csY11" fmla="*/ 546998 h 621418"/>
                  <a:gd name="csX12" fmla="*/ 347360 w 481325"/>
                  <a:gd name="csY12" fmla="*/ 544424 h 621418"/>
                  <a:gd name="csX13" fmla="*/ 329284 w 481325"/>
                  <a:gd name="csY13" fmla="*/ 536840 h 621418"/>
                  <a:gd name="csX14" fmla="*/ 312504 w 481325"/>
                  <a:gd name="csY14" fmla="*/ 531378 h 621418"/>
                  <a:gd name="csX15" fmla="*/ 299274 w 481325"/>
                  <a:gd name="csY15" fmla="*/ 523870 h 621418"/>
                  <a:gd name="csX16" fmla="*/ 298267 w 481325"/>
                  <a:gd name="csY16" fmla="*/ 519838 h 621418"/>
                  <a:gd name="csX17" fmla="*/ 294146 w 481325"/>
                  <a:gd name="csY17" fmla="*/ 506308 h 621418"/>
                  <a:gd name="csX18" fmla="*/ 290635 w 481325"/>
                  <a:gd name="csY18" fmla="*/ 495822 h 621418"/>
                  <a:gd name="csX19" fmla="*/ 290295 w 481325"/>
                  <a:gd name="csY19" fmla="*/ 485043 h 621418"/>
                  <a:gd name="csX20" fmla="*/ 292460 w 481325"/>
                  <a:gd name="csY20" fmla="*/ 479235 h 621418"/>
                  <a:gd name="csX21" fmla="*/ 293954 w 481325"/>
                  <a:gd name="csY21" fmla="*/ 469554 h 621418"/>
                  <a:gd name="csX22" fmla="*/ 288754 w 481325"/>
                  <a:gd name="csY22" fmla="*/ 460702 h 621418"/>
                  <a:gd name="csX23" fmla="*/ 283583 w 481325"/>
                  <a:gd name="csY23" fmla="*/ 460065 h 621418"/>
                  <a:gd name="csX24" fmla="*/ 278874 w 481325"/>
                  <a:gd name="csY24" fmla="*/ 460231 h 621418"/>
                  <a:gd name="csX25" fmla="*/ 272498 w 481325"/>
                  <a:gd name="csY25" fmla="*/ 449744 h 621418"/>
                  <a:gd name="csX26" fmla="*/ 269740 w 481325"/>
                  <a:gd name="csY26" fmla="*/ 445139 h 621418"/>
                  <a:gd name="csX27" fmla="*/ 268211 w 481325"/>
                  <a:gd name="csY27" fmla="*/ 450043 h 621418"/>
                  <a:gd name="csX28" fmla="*/ 267044 w 481325"/>
                  <a:gd name="csY28" fmla="*/ 456881 h 621418"/>
                  <a:gd name="csX29" fmla="*/ 259538 w 481325"/>
                  <a:gd name="csY29" fmla="*/ 454425 h 621418"/>
                  <a:gd name="csX30" fmla="*/ 254428 w 481325"/>
                  <a:gd name="csY30" fmla="*/ 444654 h 621418"/>
                  <a:gd name="csX31" fmla="*/ 249421 w 481325"/>
                  <a:gd name="csY31" fmla="*/ 443656 h 621418"/>
                  <a:gd name="csX32" fmla="*/ 238700 w 481325"/>
                  <a:gd name="csY32" fmla="*/ 428558 h 621418"/>
                  <a:gd name="csX33" fmla="*/ 224166 w 481325"/>
                  <a:gd name="csY33" fmla="*/ 409935 h 621418"/>
                  <a:gd name="csX34" fmla="*/ 213124 w 481325"/>
                  <a:gd name="csY34" fmla="*/ 401065 h 621418"/>
                  <a:gd name="csX35" fmla="*/ 206671 w 481325"/>
                  <a:gd name="csY35" fmla="*/ 388468 h 621418"/>
                  <a:gd name="csX36" fmla="*/ 204242 w 481325"/>
                  <a:gd name="csY36" fmla="*/ 374041 h 621418"/>
                  <a:gd name="csX37" fmla="*/ 206562 w 481325"/>
                  <a:gd name="csY37" fmla="*/ 371283 h 621418"/>
                  <a:gd name="csX38" fmla="*/ 201394 w 481325"/>
                  <a:gd name="csY38" fmla="*/ 369855 h 621418"/>
                  <a:gd name="csX39" fmla="*/ 181743 w 481325"/>
                  <a:gd name="csY39" fmla="*/ 350072 h 621418"/>
                  <a:gd name="csX40" fmla="*/ 180840 w 481325"/>
                  <a:gd name="csY40" fmla="*/ 340015 h 621418"/>
                  <a:gd name="csX41" fmla="*/ 168342 w 481325"/>
                  <a:gd name="csY41" fmla="*/ 316750 h 621418"/>
                  <a:gd name="csX42" fmla="*/ 162786 w 481325"/>
                  <a:gd name="csY42" fmla="*/ 304341 h 621418"/>
                  <a:gd name="csX43" fmla="*/ 153959 w 481325"/>
                  <a:gd name="csY43" fmla="*/ 280463 h 621418"/>
                  <a:gd name="csX44" fmla="*/ 143231 w 481325"/>
                  <a:gd name="csY44" fmla="*/ 268201 h 621418"/>
                  <a:gd name="csX45" fmla="*/ 141096 w 481325"/>
                  <a:gd name="csY45" fmla="*/ 246493 h 621418"/>
                  <a:gd name="csX46" fmla="*/ 133510 w 481325"/>
                  <a:gd name="csY46" fmla="*/ 215932 h 621418"/>
                  <a:gd name="csX47" fmla="*/ 125786 w 481325"/>
                  <a:gd name="csY47" fmla="*/ 201792 h 621418"/>
                  <a:gd name="csX48" fmla="*/ 113580 w 481325"/>
                  <a:gd name="csY48" fmla="*/ 175023 h 621418"/>
                  <a:gd name="csX49" fmla="*/ 104703 w 481325"/>
                  <a:gd name="csY49" fmla="*/ 151035 h 621418"/>
                  <a:gd name="csX50" fmla="*/ 100240 w 481325"/>
                  <a:gd name="csY50" fmla="*/ 135893 h 621418"/>
                  <a:gd name="csX51" fmla="*/ 100240 w 481325"/>
                  <a:gd name="csY51" fmla="*/ 128463 h 621418"/>
                  <a:gd name="csX52" fmla="*/ 99247 w 481325"/>
                  <a:gd name="csY52" fmla="*/ 115142 h 621418"/>
                  <a:gd name="csX53" fmla="*/ 93791 w 481325"/>
                  <a:gd name="csY53" fmla="*/ 109442 h 621418"/>
                  <a:gd name="csX54" fmla="*/ 95549 w 481325"/>
                  <a:gd name="csY54" fmla="*/ 115250 h 621418"/>
                  <a:gd name="csX55" fmla="*/ 90800 w 481325"/>
                  <a:gd name="csY55" fmla="*/ 117023 h 621418"/>
                  <a:gd name="csX56" fmla="*/ 87172 w 481325"/>
                  <a:gd name="csY56" fmla="*/ 114272 h 621418"/>
                  <a:gd name="csX57" fmla="*/ 67148 w 481325"/>
                  <a:gd name="csY57" fmla="*/ 111209 h 621418"/>
                  <a:gd name="csX58" fmla="*/ 49971 w 481325"/>
                  <a:gd name="csY58" fmla="*/ 100232 h 621418"/>
                  <a:gd name="csX59" fmla="*/ 44090 w 481325"/>
                  <a:gd name="csY59" fmla="*/ 90574 h 621418"/>
                  <a:gd name="csX60" fmla="*/ 35863 w 481325"/>
                  <a:gd name="csY60" fmla="*/ 83433 h 621418"/>
                  <a:gd name="csX61" fmla="*/ 32588 w 481325"/>
                  <a:gd name="csY61" fmla="*/ 82069 h 621418"/>
                  <a:gd name="csX62" fmla="*/ 11771 w 481325"/>
                  <a:gd name="csY62" fmla="*/ 68233 h 621418"/>
                  <a:gd name="csX63" fmla="*/ 5348 w 481325"/>
                  <a:gd name="csY63" fmla="*/ 59589 h 621418"/>
                  <a:gd name="csX64" fmla="*/ 1583 w 481325"/>
                  <a:gd name="csY64" fmla="*/ 46912 h 621418"/>
                  <a:gd name="csX65" fmla="*/ 325 w 481325"/>
                  <a:gd name="csY65" fmla="*/ 17525 h 621418"/>
                  <a:gd name="csX66" fmla="*/ 4538 w 481325"/>
                  <a:gd name="csY66" fmla="*/ 6689 h 621418"/>
                  <a:gd name="csX67" fmla="*/ 10480 w 481325"/>
                  <a:gd name="csY67" fmla="*/ 0 h 621418"/>
                  <a:gd name="csX68" fmla="*/ 53074 w 481325"/>
                  <a:gd name="csY68" fmla="*/ 22147 h 621418"/>
                  <a:gd name="csX69" fmla="*/ 133099 w 481325"/>
                  <a:gd name="csY69" fmla="*/ 64285 h 621418"/>
                  <a:gd name="csX70" fmla="*/ 308638 w 481325"/>
                  <a:gd name="csY70" fmla="*/ 150152 h 621418"/>
                  <a:gd name="csX71" fmla="*/ 460324 w 481325"/>
                  <a:gd name="csY71" fmla="*/ 163865 h 621418"/>
                  <a:gd name="csX72" fmla="*/ 466125 w 481325"/>
                  <a:gd name="csY72" fmla="*/ 170071 h 621418"/>
                  <a:gd name="csX73" fmla="*/ 465714 w 481325"/>
                  <a:gd name="csY73" fmla="*/ 176317 h 621418"/>
                  <a:gd name="csX74" fmla="*/ 471176 w 481325"/>
                  <a:gd name="csY74" fmla="*/ 205515 h 621418"/>
                  <a:gd name="csX75" fmla="*/ 478356 w 481325"/>
                  <a:gd name="csY75" fmla="*/ 244968 h 621418"/>
                  <a:gd name="csX76" fmla="*/ 480666 w 481325"/>
                  <a:gd name="csY76" fmla="*/ 291434 h 621418"/>
                  <a:gd name="csX77" fmla="*/ 471606 w 481325"/>
                  <a:gd name="csY77" fmla="*/ 339879 h 621418"/>
                  <a:gd name="csX78" fmla="*/ 467718 w 481325"/>
                  <a:gd name="csY78" fmla="*/ 346935 h 621418"/>
                  <a:gd name="csX79" fmla="*/ 468256 w 481325"/>
                  <a:gd name="csY79" fmla="*/ 419216 h 621418"/>
                  <a:gd name="csX80" fmla="*/ 469120 w 481325"/>
                  <a:gd name="csY80" fmla="*/ 434705 h 621418"/>
                  <a:gd name="csX81" fmla="*/ 451760 w 481325"/>
                  <a:gd name="csY81" fmla="*/ 439004 h 621418"/>
                  <a:gd name="csX82" fmla="*/ 430017 w 481325"/>
                  <a:gd name="csY82" fmla="*/ 458164 h 621418"/>
                  <a:gd name="csX83" fmla="*/ 441207 w 481325"/>
                  <a:gd name="csY83" fmla="*/ 484914 h 621418"/>
                  <a:gd name="csX84" fmla="*/ 455538 w 481325"/>
                  <a:gd name="csY84" fmla="*/ 533438 h 621418"/>
                  <a:gd name="csX85" fmla="*/ 463393 w 481325"/>
                  <a:gd name="csY85" fmla="*/ 557324 h 621418"/>
                  <a:gd name="csX86" fmla="*/ 466107 w 481325"/>
                  <a:gd name="csY86" fmla="*/ 564704 h 621418"/>
                  <a:gd name="csX87" fmla="*/ 427332 w 481325"/>
                  <a:gd name="csY87" fmla="*/ 607875 h 621418"/>
                  <a:gd name="csX88" fmla="*/ 408378 w 481325"/>
                  <a:gd name="csY88" fmla="*/ 619278 h 621418"/>
                  <a:gd name="csX89" fmla="*/ 406733 w 481325"/>
                  <a:gd name="csY89" fmla="*/ 612610 h 621418"/>
                  <a:gd name="csX90" fmla="*/ 398989 w 481325"/>
                  <a:gd name="csY90" fmla="*/ 614115 h 621418"/>
                  <a:gd name="csX91" fmla="*/ 394277 w 481325"/>
                  <a:gd name="csY91" fmla="*/ 621279 h 621418"/>
                  <a:gd name="csX92" fmla="*/ 392709 w 481325"/>
                  <a:gd name="csY92" fmla="*/ 609477 h 62141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Lst>
                <a:rect l="l" t="t" r="r" b="b"/>
                <a:pathLst>
                  <a:path w="481325" h="621418">
                    <a:moveTo>
                      <a:pt x="392709" y="609477"/>
                    </a:moveTo>
                    <a:cubicBezTo>
                      <a:pt x="394253" y="597840"/>
                      <a:pt x="393887" y="596413"/>
                      <a:pt x="388957" y="594848"/>
                    </a:cubicBezTo>
                    <a:cubicBezTo>
                      <a:pt x="381454" y="592467"/>
                      <a:pt x="376874" y="583809"/>
                      <a:pt x="382520" y="582680"/>
                    </a:cubicBezTo>
                    <a:cubicBezTo>
                      <a:pt x="386074" y="581969"/>
                      <a:pt x="385853" y="580904"/>
                      <a:pt x="381003" y="575394"/>
                    </a:cubicBezTo>
                    <a:cubicBezTo>
                      <a:pt x="377016" y="570863"/>
                      <a:pt x="375755" y="570304"/>
                      <a:pt x="376772" y="573517"/>
                    </a:cubicBezTo>
                    <a:cubicBezTo>
                      <a:pt x="378038" y="577517"/>
                      <a:pt x="377495" y="577714"/>
                      <a:pt x="372471" y="575078"/>
                    </a:cubicBezTo>
                    <a:cubicBezTo>
                      <a:pt x="366755" y="572079"/>
                      <a:pt x="366750" y="572094"/>
                      <a:pt x="371638" y="577600"/>
                    </a:cubicBezTo>
                    <a:cubicBezTo>
                      <a:pt x="374343" y="580646"/>
                      <a:pt x="375283" y="583138"/>
                      <a:pt x="373727" y="583138"/>
                    </a:cubicBezTo>
                    <a:cubicBezTo>
                      <a:pt x="372171" y="583138"/>
                      <a:pt x="370131" y="581897"/>
                      <a:pt x="369193" y="580381"/>
                    </a:cubicBezTo>
                    <a:cubicBezTo>
                      <a:pt x="368256" y="578864"/>
                      <a:pt x="366049" y="578176"/>
                      <a:pt x="364289" y="578851"/>
                    </a:cubicBezTo>
                    <a:cubicBezTo>
                      <a:pt x="362530" y="579526"/>
                      <a:pt x="359790" y="579276"/>
                      <a:pt x="358202" y="578294"/>
                    </a:cubicBezTo>
                    <a:cubicBezTo>
                      <a:pt x="354056" y="575732"/>
                      <a:pt x="341762" y="546998"/>
                      <a:pt x="344811" y="546998"/>
                    </a:cubicBezTo>
                    <a:cubicBezTo>
                      <a:pt x="346213" y="546998"/>
                      <a:pt x="347360" y="545839"/>
                      <a:pt x="347360" y="544424"/>
                    </a:cubicBezTo>
                    <a:cubicBezTo>
                      <a:pt x="347360" y="541126"/>
                      <a:pt x="331006" y="534265"/>
                      <a:pt x="329284" y="536840"/>
                    </a:cubicBezTo>
                    <a:cubicBezTo>
                      <a:pt x="328570" y="537907"/>
                      <a:pt x="321020" y="535449"/>
                      <a:pt x="312504" y="531378"/>
                    </a:cubicBezTo>
                    <a:cubicBezTo>
                      <a:pt x="303989" y="527306"/>
                      <a:pt x="298035" y="523928"/>
                      <a:pt x="299274" y="523870"/>
                    </a:cubicBezTo>
                    <a:cubicBezTo>
                      <a:pt x="300512" y="523812"/>
                      <a:pt x="300059" y="521998"/>
                      <a:pt x="298267" y="519838"/>
                    </a:cubicBezTo>
                    <a:cubicBezTo>
                      <a:pt x="296474" y="517678"/>
                      <a:pt x="294620" y="511589"/>
                      <a:pt x="294146" y="506308"/>
                    </a:cubicBezTo>
                    <a:cubicBezTo>
                      <a:pt x="293672" y="501026"/>
                      <a:pt x="292092" y="496307"/>
                      <a:pt x="290635" y="495822"/>
                    </a:cubicBezTo>
                    <a:cubicBezTo>
                      <a:pt x="287387" y="494739"/>
                      <a:pt x="287081" y="485043"/>
                      <a:pt x="290295" y="485043"/>
                    </a:cubicBezTo>
                    <a:cubicBezTo>
                      <a:pt x="291564" y="485043"/>
                      <a:pt x="292539" y="482429"/>
                      <a:pt x="292460" y="479235"/>
                    </a:cubicBezTo>
                    <a:cubicBezTo>
                      <a:pt x="292381" y="476040"/>
                      <a:pt x="293054" y="471684"/>
                      <a:pt x="293954" y="469554"/>
                    </a:cubicBezTo>
                    <a:cubicBezTo>
                      <a:pt x="294994" y="467095"/>
                      <a:pt x="293096" y="463864"/>
                      <a:pt x="288754" y="460702"/>
                    </a:cubicBezTo>
                    <a:cubicBezTo>
                      <a:pt x="282831" y="456387"/>
                      <a:pt x="282139" y="456302"/>
                      <a:pt x="283583" y="460065"/>
                    </a:cubicBezTo>
                    <a:cubicBezTo>
                      <a:pt x="285131" y="464099"/>
                      <a:pt x="284795" y="464110"/>
                      <a:pt x="278874" y="460231"/>
                    </a:cubicBezTo>
                    <a:cubicBezTo>
                      <a:pt x="274972" y="457675"/>
                      <a:pt x="272498" y="453605"/>
                      <a:pt x="272498" y="449744"/>
                    </a:cubicBezTo>
                    <a:cubicBezTo>
                      <a:pt x="272498" y="445927"/>
                      <a:pt x="271409" y="444108"/>
                      <a:pt x="269740" y="445139"/>
                    </a:cubicBezTo>
                    <a:cubicBezTo>
                      <a:pt x="268224" y="446077"/>
                      <a:pt x="267535" y="448283"/>
                      <a:pt x="268211" y="450043"/>
                    </a:cubicBezTo>
                    <a:cubicBezTo>
                      <a:pt x="268886" y="451803"/>
                      <a:pt x="268361" y="454880"/>
                      <a:pt x="267044" y="456881"/>
                    </a:cubicBezTo>
                    <a:cubicBezTo>
                      <a:pt x="265087" y="459853"/>
                      <a:pt x="263712" y="459403"/>
                      <a:pt x="259538" y="454425"/>
                    </a:cubicBezTo>
                    <a:cubicBezTo>
                      <a:pt x="256727" y="451073"/>
                      <a:pt x="254428" y="446676"/>
                      <a:pt x="254428" y="444654"/>
                    </a:cubicBezTo>
                    <a:cubicBezTo>
                      <a:pt x="254428" y="441815"/>
                      <a:pt x="253286" y="441587"/>
                      <a:pt x="249421" y="443656"/>
                    </a:cubicBezTo>
                    <a:cubicBezTo>
                      <a:pt x="243479" y="446836"/>
                      <a:pt x="243193" y="446433"/>
                      <a:pt x="238700" y="428558"/>
                    </a:cubicBezTo>
                    <a:cubicBezTo>
                      <a:pt x="235500" y="415829"/>
                      <a:pt x="234285" y="414272"/>
                      <a:pt x="224166" y="409935"/>
                    </a:cubicBezTo>
                    <a:cubicBezTo>
                      <a:pt x="217728" y="407175"/>
                      <a:pt x="213124" y="403477"/>
                      <a:pt x="213124" y="401065"/>
                    </a:cubicBezTo>
                    <a:cubicBezTo>
                      <a:pt x="213124" y="398790"/>
                      <a:pt x="210220" y="393122"/>
                      <a:pt x="206671" y="388468"/>
                    </a:cubicBezTo>
                    <a:cubicBezTo>
                      <a:pt x="199265" y="378758"/>
                      <a:pt x="198471" y="374041"/>
                      <a:pt x="204242" y="374041"/>
                    </a:cubicBezTo>
                    <a:cubicBezTo>
                      <a:pt x="206455" y="374041"/>
                      <a:pt x="207499" y="372800"/>
                      <a:pt x="206562" y="371283"/>
                    </a:cubicBezTo>
                    <a:cubicBezTo>
                      <a:pt x="205625" y="369767"/>
                      <a:pt x="203299" y="369124"/>
                      <a:pt x="201394" y="369855"/>
                    </a:cubicBezTo>
                    <a:cubicBezTo>
                      <a:pt x="197850" y="371215"/>
                      <a:pt x="182472" y="355734"/>
                      <a:pt x="181743" y="350072"/>
                    </a:cubicBezTo>
                    <a:cubicBezTo>
                      <a:pt x="181521" y="348347"/>
                      <a:pt x="181114" y="343821"/>
                      <a:pt x="180840" y="340015"/>
                    </a:cubicBezTo>
                    <a:cubicBezTo>
                      <a:pt x="179988" y="328208"/>
                      <a:pt x="174287" y="317597"/>
                      <a:pt x="168342" y="316750"/>
                    </a:cubicBezTo>
                    <a:cubicBezTo>
                      <a:pt x="163596" y="316073"/>
                      <a:pt x="162786" y="314266"/>
                      <a:pt x="162786" y="304341"/>
                    </a:cubicBezTo>
                    <a:cubicBezTo>
                      <a:pt x="162786" y="295229"/>
                      <a:pt x="160883" y="290082"/>
                      <a:pt x="153959" y="280463"/>
                    </a:cubicBezTo>
                    <a:cubicBezTo>
                      <a:pt x="149104" y="273719"/>
                      <a:pt x="144276" y="268201"/>
                      <a:pt x="143231" y="268201"/>
                    </a:cubicBezTo>
                    <a:cubicBezTo>
                      <a:pt x="142186" y="268201"/>
                      <a:pt x="141225" y="258432"/>
                      <a:pt x="141096" y="246493"/>
                    </a:cubicBezTo>
                    <a:cubicBezTo>
                      <a:pt x="140831" y="221943"/>
                      <a:pt x="139743" y="217562"/>
                      <a:pt x="133510" y="215932"/>
                    </a:cubicBezTo>
                    <a:cubicBezTo>
                      <a:pt x="130755" y="215211"/>
                      <a:pt x="127873" y="209936"/>
                      <a:pt x="125786" y="201792"/>
                    </a:cubicBezTo>
                    <a:cubicBezTo>
                      <a:pt x="123955" y="194647"/>
                      <a:pt x="118462" y="182601"/>
                      <a:pt x="113580" y="175023"/>
                    </a:cubicBezTo>
                    <a:cubicBezTo>
                      <a:pt x="107284" y="165251"/>
                      <a:pt x="104703" y="158277"/>
                      <a:pt x="104703" y="151035"/>
                    </a:cubicBezTo>
                    <a:cubicBezTo>
                      <a:pt x="104703" y="144982"/>
                      <a:pt x="102887" y="138818"/>
                      <a:pt x="100240" y="135893"/>
                    </a:cubicBezTo>
                    <a:cubicBezTo>
                      <a:pt x="96009" y="131218"/>
                      <a:pt x="96009" y="130831"/>
                      <a:pt x="100240" y="128463"/>
                    </a:cubicBezTo>
                    <a:cubicBezTo>
                      <a:pt x="106103" y="125181"/>
                      <a:pt x="105871" y="122062"/>
                      <a:pt x="99247" y="115142"/>
                    </a:cubicBezTo>
                    <a:lnTo>
                      <a:pt x="93791" y="109442"/>
                    </a:lnTo>
                    <a:lnTo>
                      <a:pt x="95549" y="115250"/>
                    </a:lnTo>
                    <a:cubicBezTo>
                      <a:pt x="97517" y="121752"/>
                      <a:pt x="93229" y="123352"/>
                      <a:pt x="90800" y="117023"/>
                    </a:cubicBezTo>
                    <a:cubicBezTo>
                      <a:pt x="89948" y="114803"/>
                      <a:pt x="88316" y="113565"/>
                      <a:pt x="87172" y="114272"/>
                    </a:cubicBezTo>
                    <a:cubicBezTo>
                      <a:pt x="86029" y="114978"/>
                      <a:pt x="77018" y="113600"/>
                      <a:pt x="67148" y="111209"/>
                    </a:cubicBezTo>
                    <a:cubicBezTo>
                      <a:pt x="50330" y="107134"/>
                      <a:pt x="49251" y="106444"/>
                      <a:pt x="49971" y="100232"/>
                    </a:cubicBezTo>
                    <a:cubicBezTo>
                      <a:pt x="50552" y="95214"/>
                      <a:pt x="49124" y="92867"/>
                      <a:pt x="44090" y="90574"/>
                    </a:cubicBezTo>
                    <a:cubicBezTo>
                      <a:pt x="40433" y="88908"/>
                      <a:pt x="36731" y="85694"/>
                      <a:pt x="35863" y="83433"/>
                    </a:cubicBezTo>
                    <a:cubicBezTo>
                      <a:pt x="34873" y="80853"/>
                      <a:pt x="33654" y="80345"/>
                      <a:pt x="32588" y="82069"/>
                    </a:cubicBezTo>
                    <a:cubicBezTo>
                      <a:pt x="30403" y="85606"/>
                      <a:pt x="11771" y="73222"/>
                      <a:pt x="11771" y="68233"/>
                    </a:cubicBezTo>
                    <a:cubicBezTo>
                      <a:pt x="11771" y="66258"/>
                      <a:pt x="8881" y="62368"/>
                      <a:pt x="5348" y="59589"/>
                    </a:cubicBezTo>
                    <a:cubicBezTo>
                      <a:pt x="-304" y="55143"/>
                      <a:pt x="-756" y="53621"/>
                      <a:pt x="1583" y="46912"/>
                    </a:cubicBezTo>
                    <a:cubicBezTo>
                      <a:pt x="4225" y="39332"/>
                      <a:pt x="3631" y="25451"/>
                      <a:pt x="325" y="17525"/>
                    </a:cubicBezTo>
                    <a:cubicBezTo>
                      <a:pt x="-744" y="14961"/>
                      <a:pt x="864" y="10824"/>
                      <a:pt x="4538" y="6689"/>
                    </a:cubicBezTo>
                    <a:lnTo>
                      <a:pt x="10480" y="0"/>
                    </a:lnTo>
                    <a:lnTo>
                      <a:pt x="53074" y="22147"/>
                    </a:lnTo>
                    <a:cubicBezTo>
                      <a:pt x="76501" y="34328"/>
                      <a:pt x="112512" y="53290"/>
                      <a:pt x="133099" y="64285"/>
                    </a:cubicBezTo>
                    <a:cubicBezTo>
                      <a:pt x="293633" y="150024"/>
                      <a:pt x="290844" y="148660"/>
                      <a:pt x="308638" y="150152"/>
                    </a:cubicBezTo>
                    <a:cubicBezTo>
                      <a:pt x="379829" y="156121"/>
                      <a:pt x="453326" y="162765"/>
                      <a:pt x="460324" y="163865"/>
                    </a:cubicBezTo>
                    <a:cubicBezTo>
                      <a:pt x="467642" y="165014"/>
                      <a:pt x="468398" y="165824"/>
                      <a:pt x="466125" y="170071"/>
                    </a:cubicBezTo>
                    <a:cubicBezTo>
                      <a:pt x="464688" y="172758"/>
                      <a:pt x="464502" y="175568"/>
                      <a:pt x="465714" y="176317"/>
                    </a:cubicBezTo>
                    <a:cubicBezTo>
                      <a:pt x="466925" y="177066"/>
                      <a:pt x="469383" y="190205"/>
                      <a:pt x="471176" y="205515"/>
                    </a:cubicBezTo>
                    <a:cubicBezTo>
                      <a:pt x="472969" y="220825"/>
                      <a:pt x="476200" y="238579"/>
                      <a:pt x="478356" y="244968"/>
                    </a:cubicBezTo>
                    <a:cubicBezTo>
                      <a:pt x="481464" y="254178"/>
                      <a:pt x="481943" y="263804"/>
                      <a:pt x="480666" y="291434"/>
                    </a:cubicBezTo>
                    <a:cubicBezTo>
                      <a:pt x="478736" y="333232"/>
                      <a:pt x="477318" y="340812"/>
                      <a:pt x="471606" y="339879"/>
                    </a:cubicBezTo>
                    <a:cubicBezTo>
                      <a:pt x="468443" y="339362"/>
                      <a:pt x="467477" y="341115"/>
                      <a:pt x="467718" y="346935"/>
                    </a:cubicBezTo>
                    <a:cubicBezTo>
                      <a:pt x="467998" y="353675"/>
                      <a:pt x="468241" y="386395"/>
                      <a:pt x="468256" y="419216"/>
                    </a:cubicBezTo>
                    <a:cubicBezTo>
                      <a:pt x="468259" y="424895"/>
                      <a:pt x="468647" y="431865"/>
                      <a:pt x="469120" y="434705"/>
                    </a:cubicBezTo>
                    <a:cubicBezTo>
                      <a:pt x="469922" y="439526"/>
                      <a:pt x="468775" y="439811"/>
                      <a:pt x="451760" y="439004"/>
                    </a:cubicBezTo>
                    <a:cubicBezTo>
                      <a:pt x="428789" y="437915"/>
                      <a:pt x="426025" y="440351"/>
                      <a:pt x="430017" y="458164"/>
                    </a:cubicBezTo>
                    <a:cubicBezTo>
                      <a:pt x="431548" y="464996"/>
                      <a:pt x="436584" y="477034"/>
                      <a:pt x="441207" y="484914"/>
                    </a:cubicBezTo>
                    <a:cubicBezTo>
                      <a:pt x="456169" y="510414"/>
                      <a:pt x="459720" y="522439"/>
                      <a:pt x="455538" y="533438"/>
                    </a:cubicBezTo>
                    <a:cubicBezTo>
                      <a:pt x="452990" y="540141"/>
                      <a:pt x="458641" y="557324"/>
                      <a:pt x="463393" y="557324"/>
                    </a:cubicBezTo>
                    <a:cubicBezTo>
                      <a:pt x="464886" y="557324"/>
                      <a:pt x="466107" y="560645"/>
                      <a:pt x="466107" y="564704"/>
                    </a:cubicBezTo>
                    <a:cubicBezTo>
                      <a:pt x="466107" y="574709"/>
                      <a:pt x="449340" y="593376"/>
                      <a:pt x="427332" y="607875"/>
                    </a:cubicBezTo>
                    <a:cubicBezTo>
                      <a:pt x="417812" y="614147"/>
                      <a:pt x="409283" y="619278"/>
                      <a:pt x="408378" y="619278"/>
                    </a:cubicBezTo>
                    <a:cubicBezTo>
                      <a:pt x="407473" y="619278"/>
                      <a:pt x="406733" y="616277"/>
                      <a:pt x="406733" y="612610"/>
                    </a:cubicBezTo>
                    <a:cubicBezTo>
                      <a:pt x="406733" y="604379"/>
                      <a:pt x="401025" y="605489"/>
                      <a:pt x="398989" y="614115"/>
                    </a:cubicBezTo>
                    <a:cubicBezTo>
                      <a:pt x="398201" y="617454"/>
                      <a:pt x="396080" y="620678"/>
                      <a:pt x="394277" y="621279"/>
                    </a:cubicBezTo>
                    <a:cubicBezTo>
                      <a:pt x="391773" y="622114"/>
                      <a:pt x="391403" y="619327"/>
                      <a:pt x="392709" y="609477"/>
                    </a:cubicBezTo>
                    <a:close/>
                  </a:path>
                </a:pathLst>
              </a:custGeom>
              <a:solidFill>
                <a:srgbClr val="B9B9B9"/>
              </a:solidFill>
              <a:ln w="5163" cap="flat">
                <a:noFill/>
                <a:prstDash val="solid"/>
                <a:miter/>
              </a:ln>
            </p:spPr>
            <p:txBody>
              <a:bodyPr/>
              <a:lstStyle/>
              <a:p>
                <a:endParaRPr lang="es-419" noProof="0" dirty="0"/>
              </a:p>
            </p:txBody>
          </p:sp>
          <p:sp>
            <p:nvSpPr>
              <p:cNvPr id="117" name="Forma libre: forma 116">
                <a:extLst>
                  <a:ext uri="{FF2B5EF4-FFF2-40B4-BE49-F238E27FC236}">
                    <a16:creationId xmlns:a16="http://schemas.microsoft.com/office/drawing/2014/main" id="{1DD5D255-C5C2-E54F-E81F-7975892674D4}"/>
                  </a:ext>
                </a:extLst>
              </p:cNvPr>
              <p:cNvSpPr/>
              <p:nvPr/>
            </p:nvSpPr>
            <p:spPr>
              <a:xfrm>
                <a:off x="356836" y="1137381"/>
                <a:ext cx="20516" cy="20135"/>
              </a:xfrm>
              <a:custGeom>
                <a:avLst/>
                <a:gdLst>
                  <a:gd name="csX0" fmla="*/ 3031 w 20516"/>
                  <a:gd name="csY0" fmla="*/ 13790 h 20135"/>
                  <a:gd name="csX1" fmla="*/ 11787 w 20516"/>
                  <a:gd name="csY1" fmla="*/ 6812 h 20135"/>
                  <a:gd name="csX2" fmla="*/ 16388 w 20516"/>
                  <a:gd name="csY2" fmla="*/ 8970 h 20135"/>
                  <a:gd name="csX3" fmla="*/ 17667 w 20516"/>
                  <a:gd name="csY3" fmla="*/ 5896 h 20135"/>
                  <a:gd name="csX4" fmla="*/ 16630 w 20516"/>
                  <a:gd name="csY4" fmla="*/ 16309 h 20135"/>
                  <a:gd name="csX5" fmla="*/ 3031 w 20516"/>
                  <a:gd name="csY5" fmla="*/ 13790 h 20135"/>
                </a:gdLst>
                <a:ahLst/>
                <a:cxnLst>
                  <a:cxn ang="0">
                    <a:pos x="csX0" y="csY0"/>
                  </a:cxn>
                  <a:cxn ang="0">
                    <a:pos x="csX1" y="csY1"/>
                  </a:cxn>
                  <a:cxn ang="0">
                    <a:pos x="csX2" y="csY2"/>
                  </a:cxn>
                  <a:cxn ang="0">
                    <a:pos x="csX3" y="csY3"/>
                  </a:cxn>
                  <a:cxn ang="0">
                    <a:pos x="csX4" y="csY4"/>
                  </a:cxn>
                  <a:cxn ang="0">
                    <a:pos x="csX5" y="csY5"/>
                  </a:cxn>
                </a:cxnLst>
                <a:rect l="l" t="t" r="r" b="b"/>
                <a:pathLst>
                  <a:path w="20516" h="20135">
                    <a:moveTo>
                      <a:pt x="3031" y="13790"/>
                    </a:moveTo>
                    <a:cubicBezTo>
                      <a:pt x="-3651" y="-875"/>
                      <a:pt x="1356" y="-4865"/>
                      <a:pt x="11787" y="6812"/>
                    </a:cubicBezTo>
                    <a:cubicBezTo>
                      <a:pt x="16355" y="11926"/>
                      <a:pt x="17642" y="12530"/>
                      <a:pt x="16388" y="8970"/>
                    </a:cubicBezTo>
                    <a:cubicBezTo>
                      <a:pt x="15184" y="5554"/>
                      <a:pt x="15578" y="4605"/>
                      <a:pt x="17667" y="5896"/>
                    </a:cubicBezTo>
                    <a:cubicBezTo>
                      <a:pt x="21766" y="8429"/>
                      <a:pt x="21462" y="11477"/>
                      <a:pt x="16630" y="16309"/>
                    </a:cubicBezTo>
                    <a:cubicBezTo>
                      <a:pt x="10809" y="22130"/>
                      <a:pt x="6464" y="21325"/>
                      <a:pt x="3031" y="13790"/>
                    </a:cubicBezTo>
                    <a:close/>
                  </a:path>
                </a:pathLst>
              </a:custGeom>
              <a:solidFill>
                <a:srgbClr val="B9B9B9"/>
              </a:solidFill>
              <a:ln w="5163" cap="flat">
                <a:noFill/>
                <a:prstDash val="solid"/>
                <a:miter/>
              </a:ln>
            </p:spPr>
            <p:txBody>
              <a:bodyPr/>
              <a:lstStyle/>
              <a:p>
                <a:endParaRPr lang="es-419" noProof="0" dirty="0"/>
              </a:p>
            </p:txBody>
          </p:sp>
        </p:grpSp>
      </p:grpSp>
      <p:grpSp>
        <p:nvGrpSpPr>
          <p:cNvPr id="36" name="Group 45">
            <a:extLst>
              <a:ext uri="{FF2B5EF4-FFF2-40B4-BE49-F238E27FC236}">
                <a16:creationId xmlns:a16="http://schemas.microsoft.com/office/drawing/2014/main" id="{6646AC7B-678E-5DD4-51F9-75A7346E405E}"/>
              </a:ext>
            </a:extLst>
          </p:cNvPr>
          <p:cNvGrpSpPr>
            <a:grpSpLocks noChangeAspect="1"/>
          </p:cNvGrpSpPr>
          <p:nvPr/>
        </p:nvGrpSpPr>
        <p:grpSpPr>
          <a:xfrm>
            <a:off x="1429303" y="2011575"/>
            <a:ext cx="213038" cy="337620"/>
            <a:chOff x="0" y="26670"/>
            <a:chExt cx="3924300" cy="6219190"/>
          </a:xfrm>
        </p:grpSpPr>
        <p:sp>
          <p:nvSpPr>
            <p:cNvPr id="37" name="Freeform 46">
              <a:extLst>
                <a:ext uri="{FF2B5EF4-FFF2-40B4-BE49-F238E27FC236}">
                  <a16:creationId xmlns:a16="http://schemas.microsoft.com/office/drawing/2014/main" id="{CEB98E49-47E3-766E-E065-03DCF434FCE5}"/>
                </a:ext>
              </a:extLst>
            </p:cNvPr>
            <p:cNvSpPr/>
            <p:nvPr/>
          </p:nvSpPr>
          <p:spPr>
            <a:xfrm>
              <a:off x="0" y="26670"/>
              <a:ext cx="3924300" cy="6219190"/>
            </a:xfrm>
            <a:custGeom>
              <a:avLst/>
              <a:gdLst/>
              <a:ahLst/>
              <a:cxnLst/>
              <a:rect l="l" t="t" r="r" b="b"/>
              <a:pathLst>
                <a:path w="3924300" h="6219190">
                  <a:moveTo>
                    <a:pt x="3924300" y="1962150"/>
                  </a:moveTo>
                  <a:cubicBezTo>
                    <a:pt x="3924300" y="878840"/>
                    <a:pt x="3045460" y="0"/>
                    <a:pt x="1962150" y="0"/>
                  </a:cubicBezTo>
                  <a:cubicBezTo>
                    <a:pt x="878840" y="0"/>
                    <a:pt x="0" y="878840"/>
                    <a:pt x="0" y="1962150"/>
                  </a:cubicBezTo>
                  <a:cubicBezTo>
                    <a:pt x="0" y="2974340"/>
                    <a:pt x="765810" y="3807460"/>
                    <a:pt x="1750060" y="3912870"/>
                  </a:cubicBezTo>
                  <a:lnTo>
                    <a:pt x="1962150" y="6219190"/>
                  </a:lnTo>
                  <a:lnTo>
                    <a:pt x="2174240" y="3912870"/>
                  </a:lnTo>
                  <a:cubicBezTo>
                    <a:pt x="3158490" y="3807460"/>
                    <a:pt x="3924300" y="2974340"/>
                    <a:pt x="3924300" y="1962150"/>
                  </a:cubicBezTo>
                  <a:close/>
                </a:path>
              </a:pathLst>
            </a:custGeom>
            <a:solidFill>
              <a:srgbClr val="EB6C01"/>
            </a:solidFill>
          </p:spPr>
          <p:txBody>
            <a:bodyPr/>
            <a:lstStyle/>
            <a:p>
              <a:endParaRPr lang="es-419" noProof="0" dirty="0"/>
            </a:p>
          </p:txBody>
        </p:sp>
        <p:sp>
          <p:nvSpPr>
            <p:cNvPr id="38" name="Freeform 47">
              <a:extLst>
                <a:ext uri="{FF2B5EF4-FFF2-40B4-BE49-F238E27FC236}">
                  <a16:creationId xmlns:a16="http://schemas.microsoft.com/office/drawing/2014/main" id="{B1A4472E-9C93-B9FD-0763-2CA4FD2B7A76}"/>
                </a:ext>
              </a:extLst>
            </p:cNvPr>
            <p:cNvSpPr/>
            <p:nvPr/>
          </p:nvSpPr>
          <p:spPr>
            <a:xfrm>
              <a:off x="340744" y="374636"/>
              <a:ext cx="3242813" cy="3228370"/>
            </a:xfrm>
            <a:custGeom>
              <a:avLst/>
              <a:gdLst/>
              <a:ahLst/>
              <a:cxnLst/>
              <a:rect l="l" t="t" r="r" b="b"/>
              <a:pathLst>
                <a:path w="3242810" h="3228373">
                  <a:moveTo>
                    <a:pt x="1621405" y="16"/>
                  </a:moveTo>
                  <a:cubicBezTo>
                    <a:pt x="1042998" y="-2571"/>
                    <a:pt x="507417" y="304521"/>
                    <a:pt x="217465" y="805010"/>
                  </a:cubicBezTo>
                  <a:cubicBezTo>
                    <a:pt x="-72488" y="1305499"/>
                    <a:pt x="-72488" y="1922874"/>
                    <a:pt x="217465" y="2423362"/>
                  </a:cubicBezTo>
                  <a:cubicBezTo>
                    <a:pt x="507417" y="2923851"/>
                    <a:pt x="1042998" y="3230943"/>
                    <a:pt x="1621405" y="3228356"/>
                  </a:cubicBezTo>
                  <a:cubicBezTo>
                    <a:pt x="2199812" y="3230943"/>
                    <a:pt x="2735392" y="2923851"/>
                    <a:pt x="3025345" y="2423362"/>
                  </a:cubicBezTo>
                  <a:cubicBezTo>
                    <a:pt x="3315298" y="1922874"/>
                    <a:pt x="3315298" y="1305499"/>
                    <a:pt x="3025345" y="805010"/>
                  </a:cubicBezTo>
                  <a:cubicBezTo>
                    <a:pt x="2735392" y="304522"/>
                    <a:pt x="2199812" y="-2571"/>
                    <a:pt x="1621405" y="16"/>
                  </a:cubicBezTo>
                  <a:close/>
                </a:path>
              </a:pathLst>
            </a:custGeom>
            <a:blipFill>
              <a:blip r:embed="rId5"/>
              <a:stretch>
                <a:fillRect l="-28801" r="-28801" b="-58308"/>
              </a:stretch>
            </a:blipFill>
          </p:spPr>
          <p:txBody>
            <a:bodyPr/>
            <a:lstStyle/>
            <a:p>
              <a:endParaRPr lang="es-419" noProof="0" dirty="0"/>
            </a:p>
          </p:txBody>
        </p:sp>
      </p:grpSp>
    </p:spTree>
    <p:extLst>
      <p:ext uri="{BB962C8B-B14F-4D97-AF65-F5344CB8AC3E}">
        <p14:creationId xmlns:p14="http://schemas.microsoft.com/office/powerpoint/2010/main" val="31764432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nodeType="with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wipe(down)">
                                      <p:cBhvr>
                                        <p:cTn id="7" dur="580">
                                          <p:stCondLst>
                                            <p:cond delay="0"/>
                                          </p:stCondLst>
                                        </p:cTn>
                                        <p:tgtEl>
                                          <p:spTgt spid="36"/>
                                        </p:tgtEl>
                                      </p:cBhvr>
                                    </p:animEffect>
                                    <p:anim calcmode="lin" valueType="num">
                                      <p:cBhvr>
                                        <p:cTn id="8" dur="1822" tmFilter="0,0; 0.14,0.36; 0.43,0.73; 0.71,0.91; 1.0,1.0">
                                          <p:stCondLst>
                                            <p:cond delay="0"/>
                                          </p:stCondLst>
                                        </p:cTn>
                                        <p:tgtEl>
                                          <p:spTgt spid="36"/>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36"/>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36"/>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36"/>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36"/>
                                        </p:tgtEl>
                                        <p:attrNameLst>
                                          <p:attrName>ppt_y</p:attrName>
                                        </p:attrNameLst>
                                      </p:cBhvr>
                                      <p:tavLst>
                                        <p:tav tm="0" fmla="#ppt_y-sin(pi*$)/81">
                                          <p:val>
                                            <p:fltVal val="0"/>
                                          </p:val>
                                        </p:tav>
                                        <p:tav tm="100000">
                                          <p:val>
                                            <p:fltVal val="1"/>
                                          </p:val>
                                        </p:tav>
                                      </p:tavLst>
                                    </p:anim>
                                    <p:animScale>
                                      <p:cBhvr>
                                        <p:cTn id="13" dur="26">
                                          <p:stCondLst>
                                            <p:cond delay="650"/>
                                          </p:stCondLst>
                                        </p:cTn>
                                        <p:tgtEl>
                                          <p:spTgt spid="36"/>
                                        </p:tgtEl>
                                      </p:cBhvr>
                                      <p:to x="100000" y="60000"/>
                                    </p:animScale>
                                    <p:animScale>
                                      <p:cBhvr>
                                        <p:cTn id="14" dur="166" decel="50000">
                                          <p:stCondLst>
                                            <p:cond delay="676"/>
                                          </p:stCondLst>
                                        </p:cTn>
                                        <p:tgtEl>
                                          <p:spTgt spid="36"/>
                                        </p:tgtEl>
                                      </p:cBhvr>
                                      <p:to x="100000" y="100000"/>
                                    </p:animScale>
                                    <p:animScale>
                                      <p:cBhvr>
                                        <p:cTn id="15" dur="26">
                                          <p:stCondLst>
                                            <p:cond delay="1312"/>
                                          </p:stCondLst>
                                        </p:cTn>
                                        <p:tgtEl>
                                          <p:spTgt spid="36"/>
                                        </p:tgtEl>
                                      </p:cBhvr>
                                      <p:to x="100000" y="80000"/>
                                    </p:animScale>
                                    <p:animScale>
                                      <p:cBhvr>
                                        <p:cTn id="16" dur="166" decel="50000">
                                          <p:stCondLst>
                                            <p:cond delay="1338"/>
                                          </p:stCondLst>
                                        </p:cTn>
                                        <p:tgtEl>
                                          <p:spTgt spid="36"/>
                                        </p:tgtEl>
                                      </p:cBhvr>
                                      <p:to x="100000" y="100000"/>
                                    </p:animScale>
                                    <p:animScale>
                                      <p:cBhvr>
                                        <p:cTn id="17" dur="26">
                                          <p:stCondLst>
                                            <p:cond delay="1642"/>
                                          </p:stCondLst>
                                        </p:cTn>
                                        <p:tgtEl>
                                          <p:spTgt spid="36"/>
                                        </p:tgtEl>
                                      </p:cBhvr>
                                      <p:to x="100000" y="90000"/>
                                    </p:animScale>
                                    <p:animScale>
                                      <p:cBhvr>
                                        <p:cTn id="18" dur="166" decel="50000">
                                          <p:stCondLst>
                                            <p:cond delay="1668"/>
                                          </p:stCondLst>
                                        </p:cTn>
                                        <p:tgtEl>
                                          <p:spTgt spid="36"/>
                                        </p:tgtEl>
                                      </p:cBhvr>
                                      <p:to x="100000" y="100000"/>
                                    </p:animScale>
                                    <p:animScale>
                                      <p:cBhvr>
                                        <p:cTn id="19" dur="26">
                                          <p:stCondLst>
                                            <p:cond delay="1808"/>
                                          </p:stCondLst>
                                        </p:cTn>
                                        <p:tgtEl>
                                          <p:spTgt spid="36"/>
                                        </p:tgtEl>
                                      </p:cBhvr>
                                      <p:to x="100000" y="95000"/>
                                    </p:animScale>
                                    <p:animScale>
                                      <p:cBhvr>
                                        <p:cTn id="20" dur="166" decel="50000">
                                          <p:stCondLst>
                                            <p:cond delay="1834"/>
                                          </p:stCondLst>
                                        </p:cTn>
                                        <p:tgtEl>
                                          <p:spTgt spid="36"/>
                                        </p:tgtEl>
                                      </p:cBhvr>
                                      <p:to x="100000" y="100000"/>
                                    </p:animScale>
                                  </p:childTnLst>
                                </p:cTn>
                              </p:par>
                            </p:childTnLst>
                          </p:cTn>
                        </p:par>
                        <p:par>
                          <p:cTn id="21" fill="hold">
                            <p:stCondLst>
                              <p:cond delay="2000"/>
                            </p:stCondLst>
                            <p:childTnLst>
                              <p:par>
                                <p:cTn id="22" presetID="35" presetClass="emph" presetSubtype="0" repeatCount="indefinite" fill="hold" nodeType="afterEffect">
                                  <p:stCondLst>
                                    <p:cond delay="0"/>
                                  </p:stCondLst>
                                  <p:childTnLst>
                                    <p:anim calcmode="discrete" valueType="str">
                                      <p:cBhvr>
                                        <p:cTn id="23" dur="1000" fill="hold"/>
                                        <p:tgtEl>
                                          <p:spTgt spid="6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xml><?xml version="1.0" encoding="utf-8"?>
<p:sld xmlns:a="http://schemas.openxmlformats.org/drawingml/2006/main" xmlns:r="http://schemas.openxmlformats.org/officeDocument/2006/relationships" xmlns:p="http://schemas.openxmlformats.org/presentationml/2006/main">
  <p:cSld name="Slide 27">
    <p:bg>
      <p:bgPr>
        <a:solidFill>
          <a:srgbClr val="0D1B35"/>
        </a:solidFill>
        <a:effectLst/>
      </p:bgPr>
    </p:bg>
    <p:spTree>
      <p:nvGrpSpPr>
        <p:cNvPr id="1" name=""/>
        <p:cNvGrpSpPr/>
        <p:nvPr/>
      </p:nvGrpSpPr>
      <p:grpSpPr>
        <a:xfrm>
          <a:off x="0" y="0"/>
          <a:ext cx="0" cy="0"/>
          <a:chOff x="0" y="0"/>
          <a:chExt cx="0" cy="0"/>
        </a:xfrm>
      </p:grpSpPr>
      <p:sp>
        <p:nvSpPr>
          <p:cNvPr id="2" name="Shape 0"/>
          <p:cNvSpPr/>
          <p:nvPr/>
        </p:nvSpPr>
        <p:spPr>
          <a:xfrm>
            <a:off x="0" y="0"/>
            <a:ext cx="9144000" cy="43891"/>
          </a:xfrm>
          <a:prstGeom prst="rect">
            <a:avLst/>
          </a:prstGeom>
          <a:solidFill>
            <a:srgbClr val="EB6C01"/>
          </a:solidFill>
          <a:ln w="12700">
            <a:solidFill>
              <a:srgbClr val="EB6C01"/>
            </a:solidFill>
            <a:prstDash val="solid"/>
          </a:ln>
        </p:spPr>
        <p:txBody>
          <a:bodyPr/>
          <a:lstStyle/>
          <a:p>
            <a:endParaRPr lang="es-419" noProof="0" dirty="0"/>
          </a:p>
        </p:txBody>
      </p:sp>
      <p:sp>
        <p:nvSpPr>
          <p:cNvPr id="3" name="Shape 1"/>
          <p:cNvSpPr/>
          <p:nvPr/>
        </p:nvSpPr>
        <p:spPr>
          <a:xfrm>
            <a:off x="0" y="0"/>
            <a:ext cx="43891" cy="5143500"/>
          </a:xfrm>
          <a:prstGeom prst="rect">
            <a:avLst/>
          </a:prstGeom>
          <a:solidFill>
            <a:srgbClr val="EB6C01"/>
          </a:solidFill>
          <a:ln w="12700">
            <a:solidFill>
              <a:srgbClr val="EB6C01"/>
            </a:solidFill>
            <a:prstDash val="solid"/>
          </a:ln>
        </p:spPr>
        <p:txBody>
          <a:bodyPr/>
          <a:lstStyle/>
          <a:p>
            <a:endParaRPr lang="es-419" noProof="0" dirty="0"/>
          </a:p>
        </p:txBody>
      </p:sp>
      <p:sp>
        <p:nvSpPr>
          <p:cNvPr id="4" name="Shape 2"/>
          <p:cNvSpPr/>
          <p:nvPr/>
        </p:nvSpPr>
        <p:spPr>
          <a:xfrm rot="720000">
            <a:off x="7863840" y="-1371600"/>
            <a:ext cx="502920" cy="8229600"/>
          </a:xfrm>
          <a:prstGeom prst="rect">
            <a:avLst/>
          </a:prstGeom>
          <a:solidFill>
            <a:srgbClr val="EB6C01">
              <a:alpha val="8000"/>
            </a:srgbClr>
          </a:solidFill>
          <a:ln w="12700">
            <a:solidFill>
              <a:srgbClr val="EB6C01">
                <a:alpha val="8000"/>
              </a:srgbClr>
            </a:solidFill>
            <a:prstDash val="solid"/>
          </a:ln>
        </p:spPr>
        <p:txBody>
          <a:bodyPr/>
          <a:lstStyle/>
          <a:p>
            <a:endParaRPr lang="es-419" noProof="0" dirty="0"/>
          </a:p>
        </p:txBody>
      </p:sp>
      <p:sp>
        <p:nvSpPr>
          <p:cNvPr id="5" name="Shape 3"/>
          <p:cNvSpPr/>
          <p:nvPr/>
        </p:nvSpPr>
        <p:spPr>
          <a:xfrm rot="720000">
            <a:off x="8412480" y="-1371600"/>
            <a:ext cx="274320" cy="8229600"/>
          </a:xfrm>
          <a:prstGeom prst="rect">
            <a:avLst/>
          </a:prstGeom>
          <a:solidFill>
            <a:srgbClr val="EB6C01">
              <a:alpha val="6000"/>
            </a:srgbClr>
          </a:solidFill>
          <a:ln w="12700">
            <a:solidFill>
              <a:srgbClr val="EB6C01">
                <a:alpha val="6000"/>
              </a:srgbClr>
            </a:solidFill>
            <a:prstDash val="solid"/>
          </a:ln>
        </p:spPr>
        <p:txBody>
          <a:bodyPr/>
          <a:lstStyle/>
          <a:p>
            <a:endParaRPr lang="es-419" noProof="0" dirty="0"/>
          </a:p>
        </p:txBody>
      </p:sp>
      <p:sp>
        <p:nvSpPr>
          <p:cNvPr id="7" name="Shape 4"/>
          <p:cNvSpPr/>
          <p:nvPr/>
        </p:nvSpPr>
        <p:spPr>
          <a:xfrm>
            <a:off x="658368" y="1389888"/>
            <a:ext cx="237744" cy="18288"/>
          </a:xfrm>
          <a:prstGeom prst="rect">
            <a:avLst/>
          </a:prstGeom>
          <a:solidFill>
            <a:srgbClr val="EB6C01"/>
          </a:solidFill>
          <a:ln w="12700">
            <a:solidFill>
              <a:srgbClr val="EB6C01"/>
            </a:solidFill>
            <a:prstDash val="solid"/>
          </a:ln>
        </p:spPr>
        <p:txBody>
          <a:bodyPr/>
          <a:lstStyle/>
          <a:p>
            <a:endParaRPr lang="es-419" noProof="0" dirty="0"/>
          </a:p>
        </p:txBody>
      </p:sp>
      <p:sp>
        <p:nvSpPr>
          <p:cNvPr id="8" name="Text 5"/>
          <p:cNvSpPr/>
          <p:nvPr/>
        </p:nvSpPr>
        <p:spPr>
          <a:xfrm>
            <a:off x="969264" y="1335024"/>
            <a:ext cx="4572000" cy="201168"/>
          </a:xfrm>
          <a:prstGeom prst="rect">
            <a:avLst/>
          </a:prstGeom>
          <a:noFill/>
          <a:ln/>
        </p:spPr>
        <p:txBody>
          <a:bodyPr wrap="square" lIns="0" tIns="0" rIns="0" bIns="0" rtlCol="0" anchor="ctr"/>
          <a:lstStyle/>
          <a:p>
            <a:pPr marL="0" indent="0">
              <a:buNone/>
            </a:pPr>
            <a:r>
              <a:rPr lang="es-419" sz="700" b="1" kern="0" spc="400" noProof="0" dirty="0">
                <a:solidFill>
                  <a:srgbClr val="EB6C01"/>
                </a:solidFill>
                <a:latin typeface="Montserrat" pitchFamily="34" charset="0"/>
                <a:ea typeface="Montserrat" pitchFamily="34" charset="-122"/>
                <a:cs typeface="Montserrat" pitchFamily="34" charset="-120"/>
              </a:rPr>
              <a:t>PROYECTO ESPECIAL  ·  DIAGNÓSTICO INTEGRAL</a:t>
            </a:r>
            <a:endParaRPr lang="es-419" sz="700" noProof="0" dirty="0"/>
          </a:p>
        </p:txBody>
      </p:sp>
      <p:sp>
        <p:nvSpPr>
          <p:cNvPr id="9" name="Text 6"/>
          <p:cNvSpPr/>
          <p:nvPr/>
        </p:nvSpPr>
        <p:spPr>
          <a:xfrm>
            <a:off x="658368" y="1609344"/>
            <a:ext cx="7772400" cy="1920240"/>
          </a:xfrm>
          <a:prstGeom prst="rect">
            <a:avLst/>
          </a:prstGeom>
          <a:noFill/>
          <a:ln/>
        </p:spPr>
        <p:txBody>
          <a:bodyPr wrap="square" rtlCol="0" anchor="ctr"/>
          <a:lstStyle/>
          <a:p>
            <a:pPr marL="0" indent="0">
              <a:buNone/>
            </a:pPr>
            <a:r>
              <a:rPr lang="es-419" sz="5500" b="1" noProof="0" dirty="0">
                <a:solidFill>
                  <a:srgbClr val="FFFFFF"/>
                </a:solidFill>
                <a:latin typeface="Montserrat" pitchFamily="34" charset="0"/>
                <a:ea typeface="Montserrat" pitchFamily="34" charset="-122"/>
                <a:cs typeface="Montserrat" pitchFamily="34" charset="-120"/>
              </a:rPr>
              <a:t>LEVANTAMIENTO</a:t>
            </a:r>
            <a:endParaRPr lang="es-419" sz="5500" noProof="0" dirty="0"/>
          </a:p>
          <a:p>
            <a:pPr marL="0" indent="0">
              <a:buNone/>
            </a:pPr>
            <a:r>
              <a:rPr lang="es-419" sz="5500" b="1" noProof="0" dirty="0">
                <a:solidFill>
                  <a:srgbClr val="EB6C01"/>
                </a:solidFill>
                <a:latin typeface="Montserrat" pitchFamily="34" charset="0"/>
                <a:ea typeface="Montserrat" pitchFamily="34" charset="-122"/>
                <a:cs typeface="Montserrat" pitchFamily="34" charset="-120"/>
              </a:rPr>
              <a:t>GENERAL</a:t>
            </a:r>
            <a:endParaRPr lang="es-419" sz="5500" noProof="0" dirty="0"/>
          </a:p>
        </p:txBody>
      </p:sp>
      <p:sp>
        <p:nvSpPr>
          <p:cNvPr id="10" name="Text 7"/>
          <p:cNvSpPr/>
          <p:nvPr/>
        </p:nvSpPr>
        <p:spPr>
          <a:xfrm>
            <a:off x="658368" y="3657600"/>
            <a:ext cx="5303520" cy="914400"/>
          </a:xfrm>
          <a:prstGeom prst="rect">
            <a:avLst/>
          </a:prstGeom>
          <a:noFill/>
          <a:ln/>
        </p:spPr>
        <p:txBody>
          <a:bodyPr wrap="square" rtlCol="0" anchor="ctr"/>
          <a:lstStyle/>
          <a:p>
            <a:pPr marL="0" indent="0">
              <a:buNone/>
            </a:pPr>
            <a:r>
              <a:rPr lang="es-419" sz="1050" noProof="0" dirty="0">
                <a:solidFill>
                  <a:srgbClr val="8FAECB"/>
                </a:solidFill>
                <a:latin typeface="Montserrat" pitchFamily="34" charset="0"/>
                <a:ea typeface="Montserrat" pitchFamily="34" charset="-122"/>
                <a:cs typeface="Montserrat" pitchFamily="34" charset="-120"/>
              </a:rPr>
              <a:t>Diagnóstico físico de instalaciones en toda la red Mano Amiga:</a:t>
            </a:r>
            <a:endParaRPr lang="es-419" sz="1050" noProof="0" dirty="0"/>
          </a:p>
          <a:p>
            <a:pPr marL="0" indent="0">
              <a:buNone/>
            </a:pPr>
            <a:r>
              <a:rPr lang="es-419" sz="1050" noProof="0" dirty="0">
                <a:solidFill>
                  <a:srgbClr val="8FAECB"/>
                </a:solidFill>
                <a:latin typeface="Montserrat" pitchFamily="34" charset="0"/>
                <a:ea typeface="Montserrat" pitchFamily="34" charset="-122"/>
                <a:cs typeface="Montserrat" pitchFamily="34" charset="-120"/>
              </a:rPr>
              <a:t>Etapas: Comunicado · Fase 1–4 · Entregables · Acta de Cierre</a:t>
            </a:r>
            <a:endParaRPr lang="es-419" sz="1050" noProof="0"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down)">
                                      <p:cBhvr>
                                        <p:cTn id="7" dur="500"/>
                                        <p:tgtEl>
                                          <p:spTgt spid="7"/>
                                        </p:tgtEl>
                                      </p:cBhvr>
                                    </p:animEffect>
                                  </p:childTnLst>
                                </p:cTn>
                              </p:par>
                              <p:par>
                                <p:cTn id="8" presetID="22" presetClass="entr" presetSubtype="4"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wipe(down)">
                                      <p:cBhvr>
                                        <p:cTn id="10" dur="500"/>
                                        <p:tgtEl>
                                          <p:spTgt spid="8"/>
                                        </p:tgtEl>
                                      </p:cBhvr>
                                    </p:animEffect>
                                  </p:childTnLst>
                                </p:cTn>
                              </p:par>
                            </p:childTnLst>
                          </p:cTn>
                        </p:par>
                        <p:par>
                          <p:cTn id="11" fill="hold">
                            <p:stCondLst>
                              <p:cond delay="500"/>
                            </p:stCondLst>
                            <p:childTnLst>
                              <p:par>
                                <p:cTn id="12" presetID="22" presetClass="entr" presetSubtype="4" fill="hold" grpId="0" nodeType="afterEffect">
                                  <p:stCondLst>
                                    <p:cond delay="0"/>
                                  </p:stCondLst>
                                  <p:childTnLst>
                                    <p:set>
                                      <p:cBhvr>
                                        <p:cTn id="13" dur="1" fill="hold">
                                          <p:stCondLst>
                                            <p:cond delay="0"/>
                                          </p:stCondLst>
                                        </p:cTn>
                                        <p:tgtEl>
                                          <p:spTgt spid="9"/>
                                        </p:tgtEl>
                                        <p:attrNameLst>
                                          <p:attrName>style.visibility</p:attrName>
                                        </p:attrNameLst>
                                      </p:cBhvr>
                                      <p:to>
                                        <p:strVal val="visible"/>
                                      </p:to>
                                    </p:set>
                                    <p:animEffect transition="in" filter="wipe(down)">
                                      <p:cBhvr>
                                        <p:cTn id="14" dur="500"/>
                                        <p:tgtEl>
                                          <p:spTgt spid="9"/>
                                        </p:tgtEl>
                                      </p:cBhvr>
                                    </p:animEffect>
                                  </p:childTnLst>
                                </p:cTn>
                              </p:par>
                            </p:childTnLst>
                          </p:cTn>
                        </p:par>
                        <p:par>
                          <p:cTn id="15" fill="hold">
                            <p:stCondLst>
                              <p:cond delay="1000"/>
                            </p:stCondLst>
                            <p:childTnLst>
                              <p:par>
                                <p:cTn id="16" presetID="22" presetClass="entr" presetSubtype="4" fill="hold" grpId="0" nodeType="after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wipe(down)">
                                      <p:cBhvr>
                                        <p:cTn id="18"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10"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bg>
      <p:bgPr>
        <a:solidFill>
          <a:srgbClr val="F0F6FC"/>
        </a:solidFill>
        <a:effectLst/>
      </p:bgPr>
    </p:bg>
    <p:spTree>
      <p:nvGrpSpPr>
        <p:cNvPr id="1" name="">
          <a:extLst>
            <a:ext uri="{FF2B5EF4-FFF2-40B4-BE49-F238E27FC236}">
              <a16:creationId xmlns:a16="http://schemas.microsoft.com/office/drawing/2014/main" id="{4D66AB96-92DD-D3E4-7027-7A0F033F5A44}"/>
            </a:ext>
          </a:extLst>
        </p:cNvPr>
        <p:cNvGrpSpPr/>
        <p:nvPr/>
      </p:nvGrpSpPr>
      <p:grpSpPr>
        <a:xfrm>
          <a:off x="0" y="0"/>
          <a:ext cx="0" cy="0"/>
          <a:chOff x="0" y="0"/>
          <a:chExt cx="0" cy="0"/>
        </a:xfrm>
      </p:grpSpPr>
      <p:sp>
        <p:nvSpPr>
          <p:cNvPr id="2" name="Shape 0">
            <a:extLst>
              <a:ext uri="{FF2B5EF4-FFF2-40B4-BE49-F238E27FC236}">
                <a16:creationId xmlns:a16="http://schemas.microsoft.com/office/drawing/2014/main" id="{E88F1339-61F0-87B8-C281-560F31196DBF}"/>
              </a:ext>
            </a:extLst>
          </p:cNvPr>
          <p:cNvSpPr/>
          <p:nvPr/>
        </p:nvSpPr>
        <p:spPr>
          <a:xfrm>
            <a:off x="0" y="0"/>
            <a:ext cx="9144000" cy="38405"/>
          </a:xfrm>
          <a:prstGeom prst="rect">
            <a:avLst/>
          </a:prstGeom>
          <a:solidFill>
            <a:srgbClr val="EB6C01"/>
          </a:solidFill>
          <a:ln w="12700">
            <a:solidFill>
              <a:srgbClr val="EB6C01"/>
            </a:solidFill>
            <a:prstDash val="solid"/>
          </a:ln>
        </p:spPr>
        <p:txBody>
          <a:bodyPr/>
          <a:lstStyle/>
          <a:p>
            <a:endParaRPr lang="es-419" noProof="0" dirty="0"/>
          </a:p>
        </p:txBody>
      </p:sp>
      <p:sp>
        <p:nvSpPr>
          <p:cNvPr id="3" name="Shape 1">
            <a:extLst>
              <a:ext uri="{FF2B5EF4-FFF2-40B4-BE49-F238E27FC236}">
                <a16:creationId xmlns:a16="http://schemas.microsoft.com/office/drawing/2014/main" id="{C3992492-A824-D125-F61C-42297665C704}"/>
              </a:ext>
            </a:extLst>
          </p:cNvPr>
          <p:cNvSpPr/>
          <p:nvPr/>
        </p:nvSpPr>
        <p:spPr>
          <a:xfrm>
            <a:off x="0" y="38405"/>
            <a:ext cx="9144000" cy="667512"/>
          </a:xfrm>
          <a:prstGeom prst="rect">
            <a:avLst/>
          </a:prstGeom>
          <a:solidFill>
            <a:srgbClr val="1A3464"/>
          </a:solidFill>
          <a:ln w="12700">
            <a:solidFill>
              <a:srgbClr val="1A3464"/>
            </a:solidFill>
            <a:prstDash val="solid"/>
          </a:ln>
        </p:spPr>
        <p:txBody>
          <a:bodyPr/>
          <a:lstStyle/>
          <a:p>
            <a:endParaRPr lang="es-419" noProof="0" dirty="0"/>
          </a:p>
        </p:txBody>
      </p:sp>
      <p:sp>
        <p:nvSpPr>
          <p:cNvPr id="4" name="Shape 2">
            <a:extLst>
              <a:ext uri="{FF2B5EF4-FFF2-40B4-BE49-F238E27FC236}">
                <a16:creationId xmlns:a16="http://schemas.microsoft.com/office/drawing/2014/main" id="{D58B1DF6-A35B-A39E-24FF-273BC97D90E6}"/>
              </a:ext>
            </a:extLst>
          </p:cNvPr>
          <p:cNvSpPr/>
          <p:nvPr/>
        </p:nvSpPr>
        <p:spPr>
          <a:xfrm>
            <a:off x="384048" y="117043"/>
            <a:ext cx="685800" cy="237744"/>
          </a:xfrm>
          <a:prstGeom prst="rect">
            <a:avLst/>
          </a:prstGeom>
          <a:solidFill>
            <a:srgbClr val="EB6C01"/>
          </a:solidFill>
          <a:ln w="12700">
            <a:solidFill>
              <a:srgbClr val="EB6C01"/>
            </a:solidFill>
            <a:prstDash val="solid"/>
          </a:ln>
        </p:spPr>
        <p:txBody>
          <a:bodyPr/>
          <a:lstStyle/>
          <a:p>
            <a:endParaRPr lang="es-419" noProof="0" dirty="0"/>
          </a:p>
        </p:txBody>
      </p:sp>
      <p:sp>
        <p:nvSpPr>
          <p:cNvPr id="5" name="Text 3">
            <a:extLst>
              <a:ext uri="{FF2B5EF4-FFF2-40B4-BE49-F238E27FC236}">
                <a16:creationId xmlns:a16="http://schemas.microsoft.com/office/drawing/2014/main" id="{BDA3FA62-882D-7687-557B-013889E46779}"/>
              </a:ext>
            </a:extLst>
          </p:cNvPr>
          <p:cNvSpPr/>
          <p:nvPr/>
        </p:nvSpPr>
        <p:spPr>
          <a:xfrm>
            <a:off x="384048" y="117043"/>
            <a:ext cx="685800" cy="237744"/>
          </a:xfrm>
          <a:prstGeom prst="rect">
            <a:avLst/>
          </a:prstGeom>
          <a:noFill/>
          <a:ln/>
        </p:spPr>
        <p:txBody>
          <a:bodyPr wrap="square" lIns="0" tIns="0" rIns="0" bIns="0" rtlCol="0" anchor="ctr"/>
          <a:lstStyle/>
          <a:p>
            <a:pPr marL="0" indent="0" algn="ctr">
              <a:buNone/>
            </a:pPr>
            <a:r>
              <a:rPr lang="es-419" sz="650" b="1" kern="0" spc="150" noProof="0" dirty="0">
                <a:solidFill>
                  <a:srgbClr val="FFFFFF"/>
                </a:solidFill>
                <a:latin typeface="Montserrat" pitchFamily="34" charset="0"/>
              </a:rPr>
              <a:t>LEVANT. GRAL</a:t>
            </a:r>
            <a:endParaRPr lang="es-419" sz="650" noProof="0" dirty="0"/>
          </a:p>
        </p:txBody>
      </p:sp>
      <p:sp>
        <p:nvSpPr>
          <p:cNvPr id="6" name="Text 4">
            <a:extLst>
              <a:ext uri="{FF2B5EF4-FFF2-40B4-BE49-F238E27FC236}">
                <a16:creationId xmlns:a16="http://schemas.microsoft.com/office/drawing/2014/main" id="{5C3A2A83-CAB7-3680-439A-477526315F47}"/>
              </a:ext>
            </a:extLst>
          </p:cNvPr>
          <p:cNvSpPr/>
          <p:nvPr/>
        </p:nvSpPr>
        <p:spPr>
          <a:xfrm>
            <a:off x="1170432" y="91440"/>
            <a:ext cx="5029200" cy="402336"/>
          </a:xfrm>
          <a:prstGeom prst="rect">
            <a:avLst/>
          </a:prstGeom>
          <a:noFill/>
          <a:ln/>
        </p:spPr>
        <p:txBody>
          <a:bodyPr wrap="square" lIns="0" tIns="0" rIns="0" bIns="0" rtlCol="0" anchor="ctr"/>
          <a:lstStyle/>
          <a:p>
            <a:pPr marL="0" indent="0">
              <a:buNone/>
            </a:pPr>
            <a:r>
              <a:rPr lang="es-419" sz="2000" b="1" noProof="0" dirty="0">
                <a:solidFill>
                  <a:srgbClr val="FFFFFF"/>
                </a:solidFill>
                <a:latin typeface="Montserrat" pitchFamily="34" charset="0"/>
                <a:ea typeface="Montserrat" pitchFamily="34" charset="-122"/>
                <a:cs typeface="Montserrat" pitchFamily="34" charset="-120"/>
              </a:rPr>
              <a:t>COMUNICADO INSTITUCIONAL</a:t>
            </a:r>
            <a:endParaRPr lang="es-419" sz="2000" noProof="0" dirty="0"/>
          </a:p>
        </p:txBody>
      </p:sp>
      <p:sp>
        <p:nvSpPr>
          <p:cNvPr id="7" name="Text 5">
            <a:extLst>
              <a:ext uri="{FF2B5EF4-FFF2-40B4-BE49-F238E27FC236}">
                <a16:creationId xmlns:a16="http://schemas.microsoft.com/office/drawing/2014/main" id="{25807BA7-626F-D625-0441-FBDA8AEB47AE}"/>
              </a:ext>
            </a:extLst>
          </p:cNvPr>
          <p:cNvSpPr/>
          <p:nvPr/>
        </p:nvSpPr>
        <p:spPr>
          <a:xfrm>
            <a:off x="1170432" y="475488"/>
            <a:ext cx="3200400" cy="182880"/>
          </a:xfrm>
          <a:prstGeom prst="rect">
            <a:avLst/>
          </a:prstGeom>
          <a:noFill/>
          <a:ln/>
        </p:spPr>
        <p:txBody>
          <a:bodyPr wrap="square" lIns="0" tIns="0" rIns="0" bIns="0" rtlCol="0" anchor="ctr"/>
          <a:lstStyle/>
          <a:p>
            <a:pPr marL="0" indent="0">
              <a:buNone/>
            </a:pPr>
            <a:r>
              <a:rPr lang="es-419" sz="950" noProof="0" dirty="0">
                <a:solidFill>
                  <a:srgbClr val="8FAECB"/>
                </a:solidFill>
                <a:latin typeface="Montserrat" pitchFamily="34" charset="0"/>
              </a:rPr>
              <a:t>MA Zomeyucan </a:t>
            </a:r>
            <a:endParaRPr lang="es-419" sz="950" noProof="0" dirty="0"/>
          </a:p>
        </p:txBody>
      </p:sp>
      <p:sp>
        <p:nvSpPr>
          <p:cNvPr id="8" name="Text 6">
            <a:extLst>
              <a:ext uri="{FF2B5EF4-FFF2-40B4-BE49-F238E27FC236}">
                <a16:creationId xmlns:a16="http://schemas.microsoft.com/office/drawing/2014/main" id="{C6EFD3A8-5268-5236-6A91-42C2FD1F8C88}"/>
              </a:ext>
            </a:extLst>
          </p:cNvPr>
          <p:cNvSpPr/>
          <p:nvPr/>
        </p:nvSpPr>
        <p:spPr>
          <a:xfrm>
            <a:off x="7132320" y="246888"/>
            <a:ext cx="1828800" cy="182880"/>
          </a:xfrm>
          <a:prstGeom prst="rect">
            <a:avLst/>
          </a:prstGeom>
          <a:noFill/>
          <a:ln/>
        </p:spPr>
        <p:txBody>
          <a:bodyPr wrap="square" lIns="0" tIns="0" rIns="0" bIns="0" rtlCol="0" anchor="ctr"/>
          <a:lstStyle/>
          <a:p>
            <a:pPr marL="0" indent="0" algn="r">
              <a:buNone/>
            </a:pPr>
            <a:r>
              <a:rPr lang="es-419" sz="700" b="1" kern="0" spc="150" noProof="0" dirty="0">
                <a:solidFill>
                  <a:srgbClr val="EB6C01"/>
                </a:solidFill>
                <a:latin typeface="Montserrat" pitchFamily="34" charset="0"/>
                <a:ea typeface="Montserrat" pitchFamily="34" charset="-122"/>
                <a:cs typeface="Montserrat" pitchFamily="34" charset="-120"/>
              </a:rPr>
              <a:t>SEMANA 18  ·  2025</a:t>
            </a:r>
            <a:endParaRPr lang="es-419" sz="700" noProof="0" dirty="0"/>
          </a:p>
        </p:txBody>
      </p:sp>
      <p:sp>
        <p:nvSpPr>
          <p:cNvPr id="9" name="Shape 7">
            <a:extLst>
              <a:ext uri="{FF2B5EF4-FFF2-40B4-BE49-F238E27FC236}">
                <a16:creationId xmlns:a16="http://schemas.microsoft.com/office/drawing/2014/main" id="{F2256957-B074-C813-345F-95BFE7C5C823}"/>
              </a:ext>
            </a:extLst>
          </p:cNvPr>
          <p:cNvSpPr/>
          <p:nvPr/>
        </p:nvSpPr>
        <p:spPr>
          <a:xfrm>
            <a:off x="0" y="705917"/>
            <a:ext cx="2779776" cy="4163263"/>
          </a:xfrm>
          <a:prstGeom prst="rect">
            <a:avLst/>
          </a:prstGeom>
          <a:solidFill>
            <a:srgbClr val="FFFFFF"/>
          </a:solidFill>
          <a:ln w="12700">
            <a:solidFill>
              <a:srgbClr val="D4E4F2"/>
            </a:solidFill>
            <a:prstDash val="solid"/>
          </a:ln>
        </p:spPr>
        <p:txBody>
          <a:bodyPr/>
          <a:lstStyle/>
          <a:p>
            <a:endParaRPr lang="es-419" noProof="0" dirty="0"/>
          </a:p>
        </p:txBody>
      </p:sp>
      <p:sp>
        <p:nvSpPr>
          <p:cNvPr id="10" name="Text 8">
            <a:extLst>
              <a:ext uri="{FF2B5EF4-FFF2-40B4-BE49-F238E27FC236}">
                <a16:creationId xmlns:a16="http://schemas.microsoft.com/office/drawing/2014/main" id="{68C4DBC5-CE6E-DC62-21DE-27B7C24F3669}"/>
              </a:ext>
            </a:extLst>
          </p:cNvPr>
          <p:cNvSpPr/>
          <p:nvPr/>
        </p:nvSpPr>
        <p:spPr>
          <a:xfrm>
            <a:off x="118872" y="768096"/>
            <a:ext cx="2468880" cy="146304"/>
          </a:xfrm>
          <a:prstGeom prst="rect">
            <a:avLst/>
          </a:prstGeom>
          <a:noFill/>
          <a:ln/>
        </p:spPr>
        <p:txBody>
          <a:bodyPr wrap="square" lIns="0" tIns="0" rIns="0" bIns="0" rtlCol="0" anchor="ctr"/>
          <a:lstStyle/>
          <a:p>
            <a:pPr marL="0" indent="0">
              <a:buNone/>
            </a:pPr>
            <a:r>
              <a:rPr lang="es-419" sz="650" b="1" kern="0" spc="250" noProof="0" dirty="0">
                <a:solidFill>
                  <a:srgbClr val="8FAECB"/>
                </a:solidFill>
                <a:latin typeface="Montserrat" pitchFamily="34" charset="0"/>
                <a:ea typeface="Montserrat" pitchFamily="34" charset="-122"/>
                <a:cs typeface="Montserrat" pitchFamily="34" charset="-120"/>
              </a:rPr>
              <a:t>UBICACIÓN EN MÉXICO</a:t>
            </a:r>
            <a:endParaRPr lang="es-419" sz="650" noProof="0" dirty="0"/>
          </a:p>
        </p:txBody>
      </p:sp>
      <p:sp>
        <p:nvSpPr>
          <p:cNvPr id="12" name="Text 9">
            <a:extLst>
              <a:ext uri="{FF2B5EF4-FFF2-40B4-BE49-F238E27FC236}">
                <a16:creationId xmlns:a16="http://schemas.microsoft.com/office/drawing/2014/main" id="{26D5D271-7B7E-5054-8A13-F4D1B9A98F46}"/>
              </a:ext>
            </a:extLst>
          </p:cNvPr>
          <p:cNvSpPr/>
          <p:nvPr/>
        </p:nvSpPr>
        <p:spPr>
          <a:xfrm>
            <a:off x="73152" y="2944368"/>
            <a:ext cx="2633472" cy="182880"/>
          </a:xfrm>
          <a:prstGeom prst="rect">
            <a:avLst/>
          </a:prstGeom>
          <a:noFill/>
          <a:ln/>
        </p:spPr>
        <p:txBody>
          <a:bodyPr wrap="square" lIns="0" tIns="0" rIns="0" bIns="0" rtlCol="0" anchor="ctr"/>
          <a:lstStyle/>
          <a:p>
            <a:pPr marL="0" indent="0" algn="ctr">
              <a:buNone/>
            </a:pPr>
            <a:r>
              <a:rPr lang="es-419" sz="750" b="1" kern="0" spc="200" noProof="0" dirty="0">
                <a:solidFill>
                  <a:srgbClr val="EB6C01"/>
                </a:solidFill>
                <a:latin typeface="Montserrat" pitchFamily="34" charset="0"/>
              </a:rPr>
              <a:t>NAUCALPAN, ESTADO DE MÉX.</a:t>
            </a:r>
            <a:endParaRPr lang="es-419" sz="750" noProof="0" dirty="0"/>
          </a:p>
        </p:txBody>
      </p:sp>
      <p:sp>
        <p:nvSpPr>
          <p:cNvPr id="13" name="Text 10">
            <a:extLst>
              <a:ext uri="{FF2B5EF4-FFF2-40B4-BE49-F238E27FC236}">
                <a16:creationId xmlns:a16="http://schemas.microsoft.com/office/drawing/2014/main" id="{C6178226-ABE0-530A-38CF-999EEF80B3D8}"/>
              </a:ext>
            </a:extLst>
          </p:cNvPr>
          <p:cNvSpPr/>
          <p:nvPr/>
        </p:nvSpPr>
        <p:spPr>
          <a:xfrm>
            <a:off x="2944368" y="859536"/>
            <a:ext cx="1828800" cy="164592"/>
          </a:xfrm>
          <a:prstGeom prst="rect">
            <a:avLst/>
          </a:prstGeom>
          <a:noFill/>
          <a:ln/>
        </p:spPr>
        <p:txBody>
          <a:bodyPr wrap="square" lIns="0" tIns="0" rIns="0" bIns="0" rtlCol="0" anchor="ctr"/>
          <a:lstStyle/>
          <a:p>
            <a:pPr marL="0" indent="0">
              <a:buNone/>
            </a:pPr>
            <a:r>
              <a:rPr lang="es-419" sz="650" b="1" kern="0" spc="250" noProof="0" dirty="0">
                <a:solidFill>
                  <a:srgbClr val="EB6C01"/>
                </a:solidFill>
                <a:latin typeface="Montserrat" pitchFamily="34" charset="0"/>
                <a:ea typeface="Montserrat" pitchFamily="34" charset="-122"/>
                <a:cs typeface="Montserrat" pitchFamily="34" charset="-120"/>
              </a:rPr>
              <a:t>PROYECTO POR INICIAR</a:t>
            </a:r>
            <a:endParaRPr lang="es-419" sz="650" noProof="0" dirty="0"/>
          </a:p>
        </p:txBody>
      </p:sp>
      <p:sp>
        <p:nvSpPr>
          <p:cNvPr id="14" name="Shape 11">
            <a:extLst>
              <a:ext uri="{FF2B5EF4-FFF2-40B4-BE49-F238E27FC236}">
                <a16:creationId xmlns:a16="http://schemas.microsoft.com/office/drawing/2014/main" id="{18FB6D70-C907-5504-5918-EB4DB101B310}"/>
              </a:ext>
            </a:extLst>
          </p:cNvPr>
          <p:cNvSpPr/>
          <p:nvPr/>
        </p:nvSpPr>
        <p:spPr>
          <a:xfrm>
            <a:off x="2944368" y="1024128"/>
            <a:ext cx="987552" cy="16459"/>
          </a:xfrm>
          <a:prstGeom prst="rect">
            <a:avLst/>
          </a:prstGeom>
          <a:solidFill>
            <a:srgbClr val="EB6C01"/>
          </a:solidFill>
          <a:ln w="12700">
            <a:solidFill>
              <a:srgbClr val="EB6C01"/>
            </a:solidFill>
            <a:prstDash val="solid"/>
          </a:ln>
        </p:spPr>
        <p:txBody>
          <a:bodyPr/>
          <a:lstStyle/>
          <a:p>
            <a:endParaRPr lang="es-419" noProof="0" dirty="0"/>
          </a:p>
        </p:txBody>
      </p:sp>
      <p:sp>
        <p:nvSpPr>
          <p:cNvPr id="15" name="Shape 12">
            <a:extLst>
              <a:ext uri="{FF2B5EF4-FFF2-40B4-BE49-F238E27FC236}">
                <a16:creationId xmlns:a16="http://schemas.microsoft.com/office/drawing/2014/main" id="{13F4A4AD-66DD-9779-1B1C-ECEE2440904D}"/>
              </a:ext>
            </a:extLst>
          </p:cNvPr>
          <p:cNvSpPr/>
          <p:nvPr/>
        </p:nvSpPr>
        <p:spPr>
          <a:xfrm>
            <a:off x="2944368" y="1115568"/>
            <a:ext cx="6035040" cy="603504"/>
          </a:xfrm>
          <a:prstGeom prst="rect">
            <a:avLst/>
          </a:prstGeom>
          <a:solidFill>
            <a:srgbClr val="E5EFF8"/>
          </a:solidFill>
          <a:ln w="12700">
            <a:solidFill>
              <a:srgbClr val="A8C0D8"/>
            </a:solidFill>
            <a:prstDash val="solid"/>
          </a:ln>
        </p:spPr>
        <p:txBody>
          <a:bodyPr/>
          <a:lstStyle/>
          <a:p>
            <a:endParaRPr lang="es-419" noProof="0" dirty="0"/>
          </a:p>
        </p:txBody>
      </p:sp>
      <p:sp>
        <p:nvSpPr>
          <p:cNvPr id="16" name="Text 13">
            <a:extLst>
              <a:ext uri="{FF2B5EF4-FFF2-40B4-BE49-F238E27FC236}">
                <a16:creationId xmlns:a16="http://schemas.microsoft.com/office/drawing/2014/main" id="{643577F3-8DD2-4203-3A0F-2267CD9437C3}"/>
              </a:ext>
            </a:extLst>
          </p:cNvPr>
          <p:cNvSpPr/>
          <p:nvPr/>
        </p:nvSpPr>
        <p:spPr>
          <a:xfrm>
            <a:off x="3054096" y="1170432"/>
            <a:ext cx="5815584" cy="493776"/>
          </a:xfrm>
          <a:prstGeom prst="rect">
            <a:avLst/>
          </a:prstGeom>
          <a:noFill/>
          <a:ln/>
        </p:spPr>
        <p:txBody>
          <a:bodyPr wrap="square" lIns="0" tIns="0" rIns="0" bIns="0" rtlCol="0" anchor="ctr"/>
          <a:lstStyle/>
          <a:p>
            <a:pPr marL="0" indent="0">
              <a:buNone/>
            </a:pPr>
            <a:r>
              <a:rPr lang="es-419" sz="1500" b="1" noProof="0" dirty="0">
                <a:solidFill>
                  <a:srgbClr val="9BB5CC"/>
                </a:solidFill>
                <a:latin typeface="Montserrat" pitchFamily="34" charset="0"/>
              </a:rPr>
              <a:t>Ingreso de Brigadas</a:t>
            </a:r>
            <a:endParaRPr lang="es-419" sz="1500" noProof="0" dirty="0"/>
          </a:p>
        </p:txBody>
      </p:sp>
      <p:sp>
        <p:nvSpPr>
          <p:cNvPr id="17" name="Shape 14">
            <a:extLst>
              <a:ext uri="{FF2B5EF4-FFF2-40B4-BE49-F238E27FC236}">
                <a16:creationId xmlns:a16="http://schemas.microsoft.com/office/drawing/2014/main" id="{2D1D548E-794F-6953-EE73-CCD8E3F19682}"/>
              </a:ext>
            </a:extLst>
          </p:cNvPr>
          <p:cNvSpPr/>
          <p:nvPr/>
        </p:nvSpPr>
        <p:spPr>
          <a:xfrm>
            <a:off x="2944368" y="1837944"/>
            <a:ext cx="91440" cy="91440"/>
          </a:xfrm>
          <a:prstGeom prst="ellipse">
            <a:avLst/>
          </a:prstGeom>
          <a:solidFill>
            <a:srgbClr val="A8C0D8"/>
          </a:solidFill>
          <a:ln w="12700">
            <a:solidFill>
              <a:srgbClr val="A8C0D8"/>
            </a:solidFill>
            <a:prstDash val="solid"/>
          </a:ln>
        </p:spPr>
        <p:txBody>
          <a:bodyPr/>
          <a:lstStyle/>
          <a:p>
            <a:endParaRPr lang="es-419" noProof="0" dirty="0"/>
          </a:p>
        </p:txBody>
      </p:sp>
      <p:sp>
        <p:nvSpPr>
          <p:cNvPr id="18" name="Text 15">
            <a:extLst>
              <a:ext uri="{FF2B5EF4-FFF2-40B4-BE49-F238E27FC236}">
                <a16:creationId xmlns:a16="http://schemas.microsoft.com/office/drawing/2014/main" id="{728AFF25-C3FC-17B9-AABB-7C7E6DDAA741}"/>
              </a:ext>
            </a:extLst>
          </p:cNvPr>
          <p:cNvSpPr/>
          <p:nvPr/>
        </p:nvSpPr>
        <p:spPr>
          <a:xfrm>
            <a:off x="3099816" y="1819656"/>
            <a:ext cx="2743200" cy="137160"/>
          </a:xfrm>
          <a:prstGeom prst="rect">
            <a:avLst/>
          </a:prstGeom>
          <a:noFill/>
          <a:ln/>
        </p:spPr>
        <p:txBody>
          <a:bodyPr wrap="square" lIns="0" tIns="0" rIns="0" bIns="0" rtlCol="0" anchor="ctr"/>
          <a:lstStyle/>
          <a:p>
            <a:pPr marL="0" indent="0">
              <a:buNone/>
            </a:pPr>
            <a:r>
              <a:rPr lang="es-419" sz="850" b="1" kern="0" spc="100" noProof="0" dirty="0">
                <a:solidFill>
                  <a:srgbClr val="A8C0D8"/>
                </a:solidFill>
                <a:latin typeface="Montserrat" pitchFamily="34" charset="0"/>
              </a:rPr>
              <a:t>Próximo a Iniciar</a:t>
            </a:r>
            <a:endParaRPr lang="es-419" sz="850" noProof="0" dirty="0"/>
          </a:p>
        </p:txBody>
      </p:sp>
      <p:sp>
        <p:nvSpPr>
          <p:cNvPr id="19" name="Shape 16">
            <a:extLst>
              <a:ext uri="{FF2B5EF4-FFF2-40B4-BE49-F238E27FC236}">
                <a16:creationId xmlns:a16="http://schemas.microsoft.com/office/drawing/2014/main" id="{2A024D77-4E9F-B639-6E49-9B402EA4DFDF}"/>
              </a:ext>
            </a:extLst>
          </p:cNvPr>
          <p:cNvSpPr/>
          <p:nvPr/>
        </p:nvSpPr>
        <p:spPr>
          <a:xfrm>
            <a:off x="2944368" y="2057400"/>
            <a:ext cx="25603" cy="658368"/>
          </a:xfrm>
          <a:prstGeom prst="rect">
            <a:avLst/>
          </a:prstGeom>
          <a:solidFill>
            <a:srgbClr val="A8C0D8"/>
          </a:solidFill>
          <a:ln w="12700">
            <a:solidFill>
              <a:srgbClr val="A8C0D8"/>
            </a:solidFill>
            <a:prstDash val="solid"/>
          </a:ln>
        </p:spPr>
        <p:txBody>
          <a:bodyPr/>
          <a:lstStyle/>
          <a:p>
            <a:endParaRPr lang="es-419" noProof="0" dirty="0"/>
          </a:p>
        </p:txBody>
      </p:sp>
      <p:sp>
        <p:nvSpPr>
          <p:cNvPr id="20" name="Text 17">
            <a:extLst>
              <a:ext uri="{FF2B5EF4-FFF2-40B4-BE49-F238E27FC236}">
                <a16:creationId xmlns:a16="http://schemas.microsoft.com/office/drawing/2014/main" id="{10DCB991-17E1-25C6-0A80-3EF71CC74C7E}"/>
              </a:ext>
            </a:extLst>
          </p:cNvPr>
          <p:cNvSpPr/>
          <p:nvPr/>
        </p:nvSpPr>
        <p:spPr>
          <a:xfrm>
            <a:off x="3035808" y="2057400"/>
            <a:ext cx="5925312" cy="658368"/>
          </a:xfrm>
          <a:prstGeom prst="rect">
            <a:avLst/>
          </a:prstGeom>
          <a:noFill/>
          <a:ln/>
        </p:spPr>
        <p:txBody>
          <a:bodyPr wrap="square" rtlCol="0" anchor="ctr"/>
          <a:lstStyle/>
          <a:p>
            <a:pPr marL="0" indent="0">
              <a:buNone/>
            </a:pPr>
            <a:r>
              <a:rPr lang="es-419" sz="950" i="1" noProof="0" dirty="0">
                <a:solidFill>
                  <a:srgbClr val="A8BDD0"/>
                </a:solidFill>
                <a:latin typeface="Montserrat" pitchFamily="34" charset="0"/>
              </a:rPr>
              <a:t>Se envía por correo el comunicado al plantel, del ingreso de las brigadas, y las indicaciones necesarias para dar apoyar a proveedor.</a:t>
            </a:r>
            <a:endParaRPr lang="es-419" sz="950" noProof="0" dirty="0"/>
          </a:p>
        </p:txBody>
      </p:sp>
      <p:sp>
        <p:nvSpPr>
          <p:cNvPr id="21" name="Text 18">
            <a:extLst>
              <a:ext uri="{FF2B5EF4-FFF2-40B4-BE49-F238E27FC236}">
                <a16:creationId xmlns:a16="http://schemas.microsoft.com/office/drawing/2014/main" id="{21896329-DF13-78EB-9CA8-C1C3D3338E9B}"/>
              </a:ext>
            </a:extLst>
          </p:cNvPr>
          <p:cNvSpPr/>
          <p:nvPr/>
        </p:nvSpPr>
        <p:spPr>
          <a:xfrm>
            <a:off x="2944368" y="2834640"/>
            <a:ext cx="1828800" cy="164592"/>
          </a:xfrm>
          <a:prstGeom prst="rect">
            <a:avLst/>
          </a:prstGeom>
          <a:noFill/>
          <a:ln/>
        </p:spPr>
        <p:txBody>
          <a:bodyPr wrap="square" lIns="0" tIns="0" rIns="0" bIns="0" rtlCol="0" anchor="ctr"/>
          <a:lstStyle/>
          <a:p>
            <a:pPr marL="0" indent="0">
              <a:buNone/>
            </a:pPr>
            <a:r>
              <a:rPr lang="es-419" sz="650" b="1" kern="0" spc="250" noProof="0" dirty="0">
                <a:solidFill>
                  <a:srgbClr val="EB6C01"/>
                </a:solidFill>
                <a:latin typeface="Montserrat" pitchFamily="34" charset="0"/>
                <a:ea typeface="Montserrat" pitchFamily="34" charset="-122"/>
                <a:cs typeface="Montserrat" pitchFamily="34" charset="-120"/>
              </a:rPr>
              <a:t>FOTOGRAFÍAS DE AVANCE</a:t>
            </a:r>
            <a:endParaRPr lang="es-419" sz="650" noProof="0" dirty="0"/>
          </a:p>
        </p:txBody>
      </p:sp>
      <p:sp>
        <p:nvSpPr>
          <p:cNvPr id="22" name="Shape 19">
            <a:extLst>
              <a:ext uri="{FF2B5EF4-FFF2-40B4-BE49-F238E27FC236}">
                <a16:creationId xmlns:a16="http://schemas.microsoft.com/office/drawing/2014/main" id="{E3EDC7BF-FEDF-5192-C51E-F55371807247}"/>
              </a:ext>
            </a:extLst>
          </p:cNvPr>
          <p:cNvSpPr/>
          <p:nvPr/>
        </p:nvSpPr>
        <p:spPr>
          <a:xfrm>
            <a:off x="2944368" y="3008376"/>
            <a:ext cx="1481328" cy="16459"/>
          </a:xfrm>
          <a:prstGeom prst="rect">
            <a:avLst/>
          </a:prstGeom>
          <a:solidFill>
            <a:srgbClr val="EB6C01"/>
          </a:solidFill>
          <a:ln w="12700">
            <a:solidFill>
              <a:srgbClr val="EB6C01"/>
            </a:solidFill>
            <a:prstDash val="solid"/>
          </a:ln>
        </p:spPr>
        <p:txBody>
          <a:bodyPr/>
          <a:lstStyle/>
          <a:p>
            <a:endParaRPr lang="es-419" noProof="0" dirty="0"/>
          </a:p>
        </p:txBody>
      </p:sp>
      <p:sp>
        <p:nvSpPr>
          <p:cNvPr id="23" name="Shape 20">
            <a:extLst>
              <a:ext uri="{FF2B5EF4-FFF2-40B4-BE49-F238E27FC236}">
                <a16:creationId xmlns:a16="http://schemas.microsoft.com/office/drawing/2014/main" id="{037759DE-2604-EE97-AEA0-ABAF1AADD6B2}"/>
              </a:ext>
            </a:extLst>
          </p:cNvPr>
          <p:cNvSpPr/>
          <p:nvPr/>
        </p:nvSpPr>
        <p:spPr>
          <a:xfrm>
            <a:off x="2944368"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24" name="Image 1" descr="preencoded.png">
            <a:extLst>
              <a:ext uri="{FF2B5EF4-FFF2-40B4-BE49-F238E27FC236}">
                <a16:creationId xmlns:a16="http://schemas.microsoft.com/office/drawing/2014/main" id="{283A1C7B-F185-045D-47C2-43CDEBE203B0}"/>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797808" y="3593592"/>
            <a:ext cx="256032" cy="256032"/>
          </a:xfrm>
          <a:prstGeom prst="rect">
            <a:avLst/>
          </a:prstGeom>
        </p:spPr>
      </p:pic>
      <p:sp>
        <p:nvSpPr>
          <p:cNvPr id="25" name="Text 21">
            <a:extLst>
              <a:ext uri="{FF2B5EF4-FFF2-40B4-BE49-F238E27FC236}">
                <a16:creationId xmlns:a16="http://schemas.microsoft.com/office/drawing/2014/main" id="{56C8510D-7494-CBE0-1807-6D207508A3FB}"/>
              </a:ext>
            </a:extLst>
          </p:cNvPr>
          <p:cNvSpPr/>
          <p:nvPr/>
        </p:nvSpPr>
        <p:spPr>
          <a:xfrm>
            <a:off x="2944368"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29" name="Shape 24">
            <a:extLst>
              <a:ext uri="{FF2B5EF4-FFF2-40B4-BE49-F238E27FC236}">
                <a16:creationId xmlns:a16="http://schemas.microsoft.com/office/drawing/2014/main" id="{04C25D77-B4BA-9EC0-38EE-BBDB43D70088}"/>
              </a:ext>
            </a:extLst>
          </p:cNvPr>
          <p:cNvSpPr/>
          <p:nvPr/>
        </p:nvSpPr>
        <p:spPr>
          <a:xfrm>
            <a:off x="7016496"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30" name="Image 3" descr="preencoded.png">
            <a:extLst>
              <a:ext uri="{FF2B5EF4-FFF2-40B4-BE49-F238E27FC236}">
                <a16:creationId xmlns:a16="http://schemas.microsoft.com/office/drawing/2014/main" id="{7D429A1A-26A5-BCCE-FB8B-A0482B711F37}"/>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7869936" y="3593592"/>
            <a:ext cx="256032" cy="256032"/>
          </a:xfrm>
          <a:prstGeom prst="rect">
            <a:avLst/>
          </a:prstGeom>
        </p:spPr>
      </p:pic>
      <p:sp>
        <p:nvSpPr>
          <p:cNvPr id="31" name="Text 25">
            <a:extLst>
              <a:ext uri="{FF2B5EF4-FFF2-40B4-BE49-F238E27FC236}">
                <a16:creationId xmlns:a16="http://schemas.microsoft.com/office/drawing/2014/main" id="{DD7EDC62-06C7-61BE-DDBD-A1905142F669}"/>
              </a:ext>
            </a:extLst>
          </p:cNvPr>
          <p:cNvSpPr/>
          <p:nvPr/>
        </p:nvSpPr>
        <p:spPr>
          <a:xfrm>
            <a:off x="7016496"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32" name="Shape 26">
            <a:extLst>
              <a:ext uri="{FF2B5EF4-FFF2-40B4-BE49-F238E27FC236}">
                <a16:creationId xmlns:a16="http://schemas.microsoft.com/office/drawing/2014/main" id="{C53AC8A4-CA4E-1D4B-D11D-89B9D984254F}"/>
              </a:ext>
            </a:extLst>
          </p:cNvPr>
          <p:cNvSpPr/>
          <p:nvPr/>
        </p:nvSpPr>
        <p:spPr>
          <a:xfrm>
            <a:off x="0" y="4873752"/>
            <a:ext cx="9144000" cy="269748"/>
          </a:xfrm>
          <a:prstGeom prst="rect">
            <a:avLst/>
          </a:prstGeom>
          <a:solidFill>
            <a:srgbClr val="1A3464"/>
          </a:solidFill>
          <a:ln w="12700">
            <a:solidFill>
              <a:srgbClr val="1A3464"/>
            </a:solidFill>
            <a:prstDash val="solid"/>
          </a:ln>
        </p:spPr>
        <p:txBody>
          <a:bodyPr/>
          <a:lstStyle/>
          <a:p>
            <a:endParaRPr lang="es-419" noProof="0" dirty="0"/>
          </a:p>
        </p:txBody>
      </p:sp>
      <p:sp>
        <p:nvSpPr>
          <p:cNvPr id="33" name="Text 27">
            <a:extLst>
              <a:ext uri="{FF2B5EF4-FFF2-40B4-BE49-F238E27FC236}">
                <a16:creationId xmlns:a16="http://schemas.microsoft.com/office/drawing/2014/main" id="{2E6D7225-2519-5B39-AE20-67662323681F}"/>
              </a:ext>
            </a:extLst>
          </p:cNvPr>
          <p:cNvSpPr/>
          <p:nvPr/>
        </p:nvSpPr>
        <p:spPr>
          <a:xfrm>
            <a:off x="384048" y="4901184"/>
            <a:ext cx="5029200" cy="182880"/>
          </a:xfrm>
          <a:prstGeom prst="rect">
            <a:avLst/>
          </a:prstGeom>
          <a:noFill/>
          <a:ln/>
        </p:spPr>
        <p:txBody>
          <a:bodyPr wrap="square" lIns="0" tIns="0" rIns="0" bIns="0" rtlCol="0" anchor="ctr"/>
          <a:lstStyle/>
          <a:p>
            <a:pPr marL="0" indent="0">
              <a:buNone/>
            </a:pPr>
            <a:r>
              <a:rPr lang="es-419" sz="700" kern="0" spc="150" noProof="0" dirty="0">
                <a:solidFill>
                  <a:srgbClr val="8FAECB"/>
                </a:solidFill>
                <a:latin typeface="Montserrat" pitchFamily="34" charset="0"/>
                <a:ea typeface="Montserrat" pitchFamily="34" charset="-122"/>
                <a:cs typeface="Montserrat" pitchFamily="34" charset="-120"/>
              </a:rPr>
              <a:t>COORDINACIÓN DE OBRAS Y MANTENIMIENTO RCMA</a:t>
            </a:r>
            <a:endParaRPr lang="es-419" sz="700" noProof="0" dirty="0"/>
          </a:p>
        </p:txBody>
      </p:sp>
      <p:sp>
        <p:nvSpPr>
          <p:cNvPr id="34" name="Shape 28">
            <a:extLst>
              <a:ext uri="{FF2B5EF4-FFF2-40B4-BE49-F238E27FC236}">
                <a16:creationId xmlns:a16="http://schemas.microsoft.com/office/drawing/2014/main" id="{354A6C5A-59A8-4979-3755-9C829C65547A}"/>
              </a:ext>
            </a:extLst>
          </p:cNvPr>
          <p:cNvSpPr/>
          <p:nvPr/>
        </p:nvSpPr>
        <p:spPr>
          <a:xfrm>
            <a:off x="5559552" y="4974336"/>
            <a:ext cx="5486" cy="100584"/>
          </a:xfrm>
          <a:prstGeom prst="rect">
            <a:avLst/>
          </a:prstGeom>
          <a:solidFill>
            <a:srgbClr val="8FAECB"/>
          </a:solidFill>
          <a:ln w="12700">
            <a:solidFill>
              <a:srgbClr val="8FAECB"/>
            </a:solidFill>
            <a:prstDash val="solid"/>
          </a:ln>
        </p:spPr>
        <p:txBody>
          <a:bodyPr/>
          <a:lstStyle/>
          <a:p>
            <a:endParaRPr lang="es-419" noProof="0" dirty="0"/>
          </a:p>
        </p:txBody>
      </p:sp>
      <p:sp>
        <p:nvSpPr>
          <p:cNvPr id="35" name="Text 29">
            <a:extLst>
              <a:ext uri="{FF2B5EF4-FFF2-40B4-BE49-F238E27FC236}">
                <a16:creationId xmlns:a16="http://schemas.microsoft.com/office/drawing/2014/main" id="{6053A4D8-DB57-0F0C-FA7E-A06504C81178}"/>
              </a:ext>
            </a:extLst>
          </p:cNvPr>
          <p:cNvSpPr/>
          <p:nvPr/>
        </p:nvSpPr>
        <p:spPr>
          <a:xfrm>
            <a:off x="5650992" y="4901184"/>
            <a:ext cx="2286000" cy="182880"/>
          </a:xfrm>
          <a:prstGeom prst="rect">
            <a:avLst/>
          </a:prstGeom>
          <a:noFill/>
          <a:ln/>
        </p:spPr>
        <p:txBody>
          <a:bodyPr wrap="square" lIns="0" tIns="0" rIns="0" bIns="0" rtlCol="0" anchor="ctr"/>
          <a:lstStyle/>
          <a:p>
            <a:pPr marL="0" indent="0">
              <a:buNone/>
            </a:pPr>
            <a:r>
              <a:rPr lang="es-419" sz="700" kern="0" spc="150" noProof="0" dirty="0">
                <a:solidFill>
                  <a:srgbClr val="8FAECB"/>
                </a:solidFill>
                <a:latin typeface="Montserrat" pitchFamily="34" charset="0"/>
                <a:ea typeface="Montserrat" pitchFamily="34" charset="-122"/>
                <a:cs typeface="Montserrat" pitchFamily="34" charset="-120"/>
              </a:rPr>
              <a:t>Mano Amiga</a:t>
            </a:r>
            <a:endParaRPr lang="es-419" sz="700" noProof="0" dirty="0"/>
          </a:p>
        </p:txBody>
      </p:sp>
      <p:sp>
        <p:nvSpPr>
          <p:cNvPr id="43" name="Forma libre: forma 42">
            <a:extLst>
              <a:ext uri="{FF2B5EF4-FFF2-40B4-BE49-F238E27FC236}">
                <a16:creationId xmlns:a16="http://schemas.microsoft.com/office/drawing/2014/main" id="{689B721E-A248-BC92-EE87-BEB19FCD22AB}"/>
              </a:ext>
            </a:extLst>
          </p:cNvPr>
          <p:cNvSpPr/>
          <p:nvPr/>
        </p:nvSpPr>
        <p:spPr>
          <a:xfrm>
            <a:off x="1596105" y="2222074"/>
            <a:ext cx="193086" cy="261624"/>
          </a:xfrm>
          <a:custGeom>
            <a:avLst/>
            <a:gdLst>
              <a:gd name="csX0" fmla="*/ 47363 w 193086"/>
              <a:gd name="csY0" fmla="*/ 258865 h 261624"/>
              <a:gd name="csX1" fmla="*/ 34066 w 193086"/>
              <a:gd name="csY1" fmla="*/ 253627 h 261624"/>
              <a:gd name="csX2" fmla="*/ 25677 w 193086"/>
              <a:gd name="csY2" fmla="*/ 249703 h 261624"/>
              <a:gd name="csX3" fmla="*/ 12838 w 193086"/>
              <a:gd name="csY3" fmla="*/ 237813 h 261624"/>
              <a:gd name="csX4" fmla="*/ 0 w 193086"/>
              <a:gd name="csY4" fmla="*/ 228023 h 261624"/>
              <a:gd name="csX5" fmla="*/ 10590 w 193086"/>
              <a:gd name="csY5" fmla="*/ 222007 h 261624"/>
              <a:gd name="csX6" fmla="*/ 24311 w 193086"/>
              <a:gd name="csY6" fmla="*/ 218591 h 261624"/>
              <a:gd name="csX7" fmla="*/ 30840 w 193086"/>
              <a:gd name="csY7" fmla="*/ 210994 h 261624"/>
              <a:gd name="csX8" fmla="*/ 34002 w 193086"/>
              <a:gd name="csY8" fmla="*/ 201034 h 261624"/>
              <a:gd name="csX9" fmla="*/ 34055 w 193086"/>
              <a:gd name="csY9" fmla="*/ 192894 h 261624"/>
              <a:gd name="csX10" fmla="*/ 33474 w 193086"/>
              <a:gd name="csY10" fmla="*/ 186352 h 261624"/>
              <a:gd name="csX11" fmla="*/ 36002 w 193086"/>
              <a:gd name="csY11" fmla="*/ 155255 h 261624"/>
              <a:gd name="csX12" fmla="*/ 40814 w 193086"/>
              <a:gd name="csY12" fmla="*/ 125721 h 261624"/>
              <a:gd name="csX13" fmla="*/ 52906 w 193086"/>
              <a:gd name="csY13" fmla="*/ 136226 h 261624"/>
              <a:gd name="csX14" fmla="*/ 67584 w 193086"/>
              <a:gd name="csY14" fmla="*/ 150557 h 261624"/>
              <a:gd name="csX15" fmla="*/ 85050 w 193086"/>
              <a:gd name="csY15" fmla="*/ 148575 h 261624"/>
              <a:gd name="csX16" fmla="*/ 92615 w 193086"/>
              <a:gd name="csY16" fmla="*/ 147623 h 261624"/>
              <a:gd name="csX17" fmla="*/ 103162 w 193086"/>
              <a:gd name="csY17" fmla="*/ 143713 h 261624"/>
              <a:gd name="csX18" fmla="*/ 110991 w 193086"/>
              <a:gd name="csY18" fmla="*/ 139409 h 261624"/>
              <a:gd name="csX19" fmla="*/ 118857 w 193086"/>
              <a:gd name="csY19" fmla="*/ 137039 h 261624"/>
              <a:gd name="csX20" fmla="*/ 114946 w 193086"/>
              <a:gd name="csY20" fmla="*/ 126979 h 261624"/>
              <a:gd name="csX21" fmla="*/ 104278 w 193086"/>
              <a:gd name="csY21" fmla="*/ 120558 h 261624"/>
              <a:gd name="csX22" fmla="*/ 100539 w 193086"/>
              <a:gd name="csY22" fmla="*/ 116814 h 261624"/>
              <a:gd name="csX23" fmla="*/ 87769 w 193086"/>
              <a:gd name="csY23" fmla="*/ 107211 h 261624"/>
              <a:gd name="csX24" fmla="*/ 75649 w 193086"/>
              <a:gd name="csY24" fmla="*/ 82459 h 261624"/>
              <a:gd name="csX25" fmla="*/ 81162 w 193086"/>
              <a:gd name="csY25" fmla="*/ 66581 h 261624"/>
              <a:gd name="csX26" fmla="*/ 76956 w 193086"/>
              <a:gd name="csY26" fmla="*/ 53086 h 261624"/>
              <a:gd name="csX27" fmla="*/ 74281 w 193086"/>
              <a:gd name="csY27" fmla="*/ 48335 h 261624"/>
              <a:gd name="csX28" fmla="*/ 98388 w 193086"/>
              <a:gd name="csY28" fmla="*/ 21931 h 261624"/>
              <a:gd name="csX29" fmla="*/ 99033 w 193086"/>
              <a:gd name="csY29" fmla="*/ 12782 h 261624"/>
              <a:gd name="csX30" fmla="*/ 112340 w 193086"/>
              <a:gd name="csY30" fmla="*/ 234 h 261624"/>
              <a:gd name="csX31" fmla="*/ 115367 w 193086"/>
              <a:gd name="csY31" fmla="*/ 7384 h 261624"/>
              <a:gd name="csX32" fmla="*/ 123019 w 193086"/>
              <a:gd name="csY32" fmla="*/ 18442 h 261624"/>
              <a:gd name="csX33" fmla="*/ 122268 w 193086"/>
              <a:gd name="csY33" fmla="*/ 30221 h 261624"/>
              <a:gd name="csX34" fmla="*/ 113949 w 193086"/>
              <a:gd name="csY34" fmla="*/ 45287 h 261624"/>
              <a:gd name="csX35" fmla="*/ 120402 w 193086"/>
              <a:gd name="csY35" fmla="*/ 65276 h 261624"/>
              <a:gd name="csX36" fmla="*/ 138506 w 193086"/>
              <a:gd name="csY36" fmla="*/ 64867 h 261624"/>
              <a:gd name="csX37" fmla="*/ 143345 w 193086"/>
              <a:gd name="csY37" fmla="*/ 58224 h 261624"/>
              <a:gd name="csX38" fmla="*/ 152274 w 193086"/>
              <a:gd name="csY38" fmla="*/ 62931 h 261624"/>
              <a:gd name="csX39" fmla="*/ 162130 w 193086"/>
              <a:gd name="csY39" fmla="*/ 68135 h 261624"/>
              <a:gd name="csX40" fmla="*/ 158059 w 193086"/>
              <a:gd name="csY40" fmla="*/ 75879 h 261624"/>
              <a:gd name="csX41" fmla="*/ 142387 w 193086"/>
              <a:gd name="csY41" fmla="*/ 123139 h 261624"/>
              <a:gd name="csX42" fmla="*/ 161574 w 193086"/>
              <a:gd name="csY42" fmla="*/ 140138 h 261624"/>
              <a:gd name="csX43" fmla="*/ 162505 w 193086"/>
              <a:gd name="csY43" fmla="*/ 150542 h 261624"/>
              <a:gd name="csX44" fmla="*/ 151065 w 193086"/>
              <a:gd name="csY44" fmla="*/ 162165 h 261624"/>
              <a:gd name="csX45" fmla="*/ 147000 w 193086"/>
              <a:gd name="csY45" fmla="*/ 176069 h 261624"/>
              <a:gd name="csX46" fmla="*/ 151074 w 193086"/>
              <a:gd name="csY46" fmla="*/ 198795 h 261624"/>
              <a:gd name="csX47" fmla="*/ 161382 w 193086"/>
              <a:gd name="csY47" fmla="*/ 209212 h 261624"/>
              <a:gd name="csX48" fmla="*/ 180801 w 193086"/>
              <a:gd name="csY48" fmla="*/ 215310 h 261624"/>
              <a:gd name="csX49" fmla="*/ 191062 w 193086"/>
              <a:gd name="csY49" fmla="*/ 220266 h 261624"/>
              <a:gd name="csX50" fmla="*/ 186266 w 193086"/>
              <a:gd name="csY50" fmla="*/ 234411 h 261624"/>
              <a:gd name="csX51" fmla="*/ 146648 w 193086"/>
              <a:gd name="csY51" fmla="*/ 241973 h 261624"/>
              <a:gd name="csX52" fmla="*/ 130308 w 193086"/>
              <a:gd name="csY52" fmla="*/ 244333 h 261624"/>
              <a:gd name="csX53" fmla="*/ 120069 w 193086"/>
              <a:gd name="csY53" fmla="*/ 230760 h 261624"/>
              <a:gd name="csX54" fmla="*/ 99204 w 193086"/>
              <a:gd name="csY54" fmla="*/ 236809 h 261624"/>
              <a:gd name="csX55" fmla="*/ 99051 w 193086"/>
              <a:gd name="csY55" fmla="*/ 250983 h 261624"/>
              <a:gd name="csX56" fmla="*/ 92202 w 193086"/>
              <a:gd name="csY56" fmla="*/ 257021 h 261624"/>
              <a:gd name="csX57" fmla="*/ 61602 w 193086"/>
              <a:gd name="csY57" fmla="*/ 257374 h 261624"/>
              <a:gd name="csX58" fmla="*/ 47363 w 193086"/>
              <a:gd name="csY58" fmla="*/ 258865 h 2616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Lst>
            <a:rect l="l" t="t" r="r" b="b"/>
            <a:pathLst>
              <a:path w="193086" h="261624">
                <a:moveTo>
                  <a:pt x="47363" y="258865"/>
                </a:moveTo>
                <a:cubicBezTo>
                  <a:pt x="44664" y="256988"/>
                  <a:pt x="38681" y="254631"/>
                  <a:pt x="34066" y="253627"/>
                </a:cubicBezTo>
                <a:cubicBezTo>
                  <a:pt x="29452" y="252623"/>
                  <a:pt x="25677" y="250857"/>
                  <a:pt x="25677" y="249703"/>
                </a:cubicBezTo>
                <a:cubicBezTo>
                  <a:pt x="25677" y="248548"/>
                  <a:pt x="19899" y="243198"/>
                  <a:pt x="12838" y="237813"/>
                </a:cubicBezTo>
                <a:lnTo>
                  <a:pt x="0" y="228023"/>
                </a:lnTo>
                <a:lnTo>
                  <a:pt x="10590" y="222007"/>
                </a:lnTo>
                <a:cubicBezTo>
                  <a:pt x="17972" y="217814"/>
                  <a:pt x="22129" y="216779"/>
                  <a:pt x="24311" y="218591"/>
                </a:cubicBezTo>
                <a:cubicBezTo>
                  <a:pt x="28477" y="222048"/>
                  <a:pt x="30840" y="219299"/>
                  <a:pt x="30840" y="210994"/>
                </a:cubicBezTo>
                <a:cubicBezTo>
                  <a:pt x="30840" y="207256"/>
                  <a:pt x="32263" y="202774"/>
                  <a:pt x="34002" y="201034"/>
                </a:cubicBezTo>
                <a:cubicBezTo>
                  <a:pt x="36474" y="198562"/>
                  <a:pt x="36486" y="196787"/>
                  <a:pt x="34055" y="192894"/>
                </a:cubicBezTo>
                <a:cubicBezTo>
                  <a:pt x="32093" y="189753"/>
                  <a:pt x="31879" y="187338"/>
                  <a:pt x="33474" y="186352"/>
                </a:cubicBezTo>
                <a:cubicBezTo>
                  <a:pt x="34886" y="185479"/>
                  <a:pt x="36002" y="171748"/>
                  <a:pt x="36002" y="155255"/>
                </a:cubicBezTo>
                <a:cubicBezTo>
                  <a:pt x="36002" y="128160"/>
                  <a:pt x="36400" y="125721"/>
                  <a:pt x="40814" y="125721"/>
                </a:cubicBezTo>
                <a:cubicBezTo>
                  <a:pt x="43528" y="125721"/>
                  <a:pt x="48800" y="130301"/>
                  <a:pt x="52906" y="136226"/>
                </a:cubicBezTo>
                <a:cubicBezTo>
                  <a:pt x="56911" y="142004"/>
                  <a:pt x="63516" y="148453"/>
                  <a:pt x="67584" y="150557"/>
                </a:cubicBezTo>
                <a:cubicBezTo>
                  <a:pt x="75108" y="154448"/>
                  <a:pt x="85050" y="153319"/>
                  <a:pt x="85050" y="148575"/>
                </a:cubicBezTo>
                <a:cubicBezTo>
                  <a:pt x="85050" y="147029"/>
                  <a:pt x="88138" y="146640"/>
                  <a:pt x="92615" y="147623"/>
                </a:cubicBezTo>
                <a:cubicBezTo>
                  <a:pt x="98706" y="148961"/>
                  <a:pt x="100761" y="148199"/>
                  <a:pt x="103162" y="143713"/>
                </a:cubicBezTo>
                <a:cubicBezTo>
                  <a:pt x="105115" y="140063"/>
                  <a:pt x="107816" y="138578"/>
                  <a:pt x="110991" y="139409"/>
                </a:cubicBezTo>
                <a:cubicBezTo>
                  <a:pt x="113656" y="140106"/>
                  <a:pt x="117196" y="139039"/>
                  <a:pt x="118857" y="137039"/>
                </a:cubicBezTo>
                <a:cubicBezTo>
                  <a:pt x="121254" y="134150"/>
                  <a:pt x="120449" y="132080"/>
                  <a:pt x="114946" y="126979"/>
                </a:cubicBezTo>
                <a:cubicBezTo>
                  <a:pt x="111135" y="123448"/>
                  <a:pt x="106335" y="120558"/>
                  <a:pt x="104278" y="120558"/>
                </a:cubicBezTo>
                <a:cubicBezTo>
                  <a:pt x="102221" y="120558"/>
                  <a:pt x="100539" y="118873"/>
                  <a:pt x="100539" y="116814"/>
                </a:cubicBezTo>
                <a:cubicBezTo>
                  <a:pt x="100539" y="114754"/>
                  <a:pt x="94792" y="110433"/>
                  <a:pt x="87769" y="107211"/>
                </a:cubicBezTo>
                <a:cubicBezTo>
                  <a:pt x="73337" y="100591"/>
                  <a:pt x="69935" y="93642"/>
                  <a:pt x="75649" y="82459"/>
                </a:cubicBezTo>
                <a:cubicBezTo>
                  <a:pt x="77638" y="78567"/>
                  <a:pt x="80119" y="71422"/>
                  <a:pt x="81162" y="66581"/>
                </a:cubicBezTo>
                <a:cubicBezTo>
                  <a:pt x="82769" y="59128"/>
                  <a:pt x="82125" y="57061"/>
                  <a:pt x="76956" y="53086"/>
                </a:cubicBezTo>
                <a:cubicBezTo>
                  <a:pt x="73561" y="50475"/>
                  <a:pt x="72374" y="48366"/>
                  <a:pt x="74281" y="48335"/>
                </a:cubicBezTo>
                <a:cubicBezTo>
                  <a:pt x="79014" y="48255"/>
                  <a:pt x="97860" y="27614"/>
                  <a:pt x="98388" y="21931"/>
                </a:cubicBezTo>
                <a:cubicBezTo>
                  <a:pt x="98624" y="19384"/>
                  <a:pt x="98915" y="15267"/>
                  <a:pt x="99033" y="12782"/>
                </a:cubicBezTo>
                <a:cubicBezTo>
                  <a:pt x="99328" y="6580"/>
                  <a:pt x="107875" y="-1480"/>
                  <a:pt x="112340" y="234"/>
                </a:cubicBezTo>
                <a:cubicBezTo>
                  <a:pt x="114351" y="1006"/>
                  <a:pt x="115714" y="4223"/>
                  <a:pt x="115367" y="7384"/>
                </a:cubicBezTo>
                <a:cubicBezTo>
                  <a:pt x="114925" y="11414"/>
                  <a:pt x="117211" y="14717"/>
                  <a:pt x="123019" y="18442"/>
                </a:cubicBezTo>
                <a:cubicBezTo>
                  <a:pt x="132830" y="24734"/>
                  <a:pt x="132594" y="28432"/>
                  <a:pt x="122268" y="30221"/>
                </a:cubicBezTo>
                <a:cubicBezTo>
                  <a:pt x="115180" y="31449"/>
                  <a:pt x="114690" y="32336"/>
                  <a:pt x="113949" y="45287"/>
                </a:cubicBezTo>
                <a:cubicBezTo>
                  <a:pt x="113241" y="57646"/>
                  <a:pt x="113899" y="59682"/>
                  <a:pt x="120402" y="65276"/>
                </a:cubicBezTo>
                <a:cubicBezTo>
                  <a:pt x="129577" y="73166"/>
                  <a:pt x="132509" y="73100"/>
                  <a:pt x="138506" y="64867"/>
                </a:cubicBezTo>
                <a:lnTo>
                  <a:pt x="143345" y="58224"/>
                </a:lnTo>
                <a:lnTo>
                  <a:pt x="152274" y="62931"/>
                </a:lnTo>
                <a:cubicBezTo>
                  <a:pt x="157185" y="65520"/>
                  <a:pt x="161620" y="67861"/>
                  <a:pt x="162130" y="68135"/>
                </a:cubicBezTo>
                <a:cubicBezTo>
                  <a:pt x="162640" y="68408"/>
                  <a:pt x="160808" y="71893"/>
                  <a:pt x="158059" y="75879"/>
                </a:cubicBezTo>
                <a:cubicBezTo>
                  <a:pt x="151713" y="85081"/>
                  <a:pt x="141902" y="114664"/>
                  <a:pt x="142387" y="123139"/>
                </a:cubicBezTo>
                <a:cubicBezTo>
                  <a:pt x="142935" y="132744"/>
                  <a:pt x="146254" y="135684"/>
                  <a:pt x="161574" y="140138"/>
                </a:cubicBezTo>
                <a:cubicBezTo>
                  <a:pt x="177125" y="144659"/>
                  <a:pt x="177438" y="148154"/>
                  <a:pt x="162505" y="150542"/>
                </a:cubicBezTo>
                <a:cubicBezTo>
                  <a:pt x="152866" y="152083"/>
                  <a:pt x="147932" y="157096"/>
                  <a:pt x="151065" y="162165"/>
                </a:cubicBezTo>
                <a:cubicBezTo>
                  <a:pt x="151887" y="163495"/>
                  <a:pt x="150058" y="169752"/>
                  <a:pt x="147000" y="176069"/>
                </a:cubicBezTo>
                <a:cubicBezTo>
                  <a:pt x="140040" y="190447"/>
                  <a:pt x="141019" y="195911"/>
                  <a:pt x="151074" y="198795"/>
                </a:cubicBezTo>
                <a:cubicBezTo>
                  <a:pt x="156834" y="200447"/>
                  <a:pt x="159631" y="203274"/>
                  <a:pt x="161382" y="209212"/>
                </a:cubicBezTo>
                <a:cubicBezTo>
                  <a:pt x="163891" y="217725"/>
                  <a:pt x="167253" y="218781"/>
                  <a:pt x="180801" y="215310"/>
                </a:cubicBezTo>
                <a:cubicBezTo>
                  <a:pt x="186270" y="213909"/>
                  <a:pt x="188145" y="214815"/>
                  <a:pt x="191062" y="220266"/>
                </a:cubicBezTo>
                <a:cubicBezTo>
                  <a:pt x="194411" y="226524"/>
                  <a:pt x="194115" y="227399"/>
                  <a:pt x="186266" y="234411"/>
                </a:cubicBezTo>
                <a:cubicBezTo>
                  <a:pt x="177581" y="242171"/>
                  <a:pt x="173505" y="242950"/>
                  <a:pt x="146648" y="241973"/>
                </a:cubicBezTo>
                <a:cubicBezTo>
                  <a:pt x="138138" y="241664"/>
                  <a:pt x="131353" y="242644"/>
                  <a:pt x="130308" y="244333"/>
                </a:cubicBezTo>
                <a:cubicBezTo>
                  <a:pt x="127797" y="248397"/>
                  <a:pt x="118188" y="235660"/>
                  <a:pt x="120069" y="230760"/>
                </a:cubicBezTo>
                <a:cubicBezTo>
                  <a:pt x="124398" y="219478"/>
                  <a:pt x="105303" y="225013"/>
                  <a:pt x="99204" y="236809"/>
                </a:cubicBezTo>
                <a:cubicBezTo>
                  <a:pt x="95428" y="244110"/>
                  <a:pt x="95414" y="245432"/>
                  <a:pt x="99051" y="250983"/>
                </a:cubicBezTo>
                <a:cubicBezTo>
                  <a:pt x="103916" y="258408"/>
                  <a:pt x="100434" y="261478"/>
                  <a:pt x="92202" y="257021"/>
                </a:cubicBezTo>
                <a:cubicBezTo>
                  <a:pt x="83927" y="252540"/>
                  <a:pt x="66492" y="252742"/>
                  <a:pt x="61602" y="257374"/>
                </a:cubicBezTo>
                <a:cubicBezTo>
                  <a:pt x="56090" y="262596"/>
                  <a:pt x="53167" y="262902"/>
                  <a:pt x="47363" y="258865"/>
                </a:cubicBezTo>
                <a:close/>
              </a:path>
            </a:pathLst>
          </a:custGeom>
          <a:solidFill>
            <a:srgbClr val="B9B9B9"/>
          </a:solidFill>
          <a:ln w="5163" cap="flat">
            <a:noFill/>
            <a:prstDash val="solid"/>
            <a:miter/>
          </a:ln>
        </p:spPr>
        <p:txBody>
          <a:bodyPr/>
          <a:lstStyle/>
          <a:p>
            <a:endParaRPr lang="es-419" noProof="0" dirty="0"/>
          </a:p>
        </p:txBody>
      </p:sp>
      <p:sp>
        <p:nvSpPr>
          <p:cNvPr id="44" name="Forma libre: forma 43">
            <a:extLst>
              <a:ext uri="{FF2B5EF4-FFF2-40B4-BE49-F238E27FC236}">
                <a16:creationId xmlns:a16="http://schemas.microsoft.com/office/drawing/2014/main" id="{B67AD161-BC15-7E3F-F235-E5905A0A7231}"/>
              </a:ext>
            </a:extLst>
          </p:cNvPr>
          <p:cNvSpPr/>
          <p:nvPr/>
        </p:nvSpPr>
        <p:spPr>
          <a:xfrm>
            <a:off x="1103504" y="2345749"/>
            <a:ext cx="95653" cy="64838"/>
          </a:xfrm>
          <a:custGeom>
            <a:avLst/>
            <a:gdLst>
              <a:gd name="csX0" fmla="*/ 71219 w 95653"/>
              <a:gd name="csY0" fmla="*/ 62506 h 64838"/>
              <a:gd name="csX1" fmla="*/ 62655 w 95653"/>
              <a:gd name="csY1" fmla="*/ 53685 h 64838"/>
              <a:gd name="csX2" fmla="*/ 57443 w 95653"/>
              <a:gd name="csY2" fmla="*/ 48511 h 64838"/>
              <a:gd name="csX3" fmla="*/ 51242 w 95653"/>
              <a:gd name="csY3" fmla="*/ 43994 h 64838"/>
              <a:gd name="csX4" fmla="*/ 48532 w 95653"/>
              <a:gd name="csY4" fmla="*/ 43994 h 64838"/>
              <a:gd name="csX5" fmla="*/ 36926 w 95653"/>
              <a:gd name="csY5" fmla="*/ 44510 h 64838"/>
              <a:gd name="csX6" fmla="*/ 28785 w 95653"/>
              <a:gd name="csY6" fmla="*/ 36765 h 64838"/>
              <a:gd name="csX7" fmla="*/ 27076 w 95653"/>
              <a:gd name="csY7" fmla="*/ 32629 h 64838"/>
              <a:gd name="csX8" fmla="*/ 11500 w 95653"/>
              <a:gd name="csY8" fmla="*/ 28262 h 64838"/>
              <a:gd name="csX9" fmla="*/ 1174 w 95653"/>
              <a:gd name="csY9" fmla="*/ 25068 h 64838"/>
              <a:gd name="csX10" fmla="*/ 31004 w 95653"/>
              <a:gd name="csY10" fmla="*/ 14820 h 64838"/>
              <a:gd name="csX11" fmla="*/ 49970 w 95653"/>
              <a:gd name="csY11" fmla="*/ 6499 h 64838"/>
              <a:gd name="csX12" fmla="*/ 60293 w 95653"/>
              <a:gd name="csY12" fmla="*/ 3207 h 64838"/>
              <a:gd name="csX13" fmla="*/ 79487 w 95653"/>
              <a:gd name="csY13" fmla="*/ 1724 h 64838"/>
              <a:gd name="csX14" fmla="*/ 95469 w 95653"/>
              <a:gd name="csY14" fmla="*/ 24677 h 64838"/>
              <a:gd name="csX15" fmla="*/ 92590 w 95653"/>
              <a:gd name="csY15" fmla="*/ 45837 h 64838"/>
              <a:gd name="csX16" fmla="*/ 88748 w 95653"/>
              <a:gd name="csY16" fmla="*/ 52688 h 64838"/>
              <a:gd name="csX17" fmla="*/ 82592 w 95653"/>
              <a:gd name="csY17" fmla="*/ 62155 h 64838"/>
              <a:gd name="csX18" fmla="*/ 71219 w 95653"/>
              <a:gd name="csY18" fmla="*/ 62506 h 648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95653" h="64838">
                <a:moveTo>
                  <a:pt x="71219" y="62506"/>
                </a:moveTo>
                <a:cubicBezTo>
                  <a:pt x="67412" y="60499"/>
                  <a:pt x="63558" y="56530"/>
                  <a:pt x="62655" y="53685"/>
                </a:cubicBezTo>
                <a:cubicBezTo>
                  <a:pt x="61752" y="50839"/>
                  <a:pt x="59407" y="48511"/>
                  <a:pt x="57443" y="48511"/>
                </a:cubicBezTo>
                <a:cubicBezTo>
                  <a:pt x="55480" y="48511"/>
                  <a:pt x="52689" y="46478"/>
                  <a:pt x="51242" y="43994"/>
                </a:cubicBezTo>
                <a:cubicBezTo>
                  <a:pt x="48736" y="39691"/>
                  <a:pt x="48607" y="39691"/>
                  <a:pt x="48532" y="43994"/>
                </a:cubicBezTo>
                <a:cubicBezTo>
                  <a:pt x="48437" y="49469"/>
                  <a:pt x="48761" y="49455"/>
                  <a:pt x="36926" y="44510"/>
                </a:cubicBezTo>
                <a:cubicBezTo>
                  <a:pt x="30451" y="41804"/>
                  <a:pt x="27814" y="39296"/>
                  <a:pt x="28785" y="36765"/>
                </a:cubicBezTo>
                <a:cubicBezTo>
                  <a:pt x="29575" y="34707"/>
                  <a:pt x="28806" y="32846"/>
                  <a:pt x="27076" y="32629"/>
                </a:cubicBezTo>
                <a:cubicBezTo>
                  <a:pt x="21029" y="31874"/>
                  <a:pt x="18714" y="31225"/>
                  <a:pt x="11500" y="28262"/>
                </a:cubicBezTo>
                <a:cubicBezTo>
                  <a:pt x="7503" y="26621"/>
                  <a:pt x="2857" y="25183"/>
                  <a:pt x="1174" y="25068"/>
                </a:cubicBezTo>
                <a:cubicBezTo>
                  <a:pt x="-4949" y="24646"/>
                  <a:pt x="14045" y="18121"/>
                  <a:pt x="31004" y="14820"/>
                </a:cubicBezTo>
                <a:cubicBezTo>
                  <a:pt x="44060" y="12279"/>
                  <a:pt x="48794" y="10202"/>
                  <a:pt x="49970" y="6499"/>
                </a:cubicBezTo>
                <a:cubicBezTo>
                  <a:pt x="51256" y="2445"/>
                  <a:pt x="53098" y="1858"/>
                  <a:pt x="60293" y="3207"/>
                </a:cubicBezTo>
                <a:cubicBezTo>
                  <a:pt x="65110" y="4111"/>
                  <a:pt x="73747" y="3443"/>
                  <a:pt x="79487" y="1724"/>
                </a:cubicBezTo>
                <a:cubicBezTo>
                  <a:pt x="94315" y="-2719"/>
                  <a:pt x="96385" y="255"/>
                  <a:pt x="95469" y="24677"/>
                </a:cubicBezTo>
                <a:cubicBezTo>
                  <a:pt x="95060" y="35554"/>
                  <a:pt x="93765" y="45076"/>
                  <a:pt x="92590" y="45837"/>
                </a:cubicBezTo>
                <a:cubicBezTo>
                  <a:pt x="91414" y="46598"/>
                  <a:pt x="89686" y="49681"/>
                  <a:pt x="88748" y="52688"/>
                </a:cubicBezTo>
                <a:cubicBezTo>
                  <a:pt x="87811" y="55696"/>
                  <a:pt x="85041" y="59955"/>
                  <a:pt x="82592" y="62155"/>
                </a:cubicBezTo>
                <a:cubicBezTo>
                  <a:pt x="78702" y="65649"/>
                  <a:pt x="77268" y="65693"/>
                  <a:pt x="71219" y="62506"/>
                </a:cubicBezTo>
                <a:close/>
              </a:path>
            </a:pathLst>
          </a:custGeom>
          <a:solidFill>
            <a:srgbClr val="B9B9B9"/>
          </a:solidFill>
          <a:ln w="5163" cap="flat">
            <a:noFill/>
            <a:prstDash val="solid"/>
            <a:miter/>
          </a:ln>
        </p:spPr>
        <p:txBody>
          <a:bodyPr/>
          <a:lstStyle/>
          <a:p>
            <a:endParaRPr lang="es-419" noProof="0" dirty="0"/>
          </a:p>
        </p:txBody>
      </p:sp>
      <p:sp>
        <p:nvSpPr>
          <p:cNvPr id="45" name="Forma libre: forma 44">
            <a:extLst>
              <a:ext uri="{FF2B5EF4-FFF2-40B4-BE49-F238E27FC236}">
                <a16:creationId xmlns:a16="http://schemas.microsoft.com/office/drawing/2014/main" id="{20FDDAE7-515F-264D-984A-13EFFAE5A1FE}"/>
              </a:ext>
            </a:extLst>
          </p:cNvPr>
          <p:cNvSpPr/>
          <p:nvPr/>
        </p:nvSpPr>
        <p:spPr>
          <a:xfrm>
            <a:off x="1015863" y="2030672"/>
            <a:ext cx="364335" cy="362024"/>
          </a:xfrm>
          <a:custGeom>
            <a:avLst/>
            <a:gdLst>
              <a:gd name="csX0" fmla="*/ 185142 w 364335"/>
              <a:gd name="csY0" fmla="*/ 358570 h 362024"/>
              <a:gd name="csX1" fmla="*/ 187621 w 364335"/>
              <a:gd name="csY1" fmla="*/ 340898 h 362024"/>
              <a:gd name="csX2" fmla="*/ 186283 w 364335"/>
              <a:gd name="csY2" fmla="*/ 320178 h 362024"/>
              <a:gd name="csX3" fmla="*/ 182466 w 364335"/>
              <a:gd name="csY3" fmla="*/ 312528 h 362024"/>
              <a:gd name="csX4" fmla="*/ 160064 w 364335"/>
              <a:gd name="csY4" fmla="*/ 313164 h 362024"/>
              <a:gd name="csX5" fmla="*/ 135394 w 364335"/>
              <a:gd name="csY5" fmla="*/ 318882 h 362024"/>
              <a:gd name="csX6" fmla="*/ 107653 w 364335"/>
              <a:gd name="csY6" fmla="*/ 328620 h 362024"/>
              <a:gd name="csX7" fmla="*/ 77975 w 364335"/>
              <a:gd name="csY7" fmla="*/ 329071 h 362024"/>
              <a:gd name="csX8" fmla="*/ 69734 w 364335"/>
              <a:gd name="csY8" fmla="*/ 324866 h 362024"/>
              <a:gd name="csX9" fmla="*/ 48325 w 364335"/>
              <a:gd name="csY9" fmla="*/ 303007 h 362024"/>
              <a:gd name="csX10" fmla="*/ 38186 w 364335"/>
              <a:gd name="csY10" fmla="*/ 292203 h 362024"/>
              <a:gd name="csX11" fmla="*/ 25184 w 364335"/>
              <a:gd name="csY11" fmla="*/ 273778 h 362024"/>
              <a:gd name="csX12" fmla="*/ 11540 w 364335"/>
              <a:gd name="csY12" fmla="*/ 253016 h 362024"/>
              <a:gd name="csX13" fmla="*/ 9603 w 364335"/>
              <a:gd name="csY13" fmla="*/ 246065 h 362024"/>
              <a:gd name="csX14" fmla="*/ 4075 w 364335"/>
              <a:gd name="csY14" fmla="*/ 230604 h 362024"/>
              <a:gd name="csX15" fmla="*/ 2870 w 364335"/>
              <a:gd name="csY15" fmla="*/ 216903 h 362024"/>
              <a:gd name="csX16" fmla="*/ 19099 w 364335"/>
              <a:gd name="csY16" fmla="*/ 209992 h 362024"/>
              <a:gd name="csX17" fmla="*/ 33857 w 364335"/>
              <a:gd name="csY17" fmla="*/ 202727 h 362024"/>
              <a:gd name="csX18" fmla="*/ 62323 w 364335"/>
              <a:gd name="csY18" fmla="*/ 175142 h 362024"/>
              <a:gd name="csX19" fmla="*/ 75732 w 364335"/>
              <a:gd name="csY19" fmla="*/ 169793 h 362024"/>
              <a:gd name="csX20" fmla="*/ 107485 w 364335"/>
              <a:gd name="csY20" fmla="*/ 178512 h 362024"/>
              <a:gd name="csX21" fmla="*/ 118888 w 364335"/>
              <a:gd name="csY21" fmla="*/ 188952 h 362024"/>
              <a:gd name="csX22" fmla="*/ 122369 w 364335"/>
              <a:gd name="csY22" fmla="*/ 177011 h 362024"/>
              <a:gd name="csX23" fmla="*/ 128391 w 364335"/>
              <a:gd name="csY23" fmla="*/ 163500 h 362024"/>
              <a:gd name="csX24" fmla="*/ 127169 w 364335"/>
              <a:gd name="csY24" fmla="*/ 147778 h 362024"/>
              <a:gd name="csX25" fmla="*/ 130389 w 364335"/>
              <a:gd name="csY25" fmla="*/ 138750 h 362024"/>
              <a:gd name="csX26" fmla="*/ 147714 w 364335"/>
              <a:gd name="csY26" fmla="*/ 129037 h 362024"/>
              <a:gd name="csX27" fmla="*/ 142395 w 364335"/>
              <a:gd name="csY27" fmla="*/ 116273 h 362024"/>
              <a:gd name="csX28" fmla="*/ 138322 w 364335"/>
              <a:gd name="csY28" fmla="*/ 100445 h 362024"/>
              <a:gd name="csX29" fmla="*/ 132219 w 364335"/>
              <a:gd name="csY29" fmla="*/ 77384 h 362024"/>
              <a:gd name="csX30" fmla="*/ 123182 w 364335"/>
              <a:gd name="csY30" fmla="*/ 67380 h 362024"/>
              <a:gd name="csX31" fmla="*/ 127316 w 364335"/>
              <a:gd name="csY31" fmla="*/ 49072 h 362024"/>
              <a:gd name="csX32" fmla="*/ 149002 w 364335"/>
              <a:gd name="csY32" fmla="*/ 26791 h 362024"/>
              <a:gd name="csX33" fmla="*/ 156308 w 364335"/>
              <a:gd name="csY33" fmla="*/ 19245 h 362024"/>
              <a:gd name="csX34" fmla="*/ 153995 w 364335"/>
              <a:gd name="csY34" fmla="*/ 9825 h 362024"/>
              <a:gd name="csX35" fmla="*/ 161050 w 364335"/>
              <a:gd name="csY35" fmla="*/ 76 h 362024"/>
              <a:gd name="csX36" fmla="*/ 166583 w 364335"/>
              <a:gd name="csY36" fmla="*/ 7348 h 362024"/>
              <a:gd name="csX37" fmla="*/ 154998 w 364335"/>
              <a:gd name="csY37" fmla="*/ 39300 h 362024"/>
              <a:gd name="csX38" fmla="*/ 157050 w 364335"/>
              <a:gd name="csY38" fmla="*/ 45546 h 362024"/>
              <a:gd name="csX39" fmla="*/ 169737 w 364335"/>
              <a:gd name="csY39" fmla="*/ 24492 h 362024"/>
              <a:gd name="csX40" fmla="*/ 176182 w 364335"/>
              <a:gd name="csY40" fmla="*/ 20317 h 362024"/>
              <a:gd name="csX41" fmla="*/ 177678 w 364335"/>
              <a:gd name="csY41" fmla="*/ 26406 h 362024"/>
              <a:gd name="csX42" fmla="*/ 173510 w 364335"/>
              <a:gd name="csY42" fmla="*/ 43871 h 362024"/>
              <a:gd name="csX43" fmla="*/ 171706 w 364335"/>
              <a:gd name="csY43" fmla="*/ 58451 h 362024"/>
              <a:gd name="csX44" fmla="*/ 179820 w 364335"/>
              <a:gd name="csY44" fmla="*/ 60233 h 362024"/>
              <a:gd name="csX45" fmla="*/ 195468 w 364335"/>
              <a:gd name="csY45" fmla="*/ 47665 h 362024"/>
              <a:gd name="csX46" fmla="*/ 212893 w 364335"/>
              <a:gd name="csY46" fmla="*/ 36256 h 362024"/>
              <a:gd name="csX47" fmla="*/ 215787 w 364335"/>
              <a:gd name="csY47" fmla="*/ 59322 h 362024"/>
              <a:gd name="csX48" fmla="*/ 202515 w 364335"/>
              <a:gd name="csY48" fmla="*/ 73785 h 362024"/>
              <a:gd name="csX49" fmla="*/ 193598 w 364335"/>
              <a:gd name="csY49" fmla="*/ 76402 h 362024"/>
              <a:gd name="csX50" fmla="*/ 196544 w 364335"/>
              <a:gd name="csY50" fmla="*/ 79629 h 362024"/>
              <a:gd name="csX51" fmla="*/ 200631 w 364335"/>
              <a:gd name="csY51" fmla="*/ 82161 h 362024"/>
              <a:gd name="csX52" fmla="*/ 183851 w 364335"/>
              <a:gd name="csY52" fmla="*/ 86694 h 362024"/>
              <a:gd name="csX53" fmla="*/ 179447 w 364335"/>
              <a:gd name="csY53" fmla="*/ 90600 h 362024"/>
              <a:gd name="csX54" fmla="*/ 177337 w 364335"/>
              <a:gd name="csY54" fmla="*/ 95117 h 362024"/>
              <a:gd name="csX55" fmla="*/ 175970 w 364335"/>
              <a:gd name="csY55" fmla="*/ 99847 h 362024"/>
              <a:gd name="csX56" fmla="*/ 172279 w 364335"/>
              <a:gd name="csY56" fmla="*/ 109275 h 362024"/>
              <a:gd name="csX57" fmla="*/ 162736 w 364335"/>
              <a:gd name="csY57" fmla="*/ 127778 h 362024"/>
              <a:gd name="csX58" fmla="*/ 154984 w 364335"/>
              <a:gd name="csY58" fmla="*/ 141584 h 362024"/>
              <a:gd name="csX59" fmla="*/ 157382 w 364335"/>
              <a:gd name="csY59" fmla="*/ 150820 h 362024"/>
              <a:gd name="csX60" fmla="*/ 166003 w 364335"/>
              <a:gd name="csY60" fmla="*/ 156522 h 362024"/>
              <a:gd name="csX61" fmla="*/ 178921 w 364335"/>
              <a:gd name="csY61" fmla="*/ 158229 h 362024"/>
              <a:gd name="csX62" fmla="*/ 200631 w 364335"/>
              <a:gd name="csY62" fmla="*/ 155851 h 362024"/>
              <a:gd name="csX63" fmla="*/ 253127 w 364335"/>
              <a:gd name="csY63" fmla="*/ 145110 h 362024"/>
              <a:gd name="csX64" fmla="*/ 260004 w 364335"/>
              <a:gd name="csY64" fmla="*/ 117060 h 362024"/>
              <a:gd name="csX65" fmla="*/ 261186 w 364335"/>
              <a:gd name="csY65" fmla="*/ 105023 h 362024"/>
              <a:gd name="csX66" fmla="*/ 280779 w 364335"/>
              <a:gd name="csY66" fmla="*/ 107831 h 362024"/>
              <a:gd name="csX67" fmla="*/ 316123 w 364335"/>
              <a:gd name="csY67" fmla="*/ 101238 h 362024"/>
              <a:gd name="csX68" fmla="*/ 332436 w 364335"/>
              <a:gd name="csY68" fmla="*/ 86525 h 362024"/>
              <a:gd name="csX69" fmla="*/ 340656 w 364335"/>
              <a:gd name="csY69" fmla="*/ 79224 h 362024"/>
              <a:gd name="csX70" fmla="*/ 348855 w 364335"/>
              <a:gd name="csY70" fmla="*/ 87171 h 362024"/>
              <a:gd name="csX71" fmla="*/ 361269 w 364335"/>
              <a:gd name="csY71" fmla="*/ 95117 h 362024"/>
              <a:gd name="csX72" fmla="*/ 363171 w 364335"/>
              <a:gd name="csY72" fmla="*/ 103178 h 362024"/>
              <a:gd name="csX73" fmla="*/ 356290 w 364335"/>
              <a:gd name="csY73" fmla="*/ 118022 h 362024"/>
              <a:gd name="csX74" fmla="*/ 352528 w 364335"/>
              <a:gd name="csY74" fmla="*/ 135380 h 362024"/>
              <a:gd name="csX75" fmla="*/ 345616 w 364335"/>
              <a:gd name="csY75" fmla="*/ 149152 h 362024"/>
              <a:gd name="csX76" fmla="*/ 336399 w 364335"/>
              <a:gd name="csY76" fmla="*/ 158318 h 362024"/>
              <a:gd name="csX77" fmla="*/ 325505 w 364335"/>
              <a:gd name="csY77" fmla="*/ 175523 h 362024"/>
              <a:gd name="csX78" fmla="*/ 315430 w 364335"/>
              <a:gd name="csY78" fmla="*/ 204352 h 362024"/>
              <a:gd name="csX79" fmla="*/ 313994 w 364335"/>
              <a:gd name="csY79" fmla="*/ 218773 h 362024"/>
              <a:gd name="csX80" fmla="*/ 296375 w 364335"/>
              <a:gd name="csY80" fmla="*/ 228175 h 362024"/>
              <a:gd name="csX81" fmla="*/ 265231 w 364335"/>
              <a:gd name="csY81" fmla="*/ 238311 h 362024"/>
              <a:gd name="csX82" fmla="*/ 244951 w 364335"/>
              <a:gd name="csY82" fmla="*/ 244768 h 362024"/>
              <a:gd name="csX83" fmla="*/ 219261 w 364335"/>
              <a:gd name="csY83" fmla="*/ 258588 h 362024"/>
              <a:gd name="csX84" fmla="*/ 224662 w 364335"/>
              <a:gd name="csY84" fmla="*/ 270643 h 362024"/>
              <a:gd name="csX85" fmla="*/ 242353 w 364335"/>
              <a:gd name="csY85" fmla="*/ 274944 h 362024"/>
              <a:gd name="csX86" fmla="*/ 251900 w 364335"/>
              <a:gd name="csY86" fmla="*/ 285801 h 362024"/>
              <a:gd name="csX87" fmla="*/ 252381 w 364335"/>
              <a:gd name="csY87" fmla="*/ 304719 h 362024"/>
              <a:gd name="csX88" fmla="*/ 261267 w 364335"/>
              <a:gd name="csY88" fmla="*/ 315608 h 362024"/>
              <a:gd name="csX89" fmla="*/ 268876 w 364335"/>
              <a:gd name="csY89" fmla="*/ 316858 h 362024"/>
              <a:gd name="csX90" fmla="*/ 252027 w 364335"/>
              <a:gd name="csY90" fmla="*/ 336142 h 362024"/>
              <a:gd name="csX91" fmla="*/ 230251 w 364335"/>
              <a:gd name="csY91" fmla="*/ 349333 h 362024"/>
              <a:gd name="csX92" fmla="*/ 209844 w 364335"/>
              <a:gd name="csY92" fmla="*/ 359530 h 362024"/>
              <a:gd name="csX93" fmla="*/ 194478 w 364335"/>
              <a:gd name="csY93" fmla="*/ 360594 h 362024"/>
              <a:gd name="csX94" fmla="*/ 185142 w 364335"/>
              <a:gd name="csY94" fmla="*/ 358570 h 362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364335" h="362024">
                <a:moveTo>
                  <a:pt x="185142" y="358570"/>
                </a:moveTo>
                <a:cubicBezTo>
                  <a:pt x="185142" y="356038"/>
                  <a:pt x="186257" y="348086"/>
                  <a:pt x="187621" y="340898"/>
                </a:cubicBezTo>
                <a:cubicBezTo>
                  <a:pt x="189559" y="330679"/>
                  <a:pt x="189267" y="326160"/>
                  <a:pt x="186283" y="320178"/>
                </a:cubicBezTo>
                <a:lnTo>
                  <a:pt x="182466" y="312528"/>
                </a:lnTo>
                <a:lnTo>
                  <a:pt x="160064" y="313164"/>
                </a:lnTo>
                <a:cubicBezTo>
                  <a:pt x="140617" y="313716"/>
                  <a:pt x="137363" y="314470"/>
                  <a:pt x="135394" y="318882"/>
                </a:cubicBezTo>
                <a:cubicBezTo>
                  <a:pt x="133601" y="322902"/>
                  <a:pt x="127800" y="324938"/>
                  <a:pt x="107653" y="328620"/>
                </a:cubicBezTo>
                <a:cubicBezTo>
                  <a:pt x="84116" y="332921"/>
                  <a:pt x="81860" y="332955"/>
                  <a:pt x="77975" y="329071"/>
                </a:cubicBezTo>
                <a:cubicBezTo>
                  <a:pt x="75663" y="326758"/>
                  <a:pt x="71954" y="324866"/>
                  <a:pt x="69734" y="324866"/>
                </a:cubicBezTo>
                <a:cubicBezTo>
                  <a:pt x="64790" y="324866"/>
                  <a:pt x="53564" y="313404"/>
                  <a:pt x="48325" y="303007"/>
                </a:cubicBezTo>
                <a:cubicBezTo>
                  <a:pt x="46195" y="298781"/>
                  <a:pt x="41633" y="293919"/>
                  <a:pt x="38186" y="292203"/>
                </a:cubicBezTo>
                <a:cubicBezTo>
                  <a:pt x="31831" y="289039"/>
                  <a:pt x="25350" y="279856"/>
                  <a:pt x="25184" y="273778"/>
                </a:cubicBezTo>
                <a:cubicBezTo>
                  <a:pt x="25085" y="270192"/>
                  <a:pt x="14730" y="254434"/>
                  <a:pt x="11540" y="253016"/>
                </a:cubicBezTo>
                <a:cubicBezTo>
                  <a:pt x="10475" y="252543"/>
                  <a:pt x="9603" y="249415"/>
                  <a:pt x="9603" y="246065"/>
                </a:cubicBezTo>
                <a:cubicBezTo>
                  <a:pt x="9603" y="242715"/>
                  <a:pt x="7116" y="235757"/>
                  <a:pt x="4075" y="230604"/>
                </a:cubicBezTo>
                <a:cubicBezTo>
                  <a:pt x="-1096" y="221839"/>
                  <a:pt x="-1174" y="220953"/>
                  <a:pt x="2870" y="216903"/>
                </a:cubicBezTo>
                <a:cubicBezTo>
                  <a:pt x="5247" y="214522"/>
                  <a:pt x="12551" y="211412"/>
                  <a:pt x="19099" y="209992"/>
                </a:cubicBezTo>
                <a:cubicBezTo>
                  <a:pt x="25650" y="208572"/>
                  <a:pt x="32288" y="205304"/>
                  <a:pt x="33857" y="202727"/>
                </a:cubicBezTo>
                <a:cubicBezTo>
                  <a:pt x="40254" y="192222"/>
                  <a:pt x="57879" y="175142"/>
                  <a:pt x="62323" y="175142"/>
                </a:cubicBezTo>
                <a:cubicBezTo>
                  <a:pt x="64938" y="175142"/>
                  <a:pt x="70972" y="172735"/>
                  <a:pt x="75732" y="169793"/>
                </a:cubicBezTo>
                <a:cubicBezTo>
                  <a:pt x="86563" y="163099"/>
                  <a:pt x="92402" y="164703"/>
                  <a:pt x="107485" y="178512"/>
                </a:cubicBezTo>
                <a:lnTo>
                  <a:pt x="118888" y="188952"/>
                </a:lnTo>
                <a:lnTo>
                  <a:pt x="122369" y="177011"/>
                </a:lnTo>
                <a:cubicBezTo>
                  <a:pt x="124284" y="170444"/>
                  <a:pt x="126994" y="164364"/>
                  <a:pt x="128391" y="163500"/>
                </a:cubicBezTo>
                <a:cubicBezTo>
                  <a:pt x="132170" y="161165"/>
                  <a:pt x="131464" y="152072"/>
                  <a:pt x="127169" y="147778"/>
                </a:cubicBezTo>
                <a:cubicBezTo>
                  <a:pt x="122214" y="142823"/>
                  <a:pt x="124785" y="135614"/>
                  <a:pt x="130389" y="138750"/>
                </a:cubicBezTo>
                <a:cubicBezTo>
                  <a:pt x="136409" y="142119"/>
                  <a:pt x="145744" y="136885"/>
                  <a:pt x="147714" y="129037"/>
                </a:cubicBezTo>
                <a:cubicBezTo>
                  <a:pt x="149051" y="123709"/>
                  <a:pt x="147940" y="121043"/>
                  <a:pt x="142395" y="116273"/>
                </a:cubicBezTo>
                <a:cubicBezTo>
                  <a:pt x="135828" y="110625"/>
                  <a:pt x="135571" y="109625"/>
                  <a:pt x="138322" y="100445"/>
                </a:cubicBezTo>
                <a:cubicBezTo>
                  <a:pt x="142194" y="87522"/>
                  <a:pt x="142531" y="88798"/>
                  <a:pt x="132219" y="77384"/>
                </a:cubicBezTo>
                <a:lnTo>
                  <a:pt x="123182" y="67380"/>
                </a:lnTo>
                <a:lnTo>
                  <a:pt x="127316" y="49072"/>
                </a:lnTo>
                <a:cubicBezTo>
                  <a:pt x="131667" y="29805"/>
                  <a:pt x="134422" y="26975"/>
                  <a:pt x="149002" y="26791"/>
                </a:cubicBezTo>
                <a:cubicBezTo>
                  <a:pt x="154177" y="26725"/>
                  <a:pt x="155624" y="25231"/>
                  <a:pt x="156308" y="19245"/>
                </a:cubicBezTo>
                <a:cubicBezTo>
                  <a:pt x="156776" y="15139"/>
                  <a:pt x="155736" y="10900"/>
                  <a:pt x="153995" y="9825"/>
                </a:cubicBezTo>
                <a:cubicBezTo>
                  <a:pt x="148346" y="6334"/>
                  <a:pt x="153520" y="-815"/>
                  <a:pt x="161050" y="76"/>
                </a:cubicBezTo>
                <a:cubicBezTo>
                  <a:pt x="168082" y="908"/>
                  <a:pt x="172982" y="7348"/>
                  <a:pt x="166583" y="7348"/>
                </a:cubicBezTo>
                <a:cubicBezTo>
                  <a:pt x="163388" y="7348"/>
                  <a:pt x="159114" y="19135"/>
                  <a:pt x="154998" y="39300"/>
                </a:cubicBezTo>
                <a:cubicBezTo>
                  <a:pt x="153853" y="44911"/>
                  <a:pt x="154355" y="46439"/>
                  <a:pt x="157050" y="45546"/>
                </a:cubicBezTo>
                <a:cubicBezTo>
                  <a:pt x="160851" y="44288"/>
                  <a:pt x="165520" y="36539"/>
                  <a:pt x="169737" y="24492"/>
                </a:cubicBezTo>
                <a:cubicBezTo>
                  <a:pt x="171898" y="18321"/>
                  <a:pt x="172952" y="17637"/>
                  <a:pt x="176182" y="20317"/>
                </a:cubicBezTo>
                <a:cubicBezTo>
                  <a:pt x="178636" y="22355"/>
                  <a:pt x="179182" y="24572"/>
                  <a:pt x="177678" y="26406"/>
                </a:cubicBezTo>
                <a:cubicBezTo>
                  <a:pt x="176378" y="27992"/>
                  <a:pt x="174502" y="35852"/>
                  <a:pt x="173510" y="43871"/>
                </a:cubicBezTo>
                <a:lnTo>
                  <a:pt x="171706" y="58451"/>
                </a:lnTo>
                <a:lnTo>
                  <a:pt x="179820" y="60233"/>
                </a:lnTo>
                <a:cubicBezTo>
                  <a:pt x="190172" y="62507"/>
                  <a:pt x="195468" y="58253"/>
                  <a:pt x="195468" y="47665"/>
                </a:cubicBezTo>
                <a:cubicBezTo>
                  <a:pt x="195468" y="37295"/>
                  <a:pt x="201609" y="33273"/>
                  <a:pt x="212893" y="36256"/>
                </a:cubicBezTo>
                <a:cubicBezTo>
                  <a:pt x="222809" y="38877"/>
                  <a:pt x="222920" y="39758"/>
                  <a:pt x="215787" y="59322"/>
                </a:cubicBezTo>
                <a:cubicBezTo>
                  <a:pt x="210635" y="73452"/>
                  <a:pt x="209804" y="74357"/>
                  <a:pt x="202515" y="73785"/>
                </a:cubicBezTo>
                <a:cubicBezTo>
                  <a:pt x="198132" y="73441"/>
                  <a:pt x="194241" y="74583"/>
                  <a:pt x="193598" y="76402"/>
                </a:cubicBezTo>
                <a:cubicBezTo>
                  <a:pt x="192970" y="78177"/>
                  <a:pt x="194295" y="79629"/>
                  <a:pt x="196544" y="79629"/>
                </a:cubicBezTo>
                <a:cubicBezTo>
                  <a:pt x="198791" y="79629"/>
                  <a:pt x="200631" y="80768"/>
                  <a:pt x="200631" y="82161"/>
                </a:cubicBezTo>
                <a:cubicBezTo>
                  <a:pt x="200631" y="85088"/>
                  <a:pt x="191380" y="87587"/>
                  <a:pt x="183851" y="86694"/>
                </a:cubicBezTo>
                <a:cubicBezTo>
                  <a:pt x="180197" y="86261"/>
                  <a:pt x="178910" y="87403"/>
                  <a:pt x="179447" y="90600"/>
                </a:cubicBezTo>
                <a:cubicBezTo>
                  <a:pt x="179864" y="93084"/>
                  <a:pt x="178915" y="95117"/>
                  <a:pt x="177337" y="95117"/>
                </a:cubicBezTo>
                <a:cubicBezTo>
                  <a:pt x="175731" y="95117"/>
                  <a:pt x="175129" y="97199"/>
                  <a:pt x="175970" y="99847"/>
                </a:cubicBezTo>
                <a:cubicBezTo>
                  <a:pt x="176899" y="102775"/>
                  <a:pt x="175493" y="106367"/>
                  <a:pt x="172279" y="109275"/>
                </a:cubicBezTo>
                <a:cubicBezTo>
                  <a:pt x="169424" y="111859"/>
                  <a:pt x="165130" y="120185"/>
                  <a:pt x="162736" y="127778"/>
                </a:cubicBezTo>
                <a:cubicBezTo>
                  <a:pt x="160343" y="135371"/>
                  <a:pt x="156854" y="141584"/>
                  <a:pt x="154984" y="141584"/>
                </a:cubicBezTo>
                <a:cubicBezTo>
                  <a:pt x="149300" y="141584"/>
                  <a:pt x="151188" y="148854"/>
                  <a:pt x="157382" y="150820"/>
                </a:cubicBezTo>
                <a:cubicBezTo>
                  <a:pt x="160571" y="151832"/>
                  <a:pt x="164451" y="154398"/>
                  <a:pt x="166003" y="156522"/>
                </a:cubicBezTo>
                <a:cubicBezTo>
                  <a:pt x="168191" y="159513"/>
                  <a:pt x="171101" y="159898"/>
                  <a:pt x="178921" y="158229"/>
                </a:cubicBezTo>
                <a:cubicBezTo>
                  <a:pt x="184472" y="157045"/>
                  <a:pt x="194242" y="155975"/>
                  <a:pt x="200631" y="155851"/>
                </a:cubicBezTo>
                <a:cubicBezTo>
                  <a:pt x="239506" y="155102"/>
                  <a:pt x="240586" y="154881"/>
                  <a:pt x="253127" y="145110"/>
                </a:cubicBezTo>
                <a:cubicBezTo>
                  <a:pt x="266671" y="134558"/>
                  <a:pt x="268972" y="125175"/>
                  <a:pt x="260004" y="117060"/>
                </a:cubicBezTo>
                <a:cubicBezTo>
                  <a:pt x="253254" y="110951"/>
                  <a:pt x="253492" y="108529"/>
                  <a:pt x="261186" y="105023"/>
                </a:cubicBezTo>
                <a:cubicBezTo>
                  <a:pt x="266361" y="102665"/>
                  <a:pt x="269974" y="103183"/>
                  <a:pt x="280779" y="107831"/>
                </a:cubicBezTo>
                <a:cubicBezTo>
                  <a:pt x="296129" y="114435"/>
                  <a:pt x="303140" y="113127"/>
                  <a:pt x="316123" y="101238"/>
                </a:cubicBezTo>
                <a:cubicBezTo>
                  <a:pt x="320574" y="97162"/>
                  <a:pt x="327915" y="90541"/>
                  <a:pt x="332436" y="86525"/>
                </a:cubicBezTo>
                <a:lnTo>
                  <a:pt x="340656" y="79224"/>
                </a:lnTo>
                <a:lnTo>
                  <a:pt x="348855" y="87171"/>
                </a:lnTo>
                <a:cubicBezTo>
                  <a:pt x="353365" y="91541"/>
                  <a:pt x="358951" y="95117"/>
                  <a:pt x="361269" y="95117"/>
                </a:cubicBezTo>
                <a:cubicBezTo>
                  <a:pt x="364761" y="95117"/>
                  <a:pt x="365087" y="96499"/>
                  <a:pt x="363171" y="103178"/>
                </a:cubicBezTo>
                <a:cubicBezTo>
                  <a:pt x="361900" y="107612"/>
                  <a:pt x="358803" y="114292"/>
                  <a:pt x="356290" y="118022"/>
                </a:cubicBezTo>
                <a:cubicBezTo>
                  <a:pt x="353286" y="122482"/>
                  <a:pt x="351997" y="128425"/>
                  <a:pt x="352528" y="135380"/>
                </a:cubicBezTo>
                <a:cubicBezTo>
                  <a:pt x="353262" y="145010"/>
                  <a:pt x="352644" y="146241"/>
                  <a:pt x="345616" y="149152"/>
                </a:cubicBezTo>
                <a:cubicBezTo>
                  <a:pt x="341239" y="150965"/>
                  <a:pt x="337248" y="154934"/>
                  <a:pt x="336399" y="158318"/>
                </a:cubicBezTo>
                <a:cubicBezTo>
                  <a:pt x="335575" y="161601"/>
                  <a:pt x="330673" y="169343"/>
                  <a:pt x="325505" y="175523"/>
                </a:cubicBezTo>
                <a:cubicBezTo>
                  <a:pt x="311850" y="191852"/>
                  <a:pt x="310247" y="196441"/>
                  <a:pt x="315430" y="204352"/>
                </a:cubicBezTo>
                <a:cubicBezTo>
                  <a:pt x="319567" y="210666"/>
                  <a:pt x="319502" y="211324"/>
                  <a:pt x="313994" y="218773"/>
                </a:cubicBezTo>
                <a:cubicBezTo>
                  <a:pt x="309522" y="224822"/>
                  <a:pt x="305556" y="226939"/>
                  <a:pt x="296375" y="228175"/>
                </a:cubicBezTo>
                <a:cubicBezTo>
                  <a:pt x="280209" y="230353"/>
                  <a:pt x="268738" y="234086"/>
                  <a:pt x="265231" y="238311"/>
                </a:cubicBezTo>
                <a:cubicBezTo>
                  <a:pt x="263619" y="240253"/>
                  <a:pt x="254493" y="243158"/>
                  <a:pt x="244951" y="244768"/>
                </a:cubicBezTo>
                <a:cubicBezTo>
                  <a:pt x="224827" y="248162"/>
                  <a:pt x="223542" y="248854"/>
                  <a:pt x="219261" y="258588"/>
                </a:cubicBezTo>
                <a:cubicBezTo>
                  <a:pt x="215450" y="267254"/>
                  <a:pt x="216976" y="270661"/>
                  <a:pt x="224662" y="270643"/>
                </a:cubicBezTo>
                <a:cubicBezTo>
                  <a:pt x="227772" y="270636"/>
                  <a:pt x="235733" y="272571"/>
                  <a:pt x="242353" y="274944"/>
                </a:cubicBezTo>
                <a:cubicBezTo>
                  <a:pt x="253677" y="279002"/>
                  <a:pt x="254241" y="279644"/>
                  <a:pt x="251900" y="285801"/>
                </a:cubicBezTo>
                <a:cubicBezTo>
                  <a:pt x="250237" y="290175"/>
                  <a:pt x="250396" y="296447"/>
                  <a:pt x="252381" y="304719"/>
                </a:cubicBezTo>
                <a:cubicBezTo>
                  <a:pt x="255038" y="315794"/>
                  <a:pt x="255971" y="316937"/>
                  <a:pt x="261267" y="315608"/>
                </a:cubicBezTo>
                <a:cubicBezTo>
                  <a:pt x="264522" y="314791"/>
                  <a:pt x="267946" y="315353"/>
                  <a:pt x="268876" y="316858"/>
                </a:cubicBezTo>
                <a:cubicBezTo>
                  <a:pt x="271618" y="321295"/>
                  <a:pt x="260047" y="334538"/>
                  <a:pt x="252027" y="336142"/>
                </a:cubicBezTo>
                <a:cubicBezTo>
                  <a:pt x="247958" y="336956"/>
                  <a:pt x="238159" y="342892"/>
                  <a:pt x="230251" y="349333"/>
                </a:cubicBezTo>
                <a:cubicBezTo>
                  <a:pt x="219279" y="358270"/>
                  <a:pt x="214445" y="360685"/>
                  <a:pt x="209844" y="359530"/>
                </a:cubicBezTo>
                <a:cubicBezTo>
                  <a:pt x="206527" y="358698"/>
                  <a:pt x="199613" y="359176"/>
                  <a:pt x="194478" y="360594"/>
                </a:cubicBezTo>
                <a:cubicBezTo>
                  <a:pt x="186278" y="362858"/>
                  <a:pt x="185142" y="362612"/>
                  <a:pt x="185142" y="358570"/>
                </a:cubicBezTo>
                <a:close/>
              </a:path>
            </a:pathLst>
          </a:custGeom>
          <a:solidFill>
            <a:srgbClr val="B9B9B9"/>
          </a:solidFill>
          <a:ln w="5163" cap="flat">
            <a:noFill/>
            <a:prstDash val="solid"/>
            <a:miter/>
          </a:ln>
        </p:spPr>
        <p:txBody>
          <a:bodyPr/>
          <a:lstStyle/>
          <a:p>
            <a:endParaRPr lang="es-419" noProof="0" dirty="0"/>
          </a:p>
        </p:txBody>
      </p:sp>
      <p:sp>
        <p:nvSpPr>
          <p:cNvPr id="46" name="Forma libre: forma 45">
            <a:extLst>
              <a:ext uri="{FF2B5EF4-FFF2-40B4-BE49-F238E27FC236}">
                <a16:creationId xmlns:a16="http://schemas.microsoft.com/office/drawing/2014/main" id="{8494940B-F806-9D5E-08F2-E3AC8F28394F}"/>
              </a:ext>
            </a:extLst>
          </p:cNvPr>
          <p:cNvSpPr/>
          <p:nvPr/>
        </p:nvSpPr>
        <p:spPr>
          <a:xfrm>
            <a:off x="1331227" y="2128697"/>
            <a:ext cx="198884" cy="167193"/>
          </a:xfrm>
          <a:custGeom>
            <a:avLst/>
            <a:gdLst>
              <a:gd name="csX0" fmla="*/ 102761 w 198884"/>
              <a:gd name="csY0" fmla="*/ 161938 h 167193"/>
              <a:gd name="csX1" fmla="*/ 88269 w 198884"/>
              <a:gd name="csY1" fmla="*/ 157454 h 167193"/>
              <a:gd name="csX2" fmla="*/ 69481 w 198884"/>
              <a:gd name="csY2" fmla="*/ 161146 h 167193"/>
              <a:gd name="csX3" fmla="*/ 60039 w 198884"/>
              <a:gd name="csY3" fmla="*/ 160242 h 167193"/>
              <a:gd name="csX4" fmla="*/ 55236 w 198884"/>
              <a:gd name="csY4" fmla="*/ 148107 h 167193"/>
              <a:gd name="csX5" fmla="*/ 50480 w 198884"/>
              <a:gd name="csY5" fmla="*/ 138608 h 167193"/>
              <a:gd name="csX6" fmla="*/ 28907 w 198884"/>
              <a:gd name="csY6" fmla="*/ 140363 h 167193"/>
              <a:gd name="csX7" fmla="*/ 11289 w 198884"/>
              <a:gd name="csY7" fmla="*/ 137781 h 167193"/>
              <a:gd name="csX8" fmla="*/ 6827 w 198884"/>
              <a:gd name="csY8" fmla="*/ 131288 h 167193"/>
              <a:gd name="csX9" fmla="*/ 1775 w 198884"/>
              <a:gd name="csY9" fmla="*/ 129012 h 167193"/>
              <a:gd name="csX10" fmla="*/ 4158 w 198884"/>
              <a:gd name="csY10" fmla="*/ 118778 h 167193"/>
              <a:gd name="csX11" fmla="*/ 5752 w 198884"/>
              <a:gd name="csY11" fmla="*/ 106007 h 167193"/>
              <a:gd name="csX12" fmla="*/ 11789 w 198884"/>
              <a:gd name="csY12" fmla="*/ 81269 h 167193"/>
              <a:gd name="csX13" fmla="*/ 23630 w 198884"/>
              <a:gd name="csY13" fmla="*/ 62821 h 167193"/>
              <a:gd name="csX14" fmla="*/ 32410 w 198884"/>
              <a:gd name="csY14" fmla="*/ 53884 h 167193"/>
              <a:gd name="csX15" fmla="*/ 41084 w 198884"/>
              <a:gd name="csY15" fmla="*/ 33929 h 167193"/>
              <a:gd name="csX16" fmla="*/ 44790 w 198884"/>
              <a:gd name="csY16" fmla="*/ 21065 h 167193"/>
              <a:gd name="csX17" fmla="*/ 50866 w 198884"/>
              <a:gd name="csY17" fmla="*/ 7384 h 167193"/>
              <a:gd name="csX18" fmla="*/ 69085 w 198884"/>
              <a:gd name="csY18" fmla="*/ 3371 h 167193"/>
              <a:gd name="csX19" fmla="*/ 83968 w 198884"/>
              <a:gd name="csY19" fmla="*/ 7430 h 167193"/>
              <a:gd name="csX20" fmla="*/ 103250 w 198884"/>
              <a:gd name="csY20" fmla="*/ 16788 h 167193"/>
              <a:gd name="csX21" fmla="*/ 120904 w 198884"/>
              <a:gd name="csY21" fmla="*/ 28277 h 167193"/>
              <a:gd name="csX22" fmla="*/ 134887 w 198884"/>
              <a:gd name="csY22" fmla="*/ 23438 h 167193"/>
              <a:gd name="csX23" fmla="*/ 159058 w 198884"/>
              <a:gd name="csY23" fmla="*/ 20032 h 167193"/>
              <a:gd name="csX24" fmla="*/ 176483 w 198884"/>
              <a:gd name="csY24" fmla="*/ 28515 h 167193"/>
              <a:gd name="csX25" fmla="*/ 192460 w 198884"/>
              <a:gd name="csY25" fmla="*/ 37014 h 167193"/>
              <a:gd name="csX26" fmla="*/ 196332 w 198884"/>
              <a:gd name="csY26" fmla="*/ 44480 h 167193"/>
              <a:gd name="csX27" fmla="*/ 196153 w 198884"/>
              <a:gd name="csY27" fmla="*/ 52404 h 167193"/>
              <a:gd name="csX28" fmla="*/ 187288 w 198884"/>
              <a:gd name="csY28" fmla="*/ 53879 h 167193"/>
              <a:gd name="csX29" fmla="*/ 174390 w 198884"/>
              <a:gd name="csY29" fmla="*/ 56149 h 167193"/>
              <a:gd name="csX30" fmla="*/ 170518 w 198884"/>
              <a:gd name="csY30" fmla="*/ 64210 h 167193"/>
              <a:gd name="csX31" fmla="*/ 166645 w 198884"/>
              <a:gd name="csY31" fmla="*/ 72206 h 167193"/>
              <a:gd name="csX32" fmla="*/ 158901 w 198884"/>
              <a:gd name="csY32" fmla="*/ 75439 h 167193"/>
              <a:gd name="csX33" fmla="*/ 151157 w 198884"/>
              <a:gd name="csY33" fmla="*/ 76992 h 167193"/>
              <a:gd name="csX34" fmla="*/ 142182 w 198884"/>
              <a:gd name="csY34" fmla="*/ 79321 h 167193"/>
              <a:gd name="csX35" fmla="*/ 127056 w 198884"/>
              <a:gd name="csY35" fmla="*/ 97769 h 167193"/>
              <a:gd name="csX36" fmla="*/ 130544 w 198884"/>
              <a:gd name="csY36" fmla="*/ 109385 h 167193"/>
              <a:gd name="csX37" fmla="*/ 134269 w 198884"/>
              <a:gd name="csY37" fmla="*/ 120288 h 167193"/>
              <a:gd name="csX38" fmla="*/ 148765 w 198884"/>
              <a:gd name="csY38" fmla="*/ 140043 h 167193"/>
              <a:gd name="csX39" fmla="*/ 155377 w 198884"/>
              <a:gd name="csY39" fmla="*/ 157142 h 167193"/>
              <a:gd name="csX40" fmla="*/ 143045 w 198884"/>
              <a:gd name="csY40" fmla="*/ 162040 h 167193"/>
              <a:gd name="csX41" fmla="*/ 102761 w 198884"/>
              <a:gd name="csY41" fmla="*/ 161938 h 167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Lst>
            <a:rect l="l" t="t" r="r" b="b"/>
            <a:pathLst>
              <a:path w="198884" h="167193">
                <a:moveTo>
                  <a:pt x="102761" y="161938"/>
                </a:moveTo>
                <a:cubicBezTo>
                  <a:pt x="101767" y="158136"/>
                  <a:pt x="99022" y="157287"/>
                  <a:pt x="88269" y="157454"/>
                </a:cubicBezTo>
                <a:cubicBezTo>
                  <a:pt x="80973" y="157567"/>
                  <a:pt x="72518" y="159228"/>
                  <a:pt x="69481" y="161146"/>
                </a:cubicBezTo>
                <a:cubicBezTo>
                  <a:pt x="64710" y="164157"/>
                  <a:pt x="63423" y="164033"/>
                  <a:pt x="60039" y="160242"/>
                </a:cubicBezTo>
                <a:cubicBezTo>
                  <a:pt x="57884" y="157827"/>
                  <a:pt x="55723" y="152366"/>
                  <a:pt x="55236" y="148107"/>
                </a:cubicBezTo>
                <a:cubicBezTo>
                  <a:pt x="54750" y="143848"/>
                  <a:pt x="52610" y="139573"/>
                  <a:pt x="50480" y="138608"/>
                </a:cubicBezTo>
                <a:cubicBezTo>
                  <a:pt x="43634" y="135506"/>
                  <a:pt x="32890" y="136379"/>
                  <a:pt x="28907" y="140363"/>
                </a:cubicBezTo>
                <a:cubicBezTo>
                  <a:pt x="22942" y="146328"/>
                  <a:pt x="14628" y="145109"/>
                  <a:pt x="11289" y="137781"/>
                </a:cubicBezTo>
                <a:cubicBezTo>
                  <a:pt x="9671" y="134232"/>
                  <a:pt x="7664" y="131310"/>
                  <a:pt x="6827" y="131288"/>
                </a:cubicBezTo>
                <a:cubicBezTo>
                  <a:pt x="5990" y="131266"/>
                  <a:pt x="3716" y="130242"/>
                  <a:pt x="1775" y="129012"/>
                </a:cubicBezTo>
                <a:cubicBezTo>
                  <a:pt x="-1083" y="127202"/>
                  <a:pt x="-629" y="125253"/>
                  <a:pt x="4158" y="118778"/>
                </a:cubicBezTo>
                <a:cubicBezTo>
                  <a:pt x="9713" y="111264"/>
                  <a:pt x="9810" y="110491"/>
                  <a:pt x="5752" y="106007"/>
                </a:cubicBezTo>
                <a:cubicBezTo>
                  <a:pt x="-610" y="98977"/>
                  <a:pt x="325" y="95142"/>
                  <a:pt x="11789" y="81269"/>
                </a:cubicBezTo>
                <a:cubicBezTo>
                  <a:pt x="17485" y="74376"/>
                  <a:pt x="22814" y="66074"/>
                  <a:pt x="23630" y="62821"/>
                </a:cubicBezTo>
                <a:cubicBezTo>
                  <a:pt x="24447" y="59568"/>
                  <a:pt x="28398" y="55546"/>
                  <a:pt x="32410" y="53884"/>
                </a:cubicBezTo>
                <a:cubicBezTo>
                  <a:pt x="40181" y="50665"/>
                  <a:pt x="43478" y="43081"/>
                  <a:pt x="41084" y="33929"/>
                </a:cubicBezTo>
                <a:cubicBezTo>
                  <a:pt x="40186" y="30493"/>
                  <a:pt x="41619" y="25519"/>
                  <a:pt x="44790" y="21065"/>
                </a:cubicBezTo>
                <a:cubicBezTo>
                  <a:pt x="47634" y="17072"/>
                  <a:pt x="50368" y="10915"/>
                  <a:pt x="50866" y="7384"/>
                </a:cubicBezTo>
                <a:cubicBezTo>
                  <a:pt x="51978" y="-503"/>
                  <a:pt x="60785" y="-2442"/>
                  <a:pt x="69085" y="3371"/>
                </a:cubicBezTo>
                <a:cubicBezTo>
                  <a:pt x="72262" y="5597"/>
                  <a:pt x="78960" y="7424"/>
                  <a:pt x="83968" y="7430"/>
                </a:cubicBezTo>
                <a:cubicBezTo>
                  <a:pt x="90827" y="7440"/>
                  <a:pt x="95585" y="9748"/>
                  <a:pt x="103250" y="16788"/>
                </a:cubicBezTo>
                <a:cubicBezTo>
                  <a:pt x="108847" y="21927"/>
                  <a:pt x="116791" y="27098"/>
                  <a:pt x="120904" y="28277"/>
                </a:cubicBezTo>
                <a:cubicBezTo>
                  <a:pt x="127215" y="30087"/>
                  <a:pt x="129398" y="29332"/>
                  <a:pt x="134887" y="23438"/>
                </a:cubicBezTo>
                <a:cubicBezTo>
                  <a:pt x="142030" y="15767"/>
                  <a:pt x="156507" y="13727"/>
                  <a:pt x="159058" y="20032"/>
                </a:cubicBezTo>
                <a:cubicBezTo>
                  <a:pt x="159855" y="22000"/>
                  <a:pt x="167696" y="25818"/>
                  <a:pt x="176483" y="28515"/>
                </a:cubicBezTo>
                <a:cubicBezTo>
                  <a:pt x="186066" y="31457"/>
                  <a:pt x="192460" y="34858"/>
                  <a:pt x="192460" y="37014"/>
                </a:cubicBezTo>
                <a:cubicBezTo>
                  <a:pt x="192460" y="38991"/>
                  <a:pt x="194203" y="42351"/>
                  <a:pt x="196332" y="44480"/>
                </a:cubicBezTo>
                <a:cubicBezTo>
                  <a:pt x="199774" y="47922"/>
                  <a:pt x="199754" y="48803"/>
                  <a:pt x="196153" y="52404"/>
                </a:cubicBezTo>
                <a:cubicBezTo>
                  <a:pt x="193159" y="55398"/>
                  <a:pt x="190845" y="55783"/>
                  <a:pt x="187288" y="53879"/>
                </a:cubicBezTo>
                <a:cubicBezTo>
                  <a:pt x="179800" y="49872"/>
                  <a:pt x="174390" y="50824"/>
                  <a:pt x="174390" y="56149"/>
                </a:cubicBezTo>
                <a:cubicBezTo>
                  <a:pt x="174390" y="58815"/>
                  <a:pt x="172647" y="62442"/>
                  <a:pt x="170518" y="64210"/>
                </a:cubicBezTo>
                <a:cubicBezTo>
                  <a:pt x="168388" y="65977"/>
                  <a:pt x="166645" y="69575"/>
                  <a:pt x="166645" y="72206"/>
                </a:cubicBezTo>
                <a:cubicBezTo>
                  <a:pt x="166645" y="76143"/>
                  <a:pt x="165276" y="76714"/>
                  <a:pt x="158901" y="75439"/>
                </a:cubicBezTo>
                <a:cubicBezTo>
                  <a:pt x="153734" y="74406"/>
                  <a:pt x="151157" y="74922"/>
                  <a:pt x="151157" y="76992"/>
                </a:cubicBezTo>
                <a:cubicBezTo>
                  <a:pt x="151157" y="78961"/>
                  <a:pt x="147877" y="79812"/>
                  <a:pt x="142182" y="79321"/>
                </a:cubicBezTo>
                <a:cubicBezTo>
                  <a:pt x="130428" y="78308"/>
                  <a:pt x="124889" y="85064"/>
                  <a:pt x="127056" y="97769"/>
                </a:cubicBezTo>
                <a:cubicBezTo>
                  <a:pt x="127904" y="102738"/>
                  <a:pt x="129473" y="107965"/>
                  <a:pt x="130544" y="109385"/>
                </a:cubicBezTo>
                <a:cubicBezTo>
                  <a:pt x="131614" y="110805"/>
                  <a:pt x="133291" y="115711"/>
                  <a:pt x="134269" y="120288"/>
                </a:cubicBezTo>
                <a:cubicBezTo>
                  <a:pt x="135415" y="125645"/>
                  <a:pt x="140578" y="132682"/>
                  <a:pt x="148765" y="140043"/>
                </a:cubicBezTo>
                <a:cubicBezTo>
                  <a:pt x="162833" y="152691"/>
                  <a:pt x="164554" y="157142"/>
                  <a:pt x="155377" y="157142"/>
                </a:cubicBezTo>
                <a:cubicBezTo>
                  <a:pt x="152019" y="157142"/>
                  <a:pt x="146470" y="159346"/>
                  <a:pt x="143045" y="162040"/>
                </a:cubicBezTo>
                <a:cubicBezTo>
                  <a:pt x="134241" y="168966"/>
                  <a:pt x="104579" y="168891"/>
                  <a:pt x="102761" y="161938"/>
                </a:cubicBezTo>
                <a:close/>
              </a:path>
            </a:pathLst>
          </a:custGeom>
          <a:solidFill>
            <a:srgbClr val="B9B9B9"/>
          </a:solidFill>
          <a:ln w="5163" cap="flat">
            <a:noFill/>
            <a:prstDash val="solid"/>
            <a:miter/>
          </a:ln>
        </p:spPr>
        <p:txBody>
          <a:bodyPr/>
          <a:lstStyle/>
          <a:p>
            <a:endParaRPr lang="es-419" noProof="0" dirty="0"/>
          </a:p>
        </p:txBody>
      </p:sp>
      <p:sp>
        <p:nvSpPr>
          <p:cNvPr id="47" name="Forma libre: forma 46">
            <a:extLst>
              <a:ext uri="{FF2B5EF4-FFF2-40B4-BE49-F238E27FC236}">
                <a16:creationId xmlns:a16="http://schemas.microsoft.com/office/drawing/2014/main" id="{7AE57D34-23A5-1C85-05CB-18D1B265070B}"/>
              </a:ext>
            </a:extLst>
          </p:cNvPr>
          <p:cNvSpPr/>
          <p:nvPr/>
        </p:nvSpPr>
        <p:spPr>
          <a:xfrm>
            <a:off x="1461542" y="2144566"/>
            <a:ext cx="129500" cy="144710"/>
          </a:xfrm>
          <a:custGeom>
            <a:avLst/>
            <a:gdLst>
              <a:gd name="csX0" fmla="*/ 39451 w 129500"/>
              <a:gd name="csY0" fmla="*/ 143362 h 144710"/>
              <a:gd name="csX1" fmla="*/ 36297 w 129500"/>
              <a:gd name="csY1" fmla="*/ 137530 h 144710"/>
              <a:gd name="csX2" fmla="*/ 22310 w 129500"/>
              <a:gd name="csY2" fmla="*/ 122582 h 144710"/>
              <a:gd name="csX3" fmla="*/ 6555 w 129500"/>
              <a:gd name="csY3" fmla="*/ 101930 h 144710"/>
              <a:gd name="csX4" fmla="*/ 2723 w 129500"/>
              <a:gd name="csY4" fmla="*/ 90935 h 144710"/>
              <a:gd name="csX5" fmla="*/ 1214 w 129500"/>
              <a:gd name="csY5" fmla="*/ 71343 h 144710"/>
              <a:gd name="csX6" fmla="*/ 12550 w 129500"/>
              <a:gd name="csY6" fmla="*/ 66880 h 144710"/>
              <a:gd name="csX7" fmla="*/ 22940 w 129500"/>
              <a:gd name="csY7" fmla="*/ 63986 h 144710"/>
              <a:gd name="csX8" fmla="*/ 31348 w 129500"/>
              <a:gd name="csY8" fmla="*/ 62963 h 144710"/>
              <a:gd name="csX9" fmla="*/ 38911 w 129500"/>
              <a:gd name="csY9" fmla="*/ 59306 h 144710"/>
              <a:gd name="csX10" fmla="*/ 42783 w 129500"/>
              <a:gd name="csY10" fmla="*/ 50923 h 144710"/>
              <a:gd name="csX11" fmla="*/ 46656 w 129500"/>
              <a:gd name="csY11" fmla="*/ 42586 h 144710"/>
              <a:gd name="csX12" fmla="*/ 51173 w 129500"/>
              <a:gd name="csY12" fmla="*/ 39323 h 144710"/>
              <a:gd name="csX13" fmla="*/ 69566 w 129500"/>
              <a:gd name="csY13" fmla="*/ 37767 h 144710"/>
              <a:gd name="csX14" fmla="*/ 69872 w 129500"/>
              <a:gd name="csY14" fmla="*/ 27120 h 144710"/>
              <a:gd name="csX15" fmla="*/ 67231 w 129500"/>
              <a:gd name="csY15" fmla="*/ 13692 h 144710"/>
              <a:gd name="csX16" fmla="*/ 69736 w 129500"/>
              <a:gd name="csY16" fmla="*/ 7102 h 144710"/>
              <a:gd name="csX17" fmla="*/ 81814 w 129500"/>
              <a:gd name="csY17" fmla="*/ 13524 h 144710"/>
              <a:gd name="csX18" fmla="*/ 100866 w 129500"/>
              <a:gd name="csY18" fmla="*/ 15068 h 144710"/>
              <a:gd name="csX19" fmla="*/ 113355 w 129500"/>
              <a:gd name="csY19" fmla="*/ 326 h 144710"/>
              <a:gd name="csX20" fmla="*/ 116355 w 129500"/>
              <a:gd name="csY20" fmla="*/ 6085 h 144710"/>
              <a:gd name="csX21" fmla="*/ 122928 w 129500"/>
              <a:gd name="csY21" fmla="*/ 21207 h 144710"/>
              <a:gd name="csX22" fmla="*/ 129501 w 129500"/>
              <a:gd name="csY22" fmla="*/ 32422 h 144710"/>
              <a:gd name="csX23" fmla="*/ 122289 w 129500"/>
              <a:gd name="csY23" fmla="*/ 39110 h 144710"/>
              <a:gd name="csX24" fmla="*/ 114210 w 129500"/>
              <a:gd name="csY24" fmla="*/ 43197 h 144710"/>
              <a:gd name="csX25" fmla="*/ 100996 w 129500"/>
              <a:gd name="csY25" fmla="*/ 50277 h 144710"/>
              <a:gd name="csX26" fmla="*/ 91480 w 129500"/>
              <a:gd name="csY26" fmla="*/ 69527 h 144710"/>
              <a:gd name="csX27" fmla="*/ 86825 w 129500"/>
              <a:gd name="csY27" fmla="*/ 82667 h 144710"/>
              <a:gd name="csX28" fmla="*/ 75170 w 129500"/>
              <a:gd name="csY28" fmla="*/ 92424 h 144710"/>
              <a:gd name="csX29" fmla="*/ 62144 w 129500"/>
              <a:gd name="csY29" fmla="*/ 108405 h 144710"/>
              <a:gd name="csX30" fmla="*/ 58272 w 129500"/>
              <a:gd name="csY30" fmla="*/ 119688 h 144710"/>
              <a:gd name="csX31" fmla="*/ 54400 w 129500"/>
              <a:gd name="csY31" fmla="*/ 127352 h 144710"/>
              <a:gd name="csX32" fmla="*/ 52416 w 129500"/>
              <a:gd name="csY32" fmla="*/ 133529 h 144710"/>
              <a:gd name="csX33" fmla="*/ 46503 w 129500"/>
              <a:gd name="csY33" fmla="*/ 140006 h 144710"/>
              <a:gd name="csX34" fmla="*/ 39451 w 129500"/>
              <a:gd name="csY34" fmla="*/ 143362 h 1447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129500" h="144710">
                <a:moveTo>
                  <a:pt x="39451" y="143362"/>
                </a:moveTo>
                <a:cubicBezTo>
                  <a:pt x="37734" y="141645"/>
                  <a:pt x="36315" y="139021"/>
                  <a:pt x="36297" y="137530"/>
                </a:cubicBezTo>
                <a:cubicBezTo>
                  <a:pt x="36279" y="136040"/>
                  <a:pt x="29985" y="129313"/>
                  <a:pt x="22310" y="122582"/>
                </a:cubicBezTo>
                <a:cubicBezTo>
                  <a:pt x="12868" y="114302"/>
                  <a:pt x="7773" y="107623"/>
                  <a:pt x="6555" y="101930"/>
                </a:cubicBezTo>
                <a:cubicBezTo>
                  <a:pt x="5566" y="97303"/>
                  <a:pt x="3842" y="92355"/>
                  <a:pt x="2723" y="90935"/>
                </a:cubicBezTo>
                <a:cubicBezTo>
                  <a:pt x="-91" y="87360"/>
                  <a:pt x="-945" y="76286"/>
                  <a:pt x="1214" y="71343"/>
                </a:cubicBezTo>
                <a:cubicBezTo>
                  <a:pt x="2338" y="68767"/>
                  <a:pt x="6560" y="67105"/>
                  <a:pt x="12550" y="66880"/>
                </a:cubicBezTo>
                <a:cubicBezTo>
                  <a:pt x="17800" y="66683"/>
                  <a:pt x="22476" y="65380"/>
                  <a:pt x="22940" y="63986"/>
                </a:cubicBezTo>
                <a:cubicBezTo>
                  <a:pt x="23405" y="62591"/>
                  <a:pt x="27189" y="62131"/>
                  <a:pt x="31348" y="62963"/>
                </a:cubicBezTo>
                <a:cubicBezTo>
                  <a:pt x="37697" y="64232"/>
                  <a:pt x="38911" y="63645"/>
                  <a:pt x="38911" y="59306"/>
                </a:cubicBezTo>
                <a:cubicBezTo>
                  <a:pt x="38911" y="56463"/>
                  <a:pt x="40654" y="52690"/>
                  <a:pt x="42783" y="50923"/>
                </a:cubicBezTo>
                <a:cubicBezTo>
                  <a:pt x="44913" y="49155"/>
                  <a:pt x="46656" y="45404"/>
                  <a:pt x="46656" y="42586"/>
                </a:cubicBezTo>
                <a:cubicBezTo>
                  <a:pt x="46656" y="38720"/>
                  <a:pt x="47764" y="37919"/>
                  <a:pt x="51173" y="39323"/>
                </a:cubicBezTo>
                <a:cubicBezTo>
                  <a:pt x="61512" y="43579"/>
                  <a:pt x="64377" y="43337"/>
                  <a:pt x="69566" y="37767"/>
                </a:cubicBezTo>
                <a:cubicBezTo>
                  <a:pt x="75009" y="31925"/>
                  <a:pt x="75010" y="31906"/>
                  <a:pt x="69872" y="27120"/>
                </a:cubicBezTo>
                <a:cubicBezTo>
                  <a:pt x="63882" y="21540"/>
                  <a:pt x="64007" y="22172"/>
                  <a:pt x="67231" y="13692"/>
                </a:cubicBezTo>
                <a:lnTo>
                  <a:pt x="69736" y="7102"/>
                </a:lnTo>
                <a:lnTo>
                  <a:pt x="81814" y="13524"/>
                </a:lnTo>
                <a:cubicBezTo>
                  <a:pt x="96277" y="21214"/>
                  <a:pt x="100866" y="21586"/>
                  <a:pt x="100866" y="15068"/>
                </a:cubicBezTo>
                <a:cubicBezTo>
                  <a:pt x="100866" y="8386"/>
                  <a:pt x="109640" y="-1970"/>
                  <a:pt x="113355" y="326"/>
                </a:cubicBezTo>
                <a:cubicBezTo>
                  <a:pt x="115005" y="1346"/>
                  <a:pt x="116355" y="3937"/>
                  <a:pt x="116355" y="6085"/>
                </a:cubicBezTo>
                <a:cubicBezTo>
                  <a:pt x="116355" y="8233"/>
                  <a:pt x="119313" y="15038"/>
                  <a:pt x="122928" y="21207"/>
                </a:cubicBezTo>
                <a:lnTo>
                  <a:pt x="129501" y="32422"/>
                </a:lnTo>
                <a:lnTo>
                  <a:pt x="122289" y="39110"/>
                </a:lnTo>
                <a:cubicBezTo>
                  <a:pt x="118322" y="42788"/>
                  <a:pt x="114687" y="44627"/>
                  <a:pt x="114210" y="43197"/>
                </a:cubicBezTo>
                <a:cubicBezTo>
                  <a:pt x="112111" y="36901"/>
                  <a:pt x="104310" y="41081"/>
                  <a:pt x="100996" y="50277"/>
                </a:cubicBezTo>
                <a:cubicBezTo>
                  <a:pt x="99077" y="55602"/>
                  <a:pt x="94795" y="64264"/>
                  <a:pt x="91480" y="69527"/>
                </a:cubicBezTo>
                <a:cubicBezTo>
                  <a:pt x="88166" y="74789"/>
                  <a:pt x="86071" y="80703"/>
                  <a:pt x="86825" y="82667"/>
                </a:cubicBezTo>
                <a:cubicBezTo>
                  <a:pt x="87734" y="85037"/>
                  <a:pt x="83812" y="88321"/>
                  <a:pt x="75170" y="92424"/>
                </a:cubicBezTo>
                <a:cubicBezTo>
                  <a:pt x="62898" y="98250"/>
                  <a:pt x="62144" y="99174"/>
                  <a:pt x="62144" y="108405"/>
                </a:cubicBezTo>
                <a:cubicBezTo>
                  <a:pt x="62144" y="114732"/>
                  <a:pt x="60773" y="118729"/>
                  <a:pt x="58272" y="119688"/>
                </a:cubicBezTo>
                <a:cubicBezTo>
                  <a:pt x="56143" y="120506"/>
                  <a:pt x="54400" y="123954"/>
                  <a:pt x="54400" y="127352"/>
                </a:cubicBezTo>
                <a:cubicBezTo>
                  <a:pt x="54400" y="130749"/>
                  <a:pt x="53507" y="133529"/>
                  <a:pt x="52416" y="133529"/>
                </a:cubicBezTo>
                <a:cubicBezTo>
                  <a:pt x="51325" y="133529"/>
                  <a:pt x="48664" y="136444"/>
                  <a:pt x="46503" y="140006"/>
                </a:cubicBezTo>
                <a:cubicBezTo>
                  <a:pt x="43429" y="145071"/>
                  <a:pt x="41892" y="145803"/>
                  <a:pt x="39451" y="143362"/>
                </a:cubicBezTo>
                <a:close/>
              </a:path>
            </a:pathLst>
          </a:custGeom>
          <a:solidFill>
            <a:srgbClr val="B9B9B9"/>
          </a:solidFill>
          <a:ln w="5163" cap="flat">
            <a:noFill/>
            <a:prstDash val="solid"/>
            <a:miter/>
          </a:ln>
        </p:spPr>
        <p:txBody>
          <a:bodyPr/>
          <a:lstStyle/>
          <a:p>
            <a:endParaRPr lang="es-419" noProof="0" dirty="0"/>
          </a:p>
        </p:txBody>
      </p:sp>
      <p:sp>
        <p:nvSpPr>
          <p:cNvPr id="48" name="Forma libre: forma 47">
            <a:extLst>
              <a:ext uri="{FF2B5EF4-FFF2-40B4-BE49-F238E27FC236}">
                <a16:creationId xmlns:a16="http://schemas.microsoft.com/office/drawing/2014/main" id="{E8AD1467-C5EC-B92D-6A65-9C8D6BF50DBA}"/>
              </a:ext>
            </a:extLst>
          </p:cNvPr>
          <p:cNvSpPr/>
          <p:nvPr/>
        </p:nvSpPr>
        <p:spPr>
          <a:xfrm>
            <a:off x="2333829" y="2099494"/>
            <a:ext cx="245950" cy="186219"/>
          </a:xfrm>
          <a:custGeom>
            <a:avLst/>
            <a:gdLst>
              <a:gd name="csX0" fmla="*/ 63193 w 245950"/>
              <a:gd name="csY0" fmla="*/ 151536 h 186219"/>
              <a:gd name="csX1" fmla="*/ 28715 w 245950"/>
              <a:gd name="csY1" fmla="*/ 120621 h 186219"/>
              <a:gd name="csX2" fmla="*/ 15073 w 245950"/>
              <a:gd name="csY2" fmla="*/ 124390 h 186219"/>
              <a:gd name="csX3" fmla="*/ 5596 w 245950"/>
              <a:gd name="csY3" fmla="*/ 124390 h 186219"/>
              <a:gd name="csX4" fmla="*/ 5596 w 245950"/>
              <a:gd name="csY4" fmla="*/ 107763 h 186219"/>
              <a:gd name="csX5" fmla="*/ 3015 w 245950"/>
              <a:gd name="csY5" fmla="*/ 89541 h 186219"/>
              <a:gd name="csX6" fmla="*/ 11404 w 245950"/>
              <a:gd name="csY6" fmla="*/ 63244 h 186219"/>
              <a:gd name="csX7" fmla="*/ 106611 w 245950"/>
              <a:gd name="csY7" fmla="*/ 25070 h 186219"/>
              <a:gd name="csX8" fmla="*/ 133716 w 245950"/>
              <a:gd name="csY8" fmla="*/ 14252 h 186219"/>
              <a:gd name="csX9" fmla="*/ 160483 w 245950"/>
              <a:gd name="csY9" fmla="*/ 1908 h 186219"/>
              <a:gd name="csX10" fmla="*/ 238554 w 245950"/>
              <a:gd name="csY10" fmla="*/ 11931 h 186219"/>
              <a:gd name="csX11" fmla="*/ 245107 w 245950"/>
              <a:gd name="csY11" fmla="*/ 29136 h 186219"/>
              <a:gd name="csX12" fmla="*/ 240861 w 245950"/>
              <a:gd name="csY12" fmla="*/ 62435 h 186219"/>
              <a:gd name="csX13" fmla="*/ 234529 w 245950"/>
              <a:gd name="csY13" fmla="*/ 81796 h 186219"/>
              <a:gd name="csX14" fmla="*/ 183096 w 245950"/>
              <a:gd name="csY14" fmla="*/ 120518 h 186219"/>
              <a:gd name="csX15" fmla="*/ 112584 w 245950"/>
              <a:gd name="csY15" fmla="*/ 172730 h 186219"/>
              <a:gd name="csX16" fmla="*/ 93505 w 245950"/>
              <a:gd name="csY16" fmla="*/ 186220 h 186219"/>
              <a:gd name="csX17" fmla="*/ 63193 w 245950"/>
              <a:gd name="csY17" fmla="*/ 151536 h 1862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245950" h="186219">
                <a:moveTo>
                  <a:pt x="63193" y="151536"/>
                </a:moveTo>
                <a:cubicBezTo>
                  <a:pt x="35962" y="120379"/>
                  <a:pt x="32456" y="117236"/>
                  <a:pt x="28715" y="120621"/>
                </a:cubicBezTo>
                <a:cubicBezTo>
                  <a:pt x="26425" y="122694"/>
                  <a:pt x="20286" y="124390"/>
                  <a:pt x="15073" y="124390"/>
                </a:cubicBezTo>
                <a:lnTo>
                  <a:pt x="5596" y="124390"/>
                </a:lnTo>
                <a:lnTo>
                  <a:pt x="5596" y="107763"/>
                </a:lnTo>
                <a:cubicBezTo>
                  <a:pt x="5596" y="98618"/>
                  <a:pt x="4435" y="90418"/>
                  <a:pt x="3015" y="89541"/>
                </a:cubicBezTo>
                <a:cubicBezTo>
                  <a:pt x="-3245" y="85672"/>
                  <a:pt x="575" y="73700"/>
                  <a:pt x="11404" y="63244"/>
                </a:cubicBezTo>
                <a:cubicBezTo>
                  <a:pt x="30218" y="45081"/>
                  <a:pt x="67101" y="30293"/>
                  <a:pt x="106611" y="25070"/>
                </a:cubicBezTo>
                <a:cubicBezTo>
                  <a:pt x="113529" y="24155"/>
                  <a:pt x="124948" y="19598"/>
                  <a:pt x="133716" y="14252"/>
                </a:cubicBezTo>
                <a:cubicBezTo>
                  <a:pt x="142049" y="9172"/>
                  <a:pt x="154094" y="3617"/>
                  <a:pt x="160483" y="1908"/>
                </a:cubicBezTo>
                <a:cubicBezTo>
                  <a:pt x="179743" y="-3243"/>
                  <a:pt x="225908" y="2684"/>
                  <a:pt x="238554" y="11931"/>
                </a:cubicBezTo>
                <a:cubicBezTo>
                  <a:pt x="241216" y="13878"/>
                  <a:pt x="243864" y="20830"/>
                  <a:pt x="245107" y="29136"/>
                </a:cubicBezTo>
                <a:cubicBezTo>
                  <a:pt x="246841" y="40720"/>
                  <a:pt x="246124" y="46345"/>
                  <a:pt x="240861" y="62435"/>
                </a:cubicBezTo>
                <a:lnTo>
                  <a:pt x="234529" y="81796"/>
                </a:lnTo>
                <a:lnTo>
                  <a:pt x="183096" y="120518"/>
                </a:lnTo>
                <a:cubicBezTo>
                  <a:pt x="154808" y="141815"/>
                  <a:pt x="123078" y="165310"/>
                  <a:pt x="112584" y="172730"/>
                </a:cubicBezTo>
                <a:lnTo>
                  <a:pt x="93505" y="186220"/>
                </a:lnTo>
                <a:lnTo>
                  <a:pt x="63193" y="151536"/>
                </a:lnTo>
                <a:close/>
              </a:path>
            </a:pathLst>
          </a:custGeom>
          <a:solidFill>
            <a:srgbClr val="B9B9B9"/>
          </a:solidFill>
          <a:ln w="5163" cap="flat">
            <a:noFill/>
            <a:prstDash val="solid"/>
            <a:miter/>
          </a:ln>
        </p:spPr>
        <p:txBody>
          <a:bodyPr/>
          <a:lstStyle/>
          <a:p>
            <a:endParaRPr lang="es-419" noProof="0" dirty="0"/>
          </a:p>
        </p:txBody>
      </p:sp>
      <p:sp>
        <p:nvSpPr>
          <p:cNvPr id="49" name="Forma libre: forma 48">
            <a:extLst>
              <a:ext uri="{FF2B5EF4-FFF2-40B4-BE49-F238E27FC236}">
                <a16:creationId xmlns:a16="http://schemas.microsoft.com/office/drawing/2014/main" id="{7983695E-1D71-0F25-1E6E-7FC2FC85484D}"/>
              </a:ext>
            </a:extLst>
          </p:cNvPr>
          <p:cNvSpPr/>
          <p:nvPr/>
        </p:nvSpPr>
        <p:spPr>
          <a:xfrm>
            <a:off x="2334670" y="2196667"/>
            <a:ext cx="1839" cy="7968"/>
          </a:xfrm>
          <a:custGeom>
            <a:avLst/>
            <a:gdLst>
              <a:gd name="csX0" fmla="*/ 0 w 1839"/>
              <a:gd name="csY0" fmla="*/ 3984 h 7968"/>
              <a:gd name="csX1" fmla="*/ 1302 w 1839"/>
              <a:gd name="csY1" fmla="*/ 757 h 7968"/>
              <a:gd name="csX2" fmla="*/ 1302 w 1839"/>
              <a:gd name="csY2" fmla="*/ 7211 h 7968"/>
              <a:gd name="csX3" fmla="*/ 0 w 1839"/>
              <a:gd name="csY3" fmla="*/ 3984 h 7968"/>
            </a:gdLst>
            <a:ahLst/>
            <a:cxnLst>
              <a:cxn ang="0">
                <a:pos x="csX0" y="csY0"/>
              </a:cxn>
              <a:cxn ang="0">
                <a:pos x="csX1" y="csY1"/>
              </a:cxn>
              <a:cxn ang="0">
                <a:pos x="csX2" y="csY2"/>
              </a:cxn>
              <a:cxn ang="0">
                <a:pos x="csX3" y="csY3"/>
              </a:cxn>
            </a:cxnLst>
            <a:rect l="l" t="t" r="r" b="b"/>
            <a:pathLst>
              <a:path w="1839" h="7968">
                <a:moveTo>
                  <a:pt x="0" y="3984"/>
                </a:moveTo>
                <a:cubicBezTo>
                  <a:pt x="0" y="435"/>
                  <a:pt x="586" y="-1017"/>
                  <a:pt x="1302" y="757"/>
                </a:cubicBezTo>
                <a:cubicBezTo>
                  <a:pt x="2018" y="2532"/>
                  <a:pt x="2018" y="5436"/>
                  <a:pt x="1302" y="7211"/>
                </a:cubicBezTo>
                <a:cubicBezTo>
                  <a:pt x="586" y="8986"/>
                  <a:pt x="0" y="7534"/>
                  <a:pt x="0" y="3984"/>
                </a:cubicBezTo>
                <a:close/>
              </a:path>
            </a:pathLst>
          </a:custGeom>
          <a:solidFill>
            <a:srgbClr val="B9B9B9"/>
          </a:solidFill>
          <a:ln w="5163" cap="flat">
            <a:noFill/>
            <a:prstDash val="solid"/>
            <a:miter/>
          </a:ln>
        </p:spPr>
        <p:txBody>
          <a:bodyPr/>
          <a:lstStyle/>
          <a:p>
            <a:endParaRPr lang="es-419" noProof="0" dirty="0"/>
          </a:p>
        </p:txBody>
      </p:sp>
      <p:sp>
        <p:nvSpPr>
          <p:cNvPr id="50" name="Forma libre: forma 49">
            <a:extLst>
              <a:ext uri="{FF2B5EF4-FFF2-40B4-BE49-F238E27FC236}">
                <a16:creationId xmlns:a16="http://schemas.microsoft.com/office/drawing/2014/main" id="{7EFD1E8D-E126-1C25-6144-09BACE8815D4}"/>
              </a:ext>
            </a:extLst>
          </p:cNvPr>
          <p:cNvSpPr/>
          <p:nvPr/>
        </p:nvSpPr>
        <p:spPr>
          <a:xfrm>
            <a:off x="1309468" y="1877186"/>
            <a:ext cx="342958" cy="300162"/>
          </a:xfrm>
          <a:custGeom>
            <a:avLst/>
            <a:gdLst>
              <a:gd name="csX0" fmla="*/ 295686 w 342958"/>
              <a:gd name="csY0" fmla="*/ 296278 h 300162"/>
              <a:gd name="csX1" fmla="*/ 285863 w 342958"/>
              <a:gd name="csY1" fmla="*/ 292488 h 300162"/>
              <a:gd name="csX2" fmla="*/ 274573 w 342958"/>
              <a:gd name="csY2" fmla="*/ 278339 h 300162"/>
              <a:gd name="csX3" fmla="*/ 265490 w 342958"/>
              <a:gd name="csY3" fmla="*/ 262580 h 300162"/>
              <a:gd name="csX4" fmla="*/ 250359 w 342958"/>
              <a:gd name="csY4" fmla="*/ 277449 h 300162"/>
              <a:gd name="csX5" fmla="*/ 232353 w 342958"/>
              <a:gd name="csY5" fmla="*/ 275755 h 300162"/>
              <a:gd name="csX6" fmla="*/ 216800 w 342958"/>
              <a:gd name="csY6" fmla="*/ 278780 h 300162"/>
              <a:gd name="csX7" fmla="*/ 197688 w 342958"/>
              <a:gd name="csY7" fmla="*/ 275445 h 300162"/>
              <a:gd name="csX8" fmla="*/ 186717 w 342958"/>
              <a:gd name="csY8" fmla="*/ 271836 h 300162"/>
              <a:gd name="csX9" fmla="*/ 183241 w 342958"/>
              <a:gd name="csY9" fmla="*/ 267964 h 300162"/>
              <a:gd name="csX10" fmla="*/ 171812 w 342958"/>
              <a:gd name="csY10" fmla="*/ 264092 h 300162"/>
              <a:gd name="csX11" fmla="*/ 155307 w 342958"/>
              <a:gd name="csY11" fmla="*/ 270545 h 300162"/>
              <a:gd name="csX12" fmla="*/ 128918 w 342958"/>
              <a:gd name="csY12" fmla="*/ 266264 h 300162"/>
              <a:gd name="csX13" fmla="*/ 106345 w 342958"/>
              <a:gd name="csY13" fmla="*/ 255141 h 300162"/>
              <a:gd name="csX14" fmla="*/ 91555 w 342958"/>
              <a:gd name="csY14" fmla="*/ 250269 h 300162"/>
              <a:gd name="csX15" fmla="*/ 81548 w 342958"/>
              <a:gd name="csY15" fmla="*/ 247474 h 300162"/>
              <a:gd name="csX16" fmla="*/ 78435 w 342958"/>
              <a:gd name="csY16" fmla="*/ 239429 h 300162"/>
              <a:gd name="csX17" fmla="*/ 82408 w 342958"/>
              <a:gd name="csY17" fmla="*/ 200657 h 300162"/>
              <a:gd name="csX18" fmla="*/ 83563 w 342958"/>
              <a:gd name="csY18" fmla="*/ 189030 h 300162"/>
              <a:gd name="csX19" fmla="*/ 79311 w 342958"/>
              <a:gd name="csY19" fmla="*/ 164140 h 300162"/>
              <a:gd name="csX20" fmla="*/ 69658 w 342958"/>
              <a:gd name="csY20" fmla="*/ 165664 h 300162"/>
              <a:gd name="csX21" fmla="*/ 52863 w 342958"/>
              <a:gd name="csY21" fmla="*/ 178880 h 300162"/>
              <a:gd name="csX22" fmla="*/ 46310 w 342958"/>
              <a:gd name="csY22" fmla="*/ 180840 h 300162"/>
              <a:gd name="csX23" fmla="*/ 41273 w 342958"/>
              <a:gd name="csY23" fmla="*/ 176042 h 300162"/>
              <a:gd name="csX24" fmla="*/ 28735 w 342958"/>
              <a:gd name="csY24" fmla="*/ 163573 h 300162"/>
              <a:gd name="csX25" fmla="*/ 8346 w 342958"/>
              <a:gd name="csY25" fmla="*/ 134458 h 300162"/>
              <a:gd name="csX26" fmla="*/ 3097 w 342958"/>
              <a:gd name="csY26" fmla="*/ 117621 h 300162"/>
              <a:gd name="csX27" fmla="*/ 147 w 342958"/>
              <a:gd name="csY27" fmla="*/ 113613 h 300162"/>
              <a:gd name="csX28" fmla="*/ 21165 w 342958"/>
              <a:gd name="csY28" fmla="*/ 104003 h 300162"/>
              <a:gd name="csX29" fmla="*/ 72335 w 342958"/>
              <a:gd name="csY29" fmla="*/ 73250 h 300162"/>
              <a:gd name="csX30" fmla="*/ 93508 w 342958"/>
              <a:gd name="csY30" fmla="*/ 38847 h 300162"/>
              <a:gd name="csX31" fmla="*/ 97565 w 342958"/>
              <a:gd name="csY31" fmla="*/ 29800 h 300162"/>
              <a:gd name="csX32" fmla="*/ 109742 w 342958"/>
              <a:gd name="csY32" fmla="*/ 18194 h 300162"/>
              <a:gd name="csX33" fmla="*/ 113822 w 342958"/>
              <a:gd name="csY33" fmla="*/ 11110 h 300162"/>
              <a:gd name="csX34" fmla="*/ 121678 w 342958"/>
              <a:gd name="csY34" fmla="*/ 5555 h 300162"/>
              <a:gd name="csX35" fmla="*/ 127233 w 342958"/>
              <a:gd name="csY35" fmla="*/ 0 h 300162"/>
              <a:gd name="csX36" fmla="*/ 134516 w 342958"/>
              <a:gd name="csY36" fmla="*/ 8782 h 300162"/>
              <a:gd name="csX37" fmla="*/ 141869 w 342958"/>
              <a:gd name="csY37" fmla="*/ 33944 h 300162"/>
              <a:gd name="csX38" fmla="*/ 147505 w 342958"/>
              <a:gd name="csY38" fmla="*/ 58144 h 300162"/>
              <a:gd name="csX39" fmla="*/ 152804 w 342958"/>
              <a:gd name="csY39" fmla="*/ 90810 h 300162"/>
              <a:gd name="csX40" fmla="*/ 162764 w 342958"/>
              <a:gd name="csY40" fmla="*/ 124694 h 300162"/>
              <a:gd name="csX41" fmla="*/ 170334 w 342958"/>
              <a:gd name="csY41" fmla="*/ 121832 h 300162"/>
              <a:gd name="csX42" fmla="*/ 185393 w 342958"/>
              <a:gd name="csY42" fmla="*/ 124884 h 300162"/>
              <a:gd name="csX43" fmla="*/ 190271 w 342958"/>
              <a:gd name="csY43" fmla="*/ 127275 h 300162"/>
              <a:gd name="csX44" fmla="*/ 201229 w 342958"/>
              <a:gd name="csY44" fmla="*/ 139721 h 300162"/>
              <a:gd name="csX45" fmla="*/ 197439 w 342958"/>
              <a:gd name="csY45" fmla="*/ 147005 h 300162"/>
              <a:gd name="csX46" fmla="*/ 196794 w 342958"/>
              <a:gd name="csY46" fmla="*/ 162615 h 300162"/>
              <a:gd name="csX47" fmla="*/ 220205 w 342958"/>
              <a:gd name="csY47" fmla="*/ 171185 h 300162"/>
              <a:gd name="csX48" fmla="*/ 242581 w 342958"/>
              <a:gd name="csY48" fmla="*/ 173796 h 300162"/>
              <a:gd name="csX49" fmla="*/ 259092 w 342958"/>
              <a:gd name="csY49" fmla="*/ 186698 h 300162"/>
              <a:gd name="csX50" fmla="*/ 273592 w 342958"/>
              <a:gd name="csY50" fmla="*/ 197707 h 300162"/>
              <a:gd name="csX51" fmla="*/ 304244 w 342958"/>
              <a:gd name="csY51" fmla="*/ 198591 h 300162"/>
              <a:gd name="csX52" fmla="*/ 333285 w 342958"/>
              <a:gd name="csY52" fmla="*/ 203946 h 300162"/>
              <a:gd name="csX53" fmla="*/ 339205 w 342958"/>
              <a:gd name="csY53" fmla="*/ 216060 h 300162"/>
              <a:gd name="csX54" fmla="*/ 336274 w 342958"/>
              <a:gd name="csY54" fmla="*/ 220854 h 300162"/>
              <a:gd name="csX55" fmla="*/ 328850 w 342958"/>
              <a:gd name="csY55" fmla="*/ 233114 h 300162"/>
              <a:gd name="csX56" fmla="*/ 326965 w 342958"/>
              <a:gd name="csY56" fmla="*/ 236341 h 300162"/>
              <a:gd name="csX57" fmla="*/ 329181 w 342958"/>
              <a:gd name="csY57" fmla="*/ 240859 h 300162"/>
              <a:gd name="csX58" fmla="*/ 331403 w 342958"/>
              <a:gd name="csY58" fmla="*/ 248187 h 300162"/>
              <a:gd name="csX59" fmla="*/ 328049 w 342958"/>
              <a:gd name="csY59" fmla="*/ 258014 h 300162"/>
              <a:gd name="csX60" fmla="*/ 326532 w 342958"/>
              <a:gd name="csY60" fmla="*/ 276244 h 300162"/>
              <a:gd name="csX61" fmla="*/ 325085 w 342958"/>
              <a:gd name="csY61" fmla="*/ 283496 h 300162"/>
              <a:gd name="csX62" fmla="*/ 321398 w 342958"/>
              <a:gd name="csY62" fmla="*/ 292711 h 300162"/>
              <a:gd name="csX63" fmla="*/ 311874 w 342958"/>
              <a:gd name="csY63" fmla="*/ 300150 h 300162"/>
              <a:gd name="csX64" fmla="*/ 295686 w 342958"/>
              <a:gd name="csY64" fmla="*/ 296278 h 3001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Lst>
            <a:rect l="l" t="t" r="r" b="b"/>
            <a:pathLst>
              <a:path w="342958" h="300162">
                <a:moveTo>
                  <a:pt x="295686" y="296278"/>
                </a:moveTo>
                <a:cubicBezTo>
                  <a:pt x="292930" y="294193"/>
                  <a:pt x="288510" y="292488"/>
                  <a:pt x="285863" y="292488"/>
                </a:cubicBezTo>
                <a:cubicBezTo>
                  <a:pt x="282541" y="292488"/>
                  <a:pt x="279045" y="288107"/>
                  <a:pt x="274573" y="278339"/>
                </a:cubicBezTo>
                <a:cubicBezTo>
                  <a:pt x="271011" y="270557"/>
                  <a:pt x="266923" y="263466"/>
                  <a:pt x="265490" y="262580"/>
                </a:cubicBezTo>
                <a:cubicBezTo>
                  <a:pt x="261887" y="260353"/>
                  <a:pt x="250359" y="271682"/>
                  <a:pt x="250359" y="277449"/>
                </a:cubicBezTo>
                <a:cubicBezTo>
                  <a:pt x="250359" y="284106"/>
                  <a:pt x="242694" y="283385"/>
                  <a:pt x="232353" y="275755"/>
                </a:cubicBezTo>
                <a:cubicBezTo>
                  <a:pt x="223375" y="269132"/>
                  <a:pt x="216800" y="270410"/>
                  <a:pt x="216800" y="278780"/>
                </a:cubicBezTo>
                <a:cubicBezTo>
                  <a:pt x="216800" y="282868"/>
                  <a:pt x="211006" y="281857"/>
                  <a:pt x="197688" y="275445"/>
                </a:cubicBezTo>
                <a:cubicBezTo>
                  <a:pt x="193566" y="273460"/>
                  <a:pt x="188628" y="271836"/>
                  <a:pt x="186717" y="271836"/>
                </a:cubicBezTo>
                <a:cubicBezTo>
                  <a:pt x="184805" y="271836"/>
                  <a:pt x="183241" y="270094"/>
                  <a:pt x="183241" y="267964"/>
                </a:cubicBezTo>
                <a:cubicBezTo>
                  <a:pt x="183241" y="265105"/>
                  <a:pt x="180251" y="264092"/>
                  <a:pt x="171812" y="264092"/>
                </a:cubicBezTo>
                <a:cubicBezTo>
                  <a:pt x="162696" y="264092"/>
                  <a:pt x="159356" y="265398"/>
                  <a:pt x="155307" y="270545"/>
                </a:cubicBezTo>
                <a:cubicBezTo>
                  <a:pt x="148138" y="279659"/>
                  <a:pt x="141633" y="278604"/>
                  <a:pt x="128918" y="266264"/>
                </a:cubicBezTo>
                <a:cubicBezTo>
                  <a:pt x="119547" y="257171"/>
                  <a:pt x="116097" y="255470"/>
                  <a:pt x="106345" y="255141"/>
                </a:cubicBezTo>
                <a:cubicBezTo>
                  <a:pt x="98734" y="254884"/>
                  <a:pt x="93722" y="253233"/>
                  <a:pt x="91555" y="250269"/>
                </a:cubicBezTo>
                <a:cubicBezTo>
                  <a:pt x="89207" y="247058"/>
                  <a:pt x="86367" y="246265"/>
                  <a:pt x="81548" y="247474"/>
                </a:cubicBezTo>
                <a:cubicBezTo>
                  <a:pt x="74001" y="249368"/>
                  <a:pt x="73102" y="247043"/>
                  <a:pt x="78435" y="239429"/>
                </a:cubicBezTo>
                <a:cubicBezTo>
                  <a:pt x="83856" y="231688"/>
                  <a:pt x="86528" y="205621"/>
                  <a:pt x="82408" y="200657"/>
                </a:cubicBezTo>
                <a:cubicBezTo>
                  <a:pt x="79647" y="197331"/>
                  <a:pt x="79847" y="195321"/>
                  <a:pt x="83563" y="189030"/>
                </a:cubicBezTo>
                <a:cubicBezTo>
                  <a:pt x="88650" y="180419"/>
                  <a:pt x="87374" y="172952"/>
                  <a:pt x="79311" y="164140"/>
                </a:cubicBezTo>
                <a:cubicBezTo>
                  <a:pt x="73608" y="157907"/>
                  <a:pt x="69658" y="158530"/>
                  <a:pt x="69658" y="165664"/>
                </a:cubicBezTo>
                <a:cubicBezTo>
                  <a:pt x="69658" y="171138"/>
                  <a:pt x="55140" y="182563"/>
                  <a:pt x="52863" y="178880"/>
                </a:cubicBezTo>
                <a:cubicBezTo>
                  <a:pt x="50323" y="174770"/>
                  <a:pt x="46434" y="175933"/>
                  <a:pt x="46310" y="180840"/>
                </a:cubicBezTo>
                <a:cubicBezTo>
                  <a:pt x="46241" y="183582"/>
                  <a:pt x="44262" y="181697"/>
                  <a:pt x="41273" y="176042"/>
                </a:cubicBezTo>
                <a:cubicBezTo>
                  <a:pt x="38533" y="170858"/>
                  <a:pt x="32973" y="165329"/>
                  <a:pt x="28735" y="163573"/>
                </a:cubicBezTo>
                <a:cubicBezTo>
                  <a:pt x="15748" y="158193"/>
                  <a:pt x="9667" y="149510"/>
                  <a:pt x="8346" y="134458"/>
                </a:cubicBezTo>
                <a:cubicBezTo>
                  <a:pt x="7635" y="126353"/>
                  <a:pt x="5506" y="119523"/>
                  <a:pt x="3097" y="117621"/>
                </a:cubicBezTo>
                <a:cubicBezTo>
                  <a:pt x="868" y="115861"/>
                  <a:pt x="-459" y="114058"/>
                  <a:pt x="147" y="113613"/>
                </a:cubicBezTo>
                <a:cubicBezTo>
                  <a:pt x="7952" y="107892"/>
                  <a:pt x="16388" y="104034"/>
                  <a:pt x="21165" y="104003"/>
                </a:cubicBezTo>
                <a:cubicBezTo>
                  <a:pt x="38718" y="103886"/>
                  <a:pt x="49596" y="97348"/>
                  <a:pt x="72335" y="73250"/>
                </a:cubicBezTo>
                <a:cubicBezTo>
                  <a:pt x="94445" y="49819"/>
                  <a:pt x="94883" y="49106"/>
                  <a:pt x="93508" y="38847"/>
                </a:cubicBezTo>
                <a:cubicBezTo>
                  <a:pt x="92208" y="29159"/>
                  <a:pt x="92513" y="28479"/>
                  <a:pt x="97565" y="29800"/>
                </a:cubicBezTo>
                <a:cubicBezTo>
                  <a:pt x="103852" y="31444"/>
                  <a:pt x="107223" y="28231"/>
                  <a:pt x="109742" y="18194"/>
                </a:cubicBezTo>
                <a:cubicBezTo>
                  <a:pt x="110720" y="14298"/>
                  <a:pt x="112556" y="11110"/>
                  <a:pt x="113822" y="11110"/>
                </a:cubicBezTo>
                <a:cubicBezTo>
                  <a:pt x="115088" y="11110"/>
                  <a:pt x="118623" y="8610"/>
                  <a:pt x="121678" y="5555"/>
                </a:cubicBezTo>
                <a:lnTo>
                  <a:pt x="127233" y="0"/>
                </a:lnTo>
                <a:lnTo>
                  <a:pt x="134516" y="8782"/>
                </a:lnTo>
                <a:cubicBezTo>
                  <a:pt x="140793" y="16350"/>
                  <a:pt x="141809" y="19826"/>
                  <a:pt x="141869" y="33944"/>
                </a:cubicBezTo>
                <a:cubicBezTo>
                  <a:pt x="141922" y="46507"/>
                  <a:pt x="143236" y="52147"/>
                  <a:pt x="147505" y="58144"/>
                </a:cubicBezTo>
                <a:cubicBezTo>
                  <a:pt x="152339" y="64931"/>
                  <a:pt x="153038" y="69240"/>
                  <a:pt x="152804" y="90810"/>
                </a:cubicBezTo>
                <a:cubicBezTo>
                  <a:pt x="152465" y="122159"/>
                  <a:pt x="153210" y="124694"/>
                  <a:pt x="162764" y="124694"/>
                </a:cubicBezTo>
                <a:cubicBezTo>
                  <a:pt x="166927" y="124694"/>
                  <a:pt x="170334" y="123406"/>
                  <a:pt x="170334" y="121832"/>
                </a:cubicBezTo>
                <a:cubicBezTo>
                  <a:pt x="170334" y="118431"/>
                  <a:pt x="184072" y="121216"/>
                  <a:pt x="185393" y="124884"/>
                </a:cubicBezTo>
                <a:cubicBezTo>
                  <a:pt x="185866" y="126199"/>
                  <a:pt x="188061" y="127275"/>
                  <a:pt x="190271" y="127275"/>
                </a:cubicBezTo>
                <a:cubicBezTo>
                  <a:pt x="194758" y="127275"/>
                  <a:pt x="201103" y="134482"/>
                  <a:pt x="201229" y="139721"/>
                </a:cubicBezTo>
                <a:cubicBezTo>
                  <a:pt x="201275" y="141597"/>
                  <a:pt x="199569" y="144875"/>
                  <a:pt x="197439" y="147005"/>
                </a:cubicBezTo>
                <a:cubicBezTo>
                  <a:pt x="192728" y="151716"/>
                  <a:pt x="192413" y="159339"/>
                  <a:pt x="196794" y="162615"/>
                </a:cubicBezTo>
                <a:cubicBezTo>
                  <a:pt x="198569" y="163942"/>
                  <a:pt x="209104" y="167799"/>
                  <a:pt x="220205" y="171185"/>
                </a:cubicBezTo>
                <a:cubicBezTo>
                  <a:pt x="236917" y="176284"/>
                  <a:pt x="240766" y="176733"/>
                  <a:pt x="242581" y="173796"/>
                </a:cubicBezTo>
                <a:cubicBezTo>
                  <a:pt x="245948" y="168348"/>
                  <a:pt x="255565" y="175863"/>
                  <a:pt x="259092" y="186698"/>
                </a:cubicBezTo>
                <a:cubicBezTo>
                  <a:pt x="261627" y="194485"/>
                  <a:pt x="263378" y="195815"/>
                  <a:pt x="273592" y="197707"/>
                </a:cubicBezTo>
                <a:cubicBezTo>
                  <a:pt x="279981" y="198890"/>
                  <a:pt x="293775" y="199289"/>
                  <a:pt x="304244" y="198591"/>
                </a:cubicBezTo>
                <a:cubicBezTo>
                  <a:pt x="321502" y="197442"/>
                  <a:pt x="324213" y="197942"/>
                  <a:pt x="333285" y="203946"/>
                </a:cubicBezTo>
                <a:cubicBezTo>
                  <a:pt x="344213" y="211177"/>
                  <a:pt x="345431" y="213671"/>
                  <a:pt x="339205" y="216060"/>
                </a:cubicBezTo>
                <a:cubicBezTo>
                  <a:pt x="336957" y="216923"/>
                  <a:pt x="335638" y="219080"/>
                  <a:pt x="336274" y="220854"/>
                </a:cubicBezTo>
                <a:cubicBezTo>
                  <a:pt x="337968" y="225576"/>
                  <a:pt x="333403" y="233114"/>
                  <a:pt x="328850" y="233114"/>
                </a:cubicBezTo>
                <a:cubicBezTo>
                  <a:pt x="326331" y="233114"/>
                  <a:pt x="325653" y="234275"/>
                  <a:pt x="326965" y="236341"/>
                </a:cubicBezTo>
                <a:cubicBezTo>
                  <a:pt x="328092" y="238116"/>
                  <a:pt x="329089" y="240149"/>
                  <a:pt x="329181" y="240859"/>
                </a:cubicBezTo>
                <a:cubicBezTo>
                  <a:pt x="329272" y="241569"/>
                  <a:pt x="330272" y="244866"/>
                  <a:pt x="331403" y="248187"/>
                </a:cubicBezTo>
                <a:cubicBezTo>
                  <a:pt x="332991" y="252852"/>
                  <a:pt x="332229" y="255087"/>
                  <a:pt x="328049" y="258014"/>
                </a:cubicBezTo>
                <a:cubicBezTo>
                  <a:pt x="321663" y="262487"/>
                  <a:pt x="321157" y="268570"/>
                  <a:pt x="326532" y="276244"/>
                </a:cubicBezTo>
                <a:cubicBezTo>
                  <a:pt x="330115" y="281360"/>
                  <a:pt x="330000" y="281936"/>
                  <a:pt x="325085" y="283496"/>
                </a:cubicBezTo>
                <a:cubicBezTo>
                  <a:pt x="320727" y="284879"/>
                  <a:pt x="320050" y="286571"/>
                  <a:pt x="321398" y="292711"/>
                </a:cubicBezTo>
                <a:cubicBezTo>
                  <a:pt x="323026" y="300123"/>
                  <a:pt x="322888" y="300231"/>
                  <a:pt x="311874" y="300150"/>
                </a:cubicBezTo>
                <a:cubicBezTo>
                  <a:pt x="305727" y="300105"/>
                  <a:pt x="298443" y="298362"/>
                  <a:pt x="295686" y="296278"/>
                </a:cubicBezTo>
                <a:close/>
              </a:path>
            </a:pathLst>
          </a:custGeom>
          <a:solidFill>
            <a:srgbClr val="B9B9B9"/>
          </a:solidFill>
          <a:ln w="5163" cap="flat">
            <a:noFill/>
            <a:prstDash val="solid"/>
            <a:miter/>
          </a:ln>
        </p:spPr>
        <p:txBody>
          <a:bodyPr/>
          <a:lstStyle/>
          <a:p>
            <a:endParaRPr lang="es-419" noProof="0" dirty="0"/>
          </a:p>
        </p:txBody>
      </p:sp>
      <p:sp>
        <p:nvSpPr>
          <p:cNvPr id="51" name="Forma libre: forma 50">
            <a:extLst>
              <a:ext uri="{FF2B5EF4-FFF2-40B4-BE49-F238E27FC236}">
                <a16:creationId xmlns:a16="http://schemas.microsoft.com/office/drawing/2014/main" id="{34864544-3CAC-7CC7-7CCA-6605A78226E6}"/>
              </a:ext>
            </a:extLst>
          </p:cNvPr>
          <p:cNvSpPr/>
          <p:nvPr/>
        </p:nvSpPr>
        <p:spPr>
          <a:xfrm>
            <a:off x="1257795" y="2071057"/>
            <a:ext cx="87522" cy="67430"/>
          </a:xfrm>
          <a:custGeom>
            <a:avLst/>
            <a:gdLst>
              <a:gd name="csX0" fmla="*/ 3976 w 87522"/>
              <a:gd name="csY0" fmla="*/ 62589 h 67430"/>
              <a:gd name="csX1" fmla="*/ 1611 w 87522"/>
              <a:gd name="csY1" fmla="*/ 35473 h 67430"/>
              <a:gd name="csX2" fmla="*/ 13354 w 87522"/>
              <a:gd name="csY2" fmla="*/ 26110 h 67430"/>
              <a:gd name="csX3" fmla="*/ 24928 w 87522"/>
              <a:gd name="csY3" fmla="*/ 17185 h 67430"/>
              <a:gd name="csX4" fmla="*/ 28816 w 87522"/>
              <a:gd name="csY4" fmla="*/ 13430 h 67430"/>
              <a:gd name="csX5" fmla="*/ 55396 w 87522"/>
              <a:gd name="csY5" fmla="*/ 696 h 67430"/>
              <a:gd name="csX6" fmla="*/ 76595 w 87522"/>
              <a:gd name="csY6" fmla="*/ 27413 h 67430"/>
              <a:gd name="csX7" fmla="*/ 81474 w 87522"/>
              <a:gd name="csY7" fmla="*/ 35237 h 67430"/>
              <a:gd name="csX8" fmla="*/ 81963 w 87522"/>
              <a:gd name="csY8" fmla="*/ 49346 h 67430"/>
              <a:gd name="csX9" fmla="*/ 69036 w 87522"/>
              <a:gd name="csY9" fmla="*/ 59608 h 67430"/>
              <a:gd name="csX10" fmla="*/ 36947 w 87522"/>
              <a:gd name="csY10" fmla="*/ 62618 h 67430"/>
              <a:gd name="csX11" fmla="*/ 17042 w 87522"/>
              <a:gd name="csY11" fmla="*/ 62345 h 67430"/>
              <a:gd name="csX12" fmla="*/ 3976 w 87522"/>
              <a:gd name="csY12" fmla="*/ 62589 h 67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7522" h="67430">
                <a:moveTo>
                  <a:pt x="3976" y="62589"/>
                </a:moveTo>
                <a:cubicBezTo>
                  <a:pt x="-42" y="58150"/>
                  <a:pt x="-1347" y="43182"/>
                  <a:pt x="1611" y="35473"/>
                </a:cubicBezTo>
                <a:cubicBezTo>
                  <a:pt x="2496" y="33167"/>
                  <a:pt x="7780" y="28954"/>
                  <a:pt x="13354" y="26110"/>
                </a:cubicBezTo>
                <a:cubicBezTo>
                  <a:pt x="18927" y="23267"/>
                  <a:pt x="24135" y="19251"/>
                  <a:pt x="24928" y="17185"/>
                </a:cubicBezTo>
                <a:cubicBezTo>
                  <a:pt x="25721" y="15120"/>
                  <a:pt x="27470" y="13430"/>
                  <a:pt x="28816" y="13430"/>
                </a:cubicBezTo>
                <a:cubicBezTo>
                  <a:pt x="32726" y="13430"/>
                  <a:pt x="53752" y="3357"/>
                  <a:pt x="55396" y="696"/>
                </a:cubicBezTo>
                <a:cubicBezTo>
                  <a:pt x="58624" y="-4526"/>
                  <a:pt x="78997" y="21152"/>
                  <a:pt x="76595" y="27413"/>
                </a:cubicBezTo>
                <a:cubicBezTo>
                  <a:pt x="75767" y="29569"/>
                  <a:pt x="77801" y="32831"/>
                  <a:pt x="81474" y="35237"/>
                </a:cubicBezTo>
                <a:cubicBezTo>
                  <a:pt x="89349" y="40396"/>
                  <a:pt x="89558" y="46431"/>
                  <a:pt x="81963" y="49346"/>
                </a:cubicBezTo>
                <a:cubicBezTo>
                  <a:pt x="78769" y="50572"/>
                  <a:pt x="72952" y="55190"/>
                  <a:pt x="69036" y="59608"/>
                </a:cubicBezTo>
                <a:cubicBezTo>
                  <a:pt x="60658" y="69060"/>
                  <a:pt x="52768" y="69801"/>
                  <a:pt x="36947" y="62618"/>
                </a:cubicBezTo>
                <a:cubicBezTo>
                  <a:pt x="26493" y="57872"/>
                  <a:pt x="25833" y="57863"/>
                  <a:pt x="17042" y="62345"/>
                </a:cubicBezTo>
                <a:cubicBezTo>
                  <a:pt x="8489" y="66705"/>
                  <a:pt x="7714" y="66720"/>
                  <a:pt x="3976" y="62589"/>
                </a:cubicBezTo>
                <a:close/>
              </a:path>
            </a:pathLst>
          </a:custGeom>
          <a:solidFill>
            <a:srgbClr val="B9B9B9"/>
          </a:solidFill>
          <a:ln w="5163" cap="flat">
            <a:noFill/>
            <a:prstDash val="solid"/>
            <a:miter/>
          </a:ln>
        </p:spPr>
        <p:txBody>
          <a:bodyPr/>
          <a:lstStyle/>
          <a:p>
            <a:endParaRPr lang="es-419" noProof="0" dirty="0"/>
          </a:p>
        </p:txBody>
      </p:sp>
      <p:sp>
        <p:nvSpPr>
          <p:cNvPr id="52" name="Forma libre: forma 51">
            <a:extLst>
              <a:ext uri="{FF2B5EF4-FFF2-40B4-BE49-F238E27FC236}">
                <a16:creationId xmlns:a16="http://schemas.microsoft.com/office/drawing/2014/main" id="{4F164586-1066-E00F-115B-F3048626A5E8}"/>
              </a:ext>
            </a:extLst>
          </p:cNvPr>
          <p:cNvSpPr/>
          <p:nvPr/>
        </p:nvSpPr>
        <p:spPr>
          <a:xfrm>
            <a:off x="1498388" y="1582666"/>
            <a:ext cx="245235" cy="503912"/>
          </a:xfrm>
          <a:custGeom>
            <a:avLst/>
            <a:gdLst>
              <a:gd name="csX0" fmla="*/ 181623 w 245235"/>
              <a:gd name="csY0" fmla="*/ 494203 h 503912"/>
              <a:gd name="csX1" fmla="*/ 158452 w 245235"/>
              <a:gd name="csY1" fmla="*/ 485687 h 503912"/>
              <a:gd name="csX2" fmla="*/ 148342 w 245235"/>
              <a:gd name="csY2" fmla="*/ 487770 h 503912"/>
              <a:gd name="csX3" fmla="*/ 119521 w 245235"/>
              <a:gd name="csY3" fmla="*/ 489801 h 503912"/>
              <a:gd name="csX4" fmla="*/ 87472 w 245235"/>
              <a:gd name="csY4" fmla="*/ 489620 h 503912"/>
              <a:gd name="csX5" fmla="*/ 73190 w 245235"/>
              <a:gd name="csY5" fmla="*/ 478988 h 503912"/>
              <a:gd name="csX6" fmla="*/ 52773 w 245235"/>
              <a:gd name="csY6" fmla="*/ 460575 h 503912"/>
              <a:gd name="csX7" fmla="*/ 49575 w 245235"/>
              <a:gd name="csY7" fmla="*/ 464677 h 503912"/>
              <a:gd name="csX8" fmla="*/ 47915 w 245235"/>
              <a:gd name="csY8" fmla="*/ 467591 h 503912"/>
              <a:gd name="csX9" fmla="*/ 13036 w 245235"/>
              <a:gd name="csY9" fmla="*/ 456319 h 503912"/>
              <a:gd name="csX10" fmla="*/ 12217 w 245235"/>
              <a:gd name="csY10" fmla="*/ 442447 h 503912"/>
              <a:gd name="csX11" fmla="*/ 16234 w 245235"/>
              <a:gd name="csY11" fmla="*/ 437376 h 503912"/>
              <a:gd name="csX12" fmla="*/ 3077 w 245235"/>
              <a:gd name="csY12" fmla="*/ 417673 h 503912"/>
              <a:gd name="csX13" fmla="*/ 0 w 245235"/>
              <a:gd name="csY13" fmla="*/ 409784 h 503912"/>
              <a:gd name="csX14" fmla="*/ 6196 w 245235"/>
              <a:gd name="csY14" fmla="*/ 402269 h 503912"/>
              <a:gd name="csX15" fmla="*/ 12532 w 245235"/>
              <a:gd name="csY15" fmla="*/ 401839 h 503912"/>
              <a:gd name="csX16" fmla="*/ 13332 w 245235"/>
              <a:gd name="csY16" fmla="*/ 389178 h 503912"/>
              <a:gd name="csX17" fmla="*/ 18583 w 245235"/>
              <a:gd name="csY17" fmla="*/ 371495 h 503912"/>
              <a:gd name="csX18" fmla="*/ 33934 w 245235"/>
              <a:gd name="csY18" fmla="*/ 366100 h 503912"/>
              <a:gd name="csX19" fmla="*/ 49768 w 245235"/>
              <a:gd name="csY19" fmla="*/ 361841 h 503912"/>
              <a:gd name="csX20" fmla="*/ 46692 w 245235"/>
              <a:gd name="csY20" fmla="*/ 337409 h 503912"/>
              <a:gd name="csX21" fmla="*/ 42031 w 245235"/>
              <a:gd name="csY21" fmla="*/ 321770 h 503912"/>
              <a:gd name="csX22" fmla="*/ 39524 w 245235"/>
              <a:gd name="csY22" fmla="*/ 295336 h 503912"/>
              <a:gd name="csX23" fmla="*/ 41858 w 245235"/>
              <a:gd name="csY23" fmla="*/ 287644 h 503912"/>
              <a:gd name="csX24" fmla="*/ 57042 w 245235"/>
              <a:gd name="csY24" fmla="*/ 277265 h 503912"/>
              <a:gd name="csX25" fmla="*/ 69737 w 245235"/>
              <a:gd name="csY25" fmla="*/ 269502 h 503912"/>
              <a:gd name="csX26" fmla="*/ 79509 w 245235"/>
              <a:gd name="csY26" fmla="*/ 253317 h 503912"/>
              <a:gd name="csX27" fmla="*/ 95370 w 245235"/>
              <a:gd name="csY27" fmla="*/ 241529 h 503912"/>
              <a:gd name="csX28" fmla="*/ 141543 w 245235"/>
              <a:gd name="csY28" fmla="*/ 207386 h 503912"/>
              <a:gd name="csX29" fmla="*/ 135987 w 245235"/>
              <a:gd name="csY29" fmla="*/ 199791 h 503912"/>
              <a:gd name="csX30" fmla="*/ 127900 w 245235"/>
              <a:gd name="csY30" fmla="*/ 166538 h 503912"/>
              <a:gd name="csX31" fmla="*/ 127266 w 245235"/>
              <a:gd name="csY31" fmla="*/ 150064 h 503912"/>
              <a:gd name="csX32" fmla="*/ 118230 w 245235"/>
              <a:gd name="csY32" fmla="*/ 149351 h 503912"/>
              <a:gd name="csX33" fmla="*/ 106311 w 245235"/>
              <a:gd name="csY33" fmla="*/ 151014 h 503912"/>
              <a:gd name="csX34" fmla="*/ 100187 w 245235"/>
              <a:gd name="csY34" fmla="*/ 149485 h 503912"/>
              <a:gd name="csX35" fmla="*/ 89795 w 245235"/>
              <a:gd name="csY35" fmla="*/ 145581 h 503912"/>
              <a:gd name="csX36" fmla="*/ 79509 w 245235"/>
              <a:gd name="csY36" fmla="*/ 132462 h 503912"/>
              <a:gd name="csX37" fmla="*/ 74746 w 245235"/>
              <a:gd name="csY37" fmla="*/ 127510 h 503912"/>
              <a:gd name="csX38" fmla="*/ 61439 w 245235"/>
              <a:gd name="csY38" fmla="*/ 106041 h 503912"/>
              <a:gd name="csX39" fmla="*/ 51376 w 245235"/>
              <a:gd name="csY39" fmla="*/ 92403 h 503912"/>
              <a:gd name="csX40" fmla="*/ 43631 w 245235"/>
              <a:gd name="csY40" fmla="*/ 82710 h 503912"/>
              <a:gd name="csX41" fmla="*/ 40756 w 245235"/>
              <a:gd name="csY41" fmla="*/ 70719 h 503912"/>
              <a:gd name="csX42" fmla="*/ 37174 w 245235"/>
              <a:gd name="csY42" fmla="*/ 60642 h 503912"/>
              <a:gd name="csX43" fmla="*/ 23391 w 245235"/>
              <a:gd name="csY43" fmla="*/ 17685 h 503912"/>
              <a:gd name="csX44" fmla="*/ 16983 w 245235"/>
              <a:gd name="csY44" fmla="*/ 12409 h 503912"/>
              <a:gd name="csX45" fmla="*/ 27512 w 245235"/>
              <a:gd name="csY45" fmla="*/ 5441 h 503912"/>
              <a:gd name="csX46" fmla="*/ 44577 w 245235"/>
              <a:gd name="csY46" fmla="*/ 1452 h 503912"/>
              <a:gd name="csX47" fmla="*/ 51418 w 245235"/>
              <a:gd name="csY47" fmla="*/ 21016 h 503912"/>
              <a:gd name="csX48" fmla="*/ 53995 w 245235"/>
              <a:gd name="csY48" fmla="*/ 32559 h 503912"/>
              <a:gd name="csX49" fmla="*/ 56749 w 245235"/>
              <a:gd name="csY49" fmla="*/ 46824 h 503912"/>
              <a:gd name="csX50" fmla="*/ 61515 w 245235"/>
              <a:gd name="csY50" fmla="*/ 64401 h 503912"/>
              <a:gd name="csX51" fmla="*/ 66783 w 245235"/>
              <a:gd name="csY51" fmla="*/ 80478 h 503912"/>
              <a:gd name="csX52" fmla="*/ 69183 w 245235"/>
              <a:gd name="csY52" fmla="*/ 82335 h 503912"/>
              <a:gd name="csX53" fmla="*/ 72797 w 245235"/>
              <a:gd name="csY53" fmla="*/ 89434 h 503912"/>
              <a:gd name="csX54" fmla="*/ 77368 w 245235"/>
              <a:gd name="csY54" fmla="*/ 95891 h 503912"/>
              <a:gd name="csX55" fmla="*/ 83382 w 245235"/>
              <a:gd name="csY55" fmla="*/ 106862 h 503912"/>
              <a:gd name="csX56" fmla="*/ 91209 w 245235"/>
              <a:gd name="csY56" fmla="*/ 114603 h 503912"/>
              <a:gd name="csX57" fmla="*/ 115649 w 245235"/>
              <a:gd name="csY57" fmla="*/ 125394 h 503912"/>
              <a:gd name="csX58" fmla="*/ 132428 w 245235"/>
              <a:gd name="csY58" fmla="*/ 131624 h 503912"/>
              <a:gd name="csX59" fmla="*/ 150553 w 245235"/>
              <a:gd name="csY59" fmla="*/ 139348 h 503912"/>
              <a:gd name="csX60" fmla="*/ 176368 w 245235"/>
              <a:gd name="csY60" fmla="*/ 146927 h 503912"/>
              <a:gd name="csX61" fmla="*/ 211382 w 245235"/>
              <a:gd name="csY61" fmla="*/ 156343 h 503912"/>
              <a:gd name="csX62" fmla="*/ 230401 w 245235"/>
              <a:gd name="csY62" fmla="*/ 161456 h 503912"/>
              <a:gd name="csX63" fmla="*/ 244475 w 245235"/>
              <a:gd name="csY63" fmla="*/ 154799 h 503912"/>
              <a:gd name="csX64" fmla="*/ 229656 w 245235"/>
              <a:gd name="csY64" fmla="*/ 212698 h 503912"/>
              <a:gd name="csX65" fmla="*/ 216833 w 245235"/>
              <a:gd name="csY65" fmla="*/ 242385 h 503912"/>
              <a:gd name="csX66" fmla="*/ 205960 w 245235"/>
              <a:gd name="csY66" fmla="*/ 288674 h 503912"/>
              <a:gd name="csX67" fmla="*/ 203418 w 245235"/>
              <a:gd name="csY67" fmla="*/ 300468 h 503912"/>
              <a:gd name="csX68" fmla="*/ 200956 w 245235"/>
              <a:gd name="csY68" fmla="*/ 300468 h 503912"/>
              <a:gd name="csX69" fmla="*/ 214917 w 245235"/>
              <a:gd name="csY69" fmla="*/ 237240 h 503912"/>
              <a:gd name="csX70" fmla="*/ 224070 w 245235"/>
              <a:gd name="csY70" fmla="*/ 211401 h 503912"/>
              <a:gd name="csX71" fmla="*/ 218637 w 245235"/>
              <a:gd name="csY71" fmla="*/ 205384 h 503912"/>
              <a:gd name="csX72" fmla="*/ 214956 w 245235"/>
              <a:gd name="csY72" fmla="*/ 204826 h 503912"/>
              <a:gd name="csX73" fmla="*/ 214905 w 245235"/>
              <a:gd name="csY73" fmla="*/ 215873 h 503912"/>
              <a:gd name="csX74" fmla="*/ 213101 w 245235"/>
              <a:gd name="csY74" fmla="*/ 224084 h 503912"/>
              <a:gd name="csX75" fmla="*/ 208491 w 245235"/>
              <a:gd name="csY75" fmla="*/ 218391 h 503912"/>
              <a:gd name="csX76" fmla="*/ 197466 w 245235"/>
              <a:gd name="csY76" fmla="*/ 218019 h 503912"/>
              <a:gd name="csX77" fmla="*/ 199747 w 245235"/>
              <a:gd name="csY77" fmla="*/ 224749 h 503912"/>
              <a:gd name="csX78" fmla="*/ 203418 w 245235"/>
              <a:gd name="csY78" fmla="*/ 228616 h 503912"/>
              <a:gd name="csX79" fmla="*/ 201015 w 245235"/>
              <a:gd name="csY79" fmla="*/ 229588 h 503912"/>
              <a:gd name="csX80" fmla="*/ 196991 w 245235"/>
              <a:gd name="csY80" fmla="*/ 230726 h 503912"/>
              <a:gd name="csX81" fmla="*/ 198308 w 245235"/>
              <a:gd name="csY81" fmla="*/ 233350 h 503912"/>
              <a:gd name="csX82" fmla="*/ 199523 w 245235"/>
              <a:gd name="csY82" fmla="*/ 241200 h 503912"/>
              <a:gd name="csX83" fmla="*/ 200899 w 245235"/>
              <a:gd name="csY83" fmla="*/ 252786 h 503912"/>
              <a:gd name="csX84" fmla="*/ 200228 w 245235"/>
              <a:gd name="csY84" fmla="*/ 257969 h 503912"/>
              <a:gd name="csX85" fmla="*/ 197509 w 245235"/>
              <a:gd name="csY85" fmla="*/ 272843 h 503912"/>
              <a:gd name="csX86" fmla="*/ 194340 w 245235"/>
              <a:gd name="csY86" fmla="*/ 281107 h 503912"/>
              <a:gd name="csX87" fmla="*/ 191370 w 245235"/>
              <a:gd name="csY87" fmla="*/ 292273 h 503912"/>
              <a:gd name="csX88" fmla="*/ 195674 w 245235"/>
              <a:gd name="csY88" fmla="*/ 307167 h 503912"/>
              <a:gd name="csX89" fmla="*/ 199681 w 245235"/>
              <a:gd name="csY89" fmla="*/ 306687 h 503912"/>
              <a:gd name="csX90" fmla="*/ 200986 w 245235"/>
              <a:gd name="csY90" fmla="*/ 320424 h 503912"/>
              <a:gd name="csX91" fmla="*/ 197882 w 245235"/>
              <a:gd name="csY91" fmla="*/ 340480 h 503912"/>
              <a:gd name="csX92" fmla="*/ 197480 w 245235"/>
              <a:gd name="csY92" fmla="*/ 350806 h 503912"/>
              <a:gd name="csX93" fmla="*/ 195674 w 245235"/>
              <a:gd name="csY93" fmla="*/ 339189 h 503912"/>
              <a:gd name="csX94" fmla="*/ 193480 w 245235"/>
              <a:gd name="csY94" fmla="*/ 360201 h 503912"/>
              <a:gd name="csX95" fmla="*/ 197184 w 245235"/>
              <a:gd name="csY95" fmla="*/ 414396 h 503912"/>
              <a:gd name="csX96" fmla="*/ 198086 w 245235"/>
              <a:gd name="csY96" fmla="*/ 450991 h 503912"/>
              <a:gd name="csX97" fmla="*/ 192986 w 245235"/>
              <a:gd name="csY97" fmla="*/ 462927 h 503912"/>
              <a:gd name="csX98" fmla="*/ 186260 w 245235"/>
              <a:gd name="csY98" fmla="*/ 476652 h 503912"/>
              <a:gd name="csX99" fmla="*/ 187756 w 245235"/>
              <a:gd name="csY99" fmla="*/ 481169 h 503912"/>
              <a:gd name="csX100" fmla="*/ 190891 w 245235"/>
              <a:gd name="csY100" fmla="*/ 476652 h 503912"/>
              <a:gd name="csX101" fmla="*/ 193026 w 245235"/>
              <a:gd name="csY101" fmla="*/ 487623 h 503912"/>
              <a:gd name="csX102" fmla="*/ 194241 w 245235"/>
              <a:gd name="csY102" fmla="*/ 503884 h 503912"/>
              <a:gd name="csX103" fmla="*/ 181623 w 245235"/>
              <a:gd name="csY103" fmla="*/ 494203 h 5039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Lst>
            <a:rect l="l" t="t" r="r" b="b"/>
            <a:pathLst>
              <a:path w="245235" h="503912">
                <a:moveTo>
                  <a:pt x="181623" y="494203"/>
                </a:moveTo>
                <a:cubicBezTo>
                  <a:pt x="170080" y="484213"/>
                  <a:pt x="162664" y="481487"/>
                  <a:pt x="158452" y="485687"/>
                </a:cubicBezTo>
                <a:cubicBezTo>
                  <a:pt x="157384" y="486752"/>
                  <a:pt x="152834" y="487689"/>
                  <a:pt x="148342" y="487770"/>
                </a:cubicBezTo>
                <a:cubicBezTo>
                  <a:pt x="143849" y="487851"/>
                  <a:pt x="130880" y="488765"/>
                  <a:pt x="119521" y="489801"/>
                </a:cubicBezTo>
                <a:cubicBezTo>
                  <a:pt x="108163" y="490837"/>
                  <a:pt x="93741" y="490755"/>
                  <a:pt x="87472" y="489620"/>
                </a:cubicBezTo>
                <a:cubicBezTo>
                  <a:pt x="77605" y="487832"/>
                  <a:pt x="75687" y="486404"/>
                  <a:pt x="73190" y="478988"/>
                </a:cubicBezTo>
                <a:cubicBezTo>
                  <a:pt x="70001" y="469517"/>
                  <a:pt x="60184" y="460664"/>
                  <a:pt x="52773" y="460575"/>
                </a:cubicBezTo>
                <a:cubicBezTo>
                  <a:pt x="49415" y="460535"/>
                  <a:pt x="48457" y="461764"/>
                  <a:pt x="49575" y="464677"/>
                </a:cubicBezTo>
                <a:cubicBezTo>
                  <a:pt x="50616" y="467390"/>
                  <a:pt x="50039" y="468403"/>
                  <a:pt x="47915" y="467591"/>
                </a:cubicBezTo>
                <a:cubicBezTo>
                  <a:pt x="43178" y="465778"/>
                  <a:pt x="16822" y="457260"/>
                  <a:pt x="13036" y="456319"/>
                </a:cubicBezTo>
                <a:cubicBezTo>
                  <a:pt x="9334" y="455399"/>
                  <a:pt x="8569" y="442447"/>
                  <a:pt x="12217" y="442447"/>
                </a:cubicBezTo>
                <a:cubicBezTo>
                  <a:pt x="13541" y="442447"/>
                  <a:pt x="15349" y="440165"/>
                  <a:pt x="16234" y="437376"/>
                </a:cubicBezTo>
                <a:cubicBezTo>
                  <a:pt x="18137" y="431382"/>
                  <a:pt x="7778" y="415870"/>
                  <a:pt x="3077" y="417673"/>
                </a:cubicBezTo>
                <a:cubicBezTo>
                  <a:pt x="1055" y="418449"/>
                  <a:pt x="0" y="415744"/>
                  <a:pt x="0" y="409784"/>
                </a:cubicBezTo>
                <a:cubicBezTo>
                  <a:pt x="0" y="401499"/>
                  <a:pt x="536" y="400849"/>
                  <a:pt x="6196" y="402269"/>
                </a:cubicBezTo>
                <a:cubicBezTo>
                  <a:pt x="9603" y="403124"/>
                  <a:pt x="12454" y="402931"/>
                  <a:pt x="12532" y="401839"/>
                </a:cubicBezTo>
                <a:cubicBezTo>
                  <a:pt x="12609" y="400747"/>
                  <a:pt x="12969" y="395050"/>
                  <a:pt x="13332" y="389178"/>
                </a:cubicBezTo>
                <a:cubicBezTo>
                  <a:pt x="13694" y="383307"/>
                  <a:pt x="16057" y="375349"/>
                  <a:pt x="18583" y="371495"/>
                </a:cubicBezTo>
                <a:cubicBezTo>
                  <a:pt x="22726" y="365172"/>
                  <a:pt x="24227" y="364644"/>
                  <a:pt x="33934" y="366100"/>
                </a:cubicBezTo>
                <a:cubicBezTo>
                  <a:pt x="43066" y="367469"/>
                  <a:pt x="45460" y="366825"/>
                  <a:pt x="49768" y="361841"/>
                </a:cubicBezTo>
                <a:cubicBezTo>
                  <a:pt x="55970" y="354665"/>
                  <a:pt x="55203" y="348567"/>
                  <a:pt x="46692" y="337409"/>
                </a:cubicBezTo>
                <a:cubicBezTo>
                  <a:pt x="41680" y="330837"/>
                  <a:pt x="40608" y="327241"/>
                  <a:pt x="42031" y="321770"/>
                </a:cubicBezTo>
                <a:cubicBezTo>
                  <a:pt x="45168" y="309711"/>
                  <a:pt x="44306" y="300620"/>
                  <a:pt x="39524" y="295336"/>
                </a:cubicBezTo>
                <a:cubicBezTo>
                  <a:pt x="35095" y="290442"/>
                  <a:pt x="35173" y="290185"/>
                  <a:pt x="41858" y="287644"/>
                </a:cubicBezTo>
                <a:cubicBezTo>
                  <a:pt x="45661" y="286198"/>
                  <a:pt x="52494" y="281527"/>
                  <a:pt x="57042" y="277265"/>
                </a:cubicBezTo>
                <a:cubicBezTo>
                  <a:pt x="61590" y="273002"/>
                  <a:pt x="67303" y="269509"/>
                  <a:pt x="69737" y="269502"/>
                </a:cubicBezTo>
                <a:cubicBezTo>
                  <a:pt x="74976" y="269488"/>
                  <a:pt x="79509" y="261980"/>
                  <a:pt x="79509" y="253317"/>
                </a:cubicBezTo>
                <a:cubicBezTo>
                  <a:pt x="79509" y="246749"/>
                  <a:pt x="88587" y="240002"/>
                  <a:pt x="95370" y="241529"/>
                </a:cubicBezTo>
                <a:cubicBezTo>
                  <a:pt x="99614" y="242485"/>
                  <a:pt x="137917" y="214161"/>
                  <a:pt x="141543" y="207386"/>
                </a:cubicBezTo>
                <a:cubicBezTo>
                  <a:pt x="144262" y="202307"/>
                  <a:pt x="142422" y="199791"/>
                  <a:pt x="135987" y="199791"/>
                </a:cubicBezTo>
                <a:cubicBezTo>
                  <a:pt x="130714" y="199791"/>
                  <a:pt x="128893" y="192306"/>
                  <a:pt x="127900" y="166538"/>
                </a:cubicBezTo>
                <a:lnTo>
                  <a:pt x="127266" y="150064"/>
                </a:lnTo>
                <a:lnTo>
                  <a:pt x="118230" y="149351"/>
                </a:lnTo>
                <a:cubicBezTo>
                  <a:pt x="113261" y="148959"/>
                  <a:pt x="107898" y="149707"/>
                  <a:pt x="106311" y="151014"/>
                </a:cubicBezTo>
                <a:cubicBezTo>
                  <a:pt x="104470" y="152530"/>
                  <a:pt x="102255" y="151977"/>
                  <a:pt x="100187" y="149485"/>
                </a:cubicBezTo>
                <a:cubicBezTo>
                  <a:pt x="98405" y="147337"/>
                  <a:pt x="93728" y="145581"/>
                  <a:pt x="89795" y="145581"/>
                </a:cubicBezTo>
                <a:cubicBezTo>
                  <a:pt x="82532" y="145581"/>
                  <a:pt x="79509" y="141725"/>
                  <a:pt x="79509" y="132462"/>
                </a:cubicBezTo>
                <a:cubicBezTo>
                  <a:pt x="79509" y="129370"/>
                  <a:pt x="77720" y="127510"/>
                  <a:pt x="74746" y="127510"/>
                </a:cubicBezTo>
                <a:cubicBezTo>
                  <a:pt x="66661" y="127510"/>
                  <a:pt x="61439" y="119085"/>
                  <a:pt x="61439" y="106041"/>
                </a:cubicBezTo>
                <a:cubicBezTo>
                  <a:pt x="61439" y="94056"/>
                  <a:pt x="61402" y="94007"/>
                  <a:pt x="51376" y="92403"/>
                </a:cubicBezTo>
                <a:cubicBezTo>
                  <a:pt x="41507" y="90825"/>
                  <a:pt x="41357" y="90638"/>
                  <a:pt x="43631" y="82710"/>
                </a:cubicBezTo>
                <a:cubicBezTo>
                  <a:pt x="46841" y="71517"/>
                  <a:pt x="46650" y="70719"/>
                  <a:pt x="40756" y="70719"/>
                </a:cubicBezTo>
                <a:cubicBezTo>
                  <a:pt x="36165" y="70719"/>
                  <a:pt x="35750" y="69551"/>
                  <a:pt x="37174" y="60642"/>
                </a:cubicBezTo>
                <a:cubicBezTo>
                  <a:pt x="39267" y="47555"/>
                  <a:pt x="31942" y="24727"/>
                  <a:pt x="23391" y="17685"/>
                </a:cubicBezTo>
                <a:lnTo>
                  <a:pt x="16983" y="12409"/>
                </a:lnTo>
                <a:lnTo>
                  <a:pt x="27512" y="5441"/>
                </a:lnTo>
                <a:cubicBezTo>
                  <a:pt x="36589" y="-566"/>
                  <a:pt x="38942" y="-1116"/>
                  <a:pt x="44577" y="1452"/>
                </a:cubicBezTo>
                <a:cubicBezTo>
                  <a:pt x="50920" y="4342"/>
                  <a:pt x="52469" y="8771"/>
                  <a:pt x="51418" y="21016"/>
                </a:cubicBezTo>
                <a:cubicBezTo>
                  <a:pt x="51144" y="24205"/>
                  <a:pt x="52304" y="29399"/>
                  <a:pt x="53995" y="32559"/>
                </a:cubicBezTo>
                <a:cubicBezTo>
                  <a:pt x="55686" y="35718"/>
                  <a:pt x="56925" y="42138"/>
                  <a:pt x="56749" y="46824"/>
                </a:cubicBezTo>
                <a:cubicBezTo>
                  <a:pt x="56573" y="51511"/>
                  <a:pt x="58717" y="59420"/>
                  <a:pt x="61515" y="64401"/>
                </a:cubicBezTo>
                <a:cubicBezTo>
                  <a:pt x="64313" y="69382"/>
                  <a:pt x="66683" y="76616"/>
                  <a:pt x="66783" y="80478"/>
                </a:cubicBezTo>
                <a:cubicBezTo>
                  <a:pt x="66944" y="86723"/>
                  <a:pt x="67209" y="86928"/>
                  <a:pt x="69183" y="82335"/>
                </a:cubicBezTo>
                <a:cubicBezTo>
                  <a:pt x="71476" y="76999"/>
                  <a:pt x="71863" y="77758"/>
                  <a:pt x="72797" y="89434"/>
                </a:cubicBezTo>
                <a:cubicBezTo>
                  <a:pt x="72939" y="91209"/>
                  <a:pt x="74996" y="94114"/>
                  <a:pt x="77368" y="95891"/>
                </a:cubicBezTo>
                <a:cubicBezTo>
                  <a:pt x="79740" y="97667"/>
                  <a:pt x="82447" y="102604"/>
                  <a:pt x="83382" y="106862"/>
                </a:cubicBezTo>
                <a:cubicBezTo>
                  <a:pt x="84688" y="112811"/>
                  <a:pt x="86501" y="114603"/>
                  <a:pt x="91209" y="114603"/>
                </a:cubicBezTo>
                <a:cubicBezTo>
                  <a:pt x="99379" y="114603"/>
                  <a:pt x="110872" y="119677"/>
                  <a:pt x="115649" y="125394"/>
                </a:cubicBezTo>
                <a:cubicBezTo>
                  <a:pt x="117952" y="128149"/>
                  <a:pt x="124752" y="130674"/>
                  <a:pt x="132428" y="131624"/>
                </a:cubicBezTo>
                <a:cubicBezTo>
                  <a:pt x="141521" y="132750"/>
                  <a:pt x="146878" y="135032"/>
                  <a:pt x="150553" y="139348"/>
                </a:cubicBezTo>
                <a:cubicBezTo>
                  <a:pt x="154982" y="144548"/>
                  <a:pt x="158885" y="145694"/>
                  <a:pt x="176368" y="146927"/>
                </a:cubicBezTo>
                <a:cubicBezTo>
                  <a:pt x="205380" y="148973"/>
                  <a:pt x="204499" y="148736"/>
                  <a:pt x="211382" y="156343"/>
                </a:cubicBezTo>
                <a:cubicBezTo>
                  <a:pt x="219859" y="165712"/>
                  <a:pt x="228327" y="167989"/>
                  <a:pt x="230401" y="161456"/>
                </a:cubicBezTo>
                <a:cubicBezTo>
                  <a:pt x="231901" y="156729"/>
                  <a:pt x="241748" y="152072"/>
                  <a:pt x="244475" y="154799"/>
                </a:cubicBezTo>
                <a:cubicBezTo>
                  <a:pt x="248005" y="158329"/>
                  <a:pt x="238595" y="195092"/>
                  <a:pt x="229656" y="212698"/>
                </a:cubicBezTo>
                <a:cubicBezTo>
                  <a:pt x="224250" y="223347"/>
                  <a:pt x="218479" y="236706"/>
                  <a:pt x="216833" y="242385"/>
                </a:cubicBezTo>
                <a:cubicBezTo>
                  <a:pt x="208092" y="272545"/>
                  <a:pt x="205996" y="281464"/>
                  <a:pt x="205960" y="288674"/>
                </a:cubicBezTo>
                <a:cubicBezTo>
                  <a:pt x="205939" y="293031"/>
                  <a:pt x="204795" y="298338"/>
                  <a:pt x="203418" y="300468"/>
                </a:cubicBezTo>
                <a:cubicBezTo>
                  <a:pt x="201194" y="303910"/>
                  <a:pt x="200920" y="303910"/>
                  <a:pt x="200956" y="300468"/>
                </a:cubicBezTo>
                <a:cubicBezTo>
                  <a:pt x="201123" y="284393"/>
                  <a:pt x="207229" y="256741"/>
                  <a:pt x="214917" y="237240"/>
                </a:cubicBezTo>
                <a:cubicBezTo>
                  <a:pt x="219951" y="224471"/>
                  <a:pt x="224070" y="212844"/>
                  <a:pt x="224070" y="211401"/>
                </a:cubicBezTo>
                <a:cubicBezTo>
                  <a:pt x="224070" y="209958"/>
                  <a:pt x="221625" y="207250"/>
                  <a:pt x="218637" y="205384"/>
                </a:cubicBezTo>
                <a:cubicBezTo>
                  <a:pt x="215583" y="203477"/>
                  <a:pt x="213971" y="203233"/>
                  <a:pt x="214956" y="204826"/>
                </a:cubicBezTo>
                <a:cubicBezTo>
                  <a:pt x="215920" y="206386"/>
                  <a:pt x="215897" y="211356"/>
                  <a:pt x="214905" y="215873"/>
                </a:cubicBezTo>
                <a:lnTo>
                  <a:pt x="213101" y="224084"/>
                </a:lnTo>
                <a:lnTo>
                  <a:pt x="208491" y="218391"/>
                </a:lnTo>
                <a:cubicBezTo>
                  <a:pt x="202731" y="211277"/>
                  <a:pt x="199260" y="211160"/>
                  <a:pt x="197466" y="218019"/>
                </a:cubicBezTo>
                <a:cubicBezTo>
                  <a:pt x="196615" y="221276"/>
                  <a:pt x="197499" y="223887"/>
                  <a:pt x="199747" y="224749"/>
                </a:cubicBezTo>
                <a:cubicBezTo>
                  <a:pt x="201766" y="225524"/>
                  <a:pt x="203418" y="227264"/>
                  <a:pt x="203418" y="228616"/>
                </a:cubicBezTo>
                <a:cubicBezTo>
                  <a:pt x="203418" y="229967"/>
                  <a:pt x="202337" y="230405"/>
                  <a:pt x="201015" y="229588"/>
                </a:cubicBezTo>
                <a:cubicBezTo>
                  <a:pt x="199694" y="228771"/>
                  <a:pt x="197882" y="229283"/>
                  <a:pt x="196991" y="230726"/>
                </a:cubicBezTo>
                <a:cubicBezTo>
                  <a:pt x="196099" y="232169"/>
                  <a:pt x="196692" y="233350"/>
                  <a:pt x="198308" y="233350"/>
                </a:cubicBezTo>
                <a:cubicBezTo>
                  <a:pt x="200240" y="233350"/>
                  <a:pt x="200656" y="236041"/>
                  <a:pt x="199523" y="241200"/>
                </a:cubicBezTo>
                <a:cubicBezTo>
                  <a:pt x="198474" y="245978"/>
                  <a:pt x="199012" y="250512"/>
                  <a:pt x="200899" y="252786"/>
                </a:cubicBezTo>
                <a:cubicBezTo>
                  <a:pt x="203352" y="255741"/>
                  <a:pt x="203212" y="256824"/>
                  <a:pt x="200228" y="257969"/>
                </a:cubicBezTo>
                <a:cubicBezTo>
                  <a:pt x="197388" y="259059"/>
                  <a:pt x="196716" y="262734"/>
                  <a:pt x="197509" y="272843"/>
                </a:cubicBezTo>
                <a:cubicBezTo>
                  <a:pt x="198508" y="285590"/>
                  <a:pt x="198348" y="286008"/>
                  <a:pt x="194340" y="281107"/>
                </a:cubicBezTo>
                <a:cubicBezTo>
                  <a:pt x="190355" y="276233"/>
                  <a:pt x="190188" y="276860"/>
                  <a:pt x="191370" y="292273"/>
                </a:cubicBezTo>
                <a:cubicBezTo>
                  <a:pt x="192505" y="307076"/>
                  <a:pt x="195674" y="318043"/>
                  <a:pt x="195674" y="307167"/>
                </a:cubicBezTo>
                <a:cubicBezTo>
                  <a:pt x="195674" y="303112"/>
                  <a:pt x="196059" y="303066"/>
                  <a:pt x="199681" y="306687"/>
                </a:cubicBezTo>
                <a:cubicBezTo>
                  <a:pt x="202942" y="309948"/>
                  <a:pt x="203185" y="312507"/>
                  <a:pt x="200986" y="320424"/>
                </a:cubicBezTo>
                <a:cubicBezTo>
                  <a:pt x="199500" y="325776"/>
                  <a:pt x="198103" y="334801"/>
                  <a:pt x="197882" y="340480"/>
                </a:cubicBezTo>
                <a:lnTo>
                  <a:pt x="197480" y="350806"/>
                </a:lnTo>
                <a:lnTo>
                  <a:pt x="195674" y="339189"/>
                </a:lnTo>
                <a:cubicBezTo>
                  <a:pt x="194403" y="331014"/>
                  <a:pt x="193753" y="337239"/>
                  <a:pt x="193480" y="360201"/>
                </a:cubicBezTo>
                <a:cubicBezTo>
                  <a:pt x="193236" y="380786"/>
                  <a:pt x="194603" y="400790"/>
                  <a:pt x="197184" y="414396"/>
                </a:cubicBezTo>
                <a:cubicBezTo>
                  <a:pt x="200612" y="432468"/>
                  <a:pt x="200758" y="438399"/>
                  <a:pt x="198086" y="450991"/>
                </a:cubicBezTo>
                <a:cubicBezTo>
                  <a:pt x="196258" y="459605"/>
                  <a:pt x="194082" y="464699"/>
                  <a:pt x="192986" y="462927"/>
                </a:cubicBezTo>
                <a:cubicBezTo>
                  <a:pt x="191158" y="459970"/>
                  <a:pt x="190587" y="461135"/>
                  <a:pt x="186260" y="476652"/>
                </a:cubicBezTo>
                <a:cubicBezTo>
                  <a:pt x="185567" y="479136"/>
                  <a:pt x="186240" y="481169"/>
                  <a:pt x="187756" y="481169"/>
                </a:cubicBezTo>
                <a:cubicBezTo>
                  <a:pt x="189271" y="481169"/>
                  <a:pt x="190682" y="479136"/>
                  <a:pt x="190891" y="476652"/>
                </a:cubicBezTo>
                <a:cubicBezTo>
                  <a:pt x="191099" y="474167"/>
                  <a:pt x="192060" y="479104"/>
                  <a:pt x="193026" y="487623"/>
                </a:cubicBezTo>
                <a:cubicBezTo>
                  <a:pt x="193992" y="496142"/>
                  <a:pt x="194538" y="503459"/>
                  <a:pt x="194241" y="503884"/>
                </a:cubicBezTo>
                <a:cubicBezTo>
                  <a:pt x="193943" y="504308"/>
                  <a:pt x="188265" y="499952"/>
                  <a:pt x="181623" y="494203"/>
                </a:cubicBezTo>
                <a:close/>
              </a:path>
            </a:pathLst>
          </a:custGeom>
          <a:solidFill>
            <a:srgbClr val="B9B9B9"/>
          </a:solidFill>
          <a:ln w="5163" cap="flat">
            <a:noFill/>
            <a:prstDash val="solid"/>
            <a:miter/>
          </a:ln>
        </p:spPr>
        <p:txBody>
          <a:bodyPr/>
          <a:lstStyle/>
          <a:p>
            <a:endParaRPr lang="es-419" noProof="0" dirty="0"/>
          </a:p>
        </p:txBody>
      </p:sp>
      <p:sp>
        <p:nvSpPr>
          <p:cNvPr id="53" name="Forma libre: forma 52">
            <a:extLst>
              <a:ext uri="{FF2B5EF4-FFF2-40B4-BE49-F238E27FC236}">
                <a16:creationId xmlns:a16="http://schemas.microsoft.com/office/drawing/2014/main" id="{DFFF1EC4-6D8A-3F14-52C4-A93D0515BDB7}"/>
              </a:ext>
            </a:extLst>
          </p:cNvPr>
          <p:cNvSpPr/>
          <p:nvPr/>
        </p:nvSpPr>
        <p:spPr>
          <a:xfrm>
            <a:off x="920115" y="1646957"/>
            <a:ext cx="379561" cy="415583"/>
          </a:xfrm>
          <a:custGeom>
            <a:avLst/>
            <a:gdLst>
              <a:gd name="csX0" fmla="*/ 203090 w 379561"/>
              <a:gd name="csY0" fmla="*/ 414284 h 415583"/>
              <a:gd name="csX1" fmla="*/ 197077 w 379561"/>
              <a:gd name="csY1" fmla="*/ 404675 h 415583"/>
              <a:gd name="csX2" fmla="*/ 192271 w 379561"/>
              <a:gd name="csY2" fmla="*/ 395646 h 415583"/>
              <a:gd name="csX3" fmla="*/ 171007 w 379561"/>
              <a:gd name="csY3" fmla="*/ 397866 h 415583"/>
              <a:gd name="csX4" fmla="*/ 166946 w 379561"/>
              <a:gd name="csY4" fmla="*/ 392738 h 415583"/>
              <a:gd name="csX5" fmla="*/ 171214 w 379561"/>
              <a:gd name="csY5" fmla="*/ 375323 h 415583"/>
              <a:gd name="csX6" fmla="*/ 168526 w 379561"/>
              <a:gd name="csY6" fmla="*/ 359903 h 415583"/>
              <a:gd name="csX7" fmla="*/ 135682 w 379561"/>
              <a:gd name="csY7" fmla="*/ 348579 h 415583"/>
              <a:gd name="csX8" fmla="*/ 130456 w 379561"/>
              <a:gd name="csY8" fmla="*/ 344743 h 415583"/>
              <a:gd name="csX9" fmla="*/ 123707 w 379561"/>
              <a:gd name="csY9" fmla="*/ 339434 h 415583"/>
              <a:gd name="csX10" fmla="*/ 111898 w 379561"/>
              <a:gd name="csY10" fmla="*/ 326710 h 415583"/>
              <a:gd name="csX11" fmla="*/ 102819 w 379561"/>
              <a:gd name="csY11" fmla="*/ 312359 h 415583"/>
              <a:gd name="csX12" fmla="*/ 100189 w 379561"/>
              <a:gd name="csY12" fmla="*/ 303716 h 415583"/>
              <a:gd name="csX13" fmla="*/ 96495 w 379561"/>
              <a:gd name="csY13" fmla="*/ 291424 h 415583"/>
              <a:gd name="csX14" fmla="*/ 91114 w 379561"/>
              <a:gd name="csY14" fmla="*/ 269668 h 415583"/>
              <a:gd name="csX15" fmla="*/ 73368 w 379561"/>
              <a:gd name="csY15" fmla="*/ 228658 h 415583"/>
              <a:gd name="csX16" fmla="*/ 56149 w 379561"/>
              <a:gd name="csY16" fmla="*/ 225592 h 415583"/>
              <a:gd name="csX17" fmla="*/ 38234 w 379561"/>
              <a:gd name="csY17" fmla="*/ 218995 h 415583"/>
              <a:gd name="csX18" fmla="*/ 14702 w 379561"/>
              <a:gd name="csY18" fmla="*/ 179229 h 415583"/>
              <a:gd name="csX19" fmla="*/ 4675 w 379561"/>
              <a:gd name="csY19" fmla="*/ 165798 h 415583"/>
              <a:gd name="csX20" fmla="*/ 1771 w 379561"/>
              <a:gd name="csY20" fmla="*/ 155184 h 415583"/>
              <a:gd name="csX21" fmla="*/ 712 w 379561"/>
              <a:gd name="csY21" fmla="*/ 126667 h 415583"/>
              <a:gd name="csX22" fmla="*/ 2557 w 379561"/>
              <a:gd name="csY22" fmla="*/ 104522 h 415583"/>
              <a:gd name="csX23" fmla="*/ 16402 w 379561"/>
              <a:gd name="csY23" fmla="*/ 104522 h 415583"/>
              <a:gd name="csX24" fmla="*/ 46584 w 379561"/>
              <a:gd name="csY24" fmla="*/ 95540 h 415583"/>
              <a:gd name="csX25" fmla="*/ 48520 w 379561"/>
              <a:gd name="csY25" fmla="*/ 81044 h 415583"/>
              <a:gd name="csX26" fmla="*/ 53693 w 379561"/>
              <a:gd name="csY26" fmla="*/ 64536 h 415583"/>
              <a:gd name="csX27" fmla="*/ 57236 w 379561"/>
              <a:gd name="csY27" fmla="*/ 49938 h 415583"/>
              <a:gd name="csX28" fmla="*/ 61307 w 379561"/>
              <a:gd name="csY28" fmla="*/ 39986 h 415583"/>
              <a:gd name="csX29" fmla="*/ 72238 w 379561"/>
              <a:gd name="csY29" fmla="*/ 37166 h 415583"/>
              <a:gd name="csX30" fmla="*/ 75921 w 379561"/>
              <a:gd name="csY30" fmla="*/ 26420 h 415583"/>
              <a:gd name="csX31" fmla="*/ 86217 w 379561"/>
              <a:gd name="csY31" fmla="*/ 9008 h 415583"/>
              <a:gd name="csX32" fmla="*/ 91229 w 379561"/>
              <a:gd name="csY32" fmla="*/ 3610 h 415583"/>
              <a:gd name="csX33" fmla="*/ 100572 w 379561"/>
              <a:gd name="csY33" fmla="*/ 6016 h 415583"/>
              <a:gd name="csX34" fmla="*/ 115842 w 379561"/>
              <a:gd name="csY34" fmla="*/ 15498 h 415583"/>
              <a:gd name="csX35" fmla="*/ 130061 w 379561"/>
              <a:gd name="csY35" fmla="*/ 25801 h 415583"/>
              <a:gd name="csX36" fmla="*/ 153502 w 379561"/>
              <a:gd name="csY36" fmla="*/ 36020 h 415583"/>
              <a:gd name="csX37" fmla="*/ 166647 w 379561"/>
              <a:gd name="csY37" fmla="*/ 35196 h 415583"/>
              <a:gd name="csX38" fmla="*/ 177014 w 379561"/>
              <a:gd name="csY38" fmla="*/ 35079 h 415583"/>
              <a:gd name="csX39" fmla="*/ 199575 w 379561"/>
              <a:gd name="csY39" fmla="*/ 42570 h 415583"/>
              <a:gd name="csX40" fmla="*/ 223114 w 379561"/>
              <a:gd name="csY40" fmla="*/ 30983 h 415583"/>
              <a:gd name="csX41" fmla="*/ 243392 w 379561"/>
              <a:gd name="csY41" fmla="*/ 13562 h 415583"/>
              <a:gd name="csX42" fmla="*/ 257664 w 379561"/>
              <a:gd name="csY42" fmla="*/ 14175 h 415583"/>
              <a:gd name="csX43" fmla="*/ 270020 w 379561"/>
              <a:gd name="csY43" fmla="*/ 16753 h 415583"/>
              <a:gd name="csX44" fmla="*/ 290519 w 379561"/>
              <a:gd name="csY44" fmla="*/ 30455 h 415583"/>
              <a:gd name="csX45" fmla="*/ 307913 w 379561"/>
              <a:gd name="csY45" fmla="*/ 52734 h 415583"/>
              <a:gd name="csX46" fmla="*/ 307918 w 379561"/>
              <a:gd name="csY46" fmla="*/ 71135 h 415583"/>
              <a:gd name="csX47" fmla="*/ 305239 w 379561"/>
              <a:gd name="csY47" fmla="*/ 92635 h 415583"/>
              <a:gd name="csX48" fmla="*/ 300393 w 379561"/>
              <a:gd name="csY48" fmla="*/ 116124 h 415583"/>
              <a:gd name="csX49" fmla="*/ 296534 w 379561"/>
              <a:gd name="csY49" fmla="*/ 139467 h 415583"/>
              <a:gd name="csX50" fmla="*/ 294862 w 379561"/>
              <a:gd name="csY50" fmla="*/ 144381 h 415583"/>
              <a:gd name="csX51" fmla="*/ 302443 w 379561"/>
              <a:gd name="csY51" fmla="*/ 174221 h 415583"/>
              <a:gd name="csX52" fmla="*/ 331579 w 379561"/>
              <a:gd name="csY52" fmla="*/ 200036 h 415583"/>
              <a:gd name="csX53" fmla="*/ 345885 w 379561"/>
              <a:gd name="csY53" fmla="*/ 204322 h 415583"/>
              <a:gd name="csX54" fmla="*/ 358173 w 379561"/>
              <a:gd name="csY54" fmla="*/ 192088 h 415583"/>
              <a:gd name="csX55" fmla="*/ 365209 w 379561"/>
              <a:gd name="csY55" fmla="*/ 177533 h 415583"/>
              <a:gd name="csX56" fmla="*/ 378528 w 379561"/>
              <a:gd name="csY56" fmla="*/ 217259 h 415583"/>
              <a:gd name="csX57" fmla="*/ 379561 w 379561"/>
              <a:gd name="csY57" fmla="*/ 233192 h 415583"/>
              <a:gd name="csX58" fmla="*/ 368302 w 379561"/>
              <a:gd name="csY58" fmla="*/ 234810 h 415583"/>
              <a:gd name="csX59" fmla="*/ 342845 w 379561"/>
              <a:gd name="csY59" fmla="*/ 234877 h 415583"/>
              <a:gd name="csX60" fmla="*/ 294625 w 379561"/>
              <a:gd name="csY60" fmla="*/ 235311 h 415583"/>
              <a:gd name="csX61" fmla="*/ 265550 w 379561"/>
              <a:gd name="csY61" fmla="*/ 264572 h 415583"/>
              <a:gd name="csX62" fmla="*/ 257155 w 379561"/>
              <a:gd name="csY62" fmla="*/ 290178 h 415583"/>
              <a:gd name="csX63" fmla="*/ 253059 w 379561"/>
              <a:gd name="csY63" fmla="*/ 303293 h 415583"/>
              <a:gd name="csX64" fmla="*/ 248021 w 379561"/>
              <a:gd name="csY64" fmla="*/ 307811 h 415583"/>
              <a:gd name="csX65" fmla="*/ 241573 w 379561"/>
              <a:gd name="csY65" fmla="*/ 316201 h 415583"/>
              <a:gd name="csX66" fmla="*/ 230054 w 379561"/>
              <a:gd name="csY66" fmla="*/ 378609 h 415583"/>
              <a:gd name="csX67" fmla="*/ 225886 w 379561"/>
              <a:gd name="csY67" fmla="*/ 411224 h 415583"/>
              <a:gd name="csX68" fmla="*/ 203090 w 379561"/>
              <a:gd name="csY68" fmla="*/ 414284 h 4155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Lst>
            <a:rect l="l" t="t" r="r" b="b"/>
            <a:pathLst>
              <a:path w="379561" h="415583">
                <a:moveTo>
                  <a:pt x="203090" y="414284"/>
                </a:moveTo>
                <a:cubicBezTo>
                  <a:pt x="200763" y="412907"/>
                  <a:pt x="198058" y="408583"/>
                  <a:pt x="197077" y="404675"/>
                </a:cubicBezTo>
                <a:cubicBezTo>
                  <a:pt x="196096" y="400766"/>
                  <a:pt x="193933" y="396703"/>
                  <a:pt x="192271" y="395646"/>
                </a:cubicBezTo>
                <a:cubicBezTo>
                  <a:pt x="187214" y="392429"/>
                  <a:pt x="177806" y="393412"/>
                  <a:pt x="171007" y="397866"/>
                </a:cubicBezTo>
                <a:cubicBezTo>
                  <a:pt x="162395" y="403509"/>
                  <a:pt x="159848" y="400293"/>
                  <a:pt x="166946" y="392738"/>
                </a:cubicBezTo>
                <a:cubicBezTo>
                  <a:pt x="171625" y="387757"/>
                  <a:pt x="172379" y="384679"/>
                  <a:pt x="171214" y="375323"/>
                </a:cubicBezTo>
                <a:cubicBezTo>
                  <a:pt x="170436" y="369072"/>
                  <a:pt x="169226" y="362133"/>
                  <a:pt x="168526" y="359903"/>
                </a:cubicBezTo>
                <a:cubicBezTo>
                  <a:pt x="167058" y="355229"/>
                  <a:pt x="141404" y="346384"/>
                  <a:pt x="135682" y="348579"/>
                </a:cubicBezTo>
                <a:cubicBezTo>
                  <a:pt x="133235" y="349518"/>
                  <a:pt x="131342" y="348128"/>
                  <a:pt x="130456" y="344743"/>
                </a:cubicBezTo>
                <a:cubicBezTo>
                  <a:pt x="129618" y="341535"/>
                  <a:pt x="126946" y="339434"/>
                  <a:pt x="123707" y="339434"/>
                </a:cubicBezTo>
                <a:cubicBezTo>
                  <a:pt x="119877" y="339434"/>
                  <a:pt x="116504" y="335800"/>
                  <a:pt x="111898" y="326710"/>
                </a:cubicBezTo>
                <a:cubicBezTo>
                  <a:pt x="108351" y="319711"/>
                  <a:pt x="104266" y="313253"/>
                  <a:pt x="102819" y="312359"/>
                </a:cubicBezTo>
                <a:cubicBezTo>
                  <a:pt x="101373" y="311465"/>
                  <a:pt x="100189" y="307575"/>
                  <a:pt x="100189" y="303716"/>
                </a:cubicBezTo>
                <a:cubicBezTo>
                  <a:pt x="100189" y="299856"/>
                  <a:pt x="98526" y="294325"/>
                  <a:pt x="96495" y="291424"/>
                </a:cubicBezTo>
                <a:cubicBezTo>
                  <a:pt x="94463" y="288523"/>
                  <a:pt x="92041" y="278733"/>
                  <a:pt x="91114" y="269668"/>
                </a:cubicBezTo>
                <a:cubicBezTo>
                  <a:pt x="89247" y="251425"/>
                  <a:pt x="83480" y="238096"/>
                  <a:pt x="73368" y="228658"/>
                </a:cubicBezTo>
                <a:cubicBezTo>
                  <a:pt x="67157" y="222862"/>
                  <a:pt x="65968" y="222650"/>
                  <a:pt x="56149" y="225592"/>
                </a:cubicBezTo>
                <a:cubicBezTo>
                  <a:pt x="44901" y="228962"/>
                  <a:pt x="38234" y="226507"/>
                  <a:pt x="38234" y="218995"/>
                </a:cubicBezTo>
                <a:cubicBezTo>
                  <a:pt x="38234" y="211509"/>
                  <a:pt x="24381" y="188100"/>
                  <a:pt x="14702" y="179229"/>
                </a:cubicBezTo>
                <a:cubicBezTo>
                  <a:pt x="9187" y="174175"/>
                  <a:pt x="4675" y="168131"/>
                  <a:pt x="4675" y="165798"/>
                </a:cubicBezTo>
                <a:cubicBezTo>
                  <a:pt x="4675" y="163466"/>
                  <a:pt x="3368" y="158689"/>
                  <a:pt x="1771" y="155184"/>
                </a:cubicBezTo>
                <a:cubicBezTo>
                  <a:pt x="-157" y="150952"/>
                  <a:pt x="-513" y="141373"/>
                  <a:pt x="712" y="126667"/>
                </a:cubicBezTo>
                <a:lnTo>
                  <a:pt x="2557" y="104522"/>
                </a:lnTo>
                <a:lnTo>
                  <a:pt x="16402" y="104522"/>
                </a:lnTo>
                <a:cubicBezTo>
                  <a:pt x="30035" y="104522"/>
                  <a:pt x="42866" y="100703"/>
                  <a:pt x="46584" y="95540"/>
                </a:cubicBezTo>
                <a:cubicBezTo>
                  <a:pt x="47627" y="94091"/>
                  <a:pt x="48499" y="87568"/>
                  <a:pt x="48520" y="81044"/>
                </a:cubicBezTo>
                <a:cubicBezTo>
                  <a:pt x="48549" y="72518"/>
                  <a:pt x="50004" y="67875"/>
                  <a:pt x="53693" y="64536"/>
                </a:cubicBezTo>
                <a:cubicBezTo>
                  <a:pt x="57798" y="60822"/>
                  <a:pt x="58508" y="57895"/>
                  <a:pt x="57236" y="49938"/>
                </a:cubicBezTo>
                <a:cubicBezTo>
                  <a:pt x="55795" y="40930"/>
                  <a:pt x="56182" y="39986"/>
                  <a:pt x="61307" y="39986"/>
                </a:cubicBezTo>
                <a:cubicBezTo>
                  <a:pt x="64421" y="39986"/>
                  <a:pt x="69340" y="38717"/>
                  <a:pt x="72238" y="37166"/>
                </a:cubicBezTo>
                <a:cubicBezTo>
                  <a:pt x="76432" y="34922"/>
                  <a:pt x="77183" y="32731"/>
                  <a:pt x="75921" y="26420"/>
                </a:cubicBezTo>
                <a:cubicBezTo>
                  <a:pt x="74260" y="18119"/>
                  <a:pt x="79648" y="9008"/>
                  <a:pt x="86217" y="9008"/>
                </a:cubicBezTo>
                <a:cubicBezTo>
                  <a:pt x="88031" y="9008"/>
                  <a:pt x="90286" y="6579"/>
                  <a:pt x="91229" y="3610"/>
                </a:cubicBezTo>
                <a:cubicBezTo>
                  <a:pt x="92878" y="-1587"/>
                  <a:pt x="93226" y="-1498"/>
                  <a:pt x="100572" y="6016"/>
                </a:cubicBezTo>
                <a:cubicBezTo>
                  <a:pt x="104769" y="10308"/>
                  <a:pt x="111640" y="14575"/>
                  <a:pt x="115842" y="15498"/>
                </a:cubicBezTo>
                <a:cubicBezTo>
                  <a:pt x="120151" y="16445"/>
                  <a:pt x="126350" y="20937"/>
                  <a:pt x="130061" y="25801"/>
                </a:cubicBezTo>
                <a:cubicBezTo>
                  <a:pt x="137904" y="36084"/>
                  <a:pt x="151245" y="41900"/>
                  <a:pt x="153502" y="36020"/>
                </a:cubicBezTo>
                <a:cubicBezTo>
                  <a:pt x="155231" y="31515"/>
                  <a:pt x="162509" y="31058"/>
                  <a:pt x="166647" y="35196"/>
                </a:cubicBezTo>
                <a:cubicBezTo>
                  <a:pt x="168865" y="37413"/>
                  <a:pt x="171448" y="37384"/>
                  <a:pt x="177014" y="35079"/>
                </a:cubicBezTo>
                <a:cubicBezTo>
                  <a:pt x="186293" y="31236"/>
                  <a:pt x="197119" y="34830"/>
                  <a:pt x="199575" y="42570"/>
                </a:cubicBezTo>
                <a:cubicBezTo>
                  <a:pt x="202586" y="52057"/>
                  <a:pt x="211392" y="47722"/>
                  <a:pt x="223114" y="30983"/>
                </a:cubicBezTo>
                <a:cubicBezTo>
                  <a:pt x="231922" y="18404"/>
                  <a:pt x="235698" y="15160"/>
                  <a:pt x="243392" y="13562"/>
                </a:cubicBezTo>
                <a:cubicBezTo>
                  <a:pt x="248841" y="12430"/>
                  <a:pt x="254889" y="12690"/>
                  <a:pt x="257664" y="14175"/>
                </a:cubicBezTo>
                <a:cubicBezTo>
                  <a:pt x="260313" y="15593"/>
                  <a:pt x="265874" y="16753"/>
                  <a:pt x="270020" y="16753"/>
                </a:cubicBezTo>
                <a:cubicBezTo>
                  <a:pt x="275778" y="16753"/>
                  <a:pt x="280624" y="19992"/>
                  <a:pt x="290519" y="30455"/>
                </a:cubicBezTo>
                <a:cubicBezTo>
                  <a:pt x="297647" y="37991"/>
                  <a:pt x="305474" y="48017"/>
                  <a:pt x="307913" y="52734"/>
                </a:cubicBezTo>
                <a:cubicBezTo>
                  <a:pt x="312104" y="60839"/>
                  <a:pt x="312105" y="61851"/>
                  <a:pt x="307918" y="71135"/>
                </a:cubicBezTo>
                <a:cubicBezTo>
                  <a:pt x="304686" y="78303"/>
                  <a:pt x="303961" y="84117"/>
                  <a:pt x="305239" y="92635"/>
                </a:cubicBezTo>
                <a:cubicBezTo>
                  <a:pt x="306699" y="102374"/>
                  <a:pt x="305896" y="106269"/>
                  <a:pt x="300393" y="116124"/>
                </a:cubicBezTo>
                <a:cubicBezTo>
                  <a:pt x="293385" y="128678"/>
                  <a:pt x="292058" y="136701"/>
                  <a:pt x="296534" y="139467"/>
                </a:cubicBezTo>
                <a:cubicBezTo>
                  <a:pt x="298276" y="140544"/>
                  <a:pt x="297669" y="142329"/>
                  <a:pt x="294862" y="144381"/>
                </a:cubicBezTo>
                <a:cubicBezTo>
                  <a:pt x="289162" y="148549"/>
                  <a:pt x="291010" y="155821"/>
                  <a:pt x="302443" y="174221"/>
                </a:cubicBezTo>
                <a:cubicBezTo>
                  <a:pt x="315893" y="195868"/>
                  <a:pt x="320598" y="200036"/>
                  <a:pt x="331579" y="200036"/>
                </a:cubicBezTo>
                <a:cubicBezTo>
                  <a:pt x="336873" y="200036"/>
                  <a:pt x="343264" y="201951"/>
                  <a:pt x="345885" y="204322"/>
                </a:cubicBezTo>
                <a:cubicBezTo>
                  <a:pt x="351730" y="209612"/>
                  <a:pt x="352148" y="209195"/>
                  <a:pt x="358173" y="192088"/>
                </a:cubicBezTo>
                <a:cubicBezTo>
                  <a:pt x="360854" y="184473"/>
                  <a:pt x="364021" y="177924"/>
                  <a:pt x="365209" y="177533"/>
                </a:cubicBezTo>
                <a:cubicBezTo>
                  <a:pt x="369150" y="176239"/>
                  <a:pt x="377478" y="201079"/>
                  <a:pt x="378528" y="217259"/>
                </a:cubicBezTo>
                <a:lnTo>
                  <a:pt x="379561" y="233192"/>
                </a:lnTo>
                <a:lnTo>
                  <a:pt x="368302" y="234810"/>
                </a:lnTo>
                <a:cubicBezTo>
                  <a:pt x="362110" y="235699"/>
                  <a:pt x="350654" y="235730"/>
                  <a:pt x="342845" y="234877"/>
                </a:cubicBezTo>
                <a:cubicBezTo>
                  <a:pt x="300900" y="230295"/>
                  <a:pt x="296475" y="230334"/>
                  <a:pt x="294625" y="235311"/>
                </a:cubicBezTo>
                <a:cubicBezTo>
                  <a:pt x="292370" y="241375"/>
                  <a:pt x="269321" y="264572"/>
                  <a:pt x="265550" y="264572"/>
                </a:cubicBezTo>
                <a:cubicBezTo>
                  <a:pt x="261474" y="264572"/>
                  <a:pt x="258070" y="274955"/>
                  <a:pt x="257155" y="290178"/>
                </a:cubicBezTo>
                <a:cubicBezTo>
                  <a:pt x="256642" y="298710"/>
                  <a:pt x="255211" y="303293"/>
                  <a:pt x="253059" y="303293"/>
                </a:cubicBezTo>
                <a:cubicBezTo>
                  <a:pt x="251239" y="303294"/>
                  <a:pt x="248973" y="305327"/>
                  <a:pt x="248021" y="307811"/>
                </a:cubicBezTo>
                <a:cubicBezTo>
                  <a:pt x="247070" y="310296"/>
                  <a:pt x="244168" y="314071"/>
                  <a:pt x="241573" y="316201"/>
                </a:cubicBezTo>
                <a:cubicBezTo>
                  <a:pt x="235220" y="321415"/>
                  <a:pt x="231367" y="342287"/>
                  <a:pt x="230054" y="378609"/>
                </a:cubicBezTo>
                <a:cubicBezTo>
                  <a:pt x="229366" y="397612"/>
                  <a:pt x="227827" y="409663"/>
                  <a:pt x="225886" y="411224"/>
                </a:cubicBezTo>
                <a:cubicBezTo>
                  <a:pt x="220922" y="415217"/>
                  <a:pt x="207671" y="416995"/>
                  <a:pt x="203090" y="414284"/>
                </a:cubicBezTo>
                <a:close/>
              </a:path>
            </a:pathLst>
          </a:custGeom>
          <a:solidFill>
            <a:srgbClr val="B9B9B9"/>
          </a:solidFill>
          <a:ln w="5163" cap="flat">
            <a:noFill/>
            <a:prstDash val="solid"/>
            <a:miter/>
          </a:ln>
        </p:spPr>
        <p:txBody>
          <a:bodyPr/>
          <a:lstStyle/>
          <a:p>
            <a:endParaRPr lang="es-419" noProof="0" dirty="0"/>
          </a:p>
        </p:txBody>
      </p:sp>
      <p:sp>
        <p:nvSpPr>
          <p:cNvPr id="54" name="Forma libre: forma 53">
            <a:extLst>
              <a:ext uri="{FF2B5EF4-FFF2-40B4-BE49-F238E27FC236}">
                <a16:creationId xmlns:a16="http://schemas.microsoft.com/office/drawing/2014/main" id="{4C22AC8C-3180-2231-E1EF-C2AFE19EB8D6}"/>
              </a:ext>
            </a:extLst>
          </p:cNvPr>
          <p:cNvSpPr/>
          <p:nvPr/>
        </p:nvSpPr>
        <p:spPr>
          <a:xfrm>
            <a:off x="845627" y="1846993"/>
            <a:ext cx="4301" cy="5162"/>
          </a:xfrm>
          <a:custGeom>
            <a:avLst/>
            <a:gdLst>
              <a:gd name="csX0" fmla="*/ 4301 w 4301"/>
              <a:gd name="csY0" fmla="*/ 2581 h 5162"/>
              <a:gd name="csX1" fmla="*/ 1567 w 4301"/>
              <a:gd name="csY1" fmla="*/ 0 h 5162"/>
              <a:gd name="csX2" fmla="*/ 429 w 4301"/>
              <a:gd name="csY2" fmla="*/ 2581 h 5162"/>
              <a:gd name="csX3" fmla="*/ 3163 w 4301"/>
              <a:gd name="csY3" fmla="*/ 5163 h 5162"/>
              <a:gd name="csX4" fmla="*/ 4301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4301" y="2581"/>
                </a:moveTo>
                <a:cubicBezTo>
                  <a:pt x="4301" y="1162"/>
                  <a:pt x="3071" y="0"/>
                  <a:pt x="1567" y="0"/>
                </a:cubicBezTo>
                <a:cubicBezTo>
                  <a:pt x="64" y="0"/>
                  <a:pt x="-449" y="1162"/>
                  <a:pt x="429" y="2581"/>
                </a:cubicBezTo>
                <a:cubicBezTo>
                  <a:pt x="1306" y="4001"/>
                  <a:pt x="2537" y="5163"/>
                  <a:pt x="3163" y="5163"/>
                </a:cubicBezTo>
                <a:cubicBezTo>
                  <a:pt x="3789" y="5163"/>
                  <a:pt x="4301" y="4001"/>
                  <a:pt x="4301" y="2581"/>
                </a:cubicBezTo>
                <a:close/>
              </a:path>
            </a:pathLst>
          </a:custGeom>
          <a:solidFill>
            <a:srgbClr val="00C100"/>
          </a:solidFill>
          <a:ln w="5163" cap="flat">
            <a:noFill/>
            <a:prstDash val="solid"/>
            <a:miter/>
          </a:ln>
        </p:spPr>
        <p:txBody>
          <a:bodyPr/>
          <a:lstStyle/>
          <a:p>
            <a:endParaRPr lang="es-419" noProof="0" dirty="0"/>
          </a:p>
        </p:txBody>
      </p:sp>
      <p:sp>
        <p:nvSpPr>
          <p:cNvPr id="55" name="Forma libre: forma 54">
            <a:extLst>
              <a:ext uri="{FF2B5EF4-FFF2-40B4-BE49-F238E27FC236}">
                <a16:creationId xmlns:a16="http://schemas.microsoft.com/office/drawing/2014/main" id="{43B0286A-7F30-435F-D27D-95ED3228FBA0}"/>
              </a:ext>
            </a:extLst>
          </p:cNvPr>
          <p:cNvSpPr/>
          <p:nvPr/>
        </p:nvSpPr>
        <p:spPr>
          <a:xfrm>
            <a:off x="1407174" y="1572075"/>
            <a:ext cx="229470" cy="427142"/>
          </a:xfrm>
          <a:custGeom>
            <a:avLst/>
            <a:gdLst>
              <a:gd name="csX0" fmla="*/ 59479 w 229470"/>
              <a:gd name="csY0" fmla="*/ 423996 h 427142"/>
              <a:gd name="csX1" fmla="*/ 59694 w 229470"/>
              <a:gd name="csY1" fmla="*/ 396698 h 427142"/>
              <a:gd name="csX2" fmla="*/ 53195 w 229470"/>
              <a:gd name="csY2" fmla="*/ 362114 h 427142"/>
              <a:gd name="csX3" fmla="*/ 47446 w 229470"/>
              <a:gd name="csY3" fmla="*/ 337138 h 427142"/>
              <a:gd name="csX4" fmla="*/ 40306 w 229470"/>
              <a:gd name="csY4" fmla="*/ 312349 h 427142"/>
              <a:gd name="csX5" fmla="*/ 32609 w 229470"/>
              <a:gd name="csY5" fmla="*/ 289116 h 427142"/>
              <a:gd name="csX6" fmla="*/ 35070 w 229470"/>
              <a:gd name="csY6" fmla="*/ 271899 h 427142"/>
              <a:gd name="csX7" fmla="*/ 32418 w 229470"/>
              <a:gd name="csY7" fmla="*/ 260780 h 427142"/>
              <a:gd name="csX8" fmla="*/ 33172 w 229470"/>
              <a:gd name="csY8" fmla="*/ 247019 h 427142"/>
              <a:gd name="csX9" fmla="*/ 57856 w 229470"/>
              <a:gd name="csY9" fmla="*/ 240981 h 427142"/>
              <a:gd name="csX10" fmla="*/ 80243 w 229470"/>
              <a:gd name="csY10" fmla="*/ 236439 h 427142"/>
              <a:gd name="csX11" fmla="*/ 76436 w 229470"/>
              <a:gd name="csY11" fmla="*/ 228427 h 427142"/>
              <a:gd name="csX12" fmla="*/ 66283 w 229470"/>
              <a:gd name="csY12" fmla="*/ 225870 h 427142"/>
              <a:gd name="csX13" fmla="*/ 61369 w 229470"/>
              <a:gd name="csY13" fmla="*/ 221998 h 427142"/>
              <a:gd name="csX14" fmla="*/ 54487 w 229470"/>
              <a:gd name="csY14" fmla="*/ 218126 h 427142"/>
              <a:gd name="csX15" fmla="*/ 50882 w 229470"/>
              <a:gd name="csY15" fmla="*/ 215226 h 427142"/>
              <a:gd name="csX16" fmla="*/ 39078 w 229470"/>
              <a:gd name="csY16" fmla="*/ 199827 h 427142"/>
              <a:gd name="csX17" fmla="*/ 27028 w 229470"/>
              <a:gd name="csY17" fmla="*/ 179593 h 427142"/>
              <a:gd name="csX18" fmla="*/ 26078 w 229470"/>
              <a:gd name="csY18" fmla="*/ 170317 h 427142"/>
              <a:gd name="csX19" fmla="*/ 23581 w 229470"/>
              <a:gd name="csY19" fmla="*/ 162984 h 427142"/>
              <a:gd name="csX20" fmla="*/ 11790 w 229470"/>
              <a:gd name="csY20" fmla="*/ 145065 h 427142"/>
              <a:gd name="csX21" fmla="*/ 0 w 229470"/>
              <a:gd name="csY21" fmla="*/ 132934 h 427142"/>
              <a:gd name="csX22" fmla="*/ 16266 w 229470"/>
              <a:gd name="csY22" fmla="*/ 118970 h 427142"/>
              <a:gd name="csX23" fmla="*/ 37313 w 229470"/>
              <a:gd name="csY23" fmla="*/ 107565 h 427142"/>
              <a:gd name="csX24" fmla="*/ 42526 w 229470"/>
              <a:gd name="csY24" fmla="*/ 109268 h 427142"/>
              <a:gd name="csX25" fmla="*/ 48759 w 229470"/>
              <a:gd name="csY25" fmla="*/ 100129 h 427142"/>
              <a:gd name="csX26" fmla="*/ 49251 w 229470"/>
              <a:gd name="csY26" fmla="*/ 64399 h 427142"/>
              <a:gd name="csX27" fmla="*/ 38960 w 229470"/>
              <a:gd name="csY27" fmla="*/ 62708 h 427142"/>
              <a:gd name="csX28" fmla="*/ 28744 w 229470"/>
              <a:gd name="csY28" fmla="*/ 61040 h 427142"/>
              <a:gd name="csX29" fmla="*/ 53379 w 229470"/>
              <a:gd name="csY29" fmla="*/ 39197 h 427142"/>
              <a:gd name="csX30" fmla="*/ 71905 w 229470"/>
              <a:gd name="csY30" fmla="*/ 19485 h 427142"/>
              <a:gd name="csX31" fmla="*/ 90959 w 229470"/>
              <a:gd name="csY31" fmla="*/ 8717 h 427142"/>
              <a:gd name="csX32" fmla="*/ 109824 w 229470"/>
              <a:gd name="csY32" fmla="*/ 6256 h 427142"/>
              <a:gd name="csX33" fmla="*/ 121001 w 229470"/>
              <a:gd name="csY33" fmla="*/ 2822 h 427142"/>
              <a:gd name="csX34" fmla="*/ 122428 w 229470"/>
              <a:gd name="csY34" fmla="*/ 8347 h 427142"/>
              <a:gd name="csX35" fmla="*/ 111269 w 229470"/>
              <a:gd name="csY35" fmla="*/ 31492 h 427142"/>
              <a:gd name="csX36" fmla="*/ 125654 w 229470"/>
              <a:gd name="csY36" fmla="*/ 68353 h 427142"/>
              <a:gd name="csX37" fmla="*/ 129394 w 229470"/>
              <a:gd name="csY37" fmla="*/ 83822 h 427142"/>
              <a:gd name="csX38" fmla="*/ 132621 w 229470"/>
              <a:gd name="csY38" fmla="*/ 87380 h 427142"/>
              <a:gd name="csX39" fmla="*/ 129420 w 229470"/>
              <a:gd name="csY39" fmla="*/ 96950 h 427142"/>
              <a:gd name="csX40" fmla="*/ 135228 w 229470"/>
              <a:gd name="csY40" fmla="*/ 104581 h 427142"/>
              <a:gd name="csX41" fmla="*/ 149666 w 229470"/>
              <a:gd name="csY41" fmla="*/ 122913 h 427142"/>
              <a:gd name="csX42" fmla="*/ 159752 w 229470"/>
              <a:gd name="csY42" fmla="*/ 139280 h 427142"/>
              <a:gd name="csX43" fmla="*/ 168181 w 229470"/>
              <a:gd name="csY43" fmla="*/ 148315 h 427142"/>
              <a:gd name="csX44" fmla="*/ 179067 w 229470"/>
              <a:gd name="csY44" fmla="*/ 159986 h 427142"/>
              <a:gd name="csX45" fmla="*/ 189769 w 229470"/>
              <a:gd name="csY45" fmla="*/ 164249 h 427142"/>
              <a:gd name="csX46" fmla="*/ 197030 w 229470"/>
              <a:gd name="csY46" fmla="*/ 167037 h 427142"/>
              <a:gd name="csX47" fmla="*/ 208574 w 229470"/>
              <a:gd name="csY47" fmla="*/ 163915 h 427142"/>
              <a:gd name="csX48" fmla="*/ 216996 w 229470"/>
              <a:gd name="csY48" fmla="*/ 163915 h 427142"/>
              <a:gd name="csX49" fmla="*/ 217738 w 229470"/>
              <a:gd name="csY49" fmla="*/ 187794 h 427142"/>
              <a:gd name="csX50" fmla="*/ 224437 w 229470"/>
              <a:gd name="csY50" fmla="*/ 212516 h 427142"/>
              <a:gd name="csX51" fmla="*/ 229386 w 229470"/>
              <a:gd name="csY51" fmla="*/ 216389 h 427142"/>
              <a:gd name="csX52" fmla="*/ 185958 w 229470"/>
              <a:gd name="csY52" fmla="*/ 248433 h 427142"/>
              <a:gd name="csX53" fmla="*/ 168142 w 229470"/>
              <a:gd name="csY53" fmla="*/ 261325 h 427142"/>
              <a:gd name="csX54" fmla="*/ 158371 w 229470"/>
              <a:gd name="csY54" fmla="*/ 277501 h 427142"/>
              <a:gd name="csX55" fmla="*/ 143795 w 229470"/>
              <a:gd name="csY55" fmla="*/ 286536 h 427142"/>
              <a:gd name="csX56" fmla="*/ 128870 w 229470"/>
              <a:gd name="csY56" fmla="*/ 295569 h 427142"/>
              <a:gd name="csX57" fmla="*/ 127129 w 229470"/>
              <a:gd name="csY57" fmla="*/ 308193 h 427142"/>
              <a:gd name="csX58" fmla="*/ 130400 w 229470"/>
              <a:gd name="csY58" fmla="*/ 326436 h 427142"/>
              <a:gd name="csX59" fmla="*/ 134994 w 229470"/>
              <a:gd name="csY59" fmla="*/ 349937 h 427142"/>
              <a:gd name="csX60" fmla="*/ 142327 w 229470"/>
              <a:gd name="csY60" fmla="*/ 362849 h 427142"/>
              <a:gd name="csX61" fmla="*/ 123210 w 229470"/>
              <a:gd name="csY61" fmla="*/ 373013 h 427142"/>
              <a:gd name="csX62" fmla="*/ 101651 w 229470"/>
              <a:gd name="csY62" fmla="*/ 397639 h 427142"/>
              <a:gd name="csX63" fmla="*/ 95883 w 229470"/>
              <a:gd name="csY63" fmla="*/ 407869 h 427142"/>
              <a:gd name="csX64" fmla="*/ 86571 w 229470"/>
              <a:gd name="csY64" fmla="*/ 418453 h 427142"/>
              <a:gd name="csX65" fmla="*/ 80167 w 229470"/>
              <a:gd name="csY65" fmla="*/ 421479 h 427142"/>
              <a:gd name="csX66" fmla="*/ 70822 w 229470"/>
              <a:gd name="csY66" fmla="*/ 423763 h 427142"/>
              <a:gd name="csX67" fmla="*/ 59479 w 229470"/>
              <a:gd name="csY67" fmla="*/ 423996 h 42714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Lst>
            <a:rect l="l" t="t" r="r" b="b"/>
            <a:pathLst>
              <a:path w="229470" h="427142">
                <a:moveTo>
                  <a:pt x="59479" y="423996"/>
                </a:moveTo>
                <a:cubicBezTo>
                  <a:pt x="59345" y="422222"/>
                  <a:pt x="59442" y="409937"/>
                  <a:pt x="59694" y="396698"/>
                </a:cubicBezTo>
                <a:cubicBezTo>
                  <a:pt x="60117" y="374482"/>
                  <a:pt x="59616" y="371817"/>
                  <a:pt x="53195" y="362114"/>
                </a:cubicBezTo>
                <a:cubicBezTo>
                  <a:pt x="47165" y="353002"/>
                  <a:pt x="46399" y="349674"/>
                  <a:pt x="47446" y="337138"/>
                </a:cubicBezTo>
                <a:cubicBezTo>
                  <a:pt x="48558" y="323819"/>
                  <a:pt x="47993" y="321857"/>
                  <a:pt x="40306" y="312349"/>
                </a:cubicBezTo>
                <a:cubicBezTo>
                  <a:pt x="33058" y="303383"/>
                  <a:pt x="32044" y="300323"/>
                  <a:pt x="32609" y="289116"/>
                </a:cubicBezTo>
                <a:cubicBezTo>
                  <a:pt x="32967" y="282017"/>
                  <a:pt x="34074" y="274269"/>
                  <a:pt x="35070" y="271899"/>
                </a:cubicBezTo>
                <a:cubicBezTo>
                  <a:pt x="36124" y="269390"/>
                  <a:pt x="35017" y="264746"/>
                  <a:pt x="32418" y="260780"/>
                </a:cubicBezTo>
                <a:cubicBezTo>
                  <a:pt x="28144" y="254257"/>
                  <a:pt x="28176" y="253678"/>
                  <a:pt x="33172" y="247019"/>
                </a:cubicBezTo>
                <a:cubicBezTo>
                  <a:pt x="38159" y="240374"/>
                  <a:pt x="39247" y="240108"/>
                  <a:pt x="57856" y="240981"/>
                </a:cubicBezTo>
                <a:cubicBezTo>
                  <a:pt x="75524" y="241809"/>
                  <a:pt x="77593" y="241390"/>
                  <a:pt x="80243" y="236439"/>
                </a:cubicBezTo>
                <a:cubicBezTo>
                  <a:pt x="82790" y="231679"/>
                  <a:pt x="82305" y="230659"/>
                  <a:pt x="76436" y="228427"/>
                </a:cubicBezTo>
                <a:cubicBezTo>
                  <a:pt x="72737" y="227021"/>
                  <a:pt x="68168" y="225870"/>
                  <a:pt x="66283" y="225870"/>
                </a:cubicBezTo>
                <a:cubicBezTo>
                  <a:pt x="64397" y="225870"/>
                  <a:pt x="62186" y="224127"/>
                  <a:pt x="61369" y="221998"/>
                </a:cubicBezTo>
                <a:cubicBezTo>
                  <a:pt x="60552" y="219868"/>
                  <a:pt x="57455" y="218126"/>
                  <a:pt x="54487" y="218126"/>
                </a:cubicBezTo>
                <a:cubicBezTo>
                  <a:pt x="51152" y="218126"/>
                  <a:pt x="49775" y="217018"/>
                  <a:pt x="50882" y="215226"/>
                </a:cubicBezTo>
                <a:cubicBezTo>
                  <a:pt x="51914" y="213556"/>
                  <a:pt x="46909" y="207027"/>
                  <a:pt x="39078" y="199827"/>
                </a:cubicBezTo>
                <a:cubicBezTo>
                  <a:pt x="27017" y="188739"/>
                  <a:pt x="25656" y="186453"/>
                  <a:pt x="27028" y="179593"/>
                </a:cubicBezTo>
                <a:cubicBezTo>
                  <a:pt x="27878" y="175340"/>
                  <a:pt x="27451" y="171165"/>
                  <a:pt x="26078" y="170317"/>
                </a:cubicBezTo>
                <a:cubicBezTo>
                  <a:pt x="24704" y="169468"/>
                  <a:pt x="23581" y="166168"/>
                  <a:pt x="23581" y="162984"/>
                </a:cubicBezTo>
                <a:cubicBezTo>
                  <a:pt x="23581" y="159602"/>
                  <a:pt x="18679" y="152152"/>
                  <a:pt x="11790" y="145065"/>
                </a:cubicBezTo>
                <a:lnTo>
                  <a:pt x="0" y="132934"/>
                </a:lnTo>
                <a:lnTo>
                  <a:pt x="16266" y="118970"/>
                </a:lnTo>
                <a:cubicBezTo>
                  <a:pt x="29571" y="107549"/>
                  <a:pt x="33403" y="105472"/>
                  <a:pt x="37313" y="107565"/>
                </a:cubicBezTo>
                <a:cubicBezTo>
                  <a:pt x="39942" y="108972"/>
                  <a:pt x="42288" y="109738"/>
                  <a:pt x="42526" y="109268"/>
                </a:cubicBezTo>
                <a:cubicBezTo>
                  <a:pt x="42764" y="108799"/>
                  <a:pt x="45569" y="104686"/>
                  <a:pt x="48759" y="100129"/>
                </a:cubicBezTo>
                <a:cubicBezTo>
                  <a:pt x="56473" y="89108"/>
                  <a:pt x="56720" y="71159"/>
                  <a:pt x="49251" y="64399"/>
                </a:cubicBezTo>
                <a:cubicBezTo>
                  <a:pt x="44880" y="60443"/>
                  <a:pt x="43064" y="60145"/>
                  <a:pt x="38960" y="62708"/>
                </a:cubicBezTo>
                <a:cubicBezTo>
                  <a:pt x="31928" y="67099"/>
                  <a:pt x="28744" y="66579"/>
                  <a:pt x="28744" y="61040"/>
                </a:cubicBezTo>
                <a:cubicBezTo>
                  <a:pt x="28744" y="53145"/>
                  <a:pt x="42480" y="40966"/>
                  <a:pt x="53379" y="39197"/>
                </a:cubicBezTo>
                <a:cubicBezTo>
                  <a:pt x="66115" y="37130"/>
                  <a:pt x="70109" y="32880"/>
                  <a:pt x="71905" y="19485"/>
                </a:cubicBezTo>
                <a:cubicBezTo>
                  <a:pt x="73827" y="5162"/>
                  <a:pt x="82115" y="478"/>
                  <a:pt x="90959" y="8717"/>
                </a:cubicBezTo>
                <a:cubicBezTo>
                  <a:pt x="98823" y="16043"/>
                  <a:pt x="101930" y="15638"/>
                  <a:pt x="109824" y="6256"/>
                </a:cubicBezTo>
                <a:cubicBezTo>
                  <a:pt x="116173" y="-1290"/>
                  <a:pt x="116721" y="-1458"/>
                  <a:pt x="121001" y="2822"/>
                </a:cubicBezTo>
                <a:cubicBezTo>
                  <a:pt x="124083" y="5904"/>
                  <a:pt x="124533" y="7646"/>
                  <a:pt x="122428" y="8347"/>
                </a:cubicBezTo>
                <a:cubicBezTo>
                  <a:pt x="108913" y="12852"/>
                  <a:pt x="101196" y="28858"/>
                  <a:pt x="111269" y="31492"/>
                </a:cubicBezTo>
                <a:cubicBezTo>
                  <a:pt x="117751" y="33187"/>
                  <a:pt x="127868" y="59114"/>
                  <a:pt x="125654" y="68353"/>
                </a:cubicBezTo>
                <a:cubicBezTo>
                  <a:pt x="122658" y="80848"/>
                  <a:pt x="122997" y="82249"/>
                  <a:pt x="129394" y="83822"/>
                </a:cubicBezTo>
                <a:cubicBezTo>
                  <a:pt x="133741" y="84890"/>
                  <a:pt x="134786" y="86042"/>
                  <a:pt x="132621" y="87380"/>
                </a:cubicBezTo>
                <a:cubicBezTo>
                  <a:pt x="130861" y="88468"/>
                  <a:pt x="129420" y="92774"/>
                  <a:pt x="129420" y="96950"/>
                </a:cubicBezTo>
                <a:cubicBezTo>
                  <a:pt x="129420" y="103090"/>
                  <a:pt x="130531" y="104549"/>
                  <a:pt x="135228" y="104581"/>
                </a:cubicBezTo>
                <a:cubicBezTo>
                  <a:pt x="144939" y="104647"/>
                  <a:pt x="147895" y="108401"/>
                  <a:pt x="149666" y="122913"/>
                </a:cubicBezTo>
                <a:cubicBezTo>
                  <a:pt x="151241" y="135814"/>
                  <a:pt x="151964" y="136987"/>
                  <a:pt x="159752" y="139280"/>
                </a:cubicBezTo>
                <a:cubicBezTo>
                  <a:pt x="166352" y="141223"/>
                  <a:pt x="168150" y="143150"/>
                  <a:pt x="168181" y="148315"/>
                </a:cubicBezTo>
                <a:cubicBezTo>
                  <a:pt x="168242" y="158306"/>
                  <a:pt x="171565" y="161869"/>
                  <a:pt x="179067" y="159986"/>
                </a:cubicBezTo>
                <a:cubicBezTo>
                  <a:pt x="184111" y="158720"/>
                  <a:pt x="186588" y="159706"/>
                  <a:pt x="189769" y="164249"/>
                </a:cubicBezTo>
                <a:cubicBezTo>
                  <a:pt x="193006" y="168870"/>
                  <a:pt x="194589" y="169478"/>
                  <a:pt x="197030" y="167037"/>
                </a:cubicBezTo>
                <a:cubicBezTo>
                  <a:pt x="198747" y="165320"/>
                  <a:pt x="203942" y="163915"/>
                  <a:pt x="208574" y="163915"/>
                </a:cubicBezTo>
                <a:lnTo>
                  <a:pt x="216996" y="163915"/>
                </a:lnTo>
                <a:lnTo>
                  <a:pt x="217738" y="187794"/>
                </a:lnTo>
                <a:cubicBezTo>
                  <a:pt x="218444" y="210514"/>
                  <a:pt x="218769" y="211713"/>
                  <a:pt x="224437" y="212516"/>
                </a:cubicBezTo>
                <a:cubicBezTo>
                  <a:pt x="227714" y="212981"/>
                  <a:pt x="229940" y="214723"/>
                  <a:pt x="229386" y="216389"/>
                </a:cubicBezTo>
                <a:cubicBezTo>
                  <a:pt x="227670" y="221537"/>
                  <a:pt x="190328" y="249091"/>
                  <a:pt x="185958" y="248433"/>
                </a:cubicBezTo>
                <a:cubicBezTo>
                  <a:pt x="178411" y="247297"/>
                  <a:pt x="168142" y="254728"/>
                  <a:pt x="168142" y="261325"/>
                </a:cubicBezTo>
                <a:cubicBezTo>
                  <a:pt x="168142" y="269993"/>
                  <a:pt x="163608" y="277499"/>
                  <a:pt x="158371" y="277501"/>
                </a:cubicBezTo>
                <a:cubicBezTo>
                  <a:pt x="155936" y="277502"/>
                  <a:pt x="149377" y="281568"/>
                  <a:pt x="143795" y="286536"/>
                </a:cubicBezTo>
                <a:cubicBezTo>
                  <a:pt x="138212" y="291504"/>
                  <a:pt x="131496" y="295569"/>
                  <a:pt x="128870" y="295569"/>
                </a:cubicBezTo>
                <a:cubicBezTo>
                  <a:pt x="121381" y="295569"/>
                  <a:pt x="120392" y="302737"/>
                  <a:pt x="127129" y="308193"/>
                </a:cubicBezTo>
                <a:cubicBezTo>
                  <a:pt x="132769" y="312760"/>
                  <a:pt x="132971" y="313884"/>
                  <a:pt x="130400" y="326436"/>
                </a:cubicBezTo>
                <a:cubicBezTo>
                  <a:pt x="127799" y="339132"/>
                  <a:pt x="128033" y="340327"/>
                  <a:pt x="134994" y="349937"/>
                </a:cubicBezTo>
                <a:cubicBezTo>
                  <a:pt x="139027" y="355505"/>
                  <a:pt x="142327" y="361315"/>
                  <a:pt x="142327" y="362849"/>
                </a:cubicBezTo>
                <a:cubicBezTo>
                  <a:pt x="142327" y="368872"/>
                  <a:pt x="134539" y="373013"/>
                  <a:pt x="123210" y="373013"/>
                </a:cubicBezTo>
                <a:cubicBezTo>
                  <a:pt x="109180" y="373013"/>
                  <a:pt x="103724" y="379244"/>
                  <a:pt x="101651" y="397639"/>
                </a:cubicBezTo>
                <a:cubicBezTo>
                  <a:pt x="100573" y="407198"/>
                  <a:pt x="99540" y="409030"/>
                  <a:pt x="95883" y="407869"/>
                </a:cubicBezTo>
                <a:cubicBezTo>
                  <a:pt x="90324" y="406105"/>
                  <a:pt x="84411" y="412825"/>
                  <a:pt x="86571" y="418453"/>
                </a:cubicBezTo>
                <a:cubicBezTo>
                  <a:pt x="87898" y="421912"/>
                  <a:pt x="86764" y="422448"/>
                  <a:pt x="80167" y="421479"/>
                </a:cubicBezTo>
                <a:cubicBezTo>
                  <a:pt x="74953" y="420714"/>
                  <a:pt x="71686" y="421512"/>
                  <a:pt x="70822" y="423763"/>
                </a:cubicBezTo>
                <a:cubicBezTo>
                  <a:pt x="69146" y="428132"/>
                  <a:pt x="59804" y="428324"/>
                  <a:pt x="59479" y="423996"/>
                </a:cubicBezTo>
                <a:close/>
              </a:path>
            </a:pathLst>
          </a:custGeom>
          <a:solidFill>
            <a:srgbClr val="B9B9B9"/>
          </a:solidFill>
          <a:ln w="5163" cap="flat">
            <a:noFill/>
            <a:prstDash val="solid"/>
            <a:miter/>
          </a:ln>
        </p:spPr>
        <p:txBody>
          <a:bodyPr/>
          <a:lstStyle/>
          <a:p>
            <a:endParaRPr lang="es-419" noProof="0" dirty="0"/>
          </a:p>
        </p:txBody>
      </p:sp>
      <p:sp>
        <p:nvSpPr>
          <p:cNvPr id="56" name="Forma libre: forma 55">
            <a:extLst>
              <a:ext uri="{FF2B5EF4-FFF2-40B4-BE49-F238E27FC236}">
                <a16:creationId xmlns:a16="http://schemas.microsoft.com/office/drawing/2014/main" id="{D6F2B2D2-823A-AF69-3DCC-D4C97EB996C6}"/>
              </a:ext>
            </a:extLst>
          </p:cNvPr>
          <p:cNvSpPr/>
          <p:nvPr/>
        </p:nvSpPr>
        <p:spPr>
          <a:xfrm>
            <a:off x="1184880" y="1375117"/>
            <a:ext cx="334306" cy="498738"/>
          </a:xfrm>
          <a:custGeom>
            <a:avLst/>
            <a:gdLst>
              <a:gd name="csX0" fmla="*/ 247743 w 334306"/>
              <a:gd name="csY0" fmla="*/ 496867 h 498738"/>
              <a:gd name="csX1" fmla="*/ 240505 w 334306"/>
              <a:gd name="csY1" fmla="*/ 493884 h 498738"/>
              <a:gd name="csX2" fmla="*/ 219827 w 334306"/>
              <a:gd name="csY2" fmla="*/ 476477 h 498738"/>
              <a:gd name="csX3" fmla="*/ 204292 w 334306"/>
              <a:gd name="csY3" fmla="*/ 470138 h 498738"/>
              <a:gd name="csX4" fmla="*/ 191180 w 334306"/>
              <a:gd name="csY4" fmla="*/ 465927 h 498738"/>
              <a:gd name="csX5" fmla="*/ 185245 w 334306"/>
              <a:gd name="csY5" fmla="*/ 460255 h 498738"/>
              <a:gd name="csX6" fmla="*/ 179372 w 334306"/>
              <a:gd name="csY6" fmla="*/ 456383 h 498738"/>
              <a:gd name="csX7" fmla="*/ 119384 w 334306"/>
              <a:gd name="csY7" fmla="*/ 437991 h 498738"/>
              <a:gd name="csX8" fmla="*/ 89617 w 334306"/>
              <a:gd name="csY8" fmla="*/ 463480 h 498738"/>
              <a:gd name="csX9" fmla="*/ 81270 w 334306"/>
              <a:gd name="csY9" fmla="*/ 471310 h 498738"/>
              <a:gd name="csX10" fmla="*/ 65769 w 334306"/>
              <a:gd name="csY10" fmla="*/ 466800 h 498738"/>
              <a:gd name="csX11" fmla="*/ 41569 w 334306"/>
              <a:gd name="csY11" fmla="*/ 444771 h 498738"/>
              <a:gd name="csX12" fmla="*/ 29063 w 334306"/>
              <a:gd name="csY12" fmla="*/ 422183 h 498738"/>
              <a:gd name="csX13" fmla="*/ 35486 w 334306"/>
              <a:gd name="csY13" fmla="*/ 420247 h 498738"/>
              <a:gd name="csX14" fmla="*/ 36311 w 334306"/>
              <a:gd name="csY14" fmla="*/ 410716 h 498738"/>
              <a:gd name="csX15" fmla="*/ 30682 w 334306"/>
              <a:gd name="csY15" fmla="*/ 404725 h 498738"/>
              <a:gd name="csX16" fmla="*/ 36945 w 334306"/>
              <a:gd name="csY16" fmla="*/ 393771 h 498738"/>
              <a:gd name="csX17" fmla="*/ 44969 w 334306"/>
              <a:gd name="csY17" fmla="*/ 363455 h 498738"/>
              <a:gd name="csX18" fmla="*/ 48481 w 334306"/>
              <a:gd name="csY18" fmla="*/ 335841 h 498738"/>
              <a:gd name="csX19" fmla="*/ 28755 w 334306"/>
              <a:gd name="csY19" fmla="*/ 300210 h 498738"/>
              <a:gd name="csX20" fmla="*/ 9477 w 334306"/>
              <a:gd name="csY20" fmla="*/ 236920 h 498738"/>
              <a:gd name="csX21" fmla="*/ 0 w 334306"/>
              <a:gd name="csY21" fmla="*/ 183956 h 498738"/>
              <a:gd name="csX22" fmla="*/ 8603 w 334306"/>
              <a:gd name="csY22" fmla="*/ 171093 h 498738"/>
              <a:gd name="csX23" fmla="*/ 19247 w 334306"/>
              <a:gd name="csY23" fmla="*/ 157370 h 498738"/>
              <a:gd name="csX24" fmla="*/ 21288 w 334306"/>
              <a:gd name="csY24" fmla="*/ 154226 h 498738"/>
              <a:gd name="csX25" fmla="*/ 42935 w 334306"/>
              <a:gd name="csY25" fmla="*/ 118946 h 498738"/>
              <a:gd name="csX26" fmla="*/ 66467 w 334306"/>
              <a:gd name="csY26" fmla="*/ 79496 h 498738"/>
              <a:gd name="csX27" fmla="*/ 76541 w 334306"/>
              <a:gd name="csY27" fmla="*/ 65175 h 498738"/>
              <a:gd name="csX28" fmla="*/ 97572 w 334306"/>
              <a:gd name="csY28" fmla="*/ 34163 h 498738"/>
              <a:gd name="csX29" fmla="*/ 112627 w 334306"/>
              <a:gd name="csY29" fmla="*/ 9814 h 498738"/>
              <a:gd name="csX30" fmla="*/ 119648 w 334306"/>
              <a:gd name="csY30" fmla="*/ 4329 h 498738"/>
              <a:gd name="csX31" fmla="*/ 132858 w 334306"/>
              <a:gd name="csY31" fmla="*/ 713 h 498738"/>
              <a:gd name="csX32" fmla="*/ 193546 w 334306"/>
              <a:gd name="csY32" fmla="*/ 5578 h 498738"/>
              <a:gd name="csX33" fmla="*/ 220060 w 334306"/>
              <a:gd name="csY33" fmla="*/ 20523 h 498738"/>
              <a:gd name="csX34" fmla="*/ 224578 w 334306"/>
              <a:gd name="csY34" fmla="*/ 25298 h 498738"/>
              <a:gd name="csX35" fmla="*/ 221567 w 334306"/>
              <a:gd name="csY35" fmla="*/ 31335 h 498738"/>
              <a:gd name="csX36" fmla="*/ 217338 w 334306"/>
              <a:gd name="csY36" fmla="*/ 39397 h 498738"/>
              <a:gd name="csX37" fmla="*/ 222891 w 334306"/>
              <a:gd name="csY37" fmla="*/ 37878 h 498738"/>
              <a:gd name="csX38" fmla="*/ 225189 w 334306"/>
              <a:gd name="csY38" fmla="*/ 36902 h 498738"/>
              <a:gd name="csX39" fmla="*/ 234581 w 334306"/>
              <a:gd name="csY39" fmla="*/ 40152 h 498738"/>
              <a:gd name="csX40" fmla="*/ 261177 w 334306"/>
              <a:gd name="csY40" fmla="*/ 57181 h 498738"/>
              <a:gd name="csX41" fmla="*/ 267817 w 334306"/>
              <a:gd name="csY41" fmla="*/ 67059 h 498738"/>
              <a:gd name="csX42" fmla="*/ 274280 w 334306"/>
              <a:gd name="csY42" fmla="*/ 79049 h 498738"/>
              <a:gd name="csX43" fmla="*/ 279443 w 334306"/>
              <a:gd name="csY43" fmla="*/ 91820 h 498738"/>
              <a:gd name="csX44" fmla="*/ 284596 w 334306"/>
              <a:gd name="csY44" fmla="*/ 105775 h 498738"/>
              <a:gd name="csX45" fmla="*/ 291417 w 334306"/>
              <a:gd name="csY45" fmla="*/ 120219 h 498738"/>
              <a:gd name="csX46" fmla="*/ 298659 w 334306"/>
              <a:gd name="csY46" fmla="*/ 133370 h 498738"/>
              <a:gd name="csX47" fmla="*/ 314425 w 334306"/>
              <a:gd name="csY47" fmla="*/ 156674 h 498738"/>
              <a:gd name="csX48" fmla="*/ 323321 w 334306"/>
              <a:gd name="csY48" fmla="*/ 164371 h 498738"/>
              <a:gd name="csX49" fmla="*/ 329277 w 334306"/>
              <a:gd name="csY49" fmla="*/ 172896 h 498738"/>
              <a:gd name="csX50" fmla="*/ 327346 w 334306"/>
              <a:gd name="csY50" fmla="*/ 203260 h 498738"/>
              <a:gd name="csX51" fmla="*/ 321564 w 334306"/>
              <a:gd name="csY51" fmla="*/ 208691 h 498738"/>
              <a:gd name="csX52" fmla="*/ 314839 w 334306"/>
              <a:gd name="csY52" fmla="*/ 201967 h 498738"/>
              <a:gd name="csX53" fmla="*/ 300945 w 334306"/>
              <a:gd name="csY53" fmla="*/ 198679 h 498738"/>
              <a:gd name="csX54" fmla="*/ 291854 w 334306"/>
              <a:gd name="csY54" fmla="*/ 213362 h 498738"/>
              <a:gd name="csX55" fmla="*/ 273477 w 334306"/>
              <a:gd name="csY55" fmla="*/ 233193 h 498738"/>
              <a:gd name="csX56" fmla="*/ 248561 w 334306"/>
              <a:gd name="csY56" fmla="*/ 258261 h 498738"/>
              <a:gd name="csX57" fmla="*/ 254757 w 334306"/>
              <a:gd name="csY57" fmla="*/ 265360 h 498738"/>
              <a:gd name="csX58" fmla="*/ 262758 w 334306"/>
              <a:gd name="csY58" fmla="*/ 262611 h 498738"/>
              <a:gd name="csX59" fmla="*/ 269300 w 334306"/>
              <a:gd name="csY59" fmla="*/ 264243 h 498738"/>
              <a:gd name="csX60" fmla="*/ 257492 w 334306"/>
              <a:gd name="csY60" fmla="*/ 300210 h 498738"/>
              <a:gd name="csX61" fmla="*/ 220205 w 334306"/>
              <a:gd name="csY61" fmla="*/ 329428 h 498738"/>
              <a:gd name="csX62" fmla="*/ 231476 w 334306"/>
              <a:gd name="csY62" fmla="*/ 344578 h 498738"/>
              <a:gd name="csX63" fmla="*/ 244540 w 334306"/>
              <a:gd name="csY63" fmla="*/ 369570 h 498738"/>
              <a:gd name="csX64" fmla="*/ 259568 w 334306"/>
              <a:gd name="csY64" fmla="*/ 400936 h 498738"/>
              <a:gd name="csX65" fmla="*/ 267812 w 334306"/>
              <a:gd name="csY65" fmla="*/ 410972 h 498738"/>
              <a:gd name="csX66" fmla="*/ 272980 w 334306"/>
              <a:gd name="csY66" fmla="*/ 418667 h 498738"/>
              <a:gd name="csX67" fmla="*/ 279745 w 334306"/>
              <a:gd name="csY67" fmla="*/ 423732 h 498738"/>
              <a:gd name="csX68" fmla="*/ 289553 w 334306"/>
              <a:gd name="csY68" fmla="*/ 427604 h 498738"/>
              <a:gd name="csX69" fmla="*/ 298277 w 334306"/>
              <a:gd name="csY69" fmla="*/ 431864 h 498738"/>
              <a:gd name="csX70" fmla="*/ 272913 w 334306"/>
              <a:gd name="csY70" fmla="*/ 433099 h 498738"/>
              <a:gd name="csX71" fmla="*/ 253686 w 334306"/>
              <a:gd name="csY71" fmla="*/ 440109 h 498738"/>
              <a:gd name="csX72" fmla="*/ 252360 w 334306"/>
              <a:gd name="csY72" fmla="*/ 461577 h 498738"/>
              <a:gd name="csX73" fmla="*/ 253346 w 334306"/>
              <a:gd name="csY73" fmla="*/ 468333 h 498738"/>
              <a:gd name="csX74" fmla="*/ 251680 w 334306"/>
              <a:gd name="csY74" fmla="*/ 476637 h 498738"/>
              <a:gd name="csX75" fmla="*/ 251259 w 334306"/>
              <a:gd name="csY75" fmla="*/ 491494 h 498738"/>
              <a:gd name="csX76" fmla="*/ 247743 w 334306"/>
              <a:gd name="csY76" fmla="*/ 496867 h 4987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Lst>
            <a:rect l="l" t="t" r="r" b="b"/>
            <a:pathLst>
              <a:path w="334306" h="498738">
                <a:moveTo>
                  <a:pt x="247743" y="496867"/>
                </a:moveTo>
                <a:cubicBezTo>
                  <a:pt x="246424" y="493506"/>
                  <a:pt x="244367" y="492659"/>
                  <a:pt x="240505" y="493884"/>
                </a:cubicBezTo>
                <a:cubicBezTo>
                  <a:pt x="234008" y="495946"/>
                  <a:pt x="224617" y="488040"/>
                  <a:pt x="219827" y="476477"/>
                </a:cubicBezTo>
                <a:cubicBezTo>
                  <a:pt x="216729" y="468997"/>
                  <a:pt x="216097" y="468739"/>
                  <a:pt x="204292" y="470138"/>
                </a:cubicBezTo>
                <a:cubicBezTo>
                  <a:pt x="193057" y="471468"/>
                  <a:pt x="191916" y="471102"/>
                  <a:pt x="191180" y="465927"/>
                </a:cubicBezTo>
                <a:cubicBezTo>
                  <a:pt x="190659" y="462266"/>
                  <a:pt x="188558" y="460258"/>
                  <a:pt x="185245" y="460255"/>
                </a:cubicBezTo>
                <a:cubicBezTo>
                  <a:pt x="182424" y="460253"/>
                  <a:pt x="179781" y="458510"/>
                  <a:pt x="179372" y="456383"/>
                </a:cubicBezTo>
                <a:cubicBezTo>
                  <a:pt x="178300" y="450818"/>
                  <a:pt x="133997" y="437235"/>
                  <a:pt x="119384" y="437991"/>
                </a:cubicBezTo>
                <a:cubicBezTo>
                  <a:pt x="99217" y="439035"/>
                  <a:pt x="100133" y="438251"/>
                  <a:pt x="89617" y="463480"/>
                </a:cubicBezTo>
                <a:cubicBezTo>
                  <a:pt x="85806" y="472621"/>
                  <a:pt x="84419" y="473923"/>
                  <a:pt x="81270" y="471310"/>
                </a:cubicBezTo>
                <a:cubicBezTo>
                  <a:pt x="79194" y="469587"/>
                  <a:pt x="72218" y="467557"/>
                  <a:pt x="65769" y="466800"/>
                </a:cubicBezTo>
                <a:cubicBezTo>
                  <a:pt x="54283" y="465451"/>
                  <a:pt x="53791" y="465003"/>
                  <a:pt x="41569" y="444771"/>
                </a:cubicBezTo>
                <a:cubicBezTo>
                  <a:pt x="34707" y="433413"/>
                  <a:pt x="29080" y="423248"/>
                  <a:pt x="29063" y="422183"/>
                </a:cubicBezTo>
                <a:cubicBezTo>
                  <a:pt x="29046" y="421119"/>
                  <a:pt x="31937" y="420247"/>
                  <a:pt x="35486" y="420247"/>
                </a:cubicBezTo>
                <a:cubicBezTo>
                  <a:pt x="43403" y="420247"/>
                  <a:pt x="43560" y="418433"/>
                  <a:pt x="36311" y="410716"/>
                </a:cubicBezTo>
                <a:lnTo>
                  <a:pt x="30682" y="404725"/>
                </a:lnTo>
                <a:lnTo>
                  <a:pt x="36945" y="393771"/>
                </a:lnTo>
                <a:cubicBezTo>
                  <a:pt x="41241" y="386255"/>
                  <a:pt x="43760" y="376739"/>
                  <a:pt x="44969" y="363455"/>
                </a:cubicBezTo>
                <a:cubicBezTo>
                  <a:pt x="45939" y="352807"/>
                  <a:pt x="47519" y="340381"/>
                  <a:pt x="48481" y="335841"/>
                </a:cubicBezTo>
                <a:cubicBezTo>
                  <a:pt x="50445" y="326577"/>
                  <a:pt x="45773" y="318139"/>
                  <a:pt x="28755" y="300210"/>
                </a:cubicBezTo>
                <a:cubicBezTo>
                  <a:pt x="18993" y="289925"/>
                  <a:pt x="18916" y="289673"/>
                  <a:pt x="9477" y="236920"/>
                </a:cubicBezTo>
                <a:lnTo>
                  <a:pt x="0" y="183956"/>
                </a:lnTo>
                <a:lnTo>
                  <a:pt x="8603" y="171093"/>
                </a:lnTo>
                <a:cubicBezTo>
                  <a:pt x="13334" y="164019"/>
                  <a:pt x="18124" y="157843"/>
                  <a:pt x="19247" y="157370"/>
                </a:cubicBezTo>
                <a:cubicBezTo>
                  <a:pt x="20370" y="156896"/>
                  <a:pt x="21288" y="155482"/>
                  <a:pt x="21288" y="154226"/>
                </a:cubicBezTo>
                <a:cubicBezTo>
                  <a:pt x="21288" y="152970"/>
                  <a:pt x="31029" y="137094"/>
                  <a:pt x="42935" y="118946"/>
                </a:cubicBezTo>
                <a:cubicBezTo>
                  <a:pt x="54840" y="100798"/>
                  <a:pt x="65430" y="83045"/>
                  <a:pt x="66467" y="79496"/>
                </a:cubicBezTo>
                <a:cubicBezTo>
                  <a:pt x="67505" y="75946"/>
                  <a:pt x="72038" y="69502"/>
                  <a:pt x="76541" y="65175"/>
                </a:cubicBezTo>
                <a:cubicBezTo>
                  <a:pt x="87950" y="54213"/>
                  <a:pt x="95497" y="43084"/>
                  <a:pt x="97572" y="34163"/>
                </a:cubicBezTo>
                <a:cubicBezTo>
                  <a:pt x="99599" y="25448"/>
                  <a:pt x="109249" y="9841"/>
                  <a:pt x="112627" y="9814"/>
                </a:cubicBezTo>
                <a:cubicBezTo>
                  <a:pt x="113880" y="9805"/>
                  <a:pt x="117040" y="7336"/>
                  <a:pt x="119648" y="4329"/>
                </a:cubicBezTo>
                <a:cubicBezTo>
                  <a:pt x="123477" y="-86"/>
                  <a:pt x="126019" y="-782"/>
                  <a:pt x="132858" y="713"/>
                </a:cubicBezTo>
                <a:cubicBezTo>
                  <a:pt x="141063" y="2507"/>
                  <a:pt x="160286" y="4048"/>
                  <a:pt x="193546" y="5578"/>
                </a:cubicBezTo>
                <a:cubicBezTo>
                  <a:pt x="210737" y="6368"/>
                  <a:pt x="220060" y="11623"/>
                  <a:pt x="220060" y="20523"/>
                </a:cubicBezTo>
                <a:cubicBezTo>
                  <a:pt x="220060" y="23333"/>
                  <a:pt x="221912" y="25291"/>
                  <a:pt x="224578" y="25298"/>
                </a:cubicBezTo>
                <a:cubicBezTo>
                  <a:pt x="228025" y="25308"/>
                  <a:pt x="227313" y="26737"/>
                  <a:pt x="221567" y="31335"/>
                </a:cubicBezTo>
                <a:cubicBezTo>
                  <a:pt x="216052" y="35748"/>
                  <a:pt x="214921" y="37903"/>
                  <a:pt x="217338" y="39397"/>
                </a:cubicBezTo>
                <a:cubicBezTo>
                  <a:pt x="219279" y="40596"/>
                  <a:pt x="221565" y="39971"/>
                  <a:pt x="222891" y="37878"/>
                </a:cubicBezTo>
                <a:cubicBezTo>
                  <a:pt x="224130" y="35921"/>
                  <a:pt x="225164" y="35482"/>
                  <a:pt x="225189" y="36902"/>
                </a:cubicBezTo>
                <a:cubicBezTo>
                  <a:pt x="225213" y="38322"/>
                  <a:pt x="229440" y="39784"/>
                  <a:pt x="234581" y="40152"/>
                </a:cubicBezTo>
                <a:cubicBezTo>
                  <a:pt x="243367" y="40781"/>
                  <a:pt x="260731" y="51899"/>
                  <a:pt x="261177" y="57181"/>
                </a:cubicBezTo>
                <a:cubicBezTo>
                  <a:pt x="261279" y="58396"/>
                  <a:pt x="264267" y="62841"/>
                  <a:pt x="267817" y="67059"/>
                </a:cubicBezTo>
                <a:cubicBezTo>
                  <a:pt x="271366" y="71278"/>
                  <a:pt x="274275" y="76673"/>
                  <a:pt x="274280" y="79049"/>
                </a:cubicBezTo>
                <a:cubicBezTo>
                  <a:pt x="274285" y="81424"/>
                  <a:pt x="276609" y="87172"/>
                  <a:pt x="279443" y="91820"/>
                </a:cubicBezTo>
                <a:cubicBezTo>
                  <a:pt x="282277" y="96469"/>
                  <a:pt x="284596" y="102748"/>
                  <a:pt x="284596" y="105775"/>
                </a:cubicBezTo>
                <a:cubicBezTo>
                  <a:pt x="284596" y="108801"/>
                  <a:pt x="287666" y="115301"/>
                  <a:pt x="291417" y="120219"/>
                </a:cubicBezTo>
                <a:cubicBezTo>
                  <a:pt x="295169" y="125138"/>
                  <a:pt x="298428" y="131056"/>
                  <a:pt x="298659" y="133370"/>
                </a:cubicBezTo>
                <a:cubicBezTo>
                  <a:pt x="299477" y="141547"/>
                  <a:pt x="305637" y="150653"/>
                  <a:pt x="314425" y="156674"/>
                </a:cubicBezTo>
                <a:cubicBezTo>
                  <a:pt x="319316" y="160026"/>
                  <a:pt x="323320" y="163489"/>
                  <a:pt x="323321" y="164371"/>
                </a:cubicBezTo>
                <a:cubicBezTo>
                  <a:pt x="323323" y="165253"/>
                  <a:pt x="326003" y="169089"/>
                  <a:pt x="329277" y="172896"/>
                </a:cubicBezTo>
                <a:cubicBezTo>
                  <a:pt x="336682" y="181505"/>
                  <a:pt x="335803" y="195314"/>
                  <a:pt x="327346" y="203260"/>
                </a:cubicBezTo>
                <a:lnTo>
                  <a:pt x="321564" y="208691"/>
                </a:lnTo>
                <a:lnTo>
                  <a:pt x="314839" y="201967"/>
                </a:lnTo>
                <a:cubicBezTo>
                  <a:pt x="308661" y="195789"/>
                  <a:pt x="307532" y="195522"/>
                  <a:pt x="300945" y="198679"/>
                </a:cubicBezTo>
                <a:cubicBezTo>
                  <a:pt x="295346" y="201363"/>
                  <a:pt x="293353" y="204582"/>
                  <a:pt x="291854" y="213362"/>
                </a:cubicBezTo>
                <a:cubicBezTo>
                  <a:pt x="289357" y="227993"/>
                  <a:pt x="286547" y="231025"/>
                  <a:pt x="273477" y="233193"/>
                </a:cubicBezTo>
                <a:cubicBezTo>
                  <a:pt x="260663" y="235319"/>
                  <a:pt x="248722" y="247333"/>
                  <a:pt x="248561" y="258261"/>
                </a:cubicBezTo>
                <a:cubicBezTo>
                  <a:pt x="248475" y="264096"/>
                  <a:pt x="249579" y="265360"/>
                  <a:pt x="254757" y="265360"/>
                </a:cubicBezTo>
                <a:cubicBezTo>
                  <a:pt x="258223" y="265360"/>
                  <a:pt x="261823" y="264123"/>
                  <a:pt x="262758" y="262611"/>
                </a:cubicBezTo>
                <a:cubicBezTo>
                  <a:pt x="263872" y="260808"/>
                  <a:pt x="266124" y="261370"/>
                  <a:pt x="269300" y="264243"/>
                </a:cubicBezTo>
                <a:cubicBezTo>
                  <a:pt x="279445" y="273424"/>
                  <a:pt x="270651" y="300210"/>
                  <a:pt x="257492" y="300210"/>
                </a:cubicBezTo>
                <a:cubicBezTo>
                  <a:pt x="250513" y="300210"/>
                  <a:pt x="220446" y="323770"/>
                  <a:pt x="220205" y="329428"/>
                </a:cubicBezTo>
                <a:cubicBezTo>
                  <a:pt x="220125" y="331300"/>
                  <a:pt x="225197" y="338118"/>
                  <a:pt x="231476" y="344578"/>
                </a:cubicBezTo>
                <a:cubicBezTo>
                  <a:pt x="241029" y="354406"/>
                  <a:pt x="243162" y="358486"/>
                  <a:pt x="244540" y="369570"/>
                </a:cubicBezTo>
                <a:cubicBezTo>
                  <a:pt x="246852" y="388171"/>
                  <a:pt x="250097" y="394944"/>
                  <a:pt x="259568" y="400936"/>
                </a:cubicBezTo>
                <a:cubicBezTo>
                  <a:pt x="264099" y="403804"/>
                  <a:pt x="267809" y="408320"/>
                  <a:pt x="267812" y="410972"/>
                </a:cubicBezTo>
                <a:cubicBezTo>
                  <a:pt x="267815" y="413625"/>
                  <a:pt x="270140" y="417087"/>
                  <a:pt x="272980" y="418667"/>
                </a:cubicBezTo>
                <a:cubicBezTo>
                  <a:pt x="275819" y="420246"/>
                  <a:pt x="278864" y="422525"/>
                  <a:pt x="279745" y="423732"/>
                </a:cubicBezTo>
                <a:cubicBezTo>
                  <a:pt x="280626" y="424939"/>
                  <a:pt x="285040" y="426681"/>
                  <a:pt x="289553" y="427604"/>
                </a:cubicBezTo>
                <a:cubicBezTo>
                  <a:pt x="294067" y="428527"/>
                  <a:pt x="297992" y="430444"/>
                  <a:pt x="298277" y="431864"/>
                </a:cubicBezTo>
                <a:cubicBezTo>
                  <a:pt x="299018" y="435562"/>
                  <a:pt x="277163" y="436626"/>
                  <a:pt x="272913" y="433099"/>
                </a:cubicBezTo>
                <a:cubicBezTo>
                  <a:pt x="268101" y="429105"/>
                  <a:pt x="260026" y="432049"/>
                  <a:pt x="253686" y="440109"/>
                </a:cubicBezTo>
                <a:cubicBezTo>
                  <a:pt x="247489" y="447987"/>
                  <a:pt x="246928" y="457069"/>
                  <a:pt x="252360" y="461577"/>
                </a:cubicBezTo>
                <a:cubicBezTo>
                  <a:pt x="255321" y="464035"/>
                  <a:pt x="255560" y="465666"/>
                  <a:pt x="253346" y="468333"/>
                </a:cubicBezTo>
                <a:cubicBezTo>
                  <a:pt x="251741" y="470267"/>
                  <a:pt x="250992" y="474004"/>
                  <a:pt x="251680" y="476637"/>
                </a:cubicBezTo>
                <a:cubicBezTo>
                  <a:pt x="252369" y="479271"/>
                  <a:pt x="252179" y="485956"/>
                  <a:pt x="251259" y="491494"/>
                </a:cubicBezTo>
                <a:cubicBezTo>
                  <a:pt x="249997" y="499087"/>
                  <a:pt x="249133" y="500409"/>
                  <a:pt x="247743" y="496867"/>
                </a:cubicBezTo>
                <a:close/>
              </a:path>
            </a:pathLst>
          </a:custGeom>
          <a:solidFill>
            <a:srgbClr val="B9B9B9"/>
          </a:solidFill>
          <a:ln w="5163" cap="flat">
            <a:noFill/>
            <a:prstDash val="solid"/>
            <a:miter/>
          </a:ln>
        </p:spPr>
        <p:txBody>
          <a:bodyPr/>
          <a:lstStyle/>
          <a:p>
            <a:endParaRPr lang="es-419" noProof="0" dirty="0"/>
          </a:p>
        </p:txBody>
      </p:sp>
      <p:grpSp>
        <p:nvGrpSpPr>
          <p:cNvPr id="57" name="Gráfico 39">
            <a:extLst>
              <a:ext uri="{FF2B5EF4-FFF2-40B4-BE49-F238E27FC236}">
                <a16:creationId xmlns:a16="http://schemas.microsoft.com/office/drawing/2014/main" id="{7AE44752-A389-E517-1857-C6FAB68CEB6E}"/>
              </a:ext>
            </a:extLst>
          </p:cNvPr>
          <p:cNvGrpSpPr/>
          <p:nvPr/>
        </p:nvGrpSpPr>
        <p:grpSpPr>
          <a:xfrm>
            <a:off x="726816" y="1624037"/>
            <a:ext cx="321478" cy="429471"/>
            <a:chOff x="726816" y="1624037"/>
            <a:chExt cx="321478" cy="429471"/>
          </a:xfrm>
          <a:solidFill>
            <a:srgbClr val="B9B9B9"/>
          </a:solidFill>
        </p:grpSpPr>
        <p:sp>
          <p:nvSpPr>
            <p:cNvPr id="58" name="Forma libre: forma 57">
              <a:extLst>
                <a:ext uri="{FF2B5EF4-FFF2-40B4-BE49-F238E27FC236}">
                  <a16:creationId xmlns:a16="http://schemas.microsoft.com/office/drawing/2014/main" id="{4F6CEE98-DCE8-4627-7B9E-82343FF21BD3}"/>
                </a:ext>
              </a:extLst>
            </p:cNvPr>
            <p:cNvSpPr/>
            <p:nvPr/>
          </p:nvSpPr>
          <p:spPr>
            <a:xfrm>
              <a:off x="726816" y="1624037"/>
              <a:ext cx="321478" cy="429471"/>
            </a:xfrm>
            <a:custGeom>
              <a:avLst/>
              <a:gdLst>
                <a:gd name="csX0" fmla="*/ 298651 w 321478"/>
                <a:gd name="csY0" fmla="*/ 424657 h 429471"/>
                <a:gd name="csX1" fmla="*/ 285240 w 321478"/>
                <a:gd name="csY1" fmla="*/ 406239 h 429471"/>
                <a:gd name="csX2" fmla="*/ 285795 w 321478"/>
                <a:gd name="csY2" fmla="*/ 410173 h 429471"/>
                <a:gd name="csX3" fmla="*/ 287678 w 321478"/>
                <a:gd name="csY3" fmla="*/ 415491 h 429471"/>
                <a:gd name="csX4" fmla="*/ 268647 w 321478"/>
                <a:gd name="csY4" fmla="*/ 394065 h 429471"/>
                <a:gd name="csX5" fmla="*/ 249603 w 321478"/>
                <a:gd name="csY5" fmla="*/ 371546 h 429471"/>
                <a:gd name="csX6" fmla="*/ 255246 w 321478"/>
                <a:gd name="csY6" fmla="*/ 382701 h 429471"/>
                <a:gd name="csX7" fmla="*/ 260888 w 321478"/>
                <a:gd name="csY7" fmla="*/ 392041 h 429471"/>
                <a:gd name="csX8" fmla="*/ 254982 w 321478"/>
                <a:gd name="csY8" fmla="*/ 386884 h 429471"/>
                <a:gd name="csX9" fmla="*/ 245088 w 321478"/>
                <a:gd name="csY9" fmla="*/ 373977 h 429471"/>
                <a:gd name="csX10" fmla="*/ 227283 w 321478"/>
                <a:gd name="csY10" fmla="*/ 350451 h 429471"/>
                <a:gd name="csX11" fmla="*/ 213463 w 321478"/>
                <a:gd name="csY11" fmla="*/ 331266 h 429471"/>
                <a:gd name="csX12" fmla="*/ 191325 w 321478"/>
                <a:gd name="csY12" fmla="*/ 295282 h 429471"/>
                <a:gd name="csX13" fmla="*/ 182351 w 321478"/>
                <a:gd name="csY13" fmla="*/ 288640 h 429471"/>
                <a:gd name="csX14" fmla="*/ 181003 w 321478"/>
                <a:gd name="csY14" fmla="*/ 283904 h 429471"/>
                <a:gd name="csX15" fmla="*/ 179966 w 321478"/>
                <a:gd name="csY15" fmla="*/ 277802 h 429471"/>
                <a:gd name="csX16" fmla="*/ 170951 w 321478"/>
                <a:gd name="csY16" fmla="*/ 271038 h 429471"/>
                <a:gd name="csX17" fmla="*/ 164513 w 321478"/>
                <a:gd name="csY17" fmla="*/ 268249 h 429471"/>
                <a:gd name="csX18" fmla="*/ 156542 w 321478"/>
                <a:gd name="csY18" fmla="*/ 264259 h 429471"/>
                <a:gd name="csX19" fmla="*/ 146588 w 321478"/>
                <a:gd name="csY19" fmla="*/ 257160 h 429471"/>
                <a:gd name="csX20" fmla="*/ 135566 w 321478"/>
                <a:gd name="csY20" fmla="*/ 244331 h 429471"/>
                <a:gd name="csX21" fmla="*/ 140198 w 321478"/>
                <a:gd name="csY21" fmla="*/ 240806 h 429471"/>
                <a:gd name="csX22" fmla="*/ 149956 w 321478"/>
                <a:gd name="csY22" fmla="*/ 243611 h 429471"/>
                <a:gd name="csX23" fmla="*/ 139967 w 321478"/>
                <a:gd name="csY23" fmla="*/ 232769 h 429471"/>
                <a:gd name="csX24" fmla="*/ 129672 w 321478"/>
                <a:gd name="csY24" fmla="*/ 230788 h 429471"/>
                <a:gd name="csX25" fmla="*/ 122631 w 321478"/>
                <a:gd name="csY25" fmla="*/ 229456 h 429471"/>
                <a:gd name="csX26" fmla="*/ 114075 w 321478"/>
                <a:gd name="csY26" fmla="*/ 225535 h 429471"/>
                <a:gd name="csX27" fmla="*/ 112561 w 321478"/>
                <a:gd name="csY27" fmla="*/ 210989 h 429471"/>
                <a:gd name="csX28" fmla="*/ 113046 w 321478"/>
                <a:gd name="csY28" fmla="*/ 198950 h 429471"/>
                <a:gd name="csX29" fmla="*/ 110205 w 321478"/>
                <a:gd name="csY29" fmla="*/ 203079 h 429471"/>
                <a:gd name="csX30" fmla="*/ 107624 w 321478"/>
                <a:gd name="csY30" fmla="*/ 210049 h 429471"/>
                <a:gd name="csX31" fmla="*/ 105042 w 321478"/>
                <a:gd name="csY31" fmla="*/ 205992 h 429471"/>
                <a:gd name="csX32" fmla="*/ 101146 w 321478"/>
                <a:gd name="csY32" fmla="*/ 198040 h 429471"/>
                <a:gd name="csX33" fmla="*/ 106495 w 321478"/>
                <a:gd name="csY33" fmla="*/ 192040 h 429471"/>
                <a:gd name="csX34" fmla="*/ 110185 w 321478"/>
                <a:gd name="csY34" fmla="*/ 189360 h 429471"/>
                <a:gd name="csX35" fmla="*/ 105416 w 321478"/>
                <a:gd name="csY35" fmla="*/ 184234 h 429471"/>
                <a:gd name="csX36" fmla="*/ 94806 w 321478"/>
                <a:gd name="csY36" fmla="*/ 176570 h 429471"/>
                <a:gd name="csX37" fmla="*/ 84222 w 321478"/>
                <a:gd name="csY37" fmla="*/ 170141 h 429471"/>
                <a:gd name="csX38" fmla="*/ 77400 w 321478"/>
                <a:gd name="csY38" fmla="*/ 165246 h 429471"/>
                <a:gd name="csX39" fmla="*/ 66830 w 321478"/>
                <a:gd name="csY39" fmla="*/ 157291 h 429471"/>
                <a:gd name="csX40" fmla="*/ 62321 w 321478"/>
                <a:gd name="csY40" fmla="*/ 153462 h 429471"/>
                <a:gd name="csX41" fmla="*/ 58487 w 321478"/>
                <a:gd name="csY41" fmla="*/ 146011 h 429471"/>
                <a:gd name="csX42" fmla="*/ 53413 w 321478"/>
                <a:gd name="csY42" fmla="*/ 136585 h 429471"/>
                <a:gd name="csX43" fmla="*/ 46519 w 321478"/>
                <a:gd name="csY43" fmla="*/ 136694 h 429471"/>
                <a:gd name="csX44" fmla="*/ 42767 w 321478"/>
                <a:gd name="csY44" fmla="*/ 137339 h 429471"/>
                <a:gd name="csX45" fmla="*/ 40545 w 321478"/>
                <a:gd name="csY45" fmla="*/ 138358 h 429471"/>
                <a:gd name="csX46" fmla="*/ 34194 w 321478"/>
                <a:gd name="csY46" fmla="*/ 139945 h 429471"/>
                <a:gd name="csX47" fmla="*/ 30312 w 321478"/>
                <a:gd name="csY47" fmla="*/ 128691 h 429471"/>
                <a:gd name="csX48" fmla="*/ 32982 w 321478"/>
                <a:gd name="csY48" fmla="*/ 121125 h 429471"/>
                <a:gd name="csX49" fmla="*/ 29550 w 321478"/>
                <a:gd name="csY49" fmla="*/ 122878 h 429471"/>
                <a:gd name="csX50" fmla="*/ 21151 w 321478"/>
                <a:gd name="csY50" fmla="*/ 122752 h 429471"/>
                <a:gd name="csX51" fmla="*/ 17154 w 321478"/>
                <a:gd name="csY51" fmla="*/ 123427 h 429471"/>
                <a:gd name="csX52" fmla="*/ 6342 w 321478"/>
                <a:gd name="csY52" fmla="*/ 119543 h 429471"/>
                <a:gd name="csX53" fmla="*/ 4365 w 321478"/>
                <a:gd name="csY53" fmla="*/ 113226 h 429471"/>
                <a:gd name="csX54" fmla="*/ 10819 w 321478"/>
                <a:gd name="csY54" fmla="*/ 114808 h 429471"/>
                <a:gd name="csX55" fmla="*/ 4707 w 321478"/>
                <a:gd name="csY55" fmla="*/ 109494 h 429471"/>
                <a:gd name="csX56" fmla="*/ 1796 w 321478"/>
                <a:gd name="csY56" fmla="*/ 100322 h 429471"/>
                <a:gd name="csX57" fmla="*/ 1838 w 321478"/>
                <a:gd name="csY57" fmla="*/ 92658 h 429471"/>
                <a:gd name="csX58" fmla="*/ 4233 w 321478"/>
                <a:gd name="csY58" fmla="*/ 77378 h 429471"/>
                <a:gd name="csX59" fmla="*/ 13902 w 321478"/>
                <a:gd name="csY59" fmla="*/ 62490 h 429471"/>
                <a:gd name="csX60" fmla="*/ 16192 w 321478"/>
                <a:gd name="csY60" fmla="*/ 65508 h 429471"/>
                <a:gd name="csX61" fmla="*/ 14368 w 321478"/>
                <a:gd name="csY61" fmla="*/ 71941 h 429471"/>
                <a:gd name="csX62" fmla="*/ 19324 w 321478"/>
                <a:gd name="csY62" fmla="*/ 65780 h 429471"/>
                <a:gd name="csX63" fmla="*/ 24280 w 321478"/>
                <a:gd name="csY63" fmla="*/ 59619 h 429471"/>
                <a:gd name="csX64" fmla="*/ 25989 w 321478"/>
                <a:gd name="csY64" fmla="*/ 66426 h 429471"/>
                <a:gd name="csX65" fmla="*/ 30049 w 321478"/>
                <a:gd name="csY65" fmla="*/ 73232 h 429471"/>
                <a:gd name="csX66" fmla="*/ 30241 w 321478"/>
                <a:gd name="csY66" fmla="*/ 65700 h 429471"/>
                <a:gd name="csX67" fmla="*/ 47033 w 321478"/>
                <a:gd name="csY67" fmla="*/ 46164 h 429471"/>
                <a:gd name="csX68" fmla="*/ 89508 w 321478"/>
                <a:gd name="csY68" fmla="*/ 4943 h 429471"/>
                <a:gd name="csX69" fmla="*/ 99998 w 321478"/>
                <a:gd name="csY69" fmla="*/ 2688 h 429471"/>
                <a:gd name="csX70" fmla="*/ 114706 w 321478"/>
                <a:gd name="csY70" fmla="*/ 3716 h 429471"/>
                <a:gd name="csX71" fmla="*/ 123108 w 321478"/>
                <a:gd name="csY71" fmla="*/ 2764 h 429471"/>
                <a:gd name="csX72" fmla="*/ 137332 w 321478"/>
                <a:gd name="csY72" fmla="*/ 60759 h 429471"/>
                <a:gd name="csX73" fmla="*/ 159468 w 321478"/>
                <a:gd name="csY73" fmla="*/ 80313 h 429471"/>
                <a:gd name="csX74" fmla="*/ 174324 w 321478"/>
                <a:gd name="csY74" fmla="*/ 89973 h 429471"/>
                <a:gd name="csX75" fmla="*/ 184004 w 321478"/>
                <a:gd name="csY75" fmla="*/ 107383 h 429471"/>
                <a:gd name="csX76" fmla="*/ 190190 w 321478"/>
                <a:gd name="csY76" fmla="*/ 148735 h 429471"/>
                <a:gd name="csX77" fmla="*/ 191494 w 321478"/>
                <a:gd name="csY77" fmla="*/ 177131 h 429471"/>
                <a:gd name="csX78" fmla="*/ 195355 w 321478"/>
                <a:gd name="csY78" fmla="*/ 191824 h 429471"/>
                <a:gd name="csX79" fmla="*/ 205385 w 321478"/>
                <a:gd name="csY79" fmla="*/ 204731 h 429471"/>
                <a:gd name="csX80" fmla="*/ 224780 w 321478"/>
                <a:gd name="csY80" fmla="*/ 233927 h 429471"/>
                <a:gd name="csX81" fmla="*/ 251313 w 321478"/>
                <a:gd name="csY81" fmla="*/ 251602 h 429471"/>
                <a:gd name="csX82" fmla="*/ 265826 w 321478"/>
                <a:gd name="csY82" fmla="*/ 256119 h 429471"/>
                <a:gd name="csX83" fmla="*/ 280190 w 321478"/>
                <a:gd name="csY83" fmla="*/ 283901 h 429471"/>
                <a:gd name="csX84" fmla="*/ 287275 w 321478"/>
                <a:gd name="csY84" fmla="*/ 317016 h 429471"/>
                <a:gd name="csX85" fmla="*/ 290907 w 321478"/>
                <a:gd name="csY85" fmla="*/ 329217 h 429471"/>
                <a:gd name="csX86" fmla="*/ 293537 w 321478"/>
                <a:gd name="csY86" fmla="*/ 337861 h 429471"/>
                <a:gd name="csX87" fmla="*/ 302616 w 321478"/>
                <a:gd name="csY87" fmla="*/ 352211 h 429471"/>
                <a:gd name="csX88" fmla="*/ 314264 w 321478"/>
                <a:gd name="csY88" fmla="*/ 364936 h 429471"/>
                <a:gd name="csX89" fmla="*/ 319645 w 321478"/>
                <a:gd name="csY89" fmla="*/ 375951 h 429471"/>
                <a:gd name="csX90" fmla="*/ 316721 w 321478"/>
                <a:gd name="csY90" fmla="*/ 384238 h 429471"/>
                <a:gd name="csX91" fmla="*/ 312540 w 321478"/>
                <a:gd name="csY91" fmla="*/ 395571 h 429471"/>
                <a:gd name="csX92" fmla="*/ 312871 w 321478"/>
                <a:gd name="csY92" fmla="*/ 424954 h 429471"/>
                <a:gd name="csX93" fmla="*/ 306671 w 321478"/>
                <a:gd name="csY93" fmla="*/ 429472 h 429471"/>
                <a:gd name="csX94" fmla="*/ 298651 w 321478"/>
                <a:gd name="csY94" fmla="*/ 424657 h 4294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321478" h="429471">
                  <a:moveTo>
                    <a:pt x="298651" y="424657"/>
                  </a:moveTo>
                  <a:cubicBezTo>
                    <a:pt x="298651" y="419121"/>
                    <a:pt x="289271" y="406239"/>
                    <a:pt x="285240" y="406239"/>
                  </a:cubicBezTo>
                  <a:cubicBezTo>
                    <a:pt x="283590" y="406239"/>
                    <a:pt x="283808" y="407778"/>
                    <a:pt x="285795" y="410173"/>
                  </a:cubicBezTo>
                  <a:cubicBezTo>
                    <a:pt x="287591" y="412337"/>
                    <a:pt x="288438" y="414730"/>
                    <a:pt x="287678" y="415491"/>
                  </a:cubicBezTo>
                  <a:cubicBezTo>
                    <a:pt x="285539" y="417629"/>
                    <a:pt x="270321" y="400495"/>
                    <a:pt x="268647" y="394065"/>
                  </a:cubicBezTo>
                  <a:cubicBezTo>
                    <a:pt x="267226" y="388605"/>
                    <a:pt x="249603" y="367767"/>
                    <a:pt x="249603" y="371546"/>
                  </a:cubicBezTo>
                  <a:cubicBezTo>
                    <a:pt x="249603" y="372545"/>
                    <a:pt x="252142" y="377564"/>
                    <a:pt x="255246" y="382701"/>
                  </a:cubicBezTo>
                  <a:lnTo>
                    <a:pt x="260888" y="392041"/>
                  </a:lnTo>
                  <a:lnTo>
                    <a:pt x="254982" y="386884"/>
                  </a:lnTo>
                  <a:cubicBezTo>
                    <a:pt x="251733" y="384048"/>
                    <a:pt x="247281" y="378240"/>
                    <a:pt x="245088" y="373977"/>
                  </a:cubicBezTo>
                  <a:cubicBezTo>
                    <a:pt x="242896" y="369714"/>
                    <a:pt x="234883" y="359128"/>
                    <a:pt x="227283" y="350451"/>
                  </a:cubicBezTo>
                  <a:cubicBezTo>
                    <a:pt x="219682" y="341775"/>
                    <a:pt x="213463" y="333142"/>
                    <a:pt x="213463" y="331266"/>
                  </a:cubicBezTo>
                  <a:cubicBezTo>
                    <a:pt x="213463" y="326133"/>
                    <a:pt x="194515" y="295333"/>
                    <a:pt x="191325" y="295282"/>
                  </a:cubicBezTo>
                  <a:cubicBezTo>
                    <a:pt x="189798" y="295257"/>
                    <a:pt x="185760" y="292268"/>
                    <a:pt x="182351" y="288640"/>
                  </a:cubicBezTo>
                  <a:cubicBezTo>
                    <a:pt x="177259" y="283219"/>
                    <a:pt x="177019" y="282375"/>
                    <a:pt x="181003" y="283904"/>
                  </a:cubicBezTo>
                  <a:cubicBezTo>
                    <a:pt x="185315" y="285558"/>
                    <a:pt x="185200" y="284882"/>
                    <a:pt x="179966" y="277802"/>
                  </a:cubicBezTo>
                  <a:cubicBezTo>
                    <a:pt x="176728" y="273422"/>
                    <a:pt x="172671" y="270378"/>
                    <a:pt x="170951" y="271038"/>
                  </a:cubicBezTo>
                  <a:cubicBezTo>
                    <a:pt x="169231" y="271698"/>
                    <a:pt x="166334" y="270443"/>
                    <a:pt x="164513" y="268249"/>
                  </a:cubicBezTo>
                  <a:cubicBezTo>
                    <a:pt x="162692" y="266054"/>
                    <a:pt x="159105" y="264259"/>
                    <a:pt x="156542" y="264259"/>
                  </a:cubicBezTo>
                  <a:cubicBezTo>
                    <a:pt x="153980" y="264259"/>
                    <a:pt x="149500" y="261065"/>
                    <a:pt x="146588" y="257160"/>
                  </a:cubicBezTo>
                  <a:cubicBezTo>
                    <a:pt x="143676" y="253256"/>
                    <a:pt x="138716" y="247482"/>
                    <a:pt x="135566" y="244331"/>
                  </a:cubicBezTo>
                  <a:cubicBezTo>
                    <a:pt x="127839" y="236597"/>
                    <a:pt x="131401" y="233886"/>
                    <a:pt x="140198" y="240806"/>
                  </a:cubicBezTo>
                  <a:cubicBezTo>
                    <a:pt x="145135" y="244689"/>
                    <a:pt x="148042" y="245525"/>
                    <a:pt x="149956" y="243611"/>
                  </a:cubicBezTo>
                  <a:cubicBezTo>
                    <a:pt x="154558" y="239009"/>
                    <a:pt x="147985" y="231874"/>
                    <a:pt x="139967" y="232769"/>
                  </a:cubicBezTo>
                  <a:cubicBezTo>
                    <a:pt x="136133" y="233196"/>
                    <a:pt x="131500" y="232305"/>
                    <a:pt x="129672" y="230788"/>
                  </a:cubicBezTo>
                  <a:cubicBezTo>
                    <a:pt x="127844" y="229271"/>
                    <a:pt x="124675" y="228672"/>
                    <a:pt x="122631" y="229456"/>
                  </a:cubicBezTo>
                  <a:cubicBezTo>
                    <a:pt x="120587" y="230241"/>
                    <a:pt x="116736" y="228476"/>
                    <a:pt x="114075" y="225535"/>
                  </a:cubicBezTo>
                  <a:cubicBezTo>
                    <a:pt x="109769" y="220777"/>
                    <a:pt x="109602" y="219173"/>
                    <a:pt x="112561" y="210989"/>
                  </a:cubicBezTo>
                  <a:cubicBezTo>
                    <a:pt x="114982" y="204297"/>
                    <a:pt x="115114" y="201018"/>
                    <a:pt x="113046" y="198950"/>
                  </a:cubicBezTo>
                  <a:cubicBezTo>
                    <a:pt x="110979" y="196883"/>
                    <a:pt x="110205" y="198007"/>
                    <a:pt x="110205" y="203079"/>
                  </a:cubicBezTo>
                  <a:cubicBezTo>
                    <a:pt x="110205" y="206912"/>
                    <a:pt x="109043" y="210049"/>
                    <a:pt x="107624" y="210049"/>
                  </a:cubicBezTo>
                  <a:cubicBezTo>
                    <a:pt x="106204" y="210049"/>
                    <a:pt x="105042" y="208223"/>
                    <a:pt x="105042" y="205992"/>
                  </a:cubicBezTo>
                  <a:cubicBezTo>
                    <a:pt x="105042" y="203761"/>
                    <a:pt x="103289" y="200182"/>
                    <a:pt x="101146" y="198040"/>
                  </a:cubicBezTo>
                  <a:cubicBezTo>
                    <a:pt x="95668" y="192562"/>
                    <a:pt x="98756" y="189098"/>
                    <a:pt x="106495" y="192040"/>
                  </a:cubicBezTo>
                  <a:cubicBezTo>
                    <a:pt x="112388" y="194281"/>
                    <a:pt x="112698" y="194056"/>
                    <a:pt x="110185" y="189360"/>
                  </a:cubicBezTo>
                  <a:cubicBezTo>
                    <a:pt x="108676" y="186541"/>
                    <a:pt x="106530" y="184234"/>
                    <a:pt x="105416" y="184234"/>
                  </a:cubicBezTo>
                  <a:cubicBezTo>
                    <a:pt x="104302" y="184234"/>
                    <a:pt x="99527" y="180785"/>
                    <a:pt x="94806" y="176570"/>
                  </a:cubicBezTo>
                  <a:cubicBezTo>
                    <a:pt x="90084" y="172354"/>
                    <a:pt x="85321" y="169461"/>
                    <a:pt x="84222" y="170141"/>
                  </a:cubicBezTo>
                  <a:cubicBezTo>
                    <a:pt x="83122" y="170820"/>
                    <a:pt x="80052" y="168617"/>
                    <a:pt x="77400" y="165246"/>
                  </a:cubicBezTo>
                  <a:cubicBezTo>
                    <a:pt x="74748" y="161874"/>
                    <a:pt x="69991" y="158294"/>
                    <a:pt x="66830" y="157291"/>
                  </a:cubicBezTo>
                  <a:cubicBezTo>
                    <a:pt x="63669" y="156287"/>
                    <a:pt x="61640" y="154564"/>
                    <a:pt x="62321" y="153462"/>
                  </a:cubicBezTo>
                  <a:cubicBezTo>
                    <a:pt x="63003" y="152359"/>
                    <a:pt x="61277" y="149007"/>
                    <a:pt x="58487" y="146011"/>
                  </a:cubicBezTo>
                  <a:cubicBezTo>
                    <a:pt x="55696" y="143016"/>
                    <a:pt x="53413" y="138774"/>
                    <a:pt x="53413" y="136585"/>
                  </a:cubicBezTo>
                  <a:cubicBezTo>
                    <a:pt x="53413" y="131375"/>
                    <a:pt x="48531" y="131452"/>
                    <a:pt x="46519" y="136694"/>
                  </a:cubicBezTo>
                  <a:cubicBezTo>
                    <a:pt x="45256" y="139986"/>
                    <a:pt x="44525" y="140111"/>
                    <a:pt x="42767" y="137339"/>
                  </a:cubicBezTo>
                  <a:cubicBezTo>
                    <a:pt x="41090" y="134693"/>
                    <a:pt x="40576" y="134929"/>
                    <a:pt x="40545" y="138358"/>
                  </a:cubicBezTo>
                  <a:cubicBezTo>
                    <a:pt x="40512" y="142152"/>
                    <a:pt x="39561" y="142390"/>
                    <a:pt x="34194" y="139945"/>
                  </a:cubicBezTo>
                  <a:cubicBezTo>
                    <a:pt x="25899" y="136165"/>
                    <a:pt x="24011" y="130691"/>
                    <a:pt x="30312" y="128691"/>
                  </a:cubicBezTo>
                  <a:cubicBezTo>
                    <a:pt x="35660" y="126994"/>
                    <a:pt x="36881" y="123535"/>
                    <a:pt x="32982" y="121125"/>
                  </a:cubicBezTo>
                  <a:cubicBezTo>
                    <a:pt x="31683" y="120322"/>
                    <a:pt x="30139" y="121111"/>
                    <a:pt x="29550" y="122878"/>
                  </a:cubicBezTo>
                  <a:cubicBezTo>
                    <a:pt x="28702" y="125423"/>
                    <a:pt x="26957" y="125397"/>
                    <a:pt x="21151" y="122752"/>
                  </a:cubicBezTo>
                  <a:cubicBezTo>
                    <a:pt x="14600" y="119767"/>
                    <a:pt x="14176" y="119839"/>
                    <a:pt x="17154" y="123427"/>
                  </a:cubicBezTo>
                  <a:cubicBezTo>
                    <a:pt x="23195" y="130706"/>
                    <a:pt x="15185" y="127829"/>
                    <a:pt x="6342" y="119543"/>
                  </a:cubicBezTo>
                  <a:cubicBezTo>
                    <a:pt x="-1702" y="112007"/>
                    <a:pt x="-1792" y="111717"/>
                    <a:pt x="4365" y="113226"/>
                  </a:cubicBezTo>
                  <a:lnTo>
                    <a:pt x="10819" y="114808"/>
                  </a:lnTo>
                  <a:lnTo>
                    <a:pt x="4707" y="109494"/>
                  </a:lnTo>
                  <a:cubicBezTo>
                    <a:pt x="-312" y="105131"/>
                    <a:pt x="-833" y="103490"/>
                    <a:pt x="1796" y="100322"/>
                  </a:cubicBezTo>
                  <a:cubicBezTo>
                    <a:pt x="4323" y="97278"/>
                    <a:pt x="4332" y="95662"/>
                    <a:pt x="1838" y="92658"/>
                  </a:cubicBezTo>
                  <a:cubicBezTo>
                    <a:pt x="-700" y="89600"/>
                    <a:pt x="-229" y="86595"/>
                    <a:pt x="4233" y="77378"/>
                  </a:cubicBezTo>
                  <a:cubicBezTo>
                    <a:pt x="7287" y="71068"/>
                    <a:pt x="11639" y="64368"/>
                    <a:pt x="13902" y="62490"/>
                  </a:cubicBezTo>
                  <a:cubicBezTo>
                    <a:pt x="17532" y="59477"/>
                    <a:pt x="17802" y="59833"/>
                    <a:pt x="16192" y="65508"/>
                  </a:cubicBezTo>
                  <a:lnTo>
                    <a:pt x="14368" y="71941"/>
                  </a:lnTo>
                  <a:lnTo>
                    <a:pt x="19324" y="65780"/>
                  </a:lnTo>
                  <a:lnTo>
                    <a:pt x="24280" y="59619"/>
                  </a:lnTo>
                  <a:lnTo>
                    <a:pt x="25989" y="66426"/>
                  </a:lnTo>
                  <a:cubicBezTo>
                    <a:pt x="26928" y="70169"/>
                    <a:pt x="28755" y="73232"/>
                    <a:pt x="30049" y="73232"/>
                  </a:cubicBezTo>
                  <a:cubicBezTo>
                    <a:pt x="31420" y="73232"/>
                    <a:pt x="31500" y="70091"/>
                    <a:pt x="30241" y="65700"/>
                  </a:cubicBezTo>
                  <a:cubicBezTo>
                    <a:pt x="28162" y="58450"/>
                    <a:pt x="28788" y="57720"/>
                    <a:pt x="47033" y="46164"/>
                  </a:cubicBezTo>
                  <a:cubicBezTo>
                    <a:pt x="66934" y="33559"/>
                    <a:pt x="85466" y="15573"/>
                    <a:pt x="89508" y="4943"/>
                  </a:cubicBezTo>
                  <a:cubicBezTo>
                    <a:pt x="91833" y="-1172"/>
                    <a:pt x="92131" y="-1236"/>
                    <a:pt x="99998" y="2688"/>
                  </a:cubicBezTo>
                  <a:cubicBezTo>
                    <a:pt x="106503" y="5933"/>
                    <a:pt x="109396" y="6135"/>
                    <a:pt x="114706" y="3716"/>
                  </a:cubicBezTo>
                  <a:cubicBezTo>
                    <a:pt x="118341" y="2059"/>
                    <a:pt x="122122" y="1631"/>
                    <a:pt x="123108" y="2764"/>
                  </a:cubicBezTo>
                  <a:cubicBezTo>
                    <a:pt x="125561" y="5583"/>
                    <a:pt x="135461" y="45948"/>
                    <a:pt x="137332" y="60759"/>
                  </a:cubicBezTo>
                  <a:cubicBezTo>
                    <a:pt x="139199" y="75538"/>
                    <a:pt x="141734" y="77777"/>
                    <a:pt x="159468" y="80313"/>
                  </a:cubicBezTo>
                  <a:cubicBezTo>
                    <a:pt x="172513" y="82178"/>
                    <a:pt x="173509" y="82826"/>
                    <a:pt x="174324" y="89973"/>
                  </a:cubicBezTo>
                  <a:cubicBezTo>
                    <a:pt x="174804" y="94187"/>
                    <a:pt x="179160" y="102021"/>
                    <a:pt x="184004" y="107383"/>
                  </a:cubicBezTo>
                  <a:cubicBezTo>
                    <a:pt x="193664" y="118075"/>
                    <a:pt x="194152" y="121338"/>
                    <a:pt x="190190" y="148735"/>
                  </a:cubicBezTo>
                  <a:cubicBezTo>
                    <a:pt x="188197" y="162515"/>
                    <a:pt x="188470" y="168448"/>
                    <a:pt x="191494" y="177131"/>
                  </a:cubicBezTo>
                  <a:cubicBezTo>
                    <a:pt x="193597" y="183167"/>
                    <a:pt x="195335" y="189779"/>
                    <a:pt x="195355" y="191824"/>
                  </a:cubicBezTo>
                  <a:cubicBezTo>
                    <a:pt x="195376" y="193868"/>
                    <a:pt x="199889" y="199676"/>
                    <a:pt x="205385" y="204731"/>
                  </a:cubicBezTo>
                  <a:cubicBezTo>
                    <a:pt x="211344" y="210212"/>
                    <a:pt x="219172" y="221995"/>
                    <a:pt x="224780" y="233927"/>
                  </a:cubicBezTo>
                  <a:cubicBezTo>
                    <a:pt x="234706" y="255043"/>
                    <a:pt x="236093" y="255967"/>
                    <a:pt x="251313" y="251602"/>
                  </a:cubicBezTo>
                  <a:cubicBezTo>
                    <a:pt x="258379" y="249575"/>
                    <a:pt x="260277" y="250166"/>
                    <a:pt x="265826" y="256119"/>
                  </a:cubicBezTo>
                  <a:cubicBezTo>
                    <a:pt x="272628" y="263417"/>
                    <a:pt x="281243" y="280080"/>
                    <a:pt x="280190" y="283901"/>
                  </a:cubicBezTo>
                  <a:cubicBezTo>
                    <a:pt x="278841" y="288796"/>
                    <a:pt x="283826" y="312090"/>
                    <a:pt x="287275" y="317016"/>
                  </a:cubicBezTo>
                  <a:cubicBezTo>
                    <a:pt x="289273" y="319867"/>
                    <a:pt x="290907" y="325358"/>
                    <a:pt x="290907" y="329217"/>
                  </a:cubicBezTo>
                  <a:cubicBezTo>
                    <a:pt x="290907" y="333077"/>
                    <a:pt x="292090" y="336967"/>
                    <a:pt x="293537" y="337861"/>
                  </a:cubicBezTo>
                  <a:cubicBezTo>
                    <a:pt x="294984" y="338755"/>
                    <a:pt x="299069" y="345213"/>
                    <a:pt x="302616" y="352211"/>
                  </a:cubicBezTo>
                  <a:cubicBezTo>
                    <a:pt x="307126" y="361111"/>
                    <a:pt x="310627" y="364936"/>
                    <a:pt x="314264" y="364936"/>
                  </a:cubicBezTo>
                  <a:cubicBezTo>
                    <a:pt x="320436" y="364936"/>
                    <a:pt x="323792" y="371805"/>
                    <a:pt x="319645" y="375951"/>
                  </a:cubicBezTo>
                  <a:cubicBezTo>
                    <a:pt x="318037" y="377560"/>
                    <a:pt x="316721" y="381289"/>
                    <a:pt x="316721" y="384238"/>
                  </a:cubicBezTo>
                  <a:cubicBezTo>
                    <a:pt x="316721" y="387188"/>
                    <a:pt x="314840" y="392287"/>
                    <a:pt x="312540" y="395571"/>
                  </a:cubicBezTo>
                  <a:cubicBezTo>
                    <a:pt x="308425" y="401445"/>
                    <a:pt x="308570" y="414286"/>
                    <a:pt x="312871" y="424954"/>
                  </a:cubicBezTo>
                  <a:cubicBezTo>
                    <a:pt x="314372" y="428678"/>
                    <a:pt x="313283" y="429472"/>
                    <a:pt x="306671" y="429472"/>
                  </a:cubicBezTo>
                  <a:cubicBezTo>
                    <a:pt x="300565" y="429472"/>
                    <a:pt x="298651" y="428323"/>
                    <a:pt x="298651" y="424657"/>
                  </a:cubicBezTo>
                  <a:close/>
                </a:path>
              </a:pathLst>
            </a:custGeom>
            <a:solidFill>
              <a:srgbClr val="B9B9B9"/>
            </a:solidFill>
            <a:ln w="5163" cap="flat">
              <a:noFill/>
              <a:prstDash val="solid"/>
              <a:miter/>
            </a:ln>
          </p:spPr>
          <p:txBody>
            <a:bodyPr/>
            <a:lstStyle/>
            <a:p>
              <a:endParaRPr lang="es-419" noProof="0" dirty="0"/>
            </a:p>
          </p:txBody>
        </p:sp>
        <p:sp>
          <p:nvSpPr>
            <p:cNvPr id="59" name="Forma libre: forma 58">
              <a:extLst>
                <a:ext uri="{FF2B5EF4-FFF2-40B4-BE49-F238E27FC236}">
                  <a16:creationId xmlns:a16="http://schemas.microsoft.com/office/drawing/2014/main" id="{D3199A86-61EE-346C-5A98-AEF6E654235B}"/>
                </a:ext>
              </a:extLst>
            </p:cNvPr>
            <p:cNvSpPr/>
            <p:nvPr/>
          </p:nvSpPr>
          <p:spPr>
            <a:xfrm>
              <a:off x="812163" y="1806340"/>
              <a:ext cx="15955" cy="30179"/>
            </a:xfrm>
            <a:custGeom>
              <a:avLst/>
              <a:gdLst>
                <a:gd name="csX0" fmla="*/ 12859 w 15955"/>
                <a:gd name="csY0" fmla="*/ 27128 h 30179"/>
                <a:gd name="csX1" fmla="*/ 45 w 15955"/>
                <a:gd name="csY1" fmla="*/ 70 h 30179"/>
                <a:gd name="csX2" fmla="*/ 15145 w 15955"/>
                <a:gd name="csY2" fmla="*/ 24519 h 30179"/>
                <a:gd name="csX3" fmla="*/ 12859 w 15955"/>
                <a:gd name="csY3" fmla="*/ 27128 h 30179"/>
              </a:gdLst>
              <a:ahLst/>
              <a:cxnLst>
                <a:cxn ang="0">
                  <a:pos x="csX0" y="csY0"/>
                </a:cxn>
                <a:cxn ang="0">
                  <a:pos x="csX1" y="csY1"/>
                </a:cxn>
                <a:cxn ang="0">
                  <a:pos x="csX2" y="csY2"/>
                </a:cxn>
                <a:cxn ang="0">
                  <a:pos x="csX3" y="csY3"/>
                </a:cxn>
              </a:cxnLst>
              <a:rect l="l" t="t" r="r" b="b"/>
              <a:pathLst>
                <a:path w="15955" h="30179">
                  <a:moveTo>
                    <a:pt x="12859" y="27128"/>
                  </a:moveTo>
                  <a:cubicBezTo>
                    <a:pt x="8119" y="19457"/>
                    <a:pt x="-707" y="822"/>
                    <a:pt x="45" y="70"/>
                  </a:cubicBezTo>
                  <a:cubicBezTo>
                    <a:pt x="1430" y="-1315"/>
                    <a:pt x="13563" y="18330"/>
                    <a:pt x="15145" y="24519"/>
                  </a:cubicBezTo>
                  <a:cubicBezTo>
                    <a:pt x="16793" y="30962"/>
                    <a:pt x="15876" y="32008"/>
                    <a:pt x="12859" y="27128"/>
                  </a:cubicBezTo>
                  <a:close/>
                </a:path>
              </a:pathLst>
            </a:custGeom>
            <a:solidFill>
              <a:srgbClr val="B9B9B9"/>
            </a:solidFill>
            <a:ln w="5163" cap="flat">
              <a:noFill/>
              <a:prstDash val="solid"/>
              <a:miter/>
            </a:ln>
          </p:spPr>
          <p:txBody>
            <a:bodyPr/>
            <a:lstStyle/>
            <a:p>
              <a:endParaRPr lang="es-419" noProof="0" dirty="0"/>
            </a:p>
          </p:txBody>
        </p:sp>
      </p:grpSp>
      <p:sp>
        <p:nvSpPr>
          <p:cNvPr id="60" name="Forma libre: forma 59">
            <a:extLst>
              <a:ext uri="{FF2B5EF4-FFF2-40B4-BE49-F238E27FC236}">
                <a16:creationId xmlns:a16="http://schemas.microsoft.com/office/drawing/2014/main" id="{382C7903-E4B9-6595-2111-297B50290B1D}"/>
              </a:ext>
            </a:extLst>
          </p:cNvPr>
          <p:cNvSpPr/>
          <p:nvPr/>
        </p:nvSpPr>
        <p:spPr>
          <a:xfrm>
            <a:off x="781520" y="1178397"/>
            <a:ext cx="460893" cy="570101"/>
          </a:xfrm>
          <a:custGeom>
            <a:avLst/>
            <a:gdLst>
              <a:gd name="csX0" fmla="*/ 151660 w 460893"/>
              <a:gd name="csY0" fmla="*/ 568610 h 570101"/>
              <a:gd name="csX1" fmla="*/ 140689 w 460893"/>
              <a:gd name="csY1" fmla="*/ 563178 h 570101"/>
              <a:gd name="csX2" fmla="*/ 131877 w 460893"/>
              <a:gd name="csY2" fmla="*/ 549661 h 570101"/>
              <a:gd name="csX3" fmla="*/ 122196 w 460893"/>
              <a:gd name="csY3" fmla="*/ 532968 h 570101"/>
              <a:gd name="csX4" fmla="*/ 107130 w 460893"/>
              <a:gd name="csY4" fmla="*/ 523131 h 570101"/>
              <a:gd name="csX5" fmla="*/ 89869 w 460893"/>
              <a:gd name="csY5" fmla="*/ 518421 h 570101"/>
              <a:gd name="csX6" fmla="*/ 85076 w 460893"/>
              <a:gd name="csY6" fmla="*/ 501266 h 570101"/>
              <a:gd name="csX7" fmla="*/ 77677 w 460893"/>
              <a:gd name="csY7" fmla="*/ 465952 h 570101"/>
              <a:gd name="csX8" fmla="*/ 72006 w 460893"/>
              <a:gd name="csY8" fmla="*/ 445300 h 570101"/>
              <a:gd name="csX9" fmla="*/ 58957 w 460893"/>
              <a:gd name="csY9" fmla="*/ 446095 h 570101"/>
              <a:gd name="csX10" fmla="*/ 35144 w 460893"/>
              <a:gd name="csY10" fmla="*/ 436548 h 570101"/>
              <a:gd name="csX11" fmla="*/ 24381 w 460893"/>
              <a:gd name="csY11" fmla="*/ 426207 h 570101"/>
              <a:gd name="csX12" fmla="*/ 26114 w 460893"/>
              <a:gd name="csY12" fmla="*/ 405421 h 570101"/>
              <a:gd name="csX13" fmla="*/ 25165 w 460893"/>
              <a:gd name="csY13" fmla="*/ 384636 h 570101"/>
              <a:gd name="csX14" fmla="*/ 17520 w 460893"/>
              <a:gd name="csY14" fmla="*/ 374956 h 570101"/>
              <a:gd name="csX15" fmla="*/ 6475 w 460893"/>
              <a:gd name="csY15" fmla="*/ 353942 h 570101"/>
              <a:gd name="csX16" fmla="*/ 196 w 460893"/>
              <a:gd name="csY16" fmla="*/ 332000 h 570101"/>
              <a:gd name="csX17" fmla="*/ 0 w 460893"/>
              <a:gd name="csY17" fmla="*/ 321391 h 570101"/>
              <a:gd name="csX18" fmla="*/ 20006 w 460893"/>
              <a:gd name="csY18" fmla="*/ 322209 h 570101"/>
              <a:gd name="csX19" fmla="*/ 37306 w 460893"/>
              <a:gd name="csY19" fmla="*/ 304003 h 570101"/>
              <a:gd name="csX20" fmla="*/ 36933 w 460893"/>
              <a:gd name="csY20" fmla="*/ 289805 h 570101"/>
              <a:gd name="csX21" fmla="*/ 37690 w 460893"/>
              <a:gd name="csY21" fmla="*/ 253719 h 570101"/>
              <a:gd name="csX22" fmla="*/ 41303 w 460893"/>
              <a:gd name="csY22" fmla="*/ 221451 h 570101"/>
              <a:gd name="csX23" fmla="*/ 48412 w 460893"/>
              <a:gd name="csY23" fmla="*/ 202644 h 570101"/>
              <a:gd name="csX24" fmla="*/ 48257 w 460893"/>
              <a:gd name="csY24" fmla="*/ 124622 h 570101"/>
              <a:gd name="csX25" fmla="*/ 40464 w 460893"/>
              <a:gd name="csY25" fmla="*/ 83859 h 570101"/>
              <a:gd name="csX26" fmla="*/ 52830 w 460893"/>
              <a:gd name="csY26" fmla="*/ 45160 h 570101"/>
              <a:gd name="csX27" fmla="*/ 63246 w 460893"/>
              <a:gd name="csY27" fmla="*/ 46920 h 570101"/>
              <a:gd name="csX28" fmla="*/ 63246 w 460893"/>
              <a:gd name="csY28" fmla="*/ 23460 h 570101"/>
              <a:gd name="csX29" fmla="*/ 66672 w 460893"/>
              <a:gd name="csY29" fmla="*/ 0 h 570101"/>
              <a:gd name="csX30" fmla="*/ 126691 w 460893"/>
              <a:gd name="csY30" fmla="*/ 3798 h 570101"/>
              <a:gd name="csX31" fmla="*/ 203405 w 460893"/>
              <a:gd name="csY31" fmla="*/ 8311 h 570101"/>
              <a:gd name="csX32" fmla="*/ 223527 w 460893"/>
              <a:gd name="csY32" fmla="*/ 9026 h 570101"/>
              <a:gd name="csX33" fmla="*/ 229665 w 460893"/>
              <a:gd name="csY33" fmla="*/ 21938 h 570101"/>
              <a:gd name="csX34" fmla="*/ 254984 w 460893"/>
              <a:gd name="csY34" fmla="*/ 54210 h 570101"/>
              <a:gd name="csX35" fmla="*/ 267180 w 460893"/>
              <a:gd name="csY35" fmla="*/ 65624 h 570101"/>
              <a:gd name="csX36" fmla="*/ 283960 w 460893"/>
              <a:gd name="csY36" fmla="*/ 83994 h 570101"/>
              <a:gd name="csX37" fmla="*/ 300739 w 460893"/>
              <a:gd name="csY37" fmla="*/ 103278 h 570101"/>
              <a:gd name="csX38" fmla="*/ 307688 w 460893"/>
              <a:gd name="csY38" fmla="*/ 107024 h 570101"/>
              <a:gd name="csX39" fmla="*/ 338320 w 460893"/>
              <a:gd name="csY39" fmla="*/ 140082 h 570101"/>
              <a:gd name="csX40" fmla="*/ 345307 w 460893"/>
              <a:gd name="csY40" fmla="*/ 156757 h 570101"/>
              <a:gd name="csX41" fmla="*/ 350264 w 460893"/>
              <a:gd name="csY41" fmla="*/ 174757 h 570101"/>
              <a:gd name="csX42" fmla="*/ 353728 w 460893"/>
              <a:gd name="csY42" fmla="*/ 192882 h 570101"/>
              <a:gd name="csX43" fmla="*/ 357557 w 460893"/>
              <a:gd name="csY43" fmla="*/ 206186 h 570101"/>
              <a:gd name="csX44" fmla="*/ 373046 w 460893"/>
              <a:gd name="csY44" fmla="*/ 221653 h 570101"/>
              <a:gd name="csX45" fmla="*/ 388508 w 460893"/>
              <a:gd name="csY45" fmla="*/ 235073 h 570101"/>
              <a:gd name="csX46" fmla="*/ 408536 w 460893"/>
              <a:gd name="csY46" fmla="*/ 251563 h 570101"/>
              <a:gd name="csX47" fmla="*/ 419486 w 460893"/>
              <a:gd name="csY47" fmla="*/ 258145 h 570101"/>
              <a:gd name="csX48" fmla="*/ 429612 w 460893"/>
              <a:gd name="csY48" fmla="*/ 264555 h 570101"/>
              <a:gd name="csX49" fmla="*/ 440498 w 460893"/>
              <a:gd name="csY49" fmla="*/ 270196 h 570101"/>
              <a:gd name="csX50" fmla="*/ 458638 w 460893"/>
              <a:gd name="csY50" fmla="*/ 279871 h 570101"/>
              <a:gd name="csX51" fmla="*/ 433706 w 460893"/>
              <a:gd name="csY51" fmla="*/ 328123 h 570101"/>
              <a:gd name="csX52" fmla="*/ 401785 w 460893"/>
              <a:gd name="csY52" fmla="*/ 376892 h 570101"/>
              <a:gd name="csX53" fmla="*/ 408173 w 460893"/>
              <a:gd name="csY53" fmla="*/ 427230 h 570101"/>
              <a:gd name="csX54" fmla="*/ 407224 w 460893"/>
              <a:gd name="csY54" fmla="*/ 481463 h 570101"/>
              <a:gd name="csX55" fmla="*/ 357001 w 460893"/>
              <a:gd name="csY55" fmla="*/ 500599 h 570101"/>
              <a:gd name="csX56" fmla="*/ 339993 w 460893"/>
              <a:gd name="csY56" fmla="*/ 507393 h 570101"/>
              <a:gd name="csX57" fmla="*/ 315871 w 460893"/>
              <a:gd name="csY57" fmla="*/ 500146 h 570101"/>
              <a:gd name="csX58" fmla="*/ 305685 w 460893"/>
              <a:gd name="csY58" fmla="*/ 499249 h 570101"/>
              <a:gd name="csX59" fmla="*/ 291896 w 460893"/>
              <a:gd name="csY59" fmla="*/ 499687 h 570101"/>
              <a:gd name="csX60" fmla="*/ 270870 w 460893"/>
              <a:gd name="csY60" fmla="*/ 491757 h 570101"/>
              <a:gd name="csX61" fmla="*/ 256706 w 460893"/>
              <a:gd name="csY61" fmla="*/ 481408 h 570101"/>
              <a:gd name="csX62" fmla="*/ 242051 w 460893"/>
              <a:gd name="csY62" fmla="*/ 472207 h 570101"/>
              <a:gd name="csX63" fmla="*/ 227525 w 460893"/>
              <a:gd name="csY63" fmla="*/ 468533 h 570101"/>
              <a:gd name="csX64" fmla="*/ 222731 w 460893"/>
              <a:gd name="csY64" fmla="*/ 472486 h 570101"/>
              <a:gd name="csX65" fmla="*/ 210984 w 460893"/>
              <a:gd name="csY65" fmla="*/ 493362 h 570101"/>
              <a:gd name="csX66" fmla="*/ 200162 w 460893"/>
              <a:gd name="csY66" fmla="*/ 504374 h 570101"/>
              <a:gd name="csX67" fmla="*/ 192160 w 460893"/>
              <a:gd name="csY67" fmla="*/ 516880 h 570101"/>
              <a:gd name="csX68" fmla="*/ 189436 w 460893"/>
              <a:gd name="csY68" fmla="*/ 530760 h 570101"/>
              <a:gd name="csX69" fmla="*/ 184534 w 460893"/>
              <a:gd name="csY69" fmla="*/ 547022 h 570101"/>
              <a:gd name="csX70" fmla="*/ 182598 w 460893"/>
              <a:gd name="csY70" fmla="*/ 561518 h 570101"/>
              <a:gd name="csX71" fmla="*/ 164446 w 460893"/>
              <a:gd name="csY71" fmla="*/ 570049 h 570101"/>
              <a:gd name="csX72" fmla="*/ 151660 w 460893"/>
              <a:gd name="csY72" fmla="*/ 568610 h 5701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Lst>
            <a:rect l="l" t="t" r="r" b="b"/>
            <a:pathLst>
              <a:path w="460893" h="570101">
                <a:moveTo>
                  <a:pt x="151660" y="568610"/>
                </a:moveTo>
                <a:cubicBezTo>
                  <a:pt x="143384" y="567865"/>
                  <a:pt x="140689" y="566530"/>
                  <a:pt x="140689" y="563178"/>
                </a:cubicBezTo>
                <a:cubicBezTo>
                  <a:pt x="140689" y="560733"/>
                  <a:pt x="136724" y="554651"/>
                  <a:pt x="131877" y="549661"/>
                </a:cubicBezTo>
                <a:cubicBezTo>
                  <a:pt x="126875" y="544511"/>
                  <a:pt x="122689" y="537293"/>
                  <a:pt x="122196" y="532968"/>
                </a:cubicBezTo>
                <a:cubicBezTo>
                  <a:pt x="121389" y="525881"/>
                  <a:pt x="120335" y="525192"/>
                  <a:pt x="107130" y="523131"/>
                </a:cubicBezTo>
                <a:cubicBezTo>
                  <a:pt x="99321" y="521912"/>
                  <a:pt x="91554" y="519792"/>
                  <a:pt x="89869" y="518421"/>
                </a:cubicBezTo>
                <a:cubicBezTo>
                  <a:pt x="88184" y="517050"/>
                  <a:pt x="86027" y="509330"/>
                  <a:pt x="85076" y="501266"/>
                </a:cubicBezTo>
                <a:cubicBezTo>
                  <a:pt x="84126" y="493202"/>
                  <a:pt x="80796" y="477310"/>
                  <a:pt x="77677" y="465952"/>
                </a:cubicBezTo>
                <a:lnTo>
                  <a:pt x="72006" y="445300"/>
                </a:lnTo>
                <a:lnTo>
                  <a:pt x="58957" y="446095"/>
                </a:lnTo>
                <a:cubicBezTo>
                  <a:pt x="46778" y="446836"/>
                  <a:pt x="45189" y="446199"/>
                  <a:pt x="35144" y="436548"/>
                </a:cubicBezTo>
                <a:lnTo>
                  <a:pt x="24381" y="426207"/>
                </a:lnTo>
                <a:lnTo>
                  <a:pt x="26114" y="405421"/>
                </a:lnTo>
                <a:cubicBezTo>
                  <a:pt x="27263" y="391650"/>
                  <a:pt x="26942" y="384636"/>
                  <a:pt x="25165" y="384636"/>
                </a:cubicBezTo>
                <a:cubicBezTo>
                  <a:pt x="23689" y="384636"/>
                  <a:pt x="20249" y="380280"/>
                  <a:pt x="17520" y="374956"/>
                </a:cubicBezTo>
                <a:cubicBezTo>
                  <a:pt x="14791" y="369631"/>
                  <a:pt x="9821" y="360175"/>
                  <a:pt x="6475" y="353942"/>
                </a:cubicBezTo>
                <a:cubicBezTo>
                  <a:pt x="3106" y="347664"/>
                  <a:pt x="305" y="337877"/>
                  <a:pt x="196" y="332000"/>
                </a:cubicBezTo>
                <a:lnTo>
                  <a:pt x="0" y="321391"/>
                </a:lnTo>
                <a:lnTo>
                  <a:pt x="20006" y="322209"/>
                </a:lnTo>
                <a:cubicBezTo>
                  <a:pt x="42391" y="323125"/>
                  <a:pt x="42565" y="322942"/>
                  <a:pt x="37306" y="304003"/>
                </a:cubicBezTo>
                <a:cubicBezTo>
                  <a:pt x="35685" y="298169"/>
                  <a:pt x="35538" y="292562"/>
                  <a:pt x="36933" y="289805"/>
                </a:cubicBezTo>
                <a:cubicBezTo>
                  <a:pt x="38201" y="287300"/>
                  <a:pt x="38542" y="271061"/>
                  <a:pt x="37690" y="253719"/>
                </a:cubicBezTo>
                <a:cubicBezTo>
                  <a:pt x="36207" y="223555"/>
                  <a:pt x="36364" y="222156"/>
                  <a:pt x="41303" y="221451"/>
                </a:cubicBezTo>
                <a:cubicBezTo>
                  <a:pt x="45680" y="220826"/>
                  <a:pt x="46762" y="217964"/>
                  <a:pt x="48412" y="202644"/>
                </a:cubicBezTo>
                <a:cubicBezTo>
                  <a:pt x="51806" y="171127"/>
                  <a:pt x="51726" y="130863"/>
                  <a:pt x="48257" y="124622"/>
                </a:cubicBezTo>
                <a:cubicBezTo>
                  <a:pt x="46501" y="121464"/>
                  <a:pt x="42994" y="103121"/>
                  <a:pt x="40464" y="83859"/>
                </a:cubicBezTo>
                <a:cubicBezTo>
                  <a:pt x="35209" y="43860"/>
                  <a:pt x="35717" y="42269"/>
                  <a:pt x="52830" y="45160"/>
                </a:cubicBezTo>
                <a:lnTo>
                  <a:pt x="63246" y="46920"/>
                </a:lnTo>
                <a:lnTo>
                  <a:pt x="63246" y="23460"/>
                </a:lnTo>
                <a:cubicBezTo>
                  <a:pt x="63246" y="5683"/>
                  <a:pt x="64076" y="0"/>
                  <a:pt x="66672" y="0"/>
                </a:cubicBezTo>
                <a:cubicBezTo>
                  <a:pt x="68557" y="0"/>
                  <a:pt x="95565" y="1709"/>
                  <a:pt x="126691" y="3798"/>
                </a:cubicBezTo>
                <a:cubicBezTo>
                  <a:pt x="157817" y="5887"/>
                  <a:pt x="192338" y="7917"/>
                  <a:pt x="203405" y="8311"/>
                </a:cubicBezTo>
                <a:lnTo>
                  <a:pt x="223527" y="9026"/>
                </a:lnTo>
                <a:lnTo>
                  <a:pt x="229665" y="21938"/>
                </a:lnTo>
                <a:cubicBezTo>
                  <a:pt x="235583" y="34389"/>
                  <a:pt x="251134" y="54210"/>
                  <a:pt x="254984" y="54210"/>
                </a:cubicBezTo>
                <a:cubicBezTo>
                  <a:pt x="256963" y="54210"/>
                  <a:pt x="267180" y="63772"/>
                  <a:pt x="267180" y="65624"/>
                </a:cubicBezTo>
                <a:cubicBezTo>
                  <a:pt x="267180" y="66222"/>
                  <a:pt x="274731" y="74489"/>
                  <a:pt x="283960" y="83994"/>
                </a:cubicBezTo>
                <a:cubicBezTo>
                  <a:pt x="293188" y="93499"/>
                  <a:pt x="300739" y="102177"/>
                  <a:pt x="300739" y="103278"/>
                </a:cubicBezTo>
                <a:cubicBezTo>
                  <a:pt x="300739" y="104379"/>
                  <a:pt x="303866" y="106065"/>
                  <a:pt x="307688" y="107024"/>
                </a:cubicBezTo>
                <a:cubicBezTo>
                  <a:pt x="316754" y="109299"/>
                  <a:pt x="336159" y="130241"/>
                  <a:pt x="338320" y="140082"/>
                </a:cubicBezTo>
                <a:cubicBezTo>
                  <a:pt x="339250" y="144316"/>
                  <a:pt x="342394" y="151820"/>
                  <a:pt x="345307" y="156757"/>
                </a:cubicBezTo>
                <a:cubicBezTo>
                  <a:pt x="348253" y="161749"/>
                  <a:pt x="350453" y="169738"/>
                  <a:pt x="350264" y="174757"/>
                </a:cubicBezTo>
                <a:cubicBezTo>
                  <a:pt x="350078" y="179720"/>
                  <a:pt x="351636" y="187876"/>
                  <a:pt x="353728" y="192882"/>
                </a:cubicBezTo>
                <a:cubicBezTo>
                  <a:pt x="355820" y="197888"/>
                  <a:pt x="357543" y="203875"/>
                  <a:pt x="357557" y="206186"/>
                </a:cubicBezTo>
                <a:cubicBezTo>
                  <a:pt x="357572" y="208497"/>
                  <a:pt x="364542" y="215457"/>
                  <a:pt x="373046" y="221653"/>
                </a:cubicBezTo>
                <a:cubicBezTo>
                  <a:pt x="381550" y="227849"/>
                  <a:pt x="388508" y="233888"/>
                  <a:pt x="388508" y="235073"/>
                </a:cubicBezTo>
                <a:cubicBezTo>
                  <a:pt x="388508" y="239850"/>
                  <a:pt x="400638" y="249837"/>
                  <a:pt x="408536" y="251563"/>
                </a:cubicBezTo>
                <a:cubicBezTo>
                  <a:pt x="413162" y="252574"/>
                  <a:pt x="418090" y="255536"/>
                  <a:pt x="419486" y="258145"/>
                </a:cubicBezTo>
                <a:cubicBezTo>
                  <a:pt x="420882" y="260754"/>
                  <a:pt x="425439" y="263638"/>
                  <a:pt x="429612" y="264555"/>
                </a:cubicBezTo>
                <a:cubicBezTo>
                  <a:pt x="433785" y="265471"/>
                  <a:pt x="438684" y="268010"/>
                  <a:pt x="440498" y="270196"/>
                </a:cubicBezTo>
                <a:cubicBezTo>
                  <a:pt x="443409" y="273704"/>
                  <a:pt x="453843" y="279268"/>
                  <a:pt x="458638" y="279871"/>
                </a:cubicBezTo>
                <a:cubicBezTo>
                  <a:pt x="464237" y="280575"/>
                  <a:pt x="460647" y="287523"/>
                  <a:pt x="433706" y="328123"/>
                </a:cubicBezTo>
                <a:cubicBezTo>
                  <a:pt x="417320" y="352816"/>
                  <a:pt x="402956" y="374762"/>
                  <a:pt x="401785" y="376892"/>
                </a:cubicBezTo>
                <a:cubicBezTo>
                  <a:pt x="400523" y="379188"/>
                  <a:pt x="403122" y="399673"/>
                  <a:pt x="408173" y="427230"/>
                </a:cubicBezTo>
                <a:cubicBezTo>
                  <a:pt x="419157" y="487163"/>
                  <a:pt x="419215" y="483871"/>
                  <a:pt x="407224" y="481463"/>
                </a:cubicBezTo>
                <a:cubicBezTo>
                  <a:pt x="377101" y="475416"/>
                  <a:pt x="375238" y="476126"/>
                  <a:pt x="357001" y="500599"/>
                </a:cubicBezTo>
                <a:cubicBezTo>
                  <a:pt x="346599" y="514558"/>
                  <a:pt x="343773" y="515687"/>
                  <a:pt x="339993" y="507393"/>
                </a:cubicBezTo>
                <a:cubicBezTo>
                  <a:pt x="336462" y="499643"/>
                  <a:pt x="325739" y="496421"/>
                  <a:pt x="315871" y="500146"/>
                </a:cubicBezTo>
                <a:cubicBezTo>
                  <a:pt x="310307" y="502246"/>
                  <a:pt x="308004" y="502043"/>
                  <a:pt x="305685" y="499249"/>
                </a:cubicBezTo>
                <a:cubicBezTo>
                  <a:pt x="301762" y="494522"/>
                  <a:pt x="296907" y="494676"/>
                  <a:pt x="291896" y="499687"/>
                </a:cubicBezTo>
                <a:cubicBezTo>
                  <a:pt x="286395" y="505188"/>
                  <a:pt x="278982" y="502392"/>
                  <a:pt x="270870" y="491757"/>
                </a:cubicBezTo>
                <a:cubicBezTo>
                  <a:pt x="267159" y="486892"/>
                  <a:pt x="260921" y="482334"/>
                  <a:pt x="256706" y="481408"/>
                </a:cubicBezTo>
                <a:cubicBezTo>
                  <a:pt x="252563" y="480498"/>
                  <a:pt x="245969" y="476358"/>
                  <a:pt x="242051" y="472207"/>
                </a:cubicBezTo>
                <a:cubicBezTo>
                  <a:pt x="234140" y="463825"/>
                  <a:pt x="229757" y="462717"/>
                  <a:pt x="227525" y="468533"/>
                </a:cubicBezTo>
                <a:cubicBezTo>
                  <a:pt x="226708" y="470663"/>
                  <a:pt x="224550" y="472442"/>
                  <a:pt x="222731" y="472486"/>
                </a:cubicBezTo>
                <a:cubicBezTo>
                  <a:pt x="216831" y="472631"/>
                  <a:pt x="209780" y="485162"/>
                  <a:pt x="210984" y="493362"/>
                </a:cubicBezTo>
                <a:cubicBezTo>
                  <a:pt x="212266" y="502098"/>
                  <a:pt x="211304" y="503076"/>
                  <a:pt x="200162" y="504374"/>
                </a:cubicBezTo>
                <a:cubicBezTo>
                  <a:pt x="189734" y="505588"/>
                  <a:pt x="189645" y="505728"/>
                  <a:pt x="192160" y="516880"/>
                </a:cubicBezTo>
                <a:cubicBezTo>
                  <a:pt x="193910" y="524639"/>
                  <a:pt x="193416" y="527159"/>
                  <a:pt x="189436" y="530760"/>
                </a:cubicBezTo>
                <a:cubicBezTo>
                  <a:pt x="186033" y="533840"/>
                  <a:pt x="184562" y="538720"/>
                  <a:pt x="184534" y="547022"/>
                </a:cubicBezTo>
                <a:cubicBezTo>
                  <a:pt x="184512" y="553546"/>
                  <a:pt x="183641" y="560069"/>
                  <a:pt x="182598" y="561518"/>
                </a:cubicBezTo>
                <a:cubicBezTo>
                  <a:pt x="180445" y="564508"/>
                  <a:pt x="167199" y="570734"/>
                  <a:pt x="164446" y="570049"/>
                </a:cubicBezTo>
                <a:cubicBezTo>
                  <a:pt x="163448" y="569801"/>
                  <a:pt x="157694" y="569154"/>
                  <a:pt x="151660" y="568610"/>
                </a:cubicBezTo>
                <a:close/>
              </a:path>
            </a:pathLst>
          </a:custGeom>
          <a:solidFill>
            <a:srgbClr val="B9B9B9"/>
          </a:solidFill>
          <a:ln w="5163" cap="flat">
            <a:noFill/>
            <a:prstDash val="solid"/>
            <a:miter/>
          </a:ln>
        </p:spPr>
        <p:txBody>
          <a:bodyPr/>
          <a:lstStyle/>
          <a:p>
            <a:endParaRPr lang="es-419" noProof="0" dirty="0"/>
          </a:p>
        </p:txBody>
      </p:sp>
      <p:sp>
        <p:nvSpPr>
          <p:cNvPr id="61" name="Forma libre: forma 60">
            <a:extLst>
              <a:ext uri="{FF2B5EF4-FFF2-40B4-BE49-F238E27FC236}">
                <a16:creationId xmlns:a16="http://schemas.microsoft.com/office/drawing/2014/main" id="{85E7EB6A-1032-CD9F-41BF-8FEE55B4DF81}"/>
              </a:ext>
            </a:extLst>
          </p:cNvPr>
          <p:cNvSpPr/>
          <p:nvPr/>
        </p:nvSpPr>
        <p:spPr>
          <a:xfrm>
            <a:off x="2038384" y="2469122"/>
            <a:ext cx="332998" cy="314936"/>
          </a:xfrm>
          <a:custGeom>
            <a:avLst/>
            <a:gdLst>
              <a:gd name="csX0" fmla="*/ 150508 w 332998"/>
              <a:gd name="csY0" fmla="*/ 295153 h 314936"/>
              <a:gd name="csX1" fmla="*/ 122921 w 332998"/>
              <a:gd name="csY1" fmla="*/ 269012 h 314936"/>
              <a:gd name="csX2" fmla="*/ 122279 w 332998"/>
              <a:gd name="csY2" fmla="*/ 264031 h 314936"/>
              <a:gd name="csX3" fmla="*/ 126546 w 332998"/>
              <a:gd name="csY3" fmla="*/ 262908 h 314936"/>
              <a:gd name="csX4" fmla="*/ 106954 w 332998"/>
              <a:gd name="csY4" fmla="*/ 254224 h 314936"/>
              <a:gd name="csX5" fmla="*/ 78561 w 332998"/>
              <a:gd name="csY5" fmla="*/ 232541 h 314936"/>
              <a:gd name="csX6" fmla="*/ 60903 w 332998"/>
              <a:gd name="csY6" fmla="*/ 216842 h 314936"/>
              <a:gd name="csX7" fmla="*/ 60455 w 332998"/>
              <a:gd name="csY7" fmla="*/ 213585 h 314936"/>
              <a:gd name="csX8" fmla="*/ 56711 w 332998"/>
              <a:gd name="csY8" fmla="*/ 207285 h 314936"/>
              <a:gd name="csX9" fmla="*/ 53349 w 332998"/>
              <a:gd name="csY9" fmla="*/ 207961 h 314936"/>
              <a:gd name="csX10" fmla="*/ 34703 w 332998"/>
              <a:gd name="csY10" fmla="*/ 200142 h 314936"/>
              <a:gd name="csX11" fmla="*/ 16028 w 332998"/>
              <a:gd name="csY11" fmla="*/ 187234 h 314936"/>
              <a:gd name="csX12" fmla="*/ 16436 w 332998"/>
              <a:gd name="csY12" fmla="*/ 184359 h 314936"/>
              <a:gd name="csX13" fmla="*/ 14549 w 332998"/>
              <a:gd name="csY13" fmla="*/ 178120 h 314936"/>
              <a:gd name="csX14" fmla="*/ 7908 w 332998"/>
              <a:gd name="csY14" fmla="*/ 171021 h 314936"/>
              <a:gd name="csX15" fmla="*/ 2407 w 332998"/>
              <a:gd name="csY15" fmla="*/ 154470 h 314936"/>
              <a:gd name="csX16" fmla="*/ 6812 w 332998"/>
              <a:gd name="csY16" fmla="*/ 119621 h 314936"/>
              <a:gd name="csX17" fmla="*/ 17071 w 332998"/>
              <a:gd name="csY17" fmla="*/ 91641 h 314936"/>
              <a:gd name="csX18" fmla="*/ 20635 w 332998"/>
              <a:gd name="csY18" fmla="*/ 82008 h 314936"/>
              <a:gd name="csX19" fmla="*/ 29523 w 332998"/>
              <a:gd name="csY19" fmla="*/ 71230 h 314936"/>
              <a:gd name="csX20" fmla="*/ 42896 w 332998"/>
              <a:gd name="csY20" fmla="*/ 48085 h 314936"/>
              <a:gd name="csX21" fmla="*/ 49532 w 332998"/>
              <a:gd name="csY21" fmla="*/ 35969 h 314936"/>
              <a:gd name="csX22" fmla="*/ 54906 w 332998"/>
              <a:gd name="csY22" fmla="*/ 23257 h 314936"/>
              <a:gd name="csX23" fmla="*/ 66531 w 332998"/>
              <a:gd name="csY23" fmla="*/ 0 h 314936"/>
              <a:gd name="csX24" fmla="*/ 82468 w 332998"/>
              <a:gd name="csY24" fmla="*/ 19425 h 314936"/>
              <a:gd name="csX25" fmla="*/ 95351 w 332998"/>
              <a:gd name="csY25" fmla="*/ 43885 h 314936"/>
              <a:gd name="csX26" fmla="*/ 106141 w 332998"/>
              <a:gd name="csY26" fmla="*/ 49048 h 314936"/>
              <a:gd name="csX27" fmla="*/ 113640 w 332998"/>
              <a:gd name="csY27" fmla="*/ 54166 h 314936"/>
              <a:gd name="csX28" fmla="*/ 132249 w 332998"/>
              <a:gd name="csY28" fmla="*/ 34653 h 314936"/>
              <a:gd name="csX29" fmla="*/ 156404 w 332998"/>
              <a:gd name="csY29" fmla="*/ 10326 h 314936"/>
              <a:gd name="csX30" fmla="*/ 168334 w 332998"/>
              <a:gd name="csY30" fmla="*/ 6060 h 314936"/>
              <a:gd name="csX31" fmla="*/ 186389 w 332998"/>
              <a:gd name="csY31" fmla="*/ 9933 h 314936"/>
              <a:gd name="csX32" fmla="*/ 200349 w 332998"/>
              <a:gd name="csY32" fmla="*/ 18070 h 314936"/>
              <a:gd name="csX33" fmla="*/ 204999 w 332998"/>
              <a:gd name="csY33" fmla="*/ 30473 h 314936"/>
              <a:gd name="csX34" fmla="*/ 218185 w 332998"/>
              <a:gd name="csY34" fmla="*/ 43802 h 314936"/>
              <a:gd name="csX35" fmla="*/ 227241 w 332998"/>
              <a:gd name="csY35" fmla="*/ 50036 h 314936"/>
              <a:gd name="csX36" fmla="*/ 238424 w 332998"/>
              <a:gd name="csY36" fmla="*/ 60571 h 314936"/>
              <a:gd name="csX37" fmla="*/ 261581 w 332998"/>
              <a:gd name="csY37" fmla="*/ 79599 h 314936"/>
              <a:gd name="csX38" fmla="*/ 276424 w 332998"/>
              <a:gd name="csY38" fmla="*/ 89453 h 314936"/>
              <a:gd name="csX39" fmla="*/ 280389 w 332998"/>
              <a:gd name="csY39" fmla="*/ 90232 h 314936"/>
              <a:gd name="csX40" fmla="*/ 288978 w 332998"/>
              <a:gd name="csY40" fmla="*/ 95366 h 314936"/>
              <a:gd name="csX41" fmla="*/ 309784 w 332998"/>
              <a:gd name="csY41" fmla="*/ 117828 h 314936"/>
              <a:gd name="csX42" fmla="*/ 323208 w 332998"/>
              <a:gd name="csY42" fmla="*/ 127731 h 314936"/>
              <a:gd name="csX43" fmla="*/ 330610 w 332998"/>
              <a:gd name="csY43" fmla="*/ 136947 h 314936"/>
              <a:gd name="csX44" fmla="*/ 327230 w 332998"/>
              <a:gd name="csY44" fmla="*/ 153094 h 314936"/>
              <a:gd name="csX45" fmla="*/ 328146 w 332998"/>
              <a:gd name="csY45" fmla="*/ 164492 h 314936"/>
              <a:gd name="csX46" fmla="*/ 285552 w 332998"/>
              <a:gd name="csY46" fmla="*/ 166189 h 314936"/>
              <a:gd name="csX47" fmla="*/ 228050 w 332998"/>
              <a:gd name="csY47" fmla="*/ 169472 h 314936"/>
              <a:gd name="csX48" fmla="*/ 213142 w 332998"/>
              <a:gd name="csY48" fmla="*/ 171057 h 314936"/>
              <a:gd name="csX49" fmla="*/ 197915 w 332998"/>
              <a:gd name="csY49" fmla="*/ 199758 h 314936"/>
              <a:gd name="csX50" fmla="*/ 180329 w 332998"/>
              <a:gd name="csY50" fmla="*/ 231127 h 314936"/>
              <a:gd name="csX51" fmla="*/ 181055 w 332998"/>
              <a:gd name="csY51" fmla="*/ 253031 h 314936"/>
              <a:gd name="csX52" fmla="*/ 185000 w 332998"/>
              <a:gd name="csY52" fmla="*/ 272477 h 314936"/>
              <a:gd name="csX53" fmla="*/ 182260 w 332998"/>
              <a:gd name="csY53" fmla="*/ 301769 h 314936"/>
              <a:gd name="csX54" fmla="*/ 174070 w 332998"/>
              <a:gd name="csY54" fmla="*/ 314937 h 314936"/>
              <a:gd name="csX55" fmla="*/ 150508 w 332998"/>
              <a:gd name="csY55" fmla="*/ 295153 h 3149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Lst>
            <a:rect l="l" t="t" r="r" b="b"/>
            <a:pathLst>
              <a:path w="332998" h="314936">
                <a:moveTo>
                  <a:pt x="150508" y="295153"/>
                </a:moveTo>
                <a:cubicBezTo>
                  <a:pt x="138884" y="284272"/>
                  <a:pt x="126470" y="272508"/>
                  <a:pt x="122921" y="269012"/>
                </a:cubicBezTo>
                <a:cubicBezTo>
                  <a:pt x="116541" y="262727"/>
                  <a:pt x="116534" y="262670"/>
                  <a:pt x="122279" y="264031"/>
                </a:cubicBezTo>
                <a:cubicBezTo>
                  <a:pt x="125681" y="264837"/>
                  <a:pt x="127450" y="264371"/>
                  <a:pt x="126546" y="262908"/>
                </a:cubicBezTo>
                <a:cubicBezTo>
                  <a:pt x="124960" y="260342"/>
                  <a:pt x="114693" y="255791"/>
                  <a:pt x="106954" y="254224"/>
                </a:cubicBezTo>
                <a:cubicBezTo>
                  <a:pt x="98738" y="252560"/>
                  <a:pt x="93040" y="248209"/>
                  <a:pt x="78561" y="232541"/>
                </a:cubicBezTo>
                <a:cubicBezTo>
                  <a:pt x="70581" y="223906"/>
                  <a:pt x="62635" y="216842"/>
                  <a:pt x="60903" y="216842"/>
                </a:cubicBezTo>
                <a:cubicBezTo>
                  <a:pt x="58660" y="216842"/>
                  <a:pt x="58531" y="215904"/>
                  <a:pt x="60455" y="213585"/>
                </a:cubicBezTo>
                <a:cubicBezTo>
                  <a:pt x="62461" y="211169"/>
                  <a:pt x="61494" y="209543"/>
                  <a:pt x="56711" y="207285"/>
                </a:cubicBezTo>
                <a:cubicBezTo>
                  <a:pt x="51186" y="204678"/>
                  <a:pt x="50705" y="204775"/>
                  <a:pt x="53349" y="207961"/>
                </a:cubicBezTo>
                <a:cubicBezTo>
                  <a:pt x="59572" y="215458"/>
                  <a:pt x="50558" y="211678"/>
                  <a:pt x="34703" y="200142"/>
                </a:cubicBezTo>
                <a:cubicBezTo>
                  <a:pt x="25983" y="193796"/>
                  <a:pt x="17579" y="187988"/>
                  <a:pt x="16028" y="187234"/>
                </a:cubicBezTo>
                <a:cubicBezTo>
                  <a:pt x="14108" y="186301"/>
                  <a:pt x="14238" y="185384"/>
                  <a:pt x="16436" y="184359"/>
                </a:cubicBezTo>
                <a:cubicBezTo>
                  <a:pt x="21429" y="182028"/>
                  <a:pt x="20247" y="178120"/>
                  <a:pt x="14549" y="178120"/>
                </a:cubicBezTo>
                <a:cubicBezTo>
                  <a:pt x="11062" y="178120"/>
                  <a:pt x="8950" y="175862"/>
                  <a:pt x="7908" y="171021"/>
                </a:cubicBezTo>
                <a:cubicBezTo>
                  <a:pt x="7068" y="167117"/>
                  <a:pt x="4593" y="159669"/>
                  <a:pt x="2407" y="154470"/>
                </a:cubicBezTo>
                <a:cubicBezTo>
                  <a:pt x="-1401" y="145413"/>
                  <a:pt x="-1217" y="143959"/>
                  <a:pt x="6812" y="119621"/>
                </a:cubicBezTo>
                <a:cubicBezTo>
                  <a:pt x="11420" y="105652"/>
                  <a:pt x="16036" y="93061"/>
                  <a:pt x="17071" y="91641"/>
                </a:cubicBezTo>
                <a:cubicBezTo>
                  <a:pt x="18105" y="90222"/>
                  <a:pt x="19709" y="85887"/>
                  <a:pt x="20635" y="82008"/>
                </a:cubicBezTo>
                <a:cubicBezTo>
                  <a:pt x="21600" y="77965"/>
                  <a:pt x="25393" y="73366"/>
                  <a:pt x="29523" y="71230"/>
                </a:cubicBezTo>
                <a:cubicBezTo>
                  <a:pt x="37293" y="67213"/>
                  <a:pt x="42896" y="57515"/>
                  <a:pt x="42896" y="48085"/>
                </a:cubicBezTo>
                <a:cubicBezTo>
                  <a:pt x="42896" y="44850"/>
                  <a:pt x="45882" y="39398"/>
                  <a:pt x="49532" y="35969"/>
                </a:cubicBezTo>
                <a:cubicBezTo>
                  <a:pt x="54317" y="31473"/>
                  <a:pt x="55816" y="27929"/>
                  <a:pt x="54906" y="23257"/>
                </a:cubicBezTo>
                <a:cubicBezTo>
                  <a:pt x="53161" y="14292"/>
                  <a:pt x="60305" y="0"/>
                  <a:pt x="66531" y="0"/>
                </a:cubicBezTo>
                <a:cubicBezTo>
                  <a:pt x="74307" y="0"/>
                  <a:pt x="80918" y="8058"/>
                  <a:pt x="82468" y="19425"/>
                </a:cubicBezTo>
                <a:cubicBezTo>
                  <a:pt x="84849" y="36891"/>
                  <a:pt x="88533" y="43885"/>
                  <a:pt x="95351" y="43885"/>
                </a:cubicBezTo>
                <a:cubicBezTo>
                  <a:pt x="98716" y="43885"/>
                  <a:pt x="103572" y="46208"/>
                  <a:pt x="106141" y="49048"/>
                </a:cubicBezTo>
                <a:cubicBezTo>
                  <a:pt x="108711" y="51887"/>
                  <a:pt x="112086" y="54190"/>
                  <a:pt x="113640" y="54166"/>
                </a:cubicBezTo>
                <a:cubicBezTo>
                  <a:pt x="117209" y="54110"/>
                  <a:pt x="125915" y="44980"/>
                  <a:pt x="132249" y="34653"/>
                </a:cubicBezTo>
                <a:cubicBezTo>
                  <a:pt x="141121" y="20185"/>
                  <a:pt x="150911" y="10326"/>
                  <a:pt x="156404" y="10326"/>
                </a:cubicBezTo>
                <a:cubicBezTo>
                  <a:pt x="159385" y="10326"/>
                  <a:pt x="164754" y="8406"/>
                  <a:pt x="168334" y="6060"/>
                </a:cubicBezTo>
                <a:cubicBezTo>
                  <a:pt x="174611" y="1948"/>
                  <a:pt x="175258" y="2087"/>
                  <a:pt x="186389" y="9933"/>
                </a:cubicBezTo>
                <a:cubicBezTo>
                  <a:pt x="192739" y="14408"/>
                  <a:pt x="199021" y="18070"/>
                  <a:pt x="200349" y="18070"/>
                </a:cubicBezTo>
                <a:cubicBezTo>
                  <a:pt x="204669" y="18070"/>
                  <a:pt x="208141" y="27331"/>
                  <a:pt x="204999" y="30473"/>
                </a:cubicBezTo>
                <a:cubicBezTo>
                  <a:pt x="200842" y="34630"/>
                  <a:pt x="205908" y="39750"/>
                  <a:pt x="218185" y="43802"/>
                </a:cubicBezTo>
                <a:cubicBezTo>
                  <a:pt x="223767" y="45645"/>
                  <a:pt x="227842" y="48450"/>
                  <a:pt x="227241" y="50036"/>
                </a:cubicBezTo>
                <a:cubicBezTo>
                  <a:pt x="226639" y="51622"/>
                  <a:pt x="231671" y="56363"/>
                  <a:pt x="238424" y="60571"/>
                </a:cubicBezTo>
                <a:cubicBezTo>
                  <a:pt x="245177" y="64780"/>
                  <a:pt x="255598" y="73342"/>
                  <a:pt x="261581" y="79599"/>
                </a:cubicBezTo>
                <a:cubicBezTo>
                  <a:pt x="268586" y="86925"/>
                  <a:pt x="273870" y="90433"/>
                  <a:pt x="276424" y="89453"/>
                </a:cubicBezTo>
                <a:cubicBezTo>
                  <a:pt x="278605" y="88616"/>
                  <a:pt x="280389" y="88966"/>
                  <a:pt x="280389" y="90232"/>
                </a:cubicBezTo>
                <a:cubicBezTo>
                  <a:pt x="280389" y="91497"/>
                  <a:pt x="284254" y="93807"/>
                  <a:pt x="288978" y="95366"/>
                </a:cubicBezTo>
                <a:cubicBezTo>
                  <a:pt x="297678" y="98238"/>
                  <a:pt x="306636" y="107909"/>
                  <a:pt x="309784" y="117828"/>
                </a:cubicBezTo>
                <a:cubicBezTo>
                  <a:pt x="310845" y="121169"/>
                  <a:pt x="316015" y="124983"/>
                  <a:pt x="323208" y="127731"/>
                </a:cubicBezTo>
                <a:cubicBezTo>
                  <a:pt x="334331" y="131978"/>
                  <a:pt x="334696" y="132432"/>
                  <a:pt x="330610" y="136947"/>
                </a:cubicBezTo>
                <a:cubicBezTo>
                  <a:pt x="327588" y="140286"/>
                  <a:pt x="326585" y="145078"/>
                  <a:pt x="327230" y="153094"/>
                </a:cubicBezTo>
                <a:lnTo>
                  <a:pt x="328146" y="164492"/>
                </a:lnTo>
                <a:lnTo>
                  <a:pt x="285552" y="166189"/>
                </a:lnTo>
                <a:cubicBezTo>
                  <a:pt x="262126" y="167123"/>
                  <a:pt x="236250" y="168600"/>
                  <a:pt x="228050" y="169472"/>
                </a:cubicBezTo>
                <a:lnTo>
                  <a:pt x="213142" y="171057"/>
                </a:lnTo>
                <a:lnTo>
                  <a:pt x="197915" y="199758"/>
                </a:lnTo>
                <a:cubicBezTo>
                  <a:pt x="189539" y="215543"/>
                  <a:pt x="181626" y="229659"/>
                  <a:pt x="180329" y="231127"/>
                </a:cubicBezTo>
                <a:cubicBezTo>
                  <a:pt x="174323" y="237923"/>
                  <a:pt x="174624" y="246989"/>
                  <a:pt x="181055" y="253031"/>
                </a:cubicBezTo>
                <a:cubicBezTo>
                  <a:pt x="187596" y="259176"/>
                  <a:pt x="189401" y="268075"/>
                  <a:pt x="185000" y="272477"/>
                </a:cubicBezTo>
                <a:cubicBezTo>
                  <a:pt x="182808" y="274669"/>
                  <a:pt x="182167" y="281522"/>
                  <a:pt x="182260" y="301769"/>
                </a:cubicBezTo>
                <a:cubicBezTo>
                  <a:pt x="182290" y="308297"/>
                  <a:pt x="178160" y="314937"/>
                  <a:pt x="174070" y="314937"/>
                </a:cubicBezTo>
                <a:cubicBezTo>
                  <a:pt x="172734" y="314937"/>
                  <a:pt x="162131" y="306034"/>
                  <a:pt x="150508" y="295153"/>
                </a:cubicBezTo>
                <a:close/>
              </a:path>
            </a:pathLst>
          </a:custGeom>
          <a:solidFill>
            <a:srgbClr val="B9B9B9"/>
          </a:solidFill>
          <a:ln w="5163" cap="flat">
            <a:noFill/>
            <a:prstDash val="solid"/>
            <a:miter/>
          </a:ln>
        </p:spPr>
        <p:txBody>
          <a:bodyPr/>
          <a:lstStyle/>
          <a:p>
            <a:endParaRPr lang="es-419" noProof="0" dirty="0"/>
          </a:p>
        </p:txBody>
      </p:sp>
      <p:sp>
        <p:nvSpPr>
          <p:cNvPr id="62" name="Forma libre: forma 61">
            <a:extLst>
              <a:ext uri="{FF2B5EF4-FFF2-40B4-BE49-F238E27FC236}">
                <a16:creationId xmlns:a16="http://schemas.microsoft.com/office/drawing/2014/main" id="{2D23CB74-B8D7-FFE9-56DA-86F704B88F74}"/>
              </a:ext>
            </a:extLst>
          </p:cNvPr>
          <p:cNvSpPr/>
          <p:nvPr/>
        </p:nvSpPr>
        <p:spPr>
          <a:xfrm>
            <a:off x="1645015" y="2415517"/>
            <a:ext cx="409424" cy="276749"/>
          </a:xfrm>
          <a:custGeom>
            <a:avLst/>
            <a:gdLst>
              <a:gd name="csX0" fmla="*/ 169694 w 409424"/>
              <a:gd name="csY0" fmla="*/ 275279 h 276749"/>
              <a:gd name="csX1" fmla="*/ 152536 w 409424"/>
              <a:gd name="csY1" fmla="*/ 270490 h 276749"/>
              <a:gd name="csX2" fmla="*/ 128939 w 409424"/>
              <a:gd name="csY2" fmla="*/ 261017 h 276749"/>
              <a:gd name="csX3" fmla="*/ 97253 w 409424"/>
              <a:gd name="csY3" fmla="*/ 251980 h 276749"/>
              <a:gd name="csX4" fmla="*/ 66316 w 409424"/>
              <a:gd name="csY4" fmla="*/ 248914 h 276749"/>
              <a:gd name="csX5" fmla="*/ 49536 w 409424"/>
              <a:gd name="csY5" fmla="*/ 241356 h 276749"/>
              <a:gd name="csX6" fmla="*/ 12262 w 409424"/>
              <a:gd name="csY6" fmla="*/ 223990 h 276749"/>
              <a:gd name="csX7" fmla="*/ 0 w 409424"/>
              <a:gd name="csY7" fmla="*/ 222341 h 276749"/>
              <a:gd name="csX8" fmla="*/ 5808 w 409424"/>
              <a:gd name="csY8" fmla="*/ 214784 h 276749"/>
              <a:gd name="csX9" fmla="*/ 14198 w 409424"/>
              <a:gd name="csY9" fmla="*/ 206134 h 276749"/>
              <a:gd name="csX10" fmla="*/ 30441 w 409424"/>
              <a:gd name="csY10" fmla="*/ 191104 h 276749"/>
              <a:gd name="csX11" fmla="*/ 44102 w 409424"/>
              <a:gd name="csY11" fmla="*/ 178805 h 276749"/>
              <a:gd name="csX12" fmla="*/ 41686 w 409424"/>
              <a:gd name="csY12" fmla="*/ 166228 h 276749"/>
              <a:gd name="csX13" fmla="*/ 27640 w 409424"/>
              <a:gd name="csY13" fmla="*/ 142994 h 276749"/>
              <a:gd name="csX14" fmla="*/ 10050 w 409424"/>
              <a:gd name="csY14" fmla="*/ 94836 h 276749"/>
              <a:gd name="csX15" fmla="*/ 25607 w 409424"/>
              <a:gd name="csY15" fmla="*/ 63931 h 276749"/>
              <a:gd name="csX16" fmla="*/ 43054 w 409424"/>
              <a:gd name="csY16" fmla="*/ 67030 h 276749"/>
              <a:gd name="csX17" fmla="*/ 54130 w 409424"/>
              <a:gd name="csY17" fmla="*/ 57326 h 276749"/>
              <a:gd name="csX18" fmla="*/ 54400 w 409424"/>
              <a:gd name="csY18" fmla="*/ 43740 h 276749"/>
              <a:gd name="csX19" fmla="*/ 67118 w 409424"/>
              <a:gd name="csY19" fmla="*/ 40356 h 276749"/>
              <a:gd name="csX20" fmla="*/ 69858 w 409424"/>
              <a:gd name="csY20" fmla="*/ 47250 h 276749"/>
              <a:gd name="csX21" fmla="*/ 74957 w 409424"/>
              <a:gd name="csY21" fmla="*/ 55146 h 276749"/>
              <a:gd name="csX22" fmla="*/ 85078 w 409424"/>
              <a:gd name="csY22" fmla="*/ 56392 h 276749"/>
              <a:gd name="csX23" fmla="*/ 108275 w 409424"/>
              <a:gd name="csY23" fmla="*/ 51828 h 276749"/>
              <a:gd name="csX24" fmla="*/ 135859 w 409424"/>
              <a:gd name="csY24" fmla="*/ 46965 h 276749"/>
              <a:gd name="csX25" fmla="*/ 159928 w 409424"/>
              <a:gd name="csY25" fmla="*/ 4926 h 276749"/>
              <a:gd name="csX26" fmla="*/ 164133 w 409424"/>
              <a:gd name="csY26" fmla="*/ 409 h 276749"/>
              <a:gd name="csX27" fmla="*/ 170486 w 409424"/>
              <a:gd name="csY27" fmla="*/ 1976 h 276749"/>
              <a:gd name="csX28" fmla="*/ 183283 w 409424"/>
              <a:gd name="csY28" fmla="*/ 17951 h 276749"/>
              <a:gd name="csX29" fmla="*/ 185999 w 409424"/>
              <a:gd name="csY29" fmla="*/ 22627 h 276749"/>
              <a:gd name="csX30" fmla="*/ 191478 w 409424"/>
              <a:gd name="csY30" fmla="*/ 30556 h 276749"/>
              <a:gd name="csX31" fmla="*/ 217371 w 409424"/>
              <a:gd name="csY31" fmla="*/ 43279 h 276749"/>
              <a:gd name="csX32" fmla="*/ 231319 w 409424"/>
              <a:gd name="csY32" fmla="*/ 47797 h 276749"/>
              <a:gd name="csX33" fmla="*/ 231065 w 409424"/>
              <a:gd name="csY33" fmla="*/ 71654 h 276749"/>
              <a:gd name="csX34" fmla="*/ 232914 w 409424"/>
              <a:gd name="csY34" fmla="*/ 94162 h 276749"/>
              <a:gd name="csX35" fmla="*/ 264097 w 409424"/>
              <a:gd name="csY35" fmla="*/ 98422 h 276749"/>
              <a:gd name="csX36" fmla="*/ 290859 w 409424"/>
              <a:gd name="csY36" fmla="*/ 85458 h 276749"/>
              <a:gd name="csX37" fmla="*/ 289553 w 409424"/>
              <a:gd name="csY37" fmla="*/ 87164 h 276749"/>
              <a:gd name="csX38" fmla="*/ 313001 w 409424"/>
              <a:gd name="csY38" fmla="*/ 117924 h 276749"/>
              <a:gd name="csX39" fmla="*/ 320100 w 409424"/>
              <a:gd name="csY39" fmla="*/ 125822 h 276749"/>
              <a:gd name="csX40" fmla="*/ 323327 w 409424"/>
              <a:gd name="csY40" fmla="*/ 131062 h 276749"/>
              <a:gd name="csX41" fmla="*/ 409403 w 409424"/>
              <a:gd name="csY41" fmla="*/ 134303 h 276749"/>
              <a:gd name="csX42" fmla="*/ 398626 w 409424"/>
              <a:gd name="csY42" fmla="*/ 166622 h 276749"/>
              <a:gd name="csX43" fmla="*/ 387152 w 409424"/>
              <a:gd name="csY43" fmla="*/ 198243 h 276749"/>
              <a:gd name="csX44" fmla="*/ 392348 w 409424"/>
              <a:gd name="csY44" fmla="*/ 208428 h 276749"/>
              <a:gd name="csX45" fmla="*/ 395238 w 409424"/>
              <a:gd name="csY45" fmla="*/ 226562 h 276749"/>
              <a:gd name="csX46" fmla="*/ 391384 w 409424"/>
              <a:gd name="csY46" fmla="*/ 222526 h 276749"/>
              <a:gd name="csX47" fmla="*/ 386991 w 409424"/>
              <a:gd name="csY47" fmla="*/ 220249 h 276749"/>
              <a:gd name="csX48" fmla="*/ 376751 w 409424"/>
              <a:gd name="csY48" fmla="*/ 216540 h 276749"/>
              <a:gd name="csX49" fmla="*/ 366566 w 409424"/>
              <a:gd name="csY49" fmla="*/ 215027 h 276749"/>
              <a:gd name="csX50" fmla="*/ 371084 w 409424"/>
              <a:gd name="csY50" fmla="*/ 220497 h 276749"/>
              <a:gd name="csX51" fmla="*/ 400125 w 409424"/>
              <a:gd name="csY51" fmla="*/ 234526 h 276749"/>
              <a:gd name="csX52" fmla="*/ 382700 w 409424"/>
              <a:gd name="csY52" fmla="*/ 228973 h 276749"/>
              <a:gd name="csX53" fmla="*/ 356240 w 409424"/>
              <a:gd name="csY53" fmla="*/ 221430 h 276749"/>
              <a:gd name="csX54" fmla="*/ 344640 w 409424"/>
              <a:gd name="csY54" fmla="*/ 215296 h 276749"/>
              <a:gd name="csX55" fmla="*/ 351310 w 409424"/>
              <a:gd name="csY55" fmla="*/ 215089 h 276749"/>
              <a:gd name="csX56" fmla="*/ 353659 w 409424"/>
              <a:gd name="csY56" fmla="*/ 213898 h 276749"/>
              <a:gd name="csX57" fmla="*/ 348281 w 409424"/>
              <a:gd name="csY57" fmla="*/ 208377 h 276749"/>
              <a:gd name="csX58" fmla="*/ 338397 w 409424"/>
              <a:gd name="csY58" fmla="*/ 209577 h 276749"/>
              <a:gd name="csX59" fmla="*/ 330426 w 409424"/>
              <a:gd name="csY59" fmla="*/ 208411 h 276749"/>
              <a:gd name="csX60" fmla="*/ 317751 w 409424"/>
              <a:gd name="csY60" fmla="*/ 206264 h 276749"/>
              <a:gd name="csX61" fmla="*/ 320963 w 409424"/>
              <a:gd name="csY61" fmla="*/ 214760 h 276749"/>
              <a:gd name="csX62" fmla="*/ 323972 w 409424"/>
              <a:gd name="csY62" fmla="*/ 215747 h 276749"/>
              <a:gd name="csX63" fmla="*/ 314937 w 409424"/>
              <a:gd name="csY63" fmla="*/ 219599 h 276749"/>
              <a:gd name="csX64" fmla="*/ 321391 w 409424"/>
              <a:gd name="csY64" fmla="*/ 219864 h 276749"/>
              <a:gd name="csX65" fmla="*/ 330426 w 409424"/>
              <a:gd name="csY65" fmla="*/ 221426 h 276749"/>
              <a:gd name="csX66" fmla="*/ 310754 w 409424"/>
              <a:gd name="csY66" fmla="*/ 223941 h 276749"/>
              <a:gd name="csX67" fmla="*/ 284939 w 409424"/>
              <a:gd name="csY67" fmla="*/ 234304 h 276749"/>
              <a:gd name="csX68" fmla="*/ 270316 w 409424"/>
              <a:gd name="csY68" fmla="*/ 244630 h 276749"/>
              <a:gd name="csX69" fmla="*/ 259397 w 409424"/>
              <a:gd name="csY69" fmla="*/ 248767 h 276749"/>
              <a:gd name="csX70" fmla="*/ 242736 w 409424"/>
              <a:gd name="csY70" fmla="*/ 255227 h 276749"/>
              <a:gd name="csX71" fmla="*/ 220097 w 409424"/>
              <a:gd name="csY71" fmla="*/ 265079 h 276749"/>
              <a:gd name="csX72" fmla="*/ 198772 w 409424"/>
              <a:gd name="csY72" fmla="*/ 274061 h 276749"/>
              <a:gd name="csX73" fmla="*/ 169694 w 409424"/>
              <a:gd name="csY73" fmla="*/ 275279 h 2767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Lst>
            <a:rect l="l" t="t" r="r" b="b"/>
            <a:pathLst>
              <a:path w="409424" h="276749">
                <a:moveTo>
                  <a:pt x="169694" y="275279"/>
                </a:moveTo>
                <a:cubicBezTo>
                  <a:pt x="167412" y="274002"/>
                  <a:pt x="159691" y="271847"/>
                  <a:pt x="152536" y="270490"/>
                </a:cubicBezTo>
                <a:cubicBezTo>
                  <a:pt x="145381" y="269133"/>
                  <a:pt x="134762" y="264870"/>
                  <a:pt x="128939" y="261017"/>
                </a:cubicBezTo>
                <a:cubicBezTo>
                  <a:pt x="120697" y="255563"/>
                  <a:pt x="113680" y="253561"/>
                  <a:pt x="97253" y="251980"/>
                </a:cubicBezTo>
                <a:cubicBezTo>
                  <a:pt x="85648" y="250863"/>
                  <a:pt x="71726" y="249483"/>
                  <a:pt x="66316" y="248914"/>
                </a:cubicBezTo>
                <a:cubicBezTo>
                  <a:pt x="60430" y="248295"/>
                  <a:pt x="53691" y="245260"/>
                  <a:pt x="49536" y="241356"/>
                </a:cubicBezTo>
                <a:cubicBezTo>
                  <a:pt x="36860" y="229445"/>
                  <a:pt x="25174" y="224000"/>
                  <a:pt x="12262" y="223990"/>
                </a:cubicBezTo>
                <a:cubicBezTo>
                  <a:pt x="5518" y="223985"/>
                  <a:pt x="0" y="223243"/>
                  <a:pt x="0" y="222341"/>
                </a:cubicBezTo>
                <a:cubicBezTo>
                  <a:pt x="0" y="221438"/>
                  <a:pt x="2614" y="218038"/>
                  <a:pt x="5808" y="214784"/>
                </a:cubicBezTo>
                <a:cubicBezTo>
                  <a:pt x="9003" y="211529"/>
                  <a:pt x="12778" y="207637"/>
                  <a:pt x="14198" y="206134"/>
                </a:cubicBezTo>
                <a:cubicBezTo>
                  <a:pt x="15618" y="204632"/>
                  <a:pt x="22927" y="197868"/>
                  <a:pt x="30441" y="191104"/>
                </a:cubicBezTo>
                <a:lnTo>
                  <a:pt x="44102" y="178805"/>
                </a:lnTo>
                <a:lnTo>
                  <a:pt x="41686" y="166228"/>
                </a:lnTo>
                <a:cubicBezTo>
                  <a:pt x="39751" y="156152"/>
                  <a:pt x="36957" y="151530"/>
                  <a:pt x="27640" y="142994"/>
                </a:cubicBezTo>
                <a:cubicBezTo>
                  <a:pt x="14024" y="130519"/>
                  <a:pt x="10714" y="121458"/>
                  <a:pt x="10050" y="94836"/>
                </a:cubicBezTo>
                <a:cubicBezTo>
                  <a:pt x="9450" y="70766"/>
                  <a:pt x="12891" y="63931"/>
                  <a:pt x="25607" y="63931"/>
                </a:cubicBezTo>
                <a:cubicBezTo>
                  <a:pt x="30489" y="63931"/>
                  <a:pt x="38340" y="65326"/>
                  <a:pt x="43054" y="67030"/>
                </a:cubicBezTo>
                <a:cubicBezTo>
                  <a:pt x="54638" y="71219"/>
                  <a:pt x="59354" y="67087"/>
                  <a:pt x="54130" y="57326"/>
                </a:cubicBezTo>
                <a:cubicBezTo>
                  <a:pt x="51035" y="51543"/>
                  <a:pt x="51072" y="49668"/>
                  <a:pt x="54400" y="43740"/>
                </a:cubicBezTo>
                <a:cubicBezTo>
                  <a:pt x="59239" y="35118"/>
                  <a:pt x="67118" y="33022"/>
                  <a:pt x="67118" y="40356"/>
                </a:cubicBezTo>
                <a:cubicBezTo>
                  <a:pt x="67118" y="43216"/>
                  <a:pt x="68351" y="46318"/>
                  <a:pt x="69858" y="47250"/>
                </a:cubicBezTo>
                <a:cubicBezTo>
                  <a:pt x="71366" y="48181"/>
                  <a:pt x="73660" y="51735"/>
                  <a:pt x="74957" y="55146"/>
                </a:cubicBezTo>
                <a:cubicBezTo>
                  <a:pt x="77803" y="62631"/>
                  <a:pt x="81496" y="63085"/>
                  <a:pt x="85078" y="56392"/>
                </a:cubicBezTo>
                <a:cubicBezTo>
                  <a:pt x="87383" y="52084"/>
                  <a:pt x="90423" y="51486"/>
                  <a:pt x="108275" y="51828"/>
                </a:cubicBezTo>
                <a:cubicBezTo>
                  <a:pt x="125309" y="52154"/>
                  <a:pt x="130021" y="51323"/>
                  <a:pt x="135859" y="46965"/>
                </a:cubicBezTo>
                <a:cubicBezTo>
                  <a:pt x="144210" y="40730"/>
                  <a:pt x="159754" y="13580"/>
                  <a:pt x="159928" y="4926"/>
                </a:cubicBezTo>
                <a:cubicBezTo>
                  <a:pt x="160018" y="462"/>
                  <a:pt x="161137" y="-741"/>
                  <a:pt x="164133" y="409"/>
                </a:cubicBezTo>
                <a:cubicBezTo>
                  <a:pt x="166379" y="1271"/>
                  <a:pt x="169238" y="1976"/>
                  <a:pt x="170486" y="1976"/>
                </a:cubicBezTo>
                <a:cubicBezTo>
                  <a:pt x="174404" y="1976"/>
                  <a:pt x="183283" y="13060"/>
                  <a:pt x="183283" y="17951"/>
                </a:cubicBezTo>
                <a:cubicBezTo>
                  <a:pt x="183283" y="20523"/>
                  <a:pt x="184505" y="22627"/>
                  <a:pt x="185999" y="22627"/>
                </a:cubicBezTo>
                <a:cubicBezTo>
                  <a:pt x="187493" y="22627"/>
                  <a:pt x="189958" y="26195"/>
                  <a:pt x="191478" y="30556"/>
                </a:cubicBezTo>
                <a:cubicBezTo>
                  <a:pt x="194632" y="39603"/>
                  <a:pt x="202114" y="43279"/>
                  <a:pt x="217371" y="43279"/>
                </a:cubicBezTo>
                <a:cubicBezTo>
                  <a:pt x="224361" y="43279"/>
                  <a:pt x="229040" y="44794"/>
                  <a:pt x="231319" y="47797"/>
                </a:cubicBezTo>
                <a:cubicBezTo>
                  <a:pt x="235951" y="53900"/>
                  <a:pt x="235804" y="67721"/>
                  <a:pt x="231065" y="71654"/>
                </a:cubicBezTo>
                <a:cubicBezTo>
                  <a:pt x="227042" y="74993"/>
                  <a:pt x="227738" y="83470"/>
                  <a:pt x="232914" y="94162"/>
                </a:cubicBezTo>
                <a:cubicBezTo>
                  <a:pt x="236944" y="102487"/>
                  <a:pt x="256280" y="105129"/>
                  <a:pt x="264097" y="98422"/>
                </a:cubicBezTo>
                <a:cubicBezTo>
                  <a:pt x="272137" y="91525"/>
                  <a:pt x="288836" y="83435"/>
                  <a:pt x="290859" y="85458"/>
                </a:cubicBezTo>
                <a:cubicBezTo>
                  <a:pt x="291797" y="86396"/>
                  <a:pt x="291209" y="87164"/>
                  <a:pt x="289553" y="87164"/>
                </a:cubicBezTo>
                <a:cubicBezTo>
                  <a:pt x="278849" y="87164"/>
                  <a:pt x="297992" y="112276"/>
                  <a:pt x="313001" y="117924"/>
                </a:cubicBezTo>
                <a:cubicBezTo>
                  <a:pt x="317528" y="119627"/>
                  <a:pt x="320100" y="122488"/>
                  <a:pt x="320100" y="125822"/>
                </a:cubicBezTo>
                <a:cubicBezTo>
                  <a:pt x="320100" y="128696"/>
                  <a:pt x="321552" y="131055"/>
                  <a:pt x="323327" y="131062"/>
                </a:cubicBezTo>
                <a:cubicBezTo>
                  <a:pt x="338940" y="131129"/>
                  <a:pt x="408862" y="133762"/>
                  <a:pt x="409403" y="134303"/>
                </a:cubicBezTo>
                <a:cubicBezTo>
                  <a:pt x="409786" y="134687"/>
                  <a:pt x="404937" y="149230"/>
                  <a:pt x="398626" y="166622"/>
                </a:cubicBezTo>
                <a:lnTo>
                  <a:pt x="387152" y="198243"/>
                </a:lnTo>
                <a:lnTo>
                  <a:pt x="392348" y="208428"/>
                </a:lnTo>
                <a:cubicBezTo>
                  <a:pt x="397867" y="219247"/>
                  <a:pt x="399033" y="226562"/>
                  <a:pt x="395238" y="226562"/>
                </a:cubicBezTo>
                <a:cubicBezTo>
                  <a:pt x="393970" y="226562"/>
                  <a:pt x="392236" y="224746"/>
                  <a:pt x="391384" y="222526"/>
                </a:cubicBezTo>
                <a:cubicBezTo>
                  <a:pt x="390533" y="220307"/>
                  <a:pt x="388555" y="219282"/>
                  <a:pt x="386991" y="220249"/>
                </a:cubicBezTo>
                <a:cubicBezTo>
                  <a:pt x="385426" y="221216"/>
                  <a:pt x="380818" y="219547"/>
                  <a:pt x="376751" y="216540"/>
                </a:cubicBezTo>
                <a:cubicBezTo>
                  <a:pt x="367939" y="210026"/>
                  <a:pt x="366566" y="209821"/>
                  <a:pt x="366566" y="215027"/>
                </a:cubicBezTo>
                <a:cubicBezTo>
                  <a:pt x="366566" y="217201"/>
                  <a:pt x="368599" y="219663"/>
                  <a:pt x="371084" y="220497"/>
                </a:cubicBezTo>
                <a:cubicBezTo>
                  <a:pt x="382593" y="224364"/>
                  <a:pt x="400125" y="232833"/>
                  <a:pt x="400125" y="234526"/>
                </a:cubicBezTo>
                <a:cubicBezTo>
                  <a:pt x="400125" y="235560"/>
                  <a:pt x="392284" y="233061"/>
                  <a:pt x="382700" y="228973"/>
                </a:cubicBezTo>
                <a:cubicBezTo>
                  <a:pt x="373117" y="224884"/>
                  <a:pt x="361210" y="221490"/>
                  <a:pt x="356240" y="221430"/>
                </a:cubicBezTo>
                <a:cubicBezTo>
                  <a:pt x="344962" y="221293"/>
                  <a:pt x="338255" y="217747"/>
                  <a:pt x="344640" y="215296"/>
                </a:cubicBezTo>
                <a:cubicBezTo>
                  <a:pt x="347017" y="214384"/>
                  <a:pt x="350019" y="214291"/>
                  <a:pt x="351310" y="215089"/>
                </a:cubicBezTo>
                <a:cubicBezTo>
                  <a:pt x="352602" y="215888"/>
                  <a:pt x="353659" y="215352"/>
                  <a:pt x="353659" y="213898"/>
                </a:cubicBezTo>
                <a:cubicBezTo>
                  <a:pt x="353659" y="212444"/>
                  <a:pt x="351239" y="209960"/>
                  <a:pt x="348281" y="208377"/>
                </a:cubicBezTo>
                <a:cubicBezTo>
                  <a:pt x="344050" y="206113"/>
                  <a:pt x="341943" y="206369"/>
                  <a:pt x="338397" y="209577"/>
                </a:cubicBezTo>
                <a:cubicBezTo>
                  <a:pt x="332399" y="215006"/>
                  <a:pt x="330426" y="214717"/>
                  <a:pt x="330426" y="208411"/>
                </a:cubicBezTo>
                <a:cubicBezTo>
                  <a:pt x="330426" y="200483"/>
                  <a:pt x="323396" y="199293"/>
                  <a:pt x="317751" y="206264"/>
                </a:cubicBezTo>
                <a:cubicBezTo>
                  <a:pt x="311888" y="213504"/>
                  <a:pt x="313243" y="217088"/>
                  <a:pt x="320963" y="214760"/>
                </a:cubicBezTo>
                <a:cubicBezTo>
                  <a:pt x="324787" y="213607"/>
                  <a:pt x="325738" y="213919"/>
                  <a:pt x="323972" y="215747"/>
                </a:cubicBezTo>
                <a:cubicBezTo>
                  <a:pt x="322552" y="217218"/>
                  <a:pt x="318487" y="218951"/>
                  <a:pt x="314937" y="219599"/>
                </a:cubicBezTo>
                <a:cubicBezTo>
                  <a:pt x="311388" y="220248"/>
                  <a:pt x="314292" y="220366"/>
                  <a:pt x="321391" y="219864"/>
                </a:cubicBezTo>
                <a:cubicBezTo>
                  <a:pt x="330318" y="219231"/>
                  <a:pt x="333104" y="219713"/>
                  <a:pt x="330426" y="221426"/>
                </a:cubicBezTo>
                <a:cubicBezTo>
                  <a:pt x="328296" y="222787"/>
                  <a:pt x="319444" y="223919"/>
                  <a:pt x="310754" y="223941"/>
                </a:cubicBezTo>
                <a:cubicBezTo>
                  <a:pt x="295733" y="223979"/>
                  <a:pt x="294460" y="224490"/>
                  <a:pt x="284939" y="234304"/>
                </a:cubicBezTo>
                <a:cubicBezTo>
                  <a:pt x="279431" y="239982"/>
                  <a:pt x="272851" y="244629"/>
                  <a:pt x="270316" y="244630"/>
                </a:cubicBezTo>
                <a:cubicBezTo>
                  <a:pt x="267782" y="244631"/>
                  <a:pt x="262868" y="246493"/>
                  <a:pt x="259397" y="248767"/>
                </a:cubicBezTo>
                <a:cubicBezTo>
                  <a:pt x="255927" y="251041"/>
                  <a:pt x="248429" y="253948"/>
                  <a:pt x="242736" y="255227"/>
                </a:cubicBezTo>
                <a:cubicBezTo>
                  <a:pt x="237044" y="256506"/>
                  <a:pt x="226856" y="260940"/>
                  <a:pt x="220097" y="265079"/>
                </a:cubicBezTo>
                <a:cubicBezTo>
                  <a:pt x="213337" y="269219"/>
                  <a:pt x="203741" y="273261"/>
                  <a:pt x="198772" y="274061"/>
                </a:cubicBezTo>
                <a:cubicBezTo>
                  <a:pt x="178742" y="277289"/>
                  <a:pt x="173664" y="277501"/>
                  <a:pt x="169694" y="275279"/>
                </a:cubicBezTo>
                <a:close/>
              </a:path>
            </a:pathLst>
          </a:custGeom>
          <a:solidFill>
            <a:srgbClr val="B9B9B9"/>
          </a:solidFill>
          <a:ln w="5163" cap="flat">
            <a:noFill/>
            <a:prstDash val="solid"/>
            <a:miter/>
          </a:ln>
        </p:spPr>
        <p:txBody>
          <a:bodyPr/>
          <a:lstStyle/>
          <a:p>
            <a:endParaRPr lang="es-419" noProof="0" dirty="0"/>
          </a:p>
        </p:txBody>
      </p:sp>
      <p:sp>
        <p:nvSpPr>
          <p:cNvPr id="63" name="Forma libre: forma 62">
            <a:extLst>
              <a:ext uri="{FF2B5EF4-FFF2-40B4-BE49-F238E27FC236}">
                <a16:creationId xmlns:a16="http://schemas.microsoft.com/office/drawing/2014/main" id="{E05851E8-32A9-5EAC-E580-F155BDCF6D51}"/>
              </a:ext>
            </a:extLst>
          </p:cNvPr>
          <p:cNvSpPr/>
          <p:nvPr/>
        </p:nvSpPr>
        <p:spPr>
          <a:xfrm>
            <a:off x="1324915" y="2412330"/>
            <a:ext cx="357764" cy="223095"/>
          </a:xfrm>
          <a:custGeom>
            <a:avLst/>
            <a:gdLst>
              <a:gd name="csX0" fmla="*/ 310749 w 357764"/>
              <a:gd name="csY0" fmla="*/ 220821 h 223095"/>
              <a:gd name="csX1" fmla="*/ 306750 w 357764"/>
              <a:gd name="csY1" fmla="*/ 216842 h 223095"/>
              <a:gd name="csX2" fmla="*/ 298107 w 357764"/>
              <a:gd name="csY2" fmla="*/ 209508 h 223095"/>
              <a:gd name="csX3" fmla="*/ 280348 w 357764"/>
              <a:gd name="csY3" fmla="*/ 201999 h 223095"/>
              <a:gd name="csX4" fmla="*/ 262845 w 357764"/>
              <a:gd name="csY4" fmla="*/ 196313 h 223095"/>
              <a:gd name="csX5" fmla="*/ 256032 w 357764"/>
              <a:gd name="csY5" fmla="*/ 193496 h 223095"/>
              <a:gd name="csX6" fmla="*/ 242886 w 357764"/>
              <a:gd name="csY6" fmla="*/ 190679 h 223095"/>
              <a:gd name="csX7" fmla="*/ 229978 w 357764"/>
              <a:gd name="csY7" fmla="*/ 186722 h 223095"/>
              <a:gd name="csX8" fmla="*/ 220854 w 357764"/>
              <a:gd name="csY8" fmla="*/ 186091 h 223095"/>
              <a:gd name="csX9" fmla="*/ 209097 w 357764"/>
              <a:gd name="csY9" fmla="*/ 183130 h 223095"/>
              <a:gd name="csX10" fmla="*/ 214906 w 357764"/>
              <a:gd name="csY10" fmla="*/ 187877 h 223095"/>
              <a:gd name="csX11" fmla="*/ 215222 w 357764"/>
              <a:gd name="csY11" fmla="*/ 190853 h 223095"/>
              <a:gd name="csX12" fmla="*/ 206349 w 357764"/>
              <a:gd name="csY12" fmla="*/ 186954 h 223095"/>
              <a:gd name="csX13" fmla="*/ 189899 w 357764"/>
              <a:gd name="csY13" fmla="*/ 176334 h 223095"/>
              <a:gd name="csX14" fmla="*/ 172154 w 357764"/>
              <a:gd name="csY14" fmla="*/ 165667 h 223095"/>
              <a:gd name="csX15" fmla="*/ 165494 w 357764"/>
              <a:gd name="csY15" fmla="*/ 164758 h 223095"/>
              <a:gd name="csX16" fmla="*/ 154887 w 357764"/>
              <a:gd name="csY16" fmla="*/ 162867 h 223095"/>
              <a:gd name="csX17" fmla="*/ 146116 w 357764"/>
              <a:gd name="csY17" fmla="*/ 160825 h 223095"/>
              <a:gd name="csX18" fmla="*/ 117490 w 357764"/>
              <a:gd name="csY18" fmla="*/ 151278 h 223095"/>
              <a:gd name="csX19" fmla="*/ 95284 w 357764"/>
              <a:gd name="csY19" fmla="*/ 141980 h 223095"/>
              <a:gd name="csX20" fmla="*/ 92932 w 357764"/>
              <a:gd name="csY20" fmla="*/ 138216 h 223095"/>
              <a:gd name="csX21" fmla="*/ 81316 w 357764"/>
              <a:gd name="csY21" fmla="*/ 127645 h 223095"/>
              <a:gd name="csX22" fmla="*/ 69699 w 357764"/>
              <a:gd name="csY22" fmla="*/ 117508 h 223095"/>
              <a:gd name="csX23" fmla="*/ 49682 w 357764"/>
              <a:gd name="csY23" fmla="*/ 104238 h 223095"/>
              <a:gd name="csX24" fmla="*/ 33940 w 357764"/>
              <a:gd name="csY24" fmla="*/ 91155 h 223095"/>
              <a:gd name="csX25" fmla="*/ 3571 w 357764"/>
              <a:gd name="csY25" fmla="*/ 73330 h 223095"/>
              <a:gd name="csX26" fmla="*/ 0 w 357764"/>
              <a:gd name="csY26" fmla="*/ 65812 h 223095"/>
              <a:gd name="csX27" fmla="*/ 7287 w 357764"/>
              <a:gd name="csY27" fmla="*/ 53156 h 223095"/>
              <a:gd name="csX28" fmla="*/ 18044 w 357764"/>
              <a:gd name="csY28" fmla="*/ 33495 h 223095"/>
              <a:gd name="csX29" fmla="*/ 19421 w 357764"/>
              <a:gd name="csY29" fmla="*/ 20586 h 223095"/>
              <a:gd name="csX30" fmla="*/ 43911 w 357764"/>
              <a:gd name="csY30" fmla="*/ 20678 h 223095"/>
              <a:gd name="csX31" fmla="*/ 60045 w 357764"/>
              <a:gd name="csY31" fmla="*/ 24079 h 223095"/>
              <a:gd name="csX32" fmla="*/ 132045 w 357764"/>
              <a:gd name="csY32" fmla="*/ 29780 h 223095"/>
              <a:gd name="csX33" fmla="*/ 140624 w 357764"/>
              <a:gd name="csY33" fmla="*/ 26018 h 223095"/>
              <a:gd name="csX34" fmla="*/ 141619 w 357764"/>
              <a:gd name="csY34" fmla="*/ 13502 h 223095"/>
              <a:gd name="csX35" fmla="*/ 147260 w 357764"/>
              <a:gd name="csY35" fmla="*/ 0 h 223095"/>
              <a:gd name="csX36" fmla="*/ 157468 w 357764"/>
              <a:gd name="csY36" fmla="*/ 24790 h 223095"/>
              <a:gd name="csX37" fmla="*/ 164323 w 357764"/>
              <a:gd name="csY37" fmla="*/ 32600 h 223095"/>
              <a:gd name="csX38" fmla="*/ 177876 w 357764"/>
              <a:gd name="csY38" fmla="*/ 26172 h 223095"/>
              <a:gd name="csX39" fmla="*/ 195232 w 357764"/>
              <a:gd name="csY39" fmla="*/ 18047 h 223095"/>
              <a:gd name="csX40" fmla="*/ 208905 w 357764"/>
              <a:gd name="csY40" fmla="*/ 10791 h 223095"/>
              <a:gd name="csX41" fmla="*/ 219887 w 357764"/>
              <a:gd name="csY41" fmla="*/ 4680 h 223095"/>
              <a:gd name="csX42" fmla="*/ 238661 w 357764"/>
              <a:gd name="csY42" fmla="*/ 20265 h 223095"/>
              <a:gd name="csX43" fmla="*/ 254397 w 357764"/>
              <a:gd name="csY43" fmla="*/ 25712 h 223095"/>
              <a:gd name="csX44" fmla="*/ 258145 w 357764"/>
              <a:gd name="csY44" fmla="*/ 24934 h 223095"/>
              <a:gd name="csX45" fmla="*/ 286337 w 357764"/>
              <a:gd name="csY45" fmla="*/ 54210 h 223095"/>
              <a:gd name="csX46" fmla="*/ 292234 w 357764"/>
              <a:gd name="csY46" fmla="*/ 58728 h 223095"/>
              <a:gd name="csX47" fmla="*/ 311147 w 357764"/>
              <a:gd name="csY47" fmla="*/ 69699 h 223095"/>
              <a:gd name="csX48" fmla="*/ 321808 w 357764"/>
              <a:gd name="csY48" fmla="*/ 76335 h 223095"/>
              <a:gd name="csX49" fmla="*/ 326980 w 357764"/>
              <a:gd name="csY49" fmla="*/ 102795 h 223095"/>
              <a:gd name="csX50" fmla="*/ 329261 w 357764"/>
              <a:gd name="csY50" fmla="*/ 127630 h 223095"/>
              <a:gd name="csX51" fmla="*/ 333007 w 357764"/>
              <a:gd name="csY51" fmla="*/ 137310 h 223095"/>
              <a:gd name="csX52" fmla="*/ 335120 w 357764"/>
              <a:gd name="csY52" fmla="*/ 141980 h 223095"/>
              <a:gd name="csX53" fmla="*/ 346410 w 357764"/>
              <a:gd name="csY53" fmla="*/ 150369 h 223095"/>
              <a:gd name="csX54" fmla="*/ 357125 w 357764"/>
              <a:gd name="csY54" fmla="*/ 170794 h 223095"/>
              <a:gd name="csX55" fmla="*/ 348644 w 357764"/>
              <a:gd name="csY55" fmla="*/ 191877 h 223095"/>
              <a:gd name="csX56" fmla="*/ 333236 w 357764"/>
              <a:gd name="csY56" fmla="*/ 203812 h 223095"/>
              <a:gd name="csX57" fmla="*/ 327844 w 357764"/>
              <a:gd name="csY57" fmla="*/ 209994 h 223095"/>
              <a:gd name="csX58" fmla="*/ 320060 w 357764"/>
              <a:gd name="csY58" fmla="*/ 219045 h 223095"/>
              <a:gd name="csX59" fmla="*/ 310749 w 357764"/>
              <a:gd name="csY59" fmla="*/ 220821 h 2230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Lst>
            <a:rect l="l" t="t" r="r" b="b"/>
            <a:pathLst>
              <a:path w="357764" h="223095">
                <a:moveTo>
                  <a:pt x="310749" y="220821"/>
                </a:moveTo>
                <a:cubicBezTo>
                  <a:pt x="309909" y="218632"/>
                  <a:pt x="308109" y="216842"/>
                  <a:pt x="306750" y="216842"/>
                </a:cubicBezTo>
                <a:cubicBezTo>
                  <a:pt x="305390" y="216842"/>
                  <a:pt x="301501" y="213542"/>
                  <a:pt x="298107" y="209508"/>
                </a:cubicBezTo>
                <a:cubicBezTo>
                  <a:pt x="293077" y="203531"/>
                  <a:pt x="289793" y="202142"/>
                  <a:pt x="280348" y="201999"/>
                </a:cubicBezTo>
                <a:cubicBezTo>
                  <a:pt x="272259" y="201877"/>
                  <a:pt x="266975" y="200160"/>
                  <a:pt x="262845" y="196313"/>
                </a:cubicBezTo>
                <a:cubicBezTo>
                  <a:pt x="259591" y="193282"/>
                  <a:pt x="256525" y="192014"/>
                  <a:pt x="256032" y="193496"/>
                </a:cubicBezTo>
                <a:cubicBezTo>
                  <a:pt x="254564" y="197900"/>
                  <a:pt x="248378" y="196574"/>
                  <a:pt x="242886" y="190679"/>
                </a:cubicBezTo>
                <a:cubicBezTo>
                  <a:pt x="238972" y="186478"/>
                  <a:pt x="235903" y="185537"/>
                  <a:pt x="229978" y="186722"/>
                </a:cubicBezTo>
                <a:cubicBezTo>
                  <a:pt x="225703" y="187577"/>
                  <a:pt x="221597" y="187293"/>
                  <a:pt x="220854" y="186091"/>
                </a:cubicBezTo>
                <a:cubicBezTo>
                  <a:pt x="219048" y="183170"/>
                  <a:pt x="209097" y="180663"/>
                  <a:pt x="209097" y="183130"/>
                </a:cubicBezTo>
                <a:cubicBezTo>
                  <a:pt x="209097" y="184200"/>
                  <a:pt x="211711" y="186336"/>
                  <a:pt x="214906" y="187877"/>
                </a:cubicBezTo>
                <a:cubicBezTo>
                  <a:pt x="220644" y="190644"/>
                  <a:pt x="220647" y="190680"/>
                  <a:pt x="215222" y="190853"/>
                </a:cubicBezTo>
                <a:cubicBezTo>
                  <a:pt x="212201" y="190949"/>
                  <a:pt x="208208" y="189194"/>
                  <a:pt x="206349" y="186954"/>
                </a:cubicBezTo>
                <a:cubicBezTo>
                  <a:pt x="204489" y="184713"/>
                  <a:pt x="197087" y="179934"/>
                  <a:pt x="189899" y="176334"/>
                </a:cubicBezTo>
                <a:cubicBezTo>
                  <a:pt x="182711" y="172733"/>
                  <a:pt x="174726" y="167933"/>
                  <a:pt x="172154" y="165667"/>
                </a:cubicBezTo>
                <a:cubicBezTo>
                  <a:pt x="168546" y="162487"/>
                  <a:pt x="167026" y="162279"/>
                  <a:pt x="165494" y="164758"/>
                </a:cubicBezTo>
                <a:cubicBezTo>
                  <a:pt x="163542" y="167916"/>
                  <a:pt x="154887" y="166373"/>
                  <a:pt x="154887" y="162867"/>
                </a:cubicBezTo>
                <a:cubicBezTo>
                  <a:pt x="154887" y="161880"/>
                  <a:pt x="150940" y="160961"/>
                  <a:pt x="146116" y="160825"/>
                </a:cubicBezTo>
                <a:cubicBezTo>
                  <a:pt x="141292" y="160688"/>
                  <a:pt x="128410" y="156392"/>
                  <a:pt x="117490" y="151278"/>
                </a:cubicBezTo>
                <a:cubicBezTo>
                  <a:pt x="106570" y="146164"/>
                  <a:pt x="96577" y="141980"/>
                  <a:pt x="95284" y="141980"/>
                </a:cubicBezTo>
                <a:cubicBezTo>
                  <a:pt x="93990" y="141980"/>
                  <a:pt x="92932" y="140286"/>
                  <a:pt x="92932" y="138216"/>
                </a:cubicBezTo>
                <a:cubicBezTo>
                  <a:pt x="92932" y="136147"/>
                  <a:pt x="87705" y="131390"/>
                  <a:pt x="81316" y="127645"/>
                </a:cubicBezTo>
                <a:cubicBezTo>
                  <a:pt x="74927" y="123901"/>
                  <a:pt x="69699" y="119339"/>
                  <a:pt x="69699" y="117508"/>
                </a:cubicBezTo>
                <a:cubicBezTo>
                  <a:pt x="69699" y="113290"/>
                  <a:pt x="58936" y="106155"/>
                  <a:pt x="49682" y="104238"/>
                </a:cubicBezTo>
                <a:cubicBezTo>
                  <a:pt x="45282" y="103326"/>
                  <a:pt x="39312" y="98365"/>
                  <a:pt x="33940" y="91155"/>
                </a:cubicBezTo>
                <a:cubicBezTo>
                  <a:pt x="25287" y="79543"/>
                  <a:pt x="10302" y="70747"/>
                  <a:pt x="3571" y="73330"/>
                </a:cubicBezTo>
                <a:cubicBezTo>
                  <a:pt x="957" y="74333"/>
                  <a:pt x="0" y="72319"/>
                  <a:pt x="0" y="65812"/>
                </a:cubicBezTo>
                <a:cubicBezTo>
                  <a:pt x="0" y="58672"/>
                  <a:pt x="1433" y="56184"/>
                  <a:pt x="7287" y="53156"/>
                </a:cubicBezTo>
                <a:cubicBezTo>
                  <a:pt x="19411" y="46887"/>
                  <a:pt x="21790" y="42538"/>
                  <a:pt x="18044" y="33495"/>
                </a:cubicBezTo>
                <a:cubicBezTo>
                  <a:pt x="15244" y="26735"/>
                  <a:pt x="15429" y="24996"/>
                  <a:pt x="19421" y="20586"/>
                </a:cubicBezTo>
                <a:cubicBezTo>
                  <a:pt x="25368" y="14014"/>
                  <a:pt x="37292" y="14059"/>
                  <a:pt x="43911" y="20678"/>
                </a:cubicBezTo>
                <a:cubicBezTo>
                  <a:pt x="48190" y="24957"/>
                  <a:pt x="51021" y="25553"/>
                  <a:pt x="60045" y="24079"/>
                </a:cubicBezTo>
                <a:cubicBezTo>
                  <a:pt x="79921" y="20832"/>
                  <a:pt x="103607" y="22707"/>
                  <a:pt x="132045" y="29780"/>
                </a:cubicBezTo>
                <a:cubicBezTo>
                  <a:pt x="137569" y="31154"/>
                  <a:pt x="139225" y="30428"/>
                  <a:pt x="140624" y="26018"/>
                </a:cubicBezTo>
                <a:cubicBezTo>
                  <a:pt x="141578" y="23013"/>
                  <a:pt x="142026" y="17381"/>
                  <a:pt x="141619" y="13502"/>
                </a:cubicBezTo>
                <a:cubicBezTo>
                  <a:pt x="140830" y="5985"/>
                  <a:pt x="143331" y="0"/>
                  <a:pt x="147260" y="0"/>
                </a:cubicBezTo>
                <a:cubicBezTo>
                  <a:pt x="150433" y="0"/>
                  <a:pt x="157468" y="17085"/>
                  <a:pt x="157468" y="24790"/>
                </a:cubicBezTo>
                <a:cubicBezTo>
                  <a:pt x="157468" y="29227"/>
                  <a:pt x="159328" y="31346"/>
                  <a:pt x="164323" y="32600"/>
                </a:cubicBezTo>
                <a:cubicBezTo>
                  <a:pt x="169965" y="34015"/>
                  <a:pt x="172364" y="32878"/>
                  <a:pt x="177876" y="26172"/>
                </a:cubicBezTo>
                <a:cubicBezTo>
                  <a:pt x="183430" y="19415"/>
                  <a:pt x="186393" y="18028"/>
                  <a:pt x="195232" y="18047"/>
                </a:cubicBezTo>
                <a:cubicBezTo>
                  <a:pt x="204499" y="18067"/>
                  <a:pt x="206283" y="17120"/>
                  <a:pt x="208905" y="10791"/>
                </a:cubicBezTo>
                <a:cubicBezTo>
                  <a:pt x="211484" y="4565"/>
                  <a:pt x="213074" y="3680"/>
                  <a:pt x="219887" y="4680"/>
                </a:cubicBezTo>
                <a:cubicBezTo>
                  <a:pt x="228665" y="5969"/>
                  <a:pt x="236077" y="12121"/>
                  <a:pt x="238661" y="20265"/>
                </a:cubicBezTo>
                <a:cubicBezTo>
                  <a:pt x="240752" y="26852"/>
                  <a:pt x="249411" y="29849"/>
                  <a:pt x="254397" y="25712"/>
                </a:cubicBezTo>
                <a:cubicBezTo>
                  <a:pt x="256458" y="24001"/>
                  <a:pt x="258145" y="23651"/>
                  <a:pt x="258145" y="24934"/>
                </a:cubicBezTo>
                <a:cubicBezTo>
                  <a:pt x="258145" y="28142"/>
                  <a:pt x="283247" y="54210"/>
                  <a:pt x="286337" y="54210"/>
                </a:cubicBezTo>
                <a:cubicBezTo>
                  <a:pt x="287708" y="54210"/>
                  <a:pt x="290362" y="56243"/>
                  <a:pt x="292234" y="58728"/>
                </a:cubicBezTo>
                <a:cubicBezTo>
                  <a:pt x="296425" y="64288"/>
                  <a:pt x="305753" y="69699"/>
                  <a:pt x="311147" y="69699"/>
                </a:cubicBezTo>
                <a:cubicBezTo>
                  <a:pt x="313361" y="69699"/>
                  <a:pt x="318158" y="72685"/>
                  <a:pt x="321808" y="76335"/>
                </a:cubicBezTo>
                <a:cubicBezTo>
                  <a:pt x="328098" y="82626"/>
                  <a:pt x="328367" y="84002"/>
                  <a:pt x="326980" y="102795"/>
                </a:cubicBezTo>
                <a:cubicBezTo>
                  <a:pt x="325865" y="117888"/>
                  <a:pt x="326410" y="123815"/>
                  <a:pt x="329261" y="127630"/>
                </a:cubicBezTo>
                <a:cubicBezTo>
                  <a:pt x="331322" y="130386"/>
                  <a:pt x="333007" y="134742"/>
                  <a:pt x="333007" y="137310"/>
                </a:cubicBezTo>
                <a:cubicBezTo>
                  <a:pt x="333007" y="139879"/>
                  <a:pt x="333958" y="141980"/>
                  <a:pt x="335120" y="141980"/>
                </a:cubicBezTo>
                <a:cubicBezTo>
                  <a:pt x="336282" y="141980"/>
                  <a:pt x="341362" y="145755"/>
                  <a:pt x="346410" y="150369"/>
                </a:cubicBezTo>
                <a:cubicBezTo>
                  <a:pt x="353607" y="156948"/>
                  <a:pt x="355920" y="161358"/>
                  <a:pt x="357125" y="170794"/>
                </a:cubicBezTo>
                <a:cubicBezTo>
                  <a:pt x="358591" y="182285"/>
                  <a:pt x="358209" y="183236"/>
                  <a:pt x="348644" y="191877"/>
                </a:cubicBezTo>
                <a:cubicBezTo>
                  <a:pt x="343134" y="196855"/>
                  <a:pt x="336201" y="202226"/>
                  <a:pt x="333236" y="203812"/>
                </a:cubicBezTo>
                <a:cubicBezTo>
                  <a:pt x="330270" y="205399"/>
                  <a:pt x="327844" y="208181"/>
                  <a:pt x="327844" y="209994"/>
                </a:cubicBezTo>
                <a:cubicBezTo>
                  <a:pt x="327844" y="211806"/>
                  <a:pt x="324341" y="215879"/>
                  <a:pt x="320060" y="219045"/>
                </a:cubicBezTo>
                <a:cubicBezTo>
                  <a:pt x="313416" y="223957"/>
                  <a:pt x="312052" y="224217"/>
                  <a:pt x="310749" y="220821"/>
                </a:cubicBezTo>
                <a:close/>
              </a:path>
            </a:pathLst>
          </a:custGeom>
          <a:solidFill>
            <a:srgbClr val="B9B9B9"/>
          </a:solidFill>
          <a:ln w="5163" cap="flat">
            <a:noFill/>
            <a:prstDash val="solid"/>
            <a:miter/>
          </a:ln>
        </p:spPr>
        <p:txBody>
          <a:bodyPr/>
          <a:lstStyle/>
          <a:p>
            <a:endParaRPr lang="es-419" noProof="0" dirty="0"/>
          </a:p>
        </p:txBody>
      </p:sp>
      <p:sp>
        <p:nvSpPr>
          <p:cNvPr id="64" name="Forma libre: forma 63">
            <a:extLst>
              <a:ext uri="{FF2B5EF4-FFF2-40B4-BE49-F238E27FC236}">
                <a16:creationId xmlns:a16="http://schemas.microsoft.com/office/drawing/2014/main" id="{2C6A0316-497B-DBE2-7506-B35A037507D2}"/>
              </a:ext>
            </a:extLst>
          </p:cNvPr>
          <p:cNvSpPr/>
          <p:nvPr/>
        </p:nvSpPr>
        <p:spPr>
          <a:xfrm>
            <a:off x="2030531" y="2394260"/>
            <a:ext cx="276109" cy="131653"/>
          </a:xfrm>
          <a:custGeom>
            <a:avLst/>
            <a:gdLst>
              <a:gd name="csX0" fmla="*/ 240916 w 276109"/>
              <a:gd name="csY0" fmla="*/ 129933 h 131653"/>
              <a:gd name="csX1" fmla="*/ 239195 w 276109"/>
              <a:gd name="csY1" fmla="*/ 124013 h 131653"/>
              <a:gd name="csX2" fmla="*/ 228223 w 276109"/>
              <a:gd name="csY2" fmla="*/ 115744 h 131653"/>
              <a:gd name="csX3" fmla="*/ 217897 w 276109"/>
              <a:gd name="csY3" fmla="*/ 106005 h 131653"/>
              <a:gd name="csX4" fmla="*/ 210063 w 276109"/>
              <a:gd name="csY4" fmla="*/ 90246 h 131653"/>
              <a:gd name="csX5" fmla="*/ 197989 w 276109"/>
              <a:gd name="csY5" fmla="*/ 82502 h 131653"/>
              <a:gd name="csX6" fmla="*/ 171181 w 276109"/>
              <a:gd name="csY6" fmla="*/ 78639 h 131653"/>
              <a:gd name="csX7" fmla="*/ 162540 w 276109"/>
              <a:gd name="csY7" fmla="*/ 80766 h 131653"/>
              <a:gd name="csX8" fmla="*/ 140024 w 276109"/>
              <a:gd name="csY8" fmla="*/ 103258 h 131653"/>
              <a:gd name="csX9" fmla="*/ 121107 w 276109"/>
              <a:gd name="csY9" fmla="*/ 123910 h 131653"/>
              <a:gd name="csX10" fmla="*/ 115285 w 276109"/>
              <a:gd name="csY10" fmla="*/ 120037 h 131653"/>
              <a:gd name="csX11" fmla="*/ 106086 w 276109"/>
              <a:gd name="csY11" fmla="*/ 116165 h 131653"/>
              <a:gd name="csX12" fmla="*/ 95488 w 276109"/>
              <a:gd name="csY12" fmla="*/ 97511 h 131653"/>
              <a:gd name="csX13" fmla="*/ 74161 w 276109"/>
              <a:gd name="csY13" fmla="*/ 72281 h 131653"/>
              <a:gd name="csX14" fmla="*/ 62180 w 276109"/>
              <a:gd name="csY14" fmla="*/ 80383 h 131653"/>
              <a:gd name="csX15" fmla="*/ 59403 w 276109"/>
              <a:gd name="csY15" fmla="*/ 95543 h 131653"/>
              <a:gd name="csX16" fmla="*/ 54777 w 276109"/>
              <a:gd name="csY16" fmla="*/ 108274 h 131653"/>
              <a:gd name="csX17" fmla="*/ 46950 w 276109"/>
              <a:gd name="csY17" fmla="*/ 122154 h 131653"/>
              <a:gd name="csX18" fmla="*/ 45160 w 276109"/>
              <a:gd name="csY18" fmla="*/ 130363 h 131653"/>
              <a:gd name="csX19" fmla="*/ 42524 w 276109"/>
              <a:gd name="csY19" fmla="*/ 123910 h 131653"/>
              <a:gd name="csX20" fmla="*/ 27585 w 276109"/>
              <a:gd name="csY20" fmla="*/ 101648 h 131653"/>
              <a:gd name="csX21" fmla="*/ 3541 w 276109"/>
              <a:gd name="csY21" fmla="*/ 71617 h 131653"/>
              <a:gd name="csX22" fmla="*/ 489 w 276109"/>
              <a:gd name="csY22" fmla="*/ 57859 h 131653"/>
              <a:gd name="csX23" fmla="*/ 5896 w 276109"/>
              <a:gd name="csY23" fmla="*/ 47783 h 131653"/>
              <a:gd name="csX24" fmla="*/ 14046 w 276109"/>
              <a:gd name="csY24" fmla="*/ 46070 h 131653"/>
              <a:gd name="csX25" fmla="*/ 24934 w 276109"/>
              <a:gd name="csY25" fmla="*/ 43885 h 131653"/>
              <a:gd name="csX26" fmla="*/ 35503 w 276109"/>
              <a:gd name="csY26" fmla="*/ 38722 h 131653"/>
              <a:gd name="csX27" fmla="*/ 41946 w 276109"/>
              <a:gd name="csY27" fmla="*/ 35764 h 131653"/>
              <a:gd name="csX28" fmla="*/ 25819 w 276109"/>
              <a:gd name="csY28" fmla="*/ 37615 h 131653"/>
              <a:gd name="csX29" fmla="*/ 26045 w 276109"/>
              <a:gd name="csY29" fmla="*/ 35947 h 131653"/>
              <a:gd name="csX30" fmla="*/ 73982 w 276109"/>
              <a:gd name="csY30" fmla="*/ 25857 h 131653"/>
              <a:gd name="csX31" fmla="*/ 76916 w 276109"/>
              <a:gd name="csY31" fmla="*/ 28123 h 131653"/>
              <a:gd name="csX32" fmla="*/ 76893 w 276109"/>
              <a:gd name="csY32" fmla="*/ 31518 h 131653"/>
              <a:gd name="csX33" fmla="*/ 83755 w 276109"/>
              <a:gd name="csY33" fmla="*/ 29317 h 131653"/>
              <a:gd name="csX34" fmla="*/ 96686 w 276109"/>
              <a:gd name="csY34" fmla="*/ 23336 h 131653"/>
              <a:gd name="csX35" fmla="*/ 114106 w 276109"/>
              <a:gd name="csY35" fmla="*/ 13587 h 131653"/>
              <a:gd name="csX36" fmla="*/ 134447 w 276109"/>
              <a:gd name="csY36" fmla="*/ 0 h 131653"/>
              <a:gd name="csX37" fmla="*/ 136418 w 276109"/>
              <a:gd name="csY37" fmla="*/ 8390 h 131653"/>
              <a:gd name="csX38" fmla="*/ 147553 w 276109"/>
              <a:gd name="csY38" fmla="*/ 17557 h 131653"/>
              <a:gd name="csX39" fmla="*/ 164372 w 276109"/>
              <a:gd name="csY39" fmla="*/ 37279 h 131653"/>
              <a:gd name="csX40" fmla="*/ 179001 w 276109"/>
              <a:gd name="csY40" fmla="*/ 58990 h 131653"/>
              <a:gd name="csX41" fmla="*/ 191415 w 276109"/>
              <a:gd name="csY41" fmla="*/ 67081 h 131653"/>
              <a:gd name="csX42" fmla="*/ 215539 w 276109"/>
              <a:gd name="csY42" fmla="*/ 67434 h 131653"/>
              <a:gd name="csX43" fmla="*/ 218120 w 276109"/>
              <a:gd name="csY43" fmla="*/ 59084 h 131653"/>
              <a:gd name="csX44" fmla="*/ 224155 w 276109"/>
              <a:gd name="csY44" fmla="*/ 52122 h 131653"/>
              <a:gd name="csX45" fmla="*/ 241477 w 276109"/>
              <a:gd name="csY45" fmla="*/ 56639 h 131653"/>
              <a:gd name="csX46" fmla="*/ 260758 w 276109"/>
              <a:gd name="csY46" fmla="*/ 61955 h 131653"/>
              <a:gd name="csX47" fmla="*/ 271115 w 276109"/>
              <a:gd name="csY47" fmla="*/ 65853 h 131653"/>
              <a:gd name="csX48" fmla="*/ 274360 w 276109"/>
              <a:gd name="csY48" fmla="*/ 100702 h 131653"/>
              <a:gd name="csX49" fmla="*/ 276110 w 276109"/>
              <a:gd name="csY49" fmla="*/ 131654 h 131653"/>
              <a:gd name="csX50" fmla="*/ 259373 w 276109"/>
              <a:gd name="csY50" fmla="*/ 131654 h 131653"/>
              <a:gd name="csX51" fmla="*/ 240916 w 276109"/>
              <a:gd name="csY51" fmla="*/ 129933 h 1316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Lst>
            <a:rect l="l" t="t" r="r" b="b"/>
            <a:pathLst>
              <a:path w="276109" h="131653">
                <a:moveTo>
                  <a:pt x="240916" y="129933"/>
                </a:moveTo>
                <a:cubicBezTo>
                  <a:pt x="239969" y="128986"/>
                  <a:pt x="239195" y="126322"/>
                  <a:pt x="239195" y="124013"/>
                </a:cubicBezTo>
                <a:cubicBezTo>
                  <a:pt x="239195" y="121432"/>
                  <a:pt x="234966" y="118245"/>
                  <a:pt x="228223" y="115744"/>
                </a:cubicBezTo>
                <a:cubicBezTo>
                  <a:pt x="219440" y="112485"/>
                  <a:pt x="217381" y="110543"/>
                  <a:pt x="217897" y="106005"/>
                </a:cubicBezTo>
                <a:cubicBezTo>
                  <a:pt x="218682" y="99107"/>
                  <a:pt x="214348" y="90389"/>
                  <a:pt x="210063" y="90246"/>
                </a:cubicBezTo>
                <a:cubicBezTo>
                  <a:pt x="208338" y="90188"/>
                  <a:pt x="202905" y="86703"/>
                  <a:pt x="197989" y="82502"/>
                </a:cubicBezTo>
                <a:cubicBezTo>
                  <a:pt x="188345" y="74258"/>
                  <a:pt x="178782" y="72880"/>
                  <a:pt x="171181" y="78639"/>
                </a:cubicBezTo>
                <a:cubicBezTo>
                  <a:pt x="168558" y="80626"/>
                  <a:pt x="164670" y="81583"/>
                  <a:pt x="162540" y="80766"/>
                </a:cubicBezTo>
                <a:cubicBezTo>
                  <a:pt x="158541" y="79232"/>
                  <a:pt x="151258" y="86508"/>
                  <a:pt x="140024" y="103258"/>
                </a:cubicBezTo>
                <a:cubicBezTo>
                  <a:pt x="131601" y="115819"/>
                  <a:pt x="124189" y="123910"/>
                  <a:pt x="121107" y="123910"/>
                </a:cubicBezTo>
                <a:cubicBezTo>
                  <a:pt x="119672" y="123910"/>
                  <a:pt x="117052" y="122167"/>
                  <a:pt x="115285" y="120037"/>
                </a:cubicBezTo>
                <a:cubicBezTo>
                  <a:pt x="113517" y="117908"/>
                  <a:pt x="109378" y="116165"/>
                  <a:pt x="106086" y="116165"/>
                </a:cubicBezTo>
                <a:cubicBezTo>
                  <a:pt x="98470" y="116165"/>
                  <a:pt x="97317" y="114137"/>
                  <a:pt x="95488" y="97511"/>
                </a:cubicBezTo>
                <a:cubicBezTo>
                  <a:pt x="93708" y="81325"/>
                  <a:pt x="86063" y="72281"/>
                  <a:pt x="74161" y="72281"/>
                </a:cubicBezTo>
                <a:cubicBezTo>
                  <a:pt x="68039" y="72281"/>
                  <a:pt x="65473" y="74016"/>
                  <a:pt x="62180" y="80383"/>
                </a:cubicBezTo>
                <a:cubicBezTo>
                  <a:pt x="59748" y="85087"/>
                  <a:pt x="58583" y="91445"/>
                  <a:pt x="59403" y="95543"/>
                </a:cubicBezTo>
                <a:cubicBezTo>
                  <a:pt x="60452" y="100790"/>
                  <a:pt x="59265" y="104058"/>
                  <a:pt x="54777" y="108274"/>
                </a:cubicBezTo>
                <a:cubicBezTo>
                  <a:pt x="51457" y="111393"/>
                  <a:pt x="47935" y="117640"/>
                  <a:pt x="46950" y="122154"/>
                </a:cubicBezTo>
                <a:lnTo>
                  <a:pt x="45160" y="130363"/>
                </a:lnTo>
                <a:lnTo>
                  <a:pt x="42524" y="123910"/>
                </a:lnTo>
                <a:cubicBezTo>
                  <a:pt x="37073" y="110563"/>
                  <a:pt x="32979" y="104462"/>
                  <a:pt x="27585" y="101648"/>
                </a:cubicBezTo>
                <a:cubicBezTo>
                  <a:pt x="17943" y="96616"/>
                  <a:pt x="4895" y="80319"/>
                  <a:pt x="3541" y="71617"/>
                </a:cubicBezTo>
                <a:cubicBezTo>
                  <a:pt x="2825" y="67013"/>
                  <a:pt x="1452" y="60822"/>
                  <a:pt x="489" y="57859"/>
                </a:cubicBezTo>
                <a:cubicBezTo>
                  <a:pt x="-848" y="53746"/>
                  <a:pt x="431" y="51364"/>
                  <a:pt x="5896" y="47783"/>
                </a:cubicBezTo>
                <a:cubicBezTo>
                  <a:pt x="10761" y="44595"/>
                  <a:pt x="13372" y="44047"/>
                  <a:pt x="14046" y="46070"/>
                </a:cubicBezTo>
                <a:cubicBezTo>
                  <a:pt x="15462" y="50316"/>
                  <a:pt x="18138" y="49779"/>
                  <a:pt x="24934" y="43885"/>
                </a:cubicBezTo>
                <a:cubicBezTo>
                  <a:pt x="28208" y="41045"/>
                  <a:pt x="32964" y="38722"/>
                  <a:pt x="35503" y="38722"/>
                </a:cubicBezTo>
                <a:cubicBezTo>
                  <a:pt x="38041" y="38722"/>
                  <a:pt x="40941" y="37391"/>
                  <a:pt x="41946" y="35764"/>
                </a:cubicBezTo>
                <a:cubicBezTo>
                  <a:pt x="43722" y="32890"/>
                  <a:pt x="39180" y="33412"/>
                  <a:pt x="25819" y="37615"/>
                </a:cubicBezTo>
                <a:cubicBezTo>
                  <a:pt x="21516" y="38969"/>
                  <a:pt x="21538" y="38810"/>
                  <a:pt x="26045" y="35947"/>
                </a:cubicBezTo>
                <a:cubicBezTo>
                  <a:pt x="31416" y="32535"/>
                  <a:pt x="63427" y="25797"/>
                  <a:pt x="73982" y="25857"/>
                </a:cubicBezTo>
                <a:cubicBezTo>
                  <a:pt x="78607" y="25883"/>
                  <a:pt x="79439" y="26525"/>
                  <a:pt x="76916" y="28123"/>
                </a:cubicBezTo>
                <a:cubicBezTo>
                  <a:pt x="73965" y="29993"/>
                  <a:pt x="73961" y="30540"/>
                  <a:pt x="76893" y="31518"/>
                </a:cubicBezTo>
                <a:cubicBezTo>
                  <a:pt x="78816" y="32159"/>
                  <a:pt x="81904" y="31168"/>
                  <a:pt x="83755" y="29317"/>
                </a:cubicBezTo>
                <a:cubicBezTo>
                  <a:pt x="85607" y="27466"/>
                  <a:pt x="91425" y="24774"/>
                  <a:pt x="96686" y="23336"/>
                </a:cubicBezTo>
                <a:cubicBezTo>
                  <a:pt x="101946" y="21898"/>
                  <a:pt x="109785" y="17511"/>
                  <a:pt x="114106" y="13587"/>
                </a:cubicBezTo>
                <a:cubicBezTo>
                  <a:pt x="121455" y="6915"/>
                  <a:pt x="131807" y="0"/>
                  <a:pt x="134447" y="0"/>
                </a:cubicBezTo>
                <a:cubicBezTo>
                  <a:pt x="135087" y="0"/>
                  <a:pt x="135973" y="3775"/>
                  <a:pt x="136418" y="8390"/>
                </a:cubicBezTo>
                <a:cubicBezTo>
                  <a:pt x="137168" y="16168"/>
                  <a:pt x="137980" y="16836"/>
                  <a:pt x="147553" y="17557"/>
                </a:cubicBezTo>
                <a:cubicBezTo>
                  <a:pt x="160105" y="18501"/>
                  <a:pt x="164320" y="23444"/>
                  <a:pt x="164372" y="37279"/>
                </a:cubicBezTo>
                <a:cubicBezTo>
                  <a:pt x="164422" y="50382"/>
                  <a:pt x="165667" y="52231"/>
                  <a:pt x="179001" y="58990"/>
                </a:cubicBezTo>
                <a:cubicBezTo>
                  <a:pt x="184939" y="62000"/>
                  <a:pt x="190525" y="65641"/>
                  <a:pt x="191415" y="67081"/>
                </a:cubicBezTo>
                <a:cubicBezTo>
                  <a:pt x="193368" y="70242"/>
                  <a:pt x="210709" y="70495"/>
                  <a:pt x="215539" y="67434"/>
                </a:cubicBezTo>
                <a:cubicBezTo>
                  <a:pt x="217436" y="66231"/>
                  <a:pt x="218597" y="62474"/>
                  <a:pt x="218120" y="59084"/>
                </a:cubicBezTo>
                <a:cubicBezTo>
                  <a:pt x="217412" y="54054"/>
                  <a:pt x="218522" y="52773"/>
                  <a:pt x="224155" y="52122"/>
                </a:cubicBezTo>
                <a:cubicBezTo>
                  <a:pt x="227952" y="51683"/>
                  <a:pt x="235747" y="53716"/>
                  <a:pt x="241477" y="56639"/>
                </a:cubicBezTo>
                <a:cubicBezTo>
                  <a:pt x="247208" y="59563"/>
                  <a:pt x="255884" y="61955"/>
                  <a:pt x="260758" y="61955"/>
                </a:cubicBezTo>
                <a:cubicBezTo>
                  <a:pt x="266280" y="61955"/>
                  <a:pt x="270184" y="63424"/>
                  <a:pt x="271115" y="65853"/>
                </a:cubicBezTo>
                <a:cubicBezTo>
                  <a:pt x="271938" y="67996"/>
                  <a:pt x="273398" y="83679"/>
                  <a:pt x="274360" y="100702"/>
                </a:cubicBezTo>
                <a:lnTo>
                  <a:pt x="276110" y="131654"/>
                </a:lnTo>
                <a:lnTo>
                  <a:pt x="259373" y="131654"/>
                </a:lnTo>
                <a:cubicBezTo>
                  <a:pt x="250168" y="131654"/>
                  <a:pt x="241862" y="130880"/>
                  <a:pt x="240916" y="129933"/>
                </a:cubicBezTo>
                <a:close/>
              </a:path>
            </a:pathLst>
          </a:custGeom>
          <a:solidFill>
            <a:srgbClr val="B9B9B9"/>
          </a:solidFill>
          <a:ln w="5163" cap="flat">
            <a:noFill/>
            <a:prstDash val="solid"/>
            <a:miter/>
          </a:ln>
        </p:spPr>
        <p:txBody>
          <a:bodyPr/>
          <a:lstStyle/>
          <a:p>
            <a:endParaRPr lang="es-419" noProof="0" dirty="0"/>
          </a:p>
        </p:txBody>
      </p:sp>
      <p:sp>
        <p:nvSpPr>
          <p:cNvPr id="65" name="Forma libre: forma 64">
            <a:extLst>
              <a:ext uri="{FF2B5EF4-FFF2-40B4-BE49-F238E27FC236}">
                <a16:creationId xmlns:a16="http://schemas.microsoft.com/office/drawing/2014/main" id="{2611C7A6-EF20-33F7-237A-721A24ECF1BD}"/>
              </a:ext>
            </a:extLst>
          </p:cNvPr>
          <p:cNvSpPr/>
          <p:nvPr/>
        </p:nvSpPr>
        <p:spPr>
          <a:xfrm>
            <a:off x="1184484" y="2261861"/>
            <a:ext cx="318490" cy="227740"/>
          </a:xfrm>
          <a:custGeom>
            <a:avLst/>
            <a:gdLst>
              <a:gd name="csX0" fmla="*/ 114616 w 318490"/>
              <a:gd name="csY0" fmla="*/ 224041 h 227740"/>
              <a:gd name="csX1" fmla="*/ 98063 w 318490"/>
              <a:gd name="csY1" fmla="*/ 220365 h 227740"/>
              <a:gd name="csX2" fmla="*/ 78702 w 318490"/>
              <a:gd name="csY2" fmla="*/ 212689 h 227740"/>
              <a:gd name="csX3" fmla="*/ 52720 w 318490"/>
              <a:gd name="csY3" fmla="*/ 202264 h 227740"/>
              <a:gd name="csX4" fmla="*/ 16521 w 318490"/>
              <a:gd name="csY4" fmla="*/ 184010 h 227740"/>
              <a:gd name="csX5" fmla="*/ 9212 w 318490"/>
              <a:gd name="csY5" fmla="*/ 173147 h 227740"/>
              <a:gd name="csX6" fmla="*/ 4642 w 318490"/>
              <a:gd name="csY6" fmla="*/ 147730 h 227740"/>
              <a:gd name="csX7" fmla="*/ 11809 w 318490"/>
              <a:gd name="csY7" fmla="*/ 137502 h 227740"/>
              <a:gd name="csX8" fmla="*/ 21183 w 318490"/>
              <a:gd name="csY8" fmla="*/ 134430 h 227740"/>
              <a:gd name="csX9" fmla="*/ 31013 w 318490"/>
              <a:gd name="csY9" fmla="*/ 131925 h 227740"/>
              <a:gd name="csX10" fmla="*/ 40878 w 318490"/>
              <a:gd name="csY10" fmla="*/ 131248 h 227740"/>
              <a:gd name="csX11" fmla="*/ 63873 w 318490"/>
              <a:gd name="csY11" fmla="*/ 121001 h 227740"/>
              <a:gd name="csX12" fmla="*/ 83748 w 318490"/>
              <a:gd name="csY12" fmla="*/ 109166 h 227740"/>
              <a:gd name="csX13" fmla="*/ 103738 w 318490"/>
              <a:gd name="csY13" fmla="*/ 85934 h 227740"/>
              <a:gd name="csX14" fmla="*/ 95901 w 318490"/>
              <a:gd name="csY14" fmla="*/ 79966 h 227740"/>
              <a:gd name="csX15" fmla="*/ 88802 w 318490"/>
              <a:gd name="csY15" fmla="*/ 74674 h 227740"/>
              <a:gd name="csX16" fmla="*/ 86125 w 318490"/>
              <a:gd name="csY16" fmla="*/ 66219 h 227740"/>
              <a:gd name="csX17" fmla="*/ 86125 w 318490"/>
              <a:gd name="csY17" fmla="*/ 56499 h 227740"/>
              <a:gd name="csX18" fmla="*/ 88802 w 318490"/>
              <a:gd name="csY18" fmla="*/ 47540 h 227740"/>
              <a:gd name="csX19" fmla="*/ 60913 w 318490"/>
              <a:gd name="csY19" fmla="*/ 35309 h 227740"/>
              <a:gd name="csX20" fmla="*/ 56419 w 318490"/>
              <a:gd name="csY20" fmla="*/ 24926 h 227740"/>
              <a:gd name="csX21" fmla="*/ 74769 w 318490"/>
              <a:gd name="csY21" fmla="*/ 18056 h 227740"/>
              <a:gd name="csX22" fmla="*/ 99155 w 318490"/>
              <a:gd name="csY22" fmla="*/ 10069 h 227740"/>
              <a:gd name="csX23" fmla="*/ 128747 w 318490"/>
              <a:gd name="csY23" fmla="*/ 1794 h 227740"/>
              <a:gd name="csX24" fmla="*/ 148545 w 318490"/>
              <a:gd name="csY24" fmla="*/ 0 h 227740"/>
              <a:gd name="csX25" fmla="*/ 155959 w 318490"/>
              <a:gd name="csY25" fmla="*/ 8117 h 227740"/>
              <a:gd name="csX26" fmla="*/ 176571 w 318490"/>
              <a:gd name="csY26" fmla="*/ 11071 h 227740"/>
              <a:gd name="csX27" fmla="*/ 199804 w 318490"/>
              <a:gd name="csY27" fmla="*/ 21145 h 227740"/>
              <a:gd name="csX28" fmla="*/ 218086 w 318490"/>
              <a:gd name="csY28" fmla="*/ 31610 h 227740"/>
              <a:gd name="csX29" fmla="*/ 246412 w 318490"/>
              <a:gd name="csY29" fmla="*/ 32163 h 227740"/>
              <a:gd name="csX30" fmla="*/ 266539 w 318490"/>
              <a:gd name="csY30" fmla="*/ 37891 h 227740"/>
              <a:gd name="csX31" fmla="*/ 290777 w 318490"/>
              <a:gd name="csY31" fmla="*/ 32555 h 227740"/>
              <a:gd name="csX32" fmla="*/ 315453 w 318490"/>
              <a:gd name="csY32" fmla="*/ 29658 h 227740"/>
              <a:gd name="csX33" fmla="*/ 315970 w 318490"/>
              <a:gd name="csY33" fmla="*/ 49793 h 227740"/>
              <a:gd name="csX34" fmla="*/ 313388 w 318490"/>
              <a:gd name="csY34" fmla="*/ 54741 h 227740"/>
              <a:gd name="csX35" fmla="*/ 311088 w 318490"/>
              <a:gd name="csY35" fmla="*/ 60549 h 227740"/>
              <a:gd name="csX36" fmla="*/ 306292 w 318490"/>
              <a:gd name="csY36" fmla="*/ 87865 h 227740"/>
              <a:gd name="csX37" fmla="*/ 284623 w 318490"/>
              <a:gd name="csY37" fmla="*/ 147819 h 227740"/>
              <a:gd name="csX38" fmla="*/ 277248 w 318490"/>
              <a:gd name="csY38" fmla="*/ 167736 h 227740"/>
              <a:gd name="csX39" fmla="*/ 272730 w 318490"/>
              <a:gd name="csY39" fmla="*/ 177484 h 227740"/>
              <a:gd name="csX40" fmla="*/ 214235 w 318490"/>
              <a:gd name="csY40" fmla="*/ 170076 h 227740"/>
              <a:gd name="csX41" fmla="*/ 184978 w 318490"/>
              <a:gd name="csY41" fmla="*/ 166604 h 227740"/>
              <a:gd name="csX42" fmla="*/ 157292 w 318490"/>
              <a:gd name="csY42" fmla="*/ 168449 h 227740"/>
              <a:gd name="csX43" fmla="*/ 156212 w 318490"/>
              <a:gd name="csY43" fmla="*/ 189010 h 227740"/>
              <a:gd name="csX44" fmla="*/ 147530 w 318490"/>
              <a:gd name="csY44" fmla="*/ 199123 h 227740"/>
              <a:gd name="csX45" fmla="*/ 137850 w 318490"/>
              <a:gd name="csY45" fmla="*/ 216729 h 227740"/>
              <a:gd name="csX46" fmla="*/ 130751 w 318490"/>
              <a:gd name="csY46" fmla="*/ 227717 h 227740"/>
              <a:gd name="csX47" fmla="*/ 114616 w 318490"/>
              <a:gd name="csY47" fmla="*/ 224041 h 2277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Lst>
            <a:rect l="l" t="t" r="r" b="b"/>
            <a:pathLst>
              <a:path w="318490" h="227740">
                <a:moveTo>
                  <a:pt x="114616" y="224041"/>
                </a:moveTo>
                <a:cubicBezTo>
                  <a:pt x="109647" y="222127"/>
                  <a:pt x="102198" y="220473"/>
                  <a:pt x="98063" y="220365"/>
                </a:cubicBezTo>
                <a:cubicBezTo>
                  <a:pt x="93928" y="220257"/>
                  <a:pt x="85216" y="216803"/>
                  <a:pt x="78702" y="212689"/>
                </a:cubicBezTo>
                <a:cubicBezTo>
                  <a:pt x="72189" y="208575"/>
                  <a:pt x="60497" y="203884"/>
                  <a:pt x="52720" y="202264"/>
                </a:cubicBezTo>
                <a:cubicBezTo>
                  <a:pt x="38260" y="199253"/>
                  <a:pt x="16521" y="188291"/>
                  <a:pt x="16521" y="184010"/>
                </a:cubicBezTo>
                <a:cubicBezTo>
                  <a:pt x="16521" y="182699"/>
                  <a:pt x="13232" y="177811"/>
                  <a:pt x="9212" y="173147"/>
                </a:cubicBezTo>
                <a:cubicBezTo>
                  <a:pt x="-1729" y="160453"/>
                  <a:pt x="-2493" y="156209"/>
                  <a:pt x="4642" y="147730"/>
                </a:cubicBezTo>
                <a:cubicBezTo>
                  <a:pt x="8064" y="143663"/>
                  <a:pt x="11290" y="139060"/>
                  <a:pt x="11809" y="137502"/>
                </a:cubicBezTo>
                <a:cubicBezTo>
                  <a:pt x="12328" y="135944"/>
                  <a:pt x="16546" y="134562"/>
                  <a:pt x="21183" y="134430"/>
                </a:cubicBezTo>
                <a:cubicBezTo>
                  <a:pt x="25819" y="134298"/>
                  <a:pt x="30243" y="133171"/>
                  <a:pt x="31013" y="131925"/>
                </a:cubicBezTo>
                <a:cubicBezTo>
                  <a:pt x="31783" y="130679"/>
                  <a:pt x="36222" y="130374"/>
                  <a:pt x="40878" y="131248"/>
                </a:cubicBezTo>
                <a:cubicBezTo>
                  <a:pt x="48236" y="132628"/>
                  <a:pt x="51244" y="131288"/>
                  <a:pt x="63873" y="121001"/>
                </a:cubicBezTo>
                <a:cubicBezTo>
                  <a:pt x="71865" y="114492"/>
                  <a:pt x="80808" y="109166"/>
                  <a:pt x="83748" y="109166"/>
                </a:cubicBezTo>
                <a:cubicBezTo>
                  <a:pt x="91503" y="109166"/>
                  <a:pt x="104649" y="93888"/>
                  <a:pt x="103738" y="85934"/>
                </a:cubicBezTo>
                <a:cubicBezTo>
                  <a:pt x="103134" y="80649"/>
                  <a:pt x="101713" y="79568"/>
                  <a:pt x="95901" y="79966"/>
                </a:cubicBezTo>
                <a:cubicBezTo>
                  <a:pt x="90126" y="80361"/>
                  <a:pt x="88802" y="79374"/>
                  <a:pt x="88802" y="74674"/>
                </a:cubicBezTo>
                <a:cubicBezTo>
                  <a:pt x="88802" y="71496"/>
                  <a:pt x="87597" y="67691"/>
                  <a:pt x="86125" y="66219"/>
                </a:cubicBezTo>
                <a:cubicBezTo>
                  <a:pt x="84276" y="64370"/>
                  <a:pt x="84276" y="61362"/>
                  <a:pt x="86125" y="56499"/>
                </a:cubicBezTo>
                <a:cubicBezTo>
                  <a:pt x="87597" y="52626"/>
                  <a:pt x="88802" y="48595"/>
                  <a:pt x="88802" y="47540"/>
                </a:cubicBezTo>
                <a:cubicBezTo>
                  <a:pt x="88802" y="45033"/>
                  <a:pt x="71424" y="37411"/>
                  <a:pt x="60913" y="35309"/>
                </a:cubicBezTo>
                <a:cubicBezTo>
                  <a:pt x="51581" y="33443"/>
                  <a:pt x="51150" y="32448"/>
                  <a:pt x="56419" y="24926"/>
                </a:cubicBezTo>
                <a:cubicBezTo>
                  <a:pt x="59183" y="20980"/>
                  <a:pt x="64034" y="19164"/>
                  <a:pt x="74769" y="18056"/>
                </a:cubicBezTo>
                <a:cubicBezTo>
                  <a:pt x="84042" y="17099"/>
                  <a:pt x="92933" y="14187"/>
                  <a:pt x="99155" y="10069"/>
                </a:cubicBezTo>
                <a:cubicBezTo>
                  <a:pt x="106450" y="5242"/>
                  <a:pt x="114000" y="3130"/>
                  <a:pt x="128747" y="1794"/>
                </a:cubicBezTo>
                <a:lnTo>
                  <a:pt x="148545" y="0"/>
                </a:lnTo>
                <a:lnTo>
                  <a:pt x="155959" y="8117"/>
                </a:lnTo>
                <a:cubicBezTo>
                  <a:pt x="164608" y="17586"/>
                  <a:pt x="168428" y="18134"/>
                  <a:pt x="176571" y="11071"/>
                </a:cubicBezTo>
                <a:cubicBezTo>
                  <a:pt x="187391" y="1687"/>
                  <a:pt x="199804" y="7069"/>
                  <a:pt x="199804" y="21145"/>
                </a:cubicBezTo>
                <a:cubicBezTo>
                  <a:pt x="199804" y="30772"/>
                  <a:pt x="209395" y="36261"/>
                  <a:pt x="218086" y="31610"/>
                </a:cubicBezTo>
                <a:cubicBezTo>
                  <a:pt x="228270" y="26160"/>
                  <a:pt x="241869" y="26426"/>
                  <a:pt x="246412" y="32163"/>
                </a:cubicBezTo>
                <a:cubicBezTo>
                  <a:pt x="249505" y="36068"/>
                  <a:pt x="254126" y="37384"/>
                  <a:pt x="266539" y="37891"/>
                </a:cubicBezTo>
                <a:cubicBezTo>
                  <a:pt x="279978" y="38440"/>
                  <a:pt x="284000" y="37555"/>
                  <a:pt x="290777" y="32555"/>
                </a:cubicBezTo>
                <a:cubicBezTo>
                  <a:pt x="299613" y="26036"/>
                  <a:pt x="310548" y="24752"/>
                  <a:pt x="315453" y="29658"/>
                </a:cubicBezTo>
                <a:cubicBezTo>
                  <a:pt x="319191" y="33396"/>
                  <a:pt x="319612" y="49793"/>
                  <a:pt x="315970" y="49793"/>
                </a:cubicBezTo>
                <a:cubicBezTo>
                  <a:pt x="314550" y="49793"/>
                  <a:pt x="313388" y="52020"/>
                  <a:pt x="313388" y="54741"/>
                </a:cubicBezTo>
                <a:cubicBezTo>
                  <a:pt x="313388" y="57462"/>
                  <a:pt x="312353" y="60076"/>
                  <a:pt x="311088" y="60549"/>
                </a:cubicBezTo>
                <a:cubicBezTo>
                  <a:pt x="309822" y="61023"/>
                  <a:pt x="307664" y="73315"/>
                  <a:pt x="306292" y="87865"/>
                </a:cubicBezTo>
                <a:cubicBezTo>
                  <a:pt x="303509" y="117372"/>
                  <a:pt x="292552" y="147689"/>
                  <a:pt x="284623" y="147819"/>
                </a:cubicBezTo>
                <a:cubicBezTo>
                  <a:pt x="279191" y="147908"/>
                  <a:pt x="277248" y="153157"/>
                  <a:pt x="277248" y="167736"/>
                </a:cubicBezTo>
                <a:cubicBezTo>
                  <a:pt x="277248" y="177878"/>
                  <a:pt x="276652" y="179163"/>
                  <a:pt x="272730" y="177484"/>
                </a:cubicBezTo>
                <a:cubicBezTo>
                  <a:pt x="262382" y="173052"/>
                  <a:pt x="240695" y="170306"/>
                  <a:pt x="214235" y="170076"/>
                </a:cubicBezTo>
                <a:cubicBezTo>
                  <a:pt x="194190" y="169901"/>
                  <a:pt x="185756" y="168900"/>
                  <a:pt x="184978" y="166604"/>
                </a:cubicBezTo>
                <a:cubicBezTo>
                  <a:pt x="183149" y="161204"/>
                  <a:pt x="162610" y="162574"/>
                  <a:pt x="157292" y="168449"/>
                </a:cubicBezTo>
                <a:cubicBezTo>
                  <a:pt x="153074" y="173111"/>
                  <a:pt x="152885" y="176707"/>
                  <a:pt x="156212" y="189010"/>
                </a:cubicBezTo>
                <a:cubicBezTo>
                  <a:pt x="156777" y="191099"/>
                  <a:pt x="153007" y="195490"/>
                  <a:pt x="147530" y="199123"/>
                </a:cubicBezTo>
                <a:cubicBezTo>
                  <a:pt x="138821" y="204900"/>
                  <a:pt x="137850" y="206668"/>
                  <a:pt x="137850" y="216729"/>
                </a:cubicBezTo>
                <a:cubicBezTo>
                  <a:pt x="137850" y="227257"/>
                  <a:pt x="137433" y="227902"/>
                  <a:pt x="130751" y="227717"/>
                </a:cubicBezTo>
                <a:cubicBezTo>
                  <a:pt x="126846" y="227609"/>
                  <a:pt x="119586" y="225955"/>
                  <a:pt x="114616" y="224041"/>
                </a:cubicBezTo>
                <a:close/>
              </a:path>
            </a:pathLst>
          </a:custGeom>
          <a:solidFill>
            <a:srgbClr val="B9B9B9"/>
          </a:solidFill>
          <a:ln w="5163" cap="flat">
            <a:noFill/>
            <a:prstDash val="solid"/>
            <a:miter/>
          </a:ln>
        </p:spPr>
        <p:txBody>
          <a:bodyPr/>
          <a:lstStyle/>
          <a:p>
            <a:endParaRPr lang="es-419" noProof="0" dirty="0"/>
          </a:p>
        </p:txBody>
      </p:sp>
      <p:sp>
        <p:nvSpPr>
          <p:cNvPr id="66" name="Forma libre: forma 65">
            <a:extLst>
              <a:ext uri="{FF2B5EF4-FFF2-40B4-BE49-F238E27FC236}">
                <a16:creationId xmlns:a16="http://schemas.microsoft.com/office/drawing/2014/main" id="{AF928F92-F8A2-DA79-9673-9B971A988278}"/>
              </a:ext>
            </a:extLst>
          </p:cNvPr>
          <p:cNvSpPr/>
          <p:nvPr/>
        </p:nvSpPr>
        <p:spPr>
          <a:xfrm>
            <a:off x="1557246" y="2384328"/>
            <a:ext cx="70794" cy="61560"/>
          </a:xfrm>
          <a:custGeom>
            <a:avLst/>
            <a:gdLst>
              <a:gd name="csX0" fmla="*/ 30977 w 70794"/>
              <a:gd name="csY0" fmla="*/ 53817 h 61560"/>
              <a:gd name="csX1" fmla="*/ 18070 w 70794"/>
              <a:gd name="csY1" fmla="*/ 49863 h 61560"/>
              <a:gd name="csX2" fmla="*/ 14198 w 70794"/>
              <a:gd name="csY2" fmla="*/ 52169 h 61560"/>
              <a:gd name="csX3" fmla="*/ 10326 w 70794"/>
              <a:gd name="csY3" fmla="*/ 47062 h 61560"/>
              <a:gd name="csX4" fmla="*/ 5163 w 70794"/>
              <a:gd name="csY4" fmla="*/ 39020 h 61560"/>
              <a:gd name="csX5" fmla="*/ 0 w 70794"/>
              <a:gd name="csY5" fmla="*/ 32748 h 61560"/>
              <a:gd name="csX6" fmla="*/ 10326 w 70794"/>
              <a:gd name="csY6" fmla="*/ 18967 h 61560"/>
              <a:gd name="csX7" fmla="*/ 20652 w 70794"/>
              <a:gd name="csY7" fmla="*/ 3034 h 61560"/>
              <a:gd name="csX8" fmla="*/ 30332 w 70794"/>
              <a:gd name="csY8" fmla="*/ 698 h 61560"/>
              <a:gd name="csX9" fmla="*/ 54210 w 70794"/>
              <a:gd name="csY9" fmla="*/ 10137 h 61560"/>
              <a:gd name="csX10" fmla="*/ 63267 w 70794"/>
              <a:gd name="csY10" fmla="*/ 15095 h 61560"/>
              <a:gd name="csX11" fmla="*/ 69100 w 70794"/>
              <a:gd name="csY11" fmla="*/ 20258 h 61560"/>
              <a:gd name="csX12" fmla="*/ 69100 w 70794"/>
              <a:gd name="csY12" fmla="*/ 30584 h 61560"/>
              <a:gd name="csX13" fmla="*/ 69721 w 70794"/>
              <a:gd name="csY13" fmla="*/ 35746 h 61560"/>
              <a:gd name="csX14" fmla="*/ 67118 w 70794"/>
              <a:gd name="csY14" fmla="*/ 44803 h 61560"/>
              <a:gd name="csX15" fmla="*/ 61618 w 70794"/>
              <a:gd name="csY15" fmla="*/ 50612 h 61560"/>
              <a:gd name="csX16" fmla="*/ 54931 w 70794"/>
              <a:gd name="csY16" fmla="*/ 50644 h 61560"/>
              <a:gd name="csX17" fmla="*/ 37735 w 70794"/>
              <a:gd name="csY17" fmla="*/ 61561 h 61560"/>
              <a:gd name="csX18" fmla="*/ 30977 w 70794"/>
              <a:gd name="csY18" fmla="*/ 53817 h 615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70794" h="61560">
                <a:moveTo>
                  <a:pt x="30977" y="53817"/>
                </a:moveTo>
                <a:cubicBezTo>
                  <a:pt x="25158" y="45644"/>
                  <a:pt x="18070" y="43473"/>
                  <a:pt x="18070" y="49863"/>
                </a:cubicBezTo>
                <a:cubicBezTo>
                  <a:pt x="18070" y="52173"/>
                  <a:pt x="16557" y="53074"/>
                  <a:pt x="14198" y="52169"/>
                </a:cubicBezTo>
                <a:cubicBezTo>
                  <a:pt x="12068" y="51351"/>
                  <a:pt x="10326" y="49053"/>
                  <a:pt x="10326" y="47062"/>
                </a:cubicBezTo>
                <a:cubicBezTo>
                  <a:pt x="10326" y="45070"/>
                  <a:pt x="8003" y="41451"/>
                  <a:pt x="5163" y="39020"/>
                </a:cubicBezTo>
                <a:cubicBezTo>
                  <a:pt x="2323" y="36588"/>
                  <a:pt x="0" y="33766"/>
                  <a:pt x="0" y="32748"/>
                </a:cubicBezTo>
                <a:cubicBezTo>
                  <a:pt x="0" y="31730"/>
                  <a:pt x="4647" y="25529"/>
                  <a:pt x="10326" y="18967"/>
                </a:cubicBezTo>
                <a:cubicBezTo>
                  <a:pt x="16005" y="12405"/>
                  <a:pt x="20652" y="5235"/>
                  <a:pt x="20652" y="3034"/>
                </a:cubicBezTo>
                <a:cubicBezTo>
                  <a:pt x="20652" y="-166"/>
                  <a:pt x="22592" y="-634"/>
                  <a:pt x="30332" y="698"/>
                </a:cubicBezTo>
                <a:cubicBezTo>
                  <a:pt x="52748" y="4557"/>
                  <a:pt x="54210" y="5134"/>
                  <a:pt x="54210" y="10137"/>
                </a:cubicBezTo>
                <a:cubicBezTo>
                  <a:pt x="54210" y="14084"/>
                  <a:pt x="56056" y="15095"/>
                  <a:pt x="63267" y="15095"/>
                </a:cubicBezTo>
                <a:cubicBezTo>
                  <a:pt x="71678" y="15095"/>
                  <a:pt x="72094" y="15463"/>
                  <a:pt x="69100" y="20258"/>
                </a:cubicBezTo>
                <a:cubicBezTo>
                  <a:pt x="66522" y="24386"/>
                  <a:pt x="66522" y="26456"/>
                  <a:pt x="69100" y="30584"/>
                </a:cubicBezTo>
                <a:cubicBezTo>
                  <a:pt x="71011" y="33644"/>
                  <a:pt x="71264" y="35746"/>
                  <a:pt x="69721" y="35746"/>
                </a:cubicBezTo>
                <a:cubicBezTo>
                  <a:pt x="68289" y="35746"/>
                  <a:pt x="67118" y="39822"/>
                  <a:pt x="67118" y="44803"/>
                </a:cubicBezTo>
                <a:cubicBezTo>
                  <a:pt x="67118" y="53341"/>
                  <a:pt x="66802" y="53674"/>
                  <a:pt x="61618" y="50612"/>
                </a:cubicBezTo>
                <a:cubicBezTo>
                  <a:pt x="57188" y="47995"/>
                  <a:pt x="55886" y="48002"/>
                  <a:pt x="54931" y="50644"/>
                </a:cubicBezTo>
                <a:cubicBezTo>
                  <a:pt x="53898" y="53500"/>
                  <a:pt x="41201" y="61561"/>
                  <a:pt x="37735" y="61561"/>
                </a:cubicBezTo>
                <a:cubicBezTo>
                  <a:pt x="37051" y="61561"/>
                  <a:pt x="34010" y="58076"/>
                  <a:pt x="30977" y="53817"/>
                </a:cubicBezTo>
                <a:close/>
              </a:path>
            </a:pathLst>
          </a:custGeom>
          <a:solidFill>
            <a:srgbClr val="B9B9B9"/>
          </a:solidFill>
          <a:ln w="5163" cap="flat">
            <a:noFill/>
            <a:prstDash val="solid"/>
            <a:miter/>
          </a:ln>
        </p:spPr>
        <p:txBody>
          <a:bodyPr/>
          <a:lstStyle/>
          <a:p>
            <a:endParaRPr lang="es-419" noProof="0" dirty="0"/>
          </a:p>
        </p:txBody>
      </p:sp>
      <p:sp>
        <p:nvSpPr>
          <p:cNvPr id="67" name="Forma libre: forma 66">
            <a:extLst>
              <a:ext uri="{FF2B5EF4-FFF2-40B4-BE49-F238E27FC236}">
                <a16:creationId xmlns:a16="http://schemas.microsoft.com/office/drawing/2014/main" id="{B579DD87-01BB-4D7A-FC9B-A6D41BF6F1BC}"/>
              </a:ext>
            </a:extLst>
          </p:cNvPr>
          <p:cNvSpPr/>
          <p:nvPr/>
        </p:nvSpPr>
        <p:spPr>
          <a:xfrm>
            <a:off x="1478193" y="2273156"/>
            <a:ext cx="153622" cy="170128"/>
          </a:xfrm>
          <a:custGeom>
            <a:avLst/>
            <a:gdLst>
              <a:gd name="csX0" fmla="*/ 8493 w 153622"/>
              <a:gd name="csY0" fmla="*/ 168431 h 170128"/>
              <a:gd name="csX1" fmla="*/ 6772 w 153622"/>
              <a:gd name="csY1" fmla="*/ 161418 h 170128"/>
              <a:gd name="csX2" fmla="*/ 2681 w 153622"/>
              <a:gd name="csY2" fmla="*/ 145415 h 170128"/>
              <a:gd name="csX3" fmla="*/ 5459 w 153622"/>
              <a:gd name="csY3" fmla="*/ 121148 h 170128"/>
              <a:gd name="csX4" fmla="*/ 14777 w 153622"/>
              <a:gd name="csY4" fmla="*/ 82726 h 170128"/>
              <a:gd name="csX5" fmla="*/ 25155 w 153622"/>
              <a:gd name="csY5" fmla="*/ 43661 h 170128"/>
              <a:gd name="csX6" fmla="*/ 27423 w 153622"/>
              <a:gd name="csY6" fmla="*/ 32229 h 170128"/>
              <a:gd name="csX7" fmla="*/ 31172 w 153622"/>
              <a:gd name="csY7" fmla="*/ 17047 h 170128"/>
              <a:gd name="csX8" fmla="*/ 33221 w 153622"/>
              <a:gd name="csY8" fmla="*/ 11598 h 170128"/>
              <a:gd name="csX9" fmla="*/ 37362 w 153622"/>
              <a:gd name="csY9" fmla="*/ 8370 h 170128"/>
              <a:gd name="csX10" fmla="*/ 41848 w 153622"/>
              <a:gd name="csY10" fmla="*/ 3309 h 170128"/>
              <a:gd name="csX11" fmla="*/ 51947 w 153622"/>
              <a:gd name="csY11" fmla="*/ 4939 h 170128"/>
              <a:gd name="csX12" fmla="*/ 67990 w 153622"/>
              <a:gd name="csY12" fmla="*/ 10085 h 170128"/>
              <a:gd name="csX13" fmla="*/ 82983 w 153622"/>
              <a:gd name="csY13" fmla="*/ 28865 h 170128"/>
              <a:gd name="csX14" fmla="*/ 93236 w 153622"/>
              <a:gd name="csY14" fmla="*/ 38498 h 170128"/>
              <a:gd name="csX15" fmla="*/ 103025 w 153622"/>
              <a:gd name="csY15" fmla="*/ 33366 h 170128"/>
              <a:gd name="csX16" fmla="*/ 120832 w 153622"/>
              <a:gd name="csY16" fmla="*/ 24595 h 170128"/>
              <a:gd name="csX17" fmla="*/ 122064 w 153622"/>
              <a:gd name="csY17" fmla="*/ 33182 h 170128"/>
              <a:gd name="csX18" fmla="*/ 135261 w 153622"/>
              <a:gd name="csY18" fmla="*/ 39968 h 170128"/>
              <a:gd name="csX19" fmla="*/ 152396 w 153622"/>
              <a:gd name="csY19" fmla="*/ 46930 h 170128"/>
              <a:gd name="csX20" fmla="*/ 149002 w 153622"/>
              <a:gd name="csY20" fmla="*/ 58232 h 170128"/>
              <a:gd name="csX21" fmla="*/ 146552 w 153622"/>
              <a:gd name="csY21" fmla="*/ 64545 h 170128"/>
              <a:gd name="csX22" fmla="*/ 148358 w 153622"/>
              <a:gd name="csY22" fmla="*/ 121402 h 170128"/>
              <a:gd name="csX23" fmla="*/ 135844 w 153622"/>
              <a:gd name="csY23" fmla="*/ 118523 h 170128"/>
              <a:gd name="csX24" fmla="*/ 131972 w 153622"/>
              <a:gd name="csY24" fmla="*/ 113360 h 170128"/>
              <a:gd name="csX25" fmla="*/ 128062 w 153622"/>
              <a:gd name="csY25" fmla="*/ 103679 h 170128"/>
              <a:gd name="csX26" fmla="*/ 124378 w 153622"/>
              <a:gd name="csY26" fmla="*/ 87545 h 170128"/>
              <a:gd name="csX27" fmla="*/ 116378 w 153622"/>
              <a:gd name="csY27" fmla="*/ 72702 h 170128"/>
              <a:gd name="csX28" fmla="*/ 107448 w 153622"/>
              <a:gd name="csY28" fmla="*/ 67912 h 170128"/>
              <a:gd name="csX29" fmla="*/ 99376 w 153622"/>
              <a:gd name="csY29" fmla="*/ 80152 h 170128"/>
              <a:gd name="csX30" fmla="*/ 94468 w 153622"/>
              <a:gd name="csY30" fmla="*/ 101141 h 170128"/>
              <a:gd name="csX31" fmla="*/ 81766 w 153622"/>
              <a:gd name="csY31" fmla="*/ 133635 h 170128"/>
              <a:gd name="csX32" fmla="*/ 65090 w 153622"/>
              <a:gd name="csY32" fmla="*/ 140680 h 170128"/>
              <a:gd name="csX33" fmla="*/ 53260 w 153622"/>
              <a:gd name="csY33" fmla="*/ 146865 h 170128"/>
              <a:gd name="csX34" fmla="*/ 38902 w 153622"/>
              <a:gd name="csY34" fmla="*/ 154663 h 170128"/>
              <a:gd name="csX35" fmla="*/ 22260 w 153622"/>
              <a:gd name="csY35" fmla="*/ 162407 h 170128"/>
              <a:gd name="csX36" fmla="*/ 8493 w 153622"/>
              <a:gd name="csY36" fmla="*/ 168431 h 17012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Lst>
            <a:rect l="l" t="t" r="r" b="b"/>
            <a:pathLst>
              <a:path w="153622" h="170128">
                <a:moveTo>
                  <a:pt x="8493" y="168431"/>
                </a:moveTo>
                <a:cubicBezTo>
                  <a:pt x="7546" y="167484"/>
                  <a:pt x="6772" y="164329"/>
                  <a:pt x="6772" y="161418"/>
                </a:cubicBezTo>
                <a:cubicBezTo>
                  <a:pt x="6772" y="158508"/>
                  <a:pt x="4931" y="151306"/>
                  <a:pt x="2681" y="145415"/>
                </a:cubicBezTo>
                <a:cubicBezTo>
                  <a:pt x="-1298" y="134996"/>
                  <a:pt x="-1222" y="134332"/>
                  <a:pt x="5459" y="121148"/>
                </a:cubicBezTo>
                <a:cubicBezTo>
                  <a:pt x="10516" y="111168"/>
                  <a:pt x="12973" y="101035"/>
                  <a:pt x="14777" y="82726"/>
                </a:cubicBezTo>
                <a:cubicBezTo>
                  <a:pt x="17244" y="57676"/>
                  <a:pt x="20967" y="43661"/>
                  <a:pt x="25155" y="43661"/>
                </a:cubicBezTo>
                <a:cubicBezTo>
                  <a:pt x="26403" y="43661"/>
                  <a:pt x="27423" y="38516"/>
                  <a:pt x="27423" y="32229"/>
                </a:cubicBezTo>
                <a:cubicBezTo>
                  <a:pt x="27423" y="25675"/>
                  <a:pt x="29023" y="19196"/>
                  <a:pt x="31172" y="17047"/>
                </a:cubicBezTo>
                <a:cubicBezTo>
                  <a:pt x="33235" y="14985"/>
                  <a:pt x="34156" y="12533"/>
                  <a:pt x="33221" y="11598"/>
                </a:cubicBezTo>
                <a:cubicBezTo>
                  <a:pt x="32286" y="10662"/>
                  <a:pt x="34150" y="9210"/>
                  <a:pt x="37362" y="8370"/>
                </a:cubicBezTo>
                <a:cubicBezTo>
                  <a:pt x="40925" y="7438"/>
                  <a:pt x="42675" y="5464"/>
                  <a:pt x="41848" y="3309"/>
                </a:cubicBezTo>
                <a:cubicBezTo>
                  <a:pt x="39982" y="-1555"/>
                  <a:pt x="42837" y="-1094"/>
                  <a:pt x="51947" y="4939"/>
                </a:cubicBezTo>
                <a:cubicBezTo>
                  <a:pt x="56206" y="7760"/>
                  <a:pt x="63426" y="10076"/>
                  <a:pt x="67990" y="10085"/>
                </a:cubicBezTo>
                <a:cubicBezTo>
                  <a:pt x="77231" y="10104"/>
                  <a:pt x="80149" y="13759"/>
                  <a:pt x="82983" y="28865"/>
                </a:cubicBezTo>
                <a:cubicBezTo>
                  <a:pt x="84632" y="37657"/>
                  <a:pt x="85527" y="38498"/>
                  <a:pt x="93236" y="38498"/>
                </a:cubicBezTo>
                <a:cubicBezTo>
                  <a:pt x="99495" y="38498"/>
                  <a:pt x="102031" y="37168"/>
                  <a:pt x="103025" y="33366"/>
                </a:cubicBezTo>
                <a:cubicBezTo>
                  <a:pt x="104466" y="27855"/>
                  <a:pt x="116509" y="21923"/>
                  <a:pt x="120832" y="24595"/>
                </a:cubicBezTo>
                <a:cubicBezTo>
                  <a:pt x="122276" y="25487"/>
                  <a:pt x="122830" y="29351"/>
                  <a:pt x="122064" y="33182"/>
                </a:cubicBezTo>
                <a:cubicBezTo>
                  <a:pt x="120679" y="40107"/>
                  <a:pt x="120757" y="40147"/>
                  <a:pt x="135261" y="39968"/>
                </a:cubicBezTo>
                <a:cubicBezTo>
                  <a:pt x="148934" y="39800"/>
                  <a:pt x="150012" y="40238"/>
                  <a:pt x="152396" y="46930"/>
                </a:cubicBezTo>
                <a:cubicBezTo>
                  <a:pt x="154575" y="53045"/>
                  <a:pt x="154087" y="54670"/>
                  <a:pt x="149002" y="58232"/>
                </a:cubicBezTo>
                <a:cubicBezTo>
                  <a:pt x="144363" y="61481"/>
                  <a:pt x="143827" y="62863"/>
                  <a:pt x="146552" y="64545"/>
                </a:cubicBezTo>
                <a:cubicBezTo>
                  <a:pt x="151618" y="67671"/>
                  <a:pt x="153227" y="118317"/>
                  <a:pt x="148358" y="121402"/>
                </a:cubicBezTo>
                <a:cubicBezTo>
                  <a:pt x="142062" y="125392"/>
                  <a:pt x="135844" y="123962"/>
                  <a:pt x="135844" y="118523"/>
                </a:cubicBezTo>
                <a:cubicBezTo>
                  <a:pt x="135844" y="115655"/>
                  <a:pt x="134123" y="113360"/>
                  <a:pt x="131972" y="113360"/>
                </a:cubicBezTo>
                <a:cubicBezTo>
                  <a:pt x="129225" y="113360"/>
                  <a:pt x="128089" y="110546"/>
                  <a:pt x="128062" y="103679"/>
                </a:cubicBezTo>
                <a:cubicBezTo>
                  <a:pt x="128041" y="98355"/>
                  <a:pt x="126383" y="91095"/>
                  <a:pt x="124378" y="87545"/>
                </a:cubicBezTo>
                <a:cubicBezTo>
                  <a:pt x="122373" y="83996"/>
                  <a:pt x="118773" y="77316"/>
                  <a:pt x="116378" y="72702"/>
                </a:cubicBezTo>
                <a:cubicBezTo>
                  <a:pt x="111867" y="64011"/>
                  <a:pt x="107448" y="61641"/>
                  <a:pt x="107448" y="67912"/>
                </a:cubicBezTo>
                <a:cubicBezTo>
                  <a:pt x="107448" y="69891"/>
                  <a:pt x="103816" y="75399"/>
                  <a:pt x="99376" y="80152"/>
                </a:cubicBezTo>
                <a:cubicBezTo>
                  <a:pt x="91445" y="88642"/>
                  <a:pt x="91359" y="89010"/>
                  <a:pt x="94468" y="101141"/>
                </a:cubicBezTo>
                <a:cubicBezTo>
                  <a:pt x="97988" y="114877"/>
                  <a:pt x="97068" y="117230"/>
                  <a:pt x="81766" y="133635"/>
                </a:cubicBezTo>
                <a:cubicBezTo>
                  <a:pt x="74766" y="141139"/>
                  <a:pt x="72544" y="142078"/>
                  <a:pt x="65090" y="140680"/>
                </a:cubicBezTo>
                <a:cubicBezTo>
                  <a:pt x="57313" y="139221"/>
                  <a:pt x="56181" y="139812"/>
                  <a:pt x="53260" y="146865"/>
                </a:cubicBezTo>
                <a:cubicBezTo>
                  <a:pt x="50372" y="153836"/>
                  <a:pt x="48850" y="154663"/>
                  <a:pt x="38902" y="154663"/>
                </a:cubicBezTo>
                <a:cubicBezTo>
                  <a:pt x="29485" y="154663"/>
                  <a:pt x="26927" y="155853"/>
                  <a:pt x="22260" y="162407"/>
                </a:cubicBezTo>
                <a:cubicBezTo>
                  <a:pt x="16933" y="169889"/>
                  <a:pt x="12076" y="172014"/>
                  <a:pt x="8493" y="168431"/>
                </a:cubicBezTo>
                <a:close/>
              </a:path>
            </a:pathLst>
          </a:custGeom>
          <a:solidFill>
            <a:srgbClr val="B9B9B9"/>
          </a:solidFill>
          <a:ln w="5163" cap="flat">
            <a:noFill/>
            <a:prstDash val="solid"/>
            <a:miter/>
          </a:ln>
        </p:spPr>
        <p:txBody>
          <a:bodyPr/>
          <a:lstStyle/>
          <a:p>
            <a:endParaRPr lang="es-419" noProof="0" dirty="0"/>
          </a:p>
        </p:txBody>
      </p:sp>
      <p:grpSp>
        <p:nvGrpSpPr>
          <p:cNvPr id="68" name="Gráfico 39">
            <a:extLst>
              <a:ext uri="{FF2B5EF4-FFF2-40B4-BE49-F238E27FC236}">
                <a16:creationId xmlns:a16="http://schemas.microsoft.com/office/drawing/2014/main" id="{33374AD5-1F01-1683-8074-B95BCAEF047C}"/>
              </a:ext>
            </a:extLst>
          </p:cNvPr>
          <p:cNvGrpSpPr/>
          <p:nvPr/>
        </p:nvGrpSpPr>
        <p:grpSpPr>
          <a:xfrm>
            <a:off x="2169009" y="2212045"/>
            <a:ext cx="273705" cy="260208"/>
            <a:chOff x="2169009" y="2212045"/>
            <a:chExt cx="273705" cy="260208"/>
          </a:xfrm>
          <a:solidFill>
            <a:srgbClr val="B9B9B9"/>
          </a:solidFill>
        </p:grpSpPr>
        <p:sp>
          <p:nvSpPr>
            <p:cNvPr id="69" name="Forma libre: forma 68">
              <a:extLst>
                <a:ext uri="{FF2B5EF4-FFF2-40B4-BE49-F238E27FC236}">
                  <a16:creationId xmlns:a16="http://schemas.microsoft.com/office/drawing/2014/main" id="{699E28F2-1175-830F-3181-565FD58382D8}"/>
                </a:ext>
              </a:extLst>
            </p:cNvPr>
            <p:cNvSpPr/>
            <p:nvPr/>
          </p:nvSpPr>
          <p:spPr>
            <a:xfrm>
              <a:off x="2169009" y="2212045"/>
              <a:ext cx="273705" cy="260208"/>
            </a:xfrm>
            <a:custGeom>
              <a:avLst/>
              <a:gdLst>
                <a:gd name="csX0" fmla="*/ 136396 w 273705"/>
                <a:gd name="csY0" fmla="*/ 251544 h 260208"/>
                <a:gd name="csX1" fmla="*/ 123951 w 273705"/>
                <a:gd name="csY1" fmla="*/ 241399 h 260208"/>
                <a:gd name="csX2" fmla="*/ 100178 w 273705"/>
                <a:gd name="csY2" fmla="*/ 233837 h 260208"/>
                <a:gd name="csX3" fmla="*/ 81199 w 273705"/>
                <a:gd name="csY3" fmla="*/ 230865 h 260208"/>
                <a:gd name="csX4" fmla="*/ 75979 w 273705"/>
                <a:gd name="csY4" fmla="*/ 240363 h 260208"/>
                <a:gd name="csX5" fmla="*/ 67894 w 273705"/>
                <a:gd name="csY5" fmla="*/ 246752 h 260208"/>
                <a:gd name="csX6" fmla="*/ 29911 w 273705"/>
                <a:gd name="csY6" fmla="*/ 227450 h 260208"/>
                <a:gd name="csX7" fmla="*/ 28472 w 273705"/>
                <a:gd name="csY7" fmla="*/ 213064 h 260208"/>
                <a:gd name="csX8" fmla="*/ 12481 w 273705"/>
                <a:gd name="csY8" fmla="*/ 197704 h 260208"/>
                <a:gd name="csX9" fmla="*/ 1103 w 273705"/>
                <a:gd name="csY9" fmla="*/ 191257 h 260208"/>
                <a:gd name="csX10" fmla="*/ 24560 w 273705"/>
                <a:gd name="csY10" fmla="*/ 177413 h 260208"/>
                <a:gd name="csX11" fmla="*/ 49357 w 273705"/>
                <a:gd name="csY11" fmla="*/ 181249 h 260208"/>
                <a:gd name="csX12" fmla="*/ 33383 w 273705"/>
                <a:gd name="csY12" fmla="*/ 188440 h 260208"/>
                <a:gd name="csX13" fmla="*/ 18111 w 273705"/>
                <a:gd name="csY13" fmla="*/ 189801 h 260208"/>
                <a:gd name="csX14" fmla="*/ 23379 w 273705"/>
                <a:gd name="csY14" fmla="*/ 191217 h 260208"/>
                <a:gd name="csX15" fmla="*/ 42338 w 273705"/>
                <a:gd name="csY15" fmla="*/ 193852 h 260208"/>
                <a:gd name="csX16" fmla="*/ 54801 w 273705"/>
                <a:gd name="csY16" fmla="*/ 205031 h 260208"/>
                <a:gd name="csX17" fmla="*/ 53572 w 273705"/>
                <a:gd name="csY17" fmla="*/ 211902 h 260208"/>
                <a:gd name="csX18" fmla="*/ 58745 w 273705"/>
                <a:gd name="csY18" fmla="*/ 206739 h 260208"/>
                <a:gd name="csX19" fmla="*/ 62804 w 273705"/>
                <a:gd name="csY19" fmla="*/ 199640 h 260208"/>
                <a:gd name="csX20" fmla="*/ 78923 w 273705"/>
                <a:gd name="csY20" fmla="*/ 200342 h 260208"/>
                <a:gd name="csX21" fmla="*/ 84524 w 273705"/>
                <a:gd name="csY21" fmla="*/ 197871 h 260208"/>
                <a:gd name="csX22" fmla="*/ 91725 w 273705"/>
                <a:gd name="csY22" fmla="*/ 189946 h 260208"/>
                <a:gd name="csX23" fmla="*/ 100403 w 273705"/>
                <a:gd name="csY23" fmla="*/ 165765 h 260208"/>
                <a:gd name="csX24" fmla="*/ 96700 w 273705"/>
                <a:gd name="csY24" fmla="*/ 159218 h 260208"/>
                <a:gd name="csX25" fmla="*/ 94398 w 273705"/>
                <a:gd name="csY25" fmla="*/ 157998 h 260208"/>
                <a:gd name="csX26" fmla="*/ 90392 w 273705"/>
                <a:gd name="csY26" fmla="*/ 161840 h 260208"/>
                <a:gd name="csX27" fmla="*/ 87810 w 273705"/>
                <a:gd name="csY27" fmla="*/ 164145 h 260208"/>
                <a:gd name="csX28" fmla="*/ 100799 w 273705"/>
                <a:gd name="csY28" fmla="*/ 149016 h 260208"/>
                <a:gd name="csX29" fmla="*/ 118746 w 273705"/>
                <a:gd name="csY29" fmla="*/ 138331 h 260208"/>
                <a:gd name="csX30" fmla="*/ 133646 w 273705"/>
                <a:gd name="csY30" fmla="*/ 125809 h 260208"/>
                <a:gd name="csX31" fmla="*/ 149004 w 273705"/>
                <a:gd name="csY31" fmla="*/ 91807 h 260208"/>
                <a:gd name="csX32" fmla="*/ 157715 w 273705"/>
                <a:gd name="csY32" fmla="*/ 65895 h 260208"/>
                <a:gd name="csX33" fmla="*/ 163243 w 273705"/>
                <a:gd name="csY33" fmla="*/ 33397 h 260208"/>
                <a:gd name="csX34" fmla="*/ 165326 w 273705"/>
                <a:gd name="csY34" fmla="*/ 1486 h 260208"/>
                <a:gd name="csX35" fmla="*/ 167796 w 273705"/>
                <a:gd name="csY35" fmla="*/ 6032 h 260208"/>
                <a:gd name="csX36" fmla="*/ 180226 w 273705"/>
                <a:gd name="csY36" fmla="*/ 14421 h 260208"/>
                <a:gd name="csX37" fmla="*/ 195070 w 273705"/>
                <a:gd name="csY37" fmla="*/ 12027 h 260208"/>
                <a:gd name="csX38" fmla="*/ 227557 w 273705"/>
                <a:gd name="csY38" fmla="*/ 43889 h 260208"/>
                <a:gd name="csX39" fmla="*/ 257592 w 273705"/>
                <a:gd name="csY39" fmla="*/ 78146 h 260208"/>
                <a:gd name="csX40" fmla="*/ 261681 w 273705"/>
                <a:gd name="csY40" fmla="*/ 107593 h 260208"/>
                <a:gd name="csX41" fmla="*/ 273489 w 273705"/>
                <a:gd name="csY41" fmla="*/ 250266 h 260208"/>
                <a:gd name="csX42" fmla="*/ 218174 w 273705"/>
                <a:gd name="csY42" fmla="*/ 254247 h 260208"/>
                <a:gd name="csX43" fmla="*/ 150594 w 273705"/>
                <a:gd name="csY43" fmla="*/ 258722 h 260208"/>
                <a:gd name="csX44" fmla="*/ 137226 w 273705"/>
                <a:gd name="csY44" fmla="*/ 260208 h 260208"/>
                <a:gd name="csX45" fmla="*/ 136396 w 273705"/>
                <a:gd name="csY45" fmla="*/ 251544 h 2602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Lst>
              <a:rect l="l" t="t" r="r" b="b"/>
              <a:pathLst>
                <a:path w="273705" h="260208">
                  <a:moveTo>
                    <a:pt x="136396" y="251544"/>
                  </a:moveTo>
                  <a:cubicBezTo>
                    <a:pt x="135615" y="243380"/>
                    <a:pt x="134897" y="242794"/>
                    <a:pt x="123951" y="241399"/>
                  </a:cubicBezTo>
                  <a:cubicBezTo>
                    <a:pt x="117562" y="240584"/>
                    <a:pt x="106864" y="237181"/>
                    <a:pt x="100178" y="233837"/>
                  </a:cubicBezTo>
                  <a:cubicBezTo>
                    <a:pt x="89763" y="228627"/>
                    <a:pt x="87046" y="228201"/>
                    <a:pt x="81199" y="230865"/>
                  </a:cubicBezTo>
                  <a:cubicBezTo>
                    <a:pt x="75659" y="233390"/>
                    <a:pt x="74677" y="235176"/>
                    <a:pt x="75979" y="240363"/>
                  </a:cubicBezTo>
                  <a:cubicBezTo>
                    <a:pt x="77472" y="246311"/>
                    <a:pt x="76914" y="246752"/>
                    <a:pt x="67894" y="246752"/>
                  </a:cubicBezTo>
                  <a:cubicBezTo>
                    <a:pt x="55809" y="246752"/>
                    <a:pt x="31822" y="234563"/>
                    <a:pt x="29911" y="227450"/>
                  </a:cubicBezTo>
                  <a:cubicBezTo>
                    <a:pt x="29139" y="224578"/>
                    <a:pt x="28492" y="218104"/>
                    <a:pt x="28472" y="213064"/>
                  </a:cubicBezTo>
                  <a:cubicBezTo>
                    <a:pt x="28427" y="201349"/>
                    <a:pt x="24633" y="197704"/>
                    <a:pt x="12481" y="197704"/>
                  </a:cubicBezTo>
                  <a:cubicBezTo>
                    <a:pt x="4225" y="197704"/>
                    <a:pt x="2471" y="196710"/>
                    <a:pt x="1103" y="191257"/>
                  </a:cubicBezTo>
                  <a:cubicBezTo>
                    <a:pt x="-2114" y="178441"/>
                    <a:pt x="578" y="176853"/>
                    <a:pt x="24560" y="177413"/>
                  </a:cubicBezTo>
                  <a:cubicBezTo>
                    <a:pt x="38820" y="177746"/>
                    <a:pt x="47574" y="179100"/>
                    <a:pt x="49357" y="181249"/>
                  </a:cubicBezTo>
                  <a:cubicBezTo>
                    <a:pt x="54736" y="187730"/>
                    <a:pt x="49187" y="190228"/>
                    <a:pt x="33383" y="188440"/>
                  </a:cubicBezTo>
                  <a:cubicBezTo>
                    <a:pt x="22288" y="187184"/>
                    <a:pt x="18111" y="187556"/>
                    <a:pt x="18111" y="189801"/>
                  </a:cubicBezTo>
                  <a:cubicBezTo>
                    <a:pt x="18111" y="191735"/>
                    <a:pt x="20080" y="192265"/>
                    <a:pt x="23379" y="191217"/>
                  </a:cubicBezTo>
                  <a:cubicBezTo>
                    <a:pt x="26276" y="190298"/>
                    <a:pt x="34808" y="191483"/>
                    <a:pt x="42338" y="193852"/>
                  </a:cubicBezTo>
                  <a:cubicBezTo>
                    <a:pt x="54989" y="197831"/>
                    <a:pt x="55937" y="198681"/>
                    <a:pt x="54801" y="205031"/>
                  </a:cubicBezTo>
                  <a:lnTo>
                    <a:pt x="53572" y="211902"/>
                  </a:lnTo>
                  <a:lnTo>
                    <a:pt x="58745" y="206739"/>
                  </a:lnTo>
                  <a:cubicBezTo>
                    <a:pt x="61590" y="203900"/>
                    <a:pt x="63416" y="200705"/>
                    <a:pt x="62804" y="199640"/>
                  </a:cubicBezTo>
                  <a:cubicBezTo>
                    <a:pt x="61196" y="196843"/>
                    <a:pt x="70823" y="197262"/>
                    <a:pt x="78923" y="200342"/>
                  </a:cubicBezTo>
                  <a:cubicBezTo>
                    <a:pt x="85153" y="202711"/>
                    <a:pt x="85724" y="202459"/>
                    <a:pt x="84524" y="197871"/>
                  </a:cubicBezTo>
                  <a:cubicBezTo>
                    <a:pt x="83478" y="193868"/>
                    <a:pt x="85034" y="192154"/>
                    <a:pt x="91725" y="189946"/>
                  </a:cubicBezTo>
                  <a:cubicBezTo>
                    <a:pt x="104380" y="185769"/>
                    <a:pt x="109318" y="172009"/>
                    <a:pt x="100403" y="165765"/>
                  </a:cubicBezTo>
                  <a:cubicBezTo>
                    <a:pt x="97428" y="163681"/>
                    <a:pt x="95762" y="160736"/>
                    <a:pt x="96700" y="159218"/>
                  </a:cubicBezTo>
                  <a:cubicBezTo>
                    <a:pt x="97747" y="157525"/>
                    <a:pt x="96859" y="157053"/>
                    <a:pt x="94398" y="157998"/>
                  </a:cubicBezTo>
                  <a:cubicBezTo>
                    <a:pt x="92194" y="158843"/>
                    <a:pt x="90392" y="160572"/>
                    <a:pt x="90392" y="161840"/>
                  </a:cubicBezTo>
                  <a:cubicBezTo>
                    <a:pt x="90392" y="163108"/>
                    <a:pt x="89230" y="164145"/>
                    <a:pt x="87810" y="164145"/>
                  </a:cubicBezTo>
                  <a:cubicBezTo>
                    <a:pt x="81811" y="164145"/>
                    <a:pt x="86198" y="159036"/>
                    <a:pt x="100799" y="149016"/>
                  </a:cubicBezTo>
                  <a:cubicBezTo>
                    <a:pt x="109362" y="143139"/>
                    <a:pt x="117438" y="138331"/>
                    <a:pt x="118746" y="138331"/>
                  </a:cubicBezTo>
                  <a:cubicBezTo>
                    <a:pt x="120053" y="138331"/>
                    <a:pt x="126758" y="132696"/>
                    <a:pt x="133646" y="125809"/>
                  </a:cubicBezTo>
                  <a:cubicBezTo>
                    <a:pt x="145786" y="113669"/>
                    <a:pt x="146254" y="112631"/>
                    <a:pt x="149004" y="91807"/>
                  </a:cubicBezTo>
                  <a:cubicBezTo>
                    <a:pt x="151298" y="74430"/>
                    <a:pt x="152962" y="69481"/>
                    <a:pt x="157715" y="65895"/>
                  </a:cubicBezTo>
                  <a:cubicBezTo>
                    <a:pt x="163239" y="61729"/>
                    <a:pt x="163570" y="59784"/>
                    <a:pt x="163243" y="33397"/>
                  </a:cubicBezTo>
                  <a:cubicBezTo>
                    <a:pt x="163052" y="17960"/>
                    <a:pt x="163989" y="3600"/>
                    <a:pt x="165326" y="1486"/>
                  </a:cubicBezTo>
                  <a:cubicBezTo>
                    <a:pt x="167138" y="-1380"/>
                    <a:pt x="167766" y="-224"/>
                    <a:pt x="167796" y="6032"/>
                  </a:cubicBezTo>
                  <a:cubicBezTo>
                    <a:pt x="167835" y="14326"/>
                    <a:pt x="167976" y="14421"/>
                    <a:pt x="180226" y="14421"/>
                  </a:cubicBezTo>
                  <a:cubicBezTo>
                    <a:pt x="187041" y="14421"/>
                    <a:pt x="193721" y="13344"/>
                    <a:pt x="195070" y="12027"/>
                  </a:cubicBezTo>
                  <a:cubicBezTo>
                    <a:pt x="196598" y="10534"/>
                    <a:pt x="208840" y="22541"/>
                    <a:pt x="227557" y="43889"/>
                  </a:cubicBezTo>
                  <a:lnTo>
                    <a:pt x="257592" y="78146"/>
                  </a:lnTo>
                  <a:lnTo>
                    <a:pt x="261681" y="107593"/>
                  </a:lnTo>
                  <a:cubicBezTo>
                    <a:pt x="266251" y="140497"/>
                    <a:pt x="275208" y="248724"/>
                    <a:pt x="273489" y="250266"/>
                  </a:cubicBezTo>
                  <a:cubicBezTo>
                    <a:pt x="272881" y="250811"/>
                    <a:pt x="247989" y="252602"/>
                    <a:pt x="218174" y="254247"/>
                  </a:cubicBezTo>
                  <a:cubicBezTo>
                    <a:pt x="188358" y="255891"/>
                    <a:pt x="157947" y="257905"/>
                    <a:pt x="150594" y="258722"/>
                  </a:cubicBezTo>
                  <a:lnTo>
                    <a:pt x="137226" y="260208"/>
                  </a:lnTo>
                  <a:lnTo>
                    <a:pt x="136396" y="251544"/>
                  </a:lnTo>
                  <a:close/>
                </a:path>
              </a:pathLst>
            </a:custGeom>
            <a:solidFill>
              <a:srgbClr val="B9B9B9"/>
            </a:solidFill>
            <a:ln w="5163" cap="flat">
              <a:noFill/>
              <a:prstDash val="solid"/>
              <a:miter/>
            </a:ln>
          </p:spPr>
          <p:txBody>
            <a:bodyPr/>
            <a:lstStyle/>
            <a:p>
              <a:endParaRPr lang="es-419" noProof="0" dirty="0"/>
            </a:p>
          </p:txBody>
        </p:sp>
        <p:sp>
          <p:nvSpPr>
            <p:cNvPr id="70" name="Forma libre: forma 69">
              <a:extLst>
                <a:ext uri="{FF2B5EF4-FFF2-40B4-BE49-F238E27FC236}">
                  <a16:creationId xmlns:a16="http://schemas.microsoft.com/office/drawing/2014/main" id="{5870D8C6-C658-C092-A9A6-9E64C44DD59E}"/>
                </a:ext>
              </a:extLst>
            </p:cNvPr>
            <p:cNvSpPr/>
            <p:nvPr/>
          </p:nvSpPr>
          <p:spPr>
            <a:xfrm>
              <a:off x="2221969" y="2379232"/>
              <a:ext cx="29491" cy="17638"/>
            </a:xfrm>
            <a:custGeom>
              <a:avLst/>
              <a:gdLst>
                <a:gd name="csX0" fmla="*/ 10326 w 29491"/>
                <a:gd name="csY0" fmla="*/ 11251 h 17638"/>
                <a:gd name="csX1" fmla="*/ 23663 w 29491"/>
                <a:gd name="csY1" fmla="*/ 4783 h 17638"/>
                <a:gd name="csX2" fmla="*/ 27977 w 29491"/>
                <a:gd name="csY2" fmla="*/ 1475 h 17638"/>
                <a:gd name="csX3" fmla="*/ 29483 w 29491"/>
                <a:gd name="csY3" fmla="*/ 1025 h 17638"/>
                <a:gd name="csX4" fmla="*/ 8425 w 29491"/>
                <a:gd name="csY4" fmla="*/ 16751 h 17638"/>
                <a:gd name="csX5" fmla="*/ 0 w 29491"/>
                <a:gd name="csY5" fmla="*/ 17639 h 17638"/>
                <a:gd name="csX6" fmla="*/ 10326 w 29491"/>
                <a:gd name="csY6" fmla="*/ 11251 h 17638"/>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9491" h="17638">
                  <a:moveTo>
                    <a:pt x="10326" y="11251"/>
                  </a:moveTo>
                  <a:cubicBezTo>
                    <a:pt x="16005" y="7738"/>
                    <a:pt x="22007" y="4827"/>
                    <a:pt x="23663" y="4783"/>
                  </a:cubicBezTo>
                  <a:cubicBezTo>
                    <a:pt x="25320" y="4738"/>
                    <a:pt x="27261" y="3250"/>
                    <a:pt x="27977" y="1475"/>
                  </a:cubicBezTo>
                  <a:cubicBezTo>
                    <a:pt x="28693" y="-299"/>
                    <a:pt x="29371" y="-502"/>
                    <a:pt x="29483" y="1025"/>
                  </a:cubicBezTo>
                  <a:cubicBezTo>
                    <a:pt x="29861" y="6183"/>
                    <a:pt x="16907" y="15857"/>
                    <a:pt x="8425" y="16751"/>
                  </a:cubicBezTo>
                  <a:lnTo>
                    <a:pt x="0" y="17639"/>
                  </a:lnTo>
                  <a:lnTo>
                    <a:pt x="10326" y="11251"/>
                  </a:lnTo>
                  <a:close/>
                </a:path>
              </a:pathLst>
            </a:custGeom>
            <a:solidFill>
              <a:srgbClr val="B9B9B9"/>
            </a:solidFill>
            <a:ln w="5163" cap="flat">
              <a:noFill/>
              <a:prstDash val="solid"/>
              <a:miter/>
            </a:ln>
          </p:spPr>
          <p:txBody>
            <a:bodyPr/>
            <a:lstStyle/>
            <a:p>
              <a:endParaRPr lang="es-419" noProof="0" dirty="0"/>
            </a:p>
          </p:txBody>
        </p:sp>
      </p:grpSp>
      <p:sp>
        <p:nvSpPr>
          <p:cNvPr id="71" name="Forma libre: forma 70">
            <a:extLst>
              <a:ext uri="{FF2B5EF4-FFF2-40B4-BE49-F238E27FC236}">
                <a16:creationId xmlns:a16="http://schemas.microsoft.com/office/drawing/2014/main" id="{15FCB0A3-98E5-2BE7-FE14-2E34DC1F83D5}"/>
              </a:ext>
            </a:extLst>
          </p:cNvPr>
          <p:cNvSpPr/>
          <p:nvPr/>
        </p:nvSpPr>
        <p:spPr>
          <a:xfrm>
            <a:off x="1574029" y="2346575"/>
            <a:ext cx="28491" cy="35790"/>
          </a:xfrm>
          <a:custGeom>
            <a:avLst/>
            <a:gdLst>
              <a:gd name="csX0" fmla="*/ 11768 w 28491"/>
              <a:gd name="csY0" fmla="*/ 34872 h 35790"/>
              <a:gd name="csX1" fmla="*/ 805 w 28491"/>
              <a:gd name="csY1" fmla="*/ 25413 h 35790"/>
              <a:gd name="csX2" fmla="*/ 7669 w 28491"/>
              <a:gd name="csY2" fmla="*/ 7571 h 35790"/>
              <a:gd name="csX3" fmla="*/ 18379 w 28491"/>
              <a:gd name="csY3" fmla="*/ 2738 h 35790"/>
              <a:gd name="csX4" fmla="*/ 23574 w 28491"/>
              <a:gd name="csY4" fmla="*/ 11696 h 35790"/>
              <a:gd name="csX5" fmla="*/ 28193 w 28491"/>
              <a:gd name="csY5" fmla="*/ 24987 h 35790"/>
              <a:gd name="csX6" fmla="*/ 11768 w 28491"/>
              <a:gd name="csY6" fmla="*/ 34872 h 35790"/>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8491" h="35790">
                <a:moveTo>
                  <a:pt x="11768" y="34872"/>
                </a:moveTo>
                <a:cubicBezTo>
                  <a:pt x="4464" y="33733"/>
                  <a:pt x="2519" y="32055"/>
                  <a:pt x="805" y="25413"/>
                </a:cubicBezTo>
                <a:cubicBezTo>
                  <a:pt x="-1017" y="18356"/>
                  <a:pt x="-153" y="16110"/>
                  <a:pt x="7669" y="7571"/>
                </a:cubicBezTo>
                <a:cubicBezTo>
                  <a:pt x="15700" y="-1197"/>
                  <a:pt x="16797" y="-1692"/>
                  <a:pt x="18379" y="2738"/>
                </a:cubicBezTo>
                <a:cubicBezTo>
                  <a:pt x="19348" y="5452"/>
                  <a:pt x="21686" y="9483"/>
                  <a:pt x="23574" y="11696"/>
                </a:cubicBezTo>
                <a:cubicBezTo>
                  <a:pt x="25461" y="13908"/>
                  <a:pt x="27540" y="19890"/>
                  <a:pt x="28193" y="24987"/>
                </a:cubicBezTo>
                <a:cubicBezTo>
                  <a:pt x="29539" y="35505"/>
                  <a:pt x="26717" y="37203"/>
                  <a:pt x="11768" y="34872"/>
                </a:cubicBezTo>
                <a:close/>
              </a:path>
            </a:pathLst>
          </a:custGeom>
          <a:solidFill>
            <a:srgbClr val="CCCCCC"/>
          </a:solidFill>
          <a:ln w="5163" cap="flat">
            <a:noFill/>
            <a:prstDash val="solid"/>
            <a:miter/>
          </a:ln>
        </p:spPr>
        <p:txBody>
          <a:bodyPr/>
          <a:lstStyle/>
          <a:p>
            <a:endParaRPr lang="es-419" noProof="0" dirty="0"/>
          </a:p>
        </p:txBody>
      </p:sp>
      <p:sp>
        <p:nvSpPr>
          <p:cNvPr id="72" name="Forma libre: forma 71">
            <a:extLst>
              <a:ext uri="{FF2B5EF4-FFF2-40B4-BE49-F238E27FC236}">
                <a16:creationId xmlns:a16="http://schemas.microsoft.com/office/drawing/2014/main" id="{EE21AD32-35CD-4E34-9D23-AE3593ED6183}"/>
              </a:ext>
            </a:extLst>
          </p:cNvPr>
          <p:cNvSpPr/>
          <p:nvPr/>
        </p:nvSpPr>
        <p:spPr>
          <a:xfrm>
            <a:off x="1629800" y="2326596"/>
            <a:ext cx="82332" cy="45198"/>
          </a:xfrm>
          <a:custGeom>
            <a:avLst/>
            <a:gdLst>
              <a:gd name="csX0" fmla="*/ 35828 w 82332"/>
              <a:gd name="csY0" fmla="*/ 43172 h 45198"/>
              <a:gd name="csX1" fmla="*/ 20861 w 82332"/>
              <a:gd name="csY1" fmla="*/ 27939 h 45198"/>
              <a:gd name="csX2" fmla="*/ 6710 w 82332"/>
              <a:gd name="csY2" fmla="*/ 16733 h 45198"/>
              <a:gd name="csX3" fmla="*/ 200 w 82332"/>
              <a:gd name="csY3" fmla="*/ 11518 h 45198"/>
              <a:gd name="csX4" fmla="*/ 11960 w 82332"/>
              <a:gd name="csY4" fmla="*/ 5709 h 45198"/>
              <a:gd name="csX5" fmla="*/ 29437 w 82332"/>
              <a:gd name="csY5" fmla="*/ 2139 h 45198"/>
              <a:gd name="csX6" fmla="*/ 38320 w 82332"/>
              <a:gd name="csY6" fmla="*/ 692 h 45198"/>
              <a:gd name="csX7" fmla="*/ 49592 w 82332"/>
              <a:gd name="csY7" fmla="*/ 4355 h 45198"/>
              <a:gd name="csX8" fmla="*/ 61209 w 82332"/>
              <a:gd name="csY8" fmla="*/ 13550 h 45198"/>
              <a:gd name="csX9" fmla="*/ 68838 w 82332"/>
              <a:gd name="csY9" fmla="*/ 19970 h 45198"/>
              <a:gd name="csX10" fmla="*/ 82332 w 82332"/>
              <a:gd name="csY10" fmla="*/ 30233 h 45198"/>
              <a:gd name="csX11" fmla="*/ 75901 w 82332"/>
              <a:gd name="csY11" fmla="*/ 31524 h 45198"/>
              <a:gd name="csX12" fmla="*/ 66358 w 82332"/>
              <a:gd name="csY12" fmla="*/ 36506 h 45198"/>
              <a:gd name="csX13" fmla="*/ 58348 w 82332"/>
              <a:gd name="csY13" fmla="*/ 38866 h 45198"/>
              <a:gd name="csX14" fmla="*/ 47885 w 82332"/>
              <a:gd name="csY14" fmla="*/ 41425 h 45198"/>
              <a:gd name="csX15" fmla="*/ 35828 w 82332"/>
              <a:gd name="csY15" fmla="*/ 43172 h 4519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82332" h="45198">
                <a:moveTo>
                  <a:pt x="35828" y="43172"/>
                </a:moveTo>
                <a:cubicBezTo>
                  <a:pt x="32257" y="41284"/>
                  <a:pt x="25522" y="34429"/>
                  <a:pt x="20861" y="27939"/>
                </a:cubicBezTo>
                <a:cubicBezTo>
                  <a:pt x="14698" y="19357"/>
                  <a:pt x="10840" y="16301"/>
                  <a:pt x="6710" y="16733"/>
                </a:cubicBezTo>
                <a:cubicBezTo>
                  <a:pt x="2564" y="17166"/>
                  <a:pt x="809" y="15760"/>
                  <a:pt x="200" y="11518"/>
                </a:cubicBezTo>
                <a:cubicBezTo>
                  <a:pt x="-566" y="6174"/>
                  <a:pt x="375" y="5709"/>
                  <a:pt x="11960" y="5709"/>
                </a:cubicBezTo>
                <a:cubicBezTo>
                  <a:pt x="18887" y="5709"/>
                  <a:pt x="26751" y="4102"/>
                  <a:pt x="29437" y="2139"/>
                </a:cubicBezTo>
                <a:cubicBezTo>
                  <a:pt x="32427" y="-48"/>
                  <a:pt x="35871" y="-609"/>
                  <a:pt x="38320" y="692"/>
                </a:cubicBezTo>
                <a:cubicBezTo>
                  <a:pt x="40520" y="1860"/>
                  <a:pt x="45592" y="3509"/>
                  <a:pt x="49592" y="4355"/>
                </a:cubicBezTo>
                <a:cubicBezTo>
                  <a:pt x="53972" y="5282"/>
                  <a:pt x="58593" y="8940"/>
                  <a:pt x="61209" y="13550"/>
                </a:cubicBezTo>
                <a:cubicBezTo>
                  <a:pt x="63598" y="17761"/>
                  <a:pt x="67032" y="20650"/>
                  <a:pt x="68838" y="19970"/>
                </a:cubicBezTo>
                <a:cubicBezTo>
                  <a:pt x="71755" y="18872"/>
                  <a:pt x="82332" y="26917"/>
                  <a:pt x="82332" y="30233"/>
                </a:cubicBezTo>
                <a:cubicBezTo>
                  <a:pt x="82332" y="30943"/>
                  <a:pt x="79438" y="31524"/>
                  <a:pt x="75901" y="31524"/>
                </a:cubicBezTo>
                <a:cubicBezTo>
                  <a:pt x="72343" y="31524"/>
                  <a:pt x="68079" y="33750"/>
                  <a:pt x="66358" y="36506"/>
                </a:cubicBezTo>
                <a:cubicBezTo>
                  <a:pt x="63915" y="40418"/>
                  <a:pt x="62194" y="40925"/>
                  <a:pt x="58348" y="38866"/>
                </a:cubicBezTo>
                <a:cubicBezTo>
                  <a:pt x="54563" y="36841"/>
                  <a:pt x="52184" y="37422"/>
                  <a:pt x="47885" y="41425"/>
                </a:cubicBezTo>
                <a:cubicBezTo>
                  <a:pt x="42972" y="45999"/>
                  <a:pt x="41560" y="46204"/>
                  <a:pt x="35828" y="43172"/>
                </a:cubicBezTo>
                <a:close/>
              </a:path>
            </a:pathLst>
          </a:custGeom>
          <a:solidFill>
            <a:srgbClr val="B9B9B9"/>
          </a:solidFill>
          <a:ln w="5163" cap="flat">
            <a:noFill/>
            <a:prstDash val="solid"/>
            <a:miter/>
          </a:ln>
        </p:spPr>
        <p:txBody>
          <a:bodyPr/>
          <a:lstStyle/>
          <a:p>
            <a:endParaRPr lang="es-419" noProof="0" dirty="0"/>
          </a:p>
        </p:txBody>
      </p:sp>
      <p:sp>
        <p:nvSpPr>
          <p:cNvPr id="73" name="Forma libre: forma 72">
            <a:extLst>
              <a:ext uri="{FF2B5EF4-FFF2-40B4-BE49-F238E27FC236}">
                <a16:creationId xmlns:a16="http://schemas.microsoft.com/office/drawing/2014/main" id="{376A110F-FEC0-D90A-2F45-254795333FB4}"/>
              </a:ext>
            </a:extLst>
          </p:cNvPr>
          <p:cNvSpPr/>
          <p:nvPr/>
        </p:nvSpPr>
        <p:spPr>
          <a:xfrm>
            <a:off x="1522864" y="2163021"/>
            <a:ext cx="166771" cy="166600"/>
          </a:xfrm>
          <a:custGeom>
            <a:avLst/>
            <a:gdLst>
              <a:gd name="csX0" fmla="*/ 112825 w 166771"/>
              <a:gd name="csY0" fmla="*/ 162186 h 166600"/>
              <a:gd name="csX1" fmla="*/ 93810 w 166771"/>
              <a:gd name="csY1" fmla="*/ 146052 h 166600"/>
              <a:gd name="csX2" fmla="*/ 80847 w 166771"/>
              <a:gd name="csY2" fmla="*/ 139517 h 166600"/>
              <a:gd name="csX3" fmla="*/ 77061 w 166771"/>
              <a:gd name="csY3" fmla="*/ 131529 h 166600"/>
              <a:gd name="csX4" fmla="*/ 56324 w 166771"/>
              <a:gd name="csY4" fmla="*/ 140503 h 166600"/>
              <a:gd name="csX5" fmla="*/ 40835 w 166771"/>
              <a:gd name="csY5" fmla="*/ 134435 h 166600"/>
              <a:gd name="csX6" fmla="*/ 25839 w 166771"/>
              <a:gd name="csY6" fmla="*/ 117575 h 166600"/>
              <a:gd name="csX7" fmla="*/ 603 w 166771"/>
              <a:gd name="csY7" fmla="*/ 103594 h 166600"/>
              <a:gd name="csX8" fmla="*/ 3427 w 166771"/>
              <a:gd name="csY8" fmla="*/ 92334 h 166600"/>
              <a:gd name="csX9" fmla="*/ 16980 w 166771"/>
              <a:gd name="csY9" fmla="*/ 76064 h 166600"/>
              <a:gd name="csX10" fmla="*/ 29744 w 166771"/>
              <a:gd name="csY10" fmla="*/ 65065 h 166600"/>
              <a:gd name="csX11" fmla="*/ 36843 w 166771"/>
              <a:gd name="csY11" fmla="*/ 46479 h 166600"/>
              <a:gd name="csX12" fmla="*/ 44707 w 166771"/>
              <a:gd name="csY12" fmla="*/ 28415 h 166600"/>
              <a:gd name="csX13" fmla="*/ 49507 w 166771"/>
              <a:gd name="csY13" fmla="*/ 27678 h 166600"/>
              <a:gd name="csX14" fmla="*/ 60947 w 166771"/>
              <a:gd name="csY14" fmla="*/ 25763 h 166600"/>
              <a:gd name="csX15" fmla="*/ 70323 w 166771"/>
              <a:gd name="csY15" fmla="*/ 14969 h 166600"/>
              <a:gd name="csX16" fmla="*/ 78890 w 166771"/>
              <a:gd name="csY16" fmla="*/ 12726 h 166600"/>
              <a:gd name="csX17" fmla="*/ 98544 w 166771"/>
              <a:gd name="csY17" fmla="*/ 17873 h 166600"/>
              <a:gd name="csX18" fmla="*/ 112369 w 166771"/>
              <a:gd name="csY18" fmla="*/ 19382 h 166600"/>
              <a:gd name="csX19" fmla="*/ 111333 w 166771"/>
              <a:gd name="csY19" fmla="*/ 10510 h 166600"/>
              <a:gd name="csX20" fmla="*/ 113560 w 166771"/>
              <a:gd name="csY20" fmla="*/ 387 h 166600"/>
              <a:gd name="csX21" fmla="*/ 117960 w 166771"/>
              <a:gd name="csY21" fmla="*/ 7843 h 166600"/>
              <a:gd name="csX22" fmla="*/ 132949 w 166771"/>
              <a:gd name="csY22" fmla="*/ 23283 h 166600"/>
              <a:gd name="csX23" fmla="*/ 137639 w 166771"/>
              <a:gd name="csY23" fmla="*/ 24249 h 166600"/>
              <a:gd name="csX24" fmla="*/ 142971 w 166771"/>
              <a:gd name="csY24" fmla="*/ 28097 h 166600"/>
              <a:gd name="csX25" fmla="*/ 144280 w 166771"/>
              <a:gd name="csY25" fmla="*/ 37270 h 166600"/>
              <a:gd name="csX26" fmla="*/ 141806 w 166771"/>
              <a:gd name="csY26" fmla="*/ 49084 h 166600"/>
              <a:gd name="csX27" fmla="*/ 134976 w 166771"/>
              <a:gd name="csY27" fmla="*/ 50495 h 166600"/>
              <a:gd name="csX28" fmla="*/ 125814 w 166771"/>
              <a:gd name="csY28" fmla="*/ 54367 h 166600"/>
              <a:gd name="csX29" fmla="*/ 117982 w 166771"/>
              <a:gd name="csY29" fmla="*/ 60864 h 166600"/>
              <a:gd name="csX30" fmla="*/ 114406 w 166771"/>
              <a:gd name="csY30" fmla="*/ 64736 h 166600"/>
              <a:gd name="csX31" fmla="*/ 118081 w 166771"/>
              <a:gd name="csY31" fmla="*/ 68608 h 166600"/>
              <a:gd name="csX32" fmla="*/ 117880 w 166771"/>
              <a:gd name="csY32" fmla="*/ 76375 h 166600"/>
              <a:gd name="csX33" fmla="*/ 120902 w 166771"/>
              <a:gd name="csY33" fmla="*/ 101250 h 166600"/>
              <a:gd name="csX34" fmla="*/ 146578 w 166771"/>
              <a:gd name="csY34" fmla="*/ 85070 h 166600"/>
              <a:gd name="csX35" fmla="*/ 165866 w 166771"/>
              <a:gd name="csY35" fmla="*/ 78619 h 166600"/>
              <a:gd name="csX36" fmla="*/ 158858 w 166771"/>
              <a:gd name="csY36" fmla="*/ 93393 h 166600"/>
              <a:gd name="csX37" fmla="*/ 145606 w 166771"/>
              <a:gd name="csY37" fmla="*/ 103389 h 166600"/>
              <a:gd name="csX38" fmla="*/ 146405 w 166771"/>
              <a:gd name="csY38" fmla="*/ 113844 h 166600"/>
              <a:gd name="csX39" fmla="*/ 151373 w 166771"/>
              <a:gd name="csY39" fmla="*/ 126271 h 166600"/>
              <a:gd name="csX40" fmla="*/ 146320 w 166771"/>
              <a:gd name="csY40" fmla="*/ 138511 h 166600"/>
              <a:gd name="csX41" fmla="*/ 142802 w 166771"/>
              <a:gd name="csY41" fmla="*/ 150216 h 166600"/>
              <a:gd name="csX42" fmla="*/ 135305 w 166771"/>
              <a:gd name="csY42" fmla="*/ 162275 h 166600"/>
              <a:gd name="csX43" fmla="*/ 112825 w 166771"/>
              <a:gd name="csY43" fmla="*/ 162186 h 1666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66771" h="166600">
                <a:moveTo>
                  <a:pt x="112825" y="162186"/>
                </a:moveTo>
                <a:cubicBezTo>
                  <a:pt x="107924" y="146593"/>
                  <a:pt x="107287" y="146052"/>
                  <a:pt x="93810" y="146052"/>
                </a:cubicBezTo>
                <a:cubicBezTo>
                  <a:pt x="81661" y="146052"/>
                  <a:pt x="80847" y="145641"/>
                  <a:pt x="80847" y="139517"/>
                </a:cubicBezTo>
                <a:cubicBezTo>
                  <a:pt x="80847" y="135923"/>
                  <a:pt x="79143" y="132329"/>
                  <a:pt x="77061" y="131529"/>
                </a:cubicBezTo>
                <a:cubicBezTo>
                  <a:pt x="70944" y="129182"/>
                  <a:pt x="59116" y="134300"/>
                  <a:pt x="56324" y="140503"/>
                </a:cubicBezTo>
                <a:cubicBezTo>
                  <a:pt x="52116" y="149848"/>
                  <a:pt x="43882" y="146622"/>
                  <a:pt x="40835" y="134435"/>
                </a:cubicBezTo>
                <a:cubicBezTo>
                  <a:pt x="37208" y="119926"/>
                  <a:pt x="35198" y="117667"/>
                  <a:pt x="25839" y="117575"/>
                </a:cubicBezTo>
                <a:cubicBezTo>
                  <a:pt x="16487" y="117484"/>
                  <a:pt x="-3740" y="106278"/>
                  <a:pt x="603" y="103594"/>
                </a:cubicBezTo>
                <a:cubicBezTo>
                  <a:pt x="2143" y="102641"/>
                  <a:pt x="3414" y="97575"/>
                  <a:pt x="3427" y="92334"/>
                </a:cubicBezTo>
                <a:cubicBezTo>
                  <a:pt x="3448" y="83428"/>
                  <a:pt x="4333" y="82366"/>
                  <a:pt x="16980" y="76064"/>
                </a:cubicBezTo>
                <a:cubicBezTo>
                  <a:pt x="26201" y="71468"/>
                  <a:pt x="30266" y="67966"/>
                  <a:pt x="29744" y="65065"/>
                </a:cubicBezTo>
                <a:cubicBezTo>
                  <a:pt x="29324" y="62724"/>
                  <a:pt x="32518" y="54360"/>
                  <a:pt x="36843" y="46479"/>
                </a:cubicBezTo>
                <a:cubicBezTo>
                  <a:pt x="41168" y="38598"/>
                  <a:pt x="44707" y="30469"/>
                  <a:pt x="44707" y="28415"/>
                </a:cubicBezTo>
                <a:cubicBezTo>
                  <a:pt x="44707" y="25420"/>
                  <a:pt x="45659" y="25274"/>
                  <a:pt x="49507" y="27678"/>
                </a:cubicBezTo>
                <a:cubicBezTo>
                  <a:pt x="53370" y="30090"/>
                  <a:pt x="55603" y="29716"/>
                  <a:pt x="60947" y="25763"/>
                </a:cubicBezTo>
                <a:cubicBezTo>
                  <a:pt x="64599" y="23062"/>
                  <a:pt x="68819" y="18205"/>
                  <a:pt x="70323" y="14969"/>
                </a:cubicBezTo>
                <a:cubicBezTo>
                  <a:pt x="72821" y="9600"/>
                  <a:pt x="73567" y="9404"/>
                  <a:pt x="78890" y="12726"/>
                </a:cubicBezTo>
                <a:cubicBezTo>
                  <a:pt x="82096" y="14727"/>
                  <a:pt x="90941" y="17044"/>
                  <a:pt x="98544" y="17873"/>
                </a:cubicBezTo>
                <a:lnTo>
                  <a:pt x="112369" y="19382"/>
                </a:lnTo>
                <a:lnTo>
                  <a:pt x="111333" y="10510"/>
                </a:lnTo>
                <a:cubicBezTo>
                  <a:pt x="110680" y="4917"/>
                  <a:pt x="111503" y="1176"/>
                  <a:pt x="113560" y="387"/>
                </a:cubicBezTo>
                <a:cubicBezTo>
                  <a:pt x="117812" y="-1245"/>
                  <a:pt x="120015" y="2488"/>
                  <a:pt x="117960" y="7843"/>
                </a:cubicBezTo>
                <a:cubicBezTo>
                  <a:pt x="115692" y="13753"/>
                  <a:pt x="126829" y="25225"/>
                  <a:pt x="132949" y="23283"/>
                </a:cubicBezTo>
                <a:cubicBezTo>
                  <a:pt x="135529" y="22464"/>
                  <a:pt x="137639" y="22899"/>
                  <a:pt x="137639" y="24249"/>
                </a:cubicBezTo>
                <a:cubicBezTo>
                  <a:pt x="137639" y="25599"/>
                  <a:pt x="140039" y="27330"/>
                  <a:pt x="142971" y="28097"/>
                </a:cubicBezTo>
                <a:cubicBezTo>
                  <a:pt x="148037" y="29422"/>
                  <a:pt x="148102" y="29879"/>
                  <a:pt x="144280" y="37270"/>
                </a:cubicBezTo>
                <a:cubicBezTo>
                  <a:pt x="142067" y="41548"/>
                  <a:pt x="140954" y="46864"/>
                  <a:pt x="141806" y="49084"/>
                </a:cubicBezTo>
                <a:cubicBezTo>
                  <a:pt x="143608" y="53779"/>
                  <a:pt x="141808" y="54151"/>
                  <a:pt x="134976" y="50495"/>
                </a:cubicBezTo>
                <a:cubicBezTo>
                  <a:pt x="130992" y="48362"/>
                  <a:pt x="129272" y="49089"/>
                  <a:pt x="125814" y="54367"/>
                </a:cubicBezTo>
                <a:cubicBezTo>
                  <a:pt x="123473" y="57940"/>
                  <a:pt x="119948" y="60864"/>
                  <a:pt x="117982" y="60864"/>
                </a:cubicBezTo>
                <a:cubicBezTo>
                  <a:pt x="116015" y="60864"/>
                  <a:pt x="114406" y="62606"/>
                  <a:pt x="114406" y="64736"/>
                </a:cubicBezTo>
                <a:cubicBezTo>
                  <a:pt x="114406" y="66866"/>
                  <a:pt x="116060" y="68608"/>
                  <a:pt x="118081" y="68608"/>
                </a:cubicBezTo>
                <a:cubicBezTo>
                  <a:pt x="121214" y="68608"/>
                  <a:pt x="121185" y="69751"/>
                  <a:pt x="117880" y="76375"/>
                </a:cubicBezTo>
                <a:cubicBezTo>
                  <a:pt x="113557" y="85043"/>
                  <a:pt x="115262" y="99086"/>
                  <a:pt x="120902" y="101250"/>
                </a:cubicBezTo>
                <a:cubicBezTo>
                  <a:pt x="125974" y="103196"/>
                  <a:pt x="134577" y="97775"/>
                  <a:pt x="146578" y="85070"/>
                </a:cubicBezTo>
                <a:cubicBezTo>
                  <a:pt x="158352" y="72606"/>
                  <a:pt x="161996" y="71387"/>
                  <a:pt x="165866" y="78619"/>
                </a:cubicBezTo>
                <a:cubicBezTo>
                  <a:pt x="167980" y="82568"/>
                  <a:pt x="166683" y="85304"/>
                  <a:pt x="158858" y="93393"/>
                </a:cubicBezTo>
                <a:cubicBezTo>
                  <a:pt x="153577" y="98853"/>
                  <a:pt x="147613" y="103351"/>
                  <a:pt x="145606" y="103389"/>
                </a:cubicBezTo>
                <a:cubicBezTo>
                  <a:pt x="139218" y="103509"/>
                  <a:pt x="139670" y="109432"/>
                  <a:pt x="146405" y="113844"/>
                </a:cubicBezTo>
                <a:cubicBezTo>
                  <a:pt x="151813" y="117388"/>
                  <a:pt x="152650" y="119482"/>
                  <a:pt x="151373" y="126271"/>
                </a:cubicBezTo>
                <a:cubicBezTo>
                  <a:pt x="150529" y="130761"/>
                  <a:pt x="148255" y="136269"/>
                  <a:pt x="146320" y="138511"/>
                </a:cubicBezTo>
                <a:cubicBezTo>
                  <a:pt x="144385" y="140752"/>
                  <a:pt x="142802" y="146020"/>
                  <a:pt x="142802" y="150216"/>
                </a:cubicBezTo>
                <a:cubicBezTo>
                  <a:pt x="142802" y="155900"/>
                  <a:pt x="140890" y="158975"/>
                  <a:pt x="135305" y="162275"/>
                </a:cubicBezTo>
                <a:cubicBezTo>
                  <a:pt x="125481" y="168078"/>
                  <a:pt x="114663" y="168035"/>
                  <a:pt x="112825" y="162186"/>
                </a:cubicBezTo>
                <a:close/>
              </a:path>
            </a:pathLst>
          </a:custGeom>
          <a:solidFill>
            <a:srgbClr val="B9B9B9"/>
          </a:solidFill>
          <a:ln w="5163" cap="flat">
            <a:noFill/>
            <a:prstDash val="solid"/>
            <a:miter/>
          </a:ln>
        </p:spPr>
        <p:txBody>
          <a:bodyPr/>
          <a:lstStyle/>
          <a:p>
            <a:endParaRPr lang="es-419" noProof="0" dirty="0"/>
          </a:p>
        </p:txBody>
      </p:sp>
      <p:sp>
        <p:nvSpPr>
          <p:cNvPr id="74" name="Forma libre: forma 73">
            <a:extLst>
              <a:ext uri="{FF2B5EF4-FFF2-40B4-BE49-F238E27FC236}">
                <a16:creationId xmlns:a16="http://schemas.microsoft.com/office/drawing/2014/main" id="{6BAB60CC-C532-7140-C4DA-26D6FF798CB5}"/>
              </a:ext>
            </a:extLst>
          </p:cNvPr>
          <p:cNvSpPr/>
          <p:nvPr/>
        </p:nvSpPr>
        <p:spPr>
          <a:xfrm>
            <a:off x="1152549" y="1816032"/>
            <a:ext cx="278306" cy="369963"/>
          </a:xfrm>
          <a:custGeom>
            <a:avLst/>
            <a:gdLst>
              <a:gd name="csX0" fmla="*/ 34904 w 278306"/>
              <a:gd name="csY0" fmla="*/ 369743 h 369963"/>
              <a:gd name="csX1" fmla="*/ 30386 w 278306"/>
              <a:gd name="csY1" fmla="*/ 366534 h 369963"/>
              <a:gd name="csX2" fmla="*/ 24882 w 278306"/>
              <a:gd name="csY2" fmla="*/ 362569 h 369963"/>
              <a:gd name="csX3" fmla="*/ 21927 w 278306"/>
              <a:gd name="csY3" fmla="*/ 359169 h 369963"/>
              <a:gd name="csX4" fmla="*/ 27578 w 278306"/>
              <a:gd name="csY4" fmla="*/ 347996 h 369963"/>
              <a:gd name="csX5" fmla="*/ 35410 w 278306"/>
              <a:gd name="csY5" fmla="*/ 332463 h 369963"/>
              <a:gd name="csX6" fmla="*/ 46301 w 278306"/>
              <a:gd name="csY6" fmla="*/ 305733 h 369963"/>
              <a:gd name="csX7" fmla="*/ 51274 w 278306"/>
              <a:gd name="csY7" fmla="*/ 305469 h 369963"/>
              <a:gd name="csX8" fmla="*/ 85602 w 278306"/>
              <a:gd name="csY8" fmla="*/ 259605 h 369963"/>
              <a:gd name="csX9" fmla="*/ 77041 w 278306"/>
              <a:gd name="csY9" fmla="*/ 247151 h 369963"/>
              <a:gd name="csX10" fmla="*/ 56201 w 278306"/>
              <a:gd name="csY10" fmla="*/ 259540 h 369963"/>
              <a:gd name="csX11" fmla="*/ 43804 w 278306"/>
              <a:gd name="csY11" fmla="*/ 271918 h 369963"/>
              <a:gd name="csX12" fmla="*/ 42369 w 278306"/>
              <a:gd name="csY12" fmla="*/ 249815 h 369963"/>
              <a:gd name="csX13" fmla="*/ 41724 w 278306"/>
              <a:gd name="csY13" fmla="*/ 231013 h 369963"/>
              <a:gd name="csX14" fmla="*/ 29106 w 278306"/>
              <a:gd name="csY14" fmla="*/ 240028 h 369963"/>
              <a:gd name="csX15" fmla="*/ 22444 w 278306"/>
              <a:gd name="csY15" fmla="*/ 254379 h 369963"/>
              <a:gd name="csX16" fmla="*/ 24802 w 278306"/>
              <a:gd name="csY16" fmla="*/ 241025 h 369963"/>
              <a:gd name="csX17" fmla="*/ 33753 w 278306"/>
              <a:gd name="csY17" fmla="*/ 223416 h 369963"/>
              <a:gd name="csX18" fmla="*/ 20060 w 278306"/>
              <a:gd name="csY18" fmla="*/ 211002 h 369963"/>
              <a:gd name="csX19" fmla="*/ 12798 w 278306"/>
              <a:gd name="csY19" fmla="*/ 218762 h 369963"/>
              <a:gd name="csX20" fmla="*/ 14913 w 278306"/>
              <a:gd name="csY20" fmla="*/ 227151 h 369963"/>
              <a:gd name="csX21" fmla="*/ 17013 w 278306"/>
              <a:gd name="csY21" fmla="*/ 232960 h 369963"/>
              <a:gd name="csX22" fmla="*/ 9735 w 278306"/>
              <a:gd name="csY22" fmla="*/ 237857 h 369963"/>
              <a:gd name="csX23" fmla="*/ 1293 w 278306"/>
              <a:gd name="csY23" fmla="*/ 233984 h 369963"/>
              <a:gd name="csX24" fmla="*/ 5050 w 278306"/>
              <a:gd name="csY24" fmla="*/ 166825 h 369963"/>
              <a:gd name="csX25" fmla="*/ 13098 w 278306"/>
              <a:gd name="csY25" fmla="*/ 148470 h 369963"/>
              <a:gd name="csX26" fmla="*/ 17479 w 278306"/>
              <a:gd name="csY26" fmla="*/ 142324 h 369963"/>
              <a:gd name="csX27" fmla="*/ 23957 w 278306"/>
              <a:gd name="csY27" fmla="*/ 139382 h 369963"/>
              <a:gd name="csX28" fmla="*/ 29365 w 278306"/>
              <a:gd name="csY28" fmla="*/ 127120 h 369963"/>
              <a:gd name="csX29" fmla="*/ 37749 w 278306"/>
              <a:gd name="csY29" fmla="*/ 97729 h 369963"/>
              <a:gd name="csX30" fmla="*/ 49507 w 278306"/>
              <a:gd name="csY30" fmla="*/ 88122 h 369963"/>
              <a:gd name="csX31" fmla="*/ 58774 w 278306"/>
              <a:gd name="csY31" fmla="*/ 77796 h 369963"/>
              <a:gd name="csX32" fmla="*/ 64863 w 278306"/>
              <a:gd name="csY32" fmla="*/ 68721 h 369963"/>
              <a:gd name="csX33" fmla="*/ 80119 w 278306"/>
              <a:gd name="csY33" fmla="*/ 65404 h 369963"/>
              <a:gd name="csX34" fmla="*/ 105248 w 278306"/>
              <a:gd name="csY34" fmla="*/ 69057 h 369963"/>
              <a:gd name="csX35" fmla="*/ 132354 w 278306"/>
              <a:gd name="csY35" fmla="*/ 69793 h 369963"/>
              <a:gd name="csX36" fmla="*/ 147842 w 278306"/>
              <a:gd name="csY36" fmla="*/ 68392 h 369963"/>
              <a:gd name="csX37" fmla="*/ 148600 w 278306"/>
              <a:gd name="csY37" fmla="*/ 51194 h 369963"/>
              <a:gd name="csX38" fmla="*/ 143045 w 278306"/>
              <a:gd name="csY38" fmla="*/ 18458 h 369963"/>
              <a:gd name="csX39" fmla="*/ 138200 w 278306"/>
              <a:gd name="csY39" fmla="*/ 1452 h 369963"/>
              <a:gd name="csX40" fmla="*/ 176238 w 278306"/>
              <a:gd name="csY40" fmla="*/ 4099 h 369963"/>
              <a:gd name="csX41" fmla="*/ 200117 w 278306"/>
              <a:gd name="csY41" fmla="*/ 11594 h 369963"/>
              <a:gd name="csX42" fmla="*/ 208506 w 278306"/>
              <a:gd name="csY42" fmla="*/ 17328 h 369963"/>
              <a:gd name="csX43" fmla="*/ 213126 w 278306"/>
              <a:gd name="csY43" fmla="*/ 22327 h 369963"/>
              <a:gd name="csX44" fmla="*/ 220224 w 278306"/>
              <a:gd name="csY44" fmla="*/ 29184 h 369963"/>
              <a:gd name="csX45" fmla="*/ 234966 w 278306"/>
              <a:gd name="csY45" fmla="*/ 33975 h 369963"/>
              <a:gd name="csX46" fmla="*/ 247228 w 278306"/>
              <a:gd name="csY46" fmla="*/ 35904 h 369963"/>
              <a:gd name="csX47" fmla="*/ 256714 w 278306"/>
              <a:gd name="csY47" fmla="*/ 49191 h 369963"/>
              <a:gd name="csX48" fmla="*/ 272203 w 278306"/>
              <a:gd name="csY48" fmla="*/ 58184 h 369963"/>
              <a:gd name="csX49" fmla="*/ 271714 w 278306"/>
              <a:gd name="csY49" fmla="*/ 67589 h 369963"/>
              <a:gd name="csX50" fmla="*/ 263105 w 278306"/>
              <a:gd name="csY50" fmla="*/ 78504 h 369963"/>
              <a:gd name="csX51" fmla="*/ 254303 w 278306"/>
              <a:gd name="csY51" fmla="*/ 85750 h 369963"/>
              <a:gd name="csX52" fmla="*/ 246105 w 278306"/>
              <a:gd name="csY52" fmla="*/ 101699 h 369963"/>
              <a:gd name="csX53" fmla="*/ 227494 w 278306"/>
              <a:gd name="csY53" fmla="*/ 130702 h 369963"/>
              <a:gd name="csX54" fmla="*/ 183924 w 278306"/>
              <a:gd name="csY54" fmla="*/ 160034 h 369963"/>
              <a:gd name="csX55" fmla="*/ 153537 w 278306"/>
              <a:gd name="csY55" fmla="*/ 173778 h 369963"/>
              <a:gd name="csX56" fmla="*/ 157053 w 278306"/>
              <a:gd name="csY56" fmla="*/ 181528 h 369963"/>
              <a:gd name="csX57" fmla="*/ 160436 w 278306"/>
              <a:gd name="csY57" fmla="*/ 193225 h 369963"/>
              <a:gd name="csX58" fmla="*/ 180263 w 278306"/>
              <a:gd name="csY58" fmla="*/ 225950 h 369963"/>
              <a:gd name="csX59" fmla="*/ 194663 w 278306"/>
              <a:gd name="csY59" fmla="*/ 239264 h 369963"/>
              <a:gd name="csX60" fmla="*/ 204770 w 278306"/>
              <a:gd name="csY60" fmla="*/ 247088 h 369963"/>
              <a:gd name="csX61" fmla="*/ 210897 w 278306"/>
              <a:gd name="csY61" fmla="*/ 244424 h 369963"/>
              <a:gd name="csX62" fmla="*/ 229158 w 278306"/>
              <a:gd name="csY62" fmla="*/ 228391 h 369963"/>
              <a:gd name="csX63" fmla="*/ 234321 w 278306"/>
              <a:gd name="csY63" fmla="*/ 228442 h 369963"/>
              <a:gd name="csX64" fmla="*/ 234966 w 278306"/>
              <a:gd name="csY64" fmla="*/ 250091 h 369963"/>
              <a:gd name="csX65" fmla="*/ 235014 w 278306"/>
              <a:gd name="csY65" fmla="*/ 261191 h 369963"/>
              <a:gd name="csX66" fmla="*/ 230353 w 278306"/>
              <a:gd name="csY66" fmla="*/ 300578 h 369963"/>
              <a:gd name="csX67" fmla="*/ 224337 w 278306"/>
              <a:gd name="csY67" fmla="*/ 308123 h 369963"/>
              <a:gd name="csX68" fmla="*/ 215823 w 278306"/>
              <a:gd name="csY68" fmla="*/ 299799 h 369963"/>
              <a:gd name="csX69" fmla="*/ 202099 w 278306"/>
              <a:gd name="csY69" fmla="*/ 292094 h 369963"/>
              <a:gd name="csX70" fmla="*/ 185246 w 278306"/>
              <a:gd name="csY70" fmla="*/ 278805 h 369963"/>
              <a:gd name="csX71" fmla="*/ 173928 w 278306"/>
              <a:gd name="csY71" fmla="*/ 260086 h 369963"/>
              <a:gd name="csX72" fmla="*/ 159486 w 278306"/>
              <a:gd name="csY72" fmla="*/ 251642 h 369963"/>
              <a:gd name="csX73" fmla="*/ 135920 w 278306"/>
              <a:gd name="csY73" fmla="*/ 263292 h 369963"/>
              <a:gd name="csX74" fmla="*/ 128496 w 278306"/>
              <a:gd name="csY74" fmla="*/ 268428 h 369963"/>
              <a:gd name="csX75" fmla="*/ 118324 w 278306"/>
              <a:gd name="csY75" fmla="*/ 277403 h 369963"/>
              <a:gd name="csX76" fmla="*/ 102749 w 278306"/>
              <a:gd name="csY76" fmla="*/ 302843 h 369963"/>
              <a:gd name="csX77" fmla="*/ 111986 w 278306"/>
              <a:gd name="csY77" fmla="*/ 325389 h 369963"/>
              <a:gd name="csX78" fmla="*/ 124791 w 278306"/>
              <a:gd name="csY78" fmla="*/ 345325 h 369963"/>
              <a:gd name="csX79" fmla="*/ 112525 w 278306"/>
              <a:gd name="csY79" fmla="*/ 358252 h 369963"/>
              <a:gd name="csX80" fmla="*/ 61364 w 278306"/>
              <a:gd name="csY80" fmla="*/ 367059 h 369963"/>
              <a:gd name="csX81" fmla="*/ 45875 w 278306"/>
              <a:gd name="csY81" fmla="*/ 368630 h 369963"/>
              <a:gd name="csX82" fmla="*/ 34904 w 278306"/>
              <a:gd name="csY82" fmla="*/ 369743 h 3699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Lst>
            <a:rect l="l" t="t" r="r" b="b"/>
            <a:pathLst>
              <a:path w="278306" h="369963">
                <a:moveTo>
                  <a:pt x="34904" y="369743"/>
                </a:moveTo>
                <a:cubicBezTo>
                  <a:pt x="32419" y="369198"/>
                  <a:pt x="30386" y="367754"/>
                  <a:pt x="30386" y="366534"/>
                </a:cubicBezTo>
                <a:cubicBezTo>
                  <a:pt x="30386" y="365314"/>
                  <a:pt x="27909" y="363530"/>
                  <a:pt x="24882" y="362569"/>
                </a:cubicBezTo>
                <a:cubicBezTo>
                  <a:pt x="21855" y="361609"/>
                  <a:pt x="20525" y="360078"/>
                  <a:pt x="21927" y="359169"/>
                </a:cubicBezTo>
                <a:cubicBezTo>
                  <a:pt x="23328" y="358259"/>
                  <a:pt x="25871" y="353231"/>
                  <a:pt x="27578" y="347996"/>
                </a:cubicBezTo>
                <a:cubicBezTo>
                  <a:pt x="29284" y="342760"/>
                  <a:pt x="32809" y="335771"/>
                  <a:pt x="35410" y="332463"/>
                </a:cubicBezTo>
                <a:cubicBezTo>
                  <a:pt x="41776" y="324371"/>
                  <a:pt x="48428" y="308044"/>
                  <a:pt x="46301" y="305733"/>
                </a:cubicBezTo>
                <a:cubicBezTo>
                  <a:pt x="45357" y="304708"/>
                  <a:pt x="47595" y="304589"/>
                  <a:pt x="51274" y="305469"/>
                </a:cubicBezTo>
                <a:cubicBezTo>
                  <a:pt x="65489" y="308870"/>
                  <a:pt x="84946" y="282874"/>
                  <a:pt x="85602" y="259605"/>
                </a:cubicBezTo>
                <a:cubicBezTo>
                  <a:pt x="85868" y="250143"/>
                  <a:pt x="85296" y="249310"/>
                  <a:pt x="77041" y="247151"/>
                </a:cubicBezTo>
                <a:cubicBezTo>
                  <a:pt x="64390" y="243842"/>
                  <a:pt x="56201" y="248710"/>
                  <a:pt x="56201" y="259540"/>
                </a:cubicBezTo>
                <a:cubicBezTo>
                  <a:pt x="56201" y="269382"/>
                  <a:pt x="51616" y="273960"/>
                  <a:pt x="43804" y="271918"/>
                </a:cubicBezTo>
                <a:cubicBezTo>
                  <a:pt x="37009" y="270141"/>
                  <a:pt x="36944" y="269149"/>
                  <a:pt x="42369" y="249815"/>
                </a:cubicBezTo>
                <a:cubicBezTo>
                  <a:pt x="46434" y="235327"/>
                  <a:pt x="46408" y="234559"/>
                  <a:pt x="41724" y="231013"/>
                </a:cubicBezTo>
                <a:cubicBezTo>
                  <a:pt x="34464" y="225517"/>
                  <a:pt x="33758" y="226021"/>
                  <a:pt x="29106" y="240028"/>
                </a:cubicBezTo>
                <a:cubicBezTo>
                  <a:pt x="26753" y="247111"/>
                  <a:pt x="23756" y="253568"/>
                  <a:pt x="22444" y="254379"/>
                </a:cubicBezTo>
                <a:cubicBezTo>
                  <a:pt x="19454" y="256227"/>
                  <a:pt x="19357" y="256781"/>
                  <a:pt x="24802" y="241025"/>
                </a:cubicBezTo>
                <a:cubicBezTo>
                  <a:pt x="27318" y="233748"/>
                  <a:pt x="31345" y="225823"/>
                  <a:pt x="33753" y="223416"/>
                </a:cubicBezTo>
                <a:cubicBezTo>
                  <a:pt x="41536" y="215633"/>
                  <a:pt x="38403" y="212792"/>
                  <a:pt x="20060" y="211002"/>
                </a:cubicBezTo>
                <a:cubicBezTo>
                  <a:pt x="14508" y="210460"/>
                  <a:pt x="13494" y="211544"/>
                  <a:pt x="12798" y="218762"/>
                </a:cubicBezTo>
                <a:cubicBezTo>
                  <a:pt x="12315" y="223766"/>
                  <a:pt x="13169" y="227151"/>
                  <a:pt x="14913" y="227151"/>
                </a:cubicBezTo>
                <a:cubicBezTo>
                  <a:pt x="16522" y="227151"/>
                  <a:pt x="17467" y="229765"/>
                  <a:pt x="17013" y="232960"/>
                </a:cubicBezTo>
                <a:cubicBezTo>
                  <a:pt x="16365" y="237521"/>
                  <a:pt x="14803" y="238572"/>
                  <a:pt x="9735" y="237857"/>
                </a:cubicBezTo>
                <a:cubicBezTo>
                  <a:pt x="6185" y="237355"/>
                  <a:pt x="2386" y="235613"/>
                  <a:pt x="1293" y="233984"/>
                </a:cubicBezTo>
                <a:cubicBezTo>
                  <a:pt x="-1682" y="229553"/>
                  <a:pt x="858" y="184145"/>
                  <a:pt x="5050" y="166825"/>
                </a:cubicBezTo>
                <a:cubicBezTo>
                  <a:pt x="7067" y="158491"/>
                  <a:pt x="10689" y="150232"/>
                  <a:pt x="13098" y="148470"/>
                </a:cubicBezTo>
                <a:cubicBezTo>
                  <a:pt x="15508" y="146708"/>
                  <a:pt x="17479" y="143943"/>
                  <a:pt x="17479" y="142324"/>
                </a:cubicBezTo>
                <a:cubicBezTo>
                  <a:pt x="17479" y="140706"/>
                  <a:pt x="20394" y="139382"/>
                  <a:pt x="23957" y="139382"/>
                </a:cubicBezTo>
                <a:cubicBezTo>
                  <a:pt x="30115" y="139382"/>
                  <a:pt x="30383" y="138776"/>
                  <a:pt x="29365" y="127120"/>
                </a:cubicBezTo>
                <a:cubicBezTo>
                  <a:pt x="27807" y="109281"/>
                  <a:pt x="29957" y="101744"/>
                  <a:pt x="37749" y="97729"/>
                </a:cubicBezTo>
                <a:cubicBezTo>
                  <a:pt x="41508" y="95792"/>
                  <a:pt x="46799" y="91468"/>
                  <a:pt x="49507" y="88122"/>
                </a:cubicBezTo>
                <a:cubicBezTo>
                  <a:pt x="52214" y="84775"/>
                  <a:pt x="56385" y="80128"/>
                  <a:pt x="58774" y="77796"/>
                </a:cubicBezTo>
                <a:cubicBezTo>
                  <a:pt x="61163" y="75463"/>
                  <a:pt x="63903" y="71380"/>
                  <a:pt x="64863" y="68721"/>
                </a:cubicBezTo>
                <a:cubicBezTo>
                  <a:pt x="66368" y="64550"/>
                  <a:pt x="68459" y="64095"/>
                  <a:pt x="80119" y="65404"/>
                </a:cubicBezTo>
                <a:cubicBezTo>
                  <a:pt x="87551" y="66238"/>
                  <a:pt x="98859" y="67882"/>
                  <a:pt x="105248" y="69057"/>
                </a:cubicBezTo>
                <a:cubicBezTo>
                  <a:pt x="111637" y="70233"/>
                  <a:pt x="123835" y="70564"/>
                  <a:pt x="132354" y="69793"/>
                </a:cubicBezTo>
                <a:lnTo>
                  <a:pt x="147842" y="68392"/>
                </a:lnTo>
                <a:lnTo>
                  <a:pt x="148600" y="51194"/>
                </a:lnTo>
                <a:cubicBezTo>
                  <a:pt x="149196" y="37679"/>
                  <a:pt x="148006" y="30668"/>
                  <a:pt x="143045" y="18458"/>
                </a:cubicBezTo>
                <a:cubicBezTo>
                  <a:pt x="139573" y="9912"/>
                  <a:pt x="137392" y="2259"/>
                  <a:pt x="138200" y="1452"/>
                </a:cubicBezTo>
                <a:cubicBezTo>
                  <a:pt x="141102" y="-1451"/>
                  <a:pt x="166125" y="290"/>
                  <a:pt x="176238" y="4099"/>
                </a:cubicBezTo>
                <a:cubicBezTo>
                  <a:pt x="189419" y="9062"/>
                  <a:pt x="190086" y="9272"/>
                  <a:pt x="200117" y="11594"/>
                </a:cubicBezTo>
                <a:cubicBezTo>
                  <a:pt x="204892" y="12700"/>
                  <a:pt x="208506" y="15170"/>
                  <a:pt x="208506" y="17328"/>
                </a:cubicBezTo>
                <a:cubicBezTo>
                  <a:pt x="208506" y="19413"/>
                  <a:pt x="210585" y="21662"/>
                  <a:pt x="213126" y="22327"/>
                </a:cubicBezTo>
                <a:cubicBezTo>
                  <a:pt x="215666" y="22991"/>
                  <a:pt x="218861" y="26077"/>
                  <a:pt x="220224" y="29184"/>
                </a:cubicBezTo>
                <a:cubicBezTo>
                  <a:pt x="222363" y="34057"/>
                  <a:pt x="224390" y="34715"/>
                  <a:pt x="234966" y="33975"/>
                </a:cubicBezTo>
                <a:cubicBezTo>
                  <a:pt x="242553" y="33444"/>
                  <a:pt x="247228" y="34179"/>
                  <a:pt x="247228" y="35904"/>
                </a:cubicBezTo>
                <a:cubicBezTo>
                  <a:pt x="247228" y="37437"/>
                  <a:pt x="251497" y="43416"/>
                  <a:pt x="256714" y="49191"/>
                </a:cubicBezTo>
                <a:cubicBezTo>
                  <a:pt x="264193" y="57469"/>
                  <a:pt x="267470" y="59372"/>
                  <a:pt x="272203" y="58184"/>
                </a:cubicBezTo>
                <a:cubicBezTo>
                  <a:pt x="280616" y="56072"/>
                  <a:pt x="280219" y="63714"/>
                  <a:pt x="271714" y="67589"/>
                </a:cubicBezTo>
                <a:cubicBezTo>
                  <a:pt x="267863" y="69343"/>
                  <a:pt x="264361" y="73784"/>
                  <a:pt x="263105" y="78504"/>
                </a:cubicBezTo>
                <a:cubicBezTo>
                  <a:pt x="261351" y="85098"/>
                  <a:pt x="259842" y="86340"/>
                  <a:pt x="254303" y="85750"/>
                </a:cubicBezTo>
                <a:cubicBezTo>
                  <a:pt x="246592" y="84928"/>
                  <a:pt x="243436" y="91067"/>
                  <a:pt x="246105" y="101699"/>
                </a:cubicBezTo>
                <a:cubicBezTo>
                  <a:pt x="247533" y="107389"/>
                  <a:pt x="244867" y="111544"/>
                  <a:pt x="227494" y="130702"/>
                </a:cubicBezTo>
                <a:cubicBezTo>
                  <a:pt x="207371" y="152893"/>
                  <a:pt x="196764" y="160034"/>
                  <a:pt x="183924" y="160034"/>
                </a:cubicBezTo>
                <a:cubicBezTo>
                  <a:pt x="175394" y="160034"/>
                  <a:pt x="155328" y="169109"/>
                  <a:pt x="153537" y="173778"/>
                </a:cubicBezTo>
                <a:cubicBezTo>
                  <a:pt x="152784" y="175740"/>
                  <a:pt x="154366" y="179227"/>
                  <a:pt x="157053" y="181528"/>
                </a:cubicBezTo>
                <a:cubicBezTo>
                  <a:pt x="160618" y="184580"/>
                  <a:pt x="161532" y="187741"/>
                  <a:pt x="160436" y="193225"/>
                </a:cubicBezTo>
                <a:cubicBezTo>
                  <a:pt x="158065" y="205081"/>
                  <a:pt x="165477" y="217314"/>
                  <a:pt x="180263" y="225950"/>
                </a:cubicBezTo>
                <a:cubicBezTo>
                  <a:pt x="187814" y="230360"/>
                  <a:pt x="193823" y="235916"/>
                  <a:pt x="194663" y="239264"/>
                </a:cubicBezTo>
                <a:cubicBezTo>
                  <a:pt x="196711" y="247420"/>
                  <a:pt x="202826" y="252154"/>
                  <a:pt x="204770" y="247088"/>
                </a:cubicBezTo>
                <a:cubicBezTo>
                  <a:pt x="205617" y="244882"/>
                  <a:pt x="208258" y="243734"/>
                  <a:pt x="210897" y="244424"/>
                </a:cubicBezTo>
                <a:cubicBezTo>
                  <a:pt x="216566" y="245906"/>
                  <a:pt x="229158" y="234851"/>
                  <a:pt x="229158" y="228391"/>
                </a:cubicBezTo>
                <a:cubicBezTo>
                  <a:pt x="229158" y="223967"/>
                  <a:pt x="229378" y="223969"/>
                  <a:pt x="234321" y="228442"/>
                </a:cubicBezTo>
                <a:cubicBezTo>
                  <a:pt x="240730" y="234242"/>
                  <a:pt x="241099" y="246636"/>
                  <a:pt x="234966" y="250091"/>
                </a:cubicBezTo>
                <a:cubicBezTo>
                  <a:pt x="230667" y="252513"/>
                  <a:pt x="230669" y="253050"/>
                  <a:pt x="235014" y="261191"/>
                </a:cubicBezTo>
                <a:cubicBezTo>
                  <a:pt x="240871" y="272165"/>
                  <a:pt x="238755" y="290041"/>
                  <a:pt x="230353" y="300578"/>
                </a:cubicBezTo>
                <a:lnTo>
                  <a:pt x="224337" y="308123"/>
                </a:lnTo>
                <a:lnTo>
                  <a:pt x="215823" y="299799"/>
                </a:lnTo>
                <a:cubicBezTo>
                  <a:pt x="210927" y="295013"/>
                  <a:pt x="205095" y="291738"/>
                  <a:pt x="202099" y="292094"/>
                </a:cubicBezTo>
                <a:cubicBezTo>
                  <a:pt x="194035" y="293052"/>
                  <a:pt x="185277" y="286146"/>
                  <a:pt x="185246" y="278805"/>
                </a:cubicBezTo>
                <a:cubicBezTo>
                  <a:pt x="185229" y="274767"/>
                  <a:pt x="180965" y="267715"/>
                  <a:pt x="173928" y="260086"/>
                </a:cubicBezTo>
                <a:cubicBezTo>
                  <a:pt x="164333" y="249682"/>
                  <a:pt x="162165" y="248415"/>
                  <a:pt x="159486" y="251642"/>
                </a:cubicBezTo>
                <a:cubicBezTo>
                  <a:pt x="155362" y="256612"/>
                  <a:pt x="141849" y="263292"/>
                  <a:pt x="135920" y="263292"/>
                </a:cubicBezTo>
                <a:cubicBezTo>
                  <a:pt x="133348" y="263292"/>
                  <a:pt x="130007" y="265603"/>
                  <a:pt x="128496" y="268428"/>
                </a:cubicBezTo>
                <a:cubicBezTo>
                  <a:pt x="126984" y="271253"/>
                  <a:pt x="122406" y="275292"/>
                  <a:pt x="118324" y="277403"/>
                </a:cubicBezTo>
                <a:cubicBezTo>
                  <a:pt x="105333" y="284120"/>
                  <a:pt x="102661" y="288486"/>
                  <a:pt x="102749" y="302843"/>
                </a:cubicBezTo>
                <a:cubicBezTo>
                  <a:pt x="102826" y="315405"/>
                  <a:pt x="106784" y="325066"/>
                  <a:pt x="111986" y="325389"/>
                </a:cubicBezTo>
                <a:cubicBezTo>
                  <a:pt x="116589" y="325676"/>
                  <a:pt x="126252" y="340721"/>
                  <a:pt x="124791" y="345325"/>
                </a:cubicBezTo>
                <a:cubicBezTo>
                  <a:pt x="123983" y="347870"/>
                  <a:pt x="118463" y="353688"/>
                  <a:pt x="112525" y="358252"/>
                </a:cubicBezTo>
                <a:cubicBezTo>
                  <a:pt x="101535" y="366699"/>
                  <a:pt x="89725" y="368732"/>
                  <a:pt x="61364" y="367059"/>
                </a:cubicBezTo>
                <a:cubicBezTo>
                  <a:pt x="56394" y="366766"/>
                  <a:pt x="49424" y="367473"/>
                  <a:pt x="45875" y="368630"/>
                </a:cubicBezTo>
                <a:cubicBezTo>
                  <a:pt x="42325" y="369787"/>
                  <a:pt x="37388" y="370288"/>
                  <a:pt x="34904" y="369743"/>
                </a:cubicBezTo>
                <a:close/>
              </a:path>
            </a:pathLst>
          </a:custGeom>
          <a:solidFill>
            <a:srgbClr val="B9B9B9"/>
          </a:solidFill>
          <a:ln w="5163" cap="flat">
            <a:noFill/>
            <a:prstDash val="solid"/>
            <a:miter/>
          </a:ln>
        </p:spPr>
        <p:txBody>
          <a:bodyPr/>
          <a:lstStyle/>
          <a:p>
            <a:endParaRPr lang="es-419" noProof="0" dirty="0"/>
          </a:p>
        </p:txBody>
      </p:sp>
      <p:grpSp>
        <p:nvGrpSpPr>
          <p:cNvPr id="75" name="Gráfico 39">
            <a:extLst>
              <a:ext uri="{FF2B5EF4-FFF2-40B4-BE49-F238E27FC236}">
                <a16:creationId xmlns:a16="http://schemas.microsoft.com/office/drawing/2014/main" id="{436BFB46-0740-1A27-739B-3DDB3CFFE19E}"/>
              </a:ext>
            </a:extLst>
          </p:cNvPr>
          <p:cNvGrpSpPr/>
          <p:nvPr/>
        </p:nvGrpSpPr>
        <p:grpSpPr>
          <a:xfrm>
            <a:off x="1634957" y="2069316"/>
            <a:ext cx="438046" cy="474569"/>
            <a:chOff x="1634957" y="2069316"/>
            <a:chExt cx="438046" cy="474569"/>
          </a:xfrm>
        </p:grpSpPr>
        <p:sp>
          <p:nvSpPr>
            <p:cNvPr id="76" name="Forma libre: forma 75">
              <a:extLst>
                <a:ext uri="{FF2B5EF4-FFF2-40B4-BE49-F238E27FC236}">
                  <a16:creationId xmlns:a16="http://schemas.microsoft.com/office/drawing/2014/main" id="{583C5200-D8CA-8E59-74E5-8B4F0DB7B7F9}"/>
                </a:ext>
              </a:extLst>
            </p:cNvPr>
            <p:cNvSpPr/>
            <p:nvPr/>
          </p:nvSpPr>
          <p:spPr>
            <a:xfrm>
              <a:off x="1634957" y="2069316"/>
              <a:ext cx="438046" cy="474569"/>
            </a:xfrm>
            <a:custGeom>
              <a:avLst/>
              <a:gdLst>
                <a:gd name="csX0" fmla="*/ 332739 w 438046"/>
                <a:gd name="csY0" fmla="*/ 469202 h 474569"/>
                <a:gd name="csX1" fmla="*/ 324349 w 438046"/>
                <a:gd name="csY1" fmla="*/ 460541 h 474569"/>
                <a:gd name="csX2" fmla="*/ 306954 w 438046"/>
                <a:gd name="csY2" fmla="*/ 447652 h 474569"/>
                <a:gd name="csX3" fmla="*/ 301522 w 438046"/>
                <a:gd name="csY3" fmla="*/ 436095 h 474569"/>
                <a:gd name="csX4" fmla="*/ 298287 w 438046"/>
                <a:gd name="csY4" fmla="*/ 425621 h 474569"/>
                <a:gd name="csX5" fmla="*/ 291436 w 438046"/>
                <a:gd name="csY5" fmla="*/ 429493 h 474569"/>
                <a:gd name="csX6" fmla="*/ 284162 w 438046"/>
                <a:gd name="csY6" fmla="*/ 433365 h 474569"/>
                <a:gd name="csX7" fmla="*/ 273181 w 438046"/>
                <a:gd name="csY7" fmla="*/ 439996 h 474569"/>
                <a:gd name="csX8" fmla="*/ 246542 w 438046"/>
                <a:gd name="csY8" fmla="*/ 415677 h 474569"/>
                <a:gd name="csX9" fmla="*/ 247543 w 438046"/>
                <a:gd name="csY9" fmla="*/ 398488 h 474569"/>
                <a:gd name="csX10" fmla="*/ 227242 w 438046"/>
                <a:gd name="csY10" fmla="*/ 385770 h 474569"/>
                <a:gd name="csX11" fmla="*/ 216574 w 438046"/>
                <a:gd name="csY11" fmla="*/ 384267 h 474569"/>
                <a:gd name="csX12" fmla="*/ 211411 w 438046"/>
                <a:gd name="csY12" fmla="*/ 381736 h 474569"/>
                <a:gd name="csX13" fmla="*/ 206248 w 438046"/>
                <a:gd name="csY13" fmla="*/ 377864 h 474569"/>
                <a:gd name="csX14" fmla="*/ 201085 w 438046"/>
                <a:gd name="csY14" fmla="*/ 368829 h 474569"/>
                <a:gd name="csX15" fmla="*/ 195840 w 438046"/>
                <a:gd name="csY15" fmla="*/ 360439 h 474569"/>
                <a:gd name="csX16" fmla="*/ 179383 w 438046"/>
                <a:gd name="csY16" fmla="*/ 344572 h 474569"/>
                <a:gd name="csX17" fmla="*/ 166056 w 438046"/>
                <a:gd name="csY17" fmla="*/ 347532 h 474569"/>
                <a:gd name="csX18" fmla="*/ 162127 w 438046"/>
                <a:gd name="csY18" fmla="*/ 363514 h 474569"/>
                <a:gd name="csX19" fmla="*/ 156676 w 438046"/>
                <a:gd name="csY19" fmla="*/ 372397 h 474569"/>
                <a:gd name="csX20" fmla="*/ 152333 w 438046"/>
                <a:gd name="csY20" fmla="*/ 366640 h 474569"/>
                <a:gd name="csX21" fmla="*/ 138487 w 438046"/>
                <a:gd name="csY21" fmla="*/ 364853 h 474569"/>
                <a:gd name="csX22" fmla="*/ 126312 w 438046"/>
                <a:gd name="csY22" fmla="*/ 363833 h 474569"/>
                <a:gd name="csX23" fmla="*/ 123641 w 438046"/>
                <a:gd name="csY23" fmla="*/ 355006 h 474569"/>
                <a:gd name="csX24" fmla="*/ 115723 w 438046"/>
                <a:gd name="csY24" fmla="*/ 349430 h 474569"/>
                <a:gd name="csX25" fmla="*/ 110493 w 438046"/>
                <a:gd name="csY25" fmla="*/ 333027 h 474569"/>
                <a:gd name="csX26" fmla="*/ 115897 w 438046"/>
                <a:gd name="csY26" fmla="*/ 317692 h 474569"/>
                <a:gd name="csX27" fmla="*/ 126868 w 438046"/>
                <a:gd name="csY27" fmla="*/ 306474 h 474569"/>
                <a:gd name="csX28" fmla="*/ 128005 w 438046"/>
                <a:gd name="csY28" fmla="*/ 290864 h 474569"/>
                <a:gd name="csX29" fmla="*/ 107467 w 438046"/>
                <a:gd name="csY29" fmla="*/ 276906 h 474569"/>
                <a:gd name="csX30" fmla="*/ 125531 w 438046"/>
                <a:gd name="csY30" fmla="*/ 228226 h 474569"/>
                <a:gd name="csX31" fmla="*/ 128516 w 438046"/>
                <a:gd name="csY31" fmla="*/ 218872 h 474569"/>
                <a:gd name="csX32" fmla="*/ 122054 w 438046"/>
                <a:gd name="csY32" fmla="*/ 216563 h 474569"/>
                <a:gd name="csX33" fmla="*/ 112602 w 438046"/>
                <a:gd name="csY33" fmla="*/ 211354 h 474569"/>
                <a:gd name="csX34" fmla="*/ 97827 w 438046"/>
                <a:gd name="csY34" fmla="*/ 212411 h 474569"/>
                <a:gd name="csX35" fmla="*/ 87566 w 438046"/>
                <a:gd name="csY35" fmla="*/ 216588 h 474569"/>
                <a:gd name="csX36" fmla="*/ 80430 w 438046"/>
                <a:gd name="csY36" fmla="*/ 211038 h 474569"/>
                <a:gd name="csX37" fmla="*/ 79784 w 438046"/>
                <a:gd name="csY37" fmla="*/ 198453 h 474569"/>
                <a:gd name="csX38" fmla="*/ 82015 w 438046"/>
                <a:gd name="csY38" fmla="*/ 188949 h 474569"/>
                <a:gd name="csX39" fmla="*/ 89966 w 438046"/>
                <a:gd name="csY39" fmla="*/ 185629 h 474569"/>
                <a:gd name="csX40" fmla="*/ 87641 w 438046"/>
                <a:gd name="csY40" fmla="*/ 169636 h 474569"/>
                <a:gd name="csX41" fmla="*/ 79292 w 438046"/>
                <a:gd name="csY41" fmla="*/ 156728 h 474569"/>
                <a:gd name="csX42" fmla="*/ 72462 w 438046"/>
                <a:gd name="csY42" fmla="*/ 148956 h 474569"/>
                <a:gd name="csX43" fmla="*/ 56524 w 438046"/>
                <a:gd name="csY43" fmla="*/ 163920 h 474569"/>
                <a:gd name="csX44" fmla="*/ 52658 w 438046"/>
                <a:gd name="csY44" fmla="*/ 164900 h 474569"/>
                <a:gd name="csX45" fmla="*/ 39697 w 438046"/>
                <a:gd name="csY45" fmla="*/ 168628 h 474569"/>
                <a:gd name="csX46" fmla="*/ 26748 w 438046"/>
                <a:gd name="csY46" fmla="*/ 181448 h 474569"/>
                <a:gd name="csX47" fmla="*/ 16403 w 438046"/>
                <a:gd name="csY47" fmla="*/ 190289 h 474569"/>
                <a:gd name="csX48" fmla="*/ 7343 w 438046"/>
                <a:gd name="csY48" fmla="*/ 186486 h 474569"/>
                <a:gd name="csX49" fmla="*/ 9965 w 438046"/>
                <a:gd name="csY49" fmla="*/ 170925 h 474569"/>
                <a:gd name="csX50" fmla="*/ 15158 w 438046"/>
                <a:gd name="csY50" fmla="*/ 162124 h 474569"/>
                <a:gd name="csX51" fmla="*/ 9381 w 438046"/>
                <a:gd name="csY51" fmla="*/ 159801 h 474569"/>
                <a:gd name="csX52" fmla="*/ 7807 w 438046"/>
                <a:gd name="csY52" fmla="*/ 157314 h 474569"/>
                <a:gd name="csX53" fmla="*/ 15681 w 438046"/>
                <a:gd name="csY53" fmla="*/ 151621 h 474569"/>
                <a:gd name="csX54" fmla="*/ 24691 w 438046"/>
                <a:gd name="csY54" fmla="*/ 148948 h 474569"/>
                <a:gd name="csX55" fmla="*/ 33291 w 438046"/>
                <a:gd name="csY55" fmla="*/ 142643 h 474569"/>
                <a:gd name="csX56" fmla="*/ 36252 w 438046"/>
                <a:gd name="csY56" fmla="*/ 130243 h 474569"/>
                <a:gd name="csX57" fmla="*/ 35959 w 438046"/>
                <a:gd name="csY57" fmla="*/ 119824 h 474569"/>
                <a:gd name="csX58" fmla="*/ 30417 w 438046"/>
                <a:gd name="csY58" fmla="*/ 117319 h 474569"/>
                <a:gd name="csX59" fmla="*/ 28128 w 438046"/>
                <a:gd name="csY59" fmla="*/ 114535 h 474569"/>
                <a:gd name="csX60" fmla="*/ 22780 w 438046"/>
                <a:gd name="csY60" fmla="*/ 112034 h 474569"/>
                <a:gd name="csX61" fmla="*/ 9335 w 438046"/>
                <a:gd name="csY61" fmla="*/ 100263 h 474569"/>
                <a:gd name="csX62" fmla="*/ 5316 w 438046"/>
                <a:gd name="csY62" fmla="*/ 85099 h 474569"/>
                <a:gd name="csX63" fmla="*/ 0 w 438046"/>
                <a:gd name="csY63" fmla="*/ 74899 h 474569"/>
                <a:gd name="csX64" fmla="*/ 5230 w 438046"/>
                <a:gd name="csY64" fmla="*/ 68250 h 474569"/>
                <a:gd name="csX65" fmla="*/ 8777 w 438046"/>
                <a:gd name="csY65" fmla="*/ 53938 h 474569"/>
                <a:gd name="csX66" fmla="*/ 11157 w 438046"/>
                <a:gd name="csY66" fmla="*/ 40474 h 474569"/>
                <a:gd name="csX67" fmla="*/ 15221 w 438046"/>
                <a:gd name="csY67" fmla="*/ 30361 h 474569"/>
                <a:gd name="csX68" fmla="*/ 19093 w 438046"/>
                <a:gd name="csY68" fmla="*/ 24563 h 474569"/>
                <a:gd name="csX69" fmla="*/ 13331 w 438046"/>
                <a:gd name="csY69" fmla="*/ 11391 h 474569"/>
                <a:gd name="csX70" fmla="*/ 15610 w 438046"/>
                <a:gd name="csY70" fmla="*/ 4739 h 474569"/>
                <a:gd name="csX71" fmla="*/ 24152 w 438046"/>
                <a:gd name="csY71" fmla="*/ 2431 h 474569"/>
                <a:gd name="csX72" fmla="*/ 42643 w 438046"/>
                <a:gd name="csY72" fmla="*/ 10008 h 474569"/>
                <a:gd name="csX73" fmla="*/ 58021 w 438046"/>
                <a:gd name="csY73" fmla="*/ 20333 h 474569"/>
                <a:gd name="csX74" fmla="*/ 76259 w 438046"/>
                <a:gd name="csY74" fmla="*/ 58909 h 474569"/>
                <a:gd name="csX75" fmla="*/ 87417 w 438046"/>
                <a:gd name="csY75" fmla="*/ 80908 h 474569"/>
                <a:gd name="csX76" fmla="*/ 99122 w 438046"/>
                <a:gd name="csY76" fmla="*/ 102996 h 474569"/>
                <a:gd name="csX77" fmla="*/ 103913 w 438046"/>
                <a:gd name="csY77" fmla="*/ 110684 h 474569"/>
                <a:gd name="csX78" fmla="*/ 102362 w 438046"/>
                <a:gd name="csY78" fmla="*/ 90033 h 474569"/>
                <a:gd name="csX79" fmla="*/ 92203 w 438046"/>
                <a:gd name="csY79" fmla="*/ 66799 h 474569"/>
                <a:gd name="csX80" fmla="*/ 83568 w 438046"/>
                <a:gd name="csY80" fmla="*/ 60346 h 474569"/>
                <a:gd name="csX81" fmla="*/ 86838 w 438046"/>
                <a:gd name="csY81" fmla="*/ 69381 h 474569"/>
                <a:gd name="csX82" fmla="*/ 85111 w 438046"/>
                <a:gd name="csY82" fmla="*/ 70354 h 474569"/>
                <a:gd name="csX83" fmla="*/ 81250 w 438046"/>
                <a:gd name="csY83" fmla="*/ 58738 h 474569"/>
                <a:gd name="csX84" fmla="*/ 73693 w 438046"/>
                <a:gd name="csY84" fmla="*/ 39979 h 474569"/>
                <a:gd name="csX85" fmla="*/ 66850 w 438046"/>
                <a:gd name="csY85" fmla="*/ 27201 h 474569"/>
                <a:gd name="csX86" fmla="*/ 80920 w 438046"/>
                <a:gd name="csY86" fmla="*/ 44489 h 474569"/>
                <a:gd name="csX87" fmla="*/ 99162 w 438046"/>
                <a:gd name="csY87" fmla="*/ 64586 h 474569"/>
                <a:gd name="csX88" fmla="*/ 107565 w 438046"/>
                <a:gd name="csY88" fmla="*/ 86419 h 474569"/>
                <a:gd name="csX89" fmla="*/ 116108 w 438046"/>
                <a:gd name="csY89" fmla="*/ 138203 h 474569"/>
                <a:gd name="csX90" fmla="*/ 121060 w 438046"/>
                <a:gd name="csY90" fmla="*/ 151411 h 474569"/>
                <a:gd name="csX91" fmla="*/ 135828 w 438046"/>
                <a:gd name="csY91" fmla="*/ 169580 h 474569"/>
                <a:gd name="csX92" fmla="*/ 173747 w 438046"/>
                <a:gd name="csY92" fmla="*/ 217637 h 474569"/>
                <a:gd name="csX93" fmla="*/ 186052 w 438046"/>
                <a:gd name="csY93" fmla="*/ 237240 h 474569"/>
                <a:gd name="csX94" fmla="*/ 192809 w 438046"/>
                <a:gd name="csY94" fmla="*/ 259193 h 474569"/>
                <a:gd name="csX95" fmla="*/ 202887 w 438046"/>
                <a:gd name="csY95" fmla="*/ 280570 h 474569"/>
                <a:gd name="csX96" fmla="*/ 215434 w 438046"/>
                <a:gd name="csY96" fmla="*/ 294429 h 474569"/>
                <a:gd name="csX97" fmla="*/ 223898 w 438046"/>
                <a:gd name="csY97" fmla="*/ 302869 h 474569"/>
                <a:gd name="csX98" fmla="*/ 231639 w 438046"/>
                <a:gd name="csY98" fmla="*/ 310848 h 474569"/>
                <a:gd name="csX99" fmla="*/ 241066 w 438046"/>
                <a:gd name="csY99" fmla="*/ 319770 h 474569"/>
                <a:gd name="csX100" fmla="*/ 242388 w 438046"/>
                <a:gd name="csY100" fmla="*/ 323654 h 474569"/>
                <a:gd name="csX101" fmla="*/ 237225 w 438046"/>
                <a:gd name="csY101" fmla="*/ 324770 h 474569"/>
                <a:gd name="csX102" fmla="*/ 239807 w 438046"/>
                <a:gd name="csY102" fmla="*/ 327526 h 474569"/>
                <a:gd name="csX103" fmla="*/ 241743 w 438046"/>
                <a:gd name="csY103" fmla="*/ 330724 h 474569"/>
                <a:gd name="csX104" fmla="*/ 248333 w 438046"/>
                <a:gd name="csY104" fmla="*/ 333103 h 474569"/>
                <a:gd name="csX105" fmla="*/ 259724 w 438046"/>
                <a:gd name="csY105" fmla="*/ 335713 h 474569"/>
                <a:gd name="csX106" fmla="*/ 262612 w 438046"/>
                <a:gd name="csY106" fmla="*/ 335270 h 474569"/>
                <a:gd name="csX107" fmla="*/ 255739 w 438046"/>
                <a:gd name="csY107" fmla="*/ 330573 h 474569"/>
                <a:gd name="csX108" fmla="*/ 250133 w 438046"/>
                <a:gd name="csY108" fmla="*/ 327461 h 474569"/>
                <a:gd name="csX109" fmla="*/ 260301 w 438046"/>
                <a:gd name="csY109" fmla="*/ 328761 h 474569"/>
                <a:gd name="csX110" fmla="*/ 284960 w 438046"/>
                <a:gd name="csY110" fmla="*/ 330853 h 474569"/>
                <a:gd name="csX111" fmla="*/ 308115 w 438046"/>
                <a:gd name="csY111" fmla="*/ 337754 h 474569"/>
                <a:gd name="csX112" fmla="*/ 325378 w 438046"/>
                <a:gd name="csY112" fmla="*/ 347910 h 474569"/>
                <a:gd name="csX113" fmla="*/ 336932 w 438046"/>
                <a:gd name="csY113" fmla="*/ 355594 h 474569"/>
                <a:gd name="csX114" fmla="*/ 342564 w 438046"/>
                <a:gd name="csY114" fmla="*/ 364198 h 474569"/>
                <a:gd name="csX115" fmla="*/ 343743 w 438046"/>
                <a:gd name="csY115" fmla="*/ 371080 h 474569"/>
                <a:gd name="csX116" fmla="*/ 344358 w 438046"/>
                <a:gd name="csY116" fmla="*/ 373363 h 474569"/>
                <a:gd name="csX117" fmla="*/ 350269 w 438046"/>
                <a:gd name="csY117" fmla="*/ 376862 h 474569"/>
                <a:gd name="csX118" fmla="*/ 372627 w 438046"/>
                <a:gd name="csY118" fmla="*/ 380540 h 474569"/>
                <a:gd name="csX119" fmla="*/ 391189 w 438046"/>
                <a:gd name="csY119" fmla="*/ 378801 h 474569"/>
                <a:gd name="csX120" fmla="*/ 394232 w 438046"/>
                <a:gd name="csY120" fmla="*/ 388958 h 474569"/>
                <a:gd name="csX121" fmla="*/ 397318 w 438046"/>
                <a:gd name="csY121" fmla="*/ 403978 h 474569"/>
                <a:gd name="csX122" fmla="*/ 409224 w 438046"/>
                <a:gd name="csY122" fmla="*/ 419167 h 474569"/>
                <a:gd name="csX123" fmla="*/ 434929 w 438046"/>
                <a:gd name="csY123" fmla="*/ 450207 h 474569"/>
                <a:gd name="csX124" fmla="*/ 429332 w 438046"/>
                <a:gd name="csY124" fmla="*/ 469288 h 474569"/>
                <a:gd name="csX125" fmla="*/ 376412 w 438046"/>
                <a:gd name="csY125" fmla="*/ 474534 h 474569"/>
                <a:gd name="csX126" fmla="*/ 332739 w 438046"/>
                <a:gd name="csY126" fmla="*/ 469202 h 47456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438046" h="474569">
                  <a:moveTo>
                    <a:pt x="332739" y="469202"/>
                  </a:moveTo>
                  <a:cubicBezTo>
                    <a:pt x="332739" y="465869"/>
                    <a:pt x="329807" y="462843"/>
                    <a:pt x="324349" y="460541"/>
                  </a:cubicBezTo>
                  <a:cubicBezTo>
                    <a:pt x="319735" y="458594"/>
                    <a:pt x="311907" y="452795"/>
                    <a:pt x="306954" y="447652"/>
                  </a:cubicBezTo>
                  <a:cubicBezTo>
                    <a:pt x="299888" y="440316"/>
                    <a:pt x="298719" y="437828"/>
                    <a:pt x="301522" y="436095"/>
                  </a:cubicBezTo>
                  <a:cubicBezTo>
                    <a:pt x="305823" y="433437"/>
                    <a:pt x="303408" y="425621"/>
                    <a:pt x="298287" y="425621"/>
                  </a:cubicBezTo>
                  <a:cubicBezTo>
                    <a:pt x="296286" y="425621"/>
                    <a:pt x="293203" y="427364"/>
                    <a:pt x="291436" y="429493"/>
                  </a:cubicBezTo>
                  <a:cubicBezTo>
                    <a:pt x="289668" y="431623"/>
                    <a:pt x="286395" y="433365"/>
                    <a:pt x="284162" y="433365"/>
                  </a:cubicBezTo>
                  <a:cubicBezTo>
                    <a:pt x="281929" y="433365"/>
                    <a:pt x="276987" y="436349"/>
                    <a:pt x="273181" y="439996"/>
                  </a:cubicBezTo>
                  <a:cubicBezTo>
                    <a:pt x="256469" y="456007"/>
                    <a:pt x="233183" y="434749"/>
                    <a:pt x="246542" y="415677"/>
                  </a:cubicBezTo>
                  <a:cubicBezTo>
                    <a:pt x="250094" y="410606"/>
                    <a:pt x="250239" y="408115"/>
                    <a:pt x="247543" y="398488"/>
                  </a:cubicBezTo>
                  <a:cubicBezTo>
                    <a:pt x="243936" y="385603"/>
                    <a:pt x="241942" y="384354"/>
                    <a:pt x="227242" y="385770"/>
                  </a:cubicBezTo>
                  <a:cubicBezTo>
                    <a:pt x="221295" y="386343"/>
                    <a:pt x="216574" y="385678"/>
                    <a:pt x="216574" y="384267"/>
                  </a:cubicBezTo>
                  <a:cubicBezTo>
                    <a:pt x="216574" y="382875"/>
                    <a:pt x="214251" y="381736"/>
                    <a:pt x="211411" y="381736"/>
                  </a:cubicBezTo>
                  <a:cubicBezTo>
                    <a:pt x="208543" y="381736"/>
                    <a:pt x="206248" y="380015"/>
                    <a:pt x="206248" y="377864"/>
                  </a:cubicBezTo>
                  <a:cubicBezTo>
                    <a:pt x="206248" y="375735"/>
                    <a:pt x="203925" y="371669"/>
                    <a:pt x="201085" y="368829"/>
                  </a:cubicBezTo>
                  <a:cubicBezTo>
                    <a:pt x="198245" y="365990"/>
                    <a:pt x="195885" y="362214"/>
                    <a:pt x="195840" y="360439"/>
                  </a:cubicBezTo>
                  <a:cubicBezTo>
                    <a:pt x="195695" y="354744"/>
                    <a:pt x="189552" y="348821"/>
                    <a:pt x="179383" y="344572"/>
                  </a:cubicBezTo>
                  <a:cubicBezTo>
                    <a:pt x="165908" y="338942"/>
                    <a:pt x="164292" y="339301"/>
                    <a:pt x="166056" y="347532"/>
                  </a:cubicBezTo>
                  <a:cubicBezTo>
                    <a:pt x="167087" y="352339"/>
                    <a:pt x="165818" y="357500"/>
                    <a:pt x="162127" y="363514"/>
                  </a:cubicBezTo>
                  <a:lnTo>
                    <a:pt x="156676" y="372397"/>
                  </a:lnTo>
                  <a:lnTo>
                    <a:pt x="152333" y="366640"/>
                  </a:lnTo>
                  <a:cubicBezTo>
                    <a:pt x="148166" y="361115"/>
                    <a:pt x="147605" y="361043"/>
                    <a:pt x="138487" y="364853"/>
                  </a:cubicBezTo>
                  <a:cubicBezTo>
                    <a:pt x="129534" y="368594"/>
                    <a:pt x="128828" y="368535"/>
                    <a:pt x="126312" y="363833"/>
                  </a:cubicBezTo>
                  <a:cubicBezTo>
                    <a:pt x="124843" y="361088"/>
                    <a:pt x="123641" y="357116"/>
                    <a:pt x="123641" y="355006"/>
                  </a:cubicBezTo>
                  <a:cubicBezTo>
                    <a:pt x="123641" y="352823"/>
                    <a:pt x="120228" y="350420"/>
                    <a:pt x="115723" y="349430"/>
                  </a:cubicBezTo>
                  <a:cubicBezTo>
                    <a:pt x="105375" y="347157"/>
                    <a:pt x="103846" y="342362"/>
                    <a:pt x="110493" y="333027"/>
                  </a:cubicBezTo>
                  <a:cubicBezTo>
                    <a:pt x="113465" y="328853"/>
                    <a:pt x="115897" y="321952"/>
                    <a:pt x="115897" y="317692"/>
                  </a:cubicBezTo>
                  <a:cubicBezTo>
                    <a:pt x="115897" y="310844"/>
                    <a:pt x="117170" y="309543"/>
                    <a:pt x="126868" y="306474"/>
                  </a:cubicBezTo>
                  <a:cubicBezTo>
                    <a:pt x="141640" y="301799"/>
                    <a:pt x="142221" y="293818"/>
                    <a:pt x="128005" y="290864"/>
                  </a:cubicBezTo>
                  <a:cubicBezTo>
                    <a:pt x="113703" y="287893"/>
                    <a:pt x="108950" y="284662"/>
                    <a:pt x="107467" y="276906"/>
                  </a:cubicBezTo>
                  <a:cubicBezTo>
                    <a:pt x="105739" y="267867"/>
                    <a:pt x="117059" y="237363"/>
                    <a:pt x="125531" y="228226"/>
                  </a:cubicBezTo>
                  <a:cubicBezTo>
                    <a:pt x="130828" y="222513"/>
                    <a:pt x="131406" y="220702"/>
                    <a:pt x="128516" y="218872"/>
                  </a:cubicBezTo>
                  <a:cubicBezTo>
                    <a:pt x="126545" y="217624"/>
                    <a:pt x="123637" y="216585"/>
                    <a:pt x="122054" y="216563"/>
                  </a:cubicBezTo>
                  <a:cubicBezTo>
                    <a:pt x="120470" y="216541"/>
                    <a:pt x="116217" y="214197"/>
                    <a:pt x="112602" y="211354"/>
                  </a:cubicBezTo>
                  <a:cubicBezTo>
                    <a:pt x="105961" y="206129"/>
                    <a:pt x="97827" y="206711"/>
                    <a:pt x="97827" y="212411"/>
                  </a:cubicBezTo>
                  <a:cubicBezTo>
                    <a:pt x="97827" y="219059"/>
                    <a:pt x="92291" y="221313"/>
                    <a:pt x="87566" y="216588"/>
                  </a:cubicBezTo>
                  <a:cubicBezTo>
                    <a:pt x="85046" y="214068"/>
                    <a:pt x="81835" y="211570"/>
                    <a:pt x="80430" y="211038"/>
                  </a:cubicBezTo>
                  <a:cubicBezTo>
                    <a:pt x="78870" y="210447"/>
                    <a:pt x="78619" y="205549"/>
                    <a:pt x="79784" y="198453"/>
                  </a:cubicBezTo>
                  <a:cubicBezTo>
                    <a:pt x="80834" y="192064"/>
                    <a:pt x="81838" y="187787"/>
                    <a:pt x="82015" y="188949"/>
                  </a:cubicBezTo>
                  <a:cubicBezTo>
                    <a:pt x="82193" y="190110"/>
                    <a:pt x="85771" y="188616"/>
                    <a:pt x="89966" y="185629"/>
                  </a:cubicBezTo>
                  <a:cubicBezTo>
                    <a:pt x="98750" y="179374"/>
                    <a:pt x="98211" y="175668"/>
                    <a:pt x="87641" y="169636"/>
                  </a:cubicBezTo>
                  <a:cubicBezTo>
                    <a:pt x="82102" y="166474"/>
                    <a:pt x="79900" y="163069"/>
                    <a:pt x="79292" y="156728"/>
                  </a:cubicBezTo>
                  <a:cubicBezTo>
                    <a:pt x="78587" y="149374"/>
                    <a:pt x="77588" y="148238"/>
                    <a:pt x="72462" y="148956"/>
                  </a:cubicBezTo>
                  <a:cubicBezTo>
                    <a:pt x="65224" y="149970"/>
                    <a:pt x="56524" y="158137"/>
                    <a:pt x="56524" y="163920"/>
                  </a:cubicBezTo>
                  <a:cubicBezTo>
                    <a:pt x="56524" y="167347"/>
                    <a:pt x="55821" y="167525"/>
                    <a:pt x="52658" y="164900"/>
                  </a:cubicBezTo>
                  <a:cubicBezTo>
                    <a:pt x="49486" y="162267"/>
                    <a:pt x="47159" y="162936"/>
                    <a:pt x="39697" y="168628"/>
                  </a:cubicBezTo>
                  <a:cubicBezTo>
                    <a:pt x="34695" y="172443"/>
                    <a:pt x="28868" y="178212"/>
                    <a:pt x="26748" y="181448"/>
                  </a:cubicBezTo>
                  <a:cubicBezTo>
                    <a:pt x="24627" y="184684"/>
                    <a:pt x="19972" y="188663"/>
                    <a:pt x="16403" y="190289"/>
                  </a:cubicBezTo>
                  <a:cubicBezTo>
                    <a:pt x="10541" y="192960"/>
                    <a:pt x="9664" y="192592"/>
                    <a:pt x="7343" y="186486"/>
                  </a:cubicBezTo>
                  <a:cubicBezTo>
                    <a:pt x="5309" y="181137"/>
                    <a:pt x="5857" y="177888"/>
                    <a:pt x="9965" y="170925"/>
                  </a:cubicBezTo>
                  <a:lnTo>
                    <a:pt x="15158" y="162124"/>
                  </a:lnTo>
                  <a:lnTo>
                    <a:pt x="9381" y="159801"/>
                  </a:lnTo>
                  <a:cubicBezTo>
                    <a:pt x="5449" y="158219"/>
                    <a:pt x="4946" y="157425"/>
                    <a:pt x="7807" y="157314"/>
                  </a:cubicBezTo>
                  <a:cubicBezTo>
                    <a:pt x="10118" y="157224"/>
                    <a:pt x="13662" y="154662"/>
                    <a:pt x="15681" y="151621"/>
                  </a:cubicBezTo>
                  <a:cubicBezTo>
                    <a:pt x="18731" y="147026"/>
                    <a:pt x="20256" y="146574"/>
                    <a:pt x="24691" y="148948"/>
                  </a:cubicBezTo>
                  <a:cubicBezTo>
                    <a:pt x="31018" y="152334"/>
                    <a:pt x="33291" y="150668"/>
                    <a:pt x="33291" y="142643"/>
                  </a:cubicBezTo>
                  <a:cubicBezTo>
                    <a:pt x="33291" y="139397"/>
                    <a:pt x="34623" y="133817"/>
                    <a:pt x="36252" y="130243"/>
                  </a:cubicBezTo>
                  <a:cubicBezTo>
                    <a:pt x="38533" y="125236"/>
                    <a:pt x="38466" y="122844"/>
                    <a:pt x="35959" y="119824"/>
                  </a:cubicBezTo>
                  <a:cubicBezTo>
                    <a:pt x="34170" y="117668"/>
                    <a:pt x="31676" y="116540"/>
                    <a:pt x="30417" y="117319"/>
                  </a:cubicBezTo>
                  <a:cubicBezTo>
                    <a:pt x="29158" y="118097"/>
                    <a:pt x="28128" y="116844"/>
                    <a:pt x="28128" y="114535"/>
                  </a:cubicBezTo>
                  <a:cubicBezTo>
                    <a:pt x="28128" y="111463"/>
                    <a:pt x="26693" y="110792"/>
                    <a:pt x="22780" y="112034"/>
                  </a:cubicBezTo>
                  <a:cubicBezTo>
                    <a:pt x="15848" y="114234"/>
                    <a:pt x="7575" y="106991"/>
                    <a:pt x="9335" y="100263"/>
                  </a:cubicBezTo>
                  <a:cubicBezTo>
                    <a:pt x="10049" y="97533"/>
                    <a:pt x="8241" y="90709"/>
                    <a:pt x="5316" y="85099"/>
                  </a:cubicBezTo>
                  <a:lnTo>
                    <a:pt x="0" y="74899"/>
                  </a:lnTo>
                  <a:lnTo>
                    <a:pt x="5230" y="68250"/>
                  </a:lnTo>
                  <a:cubicBezTo>
                    <a:pt x="9068" y="63371"/>
                    <a:pt x="10012" y="59562"/>
                    <a:pt x="8777" y="53938"/>
                  </a:cubicBezTo>
                  <a:cubicBezTo>
                    <a:pt x="7655" y="48830"/>
                    <a:pt x="8449" y="44342"/>
                    <a:pt x="11157" y="40474"/>
                  </a:cubicBezTo>
                  <a:cubicBezTo>
                    <a:pt x="13392" y="37284"/>
                    <a:pt x="15221" y="32733"/>
                    <a:pt x="15221" y="30361"/>
                  </a:cubicBezTo>
                  <a:cubicBezTo>
                    <a:pt x="15221" y="27989"/>
                    <a:pt x="16963" y="25380"/>
                    <a:pt x="19093" y="24563"/>
                  </a:cubicBezTo>
                  <a:cubicBezTo>
                    <a:pt x="25297" y="22182"/>
                    <a:pt x="23642" y="18398"/>
                    <a:pt x="13331" y="11391"/>
                  </a:cubicBezTo>
                  <a:cubicBezTo>
                    <a:pt x="3467" y="4689"/>
                    <a:pt x="3713" y="3972"/>
                    <a:pt x="15610" y="4739"/>
                  </a:cubicBezTo>
                  <a:cubicBezTo>
                    <a:pt x="19374" y="4981"/>
                    <a:pt x="23217" y="3943"/>
                    <a:pt x="24152" y="2431"/>
                  </a:cubicBezTo>
                  <a:cubicBezTo>
                    <a:pt x="26872" y="-1970"/>
                    <a:pt x="29405" y="-932"/>
                    <a:pt x="42643" y="10008"/>
                  </a:cubicBezTo>
                  <a:cubicBezTo>
                    <a:pt x="49515" y="15687"/>
                    <a:pt x="56436" y="20333"/>
                    <a:pt x="58021" y="20333"/>
                  </a:cubicBezTo>
                  <a:cubicBezTo>
                    <a:pt x="61009" y="20333"/>
                    <a:pt x="65792" y="30450"/>
                    <a:pt x="76259" y="58909"/>
                  </a:cubicBezTo>
                  <a:cubicBezTo>
                    <a:pt x="79624" y="68058"/>
                    <a:pt x="84645" y="77957"/>
                    <a:pt x="87417" y="80908"/>
                  </a:cubicBezTo>
                  <a:cubicBezTo>
                    <a:pt x="90189" y="83859"/>
                    <a:pt x="95457" y="93799"/>
                    <a:pt x="99122" y="102996"/>
                  </a:cubicBezTo>
                  <a:cubicBezTo>
                    <a:pt x="103054" y="112863"/>
                    <a:pt x="105019" y="116015"/>
                    <a:pt x="103913" y="110684"/>
                  </a:cubicBezTo>
                  <a:cubicBezTo>
                    <a:pt x="102883" y="105715"/>
                    <a:pt x="102185" y="96422"/>
                    <a:pt x="102362" y="90033"/>
                  </a:cubicBezTo>
                  <a:cubicBezTo>
                    <a:pt x="102644" y="79863"/>
                    <a:pt x="101378" y="76968"/>
                    <a:pt x="92203" y="66799"/>
                  </a:cubicBezTo>
                  <a:cubicBezTo>
                    <a:pt x="86438" y="60410"/>
                    <a:pt x="82553" y="57506"/>
                    <a:pt x="83568" y="60346"/>
                  </a:cubicBezTo>
                  <a:cubicBezTo>
                    <a:pt x="84584" y="63185"/>
                    <a:pt x="86055" y="67251"/>
                    <a:pt x="86838" y="69381"/>
                  </a:cubicBezTo>
                  <a:cubicBezTo>
                    <a:pt x="87916" y="72315"/>
                    <a:pt x="87498" y="72550"/>
                    <a:pt x="85111" y="70354"/>
                  </a:cubicBezTo>
                  <a:cubicBezTo>
                    <a:pt x="83379" y="68760"/>
                    <a:pt x="81641" y="63533"/>
                    <a:pt x="81250" y="58738"/>
                  </a:cubicBezTo>
                  <a:cubicBezTo>
                    <a:pt x="80858" y="53943"/>
                    <a:pt x="77457" y="45502"/>
                    <a:pt x="73693" y="39979"/>
                  </a:cubicBezTo>
                  <a:cubicBezTo>
                    <a:pt x="69929" y="34457"/>
                    <a:pt x="66850" y="28707"/>
                    <a:pt x="66850" y="27201"/>
                  </a:cubicBezTo>
                  <a:cubicBezTo>
                    <a:pt x="66850" y="23517"/>
                    <a:pt x="69162" y="26358"/>
                    <a:pt x="80920" y="44489"/>
                  </a:cubicBezTo>
                  <a:cubicBezTo>
                    <a:pt x="86314" y="52805"/>
                    <a:pt x="94522" y="61849"/>
                    <a:pt x="99162" y="64586"/>
                  </a:cubicBezTo>
                  <a:cubicBezTo>
                    <a:pt x="108835" y="70294"/>
                    <a:pt x="111618" y="77524"/>
                    <a:pt x="107565" y="86419"/>
                  </a:cubicBezTo>
                  <a:cubicBezTo>
                    <a:pt x="104001" y="94242"/>
                    <a:pt x="108931" y="124125"/>
                    <a:pt x="116108" y="138203"/>
                  </a:cubicBezTo>
                  <a:cubicBezTo>
                    <a:pt x="118832" y="143545"/>
                    <a:pt x="121060" y="149489"/>
                    <a:pt x="121060" y="151411"/>
                  </a:cubicBezTo>
                  <a:cubicBezTo>
                    <a:pt x="121060" y="153333"/>
                    <a:pt x="127706" y="161509"/>
                    <a:pt x="135828" y="169580"/>
                  </a:cubicBezTo>
                  <a:cubicBezTo>
                    <a:pt x="153391" y="187033"/>
                    <a:pt x="164572" y="201203"/>
                    <a:pt x="173747" y="217637"/>
                  </a:cubicBezTo>
                  <a:cubicBezTo>
                    <a:pt x="177457" y="224283"/>
                    <a:pt x="182994" y="233104"/>
                    <a:pt x="186052" y="237240"/>
                  </a:cubicBezTo>
                  <a:cubicBezTo>
                    <a:pt x="189610" y="242051"/>
                    <a:pt x="192043" y="249958"/>
                    <a:pt x="192809" y="259193"/>
                  </a:cubicBezTo>
                  <a:cubicBezTo>
                    <a:pt x="193864" y="271919"/>
                    <a:pt x="195056" y="274447"/>
                    <a:pt x="202887" y="280570"/>
                  </a:cubicBezTo>
                  <a:cubicBezTo>
                    <a:pt x="207772" y="284389"/>
                    <a:pt x="213418" y="290626"/>
                    <a:pt x="215434" y="294429"/>
                  </a:cubicBezTo>
                  <a:cubicBezTo>
                    <a:pt x="217449" y="298233"/>
                    <a:pt x="221258" y="302031"/>
                    <a:pt x="223898" y="302869"/>
                  </a:cubicBezTo>
                  <a:cubicBezTo>
                    <a:pt x="226538" y="303707"/>
                    <a:pt x="230021" y="307297"/>
                    <a:pt x="231639" y="310848"/>
                  </a:cubicBezTo>
                  <a:cubicBezTo>
                    <a:pt x="233257" y="314399"/>
                    <a:pt x="237499" y="318413"/>
                    <a:pt x="241066" y="319770"/>
                  </a:cubicBezTo>
                  <a:cubicBezTo>
                    <a:pt x="248737" y="322686"/>
                    <a:pt x="249875" y="326030"/>
                    <a:pt x="242388" y="323654"/>
                  </a:cubicBezTo>
                  <a:cubicBezTo>
                    <a:pt x="239427" y="322714"/>
                    <a:pt x="237225" y="323190"/>
                    <a:pt x="237225" y="324770"/>
                  </a:cubicBezTo>
                  <a:cubicBezTo>
                    <a:pt x="237225" y="326286"/>
                    <a:pt x="238387" y="327526"/>
                    <a:pt x="239807" y="327526"/>
                  </a:cubicBezTo>
                  <a:cubicBezTo>
                    <a:pt x="241227" y="327526"/>
                    <a:pt x="242098" y="328965"/>
                    <a:pt x="241743" y="330724"/>
                  </a:cubicBezTo>
                  <a:cubicBezTo>
                    <a:pt x="241323" y="332806"/>
                    <a:pt x="243624" y="333637"/>
                    <a:pt x="248333" y="333103"/>
                  </a:cubicBezTo>
                  <a:cubicBezTo>
                    <a:pt x="252313" y="332652"/>
                    <a:pt x="257439" y="333827"/>
                    <a:pt x="259724" y="335713"/>
                  </a:cubicBezTo>
                  <a:cubicBezTo>
                    <a:pt x="263236" y="338612"/>
                    <a:pt x="263683" y="338543"/>
                    <a:pt x="262612" y="335270"/>
                  </a:cubicBezTo>
                  <a:cubicBezTo>
                    <a:pt x="261915" y="333141"/>
                    <a:pt x="258822" y="331027"/>
                    <a:pt x="255739" y="330573"/>
                  </a:cubicBezTo>
                  <a:cubicBezTo>
                    <a:pt x="252655" y="330119"/>
                    <a:pt x="250133" y="328719"/>
                    <a:pt x="250133" y="327461"/>
                  </a:cubicBezTo>
                  <a:cubicBezTo>
                    <a:pt x="250133" y="326203"/>
                    <a:pt x="254708" y="326788"/>
                    <a:pt x="260301" y="328761"/>
                  </a:cubicBezTo>
                  <a:cubicBezTo>
                    <a:pt x="266891" y="331086"/>
                    <a:pt x="275567" y="331822"/>
                    <a:pt x="284960" y="330853"/>
                  </a:cubicBezTo>
                  <a:cubicBezTo>
                    <a:pt x="298714" y="329433"/>
                    <a:pt x="299892" y="329784"/>
                    <a:pt x="308115" y="337754"/>
                  </a:cubicBezTo>
                  <a:cubicBezTo>
                    <a:pt x="312880" y="342373"/>
                    <a:pt x="320648" y="346943"/>
                    <a:pt x="325378" y="347910"/>
                  </a:cubicBezTo>
                  <a:cubicBezTo>
                    <a:pt x="330622" y="348983"/>
                    <a:pt x="335130" y="351981"/>
                    <a:pt x="336932" y="355594"/>
                  </a:cubicBezTo>
                  <a:cubicBezTo>
                    <a:pt x="338556" y="358853"/>
                    <a:pt x="341091" y="362725"/>
                    <a:pt x="342564" y="364198"/>
                  </a:cubicBezTo>
                  <a:cubicBezTo>
                    <a:pt x="344037" y="365671"/>
                    <a:pt x="344568" y="368768"/>
                    <a:pt x="343743" y="371080"/>
                  </a:cubicBezTo>
                  <a:cubicBezTo>
                    <a:pt x="342917" y="373391"/>
                    <a:pt x="343194" y="374419"/>
                    <a:pt x="344358" y="373363"/>
                  </a:cubicBezTo>
                  <a:cubicBezTo>
                    <a:pt x="345522" y="372307"/>
                    <a:pt x="348182" y="373882"/>
                    <a:pt x="350269" y="376862"/>
                  </a:cubicBezTo>
                  <a:cubicBezTo>
                    <a:pt x="353742" y="381821"/>
                    <a:pt x="355637" y="382132"/>
                    <a:pt x="372627" y="380540"/>
                  </a:cubicBezTo>
                  <a:lnTo>
                    <a:pt x="391189" y="378801"/>
                  </a:lnTo>
                  <a:lnTo>
                    <a:pt x="394232" y="388958"/>
                  </a:lnTo>
                  <a:cubicBezTo>
                    <a:pt x="395906" y="394544"/>
                    <a:pt x="397295" y="401303"/>
                    <a:pt x="397318" y="403978"/>
                  </a:cubicBezTo>
                  <a:cubicBezTo>
                    <a:pt x="397342" y="406653"/>
                    <a:pt x="402699" y="413488"/>
                    <a:pt x="409224" y="419167"/>
                  </a:cubicBezTo>
                  <a:cubicBezTo>
                    <a:pt x="427997" y="435508"/>
                    <a:pt x="431130" y="439291"/>
                    <a:pt x="434929" y="450207"/>
                  </a:cubicBezTo>
                  <a:cubicBezTo>
                    <a:pt x="439665" y="463816"/>
                    <a:pt x="439887" y="463061"/>
                    <a:pt x="429332" y="469288"/>
                  </a:cubicBezTo>
                  <a:cubicBezTo>
                    <a:pt x="420856" y="474289"/>
                    <a:pt x="416443" y="474727"/>
                    <a:pt x="376412" y="474534"/>
                  </a:cubicBezTo>
                  <a:cubicBezTo>
                    <a:pt x="334645" y="474334"/>
                    <a:pt x="332739" y="474101"/>
                    <a:pt x="332739" y="469202"/>
                  </a:cubicBezTo>
                  <a:close/>
                </a:path>
              </a:pathLst>
            </a:custGeom>
            <a:solidFill>
              <a:srgbClr val="B9B9B9"/>
            </a:solidFill>
            <a:ln w="5163" cap="flat">
              <a:noFill/>
              <a:prstDash val="solid"/>
              <a:miter/>
            </a:ln>
          </p:spPr>
          <p:txBody>
            <a:bodyPr/>
            <a:lstStyle/>
            <a:p>
              <a:endParaRPr lang="es-419" noProof="0" dirty="0"/>
            </a:p>
          </p:txBody>
        </p:sp>
        <p:sp>
          <p:nvSpPr>
            <p:cNvPr id="77" name="Forma libre: forma 76">
              <a:extLst>
                <a:ext uri="{FF2B5EF4-FFF2-40B4-BE49-F238E27FC236}">
                  <a16:creationId xmlns:a16="http://schemas.microsoft.com/office/drawing/2014/main" id="{754F3826-7F0E-978B-DBE0-43CD2B1B668A}"/>
                </a:ext>
              </a:extLst>
            </p:cNvPr>
            <p:cNvSpPr/>
            <p:nvPr/>
          </p:nvSpPr>
          <p:spPr>
            <a:xfrm>
              <a:off x="1730874" y="2149721"/>
              <a:ext cx="4491" cy="9472"/>
            </a:xfrm>
            <a:custGeom>
              <a:avLst/>
              <a:gdLst>
                <a:gd name="csX0" fmla="*/ 480 w 4491"/>
                <a:gd name="csY0" fmla="*/ 6821 h 9472"/>
                <a:gd name="csX1" fmla="*/ 1619 w 4491"/>
                <a:gd name="csY1" fmla="*/ 1142 h 9472"/>
                <a:gd name="csX2" fmla="*/ 4491 w 4491"/>
                <a:gd name="csY2" fmla="*/ 3948 h 9472"/>
                <a:gd name="csX3" fmla="*/ 480 w 4491"/>
                <a:gd name="csY3" fmla="*/ 6821 h 9472"/>
              </a:gdLst>
              <a:ahLst/>
              <a:cxnLst>
                <a:cxn ang="0">
                  <a:pos x="csX0" y="csY0"/>
                </a:cxn>
                <a:cxn ang="0">
                  <a:pos x="csX1" y="csY1"/>
                </a:cxn>
                <a:cxn ang="0">
                  <a:pos x="csX2" y="csY2"/>
                </a:cxn>
                <a:cxn ang="0">
                  <a:pos x="csX3" y="csY3"/>
                </a:cxn>
              </a:cxnLst>
              <a:rect l="l" t="t" r="r" b="b"/>
              <a:pathLst>
                <a:path w="4491" h="9472">
                  <a:moveTo>
                    <a:pt x="480" y="6821"/>
                  </a:moveTo>
                  <a:cubicBezTo>
                    <a:pt x="-474" y="5277"/>
                    <a:pt x="39" y="2722"/>
                    <a:pt x="1619" y="1142"/>
                  </a:cubicBezTo>
                  <a:cubicBezTo>
                    <a:pt x="3728" y="-968"/>
                    <a:pt x="4491" y="-222"/>
                    <a:pt x="4491" y="3948"/>
                  </a:cubicBezTo>
                  <a:cubicBezTo>
                    <a:pt x="4491" y="10181"/>
                    <a:pt x="3150" y="11141"/>
                    <a:pt x="480" y="6821"/>
                  </a:cubicBezTo>
                  <a:close/>
                </a:path>
              </a:pathLst>
            </a:custGeom>
            <a:solidFill>
              <a:srgbClr val="00C100"/>
            </a:solidFill>
            <a:ln w="5163" cap="flat">
              <a:noFill/>
              <a:prstDash val="solid"/>
              <a:miter/>
            </a:ln>
          </p:spPr>
          <p:txBody>
            <a:bodyPr/>
            <a:lstStyle/>
            <a:p>
              <a:endParaRPr lang="es-419" noProof="0" dirty="0"/>
            </a:p>
          </p:txBody>
        </p:sp>
      </p:grpSp>
      <p:grpSp>
        <p:nvGrpSpPr>
          <p:cNvPr id="78" name="Gráfico 39">
            <a:extLst>
              <a:ext uri="{FF2B5EF4-FFF2-40B4-BE49-F238E27FC236}">
                <a16:creationId xmlns:a16="http://schemas.microsoft.com/office/drawing/2014/main" id="{C7C7C346-D205-9497-3240-CE9B42CCA73B}"/>
              </a:ext>
            </a:extLst>
          </p:cNvPr>
          <p:cNvGrpSpPr/>
          <p:nvPr/>
        </p:nvGrpSpPr>
        <p:grpSpPr>
          <a:xfrm>
            <a:off x="2429776" y="2092540"/>
            <a:ext cx="224135" cy="371419"/>
            <a:chOff x="2429776" y="2092540"/>
            <a:chExt cx="224135" cy="371419"/>
          </a:xfrm>
          <a:solidFill>
            <a:srgbClr val="B9B9B9"/>
          </a:solidFill>
        </p:grpSpPr>
        <p:sp>
          <p:nvSpPr>
            <p:cNvPr id="79" name="Forma libre: forma 78">
              <a:extLst>
                <a:ext uri="{FF2B5EF4-FFF2-40B4-BE49-F238E27FC236}">
                  <a16:creationId xmlns:a16="http://schemas.microsoft.com/office/drawing/2014/main" id="{41993828-08E1-D2B3-7A49-65BA082DFF0D}"/>
                </a:ext>
              </a:extLst>
            </p:cNvPr>
            <p:cNvSpPr/>
            <p:nvPr/>
          </p:nvSpPr>
          <p:spPr>
            <a:xfrm>
              <a:off x="2429776" y="2092540"/>
              <a:ext cx="213820" cy="371419"/>
            </a:xfrm>
            <a:custGeom>
              <a:avLst/>
              <a:gdLst>
                <a:gd name="csX0" fmla="*/ 16950 w 213820"/>
                <a:gd name="csY0" fmla="*/ 360449 h 371419"/>
                <a:gd name="csX1" fmla="*/ 11453 w 213820"/>
                <a:gd name="csY1" fmla="*/ 297848 h 371419"/>
                <a:gd name="csX2" fmla="*/ 3696 w 213820"/>
                <a:gd name="csY2" fmla="*/ 222369 h 371419"/>
                <a:gd name="csX3" fmla="*/ 0 w 213820"/>
                <a:gd name="csY3" fmla="*/ 197274 h 371419"/>
                <a:gd name="csX4" fmla="*/ 19120 w 213820"/>
                <a:gd name="csY4" fmla="*/ 182403 h 371419"/>
                <a:gd name="csX5" fmla="*/ 138310 w 213820"/>
                <a:gd name="csY5" fmla="*/ 92657 h 371419"/>
                <a:gd name="csX6" fmla="*/ 152643 w 213820"/>
                <a:gd name="csY6" fmla="*/ 35441 h 371419"/>
                <a:gd name="csX7" fmla="*/ 150658 w 213820"/>
                <a:gd name="csY7" fmla="*/ 20853 h 371419"/>
                <a:gd name="csX8" fmla="*/ 160369 w 213820"/>
                <a:gd name="csY8" fmla="*/ 19300 h 371419"/>
                <a:gd name="csX9" fmla="*/ 171671 w 213820"/>
                <a:gd name="csY9" fmla="*/ 15173 h 371419"/>
                <a:gd name="csX10" fmla="*/ 158173 w 213820"/>
                <a:gd name="csY10" fmla="*/ 10308 h 371419"/>
                <a:gd name="csX11" fmla="*/ 132945 w 213820"/>
                <a:gd name="csY11" fmla="*/ 8975 h 371419"/>
                <a:gd name="csX12" fmla="*/ 120037 w 213820"/>
                <a:gd name="csY12" fmla="*/ 5453 h 371419"/>
                <a:gd name="csX13" fmla="*/ 136817 w 213820"/>
                <a:gd name="csY13" fmla="*/ 5689 h 371419"/>
                <a:gd name="csX14" fmla="*/ 168222 w 213820"/>
                <a:gd name="csY14" fmla="*/ 2321 h 371419"/>
                <a:gd name="csX15" fmla="*/ 193336 w 213820"/>
                <a:gd name="csY15" fmla="*/ 5657 h 371419"/>
                <a:gd name="csX16" fmla="*/ 207546 w 213820"/>
                <a:gd name="csY16" fmla="*/ 12598 h 371419"/>
                <a:gd name="csX17" fmla="*/ 213132 w 213820"/>
                <a:gd name="csY17" fmla="*/ 30004 h 371419"/>
                <a:gd name="csX18" fmla="*/ 187630 w 213820"/>
                <a:gd name="csY18" fmla="*/ 96831 h 371419"/>
                <a:gd name="csX19" fmla="*/ 176562 w 213820"/>
                <a:gd name="csY19" fmla="*/ 115211 h 371419"/>
                <a:gd name="csX20" fmla="*/ 172870 w 213820"/>
                <a:gd name="csY20" fmla="*/ 123601 h 371419"/>
                <a:gd name="csX21" fmla="*/ 166261 w 213820"/>
                <a:gd name="csY21" fmla="*/ 157642 h 371419"/>
                <a:gd name="csX22" fmla="*/ 166219 w 213820"/>
                <a:gd name="csY22" fmla="*/ 169421 h 371419"/>
                <a:gd name="csX23" fmla="*/ 156436 w 213820"/>
                <a:gd name="csY23" fmla="*/ 177166 h 371419"/>
                <a:gd name="csX24" fmla="*/ 152486 w 213820"/>
                <a:gd name="csY24" fmla="*/ 184910 h 371419"/>
                <a:gd name="csX25" fmla="*/ 149724 w 213820"/>
                <a:gd name="csY25" fmla="*/ 180392 h 371419"/>
                <a:gd name="csX26" fmla="*/ 150673 w 213820"/>
                <a:gd name="csY26" fmla="*/ 190434 h 371419"/>
                <a:gd name="csX27" fmla="*/ 157540 w 213820"/>
                <a:gd name="csY27" fmla="*/ 189342 h 371419"/>
                <a:gd name="csX28" fmla="*/ 164336 w 213820"/>
                <a:gd name="csY28" fmla="*/ 186648 h 371419"/>
                <a:gd name="csX29" fmla="*/ 167794 w 213820"/>
                <a:gd name="csY29" fmla="*/ 183969 h 371419"/>
                <a:gd name="csX30" fmla="*/ 171021 w 213820"/>
                <a:gd name="csY30" fmla="*/ 181048 h 371419"/>
                <a:gd name="csX31" fmla="*/ 159467 w 213820"/>
                <a:gd name="csY31" fmla="*/ 208029 h 371419"/>
                <a:gd name="csX32" fmla="*/ 153370 w 213820"/>
                <a:gd name="csY32" fmla="*/ 220699 h 371419"/>
                <a:gd name="csX33" fmla="*/ 158583 w 213820"/>
                <a:gd name="csY33" fmla="*/ 221050 h 371419"/>
                <a:gd name="csX34" fmla="*/ 167434 w 213820"/>
                <a:gd name="csY34" fmla="*/ 216533 h 371419"/>
                <a:gd name="csX35" fmla="*/ 167794 w 213820"/>
                <a:gd name="csY35" fmla="*/ 224277 h 371419"/>
                <a:gd name="csX36" fmla="*/ 162477 w 213820"/>
                <a:gd name="csY36" fmla="*/ 240411 h 371419"/>
                <a:gd name="csX37" fmla="*/ 159980 w 213820"/>
                <a:gd name="csY37" fmla="*/ 264290 h 371419"/>
                <a:gd name="csX38" fmla="*/ 154702 w 213820"/>
                <a:gd name="csY38" fmla="*/ 297848 h 371419"/>
                <a:gd name="csX39" fmla="*/ 147143 w 213820"/>
                <a:gd name="csY39" fmla="*/ 319016 h 371419"/>
                <a:gd name="csX40" fmla="*/ 144561 w 213820"/>
                <a:gd name="csY40" fmla="*/ 314628 h 371419"/>
                <a:gd name="csX41" fmla="*/ 142397 w 213820"/>
                <a:gd name="csY41" fmla="*/ 312692 h 371419"/>
                <a:gd name="csX42" fmla="*/ 133654 w 213820"/>
                <a:gd name="csY42" fmla="*/ 296518 h 371419"/>
                <a:gd name="csX43" fmla="*/ 127870 w 213820"/>
                <a:gd name="csY43" fmla="*/ 279915 h 371419"/>
                <a:gd name="csX44" fmla="*/ 129246 w 213820"/>
                <a:gd name="csY44" fmla="*/ 255255 h 371419"/>
                <a:gd name="csX45" fmla="*/ 125242 w 213820"/>
                <a:gd name="csY45" fmla="*/ 260285 h 371419"/>
                <a:gd name="csX46" fmla="*/ 118479 w 213820"/>
                <a:gd name="csY46" fmla="*/ 266956 h 371419"/>
                <a:gd name="csX47" fmla="*/ 115990 w 213820"/>
                <a:gd name="csY47" fmla="*/ 271823 h 371419"/>
                <a:gd name="csX48" fmla="*/ 103625 w 213820"/>
                <a:gd name="csY48" fmla="*/ 299151 h 371419"/>
                <a:gd name="csX49" fmla="*/ 93086 w 213820"/>
                <a:gd name="csY49" fmla="*/ 304140 h 371419"/>
                <a:gd name="csX50" fmla="*/ 86910 w 213820"/>
                <a:gd name="csY50" fmla="*/ 313522 h 371419"/>
                <a:gd name="csX51" fmla="*/ 79326 w 213820"/>
                <a:gd name="csY51" fmla="*/ 328399 h 371419"/>
                <a:gd name="csX52" fmla="*/ 69895 w 213820"/>
                <a:gd name="csY52" fmla="*/ 347747 h 371419"/>
                <a:gd name="csX53" fmla="*/ 51629 w 213820"/>
                <a:gd name="csY53" fmla="*/ 357222 h 371419"/>
                <a:gd name="csX54" fmla="*/ 36622 w 213820"/>
                <a:gd name="csY54" fmla="*/ 363051 h 371419"/>
                <a:gd name="csX55" fmla="*/ 27100 w 213820"/>
                <a:gd name="csY55" fmla="*/ 371420 h 371419"/>
                <a:gd name="csX56" fmla="*/ 16950 w 213820"/>
                <a:gd name="csY56" fmla="*/ 360449 h 3714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Lst>
              <a:rect l="l" t="t" r="r" b="b"/>
              <a:pathLst>
                <a:path w="213820" h="371419">
                  <a:moveTo>
                    <a:pt x="16950" y="360449"/>
                  </a:moveTo>
                  <a:cubicBezTo>
                    <a:pt x="16160" y="354414"/>
                    <a:pt x="13687" y="326244"/>
                    <a:pt x="11453" y="297848"/>
                  </a:cubicBezTo>
                  <a:cubicBezTo>
                    <a:pt x="9219" y="269452"/>
                    <a:pt x="5728" y="235487"/>
                    <a:pt x="3696" y="222369"/>
                  </a:cubicBezTo>
                  <a:cubicBezTo>
                    <a:pt x="1663" y="209251"/>
                    <a:pt x="0" y="197958"/>
                    <a:pt x="0" y="197274"/>
                  </a:cubicBezTo>
                  <a:cubicBezTo>
                    <a:pt x="0" y="196590"/>
                    <a:pt x="8604" y="189898"/>
                    <a:pt x="19120" y="182403"/>
                  </a:cubicBezTo>
                  <a:cubicBezTo>
                    <a:pt x="45138" y="163860"/>
                    <a:pt x="131668" y="98706"/>
                    <a:pt x="138310" y="92657"/>
                  </a:cubicBezTo>
                  <a:cubicBezTo>
                    <a:pt x="147047" y="84700"/>
                    <a:pt x="155017" y="52884"/>
                    <a:pt x="152643" y="35441"/>
                  </a:cubicBezTo>
                  <a:lnTo>
                    <a:pt x="150658" y="20853"/>
                  </a:lnTo>
                  <a:lnTo>
                    <a:pt x="160369" y="19300"/>
                  </a:lnTo>
                  <a:cubicBezTo>
                    <a:pt x="165710" y="18446"/>
                    <a:pt x="170796" y="16589"/>
                    <a:pt x="171671" y="15173"/>
                  </a:cubicBezTo>
                  <a:cubicBezTo>
                    <a:pt x="174939" y="9885"/>
                    <a:pt x="170188" y="8173"/>
                    <a:pt x="158173" y="10308"/>
                  </a:cubicBezTo>
                  <a:cubicBezTo>
                    <a:pt x="149606" y="11830"/>
                    <a:pt x="141919" y="11424"/>
                    <a:pt x="132945" y="8975"/>
                  </a:cubicBezTo>
                  <a:lnTo>
                    <a:pt x="120037" y="5453"/>
                  </a:lnTo>
                  <a:lnTo>
                    <a:pt x="136817" y="5689"/>
                  </a:lnTo>
                  <a:cubicBezTo>
                    <a:pt x="146045" y="5819"/>
                    <a:pt x="160178" y="4304"/>
                    <a:pt x="168222" y="2321"/>
                  </a:cubicBezTo>
                  <a:cubicBezTo>
                    <a:pt x="182583" y="-1218"/>
                    <a:pt x="183037" y="-1158"/>
                    <a:pt x="193336" y="5657"/>
                  </a:cubicBezTo>
                  <a:cubicBezTo>
                    <a:pt x="199104" y="9475"/>
                    <a:pt x="205499" y="12598"/>
                    <a:pt x="207546" y="12598"/>
                  </a:cubicBezTo>
                  <a:cubicBezTo>
                    <a:pt x="210236" y="12598"/>
                    <a:pt x="211785" y="17427"/>
                    <a:pt x="213132" y="30004"/>
                  </a:cubicBezTo>
                  <a:cubicBezTo>
                    <a:pt x="216062" y="57367"/>
                    <a:pt x="210014" y="73217"/>
                    <a:pt x="187630" y="96831"/>
                  </a:cubicBezTo>
                  <a:cubicBezTo>
                    <a:pt x="182422" y="102326"/>
                    <a:pt x="177441" y="110596"/>
                    <a:pt x="176562" y="115211"/>
                  </a:cubicBezTo>
                  <a:cubicBezTo>
                    <a:pt x="175683" y="119825"/>
                    <a:pt x="174022" y="123601"/>
                    <a:pt x="172870" y="123601"/>
                  </a:cubicBezTo>
                  <a:cubicBezTo>
                    <a:pt x="168512" y="123601"/>
                    <a:pt x="164964" y="141879"/>
                    <a:pt x="166261" y="157642"/>
                  </a:cubicBezTo>
                  <a:cubicBezTo>
                    <a:pt x="166999" y="166605"/>
                    <a:pt x="166980" y="171906"/>
                    <a:pt x="166219" y="169421"/>
                  </a:cubicBezTo>
                  <a:cubicBezTo>
                    <a:pt x="163842" y="161666"/>
                    <a:pt x="160352" y="164428"/>
                    <a:pt x="156436" y="177166"/>
                  </a:cubicBezTo>
                  <a:cubicBezTo>
                    <a:pt x="154362" y="183910"/>
                    <a:pt x="152584" y="187395"/>
                    <a:pt x="152486" y="184910"/>
                  </a:cubicBezTo>
                  <a:cubicBezTo>
                    <a:pt x="152387" y="182425"/>
                    <a:pt x="151144" y="180392"/>
                    <a:pt x="149724" y="180392"/>
                  </a:cubicBezTo>
                  <a:cubicBezTo>
                    <a:pt x="145947" y="180392"/>
                    <a:pt x="146574" y="187032"/>
                    <a:pt x="150673" y="190434"/>
                  </a:cubicBezTo>
                  <a:cubicBezTo>
                    <a:pt x="153362" y="192666"/>
                    <a:pt x="154997" y="192406"/>
                    <a:pt x="157540" y="189342"/>
                  </a:cubicBezTo>
                  <a:cubicBezTo>
                    <a:pt x="159375" y="187130"/>
                    <a:pt x="162434" y="185918"/>
                    <a:pt x="164336" y="186648"/>
                  </a:cubicBezTo>
                  <a:cubicBezTo>
                    <a:pt x="166311" y="187405"/>
                    <a:pt x="167794" y="186256"/>
                    <a:pt x="167794" y="183969"/>
                  </a:cubicBezTo>
                  <a:cubicBezTo>
                    <a:pt x="167794" y="181765"/>
                    <a:pt x="169246" y="180451"/>
                    <a:pt x="171021" y="181048"/>
                  </a:cubicBezTo>
                  <a:cubicBezTo>
                    <a:pt x="178588" y="183594"/>
                    <a:pt x="167396" y="209728"/>
                    <a:pt x="159467" y="208029"/>
                  </a:cubicBezTo>
                  <a:cubicBezTo>
                    <a:pt x="155365" y="207150"/>
                    <a:pt x="151352" y="215489"/>
                    <a:pt x="153370" y="220699"/>
                  </a:cubicBezTo>
                  <a:cubicBezTo>
                    <a:pt x="155154" y="225305"/>
                    <a:pt x="155436" y="225324"/>
                    <a:pt x="158583" y="221050"/>
                  </a:cubicBezTo>
                  <a:cubicBezTo>
                    <a:pt x="160413" y="218566"/>
                    <a:pt x="164395" y="216533"/>
                    <a:pt x="167434" y="216533"/>
                  </a:cubicBezTo>
                  <a:cubicBezTo>
                    <a:pt x="174275" y="216533"/>
                    <a:pt x="174331" y="217740"/>
                    <a:pt x="167794" y="224277"/>
                  </a:cubicBezTo>
                  <a:cubicBezTo>
                    <a:pt x="164323" y="227748"/>
                    <a:pt x="162581" y="233035"/>
                    <a:pt x="162477" y="240411"/>
                  </a:cubicBezTo>
                  <a:cubicBezTo>
                    <a:pt x="162393" y="246445"/>
                    <a:pt x="161269" y="257191"/>
                    <a:pt x="159980" y="264290"/>
                  </a:cubicBezTo>
                  <a:cubicBezTo>
                    <a:pt x="158691" y="271389"/>
                    <a:pt x="156316" y="286490"/>
                    <a:pt x="154702" y="297848"/>
                  </a:cubicBezTo>
                  <a:cubicBezTo>
                    <a:pt x="152051" y="316511"/>
                    <a:pt x="147143" y="330254"/>
                    <a:pt x="147143" y="319016"/>
                  </a:cubicBezTo>
                  <a:cubicBezTo>
                    <a:pt x="147143" y="316603"/>
                    <a:pt x="145981" y="314628"/>
                    <a:pt x="144561" y="314628"/>
                  </a:cubicBezTo>
                  <a:cubicBezTo>
                    <a:pt x="143141" y="314628"/>
                    <a:pt x="142167" y="313757"/>
                    <a:pt x="142397" y="312692"/>
                  </a:cubicBezTo>
                  <a:cubicBezTo>
                    <a:pt x="143282" y="308582"/>
                    <a:pt x="136781" y="296556"/>
                    <a:pt x="133654" y="296518"/>
                  </a:cubicBezTo>
                  <a:cubicBezTo>
                    <a:pt x="125264" y="296417"/>
                    <a:pt x="123998" y="292782"/>
                    <a:pt x="127870" y="279915"/>
                  </a:cubicBezTo>
                  <a:cubicBezTo>
                    <a:pt x="132191" y="265558"/>
                    <a:pt x="132766" y="255255"/>
                    <a:pt x="129246" y="255255"/>
                  </a:cubicBezTo>
                  <a:cubicBezTo>
                    <a:pt x="127923" y="255255"/>
                    <a:pt x="126121" y="257518"/>
                    <a:pt x="125242" y="260285"/>
                  </a:cubicBezTo>
                  <a:cubicBezTo>
                    <a:pt x="124364" y="263052"/>
                    <a:pt x="121321" y="266054"/>
                    <a:pt x="118479" y="266956"/>
                  </a:cubicBezTo>
                  <a:cubicBezTo>
                    <a:pt x="114695" y="268157"/>
                    <a:pt x="114029" y="269460"/>
                    <a:pt x="115990" y="271823"/>
                  </a:cubicBezTo>
                  <a:cubicBezTo>
                    <a:pt x="120178" y="276868"/>
                    <a:pt x="111817" y="295346"/>
                    <a:pt x="103625" y="299151"/>
                  </a:cubicBezTo>
                  <a:cubicBezTo>
                    <a:pt x="99874" y="300894"/>
                    <a:pt x="95131" y="303139"/>
                    <a:pt x="93086" y="304140"/>
                  </a:cubicBezTo>
                  <a:cubicBezTo>
                    <a:pt x="91041" y="305142"/>
                    <a:pt x="88261" y="309364"/>
                    <a:pt x="86910" y="313522"/>
                  </a:cubicBezTo>
                  <a:cubicBezTo>
                    <a:pt x="85558" y="317680"/>
                    <a:pt x="82145" y="324374"/>
                    <a:pt x="79326" y="328399"/>
                  </a:cubicBezTo>
                  <a:cubicBezTo>
                    <a:pt x="76507" y="332423"/>
                    <a:pt x="72263" y="341130"/>
                    <a:pt x="69895" y="347747"/>
                  </a:cubicBezTo>
                  <a:cubicBezTo>
                    <a:pt x="65145" y="361024"/>
                    <a:pt x="59224" y="364095"/>
                    <a:pt x="51629" y="357222"/>
                  </a:cubicBezTo>
                  <a:cubicBezTo>
                    <a:pt x="44314" y="350602"/>
                    <a:pt x="37572" y="353221"/>
                    <a:pt x="36622" y="363051"/>
                  </a:cubicBezTo>
                  <a:cubicBezTo>
                    <a:pt x="35885" y="370676"/>
                    <a:pt x="35039" y="371420"/>
                    <a:pt x="27100" y="371420"/>
                  </a:cubicBezTo>
                  <a:cubicBezTo>
                    <a:pt x="18795" y="371420"/>
                    <a:pt x="18319" y="370905"/>
                    <a:pt x="16950" y="360449"/>
                  </a:cubicBezTo>
                  <a:close/>
                </a:path>
              </a:pathLst>
            </a:custGeom>
            <a:solidFill>
              <a:srgbClr val="B9B9B9"/>
            </a:solidFill>
            <a:ln w="5163" cap="flat">
              <a:noFill/>
              <a:prstDash val="solid"/>
              <a:miter/>
            </a:ln>
          </p:spPr>
          <p:txBody>
            <a:bodyPr/>
            <a:lstStyle/>
            <a:p>
              <a:endParaRPr lang="es-419" noProof="0" dirty="0"/>
            </a:p>
          </p:txBody>
        </p:sp>
        <p:sp>
          <p:nvSpPr>
            <p:cNvPr id="80" name="Forma libre: forma 79">
              <a:extLst>
                <a:ext uri="{FF2B5EF4-FFF2-40B4-BE49-F238E27FC236}">
                  <a16:creationId xmlns:a16="http://schemas.microsoft.com/office/drawing/2014/main" id="{277D9C6F-D0A4-879E-FB58-B7CB1BF2DCDF}"/>
                </a:ext>
              </a:extLst>
            </p:cNvPr>
            <p:cNvSpPr/>
            <p:nvPr/>
          </p:nvSpPr>
          <p:spPr>
            <a:xfrm>
              <a:off x="2598432" y="2301328"/>
              <a:ext cx="4301" cy="5162"/>
            </a:xfrm>
            <a:custGeom>
              <a:avLst/>
              <a:gdLst>
                <a:gd name="csX0" fmla="*/ 429 w 4301"/>
                <a:gd name="csY0" fmla="*/ 2581 h 5162"/>
                <a:gd name="csX1" fmla="*/ 1567 w 4301"/>
                <a:gd name="csY1" fmla="*/ 0 h 5162"/>
                <a:gd name="csX2" fmla="*/ 4301 w 4301"/>
                <a:gd name="csY2" fmla="*/ 2581 h 5162"/>
                <a:gd name="csX3" fmla="*/ 3163 w 4301"/>
                <a:gd name="csY3" fmla="*/ 5163 h 5162"/>
                <a:gd name="csX4" fmla="*/ 429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429" y="2581"/>
                  </a:moveTo>
                  <a:cubicBezTo>
                    <a:pt x="-448" y="1162"/>
                    <a:pt x="64" y="0"/>
                    <a:pt x="1567" y="0"/>
                  </a:cubicBezTo>
                  <a:cubicBezTo>
                    <a:pt x="3071" y="0"/>
                    <a:pt x="4301" y="1162"/>
                    <a:pt x="4301" y="2581"/>
                  </a:cubicBezTo>
                  <a:cubicBezTo>
                    <a:pt x="4301" y="4001"/>
                    <a:pt x="3789" y="5163"/>
                    <a:pt x="3163" y="5163"/>
                  </a:cubicBezTo>
                  <a:cubicBezTo>
                    <a:pt x="2537" y="5163"/>
                    <a:pt x="1307" y="4001"/>
                    <a:pt x="429" y="2581"/>
                  </a:cubicBezTo>
                  <a:close/>
                </a:path>
              </a:pathLst>
            </a:custGeom>
            <a:solidFill>
              <a:srgbClr val="B9B9B9"/>
            </a:solidFill>
            <a:ln w="5163" cap="flat">
              <a:noFill/>
              <a:prstDash val="solid"/>
              <a:miter/>
            </a:ln>
          </p:spPr>
          <p:txBody>
            <a:bodyPr/>
            <a:lstStyle/>
            <a:p>
              <a:endParaRPr lang="es-419" noProof="0" dirty="0"/>
            </a:p>
          </p:txBody>
        </p:sp>
        <p:sp>
          <p:nvSpPr>
            <p:cNvPr id="81" name="Forma libre: forma 80">
              <a:extLst>
                <a:ext uri="{FF2B5EF4-FFF2-40B4-BE49-F238E27FC236}">
                  <a16:creationId xmlns:a16="http://schemas.microsoft.com/office/drawing/2014/main" id="{42071E04-7F6B-3EA4-392A-B17F0A3481B9}"/>
                </a:ext>
              </a:extLst>
            </p:cNvPr>
            <p:cNvSpPr/>
            <p:nvPr/>
          </p:nvSpPr>
          <p:spPr>
            <a:xfrm>
              <a:off x="2631714" y="2178527"/>
              <a:ext cx="22197" cy="31992"/>
            </a:xfrm>
            <a:custGeom>
              <a:avLst/>
              <a:gdLst>
                <a:gd name="csX0" fmla="*/ 471 w 22197"/>
                <a:gd name="csY0" fmla="*/ 28899 h 31992"/>
                <a:gd name="csX1" fmla="*/ 9355 w 22197"/>
                <a:gd name="csY1" fmla="*/ 4976 h 31992"/>
                <a:gd name="csX2" fmla="*/ 18130 w 22197"/>
                <a:gd name="csY2" fmla="*/ 1262 h 31992"/>
                <a:gd name="csX3" fmla="*/ 15361 w 22197"/>
                <a:gd name="csY3" fmla="*/ 16772 h 31992"/>
                <a:gd name="csX4" fmla="*/ 471 w 22197"/>
                <a:gd name="csY4" fmla="*/ 28899 h 31992"/>
              </a:gdLst>
              <a:ahLst/>
              <a:cxnLst>
                <a:cxn ang="0">
                  <a:pos x="csX0" y="csY0"/>
                </a:cxn>
                <a:cxn ang="0">
                  <a:pos x="csX1" y="csY1"/>
                </a:cxn>
                <a:cxn ang="0">
                  <a:pos x="csX2" y="csY2"/>
                </a:cxn>
                <a:cxn ang="0">
                  <a:pos x="csX3" y="csY3"/>
                </a:cxn>
                <a:cxn ang="0">
                  <a:pos x="csX4" y="csY4"/>
                </a:cxn>
              </a:cxnLst>
              <a:rect l="l" t="t" r="r" b="b"/>
              <a:pathLst>
                <a:path w="22197" h="31992">
                  <a:moveTo>
                    <a:pt x="471" y="28899"/>
                  </a:moveTo>
                  <a:cubicBezTo>
                    <a:pt x="-1762" y="23078"/>
                    <a:pt x="4399" y="6487"/>
                    <a:pt x="9355" y="4976"/>
                  </a:cubicBezTo>
                  <a:cubicBezTo>
                    <a:pt x="11697" y="4262"/>
                    <a:pt x="15646" y="2591"/>
                    <a:pt x="18130" y="1262"/>
                  </a:cubicBezTo>
                  <a:cubicBezTo>
                    <a:pt x="24115" y="-1937"/>
                    <a:pt x="23741" y="160"/>
                    <a:pt x="15361" y="16772"/>
                  </a:cubicBezTo>
                  <a:cubicBezTo>
                    <a:pt x="7920" y="31524"/>
                    <a:pt x="3013" y="35521"/>
                    <a:pt x="471" y="28899"/>
                  </a:cubicBezTo>
                  <a:close/>
                </a:path>
              </a:pathLst>
            </a:custGeom>
            <a:solidFill>
              <a:srgbClr val="B9B9B9"/>
            </a:solidFill>
            <a:ln w="5163" cap="flat">
              <a:noFill/>
              <a:prstDash val="solid"/>
              <a:miter/>
            </a:ln>
          </p:spPr>
          <p:txBody>
            <a:bodyPr/>
            <a:lstStyle/>
            <a:p>
              <a:endParaRPr lang="es-419" noProof="0" dirty="0"/>
            </a:p>
          </p:txBody>
        </p:sp>
        <p:sp>
          <p:nvSpPr>
            <p:cNvPr id="82" name="Forma libre: forma 81">
              <a:extLst>
                <a:ext uri="{FF2B5EF4-FFF2-40B4-BE49-F238E27FC236}">
                  <a16:creationId xmlns:a16="http://schemas.microsoft.com/office/drawing/2014/main" id="{59D663EE-A8BB-DE8F-DB14-D13E9A68FC55}"/>
                </a:ext>
              </a:extLst>
            </p:cNvPr>
            <p:cNvSpPr/>
            <p:nvPr/>
          </p:nvSpPr>
          <p:spPr>
            <a:xfrm>
              <a:off x="2646618" y="2128371"/>
              <a:ext cx="5162" cy="6756"/>
            </a:xfrm>
            <a:custGeom>
              <a:avLst/>
              <a:gdLst>
                <a:gd name="csX0" fmla="*/ 0 w 5162"/>
                <a:gd name="csY0" fmla="*/ 4025 h 6756"/>
                <a:gd name="csX1" fmla="*/ 2581 w 5162"/>
                <a:gd name="csY1" fmla="*/ 0 h 6756"/>
                <a:gd name="csX2" fmla="*/ 5163 w 5162"/>
                <a:gd name="csY2" fmla="*/ 2429 h 6756"/>
                <a:gd name="csX3" fmla="*/ 2581 w 5162"/>
                <a:gd name="csY3" fmla="*/ 6454 h 6756"/>
                <a:gd name="csX4" fmla="*/ 0 w 5162"/>
                <a:gd name="csY4" fmla="*/ 4025 h 6756"/>
              </a:gdLst>
              <a:ahLst/>
              <a:cxnLst>
                <a:cxn ang="0">
                  <a:pos x="csX0" y="csY0"/>
                </a:cxn>
                <a:cxn ang="0">
                  <a:pos x="csX1" y="csY1"/>
                </a:cxn>
                <a:cxn ang="0">
                  <a:pos x="csX2" y="csY2"/>
                </a:cxn>
                <a:cxn ang="0">
                  <a:pos x="csX3" y="csY3"/>
                </a:cxn>
                <a:cxn ang="0">
                  <a:pos x="csX4" y="csY4"/>
                </a:cxn>
              </a:cxnLst>
              <a:rect l="l" t="t" r="r" b="b"/>
              <a:pathLst>
                <a:path w="5162" h="6756">
                  <a:moveTo>
                    <a:pt x="0" y="4025"/>
                  </a:moveTo>
                  <a:cubicBezTo>
                    <a:pt x="0" y="1811"/>
                    <a:pt x="1162" y="0"/>
                    <a:pt x="2581" y="0"/>
                  </a:cubicBezTo>
                  <a:cubicBezTo>
                    <a:pt x="4001" y="0"/>
                    <a:pt x="5163" y="1093"/>
                    <a:pt x="5163" y="2429"/>
                  </a:cubicBezTo>
                  <a:cubicBezTo>
                    <a:pt x="5163" y="3765"/>
                    <a:pt x="4001" y="5576"/>
                    <a:pt x="2581" y="6454"/>
                  </a:cubicBezTo>
                  <a:cubicBezTo>
                    <a:pt x="1162" y="7331"/>
                    <a:pt x="0" y="6238"/>
                    <a:pt x="0" y="4025"/>
                  </a:cubicBezTo>
                  <a:close/>
                </a:path>
              </a:pathLst>
            </a:custGeom>
            <a:solidFill>
              <a:srgbClr val="B9B9B9"/>
            </a:solidFill>
            <a:ln w="5163" cap="flat">
              <a:noFill/>
              <a:prstDash val="solid"/>
              <a:miter/>
            </a:ln>
          </p:spPr>
          <p:txBody>
            <a:bodyPr/>
            <a:lstStyle/>
            <a:p>
              <a:endParaRPr lang="es-419" noProof="0" dirty="0"/>
            </a:p>
          </p:txBody>
        </p:sp>
        <p:sp>
          <p:nvSpPr>
            <p:cNvPr id="83" name="Forma libre: forma 82">
              <a:extLst>
                <a:ext uri="{FF2B5EF4-FFF2-40B4-BE49-F238E27FC236}">
                  <a16:creationId xmlns:a16="http://schemas.microsoft.com/office/drawing/2014/main" id="{F7D8D36F-211E-781E-FC7F-C00F9128ACD0}"/>
                </a:ext>
              </a:extLst>
            </p:cNvPr>
            <p:cNvSpPr/>
            <p:nvPr/>
          </p:nvSpPr>
          <p:spPr>
            <a:xfrm>
              <a:off x="2646618" y="2110301"/>
              <a:ext cx="4301" cy="5162"/>
            </a:xfrm>
            <a:custGeom>
              <a:avLst/>
              <a:gdLst>
                <a:gd name="csX0" fmla="*/ 0 w 4301"/>
                <a:gd name="csY0" fmla="*/ 2581 h 5162"/>
                <a:gd name="csX1" fmla="*/ 1138 w 4301"/>
                <a:gd name="csY1" fmla="*/ 0 h 5162"/>
                <a:gd name="csX2" fmla="*/ 3872 w 4301"/>
                <a:gd name="csY2" fmla="*/ 2581 h 5162"/>
                <a:gd name="csX3" fmla="*/ 2734 w 4301"/>
                <a:gd name="csY3" fmla="*/ 5163 h 5162"/>
                <a:gd name="csX4" fmla="*/ 0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0" y="2581"/>
                  </a:moveTo>
                  <a:cubicBezTo>
                    <a:pt x="0" y="1162"/>
                    <a:pt x="512" y="0"/>
                    <a:pt x="1138" y="0"/>
                  </a:cubicBezTo>
                  <a:cubicBezTo>
                    <a:pt x="1765" y="0"/>
                    <a:pt x="2995" y="1162"/>
                    <a:pt x="3872" y="2581"/>
                  </a:cubicBezTo>
                  <a:cubicBezTo>
                    <a:pt x="4750" y="4001"/>
                    <a:pt x="4237" y="5163"/>
                    <a:pt x="2734" y="5163"/>
                  </a:cubicBezTo>
                  <a:cubicBezTo>
                    <a:pt x="1230" y="5163"/>
                    <a:pt x="0" y="4001"/>
                    <a:pt x="0" y="2581"/>
                  </a:cubicBezTo>
                  <a:close/>
                </a:path>
              </a:pathLst>
            </a:custGeom>
            <a:solidFill>
              <a:srgbClr val="B9B9B9"/>
            </a:solidFill>
            <a:ln w="5163" cap="flat">
              <a:noFill/>
              <a:prstDash val="solid"/>
              <a:miter/>
            </a:ln>
          </p:spPr>
          <p:txBody>
            <a:bodyPr/>
            <a:lstStyle/>
            <a:p>
              <a:endParaRPr lang="es-419" noProof="0" dirty="0"/>
            </a:p>
          </p:txBody>
        </p:sp>
      </p:grpSp>
      <p:grpSp>
        <p:nvGrpSpPr>
          <p:cNvPr id="84" name="Gráfico 39">
            <a:extLst>
              <a:ext uri="{FF2B5EF4-FFF2-40B4-BE49-F238E27FC236}">
                <a16:creationId xmlns:a16="http://schemas.microsoft.com/office/drawing/2014/main" id="{860A32FD-C90F-4107-A336-E7D3DB3784AE}"/>
              </a:ext>
            </a:extLst>
          </p:cNvPr>
          <p:cNvGrpSpPr/>
          <p:nvPr/>
        </p:nvGrpSpPr>
        <p:grpSpPr>
          <a:xfrm>
            <a:off x="924790" y="1999612"/>
            <a:ext cx="235561" cy="223008"/>
            <a:chOff x="924790" y="1999612"/>
            <a:chExt cx="235561" cy="223008"/>
          </a:xfrm>
          <a:solidFill>
            <a:srgbClr val="B9B9B9"/>
          </a:solidFill>
        </p:grpSpPr>
        <p:sp>
          <p:nvSpPr>
            <p:cNvPr id="85" name="Forma libre: forma 84">
              <a:extLst>
                <a:ext uri="{FF2B5EF4-FFF2-40B4-BE49-F238E27FC236}">
                  <a16:creationId xmlns:a16="http://schemas.microsoft.com/office/drawing/2014/main" id="{833BB338-9F3A-5118-523B-E6E94F7C84E7}"/>
                </a:ext>
              </a:extLst>
            </p:cNvPr>
            <p:cNvSpPr/>
            <p:nvPr/>
          </p:nvSpPr>
          <p:spPr>
            <a:xfrm>
              <a:off x="1018216" y="1999612"/>
              <a:ext cx="142135" cy="223008"/>
            </a:xfrm>
            <a:custGeom>
              <a:avLst/>
              <a:gdLst>
                <a:gd name="csX0" fmla="*/ 33142 w 142135"/>
                <a:gd name="csY0" fmla="*/ 222624 h 223008"/>
                <a:gd name="csX1" fmla="*/ 24030 w 142135"/>
                <a:gd name="csY1" fmla="*/ 217989 h 223008"/>
                <a:gd name="csX2" fmla="*/ 15077 w 142135"/>
                <a:gd name="csY2" fmla="*/ 214475 h 223008"/>
                <a:gd name="csX3" fmla="*/ 28065 w 142135"/>
                <a:gd name="csY3" fmla="*/ 199749 h 223008"/>
                <a:gd name="csX4" fmla="*/ 39623 w 142135"/>
                <a:gd name="csY4" fmla="*/ 181324 h 223008"/>
                <a:gd name="csX5" fmla="*/ 40552 w 142135"/>
                <a:gd name="csY5" fmla="*/ 163618 h 223008"/>
                <a:gd name="csX6" fmla="*/ 38270 w 142135"/>
                <a:gd name="csY6" fmla="*/ 146871 h 223008"/>
                <a:gd name="csX7" fmla="*/ 31342 w 142135"/>
                <a:gd name="csY7" fmla="*/ 141344 h 223008"/>
                <a:gd name="csX8" fmla="*/ 23064 w 142135"/>
                <a:gd name="csY8" fmla="*/ 130695 h 223008"/>
                <a:gd name="csX9" fmla="*/ 21238 w 142135"/>
                <a:gd name="csY9" fmla="*/ 121015 h 223008"/>
                <a:gd name="csX10" fmla="*/ 21448 w 142135"/>
                <a:gd name="csY10" fmla="*/ 110689 h 223008"/>
                <a:gd name="csX11" fmla="*/ 17417 w 142135"/>
                <a:gd name="csY11" fmla="*/ 113600 h 223008"/>
                <a:gd name="csX12" fmla="*/ 6090 w 142135"/>
                <a:gd name="csY12" fmla="*/ 75839 h 223008"/>
                <a:gd name="csX13" fmla="*/ 446 w 142135"/>
                <a:gd name="csY13" fmla="*/ 49379 h 223008"/>
                <a:gd name="csX14" fmla="*/ 1787 w 142135"/>
                <a:gd name="csY14" fmla="*/ 43571 h 223008"/>
                <a:gd name="csX15" fmla="*/ 4669 w 142135"/>
                <a:gd name="csY15" fmla="*/ 50173 h 223008"/>
                <a:gd name="csX16" fmla="*/ 15640 w 142135"/>
                <a:gd name="csY16" fmla="*/ 55981 h 223008"/>
                <a:gd name="csX17" fmla="*/ 25590 w 142135"/>
                <a:gd name="csY17" fmla="*/ 51315 h 223008"/>
                <a:gd name="csX18" fmla="*/ 21927 w 142135"/>
                <a:gd name="csY18" fmla="*/ 38128 h 223008"/>
                <a:gd name="csX19" fmla="*/ 25126 w 142135"/>
                <a:gd name="csY19" fmla="*/ 20612 h 223008"/>
                <a:gd name="csX20" fmla="*/ 29635 w 142135"/>
                <a:gd name="csY20" fmla="*/ 8944 h 223008"/>
                <a:gd name="csX21" fmla="*/ 56601 w 142135"/>
                <a:gd name="csY21" fmla="*/ 2664 h 223008"/>
                <a:gd name="csX22" fmla="*/ 68014 w 142135"/>
                <a:gd name="csY22" fmla="*/ 14926 h 223008"/>
                <a:gd name="csX23" fmla="*/ 70397 w 142135"/>
                <a:gd name="csY23" fmla="*/ 28730 h 223008"/>
                <a:gd name="csX24" fmla="*/ 64799 w 142135"/>
                <a:gd name="csY24" fmla="*/ 38367 h 223008"/>
                <a:gd name="csX25" fmla="*/ 76515 w 142135"/>
                <a:gd name="csY25" fmla="*/ 47199 h 223008"/>
                <a:gd name="csX26" fmla="*/ 95020 w 142135"/>
                <a:gd name="csY26" fmla="*/ 52596 h 223008"/>
                <a:gd name="csX27" fmla="*/ 116723 w 142135"/>
                <a:gd name="csY27" fmla="*/ 66052 h 223008"/>
                <a:gd name="csX28" fmla="*/ 125419 w 142135"/>
                <a:gd name="csY28" fmla="*/ 64641 h 223008"/>
                <a:gd name="csX29" fmla="*/ 121867 w 142135"/>
                <a:gd name="csY29" fmla="*/ 77984 h 223008"/>
                <a:gd name="csX30" fmla="*/ 126198 w 142135"/>
                <a:gd name="csY30" fmla="*/ 109560 h 223008"/>
                <a:gd name="csX31" fmla="*/ 132452 w 142135"/>
                <a:gd name="csY31" fmla="*/ 130811 h 223008"/>
                <a:gd name="csX32" fmla="*/ 137172 w 142135"/>
                <a:gd name="csY32" fmla="*/ 149525 h 223008"/>
                <a:gd name="csX33" fmla="*/ 126264 w 142135"/>
                <a:gd name="csY33" fmla="*/ 165042 h 223008"/>
                <a:gd name="csX34" fmla="*/ 119713 w 142135"/>
                <a:gd name="csY34" fmla="*/ 162318 h 223008"/>
                <a:gd name="csX35" fmla="*/ 122125 w 142135"/>
                <a:gd name="csY35" fmla="*/ 181310 h 223008"/>
                <a:gd name="csX36" fmla="*/ 122395 w 142135"/>
                <a:gd name="csY36" fmla="*/ 193071 h 223008"/>
                <a:gd name="csX37" fmla="*/ 117050 w 142135"/>
                <a:gd name="csY37" fmla="*/ 205350 h 223008"/>
                <a:gd name="csX38" fmla="*/ 115307 w 142135"/>
                <a:gd name="csY38" fmla="*/ 214639 h 223008"/>
                <a:gd name="csX39" fmla="*/ 105608 w 142135"/>
                <a:gd name="csY39" fmla="*/ 205168 h 223008"/>
                <a:gd name="csX40" fmla="*/ 70306 w 142135"/>
                <a:gd name="csY40" fmla="*/ 198146 h 223008"/>
                <a:gd name="csX41" fmla="*/ 57886 w 142135"/>
                <a:gd name="csY41" fmla="*/ 203581 h 223008"/>
                <a:gd name="csX42" fmla="*/ 42822 w 142135"/>
                <a:gd name="csY42" fmla="*/ 214552 h 223008"/>
                <a:gd name="csX43" fmla="*/ 33142 w 142135"/>
                <a:gd name="csY43" fmla="*/ 222624 h 2230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42135" h="223008">
                  <a:moveTo>
                    <a:pt x="33142" y="222624"/>
                  </a:moveTo>
                  <a:cubicBezTo>
                    <a:pt x="33100" y="221007"/>
                    <a:pt x="28999" y="218922"/>
                    <a:pt x="24030" y="217989"/>
                  </a:cubicBezTo>
                  <a:cubicBezTo>
                    <a:pt x="19061" y="217057"/>
                    <a:pt x="15032" y="215476"/>
                    <a:pt x="15077" y="214475"/>
                  </a:cubicBezTo>
                  <a:cubicBezTo>
                    <a:pt x="15123" y="213475"/>
                    <a:pt x="20967" y="206848"/>
                    <a:pt x="28065" y="199749"/>
                  </a:cubicBezTo>
                  <a:cubicBezTo>
                    <a:pt x="37756" y="190056"/>
                    <a:pt x="40635" y="185467"/>
                    <a:pt x="39623" y="181324"/>
                  </a:cubicBezTo>
                  <a:cubicBezTo>
                    <a:pt x="38882" y="178289"/>
                    <a:pt x="39300" y="170321"/>
                    <a:pt x="40552" y="163618"/>
                  </a:cubicBezTo>
                  <a:cubicBezTo>
                    <a:pt x="42457" y="153420"/>
                    <a:pt x="42085" y="150686"/>
                    <a:pt x="38270" y="146871"/>
                  </a:cubicBezTo>
                  <a:cubicBezTo>
                    <a:pt x="35762" y="144363"/>
                    <a:pt x="32644" y="141876"/>
                    <a:pt x="31342" y="141344"/>
                  </a:cubicBezTo>
                  <a:cubicBezTo>
                    <a:pt x="30039" y="140811"/>
                    <a:pt x="26314" y="136019"/>
                    <a:pt x="23064" y="130695"/>
                  </a:cubicBezTo>
                  <a:cubicBezTo>
                    <a:pt x="18146" y="122638"/>
                    <a:pt x="17840" y="121015"/>
                    <a:pt x="21238" y="121015"/>
                  </a:cubicBezTo>
                  <a:cubicBezTo>
                    <a:pt x="26407" y="121015"/>
                    <a:pt x="26532" y="114908"/>
                    <a:pt x="21448" y="110689"/>
                  </a:cubicBezTo>
                  <a:cubicBezTo>
                    <a:pt x="18195" y="107989"/>
                    <a:pt x="17551" y="108454"/>
                    <a:pt x="17417" y="113600"/>
                  </a:cubicBezTo>
                  <a:cubicBezTo>
                    <a:pt x="17202" y="121855"/>
                    <a:pt x="11362" y="102386"/>
                    <a:pt x="6090" y="75839"/>
                  </a:cubicBezTo>
                  <a:cubicBezTo>
                    <a:pt x="3834" y="64481"/>
                    <a:pt x="1295" y="52574"/>
                    <a:pt x="446" y="49379"/>
                  </a:cubicBezTo>
                  <a:cubicBezTo>
                    <a:pt x="-477" y="45903"/>
                    <a:pt x="61" y="43571"/>
                    <a:pt x="1787" y="43571"/>
                  </a:cubicBezTo>
                  <a:cubicBezTo>
                    <a:pt x="3372" y="43571"/>
                    <a:pt x="4669" y="46542"/>
                    <a:pt x="4669" y="50173"/>
                  </a:cubicBezTo>
                  <a:cubicBezTo>
                    <a:pt x="4669" y="56344"/>
                    <a:pt x="5386" y="56723"/>
                    <a:pt x="15640" y="55981"/>
                  </a:cubicBezTo>
                  <a:cubicBezTo>
                    <a:pt x="23894" y="55384"/>
                    <a:pt x="26358" y="54229"/>
                    <a:pt x="25590" y="51315"/>
                  </a:cubicBezTo>
                  <a:cubicBezTo>
                    <a:pt x="25028" y="49186"/>
                    <a:pt x="23380" y="43251"/>
                    <a:pt x="21927" y="38128"/>
                  </a:cubicBezTo>
                  <a:cubicBezTo>
                    <a:pt x="19644" y="30074"/>
                    <a:pt x="20076" y="27703"/>
                    <a:pt x="25126" y="20612"/>
                  </a:cubicBezTo>
                  <a:cubicBezTo>
                    <a:pt x="28338" y="16101"/>
                    <a:pt x="30367" y="10851"/>
                    <a:pt x="29635" y="8944"/>
                  </a:cubicBezTo>
                  <a:cubicBezTo>
                    <a:pt x="26306" y="269"/>
                    <a:pt x="38854" y="-2653"/>
                    <a:pt x="56601" y="2664"/>
                  </a:cubicBezTo>
                  <a:cubicBezTo>
                    <a:pt x="65243" y="5253"/>
                    <a:pt x="66731" y="6851"/>
                    <a:pt x="68014" y="14926"/>
                  </a:cubicBezTo>
                  <a:cubicBezTo>
                    <a:pt x="68826" y="20032"/>
                    <a:pt x="69898" y="26244"/>
                    <a:pt x="70397" y="28730"/>
                  </a:cubicBezTo>
                  <a:cubicBezTo>
                    <a:pt x="70908" y="31276"/>
                    <a:pt x="68463" y="35485"/>
                    <a:pt x="64799" y="38367"/>
                  </a:cubicBezTo>
                  <a:cubicBezTo>
                    <a:pt x="52677" y="47902"/>
                    <a:pt x="63675" y="56192"/>
                    <a:pt x="76515" y="47199"/>
                  </a:cubicBezTo>
                  <a:cubicBezTo>
                    <a:pt x="84862" y="41352"/>
                    <a:pt x="95020" y="44315"/>
                    <a:pt x="95020" y="52596"/>
                  </a:cubicBezTo>
                  <a:cubicBezTo>
                    <a:pt x="95020" y="61383"/>
                    <a:pt x="105491" y="67875"/>
                    <a:pt x="116723" y="66052"/>
                  </a:cubicBezTo>
                  <a:lnTo>
                    <a:pt x="125419" y="64641"/>
                  </a:lnTo>
                  <a:lnTo>
                    <a:pt x="121867" y="77984"/>
                  </a:lnTo>
                  <a:cubicBezTo>
                    <a:pt x="116766" y="97143"/>
                    <a:pt x="117305" y="101074"/>
                    <a:pt x="126198" y="109560"/>
                  </a:cubicBezTo>
                  <a:cubicBezTo>
                    <a:pt x="133696" y="116715"/>
                    <a:pt x="134049" y="117914"/>
                    <a:pt x="132452" y="130811"/>
                  </a:cubicBezTo>
                  <a:cubicBezTo>
                    <a:pt x="130905" y="143306"/>
                    <a:pt x="131310" y="144914"/>
                    <a:pt x="137172" y="149525"/>
                  </a:cubicBezTo>
                  <a:cubicBezTo>
                    <a:pt x="148350" y="158317"/>
                    <a:pt x="138877" y="171792"/>
                    <a:pt x="126264" y="165042"/>
                  </a:cubicBezTo>
                  <a:cubicBezTo>
                    <a:pt x="123464" y="163544"/>
                    <a:pt x="120516" y="162318"/>
                    <a:pt x="119713" y="162318"/>
                  </a:cubicBezTo>
                  <a:cubicBezTo>
                    <a:pt x="116537" y="162318"/>
                    <a:pt x="118487" y="177672"/>
                    <a:pt x="122125" y="181310"/>
                  </a:cubicBezTo>
                  <a:cubicBezTo>
                    <a:pt x="126947" y="186132"/>
                    <a:pt x="127019" y="189234"/>
                    <a:pt x="122395" y="193071"/>
                  </a:cubicBezTo>
                  <a:cubicBezTo>
                    <a:pt x="120414" y="194715"/>
                    <a:pt x="118009" y="200241"/>
                    <a:pt x="117050" y="205350"/>
                  </a:cubicBezTo>
                  <a:lnTo>
                    <a:pt x="115307" y="214639"/>
                  </a:lnTo>
                  <a:lnTo>
                    <a:pt x="105608" y="205168"/>
                  </a:lnTo>
                  <a:cubicBezTo>
                    <a:pt x="93087" y="192941"/>
                    <a:pt x="80185" y="190375"/>
                    <a:pt x="70306" y="198146"/>
                  </a:cubicBezTo>
                  <a:cubicBezTo>
                    <a:pt x="66478" y="201157"/>
                    <a:pt x="60889" y="203603"/>
                    <a:pt x="57886" y="203581"/>
                  </a:cubicBezTo>
                  <a:cubicBezTo>
                    <a:pt x="54649" y="203557"/>
                    <a:pt x="48516" y="208024"/>
                    <a:pt x="42822" y="214552"/>
                  </a:cubicBezTo>
                  <a:cubicBezTo>
                    <a:pt x="37540" y="220608"/>
                    <a:pt x="33184" y="224241"/>
                    <a:pt x="33142" y="222624"/>
                  </a:cubicBezTo>
                  <a:close/>
                </a:path>
              </a:pathLst>
            </a:custGeom>
            <a:solidFill>
              <a:srgbClr val="B9B9B9"/>
            </a:solidFill>
            <a:ln w="5163" cap="flat">
              <a:noFill/>
              <a:prstDash val="solid"/>
              <a:miter/>
            </a:ln>
          </p:spPr>
          <p:txBody>
            <a:bodyPr/>
            <a:lstStyle/>
            <a:p>
              <a:endParaRPr lang="es-419" noProof="0" dirty="0"/>
            </a:p>
          </p:txBody>
        </p:sp>
        <p:sp>
          <p:nvSpPr>
            <p:cNvPr id="86" name="Forma libre: forma 85">
              <a:extLst>
                <a:ext uri="{FF2B5EF4-FFF2-40B4-BE49-F238E27FC236}">
                  <a16:creationId xmlns:a16="http://schemas.microsoft.com/office/drawing/2014/main" id="{1EC57395-7A74-CD8D-AD9D-228C85E0CE4E}"/>
                </a:ext>
              </a:extLst>
            </p:cNvPr>
            <p:cNvSpPr/>
            <p:nvPr/>
          </p:nvSpPr>
          <p:spPr>
            <a:xfrm>
              <a:off x="976738" y="2149266"/>
              <a:ext cx="9026" cy="7395"/>
            </a:xfrm>
            <a:custGeom>
              <a:avLst/>
              <a:gdLst>
                <a:gd name="csX0" fmla="*/ 866 w 9026"/>
                <a:gd name="csY0" fmla="*/ 4748 h 7395"/>
                <a:gd name="csX1" fmla="*/ 6187 w 9026"/>
                <a:gd name="csY1" fmla="*/ 710 h 7395"/>
                <a:gd name="csX2" fmla="*/ 8728 w 9026"/>
                <a:gd name="csY2" fmla="*/ 4901 h 7395"/>
                <a:gd name="csX3" fmla="*/ 866 w 9026"/>
                <a:gd name="csY3" fmla="*/ 4748 h 7395"/>
              </a:gdLst>
              <a:ahLst/>
              <a:cxnLst>
                <a:cxn ang="0">
                  <a:pos x="csX0" y="csY0"/>
                </a:cxn>
                <a:cxn ang="0">
                  <a:pos x="csX1" y="csY1"/>
                </a:cxn>
                <a:cxn ang="0">
                  <a:pos x="csX2" y="csY2"/>
                </a:cxn>
                <a:cxn ang="0">
                  <a:pos x="csX3" y="csY3"/>
                </a:cxn>
              </a:cxnLst>
              <a:rect l="l" t="t" r="r" b="b"/>
              <a:pathLst>
                <a:path w="9026" h="7395">
                  <a:moveTo>
                    <a:pt x="866" y="4748"/>
                  </a:moveTo>
                  <a:cubicBezTo>
                    <a:pt x="-1510" y="904"/>
                    <a:pt x="1245" y="-1186"/>
                    <a:pt x="6187" y="710"/>
                  </a:cubicBezTo>
                  <a:cubicBezTo>
                    <a:pt x="8468" y="1586"/>
                    <a:pt x="9611" y="3472"/>
                    <a:pt x="8728" y="4901"/>
                  </a:cubicBezTo>
                  <a:cubicBezTo>
                    <a:pt x="6635" y="8287"/>
                    <a:pt x="3009" y="8216"/>
                    <a:pt x="866" y="4748"/>
                  </a:cubicBezTo>
                  <a:close/>
                </a:path>
              </a:pathLst>
            </a:custGeom>
            <a:solidFill>
              <a:srgbClr val="B9B9B9"/>
            </a:solidFill>
            <a:ln w="5163" cap="flat">
              <a:noFill/>
              <a:prstDash val="solid"/>
              <a:miter/>
            </a:ln>
          </p:spPr>
          <p:txBody>
            <a:bodyPr/>
            <a:lstStyle/>
            <a:p>
              <a:endParaRPr lang="es-419" noProof="0" dirty="0"/>
            </a:p>
          </p:txBody>
        </p:sp>
        <p:sp>
          <p:nvSpPr>
            <p:cNvPr id="87" name="Forma libre: forma 86">
              <a:extLst>
                <a:ext uri="{FF2B5EF4-FFF2-40B4-BE49-F238E27FC236}">
                  <a16:creationId xmlns:a16="http://schemas.microsoft.com/office/drawing/2014/main" id="{DB4BB423-63A9-AFDA-74F0-207ED2BE4249}"/>
                </a:ext>
              </a:extLst>
            </p:cNvPr>
            <p:cNvSpPr/>
            <p:nvPr/>
          </p:nvSpPr>
          <p:spPr>
            <a:xfrm>
              <a:off x="958388" y="2135665"/>
              <a:ext cx="19364" cy="11047"/>
            </a:xfrm>
            <a:custGeom>
              <a:avLst/>
              <a:gdLst>
                <a:gd name="csX0" fmla="*/ 0 w 19364"/>
                <a:gd name="csY0" fmla="*/ 8841 h 11047"/>
                <a:gd name="csX1" fmla="*/ 17408 w 19364"/>
                <a:gd name="csY1" fmla="*/ 154 h 11047"/>
                <a:gd name="csX2" fmla="*/ 17432 w 19364"/>
                <a:gd name="csY2" fmla="*/ 5614 h 11047"/>
                <a:gd name="csX3" fmla="*/ 0 w 19364"/>
                <a:gd name="csY3" fmla="*/ 8841 h 11047"/>
              </a:gdLst>
              <a:ahLst/>
              <a:cxnLst>
                <a:cxn ang="0">
                  <a:pos x="csX0" y="csY0"/>
                </a:cxn>
                <a:cxn ang="0">
                  <a:pos x="csX1" y="csY1"/>
                </a:cxn>
                <a:cxn ang="0">
                  <a:pos x="csX2" y="csY2"/>
                </a:cxn>
                <a:cxn ang="0">
                  <a:pos x="csX3" y="csY3"/>
                </a:cxn>
              </a:cxnLst>
              <a:rect l="l" t="t" r="r" b="b"/>
              <a:pathLst>
                <a:path w="19364" h="11047">
                  <a:moveTo>
                    <a:pt x="0" y="8841"/>
                  </a:moveTo>
                  <a:cubicBezTo>
                    <a:pt x="126" y="2682"/>
                    <a:pt x="7086" y="-791"/>
                    <a:pt x="17408" y="154"/>
                  </a:cubicBezTo>
                  <a:cubicBezTo>
                    <a:pt x="20010" y="392"/>
                    <a:pt x="20015" y="1478"/>
                    <a:pt x="17432" y="5614"/>
                  </a:cubicBezTo>
                  <a:cubicBezTo>
                    <a:pt x="14357" y="10538"/>
                    <a:pt x="-89" y="13212"/>
                    <a:pt x="0" y="8841"/>
                  </a:cubicBezTo>
                  <a:close/>
                </a:path>
              </a:pathLst>
            </a:custGeom>
            <a:solidFill>
              <a:srgbClr val="B9B9B9"/>
            </a:solidFill>
            <a:ln w="5163" cap="flat">
              <a:noFill/>
              <a:prstDash val="solid"/>
              <a:miter/>
            </a:ln>
          </p:spPr>
          <p:txBody>
            <a:bodyPr/>
            <a:lstStyle/>
            <a:p>
              <a:endParaRPr lang="es-419" noProof="0" dirty="0"/>
            </a:p>
          </p:txBody>
        </p:sp>
        <p:sp>
          <p:nvSpPr>
            <p:cNvPr id="88" name="Forma libre: forma 87">
              <a:extLst>
                <a:ext uri="{FF2B5EF4-FFF2-40B4-BE49-F238E27FC236}">
                  <a16:creationId xmlns:a16="http://schemas.microsoft.com/office/drawing/2014/main" id="{FAE481EB-7583-8DB3-4BD5-32DDF30D22B5}"/>
                </a:ext>
              </a:extLst>
            </p:cNvPr>
            <p:cNvSpPr/>
            <p:nvPr/>
          </p:nvSpPr>
          <p:spPr>
            <a:xfrm>
              <a:off x="938010" y="2110987"/>
              <a:ext cx="18997" cy="19965"/>
            </a:xfrm>
            <a:custGeom>
              <a:avLst/>
              <a:gdLst>
                <a:gd name="csX0" fmla="*/ 2787 w 18997"/>
                <a:gd name="csY0" fmla="*/ 11392 h 19965"/>
                <a:gd name="csX1" fmla="*/ 4678 w 18997"/>
                <a:gd name="csY1" fmla="*/ 36 h 19965"/>
                <a:gd name="csX2" fmla="*/ 17544 w 18997"/>
                <a:gd name="csY2" fmla="*/ 12951 h 19965"/>
                <a:gd name="csX3" fmla="*/ 13049 w 18997"/>
                <a:gd name="csY3" fmla="*/ 19965 h 19965"/>
                <a:gd name="csX4" fmla="*/ 2787 w 18997"/>
                <a:gd name="csY4" fmla="*/ 11392 h 19965"/>
              </a:gdLst>
              <a:ahLst/>
              <a:cxnLst>
                <a:cxn ang="0">
                  <a:pos x="csX0" y="csY0"/>
                </a:cxn>
                <a:cxn ang="0">
                  <a:pos x="csX1" y="csY1"/>
                </a:cxn>
                <a:cxn ang="0">
                  <a:pos x="csX2" y="csY2"/>
                </a:cxn>
                <a:cxn ang="0">
                  <a:pos x="csX3" y="csY3"/>
                </a:cxn>
                <a:cxn ang="0">
                  <a:pos x="csX4" y="csY4"/>
                </a:cxn>
              </a:cxnLst>
              <a:rect l="l" t="t" r="r" b="b"/>
              <a:pathLst>
                <a:path w="18997" h="19965">
                  <a:moveTo>
                    <a:pt x="2787" y="11392"/>
                  </a:moveTo>
                  <a:cubicBezTo>
                    <a:pt x="-1192" y="389"/>
                    <a:pt x="-1207" y="479"/>
                    <a:pt x="4678" y="36"/>
                  </a:cubicBezTo>
                  <a:cubicBezTo>
                    <a:pt x="10396" y="-395"/>
                    <a:pt x="13750" y="2973"/>
                    <a:pt x="17544" y="12951"/>
                  </a:cubicBezTo>
                  <a:cubicBezTo>
                    <a:pt x="20048" y="19537"/>
                    <a:pt x="19774" y="19965"/>
                    <a:pt x="13049" y="19965"/>
                  </a:cubicBezTo>
                  <a:cubicBezTo>
                    <a:pt x="7281" y="19965"/>
                    <a:pt x="5284" y="18297"/>
                    <a:pt x="2787" y="11392"/>
                  </a:cubicBezTo>
                  <a:close/>
                </a:path>
              </a:pathLst>
            </a:custGeom>
            <a:solidFill>
              <a:srgbClr val="B9B9B9"/>
            </a:solidFill>
            <a:ln w="5163" cap="flat">
              <a:noFill/>
              <a:prstDash val="solid"/>
              <a:miter/>
            </a:ln>
          </p:spPr>
          <p:txBody>
            <a:bodyPr/>
            <a:lstStyle/>
            <a:p>
              <a:endParaRPr lang="es-419" noProof="0" dirty="0"/>
            </a:p>
          </p:txBody>
        </p:sp>
        <p:sp>
          <p:nvSpPr>
            <p:cNvPr id="89" name="Forma libre: forma 88">
              <a:extLst>
                <a:ext uri="{FF2B5EF4-FFF2-40B4-BE49-F238E27FC236}">
                  <a16:creationId xmlns:a16="http://schemas.microsoft.com/office/drawing/2014/main" id="{4E3E511A-65FA-5DAC-1CC9-7BEBB34C81E0}"/>
                </a:ext>
              </a:extLst>
            </p:cNvPr>
            <p:cNvSpPr/>
            <p:nvPr/>
          </p:nvSpPr>
          <p:spPr>
            <a:xfrm>
              <a:off x="924790" y="2098451"/>
              <a:ext cx="5162" cy="9268"/>
            </a:xfrm>
            <a:custGeom>
              <a:avLst/>
              <a:gdLst>
                <a:gd name="csX0" fmla="*/ 0 w 5162"/>
                <a:gd name="csY0" fmla="*/ 3953 h 9268"/>
                <a:gd name="csX1" fmla="*/ 2581 w 5162"/>
                <a:gd name="csY1" fmla="*/ 233 h 9268"/>
                <a:gd name="csX2" fmla="*/ 5163 w 5162"/>
                <a:gd name="csY2" fmla="*/ 5549 h 9268"/>
                <a:gd name="csX3" fmla="*/ 2581 w 5162"/>
                <a:gd name="csY3" fmla="*/ 9269 h 9268"/>
                <a:gd name="csX4" fmla="*/ 0 w 5162"/>
                <a:gd name="csY4" fmla="*/ 3953 h 9268"/>
              </a:gdLst>
              <a:ahLst/>
              <a:cxnLst>
                <a:cxn ang="0">
                  <a:pos x="csX0" y="csY0"/>
                </a:cxn>
                <a:cxn ang="0">
                  <a:pos x="csX1" y="csY1"/>
                </a:cxn>
                <a:cxn ang="0">
                  <a:pos x="csX2" y="csY2"/>
                </a:cxn>
                <a:cxn ang="0">
                  <a:pos x="csX3" y="csY3"/>
                </a:cxn>
                <a:cxn ang="0">
                  <a:pos x="csX4" y="csY4"/>
                </a:cxn>
              </a:cxnLst>
              <a:rect l="l" t="t" r="r" b="b"/>
              <a:pathLst>
                <a:path w="5162" h="9268">
                  <a:moveTo>
                    <a:pt x="0" y="3953"/>
                  </a:moveTo>
                  <a:cubicBezTo>
                    <a:pt x="0" y="1030"/>
                    <a:pt x="1162" y="-644"/>
                    <a:pt x="2581" y="233"/>
                  </a:cubicBezTo>
                  <a:cubicBezTo>
                    <a:pt x="4001" y="1111"/>
                    <a:pt x="5163" y="3503"/>
                    <a:pt x="5163" y="5549"/>
                  </a:cubicBezTo>
                  <a:cubicBezTo>
                    <a:pt x="5163" y="7595"/>
                    <a:pt x="4001" y="9269"/>
                    <a:pt x="2581" y="9269"/>
                  </a:cubicBezTo>
                  <a:cubicBezTo>
                    <a:pt x="1162" y="9269"/>
                    <a:pt x="0" y="6877"/>
                    <a:pt x="0" y="3953"/>
                  </a:cubicBezTo>
                  <a:close/>
                </a:path>
              </a:pathLst>
            </a:custGeom>
            <a:solidFill>
              <a:srgbClr val="B9B9B9"/>
            </a:solidFill>
            <a:ln w="5163" cap="flat">
              <a:noFill/>
              <a:prstDash val="solid"/>
              <a:miter/>
            </a:ln>
          </p:spPr>
          <p:txBody>
            <a:bodyPr/>
            <a:lstStyle/>
            <a:p>
              <a:endParaRPr lang="es-419" noProof="0" dirty="0"/>
            </a:p>
          </p:txBody>
        </p:sp>
      </p:grpSp>
      <p:grpSp>
        <p:nvGrpSpPr>
          <p:cNvPr id="90" name="Gráfico 39">
            <a:extLst>
              <a:ext uri="{FF2B5EF4-FFF2-40B4-BE49-F238E27FC236}">
                <a16:creationId xmlns:a16="http://schemas.microsoft.com/office/drawing/2014/main" id="{612C34B7-FF3D-9A45-E105-2A4EA2FA39FC}"/>
              </a:ext>
            </a:extLst>
          </p:cNvPr>
          <p:cNvGrpSpPr/>
          <p:nvPr/>
        </p:nvGrpSpPr>
        <p:grpSpPr>
          <a:xfrm>
            <a:off x="281340" y="1474182"/>
            <a:ext cx="428841" cy="522535"/>
            <a:chOff x="281340" y="1474182"/>
            <a:chExt cx="428841" cy="522535"/>
          </a:xfrm>
          <a:solidFill>
            <a:srgbClr val="B9B9B9"/>
          </a:solidFill>
        </p:grpSpPr>
        <p:grpSp>
          <p:nvGrpSpPr>
            <p:cNvPr id="91" name="Gráfico 39">
              <a:extLst>
                <a:ext uri="{FF2B5EF4-FFF2-40B4-BE49-F238E27FC236}">
                  <a16:creationId xmlns:a16="http://schemas.microsoft.com/office/drawing/2014/main" id="{B41DB2F1-330F-571E-3008-FBA57923FB7E}"/>
                </a:ext>
              </a:extLst>
            </p:cNvPr>
            <p:cNvGrpSpPr/>
            <p:nvPr/>
          </p:nvGrpSpPr>
          <p:grpSpPr>
            <a:xfrm>
              <a:off x="281340" y="1474182"/>
              <a:ext cx="428841" cy="522535"/>
              <a:chOff x="281340" y="1474182"/>
              <a:chExt cx="428841" cy="522535"/>
            </a:xfrm>
            <a:solidFill>
              <a:srgbClr val="B9B9B9"/>
            </a:solidFill>
          </p:grpSpPr>
          <p:sp>
            <p:nvSpPr>
              <p:cNvPr id="92" name="Forma libre: forma 91">
                <a:extLst>
                  <a:ext uri="{FF2B5EF4-FFF2-40B4-BE49-F238E27FC236}">
                    <a16:creationId xmlns:a16="http://schemas.microsoft.com/office/drawing/2014/main" id="{1F7FCCED-C995-8D72-D2E7-BCC367213C7E}"/>
                  </a:ext>
                </a:extLst>
              </p:cNvPr>
              <p:cNvSpPr/>
              <p:nvPr/>
            </p:nvSpPr>
            <p:spPr>
              <a:xfrm>
                <a:off x="281340" y="1474182"/>
                <a:ext cx="428841" cy="522535"/>
              </a:xfrm>
              <a:custGeom>
                <a:avLst/>
                <a:gdLst>
                  <a:gd name="csX0" fmla="*/ 375000 w 428841"/>
                  <a:gd name="csY0" fmla="*/ 516104 h 522535"/>
                  <a:gd name="csX1" fmla="*/ 367101 w 428841"/>
                  <a:gd name="csY1" fmla="*/ 496098 h 522535"/>
                  <a:gd name="csX2" fmla="*/ 357849 w 428841"/>
                  <a:gd name="csY2" fmla="*/ 467300 h 522535"/>
                  <a:gd name="csX3" fmla="*/ 337807 w 428841"/>
                  <a:gd name="csY3" fmla="*/ 445109 h 522535"/>
                  <a:gd name="csX4" fmla="*/ 320489 w 428841"/>
                  <a:gd name="csY4" fmla="*/ 429036 h 522535"/>
                  <a:gd name="csX5" fmla="*/ 269809 w 428841"/>
                  <a:gd name="csY5" fmla="*/ 379110 h 522535"/>
                  <a:gd name="csX6" fmla="*/ 248488 w 428841"/>
                  <a:gd name="csY6" fmla="*/ 370097 h 522535"/>
                  <a:gd name="csX7" fmla="*/ 256878 w 428841"/>
                  <a:gd name="csY7" fmla="*/ 370327 h 522535"/>
                  <a:gd name="csX8" fmla="*/ 265267 w 428841"/>
                  <a:gd name="csY8" fmla="*/ 372646 h 522535"/>
                  <a:gd name="csX9" fmla="*/ 258168 w 428841"/>
                  <a:gd name="csY9" fmla="*/ 366399 h 522535"/>
                  <a:gd name="csX10" fmla="*/ 251069 w 428841"/>
                  <a:gd name="csY10" fmla="*/ 355305 h 522535"/>
                  <a:gd name="csX11" fmla="*/ 237556 w 428841"/>
                  <a:gd name="csY11" fmla="*/ 353450 h 522535"/>
                  <a:gd name="csX12" fmla="*/ 235538 w 428841"/>
                  <a:gd name="csY12" fmla="*/ 349578 h 522535"/>
                  <a:gd name="csX13" fmla="*/ 231626 w 428841"/>
                  <a:gd name="csY13" fmla="*/ 338114 h 522535"/>
                  <a:gd name="csX14" fmla="*/ 227531 w 428841"/>
                  <a:gd name="csY14" fmla="*/ 327788 h 522535"/>
                  <a:gd name="csX15" fmla="*/ 225255 w 428841"/>
                  <a:gd name="csY15" fmla="*/ 330217 h 522535"/>
                  <a:gd name="csX16" fmla="*/ 222797 w 428841"/>
                  <a:gd name="csY16" fmla="*/ 331508 h 522535"/>
                  <a:gd name="csX17" fmla="*/ 220276 w 428841"/>
                  <a:gd name="csY17" fmla="*/ 330217 h 522535"/>
                  <a:gd name="csX18" fmla="*/ 216375 w 428841"/>
                  <a:gd name="csY18" fmla="*/ 326968 h 522535"/>
                  <a:gd name="csX19" fmla="*/ 212138 w 428841"/>
                  <a:gd name="csY19" fmla="*/ 320021 h 522535"/>
                  <a:gd name="csX20" fmla="*/ 209766 w 428841"/>
                  <a:gd name="csY20" fmla="*/ 317462 h 522535"/>
                  <a:gd name="csX21" fmla="*/ 212670 w 428841"/>
                  <a:gd name="csY21" fmla="*/ 314083 h 522535"/>
                  <a:gd name="csX22" fmla="*/ 216877 w 428841"/>
                  <a:gd name="csY22" fmla="*/ 311142 h 522535"/>
                  <a:gd name="csX23" fmla="*/ 215264 w 428841"/>
                  <a:gd name="csY23" fmla="*/ 309359 h 522535"/>
                  <a:gd name="csX24" fmla="*/ 217511 w 428841"/>
                  <a:gd name="csY24" fmla="*/ 291496 h 522535"/>
                  <a:gd name="csX25" fmla="*/ 222673 w 428841"/>
                  <a:gd name="csY25" fmla="*/ 271731 h 522535"/>
                  <a:gd name="csX26" fmla="*/ 225571 w 428841"/>
                  <a:gd name="csY26" fmla="*/ 266972 h 522535"/>
                  <a:gd name="csX27" fmla="*/ 225255 w 428841"/>
                  <a:gd name="csY27" fmla="*/ 263100 h 522535"/>
                  <a:gd name="csX28" fmla="*/ 224939 w 428841"/>
                  <a:gd name="csY28" fmla="*/ 259227 h 522535"/>
                  <a:gd name="csX29" fmla="*/ 227470 w 428841"/>
                  <a:gd name="csY29" fmla="*/ 246966 h 522535"/>
                  <a:gd name="csX30" fmla="*/ 227104 w 428841"/>
                  <a:gd name="csY30" fmla="*/ 234704 h 522535"/>
                  <a:gd name="csX31" fmla="*/ 225255 w 428841"/>
                  <a:gd name="csY31" fmla="*/ 245029 h 522535"/>
                  <a:gd name="csX32" fmla="*/ 222926 w 428841"/>
                  <a:gd name="csY32" fmla="*/ 241157 h 522535"/>
                  <a:gd name="csX33" fmla="*/ 213514 w 428841"/>
                  <a:gd name="csY33" fmla="*/ 204198 h 522535"/>
                  <a:gd name="csX34" fmla="*/ 207511 w 428841"/>
                  <a:gd name="csY34" fmla="*/ 195911 h 522535"/>
                  <a:gd name="csX35" fmla="*/ 199366 w 428841"/>
                  <a:gd name="csY35" fmla="*/ 188261 h 522535"/>
                  <a:gd name="csX36" fmla="*/ 189814 w 428841"/>
                  <a:gd name="csY36" fmla="*/ 185143 h 522535"/>
                  <a:gd name="csX37" fmla="*/ 177824 w 428841"/>
                  <a:gd name="csY37" fmla="*/ 176701 h 522535"/>
                  <a:gd name="csX38" fmla="*/ 173385 w 428841"/>
                  <a:gd name="csY38" fmla="*/ 171969 h 522535"/>
                  <a:gd name="csX39" fmla="*/ 172244 w 428841"/>
                  <a:gd name="csY39" fmla="*/ 166295 h 522535"/>
                  <a:gd name="csX40" fmla="*/ 157189 w 428841"/>
                  <a:gd name="csY40" fmla="*/ 154717 h 522535"/>
                  <a:gd name="csX41" fmla="*/ 154290 w 428841"/>
                  <a:gd name="csY41" fmla="*/ 143110 h 522535"/>
                  <a:gd name="csX42" fmla="*/ 153437 w 428841"/>
                  <a:gd name="csY42" fmla="*/ 130888 h 522535"/>
                  <a:gd name="csX43" fmla="*/ 150373 w 428841"/>
                  <a:gd name="csY43" fmla="*/ 128835 h 522535"/>
                  <a:gd name="csX44" fmla="*/ 148457 w 428841"/>
                  <a:gd name="csY44" fmla="*/ 125777 h 522535"/>
                  <a:gd name="csX45" fmla="*/ 150890 w 428841"/>
                  <a:gd name="csY45" fmla="*/ 109503 h 522535"/>
                  <a:gd name="csX46" fmla="*/ 144325 w 428841"/>
                  <a:gd name="csY46" fmla="*/ 119656 h 522535"/>
                  <a:gd name="csX47" fmla="*/ 132054 w 428841"/>
                  <a:gd name="csY47" fmla="*/ 127093 h 522535"/>
                  <a:gd name="csX48" fmla="*/ 125630 w 428841"/>
                  <a:gd name="csY48" fmla="*/ 120812 h 522535"/>
                  <a:gd name="csX49" fmla="*/ 123207 w 428841"/>
                  <a:gd name="csY49" fmla="*/ 117248 h 522535"/>
                  <a:gd name="csX50" fmla="*/ 119415 w 428841"/>
                  <a:gd name="csY50" fmla="*/ 121894 h 522535"/>
                  <a:gd name="csX51" fmla="*/ 116519 w 428841"/>
                  <a:gd name="csY51" fmla="*/ 129437 h 522535"/>
                  <a:gd name="csX52" fmla="*/ 107977 w 428841"/>
                  <a:gd name="csY52" fmla="*/ 127285 h 522535"/>
                  <a:gd name="csX53" fmla="*/ 105433 w 428841"/>
                  <a:gd name="csY53" fmla="*/ 123427 h 522535"/>
                  <a:gd name="csX54" fmla="*/ 96024 w 428841"/>
                  <a:gd name="csY54" fmla="*/ 113119 h 522535"/>
                  <a:gd name="csX55" fmla="*/ 84566 w 428841"/>
                  <a:gd name="csY55" fmla="*/ 104340 h 522535"/>
                  <a:gd name="csX56" fmla="*/ 73108 w 428841"/>
                  <a:gd name="csY56" fmla="*/ 95562 h 522535"/>
                  <a:gd name="csX57" fmla="*/ 56725 w 428841"/>
                  <a:gd name="csY57" fmla="*/ 85124 h 522535"/>
                  <a:gd name="csX58" fmla="*/ 41890 w 428841"/>
                  <a:gd name="csY58" fmla="*/ 66163 h 522535"/>
                  <a:gd name="csX59" fmla="*/ 28677 w 428841"/>
                  <a:gd name="csY59" fmla="*/ 46701 h 522535"/>
                  <a:gd name="csX60" fmla="*/ 19131 w 428841"/>
                  <a:gd name="csY60" fmla="*/ 37238 h 522535"/>
                  <a:gd name="csX61" fmla="*/ 12905 w 428841"/>
                  <a:gd name="csY61" fmla="*/ 29478 h 522535"/>
                  <a:gd name="csX62" fmla="*/ 565 w 428841"/>
                  <a:gd name="csY62" fmla="*/ 12763 h 522535"/>
                  <a:gd name="csX63" fmla="*/ 24931 w 428841"/>
                  <a:gd name="csY63" fmla="*/ 17586 h 522535"/>
                  <a:gd name="csX64" fmla="*/ 53740 w 428841"/>
                  <a:gd name="csY64" fmla="*/ 17944 h 522535"/>
                  <a:gd name="csX65" fmla="*/ 62623 w 428841"/>
                  <a:gd name="csY65" fmla="*/ 19236 h 522535"/>
                  <a:gd name="csX66" fmla="*/ 68432 w 428841"/>
                  <a:gd name="csY66" fmla="*/ 26677 h 522535"/>
                  <a:gd name="csX67" fmla="*/ 76711 w 428841"/>
                  <a:gd name="csY67" fmla="*/ 24137 h 522535"/>
                  <a:gd name="csX68" fmla="*/ 79251 w 428841"/>
                  <a:gd name="csY68" fmla="*/ 21734 h 522535"/>
                  <a:gd name="csX69" fmla="*/ 83275 w 428841"/>
                  <a:gd name="csY69" fmla="*/ 19103 h 522535"/>
                  <a:gd name="csX70" fmla="*/ 76792 w 428841"/>
                  <a:gd name="csY70" fmla="*/ 18100 h 522535"/>
                  <a:gd name="csX71" fmla="*/ 72078 w 428841"/>
                  <a:gd name="csY71" fmla="*/ 15119 h 522535"/>
                  <a:gd name="csX72" fmla="*/ 69501 w 428841"/>
                  <a:gd name="csY72" fmla="*/ 12179 h 522535"/>
                  <a:gd name="csX73" fmla="*/ 70989 w 428841"/>
                  <a:gd name="csY73" fmla="*/ 5916 h 522535"/>
                  <a:gd name="csX74" fmla="*/ 77646 w 428841"/>
                  <a:gd name="csY74" fmla="*/ 3402 h 522535"/>
                  <a:gd name="csX75" fmla="*/ 139275 w 428841"/>
                  <a:gd name="csY75" fmla="*/ 15638 h 522535"/>
                  <a:gd name="csX76" fmla="*/ 187630 w 428841"/>
                  <a:gd name="csY76" fmla="*/ 22047 h 522535"/>
                  <a:gd name="csX77" fmla="*/ 207209 w 428841"/>
                  <a:gd name="csY77" fmla="*/ 56596 h 522535"/>
                  <a:gd name="csX78" fmla="*/ 227114 w 428841"/>
                  <a:gd name="csY78" fmla="*/ 93147 h 522535"/>
                  <a:gd name="csX79" fmla="*/ 237157 w 428841"/>
                  <a:gd name="csY79" fmla="*/ 106748 h 522535"/>
                  <a:gd name="csX80" fmla="*/ 244314 w 428841"/>
                  <a:gd name="csY80" fmla="*/ 119404 h 522535"/>
                  <a:gd name="csX81" fmla="*/ 245646 w 428841"/>
                  <a:gd name="csY81" fmla="*/ 128703 h 522535"/>
                  <a:gd name="csX82" fmla="*/ 248545 w 428841"/>
                  <a:gd name="csY82" fmla="*/ 142569 h 522535"/>
                  <a:gd name="csX83" fmla="*/ 261330 w 428841"/>
                  <a:gd name="csY83" fmla="*/ 164801 h 522535"/>
                  <a:gd name="csX84" fmla="*/ 258888 w 428841"/>
                  <a:gd name="csY84" fmla="*/ 155359 h 522535"/>
                  <a:gd name="csX85" fmla="*/ 255800 w 428841"/>
                  <a:gd name="csY85" fmla="*/ 130155 h 522535"/>
                  <a:gd name="csX86" fmla="*/ 275961 w 428841"/>
                  <a:gd name="csY86" fmla="*/ 158456 h 522535"/>
                  <a:gd name="csX87" fmla="*/ 281077 w 428841"/>
                  <a:gd name="csY87" fmla="*/ 166295 h 522535"/>
                  <a:gd name="csX88" fmla="*/ 284516 w 428841"/>
                  <a:gd name="csY88" fmla="*/ 174685 h 522535"/>
                  <a:gd name="csX89" fmla="*/ 290330 w 428841"/>
                  <a:gd name="csY89" fmla="*/ 206853 h 522535"/>
                  <a:gd name="csX90" fmla="*/ 289732 w 428841"/>
                  <a:gd name="csY90" fmla="*/ 219395 h 522535"/>
                  <a:gd name="csX91" fmla="*/ 295284 w 428841"/>
                  <a:gd name="csY91" fmla="*/ 246624 h 522535"/>
                  <a:gd name="csX92" fmla="*/ 307839 w 428841"/>
                  <a:gd name="csY92" fmla="*/ 265674 h 522535"/>
                  <a:gd name="csX93" fmla="*/ 311998 w 428841"/>
                  <a:gd name="csY93" fmla="*/ 272749 h 522535"/>
                  <a:gd name="csX94" fmla="*/ 323310 w 428841"/>
                  <a:gd name="csY94" fmla="*/ 313772 h 522535"/>
                  <a:gd name="csX95" fmla="*/ 331080 w 428841"/>
                  <a:gd name="csY95" fmla="*/ 343142 h 522535"/>
                  <a:gd name="csX96" fmla="*/ 329774 w 428841"/>
                  <a:gd name="csY96" fmla="*/ 364390 h 522535"/>
                  <a:gd name="csX97" fmla="*/ 349986 w 428841"/>
                  <a:gd name="csY97" fmla="*/ 396248 h 522535"/>
                  <a:gd name="csX98" fmla="*/ 354973 w 428841"/>
                  <a:gd name="csY98" fmla="*/ 397754 h 522535"/>
                  <a:gd name="csX99" fmla="*/ 357026 w 428841"/>
                  <a:gd name="csY99" fmla="*/ 403789 h 522535"/>
                  <a:gd name="csX100" fmla="*/ 360843 w 428841"/>
                  <a:gd name="csY100" fmla="*/ 395399 h 522535"/>
                  <a:gd name="csX101" fmla="*/ 361835 w 428841"/>
                  <a:gd name="csY101" fmla="*/ 383279 h 522535"/>
                  <a:gd name="csX102" fmla="*/ 377379 w 428841"/>
                  <a:gd name="csY102" fmla="*/ 393272 h 522535"/>
                  <a:gd name="csX103" fmla="*/ 390468 w 428841"/>
                  <a:gd name="csY103" fmla="*/ 410555 h 522535"/>
                  <a:gd name="csX104" fmla="*/ 396921 w 428841"/>
                  <a:gd name="csY104" fmla="*/ 414114 h 522535"/>
                  <a:gd name="csX105" fmla="*/ 403375 w 428841"/>
                  <a:gd name="csY105" fmla="*/ 419847 h 522535"/>
                  <a:gd name="csX106" fmla="*/ 406602 w 428841"/>
                  <a:gd name="csY106" fmla="*/ 439662 h 522535"/>
                  <a:gd name="csX107" fmla="*/ 418087 w 428841"/>
                  <a:gd name="csY107" fmla="*/ 458630 h 522535"/>
                  <a:gd name="csX108" fmla="*/ 419011 w 428841"/>
                  <a:gd name="csY108" fmla="*/ 503820 h 522535"/>
                  <a:gd name="csX109" fmla="*/ 409820 w 428841"/>
                  <a:gd name="csY109" fmla="*/ 509628 h 522535"/>
                  <a:gd name="csX110" fmla="*/ 394580 w 428841"/>
                  <a:gd name="csY110" fmla="*/ 516082 h 522535"/>
                  <a:gd name="csX111" fmla="*/ 382031 w 428841"/>
                  <a:gd name="csY111" fmla="*/ 522535 h 522535"/>
                  <a:gd name="csX112" fmla="*/ 375000 w 428841"/>
                  <a:gd name="csY112" fmla="*/ 516104 h 5225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Lst>
                <a:rect l="l" t="t" r="r" b="b"/>
                <a:pathLst>
                  <a:path w="428841" h="522535">
                    <a:moveTo>
                      <a:pt x="375000" y="516104"/>
                    </a:moveTo>
                    <a:cubicBezTo>
                      <a:pt x="371085" y="511937"/>
                      <a:pt x="368304" y="504894"/>
                      <a:pt x="367101" y="496098"/>
                    </a:cubicBezTo>
                    <a:cubicBezTo>
                      <a:pt x="366079" y="488632"/>
                      <a:pt x="361916" y="475673"/>
                      <a:pt x="357849" y="467300"/>
                    </a:cubicBezTo>
                    <a:cubicBezTo>
                      <a:pt x="351802" y="454850"/>
                      <a:pt x="348152" y="450809"/>
                      <a:pt x="337807" y="445109"/>
                    </a:cubicBezTo>
                    <a:cubicBezTo>
                      <a:pt x="329743" y="440665"/>
                      <a:pt x="323467" y="434840"/>
                      <a:pt x="320489" y="429036"/>
                    </a:cubicBezTo>
                    <a:cubicBezTo>
                      <a:pt x="313727" y="415856"/>
                      <a:pt x="278311" y="380967"/>
                      <a:pt x="269809" y="379110"/>
                    </a:cubicBezTo>
                    <a:cubicBezTo>
                      <a:pt x="258622" y="376667"/>
                      <a:pt x="248488" y="372383"/>
                      <a:pt x="248488" y="370097"/>
                    </a:cubicBezTo>
                    <a:cubicBezTo>
                      <a:pt x="248488" y="368948"/>
                      <a:pt x="252263" y="369052"/>
                      <a:pt x="256878" y="370327"/>
                    </a:cubicBezTo>
                    <a:lnTo>
                      <a:pt x="265267" y="372646"/>
                    </a:lnTo>
                    <a:lnTo>
                      <a:pt x="258168" y="366399"/>
                    </a:lnTo>
                    <a:cubicBezTo>
                      <a:pt x="254264" y="362963"/>
                      <a:pt x="251069" y="357971"/>
                      <a:pt x="251069" y="355305"/>
                    </a:cubicBezTo>
                    <a:cubicBezTo>
                      <a:pt x="251069" y="350053"/>
                      <a:pt x="241061" y="348679"/>
                      <a:pt x="237556" y="353450"/>
                    </a:cubicBezTo>
                    <a:cubicBezTo>
                      <a:pt x="236513" y="354870"/>
                      <a:pt x="235605" y="353128"/>
                      <a:pt x="235538" y="349578"/>
                    </a:cubicBezTo>
                    <a:cubicBezTo>
                      <a:pt x="235471" y="346029"/>
                      <a:pt x="233711" y="340870"/>
                      <a:pt x="231626" y="338114"/>
                    </a:cubicBezTo>
                    <a:cubicBezTo>
                      <a:pt x="229542" y="335358"/>
                      <a:pt x="227699" y="330711"/>
                      <a:pt x="227531" y="327788"/>
                    </a:cubicBezTo>
                    <a:cubicBezTo>
                      <a:pt x="227316" y="324054"/>
                      <a:pt x="226639" y="324776"/>
                      <a:pt x="225255" y="330217"/>
                    </a:cubicBezTo>
                    <a:cubicBezTo>
                      <a:pt x="223398" y="337513"/>
                      <a:pt x="223256" y="337588"/>
                      <a:pt x="222797" y="331508"/>
                    </a:cubicBezTo>
                    <a:cubicBezTo>
                      <a:pt x="222352" y="325610"/>
                      <a:pt x="222136" y="325499"/>
                      <a:pt x="220276" y="330217"/>
                    </a:cubicBezTo>
                    <a:cubicBezTo>
                      <a:pt x="218499" y="334726"/>
                      <a:pt x="218005" y="334315"/>
                      <a:pt x="216375" y="326968"/>
                    </a:cubicBezTo>
                    <a:cubicBezTo>
                      <a:pt x="215349" y="322341"/>
                      <a:pt x="213442" y="319215"/>
                      <a:pt x="212138" y="320021"/>
                    </a:cubicBezTo>
                    <a:cubicBezTo>
                      <a:pt x="210833" y="320827"/>
                      <a:pt x="209766" y="319676"/>
                      <a:pt x="209766" y="317462"/>
                    </a:cubicBezTo>
                    <a:cubicBezTo>
                      <a:pt x="209766" y="315249"/>
                      <a:pt x="211073" y="313728"/>
                      <a:pt x="212670" y="314083"/>
                    </a:cubicBezTo>
                    <a:cubicBezTo>
                      <a:pt x="214268" y="314438"/>
                      <a:pt x="216161" y="313115"/>
                      <a:pt x="216877" y="311142"/>
                    </a:cubicBezTo>
                    <a:cubicBezTo>
                      <a:pt x="217675" y="308946"/>
                      <a:pt x="217050" y="308255"/>
                      <a:pt x="215264" y="309359"/>
                    </a:cubicBezTo>
                    <a:cubicBezTo>
                      <a:pt x="211189" y="311878"/>
                      <a:pt x="211586" y="308715"/>
                      <a:pt x="217511" y="291496"/>
                    </a:cubicBezTo>
                    <a:cubicBezTo>
                      <a:pt x="220350" y="283242"/>
                      <a:pt x="222673" y="274348"/>
                      <a:pt x="222673" y="271731"/>
                    </a:cubicBezTo>
                    <a:cubicBezTo>
                      <a:pt x="222673" y="269113"/>
                      <a:pt x="223977" y="266972"/>
                      <a:pt x="225571" y="266972"/>
                    </a:cubicBezTo>
                    <a:cubicBezTo>
                      <a:pt x="227573" y="266972"/>
                      <a:pt x="227475" y="265775"/>
                      <a:pt x="225255" y="263100"/>
                    </a:cubicBezTo>
                    <a:cubicBezTo>
                      <a:pt x="223035" y="260424"/>
                      <a:pt x="222937" y="259227"/>
                      <a:pt x="224939" y="259227"/>
                    </a:cubicBezTo>
                    <a:cubicBezTo>
                      <a:pt x="226726" y="259227"/>
                      <a:pt x="227696" y="254529"/>
                      <a:pt x="227470" y="246966"/>
                    </a:cubicBezTo>
                    <a:lnTo>
                      <a:pt x="227104" y="234704"/>
                    </a:lnTo>
                    <a:lnTo>
                      <a:pt x="225255" y="245029"/>
                    </a:lnTo>
                    <a:cubicBezTo>
                      <a:pt x="223422" y="255266"/>
                      <a:pt x="223402" y="255233"/>
                      <a:pt x="222926" y="241157"/>
                    </a:cubicBezTo>
                    <a:cubicBezTo>
                      <a:pt x="222330" y="223537"/>
                      <a:pt x="217100" y="203003"/>
                      <a:pt x="213514" y="204198"/>
                    </a:cubicBezTo>
                    <a:cubicBezTo>
                      <a:pt x="212038" y="204690"/>
                      <a:pt x="209337" y="200961"/>
                      <a:pt x="207511" y="195911"/>
                    </a:cubicBezTo>
                    <a:cubicBezTo>
                      <a:pt x="204912" y="188724"/>
                      <a:pt x="203143" y="187062"/>
                      <a:pt x="199366" y="188261"/>
                    </a:cubicBezTo>
                    <a:cubicBezTo>
                      <a:pt x="196479" y="189177"/>
                      <a:pt x="192643" y="187925"/>
                      <a:pt x="189814" y="185143"/>
                    </a:cubicBezTo>
                    <a:cubicBezTo>
                      <a:pt x="187213" y="182586"/>
                      <a:pt x="181818" y="178787"/>
                      <a:pt x="177824" y="176701"/>
                    </a:cubicBezTo>
                    <a:cubicBezTo>
                      <a:pt x="173830" y="174616"/>
                      <a:pt x="171833" y="172486"/>
                      <a:pt x="173385" y="171969"/>
                    </a:cubicBezTo>
                    <a:cubicBezTo>
                      <a:pt x="177632" y="170553"/>
                      <a:pt x="176775" y="166295"/>
                      <a:pt x="172244" y="166295"/>
                    </a:cubicBezTo>
                    <a:cubicBezTo>
                      <a:pt x="165904" y="166295"/>
                      <a:pt x="155744" y="158482"/>
                      <a:pt x="157189" y="154717"/>
                    </a:cubicBezTo>
                    <a:cubicBezTo>
                      <a:pt x="157916" y="152822"/>
                      <a:pt x="156611" y="147599"/>
                      <a:pt x="154290" y="143110"/>
                    </a:cubicBezTo>
                    <a:cubicBezTo>
                      <a:pt x="150789" y="136341"/>
                      <a:pt x="150644" y="134254"/>
                      <a:pt x="153437" y="130888"/>
                    </a:cubicBezTo>
                    <a:cubicBezTo>
                      <a:pt x="156396" y="127323"/>
                      <a:pt x="156023" y="127073"/>
                      <a:pt x="150373" y="128835"/>
                    </a:cubicBezTo>
                    <a:cubicBezTo>
                      <a:pt x="144136" y="130780"/>
                      <a:pt x="144078" y="130686"/>
                      <a:pt x="148457" y="125777"/>
                    </a:cubicBezTo>
                    <a:cubicBezTo>
                      <a:pt x="153040" y="120640"/>
                      <a:pt x="154705" y="109503"/>
                      <a:pt x="150890" y="109503"/>
                    </a:cubicBezTo>
                    <a:cubicBezTo>
                      <a:pt x="149743" y="109503"/>
                      <a:pt x="146789" y="114072"/>
                      <a:pt x="144325" y="119656"/>
                    </a:cubicBezTo>
                    <a:cubicBezTo>
                      <a:pt x="140017" y="129421"/>
                      <a:pt x="139548" y="129705"/>
                      <a:pt x="132054" y="127093"/>
                    </a:cubicBezTo>
                    <a:cubicBezTo>
                      <a:pt x="127075" y="125357"/>
                      <a:pt x="124756" y="123090"/>
                      <a:pt x="125630" y="120812"/>
                    </a:cubicBezTo>
                    <a:cubicBezTo>
                      <a:pt x="126411" y="118778"/>
                      <a:pt x="125370" y="117248"/>
                      <a:pt x="123207" y="117248"/>
                    </a:cubicBezTo>
                    <a:cubicBezTo>
                      <a:pt x="121121" y="117248"/>
                      <a:pt x="119415" y="119339"/>
                      <a:pt x="119415" y="121894"/>
                    </a:cubicBezTo>
                    <a:cubicBezTo>
                      <a:pt x="119415" y="124450"/>
                      <a:pt x="118112" y="127844"/>
                      <a:pt x="116519" y="129437"/>
                    </a:cubicBezTo>
                    <a:cubicBezTo>
                      <a:pt x="113230" y="132727"/>
                      <a:pt x="105775" y="130849"/>
                      <a:pt x="107977" y="127285"/>
                    </a:cubicBezTo>
                    <a:cubicBezTo>
                      <a:pt x="108769" y="126004"/>
                      <a:pt x="107624" y="124268"/>
                      <a:pt x="105433" y="123427"/>
                    </a:cubicBezTo>
                    <a:cubicBezTo>
                      <a:pt x="103242" y="122586"/>
                      <a:pt x="99008" y="117948"/>
                      <a:pt x="96024" y="113119"/>
                    </a:cubicBezTo>
                    <a:cubicBezTo>
                      <a:pt x="92358" y="107187"/>
                      <a:pt x="88642" y="104340"/>
                      <a:pt x="84566" y="104340"/>
                    </a:cubicBezTo>
                    <a:cubicBezTo>
                      <a:pt x="80490" y="104340"/>
                      <a:pt x="76774" y="101493"/>
                      <a:pt x="73108" y="95562"/>
                    </a:cubicBezTo>
                    <a:cubicBezTo>
                      <a:pt x="67387" y="86305"/>
                      <a:pt x="62222" y="83015"/>
                      <a:pt x="56725" y="85124"/>
                    </a:cubicBezTo>
                    <a:cubicBezTo>
                      <a:pt x="50606" y="87472"/>
                      <a:pt x="41978" y="76444"/>
                      <a:pt x="41890" y="66163"/>
                    </a:cubicBezTo>
                    <a:cubicBezTo>
                      <a:pt x="41792" y="54708"/>
                      <a:pt x="37917" y="49001"/>
                      <a:pt x="28677" y="46701"/>
                    </a:cubicBezTo>
                    <a:cubicBezTo>
                      <a:pt x="24172" y="45580"/>
                      <a:pt x="20912" y="42349"/>
                      <a:pt x="19131" y="37238"/>
                    </a:cubicBezTo>
                    <a:cubicBezTo>
                      <a:pt x="17643" y="32970"/>
                      <a:pt x="14841" y="29478"/>
                      <a:pt x="12905" y="29478"/>
                    </a:cubicBezTo>
                    <a:cubicBezTo>
                      <a:pt x="8305" y="29478"/>
                      <a:pt x="-2593" y="14715"/>
                      <a:pt x="565" y="12763"/>
                    </a:cubicBezTo>
                    <a:cubicBezTo>
                      <a:pt x="3818" y="10752"/>
                      <a:pt x="12858" y="12542"/>
                      <a:pt x="24931" y="17586"/>
                    </a:cubicBezTo>
                    <a:cubicBezTo>
                      <a:pt x="37286" y="22748"/>
                      <a:pt x="47225" y="22872"/>
                      <a:pt x="53740" y="17944"/>
                    </a:cubicBezTo>
                    <a:cubicBezTo>
                      <a:pt x="60581" y="12770"/>
                      <a:pt x="62623" y="13067"/>
                      <a:pt x="62623" y="19236"/>
                    </a:cubicBezTo>
                    <a:cubicBezTo>
                      <a:pt x="62623" y="22305"/>
                      <a:pt x="65034" y="25393"/>
                      <a:pt x="68432" y="26677"/>
                    </a:cubicBezTo>
                    <a:cubicBezTo>
                      <a:pt x="74871" y="29111"/>
                      <a:pt x="79002" y="27843"/>
                      <a:pt x="76711" y="24137"/>
                    </a:cubicBezTo>
                    <a:cubicBezTo>
                      <a:pt x="75894" y="22815"/>
                      <a:pt x="77037" y="21734"/>
                      <a:pt x="79251" y="21734"/>
                    </a:cubicBezTo>
                    <a:cubicBezTo>
                      <a:pt x="81464" y="21734"/>
                      <a:pt x="83275" y="20550"/>
                      <a:pt x="83275" y="19103"/>
                    </a:cubicBezTo>
                    <a:cubicBezTo>
                      <a:pt x="83275" y="17583"/>
                      <a:pt x="80538" y="17160"/>
                      <a:pt x="76792" y="18100"/>
                    </a:cubicBezTo>
                    <a:cubicBezTo>
                      <a:pt x="71329" y="19471"/>
                      <a:pt x="70588" y="19002"/>
                      <a:pt x="72078" y="15119"/>
                    </a:cubicBezTo>
                    <a:cubicBezTo>
                      <a:pt x="73452" y="11539"/>
                      <a:pt x="72877" y="10883"/>
                      <a:pt x="69501" y="12179"/>
                    </a:cubicBezTo>
                    <a:cubicBezTo>
                      <a:pt x="66052" y="13503"/>
                      <a:pt x="66358" y="12212"/>
                      <a:pt x="70989" y="5916"/>
                    </a:cubicBezTo>
                    <a:cubicBezTo>
                      <a:pt x="76351" y="-1376"/>
                      <a:pt x="76888" y="-1579"/>
                      <a:pt x="77646" y="3402"/>
                    </a:cubicBezTo>
                    <a:cubicBezTo>
                      <a:pt x="78672" y="10145"/>
                      <a:pt x="78784" y="10167"/>
                      <a:pt x="139275" y="15638"/>
                    </a:cubicBezTo>
                    <a:cubicBezTo>
                      <a:pt x="166526" y="18103"/>
                      <a:pt x="188286" y="20987"/>
                      <a:pt x="187630" y="22047"/>
                    </a:cubicBezTo>
                    <a:cubicBezTo>
                      <a:pt x="185081" y="26172"/>
                      <a:pt x="200296" y="53021"/>
                      <a:pt x="207209" y="56596"/>
                    </a:cubicBezTo>
                    <a:cubicBezTo>
                      <a:pt x="214767" y="60504"/>
                      <a:pt x="224810" y="78946"/>
                      <a:pt x="227114" y="93147"/>
                    </a:cubicBezTo>
                    <a:cubicBezTo>
                      <a:pt x="228108" y="99272"/>
                      <a:pt x="230904" y="103059"/>
                      <a:pt x="237157" y="106748"/>
                    </a:cubicBezTo>
                    <a:cubicBezTo>
                      <a:pt x="244668" y="111180"/>
                      <a:pt x="245621" y="112866"/>
                      <a:pt x="244314" y="119404"/>
                    </a:cubicBezTo>
                    <a:cubicBezTo>
                      <a:pt x="243448" y="123731"/>
                      <a:pt x="244017" y="127696"/>
                      <a:pt x="245646" y="128703"/>
                    </a:cubicBezTo>
                    <a:cubicBezTo>
                      <a:pt x="247209" y="129669"/>
                      <a:pt x="248514" y="135909"/>
                      <a:pt x="248545" y="142569"/>
                    </a:cubicBezTo>
                    <a:cubicBezTo>
                      <a:pt x="248610" y="156222"/>
                      <a:pt x="256380" y="169733"/>
                      <a:pt x="261330" y="164801"/>
                    </a:cubicBezTo>
                    <a:cubicBezTo>
                      <a:pt x="263334" y="162805"/>
                      <a:pt x="262643" y="160133"/>
                      <a:pt x="258888" y="155359"/>
                    </a:cubicBezTo>
                    <a:cubicBezTo>
                      <a:pt x="253728" y="148800"/>
                      <a:pt x="251444" y="130155"/>
                      <a:pt x="255800" y="130155"/>
                    </a:cubicBezTo>
                    <a:cubicBezTo>
                      <a:pt x="259829" y="130155"/>
                      <a:pt x="274389" y="150593"/>
                      <a:pt x="275961" y="158456"/>
                    </a:cubicBezTo>
                    <a:cubicBezTo>
                      <a:pt x="276824" y="162768"/>
                      <a:pt x="279126" y="166295"/>
                      <a:pt x="281077" y="166295"/>
                    </a:cubicBezTo>
                    <a:cubicBezTo>
                      <a:pt x="283382" y="166295"/>
                      <a:pt x="284587" y="169236"/>
                      <a:pt x="284516" y="174685"/>
                    </a:cubicBezTo>
                    <a:cubicBezTo>
                      <a:pt x="284361" y="186530"/>
                      <a:pt x="287367" y="203159"/>
                      <a:pt x="290330" y="206853"/>
                    </a:cubicBezTo>
                    <a:cubicBezTo>
                      <a:pt x="291973" y="208901"/>
                      <a:pt x="291767" y="213229"/>
                      <a:pt x="289732" y="219395"/>
                    </a:cubicBezTo>
                    <a:cubicBezTo>
                      <a:pt x="286869" y="228068"/>
                      <a:pt x="287307" y="230214"/>
                      <a:pt x="295284" y="246624"/>
                    </a:cubicBezTo>
                    <a:cubicBezTo>
                      <a:pt x="300047" y="256421"/>
                      <a:pt x="305697" y="264994"/>
                      <a:pt x="307839" y="265674"/>
                    </a:cubicBezTo>
                    <a:cubicBezTo>
                      <a:pt x="309981" y="266354"/>
                      <a:pt x="311853" y="269538"/>
                      <a:pt x="311998" y="272749"/>
                    </a:cubicBezTo>
                    <a:cubicBezTo>
                      <a:pt x="312747" y="289262"/>
                      <a:pt x="316417" y="302569"/>
                      <a:pt x="323310" y="313772"/>
                    </a:cubicBezTo>
                    <a:cubicBezTo>
                      <a:pt x="332864" y="329298"/>
                      <a:pt x="335210" y="338166"/>
                      <a:pt x="331080" y="343142"/>
                    </a:cubicBezTo>
                    <a:cubicBezTo>
                      <a:pt x="328823" y="345861"/>
                      <a:pt x="328447" y="351993"/>
                      <a:pt x="329774" y="364390"/>
                    </a:cubicBezTo>
                    <a:cubicBezTo>
                      <a:pt x="332100" y="386110"/>
                      <a:pt x="338349" y="395959"/>
                      <a:pt x="349986" y="396248"/>
                    </a:cubicBezTo>
                    <a:cubicBezTo>
                      <a:pt x="354503" y="396360"/>
                      <a:pt x="356748" y="397038"/>
                      <a:pt x="354973" y="397754"/>
                    </a:cubicBezTo>
                    <a:cubicBezTo>
                      <a:pt x="349867" y="399814"/>
                      <a:pt x="351219" y="403789"/>
                      <a:pt x="357026" y="403789"/>
                    </a:cubicBezTo>
                    <a:cubicBezTo>
                      <a:pt x="361562" y="403789"/>
                      <a:pt x="362100" y="402606"/>
                      <a:pt x="360843" y="395399"/>
                    </a:cubicBezTo>
                    <a:cubicBezTo>
                      <a:pt x="360039" y="390785"/>
                      <a:pt x="360485" y="385331"/>
                      <a:pt x="361835" y="383279"/>
                    </a:cubicBezTo>
                    <a:cubicBezTo>
                      <a:pt x="363800" y="380292"/>
                      <a:pt x="366898" y="382284"/>
                      <a:pt x="377379" y="393272"/>
                    </a:cubicBezTo>
                    <a:cubicBezTo>
                      <a:pt x="384578" y="400820"/>
                      <a:pt x="390468" y="408598"/>
                      <a:pt x="390468" y="410555"/>
                    </a:cubicBezTo>
                    <a:cubicBezTo>
                      <a:pt x="390468" y="412631"/>
                      <a:pt x="393158" y="414114"/>
                      <a:pt x="396921" y="414114"/>
                    </a:cubicBezTo>
                    <a:cubicBezTo>
                      <a:pt x="401868" y="414114"/>
                      <a:pt x="403375" y="415453"/>
                      <a:pt x="403375" y="419847"/>
                    </a:cubicBezTo>
                    <a:cubicBezTo>
                      <a:pt x="403375" y="423000"/>
                      <a:pt x="404827" y="431917"/>
                      <a:pt x="406602" y="439662"/>
                    </a:cubicBezTo>
                    <a:cubicBezTo>
                      <a:pt x="409222" y="451096"/>
                      <a:pt x="411381" y="454663"/>
                      <a:pt x="418087" y="458630"/>
                    </a:cubicBezTo>
                    <a:cubicBezTo>
                      <a:pt x="432031" y="466881"/>
                      <a:pt x="432496" y="489608"/>
                      <a:pt x="419011" y="503820"/>
                    </a:cubicBezTo>
                    <a:cubicBezTo>
                      <a:pt x="415980" y="507014"/>
                      <a:pt x="411844" y="509628"/>
                      <a:pt x="409820" y="509628"/>
                    </a:cubicBezTo>
                    <a:cubicBezTo>
                      <a:pt x="407796" y="509628"/>
                      <a:pt x="400938" y="512532"/>
                      <a:pt x="394580" y="516082"/>
                    </a:cubicBezTo>
                    <a:cubicBezTo>
                      <a:pt x="388222" y="519631"/>
                      <a:pt x="382575" y="522535"/>
                      <a:pt x="382031" y="522535"/>
                    </a:cubicBezTo>
                    <a:cubicBezTo>
                      <a:pt x="381487" y="522535"/>
                      <a:pt x="378323" y="519641"/>
                      <a:pt x="375000" y="516104"/>
                    </a:cubicBezTo>
                    <a:close/>
                  </a:path>
                </a:pathLst>
              </a:custGeom>
              <a:solidFill>
                <a:srgbClr val="B9B9B9"/>
              </a:solidFill>
              <a:ln w="5163" cap="flat">
                <a:noFill/>
                <a:prstDash val="solid"/>
                <a:miter/>
              </a:ln>
            </p:spPr>
            <p:txBody>
              <a:bodyPr/>
              <a:lstStyle/>
              <a:p>
                <a:endParaRPr lang="es-419" noProof="0" dirty="0"/>
              </a:p>
            </p:txBody>
          </p:sp>
          <p:sp>
            <p:nvSpPr>
              <p:cNvPr id="93" name="Forma libre: forma 92">
                <a:extLst>
                  <a:ext uri="{FF2B5EF4-FFF2-40B4-BE49-F238E27FC236}">
                    <a16:creationId xmlns:a16="http://schemas.microsoft.com/office/drawing/2014/main" id="{8320CA40-AB11-A081-5C9E-3FCA98B125C1}"/>
                  </a:ext>
                </a:extLst>
              </p:cNvPr>
              <p:cNvSpPr/>
              <p:nvPr/>
            </p:nvSpPr>
            <p:spPr>
              <a:xfrm>
                <a:off x="675648" y="1860606"/>
                <a:ext cx="11408" cy="19945"/>
              </a:xfrm>
              <a:custGeom>
                <a:avLst/>
                <a:gdLst>
                  <a:gd name="csX0" fmla="*/ 2146 w 11408"/>
                  <a:gd name="csY0" fmla="*/ 10289 h 19945"/>
                  <a:gd name="csX1" fmla="*/ 6337 w 11408"/>
                  <a:gd name="csY1" fmla="*/ 7392 h 19945"/>
                  <a:gd name="csX2" fmla="*/ 8408 w 11408"/>
                  <a:gd name="csY2" fmla="*/ 19945 h 19945"/>
                  <a:gd name="csX3" fmla="*/ 2146 w 11408"/>
                  <a:gd name="csY3" fmla="*/ 10289 h 19945"/>
                </a:gdLst>
                <a:ahLst/>
                <a:cxnLst>
                  <a:cxn ang="0">
                    <a:pos x="csX0" y="csY0"/>
                  </a:cxn>
                  <a:cxn ang="0">
                    <a:pos x="csX1" y="csY1"/>
                  </a:cxn>
                  <a:cxn ang="0">
                    <a:pos x="csX2" y="csY2"/>
                  </a:cxn>
                  <a:cxn ang="0">
                    <a:pos x="csX3" y="csY3"/>
                  </a:cxn>
                </a:cxnLst>
                <a:rect l="l" t="t" r="r" b="b"/>
                <a:pathLst>
                  <a:path w="11408" h="19945">
                    <a:moveTo>
                      <a:pt x="2146" y="10289"/>
                    </a:moveTo>
                    <a:cubicBezTo>
                      <a:pt x="-1802" y="-2324"/>
                      <a:pt x="-243" y="-3401"/>
                      <a:pt x="6337" y="7392"/>
                    </a:cubicBezTo>
                    <a:cubicBezTo>
                      <a:pt x="12476" y="17462"/>
                      <a:pt x="12886" y="19945"/>
                      <a:pt x="8408" y="19945"/>
                    </a:cubicBezTo>
                    <a:cubicBezTo>
                      <a:pt x="6626" y="19945"/>
                      <a:pt x="3808" y="15600"/>
                      <a:pt x="2146" y="10289"/>
                    </a:cubicBezTo>
                    <a:close/>
                  </a:path>
                </a:pathLst>
              </a:custGeom>
              <a:solidFill>
                <a:srgbClr val="B9B9B9"/>
              </a:solidFill>
              <a:ln w="5163" cap="flat">
                <a:noFill/>
                <a:prstDash val="solid"/>
                <a:miter/>
              </a:ln>
            </p:spPr>
            <p:txBody>
              <a:bodyPr/>
              <a:lstStyle/>
              <a:p>
                <a:endParaRPr lang="es-419" noProof="0" dirty="0"/>
              </a:p>
            </p:txBody>
          </p:sp>
          <p:sp>
            <p:nvSpPr>
              <p:cNvPr id="94" name="Forma libre: forma 93">
                <a:extLst>
                  <a:ext uri="{FF2B5EF4-FFF2-40B4-BE49-F238E27FC236}">
                    <a16:creationId xmlns:a16="http://schemas.microsoft.com/office/drawing/2014/main" id="{54D1BF2A-7BDE-F5A9-DA8A-67A8B202A7BD}"/>
                  </a:ext>
                </a:extLst>
              </p:cNvPr>
              <p:cNvSpPr/>
              <p:nvPr/>
            </p:nvSpPr>
            <p:spPr>
              <a:xfrm>
                <a:off x="517039" y="1839249"/>
                <a:ext cx="11082" cy="12784"/>
              </a:xfrm>
              <a:custGeom>
                <a:avLst/>
                <a:gdLst>
                  <a:gd name="csX0" fmla="*/ 4154 w 11082"/>
                  <a:gd name="csY0" fmla="*/ 8186 h 12784"/>
                  <a:gd name="csX1" fmla="*/ 2167 w 11082"/>
                  <a:gd name="csY1" fmla="*/ 0 h 12784"/>
                  <a:gd name="csX2" fmla="*/ 8680 w 11082"/>
                  <a:gd name="csY2" fmla="*/ 6454 h 12784"/>
                  <a:gd name="csX3" fmla="*/ 4154 w 11082"/>
                  <a:gd name="csY3" fmla="*/ 8186 h 12784"/>
                </a:gdLst>
                <a:ahLst/>
                <a:cxnLst>
                  <a:cxn ang="0">
                    <a:pos x="csX0" y="csY0"/>
                  </a:cxn>
                  <a:cxn ang="0">
                    <a:pos x="csX1" y="csY1"/>
                  </a:cxn>
                  <a:cxn ang="0">
                    <a:pos x="csX2" y="csY2"/>
                  </a:cxn>
                  <a:cxn ang="0">
                    <a:pos x="csX3" y="csY3"/>
                  </a:cxn>
                </a:cxnLst>
                <a:rect l="l" t="t" r="r" b="b"/>
                <a:pathLst>
                  <a:path w="11082" h="12784">
                    <a:moveTo>
                      <a:pt x="4154" y="8186"/>
                    </a:moveTo>
                    <a:cubicBezTo>
                      <a:pt x="-584" y="2950"/>
                      <a:pt x="-1300" y="0"/>
                      <a:pt x="2167" y="0"/>
                    </a:cubicBezTo>
                    <a:cubicBezTo>
                      <a:pt x="3423" y="0"/>
                      <a:pt x="6354" y="2904"/>
                      <a:pt x="8680" y="6454"/>
                    </a:cubicBezTo>
                    <a:cubicBezTo>
                      <a:pt x="13580" y="13931"/>
                      <a:pt x="10441" y="15133"/>
                      <a:pt x="4154" y="8186"/>
                    </a:cubicBezTo>
                    <a:close/>
                  </a:path>
                </a:pathLst>
              </a:custGeom>
              <a:solidFill>
                <a:srgbClr val="B9B9B9"/>
              </a:solidFill>
              <a:ln w="5163" cap="flat">
                <a:noFill/>
                <a:prstDash val="solid"/>
                <a:miter/>
              </a:ln>
            </p:spPr>
            <p:txBody>
              <a:bodyPr/>
              <a:lstStyle/>
              <a:p>
                <a:endParaRPr lang="es-419" noProof="0" dirty="0"/>
              </a:p>
            </p:txBody>
          </p:sp>
          <p:sp>
            <p:nvSpPr>
              <p:cNvPr id="95" name="Forma libre: forma 94">
                <a:extLst>
                  <a:ext uri="{FF2B5EF4-FFF2-40B4-BE49-F238E27FC236}">
                    <a16:creationId xmlns:a16="http://schemas.microsoft.com/office/drawing/2014/main" id="{B4C4F70B-C866-2279-4EC3-4A5654600BA6}"/>
                  </a:ext>
                </a:extLst>
              </p:cNvPr>
              <p:cNvSpPr/>
              <p:nvPr/>
            </p:nvSpPr>
            <p:spPr>
              <a:xfrm>
                <a:off x="633440" y="1833111"/>
                <a:ext cx="12552" cy="18971"/>
              </a:xfrm>
              <a:custGeom>
                <a:avLst/>
                <a:gdLst>
                  <a:gd name="csX0" fmla="*/ 3996 w 12552"/>
                  <a:gd name="csY0" fmla="*/ 9922 h 18971"/>
                  <a:gd name="csX1" fmla="*/ 6099 w 12552"/>
                  <a:gd name="csY1" fmla="*/ 5082 h 18971"/>
                  <a:gd name="csX2" fmla="*/ 12553 w 12552"/>
                  <a:gd name="csY2" fmla="*/ 15290 h 18971"/>
                  <a:gd name="csX3" fmla="*/ 3996 w 12552"/>
                  <a:gd name="csY3" fmla="*/ 9922 h 18971"/>
                </a:gdLst>
                <a:ahLst/>
                <a:cxnLst>
                  <a:cxn ang="0">
                    <a:pos x="csX0" y="csY0"/>
                  </a:cxn>
                  <a:cxn ang="0">
                    <a:pos x="csX1" y="csY1"/>
                  </a:cxn>
                  <a:cxn ang="0">
                    <a:pos x="csX2" y="csY2"/>
                  </a:cxn>
                  <a:cxn ang="0">
                    <a:pos x="csX3" y="csY3"/>
                  </a:cxn>
                </a:cxnLst>
                <a:rect l="l" t="t" r="r" b="b"/>
                <a:pathLst>
                  <a:path w="12552" h="18971">
                    <a:moveTo>
                      <a:pt x="3996" y="9922"/>
                    </a:moveTo>
                    <a:cubicBezTo>
                      <a:pt x="-1733" y="-2091"/>
                      <a:pt x="-1533" y="-2550"/>
                      <a:pt x="6099" y="5082"/>
                    </a:cubicBezTo>
                    <a:cubicBezTo>
                      <a:pt x="9649" y="8631"/>
                      <a:pt x="12553" y="13225"/>
                      <a:pt x="12553" y="15290"/>
                    </a:cubicBezTo>
                    <a:cubicBezTo>
                      <a:pt x="12553" y="21885"/>
                      <a:pt x="8483" y="19332"/>
                      <a:pt x="3996" y="9922"/>
                    </a:cubicBezTo>
                    <a:close/>
                  </a:path>
                </a:pathLst>
              </a:custGeom>
              <a:solidFill>
                <a:srgbClr val="B9B9B9"/>
              </a:solidFill>
              <a:ln w="5163" cap="flat">
                <a:noFill/>
                <a:prstDash val="solid"/>
                <a:miter/>
              </a:ln>
            </p:spPr>
            <p:txBody>
              <a:bodyPr/>
              <a:lstStyle/>
              <a:p>
                <a:endParaRPr lang="es-419" noProof="0" dirty="0"/>
              </a:p>
            </p:txBody>
          </p:sp>
          <p:sp>
            <p:nvSpPr>
              <p:cNvPr id="96" name="Forma libre: forma 95">
                <a:extLst>
                  <a:ext uri="{FF2B5EF4-FFF2-40B4-BE49-F238E27FC236}">
                    <a16:creationId xmlns:a16="http://schemas.microsoft.com/office/drawing/2014/main" id="{84806EEA-3633-F6E2-BDAB-32B8247FB599}"/>
                  </a:ext>
                </a:extLst>
              </p:cNvPr>
              <p:cNvSpPr/>
              <p:nvPr/>
            </p:nvSpPr>
            <p:spPr>
              <a:xfrm>
                <a:off x="499513" y="1824179"/>
                <a:ext cx="16487" cy="10786"/>
              </a:xfrm>
              <a:custGeom>
                <a:avLst/>
                <a:gdLst>
                  <a:gd name="csX0" fmla="*/ 5790 w 16487"/>
                  <a:gd name="csY0" fmla="*/ 5576 h 10786"/>
                  <a:gd name="csX1" fmla="*/ 4501 w 16487"/>
                  <a:gd name="csY1" fmla="*/ 936 h 10786"/>
                  <a:gd name="csX2" fmla="*/ 15719 w 16487"/>
                  <a:gd name="csY2" fmla="*/ 10646 h 10786"/>
                  <a:gd name="csX3" fmla="*/ 5790 w 16487"/>
                  <a:gd name="csY3" fmla="*/ 5576 h 10786"/>
                </a:gdLst>
                <a:ahLst/>
                <a:cxnLst>
                  <a:cxn ang="0">
                    <a:pos x="csX0" y="csY0"/>
                  </a:cxn>
                  <a:cxn ang="0">
                    <a:pos x="csX1" y="csY1"/>
                  </a:cxn>
                  <a:cxn ang="0">
                    <a:pos x="csX2" y="csY2"/>
                  </a:cxn>
                  <a:cxn ang="0">
                    <a:pos x="csX3" y="csY3"/>
                  </a:cxn>
                </a:cxnLst>
                <a:rect l="l" t="t" r="r" b="b"/>
                <a:pathLst>
                  <a:path w="16487" h="10786">
                    <a:moveTo>
                      <a:pt x="5790" y="5576"/>
                    </a:moveTo>
                    <a:cubicBezTo>
                      <a:pt x="-1676" y="-615"/>
                      <a:pt x="-1722" y="-781"/>
                      <a:pt x="4501" y="936"/>
                    </a:cubicBezTo>
                    <a:cubicBezTo>
                      <a:pt x="12209" y="3063"/>
                      <a:pt x="18782" y="8753"/>
                      <a:pt x="15719" y="10646"/>
                    </a:cubicBezTo>
                    <a:cubicBezTo>
                      <a:pt x="14517" y="11389"/>
                      <a:pt x="10049" y="9107"/>
                      <a:pt x="5790" y="5576"/>
                    </a:cubicBezTo>
                    <a:close/>
                  </a:path>
                </a:pathLst>
              </a:custGeom>
              <a:solidFill>
                <a:srgbClr val="B9B9B9"/>
              </a:solidFill>
              <a:ln w="5163" cap="flat">
                <a:noFill/>
                <a:prstDash val="solid"/>
                <a:miter/>
              </a:ln>
            </p:spPr>
            <p:txBody>
              <a:bodyPr/>
              <a:lstStyle/>
              <a:p>
                <a:endParaRPr lang="es-419" noProof="0" dirty="0"/>
              </a:p>
            </p:txBody>
          </p:sp>
          <p:sp>
            <p:nvSpPr>
              <p:cNvPr id="97" name="Forma libre: forma 96">
                <a:extLst>
                  <a:ext uri="{FF2B5EF4-FFF2-40B4-BE49-F238E27FC236}">
                    <a16:creationId xmlns:a16="http://schemas.microsoft.com/office/drawing/2014/main" id="{250464D6-E304-C03D-E500-0A2A2A222896}"/>
                  </a:ext>
                </a:extLst>
              </p:cNvPr>
              <p:cNvSpPr/>
              <p:nvPr/>
            </p:nvSpPr>
            <p:spPr>
              <a:xfrm>
                <a:off x="478303" y="1760241"/>
                <a:ext cx="17819" cy="62484"/>
              </a:xfrm>
              <a:custGeom>
                <a:avLst/>
                <a:gdLst>
                  <a:gd name="csX0" fmla="*/ 12817 w 17819"/>
                  <a:gd name="csY0" fmla="*/ 59663 h 62484"/>
                  <a:gd name="csX1" fmla="*/ 8906 w 17819"/>
                  <a:gd name="csY1" fmla="*/ 49920 h 62484"/>
                  <a:gd name="csX2" fmla="*/ 3768 w 17819"/>
                  <a:gd name="csY2" fmla="*/ 41934 h 62484"/>
                  <a:gd name="csX3" fmla="*/ 2261 w 17819"/>
                  <a:gd name="csY3" fmla="*/ 33152 h 62484"/>
                  <a:gd name="csX4" fmla="*/ 8278 w 17819"/>
                  <a:gd name="csY4" fmla="*/ 19635 h 62484"/>
                  <a:gd name="csX5" fmla="*/ 14954 w 17819"/>
                  <a:gd name="csY5" fmla="*/ 4146 h 62484"/>
                  <a:gd name="csX6" fmla="*/ 16371 w 17819"/>
                  <a:gd name="csY6" fmla="*/ 6727 h 62484"/>
                  <a:gd name="csX7" fmla="*/ 10951 w 17819"/>
                  <a:gd name="csY7" fmla="*/ 23219 h 62484"/>
                  <a:gd name="csX8" fmla="*/ 9971 w 17819"/>
                  <a:gd name="csY8" fmla="*/ 36893 h 62484"/>
                  <a:gd name="csX9" fmla="*/ 12803 w 17819"/>
                  <a:gd name="csY9" fmla="*/ 48926 h 62484"/>
                  <a:gd name="csX10" fmla="*/ 15858 w 17819"/>
                  <a:gd name="csY10" fmla="*/ 57797 h 62484"/>
                  <a:gd name="csX11" fmla="*/ 17517 w 17819"/>
                  <a:gd name="csY11" fmla="*/ 62248 h 62484"/>
                  <a:gd name="csX12" fmla="*/ 12817 w 17819"/>
                  <a:gd name="csY12" fmla="*/ 59663 h 624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7819" h="62484">
                    <a:moveTo>
                      <a:pt x="12817" y="59663"/>
                    </a:moveTo>
                    <a:cubicBezTo>
                      <a:pt x="10999" y="57473"/>
                      <a:pt x="9240" y="53089"/>
                      <a:pt x="8906" y="49920"/>
                    </a:cubicBezTo>
                    <a:cubicBezTo>
                      <a:pt x="7921" y="40559"/>
                      <a:pt x="7808" y="40384"/>
                      <a:pt x="3768" y="41934"/>
                    </a:cubicBezTo>
                    <a:cubicBezTo>
                      <a:pt x="-606" y="43612"/>
                      <a:pt x="-1257" y="39820"/>
                      <a:pt x="2261" y="33152"/>
                    </a:cubicBezTo>
                    <a:cubicBezTo>
                      <a:pt x="3561" y="30687"/>
                      <a:pt x="6269" y="24604"/>
                      <a:pt x="8278" y="19635"/>
                    </a:cubicBezTo>
                    <a:cubicBezTo>
                      <a:pt x="10287" y="14665"/>
                      <a:pt x="13291" y="7695"/>
                      <a:pt x="14954" y="4146"/>
                    </a:cubicBezTo>
                    <a:cubicBezTo>
                      <a:pt x="17758" y="-1839"/>
                      <a:pt x="17861" y="-1651"/>
                      <a:pt x="16371" y="6727"/>
                    </a:cubicBezTo>
                    <a:cubicBezTo>
                      <a:pt x="15486" y="11697"/>
                      <a:pt x="13047" y="19118"/>
                      <a:pt x="10951" y="23219"/>
                    </a:cubicBezTo>
                    <a:cubicBezTo>
                      <a:pt x="8012" y="28966"/>
                      <a:pt x="7787" y="32101"/>
                      <a:pt x="9971" y="36893"/>
                    </a:cubicBezTo>
                    <a:cubicBezTo>
                      <a:pt x="11529" y="40313"/>
                      <a:pt x="12803" y="45728"/>
                      <a:pt x="12803" y="48926"/>
                    </a:cubicBezTo>
                    <a:cubicBezTo>
                      <a:pt x="12803" y="52125"/>
                      <a:pt x="14178" y="56117"/>
                      <a:pt x="15858" y="57797"/>
                    </a:cubicBezTo>
                    <a:cubicBezTo>
                      <a:pt x="17538" y="59477"/>
                      <a:pt x="18285" y="61480"/>
                      <a:pt x="17517" y="62248"/>
                    </a:cubicBezTo>
                    <a:cubicBezTo>
                      <a:pt x="16749" y="63016"/>
                      <a:pt x="14634" y="61852"/>
                      <a:pt x="12817" y="59663"/>
                    </a:cubicBezTo>
                    <a:close/>
                  </a:path>
                </a:pathLst>
              </a:custGeom>
              <a:solidFill>
                <a:srgbClr val="B9B9B9"/>
              </a:solidFill>
              <a:ln w="5163" cap="flat">
                <a:noFill/>
                <a:prstDash val="solid"/>
                <a:miter/>
              </a:ln>
            </p:spPr>
            <p:txBody>
              <a:bodyPr/>
              <a:lstStyle/>
              <a:p>
                <a:endParaRPr lang="es-419" noProof="0" dirty="0"/>
              </a:p>
            </p:txBody>
          </p:sp>
          <p:sp>
            <p:nvSpPr>
              <p:cNvPr id="98" name="Forma libre: forma 97">
                <a:extLst>
                  <a:ext uri="{FF2B5EF4-FFF2-40B4-BE49-F238E27FC236}">
                    <a16:creationId xmlns:a16="http://schemas.microsoft.com/office/drawing/2014/main" id="{71665FF1-CCA2-F915-D268-17768D9F894B}"/>
                  </a:ext>
                </a:extLst>
              </p:cNvPr>
              <p:cNvSpPr/>
              <p:nvPr/>
            </p:nvSpPr>
            <p:spPr>
              <a:xfrm>
                <a:off x="610272" y="1785879"/>
                <a:ext cx="19431" cy="24201"/>
              </a:xfrm>
              <a:custGeom>
                <a:avLst/>
                <a:gdLst>
                  <a:gd name="csX0" fmla="*/ 12977 w 19431"/>
                  <a:gd name="csY0" fmla="*/ 20895 h 24201"/>
                  <a:gd name="csX1" fmla="*/ 7325 w 19431"/>
                  <a:gd name="csY1" fmla="*/ 14059 h 24201"/>
                  <a:gd name="csX2" fmla="*/ 3038 w 19431"/>
                  <a:gd name="csY2" fmla="*/ 6445 h 24201"/>
                  <a:gd name="csX3" fmla="*/ 7745 w 19431"/>
                  <a:gd name="csY3" fmla="*/ 1409 h 24201"/>
                  <a:gd name="csX4" fmla="*/ 17054 w 19431"/>
                  <a:gd name="csY4" fmla="*/ 13612 h 24201"/>
                  <a:gd name="csX5" fmla="*/ 19347 w 19431"/>
                  <a:gd name="csY5" fmla="*/ 24137 h 24201"/>
                  <a:gd name="csX6" fmla="*/ 12977 w 19431"/>
                  <a:gd name="csY6" fmla="*/ 20895 h 24201"/>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9431" h="24201">
                    <a:moveTo>
                      <a:pt x="12977" y="20895"/>
                    </a:moveTo>
                    <a:cubicBezTo>
                      <a:pt x="9869" y="18718"/>
                      <a:pt x="7325" y="15642"/>
                      <a:pt x="7325" y="14059"/>
                    </a:cubicBezTo>
                    <a:cubicBezTo>
                      <a:pt x="7325" y="12477"/>
                      <a:pt x="5396" y="9050"/>
                      <a:pt x="3038" y="6445"/>
                    </a:cubicBezTo>
                    <a:cubicBezTo>
                      <a:pt x="-2384" y="453"/>
                      <a:pt x="-388" y="-1683"/>
                      <a:pt x="7745" y="1409"/>
                    </a:cubicBezTo>
                    <a:cubicBezTo>
                      <a:pt x="11871" y="2978"/>
                      <a:pt x="15083" y="7189"/>
                      <a:pt x="17054" y="13612"/>
                    </a:cubicBezTo>
                    <a:cubicBezTo>
                      <a:pt x="18710" y="19007"/>
                      <a:pt x="19742" y="23743"/>
                      <a:pt x="19347" y="24137"/>
                    </a:cubicBezTo>
                    <a:cubicBezTo>
                      <a:pt x="18953" y="24532"/>
                      <a:pt x="16086" y="23073"/>
                      <a:pt x="12977" y="20895"/>
                    </a:cubicBezTo>
                    <a:close/>
                  </a:path>
                </a:pathLst>
              </a:custGeom>
              <a:solidFill>
                <a:srgbClr val="B9B9B9"/>
              </a:solidFill>
              <a:ln w="5163" cap="flat">
                <a:noFill/>
                <a:prstDash val="solid"/>
                <a:miter/>
              </a:ln>
            </p:spPr>
            <p:txBody>
              <a:bodyPr/>
              <a:lstStyle/>
              <a:p>
                <a:endParaRPr lang="es-419" noProof="0" dirty="0"/>
              </a:p>
            </p:txBody>
          </p:sp>
          <p:sp>
            <p:nvSpPr>
              <p:cNvPr id="99" name="Forma libre: forma 98">
                <a:extLst>
                  <a:ext uri="{FF2B5EF4-FFF2-40B4-BE49-F238E27FC236}">
                    <a16:creationId xmlns:a16="http://schemas.microsoft.com/office/drawing/2014/main" id="{35724328-AACF-3F88-241D-0E0582131E1D}"/>
                  </a:ext>
                </a:extLst>
              </p:cNvPr>
              <p:cNvSpPr/>
              <p:nvPr/>
            </p:nvSpPr>
            <p:spPr>
              <a:xfrm>
                <a:off x="615016" y="1765374"/>
                <a:ext cx="5162" cy="6756"/>
              </a:xfrm>
              <a:custGeom>
                <a:avLst/>
                <a:gdLst>
                  <a:gd name="csX0" fmla="*/ 0 w 5162"/>
                  <a:gd name="csY0" fmla="*/ 4328 h 6756"/>
                  <a:gd name="csX1" fmla="*/ 2581 w 5162"/>
                  <a:gd name="csY1" fmla="*/ 303 h 6756"/>
                  <a:gd name="csX2" fmla="*/ 5163 w 5162"/>
                  <a:gd name="csY2" fmla="*/ 2732 h 6756"/>
                  <a:gd name="csX3" fmla="*/ 2581 w 5162"/>
                  <a:gd name="csY3" fmla="*/ 6757 h 6756"/>
                  <a:gd name="csX4" fmla="*/ 0 w 5162"/>
                  <a:gd name="csY4" fmla="*/ 4328 h 6756"/>
                </a:gdLst>
                <a:ahLst/>
                <a:cxnLst>
                  <a:cxn ang="0">
                    <a:pos x="csX0" y="csY0"/>
                  </a:cxn>
                  <a:cxn ang="0">
                    <a:pos x="csX1" y="csY1"/>
                  </a:cxn>
                  <a:cxn ang="0">
                    <a:pos x="csX2" y="csY2"/>
                  </a:cxn>
                  <a:cxn ang="0">
                    <a:pos x="csX3" y="csY3"/>
                  </a:cxn>
                  <a:cxn ang="0">
                    <a:pos x="csX4" y="csY4"/>
                  </a:cxn>
                </a:cxnLst>
                <a:rect l="l" t="t" r="r" b="b"/>
                <a:pathLst>
                  <a:path w="5162" h="6756">
                    <a:moveTo>
                      <a:pt x="0" y="4328"/>
                    </a:moveTo>
                    <a:cubicBezTo>
                      <a:pt x="0" y="2992"/>
                      <a:pt x="1162" y="1181"/>
                      <a:pt x="2581" y="303"/>
                    </a:cubicBezTo>
                    <a:cubicBezTo>
                      <a:pt x="4001" y="-574"/>
                      <a:pt x="5163" y="519"/>
                      <a:pt x="5163" y="2732"/>
                    </a:cubicBezTo>
                    <a:cubicBezTo>
                      <a:pt x="5163" y="4946"/>
                      <a:pt x="4001" y="6757"/>
                      <a:pt x="2581" y="6757"/>
                    </a:cubicBezTo>
                    <a:cubicBezTo>
                      <a:pt x="1162" y="6757"/>
                      <a:pt x="0" y="5664"/>
                      <a:pt x="0" y="4328"/>
                    </a:cubicBezTo>
                    <a:close/>
                  </a:path>
                </a:pathLst>
              </a:custGeom>
              <a:solidFill>
                <a:srgbClr val="B9B9B9"/>
              </a:solidFill>
              <a:ln w="5163" cap="flat">
                <a:noFill/>
                <a:prstDash val="solid"/>
                <a:miter/>
              </a:ln>
            </p:spPr>
            <p:txBody>
              <a:bodyPr/>
              <a:lstStyle/>
              <a:p>
                <a:endParaRPr lang="es-419" noProof="0" dirty="0"/>
              </a:p>
            </p:txBody>
          </p:sp>
          <p:sp>
            <p:nvSpPr>
              <p:cNvPr id="100" name="Forma libre: forma 99">
                <a:extLst>
                  <a:ext uri="{FF2B5EF4-FFF2-40B4-BE49-F238E27FC236}">
                    <a16:creationId xmlns:a16="http://schemas.microsoft.com/office/drawing/2014/main" id="{6CF46C82-CCD0-52D6-A37A-DD394A3448F5}"/>
                  </a:ext>
                </a:extLst>
              </p:cNvPr>
              <p:cNvSpPr/>
              <p:nvPr/>
            </p:nvSpPr>
            <p:spPr>
              <a:xfrm>
                <a:off x="496444" y="1737058"/>
                <a:ext cx="4812" cy="15975"/>
              </a:xfrm>
              <a:custGeom>
                <a:avLst/>
                <a:gdLst>
                  <a:gd name="csX0" fmla="*/ 6 w 4812"/>
                  <a:gd name="csY0" fmla="*/ 12637 h 15975"/>
                  <a:gd name="csX1" fmla="*/ 2406 w 4812"/>
                  <a:gd name="csY1" fmla="*/ 2804 h 15975"/>
                  <a:gd name="csX2" fmla="*/ 4806 w 4812"/>
                  <a:gd name="csY2" fmla="*/ 5879 h 15975"/>
                  <a:gd name="csX3" fmla="*/ 2406 w 4812"/>
                  <a:gd name="csY3" fmla="*/ 15712 h 15975"/>
                  <a:gd name="csX4" fmla="*/ 6 w 4812"/>
                  <a:gd name="csY4" fmla="*/ 12637 h 15975"/>
                </a:gdLst>
                <a:ahLst/>
                <a:cxnLst>
                  <a:cxn ang="0">
                    <a:pos x="csX0" y="csY0"/>
                  </a:cxn>
                  <a:cxn ang="0">
                    <a:pos x="csX1" y="csY1"/>
                  </a:cxn>
                  <a:cxn ang="0">
                    <a:pos x="csX2" y="csY2"/>
                  </a:cxn>
                  <a:cxn ang="0">
                    <a:pos x="csX3" y="csY3"/>
                  </a:cxn>
                  <a:cxn ang="0">
                    <a:pos x="csX4" y="csY4"/>
                  </a:cxn>
                </a:cxnLst>
                <a:rect l="l" t="t" r="r" b="b"/>
                <a:pathLst>
                  <a:path w="4812" h="15975">
                    <a:moveTo>
                      <a:pt x="6" y="12637"/>
                    </a:moveTo>
                    <a:cubicBezTo>
                      <a:pt x="106" y="10069"/>
                      <a:pt x="1186" y="5644"/>
                      <a:pt x="2406" y="2804"/>
                    </a:cubicBezTo>
                    <a:cubicBezTo>
                      <a:pt x="4277" y="-1548"/>
                      <a:pt x="4653" y="-1065"/>
                      <a:pt x="4806" y="5879"/>
                    </a:cubicBezTo>
                    <a:cubicBezTo>
                      <a:pt x="4906" y="10409"/>
                      <a:pt x="3826" y="14834"/>
                      <a:pt x="2406" y="15712"/>
                    </a:cubicBezTo>
                    <a:cubicBezTo>
                      <a:pt x="987" y="16589"/>
                      <a:pt x="-93" y="15206"/>
                      <a:pt x="6" y="12637"/>
                    </a:cubicBezTo>
                    <a:close/>
                  </a:path>
                </a:pathLst>
              </a:custGeom>
              <a:solidFill>
                <a:srgbClr val="B9B9B9"/>
              </a:solidFill>
              <a:ln w="5163" cap="flat">
                <a:noFill/>
                <a:prstDash val="solid"/>
                <a:miter/>
              </a:ln>
            </p:spPr>
            <p:txBody>
              <a:bodyPr/>
              <a:lstStyle/>
              <a:p>
                <a:endParaRPr lang="es-419" noProof="0" dirty="0"/>
              </a:p>
            </p:txBody>
          </p:sp>
          <p:sp>
            <p:nvSpPr>
              <p:cNvPr id="101" name="Forma libre: forma 100">
                <a:extLst>
                  <a:ext uri="{FF2B5EF4-FFF2-40B4-BE49-F238E27FC236}">
                    <a16:creationId xmlns:a16="http://schemas.microsoft.com/office/drawing/2014/main" id="{8574A44D-E722-2594-8350-B6B941CB6F5F}"/>
                  </a:ext>
                </a:extLst>
              </p:cNvPr>
              <p:cNvSpPr/>
              <p:nvPr/>
            </p:nvSpPr>
            <p:spPr>
              <a:xfrm>
                <a:off x="610293" y="1727161"/>
                <a:ext cx="5615" cy="11379"/>
              </a:xfrm>
              <a:custGeom>
                <a:avLst/>
                <a:gdLst>
                  <a:gd name="csX0" fmla="*/ 427 w 5615"/>
                  <a:gd name="csY0" fmla="*/ 7365 h 11379"/>
                  <a:gd name="csX1" fmla="*/ 1464 w 5615"/>
                  <a:gd name="csY1" fmla="*/ 731 h 11379"/>
                  <a:gd name="csX2" fmla="*/ 5321 w 5615"/>
                  <a:gd name="csY2" fmla="*/ 4777 h 11379"/>
                  <a:gd name="csX3" fmla="*/ 427 w 5615"/>
                  <a:gd name="csY3" fmla="*/ 7365 h 11379"/>
                </a:gdLst>
                <a:ahLst/>
                <a:cxnLst>
                  <a:cxn ang="0">
                    <a:pos x="csX0" y="csY0"/>
                  </a:cxn>
                  <a:cxn ang="0">
                    <a:pos x="csX1" y="csY1"/>
                  </a:cxn>
                  <a:cxn ang="0">
                    <a:pos x="csX2" y="csY2"/>
                  </a:cxn>
                  <a:cxn ang="0">
                    <a:pos x="csX3" y="csY3"/>
                  </a:cxn>
                </a:cxnLst>
                <a:rect l="l" t="t" r="r" b="b"/>
                <a:pathLst>
                  <a:path w="5615" h="11379">
                    <a:moveTo>
                      <a:pt x="427" y="7365"/>
                    </a:moveTo>
                    <a:cubicBezTo>
                      <a:pt x="-426" y="5140"/>
                      <a:pt x="40" y="2155"/>
                      <a:pt x="1464" y="731"/>
                    </a:cubicBezTo>
                    <a:cubicBezTo>
                      <a:pt x="3194" y="-1000"/>
                      <a:pt x="4473" y="341"/>
                      <a:pt x="5321" y="4777"/>
                    </a:cubicBezTo>
                    <a:cubicBezTo>
                      <a:pt x="6696" y="11973"/>
                      <a:pt x="2955" y="13952"/>
                      <a:pt x="427" y="7365"/>
                    </a:cubicBezTo>
                    <a:close/>
                  </a:path>
                </a:pathLst>
              </a:custGeom>
              <a:solidFill>
                <a:srgbClr val="B9B9B9"/>
              </a:solidFill>
              <a:ln w="5163" cap="flat">
                <a:noFill/>
                <a:prstDash val="solid"/>
                <a:miter/>
              </a:ln>
            </p:spPr>
            <p:txBody>
              <a:bodyPr/>
              <a:lstStyle/>
              <a:p>
                <a:endParaRPr lang="es-419" noProof="0" dirty="0"/>
              </a:p>
            </p:txBody>
          </p:sp>
          <p:sp>
            <p:nvSpPr>
              <p:cNvPr id="102" name="Forma libre: forma 101">
                <a:extLst>
                  <a:ext uri="{FF2B5EF4-FFF2-40B4-BE49-F238E27FC236}">
                    <a16:creationId xmlns:a16="http://schemas.microsoft.com/office/drawing/2014/main" id="{B9ADE69F-E4CD-0465-5BCD-6BF39869CCA9}"/>
                  </a:ext>
                </a:extLst>
              </p:cNvPr>
              <p:cNvSpPr/>
              <p:nvPr/>
            </p:nvSpPr>
            <p:spPr>
              <a:xfrm>
                <a:off x="589201" y="1723083"/>
                <a:ext cx="5162" cy="7744"/>
              </a:xfrm>
              <a:custGeom>
                <a:avLst/>
                <a:gdLst>
                  <a:gd name="csX0" fmla="*/ 0 w 5162"/>
                  <a:gd name="csY0" fmla="*/ 3872 h 7744"/>
                  <a:gd name="csX1" fmla="*/ 2581 w 5162"/>
                  <a:gd name="csY1" fmla="*/ 0 h 7744"/>
                  <a:gd name="csX2" fmla="*/ 5163 w 5162"/>
                  <a:gd name="csY2" fmla="*/ 3872 h 7744"/>
                  <a:gd name="csX3" fmla="*/ 2581 w 5162"/>
                  <a:gd name="csY3" fmla="*/ 7744 h 7744"/>
                  <a:gd name="csX4" fmla="*/ 0 w 5162"/>
                  <a:gd name="csY4" fmla="*/ 3872 h 7744"/>
                </a:gdLst>
                <a:ahLst/>
                <a:cxnLst>
                  <a:cxn ang="0">
                    <a:pos x="csX0" y="csY0"/>
                  </a:cxn>
                  <a:cxn ang="0">
                    <a:pos x="csX1" y="csY1"/>
                  </a:cxn>
                  <a:cxn ang="0">
                    <a:pos x="csX2" y="csY2"/>
                  </a:cxn>
                  <a:cxn ang="0">
                    <a:pos x="csX3" y="csY3"/>
                  </a:cxn>
                  <a:cxn ang="0">
                    <a:pos x="csX4" y="csY4"/>
                  </a:cxn>
                </a:cxnLst>
                <a:rect l="l" t="t" r="r" b="b"/>
                <a:pathLst>
                  <a:path w="5162" h="7744">
                    <a:moveTo>
                      <a:pt x="0" y="3872"/>
                    </a:moveTo>
                    <a:cubicBezTo>
                      <a:pt x="0" y="1742"/>
                      <a:pt x="1162" y="0"/>
                      <a:pt x="2581" y="0"/>
                    </a:cubicBezTo>
                    <a:cubicBezTo>
                      <a:pt x="4001" y="0"/>
                      <a:pt x="5163" y="1742"/>
                      <a:pt x="5163" y="3872"/>
                    </a:cubicBezTo>
                    <a:cubicBezTo>
                      <a:pt x="5163" y="6002"/>
                      <a:pt x="4001" y="7744"/>
                      <a:pt x="2581" y="7744"/>
                    </a:cubicBezTo>
                    <a:cubicBezTo>
                      <a:pt x="1162" y="7744"/>
                      <a:pt x="0" y="6002"/>
                      <a:pt x="0" y="3872"/>
                    </a:cubicBezTo>
                    <a:close/>
                  </a:path>
                </a:pathLst>
              </a:custGeom>
              <a:solidFill>
                <a:srgbClr val="B9B9B9"/>
              </a:solidFill>
              <a:ln w="5163" cap="flat">
                <a:noFill/>
                <a:prstDash val="solid"/>
                <a:miter/>
              </a:ln>
            </p:spPr>
            <p:txBody>
              <a:bodyPr/>
              <a:lstStyle/>
              <a:p>
                <a:endParaRPr lang="es-419" noProof="0" dirty="0"/>
              </a:p>
            </p:txBody>
          </p:sp>
          <p:sp>
            <p:nvSpPr>
              <p:cNvPr id="103" name="Forma libre: forma 102">
                <a:extLst>
                  <a:ext uri="{FF2B5EF4-FFF2-40B4-BE49-F238E27FC236}">
                    <a16:creationId xmlns:a16="http://schemas.microsoft.com/office/drawing/2014/main" id="{1C0403B6-B0EB-49D3-0E7A-DA04B2ED8F65}"/>
                  </a:ext>
                </a:extLst>
              </p:cNvPr>
              <p:cNvSpPr/>
              <p:nvPr/>
            </p:nvSpPr>
            <p:spPr>
              <a:xfrm>
                <a:off x="576294" y="1689525"/>
                <a:ext cx="15348" cy="20423"/>
              </a:xfrm>
              <a:custGeom>
                <a:avLst/>
                <a:gdLst>
                  <a:gd name="csX0" fmla="*/ 0 w 15348"/>
                  <a:gd name="csY0" fmla="*/ 17942 h 20423"/>
                  <a:gd name="csX1" fmla="*/ 11683 w 15348"/>
                  <a:gd name="csY1" fmla="*/ 0 h 20423"/>
                  <a:gd name="csX2" fmla="*/ 8918 w 15348"/>
                  <a:gd name="csY2" fmla="*/ 14081 h 20423"/>
                  <a:gd name="csX3" fmla="*/ 0 w 15348"/>
                  <a:gd name="csY3" fmla="*/ 17942 h 20423"/>
                </a:gdLst>
                <a:ahLst/>
                <a:cxnLst>
                  <a:cxn ang="0">
                    <a:pos x="csX0" y="csY0"/>
                  </a:cxn>
                  <a:cxn ang="0">
                    <a:pos x="csX1" y="csY1"/>
                  </a:cxn>
                  <a:cxn ang="0">
                    <a:pos x="csX2" y="csY2"/>
                  </a:cxn>
                  <a:cxn ang="0">
                    <a:pos x="csX3" y="csY3"/>
                  </a:cxn>
                </a:cxnLst>
                <a:rect l="l" t="t" r="r" b="b"/>
                <a:pathLst>
                  <a:path w="15348" h="20423">
                    <a:moveTo>
                      <a:pt x="0" y="17942"/>
                    </a:moveTo>
                    <a:cubicBezTo>
                      <a:pt x="0" y="12328"/>
                      <a:pt x="8027" y="0"/>
                      <a:pt x="11683" y="0"/>
                    </a:cubicBezTo>
                    <a:cubicBezTo>
                      <a:pt x="17539" y="0"/>
                      <a:pt x="16205" y="6793"/>
                      <a:pt x="8918" y="14081"/>
                    </a:cubicBezTo>
                    <a:cubicBezTo>
                      <a:pt x="1711" y="21287"/>
                      <a:pt x="0" y="22028"/>
                      <a:pt x="0" y="17942"/>
                    </a:cubicBezTo>
                    <a:close/>
                  </a:path>
                </a:pathLst>
              </a:custGeom>
              <a:solidFill>
                <a:srgbClr val="B9B9B9"/>
              </a:solidFill>
              <a:ln w="5163" cap="flat">
                <a:noFill/>
                <a:prstDash val="solid"/>
                <a:miter/>
              </a:ln>
            </p:spPr>
            <p:txBody>
              <a:bodyPr/>
              <a:lstStyle/>
              <a:p>
                <a:endParaRPr lang="es-419" noProof="0" dirty="0"/>
              </a:p>
            </p:txBody>
          </p:sp>
        </p:grpSp>
        <p:sp>
          <p:nvSpPr>
            <p:cNvPr id="104" name="Forma libre: forma 103">
              <a:extLst>
                <a:ext uri="{FF2B5EF4-FFF2-40B4-BE49-F238E27FC236}">
                  <a16:creationId xmlns:a16="http://schemas.microsoft.com/office/drawing/2014/main" id="{4D1FBC6E-9A5C-D11D-4A78-3DA8F6E57F7E}"/>
                </a:ext>
              </a:extLst>
            </p:cNvPr>
            <p:cNvSpPr/>
            <p:nvPr/>
          </p:nvSpPr>
          <p:spPr>
            <a:xfrm>
              <a:off x="516921" y="1569184"/>
              <a:ext cx="5162" cy="6756"/>
            </a:xfrm>
            <a:custGeom>
              <a:avLst/>
              <a:gdLst>
                <a:gd name="csX0" fmla="*/ 0 w 5162"/>
                <a:gd name="csY0" fmla="*/ 2732 h 6756"/>
                <a:gd name="csX1" fmla="*/ 2581 w 5162"/>
                <a:gd name="csY1" fmla="*/ 303 h 6756"/>
                <a:gd name="csX2" fmla="*/ 5163 w 5162"/>
                <a:gd name="csY2" fmla="*/ 4328 h 6756"/>
                <a:gd name="csX3" fmla="*/ 2581 w 5162"/>
                <a:gd name="csY3" fmla="*/ 6757 h 6756"/>
                <a:gd name="csX4" fmla="*/ 0 w 5162"/>
                <a:gd name="csY4" fmla="*/ 2732 h 6756"/>
              </a:gdLst>
              <a:ahLst/>
              <a:cxnLst>
                <a:cxn ang="0">
                  <a:pos x="csX0" y="csY0"/>
                </a:cxn>
                <a:cxn ang="0">
                  <a:pos x="csX1" y="csY1"/>
                </a:cxn>
                <a:cxn ang="0">
                  <a:pos x="csX2" y="csY2"/>
                </a:cxn>
                <a:cxn ang="0">
                  <a:pos x="csX3" y="csY3"/>
                </a:cxn>
                <a:cxn ang="0">
                  <a:pos x="csX4" y="csY4"/>
                </a:cxn>
              </a:cxnLst>
              <a:rect l="l" t="t" r="r" b="b"/>
              <a:pathLst>
                <a:path w="5162" h="6756">
                  <a:moveTo>
                    <a:pt x="0" y="2732"/>
                  </a:moveTo>
                  <a:cubicBezTo>
                    <a:pt x="0" y="519"/>
                    <a:pt x="1162" y="-574"/>
                    <a:pt x="2581" y="303"/>
                  </a:cubicBezTo>
                  <a:cubicBezTo>
                    <a:pt x="4001" y="1181"/>
                    <a:pt x="5163" y="2992"/>
                    <a:pt x="5163" y="4328"/>
                  </a:cubicBezTo>
                  <a:cubicBezTo>
                    <a:pt x="5163" y="5664"/>
                    <a:pt x="4001" y="6757"/>
                    <a:pt x="2581" y="6757"/>
                  </a:cubicBezTo>
                  <a:cubicBezTo>
                    <a:pt x="1162" y="6757"/>
                    <a:pt x="0" y="4946"/>
                    <a:pt x="0" y="2732"/>
                  </a:cubicBezTo>
                  <a:close/>
                </a:path>
              </a:pathLst>
            </a:custGeom>
            <a:solidFill>
              <a:srgbClr val="B9B9B9"/>
            </a:solidFill>
            <a:ln w="5163" cap="flat">
              <a:noFill/>
              <a:prstDash val="solid"/>
              <a:miter/>
            </a:ln>
          </p:spPr>
          <p:txBody>
            <a:bodyPr/>
            <a:lstStyle/>
            <a:p>
              <a:endParaRPr lang="es-419" noProof="0" dirty="0"/>
            </a:p>
          </p:txBody>
        </p:sp>
      </p:grpSp>
      <p:sp>
        <p:nvSpPr>
          <p:cNvPr id="105" name="Forma libre: forma 104">
            <a:extLst>
              <a:ext uri="{FF2B5EF4-FFF2-40B4-BE49-F238E27FC236}">
                <a16:creationId xmlns:a16="http://schemas.microsoft.com/office/drawing/2014/main" id="{862126E1-5D99-69B0-55A7-ABA65E22F3DC}"/>
              </a:ext>
            </a:extLst>
          </p:cNvPr>
          <p:cNvSpPr/>
          <p:nvPr/>
        </p:nvSpPr>
        <p:spPr>
          <a:xfrm>
            <a:off x="466238" y="1431499"/>
            <a:ext cx="11558" cy="7543"/>
          </a:xfrm>
          <a:custGeom>
            <a:avLst/>
            <a:gdLst>
              <a:gd name="csX0" fmla="*/ 1635 w 11558"/>
              <a:gd name="csY0" fmla="*/ 3752 h 7543"/>
              <a:gd name="csX1" fmla="*/ 8241 w 11558"/>
              <a:gd name="csY1" fmla="*/ 3670 h 7543"/>
              <a:gd name="csX2" fmla="*/ 9050 w 11558"/>
              <a:gd name="csY2" fmla="*/ 7542 h 7543"/>
              <a:gd name="csX3" fmla="*/ 1635 w 11558"/>
              <a:gd name="csY3" fmla="*/ 3752 h 7543"/>
            </a:gdLst>
            <a:ahLst/>
            <a:cxnLst>
              <a:cxn ang="0">
                <a:pos x="csX0" y="csY0"/>
              </a:cxn>
              <a:cxn ang="0">
                <a:pos x="csX1" y="csY1"/>
              </a:cxn>
              <a:cxn ang="0">
                <a:pos x="csX2" y="csY2"/>
              </a:cxn>
              <a:cxn ang="0">
                <a:pos x="csX3" y="csY3"/>
              </a:cxn>
            </a:cxnLst>
            <a:rect l="l" t="t" r="r" b="b"/>
            <a:pathLst>
              <a:path w="11558" h="7543">
                <a:moveTo>
                  <a:pt x="1635" y="3752"/>
                </a:moveTo>
                <a:cubicBezTo>
                  <a:pt x="-2484" y="-1211"/>
                  <a:pt x="1718" y="-1263"/>
                  <a:pt x="8241" y="3670"/>
                </a:cubicBezTo>
                <a:cubicBezTo>
                  <a:pt x="12450" y="6854"/>
                  <a:pt x="12580" y="7473"/>
                  <a:pt x="9050" y="7542"/>
                </a:cubicBezTo>
                <a:cubicBezTo>
                  <a:pt x="6739" y="7587"/>
                  <a:pt x="3403" y="5882"/>
                  <a:pt x="1635" y="3752"/>
                </a:cubicBezTo>
                <a:close/>
              </a:path>
            </a:pathLst>
          </a:custGeom>
          <a:solidFill>
            <a:srgbClr val="B9B9B9"/>
          </a:solidFill>
          <a:ln w="5163" cap="flat">
            <a:noFill/>
            <a:prstDash val="solid"/>
            <a:miter/>
          </a:ln>
        </p:spPr>
        <p:txBody>
          <a:bodyPr/>
          <a:lstStyle/>
          <a:p>
            <a:endParaRPr lang="es-419" noProof="0" dirty="0"/>
          </a:p>
        </p:txBody>
      </p:sp>
      <p:grpSp>
        <p:nvGrpSpPr>
          <p:cNvPr id="106" name="Gráfico 39">
            <a:extLst>
              <a:ext uri="{FF2B5EF4-FFF2-40B4-BE49-F238E27FC236}">
                <a16:creationId xmlns:a16="http://schemas.microsoft.com/office/drawing/2014/main" id="{EB254C3B-6934-C626-7664-95E68DE4F283}"/>
              </a:ext>
            </a:extLst>
          </p:cNvPr>
          <p:cNvGrpSpPr/>
          <p:nvPr/>
        </p:nvGrpSpPr>
        <p:grpSpPr>
          <a:xfrm>
            <a:off x="73152" y="1028824"/>
            <a:ext cx="399884" cy="461679"/>
            <a:chOff x="73152" y="1028824"/>
            <a:chExt cx="399884" cy="461679"/>
          </a:xfrm>
          <a:solidFill>
            <a:srgbClr val="B9B9B9"/>
          </a:solidFill>
        </p:grpSpPr>
        <p:sp>
          <p:nvSpPr>
            <p:cNvPr id="107" name="Forma libre: forma 106">
              <a:extLst>
                <a:ext uri="{FF2B5EF4-FFF2-40B4-BE49-F238E27FC236}">
                  <a16:creationId xmlns:a16="http://schemas.microsoft.com/office/drawing/2014/main" id="{B5706740-C71F-D5DA-60C1-2402050ACC3C}"/>
                </a:ext>
              </a:extLst>
            </p:cNvPr>
            <p:cNvSpPr/>
            <p:nvPr/>
          </p:nvSpPr>
          <p:spPr>
            <a:xfrm>
              <a:off x="176169" y="1028824"/>
              <a:ext cx="296866" cy="461679"/>
            </a:xfrm>
            <a:custGeom>
              <a:avLst/>
              <a:gdLst>
                <a:gd name="csX0" fmla="*/ 234204 w 296866"/>
                <a:gd name="csY0" fmla="*/ 456793 h 461679"/>
                <a:gd name="csX1" fmla="*/ 189641 w 296866"/>
                <a:gd name="csY1" fmla="*/ 451076 h 461679"/>
                <a:gd name="csX2" fmla="*/ 192285 w 296866"/>
                <a:gd name="csY2" fmla="*/ 440463 h 461679"/>
                <a:gd name="csX3" fmla="*/ 192319 w 296866"/>
                <a:gd name="csY3" fmla="*/ 432599 h 461679"/>
                <a:gd name="csX4" fmla="*/ 190826 w 296866"/>
                <a:gd name="csY4" fmla="*/ 424368 h 461679"/>
                <a:gd name="csX5" fmla="*/ 194908 w 296866"/>
                <a:gd name="csY5" fmla="*/ 412652 h 461679"/>
                <a:gd name="csX6" fmla="*/ 188729 w 296866"/>
                <a:gd name="csY6" fmla="*/ 395950 h 461679"/>
                <a:gd name="csX7" fmla="*/ 175616 w 296866"/>
                <a:gd name="csY7" fmla="*/ 376348 h 461679"/>
                <a:gd name="csX8" fmla="*/ 165432 w 296866"/>
                <a:gd name="csY8" fmla="*/ 362612 h 461679"/>
                <a:gd name="csX9" fmla="*/ 157619 w 296866"/>
                <a:gd name="csY9" fmla="*/ 354047 h 461679"/>
                <a:gd name="csX10" fmla="*/ 123850 w 296866"/>
                <a:gd name="csY10" fmla="*/ 312204 h 461679"/>
                <a:gd name="csX11" fmla="*/ 110408 w 296866"/>
                <a:gd name="csY11" fmla="*/ 302524 h 461679"/>
                <a:gd name="csX12" fmla="*/ 90624 w 296866"/>
                <a:gd name="csY12" fmla="*/ 283830 h 461679"/>
                <a:gd name="csX13" fmla="*/ 80025 w 296866"/>
                <a:gd name="csY13" fmla="*/ 265391 h 461679"/>
                <a:gd name="csX14" fmla="*/ 76089 w 296866"/>
                <a:gd name="csY14" fmla="*/ 254455 h 461679"/>
                <a:gd name="csX15" fmla="*/ 73345 w 296866"/>
                <a:gd name="csY15" fmla="*/ 247079 h 461679"/>
                <a:gd name="csX16" fmla="*/ 72109 w 296866"/>
                <a:gd name="csY16" fmla="*/ 214519 h 461679"/>
                <a:gd name="csX17" fmla="*/ 68319 w 296866"/>
                <a:gd name="csY17" fmla="*/ 206510 h 461679"/>
                <a:gd name="csX18" fmla="*/ 67160 w 296866"/>
                <a:gd name="csY18" fmla="*/ 202519 h 461679"/>
                <a:gd name="csX19" fmla="*/ 64536 w 296866"/>
                <a:gd name="csY19" fmla="*/ 206365 h 461679"/>
                <a:gd name="csX20" fmla="*/ 61955 w 296866"/>
                <a:gd name="csY20" fmla="*/ 210237 h 461679"/>
                <a:gd name="csX21" fmla="*/ 59373 w 296866"/>
                <a:gd name="csY21" fmla="*/ 190811 h 461679"/>
                <a:gd name="csX22" fmla="*/ 48569 w 296866"/>
                <a:gd name="csY22" fmla="*/ 154736 h 461679"/>
                <a:gd name="csX23" fmla="*/ 46466 w 296866"/>
                <a:gd name="csY23" fmla="*/ 141789 h 461679"/>
                <a:gd name="csX24" fmla="*/ 38475 w 296866"/>
                <a:gd name="csY24" fmla="*/ 114684 h 461679"/>
                <a:gd name="csX25" fmla="*/ 28150 w 296866"/>
                <a:gd name="csY25" fmla="*/ 99082 h 461679"/>
                <a:gd name="csX26" fmla="*/ 25815 w 296866"/>
                <a:gd name="csY26" fmla="*/ 89273 h 461679"/>
                <a:gd name="csX27" fmla="*/ 22760 w 296866"/>
                <a:gd name="csY27" fmla="*/ 77852 h 461679"/>
                <a:gd name="csX28" fmla="*/ 21512 w 296866"/>
                <a:gd name="csY28" fmla="*/ 72990 h 461679"/>
                <a:gd name="csX29" fmla="*/ 26374 w 296866"/>
                <a:gd name="csY29" fmla="*/ 74238 h 461679"/>
                <a:gd name="csX30" fmla="*/ 33559 w 296866"/>
                <a:gd name="csY30" fmla="*/ 72129 h 461679"/>
                <a:gd name="csX31" fmla="*/ 29687 w 296866"/>
                <a:gd name="csY31" fmla="*/ 66967 h 461679"/>
                <a:gd name="csX32" fmla="*/ 25815 w 296866"/>
                <a:gd name="csY32" fmla="*/ 64277 h 461679"/>
                <a:gd name="csX33" fmla="*/ 20828 w 296866"/>
                <a:gd name="csY33" fmla="*/ 56236 h 461679"/>
                <a:gd name="csX34" fmla="*/ 14159 w 296866"/>
                <a:gd name="csY34" fmla="*/ 40210 h 461679"/>
                <a:gd name="csX35" fmla="*/ 6238 w 296866"/>
                <a:gd name="csY35" fmla="*/ 17321 h 461679"/>
                <a:gd name="csX36" fmla="*/ 0 w 296866"/>
                <a:gd name="csY36" fmla="*/ 2478 h 461679"/>
                <a:gd name="csX37" fmla="*/ 99386 w 296866"/>
                <a:gd name="csY37" fmla="*/ 3758 h 461679"/>
                <a:gd name="csX38" fmla="*/ 191027 w 296866"/>
                <a:gd name="csY38" fmla="*/ 12449 h 461679"/>
                <a:gd name="csX39" fmla="*/ 178059 w 296866"/>
                <a:gd name="csY39" fmla="*/ 27807 h 461679"/>
                <a:gd name="csX40" fmla="*/ 167369 w 296866"/>
                <a:gd name="csY40" fmla="*/ 45725 h 461679"/>
                <a:gd name="csX41" fmla="*/ 163079 w 296866"/>
                <a:gd name="csY41" fmla="*/ 80524 h 461679"/>
                <a:gd name="csX42" fmla="*/ 162631 w 296866"/>
                <a:gd name="csY42" fmla="*/ 83796 h 461679"/>
                <a:gd name="csX43" fmla="*/ 171021 w 296866"/>
                <a:gd name="csY43" fmla="*/ 93315 h 461679"/>
                <a:gd name="csX44" fmla="*/ 173406 w 296866"/>
                <a:gd name="csY44" fmla="*/ 109690 h 461679"/>
                <a:gd name="csX45" fmla="*/ 164850 w 296866"/>
                <a:gd name="csY45" fmla="*/ 145701 h 461679"/>
                <a:gd name="csX46" fmla="*/ 169084 w 296866"/>
                <a:gd name="csY46" fmla="*/ 169291 h 461679"/>
                <a:gd name="csX47" fmla="*/ 171477 w 296866"/>
                <a:gd name="csY47" fmla="*/ 213103 h 461679"/>
                <a:gd name="csX48" fmla="*/ 174210 w 296866"/>
                <a:gd name="csY48" fmla="*/ 257046 h 461679"/>
                <a:gd name="csX49" fmla="*/ 178120 w 296866"/>
                <a:gd name="csY49" fmla="*/ 261958 h 461679"/>
                <a:gd name="csX50" fmla="*/ 182243 w 296866"/>
                <a:gd name="csY50" fmla="*/ 269492 h 461679"/>
                <a:gd name="csX51" fmla="*/ 184937 w 296866"/>
                <a:gd name="csY51" fmla="*/ 277338 h 461679"/>
                <a:gd name="csX52" fmla="*/ 193415 w 296866"/>
                <a:gd name="csY52" fmla="*/ 285510 h 461679"/>
                <a:gd name="csX53" fmla="*/ 199664 w 296866"/>
                <a:gd name="csY53" fmla="*/ 290658 h 461679"/>
                <a:gd name="csX54" fmla="*/ 207927 w 296866"/>
                <a:gd name="csY54" fmla="*/ 300943 h 461679"/>
                <a:gd name="csX55" fmla="*/ 219722 w 296866"/>
                <a:gd name="csY55" fmla="*/ 315205 h 461679"/>
                <a:gd name="csX56" fmla="*/ 234342 w 296866"/>
                <a:gd name="csY56" fmla="*/ 331253 h 461679"/>
                <a:gd name="csX57" fmla="*/ 242348 w 296866"/>
                <a:gd name="csY57" fmla="*/ 342893 h 461679"/>
                <a:gd name="csX58" fmla="*/ 243886 w 296866"/>
                <a:gd name="csY58" fmla="*/ 354430 h 461679"/>
                <a:gd name="csX59" fmla="*/ 242906 w 296866"/>
                <a:gd name="csY59" fmla="*/ 363679 h 461679"/>
                <a:gd name="csX60" fmla="*/ 242638 w 296866"/>
                <a:gd name="csY60" fmla="*/ 372819 h 461679"/>
                <a:gd name="csX61" fmla="*/ 248980 w 296866"/>
                <a:gd name="csY61" fmla="*/ 375191 h 461679"/>
                <a:gd name="csX62" fmla="*/ 256854 w 296866"/>
                <a:gd name="csY62" fmla="*/ 380201 h 461679"/>
                <a:gd name="csX63" fmla="*/ 262017 w 296866"/>
                <a:gd name="csY63" fmla="*/ 385776 h 461679"/>
                <a:gd name="csX64" fmla="*/ 267554 w 296866"/>
                <a:gd name="csY64" fmla="*/ 396801 h 461679"/>
                <a:gd name="csX65" fmla="*/ 281559 w 296866"/>
                <a:gd name="csY65" fmla="*/ 416793 h 461679"/>
                <a:gd name="csX66" fmla="*/ 290755 w 296866"/>
                <a:gd name="csY66" fmla="*/ 428632 h 461679"/>
                <a:gd name="csX67" fmla="*/ 294624 w 296866"/>
                <a:gd name="csY67" fmla="*/ 440196 h 461679"/>
                <a:gd name="csX68" fmla="*/ 296867 w 296866"/>
                <a:gd name="csY68" fmla="*/ 451755 h 461679"/>
                <a:gd name="csX69" fmla="*/ 287186 w 296866"/>
                <a:gd name="csY69" fmla="*/ 461588 h 461679"/>
                <a:gd name="csX70" fmla="*/ 234204 w 296866"/>
                <a:gd name="csY70" fmla="*/ 456793 h 4616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Lst>
              <a:rect l="l" t="t" r="r" b="b"/>
              <a:pathLst>
                <a:path w="296866" h="461679">
                  <a:moveTo>
                    <a:pt x="234204" y="456793"/>
                  </a:moveTo>
                  <a:cubicBezTo>
                    <a:pt x="210389" y="454343"/>
                    <a:pt x="190335" y="451771"/>
                    <a:pt x="189641" y="451076"/>
                  </a:cubicBezTo>
                  <a:cubicBezTo>
                    <a:pt x="188946" y="450382"/>
                    <a:pt x="190136" y="445606"/>
                    <a:pt x="192285" y="440463"/>
                  </a:cubicBezTo>
                  <a:cubicBezTo>
                    <a:pt x="195748" y="432175"/>
                    <a:pt x="195752" y="431281"/>
                    <a:pt x="192319" y="432599"/>
                  </a:cubicBezTo>
                  <a:cubicBezTo>
                    <a:pt x="188021" y="434248"/>
                    <a:pt x="186953" y="428358"/>
                    <a:pt x="190826" y="424368"/>
                  </a:cubicBezTo>
                  <a:cubicBezTo>
                    <a:pt x="192136" y="423019"/>
                    <a:pt x="193972" y="417747"/>
                    <a:pt x="194908" y="412652"/>
                  </a:cubicBezTo>
                  <a:cubicBezTo>
                    <a:pt x="196394" y="404559"/>
                    <a:pt x="195613" y="402447"/>
                    <a:pt x="188729" y="395950"/>
                  </a:cubicBezTo>
                  <a:cubicBezTo>
                    <a:pt x="184395" y="391860"/>
                    <a:pt x="178494" y="383039"/>
                    <a:pt x="175616" y="376348"/>
                  </a:cubicBezTo>
                  <a:cubicBezTo>
                    <a:pt x="172738" y="369658"/>
                    <a:pt x="168155" y="363476"/>
                    <a:pt x="165432" y="362612"/>
                  </a:cubicBezTo>
                  <a:cubicBezTo>
                    <a:pt x="162709" y="361748"/>
                    <a:pt x="159193" y="357894"/>
                    <a:pt x="157619" y="354047"/>
                  </a:cubicBezTo>
                  <a:cubicBezTo>
                    <a:pt x="149821" y="334997"/>
                    <a:pt x="131426" y="312204"/>
                    <a:pt x="123850" y="312204"/>
                  </a:cubicBezTo>
                  <a:cubicBezTo>
                    <a:pt x="121509" y="312204"/>
                    <a:pt x="115460" y="307848"/>
                    <a:pt x="110408" y="302524"/>
                  </a:cubicBezTo>
                  <a:cubicBezTo>
                    <a:pt x="105356" y="297200"/>
                    <a:pt x="96453" y="288788"/>
                    <a:pt x="90624" y="283830"/>
                  </a:cubicBezTo>
                  <a:cubicBezTo>
                    <a:pt x="81794" y="276321"/>
                    <a:pt x="80025" y="273244"/>
                    <a:pt x="80025" y="265391"/>
                  </a:cubicBezTo>
                  <a:cubicBezTo>
                    <a:pt x="80025" y="259326"/>
                    <a:pt x="78622" y="255426"/>
                    <a:pt x="76089" y="254455"/>
                  </a:cubicBezTo>
                  <a:cubicBezTo>
                    <a:pt x="73596" y="253498"/>
                    <a:pt x="72591" y="250794"/>
                    <a:pt x="73345" y="247079"/>
                  </a:cubicBezTo>
                  <a:cubicBezTo>
                    <a:pt x="77548" y="226392"/>
                    <a:pt x="77309" y="220102"/>
                    <a:pt x="72109" y="214519"/>
                  </a:cubicBezTo>
                  <a:cubicBezTo>
                    <a:pt x="69219" y="211417"/>
                    <a:pt x="67513" y="207813"/>
                    <a:pt x="68319" y="206510"/>
                  </a:cubicBezTo>
                  <a:cubicBezTo>
                    <a:pt x="69124" y="205206"/>
                    <a:pt x="68603" y="203410"/>
                    <a:pt x="67160" y="202519"/>
                  </a:cubicBezTo>
                  <a:cubicBezTo>
                    <a:pt x="65698" y="201615"/>
                    <a:pt x="64536" y="203319"/>
                    <a:pt x="64536" y="206365"/>
                  </a:cubicBezTo>
                  <a:cubicBezTo>
                    <a:pt x="64536" y="209372"/>
                    <a:pt x="63375" y="211114"/>
                    <a:pt x="61955" y="210237"/>
                  </a:cubicBezTo>
                  <a:cubicBezTo>
                    <a:pt x="60535" y="209360"/>
                    <a:pt x="59373" y="200618"/>
                    <a:pt x="59373" y="190811"/>
                  </a:cubicBezTo>
                  <a:cubicBezTo>
                    <a:pt x="59373" y="173740"/>
                    <a:pt x="53682" y="154736"/>
                    <a:pt x="48569" y="154736"/>
                  </a:cubicBezTo>
                  <a:cubicBezTo>
                    <a:pt x="47413" y="154736"/>
                    <a:pt x="46466" y="148910"/>
                    <a:pt x="46466" y="141789"/>
                  </a:cubicBezTo>
                  <a:cubicBezTo>
                    <a:pt x="46466" y="132086"/>
                    <a:pt x="44464" y="125296"/>
                    <a:pt x="38475" y="114684"/>
                  </a:cubicBezTo>
                  <a:cubicBezTo>
                    <a:pt x="34080" y="106897"/>
                    <a:pt x="29434" y="99876"/>
                    <a:pt x="28150" y="99082"/>
                  </a:cubicBezTo>
                  <a:cubicBezTo>
                    <a:pt x="26865" y="98289"/>
                    <a:pt x="25815" y="93874"/>
                    <a:pt x="25815" y="89273"/>
                  </a:cubicBezTo>
                  <a:cubicBezTo>
                    <a:pt x="25815" y="84671"/>
                    <a:pt x="24440" y="79532"/>
                    <a:pt x="22760" y="77852"/>
                  </a:cubicBezTo>
                  <a:cubicBezTo>
                    <a:pt x="21080" y="76172"/>
                    <a:pt x="20518" y="73984"/>
                    <a:pt x="21512" y="72990"/>
                  </a:cubicBezTo>
                  <a:cubicBezTo>
                    <a:pt x="22506" y="71996"/>
                    <a:pt x="24694" y="72558"/>
                    <a:pt x="26374" y="74238"/>
                  </a:cubicBezTo>
                  <a:cubicBezTo>
                    <a:pt x="30884" y="78748"/>
                    <a:pt x="33559" y="77963"/>
                    <a:pt x="33559" y="72129"/>
                  </a:cubicBezTo>
                  <a:cubicBezTo>
                    <a:pt x="33559" y="69261"/>
                    <a:pt x="31838" y="66967"/>
                    <a:pt x="29687" y="66967"/>
                  </a:cubicBezTo>
                  <a:cubicBezTo>
                    <a:pt x="27557" y="66967"/>
                    <a:pt x="25815" y="65756"/>
                    <a:pt x="25815" y="64277"/>
                  </a:cubicBezTo>
                  <a:cubicBezTo>
                    <a:pt x="25815" y="62798"/>
                    <a:pt x="23571" y="59179"/>
                    <a:pt x="20828" y="56236"/>
                  </a:cubicBezTo>
                  <a:cubicBezTo>
                    <a:pt x="18086" y="53292"/>
                    <a:pt x="15085" y="46080"/>
                    <a:pt x="14159" y="40210"/>
                  </a:cubicBezTo>
                  <a:cubicBezTo>
                    <a:pt x="13233" y="34339"/>
                    <a:pt x="9669" y="24039"/>
                    <a:pt x="6238" y="17321"/>
                  </a:cubicBezTo>
                  <a:cubicBezTo>
                    <a:pt x="2807" y="10603"/>
                    <a:pt x="0" y="3924"/>
                    <a:pt x="0" y="2478"/>
                  </a:cubicBezTo>
                  <a:cubicBezTo>
                    <a:pt x="0" y="-1152"/>
                    <a:pt x="23478" y="-850"/>
                    <a:pt x="99386" y="3758"/>
                  </a:cubicBezTo>
                  <a:cubicBezTo>
                    <a:pt x="175010" y="8348"/>
                    <a:pt x="191027" y="9867"/>
                    <a:pt x="191027" y="12449"/>
                  </a:cubicBezTo>
                  <a:cubicBezTo>
                    <a:pt x="191027" y="13496"/>
                    <a:pt x="185192" y="20407"/>
                    <a:pt x="178059" y="27807"/>
                  </a:cubicBezTo>
                  <a:cubicBezTo>
                    <a:pt x="167978" y="38266"/>
                    <a:pt x="165598" y="42256"/>
                    <a:pt x="167369" y="45725"/>
                  </a:cubicBezTo>
                  <a:cubicBezTo>
                    <a:pt x="174634" y="59948"/>
                    <a:pt x="171699" y="83751"/>
                    <a:pt x="163079" y="80524"/>
                  </a:cubicBezTo>
                  <a:cubicBezTo>
                    <a:pt x="159180" y="79065"/>
                    <a:pt x="159137" y="79384"/>
                    <a:pt x="162631" y="83796"/>
                  </a:cubicBezTo>
                  <a:cubicBezTo>
                    <a:pt x="164761" y="86485"/>
                    <a:pt x="168536" y="90769"/>
                    <a:pt x="171021" y="93315"/>
                  </a:cubicBezTo>
                  <a:cubicBezTo>
                    <a:pt x="175834" y="98246"/>
                    <a:pt x="176913" y="105657"/>
                    <a:pt x="173406" y="109690"/>
                  </a:cubicBezTo>
                  <a:cubicBezTo>
                    <a:pt x="169336" y="114370"/>
                    <a:pt x="164942" y="132862"/>
                    <a:pt x="164850" y="145701"/>
                  </a:cubicBezTo>
                  <a:cubicBezTo>
                    <a:pt x="164711" y="165107"/>
                    <a:pt x="165194" y="167798"/>
                    <a:pt x="169084" y="169291"/>
                  </a:cubicBezTo>
                  <a:cubicBezTo>
                    <a:pt x="171992" y="170406"/>
                    <a:pt x="172437" y="178546"/>
                    <a:pt x="171477" y="213103"/>
                  </a:cubicBezTo>
                  <a:cubicBezTo>
                    <a:pt x="170471" y="249367"/>
                    <a:pt x="170869" y="255764"/>
                    <a:pt x="174210" y="257046"/>
                  </a:cubicBezTo>
                  <a:cubicBezTo>
                    <a:pt x="176360" y="257871"/>
                    <a:pt x="178120" y="260081"/>
                    <a:pt x="178120" y="261958"/>
                  </a:cubicBezTo>
                  <a:cubicBezTo>
                    <a:pt x="178120" y="263834"/>
                    <a:pt x="179975" y="267225"/>
                    <a:pt x="182243" y="269492"/>
                  </a:cubicBezTo>
                  <a:cubicBezTo>
                    <a:pt x="184511" y="271760"/>
                    <a:pt x="185723" y="275291"/>
                    <a:pt x="184937" y="277338"/>
                  </a:cubicBezTo>
                  <a:cubicBezTo>
                    <a:pt x="183466" y="281172"/>
                    <a:pt x="186953" y="284533"/>
                    <a:pt x="193415" y="285510"/>
                  </a:cubicBezTo>
                  <a:cubicBezTo>
                    <a:pt x="195439" y="285815"/>
                    <a:pt x="198251" y="288132"/>
                    <a:pt x="199664" y="290658"/>
                  </a:cubicBezTo>
                  <a:cubicBezTo>
                    <a:pt x="201078" y="293183"/>
                    <a:pt x="204796" y="297811"/>
                    <a:pt x="207927" y="300943"/>
                  </a:cubicBezTo>
                  <a:cubicBezTo>
                    <a:pt x="211058" y="304074"/>
                    <a:pt x="216366" y="310492"/>
                    <a:pt x="219722" y="315205"/>
                  </a:cubicBezTo>
                  <a:cubicBezTo>
                    <a:pt x="223078" y="319918"/>
                    <a:pt x="229657" y="327140"/>
                    <a:pt x="234342" y="331253"/>
                  </a:cubicBezTo>
                  <a:cubicBezTo>
                    <a:pt x="239027" y="335367"/>
                    <a:pt x="242630" y="340605"/>
                    <a:pt x="242348" y="342893"/>
                  </a:cubicBezTo>
                  <a:cubicBezTo>
                    <a:pt x="242066" y="345182"/>
                    <a:pt x="242758" y="350373"/>
                    <a:pt x="243886" y="354430"/>
                  </a:cubicBezTo>
                  <a:cubicBezTo>
                    <a:pt x="245242" y="359308"/>
                    <a:pt x="244910" y="362440"/>
                    <a:pt x="242906" y="363679"/>
                  </a:cubicBezTo>
                  <a:cubicBezTo>
                    <a:pt x="240669" y="365062"/>
                    <a:pt x="240599" y="367456"/>
                    <a:pt x="242638" y="372819"/>
                  </a:cubicBezTo>
                  <a:cubicBezTo>
                    <a:pt x="245274" y="379752"/>
                    <a:pt x="245565" y="379861"/>
                    <a:pt x="248980" y="375191"/>
                  </a:cubicBezTo>
                  <a:cubicBezTo>
                    <a:pt x="253071" y="369596"/>
                    <a:pt x="256854" y="372003"/>
                    <a:pt x="256854" y="380201"/>
                  </a:cubicBezTo>
                  <a:cubicBezTo>
                    <a:pt x="256854" y="384054"/>
                    <a:pt x="258448" y="385776"/>
                    <a:pt x="262017" y="385776"/>
                  </a:cubicBezTo>
                  <a:cubicBezTo>
                    <a:pt x="266316" y="385777"/>
                    <a:pt x="267243" y="387623"/>
                    <a:pt x="267554" y="396801"/>
                  </a:cubicBezTo>
                  <a:cubicBezTo>
                    <a:pt x="267995" y="409833"/>
                    <a:pt x="271290" y="414537"/>
                    <a:pt x="281559" y="416793"/>
                  </a:cubicBezTo>
                  <a:cubicBezTo>
                    <a:pt x="287964" y="418199"/>
                    <a:pt x="289378" y="420020"/>
                    <a:pt x="290755" y="428632"/>
                  </a:cubicBezTo>
                  <a:cubicBezTo>
                    <a:pt x="291650" y="434230"/>
                    <a:pt x="293391" y="439433"/>
                    <a:pt x="294624" y="440196"/>
                  </a:cubicBezTo>
                  <a:cubicBezTo>
                    <a:pt x="295858" y="440958"/>
                    <a:pt x="296867" y="446160"/>
                    <a:pt x="296867" y="451755"/>
                  </a:cubicBezTo>
                  <a:cubicBezTo>
                    <a:pt x="296867" y="461851"/>
                    <a:pt x="296793" y="461926"/>
                    <a:pt x="287186" y="461588"/>
                  </a:cubicBezTo>
                  <a:cubicBezTo>
                    <a:pt x="281862" y="461400"/>
                    <a:pt x="258020" y="459243"/>
                    <a:pt x="234204" y="456793"/>
                  </a:cubicBezTo>
                  <a:close/>
                </a:path>
              </a:pathLst>
            </a:custGeom>
            <a:solidFill>
              <a:srgbClr val="B9B9B9"/>
            </a:solidFill>
            <a:ln w="5163" cap="flat">
              <a:noFill/>
              <a:prstDash val="solid"/>
              <a:miter/>
            </a:ln>
          </p:spPr>
          <p:txBody>
            <a:bodyPr/>
            <a:lstStyle/>
            <a:p>
              <a:endParaRPr lang="es-419" noProof="0" dirty="0"/>
            </a:p>
          </p:txBody>
        </p:sp>
        <p:sp>
          <p:nvSpPr>
            <p:cNvPr id="108" name="Forma libre: forma 107">
              <a:extLst>
                <a:ext uri="{FF2B5EF4-FFF2-40B4-BE49-F238E27FC236}">
                  <a16:creationId xmlns:a16="http://schemas.microsoft.com/office/drawing/2014/main" id="{380F3B30-183F-D7FE-B0CC-7A457932290E}"/>
                </a:ext>
              </a:extLst>
            </p:cNvPr>
            <p:cNvSpPr/>
            <p:nvPr/>
          </p:nvSpPr>
          <p:spPr>
            <a:xfrm>
              <a:off x="259777" y="1434618"/>
              <a:ext cx="20905" cy="34765"/>
            </a:xfrm>
            <a:custGeom>
              <a:avLst/>
              <a:gdLst>
                <a:gd name="csX0" fmla="*/ 7343 w 20905"/>
                <a:gd name="csY0" fmla="*/ 31742 h 34765"/>
                <a:gd name="csX1" fmla="*/ 5095 w 20905"/>
                <a:gd name="csY1" fmla="*/ 22712 h 34765"/>
                <a:gd name="csX2" fmla="*/ 11946 w 20905"/>
                <a:gd name="csY2" fmla="*/ 12959 h 34765"/>
                <a:gd name="csX3" fmla="*/ 17992 w 20905"/>
                <a:gd name="csY3" fmla="*/ 1997 h 34765"/>
                <a:gd name="csX4" fmla="*/ 19063 w 20905"/>
                <a:gd name="csY4" fmla="*/ 27093 h 34765"/>
                <a:gd name="csX5" fmla="*/ 7343 w 20905"/>
                <a:gd name="csY5" fmla="*/ 31742 h 34765"/>
              </a:gdLst>
              <a:ahLst/>
              <a:cxnLst>
                <a:cxn ang="0">
                  <a:pos x="csX0" y="csY0"/>
                </a:cxn>
                <a:cxn ang="0">
                  <a:pos x="csX1" y="csY1"/>
                </a:cxn>
                <a:cxn ang="0">
                  <a:pos x="csX2" y="csY2"/>
                </a:cxn>
                <a:cxn ang="0">
                  <a:pos x="csX3" y="csY3"/>
                </a:cxn>
                <a:cxn ang="0">
                  <a:pos x="csX4" y="csY4"/>
                </a:cxn>
                <a:cxn ang="0">
                  <a:pos x="csX5" y="csY5"/>
                </a:cxn>
              </a:cxnLst>
              <a:rect l="l" t="t" r="r" b="b"/>
              <a:pathLst>
                <a:path w="20905" h="34765">
                  <a:moveTo>
                    <a:pt x="7343" y="31742"/>
                  </a:moveTo>
                  <a:cubicBezTo>
                    <a:pt x="-1878" y="26647"/>
                    <a:pt x="-2170" y="25474"/>
                    <a:pt x="5095" y="22712"/>
                  </a:cubicBezTo>
                  <a:cubicBezTo>
                    <a:pt x="10179" y="20779"/>
                    <a:pt x="11916" y="18306"/>
                    <a:pt x="11946" y="12959"/>
                  </a:cubicBezTo>
                  <a:cubicBezTo>
                    <a:pt x="11996" y="3833"/>
                    <a:pt x="16177" y="-3749"/>
                    <a:pt x="17992" y="1997"/>
                  </a:cubicBezTo>
                  <a:cubicBezTo>
                    <a:pt x="21527" y="13191"/>
                    <a:pt x="21797" y="19522"/>
                    <a:pt x="19063" y="27093"/>
                  </a:cubicBezTo>
                  <a:cubicBezTo>
                    <a:pt x="15722" y="36343"/>
                    <a:pt x="15691" y="36355"/>
                    <a:pt x="7343" y="31742"/>
                  </a:cubicBezTo>
                  <a:close/>
                </a:path>
              </a:pathLst>
            </a:custGeom>
            <a:solidFill>
              <a:srgbClr val="B9B9B9"/>
            </a:solidFill>
            <a:ln w="5163" cap="flat">
              <a:noFill/>
              <a:prstDash val="solid"/>
              <a:miter/>
            </a:ln>
          </p:spPr>
          <p:txBody>
            <a:bodyPr/>
            <a:lstStyle/>
            <a:p>
              <a:endParaRPr lang="es-419" noProof="0" dirty="0"/>
            </a:p>
          </p:txBody>
        </p:sp>
        <p:sp>
          <p:nvSpPr>
            <p:cNvPr id="109" name="Forma libre: forma 108">
              <a:extLst>
                <a:ext uri="{FF2B5EF4-FFF2-40B4-BE49-F238E27FC236}">
                  <a16:creationId xmlns:a16="http://schemas.microsoft.com/office/drawing/2014/main" id="{0EBA1A02-861E-6EAC-B2C5-788E773FDE90}"/>
                </a:ext>
              </a:extLst>
            </p:cNvPr>
            <p:cNvSpPr/>
            <p:nvPr/>
          </p:nvSpPr>
          <p:spPr>
            <a:xfrm>
              <a:off x="73152" y="1375664"/>
              <a:ext cx="14357" cy="42577"/>
            </a:xfrm>
            <a:custGeom>
              <a:avLst/>
              <a:gdLst>
                <a:gd name="csX0" fmla="*/ 7495 w 14357"/>
                <a:gd name="csY0" fmla="*/ 37645 h 42577"/>
                <a:gd name="csX1" fmla="*/ 3632 w 14357"/>
                <a:gd name="csY1" fmla="*/ 24738 h 42577"/>
                <a:gd name="csX2" fmla="*/ 3632 w 14357"/>
                <a:gd name="csY2" fmla="*/ 1505 h 42577"/>
                <a:gd name="csX3" fmla="*/ 7504 w 14357"/>
                <a:gd name="csY3" fmla="*/ 6137 h 42577"/>
                <a:gd name="csX4" fmla="*/ 10146 w 14357"/>
                <a:gd name="csY4" fmla="*/ 14863 h 42577"/>
                <a:gd name="csX5" fmla="*/ 11643 w 14357"/>
                <a:gd name="csY5" fmla="*/ 38936 h 42577"/>
                <a:gd name="csX6" fmla="*/ 7495 w 14357"/>
                <a:gd name="csY6" fmla="*/ 37645 h 42577"/>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4357" h="42577">
                  <a:moveTo>
                    <a:pt x="7495" y="37645"/>
                  </a:moveTo>
                  <a:cubicBezTo>
                    <a:pt x="7399" y="34096"/>
                    <a:pt x="5661" y="28288"/>
                    <a:pt x="3632" y="24738"/>
                  </a:cubicBezTo>
                  <a:cubicBezTo>
                    <a:pt x="-1211" y="16267"/>
                    <a:pt x="-1211" y="5524"/>
                    <a:pt x="3632" y="1505"/>
                  </a:cubicBezTo>
                  <a:cubicBezTo>
                    <a:pt x="6929" y="-1232"/>
                    <a:pt x="7504" y="-544"/>
                    <a:pt x="7504" y="6137"/>
                  </a:cubicBezTo>
                  <a:cubicBezTo>
                    <a:pt x="7504" y="10452"/>
                    <a:pt x="8693" y="14378"/>
                    <a:pt x="10146" y="14863"/>
                  </a:cubicBezTo>
                  <a:cubicBezTo>
                    <a:pt x="14898" y="16447"/>
                    <a:pt x="15948" y="33343"/>
                    <a:pt x="11643" y="38936"/>
                  </a:cubicBezTo>
                  <a:cubicBezTo>
                    <a:pt x="7745" y="44000"/>
                    <a:pt x="7665" y="43975"/>
                    <a:pt x="7495" y="37645"/>
                  </a:cubicBezTo>
                  <a:close/>
                </a:path>
              </a:pathLst>
            </a:custGeom>
            <a:solidFill>
              <a:srgbClr val="B9B9B9"/>
            </a:solidFill>
            <a:ln w="5163" cap="flat">
              <a:noFill/>
              <a:prstDash val="solid"/>
              <a:miter/>
            </a:ln>
          </p:spPr>
          <p:txBody>
            <a:bodyPr/>
            <a:lstStyle/>
            <a:p>
              <a:endParaRPr lang="es-419" noProof="0" dirty="0"/>
            </a:p>
          </p:txBody>
        </p:sp>
        <p:sp>
          <p:nvSpPr>
            <p:cNvPr id="110" name="Forma libre: forma 109">
              <a:extLst>
                <a:ext uri="{FF2B5EF4-FFF2-40B4-BE49-F238E27FC236}">
                  <a16:creationId xmlns:a16="http://schemas.microsoft.com/office/drawing/2014/main" id="{F1FC48D4-13CA-70A2-ACBC-739E67ED14F4}"/>
                </a:ext>
              </a:extLst>
            </p:cNvPr>
            <p:cNvSpPr/>
            <p:nvPr/>
          </p:nvSpPr>
          <p:spPr>
            <a:xfrm>
              <a:off x="420547" y="1341567"/>
              <a:ext cx="36589" cy="57857"/>
            </a:xfrm>
            <a:custGeom>
              <a:avLst/>
              <a:gdLst>
                <a:gd name="csX0" fmla="*/ 24033 w 36589"/>
                <a:gd name="csY0" fmla="*/ 48231 h 57857"/>
                <a:gd name="csX1" fmla="*/ 8875 w 36589"/>
                <a:gd name="csY1" fmla="*/ 31730 h 57857"/>
                <a:gd name="csX2" fmla="*/ 2815 w 36589"/>
                <a:gd name="csY2" fmla="*/ 140 h 57857"/>
                <a:gd name="csX3" fmla="*/ 18571 w 36589"/>
                <a:gd name="csY3" fmla="*/ 17532 h 57857"/>
                <a:gd name="csX4" fmla="*/ 26156 w 36589"/>
                <a:gd name="csY4" fmla="*/ 27858 h 57857"/>
                <a:gd name="csX5" fmla="*/ 32361 w 36589"/>
                <a:gd name="csY5" fmla="*/ 36599 h 57857"/>
                <a:gd name="csX6" fmla="*/ 34380 w 36589"/>
                <a:gd name="csY6" fmla="*/ 51018 h 57857"/>
                <a:gd name="csX7" fmla="*/ 24033 w 36589"/>
                <a:gd name="csY7" fmla="*/ 48231 h 578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6589" h="57857">
                  <a:moveTo>
                    <a:pt x="24033" y="48231"/>
                  </a:moveTo>
                  <a:cubicBezTo>
                    <a:pt x="18251" y="41995"/>
                    <a:pt x="11430" y="34569"/>
                    <a:pt x="8875" y="31730"/>
                  </a:cubicBezTo>
                  <a:cubicBezTo>
                    <a:pt x="870" y="22831"/>
                    <a:pt x="-3051" y="2391"/>
                    <a:pt x="2815" y="140"/>
                  </a:cubicBezTo>
                  <a:cubicBezTo>
                    <a:pt x="7073" y="-1494"/>
                    <a:pt x="18931" y="11596"/>
                    <a:pt x="18571" y="17532"/>
                  </a:cubicBezTo>
                  <a:cubicBezTo>
                    <a:pt x="18043" y="26212"/>
                    <a:pt x="19252" y="27858"/>
                    <a:pt x="26156" y="27858"/>
                  </a:cubicBezTo>
                  <a:cubicBezTo>
                    <a:pt x="32848" y="27858"/>
                    <a:pt x="33306" y="28504"/>
                    <a:pt x="32361" y="36599"/>
                  </a:cubicBezTo>
                  <a:cubicBezTo>
                    <a:pt x="31800" y="41406"/>
                    <a:pt x="32708" y="47895"/>
                    <a:pt x="34380" y="51018"/>
                  </a:cubicBezTo>
                  <a:cubicBezTo>
                    <a:pt x="39819" y="61181"/>
                    <a:pt x="34782" y="59825"/>
                    <a:pt x="24033" y="48231"/>
                  </a:cubicBezTo>
                  <a:close/>
                </a:path>
              </a:pathLst>
            </a:custGeom>
            <a:solidFill>
              <a:srgbClr val="B9B9B9"/>
            </a:solidFill>
            <a:ln w="5163" cap="flat">
              <a:noFill/>
              <a:prstDash val="solid"/>
              <a:miter/>
            </a:ln>
          </p:spPr>
          <p:txBody>
            <a:bodyPr/>
            <a:lstStyle/>
            <a:p>
              <a:endParaRPr lang="es-419" noProof="0" dirty="0"/>
            </a:p>
          </p:txBody>
        </p:sp>
      </p:grpSp>
      <p:grpSp>
        <p:nvGrpSpPr>
          <p:cNvPr id="111" name="Gráfico 39">
            <a:extLst>
              <a:ext uri="{FF2B5EF4-FFF2-40B4-BE49-F238E27FC236}">
                <a16:creationId xmlns:a16="http://schemas.microsoft.com/office/drawing/2014/main" id="{DB16EB2F-A788-13B7-2720-FBAE270EDAEA}"/>
              </a:ext>
            </a:extLst>
          </p:cNvPr>
          <p:cNvGrpSpPr/>
          <p:nvPr/>
        </p:nvGrpSpPr>
        <p:grpSpPr>
          <a:xfrm>
            <a:off x="347681" y="1057339"/>
            <a:ext cx="481325" cy="621418"/>
            <a:chOff x="347681" y="1057339"/>
            <a:chExt cx="481325" cy="621418"/>
          </a:xfrm>
          <a:solidFill>
            <a:srgbClr val="B9B9B9"/>
          </a:solidFill>
        </p:grpSpPr>
        <p:grpSp>
          <p:nvGrpSpPr>
            <p:cNvPr id="112" name="Gráfico 39">
              <a:extLst>
                <a:ext uri="{FF2B5EF4-FFF2-40B4-BE49-F238E27FC236}">
                  <a16:creationId xmlns:a16="http://schemas.microsoft.com/office/drawing/2014/main" id="{58946A38-F408-EF19-4E1F-AE8473914712}"/>
                </a:ext>
              </a:extLst>
            </p:cNvPr>
            <p:cNvGrpSpPr/>
            <p:nvPr/>
          </p:nvGrpSpPr>
          <p:grpSpPr>
            <a:xfrm>
              <a:off x="492211" y="1384222"/>
              <a:ext cx="33498" cy="51895"/>
              <a:chOff x="492211" y="1384222"/>
              <a:chExt cx="33498" cy="51895"/>
            </a:xfrm>
            <a:solidFill>
              <a:srgbClr val="B9B9B9"/>
            </a:solidFill>
          </p:grpSpPr>
          <p:sp>
            <p:nvSpPr>
              <p:cNvPr id="113" name="Forma libre: forma 112">
                <a:extLst>
                  <a:ext uri="{FF2B5EF4-FFF2-40B4-BE49-F238E27FC236}">
                    <a16:creationId xmlns:a16="http://schemas.microsoft.com/office/drawing/2014/main" id="{9A09FDF8-A09B-A3A3-E4C6-4CC3D19A944E}"/>
                  </a:ext>
                </a:extLst>
              </p:cNvPr>
              <p:cNvSpPr/>
              <p:nvPr/>
            </p:nvSpPr>
            <p:spPr>
              <a:xfrm>
                <a:off x="492211" y="1428798"/>
                <a:ext cx="6246" cy="7319"/>
              </a:xfrm>
              <a:custGeom>
                <a:avLst/>
                <a:gdLst>
                  <a:gd name="csX0" fmla="*/ 460 w 6246"/>
                  <a:gd name="csY0" fmla="*/ 4088 h 7319"/>
                  <a:gd name="csX1" fmla="*/ 4549 w 6246"/>
                  <a:gd name="csY1" fmla="*/ 0 h 7319"/>
                  <a:gd name="csX2" fmla="*/ 1959 w 6246"/>
                  <a:gd name="csY2" fmla="*/ 7153 h 7319"/>
                  <a:gd name="csX3" fmla="*/ 460 w 6246"/>
                  <a:gd name="csY3" fmla="*/ 4088 h 7319"/>
                </a:gdLst>
                <a:ahLst/>
                <a:cxnLst>
                  <a:cxn ang="0">
                    <a:pos x="csX0" y="csY0"/>
                  </a:cxn>
                  <a:cxn ang="0">
                    <a:pos x="csX1" y="csY1"/>
                  </a:cxn>
                  <a:cxn ang="0">
                    <a:pos x="csX2" y="csY2"/>
                  </a:cxn>
                  <a:cxn ang="0">
                    <a:pos x="csX3" y="csY3"/>
                  </a:cxn>
                </a:cxnLst>
                <a:rect l="l" t="t" r="r" b="b"/>
                <a:pathLst>
                  <a:path w="6246" h="7319">
                    <a:moveTo>
                      <a:pt x="460" y="4088"/>
                    </a:moveTo>
                    <a:cubicBezTo>
                      <a:pt x="1323" y="1840"/>
                      <a:pt x="3163" y="0"/>
                      <a:pt x="4549" y="0"/>
                    </a:cubicBezTo>
                    <a:cubicBezTo>
                      <a:pt x="7942" y="0"/>
                      <a:pt x="5818" y="5867"/>
                      <a:pt x="1959" y="7153"/>
                    </a:cubicBezTo>
                    <a:cubicBezTo>
                      <a:pt x="72" y="7782"/>
                      <a:pt x="-505" y="6602"/>
                      <a:pt x="460" y="4088"/>
                    </a:cubicBezTo>
                    <a:close/>
                  </a:path>
                </a:pathLst>
              </a:custGeom>
              <a:solidFill>
                <a:srgbClr val="B9B9B9"/>
              </a:solidFill>
              <a:ln w="5163" cap="flat">
                <a:noFill/>
                <a:prstDash val="solid"/>
                <a:miter/>
              </a:ln>
            </p:spPr>
            <p:txBody>
              <a:bodyPr/>
              <a:lstStyle/>
              <a:p>
                <a:endParaRPr lang="es-419" noProof="0" dirty="0"/>
              </a:p>
            </p:txBody>
          </p:sp>
          <p:sp>
            <p:nvSpPr>
              <p:cNvPr id="114" name="Forma libre: forma 113">
                <a:extLst>
                  <a:ext uri="{FF2B5EF4-FFF2-40B4-BE49-F238E27FC236}">
                    <a16:creationId xmlns:a16="http://schemas.microsoft.com/office/drawing/2014/main" id="{D6D99F9E-EB57-D707-4DE9-33BA780ED7AE}"/>
                  </a:ext>
                </a:extLst>
              </p:cNvPr>
              <p:cNvSpPr/>
              <p:nvPr/>
            </p:nvSpPr>
            <p:spPr>
              <a:xfrm>
                <a:off x="495379" y="1384222"/>
                <a:ext cx="30331" cy="44105"/>
              </a:xfrm>
              <a:custGeom>
                <a:avLst/>
                <a:gdLst>
                  <a:gd name="csX0" fmla="*/ 10578 w 30331"/>
                  <a:gd name="csY0" fmla="*/ 40845 h 44105"/>
                  <a:gd name="csX1" fmla="*/ 3426 w 30331"/>
                  <a:gd name="csY1" fmla="*/ 27268 h 44105"/>
                  <a:gd name="csX2" fmla="*/ 8634 w 30331"/>
                  <a:gd name="csY2" fmla="*/ 13316 h 44105"/>
                  <a:gd name="csX3" fmla="*/ 25629 w 30331"/>
                  <a:gd name="csY3" fmla="*/ 1695 h 44105"/>
                  <a:gd name="csX4" fmla="*/ 27283 w 30331"/>
                  <a:gd name="csY4" fmla="*/ 34769 h 44105"/>
                  <a:gd name="csX5" fmla="*/ 10578 w 30331"/>
                  <a:gd name="csY5" fmla="*/ 40845 h 44105"/>
                </a:gdLst>
                <a:ahLst/>
                <a:cxnLst>
                  <a:cxn ang="0">
                    <a:pos x="csX0" y="csY0"/>
                  </a:cxn>
                  <a:cxn ang="0">
                    <a:pos x="csX1" y="csY1"/>
                  </a:cxn>
                  <a:cxn ang="0">
                    <a:pos x="csX2" y="csY2"/>
                  </a:cxn>
                  <a:cxn ang="0">
                    <a:pos x="csX3" y="csY3"/>
                  </a:cxn>
                  <a:cxn ang="0">
                    <a:pos x="csX4" y="csY4"/>
                  </a:cxn>
                  <a:cxn ang="0">
                    <a:pos x="csX5" y="csY5"/>
                  </a:cxn>
                </a:cxnLst>
                <a:rect l="l" t="t" r="r" b="b"/>
                <a:pathLst>
                  <a:path w="30331" h="44105">
                    <a:moveTo>
                      <a:pt x="10578" y="40845"/>
                    </a:moveTo>
                    <a:cubicBezTo>
                      <a:pt x="-1917" y="34327"/>
                      <a:pt x="-2001" y="34167"/>
                      <a:pt x="3426" y="27268"/>
                    </a:cubicBezTo>
                    <a:cubicBezTo>
                      <a:pt x="6291" y="23626"/>
                      <a:pt x="8634" y="17348"/>
                      <a:pt x="8634" y="13316"/>
                    </a:cubicBezTo>
                    <a:cubicBezTo>
                      <a:pt x="8634" y="4586"/>
                      <a:pt x="20679" y="-3650"/>
                      <a:pt x="25629" y="1695"/>
                    </a:cubicBezTo>
                    <a:cubicBezTo>
                      <a:pt x="31123" y="7627"/>
                      <a:pt x="31970" y="24580"/>
                      <a:pt x="27283" y="34769"/>
                    </a:cubicBezTo>
                    <a:cubicBezTo>
                      <a:pt x="22315" y="45567"/>
                      <a:pt x="20734" y="46142"/>
                      <a:pt x="10578" y="40845"/>
                    </a:cubicBezTo>
                    <a:close/>
                  </a:path>
                </a:pathLst>
              </a:custGeom>
              <a:solidFill>
                <a:srgbClr val="B9B9B9"/>
              </a:solidFill>
              <a:ln w="5163" cap="flat">
                <a:noFill/>
                <a:prstDash val="solid"/>
                <a:miter/>
              </a:ln>
            </p:spPr>
            <p:txBody>
              <a:bodyPr/>
              <a:lstStyle/>
              <a:p>
                <a:endParaRPr lang="es-419" noProof="0" dirty="0"/>
              </a:p>
            </p:txBody>
          </p:sp>
        </p:grpSp>
        <p:grpSp>
          <p:nvGrpSpPr>
            <p:cNvPr id="115" name="Gráfico 39">
              <a:extLst>
                <a:ext uri="{FF2B5EF4-FFF2-40B4-BE49-F238E27FC236}">
                  <a16:creationId xmlns:a16="http://schemas.microsoft.com/office/drawing/2014/main" id="{D854C3D3-E766-3729-CB5C-0D03123CD422}"/>
                </a:ext>
              </a:extLst>
            </p:cNvPr>
            <p:cNvGrpSpPr/>
            <p:nvPr/>
          </p:nvGrpSpPr>
          <p:grpSpPr>
            <a:xfrm>
              <a:off x="347681" y="1057339"/>
              <a:ext cx="481325" cy="621418"/>
              <a:chOff x="347681" y="1057339"/>
              <a:chExt cx="481325" cy="621418"/>
            </a:xfrm>
            <a:solidFill>
              <a:srgbClr val="B9B9B9"/>
            </a:solidFill>
          </p:grpSpPr>
          <p:sp>
            <p:nvSpPr>
              <p:cNvPr id="116" name="Forma libre: forma 115">
                <a:extLst>
                  <a:ext uri="{FF2B5EF4-FFF2-40B4-BE49-F238E27FC236}">
                    <a16:creationId xmlns:a16="http://schemas.microsoft.com/office/drawing/2014/main" id="{A9CC344F-870B-CD2B-F3F8-51774D0D8133}"/>
                  </a:ext>
                </a:extLst>
              </p:cNvPr>
              <p:cNvSpPr/>
              <p:nvPr/>
            </p:nvSpPr>
            <p:spPr>
              <a:xfrm>
                <a:off x="347681" y="1057339"/>
                <a:ext cx="481325" cy="621418"/>
              </a:xfrm>
              <a:custGeom>
                <a:avLst/>
                <a:gdLst>
                  <a:gd name="csX0" fmla="*/ 392709 w 481325"/>
                  <a:gd name="csY0" fmla="*/ 609477 h 621418"/>
                  <a:gd name="csX1" fmla="*/ 388957 w 481325"/>
                  <a:gd name="csY1" fmla="*/ 594848 h 621418"/>
                  <a:gd name="csX2" fmla="*/ 382520 w 481325"/>
                  <a:gd name="csY2" fmla="*/ 582680 h 621418"/>
                  <a:gd name="csX3" fmla="*/ 381003 w 481325"/>
                  <a:gd name="csY3" fmla="*/ 575394 h 621418"/>
                  <a:gd name="csX4" fmla="*/ 376772 w 481325"/>
                  <a:gd name="csY4" fmla="*/ 573517 h 621418"/>
                  <a:gd name="csX5" fmla="*/ 372471 w 481325"/>
                  <a:gd name="csY5" fmla="*/ 575078 h 621418"/>
                  <a:gd name="csX6" fmla="*/ 371638 w 481325"/>
                  <a:gd name="csY6" fmla="*/ 577600 h 621418"/>
                  <a:gd name="csX7" fmla="*/ 373727 w 481325"/>
                  <a:gd name="csY7" fmla="*/ 583138 h 621418"/>
                  <a:gd name="csX8" fmla="*/ 369193 w 481325"/>
                  <a:gd name="csY8" fmla="*/ 580381 h 621418"/>
                  <a:gd name="csX9" fmla="*/ 364289 w 481325"/>
                  <a:gd name="csY9" fmla="*/ 578851 h 621418"/>
                  <a:gd name="csX10" fmla="*/ 358202 w 481325"/>
                  <a:gd name="csY10" fmla="*/ 578294 h 621418"/>
                  <a:gd name="csX11" fmla="*/ 344811 w 481325"/>
                  <a:gd name="csY11" fmla="*/ 546998 h 621418"/>
                  <a:gd name="csX12" fmla="*/ 347360 w 481325"/>
                  <a:gd name="csY12" fmla="*/ 544424 h 621418"/>
                  <a:gd name="csX13" fmla="*/ 329284 w 481325"/>
                  <a:gd name="csY13" fmla="*/ 536840 h 621418"/>
                  <a:gd name="csX14" fmla="*/ 312504 w 481325"/>
                  <a:gd name="csY14" fmla="*/ 531378 h 621418"/>
                  <a:gd name="csX15" fmla="*/ 299274 w 481325"/>
                  <a:gd name="csY15" fmla="*/ 523870 h 621418"/>
                  <a:gd name="csX16" fmla="*/ 298267 w 481325"/>
                  <a:gd name="csY16" fmla="*/ 519838 h 621418"/>
                  <a:gd name="csX17" fmla="*/ 294146 w 481325"/>
                  <a:gd name="csY17" fmla="*/ 506308 h 621418"/>
                  <a:gd name="csX18" fmla="*/ 290635 w 481325"/>
                  <a:gd name="csY18" fmla="*/ 495822 h 621418"/>
                  <a:gd name="csX19" fmla="*/ 290295 w 481325"/>
                  <a:gd name="csY19" fmla="*/ 485043 h 621418"/>
                  <a:gd name="csX20" fmla="*/ 292460 w 481325"/>
                  <a:gd name="csY20" fmla="*/ 479235 h 621418"/>
                  <a:gd name="csX21" fmla="*/ 293954 w 481325"/>
                  <a:gd name="csY21" fmla="*/ 469554 h 621418"/>
                  <a:gd name="csX22" fmla="*/ 288754 w 481325"/>
                  <a:gd name="csY22" fmla="*/ 460702 h 621418"/>
                  <a:gd name="csX23" fmla="*/ 283583 w 481325"/>
                  <a:gd name="csY23" fmla="*/ 460065 h 621418"/>
                  <a:gd name="csX24" fmla="*/ 278874 w 481325"/>
                  <a:gd name="csY24" fmla="*/ 460231 h 621418"/>
                  <a:gd name="csX25" fmla="*/ 272498 w 481325"/>
                  <a:gd name="csY25" fmla="*/ 449744 h 621418"/>
                  <a:gd name="csX26" fmla="*/ 269740 w 481325"/>
                  <a:gd name="csY26" fmla="*/ 445139 h 621418"/>
                  <a:gd name="csX27" fmla="*/ 268211 w 481325"/>
                  <a:gd name="csY27" fmla="*/ 450043 h 621418"/>
                  <a:gd name="csX28" fmla="*/ 267044 w 481325"/>
                  <a:gd name="csY28" fmla="*/ 456881 h 621418"/>
                  <a:gd name="csX29" fmla="*/ 259538 w 481325"/>
                  <a:gd name="csY29" fmla="*/ 454425 h 621418"/>
                  <a:gd name="csX30" fmla="*/ 254428 w 481325"/>
                  <a:gd name="csY30" fmla="*/ 444654 h 621418"/>
                  <a:gd name="csX31" fmla="*/ 249421 w 481325"/>
                  <a:gd name="csY31" fmla="*/ 443656 h 621418"/>
                  <a:gd name="csX32" fmla="*/ 238700 w 481325"/>
                  <a:gd name="csY32" fmla="*/ 428558 h 621418"/>
                  <a:gd name="csX33" fmla="*/ 224166 w 481325"/>
                  <a:gd name="csY33" fmla="*/ 409935 h 621418"/>
                  <a:gd name="csX34" fmla="*/ 213124 w 481325"/>
                  <a:gd name="csY34" fmla="*/ 401065 h 621418"/>
                  <a:gd name="csX35" fmla="*/ 206671 w 481325"/>
                  <a:gd name="csY35" fmla="*/ 388468 h 621418"/>
                  <a:gd name="csX36" fmla="*/ 204242 w 481325"/>
                  <a:gd name="csY36" fmla="*/ 374041 h 621418"/>
                  <a:gd name="csX37" fmla="*/ 206562 w 481325"/>
                  <a:gd name="csY37" fmla="*/ 371283 h 621418"/>
                  <a:gd name="csX38" fmla="*/ 201394 w 481325"/>
                  <a:gd name="csY38" fmla="*/ 369855 h 621418"/>
                  <a:gd name="csX39" fmla="*/ 181743 w 481325"/>
                  <a:gd name="csY39" fmla="*/ 350072 h 621418"/>
                  <a:gd name="csX40" fmla="*/ 180840 w 481325"/>
                  <a:gd name="csY40" fmla="*/ 340015 h 621418"/>
                  <a:gd name="csX41" fmla="*/ 168342 w 481325"/>
                  <a:gd name="csY41" fmla="*/ 316750 h 621418"/>
                  <a:gd name="csX42" fmla="*/ 162786 w 481325"/>
                  <a:gd name="csY42" fmla="*/ 304341 h 621418"/>
                  <a:gd name="csX43" fmla="*/ 153959 w 481325"/>
                  <a:gd name="csY43" fmla="*/ 280463 h 621418"/>
                  <a:gd name="csX44" fmla="*/ 143231 w 481325"/>
                  <a:gd name="csY44" fmla="*/ 268201 h 621418"/>
                  <a:gd name="csX45" fmla="*/ 141096 w 481325"/>
                  <a:gd name="csY45" fmla="*/ 246493 h 621418"/>
                  <a:gd name="csX46" fmla="*/ 133510 w 481325"/>
                  <a:gd name="csY46" fmla="*/ 215932 h 621418"/>
                  <a:gd name="csX47" fmla="*/ 125786 w 481325"/>
                  <a:gd name="csY47" fmla="*/ 201792 h 621418"/>
                  <a:gd name="csX48" fmla="*/ 113580 w 481325"/>
                  <a:gd name="csY48" fmla="*/ 175023 h 621418"/>
                  <a:gd name="csX49" fmla="*/ 104703 w 481325"/>
                  <a:gd name="csY49" fmla="*/ 151035 h 621418"/>
                  <a:gd name="csX50" fmla="*/ 100240 w 481325"/>
                  <a:gd name="csY50" fmla="*/ 135893 h 621418"/>
                  <a:gd name="csX51" fmla="*/ 100240 w 481325"/>
                  <a:gd name="csY51" fmla="*/ 128463 h 621418"/>
                  <a:gd name="csX52" fmla="*/ 99247 w 481325"/>
                  <a:gd name="csY52" fmla="*/ 115142 h 621418"/>
                  <a:gd name="csX53" fmla="*/ 93791 w 481325"/>
                  <a:gd name="csY53" fmla="*/ 109442 h 621418"/>
                  <a:gd name="csX54" fmla="*/ 95549 w 481325"/>
                  <a:gd name="csY54" fmla="*/ 115250 h 621418"/>
                  <a:gd name="csX55" fmla="*/ 90800 w 481325"/>
                  <a:gd name="csY55" fmla="*/ 117023 h 621418"/>
                  <a:gd name="csX56" fmla="*/ 87172 w 481325"/>
                  <a:gd name="csY56" fmla="*/ 114272 h 621418"/>
                  <a:gd name="csX57" fmla="*/ 67148 w 481325"/>
                  <a:gd name="csY57" fmla="*/ 111209 h 621418"/>
                  <a:gd name="csX58" fmla="*/ 49971 w 481325"/>
                  <a:gd name="csY58" fmla="*/ 100232 h 621418"/>
                  <a:gd name="csX59" fmla="*/ 44090 w 481325"/>
                  <a:gd name="csY59" fmla="*/ 90574 h 621418"/>
                  <a:gd name="csX60" fmla="*/ 35863 w 481325"/>
                  <a:gd name="csY60" fmla="*/ 83433 h 621418"/>
                  <a:gd name="csX61" fmla="*/ 32588 w 481325"/>
                  <a:gd name="csY61" fmla="*/ 82069 h 621418"/>
                  <a:gd name="csX62" fmla="*/ 11771 w 481325"/>
                  <a:gd name="csY62" fmla="*/ 68233 h 621418"/>
                  <a:gd name="csX63" fmla="*/ 5348 w 481325"/>
                  <a:gd name="csY63" fmla="*/ 59589 h 621418"/>
                  <a:gd name="csX64" fmla="*/ 1583 w 481325"/>
                  <a:gd name="csY64" fmla="*/ 46912 h 621418"/>
                  <a:gd name="csX65" fmla="*/ 325 w 481325"/>
                  <a:gd name="csY65" fmla="*/ 17525 h 621418"/>
                  <a:gd name="csX66" fmla="*/ 4538 w 481325"/>
                  <a:gd name="csY66" fmla="*/ 6689 h 621418"/>
                  <a:gd name="csX67" fmla="*/ 10480 w 481325"/>
                  <a:gd name="csY67" fmla="*/ 0 h 621418"/>
                  <a:gd name="csX68" fmla="*/ 53074 w 481325"/>
                  <a:gd name="csY68" fmla="*/ 22147 h 621418"/>
                  <a:gd name="csX69" fmla="*/ 133099 w 481325"/>
                  <a:gd name="csY69" fmla="*/ 64285 h 621418"/>
                  <a:gd name="csX70" fmla="*/ 308638 w 481325"/>
                  <a:gd name="csY70" fmla="*/ 150152 h 621418"/>
                  <a:gd name="csX71" fmla="*/ 460324 w 481325"/>
                  <a:gd name="csY71" fmla="*/ 163865 h 621418"/>
                  <a:gd name="csX72" fmla="*/ 466125 w 481325"/>
                  <a:gd name="csY72" fmla="*/ 170071 h 621418"/>
                  <a:gd name="csX73" fmla="*/ 465714 w 481325"/>
                  <a:gd name="csY73" fmla="*/ 176317 h 621418"/>
                  <a:gd name="csX74" fmla="*/ 471176 w 481325"/>
                  <a:gd name="csY74" fmla="*/ 205515 h 621418"/>
                  <a:gd name="csX75" fmla="*/ 478356 w 481325"/>
                  <a:gd name="csY75" fmla="*/ 244968 h 621418"/>
                  <a:gd name="csX76" fmla="*/ 480666 w 481325"/>
                  <a:gd name="csY76" fmla="*/ 291434 h 621418"/>
                  <a:gd name="csX77" fmla="*/ 471606 w 481325"/>
                  <a:gd name="csY77" fmla="*/ 339879 h 621418"/>
                  <a:gd name="csX78" fmla="*/ 467718 w 481325"/>
                  <a:gd name="csY78" fmla="*/ 346935 h 621418"/>
                  <a:gd name="csX79" fmla="*/ 468256 w 481325"/>
                  <a:gd name="csY79" fmla="*/ 419216 h 621418"/>
                  <a:gd name="csX80" fmla="*/ 469120 w 481325"/>
                  <a:gd name="csY80" fmla="*/ 434705 h 621418"/>
                  <a:gd name="csX81" fmla="*/ 451760 w 481325"/>
                  <a:gd name="csY81" fmla="*/ 439004 h 621418"/>
                  <a:gd name="csX82" fmla="*/ 430017 w 481325"/>
                  <a:gd name="csY82" fmla="*/ 458164 h 621418"/>
                  <a:gd name="csX83" fmla="*/ 441207 w 481325"/>
                  <a:gd name="csY83" fmla="*/ 484914 h 621418"/>
                  <a:gd name="csX84" fmla="*/ 455538 w 481325"/>
                  <a:gd name="csY84" fmla="*/ 533438 h 621418"/>
                  <a:gd name="csX85" fmla="*/ 463393 w 481325"/>
                  <a:gd name="csY85" fmla="*/ 557324 h 621418"/>
                  <a:gd name="csX86" fmla="*/ 466107 w 481325"/>
                  <a:gd name="csY86" fmla="*/ 564704 h 621418"/>
                  <a:gd name="csX87" fmla="*/ 427332 w 481325"/>
                  <a:gd name="csY87" fmla="*/ 607875 h 621418"/>
                  <a:gd name="csX88" fmla="*/ 408378 w 481325"/>
                  <a:gd name="csY88" fmla="*/ 619278 h 621418"/>
                  <a:gd name="csX89" fmla="*/ 406733 w 481325"/>
                  <a:gd name="csY89" fmla="*/ 612610 h 621418"/>
                  <a:gd name="csX90" fmla="*/ 398989 w 481325"/>
                  <a:gd name="csY90" fmla="*/ 614115 h 621418"/>
                  <a:gd name="csX91" fmla="*/ 394277 w 481325"/>
                  <a:gd name="csY91" fmla="*/ 621279 h 621418"/>
                  <a:gd name="csX92" fmla="*/ 392709 w 481325"/>
                  <a:gd name="csY92" fmla="*/ 609477 h 62141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Lst>
                <a:rect l="l" t="t" r="r" b="b"/>
                <a:pathLst>
                  <a:path w="481325" h="621418">
                    <a:moveTo>
                      <a:pt x="392709" y="609477"/>
                    </a:moveTo>
                    <a:cubicBezTo>
                      <a:pt x="394253" y="597840"/>
                      <a:pt x="393887" y="596413"/>
                      <a:pt x="388957" y="594848"/>
                    </a:cubicBezTo>
                    <a:cubicBezTo>
                      <a:pt x="381454" y="592467"/>
                      <a:pt x="376874" y="583809"/>
                      <a:pt x="382520" y="582680"/>
                    </a:cubicBezTo>
                    <a:cubicBezTo>
                      <a:pt x="386074" y="581969"/>
                      <a:pt x="385853" y="580904"/>
                      <a:pt x="381003" y="575394"/>
                    </a:cubicBezTo>
                    <a:cubicBezTo>
                      <a:pt x="377016" y="570863"/>
                      <a:pt x="375755" y="570304"/>
                      <a:pt x="376772" y="573517"/>
                    </a:cubicBezTo>
                    <a:cubicBezTo>
                      <a:pt x="378038" y="577517"/>
                      <a:pt x="377495" y="577714"/>
                      <a:pt x="372471" y="575078"/>
                    </a:cubicBezTo>
                    <a:cubicBezTo>
                      <a:pt x="366755" y="572079"/>
                      <a:pt x="366750" y="572094"/>
                      <a:pt x="371638" y="577600"/>
                    </a:cubicBezTo>
                    <a:cubicBezTo>
                      <a:pt x="374343" y="580646"/>
                      <a:pt x="375283" y="583138"/>
                      <a:pt x="373727" y="583138"/>
                    </a:cubicBezTo>
                    <a:cubicBezTo>
                      <a:pt x="372171" y="583138"/>
                      <a:pt x="370131" y="581897"/>
                      <a:pt x="369193" y="580381"/>
                    </a:cubicBezTo>
                    <a:cubicBezTo>
                      <a:pt x="368256" y="578864"/>
                      <a:pt x="366049" y="578176"/>
                      <a:pt x="364289" y="578851"/>
                    </a:cubicBezTo>
                    <a:cubicBezTo>
                      <a:pt x="362530" y="579526"/>
                      <a:pt x="359790" y="579276"/>
                      <a:pt x="358202" y="578294"/>
                    </a:cubicBezTo>
                    <a:cubicBezTo>
                      <a:pt x="354056" y="575732"/>
                      <a:pt x="341762" y="546998"/>
                      <a:pt x="344811" y="546998"/>
                    </a:cubicBezTo>
                    <a:cubicBezTo>
                      <a:pt x="346213" y="546998"/>
                      <a:pt x="347360" y="545839"/>
                      <a:pt x="347360" y="544424"/>
                    </a:cubicBezTo>
                    <a:cubicBezTo>
                      <a:pt x="347360" y="541126"/>
                      <a:pt x="331006" y="534265"/>
                      <a:pt x="329284" y="536840"/>
                    </a:cubicBezTo>
                    <a:cubicBezTo>
                      <a:pt x="328570" y="537907"/>
                      <a:pt x="321020" y="535449"/>
                      <a:pt x="312504" y="531378"/>
                    </a:cubicBezTo>
                    <a:cubicBezTo>
                      <a:pt x="303989" y="527306"/>
                      <a:pt x="298035" y="523928"/>
                      <a:pt x="299274" y="523870"/>
                    </a:cubicBezTo>
                    <a:cubicBezTo>
                      <a:pt x="300512" y="523812"/>
                      <a:pt x="300059" y="521998"/>
                      <a:pt x="298267" y="519838"/>
                    </a:cubicBezTo>
                    <a:cubicBezTo>
                      <a:pt x="296474" y="517678"/>
                      <a:pt x="294620" y="511589"/>
                      <a:pt x="294146" y="506308"/>
                    </a:cubicBezTo>
                    <a:cubicBezTo>
                      <a:pt x="293672" y="501026"/>
                      <a:pt x="292092" y="496307"/>
                      <a:pt x="290635" y="495822"/>
                    </a:cubicBezTo>
                    <a:cubicBezTo>
                      <a:pt x="287387" y="494739"/>
                      <a:pt x="287081" y="485043"/>
                      <a:pt x="290295" y="485043"/>
                    </a:cubicBezTo>
                    <a:cubicBezTo>
                      <a:pt x="291564" y="485043"/>
                      <a:pt x="292539" y="482429"/>
                      <a:pt x="292460" y="479235"/>
                    </a:cubicBezTo>
                    <a:cubicBezTo>
                      <a:pt x="292381" y="476040"/>
                      <a:pt x="293054" y="471684"/>
                      <a:pt x="293954" y="469554"/>
                    </a:cubicBezTo>
                    <a:cubicBezTo>
                      <a:pt x="294994" y="467095"/>
                      <a:pt x="293096" y="463864"/>
                      <a:pt x="288754" y="460702"/>
                    </a:cubicBezTo>
                    <a:cubicBezTo>
                      <a:pt x="282831" y="456387"/>
                      <a:pt x="282139" y="456302"/>
                      <a:pt x="283583" y="460065"/>
                    </a:cubicBezTo>
                    <a:cubicBezTo>
                      <a:pt x="285131" y="464099"/>
                      <a:pt x="284795" y="464110"/>
                      <a:pt x="278874" y="460231"/>
                    </a:cubicBezTo>
                    <a:cubicBezTo>
                      <a:pt x="274972" y="457675"/>
                      <a:pt x="272498" y="453605"/>
                      <a:pt x="272498" y="449744"/>
                    </a:cubicBezTo>
                    <a:cubicBezTo>
                      <a:pt x="272498" y="445927"/>
                      <a:pt x="271409" y="444108"/>
                      <a:pt x="269740" y="445139"/>
                    </a:cubicBezTo>
                    <a:cubicBezTo>
                      <a:pt x="268224" y="446077"/>
                      <a:pt x="267535" y="448283"/>
                      <a:pt x="268211" y="450043"/>
                    </a:cubicBezTo>
                    <a:cubicBezTo>
                      <a:pt x="268886" y="451803"/>
                      <a:pt x="268361" y="454880"/>
                      <a:pt x="267044" y="456881"/>
                    </a:cubicBezTo>
                    <a:cubicBezTo>
                      <a:pt x="265087" y="459853"/>
                      <a:pt x="263712" y="459403"/>
                      <a:pt x="259538" y="454425"/>
                    </a:cubicBezTo>
                    <a:cubicBezTo>
                      <a:pt x="256727" y="451073"/>
                      <a:pt x="254428" y="446676"/>
                      <a:pt x="254428" y="444654"/>
                    </a:cubicBezTo>
                    <a:cubicBezTo>
                      <a:pt x="254428" y="441815"/>
                      <a:pt x="253286" y="441587"/>
                      <a:pt x="249421" y="443656"/>
                    </a:cubicBezTo>
                    <a:cubicBezTo>
                      <a:pt x="243479" y="446836"/>
                      <a:pt x="243193" y="446433"/>
                      <a:pt x="238700" y="428558"/>
                    </a:cubicBezTo>
                    <a:cubicBezTo>
                      <a:pt x="235500" y="415829"/>
                      <a:pt x="234285" y="414272"/>
                      <a:pt x="224166" y="409935"/>
                    </a:cubicBezTo>
                    <a:cubicBezTo>
                      <a:pt x="217728" y="407175"/>
                      <a:pt x="213124" y="403477"/>
                      <a:pt x="213124" y="401065"/>
                    </a:cubicBezTo>
                    <a:cubicBezTo>
                      <a:pt x="213124" y="398790"/>
                      <a:pt x="210220" y="393122"/>
                      <a:pt x="206671" y="388468"/>
                    </a:cubicBezTo>
                    <a:cubicBezTo>
                      <a:pt x="199265" y="378758"/>
                      <a:pt x="198471" y="374041"/>
                      <a:pt x="204242" y="374041"/>
                    </a:cubicBezTo>
                    <a:cubicBezTo>
                      <a:pt x="206455" y="374041"/>
                      <a:pt x="207499" y="372800"/>
                      <a:pt x="206562" y="371283"/>
                    </a:cubicBezTo>
                    <a:cubicBezTo>
                      <a:pt x="205625" y="369767"/>
                      <a:pt x="203299" y="369124"/>
                      <a:pt x="201394" y="369855"/>
                    </a:cubicBezTo>
                    <a:cubicBezTo>
                      <a:pt x="197850" y="371215"/>
                      <a:pt x="182472" y="355734"/>
                      <a:pt x="181743" y="350072"/>
                    </a:cubicBezTo>
                    <a:cubicBezTo>
                      <a:pt x="181521" y="348347"/>
                      <a:pt x="181114" y="343821"/>
                      <a:pt x="180840" y="340015"/>
                    </a:cubicBezTo>
                    <a:cubicBezTo>
                      <a:pt x="179988" y="328208"/>
                      <a:pt x="174287" y="317597"/>
                      <a:pt x="168342" y="316750"/>
                    </a:cubicBezTo>
                    <a:cubicBezTo>
                      <a:pt x="163596" y="316073"/>
                      <a:pt x="162786" y="314266"/>
                      <a:pt x="162786" y="304341"/>
                    </a:cubicBezTo>
                    <a:cubicBezTo>
                      <a:pt x="162786" y="295229"/>
                      <a:pt x="160883" y="290082"/>
                      <a:pt x="153959" y="280463"/>
                    </a:cubicBezTo>
                    <a:cubicBezTo>
                      <a:pt x="149104" y="273719"/>
                      <a:pt x="144276" y="268201"/>
                      <a:pt x="143231" y="268201"/>
                    </a:cubicBezTo>
                    <a:cubicBezTo>
                      <a:pt x="142186" y="268201"/>
                      <a:pt x="141225" y="258432"/>
                      <a:pt x="141096" y="246493"/>
                    </a:cubicBezTo>
                    <a:cubicBezTo>
                      <a:pt x="140831" y="221943"/>
                      <a:pt x="139743" y="217562"/>
                      <a:pt x="133510" y="215932"/>
                    </a:cubicBezTo>
                    <a:cubicBezTo>
                      <a:pt x="130755" y="215211"/>
                      <a:pt x="127873" y="209936"/>
                      <a:pt x="125786" y="201792"/>
                    </a:cubicBezTo>
                    <a:cubicBezTo>
                      <a:pt x="123955" y="194647"/>
                      <a:pt x="118462" y="182601"/>
                      <a:pt x="113580" y="175023"/>
                    </a:cubicBezTo>
                    <a:cubicBezTo>
                      <a:pt x="107284" y="165251"/>
                      <a:pt x="104703" y="158277"/>
                      <a:pt x="104703" y="151035"/>
                    </a:cubicBezTo>
                    <a:cubicBezTo>
                      <a:pt x="104703" y="144982"/>
                      <a:pt x="102887" y="138818"/>
                      <a:pt x="100240" y="135893"/>
                    </a:cubicBezTo>
                    <a:cubicBezTo>
                      <a:pt x="96009" y="131218"/>
                      <a:pt x="96009" y="130831"/>
                      <a:pt x="100240" y="128463"/>
                    </a:cubicBezTo>
                    <a:cubicBezTo>
                      <a:pt x="106103" y="125181"/>
                      <a:pt x="105871" y="122062"/>
                      <a:pt x="99247" y="115142"/>
                    </a:cubicBezTo>
                    <a:lnTo>
                      <a:pt x="93791" y="109442"/>
                    </a:lnTo>
                    <a:lnTo>
                      <a:pt x="95549" y="115250"/>
                    </a:lnTo>
                    <a:cubicBezTo>
                      <a:pt x="97517" y="121752"/>
                      <a:pt x="93229" y="123352"/>
                      <a:pt x="90800" y="117023"/>
                    </a:cubicBezTo>
                    <a:cubicBezTo>
                      <a:pt x="89948" y="114803"/>
                      <a:pt x="88316" y="113565"/>
                      <a:pt x="87172" y="114272"/>
                    </a:cubicBezTo>
                    <a:cubicBezTo>
                      <a:pt x="86029" y="114978"/>
                      <a:pt x="77018" y="113600"/>
                      <a:pt x="67148" y="111209"/>
                    </a:cubicBezTo>
                    <a:cubicBezTo>
                      <a:pt x="50330" y="107134"/>
                      <a:pt x="49251" y="106444"/>
                      <a:pt x="49971" y="100232"/>
                    </a:cubicBezTo>
                    <a:cubicBezTo>
                      <a:pt x="50552" y="95214"/>
                      <a:pt x="49124" y="92867"/>
                      <a:pt x="44090" y="90574"/>
                    </a:cubicBezTo>
                    <a:cubicBezTo>
                      <a:pt x="40433" y="88908"/>
                      <a:pt x="36731" y="85694"/>
                      <a:pt x="35863" y="83433"/>
                    </a:cubicBezTo>
                    <a:cubicBezTo>
                      <a:pt x="34873" y="80853"/>
                      <a:pt x="33654" y="80345"/>
                      <a:pt x="32588" y="82069"/>
                    </a:cubicBezTo>
                    <a:cubicBezTo>
                      <a:pt x="30403" y="85606"/>
                      <a:pt x="11771" y="73222"/>
                      <a:pt x="11771" y="68233"/>
                    </a:cubicBezTo>
                    <a:cubicBezTo>
                      <a:pt x="11771" y="66258"/>
                      <a:pt x="8881" y="62368"/>
                      <a:pt x="5348" y="59589"/>
                    </a:cubicBezTo>
                    <a:cubicBezTo>
                      <a:pt x="-304" y="55143"/>
                      <a:pt x="-756" y="53621"/>
                      <a:pt x="1583" y="46912"/>
                    </a:cubicBezTo>
                    <a:cubicBezTo>
                      <a:pt x="4225" y="39332"/>
                      <a:pt x="3631" y="25451"/>
                      <a:pt x="325" y="17525"/>
                    </a:cubicBezTo>
                    <a:cubicBezTo>
                      <a:pt x="-744" y="14961"/>
                      <a:pt x="864" y="10824"/>
                      <a:pt x="4538" y="6689"/>
                    </a:cubicBezTo>
                    <a:lnTo>
                      <a:pt x="10480" y="0"/>
                    </a:lnTo>
                    <a:lnTo>
                      <a:pt x="53074" y="22147"/>
                    </a:lnTo>
                    <a:cubicBezTo>
                      <a:pt x="76501" y="34328"/>
                      <a:pt x="112512" y="53290"/>
                      <a:pt x="133099" y="64285"/>
                    </a:cubicBezTo>
                    <a:cubicBezTo>
                      <a:pt x="293633" y="150024"/>
                      <a:pt x="290844" y="148660"/>
                      <a:pt x="308638" y="150152"/>
                    </a:cubicBezTo>
                    <a:cubicBezTo>
                      <a:pt x="379829" y="156121"/>
                      <a:pt x="453326" y="162765"/>
                      <a:pt x="460324" y="163865"/>
                    </a:cubicBezTo>
                    <a:cubicBezTo>
                      <a:pt x="467642" y="165014"/>
                      <a:pt x="468398" y="165824"/>
                      <a:pt x="466125" y="170071"/>
                    </a:cubicBezTo>
                    <a:cubicBezTo>
                      <a:pt x="464688" y="172758"/>
                      <a:pt x="464502" y="175568"/>
                      <a:pt x="465714" y="176317"/>
                    </a:cubicBezTo>
                    <a:cubicBezTo>
                      <a:pt x="466925" y="177066"/>
                      <a:pt x="469383" y="190205"/>
                      <a:pt x="471176" y="205515"/>
                    </a:cubicBezTo>
                    <a:cubicBezTo>
                      <a:pt x="472969" y="220825"/>
                      <a:pt x="476200" y="238579"/>
                      <a:pt x="478356" y="244968"/>
                    </a:cubicBezTo>
                    <a:cubicBezTo>
                      <a:pt x="481464" y="254178"/>
                      <a:pt x="481943" y="263804"/>
                      <a:pt x="480666" y="291434"/>
                    </a:cubicBezTo>
                    <a:cubicBezTo>
                      <a:pt x="478736" y="333232"/>
                      <a:pt x="477318" y="340812"/>
                      <a:pt x="471606" y="339879"/>
                    </a:cubicBezTo>
                    <a:cubicBezTo>
                      <a:pt x="468443" y="339362"/>
                      <a:pt x="467477" y="341115"/>
                      <a:pt x="467718" y="346935"/>
                    </a:cubicBezTo>
                    <a:cubicBezTo>
                      <a:pt x="467998" y="353675"/>
                      <a:pt x="468241" y="386395"/>
                      <a:pt x="468256" y="419216"/>
                    </a:cubicBezTo>
                    <a:cubicBezTo>
                      <a:pt x="468259" y="424895"/>
                      <a:pt x="468647" y="431865"/>
                      <a:pt x="469120" y="434705"/>
                    </a:cubicBezTo>
                    <a:cubicBezTo>
                      <a:pt x="469922" y="439526"/>
                      <a:pt x="468775" y="439811"/>
                      <a:pt x="451760" y="439004"/>
                    </a:cubicBezTo>
                    <a:cubicBezTo>
                      <a:pt x="428789" y="437915"/>
                      <a:pt x="426025" y="440351"/>
                      <a:pt x="430017" y="458164"/>
                    </a:cubicBezTo>
                    <a:cubicBezTo>
                      <a:pt x="431548" y="464996"/>
                      <a:pt x="436584" y="477034"/>
                      <a:pt x="441207" y="484914"/>
                    </a:cubicBezTo>
                    <a:cubicBezTo>
                      <a:pt x="456169" y="510414"/>
                      <a:pt x="459720" y="522439"/>
                      <a:pt x="455538" y="533438"/>
                    </a:cubicBezTo>
                    <a:cubicBezTo>
                      <a:pt x="452990" y="540141"/>
                      <a:pt x="458641" y="557324"/>
                      <a:pt x="463393" y="557324"/>
                    </a:cubicBezTo>
                    <a:cubicBezTo>
                      <a:pt x="464886" y="557324"/>
                      <a:pt x="466107" y="560645"/>
                      <a:pt x="466107" y="564704"/>
                    </a:cubicBezTo>
                    <a:cubicBezTo>
                      <a:pt x="466107" y="574709"/>
                      <a:pt x="449340" y="593376"/>
                      <a:pt x="427332" y="607875"/>
                    </a:cubicBezTo>
                    <a:cubicBezTo>
                      <a:pt x="417812" y="614147"/>
                      <a:pt x="409283" y="619278"/>
                      <a:pt x="408378" y="619278"/>
                    </a:cubicBezTo>
                    <a:cubicBezTo>
                      <a:pt x="407473" y="619278"/>
                      <a:pt x="406733" y="616277"/>
                      <a:pt x="406733" y="612610"/>
                    </a:cubicBezTo>
                    <a:cubicBezTo>
                      <a:pt x="406733" y="604379"/>
                      <a:pt x="401025" y="605489"/>
                      <a:pt x="398989" y="614115"/>
                    </a:cubicBezTo>
                    <a:cubicBezTo>
                      <a:pt x="398201" y="617454"/>
                      <a:pt x="396080" y="620678"/>
                      <a:pt x="394277" y="621279"/>
                    </a:cubicBezTo>
                    <a:cubicBezTo>
                      <a:pt x="391773" y="622114"/>
                      <a:pt x="391403" y="619327"/>
                      <a:pt x="392709" y="609477"/>
                    </a:cubicBezTo>
                    <a:close/>
                  </a:path>
                </a:pathLst>
              </a:custGeom>
              <a:solidFill>
                <a:srgbClr val="B9B9B9"/>
              </a:solidFill>
              <a:ln w="5163" cap="flat">
                <a:noFill/>
                <a:prstDash val="solid"/>
                <a:miter/>
              </a:ln>
            </p:spPr>
            <p:txBody>
              <a:bodyPr/>
              <a:lstStyle/>
              <a:p>
                <a:endParaRPr lang="es-419" noProof="0" dirty="0"/>
              </a:p>
            </p:txBody>
          </p:sp>
          <p:sp>
            <p:nvSpPr>
              <p:cNvPr id="117" name="Forma libre: forma 116">
                <a:extLst>
                  <a:ext uri="{FF2B5EF4-FFF2-40B4-BE49-F238E27FC236}">
                    <a16:creationId xmlns:a16="http://schemas.microsoft.com/office/drawing/2014/main" id="{03906CA9-07BF-323F-5C3D-9CB79DD1F295}"/>
                  </a:ext>
                </a:extLst>
              </p:cNvPr>
              <p:cNvSpPr/>
              <p:nvPr/>
            </p:nvSpPr>
            <p:spPr>
              <a:xfrm>
                <a:off x="356836" y="1137381"/>
                <a:ext cx="20516" cy="20135"/>
              </a:xfrm>
              <a:custGeom>
                <a:avLst/>
                <a:gdLst>
                  <a:gd name="csX0" fmla="*/ 3031 w 20516"/>
                  <a:gd name="csY0" fmla="*/ 13790 h 20135"/>
                  <a:gd name="csX1" fmla="*/ 11787 w 20516"/>
                  <a:gd name="csY1" fmla="*/ 6812 h 20135"/>
                  <a:gd name="csX2" fmla="*/ 16388 w 20516"/>
                  <a:gd name="csY2" fmla="*/ 8970 h 20135"/>
                  <a:gd name="csX3" fmla="*/ 17667 w 20516"/>
                  <a:gd name="csY3" fmla="*/ 5896 h 20135"/>
                  <a:gd name="csX4" fmla="*/ 16630 w 20516"/>
                  <a:gd name="csY4" fmla="*/ 16309 h 20135"/>
                  <a:gd name="csX5" fmla="*/ 3031 w 20516"/>
                  <a:gd name="csY5" fmla="*/ 13790 h 20135"/>
                </a:gdLst>
                <a:ahLst/>
                <a:cxnLst>
                  <a:cxn ang="0">
                    <a:pos x="csX0" y="csY0"/>
                  </a:cxn>
                  <a:cxn ang="0">
                    <a:pos x="csX1" y="csY1"/>
                  </a:cxn>
                  <a:cxn ang="0">
                    <a:pos x="csX2" y="csY2"/>
                  </a:cxn>
                  <a:cxn ang="0">
                    <a:pos x="csX3" y="csY3"/>
                  </a:cxn>
                  <a:cxn ang="0">
                    <a:pos x="csX4" y="csY4"/>
                  </a:cxn>
                  <a:cxn ang="0">
                    <a:pos x="csX5" y="csY5"/>
                  </a:cxn>
                </a:cxnLst>
                <a:rect l="l" t="t" r="r" b="b"/>
                <a:pathLst>
                  <a:path w="20516" h="20135">
                    <a:moveTo>
                      <a:pt x="3031" y="13790"/>
                    </a:moveTo>
                    <a:cubicBezTo>
                      <a:pt x="-3651" y="-875"/>
                      <a:pt x="1356" y="-4865"/>
                      <a:pt x="11787" y="6812"/>
                    </a:cubicBezTo>
                    <a:cubicBezTo>
                      <a:pt x="16355" y="11926"/>
                      <a:pt x="17642" y="12530"/>
                      <a:pt x="16388" y="8970"/>
                    </a:cubicBezTo>
                    <a:cubicBezTo>
                      <a:pt x="15184" y="5554"/>
                      <a:pt x="15578" y="4605"/>
                      <a:pt x="17667" y="5896"/>
                    </a:cubicBezTo>
                    <a:cubicBezTo>
                      <a:pt x="21766" y="8429"/>
                      <a:pt x="21462" y="11477"/>
                      <a:pt x="16630" y="16309"/>
                    </a:cubicBezTo>
                    <a:cubicBezTo>
                      <a:pt x="10809" y="22130"/>
                      <a:pt x="6464" y="21325"/>
                      <a:pt x="3031" y="13790"/>
                    </a:cubicBezTo>
                    <a:close/>
                  </a:path>
                </a:pathLst>
              </a:custGeom>
              <a:solidFill>
                <a:srgbClr val="B9B9B9"/>
              </a:solidFill>
              <a:ln w="5163" cap="flat">
                <a:noFill/>
                <a:prstDash val="solid"/>
                <a:miter/>
              </a:ln>
            </p:spPr>
            <p:txBody>
              <a:bodyPr/>
              <a:lstStyle/>
              <a:p>
                <a:endParaRPr lang="es-419" noProof="0" dirty="0"/>
              </a:p>
            </p:txBody>
          </p:sp>
        </p:grpSp>
      </p:grpSp>
      <p:grpSp>
        <p:nvGrpSpPr>
          <p:cNvPr id="36" name="Group 45">
            <a:extLst>
              <a:ext uri="{FF2B5EF4-FFF2-40B4-BE49-F238E27FC236}">
                <a16:creationId xmlns:a16="http://schemas.microsoft.com/office/drawing/2014/main" id="{84532872-D772-5D02-E8BC-AF9CA75119B9}"/>
              </a:ext>
            </a:extLst>
          </p:cNvPr>
          <p:cNvGrpSpPr>
            <a:grpSpLocks noChangeAspect="1"/>
          </p:cNvGrpSpPr>
          <p:nvPr/>
        </p:nvGrpSpPr>
        <p:grpSpPr>
          <a:xfrm>
            <a:off x="1436362" y="2011575"/>
            <a:ext cx="213038" cy="337620"/>
            <a:chOff x="0" y="26670"/>
            <a:chExt cx="3924300" cy="6219190"/>
          </a:xfrm>
        </p:grpSpPr>
        <p:sp>
          <p:nvSpPr>
            <p:cNvPr id="37" name="Freeform 46">
              <a:extLst>
                <a:ext uri="{FF2B5EF4-FFF2-40B4-BE49-F238E27FC236}">
                  <a16:creationId xmlns:a16="http://schemas.microsoft.com/office/drawing/2014/main" id="{67C10C91-DE79-3521-351E-EFF3938C67D7}"/>
                </a:ext>
              </a:extLst>
            </p:cNvPr>
            <p:cNvSpPr/>
            <p:nvPr/>
          </p:nvSpPr>
          <p:spPr>
            <a:xfrm>
              <a:off x="0" y="26670"/>
              <a:ext cx="3924300" cy="6219190"/>
            </a:xfrm>
            <a:custGeom>
              <a:avLst/>
              <a:gdLst/>
              <a:ahLst/>
              <a:cxnLst/>
              <a:rect l="l" t="t" r="r" b="b"/>
              <a:pathLst>
                <a:path w="3924300" h="6219190">
                  <a:moveTo>
                    <a:pt x="3924300" y="1962150"/>
                  </a:moveTo>
                  <a:cubicBezTo>
                    <a:pt x="3924300" y="878840"/>
                    <a:pt x="3045460" y="0"/>
                    <a:pt x="1962150" y="0"/>
                  </a:cubicBezTo>
                  <a:cubicBezTo>
                    <a:pt x="878840" y="0"/>
                    <a:pt x="0" y="878840"/>
                    <a:pt x="0" y="1962150"/>
                  </a:cubicBezTo>
                  <a:cubicBezTo>
                    <a:pt x="0" y="2974340"/>
                    <a:pt x="765810" y="3807460"/>
                    <a:pt x="1750060" y="3912870"/>
                  </a:cubicBezTo>
                  <a:lnTo>
                    <a:pt x="1962150" y="6219190"/>
                  </a:lnTo>
                  <a:lnTo>
                    <a:pt x="2174240" y="3912870"/>
                  </a:lnTo>
                  <a:cubicBezTo>
                    <a:pt x="3158490" y="3807460"/>
                    <a:pt x="3924300" y="2974340"/>
                    <a:pt x="3924300" y="1962150"/>
                  </a:cubicBezTo>
                  <a:close/>
                </a:path>
              </a:pathLst>
            </a:custGeom>
            <a:solidFill>
              <a:srgbClr val="EB6C01"/>
            </a:solidFill>
          </p:spPr>
          <p:txBody>
            <a:bodyPr/>
            <a:lstStyle/>
            <a:p>
              <a:endParaRPr lang="es-419" noProof="0" dirty="0"/>
            </a:p>
          </p:txBody>
        </p:sp>
        <p:sp>
          <p:nvSpPr>
            <p:cNvPr id="38" name="Freeform 47">
              <a:extLst>
                <a:ext uri="{FF2B5EF4-FFF2-40B4-BE49-F238E27FC236}">
                  <a16:creationId xmlns:a16="http://schemas.microsoft.com/office/drawing/2014/main" id="{E0A0BF04-803B-522D-E02A-F67162A23F55}"/>
                </a:ext>
              </a:extLst>
            </p:cNvPr>
            <p:cNvSpPr/>
            <p:nvPr/>
          </p:nvSpPr>
          <p:spPr>
            <a:xfrm>
              <a:off x="340744" y="374636"/>
              <a:ext cx="3242813" cy="3228370"/>
            </a:xfrm>
            <a:custGeom>
              <a:avLst/>
              <a:gdLst/>
              <a:ahLst/>
              <a:cxnLst/>
              <a:rect l="l" t="t" r="r" b="b"/>
              <a:pathLst>
                <a:path w="3242810" h="3228373">
                  <a:moveTo>
                    <a:pt x="1621405" y="16"/>
                  </a:moveTo>
                  <a:cubicBezTo>
                    <a:pt x="1042998" y="-2571"/>
                    <a:pt x="507417" y="304521"/>
                    <a:pt x="217465" y="805010"/>
                  </a:cubicBezTo>
                  <a:cubicBezTo>
                    <a:pt x="-72488" y="1305499"/>
                    <a:pt x="-72488" y="1922874"/>
                    <a:pt x="217465" y="2423362"/>
                  </a:cubicBezTo>
                  <a:cubicBezTo>
                    <a:pt x="507417" y="2923851"/>
                    <a:pt x="1042998" y="3230943"/>
                    <a:pt x="1621405" y="3228356"/>
                  </a:cubicBezTo>
                  <a:cubicBezTo>
                    <a:pt x="2199812" y="3230943"/>
                    <a:pt x="2735392" y="2923851"/>
                    <a:pt x="3025345" y="2423362"/>
                  </a:cubicBezTo>
                  <a:cubicBezTo>
                    <a:pt x="3315298" y="1922874"/>
                    <a:pt x="3315298" y="1305499"/>
                    <a:pt x="3025345" y="805010"/>
                  </a:cubicBezTo>
                  <a:cubicBezTo>
                    <a:pt x="2735392" y="304522"/>
                    <a:pt x="2199812" y="-2571"/>
                    <a:pt x="1621405" y="16"/>
                  </a:cubicBezTo>
                  <a:close/>
                </a:path>
              </a:pathLst>
            </a:custGeom>
            <a:blipFill>
              <a:blip r:embed="rId5"/>
              <a:stretch>
                <a:fillRect l="-28801" r="-28801" b="-58308"/>
              </a:stretch>
            </a:blipFill>
          </p:spPr>
          <p:txBody>
            <a:bodyPr/>
            <a:lstStyle/>
            <a:p>
              <a:endParaRPr lang="es-419" noProof="0" dirty="0"/>
            </a:p>
          </p:txBody>
        </p:sp>
      </p:grpSp>
    </p:spTree>
    <p:extLst>
      <p:ext uri="{BB962C8B-B14F-4D97-AF65-F5344CB8AC3E}">
        <p14:creationId xmlns:p14="http://schemas.microsoft.com/office/powerpoint/2010/main" val="1714025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nodeType="with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wipe(down)">
                                      <p:cBhvr>
                                        <p:cTn id="7" dur="580">
                                          <p:stCondLst>
                                            <p:cond delay="0"/>
                                          </p:stCondLst>
                                        </p:cTn>
                                        <p:tgtEl>
                                          <p:spTgt spid="36"/>
                                        </p:tgtEl>
                                      </p:cBhvr>
                                    </p:animEffect>
                                    <p:anim calcmode="lin" valueType="num">
                                      <p:cBhvr>
                                        <p:cTn id="8" dur="1822" tmFilter="0,0; 0.14,0.36; 0.43,0.73; 0.71,0.91; 1.0,1.0">
                                          <p:stCondLst>
                                            <p:cond delay="0"/>
                                          </p:stCondLst>
                                        </p:cTn>
                                        <p:tgtEl>
                                          <p:spTgt spid="36"/>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36"/>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36"/>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36"/>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36"/>
                                        </p:tgtEl>
                                        <p:attrNameLst>
                                          <p:attrName>ppt_y</p:attrName>
                                        </p:attrNameLst>
                                      </p:cBhvr>
                                      <p:tavLst>
                                        <p:tav tm="0" fmla="#ppt_y-sin(pi*$)/81">
                                          <p:val>
                                            <p:fltVal val="0"/>
                                          </p:val>
                                        </p:tav>
                                        <p:tav tm="100000">
                                          <p:val>
                                            <p:fltVal val="1"/>
                                          </p:val>
                                        </p:tav>
                                      </p:tavLst>
                                    </p:anim>
                                    <p:animScale>
                                      <p:cBhvr>
                                        <p:cTn id="13" dur="26">
                                          <p:stCondLst>
                                            <p:cond delay="650"/>
                                          </p:stCondLst>
                                        </p:cTn>
                                        <p:tgtEl>
                                          <p:spTgt spid="36"/>
                                        </p:tgtEl>
                                      </p:cBhvr>
                                      <p:to x="100000" y="60000"/>
                                    </p:animScale>
                                    <p:animScale>
                                      <p:cBhvr>
                                        <p:cTn id="14" dur="166" decel="50000">
                                          <p:stCondLst>
                                            <p:cond delay="676"/>
                                          </p:stCondLst>
                                        </p:cTn>
                                        <p:tgtEl>
                                          <p:spTgt spid="36"/>
                                        </p:tgtEl>
                                      </p:cBhvr>
                                      <p:to x="100000" y="100000"/>
                                    </p:animScale>
                                    <p:animScale>
                                      <p:cBhvr>
                                        <p:cTn id="15" dur="26">
                                          <p:stCondLst>
                                            <p:cond delay="1312"/>
                                          </p:stCondLst>
                                        </p:cTn>
                                        <p:tgtEl>
                                          <p:spTgt spid="36"/>
                                        </p:tgtEl>
                                      </p:cBhvr>
                                      <p:to x="100000" y="80000"/>
                                    </p:animScale>
                                    <p:animScale>
                                      <p:cBhvr>
                                        <p:cTn id="16" dur="166" decel="50000">
                                          <p:stCondLst>
                                            <p:cond delay="1338"/>
                                          </p:stCondLst>
                                        </p:cTn>
                                        <p:tgtEl>
                                          <p:spTgt spid="36"/>
                                        </p:tgtEl>
                                      </p:cBhvr>
                                      <p:to x="100000" y="100000"/>
                                    </p:animScale>
                                    <p:animScale>
                                      <p:cBhvr>
                                        <p:cTn id="17" dur="26">
                                          <p:stCondLst>
                                            <p:cond delay="1642"/>
                                          </p:stCondLst>
                                        </p:cTn>
                                        <p:tgtEl>
                                          <p:spTgt spid="36"/>
                                        </p:tgtEl>
                                      </p:cBhvr>
                                      <p:to x="100000" y="90000"/>
                                    </p:animScale>
                                    <p:animScale>
                                      <p:cBhvr>
                                        <p:cTn id="18" dur="166" decel="50000">
                                          <p:stCondLst>
                                            <p:cond delay="1668"/>
                                          </p:stCondLst>
                                        </p:cTn>
                                        <p:tgtEl>
                                          <p:spTgt spid="36"/>
                                        </p:tgtEl>
                                      </p:cBhvr>
                                      <p:to x="100000" y="100000"/>
                                    </p:animScale>
                                    <p:animScale>
                                      <p:cBhvr>
                                        <p:cTn id="19" dur="26">
                                          <p:stCondLst>
                                            <p:cond delay="1808"/>
                                          </p:stCondLst>
                                        </p:cTn>
                                        <p:tgtEl>
                                          <p:spTgt spid="36"/>
                                        </p:tgtEl>
                                      </p:cBhvr>
                                      <p:to x="100000" y="95000"/>
                                    </p:animScale>
                                    <p:animScale>
                                      <p:cBhvr>
                                        <p:cTn id="20" dur="166" decel="50000">
                                          <p:stCondLst>
                                            <p:cond delay="1834"/>
                                          </p:stCondLst>
                                        </p:cTn>
                                        <p:tgtEl>
                                          <p:spTgt spid="36"/>
                                        </p:tgtEl>
                                      </p:cBhvr>
                                      <p:to x="100000" y="100000"/>
                                    </p:animScale>
                                  </p:childTnLst>
                                </p:cTn>
                              </p:par>
                            </p:childTnLst>
                          </p:cTn>
                        </p:par>
                        <p:par>
                          <p:cTn id="21" fill="hold">
                            <p:stCondLst>
                              <p:cond delay="2000"/>
                            </p:stCondLst>
                            <p:childTnLst>
                              <p:par>
                                <p:cTn id="22" presetID="35" presetClass="emph" presetSubtype="0" repeatCount="indefinite" fill="hold" grpId="0" nodeType="afterEffect">
                                  <p:stCondLst>
                                    <p:cond delay="0"/>
                                  </p:stCondLst>
                                  <p:childTnLst>
                                    <p:anim calcmode="discrete" valueType="str">
                                      <p:cBhvr>
                                        <p:cTn id="23" dur="1000" fill="hold"/>
                                        <p:tgtEl>
                                          <p:spTgt spid="6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bg>
      <p:bgPr>
        <a:solidFill>
          <a:srgbClr val="F0F6FC"/>
        </a:solidFill>
        <a:effectLst/>
      </p:bgPr>
    </p:bg>
    <p:spTree>
      <p:nvGrpSpPr>
        <p:cNvPr id="1" name="">
          <a:extLst>
            <a:ext uri="{FF2B5EF4-FFF2-40B4-BE49-F238E27FC236}">
              <a16:creationId xmlns:a16="http://schemas.microsoft.com/office/drawing/2014/main" id="{8791413D-C071-D865-AE04-B680FE24E7D8}"/>
            </a:ext>
          </a:extLst>
        </p:cNvPr>
        <p:cNvGrpSpPr/>
        <p:nvPr/>
      </p:nvGrpSpPr>
      <p:grpSpPr>
        <a:xfrm>
          <a:off x="0" y="0"/>
          <a:ext cx="0" cy="0"/>
          <a:chOff x="0" y="0"/>
          <a:chExt cx="0" cy="0"/>
        </a:xfrm>
      </p:grpSpPr>
      <p:sp>
        <p:nvSpPr>
          <p:cNvPr id="2" name="Shape 0">
            <a:extLst>
              <a:ext uri="{FF2B5EF4-FFF2-40B4-BE49-F238E27FC236}">
                <a16:creationId xmlns:a16="http://schemas.microsoft.com/office/drawing/2014/main" id="{E38E9BD7-A8D9-D62C-934F-054763435A5A}"/>
              </a:ext>
            </a:extLst>
          </p:cNvPr>
          <p:cNvSpPr/>
          <p:nvPr/>
        </p:nvSpPr>
        <p:spPr>
          <a:xfrm>
            <a:off x="0" y="0"/>
            <a:ext cx="9144000" cy="38405"/>
          </a:xfrm>
          <a:prstGeom prst="rect">
            <a:avLst/>
          </a:prstGeom>
          <a:solidFill>
            <a:srgbClr val="EB6C01"/>
          </a:solidFill>
          <a:ln w="12700">
            <a:solidFill>
              <a:srgbClr val="EB6C01"/>
            </a:solidFill>
            <a:prstDash val="solid"/>
          </a:ln>
        </p:spPr>
        <p:txBody>
          <a:bodyPr/>
          <a:lstStyle/>
          <a:p>
            <a:endParaRPr lang="es-419" noProof="0" dirty="0"/>
          </a:p>
        </p:txBody>
      </p:sp>
      <p:sp>
        <p:nvSpPr>
          <p:cNvPr id="3" name="Shape 1">
            <a:extLst>
              <a:ext uri="{FF2B5EF4-FFF2-40B4-BE49-F238E27FC236}">
                <a16:creationId xmlns:a16="http://schemas.microsoft.com/office/drawing/2014/main" id="{CD6F8030-9961-EA55-AD73-80FB621B4A19}"/>
              </a:ext>
            </a:extLst>
          </p:cNvPr>
          <p:cNvSpPr/>
          <p:nvPr/>
        </p:nvSpPr>
        <p:spPr>
          <a:xfrm>
            <a:off x="0" y="38405"/>
            <a:ext cx="9144000" cy="667512"/>
          </a:xfrm>
          <a:prstGeom prst="rect">
            <a:avLst/>
          </a:prstGeom>
          <a:solidFill>
            <a:srgbClr val="1A3464"/>
          </a:solidFill>
          <a:ln w="12700">
            <a:solidFill>
              <a:srgbClr val="1A3464"/>
            </a:solidFill>
            <a:prstDash val="solid"/>
          </a:ln>
        </p:spPr>
        <p:txBody>
          <a:bodyPr/>
          <a:lstStyle/>
          <a:p>
            <a:endParaRPr lang="es-419" noProof="0" dirty="0"/>
          </a:p>
        </p:txBody>
      </p:sp>
      <p:sp>
        <p:nvSpPr>
          <p:cNvPr id="4" name="Shape 2">
            <a:extLst>
              <a:ext uri="{FF2B5EF4-FFF2-40B4-BE49-F238E27FC236}">
                <a16:creationId xmlns:a16="http://schemas.microsoft.com/office/drawing/2014/main" id="{DB5F4A51-A446-D80A-05FA-5E510FC1B92E}"/>
              </a:ext>
            </a:extLst>
          </p:cNvPr>
          <p:cNvSpPr/>
          <p:nvPr/>
        </p:nvSpPr>
        <p:spPr>
          <a:xfrm>
            <a:off x="384048" y="117043"/>
            <a:ext cx="685800" cy="237744"/>
          </a:xfrm>
          <a:prstGeom prst="rect">
            <a:avLst/>
          </a:prstGeom>
          <a:solidFill>
            <a:srgbClr val="EB6C01"/>
          </a:solidFill>
          <a:ln w="12700">
            <a:solidFill>
              <a:srgbClr val="EB6C01"/>
            </a:solidFill>
            <a:prstDash val="solid"/>
          </a:ln>
        </p:spPr>
        <p:txBody>
          <a:bodyPr/>
          <a:lstStyle/>
          <a:p>
            <a:endParaRPr lang="es-419" noProof="0" dirty="0"/>
          </a:p>
        </p:txBody>
      </p:sp>
      <p:sp>
        <p:nvSpPr>
          <p:cNvPr id="5" name="Text 3">
            <a:extLst>
              <a:ext uri="{FF2B5EF4-FFF2-40B4-BE49-F238E27FC236}">
                <a16:creationId xmlns:a16="http://schemas.microsoft.com/office/drawing/2014/main" id="{331B5605-0058-BE85-F86A-B3AB1847E98D}"/>
              </a:ext>
            </a:extLst>
          </p:cNvPr>
          <p:cNvSpPr/>
          <p:nvPr/>
        </p:nvSpPr>
        <p:spPr>
          <a:xfrm>
            <a:off x="384048" y="117043"/>
            <a:ext cx="685800" cy="237744"/>
          </a:xfrm>
          <a:prstGeom prst="rect">
            <a:avLst/>
          </a:prstGeom>
          <a:noFill/>
          <a:ln/>
        </p:spPr>
        <p:txBody>
          <a:bodyPr wrap="square" lIns="0" tIns="0" rIns="0" bIns="0" rtlCol="0" anchor="ctr"/>
          <a:lstStyle/>
          <a:p>
            <a:pPr marL="0" indent="0" algn="ctr">
              <a:buNone/>
            </a:pPr>
            <a:r>
              <a:rPr lang="es-419" sz="650" b="1" kern="0" spc="150" noProof="0" dirty="0">
                <a:solidFill>
                  <a:srgbClr val="FFFFFF"/>
                </a:solidFill>
                <a:latin typeface="Montserrat" pitchFamily="34" charset="0"/>
              </a:rPr>
              <a:t>LEVANT. GRAL</a:t>
            </a:r>
            <a:endParaRPr lang="es-419" sz="650" noProof="0" dirty="0"/>
          </a:p>
        </p:txBody>
      </p:sp>
      <p:sp>
        <p:nvSpPr>
          <p:cNvPr id="6" name="Text 4">
            <a:extLst>
              <a:ext uri="{FF2B5EF4-FFF2-40B4-BE49-F238E27FC236}">
                <a16:creationId xmlns:a16="http://schemas.microsoft.com/office/drawing/2014/main" id="{A38BA549-AE00-8321-C8ED-8B8C19930026}"/>
              </a:ext>
            </a:extLst>
          </p:cNvPr>
          <p:cNvSpPr/>
          <p:nvPr/>
        </p:nvSpPr>
        <p:spPr>
          <a:xfrm>
            <a:off x="1170432" y="91440"/>
            <a:ext cx="5029200" cy="402336"/>
          </a:xfrm>
          <a:prstGeom prst="rect">
            <a:avLst/>
          </a:prstGeom>
          <a:noFill/>
          <a:ln/>
        </p:spPr>
        <p:txBody>
          <a:bodyPr wrap="square" lIns="0" tIns="0" rIns="0" bIns="0" rtlCol="0" anchor="ctr"/>
          <a:lstStyle/>
          <a:p>
            <a:pPr marL="0" indent="0">
              <a:buNone/>
            </a:pPr>
            <a:r>
              <a:rPr lang="es-419" sz="2000" b="1" noProof="0" dirty="0">
                <a:solidFill>
                  <a:srgbClr val="FFFFFF"/>
                </a:solidFill>
                <a:latin typeface="Montserrat" pitchFamily="34" charset="0"/>
              </a:rPr>
              <a:t>FASE 1</a:t>
            </a:r>
            <a:endParaRPr lang="es-419" sz="2000" noProof="0" dirty="0"/>
          </a:p>
        </p:txBody>
      </p:sp>
      <p:sp>
        <p:nvSpPr>
          <p:cNvPr id="7" name="Text 5">
            <a:extLst>
              <a:ext uri="{FF2B5EF4-FFF2-40B4-BE49-F238E27FC236}">
                <a16:creationId xmlns:a16="http://schemas.microsoft.com/office/drawing/2014/main" id="{84623423-D0D1-F41C-8924-FD8AAD959896}"/>
              </a:ext>
            </a:extLst>
          </p:cNvPr>
          <p:cNvSpPr/>
          <p:nvPr/>
        </p:nvSpPr>
        <p:spPr>
          <a:xfrm>
            <a:off x="1170432" y="475488"/>
            <a:ext cx="3200400" cy="182880"/>
          </a:xfrm>
          <a:prstGeom prst="rect">
            <a:avLst/>
          </a:prstGeom>
          <a:noFill/>
          <a:ln/>
        </p:spPr>
        <p:txBody>
          <a:bodyPr wrap="square" lIns="0" tIns="0" rIns="0" bIns="0" rtlCol="0" anchor="ctr"/>
          <a:lstStyle/>
          <a:p>
            <a:pPr marL="0" indent="0">
              <a:buNone/>
            </a:pPr>
            <a:r>
              <a:rPr lang="es-419" sz="950" noProof="0" dirty="0">
                <a:solidFill>
                  <a:srgbClr val="8FAECB"/>
                </a:solidFill>
                <a:latin typeface="Montserrat" pitchFamily="34" charset="0"/>
              </a:rPr>
              <a:t>MA Zomeyucan </a:t>
            </a:r>
            <a:endParaRPr lang="es-419" sz="950" noProof="0" dirty="0"/>
          </a:p>
        </p:txBody>
      </p:sp>
      <p:sp>
        <p:nvSpPr>
          <p:cNvPr id="8" name="Text 6">
            <a:extLst>
              <a:ext uri="{FF2B5EF4-FFF2-40B4-BE49-F238E27FC236}">
                <a16:creationId xmlns:a16="http://schemas.microsoft.com/office/drawing/2014/main" id="{FA2581E3-3F48-A642-1C52-7419F77BF00A}"/>
              </a:ext>
            </a:extLst>
          </p:cNvPr>
          <p:cNvSpPr/>
          <p:nvPr/>
        </p:nvSpPr>
        <p:spPr>
          <a:xfrm>
            <a:off x="7132320" y="246888"/>
            <a:ext cx="1828800" cy="182880"/>
          </a:xfrm>
          <a:prstGeom prst="rect">
            <a:avLst/>
          </a:prstGeom>
          <a:noFill/>
          <a:ln/>
        </p:spPr>
        <p:txBody>
          <a:bodyPr wrap="square" lIns="0" tIns="0" rIns="0" bIns="0" rtlCol="0" anchor="ctr"/>
          <a:lstStyle/>
          <a:p>
            <a:pPr marL="0" indent="0" algn="r">
              <a:buNone/>
            </a:pPr>
            <a:r>
              <a:rPr lang="es-419" sz="700" b="1" kern="0" spc="150" noProof="0" dirty="0">
                <a:solidFill>
                  <a:srgbClr val="EB6C01"/>
                </a:solidFill>
                <a:latin typeface="Montserrat" pitchFamily="34" charset="0"/>
                <a:ea typeface="Montserrat" pitchFamily="34" charset="-122"/>
                <a:cs typeface="Montserrat" pitchFamily="34" charset="-120"/>
              </a:rPr>
              <a:t>SEMANA 18  ·  2025</a:t>
            </a:r>
            <a:endParaRPr lang="es-419" sz="700" noProof="0" dirty="0"/>
          </a:p>
        </p:txBody>
      </p:sp>
      <p:sp>
        <p:nvSpPr>
          <p:cNvPr id="9" name="Shape 7">
            <a:extLst>
              <a:ext uri="{FF2B5EF4-FFF2-40B4-BE49-F238E27FC236}">
                <a16:creationId xmlns:a16="http://schemas.microsoft.com/office/drawing/2014/main" id="{8F3D6C36-3F65-23A6-8523-9A7E50B7EF9A}"/>
              </a:ext>
            </a:extLst>
          </p:cNvPr>
          <p:cNvSpPr/>
          <p:nvPr/>
        </p:nvSpPr>
        <p:spPr>
          <a:xfrm>
            <a:off x="0" y="705917"/>
            <a:ext cx="2779776" cy="4163263"/>
          </a:xfrm>
          <a:prstGeom prst="rect">
            <a:avLst/>
          </a:prstGeom>
          <a:solidFill>
            <a:srgbClr val="FFFFFF"/>
          </a:solidFill>
          <a:ln w="12700">
            <a:solidFill>
              <a:srgbClr val="D4E4F2"/>
            </a:solidFill>
            <a:prstDash val="solid"/>
          </a:ln>
        </p:spPr>
        <p:txBody>
          <a:bodyPr/>
          <a:lstStyle/>
          <a:p>
            <a:endParaRPr lang="es-419" noProof="0" dirty="0"/>
          </a:p>
        </p:txBody>
      </p:sp>
      <p:sp>
        <p:nvSpPr>
          <p:cNvPr id="10" name="Text 8">
            <a:extLst>
              <a:ext uri="{FF2B5EF4-FFF2-40B4-BE49-F238E27FC236}">
                <a16:creationId xmlns:a16="http://schemas.microsoft.com/office/drawing/2014/main" id="{5CDB1740-6214-B19F-7EA9-60FDB2521411}"/>
              </a:ext>
            </a:extLst>
          </p:cNvPr>
          <p:cNvSpPr/>
          <p:nvPr/>
        </p:nvSpPr>
        <p:spPr>
          <a:xfrm>
            <a:off x="118872" y="768096"/>
            <a:ext cx="2468880" cy="146304"/>
          </a:xfrm>
          <a:prstGeom prst="rect">
            <a:avLst/>
          </a:prstGeom>
          <a:noFill/>
          <a:ln/>
        </p:spPr>
        <p:txBody>
          <a:bodyPr wrap="square" lIns="0" tIns="0" rIns="0" bIns="0" rtlCol="0" anchor="ctr"/>
          <a:lstStyle/>
          <a:p>
            <a:pPr marL="0" indent="0">
              <a:buNone/>
            </a:pPr>
            <a:r>
              <a:rPr lang="es-419" sz="650" b="1" kern="0" spc="250" noProof="0" dirty="0">
                <a:solidFill>
                  <a:srgbClr val="8FAECB"/>
                </a:solidFill>
                <a:latin typeface="Montserrat" pitchFamily="34" charset="0"/>
                <a:ea typeface="Montserrat" pitchFamily="34" charset="-122"/>
                <a:cs typeface="Montserrat" pitchFamily="34" charset="-120"/>
              </a:rPr>
              <a:t>UBICACIÓN EN MÉXICO</a:t>
            </a:r>
            <a:endParaRPr lang="es-419" sz="650" noProof="0" dirty="0"/>
          </a:p>
        </p:txBody>
      </p:sp>
      <p:sp>
        <p:nvSpPr>
          <p:cNvPr id="12" name="Text 9">
            <a:extLst>
              <a:ext uri="{FF2B5EF4-FFF2-40B4-BE49-F238E27FC236}">
                <a16:creationId xmlns:a16="http://schemas.microsoft.com/office/drawing/2014/main" id="{8862BB42-8D2C-6FA6-1EF5-6B3EBE802738}"/>
              </a:ext>
            </a:extLst>
          </p:cNvPr>
          <p:cNvSpPr/>
          <p:nvPr/>
        </p:nvSpPr>
        <p:spPr>
          <a:xfrm>
            <a:off x="73152" y="2944368"/>
            <a:ext cx="2633472" cy="182880"/>
          </a:xfrm>
          <a:prstGeom prst="rect">
            <a:avLst/>
          </a:prstGeom>
          <a:noFill/>
          <a:ln/>
        </p:spPr>
        <p:txBody>
          <a:bodyPr wrap="square" lIns="0" tIns="0" rIns="0" bIns="0" rtlCol="0" anchor="ctr"/>
          <a:lstStyle/>
          <a:p>
            <a:pPr marL="0" indent="0" algn="ctr">
              <a:buNone/>
            </a:pPr>
            <a:r>
              <a:rPr lang="es-419" sz="750" b="1" kern="0" spc="200" noProof="0" dirty="0">
                <a:solidFill>
                  <a:srgbClr val="EB6C01"/>
                </a:solidFill>
                <a:latin typeface="Montserrat" pitchFamily="34" charset="0"/>
              </a:rPr>
              <a:t>NAUCALPAN, ESTADO DE MÉX.</a:t>
            </a:r>
            <a:endParaRPr lang="es-419" sz="750" noProof="0" dirty="0"/>
          </a:p>
        </p:txBody>
      </p:sp>
      <p:sp>
        <p:nvSpPr>
          <p:cNvPr id="13" name="Text 10">
            <a:extLst>
              <a:ext uri="{FF2B5EF4-FFF2-40B4-BE49-F238E27FC236}">
                <a16:creationId xmlns:a16="http://schemas.microsoft.com/office/drawing/2014/main" id="{0B757CA4-3D72-27E1-71A3-686A5B960DCA}"/>
              </a:ext>
            </a:extLst>
          </p:cNvPr>
          <p:cNvSpPr/>
          <p:nvPr/>
        </p:nvSpPr>
        <p:spPr>
          <a:xfrm>
            <a:off x="2944368" y="859536"/>
            <a:ext cx="1828800" cy="164592"/>
          </a:xfrm>
          <a:prstGeom prst="rect">
            <a:avLst/>
          </a:prstGeom>
          <a:noFill/>
          <a:ln/>
        </p:spPr>
        <p:txBody>
          <a:bodyPr wrap="square" lIns="0" tIns="0" rIns="0" bIns="0" rtlCol="0" anchor="ctr"/>
          <a:lstStyle/>
          <a:p>
            <a:pPr marL="0" indent="0">
              <a:buNone/>
            </a:pPr>
            <a:r>
              <a:rPr lang="es-419" sz="650" b="1" kern="0" spc="250" noProof="0" dirty="0">
                <a:solidFill>
                  <a:srgbClr val="EB6C01"/>
                </a:solidFill>
                <a:latin typeface="Montserrat" pitchFamily="34" charset="0"/>
                <a:ea typeface="Montserrat" pitchFamily="34" charset="-122"/>
                <a:cs typeface="Montserrat" pitchFamily="34" charset="-120"/>
              </a:rPr>
              <a:t>PROYECTO ACTIVO</a:t>
            </a:r>
            <a:endParaRPr lang="es-419" sz="650" noProof="0" dirty="0"/>
          </a:p>
        </p:txBody>
      </p:sp>
      <p:sp>
        <p:nvSpPr>
          <p:cNvPr id="14" name="Shape 11">
            <a:extLst>
              <a:ext uri="{FF2B5EF4-FFF2-40B4-BE49-F238E27FC236}">
                <a16:creationId xmlns:a16="http://schemas.microsoft.com/office/drawing/2014/main" id="{8DF6E0A6-02CD-BEE3-88F0-E0DE2729DCD4}"/>
              </a:ext>
            </a:extLst>
          </p:cNvPr>
          <p:cNvSpPr/>
          <p:nvPr/>
        </p:nvSpPr>
        <p:spPr>
          <a:xfrm>
            <a:off x="2944368" y="1024128"/>
            <a:ext cx="987552" cy="16459"/>
          </a:xfrm>
          <a:prstGeom prst="rect">
            <a:avLst/>
          </a:prstGeom>
          <a:solidFill>
            <a:srgbClr val="EB6C01"/>
          </a:solidFill>
          <a:ln w="12700">
            <a:solidFill>
              <a:srgbClr val="EB6C01"/>
            </a:solidFill>
            <a:prstDash val="solid"/>
          </a:ln>
        </p:spPr>
        <p:txBody>
          <a:bodyPr/>
          <a:lstStyle/>
          <a:p>
            <a:endParaRPr lang="es-419" noProof="0" dirty="0"/>
          </a:p>
        </p:txBody>
      </p:sp>
      <p:sp>
        <p:nvSpPr>
          <p:cNvPr id="15" name="Shape 12">
            <a:extLst>
              <a:ext uri="{FF2B5EF4-FFF2-40B4-BE49-F238E27FC236}">
                <a16:creationId xmlns:a16="http://schemas.microsoft.com/office/drawing/2014/main" id="{78C8CDE2-E157-3B54-A3FC-F04DA8261C2E}"/>
              </a:ext>
            </a:extLst>
          </p:cNvPr>
          <p:cNvSpPr/>
          <p:nvPr/>
        </p:nvSpPr>
        <p:spPr>
          <a:xfrm>
            <a:off x="2944368" y="1115568"/>
            <a:ext cx="6035040" cy="603504"/>
          </a:xfrm>
          <a:prstGeom prst="rect">
            <a:avLst/>
          </a:prstGeom>
          <a:solidFill>
            <a:srgbClr val="E5EFF8"/>
          </a:solidFill>
          <a:ln w="12700">
            <a:solidFill>
              <a:srgbClr val="A8C0D8"/>
            </a:solidFill>
            <a:prstDash val="solid"/>
          </a:ln>
        </p:spPr>
        <p:txBody>
          <a:bodyPr/>
          <a:lstStyle/>
          <a:p>
            <a:endParaRPr lang="es-419" noProof="0" dirty="0"/>
          </a:p>
        </p:txBody>
      </p:sp>
      <p:sp>
        <p:nvSpPr>
          <p:cNvPr id="16" name="Text 13">
            <a:extLst>
              <a:ext uri="{FF2B5EF4-FFF2-40B4-BE49-F238E27FC236}">
                <a16:creationId xmlns:a16="http://schemas.microsoft.com/office/drawing/2014/main" id="{33F386C5-F272-2638-B3F5-545F9BA58D7D}"/>
              </a:ext>
            </a:extLst>
          </p:cNvPr>
          <p:cNvSpPr/>
          <p:nvPr/>
        </p:nvSpPr>
        <p:spPr>
          <a:xfrm>
            <a:off x="3054096" y="1170432"/>
            <a:ext cx="5815584" cy="493776"/>
          </a:xfrm>
          <a:prstGeom prst="rect">
            <a:avLst/>
          </a:prstGeom>
          <a:noFill/>
          <a:ln/>
        </p:spPr>
        <p:txBody>
          <a:bodyPr wrap="square" lIns="0" tIns="0" rIns="0" bIns="0" rtlCol="0" anchor="ctr"/>
          <a:lstStyle/>
          <a:p>
            <a:pPr marL="0" indent="0">
              <a:buNone/>
            </a:pPr>
            <a:r>
              <a:rPr lang="es-419" sz="1500" b="1" noProof="0" dirty="0">
                <a:solidFill>
                  <a:srgbClr val="9BB5CC"/>
                </a:solidFill>
                <a:latin typeface="Montserrat" pitchFamily="34" charset="0"/>
              </a:rPr>
              <a:t>Levantamientos en Campo</a:t>
            </a:r>
            <a:endParaRPr lang="es-419" sz="1500" noProof="0" dirty="0"/>
          </a:p>
        </p:txBody>
      </p:sp>
      <p:sp>
        <p:nvSpPr>
          <p:cNvPr id="17" name="Shape 14">
            <a:extLst>
              <a:ext uri="{FF2B5EF4-FFF2-40B4-BE49-F238E27FC236}">
                <a16:creationId xmlns:a16="http://schemas.microsoft.com/office/drawing/2014/main" id="{CDFADEF7-B52C-08A1-71B4-BDFA31A150DF}"/>
              </a:ext>
            </a:extLst>
          </p:cNvPr>
          <p:cNvSpPr/>
          <p:nvPr/>
        </p:nvSpPr>
        <p:spPr>
          <a:xfrm>
            <a:off x="2944368" y="1837944"/>
            <a:ext cx="91440" cy="91440"/>
          </a:xfrm>
          <a:prstGeom prst="ellipse">
            <a:avLst/>
          </a:prstGeom>
          <a:solidFill>
            <a:srgbClr val="A8C0D8"/>
          </a:solidFill>
          <a:ln w="12700">
            <a:solidFill>
              <a:srgbClr val="A8C0D8"/>
            </a:solidFill>
            <a:prstDash val="solid"/>
          </a:ln>
        </p:spPr>
        <p:txBody>
          <a:bodyPr/>
          <a:lstStyle/>
          <a:p>
            <a:endParaRPr lang="es-419" noProof="0" dirty="0"/>
          </a:p>
        </p:txBody>
      </p:sp>
      <p:sp>
        <p:nvSpPr>
          <p:cNvPr id="18" name="Text 15">
            <a:extLst>
              <a:ext uri="{FF2B5EF4-FFF2-40B4-BE49-F238E27FC236}">
                <a16:creationId xmlns:a16="http://schemas.microsoft.com/office/drawing/2014/main" id="{95BE4C66-D043-A2F6-48E6-5811FACE41BD}"/>
              </a:ext>
            </a:extLst>
          </p:cNvPr>
          <p:cNvSpPr/>
          <p:nvPr/>
        </p:nvSpPr>
        <p:spPr>
          <a:xfrm>
            <a:off x="3099816" y="1819656"/>
            <a:ext cx="2743200" cy="137160"/>
          </a:xfrm>
          <a:prstGeom prst="rect">
            <a:avLst/>
          </a:prstGeom>
          <a:noFill/>
          <a:ln/>
        </p:spPr>
        <p:txBody>
          <a:bodyPr wrap="square" lIns="0" tIns="0" rIns="0" bIns="0" rtlCol="0" anchor="ctr"/>
          <a:lstStyle/>
          <a:p>
            <a:pPr marL="0" indent="0">
              <a:buNone/>
            </a:pPr>
            <a:r>
              <a:rPr lang="es-419" sz="850" b="1" kern="0" spc="100" noProof="0" dirty="0">
                <a:solidFill>
                  <a:srgbClr val="A8C0D8"/>
                </a:solidFill>
                <a:latin typeface="Montserrat" pitchFamily="34" charset="0"/>
              </a:rPr>
              <a:t>En Proceso</a:t>
            </a:r>
            <a:endParaRPr lang="es-419" sz="850" noProof="0" dirty="0"/>
          </a:p>
        </p:txBody>
      </p:sp>
      <p:sp>
        <p:nvSpPr>
          <p:cNvPr id="19" name="Shape 16">
            <a:extLst>
              <a:ext uri="{FF2B5EF4-FFF2-40B4-BE49-F238E27FC236}">
                <a16:creationId xmlns:a16="http://schemas.microsoft.com/office/drawing/2014/main" id="{4C9A0548-DE46-00E3-5AC5-69C4CE8378FF}"/>
              </a:ext>
            </a:extLst>
          </p:cNvPr>
          <p:cNvSpPr/>
          <p:nvPr/>
        </p:nvSpPr>
        <p:spPr>
          <a:xfrm>
            <a:off x="2944368" y="2057400"/>
            <a:ext cx="25603" cy="658368"/>
          </a:xfrm>
          <a:prstGeom prst="rect">
            <a:avLst/>
          </a:prstGeom>
          <a:solidFill>
            <a:srgbClr val="A8C0D8"/>
          </a:solidFill>
          <a:ln w="12700">
            <a:solidFill>
              <a:srgbClr val="A8C0D8"/>
            </a:solidFill>
            <a:prstDash val="solid"/>
          </a:ln>
        </p:spPr>
        <p:txBody>
          <a:bodyPr/>
          <a:lstStyle/>
          <a:p>
            <a:endParaRPr lang="es-419" noProof="0" dirty="0"/>
          </a:p>
        </p:txBody>
      </p:sp>
      <p:sp>
        <p:nvSpPr>
          <p:cNvPr id="20" name="Text 17">
            <a:extLst>
              <a:ext uri="{FF2B5EF4-FFF2-40B4-BE49-F238E27FC236}">
                <a16:creationId xmlns:a16="http://schemas.microsoft.com/office/drawing/2014/main" id="{0E63FDA9-4352-B47E-80BF-5872C455A0DE}"/>
              </a:ext>
            </a:extLst>
          </p:cNvPr>
          <p:cNvSpPr/>
          <p:nvPr/>
        </p:nvSpPr>
        <p:spPr>
          <a:xfrm>
            <a:off x="3035808" y="2057400"/>
            <a:ext cx="5925312" cy="658368"/>
          </a:xfrm>
          <a:prstGeom prst="rect">
            <a:avLst/>
          </a:prstGeom>
          <a:noFill/>
          <a:ln/>
        </p:spPr>
        <p:txBody>
          <a:bodyPr wrap="square" rtlCol="0" anchor="ctr"/>
          <a:lstStyle/>
          <a:p>
            <a:pPr marL="0" indent="0">
              <a:buNone/>
            </a:pPr>
            <a:r>
              <a:rPr lang="es-419" sz="950" i="1" noProof="0" dirty="0">
                <a:solidFill>
                  <a:srgbClr val="A8BDD0"/>
                </a:solidFill>
                <a:latin typeface="Montserrat" pitchFamily="34" charset="0"/>
              </a:rPr>
              <a:t>Se realizan los estudios de mecánica de suelos, y levantamientos contratados (Arquitectónicos, Estructurales, Instalaciones, Planta de Conjunto) </a:t>
            </a:r>
            <a:endParaRPr lang="es-419" sz="950" noProof="0" dirty="0"/>
          </a:p>
        </p:txBody>
      </p:sp>
      <p:sp>
        <p:nvSpPr>
          <p:cNvPr id="21" name="Text 18">
            <a:extLst>
              <a:ext uri="{FF2B5EF4-FFF2-40B4-BE49-F238E27FC236}">
                <a16:creationId xmlns:a16="http://schemas.microsoft.com/office/drawing/2014/main" id="{5B79DB52-7C17-C6CD-5D6A-F86535C27AD1}"/>
              </a:ext>
            </a:extLst>
          </p:cNvPr>
          <p:cNvSpPr/>
          <p:nvPr/>
        </p:nvSpPr>
        <p:spPr>
          <a:xfrm>
            <a:off x="2944368" y="2834640"/>
            <a:ext cx="1828800" cy="164592"/>
          </a:xfrm>
          <a:prstGeom prst="rect">
            <a:avLst/>
          </a:prstGeom>
          <a:noFill/>
          <a:ln/>
        </p:spPr>
        <p:txBody>
          <a:bodyPr wrap="square" lIns="0" tIns="0" rIns="0" bIns="0" rtlCol="0" anchor="ctr"/>
          <a:lstStyle/>
          <a:p>
            <a:pPr marL="0" indent="0">
              <a:buNone/>
            </a:pPr>
            <a:r>
              <a:rPr lang="es-419" sz="650" b="1" kern="0" spc="250" noProof="0" dirty="0">
                <a:solidFill>
                  <a:srgbClr val="EB6C01"/>
                </a:solidFill>
                <a:latin typeface="Montserrat" pitchFamily="34" charset="0"/>
                <a:ea typeface="Montserrat" pitchFamily="34" charset="-122"/>
                <a:cs typeface="Montserrat" pitchFamily="34" charset="-120"/>
              </a:rPr>
              <a:t>FOTOGRAFÍAS DE AVANCE</a:t>
            </a:r>
            <a:endParaRPr lang="es-419" sz="650" noProof="0" dirty="0"/>
          </a:p>
        </p:txBody>
      </p:sp>
      <p:sp>
        <p:nvSpPr>
          <p:cNvPr id="22" name="Shape 19">
            <a:extLst>
              <a:ext uri="{FF2B5EF4-FFF2-40B4-BE49-F238E27FC236}">
                <a16:creationId xmlns:a16="http://schemas.microsoft.com/office/drawing/2014/main" id="{E74FC735-ACCF-D019-7057-CED182C25FE6}"/>
              </a:ext>
            </a:extLst>
          </p:cNvPr>
          <p:cNvSpPr/>
          <p:nvPr/>
        </p:nvSpPr>
        <p:spPr>
          <a:xfrm>
            <a:off x="2944368" y="3008376"/>
            <a:ext cx="1481328" cy="16459"/>
          </a:xfrm>
          <a:prstGeom prst="rect">
            <a:avLst/>
          </a:prstGeom>
          <a:solidFill>
            <a:srgbClr val="EB6C01"/>
          </a:solidFill>
          <a:ln w="12700">
            <a:solidFill>
              <a:srgbClr val="EB6C01"/>
            </a:solidFill>
            <a:prstDash val="solid"/>
          </a:ln>
        </p:spPr>
        <p:txBody>
          <a:bodyPr/>
          <a:lstStyle/>
          <a:p>
            <a:endParaRPr lang="es-419" noProof="0" dirty="0"/>
          </a:p>
        </p:txBody>
      </p:sp>
      <p:sp>
        <p:nvSpPr>
          <p:cNvPr id="23" name="Shape 20">
            <a:extLst>
              <a:ext uri="{FF2B5EF4-FFF2-40B4-BE49-F238E27FC236}">
                <a16:creationId xmlns:a16="http://schemas.microsoft.com/office/drawing/2014/main" id="{1D03EBD6-79A5-C236-7D3E-00211006EAA8}"/>
              </a:ext>
            </a:extLst>
          </p:cNvPr>
          <p:cNvSpPr/>
          <p:nvPr/>
        </p:nvSpPr>
        <p:spPr>
          <a:xfrm>
            <a:off x="2944368"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24" name="Image 1" descr="preencoded.png">
            <a:extLst>
              <a:ext uri="{FF2B5EF4-FFF2-40B4-BE49-F238E27FC236}">
                <a16:creationId xmlns:a16="http://schemas.microsoft.com/office/drawing/2014/main" id="{9749C19E-679C-DC12-FFD5-1DDD49A55608}"/>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797808" y="3593592"/>
            <a:ext cx="256032" cy="256032"/>
          </a:xfrm>
          <a:prstGeom prst="rect">
            <a:avLst/>
          </a:prstGeom>
        </p:spPr>
      </p:pic>
      <p:sp>
        <p:nvSpPr>
          <p:cNvPr id="25" name="Text 21">
            <a:extLst>
              <a:ext uri="{FF2B5EF4-FFF2-40B4-BE49-F238E27FC236}">
                <a16:creationId xmlns:a16="http://schemas.microsoft.com/office/drawing/2014/main" id="{FBFEDBD7-A449-533F-94FA-1E54DCAA371A}"/>
              </a:ext>
            </a:extLst>
          </p:cNvPr>
          <p:cNvSpPr/>
          <p:nvPr/>
        </p:nvSpPr>
        <p:spPr>
          <a:xfrm>
            <a:off x="2944368"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29" name="Shape 24">
            <a:extLst>
              <a:ext uri="{FF2B5EF4-FFF2-40B4-BE49-F238E27FC236}">
                <a16:creationId xmlns:a16="http://schemas.microsoft.com/office/drawing/2014/main" id="{6F539337-A200-B782-564F-99FD4F593BC8}"/>
              </a:ext>
            </a:extLst>
          </p:cNvPr>
          <p:cNvSpPr/>
          <p:nvPr/>
        </p:nvSpPr>
        <p:spPr>
          <a:xfrm>
            <a:off x="7016496"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30" name="Image 3" descr="preencoded.png">
            <a:extLst>
              <a:ext uri="{FF2B5EF4-FFF2-40B4-BE49-F238E27FC236}">
                <a16:creationId xmlns:a16="http://schemas.microsoft.com/office/drawing/2014/main" id="{47C7C401-0A48-3D6D-C7AC-23D4DAADE411}"/>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7869936" y="3593592"/>
            <a:ext cx="256032" cy="256032"/>
          </a:xfrm>
          <a:prstGeom prst="rect">
            <a:avLst/>
          </a:prstGeom>
        </p:spPr>
      </p:pic>
      <p:sp>
        <p:nvSpPr>
          <p:cNvPr id="31" name="Text 25">
            <a:extLst>
              <a:ext uri="{FF2B5EF4-FFF2-40B4-BE49-F238E27FC236}">
                <a16:creationId xmlns:a16="http://schemas.microsoft.com/office/drawing/2014/main" id="{EBAE4DDC-A172-498B-5D6C-361B4D37E0F8}"/>
              </a:ext>
            </a:extLst>
          </p:cNvPr>
          <p:cNvSpPr/>
          <p:nvPr/>
        </p:nvSpPr>
        <p:spPr>
          <a:xfrm>
            <a:off x="7016496"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32" name="Shape 26">
            <a:extLst>
              <a:ext uri="{FF2B5EF4-FFF2-40B4-BE49-F238E27FC236}">
                <a16:creationId xmlns:a16="http://schemas.microsoft.com/office/drawing/2014/main" id="{7149D7CF-3029-A7EB-C1EE-1E1CD37F07EA}"/>
              </a:ext>
            </a:extLst>
          </p:cNvPr>
          <p:cNvSpPr/>
          <p:nvPr/>
        </p:nvSpPr>
        <p:spPr>
          <a:xfrm>
            <a:off x="0" y="4873752"/>
            <a:ext cx="9144000" cy="269748"/>
          </a:xfrm>
          <a:prstGeom prst="rect">
            <a:avLst/>
          </a:prstGeom>
          <a:solidFill>
            <a:srgbClr val="1A3464"/>
          </a:solidFill>
          <a:ln w="12700">
            <a:solidFill>
              <a:srgbClr val="1A3464"/>
            </a:solidFill>
            <a:prstDash val="solid"/>
          </a:ln>
        </p:spPr>
        <p:txBody>
          <a:bodyPr/>
          <a:lstStyle/>
          <a:p>
            <a:endParaRPr lang="es-419" noProof="0" dirty="0"/>
          </a:p>
        </p:txBody>
      </p:sp>
      <p:sp>
        <p:nvSpPr>
          <p:cNvPr id="33" name="Text 27">
            <a:extLst>
              <a:ext uri="{FF2B5EF4-FFF2-40B4-BE49-F238E27FC236}">
                <a16:creationId xmlns:a16="http://schemas.microsoft.com/office/drawing/2014/main" id="{08C4CF00-B707-71BA-9C10-61CF173C418F}"/>
              </a:ext>
            </a:extLst>
          </p:cNvPr>
          <p:cNvSpPr/>
          <p:nvPr/>
        </p:nvSpPr>
        <p:spPr>
          <a:xfrm>
            <a:off x="384048" y="4901184"/>
            <a:ext cx="5029200" cy="182880"/>
          </a:xfrm>
          <a:prstGeom prst="rect">
            <a:avLst/>
          </a:prstGeom>
          <a:noFill/>
          <a:ln/>
        </p:spPr>
        <p:txBody>
          <a:bodyPr wrap="square" lIns="0" tIns="0" rIns="0" bIns="0" rtlCol="0" anchor="ctr"/>
          <a:lstStyle/>
          <a:p>
            <a:pPr marL="0" indent="0">
              <a:buNone/>
            </a:pPr>
            <a:r>
              <a:rPr lang="es-419" sz="700" kern="0" spc="150" noProof="0" dirty="0">
                <a:solidFill>
                  <a:srgbClr val="8FAECB"/>
                </a:solidFill>
                <a:latin typeface="Montserrat" pitchFamily="34" charset="0"/>
                <a:ea typeface="Montserrat" pitchFamily="34" charset="-122"/>
                <a:cs typeface="Montserrat" pitchFamily="34" charset="-120"/>
              </a:rPr>
              <a:t>COORDINACIÓN DE OBRAS Y MANTENIMIENTO RCMA</a:t>
            </a:r>
            <a:endParaRPr lang="es-419" sz="700" noProof="0" dirty="0"/>
          </a:p>
        </p:txBody>
      </p:sp>
      <p:sp>
        <p:nvSpPr>
          <p:cNvPr id="34" name="Shape 28">
            <a:extLst>
              <a:ext uri="{FF2B5EF4-FFF2-40B4-BE49-F238E27FC236}">
                <a16:creationId xmlns:a16="http://schemas.microsoft.com/office/drawing/2014/main" id="{43D4A2DC-B26B-86D6-9F08-53DA30058F70}"/>
              </a:ext>
            </a:extLst>
          </p:cNvPr>
          <p:cNvSpPr/>
          <p:nvPr/>
        </p:nvSpPr>
        <p:spPr>
          <a:xfrm>
            <a:off x="5559552" y="4974336"/>
            <a:ext cx="5486" cy="100584"/>
          </a:xfrm>
          <a:prstGeom prst="rect">
            <a:avLst/>
          </a:prstGeom>
          <a:solidFill>
            <a:srgbClr val="8FAECB"/>
          </a:solidFill>
          <a:ln w="12700">
            <a:solidFill>
              <a:srgbClr val="8FAECB"/>
            </a:solidFill>
            <a:prstDash val="solid"/>
          </a:ln>
        </p:spPr>
        <p:txBody>
          <a:bodyPr/>
          <a:lstStyle/>
          <a:p>
            <a:endParaRPr lang="es-419" noProof="0" dirty="0"/>
          </a:p>
        </p:txBody>
      </p:sp>
      <p:sp>
        <p:nvSpPr>
          <p:cNvPr id="35" name="Text 29">
            <a:extLst>
              <a:ext uri="{FF2B5EF4-FFF2-40B4-BE49-F238E27FC236}">
                <a16:creationId xmlns:a16="http://schemas.microsoft.com/office/drawing/2014/main" id="{2D29273B-9010-F068-0FF7-3F3182602397}"/>
              </a:ext>
            </a:extLst>
          </p:cNvPr>
          <p:cNvSpPr/>
          <p:nvPr/>
        </p:nvSpPr>
        <p:spPr>
          <a:xfrm>
            <a:off x="5650992" y="4901184"/>
            <a:ext cx="2286000" cy="182880"/>
          </a:xfrm>
          <a:prstGeom prst="rect">
            <a:avLst/>
          </a:prstGeom>
          <a:noFill/>
          <a:ln/>
        </p:spPr>
        <p:txBody>
          <a:bodyPr wrap="square" lIns="0" tIns="0" rIns="0" bIns="0" rtlCol="0" anchor="ctr"/>
          <a:lstStyle/>
          <a:p>
            <a:pPr marL="0" indent="0">
              <a:buNone/>
            </a:pPr>
            <a:r>
              <a:rPr lang="es-419" sz="700" kern="0" spc="150" noProof="0" dirty="0">
                <a:solidFill>
                  <a:srgbClr val="8FAECB"/>
                </a:solidFill>
                <a:latin typeface="Montserrat" pitchFamily="34" charset="0"/>
                <a:ea typeface="Montserrat" pitchFamily="34" charset="-122"/>
                <a:cs typeface="Montserrat" pitchFamily="34" charset="-120"/>
              </a:rPr>
              <a:t>Mano Amiga</a:t>
            </a:r>
            <a:endParaRPr lang="es-419" sz="700" noProof="0" dirty="0"/>
          </a:p>
        </p:txBody>
      </p:sp>
      <p:grpSp>
        <p:nvGrpSpPr>
          <p:cNvPr id="36" name="Group 45">
            <a:extLst>
              <a:ext uri="{FF2B5EF4-FFF2-40B4-BE49-F238E27FC236}">
                <a16:creationId xmlns:a16="http://schemas.microsoft.com/office/drawing/2014/main" id="{5A07378D-CDA4-0ECA-A79D-682025DEC120}"/>
              </a:ext>
            </a:extLst>
          </p:cNvPr>
          <p:cNvGrpSpPr>
            <a:grpSpLocks noChangeAspect="1"/>
          </p:cNvGrpSpPr>
          <p:nvPr/>
        </p:nvGrpSpPr>
        <p:grpSpPr>
          <a:xfrm>
            <a:off x="2310819" y="1044038"/>
            <a:ext cx="213038" cy="337620"/>
            <a:chOff x="0" y="26670"/>
            <a:chExt cx="3924300" cy="6219190"/>
          </a:xfrm>
        </p:grpSpPr>
        <p:sp>
          <p:nvSpPr>
            <p:cNvPr id="37" name="Freeform 46">
              <a:extLst>
                <a:ext uri="{FF2B5EF4-FFF2-40B4-BE49-F238E27FC236}">
                  <a16:creationId xmlns:a16="http://schemas.microsoft.com/office/drawing/2014/main" id="{8ECDCCAB-6E67-172C-4CAC-C1E6F7A49E69}"/>
                </a:ext>
              </a:extLst>
            </p:cNvPr>
            <p:cNvSpPr/>
            <p:nvPr/>
          </p:nvSpPr>
          <p:spPr>
            <a:xfrm>
              <a:off x="0" y="26670"/>
              <a:ext cx="3924300" cy="6219190"/>
            </a:xfrm>
            <a:custGeom>
              <a:avLst/>
              <a:gdLst/>
              <a:ahLst/>
              <a:cxnLst/>
              <a:rect l="l" t="t" r="r" b="b"/>
              <a:pathLst>
                <a:path w="3924300" h="6219190">
                  <a:moveTo>
                    <a:pt x="3924300" y="1962150"/>
                  </a:moveTo>
                  <a:cubicBezTo>
                    <a:pt x="3924300" y="878840"/>
                    <a:pt x="3045460" y="0"/>
                    <a:pt x="1962150" y="0"/>
                  </a:cubicBezTo>
                  <a:cubicBezTo>
                    <a:pt x="878840" y="0"/>
                    <a:pt x="0" y="878840"/>
                    <a:pt x="0" y="1962150"/>
                  </a:cubicBezTo>
                  <a:cubicBezTo>
                    <a:pt x="0" y="2974340"/>
                    <a:pt x="765810" y="3807460"/>
                    <a:pt x="1750060" y="3912870"/>
                  </a:cubicBezTo>
                  <a:lnTo>
                    <a:pt x="1962150" y="6219190"/>
                  </a:lnTo>
                  <a:lnTo>
                    <a:pt x="2174240" y="3912870"/>
                  </a:lnTo>
                  <a:cubicBezTo>
                    <a:pt x="3158490" y="3807460"/>
                    <a:pt x="3924300" y="2974340"/>
                    <a:pt x="3924300" y="1962150"/>
                  </a:cubicBezTo>
                  <a:close/>
                </a:path>
              </a:pathLst>
            </a:custGeom>
            <a:solidFill>
              <a:srgbClr val="EB6C01"/>
            </a:solidFill>
          </p:spPr>
          <p:txBody>
            <a:bodyPr/>
            <a:lstStyle/>
            <a:p>
              <a:endParaRPr lang="es-419" noProof="0" dirty="0"/>
            </a:p>
          </p:txBody>
        </p:sp>
        <p:sp>
          <p:nvSpPr>
            <p:cNvPr id="38" name="Freeform 47">
              <a:extLst>
                <a:ext uri="{FF2B5EF4-FFF2-40B4-BE49-F238E27FC236}">
                  <a16:creationId xmlns:a16="http://schemas.microsoft.com/office/drawing/2014/main" id="{E52BC8E9-D6C5-9E69-174C-350114BFEC81}"/>
                </a:ext>
              </a:extLst>
            </p:cNvPr>
            <p:cNvSpPr/>
            <p:nvPr/>
          </p:nvSpPr>
          <p:spPr>
            <a:xfrm>
              <a:off x="340744" y="374636"/>
              <a:ext cx="3242813" cy="3228370"/>
            </a:xfrm>
            <a:custGeom>
              <a:avLst/>
              <a:gdLst/>
              <a:ahLst/>
              <a:cxnLst/>
              <a:rect l="l" t="t" r="r" b="b"/>
              <a:pathLst>
                <a:path w="3242810" h="3228373">
                  <a:moveTo>
                    <a:pt x="1621405" y="16"/>
                  </a:moveTo>
                  <a:cubicBezTo>
                    <a:pt x="1042998" y="-2571"/>
                    <a:pt x="507417" y="304521"/>
                    <a:pt x="217465" y="805010"/>
                  </a:cubicBezTo>
                  <a:cubicBezTo>
                    <a:pt x="-72488" y="1305499"/>
                    <a:pt x="-72488" y="1922874"/>
                    <a:pt x="217465" y="2423362"/>
                  </a:cubicBezTo>
                  <a:cubicBezTo>
                    <a:pt x="507417" y="2923851"/>
                    <a:pt x="1042998" y="3230943"/>
                    <a:pt x="1621405" y="3228356"/>
                  </a:cubicBezTo>
                  <a:cubicBezTo>
                    <a:pt x="2199812" y="3230943"/>
                    <a:pt x="2735392" y="2923851"/>
                    <a:pt x="3025345" y="2423362"/>
                  </a:cubicBezTo>
                  <a:cubicBezTo>
                    <a:pt x="3315298" y="1922874"/>
                    <a:pt x="3315298" y="1305499"/>
                    <a:pt x="3025345" y="805010"/>
                  </a:cubicBezTo>
                  <a:cubicBezTo>
                    <a:pt x="2735392" y="304522"/>
                    <a:pt x="2199812" y="-2571"/>
                    <a:pt x="1621405" y="16"/>
                  </a:cubicBezTo>
                  <a:close/>
                </a:path>
              </a:pathLst>
            </a:custGeom>
            <a:blipFill>
              <a:blip r:embed="rId5"/>
              <a:stretch>
                <a:fillRect l="-28801" r="-28801" b="-58308"/>
              </a:stretch>
            </a:blipFill>
          </p:spPr>
          <p:txBody>
            <a:bodyPr/>
            <a:lstStyle/>
            <a:p>
              <a:endParaRPr lang="es-419" noProof="0" dirty="0"/>
            </a:p>
          </p:txBody>
        </p:sp>
      </p:grpSp>
      <p:sp>
        <p:nvSpPr>
          <p:cNvPr id="43" name="Forma libre: forma 42">
            <a:extLst>
              <a:ext uri="{FF2B5EF4-FFF2-40B4-BE49-F238E27FC236}">
                <a16:creationId xmlns:a16="http://schemas.microsoft.com/office/drawing/2014/main" id="{665148CC-6E4B-445F-4646-D36F76EB70DC}"/>
              </a:ext>
            </a:extLst>
          </p:cNvPr>
          <p:cNvSpPr/>
          <p:nvPr/>
        </p:nvSpPr>
        <p:spPr>
          <a:xfrm>
            <a:off x="1596105" y="2222074"/>
            <a:ext cx="193086" cy="261624"/>
          </a:xfrm>
          <a:custGeom>
            <a:avLst/>
            <a:gdLst>
              <a:gd name="csX0" fmla="*/ 47363 w 193086"/>
              <a:gd name="csY0" fmla="*/ 258865 h 261624"/>
              <a:gd name="csX1" fmla="*/ 34066 w 193086"/>
              <a:gd name="csY1" fmla="*/ 253627 h 261624"/>
              <a:gd name="csX2" fmla="*/ 25677 w 193086"/>
              <a:gd name="csY2" fmla="*/ 249703 h 261624"/>
              <a:gd name="csX3" fmla="*/ 12838 w 193086"/>
              <a:gd name="csY3" fmla="*/ 237813 h 261624"/>
              <a:gd name="csX4" fmla="*/ 0 w 193086"/>
              <a:gd name="csY4" fmla="*/ 228023 h 261624"/>
              <a:gd name="csX5" fmla="*/ 10590 w 193086"/>
              <a:gd name="csY5" fmla="*/ 222007 h 261624"/>
              <a:gd name="csX6" fmla="*/ 24311 w 193086"/>
              <a:gd name="csY6" fmla="*/ 218591 h 261624"/>
              <a:gd name="csX7" fmla="*/ 30840 w 193086"/>
              <a:gd name="csY7" fmla="*/ 210994 h 261624"/>
              <a:gd name="csX8" fmla="*/ 34002 w 193086"/>
              <a:gd name="csY8" fmla="*/ 201034 h 261624"/>
              <a:gd name="csX9" fmla="*/ 34055 w 193086"/>
              <a:gd name="csY9" fmla="*/ 192894 h 261624"/>
              <a:gd name="csX10" fmla="*/ 33474 w 193086"/>
              <a:gd name="csY10" fmla="*/ 186352 h 261624"/>
              <a:gd name="csX11" fmla="*/ 36002 w 193086"/>
              <a:gd name="csY11" fmla="*/ 155255 h 261624"/>
              <a:gd name="csX12" fmla="*/ 40814 w 193086"/>
              <a:gd name="csY12" fmla="*/ 125721 h 261624"/>
              <a:gd name="csX13" fmla="*/ 52906 w 193086"/>
              <a:gd name="csY13" fmla="*/ 136226 h 261624"/>
              <a:gd name="csX14" fmla="*/ 67584 w 193086"/>
              <a:gd name="csY14" fmla="*/ 150557 h 261624"/>
              <a:gd name="csX15" fmla="*/ 85050 w 193086"/>
              <a:gd name="csY15" fmla="*/ 148575 h 261624"/>
              <a:gd name="csX16" fmla="*/ 92615 w 193086"/>
              <a:gd name="csY16" fmla="*/ 147623 h 261624"/>
              <a:gd name="csX17" fmla="*/ 103162 w 193086"/>
              <a:gd name="csY17" fmla="*/ 143713 h 261624"/>
              <a:gd name="csX18" fmla="*/ 110991 w 193086"/>
              <a:gd name="csY18" fmla="*/ 139409 h 261624"/>
              <a:gd name="csX19" fmla="*/ 118857 w 193086"/>
              <a:gd name="csY19" fmla="*/ 137039 h 261624"/>
              <a:gd name="csX20" fmla="*/ 114946 w 193086"/>
              <a:gd name="csY20" fmla="*/ 126979 h 261624"/>
              <a:gd name="csX21" fmla="*/ 104278 w 193086"/>
              <a:gd name="csY21" fmla="*/ 120558 h 261624"/>
              <a:gd name="csX22" fmla="*/ 100539 w 193086"/>
              <a:gd name="csY22" fmla="*/ 116814 h 261624"/>
              <a:gd name="csX23" fmla="*/ 87769 w 193086"/>
              <a:gd name="csY23" fmla="*/ 107211 h 261624"/>
              <a:gd name="csX24" fmla="*/ 75649 w 193086"/>
              <a:gd name="csY24" fmla="*/ 82459 h 261624"/>
              <a:gd name="csX25" fmla="*/ 81162 w 193086"/>
              <a:gd name="csY25" fmla="*/ 66581 h 261624"/>
              <a:gd name="csX26" fmla="*/ 76956 w 193086"/>
              <a:gd name="csY26" fmla="*/ 53086 h 261624"/>
              <a:gd name="csX27" fmla="*/ 74281 w 193086"/>
              <a:gd name="csY27" fmla="*/ 48335 h 261624"/>
              <a:gd name="csX28" fmla="*/ 98388 w 193086"/>
              <a:gd name="csY28" fmla="*/ 21931 h 261624"/>
              <a:gd name="csX29" fmla="*/ 99033 w 193086"/>
              <a:gd name="csY29" fmla="*/ 12782 h 261624"/>
              <a:gd name="csX30" fmla="*/ 112340 w 193086"/>
              <a:gd name="csY30" fmla="*/ 234 h 261624"/>
              <a:gd name="csX31" fmla="*/ 115367 w 193086"/>
              <a:gd name="csY31" fmla="*/ 7384 h 261624"/>
              <a:gd name="csX32" fmla="*/ 123019 w 193086"/>
              <a:gd name="csY32" fmla="*/ 18442 h 261624"/>
              <a:gd name="csX33" fmla="*/ 122268 w 193086"/>
              <a:gd name="csY33" fmla="*/ 30221 h 261624"/>
              <a:gd name="csX34" fmla="*/ 113949 w 193086"/>
              <a:gd name="csY34" fmla="*/ 45287 h 261624"/>
              <a:gd name="csX35" fmla="*/ 120402 w 193086"/>
              <a:gd name="csY35" fmla="*/ 65276 h 261624"/>
              <a:gd name="csX36" fmla="*/ 138506 w 193086"/>
              <a:gd name="csY36" fmla="*/ 64867 h 261624"/>
              <a:gd name="csX37" fmla="*/ 143345 w 193086"/>
              <a:gd name="csY37" fmla="*/ 58224 h 261624"/>
              <a:gd name="csX38" fmla="*/ 152274 w 193086"/>
              <a:gd name="csY38" fmla="*/ 62931 h 261624"/>
              <a:gd name="csX39" fmla="*/ 162130 w 193086"/>
              <a:gd name="csY39" fmla="*/ 68135 h 261624"/>
              <a:gd name="csX40" fmla="*/ 158059 w 193086"/>
              <a:gd name="csY40" fmla="*/ 75879 h 261624"/>
              <a:gd name="csX41" fmla="*/ 142387 w 193086"/>
              <a:gd name="csY41" fmla="*/ 123139 h 261624"/>
              <a:gd name="csX42" fmla="*/ 161574 w 193086"/>
              <a:gd name="csY42" fmla="*/ 140138 h 261624"/>
              <a:gd name="csX43" fmla="*/ 162505 w 193086"/>
              <a:gd name="csY43" fmla="*/ 150542 h 261624"/>
              <a:gd name="csX44" fmla="*/ 151065 w 193086"/>
              <a:gd name="csY44" fmla="*/ 162165 h 261624"/>
              <a:gd name="csX45" fmla="*/ 147000 w 193086"/>
              <a:gd name="csY45" fmla="*/ 176069 h 261624"/>
              <a:gd name="csX46" fmla="*/ 151074 w 193086"/>
              <a:gd name="csY46" fmla="*/ 198795 h 261624"/>
              <a:gd name="csX47" fmla="*/ 161382 w 193086"/>
              <a:gd name="csY47" fmla="*/ 209212 h 261624"/>
              <a:gd name="csX48" fmla="*/ 180801 w 193086"/>
              <a:gd name="csY48" fmla="*/ 215310 h 261624"/>
              <a:gd name="csX49" fmla="*/ 191062 w 193086"/>
              <a:gd name="csY49" fmla="*/ 220266 h 261624"/>
              <a:gd name="csX50" fmla="*/ 186266 w 193086"/>
              <a:gd name="csY50" fmla="*/ 234411 h 261624"/>
              <a:gd name="csX51" fmla="*/ 146648 w 193086"/>
              <a:gd name="csY51" fmla="*/ 241973 h 261624"/>
              <a:gd name="csX52" fmla="*/ 130308 w 193086"/>
              <a:gd name="csY52" fmla="*/ 244333 h 261624"/>
              <a:gd name="csX53" fmla="*/ 120069 w 193086"/>
              <a:gd name="csY53" fmla="*/ 230760 h 261624"/>
              <a:gd name="csX54" fmla="*/ 99204 w 193086"/>
              <a:gd name="csY54" fmla="*/ 236809 h 261624"/>
              <a:gd name="csX55" fmla="*/ 99051 w 193086"/>
              <a:gd name="csY55" fmla="*/ 250983 h 261624"/>
              <a:gd name="csX56" fmla="*/ 92202 w 193086"/>
              <a:gd name="csY56" fmla="*/ 257021 h 261624"/>
              <a:gd name="csX57" fmla="*/ 61602 w 193086"/>
              <a:gd name="csY57" fmla="*/ 257374 h 261624"/>
              <a:gd name="csX58" fmla="*/ 47363 w 193086"/>
              <a:gd name="csY58" fmla="*/ 258865 h 2616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Lst>
            <a:rect l="l" t="t" r="r" b="b"/>
            <a:pathLst>
              <a:path w="193086" h="261624">
                <a:moveTo>
                  <a:pt x="47363" y="258865"/>
                </a:moveTo>
                <a:cubicBezTo>
                  <a:pt x="44664" y="256988"/>
                  <a:pt x="38681" y="254631"/>
                  <a:pt x="34066" y="253627"/>
                </a:cubicBezTo>
                <a:cubicBezTo>
                  <a:pt x="29452" y="252623"/>
                  <a:pt x="25677" y="250857"/>
                  <a:pt x="25677" y="249703"/>
                </a:cubicBezTo>
                <a:cubicBezTo>
                  <a:pt x="25677" y="248548"/>
                  <a:pt x="19899" y="243198"/>
                  <a:pt x="12838" y="237813"/>
                </a:cubicBezTo>
                <a:lnTo>
                  <a:pt x="0" y="228023"/>
                </a:lnTo>
                <a:lnTo>
                  <a:pt x="10590" y="222007"/>
                </a:lnTo>
                <a:cubicBezTo>
                  <a:pt x="17972" y="217814"/>
                  <a:pt x="22129" y="216779"/>
                  <a:pt x="24311" y="218591"/>
                </a:cubicBezTo>
                <a:cubicBezTo>
                  <a:pt x="28477" y="222048"/>
                  <a:pt x="30840" y="219299"/>
                  <a:pt x="30840" y="210994"/>
                </a:cubicBezTo>
                <a:cubicBezTo>
                  <a:pt x="30840" y="207256"/>
                  <a:pt x="32263" y="202774"/>
                  <a:pt x="34002" y="201034"/>
                </a:cubicBezTo>
                <a:cubicBezTo>
                  <a:pt x="36474" y="198562"/>
                  <a:pt x="36486" y="196787"/>
                  <a:pt x="34055" y="192894"/>
                </a:cubicBezTo>
                <a:cubicBezTo>
                  <a:pt x="32093" y="189753"/>
                  <a:pt x="31879" y="187338"/>
                  <a:pt x="33474" y="186352"/>
                </a:cubicBezTo>
                <a:cubicBezTo>
                  <a:pt x="34886" y="185479"/>
                  <a:pt x="36002" y="171748"/>
                  <a:pt x="36002" y="155255"/>
                </a:cubicBezTo>
                <a:cubicBezTo>
                  <a:pt x="36002" y="128160"/>
                  <a:pt x="36400" y="125721"/>
                  <a:pt x="40814" y="125721"/>
                </a:cubicBezTo>
                <a:cubicBezTo>
                  <a:pt x="43528" y="125721"/>
                  <a:pt x="48800" y="130301"/>
                  <a:pt x="52906" y="136226"/>
                </a:cubicBezTo>
                <a:cubicBezTo>
                  <a:pt x="56911" y="142004"/>
                  <a:pt x="63516" y="148453"/>
                  <a:pt x="67584" y="150557"/>
                </a:cubicBezTo>
                <a:cubicBezTo>
                  <a:pt x="75108" y="154448"/>
                  <a:pt x="85050" y="153319"/>
                  <a:pt x="85050" y="148575"/>
                </a:cubicBezTo>
                <a:cubicBezTo>
                  <a:pt x="85050" y="147029"/>
                  <a:pt x="88138" y="146640"/>
                  <a:pt x="92615" y="147623"/>
                </a:cubicBezTo>
                <a:cubicBezTo>
                  <a:pt x="98706" y="148961"/>
                  <a:pt x="100761" y="148199"/>
                  <a:pt x="103162" y="143713"/>
                </a:cubicBezTo>
                <a:cubicBezTo>
                  <a:pt x="105115" y="140063"/>
                  <a:pt x="107816" y="138578"/>
                  <a:pt x="110991" y="139409"/>
                </a:cubicBezTo>
                <a:cubicBezTo>
                  <a:pt x="113656" y="140106"/>
                  <a:pt x="117196" y="139039"/>
                  <a:pt x="118857" y="137039"/>
                </a:cubicBezTo>
                <a:cubicBezTo>
                  <a:pt x="121254" y="134150"/>
                  <a:pt x="120449" y="132080"/>
                  <a:pt x="114946" y="126979"/>
                </a:cubicBezTo>
                <a:cubicBezTo>
                  <a:pt x="111135" y="123448"/>
                  <a:pt x="106335" y="120558"/>
                  <a:pt x="104278" y="120558"/>
                </a:cubicBezTo>
                <a:cubicBezTo>
                  <a:pt x="102221" y="120558"/>
                  <a:pt x="100539" y="118873"/>
                  <a:pt x="100539" y="116814"/>
                </a:cubicBezTo>
                <a:cubicBezTo>
                  <a:pt x="100539" y="114754"/>
                  <a:pt x="94792" y="110433"/>
                  <a:pt x="87769" y="107211"/>
                </a:cubicBezTo>
                <a:cubicBezTo>
                  <a:pt x="73337" y="100591"/>
                  <a:pt x="69935" y="93642"/>
                  <a:pt x="75649" y="82459"/>
                </a:cubicBezTo>
                <a:cubicBezTo>
                  <a:pt x="77638" y="78567"/>
                  <a:pt x="80119" y="71422"/>
                  <a:pt x="81162" y="66581"/>
                </a:cubicBezTo>
                <a:cubicBezTo>
                  <a:pt x="82769" y="59128"/>
                  <a:pt x="82125" y="57061"/>
                  <a:pt x="76956" y="53086"/>
                </a:cubicBezTo>
                <a:cubicBezTo>
                  <a:pt x="73561" y="50475"/>
                  <a:pt x="72374" y="48366"/>
                  <a:pt x="74281" y="48335"/>
                </a:cubicBezTo>
                <a:cubicBezTo>
                  <a:pt x="79014" y="48255"/>
                  <a:pt x="97860" y="27614"/>
                  <a:pt x="98388" y="21931"/>
                </a:cubicBezTo>
                <a:cubicBezTo>
                  <a:pt x="98624" y="19384"/>
                  <a:pt x="98915" y="15267"/>
                  <a:pt x="99033" y="12782"/>
                </a:cubicBezTo>
                <a:cubicBezTo>
                  <a:pt x="99328" y="6580"/>
                  <a:pt x="107875" y="-1480"/>
                  <a:pt x="112340" y="234"/>
                </a:cubicBezTo>
                <a:cubicBezTo>
                  <a:pt x="114351" y="1006"/>
                  <a:pt x="115714" y="4223"/>
                  <a:pt x="115367" y="7384"/>
                </a:cubicBezTo>
                <a:cubicBezTo>
                  <a:pt x="114925" y="11414"/>
                  <a:pt x="117211" y="14717"/>
                  <a:pt x="123019" y="18442"/>
                </a:cubicBezTo>
                <a:cubicBezTo>
                  <a:pt x="132830" y="24734"/>
                  <a:pt x="132594" y="28432"/>
                  <a:pt x="122268" y="30221"/>
                </a:cubicBezTo>
                <a:cubicBezTo>
                  <a:pt x="115180" y="31449"/>
                  <a:pt x="114690" y="32336"/>
                  <a:pt x="113949" y="45287"/>
                </a:cubicBezTo>
                <a:cubicBezTo>
                  <a:pt x="113241" y="57646"/>
                  <a:pt x="113899" y="59682"/>
                  <a:pt x="120402" y="65276"/>
                </a:cubicBezTo>
                <a:cubicBezTo>
                  <a:pt x="129577" y="73166"/>
                  <a:pt x="132509" y="73100"/>
                  <a:pt x="138506" y="64867"/>
                </a:cubicBezTo>
                <a:lnTo>
                  <a:pt x="143345" y="58224"/>
                </a:lnTo>
                <a:lnTo>
                  <a:pt x="152274" y="62931"/>
                </a:lnTo>
                <a:cubicBezTo>
                  <a:pt x="157185" y="65520"/>
                  <a:pt x="161620" y="67861"/>
                  <a:pt x="162130" y="68135"/>
                </a:cubicBezTo>
                <a:cubicBezTo>
                  <a:pt x="162640" y="68408"/>
                  <a:pt x="160808" y="71893"/>
                  <a:pt x="158059" y="75879"/>
                </a:cubicBezTo>
                <a:cubicBezTo>
                  <a:pt x="151713" y="85081"/>
                  <a:pt x="141902" y="114664"/>
                  <a:pt x="142387" y="123139"/>
                </a:cubicBezTo>
                <a:cubicBezTo>
                  <a:pt x="142935" y="132744"/>
                  <a:pt x="146254" y="135684"/>
                  <a:pt x="161574" y="140138"/>
                </a:cubicBezTo>
                <a:cubicBezTo>
                  <a:pt x="177125" y="144659"/>
                  <a:pt x="177438" y="148154"/>
                  <a:pt x="162505" y="150542"/>
                </a:cubicBezTo>
                <a:cubicBezTo>
                  <a:pt x="152866" y="152083"/>
                  <a:pt x="147932" y="157096"/>
                  <a:pt x="151065" y="162165"/>
                </a:cubicBezTo>
                <a:cubicBezTo>
                  <a:pt x="151887" y="163495"/>
                  <a:pt x="150058" y="169752"/>
                  <a:pt x="147000" y="176069"/>
                </a:cubicBezTo>
                <a:cubicBezTo>
                  <a:pt x="140040" y="190447"/>
                  <a:pt x="141019" y="195911"/>
                  <a:pt x="151074" y="198795"/>
                </a:cubicBezTo>
                <a:cubicBezTo>
                  <a:pt x="156834" y="200447"/>
                  <a:pt x="159631" y="203274"/>
                  <a:pt x="161382" y="209212"/>
                </a:cubicBezTo>
                <a:cubicBezTo>
                  <a:pt x="163891" y="217725"/>
                  <a:pt x="167253" y="218781"/>
                  <a:pt x="180801" y="215310"/>
                </a:cubicBezTo>
                <a:cubicBezTo>
                  <a:pt x="186270" y="213909"/>
                  <a:pt x="188145" y="214815"/>
                  <a:pt x="191062" y="220266"/>
                </a:cubicBezTo>
                <a:cubicBezTo>
                  <a:pt x="194411" y="226524"/>
                  <a:pt x="194115" y="227399"/>
                  <a:pt x="186266" y="234411"/>
                </a:cubicBezTo>
                <a:cubicBezTo>
                  <a:pt x="177581" y="242171"/>
                  <a:pt x="173505" y="242950"/>
                  <a:pt x="146648" y="241973"/>
                </a:cubicBezTo>
                <a:cubicBezTo>
                  <a:pt x="138138" y="241664"/>
                  <a:pt x="131353" y="242644"/>
                  <a:pt x="130308" y="244333"/>
                </a:cubicBezTo>
                <a:cubicBezTo>
                  <a:pt x="127797" y="248397"/>
                  <a:pt x="118188" y="235660"/>
                  <a:pt x="120069" y="230760"/>
                </a:cubicBezTo>
                <a:cubicBezTo>
                  <a:pt x="124398" y="219478"/>
                  <a:pt x="105303" y="225013"/>
                  <a:pt x="99204" y="236809"/>
                </a:cubicBezTo>
                <a:cubicBezTo>
                  <a:pt x="95428" y="244110"/>
                  <a:pt x="95414" y="245432"/>
                  <a:pt x="99051" y="250983"/>
                </a:cubicBezTo>
                <a:cubicBezTo>
                  <a:pt x="103916" y="258408"/>
                  <a:pt x="100434" y="261478"/>
                  <a:pt x="92202" y="257021"/>
                </a:cubicBezTo>
                <a:cubicBezTo>
                  <a:pt x="83927" y="252540"/>
                  <a:pt x="66492" y="252742"/>
                  <a:pt x="61602" y="257374"/>
                </a:cubicBezTo>
                <a:cubicBezTo>
                  <a:pt x="56090" y="262596"/>
                  <a:pt x="53167" y="262902"/>
                  <a:pt x="47363" y="258865"/>
                </a:cubicBezTo>
                <a:close/>
              </a:path>
            </a:pathLst>
          </a:custGeom>
          <a:solidFill>
            <a:srgbClr val="B9B9B9"/>
          </a:solidFill>
          <a:ln w="5163" cap="flat">
            <a:noFill/>
            <a:prstDash val="solid"/>
            <a:miter/>
          </a:ln>
        </p:spPr>
        <p:txBody>
          <a:bodyPr/>
          <a:lstStyle/>
          <a:p>
            <a:endParaRPr lang="es-419" noProof="0" dirty="0"/>
          </a:p>
        </p:txBody>
      </p:sp>
      <p:sp>
        <p:nvSpPr>
          <p:cNvPr id="44" name="Forma libre: forma 43">
            <a:extLst>
              <a:ext uri="{FF2B5EF4-FFF2-40B4-BE49-F238E27FC236}">
                <a16:creationId xmlns:a16="http://schemas.microsoft.com/office/drawing/2014/main" id="{C58BFA49-6B13-7B8B-46B6-390E0A12B42E}"/>
              </a:ext>
            </a:extLst>
          </p:cNvPr>
          <p:cNvSpPr/>
          <p:nvPr/>
        </p:nvSpPr>
        <p:spPr>
          <a:xfrm>
            <a:off x="1103504" y="2345749"/>
            <a:ext cx="95653" cy="64838"/>
          </a:xfrm>
          <a:custGeom>
            <a:avLst/>
            <a:gdLst>
              <a:gd name="csX0" fmla="*/ 71219 w 95653"/>
              <a:gd name="csY0" fmla="*/ 62506 h 64838"/>
              <a:gd name="csX1" fmla="*/ 62655 w 95653"/>
              <a:gd name="csY1" fmla="*/ 53685 h 64838"/>
              <a:gd name="csX2" fmla="*/ 57443 w 95653"/>
              <a:gd name="csY2" fmla="*/ 48511 h 64838"/>
              <a:gd name="csX3" fmla="*/ 51242 w 95653"/>
              <a:gd name="csY3" fmla="*/ 43994 h 64838"/>
              <a:gd name="csX4" fmla="*/ 48532 w 95653"/>
              <a:gd name="csY4" fmla="*/ 43994 h 64838"/>
              <a:gd name="csX5" fmla="*/ 36926 w 95653"/>
              <a:gd name="csY5" fmla="*/ 44510 h 64838"/>
              <a:gd name="csX6" fmla="*/ 28785 w 95653"/>
              <a:gd name="csY6" fmla="*/ 36765 h 64838"/>
              <a:gd name="csX7" fmla="*/ 27076 w 95653"/>
              <a:gd name="csY7" fmla="*/ 32629 h 64838"/>
              <a:gd name="csX8" fmla="*/ 11500 w 95653"/>
              <a:gd name="csY8" fmla="*/ 28262 h 64838"/>
              <a:gd name="csX9" fmla="*/ 1174 w 95653"/>
              <a:gd name="csY9" fmla="*/ 25068 h 64838"/>
              <a:gd name="csX10" fmla="*/ 31004 w 95653"/>
              <a:gd name="csY10" fmla="*/ 14820 h 64838"/>
              <a:gd name="csX11" fmla="*/ 49970 w 95653"/>
              <a:gd name="csY11" fmla="*/ 6499 h 64838"/>
              <a:gd name="csX12" fmla="*/ 60293 w 95653"/>
              <a:gd name="csY12" fmla="*/ 3207 h 64838"/>
              <a:gd name="csX13" fmla="*/ 79487 w 95653"/>
              <a:gd name="csY13" fmla="*/ 1724 h 64838"/>
              <a:gd name="csX14" fmla="*/ 95469 w 95653"/>
              <a:gd name="csY14" fmla="*/ 24677 h 64838"/>
              <a:gd name="csX15" fmla="*/ 92590 w 95653"/>
              <a:gd name="csY15" fmla="*/ 45837 h 64838"/>
              <a:gd name="csX16" fmla="*/ 88748 w 95653"/>
              <a:gd name="csY16" fmla="*/ 52688 h 64838"/>
              <a:gd name="csX17" fmla="*/ 82592 w 95653"/>
              <a:gd name="csY17" fmla="*/ 62155 h 64838"/>
              <a:gd name="csX18" fmla="*/ 71219 w 95653"/>
              <a:gd name="csY18" fmla="*/ 62506 h 648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95653" h="64838">
                <a:moveTo>
                  <a:pt x="71219" y="62506"/>
                </a:moveTo>
                <a:cubicBezTo>
                  <a:pt x="67412" y="60499"/>
                  <a:pt x="63558" y="56530"/>
                  <a:pt x="62655" y="53685"/>
                </a:cubicBezTo>
                <a:cubicBezTo>
                  <a:pt x="61752" y="50839"/>
                  <a:pt x="59407" y="48511"/>
                  <a:pt x="57443" y="48511"/>
                </a:cubicBezTo>
                <a:cubicBezTo>
                  <a:pt x="55480" y="48511"/>
                  <a:pt x="52689" y="46478"/>
                  <a:pt x="51242" y="43994"/>
                </a:cubicBezTo>
                <a:cubicBezTo>
                  <a:pt x="48736" y="39691"/>
                  <a:pt x="48607" y="39691"/>
                  <a:pt x="48532" y="43994"/>
                </a:cubicBezTo>
                <a:cubicBezTo>
                  <a:pt x="48437" y="49469"/>
                  <a:pt x="48761" y="49455"/>
                  <a:pt x="36926" y="44510"/>
                </a:cubicBezTo>
                <a:cubicBezTo>
                  <a:pt x="30451" y="41804"/>
                  <a:pt x="27814" y="39296"/>
                  <a:pt x="28785" y="36765"/>
                </a:cubicBezTo>
                <a:cubicBezTo>
                  <a:pt x="29575" y="34707"/>
                  <a:pt x="28806" y="32846"/>
                  <a:pt x="27076" y="32629"/>
                </a:cubicBezTo>
                <a:cubicBezTo>
                  <a:pt x="21029" y="31874"/>
                  <a:pt x="18714" y="31225"/>
                  <a:pt x="11500" y="28262"/>
                </a:cubicBezTo>
                <a:cubicBezTo>
                  <a:pt x="7503" y="26621"/>
                  <a:pt x="2857" y="25183"/>
                  <a:pt x="1174" y="25068"/>
                </a:cubicBezTo>
                <a:cubicBezTo>
                  <a:pt x="-4949" y="24646"/>
                  <a:pt x="14045" y="18121"/>
                  <a:pt x="31004" y="14820"/>
                </a:cubicBezTo>
                <a:cubicBezTo>
                  <a:pt x="44060" y="12279"/>
                  <a:pt x="48794" y="10202"/>
                  <a:pt x="49970" y="6499"/>
                </a:cubicBezTo>
                <a:cubicBezTo>
                  <a:pt x="51256" y="2445"/>
                  <a:pt x="53098" y="1858"/>
                  <a:pt x="60293" y="3207"/>
                </a:cubicBezTo>
                <a:cubicBezTo>
                  <a:pt x="65110" y="4111"/>
                  <a:pt x="73747" y="3443"/>
                  <a:pt x="79487" y="1724"/>
                </a:cubicBezTo>
                <a:cubicBezTo>
                  <a:pt x="94315" y="-2719"/>
                  <a:pt x="96385" y="255"/>
                  <a:pt x="95469" y="24677"/>
                </a:cubicBezTo>
                <a:cubicBezTo>
                  <a:pt x="95060" y="35554"/>
                  <a:pt x="93765" y="45076"/>
                  <a:pt x="92590" y="45837"/>
                </a:cubicBezTo>
                <a:cubicBezTo>
                  <a:pt x="91414" y="46598"/>
                  <a:pt x="89686" y="49681"/>
                  <a:pt x="88748" y="52688"/>
                </a:cubicBezTo>
                <a:cubicBezTo>
                  <a:pt x="87811" y="55696"/>
                  <a:pt x="85041" y="59955"/>
                  <a:pt x="82592" y="62155"/>
                </a:cubicBezTo>
                <a:cubicBezTo>
                  <a:pt x="78702" y="65649"/>
                  <a:pt x="77268" y="65693"/>
                  <a:pt x="71219" y="62506"/>
                </a:cubicBezTo>
                <a:close/>
              </a:path>
            </a:pathLst>
          </a:custGeom>
          <a:solidFill>
            <a:srgbClr val="B9B9B9"/>
          </a:solidFill>
          <a:ln w="5163" cap="flat">
            <a:noFill/>
            <a:prstDash val="solid"/>
            <a:miter/>
          </a:ln>
        </p:spPr>
        <p:txBody>
          <a:bodyPr/>
          <a:lstStyle/>
          <a:p>
            <a:endParaRPr lang="es-419" noProof="0" dirty="0"/>
          </a:p>
        </p:txBody>
      </p:sp>
      <p:sp>
        <p:nvSpPr>
          <p:cNvPr id="45" name="Forma libre: forma 44">
            <a:extLst>
              <a:ext uri="{FF2B5EF4-FFF2-40B4-BE49-F238E27FC236}">
                <a16:creationId xmlns:a16="http://schemas.microsoft.com/office/drawing/2014/main" id="{A2B0AE4F-CF28-A440-FD66-96C212E9A480}"/>
              </a:ext>
            </a:extLst>
          </p:cNvPr>
          <p:cNvSpPr/>
          <p:nvPr/>
        </p:nvSpPr>
        <p:spPr>
          <a:xfrm>
            <a:off x="1015863" y="2030672"/>
            <a:ext cx="364335" cy="362024"/>
          </a:xfrm>
          <a:custGeom>
            <a:avLst/>
            <a:gdLst>
              <a:gd name="csX0" fmla="*/ 185142 w 364335"/>
              <a:gd name="csY0" fmla="*/ 358570 h 362024"/>
              <a:gd name="csX1" fmla="*/ 187621 w 364335"/>
              <a:gd name="csY1" fmla="*/ 340898 h 362024"/>
              <a:gd name="csX2" fmla="*/ 186283 w 364335"/>
              <a:gd name="csY2" fmla="*/ 320178 h 362024"/>
              <a:gd name="csX3" fmla="*/ 182466 w 364335"/>
              <a:gd name="csY3" fmla="*/ 312528 h 362024"/>
              <a:gd name="csX4" fmla="*/ 160064 w 364335"/>
              <a:gd name="csY4" fmla="*/ 313164 h 362024"/>
              <a:gd name="csX5" fmla="*/ 135394 w 364335"/>
              <a:gd name="csY5" fmla="*/ 318882 h 362024"/>
              <a:gd name="csX6" fmla="*/ 107653 w 364335"/>
              <a:gd name="csY6" fmla="*/ 328620 h 362024"/>
              <a:gd name="csX7" fmla="*/ 77975 w 364335"/>
              <a:gd name="csY7" fmla="*/ 329071 h 362024"/>
              <a:gd name="csX8" fmla="*/ 69734 w 364335"/>
              <a:gd name="csY8" fmla="*/ 324866 h 362024"/>
              <a:gd name="csX9" fmla="*/ 48325 w 364335"/>
              <a:gd name="csY9" fmla="*/ 303007 h 362024"/>
              <a:gd name="csX10" fmla="*/ 38186 w 364335"/>
              <a:gd name="csY10" fmla="*/ 292203 h 362024"/>
              <a:gd name="csX11" fmla="*/ 25184 w 364335"/>
              <a:gd name="csY11" fmla="*/ 273778 h 362024"/>
              <a:gd name="csX12" fmla="*/ 11540 w 364335"/>
              <a:gd name="csY12" fmla="*/ 253016 h 362024"/>
              <a:gd name="csX13" fmla="*/ 9603 w 364335"/>
              <a:gd name="csY13" fmla="*/ 246065 h 362024"/>
              <a:gd name="csX14" fmla="*/ 4075 w 364335"/>
              <a:gd name="csY14" fmla="*/ 230604 h 362024"/>
              <a:gd name="csX15" fmla="*/ 2870 w 364335"/>
              <a:gd name="csY15" fmla="*/ 216903 h 362024"/>
              <a:gd name="csX16" fmla="*/ 19099 w 364335"/>
              <a:gd name="csY16" fmla="*/ 209992 h 362024"/>
              <a:gd name="csX17" fmla="*/ 33857 w 364335"/>
              <a:gd name="csY17" fmla="*/ 202727 h 362024"/>
              <a:gd name="csX18" fmla="*/ 62323 w 364335"/>
              <a:gd name="csY18" fmla="*/ 175142 h 362024"/>
              <a:gd name="csX19" fmla="*/ 75732 w 364335"/>
              <a:gd name="csY19" fmla="*/ 169793 h 362024"/>
              <a:gd name="csX20" fmla="*/ 107485 w 364335"/>
              <a:gd name="csY20" fmla="*/ 178512 h 362024"/>
              <a:gd name="csX21" fmla="*/ 118888 w 364335"/>
              <a:gd name="csY21" fmla="*/ 188952 h 362024"/>
              <a:gd name="csX22" fmla="*/ 122369 w 364335"/>
              <a:gd name="csY22" fmla="*/ 177011 h 362024"/>
              <a:gd name="csX23" fmla="*/ 128391 w 364335"/>
              <a:gd name="csY23" fmla="*/ 163500 h 362024"/>
              <a:gd name="csX24" fmla="*/ 127169 w 364335"/>
              <a:gd name="csY24" fmla="*/ 147778 h 362024"/>
              <a:gd name="csX25" fmla="*/ 130389 w 364335"/>
              <a:gd name="csY25" fmla="*/ 138750 h 362024"/>
              <a:gd name="csX26" fmla="*/ 147714 w 364335"/>
              <a:gd name="csY26" fmla="*/ 129037 h 362024"/>
              <a:gd name="csX27" fmla="*/ 142395 w 364335"/>
              <a:gd name="csY27" fmla="*/ 116273 h 362024"/>
              <a:gd name="csX28" fmla="*/ 138322 w 364335"/>
              <a:gd name="csY28" fmla="*/ 100445 h 362024"/>
              <a:gd name="csX29" fmla="*/ 132219 w 364335"/>
              <a:gd name="csY29" fmla="*/ 77384 h 362024"/>
              <a:gd name="csX30" fmla="*/ 123182 w 364335"/>
              <a:gd name="csY30" fmla="*/ 67380 h 362024"/>
              <a:gd name="csX31" fmla="*/ 127316 w 364335"/>
              <a:gd name="csY31" fmla="*/ 49072 h 362024"/>
              <a:gd name="csX32" fmla="*/ 149002 w 364335"/>
              <a:gd name="csY32" fmla="*/ 26791 h 362024"/>
              <a:gd name="csX33" fmla="*/ 156308 w 364335"/>
              <a:gd name="csY33" fmla="*/ 19245 h 362024"/>
              <a:gd name="csX34" fmla="*/ 153995 w 364335"/>
              <a:gd name="csY34" fmla="*/ 9825 h 362024"/>
              <a:gd name="csX35" fmla="*/ 161050 w 364335"/>
              <a:gd name="csY35" fmla="*/ 76 h 362024"/>
              <a:gd name="csX36" fmla="*/ 166583 w 364335"/>
              <a:gd name="csY36" fmla="*/ 7348 h 362024"/>
              <a:gd name="csX37" fmla="*/ 154998 w 364335"/>
              <a:gd name="csY37" fmla="*/ 39300 h 362024"/>
              <a:gd name="csX38" fmla="*/ 157050 w 364335"/>
              <a:gd name="csY38" fmla="*/ 45546 h 362024"/>
              <a:gd name="csX39" fmla="*/ 169737 w 364335"/>
              <a:gd name="csY39" fmla="*/ 24492 h 362024"/>
              <a:gd name="csX40" fmla="*/ 176182 w 364335"/>
              <a:gd name="csY40" fmla="*/ 20317 h 362024"/>
              <a:gd name="csX41" fmla="*/ 177678 w 364335"/>
              <a:gd name="csY41" fmla="*/ 26406 h 362024"/>
              <a:gd name="csX42" fmla="*/ 173510 w 364335"/>
              <a:gd name="csY42" fmla="*/ 43871 h 362024"/>
              <a:gd name="csX43" fmla="*/ 171706 w 364335"/>
              <a:gd name="csY43" fmla="*/ 58451 h 362024"/>
              <a:gd name="csX44" fmla="*/ 179820 w 364335"/>
              <a:gd name="csY44" fmla="*/ 60233 h 362024"/>
              <a:gd name="csX45" fmla="*/ 195468 w 364335"/>
              <a:gd name="csY45" fmla="*/ 47665 h 362024"/>
              <a:gd name="csX46" fmla="*/ 212893 w 364335"/>
              <a:gd name="csY46" fmla="*/ 36256 h 362024"/>
              <a:gd name="csX47" fmla="*/ 215787 w 364335"/>
              <a:gd name="csY47" fmla="*/ 59322 h 362024"/>
              <a:gd name="csX48" fmla="*/ 202515 w 364335"/>
              <a:gd name="csY48" fmla="*/ 73785 h 362024"/>
              <a:gd name="csX49" fmla="*/ 193598 w 364335"/>
              <a:gd name="csY49" fmla="*/ 76402 h 362024"/>
              <a:gd name="csX50" fmla="*/ 196544 w 364335"/>
              <a:gd name="csY50" fmla="*/ 79629 h 362024"/>
              <a:gd name="csX51" fmla="*/ 200631 w 364335"/>
              <a:gd name="csY51" fmla="*/ 82161 h 362024"/>
              <a:gd name="csX52" fmla="*/ 183851 w 364335"/>
              <a:gd name="csY52" fmla="*/ 86694 h 362024"/>
              <a:gd name="csX53" fmla="*/ 179447 w 364335"/>
              <a:gd name="csY53" fmla="*/ 90600 h 362024"/>
              <a:gd name="csX54" fmla="*/ 177337 w 364335"/>
              <a:gd name="csY54" fmla="*/ 95117 h 362024"/>
              <a:gd name="csX55" fmla="*/ 175970 w 364335"/>
              <a:gd name="csY55" fmla="*/ 99847 h 362024"/>
              <a:gd name="csX56" fmla="*/ 172279 w 364335"/>
              <a:gd name="csY56" fmla="*/ 109275 h 362024"/>
              <a:gd name="csX57" fmla="*/ 162736 w 364335"/>
              <a:gd name="csY57" fmla="*/ 127778 h 362024"/>
              <a:gd name="csX58" fmla="*/ 154984 w 364335"/>
              <a:gd name="csY58" fmla="*/ 141584 h 362024"/>
              <a:gd name="csX59" fmla="*/ 157382 w 364335"/>
              <a:gd name="csY59" fmla="*/ 150820 h 362024"/>
              <a:gd name="csX60" fmla="*/ 166003 w 364335"/>
              <a:gd name="csY60" fmla="*/ 156522 h 362024"/>
              <a:gd name="csX61" fmla="*/ 178921 w 364335"/>
              <a:gd name="csY61" fmla="*/ 158229 h 362024"/>
              <a:gd name="csX62" fmla="*/ 200631 w 364335"/>
              <a:gd name="csY62" fmla="*/ 155851 h 362024"/>
              <a:gd name="csX63" fmla="*/ 253127 w 364335"/>
              <a:gd name="csY63" fmla="*/ 145110 h 362024"/>
              <a:gd name="csX64" fmla="*/ 260004 w 364335"/>
              <a:gd name="csY64" fmla="*/ 117060 h 362024"/>
              <a:gd name="csX65" fmla="*/ 261186 w 364335"/>
              <a:gd name="csY65" fmla="*/ 105023 h 362024"/>
              <a:gd name="csX66" fmla="*/ 280779 w 364335"/>
              <a:gd name="csY66" fmla="*/ 107831 h 362024"/>
              <a:gd name="csX67" fmla="*/ 316123 w 364335"/>
              <a:gd name="csY67" fmla="*/ 101238 h 362024"/>
              <a:gd name="csX68" fmla="*/ 332436 w 364335"/>
              <a:gd name="csY68" fmla="*/ 86525 h 362024"/>
              <a:gd name="csX69" fmla="*/ 340656 w 364335"/>
              <a:gd name="csY69" fmla="*/ 79224 h 362024"/>
              <a:gd name="csX70" fmla="*/ 348855 w 364335"/>
              <a:gd name="csY70" fmla="*/ 87171 h 362024"/>
              <a:gd name="csX71" fmla="*/ 361269 w 364335"/>
              <a:gd name="csY71" fmla="*/ 95117 h 362024"/>
              <a:gd name="csX72" fmla="*/ 363171 w 364335"/>
              <a:gd name="csY72" fmla="*/ 103178 h 362024"/>
              <a:gd name="csX73" fmla="*/ 356290 w 364335"/>
              <a:gd name="csY73" fmla="*/ 118022 h 362024"/>
              <a:gd name="csX74" fmla="*/ 352528 w 364335"/>
              <a:gd name="csY74" fmla="*/ 135380 h 362024"/>
              <a:gd name="csX75" fmla="*/ 345616 w 364335"/>
              <a:gd name="csY75" fmla="*/ 149152 h 362024"/>
              <a:gd name="csX76" fmla="*/ 336399 w 364335"/>
              <a:gd name="csY76" fmla="*/ 158318 h 362024"/>
              <a:gd name="csX77" fmla="*/ 325505 w 364335"/>
              <a:gd name="csY77" fmla="*/ 175523 h 362024"/>
              <a:gd name="csX78" fmla="*/ 315430 w 364335"/>
              <a:gd name="csY78" fmla="*/ 204352 h 362024"/>
              <a:gd name="csX79" fmla="*/ 313994 w 364335"/>
              <a:gd name="csY79" fmla="*/ 218773 h 362024"/>
              <a:gd name="csX80" fmla="*/ 296375 w 364335"/>
              <a:gd name="csY80" fmla="*/ 228175 h 362024"/>
              <a:gd name="csX81" fmla="*/ 265231 w 364335"/>
              <a:gd name="csY81" fmla="*/ 238311 h 362024"/>
              <a:gd name="csX82" fmla="*/ 244951 w 364335"/>
              <a:gd name="csY82" fmla="*/ 244768 h 362024"/>
              <a:gd name="csX83" fmla="*/ 219261 w 364335"/>
              <a:gd name="csY83" fmla="*/ 258588 h 362024"/>
              <a:gd name="csX84" fmla="*/ 224662 w 364335"/>
              <a:gd name="csY84" fmla="*/ 270643 h 362024"/>
              <a:gd name="csX85" fmla="*/ 242353 w 364335"/>
              <a:gd name="csY85" fmla="*/ 274944 h 362024"/>
              <a:gd name="csX86" fmla="*/ 251900 w 364335"/>
              <a:gd name="csY86" fmla="*/ 285801 h 362024"/>
              <a:gd name="csX87" fmla="*/ 252381 w 364335"/>
              <a:gd name="csY87" fmla="*/ 304719 h 362024"/>
              <a:gd name="csX88" fmla="*/ 261267 w 364335"/>
              <a:gd name="csY88" fmla="*/ 315608 h 362024"/>
              <a:gd name="csX89" fmla="*/ 268876 w 364335"/>
              <a:gd name="csY89" fmla="*/ 316858 h 362024"/>
              <a:gd name="csX90" fmla="*/ 252027 w 364335"/>
              <a:gd name="csY90" fmla="*/ 336142 h 362024"/>
              <a:gd name="csX91" fmla="*/ 230251 w 364335"/>
              <a:gd name="csY91" fmla="*/ 349333 h 362024"/>
              <a:gd name="csX92" fmla="*/ 209844 w 364335"/>
              <a:gd name="csY92" fmla="*/ 359530 h 362024"/>
              <a:gd name="csX93" fmla="*/ 194478 w 364335"/>
              <a:gd name="csY93" fmla="*/ 360594 h 362024"/>
              <a:gd name="csX94" fmla="*/ 185142 w 364335"/>
              <a:gd name="csY94" fmla="*/ 358570 h 362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364335" h="362024">
                <a:moveTo>
                  <a:pt x="185142" y="358570"/>
                </a:moveTo>
                <a:cubicBezTo>
                  <a:pt x="185142" y="356038"/>
                  <a:pt x="186257" y="348086"/>
                  <a:pt x="187621" y="340898"/>
                </a:cubicBezTo>
                <a:cubicBezTo>
                  <a:pt x="189559" y="330679"/>
                  <a:pt x="189267" y="326160"/>
                  <a:pt x="186283" y="320178"/>
                </a:cubicBezTo>
                <a:lnTo>
                  <a:pt x="182466" y="312528"/>
                </a:lnTo>
                <a:lnTo>
                  <a:pt x="160064" y="313164"/>
                </a:lnTo>
                <a:cubicBezTo>
                  <a:pt x="140617" y="313716"/>
                  <a:pt x="137363" y="314470"/>
                  <a:pt x="135394" y="318882"/>
                </a:cubicBezTo>
                <a:cubicBezTo>
                  <a:pt x="133601" y="322902"/>
                  <a:pt x="127800" y="324938"/>
                  <a:pt x="107653" y="328620"/>
                </a:cubicBezTo>
                <a:cubicBezTo>
                  <a:pt x="84116" y="332921"/>
                  <a:pt x="81860" y="332955"/>
                  <a:pt x="77975" y="329071"/>
                </a:cubicBezTo>
                <a:cubicBezTo>
                  <a:pt x="75663" y="326758"/>
                  <a:pt x="71954" y="324866"/>
                  <a:pt x="69734" y="324866"/>
                </a:cubicBezTo>
                <a:cubicBezTo>
                  <a:pt x="64790" y="324866"/>
                  <a:pt x="53564" y="313404"/>
                  <a:pt x="48325" y="303007"/>
                </a:cubicBezTo>
                <a:cubicBezTo>
                  <a:pt x="46195" y="298781"/>
                  <a:pt x="41633" y="293919"/>
                  <a:pt x="38186" y="292203"/>
                </a:cubicBezTo>
                <a:cubicBezTo>
                  <a:pt x="31831" y="289039"/>
                  <a:pt x="25350" y="279856"/>
                  <a:pt x="25184" y="273778"/>
                </a:cubicBezTo>
                <a:cubicBezTo>
                  <a:pt x="25085" y="270192"/>
                  <a:pt x="14730" y="254434"/>
                  <a:pt x="11540" y="253016"/>
                </a:cubicBezTo>
                <a:cubicBezTo>
                  <a:pt x="10475" y="252543"/>
                  <a:pt x="9603" y="249415"/>
                  <a:pt x="9603" y="246065"/>
                </a:cubicBezTo>
                <a:cubicBezTo>
                  <a:pt x="9603" y="242715"/>
                  <a:pt x="7116" y="235757"/>
                  <a:pt x="4075" y="230604"/>
                </a:cubicBezTo>
                <a:cubicBezTo>
                  <a:pt x="-1096" y="221839"/>
                  <a:pt x="-1174" y="220953"/>
                  <a:pt x="2870" y="216903"/>
                </a:cubicBezTo>
                <a:cubicBezTo>
                  <a:pt x="5247" y="214522"/>
                  <a:pt x="12551" y="211412"/>
                  <a:pt x="19099" y="209992"/>
                </a:cubicBezTo>
                <a:cubicBezTo>
                  <a:pt x="25650" y="208572"/>
                  <a:pt x="32288" y="205304"/>
                  <a:pt x="33857" y="202727"/>
                </a:cubicBezTo>
                <a:cubicBezTo>
                  <a:pt x="40254" y="192222"/>
                  <a:pt x="57879" y="175142"/>
                  <a:pt x="62323" y="175142"/>
                </a:cubicBezTo>
                <a:cubicBezTo>
                  <a:pt x="64938" y="175142"/>
                  <a:pt x="70972" y="172735"/>
                  <a:pt x="75732" y="169793"/>
                </a:cubicBezTo>
                <a:cubicBezTo>
                  <a:pt x="86563" y="163099"/>
                  <a:pt x="92402" y="164703"/>
                  <a:pt x="107485" y="178512"/>
                </a:cubicBezTo>
                <a:lnTo>
                  <a:pt x="118888" y="188952"/>
                </a:lnTo>
                <a:lnTo>
                  <a:pt x="122369" y="177011"/>
                </a:lnTo>
                <a:cubicBezTo>
                  <a:pt x="124284" y="170444"/>
                  <a:pt x="126994" y="164364"/>
                  <a:pt x="128391" y="163500"/>
                </a:cubicBezTo>
                <a:cubicBezTo>
                  <a:pt x="132170" y="161165"/>
                  <a:pt x="131464" y="152072"/>
                  <a:pt x="127169" y="147778"/>
                </a:cubicBezTo>
                <a:cubicBezTo>
                  <a:pt x="122214" y="142823"/>
                  <a:pt x="124785" y="135614"/>
                  <a:pt x="130389" y="138750"/>
                </a:cubicBezTo>
                <a:cubicBezTo>
                  <a:pt x="136409" y="142119"/>
                  <a:pt x="145744" y="136885"/>
                  <a:pt x="147714" y="129037"/>
                </a:cubicBezTo>
                <a:cubicBezTo>
                  <a:pt x="149051" y="123709"/>
                  <a:pt x="147940" y="121043"/>
                  <a:pt x="142395" y="116273"/>
                </a:cubicBezTo>
                <a:cubicBezTo>
                  <a:pt x="135828" y="110625"/>
                  <a:pt x="135571" y="109625"/>
                  <a:pt x="138322" y="100445"/>
                </a:cubicBezTo>
                <a:cubicBezTo>
                  <a:pt x="142194" y="87522"/>
                  <a:pt x="142531" y="88798"/>
                  <a:pt x="132219" y="77384"/>
                </a:cubicBezTo>
                <a:lnTo>
                  <a:pt x="123182" y="67380"/>
                </a:lnTo>
                <a:lnTo>
                  <a:pt x="127316" y="49072"/>
                </a:lnTo>
                <a:cubicBezTo>
                  <a:pt x="131667" y="29805"/>
                  <a:pt x="134422" y="26975"/>
                  <a:pt x="149002" y="26791"/>
                </a:cubicBezTo>
                <a:cubicBezTo>
                  <a:pt x="154177" y="26725"/>
                  <a:pt x="155624" y="25231"/>
                  <a:pt x="156308" y="19245"/>
                </a:cubicBezTo>
                <a:cubicBezTo>
                  <a:pt x="156776" y="15139"/>
                  <a:pt x="155736" y="10900"/>
                  <a:pt x="153995" y="9825"/>
                </a:cubicBezTo>
                <a:cubicBezTo>
                  <a:pt x="148346" y="6334"/>
                  <a:pt x="153520" y="-815"/>
                  <a:pt x="161050" y="76"/>
                </a:cubicBezTo>
                <a:cubicBezTo>
                  <a:pt x="168082" y="908"/>
                  <a:pt x="172982" y="7348"/>
                  <a:pt x="166583" y="7348"/>
                </a:cubicBezTo>
                <a:cubicBezTo>
                  <a:pt x="163388" y="7348"/>
                  <a:pt x="159114" y="19135"/>
                  <a:pt x="154998" y="39300"/>
                </a:cubicBezTo>
                <a:cubicBezTo>
                  <a:pt x="153853" y="44911"/>
                  <a:pt x="154355" y="46439"/>
                  <a:pt x="157050" y="45546"/>
                </a:cubicBezTo>
                <a:cubicBezTo>
                  <a:pt x="160851" y="44288"/>
                  <a:pt x="165520" y="36539"/>
                  <a:pt x="169737" y="24492"/>
                </a:cubicBezTo>
                <a:cubicBezTo>
                  <a:pt x="171898" y="18321"/>
                  <a:pt x="172952" y="17637"/>
                  <a:pt x="176182" y="20317"/>
                </a:cubicBezTo>
                <a:cubicBezTo>
                  <a:pt x="178636" y="22355"/>
                  <a:pt x="179182" y="24572"/>
                  <a:pt x="177678" y="26406"/>
                </a:cubicBezTo>
                <a:cubicBezTo>
                  <a:pt x="176378" y="27992"/>
                  <a:pt x="174502" y="35852"/>
                  <a:pt x="173510" y="43871"/>
                </a:cubicBezTo>
                <a:lnTo>
                  <a:pt x="171706" y="58451"/>
                </a:lnTo>
                <a:lnTo>
                  <a:pt x="179820" y="60233"/>
                </a:lnTo>
                <a:cubicBezTo>
                  <a:pt x="190172" y="62507"/>
                  <a:pt x="195468" y="58253"/>
                  <a:pt x="195468" y="47665"/>
                </a:cubicBezTo>
                <a:cubicBezTo>
                  <a:pt x="195468" y="37295"/>
                  <a:pt x="201609" y="33273"/>
                  <a:pt x="212893" y="36256"/>
                </a:cubicBezTo>
                <a:cubicBezTo>
                  <a:pt x="222809" y="38877"/>
                  <a:pt x="222920" y="39758"/>
                  <a:pt x="215787" y="59322"/>
                </a:cubicBezTo>
                <a:cubicBezTo>
                  <a:pt x="210635" y="73452"/>
                  <a:pt x="209804" y="74357"/>
                  <a:pt x="202515" y="73785"/>
                </a:cubicBezTo>
                <a:cubicBezTo>
                  <a:pt x="198132" y="73441"/>
                  <a:pt x="194241" y="74583"/>
                  <a:pt x="193598" y="76402"/>
                </a:cubicBezTo>
                <a:cubicBezTo>
                  <a:pt x="192970" y="78177"/>
                  <a:pt x="194295" y="79629"/>
                  <a:pt x="196544" y="79629"/>
                </a:cubicBezTo>
                <a:cubicBezTo>
                  <a:pt x="198791" y="79629"/>
                  <a:pt x="200631" y="80768"/>
                  <a:pt x="200631" y="82161"/>
                </a:cubicBezTo>
                <a:cubicBezTo>
                  <a:pt x="200631" y="85088"/>
                  <a:pt x="191380" y="87587"/>
                  <a:pt x="183851" y="86694"/>
                </a:cubicBezTo>
                <a:cubicBezTo>
                  <a:pt x="180197" y="86261"/>
                  <a:pt x="178910" y="87403"/>
                  <a:pt x="179447" y="90600"/>
                </a:cubicBezTo>
                <a:cubicBezTo>
                  <a:pt x="179864" y="93084"/>
                  <a:pt x="178915" y="95117"/>
                  <a:pt x="177337" y="95117"/>
                </a:cubicBezTo>
                <a:cubicBezTo>
                  <a:pt x="175731" y="95117"/>
                  <a:pt x="175129" y="97199"/>
                  <a:pt x="175970" y="99847"/>
                </a:cubicBezTo>
                <a:cubicBezTo>
                  <a:pt x="176899" y="102775"/>
                  <a:pt x="175493" y="106367"/>
                  <a:pt x="172279" y="109275"/>
                </a:cubicBezTo>
                <a:cubicBezTo>
                  <a:pt x="169424" y="111859"/>
                  <a:pt x="165130" y="120185"/>
                  <a:pt x="162736" y="127778"/>
                </a:cubicBezTo>
                <a:cubicBezTo>
                  <a:pt x="160343" y="135371"/>
                  <a:pt x="156854" y="141584"/>
                  <a:pt x="154984" y="141584"/>
                </a:cubicBezTo>
                <a:cubicBezTo>
                  <a:pt x="149300" y="141584"/>
                  <a:pt x="151188" y="148854"/>
                  <a:pt x="157382" y="150820"/>
                </a:cubicBezTo>
                <a:cubicBezTo>
                  <a:pt x="160571" y="151832"/>
                  <a:pt x="164451" y="154398"/>
                  <a:pt x="166003" y="156522"/>
                </a:cubicBezTo>
                <a:cubicBezTo>
                  <a:pt x="168191" y="159513"/>
                  <a:pt x="171101" y="159898"/>
                  <a:pt x="178921" y="158229"/>
                </a:cubicBezTo>
                <a:cubicBezTo>
                  <a:pt x="184472" y="157045"/>
                  <a:pt x="194242" y="155975"/>
                  <a:pt x="200631" y="155851"/>
                </a:cubicBezTo>
                <a:cubicBezTo>
                  <a:pt x="239506" y="155102"/>
                  <a:pt x="240586" y="154881"/>
                  <a:pt x="253127" y="145110"/>
                </a:cubicBezTo>
                <a:cubicBezTo>
                  <a:pt x="266671" y="134558"/>
                  <a:pt x="268972" y="125175"/>
                  <a:pt x="260004" y="117060"/>
                </a:cubicBezTo>
                <a:cubicBezTo>
                  <a:pt x="253254" y="110951"/>
                  <a:pt x="253492" y="108529"/>
                  <a:pt x="261186" y="105023"/>
                </a:cubicBezTo>
                <a:cubicBezTo>
                  <a:pt x="266361" y="102665"/>
                  <a:pt x="269974" y="103183"/>
                  <a:pt x="280779" y="107831"/>
                </a:cubicBezTo>
                <a:cubicBezTo>
                  <a:pt x="296129" y="114435"/>
                  <a:pt x="303140" y="113127"/>
                  <a:pt x="316123" y="101238"/>
                </a:cubicBezTo>
                <a:cubicBezTo>
                  <a:pt x="320574" y="97162"/>
                  <a:pt x="327915" y="90541"/>
                  <a:pt x="332436" y="86525"/>
                </a:cubicBezTo>
                <a:lnTo>
                  <a:pt x="340656" y="79224"/>
                </a:lnTo>
                <a:lnTo>
                  <a:pt x="348855" y="87171"/>
                </a:lnTo>
                <a:cubicBezTo>
                  <a:pt x="353365" y="91541"/>
                  <a:pt x="358951" y="95117"/>
                  <a:pt x="361269" y="95117"/>
                </a:cubicBezTo>
                <a:cubicBezTo>
                  <a:pt x="364761" y="95117"/>
                  <a:pt x="365087" y="96499"/>
                  <a:pt x="363171" y="103178"/>
                </a:cubicBezTo>
                <a:cubicBezTo>
                  <a:pt x="361900" y="107612"/>
                  <a:pt x="358803" y="114292"/>
                  <a:pt x="356290" y="118022"/>
                </a:cubicBezTo>
                <a:cubicBezTo>
                  <a:pt x="353286" y="122482"/>
                  <a:pt x="351997" y="128425"/>
                  <a:pt x="352528" y="135380"/>
                </a:cubicBezTo>
                <a:cubicBezTo>
                  <a:pt x="353262" y="145010"/>
                  <a:pt x="352644" y="146241"/>
                  <a:pt x="345616" y="149152"/>
                </a:cubicBezTo>
                <a:cubicBezTo>
                  <a:pt x="341239" y="150965"/>
                  <a:pt x="337248" y="154934"/>
                  <a:pt x="336399" y="158318"/>
                </a:cubicBezTo>
                <a:cubicBezTo>
                  <a:pt x="335575" y="161601"/>
                  <a:pt x="330673" y="169343"/>
                  <a:pt x="325505" y="175523"/>
                </a:cubicBezTo>
                <a:cubicBezTo>
                  <a:pt x="311850" y="191852"/>
                  <a:pt x="310247" y="196441"/>
                  <a:pt x="315430" y="204352"/>
                </a:cubicBezTo>
                <a:cubicBezTo>
                  <a:pt x="319567" y="210666"/>
                  <a:pt x="319502" y="211324"/>
                  <a:pt x="313994" y="218773"/>
                </a:cubicBezTo>
                <a:cubicBezTo>
                  <a:pt x="309522" y="224822"/>
                  <a:pt x="305556" y="226939"/>
                  <a:pt x="296375" y="228175"/>
                </a:cubicBezTo>
                <a:cubicBezTo>
                  <a:pt x="280209" y="230353"/>
                  <a:pt x="268738" y="234086"/>
                  <a:pt x="265231" y="238311"/>
                </a:cubicBezTo>
                <a:cubicBezTo>
                  <a:pt x="263619" y="240253"/>
                  <a:pt x="254493" y="243158"/>
                  <a:pt x="244951" y="244768"/>
                </a:cubicBezTo>
                <a:cubicBezTo>
                  <a:pt x="224827" y="248162"/>
                  <a:pt x="223542" y="248854"/>
                  <a:pt x="219261" y="258588"/>
                </a:cubicBezTo>
                <a:cubicBezTo>
                  <a:pt x="215450" y="267254"/>
                  <a:pt x="216976" y="270661"/>
                  <a:pt x="224662" y="270643"/>
                </a:cubicBezTo>
                <a:cubicBezTo>
                  <a:pt x="227772" y="270636"/>
                  <a:pt x="235733" y="272571"/>
                  <a:pt x="242353" y="274944"/>
                </a:cubicBezTo>
                <a:cubicBezTo>
                  <a:pt x="253677" y="279002"/>
                  <a:pt x="254241" y="279644"/>
                  <a:pt x="251900" y="285801"/>
                </a:cubicBezTo>
                <a:cubicBezTo>
                  <a:pt x="250237" y="290175"/>
                  <a:pt x="250396" y="296447"/>
                  <a:pt x="252381" y="304719"/>
                </a:cubicBezTo>
                <a:cubicBezTo>
                  <a:pt x="255038" y="315794"/>
                  <a:pt x="255971" y="316937"/>
                  <a:pt x="261267" y="315608"/>
                </a:cubicBezTo>
                <a:cubicBezTo>
                  <a:pt x="264522" y="314791"/>
                  <a:pt x="267946" y="315353"/>
                  <a:pt x="268876" y="316858"/>
                </a:cubicBezTo>
                <a:cubicBezTo>
                  <a:pt x="271618" y="321295"/>
                  <a:pt x="260047" y="334538"/>
                  <a:pt x="252027" y="336142"/>
                </a:cubicBezTo>
                <a:cubicBezTo>
                  <a:pt x="247958" y="336956"/>
                  <a:pt x="238159" y="342892"/>
                  <a:pt x="230251" y="349333"/>
                </a:cubicBezTo>
                <a:cubicBezTo>
                  <a:pt x="219279" y="358270"/>
                  <a:pt x="214445" y="360685"/>
                  <a:pt x="209844" y="359530"/>
                </a:cubicBezTo>
                <a:cubicBezTo>
                  <a:pt x="206527" y="358698"/>
                  <a:pt x="199613" y="359176"/>
                  <a:pt x="194478" y="360594"/>
                </a:cubicBezTo>
                <a:cubicBezTo>
                  <a:pt x="186278" y="362858"/>
                  <a:pt x="185142" y="362612"/>
                  <a:pt x="185142" y="358570"/>
                </a:cubicBezTo>
                <a:close/>
              </a:path>
            </a:pathLst>
          </a:custGeom>
          <a:solidFill>
            <a:srgbClr val="B9B9B9"/>
          </a:solidFill>
          <a:ln w="5163" cap="flat">
            <a:noFill/>
            <a:prstDash val="solid"/>
            <a:miter/>
          </a:ln>
        </p:spPr>
        <p:txBody>
          <a:bodyPr/>
          <a:lstStyle/>
          <a:p>
            <a:endParaRPr lang="es-419" noProof="0" dirty="0"/>
          </a:p>
        </p:txBody>
      </p:sp>
      <p:sp>
        <p:nvSpPr>
          <p:cNvPr id="46" name="Forma libre: forma 45">
            <a:extLst>
              <a:ext uri="{FF2B5EF4-FFF2-40B4-BE49-F238E27FC236}">
                <a16:creationId xmlns:a16="http://schemas.microsoft.com/office/drawing/2014/main" id="{DCF9119F-3E3D-FF2D-E38E-1AB7CBC8A5B6}"/>
              </a:ext>
            </a:extLst>
          </p:cNvPr>
          <p:cNvSpPr/>
          <p:nvPr/>
        </p:nvSpPr>
        <p:spPr>
          <a:xfrm>
            <a:off x="1331227" y="2128697"/>
            <a:ext cx="198884" cy="167193"/>
          </a:xfrm>
          <a:custGeom>
            <a:avLst/>
            <a:gdLst>
              <a:gd name="csX0" fmla="*/ 102761 w 198884"/>
              <a:gd name="csY0" fmla="*/ 161938 h 167193"/>
              <a:gd name="csX1" fmla="*/ 88269 w 198884"/>
              <a:gd name="csY1" fmla="*/ 157454 h 167193"/>
              <a:gd name="csX2" fmla="*/ 69481 w 198884"/>
              <a:gd name="csY2" fmla="*/ 161146 h 167193"/>
              <a:gd name="csX3" fmla="*/ 60039 w 198884"/>
              <a:gd name="csY3" fmla="*/ 160242 h 167193"/>
              <a:gd name="csX4" fmla="*/ 55236 w 198884"/>
              <a:gd name="csY4" fmla="*/ 148107 h 167193"/>
              <a:gd name="csX5" fmla="*/ 50480 w 198884"/>
              <a:gd name="csY5" fmla="*/ 138608 h 167193"/>
              <a:gd name="csX6" fmla="*/ 28907 w 198884"/>
              <a:gd name="csY6" fmla="*/ 140363 h 167193"/>
              <a:gd name="csX7" fmla="*/ 11289 w 198884"/>
              <a:gd name="csY7" fmla="*/ 137781 h 167193"/>
              <a:gd name="csX8" fmla="*/ 6827 w 198884"/>
              <a:gd name="csY8" fmla="*/ 131288 h 167193"/>
              <a:gd name="csX9" fmla="*/ 1775 w 198884"/>
              <a:gd name="csY9" fmla="*/ 129012 h 167193"/>
              <a:gd name="csX10" fmla="*/ 4158 w 198884"/>
              <a:gd name="csY10" fmla="*/ 118778 h 167193"/>
              <a:gd name="csX11" fmla="*/ 5752 w 198884"/>
              <a:gd name="csY11" fmla="*/ 106007 h 167193"/>
              <a:gd name="csX12" fmla="*/ 11789 w 198884"/>
              <a:gd name="csY12" fmla="*/ 81269 h 167193"/>
              <a:gd name="csX13" fmla="*/ 23630 w 198884"/>
              <a:gd name="csY13" fmla="*/ 62821 h 167193"/>
              <a:gd name="csX14" fmla="*/ 32410 w 198884"/>
              <a:gd name="csY14" fmla="*/ 53884 h 167193"/>
              <a:gd name="csX15" fmla="*/ 41084 w 198884"/>
              <a:gd name="csY15" fmla="*/ 33929 h 167193"/>
              <a:gd name="csX16" fmla="*/ 44790 w 198884"/>
              <a:gd name="csY16" fmla="*/ 21065 h 167193"/>
              <a:gd name="csX17" fmla="*/ 50866 w 198884"/>
              <a:gd name="csY17" fmla="*/ 7384 h 167193"/>
              <a:gd name="csX18" fmla="*/ 69085 w 198884"/>
              <a:gd name="csY18" fmla="*/ 3371 h 167193"/>
              <a:gd name="csX19" fmla="*/ 83968 w 198884"/>
              <a:gd name="csY19" fmla="*/ 7430 h 167193"/>
              <a:gd name="csX20" fmla="*/ 103250 w 198884"/>
              <a:gd name="csY20" fmla="*/ 16788 h 167193"/>
              <a:gd name="csX21" fmla="*/ 120904 w 198884"/>
              <a:gd name="csY21" fmla="*/ 28277 h 167193"/>
              <a:gd name="csX22" fmla="*/ 134887 w 198884"/>
              <a:gd name="csY22" fmla="*/ 23438 h 167193"/>
              <a:gd name="csX23" fmla="*/ 159058 w 198884"/>
              <a:gd name="csY23" fmla="*/ 20032 h 167193"/>
              <a:gd name="csX24" fmla="*/ 176483 w 198884"/>
              <a:gd name="csY24" fmla="*/ 28515 h 167193"/>
              <a:gd name="csX25" fmla="*/ 192460 w 198884"/>
              <a:gd name="csY25" fmla="*/ 37014 h 167193"/>
              <a:gd name="csX26" fmla="*/ 196332 w 198884"/>
              <a:gd name="csY26" fmla="*/ 44480 h 167193"/>
              <a:gd name="csX27" fmla="*/ 196153 w 198884"/>
              <a:gd name="csY27" fmla="*/ 52404 h 167193"/>
              <a:gd name="csX28" fmla="*/ 187288 w 198884"/>
              <a:gd name="csY28" fmla="*/ 53879 h 167193"/>
              <a:gd name="csX29" fmla="*/ 174390 w 198884"/>
              <a:gd name="csY29" fmla="*/ 56149 h 167193"/>
              <a:gd name="csX30" fmla="*/ 170518 w 198884"/>
              <a:gd name="csY30" fmla="*/ 64210 h 167193"/>
              <a:gd name="csX31" fmla="*/ 166645 w 198884"/>
              <a:gd name="csY31" fmla="*/ 72206 h 167193"/>
              <a:gd name="csX32" fmla="*/ 158901 w 198884"/>
              <a:gd name="csY32" fmla="*/ 75439 h 167193"/>
              <a:gd name="csX33" fmla="*/ 151157 w 198884"/>
              <a:gd name="csY33" fmla="*/ 76992 h 167193"/>
              <a:gd name="csX34" fmla="*/ 142182 w 198884"/>
              <a:gd name="csY34" fmla="*/ 79321 h 167193"/>
              <a:gd name="csX35" fmla="*/ 127056 w 198884"/>
              <a:gd name="csY35" fmla="*/ 97769 h 167193"/>
              <a:gd name="csX36" fmla="*/ 130544 w 198884"/>
              <a:gd name="csY36" fmla="*/ 109385 h 167193"/>
              <a:gd name="csX37" fmla="*/ 134269 w 198884"/>
              <a:gd name="csY37" fmla="*/ 120288 h 167193"/>
              <a:gd name="csX38" fmla="*/ 148765 w 198884"/>
              <a:gd name="csY38" fmla="*/ 140043 h 167193"/>
              <a:gd name="csX39" fmla="*/ 155377 w 198884"/>
              <a:gd name="csY39" fmla="*/ 157142 h 167193"/>
              <a:gd name="csX40" fmla="*/ 143045 w 198884"/>
              <a:gd name="csY40" fmla="*/ 162040 h 167193"/>
              <a:gd name="csX41" fmla="*/ 102761 w 198884"/>
              <a:gd name="csY41" fmla="*/ 161938 h 167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Lst>
            <a:rect l="l" t="t" r="r" b="b"/>
            <a:pathLst>
              <a:path w="198884" h="167193">
                <a:moveTo>
                  <a:pt x="102761" y="161938"/>
                </a:moveTo>
                <a:cubicBezTo>
                  <a:pt x="101767" y="158136"/>
                  <a:pt x="99022" y="157287"/>
                  <a:pt x="88269" y="157454"/>
                </a:cubicBezTo>
                <a:cubicBezTo>
                  <a:pt x="80973" y="157567"/>
                  <a:pt x="72518" y="159228"/>
                  <a:pt x="69481" y="161146"/>
                </a:cubicBezTo>
                <a:cubicBezTo>
                  <a:pt x="64710" y="164157"/>
                  <a:pt x="63423" y="164033"/>
                  <a:pt x="60039" y="160242"/>
                </a:cubicBezTo>
                <a:cubicBezTo>
                  <a:pt x="57884" y="157827"/>
                  <a:pt x="55723" y="152366"/>
                  <a:pt x="55236" y="148107"/>
                </a:cubicBezTo>
                <a:cubicBezTo>
                  <a:pt x="54750" y="143848"/>
                  <a:pt x="52610" y="139573"/>
                  <a:pt x="50480" y="138608"/>
                </a:cubicBezTo>
                <a:cubicBezTo>
                  <a:pt x="43634" y="135506"/>
                  <a:pt x="32890" y="136379"/>
                  <a:pt x="28907" y="140363"/>
                </a:cubicBezTo>
                <a:cubicBezTo>
                  <a:pt x="22942" y="146328"/>
                  <a:pt x="14628" y="145109"/>
                  <a:pt x="11289" y="137781"/>
                </a:cubicBezTo>
                <a:cubicBezTo>
                  <a:pt x="9671" y="134232"/>
                  <a:pt x="7664" y="131310"/>
                  <a:pt x="6827" y="131288"/>
                </a:cubicBezTo>
                <a:cubicBezTo>
                  <a:pt x="5990" y="131266"/>
                  <a:pt x="3716" y="130242"/>
                  <a:pt x="1775" y="129012"/>
                </a:cubicBezTo>
                <a:cubicBezTo>
                  <a:pt x="-1083" y="127202"/>
                  <a:pt x="-629" y="125253"/>
                  <a:pt x="4158" y="118778"/>
                </a:cubicBezTo>
                <a:cubicBezTo>
                  <a:pt x="9713" y="111264"/>
                  <a:pt x="9810" y="110491"/>
                  <a:pt x="5752" y="106007"/>
                </a:cubicBezTo>
                <a:cubicBezTo>
                  <a:pt x="-610" y="98977"/>
                  <a:pt x="325" y="95142"/>
                  <a:pt x="11789" y="81269"/>
                </a:cubicBezTo>
                <a:cubicBezTo>
                  <a:pt x="17485" y="74376"/>
                  <a:pt x="22814" y="66074"/>
                  <a:pt x="23630" y="62821"/>
                </a:cubicBezTo>
                <a:cubicBezTo>
                  <a:pt x="24447" y="59568"/>
                  <a:pt x="28398" y="55546"/>
                  <a:pt x="32410" y="53884"/>
                </a:cubicBezTo>
                <a:cubicBezTo>
                  <a:pt x="40181" y="50665"/>
                  <a:pt x="43478" y="43081"/>
                  <a:pt x="41084" y="33929"/>
                </a:cubicBezTo>
                <a:cubicBezTo>
                  <a:pt x="40186" y="30493"/>
                  <a:pt x="41619" y="25519"/>
                  <a:pt x="44790" y="21065"/>
                </a:cubicBezTo>
                <a:cubicBezTo>
                  <a:pt x="47634" y="17072"/>
                  <a:pt x="50368" y="10915"/>
                  <a:pt x="50866" y="7384"/>
                </a:cubicBezTo>
                <a:cubicBezTo>
                  <a:pt x="51978" y="-503"/>
                  <a:pt x="60785" y="-2442"/>
                  <a:pt x="69085" y="3371"/>
                </a:cubicBezTo>
                <a:cubicBezTo>
                  <a:pt x="72262" y="5597"/>
                  <a:pt x="78960" y="7424"/>
                  <a:pt x="83968" y="7430"/>
                </a:cubicBezTo>
                <a:cubicBezTo>
                  <a:pt x="90827" y="7440"/>
                  <a:pt x="95585" y="9748"/>
                  <a:pt x="103250" y="16788"/>
                </a:cubicBezTo>
                <a:cubicBezTo>
                  <a:pt x="108847" y="21927"/>
                  <a:pt x="116791" y="27098"/>
                  <a:pt x="120904" y="28277"/>
                </a:cubicBezTo>
                <a:cubicBezTo>
                  <a:pt x="127215" y="30087"/>
                  <a:pt x="129398" y="29332"/>
                  <a:pt x="134887" y="23438"/>
                </a:cubicBezTo>
                <a:cubicBezTo>
                  <a:pt x="142030" y="15767"/>
                  <a:pt x="156507" y="13727"/>
                  <a:pt x="159058" y="20032"/>
                </a:cubicBezTo>
                <a:cubicBezTo>
                  <a:pt x="159855" y="22000"/>
                  <a:pt x="167696" y="25818"/>
                  <a:pt x="176483" y="28515"/>
                </a:cubicBezTo>
                <a:cubicBezTo>
                  <a:pt x="186066" y="31457"/>
                  <a:pt x="192460" y="34858"/>
                  <a:pt x="192460" y="37014"/>
                </a:cubicBezTo>
                <a:cubicBezTo>
                  <a:pt x="192460" y="38991"/>
                  <a:pt x="194203" y="42351"/>
                  <a:pt x="196332" y="44480"/>
                </a:cubicBezTo>
                <a:cubicBezTo>
                  <a:pt x="199774" y="47922"/>
                  <a:pt x="199754" y="48803"/>
                  <a:pt x="196153" y="52404"/>
                </a:cubicBezTo>
                <a:cubicBezTo>
                  <a:pt x="193159" y="55398"/>
                  <a:pt x="190845" y="55783"/>
                  <a:pt x="187288" y="53879"/>
                </a:cubicBezTo>
                <a:cubicBezTo>
                  <a:pt x="179800" y="49872"/>
                  <a:pt x="174390" y="50824"/>
                  <a:pt x="174390" y="56149"/>
                </a:cubicBezTo>
                <a:cubicBezTo>
                  <a:pt x="174390" y="58815"/>
                  <a:pt x="172647" y="62442"/>
                  <a:pt x="170518" y="64210"/>
                </a:cubicBezTo>
                <a:cubicBezTo>
                  <a:pt x="168388" y="65977"/>
                  <a:pt x="166645" y="69575"/>
                  <a:pt x="166645" y="72206"/>
                </a:cubicBezTo>
                <a:cubicBezTo>
                  <a:pt x="166645" y="76143"/>
                  <a:pt x="165276" y="76714"/>
                  <a:pt x="158901" y="75439"/>
                </a:cubicBezTo>
                <a:cubicBezTo>
                  <a:pt x="153734" y="74406"/>
                  <a:pt x="151157" y="74922"/>
                  <a:pt x="151157" y="76992"/>
                </a:cubicBezTo>
                <a:cubicBezTo>
                  <a:pt x="151157" y="78961"/>
                  <a:pt x="147877" y="79812"/>
                  <a:pt x="142182" y="79321"/>
                </a:cubicBezTo>
                <a:cubicBezTo>
                  <a:pt x="130428" y="78308"/>
                  <a:pt x="124889" y="85064"/>
                  <a:pt x="127056" y="97769"/>
                </a:cubicBezTo>
                <a:cubicBezTo>
                  <a:pt x="127904" y="102738"/>
                  <a:pt x="129473" y="107965"/>
                  <a:pt x="130544" y="109385"/>
                </a:cubicBezTo>
                <a:cubicBezTo>
                  <a:pt x="131614" y="110805"/>
                  <a:pt x="133291" y="115711"/>
                  <a:pt x="134269" y="120288"/>
                </a:cubicBezTo>
                <a:cubicBezTo>
                  <a:pt x="135415" y="125645"/>
                  <a:pt x="140578" y="132682"/>
                  <a:pt x="148765" y="140043"/>
                </a:cubicBezTo>
                <a:cubicBezTo>
                  <a:pt x="162833" y="152691"/>
                  <a:pt x="164554" y="157142"/>
                  <a:pt x="155377" y="157142"/>
                </a:cubicBezTo>
                <a:cubicBezTo>
                  <a:pt x="152019" y="157142"/>
                  <a:pt x="146470" y="159346"/>
                  <a:pt x="143045" y="162040"/>
                </a:cubicBezTo>
                <a:cubicBezTo>
                  <a:pt x="134241" y="168966"/>
                  <a:pt x="104579" y="168891"/>
                  <a:pt x="102761" y="161938"/>
                </a:cubicBezTo>
                <a:close/>
              </a:path>
            </a:pathLst>
          </a:custGeom>
          <a:solidFill>
            <a:srgbClr val="B9B9B9"/>
          </a:solidFill>
          <a:ln w="5163" cap="flat">
            <a:noFill/>
            <a:prstDash val="solid"/>
            <a:miter/>
          </a:ln>
        </p:spPr>
        <p:txBody>
          <a:bodyPr/>
          <a:lstStyle/>
          <a:p>
            <a:endParaRPr lang="es-419" noProof="0" dirty="0"/>
          </a:p>
        </p:txBody>
      </p:sp>
      <p:sp>
        <p:nvSpPr>
          <p:cNvPr id="47" name="Forma libre: forma 46">
            <a:extLst>
              <a:ext uri="{FF2B5EF4-FFF2-40B4-BE49-F238E27FC236}">
                <a16:creationId xmlns:a16="http://schemas.microsoft.com/office/drawing/2014/main" id="{DCA99916-2B66-F022-6B53-3CCCCDBB6053}"/>
              </a:ext>
            </a:extLst>
          </p:cNvPr>
          <p:cNvSpPr/>
          <p:nvPr/>
        </p:nvSpPr>
        <p:spPr>
          <a:xfrm>
            <a:off x="1461542" y="2144566"/>
            <a:ext cx="129500" cy="144710"/>
          </a:xfrm>
          <a:custGeom>
            <a:avLst/>
            <a:gdLst>
              <a:gd name="csX0" fmla="*/ 39451 w 129500"/>
              <a:gd name="csY0" fmla="*/ 143362 h 144710"/>
              <a:gd name="csX1" fmla="*/ 36297 w 129500"/>
              <a:gd name="csY1" fmla="*/ 137530 h 144710"/>
              <a:gd name="csX2" fmla="*/ 22310 w 129500"/>
              <a:gd name="csY2" fmla="*/ 122582 h 144710"/>
              <a:gd name="csX3" fmla="*/ 6555 w 129500"/>
              <a:gd name="csY3" fmla="*/ 101930 h 144710"/>
              <a:gd name="csX4" fmla="*/ 2723 w 129500"/>
              <a:gd name="csY4" fmla="*/ 90935 h 144710"/>
              <a:gd name="csX5" fmla="*/ 1214 w 129500"/>
              <a:gd name="csY5" fmla="*/ 71343 h 144710"/>
              <a:gd name="csX6" fmla="*/ 12550 w 129500"/>
              <a:gd name="csY6" fmla="*/ 66880 h 144710"/>
              <a:gd name="csX7" fmla="*/ 22940 w 129500"/>
              <a:gd name="csY7" fmla="*/ 63986 h 144710"/>
              <a:gd name="csX8" fmla="*/ 31348 w 129500"/>
              <a:gd name="csY8" fmla="*/ 62963 h 144710"/>
              <a:gd name="csX9" fmla="*/ 38911 w 129500"/>
              <a:gd name="csY9" fmla="*/ 59306 h 144710"/>
              <a:gd name="csX10" fmla="*/ 42783 w 129500"/>
              <a:gd name="csY10" fmla="*/ 50923 h 144710"/>
              <a:gd name="csX11" fmla="*/ 46656 w 129500"/>
              <a:gd name="csY11" fmla="*/ 42586 h 144710"/>
              <a:gd name="csX12" fmla="*/ 51173 w 129500"/>
              <a:gd name="csY12" fmla="*/ 39323 h 144710"/>
              <a:gd name="csX13" fmla="*/ 69566 w 129500"/>
              <a:gd name="csY13" fmla="*/ 37767 h 144710"/>
              <a:gd name="csX14" fmla="*/ 69872 w 129500"/>
              <a:gd name="csY14" fmla="*/ 27120 h 144710"/>
              <a:gd name="csX15" fmla="*/ 67231 w 129500"/>
              <a:gd name="csY15" fmla="*/ 13692 h 144710"/>
              <a:gd name="csX16" fmla="*/ 69736 w 129500"/>
              <a:gd name="csY16" fmla="*/ 7102 h 144710"/>
              <a:gd name="csX17" fmla="*/ 81814 w 129500"/>
              <a:gd name="csY17" fmla="*/ 13524 h 144710"/>
              <a:gd name="csX18" fmla="*/ 100866 w 129500"/>
              <a:gd name="csY18" fmla="*/ 15068 h 144710"/>
              <a:gd name="csX19" fmla="*/ 113355 w 129500"/>
              <a:gd name="csY19" fmla="*/ 326 h 144710"/>
              <a:gd name="csX20" fmla="*/ 116355 w 129500"/>
              <a:gd name="csY20" fmla="*/ 6085 h 144710"/>
              <a:gd name="csX21" fmla="*/ 122928 w 129500"/>
              <a:gd name="csY21" fmla="*/ 21207 h 144710"/>
              <a:gd name="csX22" fmla="*/ 129501 w 129500"/>
              <a:gd name="csY22" fmla="*/ 32422 h 144710"/>
              <a:gd name="csX23" fmla="*/ 122289 w 129500"/>
              <a:gd name="csY23" fmla="*/ 39110 h 144710"/>
              <a:gd name="csX24" fmla="*/ 114210 w 129500"/>
              <a:gd name="csY24" fmla="*/ 43197 h 144710"/>
              <a:gd name="csX25" fmla="*/ 100996 w 129500"/>
              <a:gd name="csY25" fmla="*/ 50277 h 144710"/>
              <a:gd name="csX26" fmla="*/ 91480 w 129500"/>
              <a:gd name="csY26" fmla="*/ 69527 h 144710"/>
              <a:gd name="csX27" fmla="*/ 86825 w 129500"/>
              <a:gd name="csY27" fmla="*/ 82667 h 144710"/>
              <a:gd name="csX28" fmla="*/ 75170 w 129500"/>
              <a:gd name="csY28" fmla="*/ 92424 h 144710"/>
              <a:gd name="csX29" fmla="*/ 62144 w 129500"/>
              <a:gd name="csY29" fmla="*/ 108405 h 144710"/>
              <a:gd name="csX30" fmla="*/ 58272 w 129500"/>
              <a:gd name="csY30" fmla="*/ 119688 h 144710"/>
              <a:gd name="csX31" fmla="*/ 54400 w 129500"/>
              <a:gd name="csY31" fmla="*/ 127352 h 144710"/>
              <a:gd name="csX32" fmla="*/ 52416 w 129500"/>
              <a:gd name="csY32" fmla="*/ 133529 h 144710"/>
              <a:gd name="csX33" fmla="*/ 46503 w 129500"/>
              <a:gd name="csY33" fmla="*/ 140006 h 144710"/>
              <a:gd name="csX34" fmla="*/ 39451 w 129500"/>
              <a:gd name="csY34" fmla="*/ 143362 h 1447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129500" h="144710">
                <a:moveTo>
                  <a:pt x="39451" y="143362"/>
                </a:moveTo>
                <a:cubicBezTo>
                  <a:pt x="37734" y="141645"/>
                  <a:pt x="36315" y="139021"/>
                  <a:pt x="36297" y="137530"/>
                </a:cubicBezTo>
                <a:cubicBezTo>
                  <a:pt x="36279" y="136040"/>
                  <a:pt x="29985" y="129313"/>
                  <a:pt x="22310" y="122582"/>
                </a:cubicBezTo>
                <a:cubicBezTo>
                  <a:pt x="12868" y="114302"/>
                  <a:pt x="7773" y="107623"/>
                  <a:pt x="6555" y="101930"/>
                </a:cubicBezTo>
                <a:cubicBezTo>
                  <a:pt x="5566" y="97303"/>
                  <a:pt x="3842" y="92355"/>
                  <a:pt x="2723" y="90935"/>
                </a:cubicBezTo>
                <a:cubicBezTo>
                  <a:pt x="-91" y="87360"/>
                  <a:pt x="-945" y="76286"/>
                  <a:pt x="1214" y="71343"/>
                </a:cubicBezTo>
                <a:cubicBezTo>
                  <a:pt x="2338" y="68767"/>
                  <a:pt x="6560" y="67105"/>
                  <a:pt x="12550" y="66880"/>
                </a:cubicBezTo>
                <a:cubicBezTo>
                  <a:pt x="17800" y="66683"/>
                  <a:pt x="22476" y="65380"/>
                  <a:pt x="22940" y="63986"/>
                </a:cubicBezTo>
                <a:cubicBezTo>
                  <a:pt x="23405" y="62591"/>
                  <a:pt x="27189" y="62131"/>
                  <a:pt x="31348" y="62963"/>
                </a:cubicBezTo>
                <a:cubicBezTo>
                  <a:pt x="37697" y="64232"/>
                  <a:pt x="38911" y="63645"/>
                  <a:pt x="38911" y="59306"/>
                </a:cubicBezTo>
                <a:cubicBezTo>
                  <a:pt x="38911" y="56463"/>
                  <a:pt x="40654" y="52690"/>
                  <a:pt x="42783" y="50923"/>
                </a:cubicBezTo>
                <a:cubicBezTo>
                  <a:pt x="44913" y="49155"/>
                  <a:pt x="46656" y="45404"/>
                  <a:pt x="46656" y="42586"/>
                </a:cubicBezTo>
                <a:cubicBezTo>
                  <a:pt x="46656" y="38720"/>
                  <a:pt x="47764" y="37919"/>
                  <a:pt x="51173" y="39323"/>
                </a:cubicBezTo>
                <a:cubicBezTo>
                  <a:pt x="61512" y="43579"/>
                  <a:pt x="64377" y="43337"/>
                  <a:pt x="69566" y="37767"/>
                </a:cubicBezTo>
                <a:cubicBezTo>
                  <a:pt x="75009" y="31925"/>
                  <a:pt x="75010" y="31906"/>
                  <a:pt x="69872" y="27120"/>
                </a:cubicBezTo>
                <a:cubicBezTo>
                  <a:pt x="63882" y="21540"/>
                  <a:pt x="64007" y="22172"/>
                  <a:pt x="67231" y="13692"/>
                </a:cubicBezTo>
                <a:lnTo>
                  <a:pt x="69736" y="7102"/>
                </a:lnTo>
                <a:lnTo>
                  <a:pt x="81814" y="13524"/>
                </a:lnTo>
                <a:cubicBezTo>
                  <a:pt x="96277" y="21214"/>
                  <a:pt x="100866" y="21586"/>
                  <a:pt x="100866" y="15068"/>
                </a:cubicBezTo>
                <a:cubicBezTo>
                  <a:pt x="100866" y="8386"/>
                  <a:pt x="109640" y="-1970"/>
                  <a:pt x="113355" y="326"/>
                </a:cubicBezTo>
                <a:cubicBezTo>
                  <a:pt x="115005" y="1346"/>
                  <a:pt x="116355" y="3937"/>
                  <a:pt x="116355" y="6085"/>
                </a:cubicBezTo>
                <a:cubicBezTo>
                  <a:pt x="116355" y="8233"/>
                  <a:pt x="119313" y="15038"/>
                  <a:pt x="122928" y="21207"/>
                </a:cubicBezTo>
                <a:lnTo>
                  <a:pt x="129501" y="32422"/>
                </a:lnTo>
                <a:lnTo>
                  <a:pt x="122289" y="39110"/>
                </a:lnTo>
                <a:cubicBezTo>
                  <a:pt x="118322" y="42788"/>
                  <a:pt x="114687" y="44627"/>
                  <a:pt x="114210" y="43197"/>
                </a:cubicBezTo>
                <a:cubicBezTo>
                  <a:pt x="112111" y="36901"/>
                  <a:pt x="104310" y="41081"/>
                  <a:pt x="100996" y="50277"/>
                </a:cubicBezTo>
                <a:cubicBezTo>
                  <a:pt x="99077" y="55602"/>
                  <a:pt x="94795" y="64264"/>
                  <a:pt x="91480" y="69527"/>
                </a:cubicBezTo>
                <a:cubicBezTo>
                  <a:pt x="88166" y="74789"/>
                  <a:pt x="86071" y="80703"/>
                  <a:pt x="86825" y="82667"/>
                </a:cubicBezTo>
                <a:cubicBezTo>
                  <a:pt x="87734" y="85037"/>
                  <a:pt x="83812" y="88321"/>
                  <a:pt x="75170" y="92424"/>
                </a:cubicBezTo>
                <a:cubicBezTo>
                  <a:pt x="62898" y="98250"/>
                  <a:pt x="62144" y="99174"/>
                  <a:pt x="62144" y="108405"/>
                </a:cubicBezTo>
                <a:cubicBezTo>
                  <a:pt x="62144" y="114732"/>
                  <a:pt x="60773" y="118729"/>
                  <a:pt x="58272" y="119688"/>
                </a:cubicBezTo>
                <a:cubicBezTo>
                  <a:pt x="56143" y="120506"/>
                  <a:pt x="54400" y="123954"/>
                  <a:pt x="54400" y="127352"/>
                </a:cubicBezTo>
                <a:cubicBezTo>
                  <a:pt x="54400" y="130749"/>
                  <a:pt x="53507" y="133529"/>
                  <a:pt x="52416" y="133529"/>
                </a:cubicBezTo>
                <a:cubicBezTo>
                  <a:pt x="51325" y="133529"/>
                  <a:pt x="48664" y="136444"/>
                  <a:pt x="46503" y="140006"/>
                </a:cubicBezTo>
                <a:cubicBezTo>
                  <a:pt x="43429" y="145071"/>
                  <a:pt x="41892" y="145803"/>
                  <a:pt x="39451" y="143362"/>
                </a:cubicBezTo>
                <a:close/>
              </a:path>
            </a:pathLst>
          </a:custGeom>
          <a:solidFill>
            <a:srgbClr val="B9B9B9"/>
          </a:solidFill>
          <a:ln w="5163" cap="flat">
            <a:noFill/>
            <a:prstDash val="solid"/>
            <a:miter/>
          </a:ln>
        </p:spPr>
        <p:txBody>
          <a:bodyPr/>
          <a:lstStyle/>
          <a:p>
            <a:endParaRPr lang="es-419" noProof="0" dirty="0"/>
          </a:p>
        </p:txBody>
      </p:sp>
      <p:sp>
        <p:nvSpPr>
          <p:cNvPr id="48" name="Forma libre: forma 47">
            <a:extLst>
              <a:ext uri="{FF2B5EF4-FFF2-40B4-BE49-F238E27FC236}">
                <a16:creationId xmlns:a16="http://schemas.microsoft.com/office/drawing/2014/main" id="{B5435559-5427-67F9-9CC7-B080252943BF}"/>
              </a:ext>
            </a:extLst>
          </p:cNvPr>
          <p:cNvSpPr/>
          <p:nvPr/>
        </p:nvSpPr>
        <p:spPr>
          <a:xfrm>
            <a:off x="2333829" y="2099494"/>
            <a:ext cx="245950" cy="186219"/>
          </a:xfrm>
          <a:custGeom>
            <a:avLst/>
            <a:gdLst>
              <a:gd name="csX0" fmla="*/ 63193 w 245950"/>
              <a:gd name="csY0" fmla="*/ 151536 h 186219"/>
              <a:gd name="csX1" fmla="*/ 28715 w 245950"/>
              <a:gd name="csY1" fmla="*/ 120621 h 186219"/>
              <a:gd name="csX2" fmla="*/ 15073 w 245950"/>
              <a:gd name="csY2" fmla="*/ 124390 h 186219"/>
              <a:gd name="csX3" fmla="*/ 5596 w 245950"/>
              <a:gd name="csY3" fmla="*/ 124390 h 186219"/>
              <a:gd name="csX4" fmla="*/ 5596 w 245950"/>
              <a:gd name="csY4" fmla="*/ 107763 h 186219"/>
              <a:gd name="csX5" fmla="*/ 3015 w 245950"/>
              <a:gd name="csY5" fmla="*/ 89541 h 186219"/>
              <a:gd name="csX6" fmla="*/ 11404 w 245950"/>
              <a:gd name="csY6" fmla="*/ 63244 h 186219"/>
              <a:gd name="csX7" fmla="*/ 106611 w 245950"/>
              <a:gd name="csY7" fmla="*/ 25070 h 186219"/>
              <a:gd name="csX8" fmla="*/ 133716 w 245950"/>
              <a:gd name="csY8" fmla="*/ 14252 h 186219"/>
              <a:gd name="csX9" fmla="*/ 160483 w 245950"/>
              <a:gd name="csY9" fmla="*/ 1908 h 186219"/>
              <a:gd name="csX10" fmla="*/ 238554 w 245950"/>
              <a:gd name="csY10" fmla="*/ 11931 h 186219"/>
              <a:gd name="csX11" fmla="*/ 245107 w 245950"/>
              <a:gd name="csY11" fmla="*/ 29136 h 186219"/>
              <a:gd name="csX12" fmla="*/ 240861 w 245950"/>
              <a:gd name="csY12" fmla="*/ 62435 h 186219"/>
              <a:gd name="csX13" fmla="*/ 234529 w 245950"/>
              <a:gd name="csY13" fmla="*/ 81796 h 186219"/>
              <a:gd name="csX14" fmla="*/ 183096 w 245950"/>
              <a:gd name="csY14" fmla="*/ 120518 h 186219"/>
              <a:gd name="csX15" fmla="*/ 112584 w 245950"/>
              <a:gd name="csY15" fmla="*/ 172730 h 186219"/>
              <a:gd name="csX16" fmla="*/ 93505 w 245950"/>
              <a:gd name="csY16" fmla="*/ 186220 h 186219"/>
              <a:gd name="csX17" fmla="*/ 63193 w 245950"/>
              <a:gd name="csY17" fmla="*/ 151536 h 1862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245950" h="186219">
                <a:moveTo>
                  <a:pt x="63193" y="151536"/>
                </a:moveTo>
                <a:cubicBezTo>
                  <a:pt x="35962" y="120379"/>
                  <a:pt x="32456" y="117236"/>
                  <a:pt x="28715" y="120621"/>
                </a:cubicBezTo>
                <a:cubicBezTo>
                  <a:pt x="26425" y="122694"/>
                  <a:pt x="20286" y="124390"/>
                  <a:pt x="15073" y="124390"/>
                </a:cubicBezTo>
                <a:lnTo>
                  <a:pt x="5596" y="124390"/>
                </a:lnTo>
                <a:lnTo>
                  <a:pt x="5596" y="107763"/>
                </a:lnTo>
                <a:cubicBezTo>
                  <a:pt x="5596" y="98618"/>
                  <a:pt x="4435" y="90418"/>
                  <a:pt x="3015" y="89541"/>
                </a:cubicBezTo>
                <a:cubicBezTo>
                  <a:pt x="-3245" y="85672"/>
                  <a:pt x="575" y="73700"/>
                  <a:pt x="11404" y="63244"/>
                </a:cubicBezTo>
                <a:cubicBezTo>
                  <a:pt x="30218" y="45081"/>
                  <a:pt x="67101" y="30293"/>
                  <a:pt x="106611" y="25070"/>
                </a:cubicBezTo>
                <a:cubicBezTo>
                  <a:pt x="113529" y="24155"/>
                  <a:pt x="124948" y="19598"/>
                  <a:pt x="133716" y="14252"/>
                </a:cubicBezTo>
                <a:cubicBezTo>
                  <a:pt x="142049" y="9172"/>
                  <a:pt x="154094" y="3617"/>
                  <a:pt x="160483" y="1908"/>
                </a:cubicBezTo>
                <a:cubicBezTo>
                  <a:pt x="179743" y="-3243"/>
                  <a:pt x="225908" y="2684"/>
                  <a:pt x="238554" y="11931"/>
                </a:cubicBezTo>
                <a:cubicBezTo>
                  <a:pt x="241216" y="13878"/>
                  <a:pt x="243864" y="20830"/>
                  <a:pt x="245107" y="29136"/>
                </a:cubicBezTo>
                <a:cubicBezTo>
                  <a:pt x="246841" y="40720"/>
                  <a:pt x="246124" y="46345"/>
                  <a:pt x="240861" y="62435"/>
                </a:cubicBezTo>
                <a:lnTo>
                  <a:pt x="234529" y="81796"/>
                </a:lnTo>
                <a:lnTo>
                  <a:pt x="183096" y="120518"/>
                </a:lnTo>
                <a:cubicBezTo>
                  <a:pt x="154808" y="141815"/>
                  <a:pt x="123078" y="165310"/>
                  <a:pt x="112584" y="172730"/>
                </a:cubicBezTo>
                <a:lnTo>
                  <a:pt x="93505" y="186220"/>
                </a:lnTo>
                <a:lnTo>
                  <a:pt x="63193" y="151536"/>
                </a:lnTo>
                <a:close/>
              </a:path>
            </a:pathLst>
          </a:custGeom>
          <a:solidFill>
            <a:srgbClr val="B9B9B9"/>
          </a:solidFill>
          <a:ln w="5163" cap="flat">
            <a:noFill/>
            <a:prstDash val="solid"/>
            <a:miter/>
          </a:ln>
        </p:spPr>
        <p:txBody>
          <a:bodyPr/>
          <a:lstStyle/>
          <a:p>
            <a:endParaRPr lang="es-419" noProof="0" dirty="0"/>
          </a:p>
        </p:txBody>
      </p:sp>
      <p:sp>
        <p:nvSpPr>
          <p:cNvPr id="49" name="Forma libre: forma 48">
            <a:extLst>
              <a:ext uri="{FF2B5EF4-FFF2-40B4-BE49-F238E27FC236}">
                <a16:creationId xmlns:a16="http://schemas.microsoft.com/office/drawing/2014/main" id="{E10D2CDF-E24D-E000-36FB-1A249337D41E}"/>
              </a:ext>
            </a:extLst>
          </p:cNvPr>
          <p:cNvSpPr/>
          <p:nvPr/>
        </p:nvSpPr>
        <p:spPr>
          <a:xfrm>
            <a:off x="2334670" y="2196667"/>
            <a:ext cx="1839" cy="7968"/>
          </a:xfrm>
          <a:custGeom>
            <a:avLst/>
            <a:gdLst>
              <a:gd name="csX0" fmla="*/ 0 w 1839"/>
              <a:gd name="csY0" fmla="*/ 3984 h 7968"/>
              <a:gd name="csX1" fmla="*/ 1302 w 1839"/>
              <a:gd name="csY1" fmla="*/ 757 h 7968"/>
              <a:gd name="csX2" fmla="*/ 1302 w 1839"/>
              <a:gd name="csY2" fmla="*/ 7211 h 7968"/>
              <a:gd name="csX3" fmla="*/ 0 w 1839"/>
              <a:gd name="csY3" fmla="*/ 3984 h 7968"/>
            </a:gdLst>
            <a:ahLst/>
            <a:cxnLst>
              <a:cxn ang="0">
                <a:pos x="csX0" y="csY0"/>
              </a:cxn>
              <a:cxn ang="0">
                <a:pos x="csX1" y="csY1"/>
              </a:cxn>
              <a:cxn ang="0">
                <a:pos x="csX2" y="csY2"/>
              </a:cxn>
              <a:cxn ang="0">
                <a:pos x="csX3" y="csY3"/>
              </a:cxn>
            </a:cxnLst>
            <a:rect l="l" t="t" r="r" b="b"/>
            <a:pathLst>
              <a:path w="1839" h="7968">
                <a:moveTo>
                  <a:pt x="0" y="3984"/>
                </a:moveTo>
                <a:cubicBezTo>
                  <a:pt x="0" y="435"/>
                  <a:pt x="586" y="-1017"/>
                  <a:pt x="1302" y="757"/>
                </a:cubicBezTo>
                <a:cubicBezTo>
                  <a:pt x="2018" y="2532"/>
                  <a:pt x="2018" y="5436"/>
                  <a:pt x="1302" y="7211"/>
                </a:cubicBezTo>
                <a:cubicBezTo>
                  <a:pt x="586" y="8986"/>
                  <a:pt x="0" y="7534"/>
                  <a:pt x="0" y="3984"/>
                </a:cubicBezTo>
                <a:close/>
              </a:path>
            </a:pathLst>
          </a:custGeom>
          <a:solidFill>
            <a:srgbClr val="B9B9B9"/>
          </a:solidFill>
          <a:ln w="5163" cap="flat">
            <a:noFill/>
            <a:prstDash val="solid"/>
            <a:miter/>
          </a:ln>
        </p:spPr>
        <p:txBody>
          <a:bodyPr/>
          <a:lstStyle/>
          <a:p>
            <a:endParaRPr lang="es-419" noProof="0" dirty="0"/>
          </a:p>
        </p:txBody>
      </p:sp>
      <p:sp>
        <p:nvSpPr>
          <p:cNvPr id="50" name="Forma libre: forma 49">
            <a:extLst>
              <a:ext uri="{FF2B5EF4-FFF2-40B4-BE49-F238E27FC236}">
                <a16:creationId xmlns:a16="http://schemas.microsoft.com/office/drawing/2014/main" id="{75C16606-8E8A-ADEF-0D47-4080182ED290}"/>
              </a:ext>
            </a:extLst>
          </p:cNvPr>
          <p:cNvSpPr/>
          <p:nvPr/>
        </p:nvSpPr>
        <p:spPr>
          <a:xfrm>
            <a:off x="1309468" y="1877186"/>
            <a:ext cx="342958" cy="300162"/>
          </a:xfrm>
          <a:custGeom>
            <a:avLst/>
            <a:gdLst>
              <a:gd name="csX0" fmla="*/ 295686 w 342958"/>
              <a:gd name="csY0" fmla="*/ 296278 h 300162"/>
              <a:gd name="csX1" fmla="*/ 285863 w 342958"/>
              <a:gd name="csY1" fmla="*/ 292488 h 300162"/>
              <a:gd name="csX2" fmla="*/ 274573 w 342958"/>
              <a:gd name="csY2" fmla="*/ 278339 h 300162"/>
              <a:gd name="csX3" fmla="*/ 265490 w 342958"/>
              <a:gd name="csY3" fmla="*/ 262580 h 300162"/>
              <a:gd name="csX4" fmla="*/ 250359 w 342958"/>
              <a:gd name="csY4" fmla="*/ 277449 h 300162"/>
              <a:gd name="csX5" fmla="*/ 232353 w 342958"/>
              <a:gd name="csY5" fmla="*/ 275755 h 300162"/>
              <a:gd name="csX6" fmla="*/ 216800 w 342958"/>
              <a:gd name="csY6" fmla="*/ 278780 h 300162"/>
              <a:gd name="csX7" fmla="*/ 197688 w 342958"/>
              <a:gd name="csY7" fmla="*/ 275445 h 300162"/>
              <a:gd name="csX8" fmla="*/ 186717 w 342958"/>
              <a:gd name="csY8" fmla="*/ 271836 h 300162"/>
              <a:gd name="csX9" fmla="*/ 183241 w 342958"/>
              <a:gd name="csY9" fmla="*/ 267964 h 300162"/>
              <a:gd name="csX10" fmla="*/ 171812 w 342958"/>
              <a:gd name="csY10" fmla="*/ 264092 h 300162"/>
              <a:gd name="csX11" fmla="*/ 155307 w 342958"/>
              <a:gd name="csY11" fmla="*/ 270545 h 300162"/>
              <a:gd name="csX12" fmla="*/ 128918 w 342958"/>
              <a:gd name="csY12" fmla="*/ 266264 h 300162"/>
              <a:gd name="csX13" fmla="*/ 106345 w 342958"/>
              <a:gd name="csY13" fmla="*/ 255141 h 300162"/>
              <a:gd name="csX14" fmla="*/ 91555 w 342958"/>
              <a:gd name="csY14" fmla="*/ 250269 h 300162"/>
              <a:gd name="csX15" fmla="*/ 81548 w 342958"/>
              <a:gd name="csY15" fmla="*/ 247474 h 300162"/>
              <a:gd name="csX16" fmla="*/ 78435 w 342958"/>
              <a:gd name="csY16" fmla="*/ 239429 h 300162"/>
              <a:gd name="csX17" fmla="*/ 82408 w 342958"/>
              <a:gd name="csY17" fmla="*/ 200657 h 300162"/>
              <a:gd name="csX18" fmla="*/ 83563 w 342958"/>
              <a:gd name="csY18" fmla="*/ 189030 h 300162"/>
              <a:gd name="csX19" fmla="*/ 79311 w 342958"/>
              <a:gd name="csY19" fmla="*/ 164140 h 300162"/>
              <a:gd name="csX20" fmla="*/ 69658 w 342958"/>
              <a:gd name="csY20" fmla="*/ 165664 h 300162"/>
              <a:gd name="csX21" fmla="*/ 52863 w 342958"/>
              <a:gd name="csY21" fmla="*/ 178880 h 300162"/>
              <a:gd name="csX22" fmla="*/ 46310 w 342958"/>
              <a:gd name="csY22" fmla="*/ 180840 h 300162"/>
              <a:gd name="csX23" fmla="*/ 41273 w 342958"/>
              <a:gd name="csY23" fmla="*/ 176042 h 300162"/>
              <a:gd name="csX24" fmla="*/ 28735 w 342958"/>
              <a:gd name="csY24" fmla="*/ 163573 h 300162"/>
              <a:gd name="csX25" fmla="*/ 8346 w 342958"/>
              <a:gd name="csY25" fmla="*/ 134458 h 300162"/>
              <a:gd name="csX26" fmla="*/ 3097 w 342958"/>
              <a:gd name="csY26" fmla="*/ 117621 h 300162"/>
              <a:gd name="csX27" fmla="*/ 147 w 342958"/>
              <a:gd name="csY27" fmla="*/ 113613 h 300162"/>
              <a:gd name="csX28" fmla="*/ 21165 w 342958"/>
              <a:gd name="csY28" fmla="*/ 104003 h 300162"/>
              <a:gd name="csX29" fmla="*/ 72335 w 342958"/>
              <a:gd name="csY29" fmla="*/ 73250 h 300162"/>
              <a:gd name="csX30" fmla="*/ 93508 w 342958"/>
              <a:gd name="csY30" fmla="*/ 38847 h 300162"/>
              <a:gd name="csX31" fmla="*/ 97565 w 342958"/>
              <a:gd name="csY31" fmla="*/ 29800 h 300162"/>
              <a:gd name="csX32" fmla="*/ 109742 w 342958"/>
              <a:gd name="csY32" fmla="*/ 18194 h 300162"/>
              <a:gd name="csX33" fmla="*/ 113822 w 342958"/>
              <a:gd name="csY33" fmla="*/ 11110 h 300162"/>
              <a:gd name="csX34" fmla="*/ 121678 w 342958"/>
              <a:gd name="csY34" fmla="*/ 5555 h 300162"/>
              <a:gd name="csX35" fmla="*/ 127233 w 342958"/>
              <a:gd name="csY35" fmla="*/ 0 h 300162"/>
              <a:gd name="csX36" fmla="*/ 134516 w 342958"/>
              <a:gd name="csY36" fmla="*/ 8782 h 300162"/>
              <a:gd name="csX37" fmla="*/ 141869 w 342958"/>
              <a:gd name="csY37" fmla="*/ 33944 h 300162"/>
              <a:gd name="csX38" fmla="*/ 147505 w 342958"/>
              <a:gd name="csY38" fmla="*/ 58144 h 300162"/>
              <a:gd name="csX39" fmla="*/ 152804 w 342958"/>
              <a:gd name="csY39" fmla="*/ 90810 h 300162"/>
              <a:gd name="csX40" fmla="*/ 162764 w 342958"/>
              <a:gd name="csY40" fmla="*/ 124694 h 300162"/>
              <a:gd name="csX41" fmla="*/ 170334 w 342958"/>
              <a:gd name="csY41" fmla="*/ 121832 h 300162"/>
              <a:gd name="csX42" fmla="*/ 185393 w 342958"/>
              <a:gd name="csY42" fmla="*/ 124884 h 300162"/>
              <a:gd name="csX43" fmla="*/ 190271 w 342958"/>
              <a:gd name="csY43" fmla="*/ 127275 h 300162"/>
              <a:gd name="csX44" fmla="*/ 201229 w 342958"/>
              <a:gd name="csY44" fmla="*/ 139721 h 300162"/>
              <a:gd name="csX45" fmla="*/ 197439 w 342958"/>
              <a:gd name="csY45" fmla="*/ 147005 h 300162"/>
              <a:gd name="csX46" fmla="*/ 196794 w 342958"/>
              <a:gd name="csY46" fmla="*/ 162615 h 300162"/>
              <a:gd name="csX47" fmla="*/ 220205 w 342958"/>
              <a:gd name="csY47" fmla="*/ 171185 h 300162"/>
              <a:gd name="csX48" fmla="*/ 242581 w 342958"/>
              <a:gd name="csY48" fmla="*/ 173796 h 300162"/>
              <a:gd name="csX49" fmla="*/ 259092 w 342958"/>
              <a:gd name="csY49" fmla="*/ 186698 h 300162"/>
              <a:gd name="csX50" fmla="*/ 273592 w 342958"/>
              <a:gd name="csY50" fmla="*/ 197707 h 300162"/>
              <a:gd name="csX51" fmla="*/ 304244 w 342958"/>
              <a:gd name="csY51" fmla="*/ 198591 h 300162"/>
              <a:gd name="csX52" fmla="*/ 333285 w 342958"/>
              <a:gd name="csY52" fmla="*/ 203946 h 300162"/>
              <a:gd name="csX53" fmla="*/ 339205 w 342958"/>
              <a:gd name="csY53" fmla="*/ 216060 h 300162"/>
              <a:gd name="csX54" fmla="*/ 336274 w 342958"/>
              <a:gd name="csY54" fmla="*/ 220854 h 300162"/>
              <a:gd name="csX55" fmla="*/ 328850 w 342958"/>
              <a:gd name="csY55" fmla="*/ 233114 h 300162"/>
              <a:gd name="csX56" fmla="*/ 326965 w 342958"/>
              <a:gd name="csY56" fmla="*/ 236341 h 300162"/>
              <a:gd name="csX57" fmla="*/ 329181 w 342958"/>
              <a:gd name="csY57" fmla="*/ 240859 h 300162"/>
              <a:gd name="csX58" fmla="*/ 331403 w 342958"/>
              <a:gd name="csY58" fmla="*/ 248187 h 300162"/>
              <a:gd name="csX59" fmla="*/ 328049 w 342958"/>
              <a:gd name="csY59" fmla="*/ 258014 h 300162"/>
              <a:gd name="csX60" fmla="*/ 326532 w 342958"/>
              <a:gd name="csY60" fmla="*/ 276244 h 300162"/>
              <a:gd name="csX61" fmla="*/ 325085 w 342958"/>
              <a:gd name="csY61" fmla="*/ 283496 h 300162"/>
              <a:gd name="csX62" fmla="*/ 321398 w 342958"/>
              <a:gd name="csY62" fmla="*/ 292711 h 300162"/>
              <a:gd name="csX63" fmla="*/ 311874 w 342958"/>
              <a:gd name="csY63" fmla="*/ 300150 h 300162"/>
              <a:gd name="csX64" fmla="*/ 295686 w 342958"/>
              <a:gd name="csY64" fmla="*/ 296278 h 3001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Lst>
            <a:rect l="l" t="t" r="r" b="b"/>
            <a:pathLst>
              <a:path w="342958" h="300162">
                <a:moveTo>
                  <a:pt x="295686" y="296278"/>
                </a:moveTo>
                <a:cubicBezTo>
                  <a:pt x="292930" y="294193"/>
                  <a:pt x="288510" y="292488"/>
                  <a:pt x="285863" y="292488"/>
                </a:cubicBezTo>
                <a:cubicBezTo>
                  <a:pt x="282541" y="292488"/>
                  <a:pt x="279045" y="288107"/>
                  <a:pt x="274573" y="278339"/>
                </a:cubicBezTo>
                <a:cubicBezTo>
                  <a:pt x="271011" y="270557"/>
                  <a:pt x="266923" y="263466"/>
                  <a:pt x="265490" y="262580"/>
                </a:cubicBezTo>
                <a:cubicBezTo>
                  <a:pt x="261887" y="260353"/>
                  <a:pt x="250359" y="271682"/>
                  <a:pt x="250359" y="277449"/>
                </a:cubicBezTo>
                <a:cubicBezTo>
                  <a:pt x="250359" y="284106"/>
                  <a:pt x="242694" y="283385"/>
                  <a:pt x="232353" y="275755"/>
                </a:cubicBezTo>
                <a:cubicBezTo>
                  <a:pt x="223375" y="269132"/>
                  <a:pt x="216800" y="270410"/>
                  <a:pt x="216800" y="278780"/>
                </a:cubicBezTo>
                <a:cubicBezTo>
                  <a:pt x="216800" y="282868"/>
                  <a:pt x="211006" y="281857"/>
                  <a:pt x="197688" y="275445"/>
                </a:cubicBezTo>
                <a:cubicBezTo>
                  <a:pt x="193566" y="273460"/>
                  <a:pt x="188628" y="271836"/>
                  <a:pt x="186717" y="271836"/>
                </a:cubicBezTo>
                <a:cubicBezTo>
                  <a:pt x="184805" y="271836"/>
                  <a:pt x="183241" y="270094"/>
                  <a:pt x="183241" y="267964"/>
                </a:cubicBezTo>
                <a:cubicBezTo>
                  <a:pt x="183241" y="265105"/>
                  <a:pt x="180251" y="264092"/>
                  <a:pt x="171812" y="264092"/>
                </a:cubicBezTo>
                <a:cubicBezTo>
                  <a:pt x="162696" y="264092"/>
                  <a:pt x="159356" y="265398"/>
                  <a:pt x="155307" y="270545"/>
                </a:cubicBezTo>
                <a:cubicBezTo>
                  <a:pt x="148138" y="279659"/>
                  <a:pt x="141633" y="278604"/>
                  <a:pt x="128918" y="266264"/>
                </a:cubicBezTo>
                <a:cubicBezTo>
                  <a:pt x="119547" y="257171"/>
                  <a:pt x="116097" y="255470"/>
                  <a:pt x="106345" y="255141"/>
                </a:cubicBezTo>
                <a:cubicBezTo>
                  <a:pt x="98734" y="254884"/>
                  <a:pt x="93722" y="253233"/>
                  <a:pt x="91555" y="250269"/>
                </a:cubicBezTo>
                <a:cubicBezTo>
                  <a:pt x="89207" y="247058"/>
                  <a:pt x="86367" y="246265"/>
                  <a:pt x="81548" y="247474"/>
                </a:cubicBezTo>
                <a:cubicBezTo>
                  <a:pt x="74001" y="249368"/>
                  <a:pt x="73102" y="247043"/>
                  <a:pt x="78435" y="239429"/>
                </a:cubicBezTo>
                <a:cubicBezTo>
                  <a:pt x="83856" y="231688"/>
                  <a:pt x="86528" y="205621"/>
                  <a:pt x="82408" y="200657"/>
                </a:cubicBezTo>
                <a:cubicBezTo>
                  <a:pt x="79647" y="197331"/>
                  <a:pt x="79847" y="195321"/>
                  <a:pt x="83563" y="189030"/>
                </a:cubicBezTo>
                <a:cubicBezTo>
                  <a:pt x="88650" y="180419"/>
                  <a:pt x="87374" y="172952"/>
                  <a:pt x="79311" y="164140"/>
                </a:cubicBezTo>
                <a:cubicBezTo>
                  <a:pt x="73608" y="157907"/>
                  <a:pt x="69658" y="158530"/>
                  <a:pt x="69658" y="165664"/>
                </a:cubicBezTo>
                <a:cubicBezTo>
                  <a:pt x="69658" y="171138"/>
                  <a:pt x="55140" y="182563"/>
                  <a:pt x="52863" y="178880"/>
                </a:cubicBezTo>
                <a:cubicBezTo>
                  <a:pt x="50323" y="174770"/>
                  <a:pt x="46434" y="175933"/>
                  <a:pt x="46310" y="180840"/>
                </a:cubicBezTo>
                <a:cubicBezTo>
                  <a:pt x="46241" y="183582"/>
                  <a:pt x="44262" y="181697"/>
                  <a:pt x="41273" y="176042"/>
                </a:cubicBezTo>
                <a:cubicBezTo>
                  <a:pt x="38533" y="170858"/>
                  <a:pt x="32973" y="165329"/>
                  <a:pt x="28735" y="163573"/>
                </a:cubicBezTo>
                <a:cubicBezTo>
                  <a:pt x="15748" y="158193"/>
                  <a:pt x="9667" y="149510"/>
                  <a:pt x="8346" y="134458"/>
                </a:cubicBezTo>
                <a:cubicBezTo>
                  <a:pt x="7635" y="126353"/>
                  <a:pt x="5506" y="119523"/>
                  <a:pt x="3097" y="117621"/>
                </a:cubicBezTo>
                <a:cubicBezTo>
                  <a:pt x="868" y="115861"/>
                  <a:pt x="-459" y="114058"/>
                  <a:pt x="147" y="113613"/>
                </a:cubicBezTo>
                <a:cubicBezTo>
                  <a:pt x="7952" y="107892"/>
                  <a:pt x="16388" y="104034"/>
                  <a:pt x="21165" y="104003"/>
                </a:cubicBezTo>
                <a:cubicBezTo>
                  <a:pt x="38718" y="103886"/>
                  <a:pt x="49596" y="97348"/>
                  <a:pt x="72335" y="73250"/>
                </a:cubicBezTo>
                <a:cubicBezTo>
                  <a:pt x="94445" y="49819"/>
                  <a:pt x="94883" y="49106"/>
                  <a:pt x="93508" y="38847"/>
                </a:cubicBezTo>
                <a:cubicBezTo>
                  <a:pt x="92208" y="29159"/>
                  <a:pt x="92513" y="28479"/>
                  <a:pt x="97565" y="29800"/>
                </a:cubicBezTo>
                <a:cubicBezTo>
                  <a:pt x="103852" y="31444"/>
                  <a:pt x="107223" y="28231"/>
                  <a:pt x="109742" y="18194"/>
                </a:cubicBezTo>
                <a:cubicBezTo>
                  <a:pt x="110720" y="14298"/>
                  <a:pt x="112556" y="11110"/>
                  <a:pt x="113822" y="11110"/>
                </a:cubicBezTo>
                <a:cubicBezTo>
                  <a:pt x="115088" y="11110"/>
                  <a:pt x="118623" y="8610"/>
                  <a:pt x="121678" y="5555"/>
                </a:cubicBezTo>
                <a:lnTo>
                  <a:pt x="127233" y="0"/>
                </a:lnTo>
                <a:lnTo>
                  <a:pt x="134516" y="8782"/>
                </a:lnTo>
                <a:cubicBezTo>
                  <a:pt x="140793" y="16350"/>
                  <a:pt x="141809" y="19826"/>
                  <a:pt x="141869" y="33944"/>
                </a:cubicBezTo>
                <a:cubicBezTo>
                  <a:pt x="141922" y="46507"/>
                  <a:pt x="143236" y="52147"/>
                  <a:pt x="147505" y="58144"/>
                </a:cubicBezTo>
                <a:cubicBezTo>
                  <a:pt x="152339" y="64931"/>
                  <a:pt x="153038" y="69240"/>
                  <a:pt x="152804" y="90810"/>
                </a:cubicBezTo>
                <a:cubicBezTo>
                  <a:pt x="152465" y="122159"/>
                  <a:pt x="153210" y="124694"/>
                  <a:pt x="162764" y="124694"/>
                </a:cubicBezTo>
                <a:cubicBezTo>
                  <a:pt x="166927" y="124694"/>
                  <a:pt x="170334" y="123406"/>
                  <a:pt x="170334" y="121832"/>
                </a:cubicBezTo>
                <a:cubicBezTo>
                  <a:pt x="170334" y="118431"/>
                  <a:pt x="184072" y="121216"/>
                  <a:pt x="185393" y="124884"/>
                </a:cubicBezTo>
                <a:cubicBezTo>
                  <a:pt x="185866" y="126199"/>
                  <a:pt x="188061" y="127275"/>
                  <a:pt x="190271" y="127275"/>
                </a:cubicBezTo>
                <a:cubicBezTo>
                  <a:pt x="194758" y="127275"/>
                  <a:pt x="201103" y="134482"/>
                  <a:pt x="201229" y="139721"/>
                </a:cubicBezTo>
                <a:cubicBezTo>
                  <a:pt x="201275" y="141597"/>
                  <a:pt x="199569" y="144875"/>
                  <a:pt x="197439" y="147005"/>
                </a:cubicBezTo>
                <a:cubicBezTo>
                  <a:pt x="192728" y="151716"/>
                  <a:pt x="192413" y="159339"/>
                  <a:pt x="196794" y="162615"/>
                </a:cubicBezTo>
                <a:cubicBezTo>
                  <a:pt x="198569" y="163942"/>
                  <a:pt x="209104" y="167799"/>
                  <a:pt x="220205" y="171185"/>
                </a:cubicBezTo>
                <a:cubicBezTo>
                  <a:pt x="236917" y="176284"/>
                  <a:pt x="240766" y="176733"/>
                  <a:pt x="242581" y="173796"/>
                </a:cubicBezTo>
                <a:cubicBezTo>
                  <a:pt x="245948" y="168348"/>
                  <a:pt x="255565" y="175863"/>
                  <a:pt x="259092" y="186698"/>
                </a:cubicBezTo>
                <a:cubicBezTo>
                  <a:pt x="261627" y="194485"/>
                  <a:pt x="263378" y="195815"/>
                  <a:pt x="273592" y="197707"/>
                </a:cubicBezTo>
                <a:cubicBezTo>
                  <a:pt x="279981" y="198890"/>
                  <a:pt x="293775" y="199289"/>
                  <a:pt x="304244" y="198591"/>
                </a:cubicBezTo>
                <a:cubicBezTo>
                  <a:pt x="321502" y="197442"/>
                  <a:pt x="324213" y="197942"/>
                  <a:pt x="333285" y="203946"/>
                </a:cubicBezTo>
                <a:cubicBezTo>
                  <a:pt x="344213" y="211177"/>
                  <a:pt x="345431" y="213671"/>
                  <a:pt x="339205" y="216060"/>
                </a:cubicBezTo>
                <a:cubicBezTo>
                  <a:pt x="336957" y="216923"/>
                  <a:pt x="335638" y="219080"/>
                  <a:pt x="336274" y="220854"/>
                </a:cubicBezTo>
                <a:cubicBezTo>
                  <a:pt x="337968" y="225576"/>
                  <a:pt x="333403" y="233114"/>
                  <a:pt x="328850" y="233114"/>
                </a:cubicBezTo>
                <a:cubicBezTo>
                  <a:pt x="326331" y="233114"/>
                  <a:pt x="325653" y="234275"/>
                  <a:pt x="326965" y="236341"/>
                </a:cubicBezTo>
                <a:cubicBezTo>
                  <a:pt x="328092" y="238116"/>
                  <a:pt x="329089" y="240149"/>
                  <a:pt x="329181" y="240859"/>
                </a:cubicBezTo>
                <a:cubicBezTo>
                  <a:pt x="329272" y="241569"/>
                  <a:pt x="330272" y="244866"/>
                  <a:pt x="331403" y="248187"/>
                </a:cubicBezTo>
                <a:cubicBezTo>
                  <a:pt x="332991" y="252852"/>
                  <a:pt x="332229" y="255087"/>
                  <a:pt x="328049" y="258014"/>
                </a:cubicBezTo>
                <a:cubicBezTo>
                  <a:pt x="321663" y="262487"/>
                  <a:pt x="321157" y="268570"/>
                  <a:pt x="326532" y="276244"/>
                </a:cubicBezTo>
                <a:cubicBezTo>
                  <a:pt x="330115" y="281360"/>
                  <a:pt x="330000" y="281936"/>
                  <a:pt x="325085" y="283496"/>
                </a:cubicBezTo>
                <a:cubicBezTo>
                  <a:pt x="320727" y="284879"/>
                  <a:pt x="320050" y="286571"/>
                  <a:pt x="321398" y="292711"/>
                </a:cubicBezTo>
                <a:cubicBezTo>
                  <a:pt x="323026" y="300123"/>
                  <a:pt x="322888" y="300231"/>
                  <a:pt x="311874" y="300150"/>
                </a:cubicBezTo>
                <a:cubicBezTo>
                  <a:pt x="305727" y="300105"/>
                  <a:pt x="298443" y="298362"/>
                  <a:pt x="295686" y="296278"/>
                </a:cubicBezTo>
                <a:close/>
              </a:path>
            </a:pathLst>
          </a:custGeom>
          <a:solidFill>
            <a:srgbClr val="B9B9B9"/>
          </a:solidFill>
          <a:ln w="5163" cap="flat">
            <a:noFill/>
            <a:prstDash val="solid"/>
            <a:miter/>
          </a:ln>
        </p:spPr>
        <p:txBody>
          <a:bodyPr/>
          <a:lstStyle/>
          <a:p>
            <a:endParaRPr lang="es-419" noProof="0" dirty="0"/>
          </a:p>
        </p:txBody>
      </p:sp>
      <p:sp>
        <p:nvSpPr>
          <p:cNvPr id="51" name="Forma libre: forma 50">
            <a:extLst>
              <a:ext uri="{FF2B5EF4-FFF2-40B4-BE49-F238E27FC236}">
                <a16:creationId xmlns:a16="http://schemas.microsoft.com/office/drawing/2014/main" id="{8D8EC128-DB8E-1C48-F157-AEE754A4716B}"/>
              </a:ext>
            </a:extLst>
          </p:cNvPr>
          <p:cNvSpPr/>
          <p:nvPr/>
        </p:nvSpPr>
        <p:spPr>
          <a:xfrm>
            <a:off x="1257795" y="2071057"/>
            <a:ext cx="87522" cy="67430"/>
          </a:xfrm>
          <a:custGeom>
            <a:avLst/>
            <a:gdLst>
              <a:gd name="csX0" fmla="*/ 3976 w 87522"/>
              <a:gd name="csY0" fmla="*/ 62589 h 67430"/>
              <a:gd name="csX1" fmla="*/ 1611 w 87522"/>
              <a:gd name="csY1" fmla="*/ 35473 h 67430"/>
              <a:gd name="csX2" fmla="*/ 13354 w 87522"/>
              <a:gd name="csY2" fmla="*/ 26110 h 67430"/>
              <a:gd name="csX3" fmla="*/ 24928 w 87522"/>
              <a:gd name="csY3" fmla="*/ 17185 h 67430"/>
              <a:gd name="csX4" fmla="*/ 28816 w 87522"/>
              <a:gd name="csY4" fmla="*/ 13430 h 67430"/>
              <a:gd name="csX5" fmla="*/ 55396 w 87522"/>
              <a:gd name="csY5" fmla="*/ 696 h 67430"/>
              <a:gd name="csX6" fmla="*/ 76595 w 87522"/>
              <a:gd name="csY6" fmla="*/ 27413 h 67430"/>
              <a:gd name="csX7" fmla="*/ 81474 w 87522"/>
              <a:gd name="csY7" fmla="*/ 35237 h 67430"/>
              <a:gd name="csX8" fmla="*/ 81963 w 87522"/>
              <a:gd name="csY8" fmla="*/ 49346 h 67430"/>
              <a:gd name="csX9" fmla="*/ 69036 w 87522"/>
              <a:gd name="csY9" fmla="*/ 59608 h 67430"/>
              <a:gd name="csX10" fmla="*/ 36947 w 87522"/>
              <a:gd name="csY10" fmla="*/ 62618 h 67430"/>
              <a:gd name="csX11" fmla="*/ 17042 w 87522"/>
              <a:gd name="csY11" fmla="*/ 62345 h 67430"/>
              <a:gd name="csX12" fmla="*/ 3976 w 87522"/>
              <a:gd name="csY12" fmla="*/ 62589 h 67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7522" h="67430">
                <a:moveTo>
                  <a:pt x="3976" y="62589"/>
                </a:moveTo>
                <a:cubicBezTo>
                  <a:pt x="-42" y="58150"/>
                  <a:pt x="-1347" y="43182"/>
                  <a:pt x="1611" y="35473"/>
                </a:cubicBezTo>
                <a:cubicBezTo>
                  <a:pt x="2496" y="33167"/>
                  <a:pt x="7780" y="28954"/>
                  <a:pt x="13354" y="26110"/>
                </a:cubicBezTo>
                <a:cubicBezTo>
                  <a:pt x="18927" y="23267"/>
                  <a:pt x="24135" y="19251"/>
                  <a:pt x="24928" y="17185"/>
                </a:cubicBezTo>
                <a:cubicBezTo>
                  <a:pt x="25721" y="15120"/>
                  <a:pt x="27470" y="13430"/>
                  <a:pt x="28816" y="13430"/>
                </a:cubicBezTo>
                <a:cubicBezTo>
                  <a:pt x="32726" y="13430"/>
                  <a:pt x="53752" y="3357"/>
                  <a:pt x="55396" y="696"/>
                </a:cubicBezTo>
                <a:cubicBezTo>
                  <a:pt x="58624" y="-4526"/>
                  <a:pt x="78997" y="21152"/>
                  <a:pt x="76595" y="27413"/>
                </a:cubicBezTo>
                <a:cubicBezTo>
                  <a:pt x="75767" y="29569"/>
                  <a:pt x="77801" y="32831"/>
                  <a:pt x="81474" y="35237"/>
                </a:cubicBezTo>
                <a:cubicBezTo>
                  <a:pt x="89349" y="40396"/>
                  <a:pt x="89558" y="46431"/>
                  <a:pt x="81963" y="49346"/>
                </a:cubicBezTo>
                <a:cubicBezTo>
                  <a:pt x="78769" y="50572"/>
                  <a:pt x="72952" y="55190"/>
                  <a:pt x="69036" y="59608"/>
                </a:cubicBezTo>
                <a:cubicBezTo>
                  <a:pt x="60658" y="69060"/>
                  <a:pt x="52768" y="69801"/>
                  <a:pt x="36947" y="62618"/>
                </a:cubicBezTo>
                <a:cubicBezTo>
                  <a:pt x="26493" y="57872"/>
                  <a:pt x="25833" y="57863"/>
                  <a:pt x="17042" y="62345"/>
                </a:cubicBezTo>
                <a:cubicBezTo>
                  <a:pt x="8489" y="66705"/>
                  <a:pt x="7714" y="66720"/>
                  <a:pt x="3976" y="62589"/>
                </a:cubicBezTo>
                <a:close/>
              </a:path>
            </a:pathLst>
          </a:custGeom>
          <a:solidFill>
            <a:srgbClr val="B9B9B9"/>
          </a:solidFill>
          <a:ln w="5163" cap="flat">
            <a:noFill/>
            <a:prstDash val="solid"/>
            <a:miter/>
          </a:ln>
        </p:spPr>
        <p:txBody>
          <a:bodyPr/>
          <a:lstStyle/>
          <a:p>
            <a:endParaRPr lang="es-419" noProof="0" dirty="0"/>
          </a:p>
        </p:txBody>
      </p:sp>
      <p:sp>
        <p:nvSpPr>
          <p:cNvPr id="52" name="Forma libre: forma 51">
            <a:extLst>
              <a:ext uri="{FF2B5EF4-FFF2-40B4-BE49-F238E27FC236}">
                <a16:creationId xmlns:a16="http://schemas.microsoft.com/office/drawing/2014/main" id="{FF4A055A-9808-4A98-8B52-0B03EF48AA03}"/>
              </a:ext>
            </a:extLst>
          </p:cNvPr>
          <p:cNvSpPr/>
          <p:nvPr/>
        </p:nvSpPr>
        <p:spPr>
          <a:xfrm>
            <a:off x="1498388" y="1582666"/>
            <a:ext cx="245235" cy="503912"/>
          </a:xfrm>
          <a:custGeom>
            <a:avLst/>
            <a:gdLst>
              <a:gd name="csX0" fmla="*/ 181623 w 245235"/>
              <a:gd name="csY0" fmla="*/ 494203 h 503912"/>
              <a:gd name="csX1" fmla="*/ 158452 w 245235"/>
              <a:gd name="csY1" fmla="*/ 485687 h 503912"/>
              <a:gd name="csX2" fmla="*/ 148342 w 245235"/>
              <a:gd name="csY2" fmla="*/ 487770 h 503912"/>
              <a:gd name="csX3" fmla="*/ 119521 w 245235"/>
              <a:gd name="csY3" fmla="*/ 489801 h 503912"/>
              <a:gd name="csX4" fmla="*/ 87472 w 245235"/>
              <a:gd name="csY4" fmla="*/ 489620 h 503912"/>
              <a:gd name="csX5" fmla="*/ 73190 w 245235"/>
              <a:gd name="csY5" fmla="*/ 478988 h 503912"/>
              <a:gd name="csX6" fmla="*/ 52773 w 245235"/>
              <a:gd name="csY6" fmla="*/ 460575 h 503912"/>
              <a:gd name="csX7" fmla="*/ 49575 w 245235"/>
              <a:gd name="csY7" fmla="*/ 464677 h 503912"/>
              <a:gd name="csX8" fmla="*/ 47915 w 245235"/>
              <a:gd name="csY8" fmla="*/ 467591 h 503912"/>
              <a:gd name="csX9" fmla="*/ 13036 w 245235"/>
              <a:gd name="csY9" fmla="*/ 456319 h 503912"/>
              <a:gd name="csX10" fmla="*/ 12217 w 245235"/>
              <a:gd name="csY10" fmla="*/ 442447 h 503912"/>
              <a:gd name="csX11" fmla="*/ 16234 w 245235"/>
              <a:gd name="csY11" fmla="*/ 437376 h 503912"/>
              <a:gd name="csX12" fmla="*/ 3077 w 245235"/>
              <a:gd name="csY12" fmla="*/ 417673 h 503912"/>
              <a:gd name="csX13" fmla="*/ 0 w 245235"/>
              <a:gd name="csY13" fmla="*/ 409784 h 503912"/>
              <a:gd name="csX14" fmla="*/ 6196 w 245235"/>
              <a:gd name="csY14" fmla="*/ 402269 h 503912"/>
              <a:gd name="csX15" fmla="*/ 12532 w 245235"/>
              <a:gd name="csY15" fmla="*/ 401839 h 503912"/>
              <a:gd name="csX16" fmla="*/ 13332 w 245235"/>
              <a:gd name="csY16" fmla="*/ 389178 h 503912"/>
              <a:gd name="csX17" fmla="*/ 18583 w 245235"/>
              <a:gd name="csY17" fmla="*/ 371495 h 503912"/>
              <a:gd name="csX18" fmla="*/ 33934 w 245235"/>
              <a:gd name="csY18" fmla="*/ 366100 h 503912"/>
              <a:gd name="csX19" fmla="*/ 49768 w 245235"/>
              <a:gd name="csY19" fmla="*/ 361841 h 503912"/>
              <a:gd name="csX20" fmla="*/ 46692 w 245235"/>
              <a:gd name="csY20" fmla="*/ 337409 h 503912"/>
              <a:gd name="csX21" fmla="*/ 42031 w 245235"/>
              <a:gd name="csY21" fmla="*/ 321770 h 503912"/>
              <a:gd name="csX22" fmla="*/ 39524 w 245235"/>
              <a:gd name="csY22" fmla="*/ 295336 h 503912"/>
              <a:gd name="csX23" fmla="*/ 41858 w 245235"/>
              <a:gd name="csY23" fmla="*/ 287644 h 503912"/>
              <a:gd name="csX24" fmla="*/ 57042 w 245235"/>
              <a:gd name="csY24" fmla="*/ 277265 h 503912"/>
              <a:gd name="csX25" fmla="*/ 69737 w 245235"/>
              <a:gd name="csY25" fmla="*/ 269502 h 503912"/>
              <a:gd name="csX26" fmla="*/ 79509 w 245235"/>
              <a:gd name="csY26" fmla="*/ 253317 h 503912"/>
              <a:gd name="csX27" fmla="*/ 95370 w 245235"/>
              <a:gd name="csY27" fmla="*/ 241529 h 503912"/>
              <a:gd name="csX28" fmla="*/ 141543 w 245235"/>
              <a:gd name="csY28" fmla="*/ 207386 h 503912"/>
              <a:gd name="csX29" fmla="*/ 135987 w 245235"/>
              <a:gd name="csY29" fmla="*/ 199791 h 503912"/>
              <a:gd name="csX30" fmla="*/ 127900 w 245235"/>
              <a:gd name="csY30" fmla="*/ 166538 h 503912"/>
              <a:gd name="csX31" fmla="*/ 127266 w 245235"/>
              <a:gd name="csY31" fmla="*/ 150064 h 503912"/>
              <a:gd name="csX32" fmla="*/ 118230 w 245235"/>
              <a:gd name="csY32" fmla="*/ 149351 h 503912"/>
              <a:gd name="csX33" fmla="*/ 106311 w 245235"/>
              <a:gd name="csY33" fmla="*/ 151014 h 503912"/>
              <a:gd name="csX34" fmla="*/ 100187 w 245235"/>
              <a:gd name="csY34" fmla="*/ 149485 h 503912"/>
              <a:gd name="csX35" fmla="*/ 89795 w 245235"/>
              <a:gd name="csY35" fmla="*/ 145581 h 503912"/>
              <a:gd name="csX36" fmla="*/ 79509 w 245235"/>
              <a:gd name="csY36" fmla="*/ 132462 h 503912"/>
              <a:gd name="csX37" fmla="*/ 74746 w 245235"/>
              <a:gd name="csY37" fmla="*/ 127510 h 503912"/>
              <a:gd name="csX38" fmla="*/ 61439 w 245235"/>
              <a:gd name="csY38" fmla="*/ 106041 h 503912"/>
              <a:gd name="csX39" fmla="*/ 51376 w 245235"/>
              <a:gd name="csY39" fmla="*/ 92403 h 503912"/>
              <a:gd name="csX40" fmla="*/ 43631 w 245235"/>
              <a:gd name="csY40" fmla="*/ 82710 h 503912"/>
              <a:gd name="csX41" fmla="*/ 40756 w 245235"/>
              <a:gd name="csY41" fmla="*/ 70719 h 503912"/>
              <a:gd name="csX42" fmla="*/ 37174 w 245235"/>
              <a:gd name="csY42" fmla="*/ 60642 h 503912"/>
              <a:gd name="csX43" fmla="*/ 23391 w 245235"/>
              <a:gd name="csY43" fmla="*/ 17685 h 503912"/>
              <a:gd name="csX44" fmla="*/ 16983 w 245235"/>
              <a:gd name="csY44" fmla="*/ 12409 h 503912"/>
              <a:gd name="csX45" fmla="*/ 27512 w 245235"/>
              <a:gd name="csY45" fmla="*/ 5441 h 503912"/>
              <a:gd name="csX46" fmla="*/ 44577 w 245235"/>
              <a:gd name="csY46" fmla="*/ 1452 h 503912"/>
              <a:gd name="csX47" fmla="*/ 51418 w 245235"/>
              <a:gd name="csY47" fmla="*/ 21016 h 503912"/>
              <a:gd name="csX48" fmla="*/ 53995 w 245235"/>
              <a:gd name="csY48" fmla="*/ 32559 h 503912"/>
              <a:gd name="csX49" fmla="*/ 56749 w 245235"/>
              <a:gd name="csY49" fmla="*/ 46824 h 503912"/>
              <a:gd name="csX50" fmla="*/ 61515 w 245235"/>
              <a:gd name="csY50" fmla="*/ 64401 h 503912"/>
              <a:gd name="csX51" fmla="*/ 66783 w 245235"/>
              <a:gd name="csY51" fmla="*/ 80478 h 503912"/>
              <a:gd name="csX52" fmla="*/ 69183 w 245235"/>
              <a:gd name="csY52" fmla="*/ 82335 h 503912"/>
              <a:gd name="csX53" fmla="*/ 72797 w 245235"/>
              <a:gd name="csY53" fmla="*/ 89434 h 503912"/>
              <a:gd name="csX54" fmla="*/ 77368 w 245235"/>
              <a:gd name="csY54" fmla="*/ 95891 h 503912"/>
              <a:gd name="csX55" fmla="*/ 83382 w 245235"/>
              <a:gd name="csY55" fmla="*/ 106862 h 503912"/>
              <a:gd name="csX56" fmla="*/ 91209 w 245235"/>
              <a:gd name="csY56" fmla="*/ 114603 h 503912"/>
              <a:gd name="csX57" fmla="*/ 115649 w 245235"/>
              <a:gd name="csY57" fmla="*/ 125394 h 503912"/>
              <a:gd name="csX58" fmla="*/ 132428 w 245235"/>
              <a:gd name="csY58" fmla="*/ 131624 h 503912"/>
              <a:gd name="csX59" fmla="*/ 150553 w 245235"/>
              <a:gd name="csY59" fmla="*/ 139348 h 503912"/>
              <a:gd name="csX60" fmla="*/ 176368 w 245235"/>
              <a:gd name="csY60" fmla="*/ 146927 h 503912"/>
              <a:gd name="csX61" fmla="*/ 211382 w 245235"/>
              <a:gd name="csY61" fmla="*/ 156343 h 503912"/>
              <a:gd name="csX62" fmla="*/ 230401 w 245235"/>
              <a:gd name="csY62" fmla="*/ 161456 h 503912"/>
              <a:gd name="csX63" fmla="*/ 244475 w 245235"/>
              <a:gd name="csY63" fmla="*/ 154799 h 503912"/>
              <a:gd name="csX64" fmla="*/ 229656 w 245235"/>
              <a:gd name="csY64" fmla="*/ 212698 h 503912"/>
              <a:gd name="csX65" fmla="*/ 216833 w 245235"/>
              <a:gd name="csY65" fmla="*/ 242385 h 503912"/>
              <a:gd name="csX66" fmla="*/ 205960 w 245235"/>
              <a:gd name="csY66" fmla="*/ 288674 h 503912"/>
              <a:gd name="csX67" fmla="*/ 203418 w 245235"/>
              <a:gd name="csY67" fmla="*/ 300468 h 503912"/>
              <a:gd name="csX68" fmla="*/ 200956 w 245235"/>
              <a:gd name="csY68" fmla="*/ 300468 h 503912"/>
              <a:gd name="csX69" fmla="*/ 214917 w 245235"/>
              <a:gd name="csY69" fmla="*/ 237240 h 503912"/>
              <a:gd name="csX70" fmla="*/ 224070 w 245235"/>
              <a:gd name="csY70" fmla="*/ 211401 h 503912"/>
              <a:gd name="csX71" fmla="*/ 218637 w 245235"/>
              <a:gd name="csY71" fmla="*/ 205384 h 503912"/>
              <a:gd name="csX72" fmla="*/ 214956 w 245235"/>
              <a:gd name="csY72" fmla="*/ 204826 h 503912"/>
              <a:gd name="csX73" fmla="*/ 214905 w 245235"/>
              <a:gd name="csY73" fmla="*/ 215873 h 503912"/>
              <a:gd name="csX74" fmla="*/ 213101 w 245235"/>
              <a:gd name="csY74" fmla="*/ 224084 h 503912"/>
              <a:gd name="csX75" fmla="*/ 208491 w 245235"/>
              <a:gd name="csY75" fmla="*/ 218391 h 503912"/>
              <a:gd name="csX76" fmla="*/ 197466 w 245235"/>
              <a:gd name="csY76" fmla="*/ 218019 h 503912"/>
              <a:gd name="csX77" fmla="*/ 199747 w 245235"/>
              <a:gd name="csY77" fmla="*/ 224749 h 503912"/>
              <a:gd name="csX78" fmla="*/ 203418 w 245235"/>
              <a:gd name="csY78" fmla="*/ 228616 h 503912"/>
              <a:gd name="csX79" fmla="*/ 201015 w 245235"/>
              <a:gd name="csY79" fmla="*/ 229588 h 503912"/>
              <a:gd name="csX80" fmla="*/ 196991 w 245235"/>
              <a:gd name="csY80" fmla="*/ 230726 h 503912"/>
              <a:gd name="csX81" fmla="*/ 198308 w 245235"/>
              <a:gd name="csY81" fmla="*/ 233350 h 503912"/>
              <a:gd name="csX82" fmla="*/ 199523 w 245235"/>
              <a:gd name="csY82" fmla="*/ 241200 h 503912"/>
              <a:gd name="csX83" fmla="*/ 200899 w 245235"/>
              <a:gd name="csY83" fmla="*/ 252786 h 503912"/>
              <a:gd name="csX84" fmla="*/ 200228 w 245235"/>
              <a:gd name="csY84" fmla="*/ 257969 h 503912"/>
              <a:gd name="csX85" fmla="*/ 197509 w 245235"/>
              <a:gd name="csY85" fmla="*/ 272843 h 503912"/>
              <a:gd name="csX86" fmla="*/ 194340 w 245235"/>
              <a:gd name="csY86" fmla="*/ 281107 h 503912"/>
              <a:gd name="csX87" fmla="*/ 191370 w 245235"/>
              <a:gd name="csY87" fmla="*/ 292273 h 503912"/>
              <a:gd name="csX88" fmla="*/ 195674 w 245235"/>
              <a:gd name="csY88" fmla="*/ 307167 h 503912"/>
              <a:gd name="csX89" fmla="*/ 199681 w 245235"/>
              <a:gd name="csY89" fmla="*/ 306687 h 503912"/>
              <a:gd name="csX90" fmla="*/ 200986 w 245235"/>
              <a:gd name="csY90" fmla="*/ 320424 h 503912"/>
              <a:gd name="csX91" fmla="*/ 197882 w 245235"/>
              <a:gd name="csY91" fmla="*/ 340480 h 503912"/>
              <a:gd name="csX92" fmla="*/ 197480 w 245235"/>
              <a:gd name="csY92" fmla="*/ 350806 h 503912"/>
              <a:gd name="csX93" fmla="*/ 195674 w 245235"/>
              <a:gd name="csY93" fmla="*/ 339189 h 503912"/>
              <a:gd name="csX94" fmla="*/ 193480 w 245235"/>
              <a:gd name="csY94" fmla="*/ 360201 h 503912"/>
              <a:gd name="csX95" fmla="*/ 197184 w 245235"/>
              <a:gd name="csY95" fmla="*/ 414396 h 503912"/>
              <a:gd name="csX96" fmla="*/ 198086 w 245235"/>
              <a:gd name="csY96" fmla="*/ 450991 h 503912"/>
              <a:gd name="csX97" fmla="*/ 192986 w 245235"/>
              <a:gd name="csY97" fmla="*/ 462927 h 503912"/>
              <a:gd name="csX98" fmla="*/ 186260 w 245235"/>
              <a:gd name="csY98" fmla="*/ 476652 h 503912"/>
              <a:gd name="csX99" fmla="*/ 187756 w 245235"/>
              <a:gd name="csY99" fmla="*/ 481169 h 503912"/>
              <a:gd name="csX100" fmla="*/ 190891 w 245235"/>
              <a:gd name="csY100" fmla="*/ 476652 h 503912"/>
              <a:gd name="csX101" fmla="*/ 193026 w 245235"/>
              <a:gd name="csY101" fmla="*/ 487623 h 503912"/>
              <a:gd name="csX102" fmla="*/ 194241 w 245235"/>
              <a:gd name="csY102" fmla="*/ 503884 h 503912"/>
              <a:gd name="csX103" fmla="*/ 181623 w 245235"/>
              <a:gd name="csY103" fmla="*/ 494203 h 5039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Lst>
            <a:rect l="l" t="t" r="r" b="b"/>
            <a:pathLst>
              <a:path w="245235" h="503912">
                <a:moveTo>
                  <a:pt x="181623" y="494203"/>
                </a:moveTo>
                <a:cubicBezTo>
                  <a:pt x="170080" y="484213"/>
                  <a:pt x="162664" y="481487"/>
                  <a:pt x="158452" y="485687"/>
                </a:cubicBezTo>
                <a:cubicBezTo>
                  <a:pt x="157384" y="486752"/>
                  <a:pt x="152834" y="487689"/>
                  <a:pt x="148342" y="487770"/>
                </a:cubicBezTo>
                <a:cubicBezTo>
                  <a:pt x="143849" y="487851"/>
                  <a:pt x="130880" y="488765"/>
                  <a:pt x="119521" y="489801"/>
                </a:cubicBezTo>
                <a:cubicBezTo>
                  <a:pt x="108163" y="490837"/>
                  <a:pt x="93741" y="490755"/>
                  <a:pt x="87472" y="489620"/>
                </a:cubicBezTo>
                <a:cubicBezTo>
                  <a:pt x="77605" y="487832"/>
                  <a:pt x="75687" y="486404"/>
                  <a:pt x="73190" y="478988"/>
                </a:cubicBezTo>
                <a:cubicBezTo>
                  <a:pt x="70001" y="469517"/>
                  <a:pt x="60184" y="460664"/>
                  <a:pt x="52773" y="460575"/>
                </a:cubicBezTo>
                <a:cubicBezTo>
                  <a:pt x="49415" y="460535"/>
                  <a:pt x="48457" y="461764"/>
                  <a:pt x="49575" y="464677"/>
                </a:cubicBezTo>
                <a:cubicBezTo>
                  <a:pt x="50616" y="467390"/>
                  <a:pt x="50039" y="468403"/>
                  <a:pt x="47915" y="467591"/>
                </a:cubicBezTo>
                <a:cubicBezTo>
                  <a:pt x="43178" y="465778"/>
                  <a:pt x="16822" y="457260"/>
                  <a:pt x="13036" y="456319"/>
                </a:cubicBezTo>
                <a:cubicBezTo>
                  <a:pt x="9334" y="455399"/>
                  <a:pt x="8569" y="442447"/>
                  <a:pt x="12217" y="442447"/>
                </a:cubicBezTo>
                <a:cubicBezTo>
                  <a:pt x="13541" y="442447"/>
                  <a:pt x="15349" y="440165"/>
                  <a:pt x="16234" y="437376"/>
                </a:cubicBezTo>
                <a:cubicBezTo>
                  <a:pt x="18137" y="431382"/>
                  <a:pt x="7778" y="415870"/>
                  <a:pt x="3077" y="417673"/>
                </a:cubicBezTo>
                <a:cubicBezTo>
                  <a:pt x="1055" y="418449"/>
                  <a:pt x="0" y="415744"/>
                  <a:pt x="0" y="409784"/>
                </a:cubicBezTo>
                <a:cubicBezTo>
                  <a:pt x="0" y="401499"/>
                  <a:pt x="536" y="400849"/>
                  <a:pt x="6196" y="402269"/>
                </a:cubicBezTo>
                <a:cubicBezTo>
                  <a:pt x="9603" y="403124"/>
                  <a:pt x="12454" y="402931"/>
                  <a:pt x="12532" y="401839"/>
                </a:cubicBezTo>
                <a:cubicBezTo>
                  <a:pt x="12609" y="400747"/>
                  <a:pt x="12969" y="395050"/>
                  <a:pt x="13332" y="389178"/>
                </a:cubicBezTo>
                <a:cubicBezTo>
                  <a:pt x="13694" y="383307"/>
                  <a:pt x="16057" y="375349"/>
                  <a:pt x="18583" y="371495"/>
                </a:cubicBezTo>
                <a:cubicBezTo>
                  <a:pt x="22726" y="365172"/>
                  <a:pt x="24227" y="364644"/>
                  <a:pt x="33934" y="366100"/>
                </a:cubicBezTo>
                <a:cubicBezTo>
                  <a:pt x="43066" y="367469"/>
                  <a:pt x="45460" y="366825"/>
                  <a:pt x="49768" y="361841"/>
                </a:cubicBezTo>
                <a:cubicBezTo>
                  <a:pt x="55970" y="354665"/>
                  <a:pt x="55203" y="348567"/>
                  <a:pt x="46692" y="337409"/>
                </a:cubicBezTo>
                <a:cubicBezTo>
                  <a:pt x="41680" y="330837"/>
                  <a:pt x="40608" y="327241"/>
                  <a:pt x="42031" y="321770"/>
                </a:cubicBezTo>
                <a:cubicBezTo>
                  <a:pt x="45168" y="309711"/>
                  <a:pt x="44306" y="300620"/>
                  <a:pt x="39524" y="295336"/>
                </a:cubicBezTo>
                <a:cubicBezTo>
                  <a:pt x="35095" y="290442"/>
                  <a:pt x="35173" y="290185"/>
                  <a:pt x="41858" y="287644"/>
                </a:cubicBezTo>
                <a:cubicBezTo>
                  <a:pt x="45661" y="286198"/>
                  <a:pt x="52494" y="281527"/>
                  <a:pt x="57042" y="277265"/>
                </a:cubicBezTo>
                <a:cubicBezTo>
                  <a:pt x="61590" y="273002"/>
                  <a:pt x="67303" y="269509"/>
                  <a:pt x="69737" y="269502"/>
                </a:cubicBezTo>
                <a:cubicBezTo>
                  <a:pt x="74976" y="269488"/>
                  <a:pt x="79509" y="261980"/>
                  <a:pt x="79509" y="253317"/>
                </a:cubicBezTo>
                <a:cubicBezTo>
                  <a:pt x="79509" y="246749"/>
                  <a:pt x="88587" y="240002"/>
                  <a:pt x="95370" y="241529"/>
                </a:cubicBezTo>
                <a:cubicBezTo>
                  <a:pt x="99614" y="242485"/>
                  <a:pt x="137917" y="214161"/>
                  <a:pt x="141543" y="207386"/>
                </a:cubicBezTo>
                <a:cubicBezTo>
                  <a:pt x="144262" y="202307"/>
                  <a:pt x="142422" y="199791"/>
                  <a:pt x="135987" y="199791"/>
                </a:cubicBezTo>
                <a:cubicBezTo>
                  <a:pt x="130714" y="199791"/>
                  <a:pt x="128893" y="192306"/>
                  <a:pt x="127900" y="166538"/>
                </a:cubicBezTo>
                <a:lnTo>
                  <a:pt x="127266" y="150064"/>
                </a:lnTo>
                <a:lnTo>
                  <a:pt x="118230" y="149351"/>
                </a:lnTo>
                <a:cubicBezTo>
                  <a:pt x="113261" y="148959"/>
                  <a:pt x="107898" y="149707"/>
                  <a:pt x="106311" y="151014"/>
                </a:cubicBezTo>
                <a:cubicBezTo>
                  <a:pt x="104470" y="152530"/>
                  <a:pt x="102255" y="151977"/>
                  <a:pt x="100187" y="149485"/>
                </a:cubicBezTo>
                <a:cubicBezTo>
                  <a:pt x="98405" y="147337"/>
                  <a:pt x="93728" y="145581"/>
                  <a:pt x="89795" y="145581"/>
                </a:cubicBezTo>
                <a:cubicBezTo>
                  <a:pt x="82532" y="145581"/>
                  <a:pt x="79509" y="141725"/>
                  <a:pt x="79509" y="132462"/>
                </a:cubicBezTo>
                <a:cubicBezTo>
                  <a:pt x="79509" y="129370"/>
                  <a:pt x="77720" y="127510"/>
                  <a:pt x="74746" y="127510"/>
                </a:cubicBezTo>
                <a:cubicBezTo>
                  <a:pt x="66661" y="127510"/>
                  <a:pt x="61439" y="119085"/>
                  <a:pt x="61439" y="106041"/>
                </a:cubicBezTo>
                <a:cubicBezTo>
                  <a:pt x="61439" y="94056"/>
                  <a:pt x="61402" y="94007"/>
                  <a:pt x="51376" y="92403"/>
                </a:cubicBezTo>
                <a:cubicBezTo>
                  <a:pt x="41507" y="90825"/>
                  <a:pt x="41357" y="90638"/>
                  <a:pt x="43631" y="82710"/>
                </a:cubicBezTo>
                <a:cubicBezTo>
                  <a:pt x="46841" y="71517"/>
                  <a:pt x="46650" y="70719"/>
                  <a:pt x="40756" y="70719"/>
                </a:cubicBezTo>
                <a:cubicBezTo>
                  <a:pt x="36165" y="70719"/>
                  <a:pt x="35750" y="69551"/>
                  <a:pt x="37174" y="60642"/>
                </a:cubicBezTo>
                <a:cubicBezTo>
                  <a:pt x="39267" y="47555"/>
                  <a:pt x="31942" y="24727"/>
                  <a:pt x="23391" y="17685"/>
                </a:cubicBezTo>
                <a:lnTo>
                  <a:pt x="16983" y="12409"/>
                </a:lnTo>
                <a:lnTo>
                  <a:pt x="27512" y="5441"/>
                </a:lnTo>
                <a:cubicBezTo>
                  <a:pt x="36589" y="-566"/>
                  <a:pt x="38942" y="-1116"/>
                  <a:pt x="44577" y="1452"/>
                </a:cubicBezTo>
                <a:cubicBezTo>
                  <a:pt x="50920" y="4342"/>
                  <a:pt x="52469" y="8771"/>
                  <a:pt x="51418" y="21016"/>
                </a:cubicBezTo>
                <a:cubicBezTo>
                  <a:pt x="51144" y="24205"/>
                  <a:pt x="52304" y="29399"/>
                  <a:pt x="53995" y="32559"/>
                </a:cubicBezTo>
                <a:cubicBezTo>
                  <a:pt x="55686" y="35718"/>
                  <a:pt x="56925" y="42138"/>
                  <a:pt x="56749" y="46824"/>
                </a:cubicBezTo>
                <a:cubicBezTo>
                  <a:pt x="56573" y="51511"/>
                  <a:pt x="58717" y="59420"/>
                  <a:pt x="61515" y="64401"/>
                </a:cubicBezTo>
                <a:cubicBezTo>
                  <a:pt x="64313" y="69382"/>
                  <a:pt x="66683" y="76616"/>
                  <a:pt x="66783" y="80478"/>
                </a:cubicBezTo>
                <a:cubicBezTo>
                  <a:pt x="66944" y="86723"/>
                  <a:pt x="67209" y="86928"/>
                  <a:pt x="69183" y="82335"/>
                </a:cubicBezTo>
                <a:cubicBezTo>
                  <a:pt x="71476" y="76999"/>
                  <a:pt x="71863" y="77758"/>
                  <a:pt x="72797" y="89434"/>
                </a:cubicBezTo>
                <a:cubicBezTo>
                  <a:pt x="72939" y="91209"/>
                  <a:pt x="74996" y="94114"/>
                  <a:pt x="77368" y="95891"/>
                </a:cubicBezTo>
                <a:cubicBezTo>
                  <a:pt x="79740" y="97667"/>
                  <a:pt x="82447" y="102604"/>
                  <a:pt x="83382" y="106862"/>
                </a:cubicBezTo>
                <a:cubicBezTo>
                  <a:pt x="84688" y="112811"/>
                  <a:pt x="86501" y="114603"/>
                  <a:pt x="91209" y="114603"/>
                </a:cubicBezTo>
                <a:cubicBezTo>
                  <a:pt x="99379" y="114603"/>
                  <a:pt x="110872" y="119677"/>
                  <a:pt x="115649" y="125394"/>
                </a:cubicBezTo>
                <a:cubicBezTo>
                  <a:pt x="117952" y="128149"/>
                  <a:pt x="124752" y="130674"/>
                  <a:pt x="132428" y="131624"/>
                </a:cubicBezTo>
                <a:cubicBezTo>
                  <a:pt x="141521" y="132750"/>
                  <a:pt x="146878" y="135032"/>
                  <a:pt x="150553" y="139348"/>
                </a:cubicBezTo>
                <a:cubicBezTo>
                  <a:pt x="154982" y="144548"/>
                  <a:pt x="158885" y="145694"/>
                  <a:pt x="176368" y="146927"/>
                </a:cubicBezTo>
                <a:cubicBezTo>
                  <a:pt x="205380" y="148973"/>
                  <a:pt x="204499" y="148736"/>
                  <a:pt x="211382" y="156343"/>
                </a:cubicBezTo>
                <a:cubicBezTo>
                  <a:pt x="219859" y="165712"/>
                  <a:pt x="228327" y="167989"/>
                  <a:pt x="230401" y="161456"/>
                </a:cubicBezTo>
                <a:cubicBezTo>
                  <a:pt x="231901" y="156729"/>
                  <a:pt x="241748" y="152072"/>
                  <a:pt x="244475" y="154799"/>
                </a:cubicBezTo>
                <a:cubicBezTo>
                  <a:pt x="248005" y="158329"/>
                  <a:pt x="238595" y="195092"/>
                  <a:pt x="229656" y="212698"/>
                </a:cubicBezTo>
                <a:cubicBezTo>
                  <a:pt x="224250" y="223347"/>
                  <a:pt x="218479" y="236706"/>
                  <a:pt x="216833" y="242385"/>
                </a:cubicBezTo>
                <a:cubicBezTo>
                  <a:pt x="208092" y="272545"/>
                  <a:pt x="205996" y="281464"/>
                  <a:pt x="205960" y="288674"/>
                </a:cubicBezTo>
                <a:cubicBezTo>
                  <a:pt x="205939" y="293031"/>
                  <a:pt x="204795" y="298338"/>
                  <a:pt x="203418" y="300468"/>
                </a:cubicBezTo>
                <a:cubicBezTo>
                  <a:pt x="201194" y="303910"/>
                  <a:pt x="200920" y="303910"/>
                  <a:pt x="200956" y="300468"/>
                </a:cubicBezTo>
                <a:cubicBezTo>
                  <a:pt x="201123" y="284393"/>
                  <a:pt x="207229" y="256741"/>
                  <a:pt x="214917" y="237240"/>
                </a:cubicBezTo>
                <a:cubicBezTo>
                  <a:pt x="219951" y="224471"/>
                  <a:pt x="224070" y="212844"/>
                  <a:pt x="224070" y="211401"/>
                </a:cubicBezTo>
                <a:cubicBezTo>
                  <a:pt x="224070" y="209958"/>
                  <a:pt x="221625" y="207250"/>
                  <a:pt x="218637" y="205384"/>
                </a:cubicBezTo>
                <a:cubicBezTo>
                  <a:pt x="215583" y="203477"/>
                  <a:pt x="213971" y="203233"/>
                  <a:pt x="214956" y="204826"/>
                </a:cubicBezTo>
                <a:cubicBezTo>
                  <a:pt x="215920" y="206386"/>
                  <a:pt x="215897" y="211356"/>
                  <a:pt x="214905" y="215873"/>
                </a:cubicBezTo>
                <a:lnTo>
                  <a:pt x="213101" y="224084"/>
                </a:lnTo>
                <a:lnTo>
                  <a:pt x="208491" y="218391"/>
                </a:lnTo>
                <a:cubicBezTo>
                  <a:pt x="202731" y="211277"/>
                  <a:pt x="199260" y="211160"/>
                  <a:pt x="197466" y="218019"/>
                </a:cubicBezTo>
                <a:cubicBezTo>
                  <a:pt x="196615" y="221276"/>
                  <a:pt x="197499" y="223887"/>
                  <a:pt x="199747" y="224749"/>
                </a:cubicBezTo>
                <a:cubicBezTo>
                  <a:pt x="201766" y="225524"/>
                  <a:pt x="203418" y="227264"/>
                  <a:pt x="203418" y="228616"/>
                </a:cubicBezTo>
                <a:cubicBezTo>
                  <a:pt x="203418" y="229967"/>
                  <a:pt x="202337" y="230405"/>
                  <a:pt x="201015" y="229588"/>
                </a:cubicBezTo>
                <a:cubicBezTo>
                  <a:pt x="199694" y="228771"/>
                  <a:pt x="197882" y="229283"/>
                  <a:pt x="196991" y="230726"/>
                </a:cubicBezTo>
                <a:cubicBezTo>
                  <a:pt x="196099" y="232169"/>
                  <a:pt x="196692" y="233350"/>
                  <a:pt x="198308" y="233350"/>
                </a:cubicBezTo>
                <a:cubicBezTo>
                  <a:pt x="200240" y="233350"/>
                  <a:pt x="200656" y="236041"/>
                  <a:pt x="199523" y="241200"/>
                </a:cubicBezTo>
                <a:cubicBezTo>
                  <a:pt x="198474" y="245978"/>
                  <a:pt x="199012" y="250512"/>
                  <a:pt x="200899" y="252786"/>
                </a:cubicBezTo>
                <a:cubicBezTo>
                  <a:pt x="203352" y="255741"/>
                  <a:pt x="203212" y="256824"/>
                  <a:pt x="200228" y="257969"/>
                </a:cubicBezTo>
                <a:cubicBezTo>
                  <a:pt x="197388" y="259059"/>
                  <a:pt x="196716" y="262734"/>
                  <a:pt x="197509" y="272843"/>
                </a:cubicBezTo>
                <a:cubicBezTo>
                  <a:pt x="198508" y="285590"/>
                  <a:pt x="198348" y="286008"/>
                  <a:pt x="194340" y="281107"/>
                </a:cubicBezTo>
                <a:cubicBezTo>
                  <a:pt x="190355" y="276233"/>
                  <a:pt x="190188" y="276860"/>
                  <a:pt x="191370" y="292273"/>
                </a:cubicBezTo>
                <a:cubicBezTo>
                  <a:pt x="192505" y="307076"/>
                  <a:pt x="195674" y="318043"/>
                  <a:pt x="195674" y="307167"/>
                </a:cubicBezTo>
                <a:cubicBezTo>
                  <a:pt x="195674" y="303112"/>
                  <a:pt x="196059" y="303066"/>
                  <a:pt x="199681" y="306687"/>
                </a:cubicBezTo>
                <a:cubicBezTo>
                  <a:pt x="202942" y="309948"/>
                  <a:pt x="203185" y="312507"/>
                  <a:pt x="200986" y="320424"/>
                </a:cubicBezTo>
                <a:cubicBezTo>
                  <a:pt x="199500" y="325776"/>
                  <a:pt x="198103" y="334801"/>
                  <a:pt x="197882" y="340480"/>
                </a:cubicBezTo>
                <a:lnTo>
                  <a:pt x="197480" y="350806"/>
                </a:lnTo>
                <a:lnTo>
                  <a:pt x="195674" y="339189"/>
                </a:lnTo>
                <a:cubicBezTo>
                  <a:pt x="194403" y="331014"/>
                  <a:pt x="193753" y="337239"/>
                  <a:pt x="193480" y="360201"/>
                </a:cubicBezTo>
                <a:cubicBezTo>
                  <a:pt x="193236" y="380786"/>
                  <a:pt x="194603" y="400790"/>
                  <a:pt x="197184" y="414396"/>
                </a:cubicBezTo>
                <a:cubicBezTo>
                  <a:pt x="200612" y="432468"/>
                  <a:pt x="200758" y="438399"/>
                  <a:pt x="198086" y="450991"/>
                </a:cubicBezTo>
                <a:cubicBezTo>
                  <a:pt x="196258" y="459605"/>
                  <a:pt x="194082" y="464699"/>
                  <a:pt x="192986" y="462927"/>
                </a:cubicBezTo>
                <a:cubicBezTo>
                  <a:pt x="191158" y="459970"/>
                  <a:pt x="190587" y="461135"/>
                  <a:pt x="186260" y="476652"/>
                </a:cubicBezTo>
                <a:cubicBezTo>
                  <a:pt x="185567" y="479136"/>
                  <a:pt x="186240" y="481169"/>
                  <a:pt x="187756" y="481169"/>
                </a:cubicBezTo>
                <a:cubicBezTo>
                  <a:pt x="189271" y="481169"/>
                  <a:pt x="190682" y="479136"/>
                  <a:pt x="190891" y="476652"/>
                </a:cubicBezTo>
                <a:cubicBezTo>
                  <a:pt x="191099" y="474167"/>
                  <a:pt x="192060" y="479104"/>
                  <a:pt x="193026" y="487623"/>
                </a:cubicBezTo>
                <a:cubicBezTo>
                  <a:pt x="193992" y="496142"/>
                  <a:pt x="194538" y="503459"/>
                  <a:pt x="194241" y="503884"/>
                </a:cubicBezTo>
                <a:cubicBezTo>
                  <a:pt x="193943" y="504308"/>
                  <a:pt x="188265" y="499952"/>
                  <a:pt x="181623" y="494203"/>
                </a:cubicBezTo>
                <a:close/>
              </a:path>
            </a:pathLst>
          </a:custGeom>
          <a:solidFill>
            <a:srgbClr val="B9B9B9"/>
          </a:solidFill>
          <a:ln w="5163" cap="flat">
            <a:noFill/>
            <a:prstDash val="solid"/>
            <a:miter/>
          </a:ln>
        </p:spPr>
        <p:txBody>
          <a:bodyPr/>
          <a:lstStyle/>
          <a:p>
            <a:endParaRPr lang="es-419" noProof="0" dirty="0"/>
          </a:p>
        </p:txBody>
      </p:sp>
      <p:sp>
        <p:nvSpPr>
          <p:cNvPr id="53" name="Forma libre: forma 52">
            <a:extLst>
              <a:ext uri="{FF2B5EF4-FFF2-40B4-BE49-F238E27FC236}">
                <a16:creationId xmlns:a16="http://schemas.microsoft.com/office/drawing/2014/main" id="{FA0881C2-3965-866F-BB1C-5B4E0C36FCAF}"/>
              </a:ext>
            </a:extLst>
          </p:cNvPr>
          <p:cNvSpPr/>
          <p:nvPr/>
        </p:nvSpPr>
        <p:spPr>
          <a:xfrm>
            <a:off x="920115" y="1646957"/>
            <a:ext cx="379561" cy="415583"/>
          </a:xfrm>
          <a:custGeom>
            <a:avLst/>
            <a:gdLst>
              <a:gd name="csX0" fmla="*/ 203090 w 379561"/>
              <a:gd name="csY0" fmla="*/ 414284 h 415583"/>
              <a:gd name="csX1" fmla="*/ 197077 w 379561"/>
              <a:gd name="csY1" fmla="*/ 404675 h 415583"/>
              <a:gd name="csX2" fmla="*/ 192271 w 379561"/>
              <a:gd name="csY2" fmla="*/ 395646 h 415583"/>
              <a:gd name="csX3" fmla="*/ 171007 w 379561"/>
              <a:gd name="csY3" fmla="*/ 397866 h 415583"/>
              <a:gd name="csX4" fmla="*/ 166946 w 379561"/>
              <a:gd name="csY4" fmla="*/ 392738 h 415583"/>
              <a:gd name="csX5" fmla="*/ 171214 w 379561"/>
              <a:gd name="csY5" fmla="*/ 375323 h 415583"/>
              <a:gd name="csX6" fmla="*/ 168526 w 379561"/>
              <a:gd name="csY6" fmla="*/ 359903 h 415583"/>
              <a:gd name="csX7" fmla="*/ 135682 w 379561"/>
              <a:gd name="csY7" fmla="*/ 348579 h 415583"/>
              <a:gd name="csX8" fmla="*/ 130456 w 379561"/>
              <a:gd name="csY8" fmla="*/ 344743 h 415583"/>
              <a:gd name="csX9" fmla="*/ 123707 w 379561"/>
              <a:gd name="csY9" fmla="*/ 339434 h 415583"/>
              <a:gd name="csX10" fmla="*/ 111898 w 379561"/>
              <a:gd name="csY10" fmla="*/ 326710 h 415583"/>
              <a:gd name="csX11" fmla="*/ 102819 w 379561"/>
              <a:gd name="csY11" fmla="*/ 312359 h 415583"/>
              <a:gd name="csX12" fmla="*/ 100189 w 379561"/>
              <a:gd name="csY12" fmla="*/ 303716 h 415583"/>
              <a:gd name="csX13" fmla="*/ 96495 w 379561"/>
              <a:gd name="csY13" fmla="*/ 291424 h 415583"/>
              <a:gd name="csX14" fmla="*/ 91114 w 379561"/>
              <a:gd name="csY14" fmla="*/ 269668 h 415583"/>
              <a:gd name="csX15" fmla="*/ 73368 w 379561"/>
              <a:gd name="csY15" fmla="*/ 228658 h 415583"/>
              <a:gd name="csX16" fmla="*/ 56149 w 379561"/>
              <a:gd name="csY16" fmla="*/ 225592 h 415583"/>
              <a:gd name="csX17" fmla="*/ 38234 w 379561"/>
              <a:gd name="csY17" fmla="*/ 218995 h 415583"/>
              <a:gd name="csX18" fmla="*/ 14702 w 379561"/>
              <a:gd name="csY18" fmla="*/ 179229 h 415583"/>
              <a:gd name="csX19" fmla="*/ 4675 w 379561"/>
              <a:gd name="csY19" fmla="*/ 165798 h 415583"/>
              <a:gd name="csX20" fmla="*/ 1771 w 379561"/>
              <a:gd name="csY20" fmla="*/ 155184 h 415583"/>
              <a:gd name="csX21" fmla="*/ 712 w 379561"/>
              <a:gd name="csY21" fmla="*/ 126667 h 415583"/>
              <a:gd name="csX22" fmla="*/ 2557 w 379561"/>
              <a:gd name="csY22" fmla="*/ 104522 h 415583"/>
              <a:gd name="csX23" fmla="*/ 16402 w 379561"/>
              <a:gd name="csY23" fmla="*/ 104522 h 415583"/>
              <a:gd name="csX24" fmla="*/ 46584 w 379561"/>
              <a:gd name="csY24" fmla="*/ 95540 h 415583"/>
              <a:gd name="csX25" fmla="*/ 48520 w 379561"/>
              <a:gd name="csY25" fmla="*/ 81044 h 415583"/>
              <a:gd name="csX26" fmla="*/ 53693 w 379561"/>
              <a:gd name="csY26" fmla="*/ 64536 h 415583"/>
              <a:gd name="csX27" fmla="*/ 57236 w 379561"/>
              <a:gd name="csY27" fmla="*/ 49938 h 415583"/>
              <a:gd name="csX28" fmla="*/ 61307 w 379561"/>
              <a:gd name="csY28" fmla="*/ 39986 h 415583"/>
              <a:gd name="csX29" fmla="*/ 72238 w 379561"/>
              <a:gd name="csY29" fmla="*/ 37166 h 415583"/>
              <a:gd name="csX30" fmla="*/ 75921 w 379561"/>
              <a:gd name="csY30" fmla="*/ 26420 h 415583"/>
              <a:gd name="csX31" fmla="*/ 86217 w 379561"/>
              <a:gd name="csY31" fmla="*/ 9008 h 415583"/>
              <a:gd name="csX32" fmla="*/ 91229 w 379561"/>
              <a:gd name="csY32" fmla="*/ 3610 h 415583"/>
              <a:gd name="csX33" fmla="*/ 100572 w 379561"/>
              <a:gd name="csY33" fmla="*/ 6016 h 415583"/>
              <a:gd name="csX34" fmla="*/ 115842 w 379561"/>
              <a:gd name="csY34" fmla="*/ 15498 h 415583"/>
              <a:gd name="csX35" fmla="*/ 130061 w 379561"/>
              <a:gd name="csY35" fmla="*/ 25801 h 415583"/>
              <a:gd name="csX36" fmla="*/ 153502 w 379561"/>
              <a:gd name="csY36" fmla="*/ 36020 h 415583"/>
              <a:gd name="csX37" fmla="*/ 166647 w 379561"/>
              <a:gd name="csY37" fmla="*/ 35196 h 415583"/>
              <a:gd name="csX38" fmla="*/ 177014 w 379561"/>
              <a:gd name="csY38" fmla="*/ 35079 h 415583"/>
              <a:gd name="csX39" fmla="*/ 199575 w 379561"/>
              <a:gd name="csY39" fmla="*/ 42570 h 415583"/>
              <a:gd name="csX40" fmla="*/ 223114 w 379561"/>
              <a:gd name="csY40" fmla="*/ 30983 h 415583"/>
              <a:gd name="csX41" fmla="*/ 243392 w 379561"/>
              <a:gd name="csY41" fmla="*/ 13562 h 415583"/>
              <a:gd name="csX42" fmla="*/ 257664 w 379561"/>
              <a:gd name="csY42" fmla="*/ 14175 h 415583"/>
              <a:gd name="csX43" fmla="*/ 270020 w 379561"/>
              <a:gd name="csY43" fmla="*/ 16753 h 415583"/>
              <a:gd name="csX44" fmla="*/ 290519 w 379561"/>
              <a:gd name="csY44" fmla="*/ 30455 h 415583"/>
              <a:gd name="csX45" fmla="*/ 307913 w 379561"/>
              <a:gd name="csY45" fmla="*/ 52734 h 415583"/>
              <a:gd name="csX46" fmla="*/ 307918 w 379561"/>
              <a:gd name="csY46" fmla="*/ 71135 h 415583"/>
              <a:gd name="csX47" fmla="*/ 305239 w 379561"/>
              <a:gd name="csY47" fmla="*/ 92635 h 415583"/>
              <a:gd name="csX48" fmla="*/ 300393 w 379561"/>
              <a:gd name="csY48" fmla="*/ 116124 h 415583"/>
              <a:gd name="csX49" fmla="*/ 296534 w 379561"/>
              <a:gd name="csY49" fmla="*/ 139467 h 415583"/>
              <a:gd name="csX50" fmla="*/ 294862 w 379561"/>
              <a:gd name="csY50" fmla="*/ 144381 h 415583"/>
              <a:gd name="csX51" fmla="*/ 302443 w 379561"/>
              <a:gd name="csY51" fmla="*/ 174221 h 415583"/>
              <a:gd name="csX52" fmla="*/ 331579 w 379561"/>
              <a:gd name="csY52" fmla="*/ 200036 h 415583"/>
              <a:gd name="csX53" fmla="*/ 345885 w 379561"/>
              <a:gd name="csY53" fmla="*/ 204322 h 415583"/>
              <a:gd name="csX54" fmla="*/ 358173 w 379561"/>
              <a:gd name="csY54" fmla="*/ 192088 h 415583"/>
              <a:gd name="csX55" fmla="*/ 365209 w 379561"/>
              <a:gd name="csY55" fmla="*/ 177533 h 415583"/>
              <a:gd name="csX56" fmla="*/ 378528 w 379561"/>
              <a:gd name="csY56" fmla="*/ 217259 h 415583"/>
              <a:gd name="csX57" fmla="*/ 379561 w 379561"/>
              <a:gd name="csY57" fmla="*/ 233192 h 415583"/>
              <a:gd name="csX58" fmla="*/ 368302 w 379561"/>
              <a:gd name="csY58" fmla="*/ 234810 h 415583"/>
              <a:gd name="csX59" fmla="*/ 342845 w 379561"/>
              <a:gd name="csY59" fmla="*/ 234877 h 415583"/>
              <a:gd name="csX60" fmla="*/ 294625 w 379561"/>
              <a:gd name="csY60" fmla="*/ 235311 h 415583"/>
              <a:gd name="csX61" fmla="*/ 265550 w 379561"/>
              <a:gd name="csY61" fmla="*/ 264572 h 415583"/>
              <a:gd name="csX62" fmla="*/ 257155 w 379561"/>
              <a:gd name="csY62" fmla="*/ 290178 h 415583"/>
              <a:gd name="csX63" fmla="*/ 253059 w 379561"/>
              <a:gd name="csY63" fmla="*/ 303293 h 415583"/>
              <a:gd name="csX64" fmla="*/ 248021 w 379561"/>
              <a:gd name="csY64" fmla="*/ 307811 h 415583"/>
              <a:gd name="csX65" fmla="*/ 241573 w 379561"/>
              <a:gd name="csY65" fmla="*/ 316201 h 415583"/>
              <a:gd name="csX66" fmla="*/ 230054 w 379561"/>
              <a:gd name="csY66" fmla="*/ 378609 h 415583"/>
              <a:gd name="csX67" fmla="*/ 225886 w 379561"/>
              <a:gd name="csY67" fmla="*/ 411224 h 415583"/>
              <a:gd name="csX68" fmla="*/ 203090 w 379561"/>
              <a:gd name="csY68" fmla="*/ 414284 h 4155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Lst>
            <a:rect l="l" t="t" r="r" b="b"/>
            <a:pathLst>
              <a:path w="379561" h="415583">
                <a:moveTo>
                  <a:pt x="203090" y="414284"/>
                </a:moveTo>
                <a:cubicBezTo>
                  <a:pt x="200763" y="412907"/>
                  <a:pt x="198058" y="408583"/>
                  <a:pt x="197077" y="404675"/>
                </a:cubicBezTo>
                <a:cubicBezTo>
                  <a:pt x="196096" y="400766"/>
                  <a:pt x="193933" y="396703"/>
                  <a:pt x="192271" y="395646"/>
                </a:cubicBezTo>
                <a:cubicBezTo>
                  <a:pt x="187214" y="392429"/>
                  <a:pt x="177806" y="393412"/>
                  <a:pt x="171007" y="397866"/>
                </a:cubicBezTo>
                <a:cubicBezTo>
                  <a:pt x="162395" y="403509"/>
                  <a:pt x="159848" y="400293"/>
                  <a:pt x="166946" y="392738"/>
                </a:cubicBezTo>
                <a:cubicBezTo>
                  <a:pt x="171625" y="387757"/>
                  <a:pt x="172379" y="384679"/>
                  <a:pt x="171214" y="375323"/>
                </a:cubicBezTo>
                <a:cubicBezTo>
                  <a:pt x="170436" y="369072"/>
                  <a:pt x="169226" y="362133"/>
                  <a:pt x="168526" y="359903"/>
                </a:cubicBezTo>
                <a:cubicBezTo>
                  <a:pt x="167058" y="355229"/>
                  <a:pt x="141404" y="346384"/>
                  <a:pt x="135682" y="348579"/>
                </a:cubicBezTo>
                <a:cubicBezTo>
                  <a:pt x="133235" y="349518"/>
                  <a:pt x="131342" y="348128"/>
                  <a:pt x="130456" y="344743"/>
                </a:cubicBezTo>
                <a:cubicBezTo>
                  <a:pt x="129618" y="341535"/>
                  <a:pt x="126946" y="339434"/>
                  <a:pt x="123707" y="339434"/>
                </a:cubicBezTo>
                <a:cubicBezTo>
                  <a:pt x="119877" y="339434"/>
                  <a:pt x="116504" y="335800"/>
                  <a:pt x="111898" y="326710"/>
                </a:cubicBezTo>
                <a:cubicBezTo>
                  <a:pt x="108351" y="319711"/>
                  <a:pt x="104266" y="313253"/>
                  <a:pt x="102819" y="312359"/>
                </a:cubicBezTo>
                <a:cubicBezTo>
                  <a:pt x="101373" y="311465"/>
                  <a:pt x="100189" y="307575"/>
                  <a:pt x="100189" y="303716"/>
                </a:cubicBezTo>
                <a:cubicBezTo>
                  <a:pt x="100189" y="299856"/>
                  <a:pt x="98526" y="294325"/>
                  <a:pt x="96495" y="291424"/>
                </a:cubicBezTo>
                <a:cubicBezTo>
                  <a:pt x="94463" y="288523"/>
                  <a:pt x="92041" y="278733"/>
                  <a:pt x="91114" y="269668"/>
                </a:cubicBezTo>
                <a:cubicBezTo>
                  <a:pt x="89247" y="251425"/>
                  <a:pt x="83480" y="238096"/>
                  <a:pt x="73368" y="228658"/>
                </a:cubicBezTo>
                <a:cubicBezTo>
                  <a:pt x="67157" y="222862"/>
                  <a:pt x="65968" y="222650"/>
                  <a:pt x="56149" y="225592"/>
                </a:cubicBezTo>
                <a:cubicBezTo>
                  <a:pt x="44901" y="228962"/>
                  <a:pt x="38234" y="226507"/>
                  <a:pt x="38234" y="218995"/>
                </a:cubicBezTo>
                <a:cubicBezTo>
                  <a:pt x="38234" y="211509"/>
                  <a:pt x="24381" y="188100"/>
                  <a:pt x="14702" y="179229"/>
                </a:cubicBezTo>
                <a:cubicBezTo>
                  <a:pt x="9187" y="174175"/>
                  <a:pt x="4675" y="168131"/>
                  <a:pt x="4675" y="165798"/>
                </a:cubicBezTo>
                <a:cubicBezTo>
                  <a:pt x="4675" y="163466"/>
                  <a:pt x="3368" y="158689"/>
                  <a:pt x="1771" y="155184"/>
                </a:cubicBezTo>
                <a:cubicBezTo>
                  <a:pt x="-157" y="150952"/>
                  <a:pt x="-513" y="141373"/>
                  <a:pt x="712" y="126667"/>
                </a:cubicBezTo>
                <a:lnTo>
                  <a:pt x="2557" y="104522"/>
                </a:lnTo>
                <a:lnTo>
                  <a:pt x="16402" y="104522"/>
                </a:lnTo>
                <a:cubicBezTo>
                  <a:pt x="30035" y="104522"/>
                  <a:pt x="42866" y="100703"/>
                  <a:pt x="46584" y="95540"/>
                </a:cubicBezTo>
                <a:cubicBezTo>
                  <a:pt x="47627" y="94091"/>
                  <a:pt x="48499" y="87568"/>
                  <a:pt x="48520" y="81044"/>
                </a:cubicBezTo>
                <a:cubicBezTo>
                  <a:pt x="48549" y="72518"/>
                  <a:pt x="50004" y="67875"/>
                  <a:pt x="53693" y="64536"/>
                </a:cubicBezTo>
                <a:cubicBezTo>
                  <a:pt x="57798" y="60822"/>
                  <a:pt x="58508" y="57895"/>
                  <a:pt x="57236" y="49938"/>
                </a:cubicBezTo>
                <a:cubicBezTo>
                  <a:pt x="55795" y="40930"/>
                  <a:pt x="56182" y="39986"/>
                  <a:pt x="61307" y="39986"/>
                </a:cubicBezTo>
                <a:cubicBezTo>
                  <a:pt x="64421" y="39986"/>
                  <a:pt x="69340" y="38717"/>
                  <a:pt x="72238" y="37166"/>
                </a:cubicBezTo>
                <a:cubicBezTo>
                  <a:pt x="76432" y="34922"/>
                  <a:pt x="77183" y="32731"/>
                  <a:pt x="75921" y="26420"/>
                </a:cubicBezTo>
                <a:cubicBezTo>
                  <a:pt x="74260" y="18119"/>
                  <a:pt x="79648" y="9008"/>
                  <a:pt x="86217" y="9008"/>
                </a:cubicBezTo>
                <a:cubicBezTo>
                  <a:pt x="88031" y="9008"/>
                  <a:pt x="90286" y="6579"/>
                  <a:pt x="91229" y="3610"/>
                </a:cubicBezTo>
                <a:cubicBezTo>
                  <a:pt x="92878" y="-1587"/>
                  <a:pt x="93226" y="-1498"/>
                  <a:pt x="100572" y="6016"/>
                </a:cubicBezTo>
                <a:cubicBezTo>
                  <a:pt x="104769" y="10308"/>
                  <a:pt x="111640" y="14575"/>
                  <a:pt x="115842" y="15498"/>
                </a:cubicBezTo>
                <a:cubicBezTo>
                  <a:pt x="120151" y="16445"/>
                  <a:pt x="126350" y="20937"/>
                  <a:pt x="130061" y="25801"/>
                </a:cubicBezTo>
                <a:cubicBezTo>
                  <a:pt x="137904" y="36084"/>
                  <a:pt x="151245" y="41900"/>
                  <a:pt x="153502" y="36020"/>
                </a:cubicBezTo>
                <a:cubicBezTo>
                  <a:pt x="155231" y="31515"/>
                  <a:pt x="162509" y="31058"/>
                  <a:pt x="166647" y="35196"/>
                </a:cubicBezTo>
                <a:cubicBezTo>
                  <a:pt x="168865" y="37413"/>
                  <a:pt x="171448" y="37384"/>
                  <a:pt x="177014" y="35079"/>
                </a:cubicBezTo>
                <a:cubicBezTo>
                  <a:pt x="186293" y="31236"/>
                  <a:pt x="197119" y="34830"/>
                  <a:pt x="199575" y="42570"/>
                </a:cubicBezTo>
                <a:cubicBezTo>
                  <a:pt x="202586" y="52057"/>
                  <a:pt x="211392" y="47722"/>
                  <a:pt x="223114" y="30983"/>
                </a:cubicBezTo>
                <a:cubicBezTo>
                  <a:pt x="231922" y="18404"/>
                  <a:pt x="235698" y="15160"/>
                  <a:pt x="243392" y="13562"/>
                </a:cubicBezTo>
                <a:cubicBezTo>
                  <a:pt x="248841" y="12430"/>
                  <a:pt x="254889" y="12690"/>
                  <a:pt x="257664" y="14175"/>
                </a:cubicBezTo>
                <a:cubicBezTo>
                  <a:pt x="260313" y="15593"/>
                  <a:pt x="265874" y="16753"/>
                  <a:pt x="270020" y="16753"/>
                </a:cubicBezTo>
                <a:cubicBezTo>
                  <a:pt x="275778" y="16753"/>
                  <a:pt x="280624" y="19992"/>
                  <a:pt x="290519" y="30455"/>
                </a:cubicBezTo>
                <a:cubicBezTo>
                  <a:pt x="297647" y="37991"/>
                  <a:pt x="305474" y="48017"/>
                  <a:pt x="307913" y="52734"/>
                </a:cubicBezTo>
                <a:cubicBezTo>
                  <a:pt x="312104" y="60839"/>
                  <a:pt x="312105" y="61851"/>
                  <a:pt x="307918" y="71135"/>
                </a:cubicBezTo>
                <a:cubicBezTo>
                  <a:pt x="304686" y="78303"/>
                  <a:pt x="303961" y="84117"/>
                  <a:pt x="305239" y="92635"/>
                </a:cubicBezTo>
                <a:cubicBezTo>
                  <a:pt x="306699" y="102374"/>
                  <a:pt x="305896" y="106269"/>
                  <a:pt x="300393" y="116124"/>
                </a:cubicBezTo>
                <a:cubicBezTo>
                  <a:pt x="293385" y="128678"/>
                  <a:pt x="292058" y="136701"/>
                  <a:pt x="296534" y="139467"/>
                </a:cubicBezTo>
                <a:cubicBezTo>
                  <a:pt x="298276" y="140544"/>
                  <a:pt x="297669" y="142329"/>
                  <a:pt x="294862" y="144381"/>
                </a:cubicBezTo>
                <a:cubicBezTo>
                  <a:pt x="289162" y="148549"/>
                  <a:pt x="291010" y="155821"/>
                  <a:pt x="302443" y="174221"/>
                </a:cubicBezTo>
                <a:cubicBezTo>
                  <a:pt x="315893" y="195868"/>
                  <a:pt x="320598" y="200036"/>
                  <a:pt x="331579" y="200036"/>
                </a:cubicBezTo>
                <a:cubicBezTo>
                  <a:pt x="336873" y="200036"/>
                  <a:pt x="343264" y="201951"/>
                  <a:pt x="345885" y="204322"/>
                </a:cubicBezTo>
                <a:cubicBezTo>
                  <a:pt x="351730" y="209612"/>
                  <a:pt x="352148" y="209195"/>
                  <a:pt x="358173" y="192088"/>
                </a:cubicBezTo>
                <a:cubicBezTo>
                  <a:pt x="360854" y="184473"/>
                  <a:pt x="364021" y="177924"/>
                  <a:pt x="365209" y="177533"/>
                </a:cubicBezTo>
                <a:cubicBezTo>
                  <a:pt x="369150" y="176239"/>
                  <a:pt x="377478" y="201079"/>
                  <a:pt x="378528" y="217259"/>
                </a:cubicBezTo>
                <a:lnTo>
                  <a:pt x="379561" y="233192"/>
                </a:lnTo>
                <a:lnTo>
                  <a:pt x="368302" y="234810"/>
                </a:lnTo>
                <a:cubicBezTo>
                  <a:pt x="362110" y="235699"/>
                  <a:pt x="350654" y="235730"/>
                  <a:pt x="342845" y="234877"/>
                </a:cubicBezTo>
                <a:cubicBezTo>
                  <a:pt x="300900" y="230295"/>
                  <a:pt x="296475" y="230334"/>
                  <a:pt x="294625" y="235311"/>
                </a:cubicBezTo>
                <a:cubicBezTo>
                  <a:pt x="292370" y="241375"/>
                  <a:pt x="269321" y="264572"/>
                  <a:pt x="265550" y="264572"/>
                </a:cubicBezTo>
                <a:cubicBezTo>
                  <a:pt x="261474" y="264572"/>
                  <a:pt x="258070" y="274955"/>
                  <a:pt x="257155" y="290178"/>
                </a:cubicBezTo>
                <a:cubicBezTo>
                  <a:pt x="256642" y="298710"/>
                  <a:pt x="255211" y="303293"/>
                  <a:pt x="253059" y="303293"/>
                </a:cubicBezTo>
                <a:cubicBezTo>
                  <a:pt x="251239" y="303294"/>
                  <a:pt x="248973" y="305327"/>
                  <a:pt x="248021" y="307811"/>
                </a:cubicBezTo>
                <a:cubicBezTo>
                  <a:pt x="247070" y="310296"/>
                  <a:pt x="244168" y="314071"/>
                  <a:pt x="241573" y="316201"/>
                </a:cubicBezTo>
                <a:cubicBezTo>
                  <a:pt x="235220" y="321415"/>
                  <a:pt x="231367" y="342287"/>
                  <a:pt x="230054" y="378609"/>
                </a:cubicBezTo>
                <a:cubicBezTo>
                  <a:pt x="229366" y="397612"/>
                  <a:pt x="227827" y="409663"/>
                  <a:pt x="225886" y="411224"/>
                </a:cubicBezTo>
                <a:cubicBezTo>
                  <a:pt x="220922" y="415217"/>
                  <a:pt x="207671" y="416995"/>
                  <a:pt x="203090" y="414284"/>
                </a:cubicBezTo>
                <a:close/>
              </a:path>
            </a:pathLst>
          </a:custGeom>
          <a:solidFill>
            <a:srgbClr val="B9B9B9"/>
          </a:solidFill>
          <a:ln w="5163" cap="flat">
            <a:noFill/>
            <a:prstDash val="solid"/>
            <a:miter/>
          </a:ln>
        </p:spPr>
        <p:txBody>
          <a:bodyPr/>
          <a:lstStyle/>
          <a:p>
            <a:endParaRPr lang="es-419" noProof="0" dirty="0"/>
          </a:p>
        </p:txBody>
      </p:sp>
      <p:sp>
        <p:nvSpPr>
          <p:cNvPr id="54" name="Forma libre: forma 53">
            <a:extLst>
              <a:ext uri="{FF2B5EF4-FFF2-40B4-BE49-F238E27FC236}">
                <a16:creationId xmlns:a16="http://schemas.microsoft.com/office/drawing/2014/main" id="{A1A8BC1D-B1FB-8ED4-2962-A7A0D54513D1}"/>
              </a:ext>
            </a:extLst>
          </p:cNvPr>
          <p:cNvSpPr/>
          <p:nvPr/>
        </p:nvSpPr>
        <p:spPr>
          <a:xfrm>
            <a:off x="845627" y="1846993"/>
            <a:ext cx="4301" cy="5162"/>
          </a:xfrm>
          <a:custGeom>
            <a:avLst/>
            <a:gdLst>
              <a:gd name="csX0" fmla="*/ 4301 w 4301"/>
              <a:gd name="csY0" fmla="*/ 2581 h 5162"/>
              <a:gd name="csX1" fmla="*/ 1567 w 4301"/>
              <a:gd name="csY1" fmla="*/ 0 h 5162"/>
              <a:gd name="csX2" fmla="*/ 429 w 4301"/>
              <a:gd name="csY2" fmla="*/ 2581 h 5162"/>
              <a:gd name="csX3" fmla="*/ 3163 w 4301"/>
              <a:gd name="csY3" fmla="*/ 5163 h 5162"/>
              <a:gd name="csX4" fmla="*/ 4301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4301" y="2581"/>
                </a:moveTo>
                <a:cubicBezTo>
                  <a:pt x="4301" y="1162"/>
                  <a:pt x="3071" y="0"/>
                  <a:pt x="1567" y="0"/>
                </a:cubicBezTo>
                <a:cubicBezTo>
                  <a:pt x="64" y="0"/>
                  <a:pt x="-449" y="1162"/>
                  <a:pt x="429" y="2581"/>
                </a:cubicBezTo>
                <a:cubicBezTo>
                  <a:pt x="1306" y="4001"/>
                  <a:pt x="2537" y="5163"/>
                  <a:pt x="3163" y="5163"/>
                </a:cubicBezTo>
                <a:cubicBezTo>
                  <a:pt x="3789" y="5163"/>
                  <a:pt x="4301" y="4001"/>
                  <a:pt x="4301" y="2581"/>
                </a:cubicBezTo>
                <a:close/>
              </a:path>
            </a:pathLst>
          </a:custGeom>
          <a:solidFill>
            <a:srgbClr val="00C100"/>
          </a:solidFill>
          <a:ln w="5163" cap="flat">
            <a:noFill/>
            <a:prstDash val="solid"/>
            <a:miter/>
          </a:ln>
        </p:spPr>
        <p:txBody>
          <a:bodyPr/>
          <a:lstStyle/>
          <a:p>
            <a:endParaRPr lang="es-419" noProof="0" dirty="0"/>
          </a:p>
        </p:txBody>
      </p:sp>
      <p:sp>
        <p:nvSpPr>
          <p:cNvPr id="55" name="Forma libre: forma 54">
            <a:extLst>
              <a:ext uri="{FF2B5EF4-FFF2-40B4-BE49-F238E27FC236}">
                <a16:creationId xmlns:a16="http://schemas.microsoft.com/office/drawing/2014/main" id="{65D9E8A6-D16E-014B-E25B-DDCAA6AB726A}"/>
              </a:ext>
            </a:extLst>
          </p:cNvPr>
          <p:cNvSpPr/>
          <p:nvPr/>
        </p:nvSpPr>
        <p:spPr>
          <a:xfrm>
            <a:off x="1407174" y="1572075"/>
            <a:ext cx="229470" cy="427142"/>
          </a:xfrm>
          <a:custGeom>
            <a:avLst/>
            <a:gdLst>
              <a:gd name="csX0" fmla="*/ 59479 w 229470"/>
              <a:gd name="csY0" fmla="*/ 423996 h 427142"/>
              <a:gd name="csX1" fmla="*/ 59694 w 229470"/>
              <a:gd name="csY1" fmla="*/ 396698 h 427142"/>
              <a:gd name="csX2" fmla="*/ 53195 w 229470"/>
              <a:gd name="csY2" fmla="*/ 362114 h 427142"/>
              <a:gd name="csX3" fmla="*/ 47446 w 229470"/>
              <a:gd name="csY3" fmla="*/ 337138 h 427142"/>
              <a:gd name="csX4" fmla="*/ 40306 w 229470"/>
              <a:gd name="csY4" fmla="*/ 312349 h 427142"/>
              <a:gd name="csX5" fmla="*/ 32609 w 229470"/>
              <a:gd name="csY5" fmla="*/ 289116 h 427142"/>
              <a:gd name="csX6" fmla="*/ 35070 w 229470"/>
              <a:gd name="csY6" fmla="*/ 271899 h 427142"/>
              <a:gd name="csX7" fmla="*/ 32418 w 229470"/>
              <a:gd name="csY7" fmla="*/ 260780 h 427142"/>
              <a:gd name="csX8" fmla="*/ 33172 w 229470"/>
              <a:gd name="csY8" fmla="*/ 247019 h 427142"/>
              <a:gd name="csX9" fmla="*/ 57856 w 229470"/>
              <a:gd name="csY9" fmla="*/ 240981 h 427142"/>
              <a:gd name="csX10" fmla="*/ 80243 w 229470"/>
              <a:gd name="csY10" fmla="*/ 236439 h 427142"/>
              <a:gd name="csX11" fmla="*/ 76436 w 229470"/>
              <a:gd name="csY11" fmla="*/ 228427 h 427142"/>
              <a:gd name="csX12" fmla="*/ 66283 w 229470"/>
              <a:gd name="csY12" fmla="*/ 225870 h 427142"/>
              <a:gd name="csX13" fmla="*/ 61369 w 229470"/>
              <a:gd name="csY13" fmla="*/ 221998 h 427142"/>
              <a:gd name="csX14" fmla="*/ 54487 w 229470"/>
              <a:gd name="csY14" fmla="*/ 218126 h 427142"/>
              <a:gd name="csX15" fmla="*/ 50882 w 229470"/>
              <a:gd name="csY15" fmla="*/ 215226 h 427142"/>
              <a:gd name="csX16" fmla="*/ 39078 w 229470"/>
              <a:gd name="csY16" fmla="*/ 199827 h 427142"/>
              <a:gd name="csX17" fmla="*/ 27028 w 229470"/>
              <a:gd name="csY17" fmla="*/ 179593 h 427142"/>
              <a:gd name="csX18" fmla="*/ 26078 w 229470"/>
              <a:gd name="csY18" fmla="*/ 170317 h 427142"/>
              <a:gd name="csX19" fmla="*/ 23581 w 229470"/>
              <a:gd name="csY19" fmla="*/ 162984 h 427142"/>
              <a:gd name="csX20" fmla="*/ 11790 w 229470"/>
              <a:gd name="csY20" fmla="*/ 145065 h 427142"/>
              <a:gd name="csX21" fmla="*/ 0 w 229470"/>
              <a:gd name="csY21" fmla="*/ 132934 h 427142"/>
              <a:gd name="csX22" fmla="*/ 16266 w 229470"/>
              <a:gd name="csY22" fmla="*/ 118970 h 427142"/>
              <a:gd name="csX23" fmla="*/ 37313 w 229470"/>
              <a:gd name="csY23" fmla="*/ 107565 h 427142"/>
              <a:gd name="csX24" fmla="*/ 42526 w 229470"/>
              <a:gd name="csY24" fmla="*/ 109268 h 427142"/>
              <a:gd name="csX25" fmla="*/ 48759 w 229470"/>
              <a:gd name="csY25" fmla="*/ 100129 h 427142"/>
              <a:gd name="csX26" fmla="*/ 49251 w 229470"/>
              <a:gd name="csY26" fmla="*/ 64399 h 427142"/>
              <a:gd name="csX27" fmla="*/ 38960 w 229470"/>
              <a:gd name="csY27" fmla="*/ 62708 h 427142"/>
              <a:gd name="csX28" fmla="*/ 28744 w 229470"/>
              <a:gd name="csY28" fmla="*/ 61040 h 427142"/>
              <a:gd name="csX29" fmla="*/ 53379 w 229470"/>
              <a:gd name="csY29" fmla="*/ 39197 h 427142"/>
              <a:gd name="csX30" fmla="*/ 71905 w 229470"/>
              <a:gd name="csY30" fmla="*/ 19485 h 427142"/>
              <a:gd name="csX31" fmla="*/ 90959 w 229470"/>
              <a:gd name="csY31" fmla="*/ 8717 h 427142"/>
              <a:gd name="csX32" fmla="*/ 109824 w 229470"/>
              <a:gd name="csY32" fmla="*/ 6256 h 427142"/>
              <a:gd name="csX33" fmla="*/ 121001 w 229470"/>
              <a:gd name="csY33" fmla="*/ 2822 h 427142"/>
              <a:gd name="csX34" fmla="*/ 122428 w 229470"/>
              <a:gd name="csY34" fmla="*/ 8347 h 427142"/>
              <a:gd name="csX35" fmla="*/ 111269 w 229470"/>
              <a:gd name="csY35" fmla="*/ 31492 h 427142"/>
              <a:gd name="csX36" fmla="*/ 125654 w 229470"/>
              <a:gd name="csY36" fmla="*/ 68353 h 427142"/>
              <a:gd name="csX37" fmla="*/ 129394 w 229470"/>
              <a:gd name="csY37" fmla="*/ 83822 h 427142"/>
              <a:gd name="csX38" fmla="*/ 132621 w 229470"/>
              <a:gd name="csY38" fmla="*/ 87380 h 427142"/>
              <a:gd name="csX39" fmla="*/ 129420 w 229470"/>
              <a:gd name="csY39" fmla="*/ 96950 h 427142"/>
              <a:gd name="csX40" fmla="*/ 135228 w 229470"/>
              <a:gd name="csY40" fmla="*/ 104581 h 427142"/>
              <a:gd name="csX41" fmla="*/ 149666 w 229470"/>
              <a:gd name="csY41" fmla="*/ 122913 h 427142"/>
              <a:gd name="csX42" fmla="*/ 159752 w 229470"/>
              <a:gd name="csY42" fmla="*/ 139280 h 427142"/>
              <a:gd name="csX43" fmla="*/ 168181 w 229470"/>
              <a:gd name="csY43" fmla="*/ 148315 h 427142"/>
              <a:gd name="csX44" fmla="*/ 179067 w 229470"/>
              <a:gd name="csY44" fmla="*/ 159986 h 427142"/>
              <a:gd name="csX45" fmla="*/ 189769 w 229470"/>
              <a:gd name="csY45" fmla="*/ 164249 h 427142"/>
              <a:gd name="csX46" fmla="*/ 197030 w 229470"/>
              <a:gd name="csY46" fmla="*/ 167037 h 427142"/>
              <a:gd name="csX47" fmla="*/ 208574 w 229470"/>
              <a:gd name="csY47" fmla="*/ 163915 h 427142"/>
              <a:gd name="csX48" fmla="*/ 216996 w 229470"/>
              <a:gd name="csY48" fmla="*/ 163915 h 427142"/>
              <a:gd name="csX49" fmla="*/ 217738 w 229470"/>
              <a:gd name="csY49" fmla="*/ 187794 h 427142"/>
              <a:gd name="csX50" fmla="*/ 224437 w 229470"/>
              <a:gd name="csY50" fmla="*/ 212516 h 427142"/>
              <a:gd name="csX51" fmla="*/ 229386 w 229470"/>
              <a:gd name="csY51" fmla="*/ 216389 h 427142"/>
              <a:gd name="csX52" fmla="*/ 185958 w 229470"/>
              <a:gd name="csY52" fmla="*/ 248433 h 427142"/>
              <a:gd name="csX53" fmla="*/ 168142 w 229470"/>
              <a:gd name="csY53" fmla="*/ 261325 h 427142"/>
              <a:gd name="csX54" fmla="*/ 158371 w 229470"/>
              <a:gd name="csY54" fmla="*/ 277501 h 427142"/>
              <a:gd name="csX55" fmla="*/ 143795 w 229470"/>
              <a:gd name="csY55" fmla="*/ 286536 h 427142"/>
              <a:gd name="csX56" fmla="*/ 128870 w 229470"/>
              <a:gd name="csY56" fmla="*/ 295569 h 427142"/>
              <a:gd name="csX57" fmla="*/ 127129 w 229470"/>
              <a:gd name="csY57" fmla="*/ 308193 h 427142"/>
              <a:gd name="csX58" fmla="*/ 130400 w 229470"/>
              <a:gd name="csY58" fmla="*/ 326436 h 427142"/>
              <a:gd name="csX59" fmla="*/ 134994 w 229470"/>
              <a:gd name="csY59" fmla="*/ 349937 h 427142"/>
              <a:gd name="csX60" fmla="*/ 142327 w 229470"/>
              <a:gd name="csY60" fmla="*/ 362849 h 427142"/>
              <a:gd name="csX61" fmla="*/ 123210 w 229470"/>
              <a:gd name="csY61" fmla="*/ 373013 h 427142"/>
              <a:gd name="csX62" fmla="*/ 101651 w 229470"/>
              <a:gd name="csY62" fmla="*/ 397639 h 427142"/>
              <a:gd name="csX63" fmla="*/ 95883 w 229470"/>
              <a:gd name="csY63" fmla="*/ 407869 h 427142"/>
              <a:gd name="csX64" fmla="*/ 86571 w 229470"/>
              <a:gd name="csY64" fmla="*/ 418453 h 427142"/>
              <a:gd name="csX65" fmla="*/ 80167 w 229470"/>
              <a:gd name="csY65" fmla="*/ 421479 h 427142"/>
              <a:gd name="csX66" fmla="*/ 70822 w 229470"/>
              <a:gd name="csY66" fmla="*/ 423763 h 427142"/>
              <a:gd name="csX67" fmla="*/ 59479 w 229470"/>
              <a:gd name="csY67" fmla="*/ 423996 h 42714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Lst>
            <a:rect l="l" t="t" r="r" b="b"/>
            <a:pathLst>
              <a:path w="229470" h="427142">
                <a:moveTo>
                  <a:pt x="59479" y="423996"/>
                </a:moveTo>
                <a:cubicBezTo>
                  <a:pt x="59345" y="422222"/>
                  <a:pt x="59442" y="409937"/>
                  <a:pt x="59694" y="396698"/>
                </a:cubicBezTo>
                <a:cubicBezTo>
                  <a:pt x="60117" y="374482"/>
                  <a:pt x="59616" y="371817"/>
                  <a:pt x="53195" y="362114"/>
                </a:cubicBezTo>
                <a:cubicBezTo>
                  <a:pt x="47165" y="353002"/>
                  <a:pt x="46399" y="349674"/>
                  <a:pt x="47446" y="337138"/>
                </a:cubicBezTo>
                <a:cubicBezTo>
                  <a:pt x="48558" y="323819"/>
                  <a:pt x="47993" y="321857"/>
                  <a:pt x="40306" y="312349"/>
                </a:cubicBezTo>
                <a:cubicBezTo>
                  <a:pt x="33058" y="303383"/>
                  <a:pt x="32044" y="300323"/>
                  <a:pt x="32609" y="289116"/>
                </a:cubicBezTo>
                <a:cubicBezTo>
                  <a:pt x="32967" y="282017"/>
                  <a:pt x="34074" y="274269"/>
                  <a:pt x="35070" y="271899"/>
                </a:cubicBezTo>
                <a:cubicBezTo>
                  <a:pt x="36124" y="269390"/>
                  <a:pt x="35017" y="264746"/>
                  <a:pt x="32418" y="260780"/>
                </a:cubicBezTo>
                <a:cubicBezTo>
                  <a:pt x="28144" y="254257"/>
                  <a:pt x="28176" y="253678"/>
                  <a:pt x="33172" y="247019"/>
                </a:cubicBezTo>
                <a:cubicBezTo>
                  <a:pt x="38159" y="240374"/>
                  <a:pt x="39247" y="240108"/>
                  <a:pt x="57856" y="240981"/>
                </a:cubicBezTo>
                <a:cubicBezTo>
                  <a:pt x="75524" y="241809"/>
                  <a:pt x="77593" y="241390"/>
                  <a:pt x="80243" y="236439"/>
                </a:cubicBezTo>
                <a:cubicBezTo>
                  <a:pt x="82790" y="231679"/>
                  <a:pt x="82305" y="230659"/>
                  <a:pt x="76436" y="228427"/>
                </a:cubicBezTo>
                <a:cubicBezTo>
                  <a:pt x="72737" y="227021"/>
                  <a:pt x="68168" y="225870"/>
                  <a:pt x="66283" y="225870"/>
                </a:cubicBezTo>
                <a:cubicBezTo>
                  <a:pt x="64397" y="225870"/>
                  <a:pt x="62186" y="224127"/>
                  <a:pt x="61369" y="221998"/>
                </a:cubicBezTo>
                <a:cubicBezTo>
                  <a:pt x="60552" y="219868"/>
                  <a:pt x="57455" y="218126"/>
                  <a:pt x="54487" y="218126"/>
                </a:cubicBezTo>
                <a:cubicBezTo>
                  <a:pt x="51152" y="218126"/>
                  <a:pt x="49775" y="217018"/>
                  <a:pt x="50882" y="215226"/>
                </a:cubicBezTo>
                <a:cubicBezTo>
                  <a:pt x="51914" y="213556"/>
                  <a:pt x="46909" y="207027"/>
                  <a:pt x="39078" y="199827"/>
                </a:cubicBezTo>
                <a:cubicBezTo>
                  <a:pt x="27017" y="188739"/>
                  <a:pt x="25656" y="186453"/>
                  <a:pt x="27028" y="179593"/>
                </a:cubicBezTo>
                <a:cubicBezTo>
                  <a:pt x="27878" y="175340"/>
                  <a:pt x="27451" y="171165"/>
                  <a:pt x="26078" y="170317"/>
                </a:cubicBezTo>
                <a:cubicBezTo>
                  <a:pt x="24704" y="169468"/>
                  <a:pt x="23581" y="166168"/>
                  <a:pt x="23581" y="162984"/>
                </a:cubicBezTo>
                <a:cubicBezTo>
                  <a:pt x="23581" y="159602"/>
                  <a:pt x="18679" y="152152"/>
                  <a:pt x="11790" y="145065"/>
                </a:cubicBezTo>
                <a:lnTo>
                  <a:pt x="0" y="132934"/>
                </a:lnTo>
                <a:lnTo>
                  <a:pt x="16266" y="118970"/>
                </a:lnTo>
                <a:cubicBezTo>
                  <a:pt x="29571" y="107549"/>
                  <a:pt x="33403" y="105472"/>
                  <a:pt x="37313" y="107565"/>
                </a:cubicBezTo>
                <a:cubicBezTo>
                  <a:pt x="39942" y="108972"/>
                  <a:pt x="42288" y="109738"/>
                  <a:pt x="42526" y="109268"/>
                </a:cubicBezTo>
                <a:cubicBezTo>
                  <a:pt x="42764" y="108799"/>
                  <a:pt x="45569" y="104686"/>
                  <a:pt x="48759" y="100129"/>
                </a:cubicBezTo>
                <a:cubicBezTo>
                  <a:pt x="56473" y="89108"/>
                  <a:pt x="56720" y="71159"/>
                  <a:pt x="49251" y="64399"/>
                </a:cubicBezTo>
                <a:cubicBezTo>
                  <a:pt x="44880" y="60443"/>
                  <a:pt x="43064" y="60145"/>
                  <a:pt x="38960" y="62708"/>
                </a:cubicBezTo>
                <a:cubicBezTo>
                  <a:pt x="31928" y="67099"/>
                  <a:pt x="28744" y="66579"/>
                  <a:pt x="28744" y="61040"/>
                </a:cubicBezTo>
                <a:cubicBezTo>
                  <a:pt x="28744" y="53145"/>
                  <a:pt x="42480" y="40966"/>
                  <a:pt x="53379" y="39197"/>
                </a:cubicBezTo>
                <a:cubicBezTo>
                  <a:pt x="66115" y="37130"/>
                  <a:pt x="70109" y="32880"/>
                  <a:pt x="71905" y="19485"/>
                </a:cubicBezTo>
                <a:cubicBezTo>
                  <a:pt x="73827" y="5162"/>
                  <a:pt x="82115" y="478"/>
                  <a:pt x="90959" y="8717"/>
                </a:cubicBezTo>
                <a:cubicBezTo>
                  <a:pt x="98823" y="16043"/>
                  <a:pt x="101930" y="15638"/>
                  <a:pt x="109824" y="6256"/>
                </a:cubicBezTo>
                <a:cubicBezTo>
                  <a:pt x="116173" y="-1290"/>
                  <a:pt x="116721" y="-1458"/>
                  <a:pt x="121001" y="2822"/>
                </a:cubicBezTo>
                <a:cubicBezTo>
                  <a:pt x="124083" y="5904"/>
                  <a:pt x="124533" y="7646"/>
                  <a:pt x="122428" y="8347"/>
                </a:cubicBezTo>
                <a:cubicBezTo>
                  <a:pt x="108913" y="12852"/>
                  <a:pt x="101196" y="28858"/>
                  <a:pt x="111269" y="31492"/>
                </a:cubicBezTo>
                <a:cubicBezTo>
                  <a:pt x="117751" y="33187"/>
                  <a:pt x="127868" y="59114"/>
                  <a:pt x="125654" y="68353"/>
                </a:cubicBezTo>
                <a:cubicBezTo>
                  <a:pt x="122658" y="80848"/>
                  <a:pt x="122997" y="82249"/>
                  <a:pt x="129394" y="83822"/>
                </a:cubicBezTo>
                <a:cubicBezTo>
                  <a:pt x="133741" y="84890"/>
                  <a:pt x="134786" y="86042"/>
                  <a:pt x="132621" y="87380"/>
                </a:cubicBezTo>
                <a:cubicBezTo>
                  <a:pt x="130861" y="88468"/>
                  <a:pt x="129420" y="92774"/>
                  <a:pt x="129420" y="96950"/>
                </a:cubicBezTo>
                <a:cubicBezTo>
                  <a:pt x="129420" y="103090"/>
                  <a:pt x="130531" y="104549"/>
                  <a:pt x="135228" y="104581"/>
                </a:cubicBezTo>
                <a:cubicBezTo>
                  <a:pt x="144939" y="104647"/>
                  <a:pt x="147895" y="108401"/>
                  <a:pt x="149666" y="122913"/>
                </a:cubicBezTo>
                <a:cubicBezTo>
                  <a:pt x="151241" y="135814"/>
                  <a:pt x="151964" y="136987"/>
                  <a:pt x="159752" y="139280"/>
                </a:cubicBezTo>
                <a:cubicBezTo>
                  <a:pt x="166352" y="141223"/>
                  <a:pt x="168150" y="143150"/>
                  <a:pt x="168181" y="148315"/>
                </a:cubicBezTo>
                <a:cubicBezTo>
                  <a:pt x="168242" y="158306"/>
                  <a:pt x="171565" y="161869"/>
                  <a:pt x="179067" y="159986"/>
                </a:cubicBezTo>
                <a:cubicBezTo>
                  <a:pt x="184111" y="158720"/>
                  <a:pt x="186588" y="159706"/>
                  <a:pt x="189769" y="164249"/>
                </a:cubicBezTo>
                <a:cubicBezTo>
                  <a:pt x="193006" y="168870"/>
                  <a:pt x="194589" y="169478"/>
                  <a:pt x="197030" y="167037"/>
                </a:cubicBezTo>
                <a:cubicBezTo>
                  <a:pt x="198747" y="165320"/>
                  <a:pt x="203942" y="163915"/>
                  <a:pt x="208574" y="163915"/>
                </a:cubicBezTo>
                <a:lnTo>
                  <a:pt x="216996" y="163915"/>
                </a:lnTo>
                <a:lnTo>
                  <a:pt x="217738" y="187794"/>
                </a:lnTo>
                <a:cubicBezTo>
                  <a:pt x="218444" y="210514"/>
                  <a:pt x="218769" y="211713"/>
                  <a:pt x="224437" y="212516"/>
                </a:cubicBezTo>
                <a:cubicBezTo>
                  <a:pt x="227714" y="212981"/>
                  <a:pt x="229940" y="214723"/>
                  <a:pt x="229386" y="216389"/>
                </a:cubicBezTo>
                <a:cubicBezTo>
                  <a:pt x="227670" y="221537"/>
                  <a:pt x="190328" y="249091"/>
                  <a:pt x="185958" y="248433"/>
                </a:cubicBezTo>
                <a:cubicBezTo>
                  <a:pt x="178411" y="247297"/>
                  <a:pt x="168142" y="254728"/>
                  <a:pt x="168142" y="261325"/>
                </a:cubicBezTo>
                <a:cubicBezTo>
                  <a:pt x="168142" y="269993"/>
                  <a:pt x="163608" y="277499"/>
                  <a:pt x="158371" y="277501"/>
                </a:cubicBezTo>
                <a:cubicBezTo>
                  <a:pt x="155936" y="277502"/>
                  <a:pt x="149377" y="281568"/>
                  <a:pt x="143795" y="286536"/>
                </a:cubicBezTo>
                <a:cubicBezTo>
                  <a:pt x="138212" y="291504"/>
                  <a:pt x="131496" y="295569"/>
                  <a:pt x="128870" y="295569"/>
                </a:cubicBezTo>
                <a:cubicBezTo>
                  <a:pt x="121381" y="295569"/>
                  <a:pt x="120392" y="302737"/>
                  <a:pt x="127129" y="308193"/>
                </a:cubicBezTo>
                <a:cubicBezTo>
                  <a:pt x="132769" y="312760"/>
                  <a:pt x="132971" y="313884"/>
                  <a:pt x="130400" y="326436"/>
                </a:cubicBezTo>
                <a:cubicBezTo>
                  <a:pt x="127799" y="339132"/>
                  <a:pt x="128033" y="340327"/>
                  <a:pt x="134994" y="349937"/>
                </a:cubicBezTo>
                <a:cubicBezTo>
                  <a:pt x="139027" y="355505"/>
                  <a:pt x="142327" y="361315"/>
                  <a:pt x="142327" y="362849"/>
                </a:cubicBezTo>
                <a:cubicBezTo>
                  <a:pt x="142327" y="368872"/>
                  <a:pt x="134539" y="373013"/>
                  <a:pt x="123210" y="373013"/>
                </a:cubicBezTo>
                <a:cubicBezTo>
                  <a:pt x="109180" y="373013"/>
                  <a:pt x="103724" y="379244"/>
                  <a:pt x="101651" y="397639"/>
                </a:cubicBezTo>
                <a:cubicBezTo>
                  <a:pt x="100573" y="407198"/>
                  <a:pt x="99540" y="409030"/>
                  <a:pt x="95883" y="407869"/>
                </a:cubicBezTo>
                <a:cubicBezTo>
                  <a:pt x="90324" y="406105"/>
                  <a:pt x="84411" y="412825"/>
                  <a:pt x="86571" y="418453"/>
                </a:cubicBezTo>
                <a:cubicBezTo>
                  <a:pt x="87898" y="421912"/>
                  <a:pt x="86764" y="422448"/>
                  <a:pt x="80167" y="421479"/>
                </a:cubicBezTo>
                <a:cubicBezTo>
                  <a:pt x="74953" y="420714"/>
                  <a:pt x="71686" y="421512"/>
                  <a:pt x="70822" y="423763"/>
                </a:cubicBezTo>
                <a:cubicBezTo>
                  <a:pt x="69146" y="428132"/>
                  <a:pt x="59804" y="428324"/>
                  <a:pt x="59479" y="423996"/>
                </a:cubicBezTo>
                <a:close/>
              </a:path>
            </a:pathLst>
          </a:custGeom>
          <a:solidFill>
            <a:srgbClr val="B9B9B9"/>
          </a:solidFill>
          <a:ln w="5163" cap="flat">
            <a:noFill/>
            <a:prstDash val="solid"/>
            <a:miter/>
          </a:ln>
        </p:spPr>
        <p:txBody>
          <a:bodyPr/>
          <a:lstStyle/>
          <a:p>
            <a:endParaRPr lang="es-419" noProof="0" dirty="0"/>
          </a:p>
        </p:txBody>
      </p:sp>
      <p:sp>
        <p:nvSpPr>
          <p:cNvPr id="56" name="Forma libre: forma 55">
            <a:extLst>
              <a:ext uri="{FF2B5EF4-FFF2-40B4-BE49-F238E27FC236}">
                <a16:creationId xmlns:a16="http://schemas.microsoft.com/office/drawing/2014/main" id="{D172CC32-8BA0-00DD-FF9E-7E7FE25AF53D}"/>
              </a:ext>
            </a:extLst>
          </p:cNvPr>
          <p:cNvSpPr/>
          <p:nvPr/>
        </p:nvSpPr>
        <p:spPr>
          <a:xfrm>
            <a:off x="1184880" y="1375117"/>
            <a:ext cx="334306" cy="498738"/>
          </a:xfrm>
          <a:custGeom>
            <a:avLst/>
            <a:gdLst>
              <a:gd name="csX0" fmla="*/ 247743 w 334306"/>
              <a:gd name="csY0" fmla="*/ 496867 h 498738"/>
              <a:gd name="csX1" fmla="*/ 240505 w 334306"/>
              <a:gd name="csY1" fmla="*/ 493884 h 498738"/>
              <a:gd name="csX2" fmla="*/ 219827 w 334306"/>
              <a:gd name="csY2" fmla="*/ 476477 h 498738"/>
              <a:gd name="csX3" fmla="*/ 204292 w 334306"/>
              <a:gd name="csY3" fmla="*/ 470138 h 498738"/>
              <a:gd name="csX4" fmla="*/ 191180 w 334306"/>
              <a:gd name="csY4" fmla="*/ 465927 h 498738"/>
              <a:gd name="csX5" fmla="*/ 185245 w 334306"/>
              <a:gd name="csY5" fmla="*/ 460255 h 498738"/>
              <a:gd name="csX6" fmla="*/ 179372 w 334306"/>
              <a:gd name="csY6" fmla="*/ 456383 h 498738"/>
              <a:gd name="csX7" fmla="*/ 119384 w 334306"/>
              <a:gd name="csY7" fmla="*/ 437991 h 498738"/>
              <a:gd name="csX8" fmla="*/ 89617 w 334306"/>
              <a:gd name="csY8" fmla="*/ 463480 h 498738"/>
              <a:gd name="csX9" fmla="*/ 81270 w 334306"/>
              <a:gd name="csY9" fmla="*/ 471310 h 498738"/>
              <a:gd name="csX10" fmla="*/ 65769 w 334306"/>
              <a:gd name="csY10" fmla="*/ 466800 h 498738"/>
              <a:gd name="csX11" fmla="*/ 41569 w 334306"/>
              <a:gd name="csY11" fmla="*/ 444771 h 498738"/>
              <a:gd name="csX12" fmla="*/ 29063 w 334306"/>
              <a:gd name="csY12" fmla="*/ 422183 h 498738"/>
              <a:gd name="csX13" fmla="*/ 35486 w 334306"/>
              <a:gd name="csY13" fmla="*/ 420247 h 498738"/>
              <a:gd name="csX14" fmla="*/ 36311 w 334306"/>
              <a:gd name="csY14" fmla="*/ 410716 h 498738"/>
              <a:gd name="csX15" fmla="*/ 30682 w 334306"/>
              <a:gd name="csY15" fmla="*/ 404725 h 498738"/>
              <a:gd name="csX16" fmla="*/ 36945 w 334306"/>
              <a:gd name="csY16" fmla="*/ 393771 h 498738"/>
              <a:gd name="csX17" fmla="*/ 44969 w 334306"/>
              <a:gd name="csY17" fmla="*/ 363455 h 498738"/>
              <a:gd name="csX18" fmla="*/ 48481 w 334306"/>
              <a:gd name="csY18" fmla="*/ 335841 h 498738"/>
              <a:gd name="csX19" fmla="*/ 28755 w 334306"/>
              <a:gd name="csY19" fmla="*/ 300210 h 498738"/>
              <a:gd name="csX20" fmla="*/ 9477 w 334306"/>
              <a:gd name="csY20" fmla="*/ 236920 h 498738"/>
              <a:gd name="csX21" fmla="*/ 0 w 334306"/>
              <a:gd name="csY21" fmla="*/ 183956 h 498738"/>
              <a:gd name="csX22" fmla="*/ 8603 w 334306"/>
              <a:gd name="csY22" fmla="*/ 171093 h 498738"/>
              <a:gd name="csX23" fmla="*/ 19247 w 334306"/>
              <a:gd name="csY23" fmla="*/ 157370 h 498738"/>
              <a:gd name="csX24" fmla="*/ 21288 w 334306"/>
              <a:gd name="csY24" fmla="*/ 154226 h 498738"/>
              <a:gd name="csX25" fmla="*/ 42935 w 334306"/>
              <a:gd name="csY25" fmla="*/ 118946 h 498738"/>
              <a:gd name="csX26" fmla="*/ 66467 w 334306"/>
              <a:gd name="csY26" fmla="*/ 79496 h 498738"/>
              <a:gd name="csX27" fmla="*/ 76541 w 334306"/>
              <a:gd name="csY27" fmla="*/ 65175 h 498738"/>
              <a:gd name="csX28" fmla="*/ 97572 w 334306"/>
              <a:gd name="csY28" fmla="*/ 34163 h 498738"/>
              <a:gd name="csX29" fmla="*/ 112627 w 334306"/>
              <a:gd name="csY29" fmla="*/ 9814 h 498738"/>
              <a:gd name="csX30" fmla="*/ 119648 w 334306"/>
              <a:gd name="csY30" fmla="*/ 4329 h 498738"/>
              <a:gd name="csX31" fmla="*/ 132858 w 334306"/>
              <a:gd name="csY31" fmla="*/ 713 h 498738"/>
              <a:gd name="csX32" fmla="*/ 193546 w 334306"/>
              <a:gd name="csY32" fmla="*/ 5578 h 498738"/>
              <a:gd name="csX33" fmla="*/ 220060 w 334306"/>
              <a:gd name="csY33" fmla="*/ 20523 h 498738"/>
              <a:gd name="csX34" fmla="*/ 224578 w 334306"/>
              <a:gd name="csY34" fmla="*/ 25298 h 498738"/>
              <a:gd name="csX35" fmla="*/ 221567 w 334306"/>
              <a:gd name="csY35" fmla="*/ 31335 h 498738"/>
              <a:gd name="csX36" fmla="*/ 217338 w 334306"/>
              <a:gd name="csY36" fmla="*/ 39397 h 498738"/>
              <a:gd name="csX37" fmla="*/ 222891 w 334306"/>
              <a:gd name="csY37" fmla="*/ 37878 h 498738"/>
              <a:gd name="csX38" fmla="*/ 225189 w 334306"/>
              <a:gd name="csY38" fmla="*/ 36902 h 498738"/>
              <a:gd name="csX39" fmla="*/ 234581 w 334306"/>
              <a:gd name="csY39" fmla="*/ 40152 h 498738"/>
              <a:gd name="csX40" fmla="*/ 261177 w 334306"/>
              <a:gd name="csY40" fmla="*/ 57181 h 498738"/>
              <a:gd name="csX41" fmla="*/ 267817 w 334306"/>
              <a:gd name="csY41" fmla="*/ 67059 h 498738"/>
              <a:gd name="csX42" fmla="*/ 274280 w 334306"/>
              <a:gd name="csY42" fmla="*/ 79049 h 498738"/>
              <a:gd name="csX43" fmla="*/ 279443 w 334306"/>
              <a:gd name="csY43" fmla="*/ 91820 h 498738"/>
              <a:gd name="csX44" fmla="*/ 284596 w 334306"/>
              <a:gd name="csY44" fmla="*/ 105775 h 498738"/>
              <a:gd name="csX45" fmla="*/ 291417 w 334306"/>
              <a:gd name="csY45" fmla="*/ 120219 h 498738"/>
              <a:gd name="csX46" fmla="*/ 298659 w 334306"/>
              <a:gd name="csY46" fmla="*/ 133370 h 498738"/>
              <a:gd name="csX47" fmla="*/ 314425 w 334306"/>
              <a:gd name="csY47" fmla="*/ 156674 h 498738"/>
              <a:gd name="csX48" fmla="*/ 323321 w 334306"/>
              <a:gd name="csY48" fmla="*/ 164371 h 498738"/>
              <a:gd name="csX49" fmla="*/ 329277 w 334306"/>
              <a:gd name="csY49" fmla="*/ 172896 h 498738"/>
              <a:gd name="csX50" fmla="*/ 327346 w 334306"/>
              <a:gd name="csY50" fmla="*/ 203260 h 498738"/>
              <a:gd name="csX51" fmla="*/ 321564 w 334306"/>
              <a:gd name="csY51" fmla="*/ 208691 h 498738"/>
              <a:gd name="csX52" fmla="*/ 314839 w 334306"/>
              <a:gd name="csY52" fmla="*/ 201967 h 498738"/>
              <a:gd name="csX53" fmla="*/ 300945 w 334306"/>
              <a:gd name="csY53" fmla="*/ 198679 h 498738"/>
              <a:gd name="csX54" fmla="*/ 291854 w 334306"/>
              <a:gd name="csY54" fmla="*/ 213362 h 498738"/>
              <a:gd name="csX55" fmla="*/ 273477 w 334306"/>
              <a:gd name="csY55" fmla="*/ 233193 h 498738"/>
              <a:gd name="csX56" fmla="*/ 248561 w 334306"/>
              <a:gd name="csY56" fmla="*/ 258261 h 498738"/>
              <a:gd name="csX57" fmla="*/ 254757 w 334306"/>
              <a:gd name="csY57" fmla="*/ 265360 h 498738"/>
              <a:gd name="csX58" fmla="*/ 262758 w 334306"/>
              <a:gd name="csY58" fmla="*/ 262611 h 498738"/>
              <a:gd name="csX59" fmla="*/ 269300 w 334306"/>
              <a:gd name="csY59" fmla="*/ 264243 h 498738"/>
              <a:gd name="csX60" fmla="*/ 257492 w 334306"/>
              <a:gd name="csY60" fmla="*/ 300210 h 498738"/>
              <a:gd name="csX61" fmla="*/ 220205 w 334306"/>
              <a:gd name="csY61" fmla="*/ 329428 h 498738"/>
              <a:gd name="csX62" fmla="*/ 231476 w 334306"/>
              <a:gd name="csY62" fmla="*/ 344578 h 498738"/>
              <a:gd name="csX63" fmla="*/ 244540 w 334306"/>
              <a:gd name="csY63" fmla="*/ 369570 h 498738"/>
              <a:gd name="csX64" fmla="*/ 259568 w 334306"/>
              <a:gd name="csY64" fmla="*/ 400936 h 498738"/>
              <a:gd name="csX65" fmla="*/ 267812 w 334306"/>
              <a:gd name="csY65" fmla="*/ 410972 h 498738"/>
              <a:gd name="csX66" fmla="*/ 272980 w 334306"/>
              <a:gd name="csY66" fmla="*/ 418667 h 498738"/>
              <a:gd name="csX67" fmla="*/ 279745 w 334306"/>
              <a:gd name="csY67" fmla="*/ 423732 h 498738"/>
              <a:gd name="csX68" fmla="*/ 289553 w 334306"/>
              <a:gd name="csY68" fmla="*/ 427604 h 498738"/>
              <a:gd name="csX69" fmla="*/ 298277 w 334306"/>
              <a:gd name="csY69" fmla="*/ 431864 h 498738"/>
              <a:gd name="csX70" fmla="*/ 272913 w 334306"/>
              <a:gd name="csY70" fmla="*/ 433099 h 498738"/>
              <a:gd name="csX71" fmla="*/ 253686 w 334306"/>
              <a:gd name="csY71" fmla="*/ 440109 h 498738"/>
              <a:gd name="csX72" fmla="*/ 252360 w 334306"/>
              <a:gd name="csY72" fmla="*/ 461577 h 498738"/>
              <a:gd name="csX73" fmla="*/ 253346 w 334306"/>
              <a:gd name="csY73" fmla="*/ 468333 h 498738"/>
              <a:gd name="csX74" fmla="*/ 251680 w 334306"/>
              <a:gd name="csY74" fmla="*/ 476637 h 498738"/>
              <a:gd name="csX75" fmla="*/ 251259 w 334306"/>
              <a:gd name="csY75" fmla="*/ 491494 h 498738"/>
              <a:gd name="csX76" fmla="*/ 247743 w 334306"/>
              <a:gd name="csY76" fmla="*/ 496867 h 4987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Lst>
            <a:rect l="l" t="t" r="r" b="b"/>
            <a:pathLst>
              <a:path w="334306" h="498738">
                <a:moveTo>
                  <a:pt x="247743" y="496867"/>
                </a:moveTo>
                <a:cubicBezTo>
                  <a:pt x="246424" y="493506"/>
                  <a:pt x="244367" y="492659"/>
                  <a:pt x="240505" y="493884"/>
                </a:cubicBezTo>
                <a:cubicBezTo>
                  <a:pt x="234008" y="495946"/>
                  <a:pt x="224617" y="488040"/>
                  <a:pt x="219827" y="476477"/>
                </a:cubicBezTo>
                <a:cubicBezTo>
                  <a:pt x="216729" y="468997"/>
                  <a:pt x="216097" y="468739"/>
                  <a:pt x="204292" y="470138"/>
                </a:cubicBezTo>
                <a:cubicBezTo>
                  <a:pt x="193057" y="471468"/>
                  <a:pt x="191916" y="471102"/>
                  <a:pt x="191180" y="465927"/>
                </a:cubicBezTo>
                <a:cubicBezTo>
                  <a:pt x="190659" y="462266"/>
                  <a:pt x="188558" y="460258"/>
                  <a:pt x="185245" y="460255"/>
                </a:cubicBezTo>
                <a:cubicBezTo>
                  <a:pt x="182424" y="460253"/>
                  <a:pt x="179781" y="458510"/>
                  <a:pt x="179372" y="456383"/>
                </a:cubicBezTo>
                <a:cubicBezTo>
                  <a:pt x="178300" y="450818"/>
                  <a:pt x="133997" y="437235"/>
                  <a:pt x="119384" y="437991"/>
                </a:cubicBezTo>
                <a:cubicBezTo>
                  <a:pt x="99217" y="439035"/>
                  <a:pt x="100133" y="438251"/>
                  <a:pt x="89617" y="463480"/>
                </a:cubicBezTo>
                <a:cubicBezTo>
                  <a:pt x="85806" y="472621"/>
                  <a:pt x="84419" y="473923"/>
                  <a:pt x="81270" y="471310"/>
                </a:cubicBezTo>
                <a:cubicBezTo>
                  <a:pt x="79194" y="469587"/>
                  <a:pt x="72218" y="467557"/>
                  <a:pt x="65769" y="466800"/>
                </a:cubicBezTo>
                <a:cubicBezTo>
                  <a:pt x="54283" y="465451"/>
                  <a:pt x="53791" y="465003"/>
                  <a:pt x="41569" y="444771"/>
                </a:cubicBezTo>
                <a:cubicBezTo>
                  <a:pt x="34707" y="433413"/>
                  <a:pt x="29080" y="423248"/>
                  <a:pt x="29063" y="422183"/>
                </a:cubicBezTo>
                <a:cubicBezTo>
                  <a:pt x="29046" y="421119"/>
                  <a:pt x="31937" y="420247"/>
                  <a:pt x="35486" y="420247"/>
                </a:cubicBezTo>
                <a:cubicBezTo>
                  <a:pt x="43403" y="420247"/>
                  <a:pt x="43560" y="418433"/>
                  <a:pt x="36311" y="410716"/>
                </a:cubicBezTo>
                <a:lnTo>
                  <a:pt x="30682" y="404725"/>
                </a:lnTo>
                <a:lnTo>
                  <a:pt x="36945" y="393771"/>
                </a:lnTo>
                <a:cubicBezTo>
                  <a:pt x="41241" y="386255"/>
                  <a:pt x="43760" y="376739"/>
                  <a:pt x="44969" y="363455"/>
                </a:cubicBezTo>
                <a:cubicBezTo>
                  <a:pt x="45939" y="352807"/>
                  <a:pt x="47519" y="340381"/>
                  <a:pt x="48481" y="335841"/>
                </a:cubicBezTo>
                <a:cubicBezTo>
                  <a:pt x="50445" y="326577"/>
                  <a:pt x="45773" y="318139"/>
                  <a:pt x="28755" y="300210"/>
                </a:cubicBezTo>
                <a:cubicBezTo>
                  <a:pt x="18993" y="289925"/>
                  <a:pt x="18916" y="289673"/>
                  <a:pt x="9477" y="236920"/>
                </a:cubicBezTo>
                <a:lnTo>
                  <a:pt x="0" y="183956"/>
                </a:lnTo>
                <a:lnTo>
                  <a:pt x="8603" y="171093"/>
                </a:lnTo>
                <a:cubicBezTo>
                  <a:pt x="13334" y="164019"/>
                  <a:pt x="18124" y="157843"/>
                  <a:pt x="19247" y="157370"/>
                </a:cubicBezTo>
                <a:cubicBezTo>
                  <a:pt x="20370" y="156896"/>
                  <a:pt x="21288" y="155482"/>
                  <a:pt x="21288" y="154226"/>
                </a:cubicBezTo>
                <a:cubicBezTo>
                  <a:pt x="21288" y="152970"/>
                  <a:pt x="31029" y="137094"/>
                  <a:pt x="42935" y="118946"/>
                </a:cubicBezTo>
                <a:cubicBezTo>
                  <a:pt x="54840" y="100798"/>
                  <a:pt x="65430" y="83045"/>
                  <a:pt x="66467" y="79496"/>
                </a:cubicBezTo>
                <a:cubicBezTo>
                  <a:pt x="67505" y="75946"/>
                  <a:pt x="72038" y="69502"/>
                  <a:pt x="76541" y="65175"/>
                </a:cubicBezTo>
                <a:cubicBezTo>
                  <a:pt x="87950" y="54213"/>
                  <a:pt x="95497" y="43084"/>
                  <a:pt x="97572" y="34163"/>
                </a:cubicBezTo>
                <a:cubicBezTo>
                  <a:pt x="99599" y="25448"/>
                  <a:pt x="109249" y="9841"/>
                  <a:pt x="112627" y="9814"/>
                </a:cubicBezTo>
                <a:cubicBezTo>
                  <a:pt x="113880" y="9805"/>
                  <a:pt x="117040" y="7336"/>
                  <a:pt x="119648" y="4329"/>
                </a:cubicBezTo>
                <a:cubicBezTo>
                  <a:pt x="123477" y="-86"/>
                  <a:pt x="126019" y="-782"/>
                  <a:pt x="132858" y="713"/>
                </a:cubicBezTo>
                <a:cubicBezTo>
                  <a:pt x="141063" y="2507"/>
                  <a:pt x="160286" y="4048"/>
                  <a:pt x="193546" y="5578"/>
                </a:cubicBezTo>
                <a:cubicBezTo>
                  <a:pt x="210737" y="6368"/>
                  <a:pt x="220060" y="11623"/>
                  <a:pt x="220060" y="20523"/>
                </a:cubicBezTo>
                <a:cubicBezTo>
                  <a:pt x="220060" y="23333"/>
                  <a:pt x="221912" y="25291"/>
                  <a:pt x="224578" y="25298"/>
                </a:cubicBezTo>
                <a:cubicBezTo>
                  <a:pt x="228025" y="25308"/>
                  <a:pt x="227313" y="26737"/>
                  <a:pt x="221567" y="31335"/>
                </a:cubicBezTo>
                <a:cubicBezTo>
                  <a:pt x="216052" y="35748"/>
                  <a:pt x="214921" y="37903"/>
                  <a:pt x="217338" y="39397"/>
                </a:cubicBezTo>
                <a:cubicBezTo>
                  <a:pt x="219279" y="40596"/>
                  <a:pt x="221565" y="39971"/>
                  <a:pt x="222891" y="37878"/>
                </a:cubicBezTo>
                <a:cubicBezTo>
                  <a:pt x="224130" y="35921"/>
                  <a:pt x="225164" y="35482"/>
                  <a:pt x="225189" y="36902"/>
                </a:cubicBezTo>
                <a:cubicBezTo>
                  <a:pt x="225213" y="38322"/>
                  <a:pt x="229440" y="39784"/>
                  <a:pt x="234581" y="40152"/>
                </a:cubicBezTo>
                <a:cubicBezTo>
                  <a:pt x="243367" y="40781"/>
                  <a:pt x="260731" y="51899"/>
                  <a:pt x="261177" y="57181"/>
                </a:cubicBezTo>
                <a:cubicBezTo>
                  <a:pt x="261279" y="58396"/>
                  <a:pt x="264267" y="62841"/>
                  <a:pt x="267817" y="67059"/>
                </a:cubicBezTo>
                <a:cubicBezTo>
                  <a:pt x="271366" y="71278"/>
                  <a:pt x="274275" y="76673"/>
                  <a:pt x="274280" y="79049"/>
                </a:cubicBezTo>
                <a:cubicBezTo>
                  <a:pt x="274285" y="81424"/>
                  <a:pt x="276609" y="87172"/>
                  <a:pt x="279443" y="91820"/>
                </a:cubicBezTo>
                <a:cubicBezTo>
                  <a:pt x="282277" y="96469"/>
                  <a:pt x="284596" y="102748"/>
                  <a:pt x="284596" y="105775"/>
                </a:cubicBezTo>
                <a:cubicBezTo>
                  <a:pt x="284596" y="108801"/>
                  <a:pt x="287666" y="115301"/>
                  <a:pt x="291417" y="120219"/>
                </a:cubicBezTo>
                <a:cubicBezTo>
                  <a:pt x="295169" y="125138"/>
                  <a:pt x="298428" y="131056"/>
                  <a:pt x="298659" y="133370"/>
                </a:cubicBezTo>
                <a:cubicBezTo>
                  <a:pt x="299477" y="141547"/>
                  <a:pt x="305637" y="150653"/>
                  <a:pt x="314425" y="156674"/>
                </a:cubicBezTo>
                <a:cubicBezTo>
                  <a:pt x="319316" y="160026"/>
                  <a:pt x="323320" y="163489"/>
                  <a:pt x="323321" y="164371"/>
                </a:cubicBezTo>
                <a:cubicBezTo>
                  <a:pt x="323323" y="165253"/>
                  <a:pt x="326003" y="169089"/>
                  <a:pt x="329277" y="172896"/>
                </a:cubicBezTo>
                <a:cubicBezTo>
                  <a:pt x="336682" y="181505"/>
                  <a:pt x="335803" y="195314"/>
                  <a:pt x="327346" y="203260"/>
                </a:cubicBezTo>
                <a:lnTo>
                  <a:pt x="321564" y="208691"/>
                </a:lnTo>
                <a:lnTo>
                  <a:pt x="314839" y="201967"/>
                </a:lnTo>
                <a:cubicBezTo>
                  <a:pt x="308661" y="195789"/>
                  <a:pt x="307532" y="195522"/>
                  <a:pt x="300945" y="198679"/>
                </a:cubicBezTo>
                <a:cubicBezTo>
                  <a:pt x="295346" y="201363"/>
                  <a:pt x="293353" y="204582"/>
                  <a:pt x="291854" y="213362"/>
                </a:cubicBezTo>
                <a:cubicBezTo>
                  <a:pt x="289357" y="227993"/>
                  <a:pt x="286547" y="231025"/>
                  <a:pt x="273477" y="233193"/>
                </a:cubicBezTo>
                <a:cubicBezTo>
                  <a:pt x="260663" y="235319"/>
                  <a:pt x="248722" y="247333"/>
                  <a:pt x="248561" y="258261"/>
                </a:cubicBezTo>
                <a:cubicBezTo>
                  <a:pt x="248475" y="264096"/>
                  <a:pt x="249579" y="265360"/>
                  <a:pt x="254757" y="265360"/>
                </a:cubicBezTo>
                <a:cubicBezTo>
                  <a:pt x="258223" y="265360"/>
                  <a:pt x="261823" y="264123"/>
                  <a:pt x="262758" y="262611"/>
                </a:cubicBezTo>
                <a:cubicBezTo>
                  <a:pt x="263872" y="260808"/>
                  <a:pt x="266124" y="261370"/>
                  <a:pt x="269300" y="264243"/>
                </a:cubicBezTo>
                <a:cubicBezTo>
                  <a:pt x="279445" y="273424"/>
                  <a:pt x="270651" y="300210"/>
                  <a:pt x="257492" y="300210"/>
                </a:cubicBezTo>
                <a:cubicBezTo>
                  <a:pt x="250513" y="300210"/>
                  <a:pt x="220446" y="323770"/>
                  <a:pt x="220205" y="329428"/>
                </a:cubicBezTo>
                <a:cubicBezTo>
                  <a:pt x="220125" y="331300"/>
                  <a:pt x="225197" y="338118"/>
                  <a:pt x="231476" y="344578"/>
                </a:cubicBezTo>
                <a:cubicBezTo>
                  <a:pt x="241029" y="354406"/>
                  <a:pt x="243162" y="358486"/>
                  <a:pt x="244540" y="369570"/>
                </a:cubicBezTo>
                <a:cubicBezTo>
                  <a:pt x="246852" y="388171"/>
                  <a:pt x="250097" y="394944"/>
                  <a:pt x="259568" y="400936"/>
                </a:cubicBezTo>
                <a:cubicBezTo>
                  <a:pt x="264099" y="403804"/>
                  <a:pt x="267809" y="408320"/>
                  <a:pt x="267812" y="410972"/>
                </a:cubicBezTo>
                <a:cubicBezTo>
                  <a:pt x="267815" y="413625"/>
                  <a:pt x="270140" y="417087"/>
                  <a:pt x="272980" y="418667"/>
                </a:cubicBezTo>
                <a:cubicBezTo>
                  <a:pt x="275819" y="420246"/>
                  <a:pt x="278864" y="422525"/>
                  <a:pt x="279745" y="423732"/>
                </a:cubicBezTo>
                <a:cubicBezTo>
                  <a:pt x="280626" y="424939"/>
                  <a:pt x="285040" y="426681"/>
                  <a:pt x="289553" y="427604"/>
                </a:cubicBezTo>
                <a:cubicBezTo>
                  <a:pt x="294067" y="428527"/>
                  <a:pt x="297992" y="430444"/>
                  <a:pt x="298277" y="431864"/>
                </a:cubicBezTo>
                <a:cubicBezTo>
                  <a:pt x="299018" y="435562"/>
                  <a:pt x="277163" y="436626"/>
                  <a:pt x="272913" y="433099"/>
                </a:cubicBezTo>
                <a:cubicBezTo>
                  <a:pt x="268101" y="429105"/>
                  <a:pt x="260026" y="432049"/>
                  <a:pt x="253686" y="440109"/>
                </a:cubicBezTo>
                <a:cubicBezTo>
                  <a:pt x="247489" y="447987"/>
                  <a:pt x="246928" y="457069"/>
                  <a:pt x="252360" y="461577"/>
                </a:cubicBezTo>
                <a:cubicBezTo>
                  <a:pt x="255321" y="464035"/>
                  <a:pt x="255560" y="465666"/>
                  <a:pt x="253346" y="468333"/>
                </a:cubicBezTo>
                <a:cubicBezTo>
                  <a:pt x="251741" y="470267"/>
                  <a:pt x="250992" y="474004"/>
                  <a:pt x="251680" y="476637"/>
                </a:cubicBezTo>
                <a:cubicBezTo>
                  <a:pt x="252369" y="479271"/>
                  <a:pt x="252179" y="485956"/>
                  <a:pt x="251259" y="491494"/>
                </a:cubicBezTo>
                <a:cubicBezTo>
                  <a:pt x="249997" y="499087"/>
                  <a:pt x="249133" y="500409"/>
                  <a:pt x="247743" y="496867"/>
                </a:cubicBezTo>
                <a:close/>
              </a:path>
            </a:pathLst>
          </a:custGeom>
          <a:solidFill>
            <a:srgbClr val="B9B9B9"/>
          </a:solidFill>
          <a:ln w="5163" cap="flat">
            <a:noFill/>
            <a:prstDash val="solid"/>
            <a:miter/>
          </a:ln>
        </p:spPr>
        <p:txBody>
          <a:bodyPr/>
          <a:lstStyle/>
          <a:p>
            <a:endParaRPr lang="es-419" noProof="0" dirty="0"/>
          </a:p>
        </p:txBody>
      </p:sp>
      <p:grpSp>
        <p:nvGrpSpPr>
          <p:cNvPr id="57" name="Gráfico 39">
            <a:extLst>
              <a:ext uri="{FF2B5EF4-FFF2-40B4-BE49-F238E27FC236}">
                <a16:creationId xmlns:a16="http://schemas.microsoft.com/office/drawing/2014/main" id="{B51E9202-F77B-C9EE-AACD-6AC9A0BC8179}"/>
              </a:ext>
            </a:extLst>
          </p:cNvPr>
          <p:cNvGrpSpPr/>
          <p:nvPr/>
        </p:nvGrpSpPr>
        <p:grpSpPr>
          <a:xfrm>
            <a:off x="726816" y="1624037"/>
            <a:ext cx="321478" cy="429471"/>
            <a:chOff x="726816" y="1624037"/>
            <a:chExt cx="321478" cy="429471"/>
          </a:xfrm>
          <a:solidFill>
            <a:srgbClr val="B9B9B9"/>
          </a:solidFill>
        </p:grpSpPr>
        <p:sp>
          <p:nvSpPr>
            <p:cNvPr id="58" name="Forma libre: forma 57">
              <a:extLst>
                <a:ext uri="{FF2B5EF4-FFF2-40B4-BE49-F238E27FC236}">
                  <a16:creationId xmlns:a16="http://schemas.microsoft.com/office/drawing/2014/main" id="{985D56D3-DE13-86D7-4B44-24FBA0EA1170}"/>
                </a:ext>
              </a:extLst>
            </p:cNvPr>
            <p:cNvSpPr/>
            <p:nvPr/>
          </p:nvSpPr>
          <p:spPr>
            <a:xfrm>
              <a:off x="726816" y="1624037"/>
              <a:ext cx="321478" cy="429471"/>
            </a:xfrm>
            <a:custGeom>
              <a:avLst/>
              <a:gdLst>
                <a:gd name="csX0" fmla="*/ 298651 w 321478"/>
                <a:gd name="csY0" fmla="*/ 424657 h 429471"/>
                <a:gd name="csX1" fmla="*/ 285240 w 321478"/>
                <a:gd name="csY1" fmla="*/ 406239 h 429471"/>
                <a:gd name="csX2" fmla="*/ 285795 w 321478"/>
                <a:gd name="csY2" fmla="*/ 410173 h 429471"/>
                <a:gd name="csX3" fmla="*/ 287678 w 321478"/>
                <a:gd name="csY3" fmla="*/ 415491 h 429471"/>
                <a:gd name="csX4" fmla="*/ 268647 w 321478"/>
                <a:gd name="csY4" fmla="*/ 394065 h 429471"/>
                <a:gd name="csX5" fmla="*/ 249603 w 321478"/>
                <a:gd name="csY5" fmla="*/ 371546 h 429471"/>
                <a:gd name="csX6" fmla="*/ 255246 w 321478"/>
                <a:gd name="csY6" fmla="*/ 382701 h 429471"/>
                <a:gd name="csX7" fmla="*/ 260888 w 321478"/>
                <a:gd name="csY7" fmla="*/ 392041 h 429471"/>
                <a:gd name="csX8" fmla="*/ 254982 w 321478"/>
                <a:gd name="csY8" fmla="*/ 386884 h 429471"/>
                <a:gd name="csX9" fmla="*/ 245088 w 321478"/>
                <a:gd name="csY9" fmla="*/ 373977 h 429471"/>
                <a:gd name="csX10" fmla="*/ 227283 w 321478"/>
                <a:gd name="csY10" fmla="*/ 350451 h 429471"/>
                <a:gd name="csX11" fmla="*/ 213463 w 321478"/>
                <a:gd name="csY11" fmla="*/ 331266 h 429471"/>
                <a:gd name="csX12" fmla="*/ 191325 w 321478"/>
                <a:gd name="csY12" fmla="*/ 295282 h 429471"/>
                <a:gd name="csX13" fmla="*/ 182351 w 321478"/>
                <a:gd name="csY13" fmla="*/ 288640 h 429471"/>
                <a:gd name="csX14" fmla="*/ 181003 w 321478"/>
                <a:gd name="csY14" fmla="*/ 283904 h 429471"/>
                <a:gd name="csX15" fmla="*/ 179966 w 321478"/>
                <a:gd name="csY15" fmla="*/ 277802 h 429471"/>
                <a:gd name="csX16" fmla="*/ 170951 w 321478"/>
                <a:gd name="csY16" fmla="*/ 271038 h 429471"/>
                <a:gd name="csX17" fmla="*/ 164513 w 321478"/>
                <a:gd name="csY17" fmla="*/ 268249 h 429471"/>
                <a:gd name="csX18" fmla="*/ 156542 w 321478"/>
                <a:gd name="csY18" fmla="*/ 264259 h 429471"/>
                <a:gd name="csX19" fmla="*/ 146588 w 321478"/>
                <a:gd name="csY19" fmla="*/ 257160 h 429471"/>
                <a:gd name="csX20" fmla="*/ 135566 w 321478"/>
                <a:gd name="csY20" fmla="*/ 244331 h 429471"/>
                <a:gd name="csX21" fmla="*/ 140198 w 321478"/>
                <a:gd name="csY21" fmla="*/ 240806 h 429471"/>
                <a:gd name="csX22" fmla="*/ 149956 w 321478"/>
                <a:gd name="csY22" fmla="*/ 243611 h 429471"/>
                <a:gd name="csX23" fmla="*/ 139967 w 321478"/>
                <a:gd name="csY23" fmla="*/ 232769 h 429471"/>
                <a:gd name="csX24" fmla="*/ 129672 w 321478"/>
                <a:gd name="csY24" fmla="*/ 230788 h 429471"/>
                <a:gd name="csX25" fmla="*/ 122631 w 321478"/>
                <a:gd name="csY25" fmla="*/ 229456 h 429471"/>
                <a:gd name="csX26" fmla="*/ 114075 w 321478"/>
                <a:gd name="csY26" fmla="*/ 225535 h 429471"/>
                <a:gd name="csX27" fmla="*/ 112561 w 321478"/>
                <a:gd name="csY27" fmla="*/ 210989 h 429471"/>
                <a:gd name="csX28" fmla="*/ 113046 w 321478"/>
                <a:gd name="csY28" fmla="*/ 198950 h 429471"/>
                <a:gd name="csX29" fmla="*/ 110205 w 321478"/>
                <a:gd name="csY29" fmla="*/ 203079 h 429471"/>
                <a:gd name="csX30" fmla="*/ 107624 w 321478"/>
                <a:gd name="csY30" fmla="*/ 210049 h 429471"/>
                <a:gd name="csX31" fmla="*/ 105042 w 321478"/>
                <a:gd name="csY31" fmla="*/ 205992 h 429471"/>
                <a:gd name="csX32" fmla="*/ 101146 w 321478"/>
                <a:gd name="csY32" fmla="*/ 198040 h 429471"/>
                <a:gd name="csX33" fmla="*/ 106495 w 321478"/>
                <a:gd name="csY33" fmla="*/ 192040 h 429471"/>
                <a:gd name="csX34" fmla="*/ 110185 w 321478"/>
                <a:gd name="csY34" fmla="*/ 189360 h 429471"/>
                <a:gd name="csX35" fmla="*/ 105416 w 321478"/>
                <a:gd name="csY35" fmla="*/ 184234 h 429471"/>
                <a:gd name="csX36" fmla="*/ 94806 w 321478"/>
                <a:gd name="csY36" fmla="*/ 176570 h 429471"/>
                <a:gd name="csX37" fmla="*/ 84222 w 321478"/>
                <a:gd name="csY37" fmla="*/ 170141 h 429471"/>
                <a:gd name="csX38" fmla="*/ 77400 w 321478"/>
                <a:gd name="csY38" fmla="*/ 165246 h 429471"/>
                <a:gd name="csX39" fmla="*/ 66830 w 321478"/>
                <a:gd name="csY39" fmla="*/ 157291 h 429471"/>
                <a:gd name="csX40" fmla="*/ 62321 w 321478"/>
                <a:gd name="csY40" fmla="*/ 153462 h 429471"/>
                <a:gd name="csX41" fmla="*/ 58487 w 321478"/>
                <a:gd name="csY41" fmla="*/ 146011 h 429471"/>
                <a:gd name="csX42" fmla="*/ 53413 w 321478"/>
                <a:gd name="csY42" fmla="*/ 136585 h 429471"/>
                <a:gd name="csX43" fmla="*/ 46519 w 321478"/>
                <a:gd name="csY43" fmla="*/ 136694 h 429471"/>
                <a:gd name="csX44" fmla="*/ 42767 w 321478"/>
                <a:gd name="csY44" fmla="*/ 137339 h 429471"/>
                <a:gd name="csX45" fmla="*/ 40545 w 321478"/>
                <a:gd name="csY45" fmla="*/ 138358 h 429471"/>
                <a:gd name="csX46" fmla="*/ 34194 w 321478"/>
                <a:gd name="csY46" fmla="*/ 139945 h 429471"/>
                <a:gd name="csX47" fmla="*/ 30312 w 321478"/>
                <a:gd name="csY47" fmla="*/ 128691 h 429471"/>
                <a:gd name="csX48" fmla="*/ 32982 w 321478"/>
                <a:gd name="csY48" fmla="*/ 121125 h 429471"/>
                <a:gd name="csX49" fmla="*/ 29550 w 321478"/>
                <a:gd name="csY49" fmla="*/ 122878 h 429471"/>
                <a:gd name="csX50" fmla="*/ 21151 w 321478"/>
                <a:gd name="csY50" fmla="*/ 122752 h 429471"/>
                <a:gd name="csX51" fmla="*/ 17154 w 321478"/>
                <a:gd name="csY51" fmla="*/ 123427 h 429471"/>
                <a:gd name="csX52" fmla="*/ 6342 w 321478"/>
                <a:gd name="csY52" fmla="*/ 119543 h 429471"/>
                <a:gd name="csX53" fmla="*/ 4365 w 321478"/>
                <a:gd name="csY53" fmla="*/ 113226 h 429471"/>
                <a:gd name="csX54" fmla="*/ 10819 w 321478"/>
                <a:gd name="csY54" fmla="*/ 114808 h 429471"/>
                <a:gd name="csX55" fmla="*/ 4707 w 321478"/>
                <a:gd name="csY55" fmla="*/ 109494 h 429471"/>
                <a:gd name="csX56" fmla="*/ 1796 w 321478"/>
                <a:gd name="csY56" fmla="*/ 100322 h 429471"/>
                <a:gd name="csX57" fmla="*/ 1838 w 321478"/>
                <a:gd name="csY57" fmla="*/ 92658 h 429471"/>
                <a:gd name="csX58" fmla="*/ 4233 w 321478"/>
                <a:gd name="csY58" fmla="*/ 77378 h 429471"/>
                <a:gd name="csX59" fmla="*/ 13902 w 321478"/>
                <a:gd name="csY59" fmla="*/ 62490 h 429471"/>
                <a:gd name="csX60" fmla="*/ 16192 w 321478"/>
                <a:gd name="csY60" fmla="*/ 65508 h 429471"/>
                <a:gd name="csX61" fmla="*/ 14368 w 321478"/>
                <a:gd name="csY61" fmla="*/ 71941 h 429471"/>
                <a:gd name="csX62" fmla="*/ 19324 w 321478"/>
                <a:gd name="csY62" fmla="*/ 65780 h 429471"/>
                <a:gd name="csX63" fmla="*/ 24280 w 321478"/>
                <a:gd name="csY63" fmla="*/ 59619 h 429471"/>
                <a:gd name="csX64" fmla="*/ 25989 w 321478"/>
                <a:gd name="csY64" fmla="*/ 66426 h 429471"/>
                <a:gd name="csX65" fmla="*/ 30049 w 321478"/>
                <a:gd name="csY65" fmla="*/ 73232 h 429471"/>
                <a:gd name="csX66" fmla="*/ 30241 w 321478"/>
                <a:gd name="csY66" fmla="*/ 65700 h 429471"/>
                <a:gd name="csX67" fmla="*/ 47033 w 321478"/>
                <a:gd name="csY67" fmla="*/ 46164 h 429471"/>
                <a:gd name="csX68" fmla="*/ 89508 w 321478"/>
                <a:gd name="csY68" fmla="*/ 4943 h 429471"/>
                <a:gd name="csX69" fmla="*/ 99998 w 321478"/>
                <a:gd name="csY69" fmla="*/ 2688 h 429471"/>
                <a:gd name="csX70" fmla="*/ 114706 w 321478"/>
                <a:gd name="csY70" fmla="*/ 3716 h 429471"/>
                <a:gd name="csX71" fmla="*/ 123108 w 321478"/>
                <a:gd name="csY71" fmla="*/ 2764 h 429471"/>
                <a:gd name="csX72" fmla="*/ 137332 w 321478"/>
                <a:gd name="csY72" fmla="*/ 60759 h 429471"/>
                <a:gd name="csX73" fmla="*/ 159468 w 321478"/>
                <a:gd name="csY73" fmla="*/ 80313 h 429471"/>
                <a:gd name="csX74" fmla="*/ 174324 w 321478"/>
                <a:gd name="csY74" fmla="*/ 89973 h 429471"/>
                <a:gd name="csX75" fmla="*/ 184004 w 321478"/>
                <a:gd name="csY75" fmla="*/ 107383 h 429471"/>
                <a:gd name="csX76" fmla="*/ 190190 w 321478"/>
                <a:gd name="csY76" fmla="*/ 148735 h 429471"/>
                <a:gd name="csX77" fmla="*/ 191494 w 321478"/>
                <a:gd name="csY77" fmla="*/ 177131 h 429471"/>
                <a:gd name="csX78" fmla="*/ 195355 w 321478"/>
                <a:gd name="csY78" fmla="*/ 191824 h 429471"/>
                <a:gd name="csX79" fmla="*/ 205385 w 321478"/>
                <a:gd name="csY79" fmla="*/ 204731 h 429471"/>
                <a:gd name="csX80" fmla="*/ 224780 w 321478"/>
                <a:gd name="csY80" fmla="*/ 233927 h 429471"/>
                <a:gd name="csX81" fmla="*/ 251313 w 321478"/>
                <a:gd name="csY81" fmla="*/ 251602 h 429471"/>
                <a:gd name="csX82" fmla="*/ 265826 w 321478"/>
                <a:gd name="csY82" fmla="*/ 256119 h 429471"/>
                <a:gd name="csX83" fmla="*/ 280190 w 321478"/>
                <a:gd name="csY83" fmla="*/ 283901 h 429471"/>
                <a:gd name="csX84" fmla="*/ 287275 w 321478"/>
                <a:gd name="csY84" fmla="*/ 317016 h 429471"/>
                <a:gd name="csX85" fmla="*/ 290907 w 321478"/>
                <a:gd name="csY85" fmla="*/ 329217 h 429471"/>
                <a:gd name="csX86" fmla="*/ 293537 w 321478"/>
                <a:gd name="csY86" fmla="*/ 337861 h 429471"/>
                <a:gd name="csX87" fmla="*/ 302616 w 321478"/>
                <a:gd name="csY87" fmla="*/ 352211 h 429471"/>
                <a:gd name="csX88" fmla="*/ 314264 w 321478"/>
                <a:gd name="csY88" fmla="*/ 364936 h 429471"/>
                <a:gd name="csX89" fmla="*/ 319645 w 321478"/>
                <a:gd name="csY89" fmla="*/ 375951 h 429471"/>
                <a:gd name="csX90" fmla="*/ 316721 w 321478"/>
                <a:gd name="csY90" fmla="*/ 384238 h 429471"/>
                <a:gd name="csX91" fmla="*/ 312540 w 321478"/>
                <a:gd name="csY91" fmla="*/ 395571 h 429471"/>
                <a:gd name="csX92" fmla="*/ 312871 w 321478"/>
                <a:gd name="csY92" fmla="*/ 424954 h 429471"/>
                <a:gd name="csX93" fmla="*/ 306671 w 321478"/>
                <a:gd name="csY93" fmla="*/ 429472 h 429471"/>
                <a:gd name="csX94" fmla="*/ 298651 w 321478"/>
                <a:gd name="csY94" fmla="*/ 424657 h 4294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321478" h="429471">
                  <a:moveTo>
                    <a:pt x="298651" y="424657"/>
                  </a:moveTo>
                  <a:cubicBezTo>
                    <a:pt x="298651" y="419121"/>
                    <a:pt x="289271" y="406239"/>
                    <a:pt x="285240" y="406239"/>
                  </a:cubicBezTo>
                  <a:cubicBezTo>
                    <a:pt x="283590" y="406239"/>
                    <a:pt x="283808" y="407778"/>
                    <a:pt x="285795" y="410173"/>
                  </a:cubicBezTo>
                  <a:cubicBezTo>
                    <a:pt x="287591" y="412337"/>
                    <a:pt x="288438" y="414730"/>
                    <a:pt x="287678" y="415491"/>
                  </a:cubicBezTo>
                  <a:cubicBezTo>
                    <a:pt x="285539" y="417629"/>
                    <a:pt x="270321" y="400495"/>
                    <a:pt x="268647" y="394065"/>
                  </a:cubicBezTo>
                  <a:cubicBezTo>
                    <a:pt x="267226" y="388605"/>
                    <a:pt x="249603" y="367767"/>
                    <a:pt x="249603" y="371546"/>
                  </a:cubicBezTo>
                  <a:cubicBezTo>
                    <a:pt x="249603" y="372545"/>
                    <a:pt x="252142" y="377564"/>
                    <a:pt x="255246" y="382701"/>
                  </a:cubicBezTo>
                  <a:lnTo>
                    <a:pt x="260888" y="392041"/>
                  </a:lnTo>
                  <a:lnTo>
                    <a:pt x="254982" y="386884"/>
                  </a:lnTo>
                  <a:cubicBezTo>
                    <a:pt x="251733" y="384048"/>
                    <a:pt x="247281" y="378240"/>
                    <a:pt x="245088" y="373977"/>
                  </a:cubicBezTo>
                  <a:cubicBezTo>
                    <a:pt x="242896" y="369714"/>
                    <a:pt x="234883" y="359128"/>
                    <a:pt x="227283" y="350451"/>
                  </a:cubicBezTo>
                  <a:cubicBezTo>
                    <a:pt x="219682" y="341775"/>
                    <a:pt x="213463" y="333142"/>
                    <a:pt x="213463" y="331266"/>
                  </a:cubicBezTo>
                  <a:cubicBezTo>
                    <a:pt x="213463" y="326133"/>
                    <a:pt x="194515" y="295333"/>
                    <a:pt x="191325" y="295282"/>
                  </a:cubicBezTo>
                  <a:cubicBezTo>
                    <a:pt x="189798" y="295257"/>
                    <a:pt x="185760" y="292268"/>
                    <a:pt x="182351" y="288640"/>
                  </a:cubicBezTo>
                  <a:cubicBezTo>
                    <a:pt x="177259" y="283219"/>
                    <a:pt x="177019" y="282375"/>
                    <a:pt x="181003" y="283904"/>
                  </a:cubicBezTo>
                  <a:cubicBezTo>
                    <a:pt x="185315" y="285558"/>
                    <a:pt x="185200" y="284882"/>
                    <a:pt x="179966" y="277802"/>
                  </a:cubicBezTo>
                  <a:cubicBezTo>
                    <a:pt x="176728" y="273422"/>
                    <a:pt x="172671" y="270378"/>
                    <a:pt x="170951" y="271038"/>
                  </a:cubicBezTo>
                  <a:cubicBezTo>
                    <a:pt x="169231" y="271698"/>
                    <a:pt x="166334" y="270443"/>
                    <a:pt x="164513" y="268249"/>
                  </a:cubicBezTo>
                  <a:cubicBezTo>
                    <a:pt x="162692" y="266054"/>
                    <a:pt x="159105" y="264259"/>
                    <a:pt x="156542" y="264259"/>
                  </a:cubicBezTo>
                  <a:cubicBezTo>
                    <a:pt x="153980" y="264259"/>
                    <a:pt x="149500" y="261065"/>
                    <a:pt x="146588" y="257160"/>
                  </a:cubicBezTo>
                  <a:cubicBezTo>
                    <a:pt x="143676" y="253256"/>
                    <a:pt x="138716" y="247482"/>
                    <a:pt x="135566" y="244331"/>
                  </a:cubicBezTo>
                  <a:cubicBezTo>
                    <a:pt x="127839" y="236597"/>
                    <a:pt x="131401" y="233886"/>
                    <a:pt x="140198" y="240806"/>
                  </a:cubicBezTo>
                  <a:cubicBezTo>
                    <a:pt x="145135" y="244689"/>
                    <a:pt x="148042" y="245525"/>
                    <a:pt x="149956" y="243611"/>
                  </a:cubicBezTo>
                  <a:cubicBezTo>
                    <a:pt x="154558" y="239009"/>
                    <a:pt x="147985" y="231874"/>
                    <a:pt x="139967" y="232769"/>
                  </a:cubicBezTo>
                  <a:cubicBezTo>
                    <a:pt x="136133" y="233196"/>
                    <a:pt x="131500" y="232305"/>
                    <a:pt x="129672" y="230788"/>
                  </a:cubicBezTo>
                  <a:cubicBezTo>
                    <a:pt x="127844" y="229271"/>
                    <a:pt x="124675" y="228672"/>
                    <a:pt x="122631" y="229456"/>
                  </a:cubicBezTo>
                  <a:cubicBezTo>
                    <a:pt x="120587" y="230241"/>
                    <a:pt x="116736" y="228476"/>
                    <a:pt x="114075" y="225535"/>
                  </a:cubicBezTo>
                  <a:cubicBezTo>
                    <a:pt x="109769" y="220777"/>
                    <a:pt x="109602" y="219173"/>
                    <a:pt x="112561" y="210989"/>
                  </a:cubicBezTo>
                  <a:cubicBezTo>
                    <a:pt x="114982" y="204297"/>
                    <a:pt x="115114" y="201018"/>
                    <a:pt x="113046" y="198950"/>
                  </a:cubicBezTo>
                  <a:cubicBezTo>
                    <a:pt x="110979" y="196883"/>
                    <a:pt x="110205" y="198007"/>
                    <a:pt x="110205" y="203079"/>
                  </a:cubicBezTo>
                  <a:cubicBezTo>
                    <a:pt x="110205" y="206912"/>
                    <a:pt x="109043" y="210049"/>
                    <a:pt x="107624" y="210049"/>
                  </a:cubicBezTo>
                  <a:cubicBezTo>
                    <a:pt x="106204" y="210049"/>
                    <a:pt x="105042" y="208223"/>
                    <a:pt x="105042" y="205992"/>
                  </a:cubicBezTo>
                  <a:cubicBezTo>
                    <a:pt x="105042" y="203761"/>
                    <a:pt x="103289" y="200182"/>
                    <a:pt x="101146" y="198040"/>
                  </a:cubicBezTo>
                  <a:cubicBezTo>
                    <a:pt x="95668" y="192562"/>
                    <a:pt x="98756" y="189098"/>
                    <a:pt x="106495" y="192040"/>
                  </a:cubicBezTo>
                  <a:cubicBezTo>
                    <a:pt x="112388" y="194281"/>
                    <a:pt x="112698" y="194056"/>
                    <a:pt x="110185" y="189360"/>
                  </a:cubicBezTo>
                  <a:cubicBezTo>
                    <a:pt x="108676" y="186541"/>
                    <a:pt x="106530" y="184234"/>
                    <a:pt x="105416" y="184234"/>
                  </a:cubicBezTo>
                  <a:cubicBezTo>
                    <a:pt x="104302" y="184234"/>
                    <a:pt x="99527" y="180785"/>
                    <a:pt x="94806" y="176570"/>
                  </a:cubicBezTo>
                  <a:cubicBezTo>
                    <a:pt x="90084" y="172354"/>
                    <a:pt x="85321" y="169461"/>
                    <a:pt x="84222" y="170141"/>
                  </a:cubicBezTo>
                  <a:cubicBezTo>
                    <a:pt x="83122" y="170820"/>
                    <a:pt x="80052" y="168617"/>
                    <a:pt x="77400" y="165246"/>
                  </a:cubicBezTo>
                  <a:cubicBezTo>
                    <a:pt x="74748" y="161874"/>
                    <a:pt x="69991" y="158294"/>
                    <a:pt x="66830" y="157291"/>
                  </a:cubicBezTo>
                  <a:cubicBezTo>
                    <a:pt x="63669" y="156287"/>
                    <a:pt x="61640" y="154564"/>
                    <a:pt x="62321" y="153462"/>
                  </a:cubicBezTo>
                  <a:cubicBezTo>
                    <a:pt x="63003" y="152359"/>
                    <a:pt x="61277" y="149007"/>
                    <a:pt x="58487" y="146011"/>
                  </a:cubicBezTo>
                  <a:cubicBezTo>
                    <a:pt x="55696" y="143016"/>
                    <a:pt x="53413" y="138774"/>
                    <a:pt x="53413" y="136585"/>
                  </a:cubicBezTo>
                  <a:cubicBezTo>
                    <a:pt x="53413" y="131375"/>
                    <a:pt x="48531" y="131452"/>
                    <a:pt x="46519" y="136694"/>
                  </a:cubicBezTo>
                  <a:cubicBezTo>
                    <a:pt x="45256" y="139986"/>
                    <a:pt x="44525" y="140111"/>
                    <a:pt x="42767" y="137339"/>
                  </a:cubicBezTo>
                  <a:cubicBezTo>
                    <a:pt x="41090" y="134693"/>
                    <a:pt x="40576" y="134929"/>
                    <a:pt x="40545" y="138358"/>
                  </a:cubicBezTo>
                  <a:cubicBezTo>
                    <a:pt x="40512" y="142152"/>
                    <a:pt x="39561" y="142390"/>
                    <a:pt x="34194" y="139945"/>
                  </a:cubicBezTo>
                  <a:cubicBezTo>
                    <a:pt x="25899" y="136165"/>
                    <a:pt x="24011" y="130691"/>
                    <a:pt x="30312" y="128691"/>
                  </a:cubicBezTo>
                  <a:cubicBezTo>
                    <a:pt x="35660" y="126994"/>
                    <a:pt x="36881" y="123535"/>
                    <a:pt x="32982" y="121125"/>
                  </a:cubicBezTo>
                  <a:cubicBezTo>
                    <a:pt x="31683" y="120322"/>
                    <a:pt x="30139" y="121111"/>
                    <a:pt x="29550" y="122878"/>
                  </a:cubicBezTo>
                  <a:cubicBezTo>
                    <a:pt x="28702" y="125423"/>
                    <a:pt x="26957" y="125397"/>
                    <a:pt x="21151" y="122752"/>
                  </a:cubicBezTo>
                  <a:cubicBezTo>
                    <a:pt x="14600" y="119767"/>
                    <a:pt x="14176" y="119839"/>
                    <a:pt x="17154" y="123427"/>
                  </a:cubicBezTo>
                  <a:cubicBezTo>
                    <a:pt x="23195" y="130706"/>
                    <a:pt x="15185" y="127829"/>
                    <a:pt x="6342" y="119543"/>
                  </a:cubicBezTo>
                  <a:cubicBezTo>
                    <a:pt x="-1702" y="112007"/>
                    <a:pt x="-1792" y="111717"/>
                    <a:pt x="4365" y="113226"/>
                  </a:cubicBezTo>
                  <a:lnTo>
                    <a:pt x="10819" y="114808"/>
                  </a:lnTo>
                  <a:lnTo>
                    <a:pt x="4707" y="109494"/>
                  </a:lnTo>
                  <a:cubicBezTo>
                    <a:pt x="-312" y="105131"/>
                    <a:pt x="-833" y="103490"/>
                    <a:pt x="1796" y="100322"/>
                  </a:cubicBezTo>
                  <a:cubicBezTo>
                    <a:pt x="4323" y="97278"/>
                    <a:pt x="4332" y="95662"/>
                    <a:pt x="1838" y="92658"/>
                  </a:cubicBezTo>
                  <a:cubicBezTo>
                    <a:pt x="-700" y="89600"/>
                    <a:pt x="-229" y="86595"/>
                    <a:pt x="4233" y="77378"/>
                  </a:cubicBezTo>
                  <a:cubicBezTo>
                    <a:pt x="7287" y="71068"/>
                    <a:pt x="11639" y="64368"/>
                    <a:pt x="13902" y="62490"/>
                  </a:cubicBezTo>
                  <a:cubicBezTo>
                    <a:pt x="17532" y="59477"/>
                    <a:pt x="17802" y="59833"/>
                    <a:pt x="16192" y="65508"/>
                  </a:cubicBezTo>
                  <a:lnTo>
                    <a:pt x="14368" y="71941"/>
                  </a:lnTo>
                  <a:lnTo>
                    <a:pt x="19324" y="65780"/>
                  </a:lnTo>
                  <a:lnTo>
                    <a:pt x="24280" y="59619"/>
                  </a:lnTo>
                  <a:lnTo>
                    <a:pt x="25989" y="66426"/>
                  </a:lnTo>
                  <a:cubicBezTo>
                    <a:pt x="26928" y="70169"/>
                    <a:pt x="28755" y="73232"/>
                    <a:pt x="30049" y="73232"/>
                  </a:cubicBezTo>
                  <a:cubicBezTo>
                    <a:pt x="31420" y="73232"/>
                    <a:pt x="31500" y="70091"/>
                    <a:pt x="30241" y="65700"/>
                  </a:cubicBezTo>
                  <a:cubicBezTo>
                    <a:pt x="28162" y="58450"/>
                    <a:pt x="28788" y="57720"/>
                    <a:pt x="47033" y="46164"/>
                  </a:cubicBezTo>
                  <a:cubicBezTo>
                    <a:pt x="66934" y="33559"/>
                    <a:pt x="85466" y="15573"/>
                    <a:pt x="89508" y="4943"/>
                  </a:cubicBezTo>
                  <a:cubicBezTo>
                    <a:pt x="91833" y="-1172"/>
                    <a:pt x="92131" y="-1236"/>
                    <a:pt x="99998" y="2688"/>
                  </a:cubicBezTo>
                  <a:cubicBezTo>
                    <a:pt x="106503" y="5933"/>
                    <a:pt x="109396" y="6135"/>
                    <a:pt x="114706" y="3716"/>
                  </a:cubicBezTo>
                  <a:cubicBezTo>
                    <a:pt x="118341" y="2059"/>
                    <a:pt x="122122" y="1631"/>
                    <a:pt x="123108" y="2764"/>
                  </a:cubicBezTo>
                  <a:cubicBezTo>
                    <a:pt x="125561" y="5583"/>
                    <a:pt x="135461" y="45948"/>
                    <a:pt x="137332" y="60759"/>
                  </a:cubicBezTo>
                  <a:cubicBezTo>
                    <a:pt x="139199" y="75538"/>
                    <a:pt x="141734" y="77777"/>
                    <a:pt x="159468" y="80313"/>
                  </a:cubicBezTo>
                  <a:cubicBezTo>
                    <a:pt x="172513" y="82178"/>
                    <a:pt x="173509" y="82826"/>
                    <a:pt x="174324" y="89973"/>
                  </a:cubicBezTo>
                  <a:cubicBezTo>
                    <a:pt x="174804" y="94187"/>
                    <a:pt x="179160" y="102021"/>
                    <a:pt x="184004" y="107383"/>
                  </a:cubicBezTo>
                  <a:cubicBezTo>
                    <a:pt x="193664" y="118075"/>
                    <a:pt x="194152" y="121338"/>
                    <a:pt x="190190" y="148735"/>
                  </a:cubicBezTo>
                  <a:cubicBezTo>
                    <a:pt x="188197" y="162515"/>
                    <a:pt x="188470" y="168448"/>
                    <a:pt x="191494" y="177131"/>
                  </a:cubicBezTo>
                  <a:cubicBezTo>
                    <a:pt x="193597" y="183167"/>
                    <a:pt x="195335" y="189779"/>
                    <a:pt x="195355" y="191824"/>
                  </a:cubicBezTo>
                  <a:cubicBezTo>
                    <a:pt x="195376" y="193868"/>
                    <a:pt x="199889" y="199676"/>
                    <a:pt x="205385" y="204731"/>
                  </a:cubicBezTo>
                  <a:cubicBezTo>
                    <a:pt x="211344" y="210212"/>
                    <a:pt x="219172" y="221995"/>
                    <a:pt x="224780" y="233927"/>
                  </a:cubicBezTo>
                  <a:cubicBezTo>
                    <a:pt x="234706" y="255043"/>
                    <a:pt x="236093" y="255967"/>
                    <a:pt x="251313" y="251602"/>
                  </a:cubicBezTo>
                  <a:cubicBezTo>
                    <a:pt x="258379" y="249575"/>
                    <a:pt x="260277" y="250166"/>
                    <a:pt x="265826" y="256119"/>
                  </a:cubicBezTo>
                  <a:cubicBezTo>
                    <a:pt x="272628" y="263417"/>
                    <a:pt x="281243" y="280080"/>
                    <a:pt x="280190" y="283901"/>
                  </a:cubicBezTo>
                  <a:cubicBezTo>
                    <a:pt x="278841" y="288796"/>
                    <a:pt x="283826" y="312090"/>
                    <a:pt x="287275" y="317016"/>
                  </a:cubicBezTo>
                  <a:cubicBezTo>
                    <a:pt x="289273" y="319867"/>
                    <a:pt x="290907" y="325358"/>
                    <a:pt x="290907" y="329217"/>
                  </a:cubicBezTo>
                  <a:cubicBezTo>
                    <a:pt x="290907" y="333077"/>
                    <a:pt x="292090" y="336967"/>
                    <a:pt x="293537" y="337861"/>
                  </a:cubicBezTo>
                  <a:cubicBezTo>
                    <a:pt x="294984" y="338755"/>
                    <a:pt x="299069" y="345213"/>
                    <a:pt x="302616" y="352211"/>
                  </a:cubicBezTo>
                  <a:cubicBezTo>
                    <a:pt x="307126" y="361111"/>
                    <a:pt x="310627" y="364936"/>
                    <a:pt x="314264" y="364936"/>
                  </a:cubicBezTo>
                  <a:cubicBezTo>
                    <a:pt x="320436" y="364936"/>
                    <a:pt x="323792" y="371805"/>
                    <a:pt x="319645" y="375951"/>
                  </a:cubicBezTo>
                  <a:cubicBezTo>
                    <a:pt x="318037" y="377560"/>
                    <a:pt x="316721" y="381289"/>
                    <a:pt x="316721" y="384238"/>
                  </a:cubicBezTo>
                  <a:cubicBezTo>
                    <a:pt x="316721" y="387188"/>
                    <a:pt x="314840" y="392287"/>
                    <a:pt x="312540" y="395571"/>
                  </a:cubicBezTo>
                  <a:cubicBezTo>
                    <a:pt x="308425" y="401445"/>
                    <a:pt x="308570" y="414286"/>
                    <a:pt x="312871" y="424954"/>
                  </a:cubicBezTo>
                  <a:cubicBezTo>
                    <a:pt x="314372" y="428678"/>
                    <a:pt x="313283" y="429472"/>
                    <a:pt x="306671" y="429472"/>
                  </a:cubicBezTo>
                  <a:cubicBezTo>
                    <a:pt x="300565" y="429472"/>
                    <a:pt x="298651" y="428323"/>
                    <a:pt x="298651" y="424657"/>
                  </a:cubicBezTo>
                  <a:close/>
                </a:path>
              </a:pathLst>
            </a:custGeom>
            <a:solidFill>
              <a:srgbClr val="B9B9B9"/>
            </a:solidFill>
            <a:ln w="5163" cap="flat">
              <a:noFill/>
              <a:prstDash val="solid"/>
              <a:miter/>
            </a:ln>
          </p:spPr>
          <p:txBody>
            <a:bodyPr/>
            <a:lstStyle/>
            <a:p>
              <a:endParaRPr lang="es-419" noProof="0" dirty="0"/>
            </a:p>
          </p:txBody>
        </p:sp>
        <p:sp>
          <p:nvSpPr>
            <p:cNvPr id="59" name="Forma libre: forma 58">
              <a:extLst>
                <a:ext uri="{FF2B5EF4-FFF2-40B4-BE49-F238E27FC236}">
                  <a16:creationId xmlns:a16="http://schemas.microsoft.com/office/drawing/2014/main" id="{E25889FC-4F54-412D-BF48-35ACC3D54D83}"/>
                </a:ext>
              </a:extLst>
            </p:cNvPr>
            <p:cNvSpPr/>
            <p:nvPr/>
          </p:nvSpPr>
          <p:spPr>
            <a:xfrm>
              <a:off x="812163" y="1806340"/>
              <a:ext cx="15955" cy="30179"/>
            </a:xfrm>
            <a:custGeom>
              <a:avLst/>
              <a:gdLst>
                <a:gd name="csX0" fmla="*/ 12859 w 15955"/>
                <a:gd name="csY0" fmla="*/ 27128 h 30179"/>
                <a:gd name="csX1" fmla="*/ 45 w 15955"/>
                <a:gd name="csY1" fmla="*/ 70 h 30179"/>
                <a:gd name="csX2" fmla="*/ 15145 w 15955"/>
                <a:gd name="csY2" fmla="*/ 24519 h 30179"/>
                <a:gd name="csX3" fmla="*/ 12859 w 15955"/>
                <a:gd name="csY3" fmla="*/ 27128 h 30179"/>
              </a:gdLst>
              <a:ahLst/>
              <a:cxnLst>
                <a:cxn ang="0">
                  <a:pos x="csX0" y="csY0"/>
                </a:cxn>
                <a:cxn ang="0">
                  <a:pos x="csX1" y="csY1"/>
                </a:cxn>
                <a:cxn ang="0">
                  <a:pos x="csX2" y="csY2"/>
                </a:cxn>
                <a:cxn ang="0">
                  <a:pos x="csX3" y="csY3"/>
                </a:cxn>
              </a:cxnLst>
              <a:rect l="l" t="t" r="r" b="b"/>
              <a:pathLst>
                <a:path w="15955" h="30179">
                  <a:moveTo>
                    <a:pt x="12859" y="27128"/>
                  </a:moveTo>
                  <a:cubicBezTo>
                    <a:pt x="8119" y="19457"/>
                    <a:pt x="-707" y="822"/>
                    <a:pt x="45" y="70"/>
                  </a:cubicBezTo>
                  <a:cubicBezTo>
                    <a:pt x="1430" y="-1315"/>
                    <a:pt x="13563" y="18330"/>
                    <a:pt x="15145" y="24519"/>
                  </a:cubicBezTo>
                  <a:cubicBezTo>
                    <a:pt x="16793" y="30962"/>
                    <a:pt x="15876" y="32008"/>
                    <a:pt x="12859" y="27128"/>
                  </a:cubicBezTo>
                  <a:close/>
                </a:path>
              </a:pathLst>
            </a:custGeom>
            <a:solidFill>
              <a:srgbClr val="B9B9B9"/>
            </a:solidFill>
            <a:ln w="5163" cap="flat">
              <a:noFill/>
              <a:prstDash val="solid"/>
              <a:miter/>
            </a:ln>
          </p:spPr>
          <p:txBody>
            <a:bodyPr/>
            <a:lstStyle/>
            <a:p>
              <a:endParaRPr lang="es-419" noProof="0" dirty="0"/>
            </a:p>
          </p:txBody>
        </p:sp>
      </p:grpSp>
      <p:sp>
        <p:nvSpPr>
          <p:cNvPr id="60" name="Forma libre: forma 59">
            <a:extLst>
              <a:ext uri="{FF2B5EF4-FFF2-40B4-BE49-F238E27FC236}">
                <a16:creationId xmlns:a16="http://schemas.microsoft.com/office/drawing/2014/main" id="{CE9DD057-6737-6DE4-15ED-00905227918A}"/>
              </a:ext>
            </a:extLst>
          </p:cNvPr>
          <p:cNvSpPr/>
          <p:nvPr/>
        </p:nvSpPr>
        <p:spPr>
          <a:xfrm>
            <a:off x="781520" y="1178397"/>
            <a:ext cx="460893" cy="570101"/>
          </a:xfrm>
          <a:custGeom>
            <a:avLst/>
            <a:gdLst>
              <a:gd name="csX0" fmla="*/ 151660 w 460893"/>
              <a:gd name="csY0" fmla="*/ 568610 h 570101"/>
              <a:gd name="csX1" fmla="*/ 140689 w 460893"/>
              <a:gd name="csY1" fmla="*/ 563178 h 570101"/>
              <a:gd name="csX2" fmla="*/ 131877 w 460893"/>
              <a:gd name="csY2" fmla="*/ 549661 h 570101"/>
              <a:gd name="csX3" fmla="*/ 122196 w 460893"/>
              <a:gd name="csY3" fmla="*/ 532968 h 570101"/>
              <a:gd name="csX4" fmla="*/ 107130 w 460893"/>
              <a:gd name="csY4" fmla="*/ 523131 h 570101"/>
              <a:gd name="csX5" fmla="*/ 89869 w 460893"/>
              <a:gd name="csY5" fmla="*/ 518421 h 570101"/>
              <a:gd name="csX6" fmla="*/ 85076 w 460893"/>
              <a:gd name="csY6" fmla="*/ 501266 h 570101"/>
              <a:gd name="csX7" fmla="*/ 77677 w 460893"/>
              <a:gd name="csY7" fmla="*/ 465952 h 570101"/>
              <a:gd name="csX8" fmla="*/ 72006 w 460893"/>
              <a:gd name="csY8" fmla="*/ 445300 h 570101"/>
              <a:gd name="csX9" fmla="*/ 58957 w 460893"/>
              <a:gd name="csY9" fmla="*/ 446095 h 570101"/>
              <a:gd name="csX10" fmla="*/ 35144 w 460893"/>
              <a:gd name="csY10" fmla="*/ 436548 h 570101"/>
              <a:gd name="csX11" fmla="*/ 24381 w 460893"/>
              <a:gd name="csY11" fmla="*/ 426207 h 570101"/>
              <a:gd name="csX12" fmla="*/ 26114 w 460893"/>
              <a:gd name="csY12" fmla="*/ 405421 h 570101"/>
              <a:gd name="csX13" fmla="*/ 25165 w 460893"/>
              <a:gd name="csY13" fmla="*/ 384636 h 570101"/>
              <a:gd name="csX14" fmla="*/ 17520 w 460893"/>
              <a:gd name="csY14" fmla="*/ 374956 h 570101"/>
              <a:gd name="csX15" fmla="*/ 6475 w 460893"/>
              <a:gd name="csY15" fmla="*/ 353942 h 570101"/>
              <a:gd name="csX16" fmla="*/ 196 w 460893"/>
              <a:gd name="csY16" fmla="*/ 332000 h 570101"/>
              <a:gd name="csX17" fmla="*/ 0 w 460893"/>
              <a:gd name="csY17" fmla="*/ 321391 h 570101"/>
              <a:gd name="csX18" fmla="*/ 20006 w 460893"/>
              <a:gd name="csY18" fmla="*/ 322209 h 570101"/>
              <a:gd name="csX19" fmla="*/ 37306 w 460893"/>
              <a:gd name="csY19" fmla="*/ 304003 h 570101"/>
              <a:gd name="csX20" fmla="*/ 36933 w 460893"/>
              <a:gd name="csY20" fmla="*/ 289805 h 570101"/>
              <a:gd name="csX21" fmla="*/ 37690 w 460893"/>
              <a:gd name="csY21" fmla="*/ 253719 h 570101"/>
              <a:gd name="csX22" fmla="*/ 41303 w 460893"/>
              <a:gd name="csY22" fmla="*/ 221451 h 570101"/>
              <a:gd name="csX23" fmla="*/ 48412 w 460893"/>
              <a:gd name="csY23" fmla="*/ 202644 h 570101"/>
              <a:gd name="csX24" fmla="*/ 48257 w 460893"/>
              <a:gd name="csY24" fmla="*/ 124622 h 570101"/>
              <a:gd name="csX25" fmla="*/ 40464 w 460893"/>
              <a:gd name="csY25" fmla="*/ 83859 h 570101"/>
              <a:gd name="csX26" fmla="*/ 52830 w 460893"/>
              <a:gd name="csY26" fmla="*/ 45160 h 570101"/>
              <a:gd name="csX27" fmla="*/ 63246 w 460893"/>
              <a:gd name="csY27" fmla="*/ 46920 h 570101"/>
              <a:gd name="csX28" fmla="*/ 63246 w 460893"/>
              <a:gd name="csY28" fmla="*/ 23460 h 570101"/>
              <a:gd name="csX29" fmla="*/ 66672 w 460893"/>
              <a:gd name="csY29" fmla="*/ 0 h 570101"/>
              <a:gd name="csX30" fmla="*/ 126691 w 460893"/>
              <a:gd name="csY30" fmla="*/ 3798 h 570101"/>
              <a:gd name="csX31" fmla="*/ 203405 w 460893"/>
              <a:gd name="csY31" fmla="*/ 8311 h 570101"/>
              <a:gd name="csX32" fmla="*/ 223527 w 460893"/>
              <a:gd name="csY32" fmla="*/ 9026 h 570101"/>
              <a:gd name="csX33" fmla="*/ 229665 w 460893"/>
              <a:gd name="csY33" fmla="*/ 21938 h 570101"/>
              <a:gd name="csX34" fmla="*/ 254984 w 460893"/>
              <a:gd name="csY34" fmla="*/ 54210 h 570101"/>
              <a:gd name="csX35" fmla="*/ 267180 w 460893"/>
              <a:gd name="csY35" fmla="*/ 65624 h 570101"/>
              <a:gd name="csX36" fmla="*/ 283960 w 460893"/>
              <a:gd name="csY36" fmla="*/ 83994 h 570101"/>
              <a:gd name="csX37" fmla="*/ 300739 w 460893"/>
              <a:gd name="csY37" fmla="*/ 103278 h 570101"/>
              <a:gd name="csX38" fmla="*/ 307688 w 460893"/>
              <a:gd name="csY38" fmla="*/ 107024 h 570101"/>
              <a:gd name="csX39" fmla="*/ 338320 w 460893"/>
              <a:gd name="csY39" fmla="*/ 140082 h 570101"/>
              <a:gd name="csX40" fmla="*/ 345307 w 460893"/>
              <a:gd name="csY40" fmla="*/ 156757 h 570101"/>
              <a:gd name="csX41" fmla="*/ 350264 w 460893"/>
              <a:gd name="csY41" fmla="*/ 174757 h 570101"/>
              <a:gd name="csX42" fmla="*/ 353728 w 460893"/>
              <a:gd name="csY42" fmla="*/ 192882 h 570101"/>
              <a:gd name="csX43" fmla="*/ 357557 w 460893"/>
              <a:gd name="csY43" fmla="*/ 206186 h 570101"/>
              <a:gd name="csX44" fmla="*/ 373046 w 460893"/>
              <a:gd name="csY44" fmla="*/ 221653 h 570101"/>
              <a:gd name="csX45" fmla="*/ 388508 w 460893"/>
              <a:gd name="csY45" fmla="*/ 235073 h 570101"/>
              <a:gd name="csX46" fmla="*/ 408536 w 460893"/>
              <a:gd name="csY46" fmla="*/ 251563 h 570101"/>
              <a:gd name="csX47" fmla="*/ 419486 w 460893"/>
              <a:gd name="csY47" fmla="*/ 258145 h 570101"/>
              <a:gd name="csX48" fmla="*/ 429612 w 460893"/>
              <a:gd name="csY48" fmla="*/ 264555 h 570101"/>
              <a:gd name="csX49" fmla="*/ 440498 w 460893"/>
              <a:gd name="csY49" fmla="*/ 270196 h 570101"/>
              <a:gd name="csX50" fmla="*/ 458638 w 460893"/>
              <a:gd name="csY50" fmla="*/ 279871 h 570101"/>
              <a:gd name="csX51" fmla="*/ 433706 w 460893"/>
              <a:gd name="csY51" fmla="*/ 328123 h 570101"/>
              <a:gd name="csX52" fmla="*/ 401785 w 460893"/>
              <a:gd name="csY52" fmla="*/ 376892 h 570101"/>
              <a:gd name="csX53" fmla="*/ 408173 w 460893"/>
              <a:gd name="csY53" fmla="*/ 427230 h 570101"/>
              <a:gd name="csX54" fmla="*/ 407224 w 460893"/>
              <a:gd name="csY54" fmla="*/ 481463 h 570101"/>
              <a:gd name="csX55" fmla="*/ 357001 w 460893"/>
              <a:gd name="csY55" fmla="*/ 500599 h 570101"/>
              <a:gd name="csX56" fmla="*/ 339993 w 460893"/>
              <a:gd name="csY56" fmla="*/ 507393 h 570101"/>
              <a:gd name="csX57" fmla="*/ 315871 w 460893"/>
              <a:gd name="csY57" fmla="*/ 500146 h 570101"/>
              <a:gd name="csX58" fmla="*/ 305685 w 460893"/>
              <a:gd name="csY58" fmla="*/ 499249 h 570101"/>
              <a:gd name="csX59" fmla="*/ 291896 w 460893"/>
              <a:gd name="csY59" fmla="*/ 499687 h 570101"/>
              <a:gd name="csX60" fmla="*/ 270870 w 460893"/>
              <a:gd name="csY60" fmla="*/ 491757 h 570101"/>
              <a:gd name="csX61" fmla="*/ 256706 w 460893"/>
              <a:gd name="csY61" fmla="*/ 481408 h 570101"/>
              <a:gd name="csX62" fmla="*/ 242051 w 460893"/>
              <a:gd name="csY62" fmla="*/ 472207 h 570101"/>
              <a:gd name="csX63" fmla="*/ 227525 w 460893"/>
              <a:gd name="csY63" fmla="*/ 468533 h 570101"/>
              <a:gd name="csX64" fmla="*/ 222731 w 460893"/>
              <a:gd name="csY64" fmla="*/ 472486 h 570101"/>
              <a:gd name="csX65" fmla="*/ 210984 w 460893"/>
              <a:gd name="csY65" fmla="*/ 493362 h 570101"/>
              <a:gd name="csX66" fmla="*/ 200162 w 460893"/>
              <a:gd name="csY66" fmla="*/ 504374 h 570101"/>
              <a:gd name="csX67" fmla="*/ 192160 w 460893"/>
              <a:gd name="csY67" fmla="*/ 516880 h 570101"/>
              <a:gd name="csX68" fmla="*/ 189436 w 460893"/>
              <a:gd name="csY68" fmla="*/ 530760 h 570101"/>
              <a:gd name="csX69" fmla="*/ 184534 w 460893"/>
              <a:gd name="csY69" fmla="*/ 547022 h 570101"/>
              <a:gd name="csX70" fmla="*/ 182598 w 460893"/>
              <a:gd name="csY70" fmla="*/ 561518 h 570101"/>
              <a:gd name="csX71" fmla="*/ 164446 w 460893"/>
              <a:gd name="csY71" fmla="*/ 570049 h 570101"/>
              <a:gd name="csX72" fmla="*/ 151660 w 460893"/>
              <a:gd name="csY72" fmla="*/ 568610 h 5701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Lst>
            <a:rect l="l" t="t" r="r" b="b"/>
            <a:pathLst>
              <a:path w="460893" h="570101">
                <a:moveTo>
                  <a:pt x="151660" y="568610"/>
                </a:moveTo>
                <a:cubicBezTo>
                  <a:pt x="143384" y="567865"/>
                  <a:pt x="140689" y="566530"/>
                  <a:pt x="140689" y="563178"/>
                </a:cubicBezTo>
                <a:cubicBezTo>
                  <a:pt x="140689" y="560733"/>
                  <a:pt x="136724" y="554651"/>
                  <a:pt x="131877" y="549661"/>
                </a:cubicBezTo>
                <a:cubicBezTo>
                  <a:pt x="126875" y="544511"/>
                  <a:pt x="122689" y="537293"/>
                  <a:pt x="122196" y="532968"/>
                </a:cubicBezTo>
                <a:cubicBezTo>
                  <a:pt x="121389" y="525881"/>
                  <a:pt x="120335" y="525192"/>
                  <a:pt x="107130" y="523131"/>
                </a:cubicBezTo>
                <a:cubicBezTo>
                  <a:pt x="99321" y="521912"/>
                  <a:pt x="91554" y="519792"/>
                  <a:pt x="89869" y="518421"/>
                </a:cubicBezTo>
                <a:cubicBezTo>
                  <a:pt x="88184" y="517050"/>
                  <a:pt x="86027" y="509330"/>
                  <a:pt x="85076" y="501266"/>
                </a:cubicBezTo>
                <a:cubicBezTo>
                  <a:pt x="84126" y="493202"/>
                  <a:pt x="80796" y="477310"/>
                  <a:pt x="77677" y="465952"/>
                </a:cubicBezTo>
                <a:lnTo>
                  <a:pt x="72006" y="445300"/>
                </a:lnTo>
                <a:lnTo>
                  <a:pt x="58957" y="446095"/>
                </a:lnTo>
                <a:cubicBezTo>
                  <a:pt x="46778" y="446836"/>
                  <a:pt x="45189" y="446199"/>
                  <a:pt x="35144" y="436548"/>
                </a:cubicBezTo>
                <a:lnTo>
                  <a:pt x="24381" y="426207"/>
                </a:lnTo>
                <a:lnTo>
                  <a:pt x="26114" y="405421"/>
                </a:lnTo>
                <a:cubicBezTo>
                  <a:pt x="27263" y="391650"/>
                  <a:pt x="26942" y="384636"/>
                  <a:pt x="25165" y="384636"/>
                </a:cubicBezTo>
                <a:cubicBezTo>
                  <a:pt x="23689" y="384636"/>
                  <a:pt x="20249" y="380280"/>
                  <a:pt x="17520" y="374956"/>
                </a:cubicBezTo>
                <a:cubicBezTo>
                  <a:pt x="14791" y="369631"/>
                  <a:pt x="9821" y="360175"/>
                  <a:pt x="6475" y="353942"/>
                </a:cubicBezTo>
                <a:cubicBezTo>
                  <a:pt x="3106" y="347664"/>
                  <a:pt x="305" y="337877"/>
                  <a:pt x="196" y="332000"/>
                </a:cubicBezTo>
                <a:lnTo>
                  <a:pt x="0" y="321391"/>
                </a:lnTo>
                <a:lnTo>
                  <a:pt x="20006" y="322209"/>
                </a:lnTo>
                <a:cubicBezTo>
                  <a:pt x="42391" y="323125"/>
                  <a:pt x="42565" y="322942"/>
                  <a:pt x="37306" y="304003"/>
                </a:cubicBezTo>
                <a:cubicBezTo>
                  <a:pt x="35685" y="298169"/>
                  <a:pt x="35538" y="292562"/>
                  <a:pt x="36933" y="289805"/>
                </a:cubicBezTo>
                <a:cubicBezTo>
                  <a:pt x="38201" y="287300"/>
                  <a:pt x="38542" y="271061"/>
                  <a:pt x="37690" y="253719"/>
                </a:cubicBezTo>
                <a:cubicBezTo>
                  <a:pt x="36207" y="223555"/>
                  <a:pt x="36364" y="222156"/>
                  <a:pt x="41303" y="221451"/>
                </a:cubicBezTo>
                <a:cubicBezTo>
                  <a:pt x="45680" y="220826"/>
                  <a:pt x="46762" y="217964"/>
                  <a:pt x="48412" y="202644"/>
                </a:cubicBezTo>
                <a:cubicBezTo>
                  <a:pt x="51806" y="171127"/>
                  <a:pt x="51726" y="130863"/>
                  <a:pt x="48257" y="124622"/>
                </a:cubicBezTo>
                <a:cubicBezTo>
                  <a:pt x="46501" y="121464"/>
                  <a:pt x="42994" y="103121"/>
                  <a:pt x="40464" y="83859"/>
                </a:cubicBezTo>
                <a:cubicBezTo>
                  <a:pt x="35209" y="43860"/>
                  <a:pt x="35717" y="42269"/>
                  <a:pt x="52830" y="45160"/>
                </a:cubicBezTo>
                <a:lnTo>
                  <a:pt x="63246" y="46920"/>
                </a:lnTo>
                <a:lnTo>
                  <a:pt x="63246" y="23460"/>
                </a:lnTo>
                <a:cubicBezTo>
                  <a:pt x="63246" y="5683"/>
                  <a:pt x="64076" y="0"/>
                  <a:pt x="66672" y="0"/>
                </a:cubicBezTo>
                <a:cubicBezTo>
                  <a:pt x="68557" y="0"/>
                  <a:pt x="95565" y="1709"/>
                  <a:pt x="126691" y="3798"/>
                </a:cubicBezTo>
                <a:cubicBezTo>
                  <a:pt x="157817" y="5887"/>
                  <a:pt x="192338" y="7917"/>
                  <a:pt x="203405" y="8311"/>
                </a:cubicBezTo>
                <a:lnTo>
                  <a:pt x="223527" y="9026"/>
                </a:lnTo>
                <a:lnTo>
                  <a:pt x="229665" y="21938"/>
                </a:lnTo>
                <a:cubicBezTo>
                  <a:pt x="235583" y="34389"/>
                  <a:pt x="251134" y="54210"/>
                  <a:pt x="254984" y="54210"/>
                </a:cubicBezTo>
                <a:cubicBezTo>
                  <a:pt x="256963" y="54210"/>
                  <a:pt x="267180" y="63772"/>
                  <a:pt x="267180" y="65624"/>
                </a:cubicBezTo>
                <a:cubicBezTo>
                  <a:pt x="267180" y="66222"/>
                  <a:pt x="274731" y="74489"/>
                  <a:pt x="283960" y="83994"/>
                </a:cubicBezTo>
                <a:cubicBezTo>
                  <a:pt x="293188" y="93499"/>
                  <a:pt x="300739" y="102177"/>
                  <a:pt x="300739" y="103278"/>
                </a:cubicBezTo>
                <a:cubicBezTo>
                  <a:pt x="300739" y="104379"/>
                  <a:pt x="303866" y="106065"/>
                  <a:pt x="307688" y="107024"/>
                </a:cubicBezTo>
                <a:cubicBezTo>
                  <a:pt x="316754" y="109299"/>
                  <a:pt x="336159" y="130241"/>
                  <a:pt x="338320" y="140082"/>
                </a:cubicBezTo>
                <a:cubicBezTo>
                  <a:pt x="339250" y="144316"/>
                  <a:pt x="342394" y="151820"/>
                  <a:pt x="345307" y="156757"/>
                </a:cubicBezTo>
                <a:cubicBezTo>
                  <a:pt x="348253" y="161749"/>
                  <a:pt x="350453" y="169738"/>
                  <a:pt x="350264" y="174757"/>
                </a:cubicBezTo>
                <a:cubicBezTo>
                  <a:pt x="350078" y="179720"/>
                  <a:pt x="351636" y="187876"/>
                  <a:pt x="353728" y="192882"/>
                </a:cubicBezTo>
                <a:cubicBezTo>
                  <a:pt x="355820" y="197888"/>
                  <a:pt x="357543" y="203875"/>
                  <a:pt x="357557" y="206186"/>
                </a:cubicBezTo>
                <a:cubicBezTo>
                  <a:pt x="357572" y="208497"/>
                  <a:pt x="364542" y="215457"/>
                  <a:pt x="373046" y="221653"/>
                </a:cubicBezTo>
                <a:cubicBezTo>
                  <a:pt x="381550" y="227849"/>
                  <a:pt x="388508" y="233888"/>
                  <a:pt x="388508" y="235073"/>
                </a:cubicBezTo>
                <a:cubicBezTo>
                  <a:pt x="388508" y="239850"/>
                  <a:pt x="400638" y="249837"/>
                  <a:pt x="408536" y="251563"/>
                </a:cubicBezTo>
                <a:cubicBezTo>
                  <a:pt x="413162" y="252574"/>
                  <a:pt x="418090" y="255536"/>
                  <a:pt x="419486" y="258145"/>
                </a:cubicBezTo>
                <a:cubicBezTo>
                  <a:pt x="420882" y="260754"/>
                  <a:pt x="425439" y="263638"/>
                  <a:pt x="429612" y="264555"/>
                </a:cubicBezTo>
                <a:cubicBezTo>
                  <a:pt x="433785" y="265471"/>
                  <a:pt x="438684" y="268010"/>
                  <a:pt x="440498" y="270196"/>
                </a:cubicBezTo>
                <a:cubicBezTo>
                  <a:pt x="443409" y="273704"/>
                  <a:pt x="453843" y="279268"/>
                  <a:pt x="458638" y="279871"/>
                </a:cubicBezTo>
                <a:cubicBezTo>
                  <a:pt x="464237" y="280575"/>
                  <a:pt x="460647" y="287523"/>
                  <a:pt x="433706" y="328123"/>
                </a:cubicBezTo>
                <a:cubicBezTo>
                  <a:pt x="417320" y="352816"/>
                  <a:pt x="402956" y="374762"/>
                  <a:pt x="401785" y="376892"/>
                </a:cubicBezTo>
                <a:cubicBezTo>
                  <a:pt x="400523" y="379188"/>
                  <a:pt x="403122" y="399673"/>
                  <a:pt x="408173" y="427230"/>
                </a:cubicBezTo>
                <a:cubicBezTo>
                  <a:pt x="419157" y="487163"/>
                  <a:pt x="419215" y="483871"/>
                  <a:pt x="407224" y="481463"/>
                </a:cubicBezTo>
                <a:cubicBezTo>
                  <a:pt x="377101" y="475416"/>
                  <a:pt x="375238" y="476126"/>
                  <a:pt x="357001" y="500599"/>
                </a:cubicBezTo>
                <a:cubicBezTo>
                  <a:pt x="346599" y="514558"/>
                  <a:pt x="343773" y="515687"/>
                  <a:pt x="339993" y="507393"/>
                </a:cubicBezTo>
                <a:cubicBezTo>
                  <a:pt x="336462" y="499643"/>
                  <a:pt x="325739" y="496421"/>
                  <a:pt x="315871" y="500146"/>
                </a:cubicBezTo>
                <a:cubicBezTo>
                  <a:pt x="310307" y="502246"/>
                  <a:pt x="308004" y="502043"/>
                  <a:pt x="305685" y="499249"/>
                </a:cubicBezTo>
                <a:cubicBezTo>
                  <a:pt x="301762" y="494522"/>
                  <a:pt x="296907" y="494676"/>
                  <a:pt x="291896" y="499687"/>
                </a:cubicBezTo>
                <a:cubicBezTo>
                  <a:pt x="286395" y="505188"/>
                  <a:pt x="278982" y="502392"/>
                  <a:pt x="270870" y="491757"/>
                </a:cubicBezTo>
                <a:cubicBezTo>
                  <a:pt x="267159" y="486892"/>
                  <a:pt x="260921" y="482334"/>
                  <a:pt x="256706" y="481408"/>
                </a:cubicBezTo>
                <a:cubicBezTo>
                  <a:pt x="252563" y="480498"/>
                  <a:pt x="245969" y="476358"/>
                  <a:pt x="242051" y="472207"/>
                </a:cubicBezTo>
                <a:cubicBezTo>
                  <a:pt x="234140" y="463825"/>
                  <a:pt x="229757" y="462717"/>
                  <a:pt x="227525" y="468533"/>
                </a:cubicBezTo>
                <a:cubicBezTo>
                  <a:pt x="226708" y="470663"/>
                  <a:pt x="224550" y="472442"/>
                  <a:pt x="222731" y="472486"/>
                </a:cubicBezTo>
                <a:cubicBezTo>
                  <a:pt x="216831" y="472631"/>
                  <a:pt x="209780" y="485162"/>
                  <a:pt x="210984" y="493362"/>
                </a:cubicBezTo>
                <a:cubicBezTo>
                  <a:pt x="212266" y="502098"/>
                  <a:pt x="211304" y="503076"/>
                  <a:pt x="200162" y="504374"/>
                </a:cubicBezTo>
                <a:cubicBezTo>
                  <a:pt x="189734" y="505588"/>
                  <a:pt x="189645" y="505728"/>
                  <a:pt x="192160" y="516880"/>
                </a:cubicBezTo>
                <a:cubicBezTo>
                  <a:pt x="193910" y="524639"/>
                  <a:pt x="193416" y="527159"/>
                  <a:pt x="189436" y="530760"/>
                </a:cubicBezTo>
                <a:cubicBezTo>
                  <a:pt x="186033" y="533840"/>
                  <a:pt x="184562" y="538720"/>
                  <a:pt x="184534" y="547022"/>
                </a:cubicBezTo>
                <a:cubicBezTo>
                  <a:pt x="184512" y="553546"/>
                  <a:pt x="183641" y="560069"/>
                  <a:pt x="182598" y="561518"/>
                </a:cubicBezTo>
                <a:cubicBezTo>
                  <a:pt x="180445" y="564508"/>
                  <a:pt x="167199" y="570734"/>
                  <a:pt x="164446" y="570049"/>
                </a:cubicBezTo>
                <a:cubicBezTo>
                  <a:pt x="163448" y="569801"/>
                  <a:pt x="157694" y="569154"/>
                  <a:pt x="151660" y="568610"/>
                </a:cubicBezTo>
                <a:close/>
              </a:path>
            </a:pathLst>
          </a:custGeom>
          <a:solidFill>
            <a:srgbClr val="B9B9B9"/>
          </a:solidFill>
          <a:ln w="5163" cap="flat">
            <a:noFill/>
            <a:prstDash val="solid"/>
            <a:miter/>
          </a:ln>
        </p:spPr>
        <p:txBody>
          <a:bodyPr/>
          <a:lstStyle/>
          <a:p>
            <a:endParaRPr lang="es-419" noProof="0" dirty="0"/>
          </a:p>
        </p:txBody>
      </p:sp>
      <p:sp>
        <p:nvSpPr>
          <p:cNvPr id="61" name="Forma libre: forma 60">
            <a:extLst>
              <a:ext uri="{FF2B5EF4-FFF2-40B4-BE49-F238E27FC236}">
                <a16:creationId xmlns:a16="http://schemas.microsoft.com/office/drawing/2014/main" id="{A24F351B-E504-C567-AE17-5E8D3EEAD117}"/>
              </a:ext>
            </a:extLst>
          </p:cNvPr>
          <p:cNvSpPr/>
          <p:nvPr/>
        </p:nvSpPr>
        <p:spPr>
          <a:xfrm>
            <a:off x="2038384" y="2469122"/>
            <a:ext cx="332998" cy="314936"/>
          </a:xfrm>
          <a:custGeom>
            <a:avLst/>
            <a:gdLst>
              <a:gd name="csX0" fmla="*/ 150508 w 332998"/>
              <a:gd name="csY0" fmla="*/ 295153 h 314936"/>
              <a:gd name="csX1" fmla="*/ 122921 w 332998"/>
              <a:gd name="csY1" fmla="*/ 269012 h 314936"/>
              <a:gd name="csX2" fmla="*/ 122279 w 332998"/>
              <a:gd name="csY2" fmla="*/ 264031 h 314936"/>
              <a:gd name="csX3" fmla="*/ 126546 w 332998"/>
              <a:gd name="csY3" fmla="*/ 262908 h 314936"/>
              <a:gd name="csX4" fmla="*/ 106954 w 332998"/>
              <a:gd name="csY4" fmla="*/ 254224 h 314936"/>
              <a:gd name="csX5" fmla="*/ 78561 w 332998"/>
              <a:gd name="csY5" fmla="*/ 232541 h 314936"/>
              <a:gd name="csX6" fmla="*/ 60903 w 332998"/>
              <a:gd name="csY6" fmla="*/ 216842 h 314936"/>
              <a:gd name="csX7" fmla="*/ 60455 w 332998"/>
              <a:gd name="csY7" fmla="*/ 213585 h 314936"/>
              <a:gd name="csX8" fmla="*/ 56711 w 332998"/>
              <a:gd name="csY8" fmla="*/ 207285 h 314936"/>
              <a:gd name="csX9" fmla="*/ 53349 w 332998"/>
              <a:gd name="csY9" fmla="*/ 207961 h 314936"/>
              <a:gd name="csX10" fmla="*/ 34703 w 332998"/>
              <a:gd name="csY10" fmla="*/ 200142 h 314936"/>
              <a:gd name="csX11" fmla="*/ 16028 w 332998"/>
              <a:gd name="csY11" fmla="*/ 187234 h 314936"/>
              <a:gd name="csX12" fmla="*/ 16436 w 332998"/>
              <a:gd name="csY12" fmla="*/ 184359 h 314936"/>
              <a:gd name="csX13" fmla="*/ 14549 w 332998"/>
              <a:gd name="csY13" fmla="*/ 178120 h 314936"/>
              <a:gd name="csX14" fmla="*/ 7908 w 332998"/>
              <a:gd name="csY14" fmla="*/ 171021 h 314936"/>
              <a:gd name="csX15" fmla="*/ 2407 w 332998"/>
              <a:gd name="csY15" fmla="*/ 154470 h 314936"/>
              <a:gd name="csX16" fmla="*/ 6812 w 332998"/>
              <a:gd name="csY16" fmla="*/ 119621 h 314936"/>
              <a:gd name="csX17" fmla="*/ 17071 w 332998"/>
              <a:gd name="csY17" fmla="*/ 91641 h 314936"/>
              <a:gd name="csX18" fmla="*/ 20635 w 332998"/>
              <a:gd name="csY18" fmla="*/ 82008 h 314936"/>
              <a:gd name="csX19" fmla="*/ 29523 w 332998"/>
              <a:gd name="csY19" fmla="*/ 71230 h 314936"/>
              <a:gd name="csX20" fmla="*/ 42896 w 332998"/>
              <a:gd name="csY20" fmla="*/ 48085 h 314936"/>
              <a:gd name="csX21" fmla="*/ 49532 w 332998"/>
              <a:gd name="csY21" fmla="*/ 35969 h 314936"/>
              <a:gd name="csX22" fmla="*/ 54906 w 332998"/>
              <a:gd name="csY22" fmla="*/ 23257 h 314936"/>
              <a:gd name="csX23" fmla="*/ 66531 w 332998"/>
              <a:gd name="csY23" fmla="*/ 0 h 314936"/>
              <a:gd name="csX24" fmla="*/ 82468 w 332998"/>
              <a:gd name="csY24" fmla="*/ 19425 h 314936"/>
              <a:gd name="csX25" fmla="*/ 95351 w 332998"/>
              <a:gd name="csY25" fmla="*/ 43885 h 314936"/>
              <a:gd name="csX26" fmla="*/ 106141 w 332998"/>
              <a:gd name="csY26" fmla="*/ 49048 h 314936"/>
              <a:gd name="csX27" fmla="*/ 113640 w 332998"/>
              <a:gd name="csY27" fmla="*/ 54166 h 314936"/>
              <a:gd name="csX28" fmla="*/ 132249 w 332998"/>
              <a:gd name="csY28" fmla="*/ 34653 h 314936"/>
              <a:gd name="csX29" fmla="*/ 156404 w 332998"/>
              <a:gd name="csY29" fmla="*/ 10326 h 314936"/>
              <a:gd name="csX30" fmla="*/ 168334 w 332998"/>
              <a:gd name="csY30" fmla="*/ 6060 h 314936"/>
              <a:gd name="csX31" fmla="*/ 186389 w 332998"/>
              <a:gd name="csY31" fmla="*/ 9933 h 314936"/>
              <a:gd name="csX32" fmla="*/ 200349 w 332998"/>
              <a:gd name="csY32" fmla="*/ 18070 h 314936"/>
              <a:gd name="csX33" fmla="*/ 204999 w 332998"/>
              <a:gd name="csY33" fmla="*/ 30473 h 314936"/>
              <a:gd name="csX34" fmla="*/ 218185 w 332998"/>
              <a:gd name="csY34" fmla="*/ 43802 h 314936"/>
              <a:gd name="csX35" fmla="*/ 227241 w 332998"/>
              <a:gd name="csY35" fmla="*/ 50036 h 314936"/>
              <a:gd name="csX36" fmla="*/ 238424 w 332998"/>
              <a:gd name="csY36" fmla="*/ 60571 h 314936"/>
              <a:gd name="csX37" fmla="*/ 261581 w 332998"/>
              <a:gd name="csY37" fmla="*/ 79599 h 314936"/>
              <a:gd name="csX38" fmla="*/ 276424 w 332998"/>
              <a:gd name="csY38" fmla="*/ 89453 h 314936"/>
              <a:gd name="csX39" fmla="*/ 280389 w 332998"/>
              <a:gd name="csY39" fmla="*/ 90232 h 314936"/>
              <a:gd name="csX40" fmla="*/ 288978 w 332998"/>
              <a:gd name="csY40" fmla="*/ 95366 h 314936"/>
              <a:gd name="csX41" fmla="*/ 309784 w 332998"/>
              <a:gd name="csY41" fmla="*/ 117828 h 314936"/>
              <a:gd name="csX42" fmla="*/ 323208 w 332998"/>
              <a:gd name="csY42" fmla="*/ 127731 h 314936"/>
              <a:gd name="csX43" fmla="*/ 330610 w 332998"/>
              <a:gd name="csY43" fmla="*/ 136947 h 314936"/>
              <a:gd name="csX44" fmla="*/ 327230 w 332998"/>
              <a:gd name="csY44" fmla="*/ 153094 h 314936"/>
              <a:gd name="csX45" fmla="*/ 328146 w 332998"/>
              <a:gd name="csY45" fmla="*/ 164492 h 314936"/>
              <a:gd name="csX46" fmla="*/ 285552 w 332998"/>
              <a:gd name="csY46" fmla="*/ 166189 h 314936"/>
              <a:gd name="csX47" fmla="*/ 228050 w 332998"/>
              <a:gd name="csY47" fmla="*/ 169472 h 314936"/>
              <a:gd name="csX48" fmla="*/ 213142 w 332998"/>
              <a:gd name="csY48" fmla="*/ 171057 h 314936"/>
              <a:gd name="csX49" fmla="*/ 197915 w 332998"/>
              <a:gd name="csY49" fmla="*/ 199758 h 314936"/>
              <a:gd name="csX50" fmla="*/ 180329 w 332998"/>
              <a:gd name="csY50" fmla="*/ 231127 h 314936"/>
              <a:gd name="csX51" fmla="*/ 181055 w 332998"/>
              <a:gd name="csY51" fmla="*/ 253031 h 314936"/>
              <a:gd name="csX52" fmla="*/ 185000 w 332998"/>
              <a:gd name="csY52" fmla="*/ 272477 h 314936"/>
              <a:gd name="csX53" fmla="*/ 182260 w 332998"/>
              <a:gd name="csY53" fmla="*/ 301769 h 314936"/>
              <a:gd name="csX54" fmla="*/ 174070 w 332998"/>
              <a:gd name="csY54" fmla="*/ 314937 h 314936"/>
              <a:gd name="csX55" fmla="*/ 150508 w 332998"/>
              <a:gd name="csY55" fmla="*/ 295153 h 3149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Lst>
            <a:rect l="l" t="t" r="r" b="b"/>
            <a:pathLst>
              <a:path w="332998" h="314936">
                <a:moveTo>
                  <a:pt x="150508" y="295153"/>
                </a:moveTo>
                <a:cubicBezTo>
                  <a:pt x="138884" y="284272"/>
                  <a:pt x="126470" y="272508"/>
                  <a:pt x="122921" y="269012"/>
                </a:cubicBezTo>
                <a:cubicBezTo>
                  <a:pt x="116541" y="262727"/>
                  <a:pt x="116534" y="262670"/>
                  <a:pt x="122279" y="264031"/>
                </a:cubicBezTo>
                <a:cubicBezTo>
                  <a:pt x="125681" y="264837"/>
                  <a:pt x="127450" y="264371"/>
                  <a:pt x="126546" y="262908"/>
                </a:cubicBezTo>
                <a:cubicBezTo>
                  <a:pt x="124960" y="260342"/>
                  <a:pt x="114693" y="255791"/>
                  <a:pt x="106954" y="254224"/>
                </a:cubicBezTo>
                <a:cubicBezTo>
                  <a:pt x="98738" y="252560"/>
                  <a:pt x="93040" y="248209"/>
                  <a:pt x="78561" y="232541"/>
                </a:cubicBezTo>
                <a:cubicBezTo>
                  <a:pt x="70581" y="223906"/>
                  <a:pt x="62635" y="216842"/>
                  <a:pt x="60903" y="216842"/>
                </a:cubicBezTo>
                <a:cubicBezTo>
                  <a:pt x="58660" y="216842"/>
                  <a:pt x="58531" y="215904"/>
                  <a:pt x="60455" y="213585"/>
                </a:cubicBezTo>
                <a:cubicBezTo>
                  <a:pt x="62461" y="211169"/>
                  <a:pt x="61494" y="209543"/>
                  <a:pt x="56711" y="207285"/>
                </a:cubicBezTo>
                <a:cubicBezTo>
                  <a:pt x="51186" y="204678"/>
                  <a:pt x="50705" y="204775"/>
                  <a:pt x="53349" y="207961"/>
                </a:cubicBezTo>
                <a:cubicBezTo>
                  <a:pt x="59572" y="215458"/>
                  <a:pt x="50558" y="211678"/>
                  <a:pt x="34703" y="200142"/>
                </a:cubicBezTo>
                <a:cubicBezTo>
                  <a:pt x="25983" y="193796"/>
                  <a:pt x="17579" y="187988"/>
                  <a:pt x="16028" y="187234"/>
                </a:cubicBezTo>
                <a:cubicBezTo>
                  <a:pt x="14108" y="186301"/>
                  <a:pt x="14238" y="185384"/>
                  <a:pt x="16436" y="184359"/>
                </a:cubicBezTo>
                <a:cubicBezTo>
                  <a:pt x="21429" y="182028"/>
                  <a:pt x="20247" y="178120"/>
                  <a:pt x="14549" y="178120"/>
                </a:cubicBezTo>
                <a:cubicBezTo>
                  <a:pt x="11062" y="178120"/>
                  <a:pt x="8950" y="175862"/>
                  <a:pt x="7908" y="171021"/>
                </a:cubicBezTo>
                <a:cubicBezTo>
                  <a:pt x="7068" y="167117"/>
                  <a:pt x="4593" y="159669"/>
                  <a:pt x="2407" y="154470"/>
                </a:cubicBezTo>
                <a:cubicBezTo>
                  <a:pt x="-1401" y="145413"/>
                  <a:pt x="-1217" y="143959"/>
                  <a:pt x="6812" y="119621"/>
                </a:cubicBezTo>
                <a:cubicBezTo>
                  <a:pt x="11420" y="105652"/>
                  <a:pt x="16036" y="93061"/>
                  <a:pt x="17071" y="91641"/>
                </a:cubicBezTo>
                <a:cubicBezTo>
                  <a:pt x="18105" y="90222"/>
                  <a:pt x="19709" y="85887"/>
                  <a:pt x="20635" y="82008"/>
                </a:cubicBezTo>
                <a:cubicBezTo>
                  <a:pt x="21600" y="77965"/>
                  <a:pt x="25393" y="73366"/>
                  <a:pt x="29523" y="71230"/>
                </a:cubicBezTo>
                <a:cubicBezTo>
                  <a:pt x="37293" y="67213"/>
                  <a:pt x="42896" y="57515"/>
                  <a:pt x="42896" y="48085"/>
                </a:cubicBezTo>
                <a:cubicBezTo>
                  <a:pt x="42896" y="44850"/>
                  <a:pt x="45882" y="39398"/>
                  <a:pt x="49532" y="35969"/>
                </a:cubicBezTo>
                <a:cubicBezTo>
                  <a:pt x="54317" y="31473"/>
                  <a:pt x="55816" y="27929"/>
                  <a:pt x="54906" y="23257"/>
                </a:cubicBezTo>
                <a:cubicBezTo>
                  <a:pt x="53161" y="14292"/>
                  <a:pt x="60305" y="0"/>
                  <a:pt x="66531" y="0"/>
                </a:cubicBezTo>
                <a:cubicBezTo>
                  <a:pt x="74307" y="0"/>
                  <a:pt x="80918" y="8058"/>
                  <a:pt x="82468" y="19425"/>
                </a:cubicBezTo>
                <a:cubicBezTo>
                  <a:pt x="84849" y="36891"/>
                  <a:pt x="88533" y="43885"/>
                  <a:pt x="95351" y="43885"/>
                </a:cubicBezTo>
                <a:cubicBezTo>
                  <a:pt x="98716" y="43885"/>
                  <a:pt x="103572" y="46208"/>
                  <a:pt x="106141" y="49048"/>
                </a:cubicBezTo>
                <a:cubicBezTo>
                  <a:pt x="108711" y="51887"/>
                  <a:pt x="112086" y="54190"/>
                  <a:pt x="113640" y="54166"/>
                </a:cubicBezTo>
                <a:cubicBezTo>
                  <a:pt x="117209" y="54110"/>
                  <a:pt x="125915" y="44980"/>
                  <a:pt x="132249" y="34653"/>
                </a:cubicBezTo>
                <a:cubicBezTo>
                  <a:pt x="141121" y="20185"/>
                  <a:pt x="150911" y="10326"/>
                  <a:pt x="156404" y="10326"/>
                </a:cubicBezTo>
                <a:cubicBezTo>
                  <a:pt x="159385" y="10326"/>
                  <a:pt x="164754" y="8406"/>
                  <a:pt x="168334" y="6060"/>
                </a:cubicBezTo>
                <a:cubicBezTo>
                  <a:pt x="174611" y="1948"/>
                  <a:pt x="175258" y="2087"/>
                  <a:pt x="186389" y="9933"/>
                </a:cubicBezTo>
                <a:cubicBezTo>
                  <a:pt x="192739" y="14408"/>
                  <a:pt x="199021" y="18070"/>
                  <a:pt x="200349" y="18070"/>
                </a:cubicBezTo>
                <a:cubicBezTo>
                  <a:pt x="204669" y="18070"/>
                  <a:pt x="208141" y="27331"/>
                  <a:pt x="204999" y="30473"/>
                </a:cubicBezTo>
                <a:cubicBezTo>
                  <a:pt x="200842" y="34630"/>
                  <a:pt x="205908" y="39750"/>
                  <a:pt x="218185" y="43802"/>
                </a:cubicBezTo>
                <a:cubicBezTo>
                  <a:pt x="223767" y="45645"/>
                  <a:pt x="227842" y="48450"/>
                  <a:pt x="227241" y="50036"/>
                </a:cubicBezTo>
                <a:cubicBezTo>
                  <a:pt x="226639" y="51622"/>
                  <a:pt x="231671" y="56363"/>
                  <a:pt x="238424" y="60571"/>
                </a:cubicBezTo>
                <a:cubicBezTo>
                  <a:pt x="245177" y="64780"/>
                  <a:pt x="255598" y="73342"/>
                  <a:pt x="261581" y="79599"/>
                </a:cubicBezTo>
                <a:cubicBezTo>
                  <a:pt x="268586" y="86925"/>
                  <a:pt x="273870" y="90433"/>
                  <a:pt x="276424" y="89453"/>
                </a:cubicBezTo>
                <a:cubicBezTo>
                  <a:pt x="278605" y="88616"/>
                  <a:pt x="280389" y="88966"/>
                  <a:pt x="280389" y="90232"/>
                </a:cubicBezTo>
                <a:cubicBezTo>
                  <a:pt x="280389" y="91497"/>
                  <a:pt x="284254" y="93807"/>
                  <a:pt x="288978" y="95366"/>
                </a:cubicBezTo>
                <a:cubicBezTo>
                  <a:pt x="297678" y="98238"/>
                  <a:pt x="306636" y="107909"/>
                  <a:pt x="309784" y="117828"/>
                </a:cubicBezTo>
                <a:cubicBezTo>
                  <a:pt x="310845" y="121169"/>
                  <a:pt x="316015" y="124983"/>
                  <a:pt x="323208" y="127731"/>
                </a:cubicBezTo>
                <a:cubicBezTo>
                  <a:pt x="334331" y="131978"/>
                  <a:pt x="334696" y="132432"/>
                  <a:pt x="330610" y="136947"/>
                </a:cubicBezTo>
                <a:cubicBezTo>
                  <a:pt x="327588" y="140286"/>
                  <a:pt x="326585" y="145078"/>
                  <a:pt x="327230" y="153094"/>
                </a:cubicBezTo>
                <a:lnTo>
                  <a:pt x="328146" y="164492"/>
                </a:lnTo>
                <a:lnTo>
                  <a:pt x="285552" y="166189"/>
                </a:lnTo>
                <a:cubicBezTo>
                  <a:pt x="262126" y="167123"/>
                  <a:pt x="236250" y="168600"/>
                  <a:pt x="228050" y="169472"/>
                </a:cubicBezTo>
                <a:lnTo>
                  <a:pt x="213142" y="171057"/>
                </a:lnTo>
                <a:lnTo>
                  <a:pt x="197915" y="199758"/>
                </a:lnTo>
                <a:cubicBezTo>
                  <a:pt x="189539" y="215543"/>
                  <a:pt x="181626" y="229659"/>
                  <a:pt x="180329" y="231127"/>
                </a:cubicBezTo>
                <a:cubicBezTo>
                  <a:pt x="174323" y="237923"/>
                  <a:pt x="174624" y="246989"/>
                  <a:pt x="181055" y="253031"/>
                </a:cubicBezTo>
                <a:cubicBezTo>
                  <a:pt x="187596" y="259176"/>
                  <a:pt x="189401" y="268075"/>
                  <a:pt x="185000" y="272477"/>
                </a:cubicBezTo>
                <a:cubicBezTo>
                  <a:pt x="182808" y="274669"/>
                  <a:pt x="182167" y="281522"/>
                  <a:pt x="182260" y="301769"/>
                </a:cubicBezTo>
                <a:cubicBezTo>
                  <a:pt x="182290" y="308297"/>
                  <a:pt x="178160" y="314937"/>
                  <a:pt x="174070" y="314937"/>
                </a:cubicBezTo>
                <a:cubicBezTo>
                  <a:pt x="172734" y="314937"/>
                  <a:pt x="162131" y="306034"/>
                  <a:pt x="150508" y="295153"/>
                </a:cubicBezTo>
                <a:close/>
              </a:path>
            </a:pathLst>
          </a:custGeom>
          <a:solidFill>
            <a:srgbClr val="B9B9B9"/>
          </a:solidFill>
          <a:ln w="5163" cap="flat">
            <a:noFill/>
            <a:prstDash val="solid"/>
            <a:miter/>
          </a:ln>
        </p:spPr>
        <p:txBody>
          <a:bodyPr/>
          <a:lstStyle/>
          <a:p>
            <a:endParaRPr lang="es-419" noProof="0" dirty="0"/>
          </a:p>
        </p:txBody>
      </p:sp>
      <p:sp>
        <p:nvSpPr>
          <p:cNvPr id="62" name="Forma libre: forma 61">
            <a:extLst>
              <a:ext uri="{FF2B5EF4-FFF2-40B4-BE49-F238E27FC236}">
                <a16:creationId xmlns:a16="http://schemas.microsoft.com/office/drawing/2014/main" id="{FE6575D6-D655-5ABD-5B51-C97306FB6C64}"/>
              </a:ext>
            </a:extLst>
          </p:cNvPr>
          <p:cNvSpPr/>
          <p:nvPr/>
        </p:nvSpPr>
        <p:spPr>
          <a:xfrm>
            <a:off x="1645015" y="2415517"/>
            <a:ext cx="409424" cy="276749"/>
          </a:xfrm>
          <a:custGeom>
            <a:avLst/>
            <a:gdLst>
              <a:gd name="csX0" fmla="*/ 169694 w 409424"/>
              <a:gd name="csY0" fmla="*/ 275279 h 276749"/>
              <a:gd name="csX1" fmla="*/ 152536 w 409424"/>
              <a:gd name="csY1" fmla="*/ 270490 h 276749"/>
              <a:gd name="csX2" fmla="*/ 128939 w 409424"/>
              <a:gd name="csY2" fmla="*/ 261017 h 276749"/>
              <a:gd name="csX3" fmla="*/ 97253 w 409424"/>
              <a:gd name="csY3" fmla="*/ 251980 h 276749"/>
              <a:gd name="csX4" fmla="*/ 66316 w 409424"/>
              <a:gd name="csY4" fmla="*/ 248914 h 276749"/>
              <a:gd name="csX5" fmla="*/ 49536 w 409424"/>
              <a:gd name="csY5" fmla="*/ 241356 h 276749"/>
              <a:gd name="csX6" fmla="*/ 12262 w 409424"/>
              <a:gd name="csY6" fmla="*/ 223990 h 276749"/>
              <a:gd name="csX7" fmla="*/ 0 w 409424"/>
              <a:gd name="csY7" fmla="*/ 222341 h 276749"/>
              <a:gd name="csX8" fmla="*/ 5808 w 409424"/>
              <a:gd name="csY8" fmla="*/ 214784 h 276749"/>
              <a:gd name="csX9" fmla="*/ 14198 w 409424"/>
              <a:gd name="csY9" fmla="*/ 206134 h 276749"/>
              <a:gd name="csX10" fmla="*/ 30441 w 409424"/>
              <a:gd name="csY10" fmla="*/ 191104 h 276749"/>
              <a:gd name="csX11" fmla="*/ 44102 w 409424"/>
              <a:gd name="csY11" fmla="*/ 178805 h 276749"/>
              <a:gd name="csX12" fmla="*/ 41686 w 409424"/>
              <a:gd name="csY12" fmla="*/ 166228 h 276749"/>
              <a:gd name="csX13" fmla="*/ 27640 w 409424"/>
              <a:gd name="csY13" fmla="*/ 142994 h 276749"/>
              <a:gd name="csX14" fmla="*/ 10050 w 409424"/>
              <a:gd name="csY14" fmla="*/ 94836 h 276749"/>
              <a:gd name="csX15" fmla="*/ 25607 w 409424"/>
              <a:gd name="csY15" fmla="*/ 63931 h 276749"/>
              <a:gd name="csX16" fmla="*/ 43054 w 409424"/>
              <a:gd name="csY16" fmla="*/ 67030 h 276749"/>
              <a:gd name="csX17" fmla="*/ 54130 w 409424"/>
              <a:gd name="csY17" fmla="*/ 57326 h 276749"/>
              <a:gd name="csX18" fmla="*/ 54400 w 409424"/>
              <a:gd name="csY18" fmla="*/ 43740 h 276749"/>
              <a:gd name="csX19" fmla="*/ 67118 w 409424"/>
              <a:gd name="csY19" fmla="*/ 40356 h 276749"/>
              <a:gd name="csX20" fmla="*/ 69858 w 409424"/>
              <a:gd name="csY20" fmla="*/ 47250 h 276749"/>
              <a:gd name="csX21" fmla="*/ 74957 w 409424"/>
              <a:gd name="csY21" fmla="*/ 55146 h 276749"/>
              <a:gd name="csX22" fmla="*/ 85078 w 409424"/>
              <a:gd name="csY22" fmla="*/ 56392 h 276749"/>
              <a:gd name="csX23" fmla="*/ 108275 w 409424"/>
              <a:gd name="csY23" fmla="*/ 51828 h 276749"/>
              <a:gd name="csX24" fmla="*/ 135859 w 409424"/>
              <a:gd name="csY24" fmla="*/ 46965 h 276749"/>
              <a:gd name="csX25" fmla="*/ 159928 w 409424"/>
              <a:gd name="csY25" fmla="*/ 4926 h 276749"/>
              <a:gd name="csX26" fmla="*/ 164133 w 409424"/>
              <a:gd name="csY26" fmla="*/ 409 h 276749"/>
              <a:gd name="csX27" fmla="*/ 170486 w 409424"/>
              <a:gd name="csY27" fmla="*/ 1976 h 276749"/>
              <a:gd name="csX28" fmla="*/ 183283 w 409424"/>
              <a:gd name="csY28" fmla="*/ 17951 h 276749"/>
              <a:gd name="csX29" fmla="*/ 185999 w 409424"/>
              <a:gd name="csY29" fmla="*/ 22627 h 276749"/>
              <a:gd name="csX30" fmla="*/ 191478 w 409424"/>
              <a:gd name="csY30" fmla="*/ 30556 h 276749"/>
              <a:gd name="csX31" fmla="*/ 217371 w 409424"/>
              <a:gd name="csY31" fmla="*/ 43279 h 276749"/>
              <a:gd name="csX32" fmla="*/ 231319 w 409424"/>
              <a:gd name="csY32" fmla="*/ 47797 h 276749"/>
              <a:gd name="csX33" fmla="*/ 231065 w 409424"/>
              <a:gd name="csY33" fmla="*/ 71654 h 276749"/>
              <a:gd name="csX34" fmla="*/ 232914 w 409424"/>
              <a:gd name="csY34" fmla="*/ 94162 h 276749"/>
              <a:gd name="csX35" fmla="*/ 264097 w 409424"/>
              <a:gd name="csY35" fmla="*/ 98422 h 276749"/>
              <a:gd name="csX36" fmla="*/ 290859 w 409424"/>
              <a:gd name="csY36" fmla="*/ 85458 h 276749"/>
              <a:gd name="csX37" fmla="*/ 289553 w 409424"/>
              <a:gd name="csY37" fmla="*/ 87164 h 276749"/>
              <a:gd name="csX38" fmla="*/ 313001 w 409424"/>
              <a:gd name="csY38" fmla="*/ 117924 h 276749"/>
              <a:gd name="csX39" fmla="*/ 320100 w 409424"/>
              <a:gd name="csY39" fmla="*/ 125822 h 276749"/>
              <a:gd name="csX40" fmla="*/ 323327 w 409424"/>
              <a:gd name="csY40" fmla="*/ 131062 h 276749"/>
              <a:gd name="csX41" fmla="*/ 409403 w 409424"/>
              <a:gd name="csY41" fmla="*/ 134303 h 276749"/>
              <a:gd name="csX42" fmla="*/ 398626 w 409424"/>
              <a:gd name="csY42" fmla="*/ 166622 h 276749"/>
              <a:gd name="csX43" fmla="*/ 387152 w 409424"/>
              <a:gd name="csY43" fmla="*/ 198243 h 276749"/>
              <a:gd name="csX44" fmla="*/ 392348 w 409424"/>
              <a:gd name="csY44" fmla="*/ 208428 h 276749"/>
              <a:gd name="csX45" fmla="*/ 395238 w 409424"/>
              <a:gd name="csY45" fmla="*/ 226562 h 276749"/>
              <a:gd name="csX46" fmla="*/ 391384 w 409424"/>
              <a:gd name="csY46" fmla="*/ 222526 h 276749"/>
              <a:gd name="csX47" fmla="*/ 386991 w 409424"/>
              <a:gd name="csY47" fmla="*/ 220249 h 276749"/>
              <a:gd name="csX48" fmla="*/ 376751 w 409424"/>
              <a:gd name="csY48" fmla="*/ 216540 h 276749"/>
              <a:gd name="csX49" fmla="*/ 366566 w 409424"/>
              <a:gd name="csY49" fmla="*/ 215027 h 276749"/>
              <a:gd name="csX50" fmla="*/ 371084 w 409424"/>
              <a:gd name="csY50" fmla="*/ 220497 h 276749"/>
              <a:gd name="csX51" fmla="*/ 400125 w 409424"/>
              <a:gd name="csY51" fmla="*/ 234526 h 276749"/>
              <a:gd name="csX52" fmla="*/ 382700 w 409424"/>
              <a:gd name="csY52" fmla="*/ 228973 h 276749"/>
              <a:gd name="csX53" fmla="*/ 356240 w 409424"/>
              <a:gd name="csY53" fmla="*/ 221430 h 276749"/>
              <a:gd name="csX54" fmla="*/ 344640 w 409424"/>
              <a:gd name="csY54" fmla="*/ 215296 h 276749"/>
              <a:gd name="csX55" fmla="*/ 351310 w 409424"/>
              <a:gd name="csY55" fmla="*/ 215089 h 276749"/>
              <a:gd name="csX56" fmla="*/ 353659 w 409424"/>
              <a:gd name="csY56" fmla="*/ 213898 h 276749"/>
              <a:gd name="csX57" fmla="*/ 348281 w 409424"/>
              <a:gd name="csY57" fmla="*/ 208377 h 276749"/>
              <a:gd name="csX58" fmla="*/ 338397 w 409424"/>
              <a:gd name="csY58" fmla="*/ 209577 h 276749"/>
              <a:gd name="csX59" fmla="*/ 330426 w 409424"/>
              <a:gd name="csY59" fmla="*/ 208411 h 276749"/>
              <a:gd name="csX60" fmla="*/ 317751 w 409424"/>
              <a:gd name="csY60" fmla="*/ 206264 h 276749"/>
              <a:gd name="csX61" fmla="*/ 320963 w 409424"/>
              <a:gd name="csY61" fmla="*/ 214760 h 276749"/>
              <a:gd name="csX62" fmla="*/ 323972 w 409424"/>
              <a:gd name="csY62" fmla="*/ 215747 h 276749"/>
              <a:gd name="csX63" fmla="*/ 314937 w 409424"/>
              <a:gd name="csY63" fmla="*/ 219599 h 276749"/>
              <a:gd name="csX64" fmla="*/ 321391 w 409424"/>
              <a:gd name="csY64" fmla="*/ 219864 h 276749"/>
              <a:gd name="csX65" fmla="*/ 330426 w 409424"/>
              <a:gd name="csY65" fmla="*/ 221426 h 276749"/>
              <a:gd name="csX66" fmla="*/ 310754 w 409424"/>
              <a:gd name="csY66" fmla="*/ 223941 h 276749"/>
              <a:gd name="csX67" fmla="*/ 284939 w 409424"/>
              <a:gd name="csY67" fmla="*/ 234304 h 276749"/>
              <a:gd name="csX68" fmla="*/ 270316 w 409424"/>
              <a:gd name="csY68" fmla="*/ 244630 h 276749"/>
              <a:gd name="csX69" fmla="*/ 259397 w 409424"/>
              <a:gd name="csY69" fmla="*/ 248767 h 276749"/>
              <a:gd name="csX70" fmla="*/ 242736 w 409424"/>
              <a:gd name="csY70" fmla="*/ 255227 h 276749"/>
              <a:gd name="csX71" fmla="*/ 220097 w 409424"/>
              <a:gd name="csY71" fmla="*/ 265079 h 276749"/>
              <a:gd name="csX72" fmla="*/ 198772 w 409424"/>
              <a:gd name="csY72" fmla="*/ 274061 h 276749"/>
              <a:gd name="csX73" fmla="*/ 169694 w 409424"/>
              <a:gd name="csY73" fmla="*/ 275279 h 2767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Lst>
            <a:rect l="l" t="t" r="r" b="b"/>
            <a:pathLst>
              <a:path w="409424" h="276749">
                <a:moveTo>
                  <a:pt x="169694" y="275279"/>
                </a:moveTo>
                <a:cubicBezTo>
                  <a:pt x="167412" y="274002"/>
                  <a:pt x="159691" y="271847"/>
                  <a:pt x="152536" y="270490"/>
                </a:cubicBezTo>
                <a:cubicBezTo>
                  <a:pt x="145381" y="269133"/>
                  <a:pt x="134762" y="264870"/>
                  <a:pt x="128939" y="261017"/>
                </a:cubicBezTo>
                <a:cubicBezTo>
                  <a:pt x="120697" y="255563"/>
                  <a:pt x="113680" y="253561"/>
                  <a:pt x="97253" y="251980"/>
                </a:cubicBezTo>
                <a:cubicBezTo>
                  <a:pt x="85648" y="250863"/>
                  <a:pt x="71726" y="249483"/>
                  <a:pt x="66316" y="248914"/>
                </a:cubicBezTo>
                <a:cubicBezTo>
                  <a:pt x="60430" y="248295"/>
                  <a:pt x="53691" y="245260"/>
                  <a:pt x="49536" y="241356"/>
                </a:cubicBezTo>
                <a:cubicBezTo>
                  <a:pt x="36860" y="229445"/>
                  <a:pt x="25174" y="224000"/>
                  <a:pt x="12262" y="223990"/>
                </a:cubicBezTo>
                <a:cubicBezTo>
                  <a:pt x="5518" y="223985"/>
                  <a:pt x="0" y="223243"/>
                  <a:pt x="0" y="222341"/>
                </a:cubicBezTo>
                <a:cubicBezTo>
                  <a:pt x="0" y="221438"/>
                  <a:pt x="2614" y="218038"/>
                  <a:pt x="5808" y="214784"/>
                </a:cubicBezTo>
                <a:cubicBezTo>
                  <a:pt x="9003" y="211529"/>
                  <a:pt x="12778" y="207637"/>
                  <a:pt x="14198" y="206134"/>
                </a:cubicBezTo>
                <a:cubicBezTo>
                  <a:pt x="15618" y="204632"/>
                  <a:pt x="22927" y="197868"/>
                  <a:pt x="30441" y="191104"/>
                </a:cubicBezTo>
                <a:lnTo>
                  <a:pt x="44102" y="178805"/>
                </a:lnTo>
                <a:lnTo>
                  <a:pt x="41686" y="166228"/>
                </a:lnTo>
                <a:cubicBezTo>
                  <a:pt x="39751" y="156152"/>
                  <a:pt x="36957" y="151530"/>
                  <a:pt x="27640" y="142994"/>
                </a:cubicBezTo>
                <a:cubicBezTo>
                  <a:pt x="14024" y="130519"/>
                  <a:pt x="10714" y="121458"/>
                  <a:pt x="10050" y="94836"/>
                </a:cubicBezTo>
                <a:cubicBezTo>
                  <a:pt x="9450" y="70766"/>
                  <a:pt x="12891" y="63931"/>
                  <a:pt x="25607" y="63931"/>
                </a:cubicBezTo>
                <a:cubicBezTo>
                  <a:pt x="30489" y="63931"/>
                  <a:pt x="38340" y="65326"/>
                  <a:pt x="43054" y="67030"/>
                </a:cubicBezTo>
                <a:cubicBezTo>
                  <a:pt x="54638" y="71219"/>
                  <a:pt x="59354" y="67087"/>
                  <a:pt x="54130" y="57326"/>
                </a:cubicBezTo>
                <a:cubicBezTo>
                  <a:pt x="51035" y="51543"/>
                  <a:pt x="51072" y="49668"/>
                  <a:pt x="54400" y="43740"/>
                </a:cubicBezTo>
                <a:cubicBezTo>
                  <a:pt x="59239" y="35118"/>
                  <a:pt x="67118" y="33022"/>
                  <a:pt x="67118" y="40356"/>
                </a:cubicBezTo>
                <a:cubicBezTo>
                  <a:pt x="67118" y="43216"/>
                  <a:pt x="68351" y="46318"/>
                  <a:pt x="69858" y="47250"/>
                </a:cubicBezTo>
                <a:cubicBezTo>
                  <a:pt x="71366" y="48181"/>
                  <a:pt x="73660" y="51735"/>
                  <a:pt x="74957" y="55146"/>
                </a:cubicBezTo>
                <a:cubicBezTo>
                  <a:pt x="77803" y="62631"/>
                  <a:pt x="81496" y="63085"/>
                  <a:pt x="85078" y="56392"/>
                </a:cubicBezTo>
                <a:cubicBezTo>
                  <a:pt x="87383" y="52084"/>
                  <a:pt x="90423" y="51486"/>
                  <a:pt x="108275" y="51828"/>
                </a:cubicBezTo>
                <a:cubicBezTo>
                  <a:pt x="125309" y="52154"/>
                  <a:pt x="130021" y="51323"/>
                  <a:pt x="135859" y="46965"/>
                </a:cubicBezTo>
                <a:cubicBezTo>
                  <a:pt x="144210" y="40730"/>
                  <a:pt x="159754" y="13580"/>
                  <a:pt x="159928" y="4926"/>
                </a:cubicBezTo>
                <a:cubicBezTo>
                  <a:pt x="160018" y="462"/>
                  <a:pt x="161137" y="-741"/>
                  <a:pt x="164133" y="409"/>
                </a:cubicBezTo>
                <a:cubicBezTo>
                  <a:pt x="166379" y="1271"/>
                  <a:pt x="169238" y="1976"/>
                  <a:pt x="170486" y="1976"/>
                </a:cubicBezTo>
                <a:cubicBezTo>
                  <a:pt x="174404" y="1976"/>
                  <a:pt x="183283" y="13060"/>
                  <a:pt x="183283" y="17951"/>
                </a:cubicBezTo>
                <a:cubicBezTo>
                  <a:pt x="183283" y="20523"/>
                  <a:pt x="184505" y="22627"/>
                  <a:pt x="185999" y="22627"/>
                </a:cubicBezTo>
                <a:cubicBezTo>
                  <a:pt x="187493" y="22627"/>
                  <a:pt x="189958" y="26195"/>
                  <a:pt x="191478" y="30556"/>
                </a:cubicBezTo>
                <a:cubicBezTo>
                  <a:pt x="194632" y="39603"/>
                  <a:pt x="202114" y="43279"/>
                  <a:pt x="217371" y="43279"/>
                </a:cubicBezTo>
                <a:cubicBezTo>
                  <a:pt x="224361" y="43279"/>
                  <a:pt x="229040" y="44794"/>
                  <a:pt x="231319" y="47797"/>
                </a:cubicBezTo>
                <a:cubicBezTo>
                  <a:pt x="235951" y="53900"/>
                  <a:pt x="235804" y="67721"/>
                  <a:pt x="231065" y="71654"/>
                </a:cubicBezTo>
                <a:cubicBezTo>
                  <a:pt x="227042" y="74993"/>
                  <a:pt x="227738" y="83470"/>
                  <a:pt x="232914" y="94162"/>
                </a:cubicBezTo>
                <a:cubicBezTo>
                  <a:pt x="236944" y="102487"/>
                  <a:pt x="256280" y="105129"/>
                  <a:pt x="264097" y="98422"/>
                </a:cubicBezTo>
                <a:cubicBezTo>
                  <a:pt x="272137" y="91525"/>
                  <a:pt x="288836" y="83435"/>
                  <a:pt x="290859" y="85458"/>
                </a:cubicBezTo>
                <a:cubicBezTo>
                  <a:pt x="291797" y="86396"/>
                  <a:pt x="291209" y="87164"/>
                  <a:pt x="289553" y="87164"/>
                </a:cubicBezTo>
                <a:cubicBezTo>
                  <a:pt x="278849" y="87164"/>
                  <a:pt x="297992" y="112276"/>
                  <a:pt x="313001" y="117924"/>
                </a:cubicBezTo>
                <a:cubicBezTo>
                  <a:pt x="317528" y="119627"/>
                  <a:pt x="320100" y="122488"/>
                  <a:pt x="320100" y="125822"/>
                </a:cubicBezTo>
                <a:cubicBezTo>
                  <a:pt x="320100" y="128696"/>
                  <a:pt x="321552" y="131055"/>
                  <a:pt x="323327" y="131062"/>
                </a:cubicBezTo>
                <a:cubicBezTo>
                  <a:pt x="338940" y="131129"/>
                  <a:pt x="408862" y="133762"/>
                  <a:pt x="409403" y="134303"/>
                </a:cubicBezTo>
                <a:cubicBezTo>
                  <a:pt x="409786" y="134687"/>
                  <a:pt x="404937" y="149230"/>
                  <a:pt x="398626" y="166622"/>
                </a:cubicBezTo>
                <a:lnTo>
                  <a:pt x="387152" y="198243"/>
                </a:lnTo>
                <a:lnTo>
                  <a:pt x="392348" y="208428"/>
                </a:lnTo>
                <a:cubicBezTo>
                  <a:pt x="397867" y="219247"/>
                  <a:pt x="399033" y="226562"/>
                  <a:pt x="395238" y="226562"/>
                </a:cubicBezTo>
                <a:cubicBezTo>
                  <a:pt x="393970" y="226562"/>
                  <a:pt x="392236" y="224746"/>
                  <a:pt x="391384" y="222526"/>
                </a:cubicBezTo>
                <a:cubicBezTo>
                  <a:pt x="390533" y="220307"/>
                  <a:pt x="388555" y="219282"/>
                  <a:pt x="386991" y="220249"/>
                </a:cubicBezTo>
                <a:cubicBezTo>
                  <a:pt x="385426" y="221216"/>
                  <a:pt x="380818" y="219547"/>
                  <a:pt x="376751" y="216540"/>
                </a:cubicBezTo>
                <a:cubicBezTo>
                  <a:pt x="367939" y="210026"/>
                  <a:pt x="366566" y="209821"/>
                  <a:pt x="366566" y="215027"/>
                </a:cubicBezTo>
                <a:cubicBezTo>
                  <a:pt x="366566" y="217201"/>
                  <a:pt x="368599" y="219663"/>
                  <a:pt x="371084" y="220497"/>
                </a:cubicBezTo>
                <a:cubicBezTo>
                  <a:pt x="382593" y="224364"/>
                  <a:pt x="400125" y="232833"/>
                  <a:pt x="400125" y="234526"/>
                </a:cubicBezTo>
                <a:cubicBezTo>
                  <a:pt x="400125" y="235560"/>
                  <a:pt x="392284" y="233061"/>
                  <a:pt x="382700" y="228973"/>
                </a:cubicBezTo>
                <a:cubicBezTo>
                  <a:pt x="373117" y="224884"/>
                  <a:pt x="361210" y="221490"/>
                  <a:pt x="356240" y="221430"/>
                </a:cubicBezTo>
                <a:cubicBezTo>
                  <a:pt x="344962" y="221293"/>
                  <a:pt x="338255" y="217747"/>
                  <a:pt x="344640" y="215296"/>
                </a:cubicBezTo>
                <a:cubicBezTo>
                  <a:pt x="347017" y="214384"/>
                  <a:pt x="350019" y="214291"/>
                  <a:pt x="351310" y="215089"/>
                </a:cubicBezTo>
                <a:cubicBezTo>
                  <a:pt x="352602" y="215888"/>
                  <a:pt x="353659" y="215352"/>
                  <a:pt x="353659" y="213898"/>
                </a:cubicBezTo>
                <a:cubicBezTo>
                  <a:pt x="353659" y="212444"/>
                  <a:pt x="351239" y="209960"/>
                  <a:pt x="348281" y="208377"/>
                </a:cubicBezTo>
                <a:cubicBezTo>
                  <a:pt x="344050" y="206113"/>
                  <a:pt x="341943" y="206369"/>
                  <a:pt x="338397" y="209577"/>
                </a:cubicBezTo>
                <a:cubicBezTo>
                  <a:pt x="332399" y="215006"/>
                  <a:pt x="330426" y="214717"/>
                  <a:pt x="330426" y="208411"/>
                </a:cubicBezTo>
                <a:cubicBezTo>
                  <a:pt x="330426" y="200483"/>
                  <a:pt x="323396" y="199293"/>
                  <a:pt x="317751" y="206264"/>
                </a:cubicBezTo>
                <a:cubicBezTo>
                  <a:pt x="311888" y="213504"/>
                  <a:pt x="313243" y="217088"/>
                  <a:pt x="320963" y="214760"/>
                </a:cubicBezTo>
                <a:cubicBezTo>
                  <a:pt x="324787" y="213607"/>
                  <a:pt x="325738" y="213919"/>
                  <a:pt x="323972" y="215747"/>
                </a:cubicBezTo>
                <a:cubicBezTo>
                  <a:pt x="322552" y="217218"/>
                  <a:pt x="318487" y="218951"/>
                  <a:pt x="314937" y="219599"/>
                </a:cubicBezTo>
                <a:cubicBezTo>
                  <a:pt x="311388" y="220248"/>
                  <a:pt x="314292" y="220366"/>
                  <a:pt x="321391" y="219864"/>
                </a:cubicBezTo>
                <a:cubicBezTo>
                  <a:pt x="330318" y="219231"/>
                  <a:pt x="333104" y="219713"/>
                  <a:pt x="330426" y="221426"/>
                </a:cubicBezTo>
                <a:cubicBezTo>
                  <a:pt x="328296" y="222787"/>
                  <a:pt x="319444" y="223919"/>
                  <a:pt x="310754" y="223941"/>
                </a:cubicBezTo>
                <a:cubicBezTo>
                  <a:pt x="295733" y="223979"/>
                  <a:pt x="294460" y="224490"/>
                  <a:pt x="284939" y="234304"/>
                </a:cubicBezTo>
                <a:cubicBezTo>
                  <a:pt x="279431" y="239982"/>
                  <a:pt x="272851" y="244629"/>
                  <a:pt x="270316" y="244630"/>
                </a:cubicBezTo>
                <a:cubicBezTo>
                  <a:pt x="267782" y="244631"/>
                  <a:pt x="262868" y="246493"/>
                  <a:pt x="259397" y="248767"/>
                </a:cubicBezTo>
                <a:cubicBezTo>
                  <a:pt x="255927" y="251041"/>
                  <a:pt x="248429" y="253948"/>
                  <a:pt x="242736" y="255227"/>
                </a:cubicBezTo>
                <a:cubicBezTo>
                  <a:pt x="237044" y="256506"/>
                  <a:pt x="226856" y="260940"/>
                  <a:pt x="220097" y="265079"/>
                </a:cubicBezTo>
                <a:cubicBezTo>
                  <a:pt x="213337" y="269219"/>
                  <a:pt x="203741" y="273261"/>
                  <a:pt x="198772" y="274061"/>
                </a:cubicBezTo>
                <a:cubicBezTo>
                  <a:pt x="178742" y="277289"/>
                  <a:pt x="173664" y="277501"/>
                  <a:pt x="169694" y="275279"/>
                </a:cubicBezTo>
                <a:close/>
              </a:path>
            </a:pathLst>
          </a:custGeom>
          <a:solidFill>
            <a:srgbClr val="B9B9B9"/>
          </a:solidFill>
          <a:ln w="5163" cap="flat">
            <a:noFill/>
            <a:prstDash val="solid"/>
            <a:miter/>
          </a:ln>
        </p:spPr>
        <p:txBody>
          <a:bodyPr/>
          <a:lstStyle/>
          <a:p>
            <a:endParaRPr lang="es-419" noProof="0" dirty="0"/>
          </a:p>
        </p:txBody>
      </p:sp>
      <p:sp>
        <p:nvSpPr>
          <p:cNvPr id="63" name="Forma libre: forma 62">
            <a:extLst>
              <a:ext uri="{FF2B5EF4-FFF2-40B4-BE49-F238E27FC236}">
                <a16:creationId xmlns:a16="http://schemas.microsoft.com/office/drawing/2014/main" id="{7D2F884A-7386-EF8C-1C32-16DA313C1F0F}"/>
              </a:ext>
            </a:extLst>
          </p:cNvPr>
          <p:cNvSpPr/>
          <p:nvPr/>
        </p:nvSpPr>
        <p:spPr>
          <a:xfrm>
            <a:off x="1324915" y="2412330"/>
            <a:ext cx="357764" cy="223095"/>
          </a:xfrm>
          <a:custGeom>
            <a:avLst/>
            <a:gdLst>
              <a:gd name="csX0" fmla="*/ 310749 w 357764"/>
              <a:gd name="csY0" fmla="*/ 220821 h 223095"/>
              <a:gd name="csX1" fmla="*/ 306750 w 357764"/>
              <a:gd name="csY1" fmla="*/ 216842 h 223095"/>
              <a:gd name="csX2" fmla="*/ 298107 w 357764"/>
              <a:gd name="csY2" fmla="*/ 209508 h 223095"/>
              <a:gd name="csX3" fmla="*/ 280348 w 357764"/>
              <a:gd name="csY3" fmla="*/ 201999 h 223095"/>
              <a:gd name="csX4" fmla="*/ 262845 w 357764"/>
              <a:gd name="csY4" fmla="*/ 196313 h 223095"/>
              <a:gd name="csX5" fmla="*/ 256032 w 357764"/>
              <a:gd name="csY5" fmla="*/ 193496 h 223095"/>
              <a:gd name="csX6" fmla="*/ 242886 w 357764"/>
              <a:gd name="csY6" fmla="*/ 190679 h 223095"/>
              <a:gd name="csX7" fmla="*/ 229978 w 357764"/>
              <a:gd name="csY7" fmla="*/ 186722 h 223095"/>
              <a:gd name="csX8" fmla="*/ 220854 w 357764"/>
              <a:gd name="csY8" fmla="*/ 186091 h 223095"/>
              <a:gd name="csX9" fmla="*/ 209097 w 357764"/>
              <a:gd name="csY9" fmla="*/ 183130 h 223095"/>
              <a:gd name="csX10" fmla="*/ 214906 w 357764"/>
              <a:gd name="csY10" fmla="*/ 187877 h 223095"/>
              <a:gd name="csX11" fmla="*/ 215222 w 357764"/>
              <a:gd name="csY11" fmla="*/ 190853 h 223095"/>
              <a:gd name="csX12" fmla="*/ 206349 w 357764"/>
              <a:gd name="csY12" fmla="*/ 186954 h 223095"/>
              <a:gd name="csX13" fmla="*/ 189899 w 357764"/>
              <a:gd name="csY13" fmla="*/ 176334 h 223095"/>
              <a:gd name="csX14" fmla="*/ 172154 w 357764"/>
              <a:gd name="csY14" fmla="*/ 165667 h 223095"/>
              <a:gd name="csX15" fmla="*/ 165494 w 357764"/>
              <a:gd name="csY15" fmla="*/ 164758 h 223095"/>
              <a:gd name="csX16" fmla="*/ 154887 w 357764"/>
              <a:gd name="csY16" fmla="*/ 162867 h 223095"/>
              <a:gd name="csX17" fmla="*/ 146116 w 357764"/>
              <a:gd name="csY17" fmla="*/ 160825 h 223095"/>
              <a:gd name="csX18" fmla="*/ 117490 w 357764"/>
              <a:gd name="csY18" fmla="*/ 151278 h 223095"/>
              <a:gd name="csX19" fmla="*/ 95284 w 357764"/>
              <a:gd name="csY19" fmla="*/ 141980 h 223095"/>
              <a:gd name="csX20" fmla="*/ 92932 w 357764"/>
              <a:gd name="csY20" fmla="*/ 138216 h 223095"/>
              <a:gd name="csX21" fmla="*/ 81316 w 357764"/>
              <a:gd name="csY21" fmla="*/ 127645 h 223095"/>
              <a:gd name="csX22" fmla="*/ 69699 w 357764"/>
              <a:gd name="csY22" fmla="*/ 117508 h 223095"/>
              <a:gd name="csX23" fmla="*/ 49682 w 357764"/>
              <a:gd name="csY23" fmla="*/ 104238 h 223095"/>
              <a:gd name="csX24" fmla="*/ 33940 w 357764"/>
              <a:gd name="csY24" fmla="*/ 91155 h 223095"/>
              <a:gd name="csX25" fmla="*/ 3571 w 357764"/>
              <a:gd name="csY25" fmla="*/ 73330 h 223095"/>
              <a:gd name="csX26" fmla="*/ 0 w 357764"/>
              <a:gd name="csY26" fmla="*/ 65812 h 223095"/>
              <a:gd name="csX27" fmla="*/ 7287 w 357764"/>
              <a:gd name="csY27" fmla="*/ 53156 h 223095"/>
              <a:gd name="csX28" fmla="*/ 18044 w 357764"/>
              <a:gd name="csY28" fmla="*/ 33495 h 223095"/>
              <a:gd name="csX29" fmla="*/ 19421 w 357764"/>
              <a:gd name="csY29" fmla="*/ 20586 h 223095"/>
              <a:gd name="csX30" fmla="*/ 43911 w 357764"/>
              <a:gd name="csY30" fmla="*/ 20678 h 223095"/>
              <a:gd name="csX31" fmla="*/ 60045 w 357764"/>
              <a:gd name="csY31" fmla="*/ 24079 h 223095"/>
              <a:gd name="csX32" fmla="*/ 132045 w 357764"/>
              <a:gd name="csY32" fmla="*/ 29780 h 223095"/>
              <a:gd name="csX33" fmla="*/ 140624 w 357764"/>
              <a:gd name="csY33" fmla="*/ 26018 h 223095"/>
              <a:gd name="csX34" fmla="*/ 141619 w 357764"/>
              <a:gd name="csY34" fmla="*/ 13502 h 223095"/>
              <a:gd name="csX35" fmla="*/ 147260 w 357764"/>
              <a:gd name="csY35" fmla="*/ 0 h 223095"/>
              <a:gd name="csX36" fmla="*/ 157468 w 357764"/>
              <a:gd name="csY36" fmla="*/ 24790 h 223095"/>
              <a:gd name="csX37" fmla="*/ 164323 w 357764"/>
              <a:gd name="csY37" fmla="*/ 32600 h 223095"/>
              <a:gd name="csX38" fmla="*/ 177876 w 357764"/>
              <a:gd name="csY38" fmla="*/ 26172 h 223095"/>
              <a:gd name="csX39" fmla="*/ 195232 w 357764"/>
              <a:gd name="csY39" fmla="*/ 18047 h 223095"/>
              <a:gd name="csX40" fmla="*/ 208905 w 357764"/>
              <a:gd name="csY40" fmla="*/ 10791 h 223095"/>
              <a:gd name="csX41" fmla="*/ 219887 w 357764"/>
              <a:gd name="csY41" fmla="*/ 4680 h 223095"/>
              <a:gd name="csX42" fmla="*/ 238661 w 357764"/>
              <a:gd name="csY42" fmla="*/ 20265 h 223095"/>
              <a:gd name="csX43" fmla="*/ 254397 w 357764"/>
              <a:gd name="csY43" fmla="*/ 25712 h 223095"/>
              <a:gd name="csX44" fmla="*/ 258145 w 357764"/>
              <a:gd name="csY44" fmla="*/ 24934 h 223095"/>
              <a:gd name="csX45" fmla="*/ 286337 w 357764"/>
              <a:gd name="csY45" fmla="*/ 54210 h 223095"/>
              <a:gd name="csX46" fmla="*/ 292234 w 357764"/>
              <a:gd name="csY46" fmla="*/ 58728 h 223095"/>
              <a:gd name="csX47" fmla="*/ 311147 w 357764"/>
              <a:gd name="csY47" fmla="*/ 69699 h 223095"/>
              <a:gd name="csX48" fmla="*/ 321808 w 357764"/>
              <a:gd name="csY48" fmla="*/ 76335 h 223095"/>
              <a:gd name="csX49" fmla="*/ 326980 w 357764"/>
              <a:gd name="csY49" fmla="*/ 102795 h 223095"/>
              <a:gd name="csX50" fmla="*/ 329261 w 357764"/>
              <a:gd name="csY50" fmla="*/ 127630 h 223095"/>
              <a:gd name="csX51" fmla="*/ 333007 w 357764"/>
              <a:gd name="csY51" fmla="*/ 137310 h 223095"/>
              <a:gd name="csX52" fmla="*/ 335120 w 357764"/>
              <a:gd name="csY52" fmla="*/ 141980 h 223095"/>
              <a:gd name="csX53" fmla="*/ 346410 w 357764"/>
              <a:gd name="csY53" fmla="*/ 150369 h 223095"/>
              <a:gd name="csX54" fmla="*/ 357125 w 357764"/>
              <a:gd name="csY54" fmla="*/ 170794 h 223095"/>
              <a:gd name="csX55" fmla="*/ 348644 w 357764"/>
              <a:gd name="csY55" fmla="*/ 191877 h 223095"/>
              <a:gd name="csX56" fmla="*/ 333236 w 357764"/>
              <a:gd name="csY56" fmla="*/ 203812 h 223095"/>
              <a:gd name="csX57" fmla="*/ 327844 w 357764"/>
              <a:gd name="csY57" fmla="*/ 209994 h 223095"/>
              <a:gd name="csX58" fmla="*/ 320060 w 357764"/>
              <a:gd name="csY58" fmla="*/ 219045 h 223095"/>
              <a:gd name="csX59" fmla="*/ 310749 w 357764"/>
              <a:gd name="csY59" fmla="*/ 220821 h 2230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Lst>
            <a:rect l="l" t="t" r="r" b="b"/>
            <a:pathLst>
              <a:path w="357764" h="223095">
                <a:moveTo>
                  <a:pt x="310749" y="220821"/>
                </a:moveTo>
                <a:cubicBezTo>
                  <a:pt x="309909" y="218632"/>
                  <a:pt x="308109" y="216842"/>
                  <a:pt x="306750" y="216842"/>
                </a:cubicBezTo>
                <a:cubicBezTo>
                  <a:pt x="305390" y="216842"/>
                  <a:pt x="301501" y="213542"/>
                  <a:pt x="298107" y="209508"/>
                </a:cubicBezTo>
                <a:cubicBezTo>
                  <a:pt x="293077" y="203531"/>
                  <a:pt x="289793" y="202142"/>
                  <a:pt x="280348" y="201999"/>
                </a:cubicBezTo>
                <a:cubicBezTo>
                  <a:pt x="272259" y="201877"/>
                  <a:pt x="266975" y="200160"/>
                  <a:pt x="262845" y="196313"/>
                </a:cubicBezTo>
                <a:cubicBezTo>
                  <a:pt x="259591" y="193282"/>
                  <a:pt x="256525" y="192014"/>
                  <a:pt x="256032" y="193496"/>
                </a:cubicBezTo>
                <a:cubicBezTo>
                  <a:pt x="254564" y="197900"/>
                  <a:pt x="248378" y="196574"/>
                  <a:pt x="242886" y="190679"/>
                </a:cubicBezTo>
                <a:cubicBezTo>
                  <a:pt x="238972" y="186478"/>
                  <a:pt x="235903" y="185537"/>
                  <a:pt x="229978" y="186722"/>
                </a:cubicBezTo>
                <a:cubicBezTo>
                  <a:pt x="225703" y="187577"/>
                  <a:pt x="221597" y="187293"/>
                  <a:pt x="220854" y="186091"/>
                </a:cubicBezTo>
                <a:cubicBezTo>
                  <a:pt x="219048" y="183170"/>
                  <a:pt x="209097" y="180663"/>
                  <a:pt x="209097" y="183130"/>
                </a:cubicBezTo>
                <a:cubicBezTo>
                  <a:pt x="209097" y="184200"/>
                  <a:pt x="211711" y="186336"/>
                  <a:pt x="214906" y="187877"/>
                </a:cubicBezTo>
                <a:cubicBezTo>
                  <a:pt x="220644" y="190644"/>
                  <a:pt x="220647" y="190680"/>
                  <a:pt x="215222" y="190853"/>
                </a:cubicBezTo>
                <a:cubicBezTo>
                  <a:pt x="212201" y="190949"/>
                  <a:pt x="208208" y="189194"/>
                  <a:pt x="206349" y="186954"/>
                </a:cubicBezTo>
                <a:cubicBezTo>
                  <a:pt x="204489" y="184713"/>
                  <a:pt x="197087" y="179934"/>
                  <a:pt x="189899" y="176334"/>
                </a:cubicBezTo>
                <a:cubicBezTo>
                  <a:pt x="182711" y="172733"/>
                  <a:pt x="174726" y="167933"/>
                  <a:pt x="172154" y="165667"/>
                </a:cubicBezTo>
                <a:cubicBezTo>
                  <a:pt x="168546" y="162487"/>
                  <a:pt x="167026" y="162279"/>
                  <a:pt x="165494" y="164758"/>
                </a:cubicBezTo>
                <a:cubicBezTo>
                  <a:pt x="163542" y="167916"/>
                  <a:pt x="154887" y="166373"/>
                  <a:pt x="154887" y="162867"/>
                </a:cubicBezTo>
                <a:cubicBezTo>
                  <a:pt x="154887" y="161880"/>
                  <a:pt x="150940" y="160961"/>
                  <a:pt x="146116" y="160825"/>
                </a:cubicBezTo>
                <a:cubicBezTo>
                  <a:pt x="141292" y="160688"/>
                  <a:pt x="128410" y="156392"/>
                  <a:pt x="117490" y="151278"/>
                </a:cubicBezTo>
                <a:cubicBezTo>
                  <a:pt x="106570" y="146164"/>
                  <a:pt x="96577" y="141980"/>
                  <a:pt x="95284" y="141980"/>
                </a:cubicBezTo>
                <a:cubicBezTo>
                  <a:pt x="93990" y="141980"/>
                  <a:pt x="92932" y="140286"/>
                  <a:pt x="92932" y="138216"/>
                </a:cubicBezTo>
                <a:cubicBezTo>
                  <a:pt x="92932" y="136147"/>
                  <a:pt x="87705" y="131390"/>
                  <a:pt x="81316" y="127645"/>
                </a:cubicBezTo>
                <a:cubicBezTo>
                  <a:pt x="74927" y="123901"/>
                  <a:pt x="69699" y="119339"/>
                  <a:pt x="69699" y="117508"/>
                </a:cubicBezTo>
                <a:cubicBezTo>
                  <a:pt x="69699" y="113290"/>
                  <a:pt x="58936" y="106155"/>
                  <a:pt x="49682" y="104238"/>
                </a:cubicBezTo>
                <a:cubicBezTo>
                  <a:pt x="45282" y="103326"/>
                  <a:pt x="39312" y="98365"/>
                  <a:pt x="33940" y="91155"/>
                </a:cubicBezTo>
                <a:cubicBezTo>
                  <a:pt x="25287" y="79543"/>
                  <a:pt x="10302" y="70747"/>
                  <a:pt x="3571" y="73330"/>
                </a:cubicBezTo>
                <a:cubicBezTo>
                  <a:pt x="957" y="74333"/>
                  <a:pt x="0" y="72319"/>
                  <a:pt x="0" y="65812"/>
                </a:cubicBezTo>
                <a:cubicBezTo>
                  <a:pt x="0" y="58672"/>
                  <a:pt x="1433" y="56184"/>
                  <a:pt x="7287" y="53156"/>
                </a:cubicBezTo>
                <a:cubicBezTo>
                  <a:pt x="19411" y="46887"/>
                  <a:pt x="21790" y="42538"/>
                  <a:pt x="18044" y="33495"/>
                </a:cubicBezTo>
                <a:cubicBezTo>
                  <a:pt x="15244" y="26735"/>
                  <a:pt x="15429" y="24996"/>
                  <a:pt x="19421" y="20586"/>
                </a:cubicBezTo>
                <a:cubicBezTo>
                  <a:pt x="25368" y="14014"/>
                  <a:pt x="37292" y="14059"/>
                  <a:pt x="43911" y="20678"/>
                </a:cubicBezTo>
                <a:cubicBezTo>
                  <a:pt x="48190" y="24957"/>
                  <a:pt x="51021" y="25553"/>
                  <a:pt x="60045" y="24079"/>
                </a:cubicBezTo>
                <a:cubicBezTo>
                  <a:pt x="79921" y="20832"/>
                  <a:pt x="103607" y="22707"/>
                  <a:pt x="132045" y="29780"/>
                </a:cubicBezTo>
                <a:cubicBezTo>
                  <a:pt x="137569" y="31154"/>
                  <a:pt x="139225" y="30428"/>
                  <a:pt x="140624" y="26018"/>
                </a:cubicBezTo>
                <a:cubicBezTo>
                  <a:pt x="141578" y="23013"/>
                  <a:pt x="142026" y="17381"/>
                  <a:pt x="141619" y="13502"/>
                </a:cubicBezTo>
                <a:cubicBezTo>
                  <a:pt x="140830" y="5985"/>
                  <a:pt x="143331" y="0"/>
                  <a:pt x="147260" y="0"/>
                </a:cubicBezTo>
                <a:cubicBezTo>
                  <a:pt x="150433" y="0"/>
                  <a:pt x="157468" y="17085"/>
                  <a:pt x="157468" y="24790"/>
                </a:cubicBezTo>
                <a:cubicBezTo>
                  <a:pt x="157468" y="29227"/>
                  <a:pt x="159328" y="31346"/>
                  <a:pt x="164323" y="32600"/>
                </a:cubicBezTo>
                <a:cubicBezTo>
                  <a:pt x="169965" y="34015"/>
                  <a:pt x="172364" y="32878"/>
                  <a:pt x="177876" y="26172"/>
                </a:cubicBezTo>
                <a:cubicBezTo>
                  <a:pt x="183430" y="19415"/>
                  <a:pt x="186393" y="18028"/>
                  <a:pt x="195232" y="18047"/>
                </a:cubicBezTo>
                <a:cubicBezTo>
                  <a:pt x="204499" y="18067"/>
                  <a:pt x="206283" y="17120"/>
                  <a:pt x="208905" y="10791"/>
                </a:cubicBezTo>
                <a:cubicBezTo>
                  <a:pt x="211484" y="4565"/>
                  <a:pt x="213074" y="3680"/>
                  <a:pt x="219887" y="4680"/>
                </a:cubicBezTo>
                <a:cubicBezTo>
                  <a:pt x="228665" y="5969"/>
                  <a:pt x="236077" y="12121"/>
                  <a:pt x="238661" y="20265"/>
                </a:cubicBezTo>
                <a:cubicBezTo>
                  <a:pt x="240752" y="26852"/>
                  <a:pt x="249411" y="29849"/>
                  <a:pt x="254397" y="25712"/>
                </a:cubicBezTo>
                <a:cubicBezTo>
                  <a:pt x="256458" y="24001"/>
                  <a:pt x="258145" y="23651"/>
                  <a:pt x="258145" y="24934"/>
                </a:cubicBezTo>
                <a:cubicBezTo>
                  <a:pt x="258145" y="28142"/>
                  <a:pt x="283247" y="54210"/>
                  <a:pt x="286337" y="54210"/>
                </a:cubicBezTo>
                <a:cubicBezTo>
                  <a:pt x="287708" y="54210"/>
                  <a:pt x="290362" y="56243"/>
                  <a:pt x="292234" y="58728"/>
                </a:cubicBezTo>
                <a:cubicBezTo>
                  <a:pt x="296425" y="64288"/>
                  <a:pt x="305753" y="69699"/>
                  <a:pt x="311147" y="69699"/>
                </a:cubicBezTo>
                <a:cubicBezTo>
                  <a:pt x="313361" y="69699"/>
                  <a:pt x="318158" y="72685"/>
                  <a:pt x="321808" y="76335"/>
                </a:cubicBezTo>
                <a:cubicBezTo>
                  <a:pt x="328098" y="82626"/>
                  <a:pt x="328367" y="84002"/>
                  <a:pt x="326980" y="102795"/>
                </a:cubicBezTo>
                <a:cubicBezTo>
                  <a:pt x="325865" y="117888"/>
                  <a:pt x="326410" y="123815"/>
                  <a:pt x="329261" y="127630"/>
                </a:cubicBezTo>
                <a:cubicBezTo>
                  <a:pt x="331322" y="130386"/>
                  <a:pt x="333007" y="134742"/>
                  <a:pt x="333007" y="137310"/>
                </a:cubicBezTo>
                <a:cubicBezTo>
                  <a:pt x="333007" y="139879"/>
                  <a:pt x="333958" y="141980"/>
                  <a:pt x="335120" y="141980"/>
                </a:cubicBezTo>
                <a:cubicBezTo>
                  <a:pt x="336282" y="141980"/>
                  <a:pt x="341362" y="145755"/>
                  <a:pt x="346410" y="150369"/>
                </a:cubicBezTo>
                <a:cubicBezTo>
                  <a:pt x="353607" y="156948"/>
                  <a:pt x="355920" y="161358"/>
                  <a:pt x="357125" y="170794"/>
                </a:cubicBezTo>
                <a:cubicBezTo>
                  <a:pt x="358591" y="182285"/>
                  <a:pt x="358209" y="183236"/>
                  <a:pt x="348644" y="191877"/>
                </a:cubicBezTo>
                <a:cubicBezTo>
                  <a:pt x="343134" y="196855"/>
                  <a:pt x="336201" y="202226"/>
                  <a:pt x="333236" y="203812"/>
                </a:cubicBezTo>
                <a:cubicBezTo>
                  <a:pt x="330270" y="205399"/>
                  <a:pt x="327844" y="208181"/>
                  <a:pt x="327844" y="209994"/>
                </a:cubicBezTo>
                <a:cubicBezTo>
                  <a:pt x="327844" y="211806"/>
                  <a:pt x="324341" y="215879"/>
                  <a:pt x="320060" y="219045"/>
                </a:cubicBezTo>
                <a:cubicBezTo>
                  <a:pt x="313416" y="223957"/>
                  <a:pt x="312052" y="224217"/>
                  <a:pt x="310749" y="220821"/>
                </a:cubicBezTo>
                <a:close/>
              </a:path>
            </a:pathLst>
          </a:custGeom>
          <a:solidFill>
            <a:srgbClr val="B9B9B9"/>
          </a:solidFill>
          <a:ln w="5163" cap="flat">
            <a:noFill/>
            <a:prstDash val="solid"/>
            <a:miter/>
          </a:ln>
        </p:spPr>
        <p:txBody>
          <a:bodyPr/>
          <a:lstStyle/>
          <a:p>
            <a:endParaRPr lang="es-419" noProof="0" dirty="0"/>
          </a:p>
        </p:txBody>
      </p:sp>
      <p:sp>
        <p:nvSpPr>
          <p:cNvPr id="64" name="Forma libre: forma 63">
            <a:extLst>
              <a:ext uri="{FF2B5EF4-FFF2-40B4-BE49-F238E27FC236}">
                <a16:creationId xmlns:a16="http://schemas.microsoft.com/office/drawing/2014/main" id="{4D860F0F-FB66-F768-D34B-18547105D23A}"/>
              </a:ext>
            </a:extLst>
          </p:cNvPr>
          <p:cNvSpPr/>
          <p:nvPr/>
        </p:nvSpPr>
        <p:spPr>
          <a:xfrm>
            <a:off x="2030531" y="2394260"/>
            <a:ext cx="276109" cy="131653"/>
          </a:xfrm>
          <a:custGeom>
            <a:avLst/>
            <a:gdLst>
              <a:gd name="csX0" fmla="*/ 240916 w 276109"/>
              <a:gd name="csY0" fmla="*/ 129933 h 131653"/>
              <a:gd name="csX1" fmla="*/ 239195 w 276109"/>
              <a:gd name="csY1" fmla="*/ 124013 h 131653"/>
              <a:gd name="csX2" fmla="*/ 228223 w 276109"/>
              <a:gd name="csY2" fmla="*/ 115744 h 131653"/>
              <a:gd name="csX3" fmla="*/ 217897 w 276109"/>
              <a:gd name="csY3" fmla="*/ 106005 h 131653"/>
              <a:gd name="csX4" fmla="*/ 210063 w 276109"/>
              <a:gd name="csY4" fmla="*/ 90246 h 131653"/>
              <a:gd name="csX5" fmla="*/ 197989 w 276109"/>
              <a:gd name="csY5" fmla="*/ 82502 h 131653"/>
              <a:gd name="csX6" fmla="*/ 171181 w 276109"/>
              <a:gd name="csY6" fmla="*/ 78639 h 131653"/>
              <a:gd name="csX7" fmla="*/ 162540 w 276109"/>
              <a:gd name="csY7" fmla="*/ 80766 h 131653"/>
              <a:gd name="csX8" fmla="*/ 140024 w 276109"/>
              <a:gd name="csY8" fmla="*/ 103258 h 131653"/>
              <a:gd name="csX9" fmla="*/ 121107 w 276109"/>
              <a:gd name="csY9" fmla="*/ 123910 h 131653"/>
              <a:gd name="csX10" fmla="*/ 115285 w 276109"/>
              <a:gd name="csY10" fmla="*/ 120037 h 131653"/>
              <a:gd name="csX11" fmla="*/ 106086 w 276109"/>
              <a:gd name="csY11" fmla="*/ 116165 h 131653"/>
              <a:gd name="csX12" fmla="*/ 95488 w 276109"/>
              <a:gd name="csY12" fmla="*/ 97511 h 131653"/>
              <a:gd name="csX13" fmla="*/ 74161 w 276109"/>
              <a:gd name="csY13" fmla="*/ 72281 h 131653"/>
              <a:gd name="csX14" fmla="*/ 62180 w 276109"/>
              <a:gd name="csY14" fmla="*/ 80383 h 131653"/>
              <a:gd name="csX15" fmla="*/ 59403 w 276109"/>
              <a:gd name="csY15" fmla="*/ 95543 h 131653"/>
              <a:gd name="csX16" fmla="*/ 54777 w 276109"/>
              <a:gd name="csY16" fmla="*/ 108274 h 131653"/>
              <a:gd name="csX17" fmla="*/ 46950 w 276109"/>
              <a:gd name="csY17" fmla="*/ 122154 h 131653"/>
              <a:gd name="csX18" fmla="*/ 45160 w 276109"/>
              <a:gd name="csY18" fmla="*/ 130363 h 131653"/>
              <a:gd name="csX19" fmla="*/ 42524 w 276109"/>
              <a:gd name="csY19" fmla="*/ 123910 h 131653"/>
              <a:gd name="csX20" fmla="*/ 27585 w 276109"/>
              <a:gd name="csY20" fmla="*/ 101648 h 131653"/>
              <a:gd name="csX21" fmla="*/ 3541 w 276109"/>
              <a:gd name="csY21" fmla="*/ 71617 h 131653"/>
              <a:gd name="csX22" fmla="*/ 489 w 276109"/>
              <a:gd name="csY22" fmla="*/ 57859 h 131653"/>
              <a:gd name="csX23" fmla="*/ 5896 w 276109"/>
              <a:gd name="csY23" fmla="*/ 47783 h 131653"/>
              <a:gd name="csX24" fmla="*/ 14046 w 276109"/>
              <a:gd name="csY24" fmla="*/ 46070 h 131653"/>
              <a:gd name="csX25" fmla="*/ 24934 w 276109"/>
              <a:gd name="csY25" fmla="*/ 43885 h 131653"/>
              <a:gd name="csX26" fmla="*/ 35503 w 276109"/>
              <a:gd name="csY26" fmla="*/ 38722 h 131653"/>
              <a:gd name="csX27" fmla="*/ 41946 w 276109"/>
              <a:gd name="csY27" fmla="*/ 35764 h 131653"/>
              <a:gd name="csX28" fmla="*/ 25819 w 276109"/>
              <a:gd name="csY28" fmla="*/ 37615 h 131653"/>
              <a:gd name="csX29" fmla="*/ 26045 w 276109"/>
              <a:gd name="csY29" fmla="*/ 35947 h 131653"/>
              <a:gd name="csX30" fmla="*/ 73982 w 276109"/>
              <a:gd name="csY30" fmla="*/ 25857 h 131653"/>
              <a:gd name="csX31" fmla="*/ 76916 w 276109"/>
              <a:gd name="csY31" fmla="*/ 28123 h 131653"/>
              <a:gd name="csX32" fmla="*/ 76893 w 276109"/>
              <a:gd name="csY32" fmla="*/ 31518 h 131653"/>
              <a:gd name="csX33" fmla="*/ 83755 w 276109"/>
              <a:gd name="csY33" fmla="*/ 29317 h 131653"/>
              <a:gd name="csX34" fmla="*/ 96686 w 276109"/>
              <a:gd name="csY34" fmla="*/ 23336 h 131653"/>
              <a:gd name="csX35" fmla="*/ 114106 w 276109"/>
              <a:gd name="csY35" fmla="*/ 13587 h 131653"/>
              <a:gd name="csX36" fmla="*/ 134447 w 276109"/>
              <a:gd name="csY36" fmla="*/ 0 h 131653"/>
              <a:gd name="csX37" fmla="*/ 136418 w 276109"/>
              <a:gd name="csY37" fmla="*/ 8390 h 131653"/>
              <a:gd name="csX38" fmla="*/ 147553 w 276109"/>
              <a:gd name="csY38" fmla="*/ 17557 h 131653"/>
              <a:gd name="csX39" fmla="*/ 164372 w 276109"/>
              <a:gd name="csY39" fmla="*/ 37279 h 131653"/>
              <a:gd name="csX40" fmla="*/ 179001 w 276109"/>
              <a:gd name="csY40" fmla="*/ 58990 h 131653"/>
              <a:gd name="csX41" fmla="*/ 191415 w 276109"/>
              <a:gd name="csY41" fmla="*/ 67081 h 131653"/>
              <a:gd name="csX42" fmla="*/ 215539 w 276109"/>
              <a:gd name="csY42" fmla="*/ 67434 h 131653"/>
              <a:gd name="csX43" fmla="*/ 218120 w 276109"/>
              <a:gd name="csY43" fmla="*/ 59084 h 131653"/>
              <a:gd name="csX44" fmla="*/ 224155 w 276109"/>
              <a:gd name="csY44" fmla="*/ 52122 h 131653"/>
              <a:gd name="csX45" fmla="*/ 241477 w 276109"/>
              <a:gd name="csY45" fmla="*/ 56639 h 131653"/>
              <a:gd name="csX46" fmla="*/ 260758 w 276109"/>
              <a:gd name="csY46" fmla="*/ 61955 h 131653"/>
              <a:gd name="csX47" fmla="*/ 271115 w 276109"/>
              <a:gd name="csY47" fmla="*/ 65853 h 131653"/>
              <a:gd name="csX48" fmla="*/ 274360 w 276109"/>
              <a:gd name="csY48" fmla="*/ 100702 h 131653"/>
              <a:gd name="csX49" fmla="*/ 276110 w 276109"/>
              <a:gd name="csY49" fmla="*/ 131654 h 131653"/>
              <a:gd name="csX50" fmla="*/ 259373 w 276109"/>
              <a:gd name="csY50" fmla="*/ 131654 h 131653"/>
              <a:gd name="csX51" fmla="*/ 240916 w 276109"/>
              <a:gd name="csY51" fmla="*/ 129933 h 1316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Lst>
            <a:rect l="l" t="t" r="r" b="b"/>
            <a:pathLst>
              <a:path w="276109" h="131653">
                <a:moveTo>
                  <a:pt x="240916" y="129933"/>
                </a:moveTo>
                <a:cubicBezTo>
                  <a:pt x="239969" y="128986"/>
                  <a:pt x="239195" y="126322"/>
                  <a:pt x="239195" y="124013"/>
                </a:cubicBezTo>
                <a:cubicBezTo>
                  <a:pt x="239195" y="121432"/>
                  <a:pt x="234966" y="118245"/>
                  <a:pt x="228223" y="115744"/>
                </a:cubicBezTo>
                <a:cubicBezTo>
                  <a:pt x="219440" y="112485"/>
                  <a:pt x="217381" y="110543"/>
                  <a:pt x="217897" y="106005"/>
                </a:cubicBezTo>
                <a:cubicBezTo>
                  <a:pt x="218682" y="99107"/>
                  <a:pt x="214348" y="90389"/>
                  <a:pt x="210063" y="90246"/>
                </a:cubicBezTo>
                <a:cubicBezTo>
                  <a:pt x="208338" y="90188"/>
                  <a:pt x="202905" y="86703"/>
                  <a:pt x="197989" y="82502"/>
                </a:cubicBezTo>
                <a:cubicBezTo>
                  <a:pt x="188345" y="74258"/>
                  <a:pt x="178782" y="72880"/>
                  <a:pt x="171181" y="78639"/>
                </a:cubicBezTo>
                <a:cubicBezTo>
                  <a:pt x="168558" y="80626"/>
                  <a:pt x="164670" y="81583"/>
                  <a:pt x="162540" y="80766"/>
                </a:cubicBezTo>
                <a:cubicBezTo>
                  <a:pt x="158541" y="79232"/>
                  <a:pt x="151258" y="86508"/>
                  <a:pt x="140024" y="103258"/>
                </a:cubicBezTo>
                <a:cubicBezTo>
                  <a:pt x="131601" y="115819"/>
                  <a:pt x="124189" y="123910"/>
                  <a:pt x="121107" y="123910"/>
                </a:cubicBezTo>
                <a:cubicBezTo>
                  <a:pt x="119672" y="123910"/>
                  <a:pt x="117052" y="122167"/>
                  <a:pt x="115285" y="120037"/>
                </a:cubicBezTo>
                <a:cubicBezTo>
                  <a:pt x="113517" y="117908"/>
                  <a:pt x="109378" y="116165"/>
                  <a:pt x="106086" y="116165"/>
                </a:cubicBezTo>
                <a:cubicBezTo>
                  <a:pt x="98470" y="116165"/>
                  <a:pt x="97317" y="114137"/>
                  <a:pt x="95488" y="97511"/>
                </a:cubicBezTo>
                <a:cubicBezTo>
                  <a:pt x="93708" y="81325"/>
                  <a:pt x="86063" y="72281"/>
                  <a:pt x="74161" y="72281"/>
                </a:cubicBezTo>
                <a:cubicBezTo>
                  <a:pt x="68039" y="72281"/>
                  <a:pt x="65473" y="74016"/>
                  <a:pt x="62180" y="80383"/>
                </a:cubicBezTo>
                <a:cubicBezTo>
                  <a:pt x="59748" y="85087"/>
                  <a:pt x="58583" y="91445"/>
                  <a:pt x="59403" y="95543"/>
                </a:cubicBezTo>
                <a:cubicBezTo>
                  <a:pt x="60452" y="100790"/>
                  <a:pt x="59265" y="104058"/>
                  <a:pt x="54777" y="108274"/>
                </a:cubicBezTo>
                <a:cubicBezTo>
                  <a:pt x="51457" y="111393"/>
                  <a:pt x="47935" y="117640"/>
                  <a:pt x="46950" y="122154"/>
                </a:cubicBezTo>
                <a:lnTo>
                  <a:pt x="45160" y="130363"/>
                </a:lnTo>
                <a:lnTo>
                  <a:pt x="42524" y="123910"/>
                </a:lnTo>
                <a:cubicBezTo>
                  <a:pt x="37073" y="110563"/>
                  <a:pt x="32979" y="104462"/>
                  <a:pt x="27585" y="101648"/>
                </a:cubicBezTo>
                <a:cubicBezTo>
                  <a:pt x="17943" y="96616"/>
                  <a:pt x="4895" y="80319"/>
                  <a:pt x="3541" y="71617"/>
                </a:cubicBezTo>
                <a:cubicBezTo>
                  <a:pt x="2825" y="67013"/>
                  <a:pt x="1452" y="60822"/>
                  <a:pt x="489" y="57859"/>
                </a:cubicBezTo>
                <a:cubicBezTo>
                  <a:pt x="-848" y="53746"/>
                  <a:pt x="431" y="51364"/>
                  <a:pt x="5896" y="47783"/>
                </a:cubicBezTo>
                <a:cubicBezTo>
                  <a:pt x="10761" y="44595"/>
                  <a:pt x="13372" y="44047"/>
                  <a:pt x="14046" y="46070"/>
                </a:cubicBezTo>
                <a:cubicBezTo>
                  <a:pt x="15462" y="50316"/>
                  <a:pt x="18138" y="49779"/>
                  <a:pt x="24934" y="43885"/>
                </a:cubicBezTo>
                <a:cubicBezTo>
                  <a:pt x="28208" y="41045"/>
                  <a:pt x="32964" y="38722"/>
                  <a:pt x="35503" y="38722"/>
                </a:cubicBezTo>
                <a:cubicBezTo>
                  <a:pt x="38041" y="38722"/>
                  <a:pt x="40941" y="37391"/>
                  <a:pt x="41946" y="35764"/>
                </a:cubicBezTo>
                <a:cubicBezTo>
                  <a:pt x="43722" y="32890"/>
                  <a:pt x="39180" y="33412"/>
                  <a:pt x="25819" y="37615"/>
                </a:cubicBezTo>
                <a:cubicBezTo>
                  <a:pt x="21516" y="38969"/>
                  <a:pt x="21538" y="38810"/>
                  <a:pt x="26045" y="35947"/>
                </a:cubicBezTo>
                <a:cubicBezTo>
                  <a:pt x="31416" y="32535"/>
                  <a:pt x="63427" y="25797"/>
                  <a:pt x="73982" y="25857"/>
                </a:cubicBezTo>
                <a:cubicBezTo>
                  <a:pt x="78607" y="25883"/>
                  <a:pt x="79439" y="26525"/>
                  <a:pt x="76916" y="28123"/>
                </a:cubicBezTo>
                <a:cubicBezTo>
                  <a:pt x="73965" y="29993"/>
                  <a:pt x="73961" y="30540"/>
                  <a:pt x="76893" y="31518"/>
                </a:cubicBezTo>
                <a:cubicBezTo>
                  <a:pt x="78816" y="32159"/>
                  <a:pt x="81904" y="31168"/>
                  <a:pt x="83755" y="29317"/>
                </a:cubicBezTo>
                <a:cubicBezTo>
                  <a:pt x="85607" y="27466"/>
                  <a:pt x="91425" y="24774"/>
                  <a:pt x="96686" y="23336"/>
                </a:cubicBezTo>
                <a:cubicBezTo>
                  <a:pt x="101946" y="21898"/>
                  <a:pt x="109785" y="17511"/>
                  <a:pt x="114106" y="13587"/>
                </a:cubicBezTo>
                <a:cubicBezTo>
                  <a:pt x="121455" y="6915"/>
                  <a:pt x="131807" y="0"/>
                  <a:pt x="134447" y="0"/>
                </a:cubicBezTo>
                <a:cubicBezTo>
                  <a:pt x="135087" y="0"/>
                  <a:pt x="135973" y="3775"/>
                  <a:pt x="136418" y="8390"/>
                </a:cubicBezTo>
                <a:cubicBezTo>
                  <a:pt x="137168" y="16168"/>
                  <a:pt x="137980" y="16836"/>
                  <a:pt x="147553" y="17557"/>
                </a:cubicBezTo>
                <a:cubicBezTo>
                  <a:pt x="160105" y="18501"/>
                  <a:pt x="164320" y="23444"/>
                  <a:pt x="164372" y="37279"/>
                </a:cubicBezTo>
                <a:cubicBezTo>
                  <a:pt x="164422" y="50382"/>
                  <a:pt x="165667" y="52231"/>
                  <a:pt x="179001" y="58990"/>
                </a:cubicBezTo>
                <a:cubicBezTo>
                  <a:pt x="184939" y="62000"/>
                  <a:pt x="190525" y="65641"/>
                  <a:pt x="191415" y="67081"/>
                </a:cubicBezTo>
                <a:cubicBezTo>
                  <a:pt x="193368" y="70242"/>
                  <a:pt x="210709" y="70495"/>
                  <a:pt x="215539" y="67434"/>
                </a:cubicBezTo>
                <a:cubicBezTo>
                  <a:pt x="217436" y="66231"/>
                  <a:pt x="218597" y="62474"/>
                  <a:pt x="218120" y="59084"/>
                </a:cubicBezTo>
                <a:cubicBezTo>
                  <a:pt x="217412" y="54054"/>
                  <a:pt x="218522" y="52773"/>
                  <a:pt x="224155" y="52122"/>
                </a:cubicBezTo>
                <a:cubicBezTo>
                  <a:pt x="227952" y="51683"/>
                  <a:pt x="235747" y="53716"/>
                  <a:pt x="241477" y="56639"/>
                </a:cubicBezTo>
                <a:cubicBezTo>
                  <a:pt x="247208" y="59563"/>
                  <a:pt x="255884" y="61955"/>
                  <a:pt x="260758" y="61955"/>
                </a:cubicBezTo>
                <a:cubicBezTo>
                  <a:pt x="266280" y="61955"/>
                  <a:pt x="270184" y="63424"/>
                  <a:pt x="271115" y="65853"/>
                </a:cubicBezTo>
                <a:cubicBezTo>
                  <a:pt x="271938" y="67996"/>
                  <a:pt x="273398" y="83679"/>
                  <a:pt x="274360" y="100702"/>
                </a:cubicBezTo>
                <a:lnTo>
                  <a:pt x="276110" y="131654"/>
                </a:lnTo>
                <a:lnTo>
                  <a:pt x="259373" y="131654"/>
                </a:lnTo>
                <a:cubicBezTo>
                  <a:pt x="250168" y="131654"/>
                  <a:pt x="241862" y="130880"/>
                  <a:pt x="240916" y="129933"/>
                </a:cubicBezTo>
                <a:close/>
              </a:path>
            </a:pathLst>
          </a:custGeom>
          <a:solidFill>
            <a:srgbClr val="B9B9B9"/>
          </a:solidFill>
          <a:ln w="5163" cap="flat">
            <a:noFill/>
            <a:prstDash val="solid"/>
            <a:miter/>
          </a:ln>
        </p:spPr>
        <p:txBody>
          <a:bodyPr/>
          <a:lstStyle/>
          <a:p>
            <a:endParaRPr lang="es-419" noProof="0" dirty="0"/>
          </a:p>
        </p:txBody>
      </p:sp>
      <p:sp>
        <p:nvSpPr>
          <p:cNvPr id="65" name="Forma libre: forma 64">
            <a:extLst>
              <a:ext uri="{FF2B5EF4-FFF2-40B4-BE49-F238E27FC236}">
                <a16:creationId xmlns:a16="http://schemas.microsoft.com/office/drawing/2014/main" id="{6CFE9DDC-8B34-1D44-0E68-F10E92CA4B17}"/>
              </a:ext>
            </a:extLst>
          </p:cNvPr>
          <p:cNvSpPr/>
          <p:nvPr/>
        </p:nvSpPr>
        <p:spPr>
          <a:xfrm>
            <a:off x="1184484" y="2261861"/>
            <a:ext cx="318490" cy="227740"/>
          </a:xfrm>
          <a:custGeom>
            <a:avLst/>
            <a:gdLst>
              <a:gd name="csX0" fmla="*/ 114616 w 318490"/>
              <a:gd name="csY0" fmla="*/ 224041 h 227740"/>
              <a:gd name="csX1" fmla="*/ 98063 w 318490"/>
              <a:gd name="csY1" fmla="*/ 220365 h 227740"/>
              <a:gd name="csX2" fmla="*/ 78702 w 318490"/>
              <a:gd name="csY2" fmla="*/ 212689 h 227740"/>
              <a:gd name="csX3" fmla="*/ 52720 w 318490"/>
              <a:gd name="csY3" fmla="*/ 202264 h 227740"/>
              <a:gd name="csX4" fmla="*/ 16521 w 318490"/>
              <a:gd name="csY4" fmla="*/ 184010 h 227740"/>
              <a:gd name="csX5" fmla="*/ 9212 w 318490"/>
              <a:gd name="csY5" fmla="*/ 173147 h 227740"/>
              <a:gd name="csX6" fmla="*/ 4642 w 318490"/>
              <a:gd name="csY6" fmla="*/ 147730 h 227740"/>
              <a:gd name="csX7" fmla="*/ 11809 w 318490"/>
              <a:gd name="csY7" fmla="*/ 137502 h 227740"/>
              <a:gd name="csX8" fmla="*/ 21183 w 318490"/>
              <a:gd name="csY8" fmla="*/ 134430 h 227740"/>
              <a:gd name="csX9" fmla="*/ 31013 w 318490"/>
              <a:gd name="csY9" fmla="*/ 131925 h 227740"/>
              <a:gd name="csX10" fmla="*/ 40878 w 318490"/>
              <a:gd name="csY10" fmla="*/ 131248 h 227740"/>
              <a:gd name="csX11" fmla="*/ 63873 w 318490"/>
              <a:gd name="csY11" fmla="*/ 121001 h 227740"/>
              <a:gd name="csX12" fmla="*/ 83748 w 318490"/>
              <a:gd name="csY12" fmla="*/ 109166 h 227740"/>
              <a:gd name="csX13" fmla="*/ 103738 w 318490"/>
              <a:gd name="csY13" fmla="*/ 85934 h 227740"/>
              <a:gd name="csX14" fmla="*/ 95901 w 318490"/>
              <a:gd name="csY14" fmla="*/ 79966 h 227740"/>
              <a:gd name="csX15" fmla="*/ 88802 w 318490"/>
              <a:gd name="csY15" fmla="*/ 74674 h 227740"/>
              <a:gd name="csX16" fmla="*/ 86125 w 318490"/>
              <a:gd name="csY16" fmla="*/ 66219 h 227740"/>
              <a:gd name="csX17" fmla="*/ 86125 w 318490"/>
              <a:gd name="csY17" fmla="*/ 56499 h 227740"/>
              <a:gd name="csX18" fmla="*/ 88802 w 318490"/>
              <a:gd name="csY18" fmla="*/ 47540 h 227740"/>
              <a:gd name="csX19" fmla="*/ 60913 w 318490"/>
              <a:gd name="csY19" fmla="*/ 35309 h 227740"/>
              <a:gd name="csX20" fmla="*/ 56419 w 318490"/>
              <a:gd name="csY20" fmla="*/ 24926 h 227740"/>
              <a:gd name="csX21" fmla="*/ 74769 w 318490"/>
              <a:gd name="csY21" fmla="*/ 18056 h 227740"/>
              <a:gd name="csX22" fmla="*/ 99155 w 318490"/>
              <a:gd name="csY22" fmla="*/ 10069 h 227740"/>
              <a:gd name="csX23" fmla="*/ 128747 w 318490"/>
              <a:gd name="csY23" fmla="*/ 1794 h 227740"/>
              <a:gd name="csX24" fmla="*/ 148545 w 318490"/>
              <a:gd name="csY24" fmla="*/ 0 h 227740"/>
              <a:gd name="csX25" fmla="*/ 155959 w 318490"/>
              <a:gd name="csY25" fmla="*/ 8117 h 227740"/>
              <a:gd name="csX26" fmla="*/ 176571 w 318490"/>
              <a:gd name="csY26" fmla="*/ 11071 h 227740"/>
              <a:gd name="csX27" fmla="*/ 199804 w 318490"/>
              <a:gd name="csY27" fmla="*/ 21145 h 227740"/>
              <a:gd name="csX28" fmla="*/ 218086 w 318490"/>
              <a:gd name="csY28" fmla="*/ 31610 h 227740"/>
              <a:gd name="csX29" fmla="*/ 246412 w 318490"/>
              <a:gd name="csY29" fmla="*/ 32163 h 227740"/>
              <a:gd name="csX30" fmla="*/ 266539 w 318490"/>
              <a:gd name="csY30" fmla="*/ 37891 h 227740"/>
              <a:gd name="csX31" fmla="*/ 290777 w 318490"/>
              <a:gd name="csY31" fmla="*/ 32555 h 227740"/>
              <a:gd name="csX32" fmla="*/ 315453 w 318490"/>
              <a:gd name="csY32" fmla="*/ 29658 h 227740"/>
              <a:gd name="csX33" fmla="*/ 315970 w 318490"/>
              <a:gd name="csY33" fmla="*/ 49793 h 227740"/>
              <a:gd name="csX34" fmla="*/ 313388 w 318490"/>
              <a:gd name="csY34" fmla="*/ 54741 h 227740"/>
              <a:gd name="csX35" fmla="*/ 311088 w 318490"/>
              <a:gd name="csY35" fmla="*/ 60549 h 227740"/>
              <a:gd name="csX36" fmla="*/ 306292 w 318490"/>
              <a:gd name="csY36" fmla="*/ 87865 h 227740"/>
              <a:gd name="csX37" fmla="*/ 284623 w 318490"/>
              <a:gd name="csY37" fmla="*/ 147819 h 227740"/>
              <a:gd name="csX38" fmla="*/ 277248 w 318490"/>
              <a:gd name="csY38" fmla="*/ 167736 h 227740"/>
              <a:gd name="csX39" fmla="*/ 272730 w 318490"/>
              <a:gd name="csY39" fmla="*/ 177484 h 227740"/>
              <a:gd name="csX40" fmla="*/ 214235 w 318490"/>
              <a:gd name="csY40" fmla="*/ 170076 h 227740"/>
              <a:gd name="csX41" fmla="*/ 184978 w 318490"/>
              <a:gd name="csY41" fmla="*/ 166604 h 227740"/>
              <a:gd name="csX42" fmla="*/ 157292 w 318490"/>
              <a:gd name="csY42" fmla="*/ 168449 h 227740"/>
              <a:gd name="csX43" fmla="*/ 156212 w 318490"/>
              <a:gd name="csY43" fmla="*/ 189010 h 227740"/>
              <a:gd name="csX44" fmla="*/ 147530 w 318490"/>
              <a:gd name="csY44" fmla="*/ 199123 h 227740"/>
              <a:gd name="csX45" fmla="*/ 137850 w 318490"/>
              <a:gd name="csY45" fmla="*/ 216729 h 227740"/>
              <a:gd name="csX46" fmla="*/ 130751 w 318490"/>
              <a:gd name="csY46" fmla="*/ 227717 h 227740"/>
              <a:gd name="csX47" fmla="*/ 114616 w 318490"/>
              <a:gd name="csY47" fmla="*/ 224041 h 2277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Lst>
            <a:rect l="l" t="t" r="r" b="b"/>
            <a:pathLst>
              <a:path w="318490" h="227740">
                <a:moveTo>
                  <a:pt x="114616" y="224041"/>
                </a:moveTo>
                <a:cubicBezTo>
                  <a:pt x="109647" y="222127"/>
                  <a:pt x="102198" y="220473"/>
                  <a:pt x="98063" y="220365"/>
                </a:cubicBezTo>
                <a:cubicBezTo>
                  <a:pt x="93928" y="220257"/>
                  <a:pt x="85216" y="216803"/>
                  <a:pt x="78702" y="212689"/>
                </a:cubicBezTo>
                <a:cubicBezTo>
                  <a:pt x="72189" y="208575"/>
                  <a:pt x="60497" y="203884"/>
                  <a:pt x="52720" y="202264"/>
                </a:cubicBezTo>
                <a:cubicBezTo>
                  <a:pt x="38260" y="199253"/>
                  <a:pt x="16521" y="188291"/>
                  <a:pt x="16521" y="184010"/>
                </a:cubicBezTo>
                <a:cubicBezTo>
                  <a:pt x="16521" y="182699"/>
                  <a:pt x="13232" y="177811"/>
                  <a:pt x="9212" y="173147"/>
                </a:cubicBezTo>
                <a:cubicBezTo>
                  <a:pt x="-1729" y="160453"/>
                  <a:pt x="-2493" y="156209"/>
                  <a:pt x="4642" y="147730"/>
                </a:cubicBezTo>
                <a:cubicBezTo>
                  <a:pt x="8064" y="143663"/>
                  <a:pt x="11290" y="139060"/>
                  <a:pt x="11809" y="137502"/>
                </a:cubicBezTo>
                <a:cubicBezTo>
                  <a:pt x="12328" y="135944"/>
                  <a:pt x="16546" y="134562"/>
                  <a:pt x="21183" y="134430"/>
                </a:cubicBezTo>
                <a:cubicBezTo>
                  <a:pt x="25819" y="134298"/>
                  <a:pt x="30243" y="133171"/>
                  <a:pt x="31013" y="131925"/>
                </a:cubicBezTo>
                <a:cubicBezTo>
                  <a:pt x="31783" y="130679"/>
                  <a:pt x="36222" y="130374"/>
                  <a:pt x="40878" y="131248"/>
                </a:cubicBezTo>
                <a:cubicBezTo>
                  <a:pt x="48236" y="132628"/>
                  <a:pt x="51244" y="131288"/>
                  <a:pt x="63873" y="121001"/>
                </a:cubicBezTo>
                <a:cubicBezTo>
                  <a:pt x="71865" y="114492"/>
                  <a:pt x="80808" y="109166"/>
                  <a:pt x="83748" y="109166"/>
                </a:cubicBezTo>
                <a:cubicBezTo>
                  <a:pt x="91503" y="109166"/>
                  <a:pt x="104649" y="93888"/>
                  <a:pt x="103738" y="85934"/>
                </a:cubicBezTo>
                <a:cubicBezTo>
                  <a:pt x="103134" y="80649"/>
                  <a:pt x="101713" y="79568"/>
                  <a:pt x="95901" y="79966"/>
                </a:cubicBezTo>
                <a:cubicBezTo>
                  <a:pt x="90126" y="80361"/>
                  <a:pt x="88802" y="79374"/>
                  <a:pt x="88802" y="74674"/>
                </a:cubicBezTo>
                <a:cubicBezTo>
                  <a:pt x="88802" y="71496"/>
                  <a:pt x="87597" y="67691"/>
                  <a:pt x="86125" y="66219"/>
                </a:cubicBezTo>
                <a:cubicBezTo>
                  <a:pt x="84276" y="64370"/>
                  <a:pt x="84276" y="61362"/>
                  <a:pt x="86125" y="56499"/>
                </a:cubicBezTo>
                <a:cubicBezTo>
                  <a:pt x="87597" y="52626"/>
                  <a:pt x="88802" y="48595"/>
                  <a:pt x="88802" y="47540"/>
                </a:cubicBezTo>
                <a:cubicBezTo>
                  <a:pt x="88802" y="45033"/>
                  <a:pt x="71424" y="37411"/>
                  <a:pt x="60913" y="35309"/>
                </a:cubicBezTo>
                <a:cubicBezTo>
                  <a:pt x="51581" y="33443"/>
                  <a:pt x="51150" y="32448"/>
                  <a:pt x="56419" y="24926"/>
                </a:cubicBezTo>
                <a:cubicBezTo>
                  <a:pt x="59183" y="20980"/>
                  <a:pt x="64034" y="19164"/>
                  <a:pt x="74769" y="18056"/>
                </a:cubicBezTo>
                <a:cubicBezTo>
                  <a:pt x="84042" y="17099"/>
                  <a:pt x="92933" y="14187"/>
                  <a:pt x="99155" y="10069"/>
                </a:cubicBezTo>
                <a:cubicBezTo>
                  <a:pt x="106450" y="5242"/>
                  <a:pt x="114000" y="3130"/>
                  <a:pt x="128747" y="1794"/>
                </a:cubicBezTo>
                <a:lnTo>
                  <a:pt x="148545" y="0"/>
                </a:lnTo>
                <a:lnTo>
                  <a:pt x="155959" y="8117"/>
                </a:lnTo>
                <a:cubicBezTo>
                  <a:pt x="164608" y="17586"/>
                  <a:pt x="168428" y="18134"/>
                  <a:pt x="176571" y="11071"/>
                </a:cubicBezTo>
                <a:cubicBezTo>
                  <a:pt x="187391" y="1687"/>
                  <a:pt x="199804" y="7069"/>
                  <a:pt x="199804" y="21145"/>
                </a:cubicBezTo>
                <a:cubicBezTo>
                  <a:pt x="199804" y="30772"/>
                  <a:pt x="209395" y="36261"/>
                  <a:pt x="218086" y="31610"/>
                </a:cubicBezTo>
                <a:cubicBezTo>
                  <a:pt x="228270" y="26160"/>
                  <a:pt x="241869" y="26426"/>
                  <a:pt x="246412" y="32163"/>
                </a:cubicBezTo>
                <a:cubicBezTo>
                  <a:pt x="249505" y="36068"/>
                  <a:pt x="254126" y="37384"/>
                  <a:pt x="266539" y="37891"/>
                </a:cubicBezTo>
                <a:cubicBezTo>
                  <a:pt x="279978" y="38440"/>
                  <a:pt x="284000" y="37555"/>
                  <a:pt x="290777" y="32555"/>
                </a:cubicBezTo>
                <a:cubicBezTo>
                  <a:pt x="299613" y="26036"/>
                  <a:pt x="310548" y="24752"/>
                  <a:pt x="315453" y="29658"/>
                </a:cubicBezTo>
                <a:cubicBezTo>
                  <a:pt x="319191" y="33396"/>
                  <a:pt x="319612" y="49793"/>
                  <a:pt x="315970" y="49793"/>
                </a:cubicBezTo>
                <a:cubicBezTo>
                  <a:pt x="314550" y="49793"/>
                  <a:pt x="313388" y="52020"/>
                  <a:pt x="313388" y="54741"/>
                </a:cubicBezTo>
                <a:cubicBezTo>
                  <a:pt x="313388" y="57462"/>
                  <a:pt x="312353" y="60076"/>
                  <a:pt x="311088" y="60549"/>
                </a:cubicBezTo>
                <a:cubicBezTo>
                  <a:pt x="309822" y="61023"/>
                  <a:pt x="307664" y="73315"/>
                  <a:pt x="306292" y="87865"/>
                </a:cubicBezTo>
                <a:cubicBezTo>
                  <a:pt x="303509" y="117372"/>
                  <a:pt x="292552" y="147689"/>
                  <a:pt x="284623" y="147819"/>
                </a:cubicBezTo>
                <a:cubicBezTo>
                  <a:pt x="279191" y="147908"/>
                  <a:pt x="277248" y="153157"/>
                  <a:pt x="277248" y="167736"/>
                </a:cubicBezTo>
                <a:cubicBezTo>
                  <a:pt x="277248" y="177878"/>
                  <a:pt x="276652" y="179163"/>
                  <a:pt x="272730" y="177484"/>
                </a:cubicBezTo>
                <a:cubicBezTo>
                  <a:pt x="262382" y="173052"/>
                  <a:pt x="240695" y="170306"/>
                  <a:pt x="214235" y="170076"/>
                </a:cubicBezTo>
                <a:cubicBezTo>
                  <a:pt x="194190" y="169901"/>
                  <a:pt x="185756" y="168900"/>
                  <a:pt x="184978" y="166604"/>
                </a:cubicBezTo>
                <a:cubicBezTo>
                  <a:pt x="183149" y="161204"/>
                  <a:pt x="162610" y="162574"/>
                  <a:pt x="157292" y="168449"/>
                </a:cubicBezTo>
                <a:cubicBezTo>
                  <a:pt x="153074" y="173111"/>
                  <a:pt x="152885" y="176707"/>
                  <a:pt x="156212" y="189010"/>
                </a:cubicBezTo>
                <a:cubicBezTo>
                  <a:pt x="156777" y="191099"/>
                  <a:pt x="153007" y="195490"/>
                  <a:pt x="147530" y="199123"/>
                </a:cubicBezTo>
                <a:cubicBezTo>
                  <a:pt x="138821" y="204900"/>
                  <a:pt x="137850" y="206668"/>
                  <a:pt x="137850" y="216729"/>
                </a:cubicBezTo>
                <a:cubicBezTo>
                  <a:pt x="137850" y="227257"/>
                  <a:pt x="137433" y="227902"/>
                  <a:pt x="130751" y="227717"/>
                </a:cubicBezTo>
                <a:cubicBezTo>
                  <a:pt x="126846" y="227609"/>
                  <a:pt x="119586" y="225955"/>
                  <a:pt x="114616" y="224041"/>
                </a:cubicBezTo>
                <a:close/>
              </a:path>
            </a:pathLst>
          </a:custGeom>
          <a:solidFill>
            <a:srgbClr val="B9B9B9"/>
          </a:solidFill>
          <a:ln w="5163" cap="flat">
            <a:noFill/>
            <a:prstDash val="solid"/>
            <a:miter/>
          </a:ln>
        </p:spPr>
        <p:txBody>
          <a:bodyPr/>
          <a:lstStyle/>
          <a:p>
            <a:endParaRPr lang="es-419" noProof="0" dirty="0"/>
          </a:p>
        </p:txBody>
      </p:sp>
      <p:sp>
        <p:nvSpPr>
          <p:cNvPr id="66" name="Forma libre: forma 65">
            <a:extLst>
              <a:ext uri="{FF2B5EF4-FFF2-40B4-BE49-F238E27FC236}">
                <a16:creationId xmlns:a16="http://schemas.microsoft.com/office/drawing/2014/main" id="{21B20466-1437-7F3C-227C-73AE07D38711}"/>
              </a:ext>
            </a:extLst>
          </p:cNvPr>
          <p:cNvSpPr/>
          <p:nvPr/>
        </p:nvSpPr>
        <p:spPr>
          <a:xfrm>
            <a:off x="1557246" y="2384328"/>
            <a:ext cx="70794" cy="61560"/>
          </a:xfrm>
          <a:custGeom>
            <a:avLst/>
            <a:gdLst>
              <a:gd name="csX0" fmla="*/ 30977 w 70794"/>
              <a:gd name="csY0" fmla="*/ 53817 h 61560"/>
              <a:gd name="csX1" fmla="*/ 18070 w 70794"/>
              <a:gd name="csY1" fmla="*/ 49863 h 61560"/>
              <a:gd name="csX2" fmla="*/ 14198 w 70794"/>
              <a:gd name="csY2" fmla="*/ 52169 h 61560"/>
              <a:gd name="csX3" fmla="*/ 10326 w 70794"/>
              <a:gd name="csY3" fmla="*/ 47062 h 61560"/>
              <a:gd name="csX4" fmla="*/ 5163 w 70794"/>
              <a:gd name="csY4" fmla="*/ 39020 h 61560"/>
              <a:gd name="csX5" fmla="*/ 0 w 70794"/>
              <a:gd name="csY5" fmla="*/ 32748 h 61560"/>
              <a:gd name="csX6" fmla="*/ 10326 w 70794"/>
              <a:gd name="csY6" fmla="*/ 18967 h 61560"/>
              <a:gd name="csX7" fmla="*/ 20652 w 70794"/>
              <a:gd name="csY7" fmla="*/ 3034 h 61560"/>
              <a:gd name="csX8" fmla="*/ 30332 w 70794"/>
              <a:gd name="csY8" fmla="*/ 698 h 61560"/>
              <a:gd name="csX9" fmla="*/ 54210 w 70794"/>
              <a:gd name="csY9" fmla="*/ 10137 h 61560"/>
              <a:gd name="csX10" fmla="*/ 63267 w 70794"/>
              <a:gd name="csY10" fmla="*/ 15095 h 61560"/>
              <a:gd name="csX11" fmla="*/ 69100 w 70794"/>
              <a:gd name="csY11" fmla="*/ 20258 h 61560"/>
              <a:gd name="csX12" fmla="*/ 69100 w 70794"/>
              <a:gd name="csY12" fmla="*/ 30584 h 61560"/>
              <a:gd name="csX13" fmla="*/ 69721 w 70794"/>
              <a:gd name="csY13" fmla="*/ 35746 h 61560"/>
              <a:gd name="csX14" fmla="*/ 67118 w 70794"/>
              <a:gd name="csY14" fmla="*/ 44803 h 61560"/>
              <a:gd name="csX15" fmla="*/ 61618 w 70794"/>
              <a:gd name="csY15" fmla="*/ 50612 h 61560"/>
              <a:gd name="csX16" fmla="*/ 54931 w 70794"/>
              <a:gd name="csY16" fmla="*/ 50644 h 61560"/>
              <a:gd name="csX17" fmla="*/ 37735 w 70794"/>
              <a:gd name="csY17" fmla="*/ 61561 h 61560"/>
              <a:gd name="csX18" fmla="*/ 30977 w 70794"/>
              <a:gd name="csY18" fmla="*/ 53817 h 615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70794" h="61560">
                <a:moveTo>
                  <a:pt x="30977" y="53817"/>
                </a:moveTo>
                <a:cubicBezTo>
                  <a:pt x="25158" y="45644"/>
                  <a:pt x="18070" y="43473"/>
                  <a:pt x="18070" y="49863"/>
                </a:cubicBezTo>
                <a:cubicBezTo>
                  <a:pt x="18070" y="52173"/>
                  <a:pt x="16557" y="53074"/>
                  <a:pt x="14198" y="52169"/>
                </a:cubicBezTo>
                <a:cubicBezTo>
                  <a:pt x="12068" y="51351"/>
                  <a:pt x="10326" y="49053"/>
                  <a:pt x="10326" y="47062"/>
                </a:cubicBezTo>
                <a:cubicBezTo>
                  <a:pt x="10326" y="45070"/>
                  <a:pt x="8003" y="41451"/>
                  <a:pt x="5163" y="39020"/>
                </a:cubicBezTo>
                <a:cubicBezTo>
                  <a:pt x="2323" y="36588"/>
                  <a:pt x="0" y="33766"/>
                  <a:pt x="0" y="32748"/>
                </a:cubicBezTo>
                <a:cubicBezTo>
                  <a:pt x="0" y="31730"/>
                  <a:pt x="4647" y="25529"/>
                  <a:pt x="10326" y="18967"/>
                </a:cubicBezTo>
                <a:cubicBezTo>
                  <a:pt x="16005" y="12405"/>
                  <a:pt x="20652" y="5235"/>
                  <a:pt x="20652" y="3034"/>
                </a:cubicBezTo>
                <a:cubicBezTo>
                  <a:pt x="20652" y="-166"/>
                  <a:pt x="22592" y="-634"/>
                  <a:pt x="30332" y="698"/>
                </a:cubicBezTo>
                <a:cubicBezTo>
                  <a:pt x="52748" y="4557"/>
                  <a:pt x="54210" y="5134"/>
                  <a:pt x="54210" y="10137"/>
                </a:cubicBezTo>
                <a:cubicBezTo>
                  <a:pt x="54210" y="14084"/>
                  <a:pt x="56056" y="15095"/>
                  <a:pt x="63267" y="15095"/>
                </a:cubicBezTo>
                <a:cubicBezTo>
                  <a:pt x="71678" y="15095"/>
                  <a:pt x="72094" y="15463"/>
                  <a:pt x="69100" y="20258"/>
                </a:cubicBezTo>
                <a:cubicBezTo>
                  <a:pt x="66522" y="24386"/>
                  <a:pt x="66522" y="26456"/>
                  <a:pt x="69100" y="30584"/>
                </a:cubicBezTo>
                <a:cubicBezTo>
                  <a:pt x="71011" y="33644"/>
                  <a:pt x="71264" y="35746"/>
                  <a:pt x="69721" y="35746"/>
                </a:cubicBezTo>
                <a:cubicBezTo>
                  <a:pt x="68289" y="35746"/>
                  <a:pt x="67118" y="39822"/>
                  <a:pt x="67118" y="44803"/>
                </a:cubicBezTo>
                <a:cubicBezTo>
                  <a:pt x="67118" y="53341"/>
                  <a:pt x="66802" y="53674"/>
                  <a:pt x="61618" y="50612"/>
                </a:cubicBezTo>
                <a:cubicBezTo>
                  <a:pt x="57188" y="47995"/>
                  <a:pt x="55886" y="48002"/>
                  <a:pt x="54931" y="50644"/>
                </a:cubicBezTo>
                <a:cubicBezTo>
                  <a:pt x="53898" y="53500"/>
                  <a:pt x="41201" y="61561"/>
                  <a:pt x="37735" y="61561"/>
                </a:cubicBezTo>
                <a:cubicBezTo>
                  <a:pt x="37051" y="61561"/>
                  <a:pt x="34010" y="58076"/>
                  <a:pt x="30977" y="53817"/>
                </a:cubicBezTo>
                <a:close/>
              </a:path>
            </a:pathLst>
          </a:custGeom>
          <a:solidFill>
            <a:srgbClr val="B9B9B9"/>
          </a:solidFill>
          <a:ln w="5163" cap="flat">
            <a:noFill/>
            <a:prstDash val="solid"/>
            <a:miter/>
          </a:ln>
        </p:spPr>
        <p:txBody>
          <a:bodyPr/>
          <a:lstStyle/>
          <a:p>
            <a:endParaRPr lang="es-419" noProof="0" dirty="0"/>
          </a:p>
        </p:txBody>
      </p:sp>
      <p:sp>
        <p:nvSpPr>
          <p:cNvPr id="67" name="Forma libre: forma 66">
            <a:extLst>
              <a:ext uri="{FF2B5EF4-FFF2-40B4-BE49-F238E27FC236}">
                <a16:creationId xmlns:a16="http://schemas.microsoft.com/office/drawing/2014/main" id="{EB62D60C-C637-00A8-AB79-4F9C996AA79B}"/>
              </a:ext>
            </a:extLst>
          </p:cNvPr>
          <p:cNvSpPr/>
          <p:nvPr/>
        </p:nvSpPr>
        <p:spPr>
          <a:xfrm>
            <a:off x="1478193" y="2273156"/>
            <a:ext cx="153622" cy="170128"/>
          </a:xfrm>
          <a:custGeom>
            <a:avLst/>
            <a:gdLst>
              <a:gd name="csX0" fmla="*/ 8493 w 153622"/>
              <a:gd name="csY0" fmla="*/ 168431 h 170128"/>
              <a:gd name="csX1" fmla="*/ 6772 w 153622"/>
              <a:gd name="csY1" fmla="*/ 161418 h 170128"/>
              <a:gd name="csX2" fmla="*/ 2681 w 153622"/>
              <a:gd name="csY2" fmla="*/ 145415 h 170128"/>
              <a:gd name="csX3" fmla="*/ 5459 w 153622"/>
              <a:gd name="csY3" fmla="*/ 121148 h 170128"/>
              <a:gd name="csX4" fmla="*/ 14777 w 153622"/>
              <a:gd name="csY4" fmla="*/ 82726 h 170128"/>
              <a:gd name="csX5" fmla="*/ 25155 w 153622"/>
              <a:gd name="csY5" fmla="*/ 43661 h 170128"/>
              <a:gd name="csX6" fmla="*/ 27423 w 153622"/>
              <a:gd name="csY6" fmla="*/ 32229 h 170128"/>
              <a:gd name="csX7" fmla="*/ 31172 w 153622"/>
              <a:gd name="csY7" fmla="*/ 17047 h 170128"/>
              <a:gd name="csX8" fmla="*/ 33221 w 153622"/>
              <a:gd name="csY8" fmla="*/ 11598 h 170128"/>
              <a:gd name="csX9" fmla="*/ 37362 w 153622"/>
              <a:gd name="csY9" fmla="*/ 8370 h 170128"/>
              <a:gd name="csX10" fmla="*/ 41848 w 153622"/>
              <a:gd name="csY10" fmla="*/ 3309 h 170128"/>
              <a:gd name="csX11" fmla="*/ 51947 w 153622"/>
              <a:gd name="csY11" fmla="*/ 4939 h 170128"/>
              <a:gd name="csX12" fmla="*/ 67990 w 153622"/>
              <a:gd name="csY12" fmla="*/ 10085 h 170128"/>
              <a:gd name="csX13" fmla="*/ 82983 w 153622"/>
              <a:gd name="csY13" fmla="*/ 28865 h 170128"/>
              <a:gd name="csX14" fmla="*/ 93236 w 153622"/>
              <a:gd name="csY14" fmla="*/ 38498 h 170128"/>
              <a:gd name="csX15" fmla="*/ 103025 w 153622"/>
              <a:gd name="csY15" fmla="*/ 33366 h 170128"/>
              <a:gd name="csX16" fmla="*/ 120832 w 153622"/>
              <a:gd name="csY16" fmla="*/ 24595 h 170128"/>
              <a:gd name="csX17" fmla="*/ 122064 w 153622"/>
              <a:gd name="csY17" fmla="*/ 33182 h 170128"/>
              <a:gd name="csX18" fmla="*/ 135261 w 153622"/>
              <a:gd name="csY18" fmla="*/ 39968 h 170128"/>
              <a:gd name="csX19" fmla="*/ 152396 w 153622"/>
              <a:gd name="csY19" fmla="*/ 46930 h 170128"/>
              <a:gd name="csX20" fmla="*/ 149002 w 153622"/>
              <a:gd name="csY20" fmla="*/ 58232 h 170128"/>
              <a:gd name="csX21" fmla="*/ 146552 w 153622"/>
              <a:gd name="csY21" fmla="*/ 64545 h 170128"/>
              <a:gd name="csX22" fmla="*/ 148358 w 153622"/>
              <a:gd name="csY22" fmla="*/ 121402 h 170128"/>
              <a:gd name="csX23" fmla="*/ 135844 w 153622"/>
              <a:gd name="csY23" fmla="*/ 118523 h 170128"/>
              <a:gd name="csX24" fmla="*/ 131972 w 153622"/>
              <a:gd name="csY24" fmla="*/ 113360 h 170128"/>
              <a:gd name="csX25" fmla="*/ 128062 w 153622"/>
              <a:gd name="csY25" fmla="*/ 103679 h 170128"/>
              <a:gd name="csX26" fmla="*/ 124378 w 153622"/>
              <a:gd name="csY26" fmla="*/ 87545 h 170128"/>
              <a:gd name="csX27" fmla="*/ 116378 w 153622"/>
              <a:gd name="csY27" fmla="*/ 72702 h 170128"/>
              <a:gd name="csX28" fmla="*/ 107448 w 153622"/>
              <a:gd name="csY28" fmla="*/ 67912 h 170128"/>
              <a:gd name="csX29" fmla="*/ 99376 w 153622"/>
              <a:gd name="csY29" fmla="*/ 80152 h 170128"/>
              <a:gd name="csX30" fmla="*/ 94468 w 153622"/>
              <a:gd name="csY30" fmla="*/ 101141 h 170128"/>
              <a:gd name="csX31" fmla="*/ 81766 w 153622"/>
              <a:gd name="csY31" fmla="*/ 133635 h 170128"/>
              <a:gd name="csX32" fmla="*/ 65090 w 153622"/>
              <a:gd name="csY32" fmla="*/ 140680 h 170128"/>
              <a:gd name="csX33" fmla="*/ 53260 w 153622"/>
              <a:gd name="csY33" fmla="*/ 146865 h 170128"/>
              <a:gd name="csX34" fmla="*/ 38902 w 153622"/>
              <a:gd name="csY34" fmla="*/ 154663 h 170128"/>
              <a:gd name="csX35" fmla="*/ 22260 w 153622"/>
              <a:gd name="csY35" fmla="*/ 162407 h 170128"/>
              <a:gd name="csX36" fmla="*/ 8493 w 153622"/>
              <a:gd name="csY36" fmla="*/ 168431 h 17012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Lst>
            <a:rect l="l" t="t" r="r" b="b"/>
            <a:pathLst>
              <a:path w="153622" h="170128">
                <a:moveTo>
                  <a:pt x="8493" y="168431"/>
                </a:moveTo>
                <a:cubicBezTo>
                  <a:pt x="7546" y="167484"/>
                  <a:pt x="6772" y="164329"/>
                  <a:pt x="6772" y="161418"/>
                </a:cubicBezTo>
                <a:cubicBezTo>
                  <a:pt x="6772" y="158508"/>
                  <a:pt x="4931" y="151306"/>
                  <a:pt x="2681" y="145415"/>
                </a:cubicBezTo>
                <a:cubicBezTo>
                  <a:pt x="-1298" y="134996"/>
                  <a:pt x="-1222" y="134332"/>
                  <a:pt x="5459" y="121148"/>
                </a:cubicBezTo>
                <a:cubicBezTo>
                  <a:pt x="10516" y="111168"/>
                  <a:pt x="12973" y="101035"/>
                  <a:pt x="14777" y="82726"/>
                </a:cubicBezTo>
                <a:cubicBezTo>
                  <a:pt x="17244" y="57676"/>
                  <a:pt x="20967" y="43661"/>
                  <a:pt x="25155" y="43661"/>
                </a:cubicBezTo>
                <a:cubicBezTo>
                  <a:pt x="26403" y="43661"/>
                  <a:pt x="27423" y="38516"/>
                  <a:pt x="27423" y="32229"/>
                </a:cubicBezTo>
                <a:cubicBezTo>
                  <a:pt x="27423" y="25675"/>
                  <a:pt x="29023" y="19196"/>
                  <a:pt x="31172" y="17047"/>
                </a:cubicBezTo>
                <a:cubicBezTo>
                  <a:pt x="33235" y="14985"/>
                  <a:pt x="34156" y="12533"/>
                  <a:pt x="33221" y="11598"/>
                </a:cubicBezTo>
                <a:cubicBezTo>
                  <a:pt x="32286" y="10662"/>
                  <a:pt x="34150" y="9210"/>
                  <a:pt x="37362" y="8370"/>
                </a:cubicBezTo>
                <a:cubicBezTo>
                  <a:pt x="40925" y="7438"/>
                  <a:pt x="42675" y="5464"/>
                  <a:pt x="41848" y="3309"/>
                </a:cubicBezTo>
                <a:cubicBezTo>
                  <a:pt x="39982" y="-1555"/>
                  <a:pt x="42837" y="-1094"/>
                  <a:pt x="51947" y="4939"/>
                </a:cubicBezTo>
                <a:cubicBezTo>
                  <a:pt x="56206" y="7760"/>
                  <a:pt x="63426" y="10076"/>
                  <a:pt x="67990" y="10085"/>
                </a:cubicBezTo>
                <a:cubicBezTo>
                  <a:pt x="77231" y="10104"/>
                  <a:pt x="80149" y="13759"/>
                  <a:pt x="82983" y="28865"/>
                </a:cubicBezTo>
                <a:cubicBezTo>
                  <a:pt x="84632" y="37657"/>
                  <a:pt x="85527" y="38498"/>
                  <a:pt x="93236" y="38498"/>
                </a:cubicBezTo>
                <a:cubicBezTo>
                  <a:pt x="99495" y="38498"/>
                  <a:pt x="102031" y="37168"/>
                  <a:pt x="103025" y="33366"/>
                </a:cubicBezTo>
                <a:cubicBezTo>
                  <a:pt x="104466" y="27855"/>
                  <a:pt x="116509" y="21923"/>
                  <a:pt x="120832" y="24595"/>
                </a:cubicBezTo>
                <a:cubicBezTo>
                  <a:pt x="122276" y="25487"/>
                  <a:pt x="122830" y="29351"/>
                  <a:pt x="122064" y="33182"/>
                </a:cubicBezTo>
                <a:cubicBezTo>
                  <a:pt x="120679" y="40107"/>
                  <a:pt x="120757" y="40147"/>
                  <a:pt x="135261" y="39968"/>
                </a:cubicBezTo>
                <a:cubicBezTo>
                  <a:pt x="148934" y="39800"/>
                  <a:pt x="150012" y="40238"/>
                  <a:pt x="152396" y="46930"/>
                </a:cubicBezTo>
                <a:cubicBezTo>
                  <a:pt x="154575" y="53045"/>
                  <a:pt x="154087" y="54670"/>
                  <a:pt x="149002" y="58232"/>
                </a:cubicBezTo>
                <a:cubicBezTo>
                  <a:pt x="144363" y="61481"/>
                  <a:pt x="143827" y="62863"/>
                  <a:pt x="146552" y="64545"/>
                </a:cubicBezTo>
                <a:cubicBezTo>
                  <a:pt x="151618" y="67671"/>
                  <a:pt x="153227" y="118317"/>
                  <a:pt x="148358" y="121402"/>
                </a:cubicBezTo>
                <a:cubicBezTo>
                  <a:pt x="142062" y="125392"/>
                  <a:pt x="135844" y="123962"/>
                  <a:pt x="135844" y="118523"/>
                </a:cubicBezTo>
                <a:cubicBezTo>
                  <a:pt x="135844" y="115655"/>
                  <a:pt x="134123" y="113360"/>
                  <a:pt x="131972" y="113360"/>
                </a:cubicBezTo>
                <a:cubicBezTo>
                  <a:pt x="129225" y="113360"/>
                  <a:pt x="128089" y="110546"/>
                  <a:pt x="128062" y="103679"/>
                </a:cubicBezTo>
                <a:cubicBezTo>
                  <a:pt x="128041" y="98355"/>
                  <a:pt x="126383" y="91095"/>
                  <a:pt x="124378" y="87545"/>
                </a:cubicBezTo>
                <a:cubicBezTo>
                  <a:pt x="122373" y="83996"/>
                  <a:pt x="118773" y="77316"/>
                  <a:pt x="116378" y="72702"/>
                </a:cubicBezTo>
                <a:cubicBezTo>
                  <a:pt x="111867" y="64011"/>
                  <a:pt x="107448" y="61641"/>
                  <a:pt x="107448" y="67912"/>
                </a:cubicBezTo>
                <a:cubicBezTo>
                  <a:pt x="107448" y="69891"/>
                  <a:pt x="103816" y="75399"/>
                  <a:pt x="99376" y="80152"/>
                </a:cubicBezTo>
                <a:cubicBezTo>
                  <a:pt x="91445" y="88642"/>
                  <a:pt x="91359" y="89010"/>
                  <a:pt x="94468" y="101141"/>
                </a:cubicBezTo>
                <a:cubicBezTo>
                  <a:pt x="97988" y="114877"/>
                  <a:pt x="97068" y="117230"/>
                  <a:pt x="81766" y="133635"/>
                </a:cubicBezTo>
                <a:cubicBezTo>
                  <a:pt x="74766" y="141139"/>
                  <a:pt x="72544" y="142078"/>
                  <a:pt x="65090" y="140680"/>
                </a:cubicBezTo>
                <a:cubicBezTo>
                  <a:pt x="57313" y="139221"/>
                  <a:pt x="56181" y="139812"/>
                  <a:pt x="53260" y="146865"/>
                </a:cubicBezTo>
                <a:cubicBezTo>
                  <a:pt x="50372" y="153836"/>
                  <a:pt x="48850" y="154663"/>
                  <a:pt x="38902" y="154663"/>
                </a:cubicBezTo>
                <a:cubicBezTo>
                  <a:pt x="29485" y="154663"/>
                  <a:pt x="26927" y="155853"/>
                  <a:pt x="22260" y="162407"/>
                </a:cubicBezTo>
                <a:cubicBezTo>
                  <a:pt x="16933" y="169889"/>
                  <a:pt x="12076" y="172014"/>
                  <a:pt x="8493" y="168431"/>
                </a:cubicBezTo>
                <a:close/>
              </a:path>
            </a:pathLst>
          </a:custGeom>
          <a:solidFill>
            <a:srgbClr val="B9B9B9"/>
          </a:solidFill>
          <a:ln w="5163" cap="flat">
            <a:noFill/>
            <a:prstDash val="solid"/>
            <a:miter/>
          </a:ln>
        </p:spPr>
        <p:txBody>
          <a:bodyPr/>
          <a:lstStyle/>
          <a:p>
            <a:endParaRPr lang="es-419" noProof="0" dirty="0"/>
          </a:p>
        </p:txBody>
      </p:sp>
      <p:grpSp>
        <p:nvGrpSpPr>
          <p:cNvPr id="68" name="Gráfico 39">
            <a:extLst>
              <a:ext uri="{FF2B5EF4-FFF2-40B4-BE49-F238E27FC236}">
                <a16:creationId xmlns:a16="http://schemas.microsoft.com/office/drawing/2014/main" id="{312488B7-1415-C7CC-4451-64050C4636CA}"/>
              </a:ext>
            </a:extLst>
          </p:cNvPr>
          <p:cNvGrpSpPr/>
          <p:nvPr/>
        </p:nvGrpSpPr>
        <p:grpSpPr>
          <a:xfrm>
            <a:off x="2169009" y="2212045"/>
            <a:ext cx="273705" cy="260208"/>
            <a:chOff x="2169009" y="2212045"/>
            <a:chExt cx="273705" cy="260208"/>
          </a:xfrm>
          <a:solidFill>
            <a:srgbClr val="B9B9B9"/>
          </a:solidFill>
        </p:grpSpPr>
        <p:sp>
          <p:nvSpPr>
            <p:cNvPr id="69" name="Forma libre: forma 68">
              <a:extLst>
                <a:ext uri="{FF2B5EF4-FFF2-40B4-BE49-F238E27FC236}">
                  <a16:creationId xmlns:a16="http://schemas.microsoft.com/office/drawing/2014/main" id="{E8825D95-D8A4-5B7B-F057-D6E9F6819867}"/>
                </a:ext>
              </a:extLst>
            </p:cNvPr>
            <p:cNvSpPr/>
            <p:nvPr/>
          </p:nvSpPr>
          <p:spPr>
            <a:xfrm>
              <a:off x="2169009" y="2212045"/>
              <a:ext cx="273705" cy="260208"/>
            </a:xfrm>
            <a:custGeom>
              <a:avLst/>
              <a:gdLst>
                <a:gd name="csX0" fmla="*/ 136396 w 273705"/>
                <a:gd name="csY0" fmla="*/ 251544 h 260208"/>
                <a:gd name="csX1" fmla="*/ 123951 w 273705"/>
                <a:gd name="csY1" fmla="*/ 241399 h 260208"/>
                <a:gd name="csX2" fmla="*/ 100178 w 273705"/>
                <a:gd name="csY2" fmla="*/ 233837 h 260208"/>
                <a:gd name="csX3" fmla="*/ 81199 w 273705"/>
                <a:gd name="csY3" fmla="*/ 230865 h 260208"/>
                <a:gd name="csX4" fmla="*/ 75979 w 273705"/>
                <a:gd name="csY4" fmla="*/ 240363 h 260208"/>
                <a:gd name="csX5" fmla="*/ 67894 w 273705"/>
                <a:gd name="csY5" fmla="*/ 246752 h 260208"/>
                <a:gd name="csX6" fmla="*/ 29911 w 273705"/>
                <a:gd name="csY6" fmla="*/ 227450 h 260208"/>
                <a:gd name="csX7" fmla="*/ 28472 w 273705"/>
                <a:gd name="csY7" fmla="*/ 213064 h 260208"/>
                <a:gd name="csX8" fmla="*/ 12481 w 273705"/>
                <a:gd name="csY8" fmla="*/ 197704 h 260208"/>
                <a:gd name="csX9" fmla="*/ 1103 w 273705"/>
                <a:gd name="csY9" fmla="*/ 191257 h 260208"/>
                <a:gd name="csX10" fmla="*/ 24560 w 273705"/>
                <a:gd name="csY10" fmla="*/ 177413 h 260208"/>
                <a:gd name="csX11" fmla="*/ 49357 w 273705"/>
                <a:gd name="csY11" fmla="*/ 181249 h 260208"/>
                <a:gd name="csX12" fmla="*/ 33383 w 273705"/>
                <a:gd name="csY12" fmla="*/ 188440 h 260208"/>
                <a:gd name="csX13" fmla="*/ 18111 w 273705"/>
                <a:gd name="csY13" fmla="*/ 189801 h 260208"/>
                <a:gd name="csX14" fmla="*/ 23379 w 273705"/>
                <a:gd name="csY14" fmla="*/ 191217 h 260208"/>
                <a:gd name="csX15" fmla="*/ 42338 w 273705"/>
                <a:gd name="csY15" fmla="*/ 193852 h 260208"/>
                <a:gd name="csX16" fmla="*/ 54801 w 273705"/>
                <a:gd name="csY16" fmla="*/ 205031 h 260208"/>
                <a:gd name="csX17" fmla="*/ 53572 w 273705"/>
                <a:gd name="csY17" fmla="*/ 211902 h 260208"/>
                <a:gd name="csX18" fmla="*/ 58745 w 273705"/>
                <a:gd name="csY18" fmla="*/ 206739 h 260208"/>
                <a:gd name="csX19" fmla="*/ 62804 w 273705"/>
                <a:gd name="csY19" fmla="*/ 199640 h 260208"/>
                <a:gd name="csX20" fmla="*/ 78923 w 273705"/>
                <a:gd name="csY20" fmla="*/ 200342 h 260208"/>
                <a:gd name="csX21" fmla="*/ 84524 w 273705"/>
                <a:gd name="csY21" fmla="*/ 197871 h 260208"/>
                <a:gd name="csX22" fmla="*/ 91725 w 273705"/>
                <a:gd name="csY22" fmla="*/ 189946 h 260208"/>
                <a:gd name="csX23" fmla="*/ 100403 w 273705"/>
                <a:gd name="csY23" fmla="*/ 165765 h 260208"/>
                <a:gd name="csX24" fmla="*/ 96700 w 273705"/>
                <a:gd name="csY24" fmla="*/ 159218 h 260208"/>
                <a:gd name="csX25" fmla="*/ 94398 w 273705"/>
                <a:gd name="csY25" fmla="*/ 157998 h 260208"/>
                <a:gd name="csX26" fmla="*/ 90392 w 273705"/>
                <a:gd name="csY26" fmla="*/ 161840 h 260208"/>
                <a:gd name="csX27" fmla="*/ 87810 w 273705"/>
                <a:gd name="csY27" fmla="*/ 164145 h 260208"/>
                <a:gd name="csX28" fmla="*/ 100799 w 273705"/>
                <a:gd name="csY28" fmla="*/ 149016 h 260208"/>
                <a:gd name="csX29" fmla="*/ 118746 w 273705"/>
                <a:gd name="csY29" fmla="*/ 138331 h 260208"/>
                <a:gd name="csX30" fmla="*/ 133646 w 273705"/>
                <a:gd name="csY30" fmla="*/ 125809 h 260208"/>
                <a:gd name="csX31" fmla="*/ 149004 w 273705"/>
                <a:gd name="csY31" fmla="*/ 91807 h 260208"/>
                <a:gd name="csX32" fmla="*/ 157715 w 273705"/>
                <a:gd name="csY32" fmla="*/ 65895 h 260208"/>
                <a:gd name="csX33" fmla="*/ 163243 w 273705"/>
                <a:gd name="csY33" fmla="*/ 33397 h 260208"/>
                <a:gd name="csX34" fmla="*/ 165326 w 273705"/>
                <a:gd name="csY34" fmla="*/ 1486 h 260208"/>
                <a:gd name="csX35" fmla="*/ 167796 w 273705"/>
                <a:gd name="csY35" fmla="*/ 6032 h 260208"/>
                <a:gd name="csX36" fmla="*/ 180226 w 273705"/>
                <a:gd name="csY36" fmla="*/ 14421 h 260208"/>
                <a:gd name="csX37" fmla="*/ 195070 w 273705"/>
                <a:gd name="csY37" fmla="*/ 12027 h 260208"/>
                <a:gd name="csX38" fmla="*/ 227557 w 273705"/>
                <a:gd name="csY38" fmla="*/ 43889 h 260208"/>
                <a:gd name="csX39" fmla="*/ 257592 w 273705"/>
                <a:gd name="csY39" fmla="*/ 78146 h 260208"/>
                <a:gd name="csX40" fmla="*/ 261681 w 273705"/>
                <a:gd name="csY40" fmla="*/ 107593 h 260208"/>
                <a:gd name="csX41" fmla="*/ 273489 w 273705"/>
                <a:gd name="csY41" fmla="*/ 250266 h 260208"/>
                <a:gd name="csX42" fmla="*/ 218174 w 273705"/>
                <a:gd name="csY42" fmla="*/ 254247 h 260208"/>
                <a:gd name="csX43" fmla="*/ 150594 w 273705"/>
                <a:gd name="csY43" fmla="*/ 258722 h 260208"/>
                <a:gd name="csX44" fmla="*/ 137226 w 273705"/>
                <a:gd name="csY44" fmla="*/ 260208 h 260208"/>
                <a:gd name="csX45" fmla="*/ 136396 w 273705"/>
                <a:gd name="csY45" fmla="*/ 251544 h 2602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Lst>
              <a:rect l="l" t="t" r="r" b="b"/>
              <a:pathLst>
                <a:path w="273705" h="260208">
                  <a:moveTo>
                    <a:pt x="136396" y="251544"/>
                  </a:moveTo>
                  <a:cubicBezTo>
                    <a:pt x="135615" y="243380"/>
                    <a:pt x="134897" y="242794"/>
                    <a:pt x="123951" y="241399"/>
                  </a:cubicBezTo>
                  <a:cubicBezTo>
                    <a:pt x="117562" y="240584"/>
                    <a:pt x="106864" y="237181"/>
                    <a:pt x="100178" y="233837"/>
                  </a:cubicBezTo>
                  <a:cubicBezTo>
                    <a:pt x="89763" y="228627"/>
                    <a:pt x="87046" y="228201"/>
                    <a:pt x="81199" y="230865"/>
                  </a:cubicBezTo>
                  <a:cubicBezTo>
                    <a:pt x="75659" y="233390"/>
                    <a:pt x="74677" y="235176"/>
                    <a:pt x="75979" y="240363"/>
                  </a:cubicBezTo>
                  <a:cubicBezTo>
                    <a:pt x="77472" y="246311"/>
                    <a:pt x="76914" y="246752"/>
                    <a:pt x="67894" y="246752"/>
                  </a:cubicBezTo>
                  <a:cubicBezTo>
                    <a:pt x="55809" y="246752"/>
                    <a:pt x="31822" y="234563"/>
                    <a:pt x="29911" y="227450"/>
                  </a:cubicBezTo>
                  <a:cubicBezTo>
                    <a:pt x="29139" y="224578"/>
                    <a:pt x="28492" y="218104"/>
                    <a:pt x="28472" y="213064"/>
                  </a:cubicBezTo>
                  <a:cubicBezTo>
                    <a:pt x="28427" y="201349"/>
                    <a:pt x="24633" y="197704"/>
                    <a:pt x="12481" y="197704"/>
                  </a:cubicBezTo>
                  <a:cubicBezTo>
                    <a:pt x="4225" y="197704"/>
                    <a:pt x="2471" y="196710"/>
                    <a:pt x="1103" y="191257"/>
                  </a:cubicBezTo>
                  <a:cubicBezTo>
                    <a:pt x="-2114" y="178441"/>
                    <a:pt x="578" y="176853"/>
                    <a:pt x="24560" y="177413"/>
                  </a:cubicBezTo>
                  <a:cubicBezTo>
                    <a:pt x="38820" y="177746"/>
                    <a:pt x="47574" y="179100"/>
                    <a:pt x="49357" y="181249"/>
                  </a:cubicBezTo>
                  <a:cubicBezTo>
                    <a:pt x="54736" y="187730"/>
                    <a:pt x="49187" y="190228"/>
                    <a:pt x="33383" y="188440"/>
                  </a:cubicBezTo>
                  <a:cubicBezTo>
                    <a:pt x="22288" y="187184"/>
                    <a:pt x="18111" y="187556"/>
                    <a:pt x="18111" y="189801"/>
                  </a:cubicBezTo>
                  <a:cubicBezTo>
                    <a:pt x="18111" y="191735"/>
                    <a:pt x="20080" y="192265"/>
                    <a:pt x="23379" y="191217"/>
                  </a:cubicBezTo>
                  <a:cubicBezTo>
                    <a:pt x="26276" y="190298"/>
                    <a:pt x="34808" y="191483"/>
                    <a:pt x="42338" y="193852"/>
                  </a:cubicBezTo>
                  <a:cubicBezTo>
                    <a:pt x="54989" y="197831"/>
                    <a:pt x="55937" y="198681"/>
                    <a:pt x="54801" y="205031"/>
                  </a:cubicBezTo>
                  <a:lnTo>
                    <a:pt x="53572" y="211902"/>
                  </a:lnTo>
                  <a:lnTo>
                    <a:pt x="58745" y="206739"/>
                  </a:lnTo>
                  <a:cubicBezTo>
                    <a:pt x="61590" y="203900"/>
                    <a:pt x="63416" y="200705"/>
                    <a:pt x="62804" y="199640"/>
                  </a:cubicBezTo>
                  <a:cubicBezTo>
                    <a:pt x="61196" y="196843"/>
                    <a:pt x="70823" y="197262"/>
                    <a:pt x="78923" y="200342"/>
                  </a:cubicBezTo>
                  <a:cubicBezTo>
                    <a:pt x="85153" y="202711"/>
                    <a:pt x="85724" y="202459"/>
                    <a:pt x="84524" y="197871"/>
                  </a:cubicBezTo>
                  <a:cubicBezTo>
                    <a:pt x="83478" y="193868"/>
                    <a:pt x="85034" y="192154"/>
                    <a:pt x="91725" y="189946"/>
                  </a:cubicBezTo>
                  <a:cubicBezTo>
                    <a:pt x="104380" y="185769"/>
                    <a:pt x="109318" y="172009"/>
                    <a:pt x="100403" y="165765"/>
                  </a:cubicBezTo>
                  <a:cubicBezTo>
                    <a:pt x="97428" y="163681"/>
                    <a:pt x="95762" y="160736"/>
                    <a:pt x="96700" y="159218"/>
                  </a:cubicBezTo>
                  <a:cubicBezTo>
                    <a:pt x="97747" y="157525"/>
                    <a:pt x="96859" y="157053"/>
                    <a:pt x="94398" y="157998"/>
                  </a:cubicBezTo>
                  <a:cubicBezTo>
                    <a:pt x="92194" y="158843"/>
                    <a:pt x="90392" y="160572"/>
                    <a:pt x="90392" y="161840"/>
                  </a:cubicBezTo>
                  <a:cubicBezTo>
                    <a:pt x="90392" y="163108"/>
                    <a:pt x="89230" y="164145"/>
                    <a:pt x="87810" y="164145"/>
                  </a:cubicBezTo>
                  <a:cubicBezTo>
                    <a:pt x="81811" y="164145"/>
                    <a:pt x="86198" y="159036"/>
                    <a:pt x="100799" y="149016"/>
                  </a:cubicBezTo>
                  <a:cubicBezTo>
                    <a:pt x="109362" y="143139"/>
                    <a:pt x="117438" y="138331"/>
                    <a:pt x="118746" y="138331"/>
                  </a:cubicBezTo>
                  <a:cubicBezTo>
                    <a:pt x="120053" y="138331"/>
                    <a:pt x="126758" y="132696"/>
                    <a:pt x="133646" y="125809"/>
                  </a:cubicBezTo>
                  <a:cubicBezTo>
                    <a:pt x="145786" y="113669"/>
                    <a:pt x="146254" y="112631"/>
                    <a:pt x="149004" y="91807"/>
                  </a:cubicBezTo>
                  <a:cubicBezTo>
                    <a:pt x="151298" y="74430"/>
                    <a:pt x="152962" y="69481"/>
                    <a:pt x="157715" y="65895"/>
                  </a:cubicBezTo>
                  <a:cubicBezTo>
                    <a:pt x="163239" y="61729"/>
                    <a:pt x="163570" y="59784"/>
                    <a:pt x="163243" y="33397"/>
                  </a:cubicBezTo>
                  <a:cubicBezTo>
                    <a:pt x="163052" y="17960"/>
                    <a:pt x="163989" y="3600"/>
                    <a:pt x="165326" y="1486"/>
                  </a:cubicBezTo>
                  <a:cubicBezTo>
                    <a:pt x="167138" y="-1380"/>
                    <a:pt x="167766" y="-224"/>
                    <a:pt x="167796" y="6032"/>
                  </a:cubicBezTo>
                  <a:cubicBezTo>
                    <a:pt x="167835" y="14326"/>
                    <a:pt x="167976" y="14421"/>
                    <a:pt x="180226" y="14421"/>
                  </a:cubicBezTo>
                  <a:cubicBezTo>
                    <a:pt x="187041" y="14421"/>
                    <a:pt x="193721" y="13344"/>
                    <a:pt x="195070" y="12027"/>
                  </a:cubicBezTo>
                  <a:cubicBezTo>
                    <a:pt x="196598" y="10534"/>
                    <a:pt x="208840" y="22541"/>
                    <a:pt x="227557" y="43889"/>
                  </a:cubicBezTo>
                  <a:lnTo>
                    <a:pt x="257592" y="78146"/>
                  </a:lnTo>
                  <a:lnTo>
                    <a:pt x="261681" y="107593"/>
                  </a:lnTo>
                  <a:cubicBezTo>
                    <a:pt x="266251" y="140497"/>
                    <a:pt x="275208" y="248724"/>
                    <a:pt x="273489" y="250266"/>
                  </a:cubicBezTo>
                  <a:cubicBezTo>
                    <a:pt x="272881" y="250811"/>
                    <a:pt x="247989" y="252602"/>
                    <a:pt x="218174" y="254247"/>
                  </a:cubicBezTo>
                  <a:cubicBezTo>
                    <a:pt x="188358" y="255891"/>
                    <a:pt x="157947" y="257905"/>
                    <a:pt x="150594" y="258722"/>
                  </a:cubicBezTo>
                  <a:lnTo>
                    <a:pt x="137226" y="260208"/>
                  </a:lnTo>
                  <a:lnTo>
                    <a:pt x="136396" y="251544"/>
                  </a:lnTo>
                  <a:close/>
                </a:path>
              </a:pathLst>
            </a:custGeom>
            <a:solidFill>
              <a:srgbClr val="B9B9B9"/>
            </a:solidFill>
            <a:ln w="5163" cap="flat">
              <a:noFill/>
              <a:prstDash val="solid"/>
              <a:miter/>
            </a:ln>
          </p:spPr>
          <p:txBody>
            <a:bodyPr/>
            <a:lstStyle/>
            <a:p>
              <a:endParaRPr lang="es-419" noProof="0" dirty="0"/>
            </a:p>
          </p:txBody>
        </p:sp>
        <p:sp>
          <p:nvSpPr>
            <p:cNvPr id="70" name="Forma libre: forma 69">
              <a:extLst>
                <a:ext uri="{FF2B5EF4-FFF2-40B4-BE49-F238E27FC236}">
                  <a16:creationId xmlns:a16="http://schemas.microsoft.com/office/drawing/2014/main" id="{90C7173D-9D2A-8CED-A82A-C9007842220F}"/>
                </a:ext>
              </a:extLst>
            </p:cNvPr>
            <p:cNvSpPr/>
            <p:nvPr/>
          </p:nvSpPr>
          <p:spPr>
            <a:xfrm>
              <a:off x="2221969" y="2379232"/>
              <a:ext cx="29491" cy="17638"/>
            </a:xfrm>
            <a:custGeom>
              <a:avLst/>
              <a:gdLst>
                <a:gd name="csX0" fmla="*/ 10326 w 29491"/>
                <a:gd name="csY0" fmla="*/ 11251 h 17638"/>
                <a:gd name="csX1" fmla="*/ 23663 w 29491"/>
                <a:gd name="csY1" fmla="*/ 4783 h 17638"/>
                <a:gd name="csX2" fmla="*/ 27977 w 29491"/>
                <a:gd name="csY2" fmla="*/ 1475 h 17638"/>
                <a:gd name="csX3" fmla="*/ 29483 w 29491"/>
                <a:gd name="csY3" fmla="*/ 1025 h 17638"/>
                <a:gd name="csX4" fmla="*/ 8425 w 29491"/>
                <a:gd name="csY4" fmla="*/ 16751 h 17638"/>
                <a:gd name="csX5" fmla="*/ 0 w 29491"/>
                <a:gd name="csY5" fmla="*/ 17639 h 17638"/>
                <a:gd name="csX6" fmla="*/ 10326 w 29491"/>
                <a:gd name="csY6" fmla="*/ 11251 h 17638"/>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9491" h="17638">
                  <a:moveTo>
                    <a:pt x="10326" y="11251"/>
                  </a:moveTo>
                  <a:cubicBezTo>
                    <a:pt x="16005" y="7738"/>
                    <a:pt x="22007" y="4827"/>
                    <a:pt x="23663" y="4783"/>
                  </a:cubicBezTo>
                  <a:cubicBezTo>
                    <a:pt x="25320" y="4738"/>
                    <a:pt x="27261" y="3250"/>
                    <a:pt x="27977" y="1475"/>
                  </a:cubicBezTo>
                  <a:cubicBezTo>
                    <a:pt x="28693" y="-299"/>
                    <a:pt x="29371" y="-502"/>
                    <a:pt x="29483" y="1025"/>
                  </a:cubicBezTo>
                  <a:cubicBezTo>
                    <a:pt x="29861" y="6183"/>
                    <a:pt x="16907" y="15857"/>
                    <a:pt x="8425" y="16751"/>
                  </a:cubicBezTo>
                  <a:lnTo>
                    <a:pt x="0" y="17639"/>
                  </a:lnTo>
                  <a:lnTo>
                    <a:pt x="10326" y="11251"/>
                  </a:lnTo>
                  <a:close/>
                </a:path>
              </a:pathLst>
            </a:custGeom>
            <a:solidFill>
              <a:srgbClr val="B9B9B9"/>
            </a:solidFill>
            <a:ln w="5163" cap="flat">
              <a:noFill/>
              <a:prstDash val="solid"/>
              <a:miter/>
            </a:ln>
          </p:spPr>
          <p:txBody>
            <a:bodyPr/>
            <a:lstStyle/>
            <a:p>
              <a:endParaRPr lang="es-419" noProof="0" dirty="0"/>
            </a:p>
          </p:txBody>
        </p:sp>
      </p:grpSp>
      <p:sp>
        <p:nvSpPr>
          <p:cNvPr id="71" name="Forma libre: forma 70">
            <a:extLst>
              <a:ext uri="{FF2B5EF4-FFF2-40B4-BE49-F238E27FC236}">
                <a16:creationId xmlns:a16="http://schemas.microsoft.com/office/drawing/2014/main" id="{5D28DAB6-AA08-93D9-82A4-3419EB2074FA}"/>
              </a:ext>
            </a:extLst>
          </p:cNvPr>
          <p:cNvSpPr/>
          <p:nvPr/>
        </p:nvSpPr>
        <p:spPr>
          <a:xfrm>
            <a:off x="1574029" y="2346575"/>
            <a:ext cx="28491" cy="35790"/>
          </a:xfrm>
          <a:custGeom>
            <a:avLst/>
            <a:gdLst>
              <a:gd name="csX0" fmla="*/ 11768 w 28491"/>
              <a:gd name="csY0" fmla="*/ 34872 h 35790"/>
              <a:gd name="csX1" fmla="*/ 805 w 28491"/>
              <a:gd name="csY1" fmla="*/ 25413 h 35790"/>
              <a:gd name="csX2" fmla="*/ 7669 w 28491"/>
              <a:gd name="csY2" fmla="*/ 7571 h 35790"/>
              <a:gd name="csX3" fmla="*/ 18379 w 28491"/>
              <a:gd name="csY3" fmla="*/ 2738 h 35790"/>
              <a:gd name="csX4" fmla="*/ 23574 w 28491"/>
              <a:gd name="csY4" fmla="*/ 11696 h 35790"/>
              <a:gd name="csX5" fmla="*/ 28193 w 28491"/>
              <a:gd name="csY5" fmla="*/ 24987 h 35790"/>
              <a:gd name="csX6" fmla="*/ 11768 w 28491"/>
              <a:gd name="csY6" fmla="*/ 34872 h 35790"/>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8491" h="35790">
                <a:moveTo>
                  <a:pt x="11768" y="34872"/>
                </a:moveTo>
                <a:cubicBezTo>
                  <a:pt x="4464" y="33733"/>
                  <a:pt x="2519" y="32055"/>
                  <a:pt x="805" y="25413"/>
                </a:cubicBezTo>
                <a:cubicBezTo>
                  <a:pt x="-1017" y="18356"/>
                  <a:pt x="-153" y="16110"/>
                  <a:pt x="7669" y="7571"/>
                </a:cubicBezTo>
                <a:cubicBezTo>
                  <a:pt x="15700" y="-1197"/>
                  <a:pt x="16797" y="-1692"/>
                  <a:pt x="18379" y="2738"/>
                </a:cubicBezTo>
                <a:cubicBezTo>
                  <a:pt x="19348" y="5452"/>
                  <a:pt x="21686" y="9483"/>
                  <a:pt x="23574" y="11696"/>
                </a:cubicBezTo>
                <a:cubicBezTo>
                  <a:pt x="25461" y="13908"/>
                  <a:pt x="27540" y="19890"/>
                  <a:pt x="28193" y="24987"/>
                </a:cubicBezTo>
                <a:cubicBezTo>
                  <a:pt x="29539" y="35505"/>
                  <a:pt x="26717" y="37203"/>
                  <a:pt x="11768" y="34872"/>
                </a:cubicBezTo>
                <a:close/>
              </a:path>
            </a:pathLst>
          </a:custGeom>
          <a:solidFill>
            <a:srgbClr val="CCCCCC"/>
          </a:solidFill>
          <a:ln w="5163" cap="flat">
            <a:noFill/>
            <a:prstDash val="solid"/>
            <a:miter/>
          </a:ln>
        </p:spPr>
        <p:txBody>
          <a:bodyPr/>
          <a:lstStyle/>
          <a:p>
            <a:endParaRPr lang="es-419" noProof="0" dirty="0"/>
          </a:p>
        </p:txBody>
      </p:sp>
      <p:sp>
        <p:nvSpPr>
          <p:cNvPr id="72" name="Forma libre: forma 71">
            <a:extLst>
              <a:ext uri="{FF2B5EF4-FFF2-40B4-BE49-F238E27FC236}">
                <a16:creationId xmlns:a16="http://schemas.microsoft.com/office/drawing/2014/main" id="{985DBE52-B802-5B67-F8E1-9846CAC5E747}"/>
              </a:ext>
            </a:extLst>
          </p:cNvPr>
          <p:cNvSpPr/>
          <p:nvPr/>
        </p:nvSpPr>
        <p:spPr>
          <a:xfrm>
            <a:off x="1629800" y="2326596"/>
            <a:ext cx="82332" cy="45198"/>
          </a:xfrm>
          <a:custGeom>
            <a:avLst/>
            <a:gdLst>
              <a:gd name="csX0" fmla="*/ 35828 w 82332"/>
              <a:gd name="csY0" fmla="*/ 43172 h 45198"/>
              <a:gd name="csX1" fmla="*/ 20861 w 82332"/>
              <a:gd name="csY1" fmla="*/ 27939 h 45198"/>
              <a:gd name="csX2" fmla="*/ 6710 w 82332"/>
              <a:gd name="csY2" fmla="*/ 16733 h 45198"/>
              <a:gd name="csX3" fmla="*/ 200 w 82332"/>
              <a:gd name="csY3" fmla="*/ 11518 h 45198"/>
              <a:gd name="csX4" fmla="*/ 11960 w 82332"/>
              <a:gd name="csY4" fmla="*/ 5709 h 45198"/>
              <a:gd name="csX5" fmla="*/ 29437 w 82332"/>
              <a:gd name="csY5" fmla="*/ 2139 h 45198"/>
              <a:gd name="csX6" fmla="*/ 38320 w 82332"/>
              <a:gd name="csY6" fmla="*/ 692 h 45198"/>
              <a:gd name="csX7" fmla="*/ 49592 w 82332"/>
              <a:gd name="csY7" fmla="*/ 4355 h 45198"/>
              <a:gd name="csX8" fmla="*/ 61209 w 82332"/>
              <a:gd name="csY8" fmla="*/ 13550 h 45198"/>
              <a:gd name="csX9" fmla="*/ 68838 w 82332"/>
              <a:gd name="csY9" fmla="*/ 19970 h 45198"/>
              <a:gd name="csX10" fmla="*/ 82332 w 82332"/>
              <a:gd name="csY10" fmla="*/ 30233 h 45198"/>
              <a:gd name="csX11" fmla="*/ 75901 w 82332"/>
              <a:gd name="csY11" fmla="*/ 31524 h 45198"/>
              <a:gd name="csX12" fmla="*/ 66358 w 82332"/>
              <a:gd name="csY12" fmla="*/ 36506 h 45198"/>
              <a:gd name="csX13" fmla="*/ 58348 w 82332"/>
              <a:gd name="csY13" fmla="*/ 38866 h 45198"/>
              <a:gd name="csX14" fmla="*/ 47885 w 82332"/>
              <a:gd name="csY14" fmla="*/ 41425 h 45198"/>
              <a:gd name="csX15" fmla="*/ 35828 w 82332"/>
              <a:gd name="csY15" fmla="*/ 43172 h 4519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82332" h="45198">
                <a:moveTo>
                  <a:pt x="35828" y="43172"/>
                </a:moveTo>
                <a:cubicBezTo>
                  <a:pt x="32257" y="41284"/>
                  <a:pt x="25522" y="34429"/>
                  <a:pt x="20861" y="27939"/>
                </a:cubicBezTo>
                <a:cubicBezTo>
                  <a:pt x="14698" y="19357"/>
                  <a:pt x="10840" y="16301"/>
                  <a:pt x="6710" y="16733"/>
                </a:cubicBezTo>
                <a:cubicBezTo>
                  <a:pt x="2564" y="17166"/>
                  <a:pt x="809" y="15760"/>
                  <a:pt x="200" y="11518"/>
                </a:cubicBezTo>
                <a:cubicBezTo>
                  <a:pt x="-566" y="6174"/>
                  <a:pt x="375" y="5709"/>
                  <a:pt x="11960" y="5709"/>
                </a:cubicBezTo>
                <a:cubicBezTo>
                  <a:pt x="18887" y="5709"/>
                  <a:pt x="26751" y="4102"/>
                  <a:pt x="29437" y="2139"/>
                </a:cubicBezTo>
                <a:cubicBezTo>
                  <a:pt x="32427" y="-48"/>
                  <a:pt x="35871" y="-609"/>
                  <a:pt x="38320" y="692"/>
                </a:cubicBezTo>
                <a:cubicBezTo>
                  <a:pt x="40520" y="1860"/>
                  <a:pt x="45592" y="3509"/>
                  <a:pt x="49592" y="4355"/>
                </a:cubicBezTo>
                <a:cubicBezTo>
                  <a:pt x="53972" y="5282"/>
                  <a:pt x="58593" y="8940"/>
                  <a:pt x="61209" y="13550"/>
                </a:cubicBezTo>
                <a:cubicBezTo>
                  <a:pt x="63598" y="17761"/>
                  <a:pt x="67032" y="20650"/>
                  <a:pt x="68838" y="19970"/>
                </a:cubicBezTo>
                <a:cubicBezTo>
                  <a:pt x="71755" y="18872"/>
                  <a:pt x="82332" y="26917"/>
                  <a:pt x="82332" y="30233"/>
                </a:cubicBezTo>
                <a:cubicBezTo>
                  <a:pt x="82332" y="30943"/>
                  <a:pt x="79438" y="31524"/>
                  <a:pt x="75901" y="31524"/>
                </a:cubicBezTo>
                <a:cubicBezTo>
                  <a:pt x="72343" y="31524"/>
                  <a:pt x="68079" y="33750"/>
                  <a:pt x="66358" y="36506"/>
                </a:cubicBezTo>
                <a:cubicBezTo>
                  <a:pt x="63915" y="40418"/>
                  <a:pt x="62194" y="40925"/>
                  <a:pt x="58348" y="38866"/>
                </a:cubicBezTo>
                <a:cubicBezTo>
                  <a:pt x="54563" y="36841"/>
                  <a:pt x="52184" y="37422"/>
                  <a:pt x="47885" y="41425"/>
                </a:cubicBezTo>
                <a:cubicBezTo>
                  <a:pt x="42972" y="45999"/>
                  <a:pt x="41560" y="46204"/>
                  <a:pt x="35828" y="43172"/>
                </a:cubicBezTo>
                <a:close/>
              </a:path>
            </a:pathLst>
          </a:custGeom>
          <a:solidFill>
            <a:srgbClr val="B9B9B9"/>
          </a:solidFill>
          <a:ln w="5163" cap="flat">
            <a:noFill/>
            <a:prstDash val="solid"/>
            <a:miter/>
          </a:ln>
        </p:spPr>
        <p:txBody>
          <a:bodyPr/>
          <a:lstStyle/>
          <a:p>
            <a:endParaRPr lang="es-419" noProof="0" dirty="0"/>
          </a:p>
        </p:txBody>
      </p:sp>
      <p:sp>
        <p:nvSpPr>
          <p:cNvPr id="73" name="Forma libre: forma 72">
            <a:extLst>
              <a:ext uri="{FF2B5EF4-FFF2-40B4-BE49-F238E27FC236}">
                <a16:creationId xmlns:a16="http://schemas.microsoft.com/office/drawing/2014/main" id="{B76AF24E-9D9C-BAEB-18E9-60528FEF1C32}"/>
              </a:ext>
            </a:extLst>
          </p:cNvPr>
          <p:cNvSpPr/>
          <p:nvPr/>
        </p:nvSpPr>
        <p:spPr>
          <a:xfrm>
            <a:off x="1522864" y="2163021"/>
            <a:ext cx="166771" cy="166600"/>
          </a:xfrm>
          <a:custGeom>
            <a:avLst/>
            <a:gdLst>
              <a:gd name="csX0" fmla="*/ 112825 w 166771"/>
              <a:gd name="csY0" fmla="*/ 162186 h 166600"/>
              <a:gd name="csX1" fmla="*/ 93810 w 166771"/>
              <a:gd name="csY1" fmla="*/ 146052 h 166600"/>
              <a:gd name="csX2" fmla="*/ 80847 w 166771"/>
              <a:gd name="csY2" fmla="*/ 139517 h 166600"/>
              <a:gd name="csX3" fmla="*/ 77061 w 166771"/>
              <a:gd name="csY3" fmla="*/ 131529 h 166600"/>
              <a:gd name="csX4" fmla="*/ 56324 w 166771"/>
              <a:gd name="csY4" fmla="*/ 140503 h 166600"/>
              <a:gd name="csX5" fmla="*/ 40835 w 166771"/>
              <a:gd name="csY5" fmla="*/ 134435 h 166600"/>
              <a:gd name="csX6" fmla="*/ 25839 w 166771"/>
              <a:gd name="csY6" fmla="*/ 117575 h 166600"/>
              <a:gd name="csX7" fmla="*/ 603 w 166771"/>
              <a:gd name="csY7" fmla="*/ 103594 h 166600"/>
              <a:gd name="csX8" fmla="*/ 3427 w 166771"/>
              <a:gd name="csY8" fmla="*/ 92334 h 166600"/>
              <a:gd name="csX9" fmla="*/ 16980 w 166771"/>
              <a:gd name="csY9" fmla="*/ 76064 h 166600"/>
              <a:gd name="csX10" fmla="*/ 29744 w 166771"/>
              <a:gd name="csY10" fmla="*/ 65065 h 166600"/>
              <a:gd name="csX11" fmla="*/ 36843 w 166771"/>
              <a:gd name="csY11" fmla="*/ 46479 h 166600"/>
              <a:gd name="csX12" fmla="*/ 44707 w 166771"/>
              <a:gd name="csY12" fmla="*/ 28415 h 166600"/>
              <a:gd name="csX13" fmla="*/ 49507 w 166771"/>
              <a:gd name="csY13" fmla="*/ 27678 h 166600"/>
              <a:gd name="csX14" fmla="*/ 60947 w 166771"/>
              <a:gd name="csY14" fmla="*/ 25763 h 166600"/>
              <a:gd name="csX15" fmla="*/ 70323 w 166771"/>
              <a:gd name="csY15" fmla="*/ 14969 h 166600"/>
              <a:gd name="csX16" fmla="*/ 78890 w 166771"/>
              <a:gd name="csY16" fmla="*/ 12726 h 166600"/>
              <a:gd name="csX17" fmla="*/ 98544 w 166771"/>
              <a:gd name="csY17" fmla="*/ 17873 h 166600"/>
              <a:gd name="csX18" fmla="*/ 112369 w 166771"/>
              <a:gd name="csY18" fmla="*/ 19382 h 166600"/>
              <a:gd name="csX19" fmla="*/ 111333 w 166771"/>
              <a:gd name="csY19" fmla="*/ 10510 h 166600"/>
              <a:gd name="csX20" fmla="*/ 113560 w 166771"/>
              <a:gd name="csY20" fmla="*/ 387 h 166600"/>
              <a:gd name="csX21" fmla="*/ 117960 w 166771"/>
              <a:gd name="csY21" fmla="*/ 7843 h 166600"/>
              <a:gd name="csX22" fmla="*/ 132949 w 166771"/>
              <a:gd name="csY22" fmla="*/ 23283 h 166600"/>
              <a:gd name="csX23" fmla="*/ 137639 w 166771"/>
              <a:gd name="csY23" fmla="*/ 24249 h 166600"/>
              <a:gd name="csX24" fmla="*/ 142971 w 166771"/>
              <a:gd name="csY24" fmla="*/ 28097 h 166600"/>
              <a:gd name="csX25" fmla="*/ 144280 w 166771"/>
              <a:gd name="csY25" fmla="*/ 37270 h 166600"/>
              <a:gd name="csX26" fmla="*/ 141806 w 166771"/>
              <a:gd name="csY26" fmla="*/ 49084 h 166600"/>
              <a:gd name="csX27" fmla="*/ 134976 w 166771"/>
              <a:gd name="csY27" fmla="*/ 50495 h 166600"/>
              <a:gd name="csX28" fmla="*/ 125814 w 166771"/>
              <a:gd name="csY28" fmla="*/ 54367 h 166600"/>
              <a:gd name="csX29" fmla="*/ 117982 w 166771"/>
              <a:gd name="csY29" fmla="*/ 60864 h 166600"/>
              <a:gd name="csX30" fmla="*/ 114406 w 166771"/>
              <a:gd name="csY30" fmla="*/ 64736 h 166600"/>
              <a:gd name="csX31" fmla="*/ 118081 w 166771"/>
              <a:gd name="csY31" fmla="*/ 68608 h 166600"/>
              <a:gd name="csX32" fmla="*/ 117880 w 166771"/>
              <a:gd name="csY32" fmla="*/ 76375 h 166600"/>
              <a:gd name="csX33" fmla="*/ 120902 w 166771"/>
              <a:gd name="csY33" fmla="*/ 101250 h 166600"/>
              <a:gd name="csX34" fmla="*/ 146578 w 166771"/>
              <a:gd name="csY34" fmla="*/ 85070 h 166600"/>
              <a:gd name="csX35" fmla="*/ 165866 w 166771"/>
              <a:gd name="csY35" fmla="*/ 78619 h 166600"/>
              <a:gd name="csX36" fmla="*/ 158858 w 166771"/>
              <a:gd name="csY36" fmla="*/ 93393 h 166600"/>
              <a:gd name="csX37" fmla="*/ 145606 w 166771"/>
              <a:gd name="csY37" fmla="*/ 103389 h 166600"/>
              <a:gd name="csX38" fmla="*/ 146405 w 166771"/>
              <a:gd name="csY38" fmla="*/ 113844 h 166600"/>
              <a:gd name="csX39" fmla="*/ 151373 w 166771"/>
              <a:gd name="csY39" fmla="*/ 126271 h 166600"/>
              <a:gd name="csX40" fmla="*/ 146320 w 166771"/>
              <a:gd name="csY40" fmla="*/ 138511 h 166600"/>
              <a:gd name="csX41" fmla="*/ 142802 w 166771"/>
              <a:gd name="csY41" fmla="*/ 150216 h 166600"/>
              <a:gd name="csX42" fmla="*/ 135305 w 166771"/>
              <a:gd name="csY42" fmla="*/ 162275 h 166600"/>
              <a:gd name="csX43" fmla="*/ 112825 w 166771"/>
              <a:gd name="csY43" fmla="*/ 162186 h 1666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66771" h="166600">
                <a:moveTo>
                  <a:pt x="112825" y="162186"/>
                </a:moveTo>
                <a:cubicBezTo>
                  <a:pt x="107924" y="146593"/>
                  <a:pt x="107287" y="146052"/>
                  <a:pt x="93810" y="146052"/>
                </a:cubicBezTo>
                <a:cubicBezTo>
                  <a:pt x="81661" y="146052"/>
                  <a:pt x="80847" y="145641"/>
                  <a:pt x="80847" y="139517"/>
                </a:cubicBezTo>
                <a:cubicBezTo>
                  <a:pt x="80847" y="135923"/>
                  <a:pt x="79143" y="132329"/>
                  <a:pt x="77061" y="131529"/>
                </a:cubicBezTo>
                <a:cubicBezTo>
                  <a:pt x="70944" y="129182"/>
                  <a:pt x="59116" y="134300"/>
                  <a:pt x="56324" y="140503"/>
                </a:cubicBezTo>
                <a:cubicBezTo>
                  <a:pt x="52116" y="149848"/>
                  <a:pt x="43882" y="146622"/>
                  <a:pt x="40835" y="134435"/>
                </a:cubicBezTo>
                <a:cubicBezTo>
                  <a:pt x="37208" y="119926"/>
                  <a:pt x="35198" y="117667"/>
                  <a:pt x="25839" y="117575"/>
                </a:cubicBezTo>
                <a:cubicBezTo>
                  <a:pt x="16487" y="117484"/>
                  <a:pt x="-3740" y="106278"/>
                  <a:pt x="603" y="103594"/>
                </a:cubicBezTo>
                <a:cubicBezTo>
                  <a:pt x="2143" y="102641"/>
                  <a:pt x="3414" y="97575"/>
                  <a:pt x="3427" y="92334"/>
                </a:cubicBezTo>
                <a:cubicBezTo>
                  <a:pt x="3448" y="83428"/>
                  <a:pt x="4333" y="82366"/>
                  <a:pt x="16980" y="76064"/>
                </a:cubicBezTo>
                <a:cubicBezTo>
                  <a:pt x="26201" y="71468"/>
                  <a:pt x="30266" y="67966"/>
                  <a:pt x="29744" y="65065"/>
                </a:cubicBezTo>
                <a:cubicBezTo>
                  <a:pt x="29324" y="62724"/>
                  <a:pt x="32518" y="54360"/>
                  <a:pt x="36843" y="46479"/>
                </a:cubicBezTo>
                <a:cubicBezTo>
                  <a:pt x="41168" y="38598"/>
                  <a:pt x="44707" y="30469"/>
                  <a:pt x="44707" y="28415"/>
                </a:cubicBezTo>
                <a:cubicBezTo>
                  <a:pt x="44707" y="25420"/>
                  <a:pt x="45659" y="25274"/>
                  <a:pt x="49507" y="27678"/>
                </a:cubicBezTo>
                <a:cubicBezTo>
                  <a:pt x="53370" y="30090"/>
                  <a:pt x="55603" y="29716"/>
                  <a:pt x="60947" y="25763"/>
                </a:cubicBezTo>
                <a:cubicBezTo>
                  <a:pt x="64599" y="23062"/>
                  <a:pt x="68819" y="18205"/>
                  <a:pt x="70323" y="14969"/>
                </a:cubicBezTo>
                <a:cubicBezTo>
                  <a:pt x="72821" y="9600"/>
                  <a:pt x="73567" y="9404"/>
                  <a:pt x="78890" y="12726"/>
                </a:cubicBezTo>
                <a:cubicBezTo>
                  <a:pt x="82096" y="14727"/>
                  <a:pt x="90941" y="17044"/>
                  <a:pt x="98544" y="17873"/>
                </a:cubicBezTo>
                <a:lnTo>
                  <a:pt x="112369" y="19382"/>
                </a:lnTo>
                <a:lnTo>
                  <a:pt x="111333" y="10510"/>
                </a:lnTo>
                <a:cubicBezTo>
                  <a:pt x="110680" y="4917"/>
                  <a:pt x="111503" y="1176"/>
                  <a:pt x="113560" y="387"/>
                </a:cubicBezTo>
                <a:cubicBezTo>
                  <a:pt x="117812" y="-1245"/>
                  <a:pt x="120015" y="2488"/>
                  <a:pt x="117960" y="7843"/>
                </a:cubicBezTo>
                <a:cubicBezTo>
                  <a:pt x="115692" y="13753"/>
                  <a:pt x="126829" y="25225"/>
                  <a:pt x="132949" y="23283"/>
                </a:cubicBezTo>
                <a:cubicBezTo>
                  <a:pt x="135529" y="22464"/>
                  <a:pt x="137639" y="22899"/>
                  <a:pt x="137639" y="24249"/>
                </a:cubicBezTo>
                <a:cubicBezTo>
                  <a:pt x="137639" y="25599"/>
                  <a:pt x="140039" y="27330"/>
                  <a:pt x="142971" y="28097"/>
                </a:cubicBezTo>
                <a:cubicBezTo>
                  <a:pt x="148037" y="29422"/>
                  <a:pt x="148102" y="29879"/>
                  <a:pt x="144280" y="37270"/>
                </a:cubicBezTo>
                <a:cubicBezTo>
                  <a:pt x="142067" y="41548"/>
                  <a:pt x="140954" y="46864"/>
                  <a:pt x="141806" y="49084"/>
                </a:cubicBezTo>
                <a:cubicBezTo>
                  <a:pt x="143608" y="53779"/>
                  <a:pt x="141808" y="54151"/>
                  <a:pt x="134976" y="50495"/>
                </a:cubicBezTo>
                <a:cubicBezTo>
                  <a:pt x="130992" y="48362"/>
                  <a:pt x="129272" y="49089"/>
                  <a:pt x="125814" y="54367"/>
                </a:cubicBezTo>
                <a:cubicBezTo>
                  <a:pt x="123473" y="57940"/>
                  <a:pt x="119948" y="60864"/>
                  <a:pt x="117982" y="60864"/>
                </a:cubicBezTo>
                <a:cubicBezTo>
                  <a:pt x="116015" y="60864"/>
                  <a:pt x="114406" y="62606"/>
                  <a:pt x="114406" y="64736"/>
                </a:cubicBezTo>
                <a:cubicBezTo>
                  <a:pt x="114406" y="66866"/>
                  <a:pt x="116060" y="68608"/>
                  <a:pt x="118081" y="68608"/>
                </a:cubicBezTo>
                <a:cubicBezTo>
                  <a:pt x="121214" y="68608"/>
                  <a:pt x="121185" y="69751"/>
                  <a:pt x="117880" y="76375"/>
                </a:cubicBezTo>
                <a:cubicBezTo>
                  <a:pt x="113557" y="85043"/>
                  <a:pt x="115262" y="99086"/>
                  <a:pt x="120902" y="101250"/>
                </a:cubicBezTo>
                <a:cubicBezTo>
                  <a:pt x="125974" y="103196"/>
                  <a:pt x="134577" y="97775"/>
                  <a:pt x="146578" y="85070"/>
                </a:cubicBezTo>
                <a:cubicBezTo>
                  <a:pt x="158352" y="72606"/>
                  <a:pt x="161996" y="71387"/>
                  <a:pt x="165866" y="78619"/>
                </a:cubicBezTo>
                <a:cubicBezTo>
                  <a:pt x="167980" y="82568"/>
                  <a:pt x="166683" y="85304"/>
                  <a:pt x="158858" y="93393"/>
                </a:cubicBezTo>
                <a:cubicBezTo>
                  <a:pt x="153577" y="98853"/>
                  <a:pt x="147613" y="103351"/>
                  <a:pt x="145606" y="103389"/>
                </a:cubicBezTo>
                <a:cubicBezTo>
                  <a:pt x="139218" y="103509"/>
                  <a:pt x="139670" y="109432"/>
                  <a:pt x="146405" y="113844"/>
                </a:cubicBezTo>
                <a:cubicBezTo>
                  <a:pt x="151813" y="117388"/>
                  <a:pt x="152650" y="119482"/>
                  <a:pt x="151373" y="126271"/>
                </a:cubicBezTo>
                <a:cubicBezTo>
                  <a:pt x="150529" y="130761"/>
                  <a:pt x="148255" y="136269"/>
                  <a:pt x="146320" y="138511"/>
                </a:cubicBezTo>
                <a:cubicBezTo>
                  <a:pt x="144385" y="140752"/>
                  <a:pt x="142802" y="146020"/>
                  <a:pt x="142802" y="150216"/>
                </a:cubicBezTo>
                <a:cubicBezTo>
                  <a:pt x="142802" y="155900"/>
                  <a:pt x="140890" y="158975"/>
                  <a:pt x="135305" y="162275"/>
                </a:cubicBezTo>
                <a:cubicBezTo>
                  <a:pt x="125481" y="168078"/>
                  <a:pt x="114663" y="168035"/>
                  <a:pt x="112825" y="162186"/>
                </a:cubicBezTo>
                <a:close/>
              </a:path>
            </a:pathLst>
          </a:custGeom>
          <a:solidFill>
            <a:srgbClr val="B9B9B9"/>
          </a:solidFill>
          <a:ln w="5163" cap="flat">
            <a:noFill/>
            <a:prstDash val="solid"/>
            <a:miter/>
          </a:ln>
        </p:spPr>
        <p:txBody>
          <a:bodyPr/>
          <a:lstStyle/>
          <a:p>
            <a:endParaRPr lang="es-419" noProof="0" dirty="0"/>
          </a:p>
        </p:txBody>
      </p:sp>
      <p:sp>
        <p:nvSpPr>
          <p:cNvPr id="74" name="Forma libre: forma 73">
            <a:extLst>
              <a:ext uri="{FF2B5EF4-FFF2-40B4-BE49-F238E27FC236}">
                <a16:creationId xmlns:a16="http://schemas.microsoft.com/office/drawing/2014/main" id="{E9B5E4A4-AF44-F689-AB1A-46A90711AB57}"/>
              </a:ext>
            </a:extLst>
          </p:cNvPr>
          <p:cNvSpPr/>
          <p:nvPr/>
        </p:nvSpPr>
        <p:spPr>
          <a:xfrm>
            <a:off x="1152549" y="1816032"/>
            <a:ext cx="278306" cy="369963"/>
          </a:xfrm>
          <a:custGeom>
            <a:avLst/>
            <a:gdLst>
              <a:gd name="csX0" fmla="*/ 34904 w 278306"/>
              <a:gd name="csY0" fmla="*/ 369743 h 369963"/>
              <a:gd name="csX1" fmla="*/ 30386 w 278306"/>
              <a:gd name="csY1" fmla="*/ 366534 h 369963"/>
              <a:gd name="csX2" fmla="*/ 24882 w 278306"/>
              <a:gd name="csY2" fmla="*/ 362569 h 369963"/>
              <a:gd name="csX3" fmla="*/ 21927 w 278306"/>
              <a:gd name="csY3" fmla="*/ 359169 h 369963"/>
              <a:gd name="csX4" fmla="*/ 27578 w 278306"/>
              <a:gd name="csY4" fmla="*/ 347996 h 369963"/>
              <a:gd name="csX5" fmla="*/ 35410 w 278306"/>
              <a:gd name="csY5" fmla="*/ 332463 h 369963"/>
              <a:gd name="csX6" fmla="*/ 46301 w 278306"/>
              <a:gd name="csY6" fmla="*/ 305733 h 369963"/>
              <a:gd name="csX7" fmla="*/ 51274 w 278306"/>
              <a:gd name="csY7" fmla="*/ 305469 h 369963"/>
              <a:gd name="csX8" fmla="*/ 85602 w 278306"/>
              <a:gd name="csY8" fmla="*/ 259605 h 369963"/>
              <a:gd name="csX9" fmla="*/ 77041 w 278306"/>
              <a:gd name="csY9" fmla="*/ 247151 h 369963"/>
              <a:gd name="csX10" fmla="*/ 56201 w 278306"/>
              <a:gd name="csY10" fmla="*/ 259540 h 369963"/>
              <a:gd name="csX11" fmla="*/ 43804 w 278306"/>
              <a:gd name="csY11" fmla="*/ 271918 h 369963"/>
              <a:gd name="csX12" fmla="*/ 42369 w 278306"/>
              <a:gd name="csY12" fmla="*/ 249815 h 369963"/>
              <a:gd name="csX13" fmla="*/ 41724 w 278306"/>
              <a:gd name="csY13" fmla="*/ 231013 h 369963"/>
              <a:gd name="csX14" fmla="*/ 29106 w 278306"/>
              <a:gd name="csY14" fmla="*/ 240028 h 369963"/>
              <a:gd name="csX15" fmla="*/ 22444 w 278306"/>
              <a:gd name="csY15" fmla="*/ 254379 h 369963"/>
              <a:gd name="csX16" fmla="*/ 24802 w 278306"/>
              <a:gd name="csY16" fmla="*/ 241025 h 369963"/>
              <a:gd name="csX17" fmla="*/ 33753 w 278306"/>
              <a:gd name="csY17" fmla="*/ 223416 h 369963"/>
              <a:gd name="csX18" fmla="*/ 20060 w 278306"/>
              <a:gd name="csY18" fmla="*/ 211002 h 369963"/>
              <a:gd name="csX19" fmla="*/ 12798 w 278306"/>
              <a:gd name="csY19" fmla="*/ 218762 h 369963"/>
              <a:gd name="csX20" fmla="*/ 14913 w 278306"/>
              <a:gd name="csY20" fmla="*/ 227151 h 369963"/>
              <a:gd name="csX21" fmla="*/ 17013 w 278306"/>
              <a:gd name="csY21" fmla="*/ 232960 h 369963"/>
              <a:gd name="csX22" fmla="*/ 9735 w 278306"/>
              <a:gd name="csY22" fmla="*/ 237857 h 369963"/>
              <a:gd name="csX23" fmla="*/ 1293 w 278306"/>
              <a:gd name="csY23" fmla="*/ 233984 h 369963"/>
              <a:gd name="csX24" fmla="*/ 5050 w 278306"/>
              <a:gd name="csY24" fmla="*/ 166825 h 369963"/>
              <a:gd name="csX25" fmla="*/ 13098 w 278306"/>
              <a:gd name="csY25" fmla="*/ 148470 h 369963"/>
              <a:gd name="csX26" fmla="*/ 17479 w 278306"/>
              <a:gd name="csY26" fmla="*/ 142324 h 369963"/>
              <a:gd name="csX27" fmla="*/ 23957 w 278306"/>
              <a:gd name="csY27" fmla="*/ 139382 h 369963"/>
              <a:gd name="csX28" fmla="*/ 29365 w 278306"/>
              <a:gd name="csY28" fmla="*/ 127120 h 369963"/>
              <a:gd name="csX29" fmla="*/ 37749 w 278306"/>
              <a:gd name="csY29" fmla="*/ 97729 h 369963"/>
              <a:gd name="csX30" fmla="*/ 49507 w 278306"/>
              <a:gd name="csY30" fmla="*/ 88122 h 369963"/>
              <a:gd name="csX31" fmla="*/ 58774 w 278306"/>
              <a:gd name="csY31" fmla="*/ 77796 h 369963"/>
              <a:gd name="csX32" fmla="*/ 64863 w 278306"/>
              <a:gd name="csY32" fmla="*/ 68721 h 369963"/>
              <a:gd name="csX33" fmla="*/ 80119 w 278306"/>
              <a:gd name="csY33" fmla="*/ 65404 h 369963"/>
              <a:gd name="csX34" fmla="*/ 105248 w 278306"/>
              <a:gd name="csY34" fmla="*/ 69057 h 369963"/>
              <a:gd name="csX35" fmla="*/ 132354 w 278306"/>
              <a:gd name="csY35" fmla="*/ 69793 h 369963"/>
              <a:gd name="csX36" fmla="*/ 147842 w 278306"/>
              <a:gd name="csY36" fmla="*/ 68392 h 369963"/>
              <a:gd name="csX37" fmla="*/ 148600 w 278306"/>
              <a:gd name="csY37" fmla="*/ 51194 h 369963"/>
              <a:gd name="csX38" fmla="*/ 143045 w 278306"/>
              <a:gd name="csY38" fmla="*/ 18458 h 369963"/>
              <a:gd name="csX39" fmla="*/ 138200 w 278306"/>
              <a:gd name="csY39" fmla="*/ 1452 h 369963"/>
              <a:gd name="csX40" fmla="*/ 176238 w 278306"/>
              <a:gd name="csY40" fmla="*/ 4099 h 369963"/>
              <a:gd name="csX41" fmla="*/ 200117 w 278306"/>
              <a:gd name="csY41" fmla="*/ 11594 h 369963"/>
              <a:gd name="csX42" fmla="*/ 208506 w 278306"/>
              <a:gd name="csY42" fmla="*/ 17328 h 369963"/>
              <a:gd name="csX43" fmla="*/ 213126 w 278306"/>
              <a:gd name="csY43" fmla="*/ 22327 h 369963"/>
              <a:gd name="csX44" fmla="*/ 220224 w 278306"/>
              <a:gd name="csY44" fmla="*/ 29184 h 369963"/>
              <a:gd name="csX45" fmla="*/ 234966 w 278306"/>
              <a:gd name="csY45" fmla="*/ 33975 h 369963"/>
              <a:gd name="csX46" fmla="*/ 247228 w 278306"/>
              <a:gd name="csY46" fmla="*/ 35904 h 369963"/>
              <a:gd name="csX47" fmla="*/ 256714 w 278306"/>
              <a:gd name="csY47" fmla="*/ 49191 h 369963"/>
              <a:gd name="csX48" fmla="*/ 272203 w 278306"/>
              <a:gd name="csY48" fmla="*/ 58184 h 369963"/>
              <a:gd name="csX49" fmla="*/ 271714 w 278306"/>
              <a:gd name="csY49" fmla="*/ 67589 h 369963"/>
              <a:gd name="csX50" fmla="*/ 263105 w 278306"/>
              <a:gd name="csY50" fmla="*/ 78504 h 369963"/>
              <a:gd name="csX51" fmla="*/ 254303 w 278306"/>
              <a:gd name="csY51" fmla="*/ 85750 h 369963"/>
              <a:gd name="csX52" fmla="*/ 246105 w 278306"/>
              <a:gd name="csY52" fmla="*/ 101699 h 369963"/>
              <a:gd name="csX53" fmla="*/ 227494 w 278306"/>
              <a:gd name="csY53" fmla="*/ 130702 h 369963"/>
              <a:gd name="csX54" fmla="*/ 183924 w 278306"/>
              <a:gd name="csY54" fmla="*/ 160034 h 369963"/>
              <a:gd name="csX55" fmla="*/ 153537 w 278306"/>
              <a:gd name="csY55" fmla="*/ 173778 h 369963"/>
              <a:gd name="csX56" fmla="*/ 157053 w 278306"/>
              <a:gd name="csY56" fmla="*/ 181528 h 369963"/>
              <a:gd name="csX57" fmla="*/ 160436 w 278306"/>
              <a:gd name="csY57" fmla="*/ 193225 h 369963"/>
              <a:gd name="csX58" fmla="*/ 180263 w 278306"/>
              <a:gd name="csY58" fmla="*/ 225950 h 369963"/>
              <a:gd name="csX59" fmla="*/ 194663 w 278306"/>
              <a:gd name="csY59" fmla="*/ 239264 h 369963"/>
              <a:gd name="csX60" fmla="*/ 204770 w 278306"/>
              <a:gd name="csY60" fmla="*/ 247088 h 369963"/>
              <a:gd name="csX61" fmla="*/ 210897 w 278306"/>
              <a:gd name="csY61" fmla="*/ 244424 h 369963"/>
              <a:gd name="csX62" fmla="*/ 229158 w 278306"/>
              <a:gd name="csY62" fmla="*/ 228391 h 369963"/>
              <a:gd name="csX63" fmla="*/ 234321 w 278306"/>
              <a:gd name="csY63" fmla="*/ 228442 h 369963"/>
              <a:gd name="csX64" fmla="*/ 234966 w 278306"/>
              <a:gd name="csY64" fmla="*/ 250091 h 369963"/>
              <a:gd name="csX65" fmla="*/ 235014 w 278306"/>
              <a:gd name="csY65" fmla="*/ 261191 h 369963"/>
              <a:gd name="csX66" fmla="*/ 230353 w 278306"/>
              <a:gd name="csY66" fmla="*/ 300578 h 369963"/>
              <a:gd name="csX67" fmla="*/ 224337 w 278306"/>
              <a:gd name="csY67" fmla="*/ 308123 h 369963"/>
              <a:gd name="csX68" fmla="*/ 215823 w 278306"/>
              <a:gd name="csY68" fmla="*/ 299799 h 369963"/>
              <a:gd name="csX69" fmla="*/ 202099 w 278306"/>
              <a:gd name="csY69" fmla="*/ 292094 h 369963"/>
              <a:gd name="csX70" fmla="*/ 185246 w 278306"/>
              <a:gd name="csY70" fmla="*/ 278805 h 369963"/>
              <a:gd name="csX71" fmla="*/ 173928 w 278306"/>
              <a:gd name="csY71" fmla="*/ 260086 h 369963"/>
              <a:gd name="csX72" fmla="*/ 159486 w 278306"/>
              <a:gd name="csY72" fmla="*/ 251642 h 369963"/>
              <a:gd name="csX73" fmla="*/ 135920 w 278306"/>
              <a:gd name="csY73" fmla="*/ 263292 h 369963"/>
              <a:gd name="csX74" fmla="*/ 128496 w 278306"/>
              <a:gd name="csY74" fmla="*/ 268428 h 369963"/>
              <a:gd name="csX75" fmla="*/ 118324 w 278306"/>
              <a:gd name="csY75" fmla="*/ 277403 h 369963"/>
              <a:gd name="csX76" fmla="*/ 102749 w 278306"/>
              <a:gd name="csY76" fmla="*/ 302843 h 369963"/>
              <a:gd name="csX77" fmla="*/ 111986 w 278306"/>
              <a:gd name="csY77" fmla="*/ 325389 h 369963"/>
              <a:gd name="csX78" fmla="*/ 124791 w 278306"/>
              <a:gd name="csY78" fmla="*/ 345325 h 369963"/>
              <a:gd name="csX79" fmla="*/ 112525 w 278306"/>
              <a:gd name="csY79" fmla="*/ 358252 h 369963"/>
              <a:gd name="csX80" fmla="*/ 61364 w 278306"/>
              <a:gd name="csY80" fmla="*/ 367059 h 369963"/>
              <a:gd name="csX81" fmla="*/ 45875 w 278306"/>
              <a:gd name="csY81" fmla="*/ 368630 h 369963"/>
              <a:gd name="csX82" fmla="*/ 34904 w 278306"/>
              <a:gd name="csY82" fmla="*/ 369743 h 3699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Lst>
            <a:rect l="l" t="t" r="r" b="b"/>
            <a:pathLst>
              <a:path w="278306" h="369963">
                <a:moveTo>
                  <a:pt x="34904" y="369743"/>
                </a:moveTo>
                <a:cubicBezTo>
                  <a:pt x="32419" y="369198"/>
                  <a:pt x="30386" y="367754"/>
                  <a:pt x="30386" y="366534"/>
                </a:cubicBezTo>
                <a:cubicBezTo>
                  <a:pt x="30386" y="365314"/>
                  <a:pt x="27909" y="363530"/>
                  <a:pt x="24882" y="362569"/>
                </a:cubicBezTo>
                <a:cubicBezTo>
                  <a:pt x="21855" y="361609"/>
                  <a:pt x="20525" y="360078"/>
                  <a:pt x="21927" y="359169"/>
                </a:cubicBezTo>
                <a:cubicBezTo>
                  <a:pt x="23328" y="358259"/>
                  <a:pt x="25871" y="353231"/>
                  <a:pt x="27578" y="347996"/>
                </a:cubicBezTo>
                <a:cubicBezTo>
                  <a:pt x="29284" y="342760"/>
                  <a:pt x="32809" y="335771"/>
                  <a:pt x="35410" y="332463"/>
                </a:cubicBezTo>
                <a:cubicBezTo>
                  <a:pt x="41776" y="324371"/>
                  <a:pt x="48428" y="308044"/>
                  <a:pt x="46301" y="305733"/>
                </a:cubicBezTo>
                <a:cubicBezTo>
                  <a:pt x="45357" y="304708"/>
                  <a:pt x="47595" y="304589"/>
                  <a:pt x="51274" y="305469"/>
                </a:cubicBezTo>
                <a:cubicBezTo>
                  <a:pt x="65489" y="308870"/>
                  <a:pt x="84946" y="282874"/>
                  <a:pt x="85602" y="259605"/>
                </a:cubicBezTo>
                <a:cubicBezTo>
                  <a:pt x="85868" y="250143"/>
                  <a:pt x="85296" y="249310"/>
                  <a:pt x="77041" y="247151"/>
                </a:cubicBezTo>
                <a:cubicBezTo>
                  <a:pt x="64390" y="243842"/>
                  <a:pt x="56201" y="248710"/>
                  <a:pt x="56201" y="259540"/>
                </a:cubicBezTo>
                <a:cubicBezTo>
                  <a:pt x="56201" y="269382"/>
                  <a:pt x="51616" y="273960"/>
                  <a:pt x="43804" y="271918"/>
                </a:cubicBezTo>
                <a:cubicBezTo>
                  <a:pt x="37009" y="270141"/>
                  <a:pt x="36944" y="269149"/>
                  <a:pt x="42369" y="249815"/>
                </a:cubicBezTo>
                <a:cubicBezTo>
                  <a:pt x="46434" y="235327"/>
                  <a:pt x="46408" y="234559"/>
                  <a:pt x="41724" y="231013"/>
                </a:cubicBezTo>
                <a:cubicBezTo>
                  <a:pt x="34464" y="225517"/>
                  <a:pt x="33758" y="226021"/>
                  <a:pt x="29106" y="240028"/>
                </a:cubicBezTo>
                <a:cubicBezTo>
                  <a:pt x="26753" y="247111"/>
                  <a:pt x="23756" y="253568"/>
                  <a:pt x="22444" y="254379"/>
                </a:cubicBezTo>
                <a:cubicBezTo>
                  <a:pt x="19454" y="256227"/>
                  <a:pt x="19357" y="256781"/>
                  <a:pt x="24802" y="241025"/>
                </a:cubicBezTo>
                <a:cubicBezTo>
                  <a:pt x="27318" y="233748"/>
                  <a:pt x="31345" y="225823"/>
                  <a:pt x="33753" y="223416"/>
                </a:cubicBezTo>
                <a:cubicBezTo>
                  <a:pt x="41536" y="215633"/>
                  <a:pt x="38403" y="212792"/>
                  <a:pt x="20060" y="211002"/>
                </a:cubicBezTo>
                <a:cubicBezTo>
                  <a:pt x="14508" y="210460"/>
                  <a:pt x="13494" y="211544"/>
                  <a:pt x="12798" y="218762"/>
                </a:cubicBezTo>
                <a:cubicBezTo>
                  <a:pt x="12315" y="223766"/>
                  <a:pt x="13169" y="227151"/>
                  <a:pt x="14913" y="227151"/>
                </a:cubicBezTo>
                <a:cubicBezTo>
                  <a:pt x="16522" y="227151"/>
                  <a:pt x="17467" y="229765"/>
                  <a:pt x="17013" y="232960"/>
                </a:cubicBezTo>
                <a:cubicBezTo>
                  <a:pt x="16365" y="237521"/>
                  <a:pt x="14803" y="238572"/>
                  <a:pt x="9735" y="237857"/>
                </a:cubicBezTo>
                <a:cubicBezTo>
                  <a:pt x="6185" y="237355"/>
                  <a:pt x="2386" y="235613"/>
                  <a:pt x="1293" y="233984"/>
                </a:cubicBezTo>
                <a:cubicBezTo>
                  <a:pt x="-1682" y="229553"/>
                  <a:pt x="858" y="184145"/>
                  <a:pt x="5050" y="166825"/>
                </a:cubicBezTo>
                <a:cubicBezTo>
                  <a:pt x="7067" y="158491"/>
                  <a:pt x="10689" y="150232"/>
                  <a:pt x="13098" y="148470"/>
                </a:cubicBezTo>
                <a:cubicBezTo>
                  <a:pt x="15508" y="146708"/>
                  <a:pt x="17479" y="143943"/>
                  <a:pt x="17479" y="142324"/>
                </a:cubicBezTo>
                <a:cubicBezTo>
                  <a:pt x="17479" y="140706"/>
                  <a:pt x="20394" y="139382"/>
                  <a:pt x="23957" y="139382"/>
                </a:cubicBezTo>
                <a:cubicBezTo>
                  <a:pt x="30115" y="139382"/>
                  <a:pt x="30383" y="138776"/>
                  <a:pt x="29365" y="127120"/>
                </a:cubicBezTo>
                <a:cubicBezTo>
                  <a:pt x="27807" y="109281"/>
                  <a:pt x="29957" y="101744"/>
                  <a:pt x="37749" y="97729"/>
                </a:cubicBezTo>
                <a:cubicBezTo>
                  <a:pt x="41508" y="95792"/>
                  <a:pt x="46799" y="91468"/>
                  <a:pt x="49507" y="88122"/>
                </a:cubicBezTo>
                <a:cubicBezTo>
                  <a:pt x="52214" y="84775"/>
                  <a:pt x="56385" y="80128"/>
                  <a:pt x="58774" y="77796"/>
                </a:cubicBezTo>
                <a:cubicBezTo>
                  <a:pt x="61163" y="75463"/>
                  <a:pt x="63903" y="71380"/>
                  <a:pt x="64863" y="68721"/>
                </a:cubicBezTo>
                <a:cubicBezTo>
                  <a:pt x="66368" y="64550"/>
                  <a:pt x="68459" y="64095"/>
                  <a:pt x="80119" y="65404"/>
                </a:cubicBezTo>
                <a:cubicBezTo>
                  <a:pt x="87551" y="66238"/>
                  <a:pt x="98859" y="67882"/>
                  <a:pt x="105248" y="69057"/>
                </a:cubicBezTo>
                <a:cubicBezTo>
                  <a:pt x="111637" y="70233"/>
                  <a:pt x="123835" y="70564"/>
                  <a:pt x="132354" y="69793"/>
                </a:cubicBezTo>
                <a:lnTo>
                  <a:pt x="147842" y="68392"/>
                </a:lnTo>
                <a:lnTo>
                  <a:pt x="148600" y="51194"/>
                </a:lnTo>
                <a:cubicBezTo>
                  <a:pt x="149196" y="37679"/>
                  <a:pt x="148006" y="30668"/>
                  <a:pt x="143045" y="18458"/>
                </a:cubicBezTo>
                <a:cubicBezTo>
                  <a:pt x="139573" y="9912"/>
                  <a:pt x="137392" y="2259"/>
                  <a:pt x="138200" y="1452"/>
                </a:cubicBezTo>
                <a:cubicBezTo>
                  <a:pt x="141102" y="-1451"/>
                  <a:pt x="166125" y="290"/>
                  <a:pt x="176238" y="4099"/>
                </a:cubicBezTo>
                <a:cubicBezTo>
                  <a:pt x="189419" y="9062"/>
                  <a:pt x="190086" y="9272"/>
                  <a:pt x="200117" y="11594"/>
                </a:cubicBezTo>
                <a:cubicBezTo>
                  <a:pt x="204892" y="12700"/>
                  <a:pt x="208506" y="15170"/>
                  <a:pt x="208506" y="17328"/>
                </a:cubicBezTo>
                <a:cubicBezTo>
                  <a:pt x="208506" y="19413"/>
                  <a:pt x="210585" y="21662"/>
                  <a:pt x="213126" y="22327"/>
                </a:cubicBezTo>
                <a:cubicBezTo>
                  <a:pt x="215666" y="22991"/>
                  <a:pt x="218861" y="26077"/>
                  <a:pt x="220224" y="29184"/>
                </a:cubicBezTo>
                <a:cubicBezTo>
                  <a:pt x="222363" y="34057"/>
                  <a:pt x="224390" y="34715"/>
                  <a:pt x="234966" y="33975"/>
                </a:cubicBezTo>
                <a:cubicBezTo>
                  <a:pt x="242553" y="33444"/>
                  <a:pt x="247228" y="34179"/>
                  <a:pt x="247228" y="35904"/>
                </a:cubicBezTo>
                <a:cubicBezTo>
                  <a:pt x="247228" y="37437"/>
                  <a:pt x="251497" y="43416"/>
                  <a:pt x="256714" y="49191"/>
                </a:cubicBezTo>
                <a:cubicBezTo>
                  <a:pt x="264193" y="57469"/>
                  <a:pt x="267470" y="59372"/>
                  <a:pt x="272203" y="58184"/>
                </a:cubicBezTo>
                <a:cubicBezTo>
                  <a:pt x="280616" y="56072"/>
                  <a:pt x="280219" y="63714"/>
                  <a:pt x="271714" y="67589"/>
                </a:cubicBezTo>
                <a:cubicBezTo>
                  <a:pt x="267863" y="69343"/>
                  <a:pt x="264361" y="73784"/>
                  <a:pt x="263105" y="78504"/>
                </a:cubicBezTo>
                <a:cubicBezTo>
                  <a:pt x="261351" y="85098"/>
                  <a:pt x="259842" y="86340"/>
                  <a:pt x="254303" y="85750"/>
                </a:cubicBezTo>
                <a:cubicBezTo>
                  <a:pt x="246592" y="84928"/>
                  <a:pt x="243436" y="91067"/>
                  <a:pt x="246105" y="101699"/>
                </a:cubicBezTo>
                <a:cubicBezTo>
                  <a:pt x="247533" y="107389"/>
                  <a:pt x="244867" y="111544"/>
                  <a:pt x="227494" y="130702"/>
                </a:cubicBezTo>
                <a:cubicBezTo>
                  <a:pt x="207371" y="152893"/>
                  <a:pt x="196764" y="160034"/>
                  <a:pt x="183924" y="160034"/>
                </a:cubicBezTo>
                <a:cubicBezTo>
                  <a:pt x="175394" y="160034"/>
                  <a:pt x="155328" y="169109"/>
                  <a:pt x="153537" y="173778"/>
                </a:cubicBezTo>
                <a:cubicBezTo>
                  <a:pt x="152784" y="175740"/>
                  <a:pt x="154366" y="179227"/>
                  <a:pt x="157053" y="181528"/>
                </a:cubicBezTo>
                <a:cubicBezTo>
                  <a:pt x="160618" y="184580"/>
                  <a:pt x="161532" y="187741"/>
                  <a:pt x="160436" y="193225"/>
                </a:cubicBezTo>
                <a:cubicBezTo>
                  <a:pt x="158065" y="205081"/>
                  <a:pt x="165477" y="217314"/>
                  <a:pt x="180263" y="225950"/>
                </a:cubicBezTo>
                <a:cubicBezTo>
                  <a:pt x="187814" y="230360"/>
                  <a:pt x="193823" y="235916"/>
                  <a:pt x="194663" y="239264"/>
                </a:cubicBezTo>
                <a:cubicBezTo>
                  <a:pt x="196711" y="247420"/>
                  <a:pt x="202826" y="252154"/>
                  <a:pt x="204770" y="247088"/>
                </a:cubicBezTo>
                <a:cubicBezTo>
                  <a:pt x="205617" y="244882"/>
                  <a:pt x="208258" y="243734"/>
                  <a:pt x="210897" y="244424"/>
                </a:cubicBezTo>
                <a:cubicBezTo>
                  <a:pt x="216566" y="245906"/>
                  <a:pt x="229158" y="234851"/>
                  <a:pt x="229158" y="228391"/>
                </a:cubicBezTo>
                <a:cubicBezTo>
                  <a:pt x="229158" y="223967"/>
                  <a:pt x="229378" y="223969"/>
                  <a:pt x="234321" y="228442"/>
                </a:cubicBezTo>
                <a:cubicBezTo>
                  <a:pt x="240730" y="234242"/>
                  <a:pt x="241099" y="246636"/>
                  <a:pt x="234966" y="250091"/>
                </a:cubicBezTo>
                <a:cubicBezTo>
                  <a:pt x="230667" y="252513"/>
                  <a:pt x="230669" y="253050"/>
                  <a:pt x="235014" y="261191"/>
                </a:cubicBezTo>
                <a:cubicBezTo>
                  <a:pt x="240871" y="272165"/>
                  <a:pt x="238755" y="290041"/>
                  <a:pt x="230353" y="300578"/>
                </a:cubicBezTo>
                <a:lnTo>
                  <a:pt x="224337" y="308123"/>
                </a:lnTo>
                <a:lnTo>
                  <a:pt x="215823" y="299799"/>
                </a:lnTo>
                <a:cubicBezTo>
                  <a:pt x="210927" y="295013"/>
                  <a:pt x="205095" y="291738"/>
                  <a:pt x="202099" y="292094"/>
                </a:cubicBezTo>
                <a:cubicBezTo>
                  <a:pt x="194035" y="293052"/>
                  <a:pt x="185277" y="286146"/>
                  <a:pt x="185246" y="278805"/>
                </a:cubicBezTo>
                <a:cubicBezTo>
                  <a:pt x="185229" y="274767"/>
                  <a:pt x="180965" y="267715"/>
                  <a:pt x="173928" y="260086"/>
                </a:cubicBezTo>
                <a:cubicBezTo>
                  <a:pt x="164333" y="249682"/>
                  <a:pt x="162165" y="248415"/>
                  <a:pt x="159486" y="251642"/>
                </a:cubicBezTo>
                <a:cubicBezTo>
                  <a:pt x="155362" y="256612"/>
                  <a:pt x="141849" y="263292"/>
                  <a:pt x="135920" y="263292"/>
                </a:cubicBezTo>
                <a:cubicBezTo>
                  <a:pt x="133348" y="263292"/>
                  <a:pt x="130007" y="265603"/>
                  <a:pt x="128496" y="268428"/>
                </a:cubicBezTo>
                <a:cubicBezTo>
                  <a:pt x="126984" y="271253"/>
                  <a:pt x="122406" y="275292"/>
                  <a:pt x="118324" y="277403"/>
                </a:cubicBezTo>
                <a:cubicBezTo>
                  <a:pt x="105333" y="284120"/>
                  <a:pt x="102661" y="288486"/>
                  <a:pt x="102749" y="302843"/>
                </a:cubicBezTo>
                <a:cubicBezTo>
                  <a:pt x="102826" y="315405"/>
                  <a:pt x="106784" y="325066"/>
                  <a:pt x="111986" y="325389"/>
                </a:cubicBezTo>
                <a:cubicBezTo>
                  <a:pt x="116589" y="325676"/>
                  <a:pt x="126252" y="340721"/>
                  <a:pt x="124791" y="345325"/>
                </a:cubicBezTo>
                <a:cubicBezTo>
                  <a:pt x="123983" y="347870"/>
                  <a:pt x="118463" y="353688"/>
                  <a:pt x="112525" y="358252"/>
                </a:cubicBezTo>
                <a:cubicBezTo>
                  <a:pt x="101535" y="366699"/>
                  <a:pt x="89725" y="368732"/>
                  <a:pt x="61364" y="367059"/>
                </a:cubicBezTo>
                <a:cubicBezTo>
                  <a:pt x="56394" y="366766"/>
                  <a:pt x="49424" y="367473"/>
                  <a:pt x="45875" y="368630"/>
                </a:cubicBezTo>
                <a:cubicBezTo>
                  <a:pt x="42325" y="369787"/>
                  <a:pt x="37388" y="370288"/>
                  <a:pt x="34904" y="369743"/>
                </a:cubicBezTo>
                <a:close/>
              </a:path>
            </a:pathLst>
          </a:custGeom>
          <a:solidFill>
            <a:srgbClr val="B9B9B9"/>
          </a:solidFill>
          <a:ln w="5163" cap="flat">
            <a:noFill/>
            <a:prstDash val="solid"/>
            <a:miter/>
          </a:ln>
        </p:spPr>
        <p:txBody>
          <a:bodyPr/>
          <a:lstStyle/>
          <a:p>
            <a:endParaRPr lang="es-419" noProof="0" dirty="0"/>
          </a:p>
        </p:txBody>
      </p:sp>
      <p:grpSp>
        <p:nvGrpSpPr>
          <p:cNvPr id="75" name="Gráfico 39">
            <a:extLst>
              <a:ext uri="{FF2B5EF4-FFF2-40B4-BE49-F238E27FC236}">
                <a16:creationId xmlns:a16="http://schemas.microsoft.com/office/drawing/2014/main" id="{7BB8916F-C059-6B76-2A73-F5A876C87001}"/>
              </a:ext>
            </a:extLst>
          </p:cNvPr>
          <p:cNvGrpSpPr/>
          <p:nvPr/>
        </p:nvGrpSpPr>
        <p:grpSpPr>
          <a:xfrm>
            <a:off x="1634957" y="2069316"/>
            <a:ext cx="438046" cy="474569"/>
            <a:chOff x="1634957" y="2069316"/>
            <a:chExt cx="438046" cy="474569"/>
          </a:xfrm>
        </p:grpSpPr>
        <p:sp>
          <p:nvSpPr>
            <p:cNvPr id="76" name="Forma libre: forma 75">
              <a:extLst>
                <a:ext uri="{FF2B5EF4-FFF2-40B4-BE49-F238E27FC236}">
                  <a16:creationId xmlns:a16="http://schemas.microsoft.com/office/drawing/2014/main" id="{4D47C401-EC51-28F5-8658-3C91E1AEC57C}"/>
                </a:ext>
              </a:extLst>
            </p:cNvPr>
            <p:cNvSpPr/>
            <p:nvPr/>
          </p:nvSpPr>
          <p:spPr>
            <a:xfrm>
              <a:off x="1634957" y="2069316"/>
              <a:ext cx="438046" cy="474569"/>
            </a:xfrm>
            <a:custGeom>
              <a:avLst/>
              <a:gdLst>
                <a:gd name="csX0" fmla="*/ 332739 w 438046"/>
                <a:gd name="csY0" fmla="*/ 469202 h 474569"/>
                <a:gd name="csX1" fmla="*/ 324349 w 438046"/>
                <a:gd name="csY1" fmla="*/ 460541 h 474569"/>
                <a:gd name="csX2" fmla="*/ 306954 w 438046"/>
                <a:gd name="csY2" fmla="*/ 447652 h 474569"/>
                <a:gd name="csX3" fmla="*/ 301522 w 438046"/>
                <a:gd name="csY3" fmla="*/ 436095 h 474569"/>
                <a:gd name="csX4" fmla="*/ 298287 w 438046"/>
                <a:gd name="csY4" fmla="*/ 425621 h 474569"/>
                <a:gd name="csX5" fmla="*/ 291436 w 438046"/>
                <a:gd name="csY5" fmla="*/ 429493 h 474569"/>
                <a:gd name="csX6" fmla="*/ 284162 w 438046"/>
                <a:gd name="csY6" fmla="*/ 433365 h 474569"/>
                <a:gd name="csX7" fmla="*/ 273181 w 438046"/>
                <a:gd name="csY7" fmla="*/ 439996 h 474569"/>
                <a:gd name="csX8" fmla="*/ 246542 w 438046"/>
                <a:gd name="csY8" fmla="*/ 415677 h 474569"/>
                <a:gd name="csX9" fmla="*/ 247543 w 438046"/>
                <a:gd name="csY9" fmla="*/ 398488 h 474569"/>
                <a:gd name="csX10" fmla="*/ 227242 w 438046"/>
                <a:gd name="csY10" fmla="*/ 385770 h 474569"/>
                <a:gd name="csX11" fmla="*/ 216574 w 438046"/>
                <a:gd name="csY11" fmla="*/ 384267 h 474569"/>
                <a:gd name="csX12" fmla="*/ 211411 w 438046"/>
                <a:gd name="csY12" fmla="*/ 381736 h 474569"/>
                <a:gd name="csX13" fmla="*/ 206248 w 438046"/>
                <a:gd name="csY13" fmla="*/ 377864 h 474569"/>
                <a:gd name="csX14" fmla="*/ 201085 w 438046"/>
                <a:gd name="csY14" fmla="*/ 368829 h 474569"/>
                <a:gd name="csX15" fmla="*/ 195840 w 438046"/>
                <a:gd name="csY15" fmla="*/ 360439 h 474569"/>
                <a:gd name="csX16" fmla="*/ 179383 w 438046"/>
                <a:gd name="csY16" fmla="*/ 344572 h 474569"/>
                <a:gd name="csX17" fmla="*/ 166056 w 438046"/>
                <a:gd name="csY17" fmla="*/ 347532 h 474569"/>
                <a:gd name="csX18" fmla="*/ 162127 w 438046"/>
                <a:gd name="csY18" fmla="*/ 363514 h 474569"/>
                <a:gd name="csX19" fmla="*/ 156676 w 438046"/>
                <a:gd name="csY19" fmla="*/ 372397 h 474569"/>
                <a:gd name="csX20" fmla="*/ 152333 w 438046"/>
                <a:gd name="csY20" fmla="*/ 366640 h 474569"/>
                <a:gd name="csX21" fmla="*/ 138487 w 438046"/>
                <a:gd name="csY21" fmla="*/ 364853 h 474569"/>
                <a:gd name="csX22" fmla="*/ 126312 w 438046"/>
                <a:gd name="csY22" fmla="*/ 363833 h 474569"/>
                <a:gd name="csX23" fmla="*/ 123641 w 438046"/>
                <a:gd name="csY23" fmla="*/ 355006 h 474569"/>
                <a:gd name="csX24" fmla="*/ 115723 w 438046"/>
                <a:gd name="csY24" fmla="*/ 349430 h 474569"/>
                <a:gd name="csX25" fmla="*/ 110493 w 438046"/>
                <a:gd name="csY25" fmla="*/ 333027 h 474569"/>
                <a:gd name="csX26" fmla="*/ 115897 w 438046"/>
                <a:gd name="csY26" fmla="*/ 317692 h 474569"/>
                <a:gd name="csX27" fmla="*/ 126868 w 438046"/>
                <a:gd name="csY27" fmla="*/ 306474 h 474569"/>
                <a:gd name="csX28" fmla="*/ 128005 w 438046"/>
                <a:gd name="csY28" fmla="*/ 290864 h 474569"/>
                <a:gd name="csX29" fmla="*/ 107467 w 438046"/>
                <a:gd name="csY29" fmla="*/ 276906 h 474569"/>
                <a:gd name="csX30" fmla="*/ 125531 w 438046"/>
                <a:gd name="csY30" fmla="*/ 228226 h 474569"/>
                <a:gd name="csX31" fmla="*/ 128516 w 438046"/>
                <a:gd name="csY31" fmla="*/ 218872 h 474569"/>
                <a:gd name="csX32" fmla="*/ 122054 w 438046"/>
                <a:gd name="csY32" fmla="*/ 216563 h 474569"/>
                <a:gd name="csX33" fmla="*/ 112602 w 438046"/>
                <a:gd name="csY33" fmla="*/ 211354 h 474569"/>
                <a:gd name="csX34" fmla="*/ 97827 w 438046"/>
                <a:gd name="csY34" fmla="*/ 212411 h 474569"/>
                <a:gd name="csX35" fmla="*/ 87566 w 438046"/>
                <a:gd name="csY35" fmla="*/ 216588 h 474569"/>
                <a:gd name="csX36" fmla="*/ 80430 w 438046"/>
                <a:gd name="csY36" fmla="*/ 211038 h 474569"/>
                <a:gd name="csX37" fmla="*/ 79784 w 438046"/>
                <a:gd name="csY37" fmla="*/ 198453 h 474569"/>
                <a:gd name="csX38" fmla="*/ 82015 w 438046"/>
                <a:gd name="csY38" fmla="*/ 188949 h 474569"/>
                <a:gd name="csX39" fmla="*/ 89966 w 438046"/>
                <a:gd name="csY39" fmla="*/ 185629 h 474569"/>
                <a:gd name="csX40" fmla="*/ 87641 w 438046"/>
                <a:gd name="csY40" fmla="*/ 169636 h 474569"/>
                <a:gd name="csX41" fmla="*/ 79292 w 438046"/>
                <a:gd name="csY41" fmla="*/ 156728 h 474569"/>
                <a:gd name="csX42" fmla="*/ 72462 w 438046"/>
                <a:gd name="csY42" fmla="*/ 148956 h 474569"/>
                <a:gd name="csX43" fmla="*/ 56524 w 438046"/>
                <a:gd name="csY43" fmla="*/ 163920 h 474569"/>
                <a:gd name="csX44" fmla="*/ 52658 w 438046"/>
                <a:gd name="csY44" fmla="*/ 164900 h 474569"/>
                <a:gd name="csX45" fmla="*/ 39697 w 438046"/>
                <a:gd name="csY45" fmla="*/ 168628 h 474569"/>
                <a:gd name="csX46" fmla="*/ 26748 w 438046"/>
                <a:gd name="csY46" fmla="*/ 181448 h 474569"/>
                <a:gd name="csX47" fmla="*/ 16403 w 438046"/>
                <a:gd name="csY47" fmla="*/ 190289 h 474569"/>
                <a:gd name="csX48" fmla="*/ 7343 w 438046"/>
                <a:gd name="csY48" fmla="*/ 186486 h 474569"/>
                <a:gd name="csX49" fmla="*/ 9965 w 438046"/>
                <a:gd name="csY49" fmla="*/ 170925 h 474569"/>
                <a:gd name="csX50" fmla="*/ 15158 w 438046"/>
                <a:gd name="csY50" fmla="*/ 162124 h 474569"/>
                <a:gd name="csX51" fmla="*/ 9381 w 438046"/>
                <a:gd name="csY51" fmla="*/ 159801 h 474569"/>
                <a:gd name="csX52" fmla="*/ 7807 w 438046"/>
                <a:gd name="csY52" fmla="*/ 157314 h 474569"/>
                <a:gd name="csX53" fmla="*/ 15681 w 438046"/>
                <a:gd name="csY53" fmla="*/ 151621 h 474569"/>
                <a:gd name="csX54" fmla="*/ 24691 w 438046"/>
                <a:gd name="csY54" fmla="*/ 148948 h 474569"/>
                <a:gd name="csX55" fmla="*/ 33291 w 438046"/>
                <a:gd name="csY55" fmla="*/ 142643 h 474569"/>
                <a:gd name="csX56" fmla="*/ 36252 w 438046"/>
                <a:gd name="csY56" fmla="*/ 130243 h 474569"/>
                <a:gd name="csX57" fmla="*/ 35959 w 438046"/>
                <a:gd name="csY57" fmla="*/ 119824 h 474569"/>
                <a:gd name="csX58" fmla="*/ 30417 w 438046"/>
                <a:gd name="csY58" fmla="*/ 117319 h 474569"/>
                <a:gd name="csX59" fmla="*/ 28128 w 438046"/>
                <a:gd name="csY59" fmla="*/ 114535 h 474569"/>
                <a:gd name="csX60" fmla="*/ 22780 w 438046"/>
                <a:gd name="csY60" fmla="*/ 112034 h 474569"/>
                <a:gd name="csX61" fmla="*/ 9335 w 438046"/>
                <a:gd name="csY61" fmla="*/ 100263 h 474569"/>
                <a:gd name="csX62" fmla="*/ 5316 w 438046"/>
                <a:gd name="csY62" fmla="*/ 85099 h 474569"/>
                <a:gd name="csX63" fmla="*/ 0 w 438046"/>
                <a:gd name="csY63" fmla="*/ 74899 h 474569"/>
                <a:gd name="csX64" fmla="*/ 5230 w 438046"/>
                <a:gd name="csY64" fmla="*/ 68250 h 474569"/>
                <a:gd name="csX65" fmla="*/ 8777 w 438046"/>
                <a:gd name="csY65" fmla="*/ 53938 h 474569"/>
                <a:gd name="csX66" fmla="*/ 11157 w 438046"/>
                <a:gd name="csY66" fmla="*/ 40474 h 474569"/>
                <a:gd name="csX67" fmla="*/ 15221 w 438046"/>
                <a:gd name="csY67" fmla="*/ 30361 h 474569"/>
                <a:gd name="csX68" fmla="*/ 19093 w 438046"/>
                <a:gd name="csY68" fmla="*/ 24563 h 474569"/>
                <a:gd name="csX69" fmla="*/ 13331 w 438046"/>
                <a:gd name="csY69" fmla="*/ 11391 h 474569"/>
                <a:gd name="csX70" fmla="*/ 15610 w 438046"/>
                <a:gd name="csY70" fmla="*/ 4739 h 474569"/>
                <a:gd name="csX71" fmla="*/ 24152 w 438046"/>
                <a:gd name="csY71" fmla="*/ 2431 h 474569"/>
                <a:gd name="csX72" fmla="*/ 42643 w 438046"/>
                <a:gd name="csY72" fmla="*/ 10008 h 474569"/>
                <a:gd name="csX73" fmla="*/ 58021 w 438046"/>
                <a:gd name="csY73" fmla="*/ 20333 h 474569"/>
                <a:gd name="csX74" fmla="*/ 76259 w 438046"/>
                <a:gd name="csY74" fmla="*/ 58909 h 474569"/>
                <a:gd name="csX75" fmla="*/ 87417 w 438046"/>
                <a:gd name="csY75" fmla="*/ 80908 h 474569"/>
                <a:gd name="csX76" fmla="*/ 99122 w 438046"/>
                <a:gd name="csY76" fmla="*/ 102996 h 474569"/>
                <a:gd name="csX77" fmla="*/ 103913 w 438046"/>
                <a:gd name="csY77" fmla="*/ 110684 h 474569"/>
                <a:gd name="csX78" fmla="*/ 102362 w 438046"/>
                <a:gd name="csY78" fmla="*/ 90033 h 474569"/>
                <a:gd name="csX79" fmla="*/ 92203 w 438046"/>
                <a:gd name="csY79" fmla="*/ 66799 h 474569"/>
                <a:gd name="csX80" fmla="*/ 83568 w 438046"/>
                <a:gd name="csY80" fmla="*/ 60346 h 474569"/>
                <a:gd name="csX81" fmla="*/ 86838 w 438046"/>
                <a:gd name="csY81" fmla="*/ 69381 h 474569"/>
                <a:gd name="csX82" fmla="*/ 85111 w 438046"/>
                <a:gd name="csY82" fmla="*/ 70354 h 474569"/>
                <a:gd name="csX83" fmla="*/ 81250 w 438046"/>
                <a:gd name="csY83" fmla="*/ 58738 h 474569"/>
                <a:gd name="csX84" fmla="*/ 73693 w 438046"/>
                <a:gd name="csY84" fmla="*/ 39979 h 474569"/>
                <a:gd name="csX85" fmla="*/ 66850 w 438046"/>
                <a:gd name="csY85" fmla="*/ 27201 h 474569"/>
                <a:gd name="csX86" fmla="*/ 80920 w 438046"/>
                <a:gd name="csY86" fmla="*/ 44489 h 474569"/>
                <a:gd name="csX87" fmla="*/ 99162 w 438046"/>
                <a:gd name="csY87" fmla="*/ 64586 h 474569"/>
                <a:gd name="csX88" fmla="*/ 107565 w 438046"/>
                <a:gd name="csY88" fmla="*/ 86419 h 474569"/>
                <a:gd name="csX89" fmla="*/ 116108 w 438046"/>
                <a:gd name="csY89" fmla="*/ 138203 h 474569"/>
                <a:gd name="csX90" fmla="*/ 121060 w 438046"/>
                <a:gd name="csY90" fmla="*/ 151411 h 474569"/>
                <a:gd name="csX91" fmla="*/ 135828 w 438046"/>
                <a:gd name="csY91" fmla="*/ 169580 h 474569"/>
                <a:gd name="csX92" fmla="*/ 173747 w 438046"/>
                <a:gd name="csY92" fmla="*/ 217637 h 474569"/>
                <a:gd name="csX93" fmla="*/ 186052 w 438046"/>
                <a:gd name="csY93" fmla="*/ 237240 h 474569"/>
                <a:gd name="csX94" fmla="*/ 192809 w 438046"/>
                <a:gd name="csY94" fmla="*/ 259193 h 474569"/>
                <a:gd name="csX95" fmla="*/ 202887 w 438046"/>
                <a:gd name="csY95" fmla="*/ 280570 h 474569"/>
                <a:gd name="csX96" fmla="*/ 215434 w 438046"/>
                <a:gd name="csY96" fmla="*/ 294429 h 474569"/>
                <a:gd name="csX97" fmla="*/ 223898 w 438046"/>
                <a:gd name="csY97" fmla="*/ 302869 h 474569"/>
                <a:gd name="csX98" fmla="*/ 231639 w 438046"/>
                <a:gd name="csY98" fmla="*/ 310848 h 474569"/>
                <a:gd name="csX99" fmla="*/ 241066 w 438046"/>
                <a:gd name="csY99" fmla="*/ 319770 h 474569"/>
                <a:gd name="csX100" fmla="*/ 242388 w 438046"/>
                <a:gd name="csY100" fmla="*/ 323654 h 474569"/>
                <a:gd name="csX101" fmla="*/ 237225 w 438046"/>
                <a:gd name="csY101" fmla="*/ 324770 h 474569"/>
                <a:gd name="csX102" fmla="*/ 239807 w 438046"/>
                <a:gd name="csY102" fmla="*/ 327526 h 474569"/>
                <a:gd name="csX103" fmla="*/ 241743 w 438046"/>
                <a:gd name="csY103" fmla="*/ 330724 h 474569"/>
                <a:gd name="csX104" fmla="*/ 248333 w 438046"/>
                <a:gd name="csY104" fmla="*/ 333103 h 474569"/>
                <a:gd name="csX105" fmla="*/ 259724 w 438046"/>
                <a:gd name="csY105" fmla="*/ 335713 h 474569"/>
                <a:gd name="csX106" fmla="*/ 262612 w 438046"/>
                <a:gd name="csY106" fmla="*/ 335270 h 474569"/>
                <a:gd name="csX107" fmla="*/ 255739 w 438046"/>
                <a:gd name="csY107" fmla="*/ 330573 h 474569"/>
                <a:gd name="csX108" fmla="*/ 250133 w 438046"/>
                <a:gd name="csY108" fmla="*/ 327461 h 474569"/>
                <a:gd name="csX109" fmla="*/ 260301 w 438046"/>
                <a:gd name="csY109" fmla="*/ 328761 h 474569"/>
                <a:gd name="csX110" fmla="*/ 284960 w 438046"/>
                <a:gd name="csY110" fmla="*/ 330853 h 474569"/>
                <a:gd name="csX111" fmla="*/ 308115 w 438046"/>
                <a:gd name="csY111" fmla="*/ 337754 h 474569"/>
                <a:gd name="csX112" fmla="*/ 325378 w 438046"/>
                <a:gd name="csY112" fmla="*/ 347910 h 474569"/>
                <a:gd name="csX113" fmla="*/ 336932 w 438046"/>
                <a:gd name="csY113" fmla="*/ 355594 h 474569"/>
                <a:gd name="csX114" fmla="*/ 342564 w 438046"/>
                <a:gd name="csY114" fmla="*/ 364198 h 474569"/>
                <a:gd name="csX115" fmla="*/ 343743 w 438046"/>
                <a:gd name="csY115" fmla="*/ 371080 h 474569"/>
                <a:gd name="csX116" fmla="*/ 344358 w 438046"/>
                <a:gd name="csY116" fmla="*/ 373363 h 474569"/>
                <a:gd name="csX117" fmla="*/ 350269 w 438046"/>
                <a:gd name="csY117" fmla="*/ 376862 h 474569"/>
                <a:gd name="csX118" fmla="*/ 372627 w 438046"/>
                <a:gd name="csY118" fmla="*/ 380540 h 474569"/>
                <a:gd name="csX119" fmla="*/ 391189 w 438046"/>
                <a:gd name="csY119" fmla="*/ 378801 h 474569"/>
                <a:gd name="csX120" fmla="*/ 394232 w 438046"/>
                <a:gd name="csY120" fmla="*/ 388958 h 474569"/>
                <a:gd name="csX121" fmla="*/ 397318 w 438046"/>
                <a:gd name="csY121" fmla="*/ 403978 h 474569"/>
                <a:gd name="csX122" fmla="*/ 409224 w 438046"/>
                <a:gd name="csY122" fmla="*/ 419167 h 474569"/>
                <a:gd name="csX123" fmla="*/ 434929 w 438046"/>
                <a:gd name="csY123" fmla="*/ 450207 h 474569"/>
                <a:gd name="csX124" fmla="*/ 429332 w 438046"/>
                <a:gd name="csY124" fmla="*/ 469288 h 474569"/>
                <a:gd name="csX125" fmla="*/ 376412 w 438046"/>
                <a:gd name="csY125" fmla="*/ 474534 h 474569"/>
                <a:gd name="csX126" fmla="*/ 332739 w 438046"/>
                <a:gd name="csY126" fmla="*/ 469202 h 47456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438046" h="474569">
                  <a:moveTo>
                    <a:pt x="332739" y="469202"/>
                  </a:moveTo>
                  <a:cubicBezTo>
                    <a:pt x="332739" y="465869"/>
                    <a:pt x="329807" y="462843"/>
                    <a:pt x="324349" y="460541"/>
                  </a:cubicBezTo>
                  <a:cubicBezTo>
                    <a:pt x="319735" y="458594"/>
                    <a:pt x="311907" y="452795"/>
                    <a:pt x="306954" y="447652"/>
                  </a:cubicBezTo>
                  <a:cubicBezTo>
                    <a:pt x="299888" y="440316"/>
                    <a:pt x="298719" y="437828"/>
                    <a:pt x="301522" y="436095"/>
                  </a:cubicBezTo>
                  <a:cubicBezTo>
                    <a:pt x="305823" y="433437"/>
                    <a:pt x="303408" y="425621"/>
                    <a:pt x="298287" y="425621"/>
                  </a:cubicBezTo>
                  <a:cubicBezTo>
                    <a:pt x="296286" y="425621"/>
                    <a:pt x="293203" y="427364"/>
                    <a:pt x="291436" y="429493"/>
                  </a:cubicBezTo>
                  <a:cubicBezTo>
                    <a:pt x="289668" y="431623"/>
                    <a:pt x="286395" y="433365"/>
                    <a:pt x="284162" y="433365"/>
                  </a:cubicBezTo>
                  <a:cubicBezTo>
                    <a:pt x="281929" y="433365"/>
                    <a:pt x="276987" y="436349"/>
                    <a:pt x="273181" y="439996"/>
                  </a:cubicBezTo>
                  <a:cubicBezTo>
                    <a:pt x="256469" y="456007"/>
                    <a:pt x="233183" y="434749"/>
                    <a:pt x="246542" y="415677"/>
                  </a:cubicBezTo>
                  <a:cubicBezTo>
                    <a:pt x="250094" y="410606"/>
                    <a:pt x="250239" y="408115"/>
                    <a:pt x="247543" y="398488"/>
                  </a:cubicBezTo>
                  <a:cubicBezTo>
                    <a:pt x="243936" y="385603"/>
                    <a:pt x="241942" y="384354"/>
                    <a:pt x="227242" y="385770"/>
                  </a:cubicBezTo>
                  <a:cubicBezTo>
                    <a:pt x="221295" y="386343"/>
                    <a:pt x="216574" y="385678"/>
                    <a:pt x="216574" y="384267"/>
                  </a:cubicBezTo>
                  <a:cubicBezTo>
                    <a:pt x="216574" y="382875"/>
                    <a:pt x="214251" y="381736"/>
                    <a:pt x="211411" y="381736"/>
                  </a:cubicBezTo>
                  <a:cubicBezTo>
                    <a:pt x="208543" y="381736"/>
                    <a:pt x="206248" y="380015"/>
                    <a:pt x="206248" y="377864"/>
                  </a:cubicBezTo>
                  <a:cubicBezTo>
                    <a:pt x="206248" y="375735"/>
                    <a:pt x="203925" y="371669"/>
                    <a:pt x="201085" y="368829"/>
                  </a:cubicBezTo>
                  <a:cubicBezTo>
                    <a:pt x="198245" y="365990"/>
                    <a:pt x="195885" y="362214"/>
                    <a:pt x="195840" y="360439"/>
                  </a:cubicBezTo>
                  <a:cubicBezTo>
                    <a:pt x="195695" y="354744"/>
                    <a:pt x="189552" y="348821"/>
                    <a:pt x="179383" y="344572"/>
                  </a:cubicBezTo>
                  <a:cubicBezTo>
                    <a:pt x="165908" y="338942"/>
                    <a:pt x="164292" y="339301"/>
                    <a:pt x="166056" y="347532"/>
                  </a:cubicBezTo>
                  <a:cubicBezTo>
                    <a:pt x="167087" y="352339"/>
                    <a:pt x="165818" y="357500"/>
                    <a:pt x="162127" y="363514"/>
                  </a:cubicBezTo>
                  <a:lnTo>
                    <a:pt x="156676" y="372397"/>
                  </a:lnTo>
                  <a:lnTo>
                    <a:pt x="152333" y="366640"/>
                  </a:lnTo>
                  <a:cubicBezTo>
                    <a:pt x="148166" y="361115"/>
                    <a:pt x="147605" y="361043"/>
                    <a:pt x="138487" y="364853"/>
                  </a:cubicBezTo>
                  <a:cubicBezTo>
                    <a:pt x="129534" y="368594"/>
                    <a:pt x="128828" y="368535"/>
                    <a:pt x="126312" y="363833"/>
                  </a:cubicBezTo>
                  <a:cubicBezTo>
                    <a:pt x="124843" y="361088"/>
                    <a:pt x="123641" y="357116"/>
                    <a:pt x="123641" y="355006"/>
                  </a:cubicBezTo>
                  <a:cubicBezTo>
                    <a:pt x="123641" y="352823"/>
                    <a:pt x="120228" y="350420"/>
                    <a:pt x="115723" y="349430"/>
                  </a:cubicBezTo>
                  <a:cubicBezTo>
                    <a:pt x="105375" y="347157"/>
                    <a:pt x="103846" y="342362"/>
                    <a:pt x="110493" y="333027"/>
                  </a:cubicBezTo>
                  <a:cubicBezTo>
                    <a:pt x="113465" y="328853"/>
                    <a:pt x="115897" y="321952"/>
                    <a:pt x="115897" y="317692"/>
                  </a:cubicBezTo>
                  <a:cubicBezTo>
                    <a:pt x="115897" y="310844"/>
                    <a:pt x="117170" y="309543"/>
                    <a:pt x="126868" y="306474"/>
                  </a:cubicBezTo>
                  <a:cubicBezTo>
                    <a:pt x="141640" y="301799"/>
                    <a:pt x="142221" y="293818"/>
                    <a:pt x="128005" y="290864"/>
                  </a:cubicBezTo>
                  <a:cubicBezTo>
                    <a:pt x="113703" y="287893"/>
                    <a:pt x="108950" y="284662"/>
                    <a:pt x="107467" y="276906"/>
                  </a:cubicBezTo>
                  <a:cubicBezTo>
                    <a:pt x="105739" y="267867"/>
                    <a:pt x="117059" y="237363"/>
                    <a:pt x="125531" y="228226"/>
                  </a:cubicBezTo>
                  <a:cubicBezTo>
                    <a:pt x="130828" y="222513"/>
                    <a:pt x="131406" y="220702"/>
                    <a:pt x="128516" y="218872"/>
                  </a:cubicBezTo>
                  <a:cubicBezTo>
                    <a:pt x="126545" y="217624"/>
                    <a:pt x="123637" y="216585"/>
                    <a:pt x="122054" y="216563"/>
                  </a:cubicBezTo>
                  <a:cubicBezTo>
                    <a:pt x="120470" y="216541"/>
                    <a:pt x="116217" y="214197"/>
                    <a:pt x="112602" y="211354"/>
                  </a:cubicBezTo>
                  <a:cubicBezTo>
                    <a:pt x="105961" y="206129"/>
                    <a:pt x="97827" y="206711"/>
                    <a:pt x="97827" y="212411"/>
                  </a:cubicBezTo>
                  <a:cubicBezTo>
                    <a:pt x="97827" y="219059"/>
                    <a:pt x="92291" y="221313"/>
                    <a:pt x="87566" y="216588"/>
                  </a:cubicBezTo>
                  <a:cubicBezTo>
                    <a:pt x="85046" y="214068"/>
                    <a:pt x="81835" y="211570"/>
                    <a:pt x="80430" y="211038"/>
                  </a:cubicBezTo>
                  <a:cubicBezTo>
                    <a:pt x="78870" y="210447"/>
                    <a:pt x="78619" y="205549"/>
                    <a:pt x="79784" y="198453"/>
                  </a:cubicBezTo>
                  <a:cubicBezTo>
                    <a:pt x="80834" y="192064"/>
                    <a:pt x="81838" y="187787"/>
                    <a:pt x="82015" y="188949"/>
                  </a:cubicBezTo>
                  <a:cubicBezTo>
                    <a:pt x="82193" y="190110"/>
                    <a:pt x="85771" y="188616"/>
                    <a:pt x="89966" y="185629"/>
                  </a:cubicBezTo>
                  <a:cubicBezTo>
                    <a:pt x="98750" y="179374"/>
                    <a:pt x="98211" y="175668"/>
                    <a:pt x="87641" y="169636"/>
                  </a:cubicBezTo>
                  <a:cubicBezTo>
                    <a:pt x="82102" y="166474"/>
                    <a:pt x="79900" y="163069"/>
                    <a:pt x="79292" y="156728"/>
                  </a:cubicBezTo>
                  <a:cubicBezTo>
                    <a:pt x="78587" y="149374"/>
                    <a:pt x="77588" y="148238"/>
                    <a:pt x="72462" y="148956"/>
                  </a:cubicBezTo>
                  <a:cubicBezTo>
                    <a:pt x="65224" y="149970"/>
                    <a:pt x="56524" y="158137"/>
                    <a:pt x="56524" y="163920"/>
                  </a:cubicBezTo>
                  <a:cubicBezTo>
                    <a:pt x="56524" y="167347"/>
                    <a:pt x="55821" y="167525"/>
                    <a:pt x="52658" y="164900"/>
                  </a:cubicBezTo>
                  <a:cubicBezTo>
                    <a:pt x="49486" y="162267"/>
                    <a:pt x="47159" y="162936"/>
                    <a:pt x="39697" y="168628"/>
                  </a:cubicBezTo>
                  <a:cubicBezTo>
                    <a:pt x="34695" y="172443"/>
                    <a:pt x="28868" y="178212"/>
                    <a:pt x="26748" y="181448"/>
                  </a:cubicBezTo>
                  <a:cubicBezTo>
                    <a:pt x="24627" y="184684"/>
                    <a:pt x="19972" y="188663"/>
                    <a:pt x="16403" y="190289"/>
                  </a:cubicBezTo>
                  <a:cubicBezTo>
                    <a:pt x="10541" y="192960"/>
                    <a:pt x="9664" y="192592"/>
                    <a:pt x="7343" y="186486"/>
                  </a:cubicBezTo>
                  <a:cubicBezTo>
                    <a:pt x="5309" y="181137"/>
                    <a:pt x="5857" y="177888"/>
                    <a:pt x="9965" y="170925"/>
                  </a:cubicBezTo>
                  <a:lnTo>
                    <a:pt x="15158" y="162124"/>
                  </a:lnTo>
                  <a:lnTo>
                    <a:pt x="9381" y="159801"/>
                  </a:lnTo>
                  <a:cubicBezTo>
                    <a:pt x="5449" y="158219"/>
                    <a:pt x="4946" y="157425"/>
                    <a:pt x="7807" y="157314"/>
                  </a:cubicBezTo>
                  <a:cubicBezTo>
                    <a:pt x="10118" y="157224"/>
                    <a:pt x="13662" y="154662"/>
                    <a:pt x="15681" y="151621"/>
                  </a:cubicBezTo>
                  <a:cubicBezTo>
                    <a:pt x="18731" y="147026"/>
                    <a:pt x="20256" y="146574"/>
                    <a:pt x="24691" y="148948"/>
                  </a:cubicBezTo>
                  <a:cubicBezTo>
                    <a:pt x="31018" y="152334"/>
                    <a:pt x="33291" y="150668"/>
                    <a:pt x="33291" y="142643"/>
                  </a:cubicBezTo>
                  <a:cubicBezTo>
                    <a:pt x="33291" y="139397"/>
                    <a:pt x="34623" y="133817"/>
                    <a:pt x="36252" y="130243"/>
                  </a:cubicBezTo>
                  <a:cubicBezTo>
                    <a:pt x="38533" y="125236"/>
                    <a:pt x="38466" y="122844"/>
                    <a:pt x="35959" y="119824"/>
                  </a:cubicBezTo>
                  <a:cubicBezTo>
                    <a:pt x="34170" y="117668"/>
                    <a:pt x="31676" y="116540"/>
                    <a:pt x="30417" y="117319"/>
                  </a:cubicBezTo>
                  <a:cubicBezTo>
                    <a:pt x="29158" y="118097"/>
                    <a:pt x="28128" y="116844"/>
                    <a:pt x="28128" y="114535"/>
                  </a:cubicBezTo>
                  <a:cubicBezTo>
                    <a:pt x="28128" y="111463"/>
                    <a:pt x="26693" y="110792"/>
                    <a:pt x="22780" y="112034"/>
                  </a:cubicBezTo>
                  <a:cubicBezTo>
                    <a:pt x="15848" y="114234"/>
                    <a:pt x="7575" y="106991"/>
                    <a:pt x="9335" y="100263"/>
                  </a:cubicBezTo>
                  <a:cubicBezTo>
                    <a:pt x="10049" y="97533"/>
                    <a:pt x="8241" y="90709"/>
                    <a:pt x="5316" y="85099"/>
                  </a:cubicBezTo>
                  <a:lnTo>
                    <a:pt x="0" y="74899"/>
                  </a:lnTo>
                  <a:lnTo>
                    <a:pt x="5230" y="68250"/>
                  </a:lnTo>
                  <a:cubicBezTo>
                    <a:pt x="9068" y="63371"/>
                    <a:pt x="10012" y="59562"/>
                    <a:pt x="8777" y="53938"/>
                  </a:cubicBezTo>
                  <a:cubicBezTo>
                    <a:pt x="7655" y="48830"/>
                    <a:pt x="8449" y="44342"/>
                    <a:pt x="11157" y="40474"/>
                  </a:cubicBezTo>
                  <a:cubicBezTo>
                    <a:pt x="13392" y="37284"/>
                    <a:pt x="15221" y="32733"/>
                    <a:pt x="15221" y="30361"/>
                  </a:cubicBezTo>
                  <a:cubicBezTo>
                    <a:pt x="15221" y="27989"/>
                    <a:pt x="16963" y="25380"/>
                    <a:pt x="19093" y="24563"/>
                  </a:cubicBezTo>
                  <a:cubicBezTo>
                    <a:pt x="25297" y="22182"/>
                    <a:pt x="23642" y="18398"/>
                    <a:pt x="13331" y="11391"/>
                  </a:cubicBezTo>
                  <a:cubicBezTo>
                    <a:pt x="3467" y="4689"/>
                    <a:pt x="3713" y="3972"/>
                    <a:pt x="15610" y="4739"/>
                  </a:cubicBezTo>
                  <a:cubicBezTo>
                    <a:pt x="19374" y="4981"/>
                    <a:pt x="23217" y="3943"/>
                    <a:pt x="24152" y="2431"/>
                  </a:cubicBezTo>
                  <a:cubicBezTo>
                    <a:pt x="26872" y="-1970"/>
                    <a:pt x="29405" y="-932"/>
                    <a:pt x="42643" y="10008"/>
                  </a:cubicBezTo>
                  <a:cubicBezTo>
                    <a:pt x="49515" y="15687"/>
                    <a:pt x="56436" y="20333"/>
                    <a:pt x="58021" y="20333"/>
                  </a:cubicBezTo>
                  <a:cubicBezTo>
                    <a:pt x="61009" y="20333"/>
                    <a:pt x="65792" y="30450"/>
                    <a:pt x="76259" y="58909"/>
                  </a:cubicBezTo>
                  <a:cubicBezTo>
                    <a:pt x="79624" y="68058"/>
                    <a:pt x="84645" y="77957"/>
                    <a:pt x="87417" y="80908"/>
                  </a:cubicBezTo>
                  <a:cubicBezTo>
                    <a:pt x="90189" y="83859"/>
                    <a:pt x="95457" y="93799"/>
                    <a:pt x="99122" y="102996"/>
                  </a:cubicBezTo>
                  <a:cubicBezTo>
                    <a:pt x="103054" y="112863"/>
                    <a:pt x="105019" y="116015"/>
                    <a:pt x="103913" y="110684"/>
                  </a:cubicBezTo>
                  <a:cubicBezTo>
                    <a:pt x="102883" y="105715"/>
                    <a:pt x="102185" y="96422"/>
                    <a:pt x="102362" y="90033"/>
                  </a:cubicBezTo>
                  <a:cubicBezTo>
                    <a:pt x="102644" y="79863"/>
                    <a:pt x="101378" y="76968"/>
                    <a:pt x="92203" y="66799"/>
                  </a:cubicBezTo>
                  <a:cubicBezTo>
                    <a:pt x="86438" y="60410"/>
                    <a:pt x="82553" y="57506"/>
                    <a:pt x="83568" y="60346"/>
                  </a:cubicBezTo>
                  <a:cubicBezTo>
                    <a:pt x="84584" y="63185"/>
                    <a:pt x="86055" y="67251"/>
                    <a:pt x="86838" y="69381"/>
                  </a:cubicBezTo>
                  <a:cubicBezTo>
                    <a:pt x="87916" y="72315"/>
                    <a:pt x="87498" y="72550"/>
                    <a:pt x="85111" y="70354"/>
                  </a:cubicBezTo>
                  <a:cubicBezTo>
                    <a:pt x="83379" y="68760"/>
                    <a:pt x="81641" y="63533"/>
                    <a:pt x="81250" y="58738"/>
                  </a:cubicBezTo>
                  <a:cubicBezTo>
                    <a:pt x="80858" y="53943"/>
                    <a:pt x="77457" y="45502"/>
                    <a:pt x="73693" y="39979"/>
                  </a:cubicBezTo>
                  <a:cubicBezTo>
                    <a:pt x="69929" y="34457"/>
                    <a:pt x="66850" y="28707"/>
                    <a:pt x="66850" y="27201"/>
                  </a:cubicBezTo>
                  <a:cubicBezTo>
                    <a:pt x="66850" y="23517"/>
                    <a:pt x="69162" y="26358"/>
                    <a:pt x="80920" y="44489"/>
                  </a:cubicBezTo>
                  <a:cubicBezTo>
                    <a:pt x="86314" y="52805"/>
                    <a:pt x="94522" y="61849"/>
                    <a:pt x="99162" y="64586"/>
                  </a:cubicBezTo>
                  <a:cubicBezTo>
                    <a:pt x="108835" y="70294"/>
                    <a:pt x="111618" y="77524"/>
                    <a:pt x="107565" y="86419"/>
                  </a:cubicBezTo>
                  <a:cubicBezTo>
                    <a:pt x="104001" y="94242"/>
                    <a:pt x="108931" y="124125"/>
                    <a:pt x="116108" y="138203"/>
                  </a:cubicBezTo>
                  <a:cubicBezTo>
                    <a:pt x="118832" y="143545"/>
                    <a:pt x="121060" y="149489"/>
                    <a:pt x="121060" y="151411"/>
                  </a:cubicBezTo>
                  <a:cubicBezTo>
                    <a:pt x="121060" y="153333"/>
                    <a:pt x="127706" y="161509"/>
                    <a:pt x="135828" y="169580"/>
                  </a:cubicBezTo>
                  <a:cubicBezTo>
                    <a:pt x="153391" y="187033"/>
                    <a:pt x="164572" y="201203"/>
                    <a:pt x="173747" y="217637"/>
                  </a:cubicBezTo>
                  <a:cubicBezTo>
                    <a:pt x="177457" y="224283"/>
                    <a:pt x="182994" y="233104"/>
                    <a:pt x="186052" y="237240"/>
                  </a:cubicBezTo>
                  <a:cubicBezTo>
                    <a:pt x="189610" y="242051"/>
                    <a:pt x="192043" y="249958"/>
                    <a:pt x="192809" y="259193"/>
                  </a:cubicBezTo>
                  <a:cubicBezTo>
                    <a:pt x="193864" y="271919"/>
                    <a:pt x="195056" y="274447"/>
                    <a:pt x="202887" y="280570"/>
                  </a:cubicBezTo>
                  <a:cubicBezTo>
                    <a:pt x="207772" y="284389"/>
                    <a:pt x="213418" y="290626"/>
                    <a:pt x="215434" y="294429"/>
                  </a:cubicBezTo>
                  <a:cubicBezTo>
                    <a:pt x="217449" y="298233"/>
                    <a:pt x="221258" y="302031"/>
                    <a:pt x="223898" y="302869"/>
                  </a:cubicBezTo>
                  <a:cubicBezTo>
                    <a:pt x="226538" y="303707"/>
                    <a:pt x="230021" y="307297"/>
                    <a:pt x="231639" y="310848"/>
                  </a:cubicBezTo>
                  <a:cubicBezTo>
                    <a:pt x="233257" y="314399"/>
                    <a:pt x="237499" y="318413"/>
                    <a:pt x="241066" y="319770"/>
                  </a:cubicBezTo>
                  <a:cubicBezTo>
                    <a:pt x="248737" y="322686"/>
                    <a:pt x="249875" y="326030"/>
                    <a:pt x="242388" y="323654"/>
                  </a:cubicBezTo>
                  <a:cubicBezTo>
                    <a:pt x="239427" y="322714"/>
                    <a:pt x="237225" y="323190"/>
                    <a:pt x="237225" y="324770"/>
                  </a:cubicBezTo>
                  <a:cubicBezTo>
                    <a:pt x="237225" y="326286"/>
                    <a:pt x="238387" y="327526"/>
                    <a:pt x="239807" y="327526"/>
                  </a:cubicBezTo>
                  <a:cubicBezTo>
                    <a:pt x="241227" y="327526"/>
                    <a:pt x="242098" y="328965"/>
                    <a:pt x="241743" y="330724"/>
                  </a:cubicBezTo>
                  <a:cubicBezTo>
                    <a:pt x="241323" y="332806"/>
                    <a:pt x="243624" y="333637"/>
                    <a:pt x="248333" y="333103"/>
                  </a:cubicBezTo>
                  <a:cubicBezTo>
                    <a:pt x="252313" y="332652"/>
                    <a:pt x="257439" y="333827"/>
                    <a:pt x="259724" y="335713"/>
                  </a:cubicBezTo>
                  <a:cubicBezTo>
                    <a:pt x="263236" y="338612"/>
                    <a:pt x="263683" y="338543"/>
                    <a:pt x="262612" y="335270"/>
                  </a:cubicBezTo>
                  <a:cubicBezTo>
                    <a:pt x="261915" y="333141"/>
                    <a:pt x="258822" y="331027"/>
                    <a:pt x="255739" y="330573"/>
                  </a:cubicBezTo>
                  <a:cubicBezTo>
                    <a:pt x="252655" y="330119"/>
                    <a:pt x="250133" y="328719"/>
                    <a:pt x="250133" y="327461"/>
                  </a:cubicBezTo>
                  <a:cubicBezTo>
                    <a:pt x="250133" y="326203"/>
                    <a:pt x="254708" y="326788"/>
                    <a:pt x="260301" y="328761"/>
                  </a:cubicBezTo>
                  <a:cubicBezTo>
                    <a:pt x="266891" y="331086"/>
                    <a:pt x="275567" y="331822"/>
                    <a:pt x="284960" y="330853"/>
                  </a:cubicBezTo>
                  <a:cubicBezTo>
                    <a:pt x="298714" y="329433"/>
                    <a:pt x="299892" y="329784"/>
                    <a:pt x="308115" y="337754"/>
                  </a:cubicBezTo>
                  <a:cubicBezTo>
                    <a:pt x="312880" y="342373"/>
                    <a:pt x="320648" y="346943"/>
                    <a:pt x="325378" y="347910"/>
                  </a:cubicBezTo>
                  <a:cubicBezTo>
                    <a:pt x="330622" y="348983"/>
                    <a:pt x="335130" y="351981"/>
                    <a:pt x="336932" y="355594"/>
                  </a:cubicBezTo>
                  <a:cubicBezTo>
                    <a:pt x="338556" y="358853"/>
                    <a:pt x="341091" y="362725"/>
                    <a:pt x="342564" y="364198"/>
                  </a:cubicBezTo>
                  <a:cubicBezTo>
                    <a:pt x="344037" y="365671"/>
                    <a:pt x="344568" y="368768"/>
                    <a:pt x="343743" y="371080"/>
                  </a:cubicBezTo>
                  <a:cubicBezTo>
                    <a:pt x="342917" y="373391"/>
                    <a:pt x="343194" y="374419"/>
                    <a:pt x="344358" y="373363"/>
                  </a:cubicBezTo>
                  <a:cubicBezTo>
                    <a:pt x="345522" y="372307"/>
                    <a:pt x="348182" y="373882"/>
                    <a:pt x="350269" y="376862"/>
                  </a:cubicBezTo>
                  <a:cubicBezTo>
                    <a:pt x="353742" y="381821"/>
                    <a:pt x="355637" y="382132"/>
                    <a:pt x="372627" y="380540"/>
                  </a:cubicBezTo>
                  <a:lnTo>
                    <a:pt x="391189" y="378801"/>
                  </a:lnTo>
                  <a:lnTo>
                    <a:pt x="394232" y="388958"/>
                  </a:lnTo>
                  <a:cubicBezTo>
                    <a:pt x="395906" y="394544"/>
                    <a:pt x="397295" y="401303"/>
                    <a:pt x="397318" y="403978"/>
                  </a:cubicBezTo>
                  <a:cubicBezTo>
                    <a:pt x="397342" y="406653"/>
                    <a:pt x="402699" y="413488"/>
                    <a:pt x="409224" y="419167"/>
                  </a:cubicBezTo>
                  <a:cubicBezTo>
                    <a:pt x="427997" y="435508"/>
                    <a:pt x="431130" y="439291"/>
                    <a:pt x="434929" y="450207"/>
                  </a:cubicBezTo>
                  <a:cubicBezTo>
                    <a:pt x="439665" y="463816"/>
                    <a:pt x="439887" y="463061"/>
                    <a:pt x="429332" y="469288"/>
                  </a:cubicBezTo>
                  <a:cubicBezTo>
                    <a:pt x="420856" y="474289"/>
                    <a:pt x="416443" y="474727"/>
                    <a:pt x="376412" y="474534"/>
                  </a:cubicBezTo>
                  <a:cubicBezTo>
                    <a:pt x="334645" y="474334"/>
                    <a:pt x="332739" y="474101"/>
                    <a:pt x="332739" y="469202"/>
                  </a:cubicBezTo>
                  <a:close/>
                </a:path>
              </a:pathLst>
            </a:custGeom>
            <a:solidFill>
              <a:srgbClr val="B9B9B9"/>
            </a:solidFill>
            <a:ln w="5163" cap="flat">
              <a:noFill/>
              <a:prstDash val="solid"/>
              <a:miter/>
            </a:ln>
          </p:spPr>
          <p:txBody>
            <a:bodyPr/>
            <a:lstStyle/>
            <a:p>
              <a:endParaRPr lang="es-419" noProof="0" dirty="0"/>
            </a:p>
          </p:txBody>
        </p:sp>
        <p:sp>
          <p:nvSpPr>
            <p:cNvPr id="77" name="Forma libre: forma 76">
              <a:extLst>
                <a:ext uri="{FF2B5EF4-FFF2-40B4-BE49-F238E27FC236}">
                  <a16:creationId xmlns:a16="http://schemas.microsoft.com/office/drawing/2014/main" id="{19283F79-BB37-A495-D478-8CA5AEDEE1AB}"/>
                </a:ext>
              </a:extLst>
            </p:cNvPr>
            <p:cNvSpPr/>
            <p:nvPr/>
          </p:nvSpPr>
          <p:spPr>
            <a:xfrm>
              <a:off x="1730874" y="2149721"/>
              <a:ext cx="4491" cy="9472"/>
            </a:xfrm>
            <a:custGeom>
              <a:avLst/>
              <a:gdLst>
                <a:gd name="csX0" fmla="*/ 480 w 4491"/>
                <a:gd name="csY0" fmla="*/ 6821 h 9472"/>
                <a:gd name="csX1" fmla="*/ 1619 w 4491"/>
                <a:gd name="csY1" fmla="*/ 1142 h 9472"/>
                <a:gd name="csX2" fmla="*/ 4491 w 4491"/>
                <a:gd name="csY2" fmla="*/ 3948 h 9472"/>
                <a:gd name="csX3" fmla="*/ 480 w 4491"/>
                <a:gd name="csY3" fmla="*/ 6821 h 9472"/>
              </a:gdLst>
              <a:ahLst/>
              <a:cxnLst>
                <a:cxn ang="0">
                  <a:pos x="csX0" y="csY0"/>
                </a:cxn>
                <a:cxn ang="0">
                  <a:pos x="csX1" y="csY1"/>
                </a:cxn>
                <a:cxn ang="0">
                  <a:pos x="csX2" y="csY2"/>
                </a:cxn>
                <a:cxn ang="0">
                  <a:pos x="csX3" y="csY3"/>
                </a:cxn>
              </a:cxnLst>
              <a:rect l="l" t="t" r="r" b="b"/>
              <a:pathLst>
                <a:path w="4491" h="9472">
                  <a:moveTo>
                    <a:pt x="480" y="6821"/>
                  </a:moveTo>
                  <a:cubicBezTo>
                    <a:pt x="-474" y="5277"/>
                    <a:pt x="39" y="2722"/>
                    <a:pt x="1619" y="1142"/>
                  </a:cubicBezTo>
                  <a:cubicBezTo>
                    <a:pt x="3728" y="-968"/>
                    <a:pt x="4491" y="-222"/>
                    <a:pt x="4491" y="3948"/>
                  </a:cubicBezTo>
                  <a:cubicBezTo>
                    <a:pt x="4491" y="10181"/>
                    <a:pt x="3150" y="11141"/>
                    <a:pt x="480" y="6821"/>
                  </a:cubicBezTo>
                  <a:close/>
                </a:path>
              </a:pathLst>
            </a:custGeom>
            <a:solidFill>
              <a:srgbClr val="00C100"/>
            </a:solidFill>
            <a:ln w="5163" cap="flat">
              <a:noFill/>
              <a:prstDash val="solid"/>
              <a:miter/>
            </a:ln>
          </p:spPr>
          <p:txBody>
            <a:bodyPr/>
            <a:lstStyle/>
            <a:p>
              <a:endParaRPr lang="es-419" noProof="0" dirty="0"/>
            </a:p>
          </p:txBody>
        </p:sp>
      </p:grpSp>
      <p:grpSp>
        <p:nvGrpSpPr>
          <p:cNvPr id="78" name="Gráfico 39">
            <a:extLst>
              <a:ext uri="{FF2B5EF4-FFF2-40B4-BE49-F238E27FC236}">
                <a16:creationId xmlns:a16="http://schemas.microsoft.com/office/drawing/2014/main" id="{8F040C28-A328-0B0A-3261-A21CB6F29AD1}"/>
              </a:ext>
            </a:extLst>
          </p:cNvPr>
          <p:cNvGrpSpPr/>
          <p:nvPr/>
        </p:nvGrpSpPr>
        <p:grpSpPr>
          <a:xfrm>
            <a:off x="2429776" y="2092540"/>
            <a:ext cx="224135" cy="371419"/>
            <a:chOff x="2429776" y="2092540"/>
            <a:chExt cx="224135" cy="371419"/>
          </a:xfrm>
          <a:solidFill>
            <a:srgbClr val="B9B9B9"/>
          </a:solidFill>
        </p:grpSpPr>
        <p:sp>
          <p:nvSpPr>
            <p:cNvPr id="79" name="Forma libre: forma 78">
              <a:extLst>
                <a:ext uri="{FF2B5EF4-FFF2-40B4-BE49-F238E27FC236}">
                  <a16:creationId xmlns:a16="http://schemas.microsoft.com/office/drawing/2014/main" id="{FF2ED38B-944E-5C3C-0AB5-1D96CD2086E5}"/>
                </a:ext>
              </a:extLst>
            </p:cNvPr>
            <p:cNvSpPr/>
            <p:nvPr/>
          </p:nvSpPr>
          <p:spPr>
            <a:xfrm>
              <a:off x="2429776" y="2092540"/>
              <a:ext cx="213820" cy="371419"/>
            </a:xfrm>
            <a:custGeom>
              <a:avLst/>
              <a:gdLst>
                <a:gd name="csX0" fmla="*/ 16950 w 213820"/>
                <a:gd name="csY0" fmla="*/ 360449 h 371419"/>
                <a:gd name="csX1" fmla="*/ 11453 w 213820"/>
                <a:gd name="csY1" fmla="*/ 297848 h 371419"/>
                <a:gd name="csX2" fmla="*/ 3696 w 213820"/>
                <a:gd name="csY2" fmla="*/ 222369 h 371419"/>
                <a:gd name="csX3" fmla="*/ 0 w 213820"/>
                <a:gd name="csY3" fmla="*/ 197274 h 371419"/>
                <a:gd name="csX4" fmla="*/ 19120 w 213820"/>
                <a:gd name="csY4" fmla="*/ 182403 h 371419"/>
                <a:gd name="csX5" fmla="*/ 138310 w 213820"/>
                <a:gd name="csY5" fmla="*/ 92657 h 371419"/>
                <a:gd name="csX6" fmla="*/ 152643 w 213820"/>
                <a:gd name="csY6" fmla="*/ 35441 h 371419"/>
                <a:gd name="csX7" fmla="*/ 150658 w 213820"/>
                <a:gd name="csY7" fmla="*/ 20853 h 371419"/>
                <a:gd name="csX8" fmla="*/ 160369 w 213820"/>
                <a:gd name="csY8" fmla="*/ 19300 h 371419"/>
                <a:gd name="csX9" fmla="*/ 171671 w 213820"/>
                <a:gd name="csY9" fmla="*/ 15173 h 371419"/>
                <a:gd name="csX10" fmla="*/ 158173 w 213820"/>
                <a:gd name="csY10" fmla="*/ 10308 h 371419"/>
                <a:gd name="csX11" fmla="*/ 132945 w 213820"/>
                <a:gd name="csY11" fmla="*/ 8975 h 371419"/>
                <a:gd name="csX12" fmla="*/ 120037 w 213820"/>
                <a:gd name="csY12" fmla="*/ 5453 h 371419"/>
                <a:gd name="csX13" fmla="*/ 136817 w 213820"/>
                <a:gd name="csY13" fmla="*/ 5689 h 371419"/>
                <a:gd name="csX14" fmla="*/ 168222 w 213820"/>
                <a:gd name="csY14" fmla="*/ 2321 h 371419"/>
                <a:gd name="csX15" fmla="*/ 193336 w 213820"/>
                <a:gd name="csY15" fmla="*/ 5657 h 371419"/>
                <a:gd name="csX16" fmla="*/ 207546 w 213820"/>
                <a:gd name="csY16" fmla="*/ 12598 h 371419"/>
                <a:gd name="csX17" fmla="*/ 213132 w 213820"/>
                <a:gd name="csY17" fmla="*/ 30004 h 371419"/>
                <a:gd name="csX18" fmla="*/ 187630 w 213820"/>
                <a:gd name="csY18" fmla="*/ 96831 h 371419"/>
                <a:gd name="csX19" fmla="*/ 176562 w 213820"/>
                <a:gd name="csY19" fmla="*/ 115211 h 371419"/>
                <a:gd name="csX20" fmla="*/ 172870 w 213820"/>
                <a:gd name="csY20" fmla="*/ 123601 h 371419"/>
                <a:gd name="csX21" fmla="*/ 166261 w 213820"/>
                <a:gd name="csY21" fmla="*/ 157642 h 371419"/>
                <a:gd name="csX22" fmla="*/ 166219 w 213820"/>
                <a:gd name="csY22" fmla="*/ 169421 h 371419"/>
                <a:gd name="csX23" fmla="*/ 156436 w 213820"/>
                <a:gd name="csY23" fmla="*/ 177166 h 371419"/>
                <a:gd name="csX24" fmla="*/ 152486 w 213820"/>
                <a:gd name="csY24" fmla="*/ 184910 h 371419"/>
                <a:gd name="csX25" fmla="*/ 149724 w 213820"/>
                <a:gd name="csY25" fmla="*/ 180392 h 371419"/>
                <a:gd name="csX26" fmla="*/ 150673 w 213820"/>
                <a:gd name="csY26" fmla="*/ 190434 h 371419"/>
                <a:gd name="csX27" fmla="*/ 157540 w 213820"/>
                <a:gd name="csY27" fmla="*/ 189342 h 371419"/>
                <a:gd name="csX28" fmla="*/ 164336 w 213820"/>
                <a:gd name="csY28" fmla="*/ 186648 h 371419"/>
                <a:gd name="csX29" fmla="*/ 167794 w 213820"/>
                <a:gd name="csY29" fmla="*/ 183969 h 371419"/>
                <a:gd name="csX30" fmla="*/ 171021 w 213820"/>
                <a:gd name="csY30" fmla="*/ 181048 h 371419"/>
                <a:gd name="csX31" fmla="*/ 159467 w 213820"/>
                <a:gd name="csY31" fmla="*/ 208029 h 371419"/>
                <a:gd name="csX32" fmla="*/ 153370 w 213820"/>
                <a:gd name="csY32" fmla="*/ 220699 h 371419"/>
                <a:gd name="csX33" fmla="*/ 158583 w 213820"/>
                <a:gd name="csY33" fmla="*/ 221050 h 371419"/>
                <a:gd name="csX34" fmla="*/ 167434 w 213820"/>
                <a:gd name="csY34" fmla="*/ 216533 h 371419"/>
                <a:gd name="csX35" fmla="*/ 167794 w 213820"/>
                <a:gd name="csY35" fmla="*/ 224277 h 371419"/>
                <a:gd name="csX36" fmla="*/ 162477 w 213820"/>
                <a:gd name="csY36" fmla="*/ 240411 h 371419"/>
                <a:gd name="csX37" fmla="*/ 159980 w 213820"/>
                <a:gd name="csY37" fmla="*/ 264290 h 371419"/>
                <a:gd name="csX38" fmla="*/ 154702 w 213820"/>
                <a:gd name="csY38" fmla="*/ 297848 h 371419"/>
                <a:gd name="csX39" fmla="*/ 147143 w 213820"/>
                <a:gd name="csY39" fmla="*/ 319016 h 371419"/>
                <a:gd name="csX40" fmla="*/ 144561 w 213820"/>
                <a:gd name="csY40" fmla="*/ 314628 h 371419"/>
                <a:gd name="csX41" fmla="*/ 142397 w 213820"/>
                <a:gd name="csY41" fmla="*/ 312692 h 371419"/>
                <a:gd name="csX42" fmla="*/ 133654 w 213820"/>
                <a:gd name="csY42" fmla="*/ 296518 h 371419"/>
                <a:gd name="csX43" fmla="*/ 127870 w 213820"/>
                <a:gd name="csY43" fmla="*/ 279915 h 371419"/>
                <a:gd name="csX44" fmla="*/ 129246 w 213820"/>
                <a:gd name="csY44" fmla="*/ 255255 h 371419"/>
                <a:gd name="csX45" fmla="*/ 125242 w 213820"/>
                <a:gd name="csY45" fmla="*/ 260285 h 371419"/>
                <a:gd name="csX46" fmla="*/ 118479 w 213820"/>
                <a:gd name="csY46" fmla="*/ 266956 h 371419"/>
                <a:gd name="csX47" fmla="*/ 115990 w 213820"/>
                <a:gd name="csY47" fmla="*/ 271823 h 371419"/>
                <a:gd name="csX48" fmla="*/ 103625 w 213820"/>
                <a:gd name="csY48" fmla="*/ 299151 h 371419"/>
                <a:gd name="csX49" fmla="*/ 93086 w 213820"/>
                <a:gd name="csY49" fmla="*/ 304140 h 371419"/>
                <a:gd name="csX50" fmla="*/ 86910 w 213820"/>
                <a:gd name="csY50" fmla="*/ 313522 h 371419"/>
                <a:gd name="csX51" fmla="*/ 79326 w 213820"/>
                <a:gd name="csY51" fmla="*/ 328399 h 371419"/>
                <a:gd name="csX52" fmla="*/ 69895 w 213820"/>
                <a:gd name="csY52" fmla="*/ 347747 h 371419"/>
                <a:gd name="csX53" fmla="*/ 51629 w 213820"/>
                <a:gd name="csY53" fmla="*/ 357222 h 371419"/>
                <a:gd name="csX54" fmla="*/ 36622 w 213820"/>
                <a:gd name="csY54" fmla="*/ 363051 h 371419"/>
                <a:gd name="csX55" fmla="*/ 27100 w 213820"/>
                <a:gd name="csY55" fmla="*/ 371420 h 371419"/>
                <a:gd name="csX56" fmla="*/ 16950 w 213820"/>
                <a:gd name="csY56" fmla="*/ 360449 h 3714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Lst>
              <a:rect l="l" t="t" r="r" b="b"/>
              <a:pathLst>
                <a:path w="213820" h="371419">
                  <a:moveTo>
                    <a:pt x="16950" y="360449"/>
                  </a:moveTo>
                  <a:cubicBezTo>
                    <a:pt x="16160" y="354414"/>
                    <a:pt x="13687" y="326244"/>
                    <a:pt x="11453" y="297848"/>
                  </a:cubicBezTo>
                  <a:cubicBezTo>
                    <a:pt x="9219" y="269452"/>
                    <a:pt x="5728" y="235487"/>
                    <a:pt x="3696" y="222369"/>
                  </a:cubicBezTo>
                  <a:cubicBezTo>
                    <a:pt x="1663" y="209251"/>
                    <a:pt x="0" y="197958"/>
                    <a:pt x="0" y="197274"/>
                  </a:cubicBezTo>
                  <a:cubicBezTo>
                    <a:pt x="0" y="196590"/>
                    <a:pt x="8604" y="189898"/>
                    <a:pt x="19120" y="182403"/>
                  </a:cubicBezTo>
                  <a:cubicBezTo>
                    <a:pt x="45138" y="163860"/>
                    <a:pt x="131668" y="98706"/>
                    <a:pt x="138310" y="92657"/>
                  </a:cubicBezTo>
                  <a:cubicBezTo>
                    <a:pt x="147047" y="84700"/>
                    <a:pt x="155017" y="52884"/>
                    <a:pt x="152643" y="35441"/>
                  </a:cubicBezTo>
                  <a:lnTo>
                    <a:pt x="150658" y="20853"/>
                  </a:lnTo>
                  <a:lnTo>
                    <a:pt x="160369" y="19300"/>
                  </a:lnTo>
                  <a:cubicBezTo>
                    <a:pt x="165710" y="18446"/>
                    <a:pt x="170796" y="16589"/>
                    <a:pt x="171671" y="15173"/>
                  </a:cubicBezTo>
                  <a:cubicBezTo>
                    <a:pt x="174939" y="9885"/>
                    <a:pt x="170188" y="8173"/>
                    <a:pt x="158173" y="10308"/>
                  </a:cubicBezTo>
                  <a:cubicBezTo>
                    <a:pt x="149606" y="11830"/>
                    <a:pt x="141919" y="11424"/>
                    <a:pt x="132945" y="8975"/>
                  </a:cubicBezTo>
                  <a:lnTo>
                    <a:pt x="120037" y="5453"/>
                  </a:lnTo>
                  <a:lnTo>
                    <a:pt x="136817" y="5689"/>
                  </a:lnTo>
                  <a:cubicBezTo>
                    <a:pt x="146045" y="5819"/>
                    <a:pt x="160178" y="4304"/>
                    <a:pt x="168222" y="2321"/>
                  </a:cubicBezTo>
                  <a:cubicBezTo>
                    <a:pt x="182583" y="-1218"/>
                    <a:pt x="183037" y="-1158"/>
                    <a:pt x="193336" y="5657"/>
                  </a:cubicBezTo>
                  <a:cubicBezTo>
                    <a:pt x="199104" y="9475"/>
                    <a:pt x="205499" y="12598"/>
                    <a:pt x="207546" y="12598"/>
                  </a:cubicBezTo>
                  <a:cubicBezTo>
                    <a:pt x="210236" y="12598"/>
                    <a:pt x="211785" y="17427"/>
                    <a:pt x="213132" y="30004"/>
                  </a:cubicBezTo>
                  <a:cubicBezTo>
                    <a:pt x="216062" y="57367"/>
                    <a:pt x="210014" y="73217"/>
                    <a:pt x="187630" y="96831"/>
                  </a:cubicBezTo>
                  <a:cubicBezTo>
                    <a:pt x="182422" y="102326"/>
                    <a:pt x="177441" y="110596"/>
                    <a:pt x="176562" y="115211"/>
                  </a:cubicBezTo>
                  <a:cubicBezTo>
                    <a:pt x="175683" y="119825"/>
                    <a:pt x="174022" y="123601"/>
                    <a:pt x="172870" y="123601"/>
                  </a:cubicBezTo>
                  <a:cubicBezTo>
                    <a:pt x="168512" y="123601"/>
                    <a:pt x="164964" y="141879"/>
                    <a:pt x="166261" y="157642"/>
                  </a:cubicBezTo>
                  <a:cubicBezTo>
                    <a:pt x="166999" y="166605"/>
                    <a:pt x="166980" y="171906"/>
                    <a:pt x="166219" y="169421"/>
                  </a:cubicBezTo>
                  <a:cubicBezTo>
                    <a:pt x="163842" y="161666"/>
                    <a:pt x="160352" y="164428"/>
                    <a:pt x="156436" y="177166"/>
                  </a:cubicBezTo>
                  <a:cubicBezTo>
                    <a:pt x="154362" y="183910"/>
                    <a:pt x="152584" y="187395"/>
                    <a:pt x="152486" y="184910"/>
                  </a:cubicBezTo>
                  <a:cubicBezTo>
                    <a:pt x="152387" y="182425"/>
                    <a:pt x="151144" y="180392"/>
                    <a:pt x="149724" y="180392"/>
                  </a:cubicBezTo>
                  <a:cubicBezTo>
                    <a:pt x="145947" y="180392"/>
                    <a:pt x="146574" y="187032"/>
                    <a:pt x="150673" y="190434"/>
                  </a:cubicBezTo>
                  <a:cubicBezTo>
                    <a:pt x="153362" y="192666"/>
                    <a:pt x="154997" y="192406"/>
                    <a:pt x="157540" y="189342"/>
                  </a:cubicBezTo>
                  <a:cubicBezTo>
                    <a:pt x="159375" y="187130"/>
                    <a:pt x="162434" y="185918"/>
                    <a:pt x="164336" y="186648"/>
                  </a:cubicBezTo>
                  <a:cubicBezTo>
                    <a:pt x="166311" y="187405"/>
                    <a:pt x="167794" y="186256"/>
                    <a:pt x="167794" y="183969"/>
                  </a:cubicBezTo>
                  <a:cubicBezTo>
                    <a:pt x="167794" y="181765"/>
                    <a:pt x="169246" y="180451"/>
                    <a:pt x="171021" y="181048"/>
                  </a:cubicBezTo>
                  <a:cubicBezTo>
                    <a:pt x="178588" y="183594"/>
                    <a:pt x="167396" y="209728"/>
                    <a:pt x="159467" y="208029"/>
                  </a:cubicBezTo>
                  <a:cubicBezTo>
                    <a:pt x="155365" y="207150"/>
                    <a:pt x="151352" y="215489"/>
                    <a:pt x="153370" y="220699"/>
                  </a:cubicBezTo>
                  <a:cubicBezTo>
                    <a:pt x="155154" y="225305"/>
                    <a:pt x="155436" y="225324"/>
                    <a:pt x="158583" y="221050"/>
                  </a:cubicBezTo>
                  <a:cubicBezTo>
                    <a:pt x="160413" y="218566"/>
                    <a:pt x="164395" y="216533"/>
                    <a:pt x="167434" y="216533"/>
                  </a:cubicBezTo>
                  <a:cubicBezTo>
                    <a:pt x="174275" y="216533"/>
                    <a:pt x="174331" y="217740"/>
                    <a:pt x="167794" y="224277"/>
                  </a:cubicBezTo>
                  <a:cubicBezTo>
                    <a:pt x="164323" y="227748"/>
                    <a:pt x="162581" y="233035"/>
                    <a:pt x="162477" y="240411"/>
                  </a:cubicBezTo>
                  <a:cubicBezTo>
                    <a:pt x="162393" y="246445"/>
                    <a:pt x="161269" y="257191"/>
                    <a:pt x="159980" y="264290"/>
                  </a:cubicBezTo>
                  <a:cubicBezTo>
                    <a:pt x="158691" y="271389"/>
                    <a:pt x="156316" y="286490"/>
                    <a:pt x="154702" y="297848"/>
                  </a:cubicBezTo>
                  <a:cubicBezTo>
                    <a:pt x="152051" y="316511"/>
                    <a:pt x="147143" y="330254"/>
                    <a:pt x="147143" y="319016"/>
                  </a:cubicBezTo>
                  <a:cubicBezTo>
                    <a:pt x="147143" y="316603"/>
                    <a:pt x="145981" y="314628"/>
                    <a:pt x="144561" y="314628"/>
                  </a:cubicBezTo>
                  <a:cubicBezTo>
                    <a:pt x="143141" y="314628"/>
                    <a:pt x="142167" y="313757"/>
                    <a:pt x="142397" y="312692"/>
                  </a:cubicBezTo>
                  <a:cubicBezTo>
                    <a:pt x="143282" y="308582"/>
                    <a:pt x="136781" y="296556"/>
                    <a:pt x="133654" y="296518"/>
                  </a:cubicBezTo>
                  <a:cubicBezTo>
                    <a:pt x="125264" y="296417"/>
                    <a:pt x="123998" y="292782"/>
                    <a:pt x="127870" y="279915"/>
                  </a:cubicBezTo>
                  <a:cubicBezTo>
                    <a:pt x="132191" y="265558"/>
                    <a:pt x="132766" y="255255"/>
                    <a:pt x="129246" y="255255"/>
                  </a:cubicBezTo>
                  <a:cubicBezTo>
                    <a:pt x="127923" y="255255"/>
                    <a:pt x="126121" y="257518"/>
                    <a:pt x="125242" y="260285"/>
                  </a:cubicBezTo>
                  <a:cubicBezTo>
                    <a:pt x="124364" y="263052"/>
                    <a:pt x="121321" y="266054"/>
                    <a:pt x="118479" y="266956"/>
                  </a:cubicBezTo>
                  <a:cubicBezTo>
                    <a:pt x="114695" y="268157"/>
                    <a:pt x="114029" y="269460"/>
                    <a:pt x="115990" y="271823"/>
                  </a:cubicBezTo>
                  <a:cubicBezTo>
                    <a:pt x="120178" y="276868"/>
                    <a:pt x="111817" y="295346"/>
                    <a:pt x="103625" y="299151"/>
                  </a:cubicBezTo>
                  <a:cubicBezTo>
                    <a:pt x="99874" y="300894"/>
                    <a:pt x="95131" y="303139"/>
                    <a:pt x="93086" y="304140"/>
                  </a:cubicBezTo>
                  <a:cubicBezTo>
                    <a:pt x="91041" y="305142"/>
                    <a:pt x="88261" y="309364"/>
                    <a:pt x="86910" y="313522"/>
                  </a:cubicBezTo>
                  <a:cubicBezTo>
                    <a:pt x="85558" y="317680"/>
                    <a:pt x="82145" y="324374"/>
                    <a:pt x="79326" y="328399"/>
                  </a:cubicBezTo>
                  <a:cubicBezTo>
                    <a:pt x="76507" y="332423"/>
                    <a:pt x="72263" y="341130"/>
                    <a:pt x="69895" y="347747"/>
                  </a:cubicBezTo>
                  <a:cubicBezTo>
                    <a:pt x="65145" y="361024"/>
                    <a:pt x="59224" y="364095"/>
                    <a:pt x="51629" y="357222"/>
                  </a:cubicBezTo>
                  <a:cubicBezTo>
                    <a:pt x="44314" y="350602"/>
                    <a:pt x="37572" y="353221"/>
                    <a:pt x="36622" y="363051"/>
                  </a:cubicBezTo>
                  <a:cubicBezTo>
                    <a:pt x="35885" y="370676"/>
                    <a:pt x="35039" y="371420"/>
                    <a:pt x="27100" y="371420"/>
                  </a:cubicBezTo>
                  <a:cubicBezTo>
                    <a:pt x="18795" y="371420"/>
                    <a:pt x="18319" y="370905"/>
                    <a:pt x="16950" y="360449"/>
                  </a:cubicBezTo>
                  <a:close/>
                </a:path>
              </a:pathLst>
            </a:custGeom>
            <a:solidFill>
              <a:srgbClr val="B9B9B9"/>
            </a:solidFill>
            <a:ln w="5163" cap="flat">
              <a:noFill/>
              <a:prstDash val="solid"/>
              <a:miter/>
            </a:ln>
          </p:spPr>
          <p:txBody>
            <a:bodyPr/>
            <a:lstStyle/>
            <a:p>
              <a:endParaRPr lang="es-419" noProof="0" dirty="0"/>
            </a:p>
          </p:txBody>
        </p:sp>
        <p:sp>
          <p:nvSpPr>
            <p:cNvPr id="80" name="Forma libre: forma 79">
              <a:extLst>
                <a:ext uri="{FF2B5EF4-FFF2-40B4-BE49-F238E27FC236}">
                  <a16:creationId xmlns:a16="http://schemas.microsoft.com/office/drawing/2014/main" id="{4337045C-303F-E249-DAB1-79ED0C6B4C88}"/>
                </a:ext>
              </a:extLst>
            </p:cNvPr>
            <p:cNvSpPr/>
            <p:nvPr/>
          </p:nvSpPr>
          <p:spPr>
            <a:xfrm>
              <a:off x="2598432" y="2301328"/>
              <a:ext cx="4301" cy="5162"/>
            </a:xfrm>
            <a:custGeom>
              <a:avLst/>
              <a:gdLst>
                <a:gd name="csX0" fmla="*/ 429 w 4301"/>
                <a:gd name="csY0" fmla="*/ 2581 h 5162"/>
                <a:gd name="csX1" fmla="*/ 1567 w 4301"/>
                <a:gd name="csY1" fmla="*/ 0 h 5162"/>
                <a:gd name="csX2" fmla="*/ 4301 w 4301"/>
                <a:gd name="csY2" fmla="*/ 2581 h 5162"/>
                <a:gd name="csX3" fmla="*/ 3163 w 4301"/>
                <a:gd name="csY3" fmla="*/ 5163 h 5162"/>
                <a:gd name="csX4" fmla="*/ 429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429" y="2581"/>
                  </a:moveTo>
                  <a:cubicBezTo>
                    <a:pt x="-448" y="1162"/>
                    <a:pt x="64" y="0"/>
                    <a:pt x="1567" y="0"/>
                  </a:cubicBezTo>
                  <a:cubicBezTo>
                    <a:pt x="3071" y="0"/>
                    <a:pt x="4301" y="1162"/>
                    <a:pt x="4301" y="2581"/>
                  </a:cubicBezTo>
                  <a:cubicBezTo>
                    <a:pt x="4301" y="4001"/>
                    <a:pt x="3789" y="5163"/>
                    <a:pt x="3163" y="5163"/>
                  </a:cubicBezTo>
                  <a:cubicBezTo>
                    <a:pt x="2537" y="5163"/>
                    <a:pt x="1307" y="4001"/>
                    <a:pt x="429" y="2581"/>
                  </a:cubicBezTo>
                  <a:close/>
                </a:path>
              </a:pathLst>
            </a:custGeom>
            <a:solidFill>
              <a:srgbClr val="B9B9B9"/>
            </a:solidFill>
            <a:ln w="5163" cap="flat">
              <a:noFill/>
              <a:prstDash val="solid"/>
              <a:miter/>
            </a:ln>
          </p:spPr>
          <p:txBody>
            <a:bodyPr/>
            <a:lstStyle/>
            <a:p>
              <a:endParaRPr lang="es-419" noProof="0" dirty="0"/>
            </a:p>
          </p:txBody>
        </p:sp>
        <p:sp>
          <p:nvSpPr>
            <p:cNvPr id="81" name="Forma libre: forma 80">
              <a:extLst>
                <a:ext uri="{FF2B5EF4-FFF2-40B4-BE49-F238E27FC236}">
                  <a16:creationId xmlns:a16="http://schemas.microsoft.com/office/drawing/2014/main" id="{5530C0C7-CA2C-035C-6A5D-7EB0FE0E9AFC}"/>
                </a:ext>
              </a:extLst>
            </p:cNvPr>
            <p:cNvSpPr/>
            <p:nvPr/>
          </p:nvSpPr>
          <p:spPr>
            <a:xfrm>
              <a:off x="2631714" y="2178527"/>
              <a:ext cx="22197" cy="31992"/>
            </a:xfrm>
            <a:custGeom>
              <a:avLst/>
              <a:gdLst>
                <a:gd name="csX0" fmla="*/ 471 w 22197"/>
                <a:gd name="csY0" fmla="*/ 28899 h 31992"/>
                <a:gd name="csX1" fmla="*/ 9355 w 22197"/>
                <a:gd name="csY1" fmla="*/ 4976 h 31992"/>
                <a:gd name="csX2" fmla="*/ 18130 w 22197"/>
                <a:gd name="csY2" fmla="*/ 1262 h 31992"/>
                <a:gd name="csX3" fmla="*/ 15361 w 22197"/>
                <a:gd name="csY3" fmla="*/ 16772 h 31992"/>
                <a:gd name="csX4" fmla="*/ 471 w 22197"/>
                <a:gd name="csY4" fmla="*/ 28899 h 31992"/>
              </a:gdLst>
              <a:ahLst/>
              <a:cxnLst>
                <a:cxn ang="0">
                  <a:pos x="csX0" y="csY0"/>
                </a:cxn>
                <a:cxn ang="0">
                  <a:pos x="csX1" y="csY1"/>
                </a:cxn>
                <a:cxn ang="0">
                  <a:pos x="csX2" y="csY2"/>
                </a:cxn>
                <a:cxn ang="0">
                  <a:pos x="csX3" y="csY3"/>
                </a:cxn>
                <a:cxn ang="0">
                  <a:pos x="csX4" y="csY4"/>
                </a:cxn>
              </a:cxnLst>
              <a:rect l="l" t="t" r="r" b="b"/>
              <a:pathLst>
                <a:path w="22197" h="31992">
                  <a:moveTo>
                    <a:pt x="471" y="28899"/>
                  </a:moveTo>
                  <a:cubicBezTo>
                    <a:pt x="-1762" y="23078"/>
                    <a:pt x="4399" y="6487"/>
                    <a:pt x="9355" y="4976"/>
                  </a:cubicBezTo>
                  <a:cubicBezTo>
                    <a:pt x="11697" y="4262"/>
                    <a:pt x="15646" y="2591"/>
                    <a:pt x="18130" y="1262"/>
                  </a:cubicBezTo>
                  <a:cubicBezTo>
                    <a:pt x="24115" y="-1937"/>
                    <a:pt x="23741" y="160"/>
                    <a:pt x="15361" y="16772"/>
                  </a:cubicBezTo>
                  <a:cubicBezTo>
                    <a:pt x="7920" y="31524"/>
                    <a:pt x="3013" y="35521"/>
                    <a:pt x="471" y="28899"/>
                  </a:cubicBezTo>
                  <a:close/>
                </a:path>
              </a:pathLst>
            </a:custGeom>
            <a:solidFill>
              <a:srgbClr val="B9B9B9"/>
            </a:solidFill>
            <a:ln w="5163" cap="flat">
              <a:noFill/>
              <a:prstDash val="solid"/>
              <a:miter/>
            </a:ln>
          </p:spPr>
          <p:txBody>
            <a:bodyPr/>
            <a:lstStyle/>
            <a:p>
              <a:endParaRPr lang="es-419" noProof="0" dirty="0"/>
            </a:p>
          </p:txBody>
        </p:sp>
        <p:sp>
          <p:nvSpPr>
            <p:cNvPr id="82" name="Forma libre: forma 81">
              <a:extLst>
                <a:ext uri="{FF2B5EF4-FFF2-40B4-BE49-F238E27FC236}">
                  <a16:creationId xmlns:a16="http://schemas.microsoft.com/office/drawing/2014/main" id="{4C8A5E1D-4EFA-1256-EF1E-E16B7AFB87A8}"/>
                </a:ext>
              </a:extLst>
            </p:cNvPr>
            <p:cNvSpPr/>
            <p:nvPr/>
          </p:nvSpPr>
          <p:spPr>
            <a:xfrm>
              <a:off x="2646618" y="2128371"/>
              <a:ext cx="5162" cy="6756"/>
            </a:xfrm>
            <a:custGeom>
              <a:avLst/>
              <a:gdLst>
                <a:gd name="csX0" fmla="*/ 0 w 5162"/>
                <a:gd name="csY0" fmla="*/ 4025 h 6756"/>
                <a:gd name="csX1" fmla="*/ 2581 w 5162"/>
                <a:gd name="csY1" fmla="*/ 0 h 6756"/>
                <a:gd name="csX2" fmla="*/ 5163 w 5162"/>
                <a:gd name="csY2" fmla="*/ 2429 h 6756"/>
                <a:gd name="csX3" fmla="*/ 2581 w 5162"/>
                <a:gd name="csY3" fmla="*/ 6454 h 6756"/>
                <a:gd name="csX4" fmla="*/ 0 w 5162"/>
                <a:gd name="csY4" fmla="*/ 4025 h 6756"/>
              </a:gdLst>
              <a:ahLst/>
              <a:cxnLst>
                <a:cxn ang="0">
                  <a:pos x="csX0" y="csY0"/>
                </a:cxn>
                <a:cxn ang="0">
                  <a:pos x="csX1" y="csY1"/>
                </a:cxn>
                <a:cxn ang="0">
                  <a:pos x="csX2" y="csY2"/>
                </a:cxn>
                <a:cxn ang="0">
                  <a:pos x="csX3" y="csY3"/>
                </a:cxn>
                <a:cxn ang="0">
                  <a:pos x="csX4" y="csY4"/>
                </a:cxn>
              </a:cxnLst>
              <a:rect l="l" t="t" r="r" b="b"/>
              <a:pathLst>
                <a:path w="5162" h="6756">
                  <a:moveTo>
                    <a:pt x="0" y="4025"/>
                  </a:moveTo>
                  <a:cubicBezTo>
                    <a:pt x="0" y="1811"/>
                    <a:pt x="1162" y="0"/>
                    <a:pt x="2581" y="0"/>
                  </a:cubicBezTo>
                  <a:cubicBezTo>
                    <a:pt x="4001" y="0"/>
                    <a:pt x="5163" y="1093"/>
                    <a:pt x="5163" y="2429"/>
                  </a:cubicBezTo>
                  <a:cubicBezTo>
                    <a:pt x="5163" y="3765"/>
                    <a:pt x="4001" y="5576"/>
                    <a:pt x="2581" y="6454"/>
                  </a:cubicBezTo>
                  <a:cubicBezTo>
                    <a:pt x="1162" y="7331"/>
                    <a:pt x="0" y="6238"/>
                    <a:pt x="0" y="4025"/>
                  </a:cubicBezTo>
                  <a:close/>
                </a:path>
              </a:pathLst>
            </a:custGeom>
            <a:solidFill>
              <a:srgbClr val="B9B9B9"/>
            </a:solidFill>
            <a:ln w="5163" cap="flat">
              <a:noFill/>
              <a:prstDash val="solid"/>
              <a:miter/>
            </a:ln>
          </p:spPr>
          <p:txBody>
            <a:bodyPr/>
            <a:lstStyle/>
            <a:p>
              <a:endParaRPr lang="es-419" noProof="0" dirty="0"/>
            </a:p>
          </p:txBody>
        </p:sp>
        <p:sp>
          <p:nvSpPr>
            <p:cNvPr id="83" name="Forma libre: forma 82">
              <a:extLst>
                <a:ext uri="{FF2B5EF4-FFF2-40B4-BE49-F238E27FC236}">
                  <a16:creationId xmlns:a16="http://schemas.microsoft.com/office/drawing/2014/main" id="{48CA5ED1-9DE6-EAD0-2D50-80DABCFE5D9B}"/>
                </a:ext>
              </a:extLst>
            </p:cNvPr>
            <p:cNvSpPr/>
            <p:nvPr/>
          </p:nvSpPr>
          <p:spPr>
            <a:xfrm>
              <a:off x="2646618" y="2110301"/>
              <a:ext cx="4301" cy="5162"/>
            </a:xfrm>
            <a:custGeom>
              <a:avLst/>
              <a:gdLst>
                <a:gd name="csX0" fmla="*/ 0 w 4301"/>
                <a:gd name="csY0" fmla="*/ 2581 h 5162"/>
                <a:gd name="csX1" fmla="*/ 1138 w 4301"/>
                <a:gd name="csY1" fmla="*/ 0 h 5162"/>
                <a:gd name="csX2" fmla="*/ 3872 w 4301"/>
                <a:gd name="csY2" fmla="*/ 2581 h 5162"/>
                <a:gd name="csX3" fmla="*/ 2734 w 4301"/>
                <a:gd name="csY3" fmla="*/ 5163 h 5162"/>
                <a:gd name="csX4" fmla="*/ 0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0" y="2581"/>
                  </a:moveTo>
                  <a:cubicBezTo>
                    <a:pt x="0" y="1162"/>
                    <a:pt x="512" y="0"/>
                    <a:pt x="1138" y="0"/>
                  </a:cubicBezTo>
                  <a:cubicBezTo>
                    <a:pt x="1765" y="0"/>
                    <a:pt x="2995" y="1162"/>
                    <a:pt x="3872" y="2581"/>
                  </a:cubicBezTo>
                  <a:cubicBezTo>
                    <a:pt x="4750" y="4001"/>
                    <a:pt x="4237" y="5163"/>
                    <a:pt x="2734" y="5163"/>
                  </a:cubicBezTo>
                  <a:cubicBezTo>
                    <a:pt x="1230" y="5163"/>
                    <a:pt x="0" y="4001"/>
                    <a:pt x="0" y="2581"/>
                  </a:cubicBezTo>
                  <a:close/>
                </a:path>
              </a:pathLst>
            </a:custGeom>
            <a:solidFill>
              <a:srgbClr val="B9B9B9"/>
            </a:solidFill>
            <a:ln w="5163" cap="flat">
              <a:noFill/>
              <a:prstDash val="solid"/>
              <a:miter/>
            </a:ln>
          </p:spPr>
          <p:txBody>
            <a:bodyPr/>
            <a:lstStyle/>
            <a:p>
              <a:endParaRPr lang="es-419" noProof="0" dirty="0"/>
            </a:p>
          </p:txBody>
        </p:sp>
      </p:grpSp>
      <p:grpSp>
        <p:nvGrpSpPr>
          <p:cNvPr id="84" name="Gráfico 39">
            <a:extLst>
              <a:ext uri="{FF2B5EF4-FFF2-40B4-BE49-F238E27FC236}">
                <a16:creationId xmlns:a16="http://schemas.microsoft.com/office/drawing/2014/main" id="{66CAA674-0AED-A6B6-ADBE-B602523DA219}"/>
              </a:ext>
            </a:extLst>
          </p:cNvPr>
          <p:cNvGrpSpPr/>
          <p:nvPr/>
        </p:nvGrpSpPr>
        <p:grpSpPr>
          <a:xfrm>
            <a:off x="924790" y="1999612"/>
            <a:ext cx="235561" cy="223008"/>
            <a:chOff x="924790" y="1999612"/>
            <a:chExt cx="235561" cy="223008"/>
          </a:xfrm>
          <a:solidFill>
            <a:srgbClr val="B9B9B9"/>
          </a:solidFill>
        </p:grpSpPr>
        <p:sp>
          <p:nvSpPr>
            <p:cNvPr id="85" name="Forma libre: forma 84">
              <a:extLst>
                <a:ext uri="{FF2B5EF4-FFF2-40B4-BE49-F238E27FC236}">
                  <a16:creationId xmlns:a16="http://schemas.microsoft.com/office/drawing/2014/main" id="{DCED89C7-AA52-3A0F-55F5-31A24A6C4071}"/>
                </a:ext>
              </a:extLst>
            </p:cNvPr>
            <p:cNvSpPr/>
            <p:nvPr/>
          </p:nvSpPr>
          <p:spPr>
            <a:xfrm>
              <a:off x="1018216" y="1999612"/>
              <a:ext cx="142135" cy="223008"/>
            </a:xfrm>
            <a:custGeom>
              <a:avLst/>
              <a:gdLst>
                <a:gd name="csX0" fmla="*/ 33142 w 142135"/>
                <a:gd name="csY0" fmla="*/ 222624 h 223008"/>
                <a:gd name="csX1" fmla="*/ 24030 w 142135"/>
                <a:gd name="csY1" fmla="*/ 217989 h 223008"/>
                <a:gd name="csX2" fmla="*/ 15077 w 142135"/>
                <a:gd name="csY2" fmla="*/ 214475 h 223008"/>
                <a:gd name="csX3" fmla="*/ 28065 w 142135"/>
                <a:gd name="csY3" fmla="*/ 199749 h 223008"/>
                <a:gd name="csX4" fmla="*/ 39623 w 142135"/>
                <a:gd name="csY4" fmla="*/ 181324 h 223008"/>
                <a:gd name="csX5" fmla="*/ 40552 w 142135"/>
                <a:gd name="csY5" fmla="*/ 163618 h 223008"/>
                <a:gd name="csX6" fmla="*/ 38270 w 142135"/>
                <a:gd name="csY6" fmla="*/ 146871 h 223008"/>
                <a:gd name="csX7" fmla="*/ 31342 w 142135"/>
                <a:gd name="csY7" fmla="*/ 141344 h 223008"/>
                <a:gd name="csX8" fmla="*/ 23064 w 142135"/>
                <a:gd name="csY8" fmla="*/ 130695 h 223008"/>
                <a:gd name="csX9" fmla="*/ 21238 w 142135"/>
                <a:gd name="csY9" fmla="*/ 121015 h 223008"/>
                <a:gd name="csX10" fmla="*/ 21448 w 142135"/>
                <a:gd name="csY10" fmla="*/ 110689 h 223008"/>
                <a:gd name="csX11" fmla="*/ 17417 w 142135"/>
                <a:gd name="csY11" fmla="*/ 113600 h 223008"/>
                <a:gd name="csX12" fmla="*/ 6090 w 142135"/>
                <a:gd name="csY12" fmla="*/ 75839 h 223008"/>
                <a:gd name="csX13" fmla="*/ 446 w 142135"/>
                <a:gd name="csY13" fmla="*/ 49379 h 223008"/>
                <a:gd name="csX14" fmla="*/ 1787 w 142135"/>
                <a:gd name="csY14" fmla="*/ 43571 h 223008"/>
                <a:gd name="csX15" fmla="*/ 4669 w 142135"/>
                <a:gd name="csY15" fmla="*/ 50173 h 223008"/>
                <a:gd name="csX16" fmla="*/ 15640 w 142135"/>
                <a:gd name="csY16" fmla="*/ 55981 h 223008"/>
                <a:gd name="csX17" fmla="*/ 25590 w 142135"/>
                <a:gd name="csY17" fmla="*/ 51315 h 223008"/>
                <a:gd name="csX18" fmla="*/ 21927 w 142135"/>
                <a:gd name="csY18" fmla="*/ 38128 h 223008"/>
                <a:gd name="csX19" fmla="*/ 25126 w 142135"/>
                <a:gd name="csY19" fmla="*/ 20612 h 223008"/>
                <a:gd name="csX20" fmla="*/ 29635 w 142135"/>
                <a:gd name="csY20" fmla="*/ 8944 h 223008"/>
                <a:gd name="csX21" fmla="*/ 56601 w 142135"/>
                <a:gd name="csY21" fmla="*/ 2664 h 223008"/>
                <a:gd name="csX22" fmla="*/ 68014 w 142135"/>
                <a:gd name="csY22" fmla="*/ 14926 h 223008"/>
                <a:gd name="csX23" fmla="*/ 70397 w 142135"/>
                <a:gd name="csY23" fmla="*/ 28730 h 223008"/>
                <a:gd name="csX24" fmla="*/ 64799 w 142135"/>
                <a:gd name="csY24" fmla="*/ 38367 h 223008"/>
                <a:gd name="csX25" fmla="*/ 76515 w 142135"/>
                <a:gd name="csY25" fmla="*/ 47199 h 223008"/>
                <a:gd name="csX26" fmla="*/ 95020 w 142135"/>
                <a:gd name="csY26" fmla="*/ 52596 h 223008"/>
                <a:gd name="csX27" fmla="*/ 116723 w 142135"/>
                <a:gd name="csY27" fmla="*/ 66052 h 223008"/>
                <a:gd name="csX28" fmla="*/ 125419 w 142135"/>
                <a:gd name="csY28" fmla="*/ 64641 h 223008"/>
                <a:gd name="csX29" fmla="*/ 121867 w 142135"/>
                <a:gd name="csY29" fmla="*/ 77984 h 223008"/>
                <a:gd name="csX30" fmla="*/ 126198 w 142135"/>
                <a:gd name="csY30" fmla="*/ 109560 h 223008"/>
                <a:gd name="csX31" fmla="*/ 132452 w 142135"/>
                <a:gd name="csY31" fmla="*/ 130811 h 223008"/>
                <a:gd name="csX32" fmla="*/ 137172 w 142135"/>
                <a:gd name="csY32" fmla="*/ 149525 h 223008"/>
                <a:gd name="csX33" fmla="*/ 126264 w 142135"/>
                <a:gd name="csY33" fmla="*/ 165042 h 223008"/>
                <a:gd name="csX34" fmla="*/ 119713 w 142135"/>
                <a:gd name="csY34" fmla="*/ 162318 h 223008"/>
                <a:gd name="csX35" fmla="*/ 122125 w 142135"/>
                <a:gd name="csY35" fmla="*/ 181310 h 223008"/>
                <a:gd name="csX36" fmla="*/ 122395 w 142135"/>
                <a:gd name="csY36" fmla="*/ 193071 h 223008"/>
                <a:gd name="csX37" fmla="*/ 117050 w 142135"/>
                <a:gd name="csY37" fmla="*/ 205350 h 223008"/>
                <a:gd name="csX38" fmla="*/ 115307 w 142135"/>
                <a:gd name="csY38" fmla="*/ 214639 h 223008"/>
                <a:gd name="csX39" fmla="*/ 105608 w 142135"/>
                <a:gd name="csY39" fmla="*/ 205168 h 223008"/>
                <a:gd name="csX40" fmla="*/ 70306 w 142135"/>
                <a:gd name="csY40" fmla="*/ 198146 h 223008"/>
                <a:gd name="csX41" fmla="*/ 57886 w 142135"/>
                <a:gd name="csY41" fmla="*/ 203581 h 223008"/>
                <a:gd name="csX42" fmla="*/ 42822 w 142135"/>
                <a:gd name="csY42" fmla="*/ 214552 h 223008"/>
                <a:gd name="csX43" fmla="*/ 33142 w 142135"/>
                <a:gd name="csY43" fmla="*/ 222624 h 2230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42135" h="223008">
                  <a:moveTo>
                    <a:pt x="33142" y="222624"/>
                  </a:moveTo>
                  <a:cubicBezTo>
                    <a:pt x="33100" y="221007"/>
                    <a:pt x="28999" y="218922"/>
                    <a:pt x="24030" y="217989"/>
                  </a:cubicBezTo>
                  <a:cubicBezTo>
                    <a:pt x="19061" y="217057"/>
                    <a:pt x="15032" y="215476"/>
                    <a:pt x="15077" y="214475"/>
                  </a:cubicBezTo>
                  <a:cubicBezTo>
                    <a:pt x="15123" y="213475"/>
                    <a:pt x="20967" y="206848"/>
                    <a:pt x="28065" y="199749"/>
                  </a:cubicBezTo>
                  <a:cubicBezTo>
                    <a:pt x="37756" y="190056"/>
                    <a:pt x="40635" y="185467"/>
                    <a:pt x="39623" y="181324"/>
                  </a:cubicBezTo>
                  <a:cubicBezTo>
                    <a:pt x="38882" y="178289"/>
                    <a:pt x="39300" y="170321"/>
                    <a:pt x="40552" y="163618"/>
                  </a:cubicBezTo>
                  <a:cubicBezTo>
                    <a:pt x="42457" y="153420"/>
                    <a:pt x="42085" y="150686"/>
                    <a:pt x="38270" y="146871"/>
                  </a:cubicBezTo>
                  <a:cubicBezTo>
                    <a:pt x="35762" y="144363"/>
                    <a:pt x="32644" y="141876"/>
                    <a:pt x="31342" y="141344"/>
                  </a:cubicBezTo>
                  <a:cubicBezTo>
                    <a:pt x="30039" y="140811"/>
                    <a:pt x="26314" y="136019"/>
                    <a:pt x="23064" y="130695"/>
                  </a:cubicBezTo>
                  <a:cubicBezTo>
                    <a:pt x="18146" y="122638"/>
                    <a:pt x="17840" y="121015"/>
                    <a:pt x="21238" y="121015"/>
                  </a:cubicBezTo>
                  <a:cubicBezTo>
                    <a:pt x="26407" y="121015"/>
                    <a:pt x="26532" y="114908"/>
                    <a:pt x="21448" y="110689"/>
                  </a:cubicBezTo>
                  <a:cubicBezTo>
                    <a:pt x="18195" y="107989"/>
                    <a:pt x="17551" y="108454"/>
                    <a:pt x="17417" y="113600"/>
                  </a:cubicBezTo>
                  <a:cubicBezTo>
                    <a:pt x="17202" y="121855"/>
                    <a:pt x="11362" y="102386"/>
                    <a:pt x="6090" y="75839"/>
                  </a:cubicBezTo>
                  <a:cubicBezTo>
                    <a:pt x="3834" y="64481"/>
                    <a:pt x="1295" y="52574"/>
                    <a:pt x="446" y="49379"/>
                  </a:cubicBezTo>
                  <a:cubicBezTo>
                    <a:pt x="-477" y="45903"/>
                    <a:pt x="61" y="43571"/>
                    <a:pt x="1787" y="43571"/>
                  </a:cubicBezTo>
                  <a:cubicBezTo>
                    <a:pt x="3372" y="43571"/>
                    <a:pt x="4669" y="46542"/>
                    <a:pt x="4669" y="50173"/>
                  </a:cubicBezTo>
                  <a:cubicBezTo>
                    <a:pt x="4669" y="56344"/>
                    <a:pt x="5386" y="56723"/>
                    <a:pt x="15640" y="55981"/>
                  </a:cubicBezTo>
                  <a:cubicBezTo>
                    <a:pt x="23894" y="55384"/>
                    <a:pt x="26358" y="54229"/>
                    <a:pt x="25590" y="51315"/>
                  </a:cubicBezTo>
                  <a:cubicBezTo>
                    <a:pt x="25028" y="49186"/>
                    <a:pt x="23380" y="43251"/>
                    <a:pt x="21927" y="38128"/>
                  </a:cubicBezTo>
                  <a:cubicBezTo>
                    <a:pt x="19644" y="30074"/>
                    <a:pt x="20076" y="27703"/>
                    <a:pt x="25126" y="20612"/>
                  </a:cubicBezTo>
                  <a:cubicBezTo>
                    <a:pt x="28338" y="16101"/>
                    <a:pt x="30367" y="10851"/>
                    <a:pt x="29635" y="8944"/>
                  </a:cubicBezTo>
                  <a:cubicBezTo>
                    <a:pt x="26306" y="269"/>
                    <a:pt x="38854" y="-2653"/>
                    <a:pt x="56601" y="2664"/>
                  </a:cubicBezTo>
                  <a:cubicBezTo>
                    <a:pt x="65243" y="5253"/>
                    <a:pt x="66731" y="6851"/>
                    <a:pt x="68014" y="14926"/>
                  </a:cubicBezTo>
                  <a:cubicBezTo>
                    <a:pt x="68826" y="20032"/>
                    <a:pt x="69898" y="26244"/>
                    <a:pt x="70397" y="28730"/>
                  </a:cubicBezTo>
                  <a:cubicBezTo>
                    <a:pt x="70908" y="31276"/>
                    <a:pt x="68463" y="35485"/>
                    <a:pt x="64799" y="38367"/>
                  </a:cubicBezTo>
                  <a:cubicBezTo>
                    <a:pt x="52677" y="47902"/>
                    <a:pt x="63675" y="56192"/>
                    <a:pt x="76515" y="47199"/>
                  </a:cubicBezTo>
                  <a:cubicBezTo>
                    <a:pt x="84862" y="41352"/>
                    <a:pt x="95020" y="44315"/>
                    <a:pt x="95020" y="52596"/>
                  </a:cubicBezTo>
                  <a:cubicBezTo>
                    <a:pt x="95020" y="61383"/>
                    <a:pt x="105491" y="67875"/>
                    <a:pt x="116723" y="66052"/>
                  </a:cubicBezTo>
                  <a:lnTo>
                    <a:pt x="125419" y="64641"/>
                  </a:lnTo>
                  <a:lnTo>
                    <a:pt x="121867" y="77984"/>
                  </a:lnTo>
                  <a:cubicBezTo>
                    <a:pt x="116766" y="97143"/>
                    <a:pt x="117305" y="101074"/>
                    <a:pt x="126198" y="109560"/>
                  </a:cubicBezTo>
                  <a:cubicBezTo>
                    <a:pt x="133696" y="116715"/>
                    <a:pt x="134049" y="117914"/>
                    <a:pt x="132452" y="130811"/>
                  </a:cubicBezTo>
                  <a:cubicBezTo>
                    <a:pt x="130905" y="143306"/>
                    <a:pt x="131310" y="144914"/>
                    <a:pt x="137172" y="149525"/>
                  </a:cubicBezTo>
                  <a:cubicBezTo>
                    <a:pt x="148350" y="158317"/>
                    <a:pt x="138877" y="171792"/>
                    <a:pt x="126264" y="165042"/>
                  </a:cubicBezTo>
                  <a:cubicBezTo>
                    <a:pt x="123464" y="163544"/>
                    <a:pt x="120516" y="162318"/>
                    <a:pt x="119713" y="162318"/>
                  </a:cubicBezTo>
                  <a:cubicBezTo>
                    <a:pt x="116537" y="162318"/>
                    <a:pt x="118487" y="177672"/>
                    <a:pt x="122125" y="181310"/>
                  </a:cubicBezTo>
                  <a:cubicBezTo>
                    <a:pt x="126947" y="186132"/>
                    <a:pt x="127019" y="189234"/>
                    <a:pt x="122395" y="193071"/>
                  </a:cubicBezTo>
                  <a:cubicBezTo>
                    <a:pt x="120414" y="194715"/>
                    <a:pt x="118009" y="200241"/>
                    <a:pt x="117050" y="205350"/>
                  </a:cubicBezTo>
                  <a:lnTo>
                    <a:pt x="115307" y="214639"/>
                  </a:lnTo>
                  <a:lnTo>
                    <a:pt x="105608" y="205168"/>
                  </a:lnTo>
                  <a:cubicBezTo>
                    <a:pt x="93087" y="192941"/>
                    <a:pt x="80185" y="190375"/>
                    <a:pt x="70306" y="198146"/>
                  </a:cubicBezTo>
                  <a:cubicBezTo>
                    <a:pt x="66478" y="201157"/>
                    <a:pt x="60889" y="203603"/>
                    <a:pt x="57886" y="203581"/>
                  </a:cubicBezTo>
                  <a:cubicBezTo>
                    <a:pt x="54649" y="203557"/>
                    <a:pt x="48516" y="208024"/>
                    <a:pt x="42822" y="214552"/>
                  </a:cubicBezTo>
                  <a:cubicBezTo>
                    <a:pt x="37540" y="220608"/>
                    <a:pt x="33184" y="224241"/>
                    <a:pt x="33142" y="222624"/>
                  </a:cubicBezTo>
                  <a:close/>
                </a:path>
              </a:pathLst>
            </a:custGeom>
            <a:solidFill>
              <a:srgbClr val="B9B9B9"/>
            </a:solidFill>
            <a:ln w="5163" cap="flat">
              <a:noFill/>
              <a:prstDash val="solid"/>
              <a:miter/>
            </a:ln>
          </p:spPr>
          <p:txBody>
            <a:bodyPr/>
            <a:lstStyle/>
            <a:p>
              <a:endParaRPr lang="es-419" noProof="0" dirty="0"/>
            </a:p>
          </p:txBody>
        </p:sp>
        <p:sp>
          <p:nvSpPr>
            <p:cNvPr id="86" name="Forma libre: forma 85">
              <a:extLst>
                <a:ext uri="{FF2B5EF4-FFF2-40B4-BE49-F238E27FC236}">
                  <a16:creationId xmlns:a16="http://schemas.microsoft.com/office/drawing/2014/main" id="{19502A52-D269-0FE7-9160-863DFCD78EE5}"/>
                </a:ext>
              </a:extLst>
            </p:cNvPr>
            <p:cNvSpPr/>
            <p:nvPr/>
          </p:nvSpPr>
          <p:spPr>
            <a:xfrm>
              <a:off x="976738" y="2149266"/>
              <a:ext cx="9026" cy="7395"/>
            </a:xfrm>
            <a:custGeom>
              <a:avLst/>
              <a:gdLst>
                <a:gd name="csX0" fmla="*/ 866 w 9026"/>
                <a:gd name="csY0" fmla="*/ 4748 h 7395"/>
                <a:gd name="csX1" fmla="*/ 6187 w 9026"/>
                <a:gd name="csY1" fmla="*/ 710 h 7395"/>
                <a:gd name="csX2" fmla="*/ 8728 w 9026"/>
                <a:gd name="csY2" fmla="*/ 4901 h 7395"/>
                <a:gd name="csX3" fmla="*/ 866 w 9026"/>
                <a:gd name="csY3" fmla="*/ 4748 h 7395"/>
              </a:gdLst>
              <a:ahLst/>
              <a:cxnLst>
                <a:cxn ang="0">
                  <a:pos x="csX0" y="csY0"/>
                </a:cxn>
                <a:cxn ang="0">
                  <a:pos x="csX1" y="csY1"/>
                </a:cxn>
                <a:cxn ang="0">
                  <a:pos x="csX2" y="csY2"/>
                </a:cxn>
                <a:cxn ang="0">
                  <a:pos x="csX3" y="csY3"/>
                </a:cxn>
              </a:cxnLst>
              <a:rect l="l" t="t" r="r" b="b"/>
              <a:pathLst>
                <a:path w="9026" h="7395">
                  <a:moveTo>
                    <a:pt x="866" y="4748"/>
                  </a:moveTo>
                  <a:cubicBezTo>
                    <a:pt x="-1510" y="904"/>
                    <a:pt x="1245" y="-1186"/>
                    <a:pt x="6187" y="710"/>
                  </a:cubicBezTo>
                  <a:cubicBezTo>
                    <a:pt x="8468" y="1586"/>
                    <a:pt x="9611" y="3472"/>
                    <a:pt x="8728" y="4901"/>
                  </a:cubicBezTo>
                  <a:cubicBezTo>
                    <a:pt x="6635" y="8287"/>
                    <a:pt x="3009" y="8216"/>
                    <a:pt x="866" y="4748"/>
                  </a:cubicBezTo>
                  <a:close/>
                </a:path>
              </a:pathLst>
            </a:custGeom>
            <a:solidFill>
              <a:srgbClr val="B9B9B9"/>
            </a:solidFill>
            <a:ln w="5163" cap="flat">
              <a:noFill/>
              <a:prstDash val="solid"/>
              <a:miter/>
            </a:ln>
          </p:spPr>
          <p:txBody>
            <a:bodyPr/>
            <a:lstStyle/>
            <a:p>
              <a:endParaRPr lang="es-419" noProof="0" dirty="0"/>
            </a:p>
          </p:txBody>
        </p:sp>
        <p:sp>
          <p:nvSpPr>
            <p:cNvPr id="87" name="Forma libre: forma 86">
              <a:extLst>
                <a:ext uri="{FF2B5EF4-FFF2-40B4-BE49-F238E27FC236}">
                  <a16:creationId xmlns:a16="http://schemas.microsoft.com/office/drawing/2014/main" id="{38D60882-CDB2-4571-1EFD-AB5680F737A9}"/>
                </a:ext>
              </a:extLst>
            </p:cNvPr>
            <p:cNvSpPr/>
            <p:nvPr/>
          </p:nvSpPr>
          <p:spPr>
            <a:xfrm>
              <a:off x="958388" y="2135665"/>
              <a:ext cx="19364" cy="11047"/>
            </a:xfrm>
            <a:custGeom>
              <a:avLst/>
              <a:gdLst>
                <a:gd name="csX0" fmla="*/ 0 w 19364"/>
                <a:gd name="csY0" fmla="*/ 8841 h 11047"/>
                <a:gd name="csX1" fmla="*/ 17408 w 19364"/>
                <a:gd name="csY1" fmla="*/ 154 h 11047"/>
                <a:gd name="csX2" fmla="*/ 17432 w 19364"/>
                <a:gd name="csY2" fmla="*/ 5614 h 11047"/>
                <a:gd name="csX3" fmla="*/ 0 w 19364"/>
                <a:gd name="csY3" fmla="*/ 8841 h 11047"/>
              </a:gdLst>
              <a:ahLst/>
              <a:cxnLst>
                <a:cxn ang="0">
                  <a:pos x="csX0" y="csY0"/>
                </a:cxn>
                <a:cxn ang="0">
                  <a:pos x="csX1" y="csY1"/>
                </a:cxn>
                <a:cxn ang="0">
                  <a:pos x="csX2" y="csY2"/>
                </a:cxn>
                <a:cxn ang="0">
                  <a:pos x="csX3" y="csY3"/>
                </a:cxn>
              </a:cxnLst>
              <a:rect l="l" t="t" r="r" b="b"/>
              <a:pathLst>
                <a:path w="19364" h="11047">
                  <a:moveTo>
                    <a:pt x="0" y="8841"/>
                  </a:moveTo>
                  <a:cubicBezTo>
                    <a:pt x="126" y="2682"/>
                    <a:pt x="7086" y="-791"/>
                    <a:pt x="17408" y="154"/>
                  </a:cubicBezTo>
                  <a:cubicBezTo>
                    <a:pt x="20010" y="392"/>
                    <a:pt x="20015" y="1478"/>
                    <a:pt x="17432" y="5614"/>
                  </a:cubicBezTo>
                  <a:cubicBezTo>
                    <a:pt x="14357" y="10538"/>
                    <a:pt x="-89" y="13212"/>
                    <a:pt x="0" y="8841"/>
                  </a:cubicBezTo>
                  <a:close/>
                </a:path>
              </a:pathLst>
            </a:custGeom>
            <a:solidFill>
              <a:srgbClr val="B9B9B9"/>
            </a:solidFill>
            <a:ln w="5163" cap="flat">
              <a:noFill/>
              <a:prstDash val="solid"/>
              <a:miter/>
            </a:ln>
          </p:spPr>
          <p:txBody>
            <a:bodyPr/>
            <a:lstStyle/>
            <a:p>
              <a:endParaRPr lang="es-419" noProof="0" dirty="0"/>
            </a:p>
          </p:txBody>
        </p:sp>
        <p:sp>
          <p:nvSpPr>
            <p:cNvPr id="88" name="Forma libre: forma 87">
              <a:extLst>
                <a:ext uri="{FF2B5EF4-FFF2-40B4-BE49-F238E27FC236}">
                  <a16:creationId xmlns:a16="http://schemas.microsoft.com/office/drawing/2014/main" id="{AB63FCA1-11D8-63A2-2F4C-9B91084E9E00}"/>
                </a:ext>
              </a:extLst>
            </p:cNvPr>
            <p:cNvSpPr/>
            <p:nvPr/>
          </p:nvSpPr>
          <p:spPr>
            <a:xfrm>
              <a:off x="938010" y="2110987"/>
              <a:ext cx="18997" cy="19965"/>
            </a:xfrm>
            <a:custGeom>
              <a:avLst/>
              <a:gdLst>
                <a:gd name="csX0" fmla="*/ 2787 w 18997"/>
                <a:gd name="csY0" fmla="*/ 11392 h 19965"/>
                <a:gd name="csX1" fmla="*/ 4678 w 18997"/>
                <a:gd name="csY1" fmla="*/ 36 h 19965"/>
                <a:gd name="csX2" fmla="*/ 17544 w 18997"/>
                <a:gd name="csY2" fmla="*/ 12951 h 19965"/>
                <a:gd name="csX3" fmla="*/ 13049 w 18997"/>
                <a:gd name="csY3" fmla="*/ 19965 h 19965"/>
                <a:gd name="csX4" fmla="*/ 2787 w 18997"/>
                <a:gd name="csY4" fmla="*/ 11392 h 19965"/>
              </a:gdLst>
              <a:ahLst/>
              <a:cxnLst>
                <a:cxn ang="0">
                  <a:pos x="csX0" y="csY0"/>
                </a:cxn>
                <a:cxn ang="0">
                  <a:pos x="csX1" y="csY1"/>
                </a:cxn>
                <a:cxn ang="0">
                  <a:pos x="csX2" y="csY2"/>
                </a:cxn>
                <a:cxn ang="0">
                  <a:pos x="csX3" y="csY3"/>
                </a:cxn>
                <a:cxn ang="0">
                  <a:pos x="csX4" y="csY4"/>
                </a:cxn>
              </a:cxnLst>
              <a:rect l="l" t="t" r="r" b="b"/>
              <a:pathLst>
                <a:path w="18997" h="19965">
                  <a:moveTo>
                    <a:pt x="2787" y="11392"/>
                  </a:moveTo>
                  <a:cubicBezTo>
                    <a:pt x="-1192" y="389"/>
                    <a:pt x="-1207" y="479"/>
                    <a:pt x="4678" y="36"/>
                  </a:cubicBezTo>
                  <a:cubicBezTo>
                    <a:pt x="10396" y="-395"/>
                    <a:pt x="13750" y="2973"/>
                    <a:pt x="17544" y="12951"/>
                  </a:cubicBezTo>
                  <a:cubicBezTo>
                    <a:pt x="20048" y="19537"/>
                    <a:pt x="19774" y="19965"/>
                    <a:pt x="13049" y="19965"/>
                  </a:cubicBezTo>
                  <a:cubicBezTo>
                    <a:pt x="7281" y="19965"/>
                    <a:pt x="5284" y="18297"/>
                    <a:pt x="2787" y="11392"/>
                  </a:cubicBezTo>
                  <a:close/>
                </a:path>
              </a:pathLst>
            </a:custGeom>
            <a:solidFill>
              <a:srgbClr val="B9B9B9"/>
            </a:solidFill>
            <a:ln w="5163" cap="flat">
              <a:noFill/>
              <a:prstDash val="solid"/>
              <a:miter/>
            </a:ln>
          </p:spPr>
          <p:txBody>
            <a:bodyPr/>
            <a:lstStyle/>
            <a:p>
              <a:endParaRPr lang="es-419" noProof="0" dirty="0"/>
            </a:p>
          </p:txBody>
        </p:sp>
        <p:sp>
          <p:nvSpPr>
            <p:cNvPr id="89" name="Forma libre: forma 88">
              <a:extLst>
                <a:ext uri="{FF2B5EF4-FFF2-40B4-BE49-F238E27FC236}">
                  <a16:creationId xmlns:a16="http://schemas.microsoft.com/office/drawing/2014/main" id="{CCEE66EC-E01A-B83E-45C3-F3C9717C1EF0}"/>
                </a:ext>
              </a:extLst>
            </p:cNvPr>
            <p:cNvSpPr/>
            <p:nvPr/>
          </p:nvSpPr>
          <p:spPr>
            <a:xfrm>
              <a:off x="924790" y="2098451"/>
              <a:ext cx="5162" cy="9268"/>
            </a:xfrm>
            <a:custGeom>
              <a:avLst/>
              <a:gdLst>
                <a:gd name="csX0" fmla="*/ 0 w 5162"/>
                <a:gd name="csY0" fmla="*/ 3953 h 9268"/>
                <a:gd name="csX1" fmla="*/ 2581 w 5162"/>
                <a:gd name="csY1" fmla="*/ 233 h 9268"/>
                <a:gd name="csX2" fmla="*/ 5163 w 5162"/>
                <a:gd name="csY2" fmla="*/ 5549 h 9268"/>
                <a:gd name="csX3" fmla="*/ 2581 w 5162"/>
                <a:gd name="csY3" fmla="*/ 9269 h 9268"/>
                <a:gd name="csX4" fmla="*/ 0 w 5162"/>
                <a:gd name="csY4" fmla="*/ 3953 h 9268"/>
              </a:gdLst>
              <a:ahLst/>
              <a:cxnLst>
                <a:cxn ang="0">
                  <a:pos x="csX0" y="csY0"/>
                </a:cxn>
                <a:cxn ang="0">
                  <a:pos x="csX1" y="csY1"/>
                </a:cxn>
                <a:cxn ang="0">
                  <a:pos x="csX2" y="csY2"/>
                </a:cxn>
                <a:cxn ang="0">
                  <a:pos x="csX3" y="csY3"/>
                </a:cxn>
                <a:cxn ang="0">
                  <a:pos x="csX4" y="csY4"/>
                </a:cxn>
              </a:cxnLst>
              <a:rect l="l" t="t" r="r" b="b"/>
              <a:pathLst>
                <a:path w="5162" h="9268">
                  <a:moveTo>
                    <a:pt x="0" y="3953"/>
                  </a:moveTo>
                  <a:cubicBezTo>
                    <a:pt x="0" y="1030"/>
                    <a:pt x="1162" y="-644"/>
                    <a:pt x="2581" y="233"/>
                  </a:cubicBezTo>
                  <a:cubicBezTo>
                    <a:pt x="4001" y="1111"/>
                    <a:pt x="5163" y="3503"/>
                    <a:pt x="5163" y="5549"/>
                  </a:cubicBezTo>
                  <a:cubicBezTo>
                    <a:pt x="5163" y="7595"/>
                    <a:pt x="4001" y="9269"/>
                    <a:pt x="2581" y="9269"/>
                  </a:cubicBezTo>
                  <a:cubicBezTo>
                    <a:pt x="1162" y="9269"/>
                    <a:pt x="0" y="6877"/>
                    <a:pt x="0" y="3953"/>
                  </a:cubicBezTo>
                  <a:close/>
                </a:path>
              </a:pathLst>
            </a:custGeom>
            <a:solidFill>
              <a:srgbClr val="B9B9B9"/>
            </a:solidFill>
            <a:ln w="5163" cap="flat">
              <a:noFill/>
              <a:prstDash val="solid"/>
              <a:miter/>
            </a:ln>
          </p:spPr>
          <p:txBody>
            <a:bodyPr/>
            <a:lstStyle/>
            <a:p>
              <a:endParaRPr lang="es-419" noProof="0" dirty="0"/>
            </a:p>
          </p:txBody>
        </p:sp>
      </p:grpSp>
      <p:grpSp>
        <p:nvGrpSpPr>
          <p:cNvPr id="90" name="Gráfico 39">
            <a:extLst>
              <a:ext uri="{FF2B5EF4-FFF2-40B4-BE49-F238E27FC236}">
                <a16:creationId xmlns:a16="http://schemas.microsoft.com/office/drawing/2014/main" id="{650ABDA1-1685-2138-B9F5-D6F3A9CB1080}"/>
              </a:ext>
            </a:extLst>
          </p:cNvPr>
          <p:cNvGrpSpPr/>
          <p:nvPr/>
        </p:nvGrpSpPr>
        <p:grpSpPr>
          <a:xfrm>
            <a:off x="281340" y="1474182"/>
            <a:ext cx="428841" cy="522535"/>
            <a:chOff x="281340" y="1474182"/>
            <a:chExt cx="428841" cy="522535"/>
          </a:xfrm>
          <a:solidFill>
            <a:srgbClr val="B9B9B9"/>
          </a:solidFill>
        </p:grpSpPr>
        <p:grpSp>
          <p:nvGrpSpPr>
            <p:cNvPr id="91" name="Gráfico 39">
              <a:extLst>
                <a:ext uri="{FF2B5EF4-FFF2-40B4-BE49-F238E27FC236}">
                  <a16:creationId xmlns:a16="http://schemas.microsoft.com/office/drawing/2014/main" id="{374FC2D1-1C61-2432-E19F-4F882028FB43}"/>
                </a:ext>
              </a:extLst>
            </p:cNvPr>
            <p:cNvGrpSpPr/>
            <p:nvPr/>
          </p:nvGrpSpPr>
          <p:grpSpPr>
            <a:xfrm>
              <a:off x="281340" y="1474182"/>
              <a:ext cx="428841" cy="522535"/>
              <a:chOff x="281340" y="1474182"/>
              <a:chExt cx="428841" cy="522535"/>
            </a:xfrm>
            <a:solidFill>
              <a:srgbClr val="B9B9B9"/>
            </a:solidFill>
          </p:grpSpPr>
          <p:sp>
            <p:nvSpPr>
              <p:cNvPr id="92" name="Forma libre: forma 91">
                <a:extLst>
                  <a:ext uri="{FF2B5EF4-FFF2-40B4-BE49-F238E27FC236}">
                    <a16:creationId xmlns:a16="http://schemas.microsoft.com/office/drawing/2014/main" id="{E8492928-4CD4-42C1-0EC1-0492FEA8B91A}"/>
                  </a:ext>
                </a:extLst>
              </p:cNvPr>
              <p:cNvSpPr/>
              <p:nvPr/>
            </p:nvSpPr>
            <p:spPr>
              <a:xfrm>
                <a:off x="281340" y="1474182"/>
                <a:ext cx="428841" cy="522535"/>
              </a:xfrm>
              <a:custGeom>
                <a:avLst/>
                <a:gdLst>
                  <a:gd name="csX0" fmla="*/ 375000 w 428841"/>
                  <a:gd name="csY0" fmla="*/ 516104 h 522535"/>
                  <a:gd name="csX1" fmla="*/ 367101 w 428841"/>
                  <a:gd name="csY1" fmla="*/ 496098 h 522535"/>
                  <a:gd name="csX2" fmla="*/ 357849 w 428841"/>
                  <a:gd name="csY2" fmla="*/ 467300 h 522535"/>
                  <a:gd name="csX3" fmla="*/ 337807 w 428841"/>
                  <a:gd name="csY3" fmla="*/ 445109 h 522535"/>
                  <a:gd name="csX4" fmla="*/ 320489 w 428841"/>
                  <a:gd name="csY4" fmla="*/ 429036 h 522535"/>
                  <a:gd name="csX5" fmla="*/ 269809 w 428841"/>
                  <a:gd name="csY5" fmla="*/ 379110 h 522535"/>
                  <a:gd name="csX6" fmla="*/ 248488 w 428841"/>
                  <a:gd name="csY6" fmla="*/ 370097 h 522535"/>
                  <a:gd name="csX7" fmla="*/ 256878 w 428841"/>
                  <a:gd name="csY7" fmla="*/ 370327 h 522535"/>
                  <a:gd name="csX8" fmla="*/ 265267 w 428841"/>
                  <a:gd name="csY8" fmla="*/ 372646 h 522535"/>
                  <a:gd name="csX9" fmla="*/ 258168 w 428841"/>
                  <a:gd name="csY9" fmla="*/ 366399 h 522535"/>
                  <a:gd name="csX10" fmla="*/ 251069 w 428841"/>
                  <a:gd name="csY10" fmla="*/ 355305 h 522535"/>
                  <a:gd name="csX11" fmla="*/ 237556 w 428841"/>
                  <a:gd name="csY11" fmla="*/ 353450 h 522535"/>
                  <a:gd name="csX12" fmla="*/ 235538 w 428841"/>
                  <a:gd name="csY12" fmla="*/ 349578 h 522535"/>
                  <a:gd name="csX13" fmla="*/ 231626 w 428841"/>
                  <a:gd name="csY13" fmla="*/ 338114 h 522535"/>
                  <a:gd name="csX14" fmla="*/ 227531 w 428841"/>
                  <a:gd name="csY14" fmla="*/ 327788 h 522535"/>
                  <a:gd name="csX15" fmla="*/ 225255 w 428841"/>
                  <a:gd name="csY15" fmla="*/ 330217 h 522535"/>
                  <a:gd name="csX16" fmla="*/ 222797 w 428841"/>
                  <a:gd name="csY16" fmla="*/ 331508 h 522535"/>
                  <a:gd name="csX17" fmla="*/ 220276 w 428841"/>
                  <a:gd name="csY17" fmla="*/ 330217 h 522535"/>
                  <a:gd name="csX18" fmla="*/ 216375 w 428841"/>
                  <a:gd name="csY18" fmla="*/ 326968 h 522535"/>
                  <a:gd name="csX19" fmla="*/ 212138 w 428841"/>
                  <a:gd name="csY19" fmla="*/ 320021 h 522535"/>
                  <a:gd name="csX20" fmla="*/ 209766 w 428841"/>
                  <a:gd name="csY20" fmla="*/ 317462 h 522535"/>
                  <a:gd name="csX21" fmla="*/ 212670 w 428841"/>
                  <a:gd name="csY21" fmla="*/ 314083 h 522535"/>
                  <a:gd name="csX22" fmla="*/ 216877 w 428841"/>
                  <a:gd name="csY22" fmla="*/ 311142 h 522535"/>
                  <a:gd name="csX23" fmla="*/ 215264 w 428841"/>
                  <a:gd name="csY23" fmla="*/ 309359 h 522535"/>
                  <a:gd name="csX24" fmla="*/ 217511 w 428841"/>
                  <a:gd name="csY24" fmla="*/ 291496 h 522535"/>
                  <a:gd name="csX25" fmla="*/ 222673 w 428841"/>
                  <a:gd name="csY25" fmla="*/ 271731 h 522535"/>
                  <a:gd name="csX26" fmla="*/ 225571 w 428841"/>
                  <a:gd name="csY26" fmla="*/ 266972 h 522535"/>
                  <a:gd name="csX27" fmla="*/ 225255 w 428841"/>
                  <a:gd name="csY27" fmla="*/ 263100 h 522535"/>
                  <a:gd name="csX28" fmla="*/ 224939 w 428841"/>
                  <a:gd name="csY28" fmla="*/ 259227 h 522535"/>
                  <a:gd name="csX29" fmla="*/ 227470 w 428841"/>
                  <a:gd name="csY29" fmla="*/ 246966 h 522535"/>
                  <a:gd name="csX30" fmla="*/ 227104 w 428841"/>
                  <a:gd name="csY30" fmla="*/ 234704 h 522535"/>
                  <a:gd name="csX31" fmla="*/ 225255 w 428841"/>
                  <a:gd name="csY31" fmla="*/ 245029 h 522535"/>
                  <a:gd name="csX32" fmla="*/ 222926 w 428841"/>
                  <a:gd name="csY32" fmla="*/ 241157 h 522535"/>
                  <a:gd name="csX33" fmla="*/ 213514 w 428841"/>
                  <a:gd name="csY33" fmla="*/ 204198 h 522535"/>
                  <a:gd name="csX34" fmla="*/ 207511 w 428841"/>
                  <a:gd name="csY34" fmla="*/ 195911 h 522535"/>
                  <a:gd name="csX35" fmla="*/ 199366 w 428841"/>
                  <a:gd name="csY35" fmla="*/ 188261 h 522535"/>
                  <a:gd name="csX36" fmla="*/ 189814 w 428841"/>
                  <a:gd name="csY36" fmla="*/ 185143 h 522535"/>
                  <a:gd name="csX37" fmla="*/ 177824 w 428841"/>
                  <a:gd name="csY37" fmla="*/ 176701 h 522535"/>
                  <a:gd name="csX38" fmla="*/ 173385 w 428841"/>
                  <a:gd name="csY38" fmla="*/ 171969 h 522535"/>
                  <a:gd name="csX39" fmla="*/ 172244 w 428841"/>
                  <a:gd name="csY39" fmla="*/ 166295 h 522535"/>
                  <a:gd name="csX40" fmla="*/ 157189 w 428841"/>
                  <a:gd name="csY40" fmla="*/ 154717 h 522535"/>
                  <a:gd name="csX41" fmla="*/ 154290 w 428841"/>
                  <a:gd name="csY41" fmla="*/ 143110 h 522535"/>
                  <a:gd name="csX42" fmla="*/ 153437 w 428841"/>
                  <a:gd name="csY42" fmla="*/ 130888 h 522535"/>
                  <a:gd name="csX43" fmla="*/ 150373 w 428841"/>
                  <a:gd name="csY43" fmla="*/ 128835 h 522535"/>
                  <a:gd name="csX44" fmla="*/ 148457 w 428841"/>
                  <a:gd name="csY44" fmla="*/ 125777 h 522535"/>
                  <a:gd name="csX45" fmla="*/ 150890 w 428841"/>
                  <a:gd name="csY45" fmla="*/ 109503 h 522535"/>
                  <a:gd name="csX46" fmla="*/ 144325 w 428841"/>
                  <a:gd name="csY46" fmla="*/ 119656 h 522535"/>
                  <a:gd name="csX47" fmla="*/ 132054 w 428841"/>
                  <a:gd name="csY47" fmla="*/ 127093 h 522535"/>
                  <a:gd name="csX48" fmla="*/ 125630 w 428841"/>
                  <a:gd name="csY48" fmla="*/ 120812 h 522535"/>
                  <a:gd name="csX49" fmla="*/ 123207 w 428841"/>
                  <a:gd name="csY49" fmla="*/ 117248 h 522535"/>
                  <a:gd name="csX50" fmla="*/ 119415 w 428841"/>
                  <a:gd name="csY50" fmla="*/ 121894 h 522535"/>
                  <a:gd name="csX51" fmla="*/ 116519 w 428841"/>
                  <a:gd name="csY51" fmla="*/ 129437 h 522535"/>
                  <a:gd name="csX52" fmla="*/ 107977 w 428841"/>
                  <a:gd name="csY52" fmla="*/ 127285 h 522535"/>
                  <a:gd name="csX53" fmla="*/ 105433 w 428841"/>
                  <a:gd name="csY53" fmla="*/ 123427 h 522535"/>
                  <a:gd name="csX54" fmla="*/ 96024 w 428841"/>
                  <a:gd name="csY54" fmla="*/ 113119 h 522535"/>
                  <a:gd name="csX55" fmla="*/ 84566 w 428841"/>
                  <a:gd name="csY55" fmla="*/ 104340 h 522535"/>
                  <a:gd name="csX56" fmla="*/ 73108 w 428841"/>
                  <a:gd name="csY56" fmla="*/ 95562 h 522535"/>
                  <a:gd name="csX57" fmla="*/ 56725 w 428841"/>
                  <a:gd name="csY57" fmla="*/ 85124 h 522535"/>
                  <a:gd name="csX58" fmla="*/ 41890 w 428841"/>
                  <a:gd name="csY58" fmla="*/ 66163 h 522535"/>
                  <a:gd name="csX59" fmla="*/ 28677 w 428841"/>
                  <a:gd name="csY59" fmla="*/ 46701 h 522535"/>
                  <a:gd name="csX60" fmla="*/ 19131 w 428841"/>
                  <a:gd name="csY60" fmla="*/ 37238 h 522535"/>
                  <a:gd name="csX61" fmla="*/ 12905 w 428841"/>
                  <a:gd name="csY61" fmla="*/ 29478 h 522535"/>
                  <a:gd name="csX62" fmla="*/ 565 w 428841"/>
                  <a:gd name="csY62" fmla="*/ 12763 h 522535"/>
                  <a:gd name="csX63" fmla="*/ 24931 w 428841"/>
                  <a:gd name="csY63" fmla="*/ 17586 h 522535"/>
                  <a:gd name="csX64" fmla="*/ 53740 w 428841"/>
                  <a:gd name="csY64" fmla="*/ 17944 h 522535"/>
                  <a:gd name="csX65" fmla="*/ 62623 w 428841"/>
                  <a:gd name="csY65" fmla="*/ 19236 h 522535"/>
                  <a:gd name="csX66" fmla="*/ 68432 w 428841"/>
                  <a:gd name="csY66" fmla="*/ 26677 h 522535"/>
                  <a:gd name="csX67" fmla="*/ 76711 w 428841"/>
                  <a:gd name="csY67" fmla="*/ 24137 h 522535"/>
                  <a:gd name="csX68" fmla="*/ 79251 w 428841"/>
                  <a:gd name="csY68" fmla="*/ 21734 h 522535"/>
                  <a:gd name="csX69" fmla="*/ 83275 w 428841"/>
                  <a:gd name="csY69" fmla="*/ 19103 h 522535"/>
                  <a:gd name="csX70" fmla="*/ 76792 w 428841"/>
                  <a:gd name="csY70" fmla="*/ 18100 h 522535"/>
                  <a:gd name="csX71" fmla="*/ 72078 w 428841"/>
                  <a:gd name="csY71" fmla="*/ 15119 h 522535"/>
                  <a:gd name="csX72" fmla="*/ 69501 w 428841"/>
                  <a:gd name="csY72" fmla="*/ 12179 h 522535"/>
                  <a:gd name="csX73" fmla="*/ 70989 w 428841"/>
                  <a:gd name="csY73" fmla="*/ 5916 h 522535"/>
                  <a:gd name="csX74" fmla="*/ 77646 w 428841"/>
                  <a:gd name="csY74" fmla="*/ 3402 h 522535"/>
                  <a:gd name="csX75" fmla="*/ 139275 w 428841"/>
                  <a:gd name="csY75" fmla="*/ 15638 h 522535"/>
                  <a:gd name="csX76" fmla="*/ 187630 w 428841"/>
                  <a:gd name="csY76" fmla="*/ 22047 h 522535"/>
                  <a:gd name="csX77" fmla="*/ 207209 w 428841"/>
                  <a:gd name="csY77" fmla="*/ 56596 h 522535"/>
                  <a:gd name="csX78" fmla="*/ 227114 w 428841"/>
                  <a:gd name="csY78" fmla="*/ 93147 h 522535"/>
                  <a:gd name="csX79" fmla="*/ 237157 w 428841"/>
                  <a:gd name="csY79" fmla="*/ 106748 h 522535"/>
                  <a:gd name="csX80" fmla="*/ 244314 w 428841"/>
                  <a:gd name="csY80" fmla="*/ 119404 h 522535"/>
                  <a:gd name="csX81" fmla="*/ 245646 w 428841"/>
                  <a:gd name="csY81" fmla="*/ 128703 h 522535"/>
                  <a:gd name="csX82" fmla="*/ 248545 w 428841"/>
                  <a:gd name="csY82" fmla="*/ 142569 h 522535"/>
                  <a:gd name="csX83" fmla="*/ 261330 w 428841"/>
                  <a:gd name="csY83" fmla="*/ 164801 h 522535"/>
                  <a:gd name="csX84" fmla="*/ 258888 w 428841"/>
                  <a:gd name="csY84" fmla="*/ 155359 h 522535"/>
                  <a:gd name="csX85" fmla="*/ 255800 w 428841"/>
                  <a:gd name="csY85" fmla="*/ 130155 h 522535"/>
                  <a:gd name="csX86" fmla="*/ 275961 w 428841"/>
                  <a:gd name="csY86" fmla="*/ 158456 h 522535"/>
                  <a:gd name="csX87" fmla="*/ 281077 w 428841"/>
                  <a:gd name="csY87" fmla="*/ 166295 h 522535"/>
                  <a:gd name="csX88" fmla="*/ 284516 w 428841"/>
                  <a:gd name="csY88" fmla="*/ 174685 h 522535"/>
                  <a:gd name="csX89" fmla="*/ 290330 w 428841"/>
                  <a:gd name="csY89" fmla="*/ 206853 h 522535"/>
                  <a:gd name="csX90" fmla="*/ 289732 w 428841"/>
                  <a:gd name="csY90" fmla="*/ 219395 h 522535"/>
                  <a:gd name="csX91" fmla="*/ 295284 w 428841"/>
                  <a:gd name="csY91" fmla="*/ 246624 h 522535"/>
                  <a:gd name="csX92" fmla="*/ 307839 w 428841"/>
                  <a:gd name="csY92" fmla="*/ 265674 h 522535"/>
                  <a:gd name="csX93" fmla="*/ 311998 w 428841"/>
                  <a:gd name="csY93" fmla="*/ 272749 h 522535"/>
                  <a:gd name="csX94" fmla="*/ 323310 w 428841"/>
                  <a:gd name="csY94" fmla="*/ 313772 h 522535"/>
                  <a:gd name="csX95" fmla="*/ 331080 w 428841"/>
                  <a:gd name="csY95" fmla="*/ 343142 h 522535"/>
                  <a:gd name="csX96" fmla="*/ 329774 w 428841"/>
                  <a:gd name="csY96" fmla="*/ 364390 h 522535"/>
                  <a:gd name="csX97" fmla="*/ 349986 w 428841"/>
                  <a:gd name="csY97" fmla="*/ 396248 h 522535"/>
                  <a:gd name="csX98" fmla="*/ 354973 w 428841"/>
                  <a:gd name="csY98" fmla="*/ 397754 h 522535"/>
                  <a:gd name="csX99" fmla="*/ 357026 w 428841"/>
                  <a:gd name="csY99" fmla="*/ 403789 h 522535"/>
                  <a:gd name="csX100" fmla="*/ 360843 w 428841"/>
                  <a:gd name="csY100" fmla="*/ 395399 h 522535"/>
                  <a:gd name="csX101" fmla="*/ 361835 w 428841"/>
                  <a:gd name="csY101" fmla="*/ 383279 h 522535"/>
                  <a:gd name="csX102" fmla="*/ 377379 w 428841"/>
                  <a:gd name="csY102" fmla="*/ 393272 h 522535"/>
                  <a:gd name="csX103" fmla="*/ 390468 w 428841"/>
                  <a:gd name="csY103" fmla="*/ 410555 h 522535"/>
                  <a:gd name="csX104" fmla="*/ 396921 w 428841"/>
                  <a:gd name="csY104" fmla="*/ 414114 h 522535"/>
                  <a:gd name="csX105" fmla="*/ 403375 w 428841"/>
                  <a:gd name="csY105" fmla="*/ 419847 h 522535"/>
                  <a:gd name="csX106" fmla="*/ 406602 w 428841"/>
                  <a:gd name="csY106" fmla="*/ 439662 h 522535"/>
                  <a:gd name="csX107" fmla="*/ 418087 w 428841"/>
                  <a:gd name="csY107" fmla="*/ 458630 h 522535"/>
                  <a:gd name="csX108" fmla="*/ 419011 w 428841"/>
                  <a:gd name="csY108" fmla="*/ 503820 h 522535"/>
                  <a:gd name="csX109" fmla="*/ 409820 w 428841"/>
                  <a:gd name="csY109" fmla="*/ 509628 h 522535"/>
                  <a:gd name="csX110" fmla="*/ 394580 w 428841"/>
                  <a:gd name="csY110" fmla="*/ 516082 h 522535"/>
                  <a:gd name="csX111" fmla="*/ 382031 w 428841"/>
                  <a:gd name="csY111" fmla="*/ 522535 h 522535"/>
                  <a:gd name="csX112" fmla="*/ 375000 w 428841"/>
                  <a:gd name="csY112" fmla="*/ 516104 h 5225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Lst>
                <a:rect l="l" t="t" r="r" b="b"/>
                <a:pathLst>
                  <a:path w="428841" h="522535">
                    <a:moveTo>
                      <a:pt x="375000" y="516104"/>
                    </a:moveTo>
                    <a:cubicBezTo>
                      <a:pt x="371085" y="511937"/>
                      <a:pt x="368304" y="504894"/>
                      <a:pt x="367101" y="496098"/>
                    </a:cubicBezTo>
                    <a:cubicBezTo>
                      <a:pt x="366079" y="488632"/>
                      <a:pt x="361916" y="475673"/>
                      <a:pt x="357849" y="467300"/>
                    </a:cubicBezTo>
                    <a:cubicBezTo>
                      <a:pt x="351802" y="454850"/>
                      <a:pt x="348152" y="450809"/>
                      <a:pt x="337807" y="445109"/>
                    </a:cubicBezTo>
                    <a:cubicBezTo>
                      <a:pt x="329743" y="440665"/>
                      <a:pt x="323467" y="434840"/>
                      <a:pt x="320489" y="429036"/>
                    </a:cubicBezTo>
                    <a:cubicBezTo>
                      <a:pt x="313727" y="415856"/>
                      <a:pt x="278311" y="380967"/>
                      <a:pt x="269809" y="379110"/>
                    </a:cubicBezTo>
                    <a:cubicBezTo>
                      <a:pt x="258622" y="376667"/>
                      <a:pt x="248488" y="372383"/>
                      <a:pt x="248488" y="370097"/>
                    </a:cubicBezTo>
                    <a:cubicBezTo>
                      <a:pt x="248488" y="368948"/>
                      <a:pt x="252263" y="369052"/>
                      <a:pt x="256878" y="370327"/>
                    </a:cubicBezTo>
                    <a:lnTo>
                      <a:pt x="265267" y="372646"/>
                    </a:lnTo>
                    <a:lnTo>
                      <a:pt x="258168" y="366399"/>
                    </a:lnTo>
                    <a:cubicBezTo>
                      <a:pt x="254264" y="362963"/>
                      <a:pt x="251069" y="357971"/>
                      <a:pt x="251069" y="355305"/>
                    </a:cubicBezTo>
                    <a:cubicBezTo>
                      <a:pt x="251069" y="350053"/>
                      <a:pt x="241061" y="348679"/>
                      <a:pt x="237556" y="353450"/>
                    </a:cubicBezTo>
                    <a:cubicBezTo>
                      <a:pt x="236513" y="354870"/>
                      <a:pt x="235605" y="353128"/>
                      <a:pt x="235538" y="349578"/>
                    </a:cubicBezTo>
                    <a:cubicBezTo>
                      <a:pt x="235471" y="346029"/>
                      <a:pt x="233711" y="340870"/>
                      <a:pt x="231626" y="338114"/>
                    </a:cubicBezTo>
                    <a:cubicBezTo>
                      <a:pt x="229542" y="335358"/>
                      <a:pt x="227699" y="330711"/>
                      <a:pt x="227531" y="327788"/>
                    </a:cubicBezTo>
                    <a:cubicBezTo>
                      <a:pt x="227316" y="324054"/>
                      <a:pt x="226639" y="324776"/>
                      <a:pt x="225255" y="330217"/>
                    </a:cubicBezTo>
                    <a:cubicBezTo>
                      <a:pt x="223398" y="337513"/>
                      <a:pt x="223256" y="337588"/>
                      <a:pt x="222797" y="331508"/>
                    </a:cubicBezTo>
                    <a:cubicBezTo>
                      <a:pt x="222352" y="325610"/>
                      <a:pt x="222136" y="325499"/>
                      <a:pt x="220276" y="330217"/>
                    </a:cubicBezTo>
                    <a:cubicBezTo>
                      <a:pt x="218499" y="334726"/>
                      <a:pt x="218005" y="334315"/>
                      <a:pt x="216375" y="326968"/>
                    </a:cubicBezTo>
                    <a:cubicBezTo>
                      <a:pt x="215349" y="322341"/>
                      <a:pt x="213442" y="319215"/>
                      <a:pt x="212138" y="320021"/>
                    </a:cubicBezTo>
                    <a:cubicBezTo>
                      <a:pt x="210833" y="320827"/>
                      <a:pt x="209766" y="319676"/>
                      <a:pt x="209766" y="317462"/>
                    </a:cubicBezTo>
                    <a:cubicBezTo>
                      <a:pt x="209766" y="315249"/>
                      <a:pt x="211073" y="313728"/>
                      <a:pt x="212670" y="314083"/>
                    </a:cubicBezTo>
                    <a:cubicBezTo>
                      <a:pt x="214268" y="314438"/>
                      <a:pt x="216161" y="313115"/>
                      <a:pt x="216877" y="311142"/>
                    </a:cubicBezTo>
                    <a:cubicBezTo>
                      <a:pt x="217675" y="308946"/>
                      <a:pt x="217050" y="308255"/>
                      <a:pt x="215264" y="309359"/>
                    </a:cubicBezTo>
                    <a:cubicBezTo>
                      <a:pt x="211189" y="311878"/>
                      <a:pt x="211586" y="308715"/>
                      <a:pt x="217511" y="291496"/>
                    </a:cubicBezTo>
                    <a:cubicBezTo>
                      <a:pt x="220350" y="283242"/>
                      <a:pt x="222673" y="274348"/>
                      <a:pt x="222673" y="271731"/>
                    </a:cubicBezTo>
                    <a:cubicBezTo>
                      <a:pt x="222673" y="269113"/>
                      <a:pt x="223977" y="266972"/>
                      <a:pt x="225571" y="266972"/>
                    </a:cubicBezTo>
                    <a:cubicBezTo>
                      <a:pt x="227573" y="266972"/>
                      <a:pt x="227475" y="265775"/>
                      <a:pt x="225255" y="263100"/>
                    </a:cubicBezTo>
                    <a:cubicBezTo>
                      <a:pt x="223035" y="260424"/>
                      <a:pt x="222937" y="259227"/>
                      <a:pt x="224939" y="259227"/>
                    </a:cubicBezTo>
                    <a:cubicBezTo>
                      <a:pt x="226726" y="259227"/>
                      <a:pt x="227696" y="254529"/>
                      <a:pt x="227470" y="246966"/>
                    </a:cubicBezTo>
                    <a:lnTo>
                      <a:pt x="227104" y="234704"/>
                    </a:lnTo>
                    <a:lnTo>
                      <a:pt x="225255" y="245029"/>
                    </a:lnTo>
                    <a:cubicBezTo>
                      <a:pt x="223422" y="255266"/>
                      <a:pt x="223402" y="255233"/>
                      <a:pt x="222926" y="241157"/>
                    </a:cubicBezTo>
                    <a:cubicBezTo>
                      <a:pt x="222330" y="223537"/>
                      <a:pt x="217100" y="203003"/>
                      <a:pt x="213514" y="204198"/>
                    </a:cubicBezTo>
                    <a:cubicBezTo>
                      <a:pt x="212038" y="204690"/>
                      <a:pt x="209337" y="200961"/>
                      <a:pt x="207511" y="195911"/>
                    </a:cubicBezTo>
                    <a:cubicBezTo>
                      <a:pt x="204912" y="188724"/>
                      <a:pt x="203143" y="187062"/>
                      <a:pt x="199366" y="188261"/>
                    </a:cubicBezTo>
                    <a:cubicBezTo>
                      <a:pt x="196479" y="189177"/>
                      <a:pt x="192643" y="187925"/>
                      <a:pt x="189814" y="185143"/>
                    </a:cubicBezTo>
                    <a:cubicBezTo>
                      <a:pt x="187213" y="182586"/>
                      <a:pt x="181818" y="178787"/>
                      <a:pt x="177824" y="176701"/>
                    </a:cubicBezTo>
                    <a:cubicBezTo>
                      <a:pt x="173830" y="174616"/>
                      <a:pt x="171833" y="172486"/>
                      <a:pt x="173385" y="171969"/>
                    </a:cubicBezTo>
                    <a:cubicBezTo>
                      <a:pt x="177632" y="170553"/>
                      <a:pt x="176775" y="166295"/>
                      <a:pt x="172244" y="166295"/>
                    </a:cubicBezTo>
                    <a:cubicBezTo>
                      <a:pt x="165904" y="166295"/>
                      <a:pt x="155744" y="158482"/>
                      <a:pt x="157189" y="154717"/>
                    </a:cubicBezTo>
                    <a:cubicBezTo>
                      <a:pt x="157916" y="152822"/>
                      <a:pt x="156611" y="147599"/>
                      <a:pt x="154290" y="143110"/>
                    </a:cubicBezTo>
                    <a:cubicBezTo>
                      <a:pt x="150789" y="136341"/>
                      <a:pt x="150644" y="134254"/>
                      <a:pt x="153437" y="130888"/>
                    </a:cubicBezTo>
                    <a:cubicBezTo>
                      <a:pt x="156396" y="127323"/>
                      <a:pt x="156023" y="127073"/>
                      <a:pt x="150373" y="128835"/>
                    </a:cubicBezTo>
                    <a:cubicBezTo>
                      <a:pt x="144136" y="130780"/>
                      <a:pt x="144078" y="130686"/>
                      <a:pt x="148457" y="125777"/>
                    </a:cubicBezTo>
                    <a:cubicBezTo>
                      <a:pt x="153040" y="120640"/>
                      <a:pt x="154705" y="109503"/>
                      <a:pt x="150890" y="109503"/>
                    </a:cubicBezTo>
                    <a:cubicBezTo>
                      <a:pt x="149743" y="109503"/>
                      <a:pt x="146789" y="114072"/>
                      <a:pt x="144325" y="119656"/>
                    </a:cubicBezTo>
                    <a:cubicBezTo>
                      <a:pt x="140017" y="129421"/>
                      <a:pt x="139548" y="129705"/>
                      <a:pt x="132054" y="127093"/>
                    </a:cubicBezTo>
                    <a:cubicBezTo>
                      <a:pt x="127075" y="125357"/>
                      <a:pt x="124756" y="123090"/>
                      <a:pt x="125630" y="120812"/>
                    </a:cubicBezTo>
                    <a:cubicBezTo>
                      <a:pt x="126411" y="118778"/>
                      <a:pt x="125370" y="117248"/>
                      <a:pt x="123207" y="117248"/>
                    </a:cubicBezTo>
                    <a:cubicBezTo>
                      <a:pt x="121121" y="117248"/>
                      <a:pt x="119415" y="119339"/>
                      <a:pt x="119415" y="121894"/>
                    </a:cubicBezTo>
                    <a:cubicBezTo>
                      <a:pt x="119415" y="124450"/>
                      <a:pt x="118112" y="127844"/>
                      <a:pt x="116519" y="129437"/>
                    </a:cubicBezTo>
                    <a:cubicBezTo>
                      <a:pt x="113230" y="132727"/>
                      <a:pt x="105775" y="130849"/>
                      <a:pt x="107977" y="127285"/>
                    </a:cubicBezTo>
                    <a:cubicBezTo>
                      <a:pt x="108769" y="126004"/>
                      <a:pt x="107624" y="124268"/>
                      <a:pt x="105433" y="123427"/>
                    </a:cubicBezTo>
                    <a:cubicBezTo>
                      <a:pt x="103242" y="122586"/>
                      <a:pt x="99008" y="117948"/>
                      <a:pt x="96024" y="113119"/>
                    </a:cubicBezTo>
                    <a:cubicBezTo>
                      <a:pt x="92358" y="107187"/>
                      <a:pt x="88642" y="104340"/>
                      <a:pt x="84566" y="104340"/>
                    </a:cubicBezTo>
                    <a:cubicBezTo>
                      <a:pt x="80490" y="104340"/>
                      <a:pt x="76774" y="101493"/>
                      <a:pt x="73108" y="95562"/>
                    </a:cubicBezTo>
                    <a:cubicBezTo>
                      <a:pt x="67387" y="86305"/>
                      <a:pt x="62222" y="83015"/>
                      <a:pt x="56725" y="85124"/>
                    </a:cubicBezTo>
                    <a:cubicBezTo>
                      <a:pt x="50606" y="87472"/>
                      <a:pt x="41978" y="76444"/>
                      <a:pt x="41890" y="66163"/>
                    </a:cubicBezTo>
                    <a:cubicBezTo>
                      <a:pt x="41792" y="54708"/>
                      <a:pt x="37917" y="49001"/>
                      <a:pt x="28677" y="46701"/>
                    </a:cubicBezTo>
                    <a:cubicBezTo>
                      <a:pt x="24172" y="45580"/>
                      <a:pt x="20912" y="42349"/>
                      <a:pt x="19131" y="37238"/>
                    </a:cubicBezTo>
                    <a:cubicBezTo>
                      <a:pt x="17643" y="32970"/>
                      <a:pt x="14841" y="29478"/>
                      <a:pt x="12905" y="29478"/>
                    </a:cubicBezTo>
                    <a:cubicBezTo>
                      <a:pt x="8305" y="29478"/>
                      <a:pt x="-2593" y="14715"/>
                      <a:pt x="565" y="12763"/>
                    </a:cubicBezTo>
                    <a:cubicBezTo>
                      <a:pt x="3818" y="10752"/>
                      <a:pt x="12858" y="12542"/>
                      <a:pt x="24931" y="17586"/>
                    </a:cubicBezTo>
                    <a:cubicBezTo>
                      <a:pt x="37286" y="22748"/>
                      <a:pt x="47225" y="22872"/>
                      <a:pt x="53740" y="17944"/>
                    </a:cubicBezTo>
                    <a:cubicBezTo>
                      <a:pt x="60581" y="12770"/>
                      <a:pt x="62623" y="13067"/>
                      <a:pt x="62623" y="19236"/>
                    </a:cubicBezTo>
                    <a:cubicBezTo>
                      <a:pt x="62623" y="22305"/>
                      <a:pt x="65034" y="25393"/>
                      <a:pt x="68432" y="26677"/>
                    </a:cubicBezTo>
                    <a:cubicBezTo>
                      <a:pt x="74871" y="29111"/>
                      <a:pt x="79002" y="27843"/>
                      <a:pt x="76711" y="24137"/>
                    </a:cubicBezTo>
                    <a:cubicBezTo>
                      <a:pt x="75894" y="22815"/>
                      <a:pt x="77037" y="21734"/>
                      <a:pt x="79251" y="21734"/>
                    </a:cubicBezTo>
                    <a:cubicBezTo>
                      <a:pt x="81464" y="21734"/>
                      <a:pt x="83275" y="20550"/>
                      <a:pt x="83275" y="19103"/>
                    </a:cubicBezTo>
                    <a:cubicBezTo>
                      <a:pt x="83275" y="17583"/>
                      <a:pt x="80538" y="17160"/>
                      <a:pt x="76792" y="18100"/>
                    </a:cubicBezTo>
                    <a:cubicBezTo>
                      <a:pt x="71329" y="19471"/>
                      <a:pt x="70588" y="19002"/>
                      <a:pt x="72078" y="15119"/>
                    </a:cubicBezTo>
                    <a:cubicBezTo>
                      <a:pt x="73452" y="11539"/>
                      <a:pt x="72877" y="10883"/>
                      <a:pt x="69501" y="12179"/>
                    </a:cubicBezTo>
                    <a:cubicBezTo>
                      <a:pt x="66052" y="13503"/>
                      <a:pt x="66358" y="12212"/>
                      <a:pt x="70989" y="5916"/>
                    </a:cubicBezTo>
                    <a:cubicBezTo>
                      <a:pt x="76351" y="-1376"/>
                      <a:pt x="76888" y="-1579"/>
                      <a:pt x="77646" y="3402"/>
                    </a:cubicBezTo>
                    <a:cubicBezTo>
                      <a:pt x="78672" y="10145"/>
                      <a:pt x="78784" y="10167"/>
                      <a:pt x="139275" y="15638"/>
                    </a:cubicBezTo>
                    <a:cubicBezTo>
                      <a:pt x="166526" y="18103"/>
                      <a:pt x="188286" y="20987"/>
                      <a:pt x="187630" y="22047"/>
                    </a:cubicBezTo>
                    <a:cubicBezTo>
                      <a:pt x="185081" y="26172"/>
                      <a:pt x="200296" y="53021"/>
                      <a:pt x="207209" y="56596"/>
                    </a:cubicBezTo>
                    <a:cubicBezTo>
                      <a:pt x="214767" y="60504"/>
                      <a:pt x="224810" y="78946"/>
                      <a:pt x="227114" y="93147"/>
                    </a:cubicBezTo>
                    <a:cubicBezTo>
                      <a:pt x="228108" y="99272"/>
                      <a:pt x="230904" y="103059"/>
                      <a:pt x="237157" y="106748"/>
                    </a:cubicBezTo>
                    <a:cubicBezTo>
                      <a:pt x="244668" y="111180"/>
                      <a:pt x="245621" y="112866"/>
                      <a:pt x="244314" y="119404"/>
                    </a:cubicBezTo>
                    <a:cubicBezTo>
                      <a:pt x="243448" y="123731"/>
                      <a:pt x="244017" y="127696"/>
                      <a:pt x="245646" y="128703"/>
                    </a:cubicBezTo>
                    <a:cubicBezTo>
                      <a:pt x="247209" y="129669"/>
                      <a:pt x="248514" y="135909"/>
                      <a:pt x="248545" y="142569"/>
                    </a:cubicBezTo>
                    <a:cubicBezTo>
                      <a:pt x="248610" y="156222"/>
                      <a:pt x="256380" y="169733"/>
                      <a:pt x="261330" y="164801"/>
                    </a:cubicBezTo>
                    <a:cubicBezTo>
                      <a:pt x="263334" y="162805"/>
                      <a:pt x="262643" y="160133"/>
                      <a:pt x="258888" y="155359"/>
                    </a:cubicBezTo>
                    <a:cubicBezTo>
                      <a:pt x="253728" y="148800"/>
                      <a:pt x="251444" y="130155"/>
                      <a:pt x="255800" y="130155"/>
                    </a:cubicBezTo>
                    <a:cubicBezTo>
                      <a:pt x="259829" y="130155"/>
                      <a:pt x="274389" y="150593"/>
                      <a:pt x="275961" y="158456"/>
                    </a:cubicBezTo>
                    <a:cubicBezTo>
                      <a:pt x="276824" y="162768"/>
                      <a:pt x="279126" y="166295"/>
                      <a:pt x="281077" y="166295"/>
                    </a:cubicBezTo>
                    <a:cubicBezTo>
                      <a:pt x="283382" y="166295"/>
                      <a:pt x="284587" y="169236"/>
                      <a:pt x="284516" y="174685"/>
                    </a:cubicBezTo>
                    <a:cubicBezTo>
                      <a:pt x="284361" y="186530"/>
                      <a:pt x="287367" y="203159"/>
                      <a:pt x="290330" y="206853"/>
                    </a:cubicBezTo>
                    <a:cubicBezTo>
                      <a:pt x="291973" y="208901"/>
                      <a:pt x="291767" y="213229"/>
                      <a:pt x="289732" y="219395"/>
                    </a:cubicBezTo>
                    <a:cubicBezTo>
                      <a:pt x="286869" y="228068"/>
                      <a:pt x="287307" y="230214"/>
                      <a:pt x="295284" y="246624"/>
                    </a:cubicBezTo>
                    <a:cubicBezTo>
                      <a:pt x="300047" y="256421"/>
                      <a:pt x="305697" y="264994"/>
                      <a:pt x="307839" y="265674"/>
                    </a:cubicBezTo>
                    <a:cubicBezTo>
                      <a:pt x="309981" y="266354"/>
                      <a:pt x="311853" y="269538"/>
                      <a:pt x="311998" y="272749"/>
                    </a:cubicBezTo>
                    <a:cubicBezTo>
                      <a:pt x="312747" y="289262"/>
                      <a:pt x="316417" y="302569"/>
                      <a:pt x="323310" y="313772"/>
                    </a:cubicBezTo>
                    <a:cubicBezTo>
                      <a:pt x="332864" y="329298"/>
                      <a:pt x="335210" y="338166"/>
                      <a:pt x="331080" y="343142"/>
                    </a:cubicBezTo>
                    <a:cubicBezTo>
                      <a:pt x="328823" y="345861"/>
                      <a:pt x="328447" y="351993"/>
                      <a:pt x="329774" y="364390"/>
                    </a:cubicBezTo>
                    <a:cubicBezTo>
                      <a:pt x="332100" y="386110"/>
                      <a:pt x="338349" y="395959"/>
                      <a:pt x="349986" y="396248"/>
                    </a:cubicBezTo>
                    <a:cubicBezTo>
                      <a:pt x="354503" y="396360"/>
                      <a:pt x="356748" y="397038"/>
                      <a:pt x="354973" y="397754"/>
                    </a:cubicBezTo>
                    <a:cubicBezTo>
                      <a:pt x="349867" y="399814"/>
                      <a:pt x="351219" y="403789"/>
                      <a:pt x="357026" y="403789"/>
                    </a:cubicBezTo>
                    <a:cubicBezTo>
                      <a:pt x="361562" y="403789"/>
                      <a:pt x="362100" y="402606"/>
                      <a:pt x="360843" y="395399"/>
                    </a:cubicBezTo>
                    <a:cubicBezTo>
                      <a:pt x="360039" y="390785"/>
                      <a:pt x="360485" y="385331"/>
                      <a:pt x="361835" y="383279"/>
                    </a:cubicBezTo>
                    <a:cubicBezTo>
                      <a:pt x="363800" y="380292"/>
                      <a:pt x="366898" y="382284"/>
                      <a:pt x="377379" y="393272"/>
                    </a:cubicBezTo>
                    <a:cubicBezTo>
                      <a:pt x="384578" y="400820"/>
                      <a:pt x="390468" y="408598"/>
                      <a:pt x="390468" y="410555"/>
                    </a:cubicBezTo>
                    <a:cubicBezTo>
                      <a:pt x="390468" y="412631"/>
                      <a:pt x="393158" y="414114"/>
                      <a:pt x="396921" y="414114"/>
                    </a:cubicBezTo>
                    <a:cubicBezTo>
                      <a:pt x="401868" y="414114"/>
                      <a:pt x="403375" y="415453"/>
                      <a:pt x="403375" y="419847"/>
                    </a:cubicBezTo>
                    <a:cubicBezTo>
                      <a:pt x="403375" y="423000"/>
                      <a:pt x="404827" y="431917"/>
                      <a:pt x="406602" y="439662"/>
                    </a:cubicBezTo>
                    <a:cubicBezTo>
                      <a:pt x="409222" y="451096"/>
                      <a:pt x="411381" y="454663"/>
                      <a:pt x="418087" y="458630"/>
                    </a:cubicBezTo>
                    <a:cubicBezTo>
                      <a:pt x="432031" y="466881"/>
                      <a:pt x="432496" y="489608"/>
                      <a:pt x="419011" y="503820"/>
                    </a:cubicBezTo>
                    <a:cubicBezTo>
                      <a:pt x="415980" y="507014"/>
                      <a:pt x="411844" y="509628"/>
                      <a:pt x="409820" y="509628"/>
                    </a:cubicBezTo>
                    <a:cubicBezTo>
                      <a:pt x="407796" y="509628"/>
                      <a:pt x="400938" y="512532"/>
                      <a:pt x="394580" y="516082"/>
                    </a:cubicBezTo>
                    <a:cubicBezTo>
                      <a:pt x="388222" y="519631"/>
                      <a:pt x="382575" y="522535"/>
                      <a:pt x="382031" y="522535"/>
                    </a:cubicBezTo>
                    <a:cubicBezTo>
                      <a:pt x="381487" y="522535"/>
                      <a:pt x="378323" y="519641"/>
                      <a:pt x="375000" y="516104"/>
                    </a:cubicBezTo>
                    <a:close/>
                  </a:path>
                </a:pathLst>
              </a:custGeom>
              <a:solidFill>
                <a:srgbClr val="B9B9B9"/>
              </a:solidFill>
              <a:ln w="5163" cap="flat">
                <a:noFill/>
                <a:prstDash val="solid"/>
                <a:miter/>
              </a:ln>
            </p:spPr>
            <p:txBody>
              <a:bodyPr/>
              <a:lstStyle/>
              <a:p>
                <a:endParaRPr lang="es-419" noProof="0" dirty="0"/>
              </a:p>
            </p:txBody>
          </p:sp>
          <p:sp>
            <p:nvSpPr>
              <p:cNvPr id="93" name="Forma libre: forma 92">
                <a:extLst>
                  <a:ext uri="{FF2B5EF4-FFF2-40B4-BE49-F238E27FC236}">
                    <a16:creationId xmlns:a16="http://schemas.microsoft.com/office/drawing/2014/main" id="{E53433AE-FD6D-DA1C-226C-6C0665232E6F}"/>
                  </a:ext>
                </a:extLst>
              </p:cNvPr>
              <p:cNvSpPr/>
              <p:nvPr/>
            </p:nvSpPr>
            <p:spPr>
              <a:xfrm>
                <a:off x="675648" y="1860606"/>
                <a:ext cx="11408" cy="19945"/>
              </a:xfrm>
              <a:custGeom>
                <a:avLst/>
                <a:gdLst>
                  <a:gd name="csX0" fmla="*/ 2146 w 11408"/>
                  <a:gd name="csY0" fmla="*/ 10289 h 19945"/>
                  <a:gd name="csX1" fmla="*/ 6337 w 11408"/>
                  <a:gd name="csY1" fmla="*/ 7392 h 19945"/>
                  <a:gd name="csX2" fmla="*/ 8408 w 11408"/>
                  <a:gd name="csY2" fmla="*/ 19945 h 19945"/>
                  <a:gd name="csX3" fmla="*/ 2146 w 11408"/>
                  <a:gd name="csY3" fmla="*/ 10289 h 19945"/>
                </a:gdLst>
                <a:ahLst/>
                <a:cxnLst>
                  <a:cxn ang="0">
                    <a:pos x="csX0" y="csY0"/>
                  </a:cxn>
                  <a:cxn ang="0">
                    <a:pos x="csX1" y="csY1"/>
                  </a:cxn>
                  <a:cxn ang="0">
                    <a:pos x="csX2" y="csY2"/>
                  </a:cxn>
                  <a:cxn ang="0">
                    <a:pos x="csX3" y="csY3"/>
                  </a:cxn>
                </a:cxnLst>
                <a:rect l="l" t="t" r="r" b="b"/>
                <a:pathLst>
                  <a:path w="11408" h="19945">
                    <a:moveTo>
                      <a:pt x="2146" y="10289"/>
                    </a:moveTo>
                    <a:cubicBezTo>
                      <a:pt x="-1802" y="-2324"/>
                      <a:pt x="-243" y="-3401"/>
                      <a:pt x="6337" y="7392"/>
                    </a:cubicBezTo>
                    <a:cubicBezTo>
                      <a:pt x="12476" y="17462"/>
                      <a:pt x="12886" y="19945"/>
                      <a:pt x="8408" y="19945"/>
                    </a:cubicBezTo>
                    <a:cubicBezTo>
                      <a:pt x="6626" y="19945"/>
                      <a:pt x="3808" y="15600"/>
                      <a:pt x="2146" y="10289"/>
                    </a:cubicBezTo>
                    <a:close/>
                  </a:path>
                </a:pathLst>
              </a:custGeom>
              <a:solidFill>
                <a:srgbClr val="B9B9B9"/>
              </a:solidFill>
              <a:ln w="5163" cap="flat">
                <a:noFill/>
                <a:prstDash val="solid"/>
                <a:miter/>
              </a:ln>
            </p:spPr>
            <p:txBody>
              <a:bodyPr/>
              <a:lstStyle/>
              <a:p>
                <a:endParaRPr lang="es-419" noProof="0" dirty="0"/>
              </a:p>
            </p:txBody>
          </p:sp>
          <p:sp>
            <p:nvSpPr>
              <p:cNvPr id="94" name="Forma libre: forma 93">
                <a:extLst>
                  <a:ext uri="{FF2B5EF4-FFF2-40B4-BE49-F238E27FC236}">
                    <a16:creationId xmlns:a16="http://schemas.microsoft.com/office/drawing/2014/main" id="{D64A5D0B-647C-6209-8375-80F7F7E54478}"/>
                  </a:ext>
                </a:extLst>
              </p:cNvPr>
              <p:cNvSpPr/>
              <p:nvPr/>
            </p:nvSpPr>
            <p:spPr>
              <a:xfrm>
                <a:off x="517039" y="1839249"/>
                <a:ext cx="11082" cy="12784"/>
              </a:xfrm>
              <a:custGeom>
                <a:avLst/>
                <a:gdLst>
                  <a:gd name="csX0" fmla="*/ 4154 w 11082"/>
                  <a:gd name="csY0" fmla="*/ 8186 h 12784"/>
                  <a:gd name="csX1" fmla="*/ 2167 w 11082"/>
                  <a:gd name="csY1" fmla="*/ 0 h 12784"/>
                  <a:gd name="csX2" fmla="*/ 8680 w 11082"/>
                  <a:gd name="csY2" fmla="*/ 6454 h 12784"/>
                  <a:gd name="csX3" fmla="*/ 4154 w 11082"/>
                  <a:gd name="csY3" fmla="*/ 8186 h 12784"/>
                </a:gdLst>
                <a:ahLst/>
                <a:cxnLst>
                  <a:cxn ang="0">
                    <a:pos x="csX0" y="csY0"/>
                  </a:cxn>
                  <a:cxn ang="0">
                    <a:pos x="csX1" y="csY1"/>
                  </a:cxn>
                  <a:cxn ang="0">
                    <a:pos x="csX2" y="csY2"/>
                  </a:cxn>
                  <a:cxn ang="0">
                    <a:pos x="csX3" y="csY3"/>
                  </a:cxn>
                </a:cxnLst>
                <a:rect l="l" t="t" r="r" b="b"/>
                <a:pathLst>
                  <a:path w="11082" h="12784">
                    <a:moveTo>
                      <a:pt x="4154" y="8186"/>
                    </a:moveTo>
                    <a:cubicBezTo>
                      <a:pt x="-584" y="2950"/>
                      <a:pt x="-1300" y="0"/>
                      <a:pt x="2167" y="0"/>
                    </a:cubicBezTo>
                    <a:cubicBezTo>
                      <a:pt x="3423" y="0"/>
                      <a:pt x="6354" y="2904"/>
                      <a:pt x="8680" y="6454"/>
                    </a:cubicBezTo>
                    <a:cubicBezTo>
                      <a:pt x="13580" y="13931"/>
                      <a:pt x="10441" y="15133"/>
                      <a:pt x="4154" y="8186"/>
                    </a:cubicBezTo>
                    <a:close/>
                  </a:path>
                </a:pathLst>
              </a:custGeom>
              <a:solidFill>
                <a:srgbClr val="B9B9B9"/>
              </a:solidFill>
              <a:ln w="5163" cap="flat">
                <a:noFill/>
                <a:prstDash val="solid"/>
                <a:miter/>
              </a:ln>
            </p:spPr>
            <p:txBody>
              <a:bodyPr/>
              <a:lstStyle/>
              <a:p>
                <a:endParaRPr lang="es-419" noProof="0" dirty="0"/>
              </a:p>
            </p:txBody>
          </p:sp>
          <p:sp>
            <p:nvSpPr>
              <p:cNvPr id="95" name="Forma libre: forma 94">
                <a:extLst>
                  <a:ext uri="{FF2B5EF4-FFF2-40B4-BE49-F238E27FC236}">
                    <a16:creationId xmlns:a16="http://schemas.microsoft.com/office/drawing/2014/main" id="{2F6CE588-A8CA-D4D1-5AB3-95BED6B944C8}"/>
                  </a:ext>
                </a:extLst>
              </p:cNvPr>
              <p:cNvSpPr/>
              <p:nvPr/>
            </p:nvSpPr>
            <p:spPr>
              <a:xfrm>
                <a:off x="633440" y="1833111"/>
                <a:ext cx="12552" cy="18971"/>
              </a:xfrm>
              <a:custGeom>
                <a:avLst/>
                <a:gdLst>
                  <a:gd name="csX0" fmla="*/ 3996 w 12552"/>
                  <a:gd name="csY0" fmla="*/ 9922 h 18971"/>
                  <a:gd name="csX1" fmla="*/ 6099 w 12552"/>
                  <a:gd name="csY1" fmla="*/ 5082 h 18971"/>
                  <a:gd name="csX2" fmla="*/ 12553 w 12552"/>
                  <a:gd name="csY2" fmla="*/ 15290 h 18971"/>
                  <a:gd name="csX3" fmla="*/ 3996 w 12552"/>
                  <a:gd name="csY3" fmla="*/ 9922 h 18971"/>
                </a:gdLst>
                <a:ahLst/>
                <a:cxnLst>
                  <a:cxn ang="0">
                    <a:pos x="csX0" y="csY0"/>
                  </a:cxn>
                  <a:cxn ang="0">
                    <a:pos x="csX1" y="csY1"/>
                  </a:cxn>
                  <a:cxn ang="0">
                    <a:pos x="csX2" y="csY2"/>
                  </a:cxn>
                  <a:cxn ang="0">
                    <a:pos x="csX3" y="csY3"/>
                  </a:cxn>
                </a:cxnLst>
                <a:rect l="l" t="t" r="r" b="b"/>
                <a:pathLst>
                  <a:path w="12552" h="18971">
                    <a:moveTo>
                      <a:pt x="3996" y="9922"/>
                    </a:moveTo>
                    <a:cubicBezTo>
                      <a:pt x="-1733" y="-2091"/>
                      <a:pt x="-1533" y="-2550"/>
                      <a:pt x="6099" y="5082"/>
                    </a:cubicBezTo>
                    <a:cubicBezTo>
                      <a:pt x="9649" y="8631"/>
                      <a:pt x="12553" y="13225"/>
                      <a:pt x="12553" y="15290"/>
                    </a:cubicBezTo>
                    <a:cubicBezTo>
                      <a:pt x="12553" y="21885"/>
                      <a:pt x="8483" y="19332"/>
                      <a:pt x="3996" y="9922"/>
                    </a:cubicBezTo>
                    <a:close/>
                  </a:path>
                </a:pathLst>
              </a:custGeom>
              <a:solidFill>
                <a:srgbClr val="B9B9B9"/>
              </a:solidFill>
              <a:ln w="5163" cap="flat">
                <a:noFill/>
                <a:prstDash val="solid"/>
                <a:miter/>
              </a:ln>
            </p:spPr>
            <p:txBody>
              <a:bodyPr/>
              <a:lstStyle/>
              <a:p>
                <a:endParaRPr lang="es-419" noProof="0" dirty="0"/>
              </a:p>
            </p:txBody>
          </p:sp>
          <p:sp>
            <p:nvSpPr>
              <p:cNvPr id="96" name="Forma libre: forma 95">
                <a:extLst>
                  <a:ext uri="{FF2B5EF4-FFF2-40B4-BE49-F238E27FC236}">
                    <a16:creationId xmlns:a16="http://schemas.microsoft.com/office/drawing/2014/main" id="{547E9FC7-F595-2631-19D2-579D0541789E}"/>
                  </a:ext>
                </a:extLst>
              </p:cNvPr>
              <p:cNvSpPr/>
              <p:nvPr/>
            </p:nvSpPr>
            <p:spPr>
              <a:xfrm>
                <a:off x="499513" y="1824179"/>
                <a:ext cx="16487" cy="10786"/>
              </a:xfrm>
              <a:custGeom>
                <a:avLst/>
                <a:gdLst>
                  <a:gd name="csX0" fmla="*/ 5790 w 16487"/>
                  <a:gd name="csY0" fmla="*/ 5576 h 10786"/>
                  <a:gd name="csX1" fmla="*/ 4501 w 16487"/>
                  <a:gd name="csY1" fmla="*/ 936 h 10786"/>
                  <a:gd name="csX2" fmla="*/ 15719 w 16487"/>
                  <a:gd name="csY2" fmla="*/ 10646 h 10786"/>
                  <a:gd name="csX3" fmla="*/ 5790 w 16487"/>
                  <a:gd name="csY3" fmla="*/ 5576 h 10786"/>
                </a:gdLst>
                <a:ahLst/>
                <a:cxnLst>
                  <a:cxn ang="0">
                    <a:pos x="csX0" y="csY0"/>
                  </a:cxn>
                  <a:cxn ang="0">
                    <a:pos x="csX1" y="csY1"/>
                  </a:cxn>
                  <a:cxn ang="0">
                    <a:pos x="csX2" y="csY2"/>
                  </a:cxn>
                  <a:cxn ang="0">
                    <a:pos x="csX3" y="csY3"/>
                  </a:cxn>
                </a:cxnLst>
                <a:rect l="l" t="t" r="r" b="b"/>
                <a:pathLst>
                  <a:path w="16487" h="10786">
                    <a:moveTo>
                      <a:pt x="5790" y="5576"/>
                    </a:moveTo>
                    <a:cubicBezTo>
                      <a:pt x="-1676" y="-615"/>
                      <a:pt x="-1722" y="-781"/>
                      <a:pt x="4501" y="936"/>
                    </a:cubicBezTo>
                    <a:cubicBezTo>
                      <a:pt x="12209" y="3063"/>
                      <a:pt x="18782" y="8753"/>
                      <a:pt x="15719" y="10646"/>
                    </a:cubicBezTo>
                    <a:cubicBezTo>
                      <a:pt x="14517" y="11389"/>
                      <a:pt x="10049" y="9107"/>
                      <a:pt x="5790" y="5576"/>
                    </a:cubicBezTo>
                    <a:close/>
                  </a:path>
                </a:pathLst>
              </a:custGeom>
              <a:solidFill>
                <a:srgbClr val="B9B9B9"/>
              </a:solidFill>
              <a:ln w="5163" cap="flat">
                <a:noFill/>
                <a:prstDash val="solid"/>
                <a:miter/>
              </a:ln>
            </p:spPr>
            <p:txBody>
              <a:bodyPr/>
              <a:lstStyle/>
              <a:p>
                <a:endParaRPr lang="es-419" noProof="0" dirty="0"/>
              </a:p>
            </p:txBody>
          </p:sp>
          <p:sp>
            <p:nvSpPr>
              <p:cNvPr id="97" name="Forma libre: forma 96">
                <a:extLst>
                  <a:ext uri="{FF2B5EF4-FFF2-40B4-BE49-F238E27FC236}">
                    <a16:creationId xmlns:a16="http://schemas.microsoft.com/office/drawing/2014/main" id="{9D39493D-DE8A-AC7E-E85B-E6C30BC35B28}"/>
                  </a:ext>
                </a:extLst>
              </p:cNvPr>
              <p:cNvSpPr/>
              <p:nvPr/>
            </p:nvSpPr>
            <p:spPr>
              <a:xfrm>
                <a:off x="478303" y="1760241"/>
                <a:ext cx="17819" cy="62484"/>
              </a:xfrm>
              <a:custGeom>
                <a:avLst/>
                <a:gdLst>
                  <a:gd name="csX0" fmla="*/ 12817 w 17819"/>
                  <a:gd name="csY0" fmla="*/ 59663 h 62484"/>
                  <a:gd name="csX1" fmla="*/ 8906 w 17819"/>
                  <a:gd name="csY1" fmla="*/ 49920 h 62484"/>
                  <a:gd name="csX2" fmla="*/ 3768 w 17819"/>
                  <a:gd name="csY2" fmla="*/ 41934 h 62484"/>
                  <a:gd name="csX3" fmla="*/ 2261 w 17819"/>
                  <a:gd name="csY3" fmla="*/ 33152 h 62484"/>
                  <a:gd name="csX4" fmla="*/ 8278 w 17819"/>
                  <a:gd name="csY4" fmla="*/ 19635 h 62484"/>
                  <a:gd name="csX5" fmla="*/ 14954 w 17819"/>
                  <a:gd name="csY5" fmla="*/ 4146 h 62484"/>
                  <a:gd name="csX6" fmla="*/ 16371 w 17819"/>
                  <a:gd name="csY6" fmla="*/ 6727 h 62484"/>
                  <a:gd name="csX7" fmla="*/ 10951 w 17819"/>
                  <a:gd name="csY7" fmla="*/ 23219 h 62484"/>
                  <a:gd name="csX8" fmla="*/ 9971 w 17819"/>
                  <a:gd name="csY8" fmla="*/ 36893 h 62484"/>
                  <a:gd name="csX9" fmla="*/ 12803 w 17819"/>
                  <a:gd name="csY9" fmla="*/ 48926 h 62484"/>
                  <a:gd name="csX10" fmla="*/ 15858 w 17819"/>
                  <a:gd name="csY10" fmla="*/ 57797 h 62484"/>
                  <a:gd name="csX11" fmla="*/ 17517 w 17819"/>
                  <a:gd name="csY11" fmla="*/ 62248 h 62484"/>
                  <a:gd name="csX12" fmla="*/ 12817 w 17819"/>
                  <a:gd name="csY12" fmla="*/ 59663 h 624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7819" h="62484">
                    <a:moveTo>
                      <a:pt x="12817" y="59663"/>
                    </a:moveTo>
                    <a:cubicBezTo>
                      <a:pt x="10999" y="57473"/>
                      <a:pt x="9240" y="53089"/>
                      <a:pt x="8906" y="49920"/>
                    </a:cubicBezTo>
                    <a:cubicBezTo>
                      <a:pt x="7921" y="40559"/>
                      <a:pt x="7808" y="40384"/>
                      <a:pt x="3768" y="41934"/>
                    </a:cubicBezTo>
                    <a:cubicBezTo>
                      <a:pt x="-606" y="43612"/>
                      <a:pt x="-1257" y="39820"/>
                      <a:pt x="2261" y="33152"/>
                    </a:cubicBezTo>
                    <a:cubicBezTo>
                      <a:pt x="3561" y="30687"/>
                      <a:pt x="6269" y="24604"/>
                      <a:pt x="8278" y="19635"/>
                    </a:cubicBezTo>
                    <a:cubicBezTo>
                      <a:pt x="10287" y="14665"/>
                      <a:pt x="13291" y="7695"/>
                      <a:pt x="14954" y="4146"/>
                    </a:cubicBezTo>
                    <a:cubicBezTo>
                      <a:pt x="17758" y="-1839"/>
                      <a:pt x="17861" y="-1651"/>
                      <a:pt x="16371" y="6727"/>
                    </a:cubicBezTo>
                    <a:cubicBezTo>
                      <a:pt x="15486" y="11697"/>
                      <a:pt x="13047" y="19118"/>
                      <a:pt x="10951" y="23219"/>
                    </a:cubicBezTo>
                    <a:cubicBezTo>
                      <a:pt x="8012" y="28966"/>
                      <a:pt x="7787" y="32101"/>
                      <a:pt x="9971" y="36893"/>
                    </a:cubicBezTo>
                    <a:cubicBezTo>
                      <a:pt x="11529" y="40313"/>
                      <a:pt x="12803" y="45728"/>
                      <a:pt x="12803" y="48926"/>
                    </a:cubicBezTo>
                    <a:cubicBezTo>
                      <a:pt x="12803" y="52125"/>
                      <a:pt x="14178" y="56117"/>
                      <a:pt x="15858" y="57797"/>
                    </a:cubicBezTo>
                    <a:cubicBezTo>
                      <a:pt x="17538" y="59477"/>
                      <a:pt x="18285" y="61480"/>
                      <a:pt x="17517" y="62248"/>
                    </a:cubicBezTo>
                    <a:cubicBezTo>
                      <a:pt x="16749" y="63016"/>
                      <a:pt x="14634" y="61852"/>
                      <a:pt x="12817" y="59663"/>
                    </a:cubicBezTo>
                    <a:close/>
                  </a:path>
                </a:pathLst>
              </a:custGeom>
              <a:solidFill>
                <a:srgbClr val="B9B9B9"/>
              </a:solidFill>
              <a:ln w="5163" cap="flat">
                <a:noFill/>
                <a:prstDash val="solid"/>
                <a:miter/>
              </a:ln>
            </p:spPr>
            <p:txBody>
              <a:bodyPr/>
              <a:lstStyle/>
              <a:p>
                <a:endParaRPr lang="es-419" noProof="0" dirty="0"/>
              </a:p>
            </p:txBody>
          </p:sp>
          <p:sp>
            <p:nvSpPr>
              <p:cNvPr id="98" name="Forma libre: forma 97">
                <a:extLst>
                  <a:ext uri="{FF2B5EF4-FFF2-40B4-BE49-F238E27FC236}">
                    <a16:creationId xmlns:a16="http://schemas.microsoft.com/office/drawing/2014/main" id="{E676C285-C945-1736-0DB8-2F36F9EB4E19}"/>
                  </a:ext>
                </a:extLst>
              </p:cNvPr>
              <p:cNvSpPr/>
              <p:nvPr/>
            </p:nvSpPr>
            <p:spPr>
              <a:xfrm>
                <a:off x="610272" y="1785879"/>
                <a:ext cx="19431" cy="24201"/>
              </a:xfrm>
              <a:custGeom>
                <a:avLst/>
                <a:gdLst>
                  <a:gd name="csX0" fmla="*/ 12977 w 19431"/>
                  <a:gd name="csY0" fmla="*/ 20895 h 24201"/>
                  <a:gd name="csX1" fmla="*/ 7325 w 19431"/>
                  <a:gd name="csY1" fmla="*/ 14059 h 24201"/>
                  <a:gd name="csX2" fmla="*/ 3038 w 19431"/>
                  <a:gd name="csY2" fmla="*/ 6445 h 24201"/>
                  <a:gd name="csX3" fmla="*/ 7745 w 19431"/>
                  <a:gd name="csY3" fmla="*/ 1409 h 24201"/>
                  <a:gd name="csX4" fmla="*/ 17054 w 19431"/>
                  <a:gd name="csY4" fmla="*/ 13612 h 24201"/>
                  <a:gd name="csX5" fmla="*/ 19347 w 19431"/>
                  <a:gd name="csY5" fmla="*/ 24137 h 24201"/>
                  <a:gd name="csX6" fmla="*/ 12977 w 19431"/>
                  <a:gd name="csY6" fmla="*/ 20895 h 24201"/>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9431" h="24201">
                    <a:moveTo>
                      <a:pt x="12977" y="20895"/>
                    </a:moveTo>
                    <a:cubicBezTo>
                      <a:pt x="9869" y="18718"/>
                      <a:pt x="7325" y="15642"/>
                      <a:pt x="7325" y="14059"/>
                    </a:cubicBezTo>
                    <a:cubicBezTo>
                      <a:pt x="7325" y="12477"/>
                      <a:pt x="5396" y="9050"/>
                      <a:pt x="3038" y="6445"/>
                    </a:cubicBezTo>
                    <a:cubicBezTo>
                      <a:pt x="-2384" y="453"/>
                      <a:pt x="-388" y="-1683"/>
                      <a:pt x="7745" y="1409"/>
                    </a:cubicBezTo>
                    <a:cubicBezTo>
                      <a:pt x="11871" y="2978"/>
                      <a:pt x="15083" y="7189"/>
                      <a:pt x="17054" y="13612"/>
                    </a:cubicBezTo>
                    <a:cubicBezTo>
                      <a:pt x="18710" y="19007"/>
                      <a:pt x="19742" y="23743"/>
                      <a:pt x="19347" y="24137"/>
                    </a:cubicBezTo>
                    <a:cubicBezTo>
                      <a:pt x="18953" y="24532"/>
                      <a:pt x="16086" y="23073"/>
                      <a:pt x="12977" y="20895"/>
                    </a:cubicBezTo>
                    <a:close/>
                  </a:path>
                </a:pathLst>
              </a:custGeom>
              <a:solidFill>
                <a:srgbClr val="B9B9B9"/>
              </a:solidFill>
              <a:ln w="5163" cap="flat">
                <a:noFill/>
                <a:prstDash val="solid"/>
                <a:miter/>
              </a:ln>
            </p:spPr>
            <p:txBody>
              <a:bodyPr/>
              <a:lstStyle/>
              <a:p>
                <a:endParaRPr lang="es-419" noProof="0" dirty="0"/>
              </a:p>
            </p:txBody>
          </p:sp>
          <p:sp>
            <p:nvSpPr>
              <p:cNvPr id="99" name="Forma libre: forma 98">
                <a:extLst>
                  <a:ext uri="{FF2B5EF4-FFF2-40B4-BE49-F238E27FC236}">
                    <a16:creationId xmlns:a16="http://schemas.microsoft.com/office/drawing/2014/main" id="{B7691BBF-1E36-A4DF-D0A6-7B7AF9094652}"/>
                  </a:ext>
                </a:extLst>
              </p:cNvPr>
              <p:cNvSpPr/>
              <p:nvPr/>
            </p:nvSpPr>
            <p:spPr>
              <a:xfrm>
                <a:off x="615016" y="1765374"/>
                <a:ext cx="5162" cy="6756"/>
              </a:xfrm>
              <a:custGeom>
                <a:avLst/>
                <a:gdLst>
                  <a:gd name="csX0" fmla="*/ 0 w 5162"/>
                  <a:gd name="csY0" fmla="*/ 4328 h 6756"/>
                  <a:gd name="csX1" fmla="*/ 2581 w 5162"/>
                  <a:gd name="csY1" fmla="*/ 303 h 6756"/>
                  <a:gd name="csX2" fmla="*/ 5163 w 5162"/>
                  <a:gd name="csY2" fmla="*/ 2732 h 6756"/>
                  <a:gd name="csX3" fmla="*/ 2581 w 5162"/>
                  <a:gd name="csY3" fmla="*/ 6757 h 6756"/>
                  <a:gd name="csX4" fmla="*/ 0 w 5162"/>
                  <a:gd name="csY4" fmla="*/ 4328 h 6756"/>
                </a:gdLst>
                <a:ahLst/>
                <a:cxnLst>
                  <a:cxn ang="0">
                    <a:pos x="csX0" y="csY0"/>
                  </a:cxn>
                  <a:cxn ang="0">
                    <a:pos x="csX1" y="csY1"/>
                  </a:cxn>
                  <a:cxn ang="0">
                    <a:pos x="csX2" y="csY2"/>
                  </a:cxn>
                  <a:cxn ang="0">
                    <a:pos x="csX3" y="csY3"/>
                  </a:cxn>
                  <a:cxn ang="0">
                    <a:pos x="csX4" y="csY4"/>
                  </a:cxn>
                </a:cxnLst>
                <a:rect l="l" t="t" r="r" b="b"/>
                <a:pathLst>
                  <a:path w="5162" h="6756">
                    <a:moveTo>
                      <a:pt x="0" y="4328"/>
                    </a:moveTo>
                    <a:cubicBezTo>
                      <a:pt x="0" y="2992"/>
                      <a:pt x="1162" y="1181"/>
                      <a:pt x="2581" y="303"/>
                    </a:cubicBezTo>
                    <a:cubicBezTo>
                      <a:pt x="4001" y="-574"/>
                      <a:pt x="5163" y="519"/>
                      <a:pt x="5163" y="2732"/>
                    </a:cubicBezTo>
                    <a:cubicBezTo>
                      <a:pt x="5163" y="4946"/>
                      <a:pt x="4001" y="6757"/>
                      <a:pt x="2581" y="6757"/>
                    </a:cubicBezTo>
                    <a:cubicBezTo>
                      <a:pt x="1162" y="6757"/>
                      <a:pt x="0" y="5664"/>
                      <a:pt x="0" y="4328"/>
                    </a:cubicBezTo>
                    <a:close/>
                  </a:path>
                </a:pathLst>
              </a:custGeom>
              <a:solidFill>
                <a:srgbClr val="B9B9B9"/>
              </a:solidFill>
              <a:ln w="5163" cap="flat">
                <a:noFill/>
                <a:prstDash val="solid"/>
                <a:miter/>
              </a:ln>
            </p:spPr>
            <p:txBody>
              <a:bodyPr/>
              <a:lstStyle/>
              <a:p>
                <a:endParaRPr lang="es-419" noProof="0" dirty="0"/>
              </a:p>
            </p:txBody>
          </p:sp>
          <p:sp>
            <p:nvSpPr>
              <p:cNvPr id="100" name="Forma libre: forma 99">
                <a:extLst>
                  <a:ext uri="{FF2B5EF4-FFF2-40B4-BE49-F238E27FC236}">
                    <a16:creationId xmlns:a16="http://schemas.microsoft.com/office/drawing/2014/main" id="{30F34DB1-4087-9140-747C-E8C12E055101}"/>
                  </a:ext>
                </a:extLst>
              </p:cNvPr>
              <p:cNvSpPr/>
              <p:nvPr/>
            </p:nvSpPr>
            <p:spPr>
              <a:xfrm>
                <a:off x="496444" y="1737058"/>
                <a:ext cx="4812" cy="15975"/>
              </a:xfrm>
              <a:custGeom>
                <a:avLst/>
                <a:gdLst>
                  <a:gd name="csX0" fmla="*/ 6 w 4812"/>
                  <a:gd name="csY0" fmla="*/ 12637 h 15975"/>
                  <a:gd name="csX1" fmla="*/ 2406 w 4812"/>
                  <a:gd name="csY1" fmla="*/ 2804 h 15975"/>
                  <a:gd name="csX2" fmla="*/ 4806 w 4812"/>
                  <a:gd name="csY2" fmla="*/ 5879 h 15975"/>
                  <a:gd name="csX3" fmla="*/ 2406 w 4812"/>
                  <a:gd name="csY3" fmla="*/ 15712 h 15975"/>
                  <a:gd name="csX4" fmla="*/ 6 w 4812"/>
                  <a:gd name="csY4" fmla="*/ 12637 h 15975"/>
                </a:gdLst>
                <a:ahLst/>
                <a:cxnLst>
                  <a:cxn ang="0">
                    <a:pos x="csX0" y="csY0"/>
                  </a:cxn>
                  <a:cxn ang="0">
                    <a:pos x="csX1" y="csY1"/>
                  </a:cxn>
                  <a:cxn ang="0">
                    <a:pos x="csX2" y="csY2"/>
                  </a:cxn>
                  <a:cxn ang="0">
                    <a:pos x="csX3" y="csY3"/>
                  </a:cxn>
                  <a:cxn ang="0">
                    <a:pos x="csX4" y="csY4"/>
                  </a:cxn>
                </a:cxnLst>
                <a:rect l="l" t="t" r="r" b="b"/>
                <a:pathLst>
                  <a:path w="4812" h="15975">
                    <a:moveTo>
                      <a:pt x="6" y="12637"/>
                    </a:moveTo>
                    <a:cubicBezTo>
                      <a:pt x="106" y="10069"/>
                      <a:pt x="1186" y="5644"/>
                      <a:pt x="2406" y="2804"/>
                    </a:cubicBezTo>
                    <a:cubicBezTo>
                      <a:pt x="4277" y="-1548"/>
                      <a:pt x="4653" y="-1065"/>
                      <a:pt x="4806" y="5879"/>
                    </a:cubicBezTo>
                    <a:cubicBezTo>
                      <a:pt x="4906" y="10409"/>
                      <a:pt x="3826" y="14834"/>
                      <a:pt x="2406" y="15712"/>
                    </a:cubicBezTo>
                    <a:cubicBezTo>
                      <a:pt x="987" y="16589"/>
                      <a:pt x="-93" y="15206"/>
                      <a:pt x="6" y="12637"/>
                    </a:cubicBezTo>
                    <a:close/>
                  </a:path>
                </a:pathLst>
              </a:custGeom>
              <a:solidFill>
                <a:srgbClr val="B9B9B9"/>
              </a:solidFill>
              <a:ln w="5163" cap="flat">
                <a:noFill/>
                <a:prstDash val="solid"/>
                <a:miter/>
              </a:ln>
            </p:spPr>
            <p:txBody>
              <a:bodyPr/>
              <a:lstStyle/>
              <a:p>
                <a:endParaRPr lang="es-419" noProof="0" dirty="0"/>
              </a:p>
            </p:txBody>
          </p:sp>
          <p:sp>
            <p:nvSpPr>
              <p:cNvPr id="101" name="Forma libre: forma 100">
                <a:extLst>
                  <a:ext uri="{FF2B5EF4-FFF2-40B4-BE49-F238E27FC236}">
                    <a16:creationId xmlns:a16="http://schemas.microsoft.com/office/drawing/2014/main" id="{E3EA22E4-6A1E-718B-B437-EAFEDDC474F9}"/>
                  </a:ext>
                </a:extLst>
              </p:cNvPr>
              <p:cNvSpPr/>
              <p:nvPr/>
            </p:nvSpPr>
            <p:spPr>
              <a:xfrm>
                <a:off x="610293" y="1727161"/>
                <a:ext cx="5615" cy="11379"/>
              </a:xfrm>
              <a:custGeom>
                <a:avLst/>
                <a:gdLst>
                  <a:gd name="csX0" fmla="*/ 427 w 5615"/>
                  <a:gd name="csY0" fmla="*/ 7365 h 11379"/>
                  <a:gd name="csX1" fmla="*/ 1464 w 5615"/>
                  <a:gd name="csY1" fmla="*/ 731 h 11379"/>
                  <a:gd name="csX2" fmla="*/ 5321 w 5615"/>
                  <a:gd name="csY2" fmla="*/ 4777 h 11379"/>
                  <a:gd name="csX3" fmla="*/ 427 w 5615"/>
                  <a:gd name="csY3" fmla="*/ 7365 h 11379"/>
                </a:gdLst>
                <a:ahLst/>
                <a:cxnLst>
                  <a:cxn ang="0">
                    <a:pos x="csX0" y="csY0"/>
                  </a:cxn>
                  <a:cxn ang="0">
                    <a:pos x="csX1" y="csY1"/>
                  </a:cxn>
                  <a:cxn ang="0">
                    <a:pos x="csX2" y="csY2"/>
                  </a:cxn>
                  <a:cxn ang="0">
                    <a:pos x="csX3" y="csY3"/>
                  </a:cxn>
                </a:cxnLst>
                <a:rect l="l" t="t" r="r" b="b"/>
                <a:pathLst>
                  <a:path w="5615" h="11379">
                    <a:moveTo>
                      <a:pt x="427" y="7365"/>
                    </a:moveTo>
                    <a:cubicBezTo>
                      <a:pt x="-426" y="5140"/>
                      <a:pt x="40" y="2155"/>
                      <a:pt x="1464" y="731"/>
                    </a:cubicBezTo>
                    <a:cubicBezTo>
                      <a:pt x="3194" y="-1000"/>
                      <a:pt x="4473" y="341"/>
                      <a:pt x="5321" y="4777"/>
                    </a:cubicBezTo>
                    <a:cubicBezTo>
                      <a:pt x="6696" y="11973"/>
                      <a:pt x="2955" y="13952"/>
                      <a:pt x="427" y="7365"/>
                    </a:cubicBezTo>
                    <a:close/>
                  </a:path>
                </a:pathLst>
              </a:custGeom>
              <a:solidFill>
                <a:srgbClr val="B9B9B9"/>
              </a:solidFill>
              <a:ln w="5163" cap="flat">
                <a:noFill/>
                <a:prstDash val="solid"/>
                <a:miter/>
              </a:ln>
            </p:spPr>
            <p:txBody>
              <a:bodyPr/>
              <a:lstStyle/>
              <a:p>
                <a:endParaRPr lang="es-419" noProof="0" dirty="0"/>
              </a:p>
            </p:txBody>
          </p:sp>
          <p:sp>
            <p:nvSpPr>
              <p:cNvPr id="102" name="Forma libre: forma 101">
                <a:extLst>
                  <a:ext uri="{FF2B5EF4-FFF2-40B4-BE49-F238E27FC236}">
                    <a16:creationId xmlns:a16="http://schemas.microsoft.com/office/drawing/2014/main" id="{40CF6480-8EC0-8F48-4AD1-0853107B7169}"/>
                  </a:ext>
                </a:extLst>
              </p:cNvPr>
              <p:cNvSpPr/>
              <p:nvPr/>
            </p:nvSpPr>
            <p:spPr>
              <a:xfrm>
                <a:off x="589201" y="1723083"/>
                <a:ext cx="5162" cy="7744"/>
              </a:xfrm>
              <a:custGeom>
                <a:avLst/>
                <a:gdLst>
                  <a:gd name="csX0" fmla="*/ 0 w 5162"/>
                  <a:gd name="csY0" fmla="*/ 3872 h 7744"/>
                  <a:gd name="csX1" fmla="*/ 2581 w 5162"/>
                  <a:gd name="csY1" fmla="*/ 0 h 7744"/>
                  <a:gd name="csX2" fmla="*/ 5163 w 5162"/>
                  <a:gd name="csY2" fmla="*/ 3872 h 7744"/>
                  <a:gd name="csX3" fmla="*/ 2581 w 5162"/>
                  <a:gd name="csY3" fmla="*/ 7744 h 7744"/>
                  <a:gd name="csX4" fmla="*/ 0 w 5162"/>
                  <a:gd name="csY4" fmla="*/ 3872 h 7744"/>
                </a:gdLst>
                <a:ahLst/>
                <a:cxnLst>
                  <a:cxn ang="0">
                    <a:pos x="csX0" y="csY0"/>
                  </a:cxn>
                  <a:cxn ang="0">
                    <a:pos x="csX1" y="csY1"/>
                  </a:cxn>
                  <a:cxn ang="0">
                    <a:pos x="csX2" y="csY2"/>
                  </a:cxn>
                  <a:cxn ang="0">
                    <a:pos x="csX3" y="csY3"/>
                  </a:cxn>
                  <a:cxn ang="0">
                    <a:pos x="csX4" y="csY4"/>
                  </a:cxn>
                </a:cxnLst>
                <a:rect l="l" t="t" r="r" b="b"/>
                <a:pathLst>
                  <a:path w="5162" h="7744">
                    <a:moveTo>
                      <a:pt x="0" y="3872"/>
                    </a:moveTo>
                    <a:cubicBezTo>
                      <a:pt x="0" y="1742"/>
                      <a:pt x="1162" y="0"/>
                      <a:pt x="2581" y="0"/>
                    </a:cubicBezTo>
                    <a:cubicBezTo>
                      <a:pt x="4001" y="0"/>
                      <a:pt x="5163" y="1742"/>
                      <a:pt x="5163" y="3872"/>
                    </a:cubicBezTo>
                    <a:cubicBezTo>
                      <a:pt x="5163" y="6002"/>
                      <a:pt x="4001" y="7744"/>
                      <a:pt x="2581" y="7744"/>
                    </a:cubicBezTo>
                    <a:cubicBezTo>
                      <a:pt x="1162" y="7744"/>
                      <a:pt x="0" y="6002"/>
                      <a:pt x="0" y="3872"/>
                    </a:cubicBezTo>
                    <a:close/>
                  </a:path>
                </a:pathLst>
              </a:custGeom>
              <a:solidFill>
                <a:srgbClr val="B9B9B9"/>
              </a:solidFill>
              <a:ln w="5163" cap="flat">
                <a:noFill/>
                <a:prstDash val="solid"/>
                <a:miter/>
              </a:ln>
            </p:spPr>
            <p:txBody>
              <a:bodyPr/>
              <a:lstStyle/>
              <a:p>
                <a:endParaRPr lang="es-419" noProof="0" dirty="0"/>
              </a:p>
            </p:txBody>
          </p:sp>
          <p:sp>
            <p:nvSpPr>
              <p:cNvPr id="103" name="Forma libre: forma 102">
                <a:extLst>
                  <a:ext uri="{FF2B5EF4-FFF2-40B4-BE49-F238E27FC236}">
                    <a16:creationId xmlns:a16="http://schemas.microsoft.com/office/drawing/2014/main" id="{03992A96-FD1E-B4A9-D2B4-747CABA4E41C}"/>
                  </a:ext>
                </a:extLst>
              </p:cNvPr>
              <p:cNvSpPr/>
              <p:nvPr/>
            </p:nvSpPr>
            <p:spPr>
              <a:xfrm>
                <a:off x="576294" y="1689525"/>
                <a:ext cx="15348" cy="20423"/>
              </a:xfrm>
              <a:custGeom>
                <a:avLst/>
                <a:gdLst>
                  <a:gd name="csX0" fmla="*/ 0 w 15348"/>
                  <a:gd name="csY0" fmla="*/ 17942 h 20423"/>
                  <a:gd name="csX1" fmla="*/ 11683 w 15348"/>
                  <a:gd name="csY1" fmla="*/ 0 h 20423"/>
                  <a:gd name="csX2" fmla="*/ 8918 w 15348"/>
                  <a:gd name="csY2" fmla="*/ 14081 h 20423"/>
                  <a:gd name="csX3" fmla="*/ 0 w 15348"/>
                  <a:gd name="csY3" fmla="*/ 17942 h 20423"/>
                </a:gdLst>
                <a:ahLst/>
                <a:cxnLst>
                  <a:cxn ang="0">
                    <a:pos x="csX0" y="csY0"/>
                  </a:cxn>
                  <a:cxn ang="0">
                    <a:pos x="csX1" y="csY1"/>
                  </a:cxn>
                  <a:cxn ang="0">
                    <a:pos x="csX2" y="csY2"/>
                  </a:cxn>
                  <a:cxn ang="0">
                    <a:pos x="csX3" y="csY3"/>
                  </a:cxn>
                </a:cxnLst>
                <a:rect l="l" t="t" r="r" b="b"/>
                <a:pathLst>
                  <a:path w="15348" h="20423">
                    <a:moveTo>
                      <a:pt x="0" y="17942"/>
                    </a:moveTo>
                    <a:cubicBezTo>
                      <a:pt x="0" y="12328"/>
                      <a:pt x="8027" y="0"/>
                      <a:pt x="11683" y="0"/>
                    </a:cubicBezTo>
                    <a:cubicBezTo>
                      <a:pt x="17539" y="0"/>
                      <a:pt x="16205" y="6793"/>
                      <a:pt x="8918" y="14081"/>
                    </a:cubicBezTo>
                    <a:cubicBezTo>
                      <a:pt x="1711" y="21287"/>
                      <a:pt x="0" y="22028"/>
                      <a:pt x="0" y="17942"/>
                    </a:cubicBezTo>
                    <a:close/>
                  </a:path>
                </a:pathLst>
              </a:custGeom>
              <a:solidFill>
                <a:srgbClr val="B9B9B9"/>
              </a:solidFill>
              <a:ln w="5163" cap="flat">
                <a:noFill/>
                <a:prstDash val="solid"/>
                <a:miter/>
              </a:ln>
            </p:spPr>
            <p:txBody>
              <a:bodyPr/>
              <a:lstStyle/>
              <a:p>
                <a:endParaRPr lang="es-419" noProof="0" dirty="0"/>
              </a:p>
            </p:txBody>
          </p:sp>
        </p:grpSp>
        <p:sp>
          <p:nvSpPr>
            <p:cNvPr id="104" name="Forma libre: forma 103">
              <a:extLst>
                <a:ext uri="{FF2B5EF4-FFF2-40B4-BE49-F238E27FC236}">
                  <a16:creationId xmlns:a16="http://schemas.microsoft.com/office/drawing/2014/main" id="{E01F8F09-D09A-07F4-5567-991A670B1126}"/>
                </a:ext>
              </a:extLst>
            </p:cNvPr>
            <p:cNvSpPr/>
            <p:nvPr/>
          </p:nvSpPr>
          <p:spPr>
            <a:xfrm>
              <a:off x="516921" y="1569184"/>
              <a:ext cx="5162" cy="6756"/>
            </a:xfrm>
            <a:custGeom>
              <a:avLst/>
              <a:gdLst>
                <a:gd name="csX0" fmla="*/ 0 w 5162"/>
                <a:gd name="csY0" fmla="*/ 2732 h 6756"/>
                <a:gd name="csX1" fmla="*/ 2581 w 5162"/>
                <a:gd name="csY1" fmla="*/ 303 h 6756"/>
                <a:gd name="csX2" fmla="*/ 5163 w 5162"/>
                <a:gd name="csY2" fmla="*/ 4328 h 6756"/>
                <a:gd name="csX3" fmla="*/ 2581 w 5162"/>
                <a:gd name="csY3" fmla="*/ 6757 h 6756"/>
                <a:gd name="csX4" fmla="*/ 0 w 5162"/>
                <a:gd name="csY4" fmla="*/ 2732 h 6756"/>
              </a:gdLst>
              <a:ahLst/>
              <a:cxnLst>
                <a:cxn ang="0">
                  <a:pos x="csX0" y="csY0"/>
                </a:cxn>
                <a:cxn ang="0">
                  <a:pos x="csX1" y="csY1"/>
                </a:cxn>
                <a:cxn ang="0">
                  <a:pos x="csX2" y="csY2"/>
                </a:cxn>
                <a:cxn ang="0">
                  <a:pos x="csX3" y="csY3"/>
                </a:cxn>
                <a:cxn ang="0">
                  <a:pos x="csX4" y="csY4"/>
                </a:cxn>
              </a:cxnLst>
              <a:rect l="l" t="t" r="r" b="b"/>
              <a:pathLst>
                <a:path w="5162" h="6756">
                  <a:moveTo>
                    <a:pt x="0" y="2732"/>
                  </a:moveTo>
                  <a:cubicBezTo>
                    <a:pt x="0" y="519"/>
                    <a:pt x="1162" y="-574"/>
                    <a:pt x="2581" y="303"/>
                  </a:cubicBezTo>
                  <a:cubicBezTo>
                    <a:pt x="4001" y="1181"/>
                    <a:pt x="5163" y="2992"/>
                    <a:pt x="5163" y="4328"/>
                  </a:cubicBezTo>
                  <a:cubicBezTo>
                    <a:pt x="5163" y="5664"/>
                    <a:pt x="4001" y="6757"/>
                    <a:pt x="2581" y="6757"/>
                  </a:cubicBezTo>
                  <a:cubicBezTo>
                    <a:pt x="1162" y="6757"/>
                    <a:pt x="0" y="4946"/>
                    <a:pt x="0" y="2732"/>
                  </a:cubicBezTo>
                  <a:close/>
                </a:path>
              </a:pathLst>
            </a:custGeom>
            <a:solidFill>
              <a:srgbClr val="B9B9B9"/>
            </a:solidFill>
            <a:ln w="5163" cap="flat">
              <a:noFill/>
              <a:prstDash val="solid"/>
              <a:miter/>
            </a:ln>
          </p:spPr>
          <p:txBody>
            <a:bodyPr/>
            <a:lstStyle/>
            <a:p>
              <a:endParaRPr lang="es-419" noProof="0" dirty="0"/>
            </a:p>
          </p:txBody>
        </p:sp>
      </p:grpSp>
      <p:sp>
        <p:nvSpPr>
          <p:cNvPr id="105" name="Forma libre: forma 104">
            <a:extLst>
              <a:ext uri="{FF2B5EF4-FFF2-40B4-BE49-F238E27FC236}">
                <a16:creationId xmlns:a16="http://schemas.microsoft.com/office/drawing/2014/main" id="{8299A906-2050-FB28-A6EA-421A7558F08F}"/>
              </a:ext>
            </a:extLst>
          </p:cNvPr>
          <p:cNvSpPr/>
          <p:nvPr/>
        </p:nvSpPr>
        <p:spPr>
          <a:xfrm>
            <a:off x="466238" y="1431499"/>
            <a:ext cx="11558" cy="7543"/>
          </a:xfrm>
          <a:custGeom>
            <a:avLst/>
            <a:gdLst>
              <a:gd name="csX0" fmla="*/ 1635 w 11558"/>
              <a:gd name="csY0" fmla="*/ 3752 h 7543"/>
              <a:gd name="csX1" fmla="*/ 8241 w 11558"/>
              <a:gd name="csY1" fmla="*/ 3670 h 7543"/>
              <a:gd name="csX2" fmla="*/ 9050 w 11558"/>
              <a:gd name="csY2" fmla="*/ 7542 h 7543"/>
              <a:gd name="csX3" fmla="*/ 1635 w 11558"/>
              <a:gd name="csY3" fmla="*/ 3752 h 7543"/>
            </a:gdLst>
            <a:ahLst/>
            <a:cxnLst>
              <a:cxn ang="0">
                <a:pos x="csX0" y="csY0"/>
              </a:cxn>
              <a:cxn ang="0">
                <a:pos x="csX1" y="csY1"/>
              </a:cxn>
              <a:cxn ang="0">
                <a:pos x="csX2" y="csY2"/>
              </a:cxn>
              <a:cxn ang="0">
                <a:pos x="csX3" y="csY3"/>
              </a:cxn>
            </a:cxnLst>
            <a:rect l="l" t="t" r="r" b="b"/>
            <a:pathLst>
              <a:path w="11558" h="7543">
                <a:moveTo>
                  <a:pt x="1635" y="3752"/>
                </a:moveTo>
                <a:cubicBezTo>
                  <a:pt x="-2484" y="-1211"/>
                  <a:pt x="1718" y="-1263"/>
                  <a:pt x="8241" y="3670"/>
                </a:cubicBezTo>
                <a:cubicBezTo>
                  <a:pt x="12450" y="6854"/>
                  <a:pt x="12580" y="7473"/>
                  <a:pt x="9050" y="7542"/>
                </a:cubicBezTo>
                <a:cubicBezTo>
                  <a:pt x="6739" y="7587"/>
                  <a:pt x="3403" y="5882"/>
                  <a:pt x="1635" y="3752"/>
                </a:cubicBezTo>
                <a:close/>
              </a:path>
            </a:pathLst>
          </a:custGeom>
          <a:solidFill>
            <a:srgbClr val="B9B9B9"/>
          </a:solidFill>
          <a:ln w="5163" cap="flat">
            <a:noFill/>
            <a:prstDash val="solid"/>
            <a:miter/>
          </a:ln>
        </p:spPr>
        <p:txBody>
          <a:bodyPr/>
          <a:lstStyle/>
          <a:p>
            <a:endParaRPr lang="es-419" noProof="0" dirty="0"/>
          </a:p>
        </p:txBody>
      </p:sp>
      <p:grpSp>
        <p:nvGrpSpPr>
          <p:cNvPr id="106" name="Gráfico 39">
            <a:extLst>
              <a:ext uri="{FF2B5EF4-FFF2-40B4-BE49-F238E27FC236}">
                <a16:creationId xmlns:a16="http://schemas.microsoft.com/office/drawing/2014/main" id="{8FFAAE6D-BC5A-5198-9333-4C19D7651FC9}"/>
              </a:ext>
            </a:extLst>
          </p:cNvPr>
          <p:cNvGrpSpPr/>
          <p:nvPr/>
        </p:nvGrpSpPr>
        <p:grpSpPr>
          <a:xfrm>
            <a:off x="73152" y="1028824"/>
            <a:ext cx="399884" cy="461679"/>
            <a:chOff x="73152" y="1028824"/>
            <a:chExt cx="399884" cy="461679"/>
          </a:xfrm>
          <a:solidFill>
            <a:srgbClr val="B9B9B9"/>
          </a:solidFill>
        </p:grpSpPr>
        <p:sp>
          <p:nvSpPr>
            <p:cNvPr id="107" name="Forma libre: forma 106">
              <a:extLst>
                <a:ext uri="{FF2B5EF4-FFF2-40B4-BE49-F238E27FC236}">
                  <a16:creationId xmlns:a16="http://schemas.microsoft.com/office/drawing/2014/main" id="{CA200D19-475D-FCE6-397A-B41800647D21}"/>
                </a:ext>
              </a:extLst>
            </p:cNvPr>
            <p:cNvSpPr/>
            <p:nvPr/>
          </p:nvSpPr>
          <p:spPr>
            <a:xfrm>
              <a:off x="176169" y="1028824"/>
              <a:ext cx="296866" cy="461679"/>
            </a:xfrm>
            <a:custGeom>
              <a:avLst/>
              <a:gdLst>
                <a:gd name="csX0" fmla="*/ 234204 w 296866"/>
                <a:gd name="csY0" fmla="*/ 456793 h 461679"/>
                <a:gd name="csX1" fmla="*/ 189641 w 296866"/>
                <a:gd name="csY1" fmla="*/ 451076 h 461679"/>
                <a:gd name="csX2" fmla="*/ 192285 w 296866"/>
                <a:gd name="csY2" fmla="*/ 440463 h 461679"/>
                <a:gd name="csX3" fmla="*/ 192319 w 296866"/>
                <a:gd name="csY3" fmla="*/ 432599 h 461679"/>
                <a:gd name="csX4" fmla="*/ 190826 w 296866"/>
                <a:gd name="csY4" fmla="*/ 424368 h 461679"/>
                <a:gd name="csX5" fmla="*/ 194908 w 296866"/>
                <a:gd name="csY5" fmla="*/ 412652 h 461679"/>
                <a:gd name="csX6" fmla="*/ 188729 w 296866"/>
                <a:gd name="csY6" fmla="*/ 395950 h 461679"/>
                <a:gd name="csX7" fmla="*/ 175616 w 296866"/>
                <a:gd name="csY7" fmla="*/ 376348 h 461679"/>
                <a:gd name="csX8" fmla="*/ 165432 w 296866"/>
                <a:gd name="csY8" fmla="*/ 362612 h 461679"/>
                <a:gd name="csX9" fmla="*/ 157619 w 296866"/>
                <a:gd name="csY9" fmla="*/ 354047 h 461679"/>
                <a:gd name="csX10" fmla="*/ 123850 w 296866"/>
                <a:gd name="csY10" fmla="*/ 312204 h 461679"/>
                <a:gd name="csX11" fmla="*/ 110408 w 296866"/>
                <a:gd name="csY11" fmla="*/ 302524 h 461679"/>
                <a:gd name="csX12" fmla="*/ 90624 w 296866"/>
                <a:gd name="csY12" fmla="*/ 283830 h 461679"/>
                <a:gd name="csX13" fmla="*/ 80025 w 296866"/>
                <a:gd name="csY13" fmla="*/ 265391 h 461679"/>
                <a:gd name="csX14" fmla="*/ 76089 w 296866"/>
                <a:gd name="csY14" fmla="*/ 254455 h 461679"/>
                <a:gd name="csX15" fmla="*/ 73345 w 296866"/>
                <a:gd name="csY15" fmla="*/ 247079 h 461679"/>
                <a:gd name="csX16" fmla="*/ 72109 w 296866"/>
                <a:gd name="csY16" fmla="*/ 214519 h 461679"/>
                <a:gd name="csX17" fmla="*/ 68319 w 296866"/>
                <a:gd name="csY17" fmla="*/ 206510 h 461679"/>
                <a:gd name="csX18" fmla="*/ 67160 w 296866"/>
                <a:gd name="csY18" fmla="*/ 202519 h 461679"/>
                <a:gd name="csX19" fmla="*/ 64536 w 296866"/>
                <a:gd name="csY19" fmla="*/ 206365 h 461679"/>
                <a:gd name="csX20" fmla="*/ 61955 w 296866"/>
                <a:gd name="csY20" fmla="*/ 210237 h 461679"/>
                <a:gd name="csX21" fmla="*/ 59373 w 296866"/>
                <a:gd name="csY21" fmla="*/ 190811 h 461679"/>
                <a:gd name="csX22" fmla="*/ 48569 w 296866"/>
                <a:gd name="csY22" fmla="*/ 154736 h 461679"/>
                <a:gd name="csX23" fmla="*/ 46466 w 296866"/>
                <a:gd name="csY23" fmla="*/ 141789 h 461679"/>
                <a:gd name="csX24" fmla="*/ 38475 w 296866"/>
                <a:gd name="csY24" fmla="*/ 114684 h 461679"/>
                <a:gd name="csX25" fmla="*/ 28150 w 296866"/>
                <a:gd name="csY25" fmla="*/ 99082 h 461679"/>
                <a:gd name="csX26" fmla="*/ 25815 w 296866"/>
                <a:gd name="csY26" fmla="*/ 89273 h 461679"/>
                <a:gd name="csX27" fmla="*/ 22760 w 296866"/>
                <a:gd name="csY27" fmla="*/ 77852 h 461679"/>
                <a:gd name="csX28" fmla="*/ 21512 w 296866"/>
                <a:gd name="csY28" fmla="*/ 72990 h 461679"/>
                <a:gd name="csX29" fmla="*/ 26374 w 296866"/>
                <a:gd name="csY29" fmla="*/ 74238 h 461679"/>
                <a:gd name="csX30" fmla="*/ 33559 w 296866"/>
                <a:gd name="csY30" fmla="*/ 72129 h 461679"/>
                <a:gd name="csX31" fmla="*/ 29687 w 296866"/>
                <a:gd name="csY31" fmla="*/ 66967 h 461679"/>
                <a:gd name="csX32" fmla="*/ 25815 w 296866"/>
                <a:gd name="csY32" fmla="*/ 64277 h 461679"/>
                <a:gd name="csX33" fmla="*/ 20828 w 296866"/>
                <a:gd name="csY33" fmla="*/ 56236 h 461679"/>
                <a:gd name="csX34" fmla="*/ 14159 w 296866"/>
                <a:gd name="csY34" fmla="*/ 40210 h 461679"/>
                <a:gd name="csX35" fmla="*/ 6238 w 296866"/>
                <a:gd name="csY35" fmla="*/ 17321 h 461679"/>
                <a:gd name="csX36" fmla="*/ 0 w 296866"/>
                <a:gd name="csY36" fmla="*/ 2478 h 461679"/>
                <a:gd name="csX37" fmla="*/ 99386 w 296866"/>
                <a:gd name="csY37" fmla="*/ 3758 h 461679"/>
                <a:gd name="csX38" fmla="*/ 191027 w 296866"/>
                <a:gd name="csY38" fmla="*/ 12449 h 461679"/>
                <a:gd name="csX39" fmla="*/ 178059 w 296866"/>
                <a:gd name="csY39" fmla="*/ 27807 h 461679"/>
                <a:gd name="csX40" fmla="*/ 167369 w 296866"/>
                <a:gd name="csY40" fmla="*/ 45725 h 461679"/>
                <a:gd name="csX41" fmla="*/ 163079 w 296866"/>
                <a:gd name="csY41" fmla="*/ 80524 h 461679"/>
                <a:gd name="csX42" fmla="*/ 162631 w 296866"/>
                <a:gd name="csY42" fmla="*/ 83796 h 461679"/>
                <a:gd name="csX43" fmla="*/ 171021 w 296866"/>
                <a:gd name="csY43" fmla="*/ 93315 h 461679"/>
                <a:gd name="csX44" fmla="*/ 173406 w 296866"/>
                <a:gd name="csY44" fmla="*/ 109690 h 461679"/>
                <a:gd name="csX45" fmla="*/ 164850 w 296866"/>
                <a:gd name="csY45" fmla="*/ 145701 h 461679"/>
                <a:gd name="csX46" fmla="*/ 169084 w 296866"/>
                <a:gd name="csY46" fmla="*/ 169291 h 461679"/>
                <a:gd name="csX47" fmla="*/ 171477 w 296866"/>
                <a:gd name="csY47" fmla="*/ 213103 h 461679"/>
                <a:gd name="csX48" fmla="*/ 174210 w 296866"/>
                <a:gd name="csY48" fmla="*/ 257046 h 461679"/>
                <a:gd name="csX49" fmla="*/ 178120 w 296866"/>
                <a:gd name="csY49" fmla="*/ 261958 h 461679"/>
                <a:gd name="csX50" fmla="*/ 182243 w 296866"/>
                <a:gd name="csY50" fmla="*/ 269492 h 461679"/>
                <a:gd name="csX51" fmla="*/ 184937 w 296866"/>
                <a:gd name="csY51" fmla="*/ 277338 h 461679"/>
                <a:gd name="csX52" fmla="*/ 193415 w 296866"/>
                <a:gd name="csY52" fmla="*/ 285510 h 461679"/>
                <a:gd name="csX53" fmla="*/ 199664 w 296866"/>
                <a:gd name="csY53" fmla="*/ 290658 h 461679"/>
                <a:gd name="csX54" fmla="*/ 207927 w 296866"/>
                <a:gd name="csY54" fmla="*/ 300943 h 461679"/>
                <a:gd name="csX55" fmla="*/ 219722 w 296866"/>
                <a:gd name="csY55" fmla="*/ 315205 h 461679"/>
                <a:gd name="csX56" fmla="*/ 234342 w 296866"/>
                <a:gd name="csY56" fmla="*/ 331253 h 461679"/>
                <a:gd name="csX57" fmla="*/ 242348 w 296866"/>
                <a:gd name="csY57" fmla="*/ 342893 h 461679"/>
                <a:gd name="csX58" fmla="*/ 243886 w 296866"/>
                <a:gd name="csY58" fmla="*/ 354430 h 461679"/>
                <a:gd name="csX59" fmla="*/ 242906 w 296866"/>
                <a:gd name="csY59" fmla="*/ 363679 h 461679"/>
                <a:gd name="csX60" fmla="*/ 242638 w 296866"/>
                <a:gd name="csY60" fmla="*/ 372819 h 461679"/>
                <a:gd name="csX61" fmla="*/ 248980 w 296866"/>
                <a:gd name="csY61" fmla="*/ 375191 h 461679"/>
                <a:gd name="csX62" fmla="*/ 256854 w 296866"/>
                <a:gd name="csY62" fmla="*/ 380201 h 461679"/>
                <a:gd name="csX63" fmla="*/ 262017 w 296866"/>
                <a:gd name="csY63" fmla="*/ 385776 h 461679"/>
                <a:gd name="csX64" fmla="*/ 267554 w 296866"/>
                <a:gd name="csY64" fmla="*/ 396801 h 461679"/>
                <a:gd name="csX65" fmla="*/ 281559 w 296866"/>
                <a:gd name="csY65" fmla="*/ 416793 h 461679"/>
                <a:gd name="csX66" fmla="*/ 290755 w 296866"/>
                <a:gd name="csY66" fmla="*/ 428632 h 461679"/>
                <a:gd name="csX67" fmla="*/ 294624 w 296866"/>
                <a:gd name="csY67" fmla="*/ 440196 h 461679"/>
                <a:gd name="csX68" fmla="*/ 296867 w 296866"/>
                <a:gd name="csY68" fmla="*/ 451755 h 461679"/>
                <a:gd name="csX69" fmla="*/ 287186 w 296866"/>
                <a:gd name="csY69" fmla="*/ 461588 h 461679"/>
                <a:gd name="csX70" fmla="*/ 234204 w 296866"/>
                <a:gd name="csY70" fmla="*/ 456793 h 4616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Lst>
              <a:rect l="l" t="t" r="r" b="b"/>
              <a:pathLst>
                <a:path w="296866" h="461679">
                  <a:moveTo>
                    <a:pt x="234204" y="456793"/>
                  </a:moveTo>
                  <a:cubicBezTo>
                    <a:pt x="210389" y="454343"/>
                    <a:pt x="190335" y="451771"/>
                    <a:pt x="189641" y="451076"/>
                  </a:cubicBezTo>
                  <a:cubicBezTo>
                    <a:pt x="188946" y="450382"/>
                    <a:pt x="190136" y="445606"/>
                    <a:pt x="192285" y="440463"/>
                  </a:cubicBezTo>
                  <a:cubicBezTo>
                    <a:pt x="195748" y="432175"/>
                    <a:pt x="195752" y="431281"/>
                    <a:pt x="192319" y="432599"/>
                  </a:cubicBezTo>
                  <a:cubicBezTo>
                    <a:pt x="188021" y="434248"/>
                    <a:pt x="186953" y="428358"/>
                    <a:pt x="190826" y="424368"/>
                  </a:cubicBezTo>
                  <a:cubicBezTo>
                    <a:pt x="192136" y="423019"/>
                    <a:pt x="193972" y="417747"/>
                    <a:pt x="194908" y="412652"/>
                  </a:cubicBezTo>
                  <a:cubicBezTo>
                    <a:pt x="196394" y="404559"/>
                    <a:pt x="195613" y="402447"/>
                    <a:pt x="188729" y="395950"/>
                  </a:cubicBezTo>
                  <a:cubicBezTo>
                    <a:pt x="184395" y="391860"/>
                    <a:pt x="178494" y="383039"/>
                    <a:pt x="175616" y="376348"/>
                  </a:cubicBezTo>
                  <a:cubicBezTo>
                    <a:pt x="172738" y="369658"/>
                    <a:pt x="168155" y="363476"/>
                    <a:pt x="165432" y="362612"/>
                  </a:cubicBezTo>
                  <a:cubicBezTo>
                    <a:pt x="162709" y="361748"/>
                    <a:pt x="159193" y="357894"/>
                    <a:pt x="157619" y="354047"/>
                  </a:cubicBezTo>
                  <a:cubicBezTo>
                    <a:pt x="149821" y="334997"/>
                    <a:pt x="131426" y="312204"/>
                    <a:pt x="123850" y="312204"/>
                  </a:cubicBezTo>
                  <a:cubicBezTo>
                    <a:pt x="121509" y="312204"/>
                    <a:pt x="115460" y="307848"/>
                    <a:pt x="110408" y="302524"/>
                  </a:cubicBezTo>
                  <a:cubicBezTo>
                    <a:pt x="105356" y="297200"/>
                    <a:pt x="96453" y="288788"/>
                    <a:pt x="90624" y="283830"/>
                  </a:cubicBezTo>
                  <a:cubicBezTo>
                    <a:pt x="81794" y="276321"/>
                    <a:pt x="80025" y="273244"/>
                    <a:pt x="80025" y="265391"/>
                  </a:cubicBezTo>
                  <a:cubicBezTo>
                    <a:pt x="80025" y="259326"/>
                    <a:pt x="78622" y="255426"/>
                    <a:pt x="76089" y="254455"/>
                  </a:cubicBezTo>
                  <a:cubicBezTo>
                    <a:pt x="73596" y="253498"/>
                    <a:pt x="72591" y="250794"/>
                    <a:pt x="73345" y="247079"/>
                  </a:cubicBezTo>
                  <a:cubicBezTo>
                    <a:pt x="77548" y="226392"/>
                    <a:pt x="77309" y="220102"/>
                    <a:pt x="72109" y="214519"/>
                  </a:cubicBezTo>
                  <a:cubicBezTo>
                    <a:pt x="69219" y="211417"/>
                    <a:pt x="67513" y="207813"/>
                    <a:pt x="68319" y="206510"/>
                  </a:cubicBezTo>
                  <a:cubicBezTo>
                    <a:pt x="69124" y="205206"/>
                    <a:pt x="68603" y="203410"/>
                    <a:pt x="67160" y="202519"/>
                  </a:cubicBezTo>
                  <a:cubicBezTo>
                    <a:pt x="65698" y="201615"/>
                    <a:pt x="64536" y="203319"/>
                    <a:pt x="64536" y="206365"/>
                  </a:cubicBezTo>
                  <a:cubicBezTo>
                    <a:pt x="64536" y="209372"/>
                    <a:pt x="63375" y="211114"/>
                    <a:pt x="61955" y="210237"/>
                  </a:cubicBezTo>
                  <a:cubicBezTo>
                    <a:pt x="60535" y="209360"/>
                    <a:pt x="59373" y="200618"/>
                    <a:pt x="59373" y="190811"/>
                  </a:cubicBezTo>
                  <a:cubicBezTo>
                    <a:pt x="59373" y="173740"/>
                    <a:pt x="53682" y="154736"/>
                    <a:pt x="48569" y="154736"/>
                  </a:cubicBezTo>
                  <a:cubicBezTo>
                    <a:pt x="47413" y="154736"/>
                    <a:pt x="46466" y="148910"/>
                    <a:pt x="46466" y="141789"/>
                  </a:cubicBezTo>
                  <a:cubicBezTo>
                    <a:pt x="46466" y="132086"/>
                    <a:pt x="44464" y="125296"/>
                    <a:pt x="38475" y="114684"/>
                  </a:cubicBezTo>
                  <a:cubicBezTo>
                    <a:pt x="34080" y="106897"/>
                    <a:pt x="29434" y="99876"/>
                    <a:pt x="28150" y="99082"/>
                  </a:cubicBezTo>
                  <a:cubicBezTo>
                    <a:pt x="26865" y="98289"/>
                    <a:pt x="25815" y="93874"/>
                    <a:pt x="25815" y="89273"/>
                  </a:cubicBezTo>
                  <a:cubicBezTo>
                    <a:pt x="25815" y="84671"/>
                    <a:pt x="24440" y="79532"/>
                    <a:pt x="22760" y="77852"/>
                  </a:cubicBezTo>
                  <a:cubicBezTo>
                    <a:pt x="21080" y="76172"/>
                    <a:pt x="20518" y="73984"/>
                    <a:pt x="21512" y="72990"/>
                  </a:cubicBezTo>
                  <a:cubicBezTo>
                    <a:pt x="22506" y="71996"/>
                    <a:pt x="24694" y="72558"/>
                    <a:pt x="26374" y="74238"/>
                  </a:cubicBezTo>
                  <a:cubicBezTo>
                    <a:pt x="30884" y="78748"/>
                    <a:pt x="33559" y="77963"/>
                    <a:pt x="33559" y="72129"/>
                  </a:cubicBezTo>
                  <a:cubicBezTo>
                    <a:pt x="33559" y="69261"/>
                    <a:pt x="31838" y="66967"/>
                    <a:pt x="29687" y="66967"/>
                  </a:cubicBezTo>
                  <a:cubicBezTo>
                    <a:pt x="27557" y="66967"/>
                    <a:pt x="25815" y="65756"/>
                    <a:pt x="25815" y="64277"/>
                  </a:cubicBezTo>
                  <a:cubicBezTo>
                    <a:pt x="25815" y="62798"/>
                    <a:pt x="23571" y="59179"/>
                    <a:pt x="20828" y="56236"/>
                  </a:cubicBezTo>
                  <a:cubicBezTo>
                    <a:pt x="18086" y="53292"/>
                    <a:pt x="15085" y="46080"/>
                    <a:pt x="14159" y="40210"/>
                  </a:cubicBezTo>
                  <a:cubicBezTo>
                    <a:pt x="13233" y="34339"/>
                    <a:pt x="9669" y="24039"/>
                    <a:pt x="6238" y="17321"/>
                  </a:cubicBezTo>
                  <a:cubicBezTo>
                    <a:pt x="2807" y="10603"/>
                    <a:pt x="0" y="3924"/>
                    <a:pt x="0" y="2478"/>
                  </a:cubicBezTo>
                  <a:cubicBezTo>
                    <a:pt x="0" y="-1152"/>
                    <a:pt x="23478" y="-850"/>
                    <a:pt x="99386" y="3758"/>
                  </a:cubicBezTo>
                  <a:cubicBezTo>
                    <a:pt x="175010" y="8348"/>
                    <a:pt x="191027" y="9867"/>
                    <a:pt x="191027" y="12449"/>
                  </a:cubicBezTo>
                  <a:cubicBezTo>
                    <a:pt x="191027" y="13496"/>
                    <a:pt x="185192" y="20407"/>
                    <a:pt x="178059" y="27807"/>
                  </a:cubicBezTo>
                  <a:cubicBezTo>
                    <a:pt x="167978" y="38266"/>
                    <a:pt x="165598" y="42256"/>
                    <a:pt x="167369" y="45725"/>
                  </a:cubicBezTo>
                  <a:cubicBezTo>
                    <a:pt x="174634" y="59948"/>
                    <a:pt x="171699" y="83751"/>
                    <a:pt x="163079" y="80524"/>
                  </a:cubicBezTo>
                  <a:cubicBezTo>
                    <a:pt x="159180" y="79065"/>
                    <a:pt x="159137" y="79384"/>
                    <a:pt x="162631" y="83796"/>
                  </a:cubicBezTo>
                  <a:cubicBezTo>
                    <a:pt x="164761" y="86485"/>
                    <a:pt x="168536" y="90769"/>
                    <a:pt x="171021" y="93315"/>
                  </a:cubicBezTo>
                  <a:cubicBezTo>
                    <a:pt x="175834" y="98246"/>
                    <a:pt x="176913" y="105657"/>
                    <a:pt x="173406" y="109690"/>
                  </a:cubicBezTo>
                  <a:cubicBezTo>
                    <a:pt x="169336" y="114370"/>
                    <a:pt x="164942" y="132862"/>
                    <a:pt x="164850" y="145701"/>
                  </a:cubicBezTo>
                  <a:cubicBezTo>
                    <a:pt x="164711" y="165107"/>
                    <a:pt x="165194" y="167798"/>
                    <a:pt x="169084" y="169291"/>
                  </a:cubicBezTo>
                  <a:cubicBezTo>
                    <a:pt x="171992" y="170406"/>
                    <a:pt x="172437" y="178546"/>
                    <a:pt x="171477" y="213103"/>
                  </a:cubicBezTo>
                  <a:cubicBezTo>
                    <a:pt x="170471" y="249367"/>
                    <a:pt x="170869" y="255764"/>
                    <a:pt x="174210" y="257046"/>
                  </a:cubicBezTo>
                  <a:cubicBezTo>
                    <a:pt x="176360" y="257871"/>
                    <a:pt x="178120" y="260081"/>
                    <a:pt x="178120" y="261958"/>
                  </a:cubicBezTo>
                  <a:cubicBezTo>
                    <a:pt x="178120" y="263834"/>
                    <a:pt x="179975" y="267225"/>
                    <a:pt x="182243" y="269492"/>
                  </a:cubicBezTo>
                  <a:cubicBezTo>
                    <a:pt x="184511" y="271760"/>
                    <a:pt x="185723" y="275291"/>
                    <a:pt x="184937" y="277338"/>
                  </a:cubicBezTo>
                  <a:cubicBezTo>
                    <a:pt x="183466" y="281172"/>
                    <a:pt x="186953" y="284533"/>
                    <a:pt x="193415" y="285510"/>
                  </a:cubicBezTo>
                  <a:cubicBezTo>
                    <a:pt x="195439" y="285815"/>
                    <a:pt x="198251" y="288132"/>
                    <a:pt x="199664" y="290658"/>
                  </a:cubicBezTo>
                  <a:cubicBezTo>
                    <a:pt x="201078" y="293183"/>
                    <a:pt x="204796" y="297811"/>
                    <a:pt x="207927" y="300943"/>
                  </a:cubicBezTo>
                  <a:cubicBezTo>
                    <a:pt x="211058" y="304074"/>
                    <a:pt x="216366" y="310492"/>
                    <a:pt x="219722" y="315205"/>
                  </a:cubicBezTo>
                  <a:cubicBezTo>
                    <a:pt x="223078" y="319918"/>
                    <a:pt x="229657" y="327140"/>
                    <a:pt x="234342" y="331253"/>
                  </a:cubicBezTo>
                  <a:cubicBezTo>
                    <a:pt x="239027" y="335367"/>
                    <a:pt x="242630" y="340605"/>
                    <a:pt x="242348" y="342893"/>
                  </a:cubicBezTo>
                  <a:cubicBezTo>
                    <a:pt x="242066" y="345182"/>
                    <a:pt x="242758" y="350373"/>
                    <a:pt x="243886" y="354430"/>
                  </a:cubicBezTo>
                  <a:cubicBezTo>
                    <a:pt x="245242" y="359308"/>
                    <a:pt x="244910" y="362440"/>
                    <a:pt x="242906" y="363679"/>
                  </a:cubicBezTo>
                  <a:cubicBezTo>
                    <a:pt x="240669" y="365062"/>
                    <a:pt x="240599" y="367456"/>
                    <a:pt x="242638" y="372819"/>
                  </a:cubicBezTo>
                  <a:cubicBezTo>
                    <a:pt x="245274" y="379752"/>
                    <a:pt x="245565" y="379861"/>
                    <a:pt x="248980" y="375191"/>
                  </a:cubicBezTo>
                  <a:cubicBezTo>
                    <a:pt x="253071" y="369596"/>
                    <a:pt x="256854" y="372003"/>
                    <a:pt x="256854" y="380201"/>
                  </a:cubicBezTo>
                  <a:cubicBezTo>
                    <a:pt x="256854" y="384054"/>
                    <a:pt x="258448" y="385776"/>
                    <a:pt x="262017" y="385776"/>
                  </a:cubicBezTo>
                  <a:cubicBezTo>
                    <a:pt x="266316" y="385777"/>
                    <a:pt x="267243" y="387623"/>
                    <a:pt x="267554" y="396801"/>
                  </a:cubicBezTo>
                  <a:cubicBezTo>
                    <a:pt x="267995" y="409833"/>
                    <a:pt x="271290" y="414537"/>
                    <a:pt x="281559" y="416793"/>
                  </a:cubicBezTo>
                  <a:cubicBezTo>
                    <a:pt x="287964" y="418199"/>
                    <a:pt x="289378" y="420020"/>
                    <a:pt x="290755" y="428632"/>
                  </a:cubicBezTo>
                  <a:cubicBezTo>
                    <a:pt x="291650" y="434230"/>
                    <a:pt x="293391" y="439433"/>
                    <a:pt x="294624" y="440196"/>
                  </a:cubicBezTo>
                  <a:cubicBezTo>
                    <a:pt x="295858" y="440958"/>
                    <a:pt x="296867" y="446160"/>
                    <a:pt x="296867" y="451755"/>
                  </a:cubicBezTo>
                  <a:cubicBezTo>
                    <a:pt x="296867" y="461851"/>
                    <a:pt x="296793" y="461926"/>
                    <a:pt x="287186" y="461588"/>
                  </a:cubicBezTo>
                  <a:cubicBezTo>
                    <a:pt x="281862" y="461400"/>
                    <a:pt x="258020" y="459243"/>
                    <a:pt x="234204" y="456793"/>
                  </a:cubicBezTo>
                  <a:close/>
                </a:path>
              </a:pathLst>
            </a:custGeom>
            <a:solidFill>
              <a:srgbClr val="B9B9B9"/>
            </a:solidFill>
            <a:ln w="5163" cap="flat">
              <a:noFill/>
              <a:prstDash val="solid"/>
              <a:miter/>
            </a:ln>
          </p:spPr>
          <p:txBody>
            <a:bodyPr/>
            <a:lstStyle/>
            <a:p>
              <a:endParaRPr lang="es-419" noProof="0" dirty="0"/>
            </a:p>
          </p:txBody>
        </p:sp>
        <p:sp>
          <p:nvSpPr>
            <p:cNvPr id="108" name="Forma libre: forma 107">
              <a:extLst>
                <a:ext uri="{FF2B5EF4-FFF2-40B4-BE49-F238E27FC236}">
                  <a16:creationId xmlns:a16="http://schemas.microsoft.com/office/drawing/2014/main" id="{BD34D4E4-F646-28B8-C0B6-59E15AE5E6B1}"/>
                </a:ext>
              </a:extLst>
            </p:cNvPr>
            <p:cNvSpPr/>
            <p:nvPr/>
          </p:nvSpPr>
          <p:spPr>
            <a:xfrm>
              <a:off x="259777" y="1434618"/>
              <a:ext cx="20905" cy="34765"/>
            </a:xfrm>
            <a:custGeom>
              <a:avLst/>
              <a:gdLst>
                <a:gd name="csX0" fmla="*/ 7343 w 20905"/>
                <a:gd name="csY0" fmla="*/ 31742 h 34765"/>
                <a:gd name="csX1" fmla="*/ 5095 w 20905"/>
                <a:gd name="csY1" fmla="*/ 22712 h 34765"/>
                <a:gd name="csX2" fmla="*/ 11946 w 20905"/>
                <a:gd name="csY2" fmla="*/ 12959 h 34765"/>
                <a:gd name="csX3" fmla="*/ 17992 w 20905"/>
                <a:gd name="csY3" fmla="*/ 1997 h 34765"/>
                <a:gd name="csX4" fmla="*/ 19063 w 20905"/>
                <a:gd name="csY4" fmla="*/ 27093 h 34765"/>
                <a:gd name="csX5" fmla="*/ 7343 w 20905"/>
                <a:gd name="csY5" fmla="*/ 31742 h 34765"/>
              </a:gdLst>
              <a:ahLst/>
              <a:cxnLst>
                <a:cxn ang="0">
                  <a:pos x="csX0" y="csY0"/>
                </a:cxn>
                <a:cxn ang="0">
                  <a:pos x="csX1" y="csY1"/>
                </a:cxn>
                <a:cxn ang="0">
                  <a:pos x="csX2" y="csY2"/>
                </a:cxn>
                <a:cxn ang="0">
                  <a:pos x="csX3" y="csY3"/>
                </a:cxn>
                <a:cxn ang="0">
                  <a:pos x="csX4" y="csY4"/>
                </a:cxn>
                <a:cxn ang="0">
                  <a:pos x="csX5" y="csY5"/>
                </a:cxn>
              </a:cxnLst>
              <a:rect l="l" t="t" r="r" b="b"/>
              <a:pathLst>
                <a:path w="20905" h="34765">
                  <a:moveTo>
                    <a:pt x="7343" y="31742"/>
                  </a:moveTo>
                  <a:cubicBezTo>
                    <a:pt x="-1878" y="26647"/>
                    <a:pt x="-2170" y="25474"/>
                    <a:pt x="5095" y="22712"/>
                  </a:cubicBezTo>
                  <a:cubicBezTo>
                    <a:pt x="10179" y="20779"/>
                    <a:pt x="11916" y="18306"/>
                    <a:pt x="11946" y="12959"/>
                  </a:cubicBezTo>
                  <a:cubicBezTo>
                    <a:pt x="11996" y="3833"/>
                    <a:pt x="16177" y="-3749"/>
                    <a:pt x="17992" y="1997"/>
                  </a:cubicBezTo>
                  <a:cubicBezTo>
                    <a:pt x="21527" y="13191"/>
                    <a:pt x="21797" y="19522"/>
                    <a:pt x="19063" y="27093"/>
                  </a:cubicBezTo>
                  <a:cubicBezTo>
                    <a:pt x="15722" y="36343"/>
                    <a:pt x="15691" y="36355"/>
                    <a:pt x="7343" y="31742"/>
                  </a:cubicBezTo>
                  <a:close/>
                </a:path>
              </a:pathLst>
            </a:custGeom>
            <a:solidFill>
              <a:srgbClr val="B9B9B9"/>
            </a:solidFill>
            <a:ln w="5163" cap="flat">
              <a:noFill/>
              <a:prstDash val="solid"/>
              <a:miter/>
            </a:ln>
          </p:spPr>
          <p:txBody>
            <a:bodyPr/>
            <a:lstStyle/>
            <a:p>
              <a:endParaRPr lang="es-419" noProof="0" dirty="0"/>
            </a:p>
          </p:txBody>
        </p:sp>
        <p:sp>
          <p:nvSpPr>
            <p:cNvPr id="109" name="Forma libre: forma 108">
              <a:extLst>
                <a:ext uri="{FF2B5EF4-FFF2-40B4-BE49-F238E27FC236}">
                  <a16:creationId xmlns:a16="http://schemas.microsoft.com/office/drawing/2014/main" id="{6750C95A-02FB-0F7A-D049-668D5280EC8C}"/>
                </a:ext>
              </a:extLst>
            </p:cNvPr>
            <p:cNvSpPr/>
            <p:nvPr/>
          </p:nvSpPr>
          <p:spPr>
            <a:xfrm>
              <a:off x="73152" y="1375664"/>
              <a:ext cx="14357" cy="42577"/>
            </a:xfrm>
            <a:custGeom>
              <a:avLst/>
              <a:gdLst>
                <a:gd name="csX0" fmla="*/ 7495 w 14357"/>
                <a:gd name="csY0" fmla="*/ 37645 h 42577"/>
                <a:gd name="csX1" fmla="*/ 3632 w 14357"/>
                <a:gd name="csY1" fmla="*/ 24738 h 42577"/>
                <a:gd name="csX2" fmla="*/ 3632 w 14357"/>
                <a:gd name="csY2" fmla="*/ 1505 h 42577"/>
                <a:gd name="csX3" fmla="*/ 7504 w 14357"/>
                <a:gd name="csY3" fmla="*/ 6137 h 42577"/>
                <a:gd name="csX4" fmla="*/ 10146 w 14357"/>
                <a:gd name="csY4" fmla="*/ 14863 h 42577"/>
                <a:gd name="csX5" fmla="*/ 11643 w 14357"/>
                <a:gd name="csY5" fmla="*/ 38936 h 42577"/>
                <a:gd name="csX6" fmla="*/ 7495 w 14357"/>
                <a:gd name="csY6" fmla="*/ 37645 h 42577"/>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4357" h="42577">
                  <a:moveTo>
                    <a:pt x="7495" y="37645"/>
                  </a:moveTo>
                  <a:cubicBezTo>
                    <a:pt x="7399" y="34096"/>
                    <a:pt x="5661" y="28288"/>
                    <a:pt x="3632" y="24738"/>
                  </a:cubicBezTo>
                  <a:cubicBezTo>
                    <a:pt x="-1211" y="16267"/>
                    <a:pt x="-1211" y="5524"/>
                    <a:pt x="3632" y="1505"/>
                  </a:cubicBezTo>
                  <a:cubicBezTo>
                    <a:pt x="6929" y="-1232"/>
                    <a:pt x="7504" y="-544"/>
                    <a:pt x="7504" y="6137"/>
                  </a:cubicBezTo>
                  <a:cubicBezTo>
                    <a:pt x="7504" y="10452"/>
                    <a:pt x="8693" y="14378"/>
                    <a:pt x="10146" y="14863"/>
                  </a:cubicBezTo>
                  <a:cubicBezTo>
                    <a:pt x="14898" y="16447"/>
                    <a:pt x="15948" y="33343"/>
                    <a:pt x="11643" y="38936"/>
                  </a:cubicBezTo>
                  <a:cubicBezTo>
                    <a:pt x="7745" y="44000"/>
                    <a:pt x="7665" y="43975"/>
                    <a:pt x="7495" y="37645"/>
                  </a:cubicBezTo>
                  <a:close/>
                </a:path>
              </a:pathLst>
            </a:custGeom>
            <a:solidFill>
              <a:srgbClr val="B9B9B9"/>
            </a:solidFill>
            <a:ln w="5163" cap="flat">
              <a:noFill/>
              <a:prstDash val="solid"/>
              <a:miter/>
            </a:ln>
          </p:spPr>
          <p:txBody>
            <a:bodyPr/>
            <a:lstStyle/>
            <a:p>
              <a:endParaRPr lang="es-419" noProof="0" dirty="0"/>
            </a:p>
          </p:txBody>
        </p:sp>
        <p:sp>
          <p:nvSpPr>
            <p:cNvPr id="110" name="Forma libre: forma 109">
              <a:extLst>
                <a:ext uri="{FF2B5EF4-FFF2-40B4-BE49-F238E27FC236}">
                  <a16:creationId xmlns:a16="http://schemas.microsoft.com/office/drawing/2014/main" id="{677C9C94-BB0B-4EEC-B314-086229B2CB40}"/>
                </a:ext>
              </a:extLst>
            </p:cNvPr>
            <p:cNvSpPr/>
            <p:nvPr/>
          </p:nvSpPr>
          <p:spPr>
            <a:xfrm>
              <a:off x="420547" y="1341567"/>
              <a:ext cx="36589" cy="57857"/>
            </a:xfrm>
            <a:custGeom>
              <a:avLst/>
              <a:gdLst>
                <a:gd name="csX0" fmla="*/ 24033 w 36589"/>
                <a:gd name="csY0" fmla="*/ 48231 h 57857"/>
                <a:gd name="csX1" fmla="*/ 8875 w 36589"/>
                <a:gd name="csY1" fmla="*/ 31730 h 57857"/>
                <a:gd name="csX2" fmla="*/ 2815 w 36589"/>
                <a:gd name="csY2" fmla="*/ 140 h 57857"/>
                <a:gd name="csX3" fmla="*/ 18571 w 36589"/>
                <a:gd name="csY3" fmla="*/ 17532 h 57857"/>
                <a:gd name="csX4" fmla="*/ 26156 w 36589"/>
                <a:gd name="csY4" fmla="*/ 27858 h 57857"/>
                <a:gd name="csX5" fmla="*/ 32361 w 36589"/>
                <a:gd name="csY5" fmla="*/ 36599 h 57857"/>
                <a:gd name="csX6" fmla="*/ 34380 w 36589"/>
                <a:gd name="csY6" fmla="*/ 51018 h 57857"/>
                <a:gd name="csX7" fmla="*/ 24033 w 36589"/>
                <a:gd name="csY7" fmla="*/ 48231 h 578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6589" h="57857">
                  <a:moveTo>
                    <a:pt x="24033" y="48231"/>
                  </a:moveTo>
                  <a:cubicBezTo>
                    <a:pt x="18251" y="41995"/>
                    <a:pt x="11430" y="34569"/>
                    <a:pt x="8875" y="31730"/>
                  </a:cubicBezTo>
                  <a:cubicBezTo>
                    <a:pt x="870" y="22831"/>
                    <a:pt x="-3051" y="2391"/>
                    <a:pt x="2815" y="140"/>
                  </a:cubicBezTo>
                  <a:cubicBezTo>
                    <a:pt x="7073" y="-1494"/>
                    <a:pt x="18931" y="11596"/>
                    <a:pt x="18571" y="17532"/>
                  </a:cubicBezTo>
                  <a:cubicBezTo>
                    <a:pt x="18043" y="26212"/>
                    <a:pt x="19252" y="27858"/>
                    <a:pt x="26156" y="27858"/>
                  </a:cubicBezTo>
                  <a:cubicBezTo>
                    <a:pt x="32848" y="27858"/>
                    <a:pt x="33306" y="28504"/>
                    <a:pt x="32361" y="36599"/>
                  </a:cubicBezTo>
                  <a:cubicBezTo>
                    <a:pt x="31800" y="41406"/>
                    <a:pt x="32708" y="47895"/>
                    <a:pt x="34380" y="51018"/>
                  </a:cubicBezTo>
                  <a:cubicBezTo>
                    <a:pt x="39819" y="61181"/>
                    <a:pt x="34782" y="59825"/>
                    <a:pt x="24033" y="48231"/>
                  </a:cubicBezTo>
                  <a:close/>
                </a:path>
              </a:pathLst>
            </a:custGeom>
            <a:solidFill>
              <a:srgbClr val="B9B9B9"/>
            </a:solidFill>
            <a:ln w="5163" cap="flat">
              <a:noFill/>
              <a:prstDash val="solid"/>
              <a:miter/>
            </a:ln>
          </p:spPr>
          <p:txBody>
            <a:bodyPr/>
            <a:lstStyle/>
            <a:p>
              <a:endParaRPr lang="es-419" noProof="0" dirty="0"/>
            </a:p>
          </p:txBody>
        </p:sp>
      </p:grpSp>
      <p:grpSp>
        <p:nvGrpSpPr>
          <p:cNvPr id="111" name="Gráfico 39">
            <a:extLst>
              <a:ext uri="{FF2B5EF4-FFF2-40B4-BE49-F238E27FC236}">
                <a16:creationId xmlns:a16="http://schemas.microsoft.com/office/drawing/2014/main" id="{0C8B337E-B8D3-FCCF-D14B-62CD481C1F54}"/>
              </a:ext>
            </a:extLst>
          </p:cNvPr>
          <p:cNvGrpSpPr/>
          <p:nvPr/>
        </p:nvGrpSpPr>
        <p:grpSpPr>
          <a:xfrm>
            <a:off x="347681" y="1057339"/>
            <a:ext cx="481325" cy="621418"/>
            <a:chOff x="347681" y="1057339"/>
            <a:chExt cx="481325" cy="621418"/>
          </a:xfrm>
          <a:solidFill>
            <a:srgbClr val="B9B9B9"/>
          </a:solidFill>
        </p:grpSpPr>
        <p:grpSp>
          <p:nvGrpSpPr>
            <p:cNvPr id="112" name="Gráfico 39">
              <a:extLst>
                <a:ext uri="{FF2B5EF4-FFF2-40B4-BE49-F238E27FC236}">
                  <a16:creationId xmlns:a16="http://schemas.microsoft.com/office/drawing/2014/main" id="{B2E89B4B-3948-0767-6FCA-B6F7BDCFD90C}"/>
                </a:ext>
              </a:extLst>
            </p:cNvPr>
            <p:cNvGrpSpPr/>
            <p:nvPr/>
          </p:nvGrpSpPr>
          <p:grpSpPr>
            <a:xfrm>
              <a:off x="492211" y="1384222"/>
              <a:ext cx="33498" cy="51895"/>
              <a:chOff x="492211" y="1384222"/>
              <a:chExt cx="33498" cy="51895"/>
            </a:xfrm>
            <a:solidFill>
              <a:srgbClr val="B9B9B9"/>
            </a:solidFill>
          </p:grpSpPr>
          <p:sp>
            <p:nvSpPr>
              <p:cNvPr id="113" name="Forma libre: forma 112">
                <a:extLst>
                  <a:ext uri="{FF2B5EF4-FFF2-40B4-BE49-F238E27FC236}">
                    <a16:creationId xmlns:a16="http://schemas.microsoft.com/office/drawing/2014/main" id="{97E494FF-3B48-7BF5-9EAE-E6296D831F34}"/>
                  </a:ext>
                </a:extLst>
              </p:cNvPr>
              <p:cNvSpPr/>
              <p:nvPr/>
            </p:nvSpPr>
            <p:spPr>
              <a:xfrm>
                <a:off x="492211" y="1428798"/>
                <a:ext cx="6246" cy="7319"/>
              </a:xfrm>
              <a:custGeom>
                <a:avLst/>
                <a:gdLst>
                  <a:gd name="csX0" fmla="*/ 460 w 6246"/>
                  <a:gd name="csY0" fmla="*/ 4088 h 7319"/>
                  <a:gd name="csX1" fmla="*/ 4549 w 6246"/>
                  <a:gd name="csY1" fmla="*/ 0 h 7319"/>
                  <a:gd name="csX2" fmla="*/ 1959 w 6246"/>
                  <a:gd name="csY2" fmla="*/ 7153 h 7319"/>
                  <a:gd name="csX3" fmla="*/ 460 w 6246"/>
                  <a:gd name="csY3" fmla="*/ 4088 h 7319"/>
                </a:gdLst>
                <a:ahLst/>
                <a:cxnLst>
                  <a:cxn ang="0">
                    <a:pos x="csX0" y="csY0"/>
                  </a:cxn>
                  <a:cxn ang="0">
                    <a:pos x="csX1" y="csY1"/>
                  </a:cxn>
                  <a:cxn ang="0">
                    <a:pos x="csX2" y="csY2"/>
                  </a:cxn>
                  <a:cxn ang="0">
                    <a:pos x="csX3" y="csY3"/>
                  </a:cxn>
                </a:cxnLst>
                <a:rect l="l" t="t" r="r" b="b"/>
                <a:pathLst>
                  <a:path w="6246" h="7319">
                    <a:moveTo>
                      <a:pt x="460" y="4088"/>
                    </a:moveTo>
                    <a:cubicBezTo>
                      <a:pt x="1323" y="1840"/>
                      <a:pt x="3163" y="0"/>
                      <a:pt x="4549" y="0"/>
                    </a:cubicBezTo>
                    <a:cubicBezTo>
                      <a:pt x="7942" y="0"/>
                      <a:pt x="5818" y="5867"/>
                      <a:pt x="1959" y="7153"/>
                    </a:cubicBezTo>
                    <a:cubicBezTo>
                      <a:pt x="72" y="7782"/>
                      <a:pt x="-505" y="6602"/>
                      <a:pt x="460" y="4088"/>
                    </a:cubicBezTo>
                    <a:close/>
                  </a:path>
                </a:pathLst>
              </a:custGeom>
              <a:solidFill>
                <a:srgbClr val="B9B9B9"/>
              </a:solidFill>
              <a:ln w="5163" cap="flat">
                <a:noFill/>
                <a:prstDash val="solid"/>
                <a:miter/>
              </a:ln>
            </p:spPr>
            <p:txBody>
              <a:bodyPr/>
              <a:lstStyle/>
              <a:p>
                <a:endParaRPr lang="es-419" noProof="0" dirty="0"/>
              </a:p>
            </p:txBody>
          </p:sp>
          <p:sp>
            <p:nvSpPr>
              <p:cNvPr id="114" name="Forma libre: forma 113">
                <a:extLst>
                  <a:ext uri="{FF2B5EF4-FFF2-40B4-BE49-F238E27FC236}">
                    <a16:creationId xmlns:a16="http://schemas.microsoft.com/office/drawing/2014/main" id="{6DBF2E92-3613-61C9-9A7E-A2012A30091D}"/>
                  </a:ext>
                </a:extLst>
              </p:cNvPr>
              <p:cNvSpPr/>
              <p:nvPr/>
            </p:nvSpPr>
            <p:spPr>
              <a:xfrm>
                <a:off x="495379" y="1384222"/>
                <a:ext cx="30331" cy="44105"/>
              </a:xfrm>
              <a:custGeom>
                <a:avLst/>
                <a:gdLst>
                  <a:gd name="csX0" fmla="*/ 10578 w 30331"/>
                  <a:gd name="csY0" fmla="*/ 40845 h 44105"/>
                  <a:gd name="csX1" fmla="*/ 3426 w 30331"/>
                  <a:gd name="csY1" fmla="*/ 27268 h 44105"/>
                  <a:gd name="csX2" fmla="*/ 8634 w 30331"/>
                  <a:gd name="csY2" fmla="*/ 13316 h 44105"/>
                  <a:gd name="csX3" fmla="*/ 25629 w 30331"/>
                  <a:gd name="csY3" fmla="*/ 1695 h 44105"/>
                  <a:gd name="csX4" fmla="*/ 27283 w 30331"/>
                  <a:gd name="csY4" fmla="*/ 34769 h 44105"/>
                  <a:gd name="csX5" fmla="*/ 10578 w 30331"/>
                  <a:gd name="csY5" fmla="*/ 40845 h 44105"/>
                </a:gdLst>
                <a:ahLst/>
                <a:cxnLst>
                  <a:cxn ang="0">
                    <a:pos x="csX0" y="csY0"/>
                  </a:cxn>
                  <a:cxn ang="0">
                    <a:pos x="csX1" y="csY1"/>
                  </a:cxn>
                  <a:cxn ang="0">
                    <a:pos x="csX2" y="csY2"/>
                  </a:cxn>
                  <a:cxn ang="0">
                    <a:pos x="csX3" y="csY3"/>
                  </a:cxn>
                  <a:cxn ang="0">
                    <a:pos x="csX4" y="csY4"/>
                  </a:cxn>
                  <a:cxn ang="0">
                    <a:pos x="csX5" y="csY5"/>
                  </a:cxn>
                </a:cxnLst>
                <a:rect l="l" t="t" r="r" b="b"/>
                <a:pathLst>
                  <a:path w="30331" h="44105">
                    <a:moveTo>
                      <a:pt x="10578" y="40845"/>
                    </a:moveTo>
                    <a:cubicBezTo>
                      <a:pt x="-1917" y="34327"/>
                      <a:pt x="-2001" y="34167"/>
                      <a:pt x="3426" y="27268"/>
                    </a:cubicBezTo>
                    <a:cubicBezTo>
                      <a:pt x="6291" y="23626"/>
                      <a:pt x="8634" y="17348"/>
                      <a:pt x="8634" y="13316"/>
                    </a:cubicBezTo>
                    <a:cubicBezTo>
                      <a:pt x="8634" y="4586"/>
                      <a:pt x="20679" y="-3650"/>
                      <a:pt x="25629" y="1695"/>
                    </a:cubicBezTo>
                    <a:cubicBezTo>
                      <a:pt x="31123" y="7627"/>
                      <a:pt x="31970" y="24580"/>
                      <a:pt x="27283" y="34769"/>
                    </a:cubicBezTo>
                    <a:cubicBezTo>
                      <a:pt x="22315" y="45567"/>
                      <a:pt x="20734" y="46142"/>
                      <a:pt x="10578" y="40845"/>
                    </a:cubicBezTo>
                    <a:close/>
                  </a:path>
                </a:pathLst>
              </a:custGeom>
              <a:solidFill>
                <a:srgbClr val="B9B9B9"/>
              </a:solidFill>
              <a:ln w="5163" cap="flat">
                <a:noFill/>
                <a:prstDash val="solid"/>
                <a:miter/>
              </a:ln>
            </p:spPr>
            <p:txBody>
              <a:bodyPr/>
              <a:lstStyle/>
              <a:p>
                <a:endParaRPr lang="es-419" noProof="0" dirty="0"/>
              </a:p>
            </p:txBody>
          </p:sp>
        </p:grpSp>
        <p:grpSp>
          <p:nvGrpSpPr>
            <p:cNvPr id="115" name="Gráfico 39">
              <a:extLst>
                <a:ext uri="{FF2B5EF4-FFF2-40B4-BE49-F238E27FC236}">
                  <a16:creationId xmlns:a16="http://schemas.microsoft.com/office/drawing/2014/main" id="{923D8B9C-BD09-D79E-6606-C5E54D77258B}"/>
                </a:ext>
              </a:extLst>
            </p:cNvPr>
            <p:cNvGrpSpPr/>
            <p:nvPr/>
          </p:nvGrpSpPr>
          <p:grpSpPr>
            <a:xfrm>
              <a:off x="347681" y="1057339"/>
              <a:ext cx="481325" cy="621418"/>
              <a:chOff x="347681" y="1057339"/>
              <a:chExt cx="481325" cy="621418"/>
            </a:xfrm>
            <a:solidFill>
              <a:srgbClr val="B9B9B9"/>
            </a:solidFill>
          </p:grpSpPr>
          <p:sp>
            <p:nvSpPr>
              <p:cNvPr id="116" name="Forma libre: forma 115">
                <a:extLst>
                  <a:ext uri="{FF2B5EF4-FFF2-40B4-BE49-F238E27FC236}">
                    <a16:creationId xmlns:a16="http://schemas.microsoft.com/office/drawing/2014/main" id="{4DE1AAE9-836D-DA49-A101-D4AC6F67A862}"/>
                  </a:ext>
                </a:extLst>
              </p:cNvPr>
              <p:cNvSpPr/>
              <p:nvPr/>
            </p:nvSpPr>
            <p:spPr>
              <a:xfrm>
                <a:off x="347681" y="1057339"/>
                <a:ext cx="481325" cy="621418"/>
              </a:xfrm>
              <a:custGeom>
                <a:avLst/>
                <a:gdLst>
                  <a:gd name="csX0" fmla="*/ 392709 w 481325"/>
                  <a:gd name="csY0" fmla="*/ 609477 h 621418"/>
                  <a:gd name="csX1" fmla="*/ 388957 w 481325"/>
                  <a:gd name="csY1" fmla="*/ 594848 h 621418"/>
                  <a:gd name="csX2" fmla="*/ 382520 w 481325"/>
                  <a:gd name="csY2" fmla="*/ 582680 h 621418"/>
                  <a:gd name="csX3" fmla="*/ 381003 w 481325"/>
                  <a:gd name="csY3" fmla="*/ 575394 h 621418"/>
                  <a:gd name="csX4" fmla="*/ 376772 w 481325"/>
                  <a:gd name="csY4" fmla="*/ 573517 h 621418"/>
                  <a:gd name="csX5" fmla="*/ 372471 w 481325"/>
                  <a:gd name="csY5" fmla="*/ 575078 h 621418"/>
                  <a:gd name="csX6" fmla="*/ 371638 w 481325"/>
                  <a:gd name="csY6" fmla="*/ 577600 h 621418"/>
                  <a:gd name="csX7" fmla="*/ 373727 w 481325"/>
                  <a:gd name="csY7" fmla="*/ 583138 h 621418"/>
                  <a:gd name="csX8" fmla="*/ 369193 w 481325"/>
                  <a:gd name="csY8" fmla="*/ 580381 h 621418"/>
                  <a:gd name="csX9" fmla="*/ 364289 w 481325"/>
                  <a:gd name="csY9" fmla="*/ 578851 h 621418"/>
                  <a:gd name="csX10" fmla="*/ 358202 w 481325"/>
                  <a:gd name="csY10" fmla="*/ 578294 h 621418"/>
                  <a:gd name="csX11" fmla="*/ 344811 w 481325"/>
                  <a:gd name="csY11" fmla="*/ 546998 h 621418"/>
                  <a:gd name="csX12" fmla="*/ 347360 w 481325"/>
                  <a:gd name="csY12" fmla="*/ 544424 h 621418"/>
                  <a:gd name="csX13" fmla="*/ 329284 w 481325"/>
                  <a:gd name="csY13" fmla="*/ 536840 h 621418"/>
                  <a:gd name="csX14" fmla="*/ 312504 w 481325"/>
                  <a:gd name="csY14" fmla="*/ 531378 h 621418"/>
                  <a:gd name="csX15" fmla="*/ 299274 w 481325"/>
                  <a:gd name="csY15" fmla="*/ 523870 h 621418"/>
                  <a:gd name="csX16" fmla="*/ 298267 w 481325"/>
                  <a:gd name="csY16" fmla="*/ 519838 h 621418"/>
                  <a:gd name="csX17" fmla="*/ 294146 w 481325"/>
                  <a:gd name="csY17" fmla="*/ 506308 h 621418"/>
                  <a:gd name="csX18" fmla="*/ 290635 w 481325"/>
                  <a:gd name="csY18" fmla="*/ 495822 h 621418"/>
                  <a:gd name="csX19" fmla="*/ 290295 w 481325"/>
                  <a:gd name="csY19" fmla="*/ 485043 h 621418"/>
                  <a:gd name="csX20" fmla="*/ 292460 w 481325"/>
                  <a:gd name="csY20" fmla="*/ 479235 h 621418"/>
                  <a:gd name="csX21" fmla="*/ 293954 w 481325"/>
                  <a:gd name="csY21" fmla="*/ 469554 h 621418"/>
                  <a:gd name="csX22" fmla="*/ 288754 w 481325"/>
                  <a:gd name="csY22" fmla="*/ 460702 h 621418"/>
                  <a:gd name="csX23" fmla="*/ 283583 w 481325"/>
                  <a:gd name="csY23" fmla="*/ 460065 h 621418"/>
                  <a:gd name="csX24" fmla="*/ 278874 w 481325"/>
                  <a:gd name="csY24" fmla="*/ 460231 h 621418"/>
                  <a:gd name="csX25" fmla="*/ 272498 w 481325"/>
                  <a:gd name="csY25" fmla="*/ 449744 h 621418"/>
                  <a:gd name="csX26" fmla="*/ 269740 w 481325"/>
                  <a:gd name="csY26" fmla="*/ 445139 h 621418"/>
                  <a:gd name="csX27" fmla="*/ 268211 w 481325"/>
                  <a:gd name="csY27" fmla="*/ 450043 h 621418"/>
                  <a:gd name="csX28" fmla="*/ 267044 w 481325"/>
                  <a:gd name="csY28" fmla="*/ 456881 h 621418"/>
                  <a:gd name="csX29" fmla="*/ 259538 w 481325"/>
                  <a:gd name="csY29" fmla="*/ 454425 h 621418"/>
                  <a:gd name="csX30" fmla="*/ 254428 w 481325"/>
                  <a:gd name="csY30" fmla="*/ 444654 h 621418"/>
                  <a:gd name="csX31" fmla="*/ 249421 w 481325"/>
                  <a:gd name="csY31" fmla="*/ 443656 h 621418"/>
                  <a:gd name="csX32" fmla="*/ 238700 w 481325"/>
                  <a:gd name="csY32" fmla="*/ 428558 h 621418"/>
                  <a:gd name="csX33" fmla="*/ 224166 w 481325"/>
                  <a:gd name="csY33" fmla="*/ 409935 h 621418"/>
                  <a:gd name="csX34" fmla="*/ 213124 w 481325"/>
                  <a:gd name="csY34" fmla="*/ 401065 h 621418"/>
                  <a:gd name="csX35" fmla="*/ 206671 w 481325"/>
                  <a:gd name="csY35" fmla="*/ 388468 h 621418"/>
                  <a:gd name="csX36" fmla="*/ 204242 w 481325"/>
                  <a:gd name="csY36" fmla="*/ 374041 h 621418"/>
                  <a:gd name="csX37" fmla="*/ 206562 w 481325"/>
                  <a:gd name="csY37" fmla="*/ 371283 h 621418"/>
                  <a:gd name="csX38" fmla="*/ 201394 w 481325"/>
                  <a:gd name="csY38" fmla="*/ 369855 h 621418"/>
                  <a:gd name="csX39" fmla="*/ 181743 w 481325"/>
                  <a:gd name="csY39" fmla="*/ 350072 h 621418"/>
                  <a:gd name="csX40" fmla="*/ 180840 w 481325"/>
                  <a:gd name="csY40" fmla="*/ 340015 h 621418"/>
                  <a:gd name="csX41" fmla="*/ 168342 w 481325"/>
                  <a:gd name="csY41" fmla="*/ 316750 h 621418"/>
                  <a:gd name="csX42" fmla="*/ 162786 w 481325"/>
                  <a:gd name="csY42" fmla="*/ 304341 h 621418"/>
                  <a:gd name="csX43" fmla="*/ 153959 w 481325"/>
                  <a:gd name="csY43" fmla="*/ 280463 h 621418"/>
                  <a:gd name="csX44" fmla="*/ 143231 w 481325"/>
                  <a:gd name="csY44" fmla="*/ 268201 h 621418"/>
                  <a:gd name="csX45" fmla="*/ 141096 w 481325"/>
                  <a:gd name="csY45" fmla="*/ 246493 h 621418"/>
                  <a:gd name="csX46" fmla="*/ 133510 w 481325"/>
                  <a:gd name="csY46" fmla="*/ 215932 h 621418"/>
                  <a:gd name="csX47" fmla="*/ 125786 w 481325"/>
                  <a:gd name="csY47" fmla="*/ 201792 h 621418"/>
                  <a:gd name="csX48" fmla="*/ 113580 w 481325"/>
                  <a:gd name="csY48" fmla="*/ 175023 h 621418"/>
                  <a:gd name="csX49" fmla="*/ 104703 w 481325"/>
                  <a:gd name="csY49" fmla="*/ 151035 h 621418"/>
                  <a:gd name="csX50" fmla="*/ 100240 w 481325"/>
                  <a:gd name="csY50" fmla="*/ 135893 h 621418"/>
                  <a:gd name="csX51" fmla="*/ 100240 w 481325"/>
                  <a:gd name="csY51" fmla="*/ 128463 h 621418"/>
                  <a:gd name="csX52" fmla="*/ 99247 w 481325"/>
                  <a:gd name="csY52" fmla="*/ 115142 h 621418"/>
                  <a:gd name="csX53" fmla="*/ 93791 w 481325"/>
                  <a:gd name="csY53" fmla="*/ 109442 h 621418"/>
                  <a:gd name="csX54" fmla="*/ 95549 w 481325"/>
                  <a:gd name="csY54" fmla="*/ 115250 h 621418"/>
                  <a:gd name="csX55" fmla="*/ 90800 w 481325"/>
                  <a:gd name="csY55" fmla="*/ 117023 h 621418"/>
                  <a:gd name="csX56" fmla="*/ 87172 w 481325"/>
                  <a:gd name="csY56" fmla="*/ 114272 h 621418"/>
                  <a:gd name="csX57" fmla="*/ 67148 w 481325"/>
                  <a:gd name="csY57" fmla="*/ 111209 h 621418"/>
                  <a:gd name="csX58" fmla="*/ 49971 w 481325"/>
                  <a:gd name="csY58" fmla="*/ 100232 h 621418"/>
                  <a:gd name="csX59" fmla="*/ 44090 w 481325"/>
                  <a:gd name="csY59" fmla="*/ 90574 h 621418"/>
                  <a:gd name="csX60" fmla="*/ 35863 w 481325"/>
                  <a:gd name="csY60" fmla="*/ 83433 h 621418"/>
                  <a:gd name="csX61" fmla="*/ 32588 w 481325"/>
                  <a:gd name="csY61" fmla="*/ 82069 h 621418"/>
                  <a:gd name="csX62" fmla="*/ 11771 w 481325"/>
                  <a:gd name="csY62" fmla="*/ 68233 h 621418"/>
                  <a:gd name="csX63" fmla="*/ 5348 w 481325"/>
                  <a:gd name="csY63" fmla="*/ 59589 h 621418"/>
                  <a:gd name="csX64" fmla="*/ 1583 w 481325"/>
                  <a:gd name="csY64" fmla="*/ 46912 h 621418"/>
                  <a:gd name="csX65" fmla="*/ 325 w 481325"/>
                  <a:gd name="csY65" fmla="*/ 17525 h 621418"/>
                  <a:gd name="csX66" fmla="*/ 4538 w 481325"/>
                  <a:gd name="csY66" fmla="*/ 6689 h 621418"/>
                  <a:gd name="csX67" fmla="*/ 10480 w 481325"/>
                  <a:gd name="csY67" fmla="*/ 0 h 621418"/>
                  <a:gd name="csX68" fmla="*/ 53074 w 481325"/>
                  <a:gd name="csY68" fmla="*/ 22147 h 621418"/>
                  <a:gd name="csX69" fmla="*/ 133099 w 481325"/>
                  <a:gd name="csY69" fmla="*/ 64285 h 621418"/>
                  <a:gd name="csX70" fmla="*/ 308638 w 481325"/>
                  <a:gd name="csY70" fmla="*/ 150152 h 621418"/>
                  <a:gd name="csX71" fmla="*/ 460324 w 481325"/>
                  <a:gd name="csY71" fmla="*/ 163865 h 621418"/>
                  <a:gd name="csX72" fmla="*/ 466125 w 481325"/>
                  <a:gd name="csY72" fmla="*/ 170071 h 621418"/>
                  <a:gd name="csX73" fmla="*/ 465714 w 481325"/>
                  <a:gd name="csY73" fmla="*/ 176317 h 621418"/>
                  <a:gd name="csX74" fmla="*/ 471176 w 481325"/>
                  <a:gd name="csY74" fmla="*/ 205515 h 621418"/>
                  <a:gd name="csX75" fmla="*/ 478356 w 481325"/>
                  <a:gd name="csY75" fmla="*/ 244968 h 621418"/>
                  <a:gd name="csX76" fmla="*/ 480666 w 481325"/>
                  <a:gd name="csY76" fmla="*/ 291434 h 621418"/>
                  <a:gd name="csX77" fmla="*/ 471606 w 481325"/>
                  <a:gd name="csY77" fmla="*/ 339879 h 621418"/>
                  <a:gd name="csX78" fmla="*/ 467718 w 481325"/>
                  <a:gd name="csY78" fmla="*/ 346935 h 621418"/>
                  <a:gd name="csX79" fmla="*/ 468256 w 481325"/>
                  <a:gd name="csY79" fmla="*/ 419216 h 621418"/>
                  <a:gd name="csX80" fmla="*/ 469120 w 481325"/>
                  <a:gd name="csY80" fmla="*/ 434705 h 621418"/>
                  <a:gd name="csX81" fmla="*/ 451760 w 481325"/>
                  <a:gd name="csY81" fmla="*/ 439004 h 621418"/>
                  <a:gd name="csX82" fmla="*/ 430017 w 481325"/>
                  <a:gd name="csY82" fmla="*/ 458164 h 621418"/>
                  <a:gd name="csX83" fmla="*/ 441207 w 481325"/>
                  <a:gd name="csY83" fmla="*/ 484914 h 621418"/>
                  <a:gd name="csX84" fmla="*/ 455538 w 481325"/>
                  <a:gd name="csY84" fmla="*/ 533438 h 621418"/>
                  <a:gd name="csX85" fmla="*/ 463393 w 481325"/>
                  <a:gd name="csY85" fmla="*/ 557324 h 621418"/>
                  <a:gd name="csX86" fmla="*/ 466107 w 481325"/>
                  <a:gd name="csY86" fmla="*/ 564704 h 621418"/>
                  <a:gd name="csX87" fmla="*/ 427332 w 481325"/>
                  <a:gd name="csY87" fmla="*/ 607875 h 621418"/>
                  <a:gd name="csX88" fmla="*/ 408378 w 481325"/>
                  <a:gd name="csY88" fmla="*/ 619278 h 621418"/>
                  <a:gd name="csX89" fmla="*/ 406733 w 481325"/>
                  <a:gd name="csY89" fmla="*/ 612610 h 621418"/>
                  <a:gd name="csX90" fmla="*/ 398989 w 481325"/>
                  <a:gd name="csY90" fmla="*/ 614115 h 621418"/>
                  <a:gd name="csX91" fmla="*/ 394277 w 481325"/>
                  <a:gd name="csY91" fmla="*/ 621279 h 621418"/>
                  <a:gd name="csX92" fmla="*/ 392709 w 481325"/>
                  <a:gd name="csY92" fmla="*/ 609477 h 62141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Lst>
                <a:rect l="l" t="t" r="r" b="b"/>
                <a:pathLst>
                  <a:path w="481325" h="621418">
                    <a:moveTo>
                      <a:pt x="392709" y="609477"/>
                    </a:moveTo>
                    <a:cubicBezTo>
                      <a:pt x="394253" y="597840"/>
                      <a:pt x="393887" y="596413"/>
                      <a:pt x="388957" y="594848"/>
                    </a:cubicBezTo>
                    <a:cubicBezTo>
                      <a:pt x="381454" y="592467"/>
                      <a:pt x="376874" y="583809"/>
                      <a:pt x="382520" y="582680"/>
                    </a:cubicBezTo>
                    <a:cubicBezTo>
                      <a:pt x="386074" y="581969"/>
                      <a:pt x="385853" y="580904"/>
                      <a:pt x="381003" y="575394"/>
                    </a:cubicBezTo>
                    <a:cubicBezTo>
                      <a:pt x="377016" y="570863"/>
                      <a:pt x="375755" y="570304"/>
                      <a:pt x="376772" y="573517"/>
                    </a:cubicBezTo>
                    <a:cubicBezTo>
                      <a:pt x="378038" y="577517"/>
                      <a:pt x="377495" y="577714"/>
                      <a:pt x="372471" y="575078"/>
                    </a:cubicBezTo>
                    <a:cubicBezTo>
                      <a:pt x="366755" y="572079"/>
                      <a:pt x="366750" y="572094"/>
                      <a:pt x="371638" y="577600"/>
                    </a:cubicBezTo>
                    <a:cubicBezTo>
                      <a:pt x="374343" y="580646"/>
                      <a:pt x="375283" y="583138"/>
                      <a:pt x="373727" y="583138"/>
                    </a:cubicBezTo>
                    <a:cubicBezTo>
                      <a:pt x="372171" y="583138"/>
                      <a:pt x="370131" y="581897"/>
                      <a:pt x="369193" y="580381"/>
                    </a:cubicBezTo>
                    <a:cubicBezTo>
                      <a:pt x="368256" y="578864"/>
                      <a:pt x="366049" y="578176"/>
                      <a:pt x="364289" y="578851"/>
                    </a:cubicBezTo>
                    <a:cubicBezTo>
                      <a:pt x="362530" y="579526"/>
                      <a:pt x="359790" y="579276"/>
                      <a:pt x="358202" y="578294"/>
                    </a:cubicBezTo>
                    <a:cubicBezTo>
                      <a:pt x="354056" y="575732"/>
                      <a:pt x="341762" y="546998"/>
                      <a:pt x="344811" y="546998"/>
                    </a:cubicBezTo>
                    <a:cubicBezTo>
                      <a:pt x="346213" y="546998"/>
                      <a:pt x="347360" y="545839"/>
                      <a:pt x="347360" y="544424"/>
                    </a:cubicBezTo>
                    <a:cubicBezTo>
                      <a:pt x="347360" y="541126"/>
                      <a:pt x="331006" y="534265"/>
                      <a:pt x="329284" y="536840"/>
                    </a:cubicBezTo>
                    <a:cubicBezTo>
                      <a:pt x="328570" y="537907"/>
                      <a:pt x="321020" y="535449"/>
                      <a:pt x="312504" y="531378"/>
                    </a:cubicBezTo>
                    <a:cubicBezTo>
                      <a:pt x="303989" y="527306"/>
                      <a:pt x="298035" y="523928"/>
                      <a:pt x="299274" y="523870"/>
                    </a:cubicBezTo>
                    <a:cubicBezTo>
                      <a:pt x="300512" y="523812"/>
                      <a:pt x="300059" y="521998"/>
                      <a:pt x="298267" y="519838"/>
                    </a:cubicBezTo>
                    <a:cubicBezTo>
                      <a:pt x="296474" y="517678"/>
                      <a:pt x="294620" y="511589"/>
                      <a:pt x="294146" y="506308"/>
                    </a:cubicBezTo>
                    <a:cubicBezTo>
                      <a:pt x="293672" y="501026"/>
                      <a:pt x="292092" y="496307"/>
                      <a:pt x="290635" y="495822"/>
                    </a:cubicBezTo>
                    <a:cubicBezTo>
                      <a:pt x="287387" y="494739"/>
                      <a:pt x="287081" y="485043"/>
                      <a:pt x="290295" y="485043"/>
                    </a:cubicBezTo>
                    <a:cubicBezTo>
                      <a:pt x="291564" y="485043"/>
                      <a:pt x="292539" y="482429"/>
                      <a:pt x="292460" y="479235"/>
                    </a:cubicBezTo>
                    <a:cubicBezTo>
                      <a:pt x="292381" y="476040"/>
                      <a:pt x="293054" y="471684"/>
                      <a:pt x="293954" y="469554"/>
                    </a:cubicBezTo>
                    <a:cubicBezTo>
                      <a:pt x="294994" y="467095"/>
                      <a:pt x="293096" y="463864"/>
                      <a:pt x="288754" y="460702"/>
                    </a:cubicBezTo>
                    <a:cubicBezTo>
                      <a:pt x="282831" y="456387"/>
                      <a:pt x="282139" y="456302"/>
                      <a:pt x="283583" y="460065"/>
                    </a:cubicBezTo>
                    <a:cubicBezTo>
                      <a:pt x="285131" y="464099"/>
                      <a:pt x="284795" y="464110"/>
                      <a:pt x="278874" y="460231"/>
                    </a:cubicBezTo>
                    <a:cubicBezTo>
                      <a:pt x="274972" y="457675"/>
                      <a:pt x="272498" y="453605"/>
                      <a:pt x="272498" y="449744"/>
                    </a:cubicBezTo>
                    <a:cubicBezTo>
                      <a:pt x="272498" y="445927"/>
                      <a:pt x="271409" y="444108"/>
                      <a:pt x="269740" y="445139"/>
                    </a:cubicBezTo>
                    <a:cubicBezTo>
                      <a:pt x="268224" y="446077"/>
                      <a:pt x="267535" y="448283"/>
                      <a:pt x="268211" y="450043"/>
                    </a:cubicBezTo>
                    <a:cubicBezTo>
                      <a:pt x="268886" y="451803"/>
                      <a:pt x="268361" y="454880"/>
                      <a:pt x="267044" y="456881"/>
                    </a:cubicBezTo>
                    <a:cubicBezTo>
                      <a:pt x="265087" y="459853"/>
                      <a:pt x="263712" y="459403"/>
                      <a:pt x="259538" y="454425"/>
                    </a:cubicBezTo>
                    <a:cubicBezTo>
                      <a:pt x="256727" y="451073"/>
                      <a:pt x="254428" y="446676"/>
                      <a:pt x="254428" y="444654"/>
                    </a:cubicBezTo>
                    <a:cubicBezTo>
                      <a:pt x="254428" y="441815"/>
                      <a:pt x="253286" y="441587"/>
                      <a:pt x="249421" y="443656"/>
                    </a:cubicBezTo>
                    <a:cubicBezTo>
                      <a:pt x="243479" y="446836"/>
                      <a:pt x="243193" y="446433"/>
                      <a:pt x="238700" y="428558"/>
                    </a:cubicBezTo>
                    <a:cubicBezTo>
                      <a:pt x="235500" y="415829"/>
                      <a:pt x="234285" y="414272"/>
                      <a:pt x="224166" y="409935"/>
                    </a:cubicBezTo>
                    <a:cubicBezTo>
                      <a:pt x="217728" y="407175"/>
                      <a:pt x="213124" y="403477"/>
                      <a:pt x="213124" y="401065"/>
                    </a:cubicBezTo>
                    <a:cubicBezTo>
                      <a:pt x="213124" y="398790"/>
                      <a:pt x="210220" y="393122"/>
                      <a:pt x="206671" y="388468"/>
                    </a:cubicBezTo>
                    <a:cubicBezTo>
                      <a:pt x="199265" y="378758"/>
                      <a:pt x="198471" y="374041"/>
                      <a:pt x="204242" y="374041"/>
                    </a:cubicBezTo>
                    <a:cubicBezTo>
                      <a:pt x="206455" y="374041"/>
                      <a:pt x="207499" y="372800"/>
                      <a:pt x="206562" y="371283"/>
                    </a:cubicBezTo>
                    <a:cubicBezTo>
                      <a:pt x="205625" y="369767"/>
                      <a:pt x="203299" y="369124"/>
                      <a:pt x="201394" y="369855"/>
                    </a:cubicBezTo>
                    <a:cubicBezTo>
                      <a:pt x="197850" y="371215"/>
                      <a:pt x="182472" y="355734"/>
                      <a:pt x="181743" y="350072"/>
                    </a:cubicBezTo>
                    <a:cubicBezTo>
                      <a:pt x="181521" y="348347"/>
                      <a:pt x="181114" y="343821"/>
                      <a:pt x="180840" y="340015"/>
                    </a:cubicBezTo>
                    <a:cubicBezTo>
                      <a:pt x="179988" y="328208"/>
                      <a:pt x="174287" y="317597"/>
                      <a:pt x="168342" y="316750"/>
                    </a:cubicBezTo>
                    <a:cubicBezTo>
                      <a:pt x="163596" y="316073"/>
                      <a:pt x="162786" y="314266"/>
                      <a:pt x="162786" y="304341"/>
                    </a:cubicBezTo>
                    <a:cubicBezTo>
                      <a:pt x="162786" y="295229"/>
                      <a:pt x="160883" y="290082"/>
                      <a:pt x="153959" y="280463"/>
                    </a:cubicBezTo>
                    <a:cubicBezTo>
                      <a:pt x="149104" y="273719"/>
                      <a:pt x="144276" y="268201"/>
                      <a:pt x="143231" y="268201"/>
                    </a:cubicBezTo>
                    <a:cubicBezTo>
                      <a:pt x="142186" y="268201"/>
                      <a:pt x="141225" y="258432"/>
                      <a:pt x="141096" y="246493"/>
                    </a:cubicBezTo>
                    <a:cubicBezTo>
                      <a:pt x="140831" y="221943"/>
                      <a:pt x="139743" y="217562"/>
                      <a:pt x="133510" y="215932"/>
                    </a:cubicBezTo>
                    <a:cubicBezTo>
                      <a:pt x="130755" y="215211"/>
                      <a:pt x="127873" y="209936"/>
                      <a:pt x="125786" y="201792"/>
                    </a:cubicBezTo>
                    <a:cubicBezTo>
                      <a:pt x="123955" y="194647"/>
                      <a:pt x="118462" y="182601"/>
                      <a:pt x="113580" y="175023"/>
                    </a:cubicBezTo>
                    <a:cubicBezTo>
                      <a:pt x="107284" y="165251"/>
                      <a:pt x="104703" y="158277"/>
                      <a:pt x="104703" y="151035"/>
                    </a:cubicBezTo>
                    <a:cubicBezTo>
                      <a:pt x="104703" y="144982"/>
                      <a:pt x="102887" y="138818"/>
                      <a:pt x="100240" y="135893"/>
                    </a:cubicBezTo>
                    <a:cubicBezTo>
                      <a:pt x="96009" y="131218"/>
                      <a:pt x="96009" y="130831"/>
                      <a:pt x="100240" y="128463"/>
                    </a:cubicBezTo>
                    <a:cubicBezTo>
                      <a:pt x="106103" y="125181"/>
                      <a:pt x="105871" y="122062"/>
                      <a:pt x="99247" y="115142"/>
                    </a:cubicBezTo>
                    <a:lnTo>
                      <a:pt x="93791" y="109442"/>
                    </a:lnTo>
                    <a:lnTo>
                      <a:pt x="95549" y="115250"/>
                    </a:lnTo>
                    <a:cubicBezTo>
                      <a:pt x="97517" y="121752"/>
                      <a:pt x="93229" y="123352"/>
                      <a:pt x="90800" y="117023"/>
                    </a:cubicBezTo>
                    <a:cubicBezTo>
                      <a:pt x="89948" y="114803"/>
                      <a:pt x="88316" y="113565"/>
                      <a:pt x="87172" y="114272"/>
                    </a:cubicBezTo>
                    <a:cubicBezTo>
                      <a:pt x="86029" y="114978"/>
                      <a:pt x="77018" y="113600"/>
                      <a:pt x="67148" y="111209"/>
                    </a:cubicBezTo>
                    <a:cubicBezTo>
                      <a:pt x="50330" y="107134"/>
                      <a:pt x="49251" y="106444"/>
                      <a:pt x="49971" y="100232"/>
                    </a:cubicBezTo>
                    <a:cubicBezTo>
                      <a:pt x="50552" y="95214"/>
                      <a:pt x="49124" y="92867"/>
                      <a:pt x="44090" y="90574"/>
                    </a:cubicBezTo>
                    <a:cubicBezTo>
                      <a:pt x="40433" y="88908"/>
                      <a:pt x="36731" y="85694"/>
                      <a:pt x="35863" y="83433"/>
                    </a:cubicBezTo>
                    <a:cubicBezTo>
                      <a:pt x="34873" y="80853"/>
                      <a:pt x="33654" y="80345"/>
                      <a:pt x="32588" y="82069"/>
                    </a:cubicBezTo>
                    <a:cubicBezTo>
                      <a:pt x="30403" y="85606"/>
                      <a:pt x="11771" y="73222"/>
                      <a:pt x="11771" y="68233"/>
                    </a:cubicBezTo>
                    <a:cubicBezTo>
                      <a:pt x="11771" y="66258"/>
                      <a:pt x="8881" y="62368"/>
                      <a:pt x="5348" y="59589"/>
                    </a:cubicBezTo>
                    <a:cubicBezTo>
                      <a:pt x="-304" y="55143"/>
                      <a:pt x="-756" y="53621"/>
                      <a:pt x="1583" y="46912"/>
                    </a:cubicBezTo>
                    <a:cubicBezTo>
                      <a:pt x="4225" y="39332"/>
                      <a:pt x="3631" y="25451"/>
                      <a:pt x="325" y="17525"/>
                    </a:cubicBezTo>
                    <a:cubicBezTo>
                      <a:pt x="-744" y="14961"/>
                      <a:pt x="864" y="10824"/>
                      <a:pt x="4538" y="6689"/>
                    </a:cubicBezTo>
                    <a:lnTo>
                      <a:pt x="10480" y="0"/>
                    </a:lnTo>
                    <a:lnTo>
                      <a:pt x="53074" y="22147"/>
                    </a:lnTo>
                    <a:cubicBezTo>
                      <a:pt x="76501" y="34328"/>
                      <a:pt x="112512" y="53290"/>
                      <a:pt x="133099" y="64285"/>
                    </a:cubicBezTo>
                    <a:cubicBezTo>
                      <a:pt x="293633" y="150024"/>
                      <a:pt x="290844" y="148660"/>
                      <a:pt x="308638" y="150152"/>
                    </a:cubicBezTo>
                    <a:cubicBezTo>
                      <a:pt x="379829" y="156121"/>
                      <a:pt x="453326" y="162765"/>
                      <a:pt x="460324" y="163865"/>
                    </a:cubicBezTo>
                    <a:cubicBezTo>
                      <a:pt x="467642" y="165014"/>
                      <a:pt x="468398" y="165824"/>
                      <a:pt x="466125" y="170071"/>
                    </a:cubicBezTo>
                    <a:cubicBezTo>
                      <a:pt x="464688" y="172758"/>
                      <a:pt x="464502" y="175568"/>
                      <a:pt x="465714" y="176317"/>
                    </a:cubicBezTo>
                    <a:cubicBezTo>
                      <a:pt x="466925" y="177066"/>
                      <a:pt x="469383" y="190205"/>
                      <a:pt x="471176" y="205515"/>
                    </a:cubicBezTo>
                    <a:cubicBezTo>
                      <a:pt x="472969" y="220825"/>
                      <a:pt x="476200" y="238579"/>
                      <a:pt x="478356" y="244968"/>
                    </a:cubicBezTo>
                    <a:cubicBezTo>
                      <a:pt x="481464" y="254178"/>
                      <a:pt x="481943" y="263804"/>
                      <a:pt x="480666" y="291434"/>
                    </a:cubicBezTo>
                    <a:cubicBezTo>
                      <a:pt x="478736" y="333232"/>
                      <a:pt x="477318" y="340812"/>
                      <a:pt x="471606" y="339879"/>
                    </a:cubicBezTo>
                    <a:cubicBezTo>
                      <a:pt x="468443" y="339362"/>
                      <a:pt x="467477" y="341115"/>
                      <a:pt x="467718" y="346935"/>
                    </a:cubicBezTo>
                    <a:cubicBezTo>
                      <a:pt x="467998" y="353675"/>
                      <a:pt x="468241" y="386395"/>
                      <a:pt x="468256" y="419216"/>
                    </a:cubicBezTo>
                    <a:cubicBezTo>
                      <a:pt x="468259" y="424895"/>
                      <a:pt x="468647" y="431865"/>
                      <a:pt x="469120" y="434705"/>
                    </a:cubicBezTo>
                    <a:cubicBezTo>
                      <a:pt x="469922" y="439526"/>
                      <a:pt x="468775" y="439811"/>
                      <a:pt x="451760" y="439004"/>
                    </a:cubicBezTo>
                    <a:cubicBezTo>
                      <a:pt x="428789" y="437915"/>
                      <a:pt x="426025" y="440351"/>
                      <a:pt x="430017" y="458164"/>
                    </a:cubicBezTo>
                    <a:cubicBezTo>
                      <a:pt x="431548" y="464996"/>
                      <a:pt x="436584" y="477034"/>
                      <a:pt x="441207" y="484914"/>
                    </a:cubicBezTo>
                    <a:cubicBezTo>
                      <a:pt x="456169" y="510414"/>
                      <a:pt x="459720" y="522439"/>
                      <a:pt x="455538" y="533438"/>
                    </a:cubicBezTo>
                    <a:cubicBezTo>
                      <a:pt x="452990" y="540141"/>
                      <a:pt x="458641" y="557324"/>
                      <a:pt x="463393" y="557324"/>
                    </a:cubicBezTo>
                    <a:cubicBezTo>
                      <a:pt x="464886" y="557324"/>
                      <a:pt x="466107" y="560645"/>
                      <a:pt x="466107" y="564704"/>
                    </a:cubicBezTo>
                    <a:cubicBezTo>
                      <a:pt x="466107" y="574709"/>
                      <a:pt x="449340" y="593376"/>
                      <a:pt x="427332" y="607875"/>
                    </a:cubicBezTo>
                    <a:cubicBezTo>
                      <a:pt x="417812" y="614147"/>
                      <a:pt x="409283" y="619278"/>
                      <a:pt x="408378" y="619278"/>
                    </a:cubicBezTo>
                    <a:cubicBezTo>
                      <a:pt x="407473" y="619278"/>
                      <a:pt x="406733" y="616277"/>
                      <a:pt x="406733" y="612610"/>
                    </a:cubicBezTo>
                    <a:cubicBezTo>
                      <a:pt x="406733" y="604379"/>
                      <a:pt x="401025" y="605489"/>
                      <a:pt x="398989" y="614115"/>
                    </a:cubicBezTo>
                    <a:cubicBezTo>
                      <a:pt x="398201" y="617454"/>
                      <a:pt x="396080" y="620678"/>
                      <a:pt x="394277" y="621279"/>
                    </a:cubicBezTo>
                    <a:cubicBezTo>
                      <a:pt x="391773" y="622114"/>
                      <a:pt x="391403" y="619327"/>
                      <a:pt x="392709" y="609477"/>
                    </a:cubicBezTo>
                    <a:close/>
                  </a:path>
                </a:pathLst>
              </a:custGeom>
              <a:solidFill>
                <a:srgbClr val="B9B9B9"/>
              </a:solidFill>
              <a:ln w="5163" cap="flat">
                <a:noFill/>
                <a:prstDash val="solid"/>
                <a:miter/>
              </a:ln>
            </p:spPr>
            <p:txBody>
              <a:bodyPr/>
              <a:lstStyle/>
              <a:p>
                <a:endParaRPr lang="es-419" noProof="0" dirty="0"/>
              </a:p>
            </p:txBody>
          </p:sp>
          <p:sp>
            <p:nvSpPr>
              <p:cNvPr id="117" name="Forma libre: forma 116">
                <a:extLst>
                  <a:ext uri="{FF2B5EF4-FFF2-40B4-BE49-F238E27FC236}">
                    <a16:creationId xmlns:a16="http://schemas.microsoft.com/office/drawing/2014/main" id="{01CEE23D-A09C-51E2-EDC6-C5A1AFFC2439}"/>
                  </a:ext>
                </a:extLst>
              </p:cNvPr>
              <p:cNvSpPr/>
              <p:nvPr/>
            </p:nvSpPr>
            <p:spPr>
              <a:xfrm>
                <a:off x="356836" y="1137381"/>
                <a:ext cx="20516" cy="20135"/>
              </a:xfrm>
              <a:custGeom>
                <a:avLst/>
                <a:gdLst>
                  <a:gd name="csX0" fmla="*/ 3031 w 20516"/>
                  <a:gd name="csY0" fmla="*/ 13790 h 20135"/>
                  <a:gd name="csX1" fmla="*/ 11787 w 20516"/>
                  <a:gd name="csY1" fmla="*/ 6812 h 20135"/>
                  <a:gd name="csX2" fmla="*/ 16388 w 20516"/>
                  <a:gd name="csY2" fmla="*/ 8970 h 20135"/>
                  <a:gd name="csX3" fmla="*/ 17667 w 20516"/>
                  <a:gd name="csY3" fmla="*/ 5896 h 20135"/>
                  <a:gd name="csX4" fmla="*/ 16630 w 20516"/>
                  <a:gd name="csY4" fmla="*/ 16309 h 20135"/>
                  <a:gd name="csX5" fmla="*/ 3031 w 20516"/>
                  <a:gd name="csY5" fmla="*/ 13790 h 20135"/>
                </a:gdLst>
                <a:ahLst/>
                <a:cxnLst>
                  <a:cxn ang="0">
                    <a:pos x="csX0" y="csY0"/>
                  </a:cxn>
                  <a:cxn ang="0">
                    <a:pos x="csX1" y="csY1"/>
                  </a:cxn>
                  <a:cxn ang="0">
                    <a:pos x="csX2" y="csY2"/>
                  </a:cxn>
                  <a:cxn ang="0">
                    <a:pos x="csX3" y="csY3"/>
                  </a:cxn>
                  <a:cxn ang="0">
                    <a:pos x="csX4" y="csY4"/>
                  </a:cxn>
                  <a:cxn ang="0">
                    <a:pos x="csX5" y="csY5"/>
                  </a:cxn>
                </a:cxnLst>
                <a:rect l="l" t="t" r="r" b="b"/>
                <a:pathLst>
                  <a:path w="20516" h="20135">
                    <a:moveTo>
                      <a:pt x="3031" y="13790"/>
                    </a:moveTo>
                    <a:cubicBezTo>
                      <a:pt x="-3651" y="-875"/>
                      <a:pt x="1356" y="-4865"/>
                      <a:pt x="11787" y="6812"/>
                    </a:cubicBezTo>
                    <a:cubicBezTo>
                      <a:pt x="16355" y="11926"/>
                      <a:pt x="17642" y="12530"/>
                      <a:pt x="16388" y="8970"/>
                    </a:cubicBezTo>
                    <a:cubicBezTo>
                      <a:pt x="15184" y="5554"/>
                      <a:pt x="15578" y="4605"/>
                      <a:pt x="17667" y="5896"/>
                    </a:cubicBezTo>
                    <a:cubicBezTo>
                      <a:pt x="21766" y="8429"/>
                      <a:pt x="21462" y="11477"/>
                      <a:pt x="16630" y="16309"/>
                    </a:cubicBezTo>
                    <a:cubicBezTo>
                      <a:pt x="10809" y="22130"/>
                      <a:pt x="6464" y="21325"/>
                      <a:pt x="3031" y="13790"/>
                    </a:cubicBezTo>
                    <a:close/>
                  </a:path>
                </a:pathLst>
              </a:custGeom>
              <a:solidFill>
                <a:srgbClr val="B9B9B9"/>
              </a:solidFill>
              <a:ln w="5163" cap="flat">
                <a:noFill/>
                <a:prstDash val="solid"/>
                <a:miter/>
              </a:ln>
            </p:spPr>
            <p:txBody>
              <a:bodyPr/>
              <a:lstStyle/>
              <a:p>
                <a:endParaRPr lang="es-419" noProof="0" dirty="0"/>
              </a:p>
            </p:txBody>
          </p:sp>
        </p:grpSp>
      </p:grpSp>
    </p:spTree>
    <p:extLst>
      <p:ext uri="{BB962C8B-B14F-4D97-AF65-F5344CB8AC3E}">
        <p14:creationId xmlns:p14="http://schemas.microsoft.com/office/powerpoint/2010/main" val="35716138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nodeType="with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wipe(down)">
                                      <p:cBhvr>
                                        <p:cTn id="7" dur="580">
                                          <p:stCondLst>
                                            <p:cond delay="0"/>
                                          </p:stCondLst>
                                        </p:cTn>
                                        <p:tgtEl>
                                          <p:spTgt spid="36"/>
                                        </p:tgtEl>
                                      </p:cBhvr>
                                    </p:animEffect>
                                    <p:anim calcmode="lin" valueType="num">
                                      <p:cBhvr>
                                        <p:cTn id="8" dur="1822" tmFilter="0,0; 0.14,0.36; 0.43,0.73; 0.71,0.91; 1.0,1.0">
                                          <p:stCondLst>
                                            <p:cond delay="0"/>
                                          </p:stCondLst>
                                        </p:cTn>
                                        <p:tgtEl>
                                          <p:spTgt spid="36"/>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36"/>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36"/>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36"/>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36"/>
                                        </p:tgtEl>
                                        <p:attrNameLst>
                                          <p:attrName>ppt_y</p:attrName>
                                        </p:attrNameLst>
                                      </p:cBhvr>
                                      <p:tavLst>
                                        <p:tav tm="0" fmla="#ppt_y-sin(pi*$)/81">
                                          <p:val>
                                            <p:fltVal val="0"/>
                                          </p:val>
                                        </p:tav>
                                        <p:tav tm="100000">
                                          <p:val>
                                            <p:fltVal val="1"/>
                                          </p:val>
                                        </p:tav>
                                      </p:tavLst>
                                    </p:anim>
                                    <p:animScale>
                                      <p:cBhvr>
                                        <p:cTn id="13" dur="26">
                                          <p:stCondLst>
                                            <p:cond delay="650"/>
                                          </p:stCondLst>
                                        </p:cTn>
                                        <p:tgtEl>
                                          <p:spTgt spid="36"/>
                                        </p:tgtEl>
                                      </p:cBhvr>
                                      <p:to x="100000" y="60000"/>
                                    </p:animScale>
                                    <p:animScale>
                                      <p:cBhvr>
                                        <p:cTn id="14" dur="166" decel="50000">
                                          <p:stCondLst>
                                            <p:cond delay="676"/>
                                          </p:stCondLst>
                                        </p:cTn>
                                        <p:tgtEl>
                                          <p:spTgt spid="36"/>
                                        </p:tgtEl>
                                      </p:cBhvr>
                                      <p:to x="100000" y="100000"/>
                                    </p:animScale>
                                    <p:animScale>
                                      <p:cBhvr>
                                        <p:cTn id="15" dur="26">
                                          <p:stCondLst>
                                            <p:cond delay="1312"/>
                                          </p:stCondLst>
                                        </p:cTn>
                                        <p:tgtEl>
                                          <p:spTgt spid="36"/>
                                        </p:tgtEl>
                                      </p:cBhvr>
                                      <p:to x="100000" y="80000"/>
                                    </p:animScale>
                                    <p:animScale>
                                      <p:cBhvr>
                                        <p:cTn id="16" dur="166" decel="50000">
                                          <p:stCondLst>
                                            <p:cond delay="1338"/>
                                          </p:stCondLst>
                                        </p:cTn>
                                        <p:tgtEl>
                                          <p:spTgt spid="36"/>
                                        </p:tgtEl>
                                      </p:cBhvr>
                                      <p:to x="100000" y="100000"/>
                                    </p:animScale>
                                    <p:animScale>
                                      <p:cBhvr>
                                        <p:cTn id="17" dur="26">
                                          <p:stCondLst>
                                            <p:cond delay="1642"/>
                                          </p:stCondLst>
                                        </p:cTn>
                                        <p:tgtEl>
                                          <p:spTgt spid="36"/>
                                        </p:tgtEl>
                                      </p:cBhvr>
                                      <p:to x="100000" y="90000"/>
                                    </p:animScale>
                                    <p:animScale>
                                      <p:cBhvr>
                                        <p:cTn id="18" dur="166" decel="50000">
                                          <p:stCondLst>
                                            <p:cond delay="1668"/>
                                          </p:stCondLst>
                                        </p:cTn>
                                        <p:tgtEl>
                                          <p:spTgt spid="36"/>
                                        </p:tgtEl>
                                      </p:cBhvr>
                                      <p:to x="100000" y="100000"/>
                                    </p:animScale>
                                    <p:animScale>
                                      <p:cBhvr>
                                        <p:cTn id="19" dur="26">
                                          <p:stCondLst>
                                            <p:cond delay="1808"/>
                                          </p:stCondLst>
                                        </p:cTn>
                                        <p:tgtEl>
                                          <p:spTgt spid="36"/>
                                        </p:tgtEl>
                                      </p:cBhvr>
                                      <p:to x="100000" y="95000"/>
                                    </p:animScale>
                                    <p:animScale>
                                      <p:cBhvr>
                                        <p:cTn id="20" dur="166" decel="50000">
                                          <p:stCondLst>
                                            <p:cond delay="1834"/>
                                          </p:stCondLst>
                                        </p:cTn>
                                        <p:tgtEl>
                                          <p:spTgt spid="36"/>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xml><?xml version="1.0" encoding="utf-8"?>
<p:sld xmlns:a="http://schemas.openxmlformats.org/drawingml/2006/main" xmlns:r="http://schemas.openxmlformats.org/officeDocument/2006/relationships" xmlns:p="http://schemas.openxmlformats.org/presentationml/2006/main">
  <p:cSld>
    <p:bg>
      <p:bgPr>
        <a:solidFill>
          <a:srgbClr val="F0F6FC"/>
        </a:solidFill>
        <a:effectLst/>
      </p:bgPr>
    </p:bg>
    <p:spTree>
      <p:nvGrpSpPr>
        <p:cNvPr id="1" name="">
          <a:extLst>
            <a:ext uri="{FF2B5EF4-FFF2-40B4-BE49-F238E27FC236}">
              <a16:creationId xmlns:a16="http://schemas.microsoft.com/office/drawing/2014/main" id="{BBFF3C85-DCB4-AC7C-3B9D-9356F468FE5D}"/>
            </a:ext>
          </a:extLst>
        </p:cNvPr>
        <p:cNvGrpSpPr/>
        <p:nvPr/>
      </p:nvGrpSpPr>
      <p:grpSpPr>
        <a:xfrm>
          <a:off x="0" y="0"/>
          <a:ext cx="0" cy="0"/>
          <a:chOff x="0" y="0"/>
          <a:chExt cx="0" cy="0"/>
        </a:xfrm>
      </p:grpSpPr>
      <p:sp>
        <p:nvSpPr>
          <p:cNvPr id="2" name="Shape 0">
            <a:extLst>
              <a:ext uri="{FF2B5EF4-FFF2-40B4-BE49-F238E27FC236}">
                <a16:creationId xmlns:a16="http://schemas.microsoft.com/office/drawing/2014/main" id="{101FD9EC-FAC8-FB6A-2D2D-C880646E6881}"/>
              </a:ext>
            </a:extLst>
          </p:cNvPr>
          <p:cNvSpPr/>
          <p:nvPr/>
        </p:nvSpPr>
        <p:spPr>
          <a:xfrm>
            <a:off x="0" y="0"/>
            <a:ext cx="9144000" cy="38405"/>
          </a:xfrm>
          <a:prstGeom prst="rect">
            <a:avLst/>
          </a:prstGeom>
          <a:solidFill>
            <a:srgbClr val="EB6C01"/>
          </a:solidFill>
          <a:ln w="12700">
            <a:solidFill>
              <a:srgbClr val="EB6C01"/>
            </a:solidFill>
            <a:prstDash val="solid"/>
          </a:ln>
        </p:spPr>
        <p:txBody>
          <a:bodyPr/>
          <a:lstStyle/>
          <a:p>
            <a:endParaRPr lang="es-419" noProof="0" dirty="0"/>
          </a:p>
        </p:txBody>
      </p:sp>
      <p:sp>
        <p:nvSpPr>
          <p:cNvPr id="3" name="Shape 1">
            <a:extLst>
              <a:ext uri="{FF2B5EF4-FFF2-40B4-BE49-F238E27FC236}">
                <a16:creationId xmlns:a16="http://schemas.microsoft.com/office/drawing/2014/main" id="{B27A9081-07C3-7F9D-C302-460597E2950A}"/>
              </a:ext>
            </a:extLst>
          </p:cNvPr>
          <p:cNvSpPr/>
          <p:nvPr/>
        </p:nvSpPr>
        <p:spPr>
          <a:xfrm>
            <a:off x="0" y="38405"/>
            <a:ext cx="9144000" cy="667512"/>
          </a:xfrm>
          <a:prstGeom prst="rect">
            <a:avLst/>
          </a:prstGeom>
          <a:solidFill>
            <a:srgbClr val="1A3464"/>
          </a:solidFill>
          <a:ln w="12700">
            <a:solidFill>
              <a:srgbClr val="1A3464"/>
            </a:solidFill>
            <a:prstDash val="solid"/>
          </a:ln>
        </p:spPr>
        <p:txBody>
          <a:bodyPr/>
          <a:lstStyle/>
          <a:p>
            <a:endParaRPr lang="es-419" noProof="0" dirty="0"/>
          </a:p>
        </p:txBody>
      </p:sp>
      <p:sp>
        <p:nvSpPr>
          <p:cNvPr id="4" name="Shape 2">
            <a:extLst>
              <a:ext uri="{FF2B5EF4-FFF2-40B4-BE49-F238E27FC236}">
                <a16:creationId xmlns:a16="http://schemas.microsoft.com/office/drawing/2014/main" id="{629CF1A1-613A-F9D5-B29F-207834DFBC25}"/>
              </a:ext>
            </a:extLst>
          </p:cNvPr>
          <p:cNvSpPr/>
          <p:nvPr/>
        </p:nvSpPr>
        <p:spPr>
          <a:xfrm>
            <a:off x="384048" y="117043"/>
            <a:ext cx="685800" cy="237744"/>
          </a:xfrm>
          <a:prstGeom prst="rect">
            <a:avLst/>
          </a:prstGeom>
          <a:solidFill>
            <a:srgbClr val="EB6C01"/>
          </a:solidFill>
          <a:ln w="12700">
            <a:solidFill>
              <a:srgbClr val="EB6C01"/>
            </a:solidFill>
            <a:prstDash val="solid"/>
          </a:ln>
        </p:spPr>
        <p:txBody>
          <a:bodyPr/>
          <a:lstStyle/>
          <a:p>
            <a:endParaRPr lang="es-419" noProof="0" dirty="0"/>
          </a:p>
        </p:txBody>
      </p:sp>
      <p:sp>
        <p:nvSpPr>
          <p:cNvPr id="5" name="Text 3">
            <a:extLst>
              <a:ext uri="{FF2B5EF4-FFF2-40B4-BE49-F238E27FC236}">
                <a16:creationId xmlns:a16="http://schemas.microsoft.com/office/drawing/2014/main" id="{6C515253-0F6C-5F4A-6AF2-09DE1EF6FF50}"/>
              </a:ext>
            </a:extLst>
          </p:cNvPr>
          <p:cNvSpPr/>
          <p:nvPr/>
        </p:nvSpPr>
        <p:spPr>
          <a:xfrm>
            <a:off x="384048" y="117043"/>
            <a:ext cx="685800" cy="237744"/>
          </a:xfrm>
          <a:prstGeom prst="rect">
            <a:avLst/>
          </a:prstGeom>
          <a:noFill/>
          <a:ln/>
        </p:spPr>
        <p:txBody>
          <a:bodyPr wrap="square" lIns="0" tIns="0" rIns="0" bIns="0" rtlCol="0" anchor="ctr"/>
          <a:lstStyle/>
          <a:p>
            <a:pPr marL="0" indent="0" algn="ctr">
              <a:buNone/>
            </a:pPr>
            <a:r>
              <a:rPr lang="es-419" sz="650" b="1" kern="0" spc="150" noProof="0" dirty="0">
                <a:solidFill>
                  <a:srgbClr val="FFFFFF"/>
                </a:solidFill>
                <a:latin typeface="Montserrat" pitchFamily="34" charset="0"/>
              </a:rPr>
              <a:t>LEVANT. GRAL</a:t>
            </a:r>
            <a:endParaRPr lang="es-419" sz="650" noProof="0" dirty="0"/>
          </a:p>
        </p:txBody>
      </p:sp>
      <p:sp>
        <p:nvSpPr>
          <p:cNvPr id="6" name="Text 4">
            <a:extLst>
              <a:ext uri="{FF2B5EF4-FFF2-40B4-BE49-F238E27FC236}">
                <a16:creationId xmlns:a16="http://schemas.microsoft.com/office/drawing/2014/main" id="{F585C56C-C88B-2E8B-DF7C-ECA722EF3B11}"/>
              </a:ext>
            </a:extLst>
          </p:cNvPr>
          <p:cNvSpPr/>
          <p:nvPr/>
        </p:nvSpPr>
        <p:spPr>
          <a:xfrm>
            <a:off x="1170432" y="91440"/>
            <a:ext cx="5029200" cy="402336"/>
          </a:xfrm>
          <a:prstGeom prst="rect">
            <a:avLst/>
          </a:prstGeom>
          <a:noFill/>
          <a:ln/>
        </p:spPr>
        <p:txBody>
          <a:bodyPr wrap="square" lIns="0" tIns="0" rIns="0" bIns="0" rtlCol="0" anchor="ctr"/>
          <a:lstStyle/>
          <a:p>
            <a:pPr marL="0" indent="0">
              <a:buNone/>
            </a:pPr>
            <a:r>
              <a:rPr lang="es-419" sz="2000" b="1" noProof="0" dirty="0">
                <a:solidFill>
                  <a:srgbClr val="FFFFFF"/>
                </a:solidFill>
                <a:latin typeface="Montserrat" pitchFamily="34" charset="0"/>
              </a:rPr>
              <a:t>FASE 2</a:t>
            </a:r>
            <a:endParaRPr lang="es-419" sz="2000" noProof="0" dirty="0"/>
          </a:p>
        </p:txBody>
      </p:sp>
      <p:sp>
        <p:nvSpPr>
          <p:cNvPr id="7" name="Text 5">
            <a:extLst>
              <a:ext uri="{FF2B5EF4-FFF2-40B4-BE49-F238E27FC236}">
                <a16:creationId xmlns:a16="http://schemas.microsoft.com/office/drawing/2014/main" id="{C4527C67-BBA2-6D1E-78BF-D7188201E8FB}"/>
              </a:ext>
            </a:extLst>
          </p:cNvPr>
          <p:cNvSpPr/>
          <p:nvPr/>
        </p:nvSpPr>
        <p:spPr>
          <a:xfrm>
            <a:off x="1170432" y="475488"/>
            <a:ext cx="3200400" cy="182880"/>
          </a:xfrm>
          <a:prstGeom prst="rect">
            <a:avLst/>
          </a:prstGeom>
          <a:noFill/>
          <a:ln/>
        </p:spPr>
        <p:txBody>
          <a:bodyPr wrap="square" lIns="0" tIns="0" rIns="0" bIns="0" rtlCol="0" anchor="ctr"/>
          <a:lstStyle/>
          <a:p>
            <a:pPr marL="0" indent="0">
              <a:buNone/>
            </a:pPr>
            <a:r>
              <a:rPr lang="es-419" sz="950" noProof="0" dirty="0">
                <a:solidFill>
                  <a:srgbClr val="8FAECB"/>
                </a:solidFill>
                <a:latin typeface="Montserrat" pitchFamily="34" charset="0"/>
              </a:rPr>
              <a:t>MA Zomeyucan </a:t>
            </a:r>
            <a:endParaRPr lang="es-419" sz="950" noProof="0" dirty="0"/>
          </a:p>
        </p:txBody>
      </p:sp>
      <p:sp>
        <p:nvSpPr>
          <p:cNvPr id="8" name="Text 6">
            <a:extLst>
              <a:ext uri="{FF2B5EF4-FFF2-40B4-BE49-F238E27FC236}">
                <a16:creationId xmlns:a16="http://schemas.microsoft.com/office/drawing/2014/main" id="{41490B18-EBBE-7F9B-D684-92202A20DB31}"/>
              </a:ext>
            </a:extLst>
          </p:cNvPr>
          <p:cNvSpPr/>
          <p:nvPr/>
        </p:nvSpPr>
        <p:spPr>
          <a:xfrm>
            <a:off x="7132320" y="246888"/>
            <a:ext cx="1828800" cy="182880"/>
          </a:xfrm>
          <a:prstGeom prst="rect">
            <a:avLst/>
          </a:prstGeom>
          <a:noFill/>
          <a:ln/>
        </p:spPr>
        <p:txBody>
          <a:bodyPr wrap="square" lIns="0" tIns="0" rIns="0" bIns="0" rtlCol="0" anchor="ctr"/>
          <a:lstStyle/>
          <a:p>
            <a:pPr marL="0" indent="0" algn="r">
              <a:buNone/>
            </a:pPr>
            <a:r>
              <a:rPr lang="es-419" sz="700" b="1" kern="0" spc="150" noProof="0" dirty="0">
                <a:solidFill>
                  <a:srgbClr val="EB6C01"/>
                </a:solidFill>
                <a:latin typeface="Montserrat" pitchFamily="34" charset="0"/>
                <a:ea typeface="Montserrat" pitchFamily="34" charset="-122"/>
                <a:cs typeface="Montserrat" pitchFamily="34" charset="-120"/>
              </a:rPr>
              <a:t>SEMANA 18  ·  2025</a:t>
            </a:r>
            <a:endParaRPr lang="es-419" sz="700" noProof="0" dirty="0"/>
          </a:p>
        </p:txBody>
      </p:sp>
      <p:sp>
        <p:nvSpPr>
          <p:cNvPr id="9" name="Shape 7">
            <a:extLst>
              <a:ext uri="{FF2B5EF4-FFF2-40B4-BE49-F238E27FC236}">
                <a16:creationId xmlns:a16="http://schemas.microsoft.com/office/drawing/2014/main" id="{C073478D-85A2-350D-1D38-6B2A66FD0F30}"/>
              </a:ext>
            </a:extLst>
          </p:cNvPr>
          <p:cNvSpPr/>
          <p:nvPr/>
        </p:nvSpPr>
        <p:spPr>
          <a:xfrm>
            <a:off x="0" y="705917"/>
            <a:ext cx="2779776" cy="4163263"/>
          </a:xfrm>
          <a:prstGeom prst="rect">
            <a:avLst/>
          </a:prstGeom>
          <a:solidFill>
            <a:srgbClr val="FFFFFF"/>
          </a:solidFill>
          <a:ln w="12700">
            <a:solidFill>
              <a:srgbClr val="D4E4F2"/>
            </a:solidFill>
            <a:prstDash val="solid"/>
          </a:ln>
        </p:spPr>
        <p:txBody>
          <a:bodyPr/>
          <a:lstStyle/>
          <a:p>
            <a:endParaRPr lang="es-419" noProof="0" dirty="0"/>
          </a:p>
        </p:txBody>
      </p:sp>
      <p:sp>
        <p:nvSpPr>
          <p:cNvPr id="10" name="Text 8">
            <a:extLst>
              <a:ext uri="{FF2B5EF4-FFF2-40B4-BE49-F238E27FC236}">
                <a16:creationId xmlns:a16="http://schemas.microsoft.com/office/drawing/2014/main" id="{98691090-59A8-B402-1C28-A1220E55BA43}"/>
              </a:ext>
            </a:extLst>
          </p:cNvPr>
          <p:cNvSpPr/>
          <p:nvPr/>
        </p:nvSpPr>
        <p:spPr>
          <a:xfrm>
            <a:off x="118872" y="768096"/>
            <a:ext cx="2468880" cy="146304"/>
          </a:xfrm>
          <a:prstGeom prst="rect">
            <a:avLst/>
          </a:prstGeom>
          <a:noFill/>
          <a:ln/>
        </p:spPr>
        <p:txBody>
          <a:bodyPr wrap="square" lIns="0" tIns="0" rIns="0" bIns="0" rtlCol="0" anchor="ctr"/>
          <a:lstStyle/>
          <a:p>
            <a:pPr marL="0" indent="0">
              <a:buNone/>
            </a:pPr>
            <a:r>
              <a:rPr lang="es-419" sz="650" b="1" kern="0" spc="250" noProof="0" dirty="0">
                <a:solidFill>
                  <a:srgbClr val="8FAECB"/>
                </a:solidFill>
                <a:latin typeface="Montserrat" pitchFamily="34" charset="0"/>
                <a:ea typeface="Montserrat" pitchFamily="34" charset="-122"/>
                <a:cs typeface="Montserrat" pitchFamily="34" charset="-120"/>
              </a:rPr>
              <a:t>UBICACIÓN EN MÉXICO</a:t>
            </a:r>
            <a:endParaRPr lang="es-419" sz="650" noProof="0" dirty="0"/>
          </a:p>
        </p:txBody>
      </p:sp>
      <p:sp>
        <p:nvSpPr>
          <p:cNvPr id="12" name="Text 9">
            <a:extLst>
              <a:ext uri="{FF2B5EF4-FFF2-40B4-BE49-F238E27FC236}">
                <a16:creationId xmlns:a16="http://schemas.microsoft.com/office/drawing/2014/main" id="{3207FAC7-FAAD-6706-FE5B-ECB2FDD42968}"/>
              </a:ext>
            </a:extLst>
          </p:cNvPr>
          <p:cNvSpPr/>
          <p:nvPr/>
        </p:nvSpPr>
        <p:spPr>
          <a:xfrm>
            <a:off x="73152" y="2944368"/>
            <a:ext cx="2633472" cy="182880"/>
          </a:xfrm>
          <a:prstGeom prst="rect">
            <a:avLst/>
          </a:prstGeom>
          <a:noFill/>
          <a:ln/>
        </p:spPr>
        <p:txBody>
          <a:bodyPr wrap="square" lIns="0" tIns="0" rIns="0" bIns="0" rtlCol="0" anchor="ctr"/>
          <a:lstStyle/>
          <a:p>
            <a:pPr marL="0" indent="0" algn="ctr">
              <a:buNone/>
            </a:pPr>
            <a:r>
              <a:rPr lang="es-419" sz="750" b="1" kern="0" spc="200" noProof="0" dirty="0">
                <a:solidFill>
                  <a:srgbClr val="EB6C01"/>
                </a:solidFill>
                <a:latin typeface="Montserrat" pitchFamily="34" charset="0"/>
              </a:rPr>
              <a:t>NAUCALPAN, ESTADO DE MÉX.</a:t>
            </a:r>
            <a:endParaRPr lang="es-419" sz="750" noProof="0" dirty="0"/>
          </a:p>
        </p:txBody>
      </p:sp>
      <p:sp>
        <p:nvSpPr>
          <p:cNvPr id="13" name="Text 10">
            <a:extLst>
              <a:ext uri="{FF2B5EF4-FFF2-40B4-BE49-F238E27FC236}">
                <a16:creationId xmlns:a16="http://schemas.microsoft.com/office/drawing/2014/main" id="{9FBFA8EF-5E62-EDD2-81FB-4BE8EFF4CCF6}"/>
              </a:ext>
            </a:extLst>
          </p:cNvPr>
          <p:cNvSpPr/>
          <p:nvPr/>
        </p:nvSpPr>
        <p:spPr>
          <a:xfrm>
            <a:off x="2944368" y="859536"/>
            <a:ext cx="1828800" cy="164592"/>
          </a:xfrm>
          <a:prstGeom prst="rect">
            <a:avLst/>
          </a:prstGeom>
          <a:noFill/>
          <a:ln/>
        </p:spPr>
        <p:txBody>
          <a:bodyPr wrap="square" lIns="0" tIns="0" rIns="0" bIns="0" rtlCol="0" anchor="ctr"/>
          <a:lstStyle/>
          <a:p>
            <a:pPr marL="0" indent="0">
              <a:buNone/>
            </a:pPr>
            <a:r>
              <a:rPr lang="es-419" sz="650" b="1" kern="0" spc="250" noProof="0" dirty="0">
                <a:solidFill>
                  <a:srgbClr val="EB6C01"/>
                </a:solidFill>
                <a:latin typeface="Montserrat" pitchFamily="34" charset="0"/>
                <a:ea typeface="Montserrat" pitchFamily="34" charset="-122"/>
                <a:cs typeface="Montserrat" pitchFamily="34" charset="-120"/>
              </a:rPr>
              <a:t>PROYECTO ACTIVO</a:t>
            </a:r>
            <a:endParaRPr lang="es-419" sz="650" noProof="0" dirty="0"/>
          </a:p>
        </p:txBody>
      </p:sp>
      <p:sp>
        <p:nvSpPr>
          <p:cNvPr id="14" name="Shape 11">
            <a:extLst>
              <a:ext uri="{FF2B5EF4-FFF2-40B4-BE49-F238E27FC236}">
                <a16:creationId xmlns:a16="http://schemas.microsoft.com/office/drawing/2014/main" id="{59469DA5-9806-5374-2483-CBA231A3B69F}"/>
              </a:ext>
            </a:extLst>
          </p:cNvPr>
          <p:cNvSpPr/>
          <p:nvPr/>
        </p:nvSpPr>
        <p:spPr>
          <a:xfrm>
            <a:off x="2944368" y="1024128"/>
            <a:ext cx="987552" cy="16459"/>
          </a:xfrm>
          <a:prstGeom prst="rect">
            <a:avLst/>
          </a:prstGeom>
          <a:solidFill>
            <a:srgbClr val="EB6C01"/>
          </a:solidFill>
          <a:ln w="12700">
            <a:solidFill>
              <a:srgbClr val="EB6C01"/>
            </a:solidFill>
            <a:prstDash val="solid"/>
          </a:ln>
        </p:spPr>
        <p:txBody>
          <a:bodyPr/>
          <a:lstStyle/>
          <a:p>
            <a:endParaRPr lang="es-419" noProof="0" dirty="0"/>
          </a:p>
        </p:txBody>
      </p:sp>
      <p:sp>
        <p:nvSpPr>
          <p:cNvPr id="15" name="Shape 12">
            <a:extLst>
              <a:ext uri="{FF2B5EF4-FFF2-40B4-BE49-F238E27FC236}">
                <a16:creationId xmlns:a16="http://schemas.microsoft.com/office/drawing/2014/main" id="{C31DDCEE-2A1F-8943-BD4A-19390B6A743F}"/>
              </a:ext>
            </a:extLst>
          </p:cNvPr>
          <p:cNvSpPr/>
          <p:nvPr/>
        </p:nvSpPr>
        <p:spPr>
          <a:xfrm>
            <a:off x="2944368" y="1115568"/>
            <a:ext cx="6035040" cy="603504"/>
          </a:xfrm>
          <a:prstGeom prst="rect">
            <a:avLst/>
          </a:prstGeom>
          <a:solidFill>
            <a:srgbClr val="E5EFF8"/>
          </a:solidFill>
          <a:ln w="12700">
            <a:solidFill>
              <a:srgbClr val="A8C0D8"/>
            </a:solidFill>
            <a:prstDash val="solid"/>
          </a:ln>
        </p:spPr>
        <p:txBody>
          <a:bodyPr/>
          <a:lstStyle/>
          <a:p>
            <a:endParaRPr lang="es-419" noProof="0" dirty="0"/>
          </a:p>
        </p:txBody>
      </p:sp>
      <p:sp>
        <p:nvSpPr>
          <p:cNvPr id="16" name="Text 13">
            <a:extLst>
              <a:ext uri="{FF2B5EF4-FFF2-40B4-BE49-F238E27FC236}">
                <a16:creationId xmlns:a16="http://schemas.microsoft.com/office/drawing/2014/main" id="{2C42E898-286A-3B0B-B9E8-59D50DAD6E7F}"/>
              </a:ext>
            </a:extLst>
          </p:cNvPr>
          <p:cNvSpPr/>
          <p:nvPr/>
        </p:nvSpPr>
        <p:spPr>
          <a:xfrm>
            <a:off x="3054096" y="1170432"/>
            <a:ext cx="5815584" cy="493776"/>
          </a:xfrm>
          <a:prstGeom prst="rect">
            <a:avLst/>
          </a:prstGeom>
          <a:noFill/>
          <a:ln/>
        </p:spPr>
        <p:txBody>
          <a:bodyPr wrap="square" lIns="0" tIns="0" rIns="0" bIns="0" rtlCol="0" anchor="ctr"/>
          <a:lstStyle/>
          <a:p>
            <a:pPr marL="0" indent="0">
              <a:buNone/>
            </a:pPr>
            <a:r>
              <a:rPr lang="es-419" sz="1500" b="1" noProof="0" dirty="0">
                <a:solidFill>
                  <a:srgbClr val="9BB5CC"/>
                </a:solidFill>
                <a:latin typeface="Montserrat" pitchFamily="34" charset="0"/>
              </a:rPr>
              <a:t>Trabajos de Gabinete</a:t>
            </a:r>
            <a:endParaRPr lang="es-419" sz="1500" noProof="0" dirty="0"/>
          </a:p>
        </p:txBody>
      </p:sp>
      <p:sp>
        <p:nvSpPr>
          <p:cNvPr id="17" name="Shape 14">
            <a:extLst>
              <a:ext uri="{FF2B5EF4-FFF2-40B4-BE49-F238E27FC236}">
                <a16:creationId xmlns:a16="http://schemas.microsoft.com/office/drawing/2014/main" id="{DA235F83-E29A-688D-0208-6251C2632F22}"/>
              </a:ext>
            </a:extLst>
          </p:cNvPr>
          <p:cNvSpPr/>
          <p:nvPr/>
        </p:nvSpPr>
        <p:spPr>
          <a:xfrm>
            <a:off x="2944368" y="1837944"/>
            <a:ext cx="91440" cy="91440"/>
          </a:xfrm>
          <a:prstGeom prst="ellipse">
            <a:avLst/>
          </a:prstGeom>
          <a:solidFill>
            <a:srgbClr val="A8C0D8"/>
          </a:solidFill>
          <a:ln w="12700">
            <a:solidFill>
              <a:srgbClr val="A8C0D8"/>
            </a:solidFill>
            <a:prstDash val="solid"/>
          </a:ln>
        </p:spPr>
        <p:txBody>
          <a:bodyPr/>
          <a:lstStyle/>
          <a:p>
            <a:endParaRPr lang="es-419" noProof="0" dirty="0"/>
          </a:p>
        </p:txBody>
      </p:sp>
      <p:sp>
        <p:nvSpPr>
          <p:cNvPr id="18" name="Text 15">
            <a:extLst>
              <a:ext uri="{FF2B5EF4-FFF2-40B4-BE49-F238E27FC236}">
                <a16:creationId xmlns:a16="http://schemas.microsoft.com/office/drawing/2014/main" id="{EAE206D3-9765-C074-772D-CE93CB845805}"/>
              </a:ext>
            </a:extLst>
          </p:cNvPr>
          <p:cNvSpPr/>
          <p:nvPr/>
        </p:nvSpPr>
        <p:spPr>
          <a:xfrm>
            <a:off x="3099816" y="1819656"/>
            <a:ext cx="2743200" cy="137160"/>
          </a:xfrm>
          <a:prstGeom prst="rect">
            <a:avLst/>
          </a:prstGeom>
          <a:noFill/>
          <a:ln/>
        </p:spPr>
        <p:txBody>
          <a:bodyPr wrap="square" lIns="0" tIns="0" rIns="0" bIns="0" rtlCol="0" anchor="ctr"/>
          <a:lstStyle/>
          <a:p>
            <a:pPr marL="0" indent="0">
              <a:buNone/>
            </a:pPr>
            <a:r>
              <a:rPr lang="es-419" sz="850" b="1" kern="0" spc="100" noProof="0" dirty="0">
                <a:solidFill>
                  <a:srgbClr val="A8C0D8"/>
                </a:solidFill>
                <a:latin typeface="Montserrat" pitchFamily="34" charset="0"/>
              </a:rPr>
              <a:t>En Proceso</a:t>
            </a:r>
            <a:endParaRPr lang="es-419" sz="850" noProof="0" dirty="0"/>
          </a:p>
        </p:txBody>
      </p:sp>
      <p:sp>
        <p:nvSpPr>
          <p:cNvPr id="19" name="Shape 16">
            <a:extLst>
              <a:ext uri="{FF2B5EF4-FFF2-40B4-BE49-F238E27FC236}">
                <a16:creationId xmlns:a16="http://schemas.microsoft.com/office/drawing/2014/main" id="{07F2E9A4-652D-FAF7-7186-3E7D82AD97E9}"/>
              </a:ext>
            </a:extLst>
          </p:cNvPr>
          <p:cNvSpPr/>
          <p:nvPr/>
        </p:nvSpPr>
        <p:spPr>
          <a:xfrm>
            <a:off x="2944368" y="2057400"/>
            <a:ext cx="25603" cy="658368"/>
          </a:xfrm>
          <a:prstGeom prst="rect">
            <a:avLst/>
          </a:prstGeom>
          <a:solidFill>
            <a:srgbClr val="A8C0D8"/>
          </a:solidFill>
          <a:ln w="12700">
            <a:solidFill>
              <a:srgbClr val="A8C0D8"/>
            </a:solidFill>
            <a:prstDash val="solid"/>
          </a:ln>
        </p:spPr>
        <p:txBody>
          <a:bodyPr/>
          <a:lstStyle/>
          <a:p>
            <a:endParaRPr lang="es-419" noProof="0" dirty="0"/>
          </a:p>
        </p:txBody>
      </p:sp>
      <p:sp>
        <p:nvSpPr>
          <p:cNvPr id="20" name="Text 17">
            <a:extLst>
              <a:ext uri="{FF2B5EF4-FFF2-40B4-BE49-F238E27FC236}">
                <a16:creationId xmlns:a16="http://schemas.microsoft.com/office/drawing/2014/main" id="{1A9B92AF-079D-C422-8157-677648B20BEA}"/>
              </a:ext>
            </a:extLst>
          </p:cNvPr>
          <p:cNvSpPr/>
          <p:nvPr/>
        </p:nvSpPr>
        <p:spPr>
          <a:xfrm>
            <a:off x="3035808" y="2057400"/>
            <a:ext cx="5925312" cy="658368"/>
          </a:xfrm>
          <a:prstGeom prst="rect">
            <a:avLst/>
          </a:prstGeom>
          <a:noFill/>
          <a:ln/>
        </p:spPr>
        <p:txBody>
          <a:bodyPr wrap="square" rtlCol="0" anchor="ctr"/>
          <a:lstStyle/>
          <a:p>
            <a:pPr marL="0" indent="0">
              <a:buNone/>
            </a:pPr>
            <a:r>
              <a:rPr lang="es-419" sz="950" i="1" noProof="0" dirty="0">
                <a:solidFill>
                  <a:srgbClr val="A8BDD0"/>
                </a:solidFill>
                <a:latin typeface="Montserrat" pitchFamily="34" charset="0"/>
              </a:rPr>
              <a:t>El equipo técnico llevara a cabo la validación y edición cartográfica de la información recolectada. Esta actividad comprende la transformación de datos crudos en entregables técnicos certificados.</a:t>
            </a:r>
            <a:endParaRPr lang="es-419" sz="950" noProof="0" dirty="0"/>
          </a:p>
        </p:txBody>
      </p:sp>
      <p:sp>
        <p:nvSpPr>
          <p:cNvPr id="21" name="Text 18">
            <a:extLst>
              <a:ext uri="{FF2B5EF4-FFF2-40B4-BE49-F238E27FC236}">
                <a16:creationId xmlns:a16="http://schemas.microsoft.com/office/drawing/2014/main" id="{35060595-12C9-837B-C649-9CE70E0B94D1}"/>
              </a:ext>
            </a:extLst>
          </p:cNvPr>
          <p:cNvSpPr/>
          <p:nvPr/>
        </p:nvSpPr>
        <p:spPr>
          <a:xfrm>
            <a:off x="2944368" y="2834640"/>
            <a:ext cx="1828800" cy="164592"/>
          </a:xfrm>
          <a:prstGeom prst="rect">
            <a:avLst/>
          </a:prstGeom>
          <a:noFill/>
          <a:ln/>
        </p:spPr>
        <p:txBody>
          <a:bodyPr wrap="square" lIns="0" tIns="0" rIns="0" bIns="0" rtlCol="0" anchor="ctr"/>
          <a:lstStyle/>
          <a:p>
            <a:pPr marL="0" indent="0">
              <a:buNone/>
            </a:pPr>
            <a:r>
              <a:rPr lang="es-419" sz="650" b="1" kern="0" spc="250" noProof="0" dirty="0">
                <a:solidFill>
                  <a:srgbClr val="EB6C01"/>
                </a:solidFill>
                <a:latin typeface="Montserrat" pitchFamily="34" charset="0"/>
                <a:ea typeface="Montserrat" pitchFamily="34" charset="-122"/>
                <a:cs typeface="Montserrat" pitchFamily="34" charset="-120"/>
              </a:rPr>
              <a:t>FOTOGRAFÍAS DE AVANCE</a:t>
            </a:r>
            <a:endParaRPr lang="es-419" sz="650" noProof="0" dirty="0"/>
          </a:p>
        </p:txBody>
      </p:sp>
      <p:sp>
        <p:nvSpPr>
          <p:cNvPr id="22" name="Shape 19">
            <a:extLst>
              <a:ext uri="{FF2B5EF4-FFF2-40B4-BE49-F238E27FC236}">
                <a16:creationId xmlns:a16="http://schemas.microsoft.com/office/drawing/2014/main" id="{EFDDDBA6-891A-6FF3-4A0A-936A2C6373CE}"/>
              </a:ext>
            </a:extLst>
          </p:cNvPr>
          <p:cNvSpPr/>
          <p:nvPr/>
        </p:nvSpPr>
        <p:spPr>
          <a:xfrm>
            <a:off x="2944368" y="3008376"/>
            <a:ext cx="1481328" cy="16459"/>
          </a:xfrm>
          <a:prstGeom prst="rect">
            <a:avLst/>
          </a:prstGeom>
          <a:solidFill>
            <a:srgbClr val="EB6C01"/>
          </a:solidFill>
          <a:ln w="12700">
            <a:solidFill>
              <a:srgbClr val="EB6C01"/>
            </a:solidFill>
            <a:prstDash val="solid"/>
          </a:ln>
        </p:spPr>
        <p:txBody>
          <a:bodyPr/>
          <a:lstStyle/>
          <a:p>
            <a:endParaRPr lang="es-419" noProof="0" dirty="0"/>
          </a:p>
        </p:txBody>
      </p:sp>
      <p:sp>
        <p:nvSpPr>
          <p:cNvPr id="23" name="Shape 20">
            <a:extLst>
              <a:ext uri="{FF2B5EF4-FFF2-40B4-BE49-F238E27FC236}">
                <a16:creationId xmlns:a16="http://schemas.microsoft.com/office/drawing/2014/main" id="{F423B618-BEBC-0048-ECA8-F2E228F0A0BD}"/>
              </a:ext>
            </a:extLst>
          </p:cNvPr>
          <p:cNvSpPr/>
          <p:nvPr/>
        </p:nvSpPr>
        <p:spPr>
          <a:xfrm>
            <a:off x="2944368"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24" name="Image 1" descr="preencoded.png">
            <a:extLst>
              <a:ext uri="{FF2B5EF4-FFF2-40B4-BE49-F238E27FC236}">
                <a16:creationId xmlns:a16="http://schemas.microsoft.com/office/drawing/2014/main" id="{DA3ADFF7-005D-D44F-605D-EDC8C13A8744}"/>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797808" y="3593592"/>
            <a:ext cx="256032" cy="256032"/>
          </a:xfrm>
          <a:prstGeom prst="rect">
            <a:avLst/>
          </a:prstGeom>
        </p:spPr>
      </p:pic>
      <p:sp>
        <p:nvSpPr>
          <p:cNvPr id="25" name="Text 21">
            <a:extLst>
              <a:ext uri="{FF2B5EF4-FFF2-40B4-BE49-F238E27FC236}">
                <a16:creationId xmlns:a16="http://schemas.microsoft.com/office/drawing/2014/main" id="{BFCE1A88-D052-3BDC-0EF0-4DCFD89B9880}"/>
              </a:ext>
            </a:extLst>
          </p:cNvPr>
          <p:cNvSpPr/>
          <p:nvPr/>
        </p:nvSpPr>
        <p:spPr>
          <a:xfrm>
            <a:off x="2944368"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29" name="Shape 24">
            <a:extLst>
              <a:ext uri="{FF2B5EF4-FFF2-40B4-BE49-F238E27FC236}">
                <a16:creationId xmlns:a16="http://schemas.microsoft.com/office/drawing/2014/main" id="{02BC9A59-A8C6-9DBB-0DC4-20DC46F61AAC}"/>
              </a:ext>
            </a:extLst>
          </p:cNvPr>
          <p:cNvSpPr/>
          <p:nvPr/>
        </p:nvSpPr>
        <p:spPr>
          <a:xfrm>
            <a:off x="7016496"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30" name="Image 3" descr="preencoded.png">
            <a:extLst>
              <a:ext uri="{FF2B5EF4-FFF2-40B4-BE49-F238E27FC236}">
                <a16:creationId xmlns:a16="http://schemas.microsoft.com/office/drawing/2014/main" id="{C140AA8B-AA69-5EA3-C952-30A8669BC7F9}"/>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7869936" y="3593592"/>
            <a:ext cx="256032" cy="256032"/>
          </a:xfrm>
          <a:prstGeom prst="rect">
            <a:avLst/>
          </a:prstGeom>
        </p:spPr>
      </p:pic>
      <p:sp>
        <p:nvSpPr>
          <p:cNvPr id="31" name="Text 25">
            <a:extLst>
              <a:ext uri="{FF2B5EF4-FFF2-40B4-BE49-F238E27FC236}">
                <a16:creationId xmlns:a16="http://schemas.microsoft.com/office/drawing/2014/main" id="{B929E53F-CAEF-D060-C668-5EDB8195C240}"/>
              </a:ext>
            </a:extLst>
          </p:cNvPr>
          <p:cNvSpPr/>
          <p:nvPr/>
        </p:nvSpPr>
        <p:spPr>
          <a:xfrm>
            <a:off x="7016496"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32" name="Shape 26">
            <a:extLst>
              <a:ext uri="{FF2B5EF4-FFF2-40B4-BE49-F238E27FC236}">
                <a16:creationId xmlns:a16="http://schemas.microsoft.com/office/drawing/2014/main" id="{F123784D-6A5C-1691-E2C0-3869BCCD33F9}"/>
              </a:ext>
            </a:extLst>
          </p:cNvPr>
          <p:cNvSpPr/>
          <p:nvPr/>
        </p:nvSpPr>
        <p:spPr>
          <a:xfrm>
            <a:off x="0" y="4873752"/>
            <a:ext cx="9144000" cy="269748"/>
          </a:xfrm>
          <a:prstGeom prst="rect">
            <a:avLst/>
          </a:prstGeom>
          <a:solidFill>
            <a:srgbClr val="1A3464"/>
          </a:solidFill>
          <a:ln w="12700">
            <a:solidFill>
              <a:srgbClr val="1A3464"/>
            </a:solidFill>
            <a:prstDash val="solid"/>
          </a:ln>
        </p:spPr>
        <p:txBody>
          <a:bodyPr/>
          <a:lstStyle/>
          <a:p>
            <a:endParaRPr lang="es-419" noProof="0" dirty="0"/>
          </a:p>
        </p:txBody>
      </p:sp>
      <p:sp>
        <p:nvSpPr>
          <p:cNvPr id="33" name="Text 27">
            <a:extLst>
              <a:ext uri="{FF2B5EF4-FFF2-40B4-BE49-F238E27FC236}">
                <a16:creationId xmlns:a16="http://schemas.microsoft.com/office/drawing/2014/main" id="{A256A37E-0C86-7D4C-9607-171193F15FA6}"/>
              </a:ext>
            </a:extLst>
          </p:cNvPr>
          <p:cNvSpPr/>
          <p:nvPr/>
        </p:nvSpPr>
        <p:spPr>
          <a:xfrm>
            <a:off x="384048" y="4901184"/>
            <a:ext cx="5029200" cy="182880"/>
          </a:xfrm>
          <a:prstGeom prst="rect">
            <a:avLst/>
          </a:prstGeom>
          <a:noFill/>
          <a:ln/>
        </p:spPr>
        <p:txBody>
          <a:bodyPr wrap="square" lIns="0" tIns="0" rIns="0" bIns="0" rtlCol="0" anchor="ctr"/>
          <a:lstStyle/>
          <a:p>
            <a:pPr marL="0" indent="0">
              <a:buNone/>
            </a:pPr>
            <a:r>
              <a:rPr lang="es-419" sz="700" kern="0" spc="150" noProof="0" dirty="0">
                <a:solidFill>
                  <a:srgbClr val="8FAECB"/>
                </a:solidFill>
                <a:latin typeface="Montserrat" pitchFamily="34" charset="0"/>
                <a:ea typeface="Montserrat" pitchFamily="34" charset="-122"/>
                <a:cs typeface="Montserrat" pitchFamily="34" charset="-120"/>
              </a:rPr>
              <a:t>COORDINACIÓN DE OBRAS Y MANTENIMIENTO RCMA</a:t>
            </a:r>
            <a:endParaRPr lang="es-419" sz="700" noProof="0" dirty="0"/>
          </a:p>
        </p:txBody>
      </p:sp>
      <p:sp>
        <p:nvSpPr>
          <p:cNvPr id="34" name="Shape 28">
            <a:extLst>
              <a:ext uri="{FF2B5EF4-FFF2-40B4-BE49-F238E27FC236}">
                <a16:creationId xmlns:a16="http://schemas.microsoft.com/office/drawing/2014/main" id="{FFFB0A36-75EB-7A95-1228-11C424E6BA15}"/>
              </a:ext>
            </a:extLst>
          </p:cNvPr>
          <p:cNvSpPr/>
          <p:nvPr/>
        </p:nvSpPr>
        <p:spPr>
          <a:xfrm>
            <a:off x="5559552" y="4974336"/>
            <a:ext cx="5486" cy="100584"/>
          </a:xfrm>
          <a:prstGeom prst="rect">
            <a:avLst/>
          </a:prstGeom>
          <a:solidFill>
            <a:srgbClr val="8FAECB"/>
          </a:solidFill>
          <a:ln w="12700">
            <a:solidFill>
              <a:srgbClr val="8FAECB"/>
            </a:solidFill>
            <a:prstDash val="solid"/>
          </a:ln>
        </p:spPr>
        <p:txBody>
          <a:bodyPr/>
          <a:lstStyle/>
          <a:p>
            <a:endParaRPr lang="es-419" noProof="0" dirty="0"/>
          </a:p>
        </p:txBody>
      </p:sp>
      <p:sp>
        <p:nvSpPr>
          <p:cNvPr id="35" name="Text 29">
            <a:extLst>
              <a:ext uri="{FF2B5EF4-FFF2-40B4-BE49-F238E27FC236}">
                <a16:creationId xmlns:a16="http://schemas.microsoft.com/office/drawing/2014/main" id="{2EAF7E48-06E4-4089-A87F-130C70E620E5}"/>
              </a:ext>
            </a:extLst>
          </p:cNvPr>
          <p:cNvSpPr/>
          <p:nvPr/>
        </p:nvSpPr>
        <p:spPr>
          <a:xfrm>
            <a:off x="5650992" y="4901184"/>
            <a:ext cx="2286000" cy="182880"/>
          </a:xfrm>
          <a:prstGeom prst="rect">
            <a:avLst/>
          </a:prstGeom>
          <a:noFill/>
          <a:ln/>
        </p:spPr>
        <p:txBody>
          <a:bodyPr wrap="square" lIns="0" tIns="0" rIns="0" bIns="0" rtlCol="0" anchor="ctr"/>
          <a:lstStyle/>
          <a:p>
            <a:pPr marL="0" indent="0">
              <a:buNone/>
            </a:pPr>
            <a:r>
              <a:rPr lang="es-419" sz="700" kern="0" spc="150" noProof="0" dirty="0">
                <a:solidFill>
                  <a:srgbClr val="8FAECB"/>
                </a:solidFill>
                <a:latin typeface="Montserrat" pitchFamily="34" charset="0"/>
                <a:ea typeface="Montserrat" pitchFamily="34" charset="-122"/>
                <a:cs typeface="Montserrat" pitchFamily="34" charset="-120"/>
              </a:rPr>
              <a:t>Mano Amiga</a:t>
            </a:r>
            <a:endParaRPr lang="es-419" sz="700" noProof="0" dirty="0"/>
          </a:p>
        </p:txBody>
      </p:sp>
      <p:grpSp>
        <p:nvGrpSpPr>
          <p:cNvPr id="36" name="Group 45">
            <a:extLst>
              <a:ext uri="{FF2B5EF4-FFF2-40B4-BE49-F238E27FC236}">
                <a16:creationId xmlns:a16="http://schemas.microsoft.com/office/drawing/2014/main" id="{9D37D773-6367-B6A1-8228-EBDA3BEE284C}"/>
              </a:ext>
            </a:extLst>
          </p:cNvPr>
          <p:cNvGrpSpPr>
            <a:grpSpLocks noChangeAspect="1"/>
          </p:cNvGrpSpPr>
          <p:nvPr/>
        </p:nvGrpSpPr>
        <p:grpSpPr>
          <a:xfrm>
            <a:off x="2310819" y="1044038"/>
            <a:ext cx="213038" cy="337620"/>
            <a:chOff x="0" y="26670"/>
            <a:chExt cx="3924300" cy="6219190"/>
          </a:xfrm>
        </p:grpSpPr>
        <p:sp>
          <p:nvSpPr>
            <p:cNvPr id="37" name="Freeform 46">
              <a:extLst>
                <a:ext uri="{FF2B5EF4-FFF2-40B4-BE49-F238E27FC236}">
                  <a16:creationId xmlns:a16="http://schemas.microsoft.com/office/drawing/2014/main" id="{753B9007-2A6C-8F25-A09B-A5A53A8231A5}"/>
                </a:ext>
              </a:extLst>
            </p:cNvPr>
            <p:cNvSpPr/>
            <p:nvPr/>
          </p:nvSpPr>
          <p:spPr>
            <a:xfrm>
              <a:off x="0" y="26670"/>
              <a:ext cx="3924300" cy="6219190"/>
            </a:xfrm>
            <a:custGeom>
              <a:avLst/>
              <a:gdLst/>
              <a:ahLst/>
              <a:cxnLst/>
              <a:rect l="l" t="t" r="r" b="b"/>
              <a:pathLst>
                <a:path w="3924300" h="6219190">
                  <a:moveTo>
                    <a:pt x="3924300" y="1962150"/>
                  </a:moveTo>
                  <a:cubicBezTo>
                    <a:pt x="3924300" y="878840"/>
                    <a:pt x="3045460" y="0"/>
                    <a:pt x="1962150" y="0"/>
                  </a:cubicBezTo>
                  <a:cubicBezTo>
                    <a:pt x="878840" y="0"/>
                    <a:pt x="0" y="878840"/>
                    <a:pt x="0" y="1962150"/>
                  </a:cubicBezTo>
                  <a:cubicBezTo>
                    <a:pt x="0" y="2974340"/>
                    <a:pt x="765810" y="3807460"/>
                    <a:pt x="1750060" y="3912870"/>
                  </a:cubicBezTo>
                  <a:lnTo>
                    <a:pt x="1962150" y="6219190"/>
                  </a:lnTo>
                  <a:lnTo>
                    <a:pt x="2174240" y="3912870"/>
                  </a:lnTo>
                  <a:cubicBezTo>
                    <a:pt x="3158490" y="3807460"/>
                    <a:pt x="3924300" y="2974340"/>
                    <a:pt x="3924300" y="1962150"/>
                  </a:cubicBezTo>
                  <a:close/>
                </a:path>
              </a:pathLst>
            </a:custGeom>
            <a:solidFill>
              <a:srgbClr val="EB6C01"/>
            </a:solidFill>
          </p:spPr>
          <p:txBody>
            <a:bodyPr/>
            <a:lstStyle/>
            <a:p>
              <a:endParaRPr lang="es-419" noProof="0" dirty="0"/>
            </a:p>
          </p:txBody>
        </p:sp>
        <p:sp>
          <p:nvSpPr>
            <p:cNvPr id="38" name="Freeform 47">
              <a:extLst>
                <a:ext uri="{FF2B5EF4-FFF2-40B4-BE49-F238E27FC236}">
                  <a16:creationId xmlns:a16="http://schemas.microsoft.com/office/drawing/2014/main" id="{86658017-0671-5EF3-67E8-2B7F9E0C8DD2}"/>
                </a:ext>
              </a:extLst>
            </p:cNvPr>
            <p:cNvSpPr/>
            <p:nvPr/>
          </p:nvSpPr>
          <p:spPr>
            <a:xfrm>
              <a:off x="340744" y="374636"/>
              <a:ext cx="3242813" cy="3228370"/>
            </a:xfrm>
            <a:custGeom>
              <a:avLst/>
              <a:gdLst/>
              <a:ahLst/>
              <a:cxnLst/>
              <a:rect l="l" t="t" r="r" b="b"/>
              <a:pathLst>
                <a:path w="3242810" h="3228373">
                  <a:moveTo>
                    <a:pt x="1621405" y="16"/>
                  </a:moveTo>
                  <a:cubicBezTo>
                    <a:pt x="1042998" y="-2571"/>
                    <a:pt x="507417" y="304521"/>
                    <a:pt x="217465" y="805010"/>
                  </a:cubicBezTo>
                  <a:cubicBezTo>
                    <a:pt x="-72488" y="1305499"/>
                    <a:pt x="-72488" y="1922874"/>
                    <a:pt x="217465" y="2423362"/>
                  </a:cubicBezTo>
                  <a:cubicBezTo>
                    <a:pt x="507417" y="2923851"/>
                    <a:pt x="1042998" y="3230943"/>
                    <a:pt x="1621405" y="3228356"/>
                  </a:cubicBezTo>
                  <a:cubicBezTo>
                    <a:pt x="2199812" y="3230943"/>
                    <a:pt x="2735392" y="2923851"/>
                    <a:pt x="3025345" y="2423362"/>
                  </a:cubicBezTo>
                  <a:cubicBezTo>
                    <a:pt x="3315298" y="1922874"/>
                    <a:pt x="3315298" y="1305499"/>
                    <a:pt x="3025345" y="805010"/>
                  </a:cubicBezTo>
                  <a:cubicBezTo>
                    <a:pt x="2735392" y="304522"/>
                    <a:pt x="2199812" y="-2571"/>
                    <a:pt x="1621405" y="16"/>
                  </a:cubicBezTo>
                  <a:close/>
                </a:path>
              </a:pathLst>
            </a:custGeom>
            <a:blipFill>
              <a:blip r:embed="rId5"/>
              <a:stretch>
                <a:fillRect l="-28801" r="-28801" b="-58308"/>
              </a:stretch>
            </a:blipFill>
          </p:spPr>
          <p:txBody>
            <a:bodyPr/>
            <a:lstStyle/>
            <a:p>
              <a:endParaRPr lang="es-419" noProof="0" dirty="0"/>
            </a:p>
          </p:txBody>
        </p:sp>
      </p:grpSp>
      <p:sp>
        <p:nvSpPr>
          <p:cNvPr id="43" name="Forma libre: forma 42">
            <a:extLst>
              <a:ext uri="{FF2B5EF4-FFF2-40B4-BE49-F238E27FC236}">
                <a16:creationId xmlns:a16="http://schemas.microsoft.com/office/drawing/2014/main" id="{B7962C15-9C65-83A0-F794-8828A6769379}"/>
              </a:ext>
            </a:extLst>
          </p:cNvPr>
          <p:cNvSpPr/>
          <p:nvPr/>
        </p:nvSpPr>
        <p:spPr>
          <a:xfrm>
            <a:off x="1596105" y="2222074"/>
            <a:ext cx="193086" cy="261624"/>
          </a:xfrm>
          <a:custGeom>
            <a:avLst/>
            <a:gdLst>
              <a:gd name="csX0" fmla="*/ 47363 w 193086"/>
              <a:gd name="csY0" fmla="*/ 258865 h 261624"/>
              <a:gd name="csX1" fmla="*/ 34066 w 193086"/>
              <a:gd name="csY1" fmla="*/ 253627 h 261624"/>
              <a:gd name="csX2" fmla="*/ 25677 w 193086"/>
              <a:gd name="csY2" fmla="*/ 249703 h 261624"/>
              <a:gd name="csX3" fmla="*/ 12838 w 193086"/>
              <a:gd name="csY3" fmla="*/ 237813 h 261624"/>
              <a:gd name="csX4" fmla="*/ 0 w 193086"/>
              <a:gd name="csY4" fmla="*/ 228023 h 261624"/>
              <a:gd name="csX5" fmla="*/ 10590 w 193086"/>
              <a:gd name="csY5" fmla="*/ 222007 h 261624"/>
              <a:gd name="csX6" fmla="*/ 24311 w 193086"/>
              <a:gd name="csY6" fmla="*/ 218591 h 261624"/>
              <a:gd name="csX7" fmla="*/ 30840 w 193086"/>
              <a:gd name="csY7" fmla="*/ 210994 h 261624"/>
              <a:gd name="csX8" fmla="*/ 34002 w 193086"/>
              <a:gd name="csY8" fmla="*/ 201034 h 261624"/>
              <a:gd name="csX9" fmla="*/ 34055 w 193086"/>
              <a:gd name="csY9" fmla="*/ 192894 h 261624"/>
              <a:gd name="csX10" fmla="*/ 33474 w 193086"/>
              <a:gd name="csY10" fmla="*/ 186352 h 261624"/>
              <a:gd name="csX11" fmla="*/ 36002 w 193086"/>
              <a:gd name="csY11" fmla="*/ 155255 h 261624"/>
              <a:gd name="csX12" fmla="*/ 40814 w 193086"/>
              <a:gd name="csY12" fmla="*/ 125721 h 261624"/>
              <a:gd name="csX13" fmla="*/ 52906 w 193086"/>
              <a:gd name="csY13" fmla="*/ 136226 h 261624"/>
              <a:gd name="csX14" fmla="*/ 67584 w 193086"/>
              <a:gd name="csY14" fmla="*/ 150557 h 261624"/>
              <a:gd name="csX15" fmla="*/ 85050 w 193086"/>
              <a:gd name="csY15" fmla="*/ 148575 h 261624"/>
              <a:gd name="csX16" fmla="*/ 92615 w 193086"/>
              <a:gd name="csY16" fmla="*/ 147623 h 261624"/>
              <a:gd name="csX17" fmla="*/ 103162 w 193086"/>
              <a:gd name="csY17" fmla="*/ 143713 h 261624"/>
              <a:gd name="csX18" fmla="*/ 110991 w 193086"/>
              <a:gd name="csY18" fmla="*/ 139409 h 261624"/>
              <a:gd name="csX19" fmla="*/ 118857 w 193086"/>
              <a:gd name="csY19" fmla="*/ 137039 h 261624"/>
              <a:gd name="csX20" fmla="*/ 114946 w 193086"/>
              <a:gd name="csY20" fmla="*/ 126979 h 261624"/>
              <a:gd name="csX21" fmla="*/ 104278 w 193086"/>
              <a:gd name="csY21" fmla="*/ 120558 h 261624"/>
              <a:gd name="csX22" fmla="*/ 100539 w 193086"/>
              <a:gd name="csY22" fmla="*/ 116814 h 261624"/>
              <a:gd name="csX23" fmla="*/ 87769 w 193086"/>
              <a:gd name="csY23" fmla="*/ 107211 h 261624"/>
              <a:gd name="csX24" fmla="*/ 75649 w 193086"/>
              <a:gd name="csY24" fmla="*/ 82459 h 261624"/>
              <a:gd name="csX25" fmla="*/ 81162 w 193086"/>
              <a:gd name="csY25" fmla="*/ 66581 h 261624"/>
              <a:gd name="csX26" fmla="*/ 76956 w 193086"/>
              <a:gd name="csY26" fmla="*/ 53086 h 261624"/>
              <a:gd name="csX27" fmla="*/ 74281 w 193086"/>
              <a:gd name="csY27" fmla="*/ 48335 h 261624"/>
              <a:gd name="csX28" fmla="*/ 98388 w 193086"/>
              <a:gd name="csY28" fmla="*/ 21931 h 261624"/>
              <a:gd name="csX29" fmla="*/ 99033 w 193086"/>
              <a:gd name="csY29" fmla="*/ 12782 h 261624"/>
              <a:gd name="csX30" fmla="*/ 112340 w 193086"/>
              <a:gd name="csY30" fmla="*/ 234 h 261624"/>
              <a:gd name="csX31" fmla="*/ 115367 w 193086"/>
              <a:gd name="csY31" fmla="*/ 7384 h 261624"/>
              <a:gd name="csX32" fmla="*/ 123019 w 193086"/>
              <a:gd name="csY32" fmla="*/ 18442 h 261624"/>
              <a:gd name="csX33" fmla="*/ 122268 w 193086"/>
              <a:gd name="csY33" fmla="*/ 30221 h 261624"/>
              <a:gd name="csX34" fmla="*/ 113949 w 193086"/>
              <a:gd name="csY34" fmla="*/ 45287 h 261624"/>
              <a:gd name="csX35" fmla="*/ 120402 w 193086"/>
              <a:gd name="csY35" fmla="*/ 65276 h 261624"/>
              <a:gd name="csX36" fmla="*/ 138506 w 193086"/>
              <a:gd name="csY36" fmla="*/ 64867 h 261624"/>
              <a:gd name="csX37" fmla="*/ 143345 w 193086"/>
              <a:gd name="csY37" fmla="*/ 58224 h 261624"/>
              <a:gd name="csX38" fmla="*/ 152274 w 193086"/>
              <a:gd name="csY38" fmla="*/ 62931 h 261624"/>
              <a:gd name="csX39" fmla="*/ 162130 w 193086"/>
              <a:gd name="csY39" fmla="*/ 68135 h 261624"/>
              <a:gd name="csX40" fmla="*/ 158059 w 193086"/>
              <a:gd name="csY40" fmla="*/ 75879 h 261624"/>
              <a:gd name="csX41" fmla="*/ 142387 w 193086"/>
              <a:gd name="csY41" fmla="*/ 123139 h 261624"/>
              <a:gd name="csX42" fmla="*/ 161574 w 193086"/>
              <a:gd name="csY42" fmla="*/ 140138 h 261624"/>
              <a:gd name="csX43" fmla="*/ 162505 w 193086"/>
              <a:gd name="csY43" fmla="*/ 150542 h 261624"/>
              <a:gd name="csX44" fmla="*/ 151065 w 193086"/>
              <a:gd name="csY44" fmla="*/ 162165 h 261624"/>
              <a:gd name="csX45" fmla="*/ 147000 w 193086"/>
              <a:gd name="csY45" fmla="*/ 176069 h 261624"/>
              <a:gd name="csX46" fmla="*/ 151074 w 193086"/>
              <a:gd name="csY46" fmla="*/ 198795 h 261624"/>
              <a:gd name="csX47" fmla="*/ 161382 w 193086"/>
              <a:gd name="csY47" fmla="*/ 209212 h 261624"/>
              <a:gd name="csX48" fmla="*/ 180801 w 193086"/>
              <a:gd name="csY48" fmla="*/ 215310 h 261624"/>
              <a:gd name="csX49" fmla="*/ 191062 w 193086"/>
              <a:gd name="csY49" fmla="*/ 220266 h 261624"/>
              <a:gd name="csX50" fmla="*/ 186266 w 193086"/>
              <a:gd name="csY50" fmla="*/ 234411 h 261624"/>
              <a:gd name="csX51" fmla="*/ 146648 w 193086"/>
              <a:gd name="csY51" fmla="*/ 241973 h 261624"/>
              <a:gd name="csX52" fmla="*/ 130308 w 193086"/>
              <a:gd name="csY52" fmla="*/ 244333 h 261624"/>
              <a:gd name="csX53" fmla="*/ 120069 w 193086"/>
              <a:gd name="csY53" fmla="*/ 230760 h 261624"/>
              <a:gd name="csX54" fmla="*/ 99204 w 193086"/>
              <a:gd name="csY54" fmla="*/ 236809 h 261624"/>
              <a:gd name="csX55" fmla="*/ 99051 w 193086"/>
              <a:gd name="csY55" fmla="*/ 250983 h 261624"/>
              <a:gd name="csX56" fmla="*/ 92202 w 193086"/>
              <a:gd name="csY56" fmla="*/ 257021 h 261624"/>
              <a:gd name="csX57" fmla="*/ 61602 w 193086"/>
              <a:gd name="csY57" fmla="*/ 257374 h 261624"/>
              <a:gd name="csX58" fmla="*/ 47363 w 193086"/>
              <a:gd name="csY58" fmla="*/ 258865 h 2616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Lst>
            <a:rect l="l" t="t" r="r" b="b"/>
            <a:pathLst>
              <a:path w="193086" h="261624">
                <a:moveTo>
                  <a:pt x="47363" y="258865"/>
                </a:moveTo>
                <a:cubicBezTo>
                  <a:pt x="44664" y="256988"/>
                  <a:pt x="38681" y="254631"/>
                  <a:pt x="34066" y="253627"/>
                </a:cubicBezTo>
                <a:cubicBezTo>
                  <a:pt x="29452" y="252623"/>
                  <a:pt x="25677" y="250857"/>
                  <a:pt x="25677" y="249703"/>
                </a:cubicBezTo>
                <a:cubicBezTo>
                  <a:pt x="25677" y="248548"/>
                  <a:pt x="19899" y="243198"/>
                  <a:pt x="12838" y="237813"/>
                </a:cubicBezTo>
                <a:lnTo>
                  <a:pt x="0" y="228023"/>
                </a:lnTo>
                <a:lnTo>
                  <a:pt x="10590" y="222007"/>
                </a:lnTo>
                <a:cubicBezTo>
                  <a:pt x="17972" y="217814"/>
                  <a:pt x="22129" y="216779"/>
                  <a:pt x="24311" y="218591"/>
                </a:cubicBezTo>
                <a:cubicBezTo>
                  <a:pt x="28477" y="222048"/>
                  <a:pt x="30840" y="219299"/>
                  <a:pt x="30840" y="210994"/>
                </a:cubicBezTo>
                <a:cubicBezTo>
                  <a:pt x="30840" y="207256"/>
                  <a:pt x="32263" y="202774"/>
                  <a:pt x="34002" y="201034"/>
                </a:cubicBezTo>
                <a:cubicBezTo>
                  <a:pt x="36474" y="198562"/>
                  <a:pt x="36486" y="196787"/>
                  <a:pt x="34055" y="192894"/>
                </a:cubicBezTo>
                <a:cubicBezTo>
                  <a:pt x="32093" y="189753"/>
                  <a:pt x="31879" y="187338"/>
                  <a:pt x="33474" y="186352"/>
                </a:cubicBezTo>
                <a:cubicBezTo>
                  <a:pt x="34886" y="185479"/>
                  <a:pt x="36002" y="171748"/>
                  <a:pt x="36002" y="155255"/>
                </a:cubicBezTo>
                <a:cubicBezTo>
                  <a:pt x="36002" y="128160"/>
                  <a:pt x="36400" y="125721"/>
                  <a:pt x="40814" y="125721"/>
                </a:cubicBezTo>
                <a:cubicBezTo>
                  <a:pt x="43528" y="125721"/>
                  <a:pt x="48800" y="130301"/>
                  <a:pt x="52906" y="136226"/>
                </a:cubicBezTo>
                <a:cubicBezTo>
                  <a:pt x="56911" y="142004"/>
                  <a:pt x="63516" y="148453"/>
                  <a:pt x="67584" y="150557"/>
                </a:cubicBezTo>
                <a:cubicBezTo>
                  <a:pt x="75108" y="154448"/>
                  <a:pt x="85050" y="153319"/>
                  <a:pt x="85050" y="148575"/>
                </a:cubicBezTo>
                <a:cubicBezTo>
                  <a:pt x="85050" y="147029"/>
                  <a:pt x="88138" y="146640"/>
                  <a:pt x="92615" y="147623"/>
                </a:cubicBezTo>
                <a:cubicBezTo>
                  <a:pt x="98706" y="148961"/>
                  <a:pt x="100761" y="148199"/>
                  <a:pt x="103162" y="143713"/>
                </a:cubicBezTo>
                <a:cubicBezTo>
                  <a:pt x="105115" y="140063"/>
                  <a:pt x="107816" y="138578"/>
                  <a:pt x="110991" y="139409"/>
                </a:cubicBezTo>
                <a:cubicBezTo>
                  <a:pt x="113656" y="140106"/>
                  <a:pt x="117196" y="139039"/>
                  <a:pt x="118857" y="137039"/>
                </a:cubicBezTo>
                <a:cubicBezTo>
                  <a:pt x="121254" y="134150"/>
                  <a:pt x="120449" y="132080"/>
                  <a:pt x="114946" y="126979"/>
                </a:cubicBezTo>
                <a:cubicBezTo>
                  <a:pt x="111135" y="123448"/>
                  <a:pt x="106335" y="120558"/>
                  <a:pt x="104278" y="120558"/>
                </a:cubicBezTo>
                <a:cubicBezTo>
                  <a:pt x="102221" y="120558"/>
                  <a:pt x="100539" y="118873"/>
                  <a:pt x="100539" y="116814"/>
                </a:cubicBezTo>
                <a:cubicBezTo>
                  <a:pt x="100539" y="114754"/>
                  <a:pt x="94792" y="110433"/>
                  <a:pt x="87769" y="107211"/>
                </a:cubicBezTo>
                <a:cubicBezTo>
                  <a:pt x="73337" y="100591"/>
                  <a:pt x="69935" y="93642"/>
                  <a:pt x="75649" y="82459"/>
                </a:cubicBezTo>
                <a:cubicBezTo>
                  <a:pt x="77638" y="78567"/>
                  <a:pt x="80119" y="71422"/>
                  <a:pt x="81162" y="66581"/>
                </a:cubicBezTo>
                <a:cubicBezTo>
                  <a:pt x="82769" y="59128"/>
                  <a:pt x="82125" y="57061"/>
                  <a:pt x="76956" y="53086"/>
                </a:cubicBezTo>
                <a:cubicBezTo>
                  <a:pt x="73561" y="50475"/>
                  <a:pt x="72374" y="48366"/>
                  <a:pt x="74281" y="48335"/>
                </a:cubicBezTo>
                <a:cubicBezTo>
                  <a:pt x="79014" y="48255"/>
                  <a:pt x="97860" y="27614"/>
                  <a:pt x="98388" y="21931"/>
                </a:cubicBezTo>
                <a:cubicBezTo>
                  <a:pt x="98624" y="19384"/>
                  <a:pt x="98915" y="15267"/>
                  <a:pt x="99033" y="12782"/>
                </a:cubicBezTo>
                <a:cubicBezTo>
                  <a:pt x="99328" y="6580"/>
                  <a:pt x="107875" y="-1480"/>
                  <a:pt x="112340" y="234"/>
                </a:cubicBezTo>
                <a:cubicBezTo>
                  <a:pt x="114351" y="1006"/>
                  <a:pt x="115714" y="4223"/>
                  <a:pt x="115367" y="7384"/>
                </a:cubicBezTo>
                <a:cubicBezTo>
                  <a:pt x="114925" y="11414"/>
                  <a:pt x="117211" y="14717"/>
                  <a:pt x="123019" y="18442"/>
                </a:cubicBezTo>
                <a:cubicBezTo>
                  <a:pt x="132830" y="24734"/>
                  <a:pt x="132594" y="28432"/>
                  <a:pt x="122268" y="30221"/>
                </a:cubicBezTo>
                <a:cubicBezTo>
                  <a:pt x="115180" y="31449"/>
                  <a:pt x="114690" y="32336"/>
                  <a:pt x="113949" y="45287"/>
                </a:cubicBezTo>
                <a:cubicBezTo>
                  <a:pt x="113241" y="57646"/>
                  <a:pt x="113899" y="59682"/>
                  <a:pt x="120402" y="65276"/>
                </a:cubicBezTo>
                <a:cubicBezTo>
                  <a:pt x="129577" y="73166"/>
                  <a:pt x="132509" y="73100"/>
                  <a:pt x="138506" y="64867"/>
                </a:cubicBezTo>
                <a:lnTo>
                  <a:pt x="143345" y="58224"/>
                </a:lnTo>
                <a:lnTo>
                  <a:pt x="152274" y="62931"/>
                </a:lnTo>
                <a:cubicBezTo>
                  <a:pt x="157185" y="65520"/>
                  <a:pt x="161620" y="67861"/>
                  <a:pt x="162130" y="68135"/>
                </a:cubicBezTo>
                <a:cubicBezTo>
                  <a:pt x="162640" y="68408"/>
                  <a:pt x="160808" y="71893"/>
                  <a:pt x="158059" y="75879"/>
                </a:cubicBezTo>
                <a:cubicBezTo>
                  <a:pt x="151713" y="85081"/>
                  <a:pt x="141902" y="114664"/>
                  <a:pt x="142387" y="123139"/>
                </a:cubicBezTo>
                <a:cubicBezTo>
                  <a:pt x="142935" y="132744"/>
                  <a:pt x="146254" y="135684"/>
                  <a:pt x="161574" y="140138"/>
                </a:cubicBezTo>
                <a:cubicBezTo>
                  <a:pt x="177125" y="144659"/>
                  <a:pt x="177438" y="148154"/>
                  <a:pt x="162505" y="150542"/>
                </a:cubicBezTo>
                <a:cubicBezTo>
                  <a:pt x="152866" y="152083"/>
                  <a:pt x="147932" y="157096"/>
                  <a:pt x="151065" y="162165"/>
                </a:cubicBezTo>
                <a:cubicBezTo>
                  <a:pt x="151887" y="163495"/>
                  <a:pt x="150058" y="169752"/>
                  <a:pt x="147000" y="176069"/>
                </a:cubicBezTo>
                <a:cubicBezTo>
                  <a:pt x="140040" y="190447"/>
                  <a:pt x="141019" y="195911"/>
                  <a:pt x="151074" y="198795"/>
                </a:cubicBezTo>
                <a:cubicBezTo>
                  <a:pt x="156834" y="200447"/>
                  <a:pt x="159631" y="203274"/>
                  <a:pt x="161382" y="209212"/>
                </a:cubicBezTo>
                <a:cubicBezTo>
                  <a:pt x="163891" y="217725"/>
                  <a:pt x="167253" y="218781"/>
                  <a:pt x="180801" y="215310"/>
                </a:cubicBezTo>
                <a:cubicBezTo>
                  <a:pt x="186270" y="213909"/>
                  <a:pt x="188145" y="214815"/>
                  <a:pt x="191062" y="220266"/>
                </a:cubicBezTo>
                <a:cubicBezTo>
                  <a:pt x="194411" y="226524"/>
                  <a:pt x="194115" y="227399"/>
                  <a:pt x="186266" y="234411"/>
                </a:cubicBezTo>
                <a:cubicBezTo>
                  <a:pt x="177581" y="242171"/>
                  <a:pt x="173505" y="242950"/>
                  <a:pt x="146648" y="241973"/>
                </a:cubicBezTo>
                <a:cubicBezTo>
                  <a:pt x="138138" y="241664"/>
                  <a:pt x="131353" y="242644"/>
                  <a:pt x="130308" y="244333"/>
                </a:cubicBezTo>
                <a:cubicBezTo>
                  <a:pt x="127797" y="248397"/>
                  <a:pt x="118188" y="235660"/>
                  <a:pt x="120069" y="230760"/>
                </a:cubicBezTo>
                <a:cubicBezTo>
                  <a:pt x="124398" y="219478"/>
                  <a:pt x="105303" y="225013"/>
                  <a:pt x="99204" y="236809"/>
                </a:cubicBezTo>
                <a:cubicBezTo>
                  <a:pt x="95428" y="244110"/>
                  <a:pt x="95414" y="245432"/>
                  <a:pt x="99051" y="250983"/>
                </a:cubicBezTo>
                <a:cubicBezTo>
                  <a:pt x="103916" y="258408"/>
                  <a:pt x="100434" y="261478"/>
                  <a:pt x="92202" y="257021"/>
                </a:cubicBezTo>
                <a:cubicBezTo>
                  <a:pt x="83927" y="252540"/>
                  <a:pt x="66492" y="252742"/>
                  <a:pt x="61602" y="257374"/>
                </a:cubicBezTo>
                <a:cubicBezTo>
                  <a:pt x="56090" y="262596"/>
                  <a:pt x="53167" y="262902"/>
                  <a:pt x="47363" y="258865"/>
                </a:cubicBezTo>
                <a:close/>
              </a:path>
            </a:pathLst>
          </a:custGeom>
          <a:solidFill>
            <a:srgbClr val="B9B9B9"/>
          </a:solidFill>
          <a:ln w="5163" cap="flat">
            <a:noFill/>
            <a:prstDash val="solid"/>
            <a:miter/>
          </a:ln>
        </p:spPr>
        <p:txBody>
          <a:bodyPr/>
          <a:lstStyle/>
          <a:p>
            <a:endParaRPr lang="es-419" noProof="0" dirty="0"/>
          </a:p>
        </p:txBody>
      </p:sp>
      <p:sp>
        <p:nvSpPr>
          <p:cNvPr id="44" name="Forma libre: forma 43">
            <a:extLst>
              <a:ext uri="{FF2B5EF4-FFF2-40B4-BE49-F238E27FC236}">
                <a16:creationId xmlns:a16="http://schemas.microsoft.com/office/drawing/2014/main" id="{AEC62AC1-3063-A56C-7E6A-5BE55958468D}"/>
              </a:ext>
            </a:extLst>
          </p:cNvPr>
          <p:cNvSpPr/>
          <p:nvPr/>
        </p:nvSpPr>
        <p:spPr>
          <a:xfrm>
            <a:off x="1103504" y="2345749"/>
            <a:ext cx="95653" cy="64838"/>
          </a:xfrm>
          <a:custGeom>
            <a:avLst/>
            <a:gdLst>
              <a:gd name="csX0" fmla="*/ 71219 w 95653"/>
              <a:gd name="csY0" fmla="*/ 62506 h 64838"/>
              <a:gd name="csX1" fmla="*/ 62655 w 95653"/>
              <a:gd name="csY1" fmla="*/ 53685 h 64838"/>
              <a:gd name="csX2" fmla="*/ 57443 w 95653"/>
              <a:gd name="csY2" fmla="*/ 48511 h 64838"/>
              <a:gd name="csX3" fmla="*/ 51242 w 95653"/>
              <a:gd name="csY3" fmla="*/ 43994 h 64838"/>
              <a:gd name="csX4" fmla="*/ 48532 w 95653"/>
              <a:gd name="csY4" fmla="*/ 43994 h 64838"/>
              <a:gd name="csX5" fmla="*/ 36926 w 95653"/>
              <a:gd name="csY5" fmla="*/ 44510 h 64838"/>
              <a:gd name="csX6" fmla="*/ 28785 w 95653"/>
              <a:gd name="csY6" fmla="*/ 36765 h 64838"/>
              <a:gd name="csX7" fmla="*/ 27076 w 95653"/>
              <a:gd name="csY7" fmla="*/ 32629 h 64838"/>
              <a:gd name="csX8" fmla="*/ 11500 w 95653"/>
              <a:gd name="csY8" fmla="*/ 28262 h 64838"/>
              <a:gd name="csX9" fmla="*/ 1174 w 95653"/>
              <a:gd name="csY9" fmla="*/ 25068 h 64838"/>
              <a:gd name="csX10" fmla="*/ 31004 w 95653"/>
              <a:gd name="csY10" fmla="*/ 14820 h 64838"/>
              <a:gd name="csX11" fmla="*/ 49970 w 95653"/>
              <a:gd name="csY11" fmla="*/ 6499 h 64838"/>
              <a:gd name="csX12" fmla="*/ 60293 w 95653"/>
              <a:gd name="csY12" fmla="*/ 3207 h 64838"/>
              <a:gd name="csX13" fmla="*/ 79487 w 95653"/>
              <a:gd name="csY13" fmla="*/ 1724 h 64838"/>
              <a:gd name="csX14" fmla="*/ 95469 w 95653"/>
              <a:gd name="csY14" fmla="*/ 24677 h 64838"/>
              <a:gd name="csX15" fmla="*/ 92590 w 95653"/>
              <a:gd name="csY15" fmla="*/ 45837 h 64838"/>
              <a:gd name="csX16" fmla="*/ 88748 w 95653"/>
              <a:gd name="csY16" fmla="*/ 52688 h 64838"/>
              <a:gd name="csX17" fmla="*/ 82592 w 95653"/>
              <a:gd name="csY17" fmla="*/ 62155 h 64838"/>
              <a:gd name="csX18" fmla="*/ 71219 w 95653"/>
              <a:gd name="csY18" fmla="*/ 62506 h 648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95653" h="64838">
                <a:moveTo>
                  <a:pt x="71219" y="62506"/>
                </a:moveTo>
                <a:cubicBezTo>
                  <a:pt x="67412" y="60499"/>
                  <a:pt x="63558" y="56530"/>
                  <a:pt x="62655" y="53685"/>
                </a:cubicBezTo>
                <a:cubicBezTo>
                  <a:pt x="61752" y="50839"/>
                  <a:pt x="59407" y="48511"/>
                  <a:pt x="57443" y="48511"/>
                </a:cubicBezTo>
                <a:cubicBezTo>
                  <a:pt x="55480" y="48511"/>
                  <a:pt x="52689" y="46478"/>
                  <a:pt x="51242" y="43994"/>
                </a:cubicBezTo>
                <a:cubicBezTo>
                  <a:pt x="48736" y="39691"/>
                  <a:pt x="48607" y="39691"/>
                  <a:pt x="48532" y="43994"/>
                </a:cubicBezTo>
                <a:cubicBezTo>
                  <a:pt x="48437" y="49469"/>
                  <a:pt x="48761" y="49455"/>
                  <a:pt x="36926" y="44510"/>
                </a:cubicBezTo>
                <a:cubicBezTo>
                  <a:pt x="30451" y="41804"/>
                  <a:pt x="27814" y="39296"/>
                  <a:pt x="28785" y="36765"/>
                </a:cubicBezTo>
                <a:cubicBezTo>
                  <a:pt x="29575" y="34707"/>
                  <a:pt x="28806" y="32846"/>
                  <a:pt x="27076" y="32629"/>
                </a:cubicBezTo>
                <a:cubicBezTo>
                  <a:pt x="21029" y="31874"/>
                  <a:pt x="18714" y="31225"/>
                  <a:pt x="11500" y="28262"/>
                </a:cubicBezTo>
                <a:cubicBezTo>
                  <a:pt x="7503" y="26621"/>
                  <a:pt x="2857" y="25183"/>
                  <a:pt x="1174" y="25068"/>
                </a:cubicBezTo>
                <a:cubicBezTo>
                  <a:pt x="-4949" y="24646"/>
                  <a:pt x="14045" y="18121"/>
                  <a:pt x="31004" y="14820"/>
                </a:cubicBezTo>
                <a:cubicBezTo>
                  <a:pt x="44060" y="12279"/>
                  <a:pt x="48794" y="10202"/>
                  <a:pt x="49970" y="6499"/>
                </a:cubicBezTo>
                <a:cubicBezTo>
                  <a:pt x="51256" y="2445"/>
                  <a:pt x="53098" y="1858"/>
                  <a:pt x="60293" y="3207"/>
                </a:cubicBezTo>
                <a:cubicBezTo>
                  <a:pt x="65110" y="4111"/>
                  <a:pt x="73747" y="3443"/>
                  <a:pt x="79487" y="1724"/>
                </a:cubicBezTo>
                <a:cubicBezTo>
                  <a:pt x="94315" y="-2719"/>
                  <a:pt x="96385" y="255"/>
                  <a:pt x="95469" y="24677"/>
                </a:cubicBezTo>
                <a:cubicBezTo>
                  <a:pt x="95060" y="35554"/>
                  <a:pt x="93765" y="45076"/>
                  <a:pt x="92590" y="45837"/>
                </a:cubicBezTo>
                <a:cubicBezTo>
                  <a:pt x="91414" y="46598"/>
                  <a:pt x="89686" y="49681"/>
                  <a:pt x="88748" y="52688"/>
                </a:cubicBezTo>
                <a:cubicBezTo>
                  <a:pt x="87811" y="55696"/>
                  <a:pt x="85041" y="59955"/>
                  <a:pt x="82592" y="62155"/>
                </a:cubicBezTo>
                <a:cubicBezTo>
                  <a:pt x="78702" y="65649"/>
                  <a:pt x="77268" y="65693"/>
                  <a:pt x="71219" y="62506"/>
                </a:cubicBezTo>
                <a:close/>
              </a:path>
            </a:pathLst>
          </a:custGeom>
          <a:solidFill>
            <a:srgbClr val="B9B9B9"/>
          </a:solidFill>
          <a:ln w="5163" cap="flat">
            <a:noFill/>
            <a:prstDash val="solid"/>
            <a:miter/>
          </a:ln>
        </p:spPr>
        <p:txBody>
          <a:bodyPr/>
          <a:lstStyle/>
          <a:p>
            <a:endParaRPr lang="es-419" noProof="0" dirty="0"/>
          </a:p>
        </p:txBody>
      </p:sp>
      <p:sp>
        <p:nvSpPr>
          <p:cNvPr id="45" name="Forma libre: forma 44">
            <a:extLst>
              <a:ext uri="{FF2B5EF4-FFF2-40B4-BE49-F238E27FC236}">
                <a16:creationId xmlns:a16="http://schemas.microsoft.com/office/drawing/2014/main" id="{7B8C313F-1C35-3E15-B35A-D04F5CBCA389}"/>
              </a:ext>
            </a:extLst>
          </p:cNvPr>
          <p:cNvSpPr/>
          <p:nvPr/>
        </p:nvSpPr>
        <p:spPr>
          <a:xfrm>
            <a:off x="1015863" y="2030672"/>
            <a:ext cx="364335" cy="362024"/>
          </a:xfrm>
          <a:custGeom>
            <a:avLst/>
            <a:gdLst>
              <a:gd name="csX0" fmla="*/ 185142 w 364335"/>
              <a:gd name="csY0" fmla="*/ 358570 h 362024"/>
              <a:gd name="csX1" fmla="*/ 187621 w 364335"/>
              <a:gd name="csY1" fmla="*/ 340898 h 362024"/>
              <a:gd name="csX2" fmla="*/ 186283 w 364335"/>
              <a:gd name="csY2" fmla="*/ 320178 h 362024"/>
              <a:gd name="csX3" fmla="*/ 182466 w 364335"/>
              <a:gd name="csY3" fmla="*/ 312528 h 362024"/>
              <a:gd name="csX4" fmla="*/ 160064 w 364335"/>
              <a:gd name="csY4" fmla="*/ 313164 h 362024"/>
              <a:gd name="csX5" fmla="*/ 135394 w 364335"/>
              <a:gd name="csY5" fmla="*/ 318882 h 362024"/>
              <a:gd name="csX6" fmla="*/ 107653 w 364335"/>
              <a:gd name="csY6" fmla="*/ 328620 h 362024"/>
              <a:gd name="csX7" fmla="*/ 77975 w 364335"/>
              <a:gd name="csY7" fmla="*/ 329071 h 362024"/>
              <a:gd name="csX8" fmla="*/ 69734 w 364335"/>
              <a:gd name="csY8" fmla="*/ 324866 h 362024"/>
              <a:gd name="csX9" fmla="*/ 48325 w 364335"/>
              <a:gd name="csY9" fmla="*/ 303007 h 362024"/>
              <a:gd name="csX10" fmla="*/ 38186 w 364335"/>
              <a:gd name="csY10" fmla="*/ 292203 h 362024"/>
              <a:gd name="csX11" fmla="*/ 25184 w 364335"/>
              <a:gd name="csY11" fmla="*/ 273778 h 362024"/>
              <a:gd name="csX12" fmla="*/ 11540 w 364335"/>
              <a:gd name="csY12" fmla="*/ 253016 h 362024"/>
              <a:gd name="csX13" fmla="*/ 9603 w 364335"/>
              <a:gd name="csY13" fmla="*/ 246065 h 362024"/>
              <a:gd name="csX14" fmla="*/ 4075 w 364335"/>
              <a:gd name="csY14" fmla="*/ 230604 h 362024"/>
              <a:gd name="csX15" fmla="*/ 2870 w 364335"/>
              <a:gd name="csY15" fmla="*/ 216903 h 362024"/>
              <a:gd name="csX16" fmla="*/ 19099 w 364335"/>
              <a:gd name="csY16" fmla="*/ 209992 h 362024"/>
              <a:gd name="csX17" fmla="*/ 33857 w 364335"/>
              <a:gd name="csY17" fmla="*/ 202727 h 362024"/>
              <a:gd name="csX18" fmla="*/ 62323 w 364335"/>
              <a:gd name="csY18" fmla="*/ 175142 h 362024"/>
              <a:gd name="csX19" fmla="*/ 75732 w 364335"/>
              <a:gd name="csY19" fmla="*/ 169793 h 362024"/>
              <a:gd name="csX20" fmla="*/ 107485 w 364335"/>
              <a:gd name="csY20" fmla="*/ 178512 h 362024"/>
              <a:gd name="csX21" fmla="*/ 118888 w 364335"/>
              <a:gd name="csY21" fmla="*/ 188952 h 362024"/>
              <a:gd name="csX22" fmla="*/ 122369 w 364335"/>
              <a:gd name="csY22" fmla="*/ 177011 h 362024"/>
              <a:gd name="csX23" fmla="*/ 128391 w 364335"/>
              <a:gd name="csY23" fmla="*/ 163500 h 362024"/>
              <a:gd name="csX24" fmla="*/ 127169 w 364335"/>
              <a:gd name="csY24" fmla="*/ 147778 h 362024"/>
              <a:gd name="csX25" fmla="*/ 130389 w 364335"/>
              <a:gd name="csY25" fmla="*/ 138750 h 362024"/>
              <a:gd name="csX26" fmla="*/ 147714 w 364335"/>
              <a:gd name="csY26" fmla="*/ 129037 h 362024"/>
              <a:gd name="csX27" fmla="*/ 142395 w 364335"/>
              <a:gd name="csY27" fmla="*/ 116273 h 362024"/>
              <a:gd name="csX28" fmla="*/ 138322 w 364335"/>
              <a:gd name="csY28" fmla="*/ 100445 h 362024"/>
              <a:gd name="csX29" fmla="*/ 132219 w 364335"/>
              <a:gd name="csY29" fmla="*/ 77384 h 362024"/>
              <a:gd name="csX30" fmla="*/ 123182 w 364335"/>
              <a:gd name="csY30" fmla="*/ 67380 h 362024"/>
              <a:gd name="csX31" fmla="*/ 127316 w 364335"/>
              <a:gd name="csY31" fmla="*/ 49072 h 362024"/>
              <a:gd name="csX32" fmla="*/ 149002 w 364335"/>
              <a:gd name="csY32" fmla="*/ 26791 h 362024"/>
              <a:gd name="csX33" fmla="*/ 156308 w 364335"/>
              <a:gd name="csY33" fmla="*/ 19245 h 362024"/>
              <a:gd name="csX34" fmla="*/ 153995 w 364335"/>
              <a:gd name="csY34" fmla="*/ 9825 h 362024"/>
              <a:gd name="csX35" fmla="*/ 161050 w 364335"/>
              <a:gd name="csY35" fmla="*/ 76 h 362024"/>
              <a:gd name="csX36" fmla="*/ 166583 w 364335"/>
              <a:gd name="csY36" fmla="*/ 7348 h 362024"/>
              <a:gd name="csX37" fmla="*/ 154998 w 364335"/>
              <a:gd name="csY37" fmla="*/ 39300 h 362024"/>
              <a:gd name="csX38" fmla="*/ 157050 w 364335"/>
              <a:gd name="csY38" fmla="*/ 45546 h 362024"/>
              <a:gd name="csX39" fmla="*/ 169737 w 364335"/>
              <a:gd name="csY39" fmla="*/ 24492 h 362024"/>
              <a:gd name="csX40" fmla="*/ 176182 w 364335"/>
              <a:gd name="csY40" fmla="*/ 20317 h 362024"/>
              <a:gd name="csX41" fmla="*/ 177678 w 364335"/>
              <a:gd name="csY41" fmla="*/ 26406 h 362024"/>
              <a:gd name="csX42" fmla="*/ 173510 w 364335"/>
              <a:gd name="csY42" fmla="*/ 43871 h 362024"/>
              <a:gd name="csX43" fmla="*/ 171706 w 364335"/>
              <a:gd name="csY43" fmla="*/ 58451 h 362024"/>
              <a:gd name="csX44" fmla="*/ 179820 w 364335"/>
              <a:gd name="csY44" fmla="*/ 60233 h 362024"/>
              <a:gd name="csX45" fmla="*/ 195468 w 364335"/>
              <a:gd name="csY45" fmla="*/ 47665 h 362024"/>
              <a:gd name="csX46" fmla="*/ 212893 w 364335"/>
              <a:gd name="csY46" fmla="*/ 36256 h 362024"/>
              <a:gd name="csX47" fmla="*/ 215787 w 364335"/>
              <a:gd name="csY47" fmla="*/ 59322 h 362024"/>
              <a:gd name="csX48" fmla="*/ 202515 w 364335"/>
              <a:gd name="csY48" fmla="*/ 73785 h 362024"/>
              <a:gd name="csX49" fmla="*/ 193598 w 364335"/>
              <a:gd name="csY49" fmla="*/ 76402 h 362024"/>
              <a:gd name="csX50" fmla="*/ 196544 w 364335"/>
              <a:gd name="csY50" fmla="*/ 79629 h 362024"/>
              <a:gd name="csX51" fmla="*/ 200631 w 364335"/>
              <a:gd name="csY51" fmla="*/ 82161 h 362024"/>
              <a:gd name="csX52" fmla="*/ 183851 w 364335"/>
              <a:gd name="csY52" fmla="*/ 86694 h 362024"/>
              <a:gd name="csX53" fmla="*/ 179447 w 364335"/>
              <a:gd name="csY53" fmla="*/ 90600 h 362024"/>
              <a:gd name="csX54" fmla="*/ 177337 w 364335"/>
              <a:gd name="csY54" fmla="*/ 95117 h 362024"/>
              <a:gd name="csX55" fmla="*/ 175970 w 364335"/>
              <a:gd name="csY55" fmla="*/ 99847 h 362024"/>
              <a:gd name="csX56" fmla="*/ 172279 w 364335"/>
              <a:gd name="csY56" fmla="*/ 109275 h 362024"/>
              <a:gd name="csX57" fmla="*/ 162736 w 364335"/>
              <a:gd name="csY57" fmla="*/ 127778 h 362024"/>
              <a:gd name="csX58" fmla="*/ 154984 w 364335"/>
              <a:gd name="csY58" fmla="*/ 141584 h 362024"/>
              <a:gd name="csX59" fmla="*/ 157382 w 364335"/>
              <a:gd name="csY59" fmla="*/ 150820 h 362024"/>
              <a:gd name="csX60" fmla="*/ 166003 w 364335"/>
              <a:gd name="csY60" fmla="*/ 156522 h 362024"/>
              <a:gd name="csX61" fmla="*/ 178921 w 364335"/>
              <a:gd name="csY61" fmla="*/ 158229 h 362024"/>
              <a:gd name="csX62" fmla="*/ 200631 w 364335"/>
              <a:gd name="csY62" fmla="*/ 155851 h 362024"/>
              <a:gd name="csX63" fmla="*/ 253127 w 364335"/>
              <a:gd name="csY63" fmla="*/ 145110 h 362024"/>
              <a:gd name="csX64" fmla="*/ 260004 w 364335"/>
              <a:gd name="csY64" fmla="*/ 117060 h 362024"/>
              <a:gd name="csX65" fmla="*/ 261186 w 364335"/>
              <a:gd name="csY65" fmla="*/ 105023 h 362024"/>
              <a:gd name="csX66" fmla="*/ 280779 w 364335"/>
              <a:gd name="csY66" fmla="*/ 107831 h 362024"/>
              <a:gd name="csX67" fmla="*/ 316123 w 364335"/>
              <a:gd name="csY67" fmla="*/ 101238 h 362024"/>
              <a:gd name="csX68" fmla="*/ 332436 w 364335"/>
              <a:gd name="csY68" fmla="*/ 86525 h 362024"/>
              <a:gd name="csX69" fmla="*/ 340656 w 364335"/>
              <a:gd name="csY69" fmla="*/ 79224 h 362024"/>
              <a:gd name="csX70" fmla="*/ 348855 w 364335"/>
              <a:gd name="csY70" fmla="*/ 87171 h 362024"/>
              <a:gd name="csX71" fmla="*/ 361269 w 364335"/>
              <a:gd name="csY71" fmla="*/ 95117 h 362024"/>
              <a:gd name="csX72" fmla="*/ 363171 w 364335"/>
              <a:gd name="csY72" fmla="*/ 103178 h 362024"/>
              <a:gd name="csX73" fmla="*/ 356290 w 364335"/>
              <a:gd name="csY73" fmla="*/ 118022 h 362024"/>
              <a:gd name="csX74" fmla="*/ 352528 w 364335"/>
              <a:gd name="csY74" fmla="*/ 135380 h 362024"/>
              <a:gd name="csX75" fmla="*/ 345616 w 364335"/>
              <a:gd name="csY75" fmla="*/ 149152 h 362024"/>
              <a:gd name="csX76" fmla="*/ 336399 w 364335"/>
              <a:gd name="csY76" fmla="*/ 158318 h 362024"/>
              <a:gd name="csX77" fmla="*/ 325505 w 364335"/>
              <a:gd name="csY77" fmla="*/ 175523 h 362024"/>
              <a:gd name="csX78" fmla="*/ 315430 w 364335"/>
              <a:gd name="csY78" fmla="*/ 204352 h 362024"/>
              <a:gd name="csX79" fmla="*/ 313994 w 364335"/>
              <a:gd name="csY79" fmla="*/ 218773 h 362024"/>
              <a:gd name="csX80" fmla="*/ 296375 w 364335"/>
              <a:gd name="csY80" fmla="*/ 228175 h 362024"/>
              <a:gd name="csX81" fmla="*/ 265231 w 364335"/>
              <a:gd name="csY81" fmla="*/ 238311 h 362024"/>
              <a:gd name="csX82" fmla="*/ 244951 w 364335"/>
              <a:gd name="csY82" fmla="*/ 244768 h 362024"/>
              <a:gd name="csX83" fmla="*/ 219261 w 364335"/>
              <a:gd name="csY83" fmla="*/ 258588 h 362024"/>
              <a:gd name="csX84" fmla="*/ 224662 w 364335"/>
              <a:gd name="csY84" fmla="*/ 270643 h 362024"/>
              <a:gd name="csX85" fmla="*/ 242353 w 364335"/>
              <a:gd name="csY85" fmla="*/ 274944 h 362024"/>
              <a:gd name="csX86" fmla="*/ 251900 w 364335"/>
              <a:gd name="csY86" fmla="*/ 285801 h 362024"/>
              <a:gd name="csX87" fmla="*/ 252381 w 364335"/>
              <a:gd name="csY87" fmla="*/ 304719 h 362024"/>
              <a:gd name="csX88" fmla="*/ 261267 w 364335"/>
              <a:gd name="csY88" fmla="*/ 315608 h 362024"/>
              <a:gd name="csX89" fmla="*/ 268876 w 364335"/>
              <a:gd name="csY89" fmla="*/ 316858 h 362024"/>
              <a:gd name="csX90" fmla="*/ 252027 w 364335"/>
              <a:gd name="csY90" fmla="*/ 336142 h 362024"/>
              <a:gd name="csX91" fmla="*/ 230251 w 364335"/>
              <a:gd name="csY91" fmla="*/ 349333 h 362024"/>
              <a:gd name="csX92" fmla="*/ 209844 w 364335"/>
              <a:gd name="csY92" fmla="*/ 359530 h 362024"/>
              <a:gd name="csX93" fmla="*/ 194478 w 364335"/>
              <a:gd name="csY93" fmla="*/ 360594 h 362024"/>
              <a:gd name="csX94" fmla="*/ 185142 w 364335"/>
              <a:gd name="csY94" fmla="*/ 358570 h 362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364335" h="362024">
                <a:moveTo>
                  <a:pt x="185142" y="358570"/>
                </a:moveTo>
                <a:cubicBezTo>
                  <a:pt x="185142" y="356038"/>
                  <a:pt x="186257" y="348086"/>
                  <a:pt x="187621" y="340898"/>
                </a:cubicBezTo>
                <a:cubicBezTo>
                  <a:pt x="189559" y="330679"/>
                  <a:pt x="189267" y="326160"/>
                  <a:pt x="186283" y="320178"/>
                </a:cubicBezTo>
                <a:lnTo>
                  <a:pt x="182466" y="312528"/>
                </a:lnTo>
                <a:lnTo>
                  <a:pt x="160064" y="313164"/>
                </a:lnTo>
                <a:cubicBezTo>
                  <a:pt x="140617" y="313716"/>
                  <a:pt x="137363" y="314470"/>
                  <a:pt x="135394" y="318882"/>
                </a:cubicBezTo>
                <a:cubicBezTo>
                  <a:pt x="133601" y="322902"/>
                  <a:pt x="127800" y="324938"/>
                  <a:pt x="107653" y="328620"/>
                </a:cubicBezTo>
                <a:cubicBezTo>
                  <a:pt x="84116" y="332921"/>
                  <a:pt x="81860" y="332955"/>
                  <a:pt x="77975" y="329071"/>
                </a:cubicBezTo>
                <a:cubicBezTo>
                  <a:pt x="75663" y="326758"/>
                  <a:pt x="71954" y="324866"/>
                  <a:pt x="69734" y="324866"/>
                </a:cubicBezTo>
                <a:cubicBezTo>
                  <a:pt x="64790" y="324866"/>
                  <a:pt x="53564" y="313404"/>
                  <a:pt x="48325" y="303007"/>
                </a:cubicBezTo>
                <a:cubicBezTo>
                  <a:pt x="46195" y="298781"/>
                  <a:pt x="41633" y="293919"/>
                  <a:pt x="38186" y="292203"/>
                </a:cubicBezTo>
                <a:cubicBezTo>
                  <a:pt x="31831" y="289039"/>
                  <a:pt x="25350" y="279856"/>
                  <a:pt x="25184" y="273778"/>
                </a:cubicBezTo>
                <a:cubicBezTo>
                  <a:pt x="25085" y="270192"/>
                  <a:pt x="14730" y="254434"/>
                  <a:pt x="11540" y="253016"/>
                </a:cubicBezTo>
                <a:cubicBezTo>
                  <a:pt x="10475" y="252543"/>
                  <a:pt x="9603" y="249415"/>
                  <a:pt x="9603" y="246065"/>
                </a:cubicBezTo>
                <a:cubicBezTo>
                  <a:pt x="9603" y="242715"/>
                  <a:pt x="7116" y="235757"/>
                  <a:pt x="4075" y="230604"/>
                </a:cubicBezTo>
                <a:cubicBezTo>
                  <a:pt x="-1096" y="221839"/>
                  <a:pt x="-1174" y="220953"/>
                  <a:pt x="2870" y="216903"/>
                </a:cubicBezTo>
                <a:cubicBezTo>
                  <a:pt x="5247" y="214522"/>
                  <a:pt x="12551" y="211412"/>
                  <a:pt x="19099" y="209992"/>
                </a:cubicBezTo>
                <a:cubicBezTo>
                  <a:pt x="25650" y="208572"/>
                  <a:pt x="32288" y="205304"/>
                  <a:pt x="33857" y="202727"/>
                </a:cubicBezTo>
                <a:cubicBezTo>
                  <a:pt x="40254" y="192222"/>
                  <a:pt x="57879" y="175142"/>
                  <a:pt x="62323" y="175142"/>
                </a:cubicBezTo>
                <a:cubicBezTo>
                  <a:pt x="64938" y="175142"/>
                  <a:pt x="70972" y="172735"/>
                  <a:pt x="75732" y="169793"/>
                </a:cubicBezTo>
                <a:cubicBezTo>
                  <a:pt x="86563" y="163099"/>
                  <a:pt x="92402" y="164703"/>
                  <a:pt x="107485" y="178512"/>
                </a:cubicBezTo>
                <a:lnTo>
                  <a:pt x="118888" y="188952"/>
                </a:lnTo>
                <a:lnTo>
                  <a:pt x="122369" y="177011"/>
                </a:lnTo>
                <a:cubicBezTo>
                  <a:pt x="124284" y="170444"/>
                  <a:pt x="126994" y="164364"/>
                  <a:pt x="128391" y="163500"/>
                </a:cubicBezTo>
                <a:cubicBezTo>
                  <a:pt x="132170" y="161165"/>
                  <a:pt x="131464" y="152072"/>
                  <a:pt x="127169" y="147778"/>
                </a:cubicBezTo>
                <a:cubicBezTo>
                  <a:pt x="122214" y="142823"/>
                  <a:pt x="124785" y="135614"/>
                  <a:pt x="130389" y="138750"/>
                </a:cubicBezTo>
                <a:cubicBezTo>
                  <a:pt x="136409" y="142119"/>
                  <a:pt x="145744" y="136885"/>
                  <a:pt x="147714" y="129037"/>
                </a:cubicBezTo>
                <a:cubicBezTo>
                  <a:pt x="149051" y="123709"/>
                  <a:pt x="147940" y="121043"/>
                  <a:pt x="142395" y="116273"/>
                </a:cubicBezTo>
                <a:cubicBezTo>
                  <a:pt x="135828" y="110625"/>
                  <a:pt x="135571" y="109625"/>
                  <a:pt x="138322" y="100445"/>
                </a:cubicBezTo>
                <a:cubicBezTo>
                  <a:pt x="142194" y="87522"/>
                  <a:pt x="142531" y="88798"/>
                  <a:pt x="132219" y="77384"/>
                </a:cubicBezTo>
                <a:lnTo>
                  <a:pt x="123182" y="67380"/>
                </a:lnTo>
                <a:lnTo>
                  <a:pt x="127316" y="49072"/>
                </a:lnTo>
                <a:cubicBezTo>
                  <a:pt x="131667" y="29805"/>
                  <a:pt x="134422" y="26975"/>
                  <a:pt x="149002" y="26791"/>
                </a:cubicBezTo>
                <a:cubicBezTo>
                  <a:pt x="154177" y="26725"/>
                  <a:pt x="155624" y="25231"/>
                  <a:pt x="156308" y="19245"/>
                </a:cubicBezTo>
                <a:cubicBezTo>
                  <a:pt x="156776" y="15139"/>
                  <a:pt x="155736" y="10900"/>
                  <a:pt x="153995" y="9825"/>
                </a:cubicBezTo>
                <a:cubicBezTo>
                  <a:pt x="148346" y="6334"/>
                  <a:pt x="153520" y="-815"/>
                  <a:pt x="161050" y="76"/>
                </a:cubicBezTo>
                <a:cubicBezTo>
                  <a:pt x="168082" y="908"/>
                  <a:pt x="172982" y="7348"/>
                  <a:pt x="166583" y="7348"/>
                </a:cubicBezTo>
                <a:cubicBezTo>
                  <a:pt x="163388" y="7348"/>
                  <a:pt x="159114" y="19135"/>
                  <a:pt x="154998" y="39300"/>
                </a:cubicBezTo>
                <a:cubicBezTo>
                  <a:pt x="153853" y="44911"/>
                  <a:pt x="154355" y="46439"/>
                  <a:pt x="157050" y="45546"/>
                </a:cubicBezTo>
                <a:cubicBezTo>
                  <a:pt x="160851" y="44288"/>
                  <a:pt x="165520" y="36539"/>
                  <a:pt x="169737" y="24492"/>
                </a:cubicBezTo>
                <a:cubicBezTo>
                  <a:pt x="171898" y="18321"/>
                  <a:pt x="172952" y="17637"/>
                  <a:pt x="176182" y="20317"/>
                </a:cubicBezTo>
                <a:cubicBezTo>
                  <a:pt x="178636" y="22355"/>
                  <a:pt x="179182" y="24572"/>
                  <a:pt x="177678" y="26406"/>
                </a:cubicBezTo>
                <a:cubicBezTo>
                  <a:pt x="176378" y="27992"/>
                  <a:pt x="174502" y="35852"/>
                  <a:pt x="173510" y="43871"/>
                </a:cubicBezTo>
                <a:lnTo>
                  <a:pt x="171706" y="58451"/>
                </a:lnTo>
                <a:lnTo>
                  <a:pt x="179820" y="60233"/>
                </a:lnTo>
                <a:cubicBezTo>
                  <a:pt x="190172" y="62507"/>
                  <a:pt x="195468" y="58253"/>
                  <a:pt x="195468" y="47665"/>
                </a:cubicBezTo>
                <a:cubicBezTo>
                  <a:pt x="195468" y="37295"/>
                  <a:pt x="201609" y="33273"/>
                  <a:pt x="212893" y="36256"/>
                </a:cubicBezTo>
                <a:cubicBezTo>
                  <a:pt x="222809" y="38877"/>
                  <a:pt x="222920" y="39758"/>
                  <a:pt x="215787" y="59322"/>
                </a:cubicBezTo>
                <a:cubicBezTo>
                  <a:pt x="210635" y="73452"/>
                  <a:pt x="209804" y="74357"/>
                  <a:pt x="202515" y="73785"/>
                </a:cubicBezTo>
                <a:cubicBezTo>
                  <a:pt x="198132" y="73441"/>
                  <a:pt x="194241" y="74583"/>
                  <a:pt x="193598" y="76402"/>
                </a:cubicBezTo>
                <a:cubicBezTo>
                  <a:pt x="192970" y="78177"/>
                  <a:pt x="194295" y="79629"/>
                  <a:pt x="196544" y="79629"/>
                </a:cubicBezTo>
                <a:cubicBezTo>
                  <a:pt x="198791" y="79629"/>
                  <a:pt x="200631" y="80768"/>
                  <a:pt x="200631" y="82161"/>
                </a:cubicBezTo>
                <a:cubicBezTo>
                  <a:pt x="200631" y="85088"/>
                  <a:pt x="191380" y="87587"/>
                  <a:pt x="183851" y="86694"/>
                </a:cubicBezTo>
                <a:cubicBezTo>
                  <a:pt x="180197" y="86261"/>
                  <a:pt x="178910" y="87403"/>
                  <a:pt x="179447" y="90600"/>
                </a:cubicBezTo>
                <a:cubicBezTo>
                  <a:pt x="179864" y="93084"/>
                  <a:pt x="178915" y="95117"/>
                  <a:pt x="177337" y="95117"/>
                </a:cubicBezTo>
                <a:cubicBezTo>
                  <a:pt x="175731" y="95117"/>
                  <a:pt x="175129" y="97199"/>
                  <a:pt x="175970" y="99847"/>
                </a:cubicBezTo>
                <a:cubicBezTo>
                  <a:pt x="176899" y="102775"/>
                  <a:pt x="175493" y="106367"/>
                  <a:pt x="172279" y="109275"/>
                </a:cubicBezTo>
                <a:cubicBezTo>
                  <a:pt x="169424" y="111859"/>
                  <a:pt x="165130" y="120185"/>
                  <a:pt x="162736" y="127778"/>
                </a:cubicBezTo>
                <a:cubicBezTo>
                  <a:pt x="160343" y="135371"/>
                  <a:pt x="156854" y="141584"/>
                  <a:pt x="154984" y="141584"/>
                </a:cubicBezTo>
                <a:cubicBezTo>
                  <a:pt x="149300" y="141584"/>
                  <a:pt x="151188" y="148854"/>
                  <a:pt x="157382" y="150820"/>
                </a:cubicBezTo>
                <a:cubicBezTo>
                  <a:pt x="160571" y="151832"/>
                  <a:pt x="164451" y="154398"/>
                  <a:pt x="166003" y="156522"/>
                </a:cubicBezTo>
                <a:cubicBezTo>
                  <a:pt x="168191" y="159513"/>
                  <a:pt x="171101" y="159898"/>
                  <a:pt x="178921" y="158229"/>
                </a:cubicBezTo>
                <a:cubicBezTo>
                  <a:pt x="184472" y="157045"/>
                  <a:pt x="194242" y="155975"/>
                  <a:pt x="200631" y="155851"/>
                </a:cubicBezTo>
                <a:cubicBezTo>
                  <a:pt x="239506" y="155102"/>
                  <a:pt x="240586" y="154881"/>
                  <a:pt x="253127" y="145110"/>
                </a:cubicBezTo>
                <a:cubicBezTo>
                  <a:pt x="266671" y="134558"/>
                  <a:pt x="268972" y="125175"/>
                  <a:pt x="260004" y="117060"/>
                </a:cubicBezTo>
                <a:cubicBezTo>
                  <a:pt x="253254" y="110951"/>
                  <a:pt x="253492" y="108529"/>
                  <a:pt x="261186" y="105023"/>
                </a:cubicBezTo>
                <a:cubicBezTo>
                  <a:pt x="266361" y="102665"/>
                  <a:pt x="269974" y="103183"/>
                  <a:pt x="280779" y="107831"/>
                </a:cubicBezTo>
                <a:cubicBezTo>
                  <a:pt x="296129" y="114435"/>
                  <a:pt x="303140" y="113127"/>
                  <a:pt x="316123" y="101238"/>
                </a:cubicBezTo>
                <a:cubicBezTo>
                  <a:pt x="320574" y="97162"/>
                  <a:pt x="327915" y="90541"/>
                  <a:pt x="332436" y="86525"/>
                </a:cubicBezTo>
                <a:lnTo>
                  <a:pt x="340656" y="79224"/>
                </a:lnTo>
                <a:lnTo>
                  <a:pt x="348855" y="87171"/>
                </a:lnTo>
                <a:cubicBezTo>
                  <a:pt x="353365" y="91541"/>
                  <a:pt x="358951" y="95117"/>
                  <a:pt x="361269" y="95117"/>
                </a:cubicBezTo>
                <a:cubicBezTo>
                  <a:pt x="364761" y="95117"/>
                  <a:pt x="365087" y="96499"/>
                  <a:pt x="363171" y="103178"/>
                </a:cubicBezTo>
                <a:cubicBezTo>
                  <a:pt x="361900" y="107612"/>
                  <a:pt x="358803" y="114292"/>
                  <a:pt x="356290" y="118022"/>
                </a:cubicBezTo>
                <a:cubicBezTo>
                  <a:pt x="353286" y="122482"/>
                  <a:pt x="351997" y="128425"/>
                  <a:pt x="352528" y="135380"/>
                </a:cubicBezTo>
                <a:cubicBezTo>
                  <a:pt x="353262" y="145010"/>
                  <a:pt x="352644" y="146241"/>
                  <a:pt x="345616" y="149152"/>
                </a:cubicBezTo>
                <a:cubicBezTo>
                  <a:pt x="341239" y="150965"/>
                  <a:pt x="337248" y="154934"/>
                  <a:pt x="336399" y="158318"/>
                </a:cubicBezTo>
                <a:cubicBezTo>
                  <a:pt x="335575" y="161601"/>
                  <a:pt x="330673" y="169343"/>
                  <a:pt x="325505" y="175523"/>
                </a:cubicBezTo>
                <a:cubicBezTo>
                  <a:pt x="311850" y="191852"/>
                  <a:pt x="310247" y="196441"/>
                  <a:pt x="315430" y="204352"/>
                </a:cubicBezTo>
                <a:cubicBezTo>
                  <a:pt x="319567" y="210666"/>
                  <a:pt x="319502" y="211324"/>
                  <a:pt x="313994" y="218773"/>
                </a:cubicBezTo>
                <a:cubicBezTo>
                  <a:pt x="309522" y="224822"/>
                  <a:pt x="305556" y="226939"/>
                  <a:pt x="296375" y="228175"/>
                </a:cubicBezTo>
                <a:cubicBezTo>
                  <a:pt x="280209" y="230353"/>
                  <a:pt x="268738" y="234086"/>
                  <a:pt x="265231" y="238311"/>
                </a:cubicBezTo>
                <a:cubicBezTo>
                  <a:pt x="263619" y="240253"/>
                  <a:pt x="254493" y="243158"/>
                  <a:pt x="244951" y="244768"/>
                </a:cubicBezTo>
                <a:cubicBezTo>
                  <a:pt x="224827" y="248162"/>
                  <a:pt x="223542" y="248854"/>
                  <a:pt x="219261" y="258588"/>
                </a:cubicBezTo>
                <a:cubicBezTo>
                  <a:pt x="215450" y="267254"/>
                  <a:pt x="216976" y="270661"/>
                  <a:pt x="224662" y="270643"/>
                </a:cubicBezTo>
                <a:cubicBezTo>
                  <a:pt x="227772" y="270636"/>
                  <a:pt x="235733" y="272571"/>
                  <a:pt x="242353" y="274944"/>
                </a:cubicBezTo>
                <a:cubicBezTo>
                  <a:pt x="253677" y="279002"/>
                  <a:pt x="254241" y="279644"/>
                  <a:pt x="251900" y="285801"/>
                </a:cubicBezTo>
                <a:cubicBezTo>
                  <a:pt x="250237" y="290175"/>
                  <a:pt x="250396" y="296447"/>
                  <a:pt x="252381" y="304719"/>
                </a:cubicBezTo>
                <a:cubicBezTo>
                  <a:pt x="255038" y="315794"/>
                  <a:pt x="255971" y="316937"/>
                  <a:pt x="261267" y="315608"/>
                </a:cubicBezTo>
                <a:cubicBezTo>
                  <a:pt x="264522" y="314791"/>
                  <a:pt x="267946" y="315353"/>
                  <a:pt x="268876" y="316858"/>
                </a:cubicBezTo>
                <a:cubicBezTo>
                  <a:pt x="271618" y="321295"/>
                  <a:pt x="260047" y="334538"/>
                  <a:pt x="252027" y="336142"/>
                </a:cubicBezTo>
                <a:cubicBezTo>
                  <a:pt x="247958" y="336956"/>
                  <a:pt x="238159" y="342892"/>
                  <a:pt x="230251" y="349333"/>
                </a:cubicBezTo>
                <a:cubicBezTo>
                  <a:pt x="219279" y="358270"/>
                  <a:pt x="214445" y="360685"/>
                  <a:pt x="209844" y="359530"/>
                </a:cubicBezTo>
                <a:cubicBezTo>
                  <a:pt x="206527" y="358698"/>
                  <a:pt x="199613" y="359176"/>
                  <a:pt x="194478" y="360594"/>
                </a:cubicBezTo>
                <a:cubicBezTo>
                  <a:pt x="186278" y="362858"/>
                  <a:pt x="185142" y="362612"/>
                  <a:pt x="185142" y="358570"/>
                </a:cubicBezTo>
                <a:close/>
              </a:path>
            </a:pathLst>
          </a:custGeom>
          <a:solidFill>
            <a:srgbClr val="B9B9B9"/>
          </a:solidFill>
          <a:ln w="5163" cap="flat">
            <a:noFill/>
            <a:prstDash val="solid"/>
            <a:miter/>
          </a:ln>
        </p:spPr>
        <p:txBody>
          <a:bodyPr/>
          <a:lstStyle/>
          <a:p>
            <a:endParaRPr lang="es-419" noProof="0" dirty="0"/>
          </a:p>
        </p:txBody>
      </p:sp>
      <p:sp>
        <p:nvSpPr>
          <p:cNvPr id="46" name="Forma libre: forma 45">
            <a:extLst>
              <a:ext uri="{FF2B5EF4-FFF2-40B4-BE49-F238E27FC236}">
                <a16:creationId xmlns:a16="http://schemas.microsoft.com/office/drawing/2014/main" id="{287EE04E-259D-BF0C-12AC-FC93EBBA9BD9}"/>
              </a:ext>
            </a:extLst>
          </p:cNvPr>
          <p:cNvSpPr/>
          <p:nvPr/>
        </p:nvSpPr>
        <p:spPr>
          <a:xfrm>
            <a:off x="1331227" y="2128697"/>
            <a:ext cx="198884" cy="167193"/>
          </a:xfrm>
          <a:custGeom>
            <a:avLst/>
            <a:gdLst>
              <a:gd name="csX0" fmla="*/ 102761 w 198884"/>
              <a:gd name="csY0" fmla="*/ 161938 h 167193"/>
              <a:gd name="csX1" fmla="*/ 88269 w 198884"/>
              <a:gd name="csY1" fmla="*/ 157454 h 167193"/>
              <a:gd name="csX2" fmla="*/ 69481 w 198884"/>
              <a:gd name="csY2" fmla="*/ 161146 h 167193"/>
              <a:gd name="csX3" fmla="*/ 60039 w 198884"/>
              <a:gd name="csY3" fmla="*/ 160242 h 167193"/>
              <a:gd name="csX4" fmla="*/ 55236 w 198884"/>
              <a:gd name="csY4" fmla="*/ 148107 h 167193"/>
              <a:gd name="csX5" fmla="*/ 50480 w 198884"/>
              <a:gd name="csY5" fmla="*/ 138608 h 167193"/>
              <a:gd name="csX6" fmla="*/ 28907 w 198884"/>
              <a:gd name="csY6" fmla="*/ 140363 h 167193"/>
              <a:gd name="csX7" fmla="*/ 11289 w 198884"/>
              <a:gd name="csY7" fmla="*/ 137781 h 167193"/>
              <a:gd name="csX8" fmla="*/ 6827 w 198884"/>
              <a:gd name="csY8" fmla="*/ 131288 h 167193"/>
              <a:gd name="csX9" fmla="*/ 1775 w 198884"/>
              <a:gd name="csY9" fmla="*/ 129012 h 167193"/>
              <a:gd name="csX10" fmla="*/ 4158 w 198884"/>
              <a:gd name="csY10" fmla="*/ 118778 h 167193"/>
              <a:gd name="csX11" fmla="*/ 5752 w 198884"/>
              <a:gd name="csY11" fmla="*/ 106007 h 167193"/>
              <a:gd name="csX12" fmla="*/ 11789 w 198884"/>
              <a:gd name="csY12" fmla="*/ 81269 h 167193"/>
              <a:gd name="csX13" fmla="*/ 23630 w 198884"/>
              <a:gd name="csY13" fmla="*/ 62821 h 167193"/>
              <a:gd name="csX14" fmla="*/ 32410 w 198884"/>
              <a:gd name="csY14" fmla="*/ 53884 h 167193"/>
              <a:gd name="csX15" fmla="*/ 41084 w 198884"/>
              <a:gd name="csY15" fmla="*/ 33929 h 167193"/>
              <a:gd name="csX16" fmla="*/ 44790 w 198884"/>
              <a:gd name="csY16" fmla="*/ 21065 h 167193"/>
              <a:gd name="csX17" fmla="*/ 50866 w 198884"/>
              <a:gd name="csY17" fmla="*/ 7384 h 167193"/>
              <a:gd name="csX18" fmla="*/ 69085 w 198884"/>
              <a:gd name="csY18" fmla="*/ 3371 h 167193"/>
              <a:gd name="csX19" fmla="*/ 83968 w 198884"/>
              <a:gd name="csY19" fmla="*/ 7430 h 167193"/>
              <a:gd name="csX20" fmla="*/ 103250 w 198884"/>
              <a:gd name="csY20" fmla="*/ 16788 h 167193"/>
              <a:gd name="csX21" fmla="*/ 120904 w 198884"/>
              <a:gd name="csY21" fmla="*/ 28277 h 167193"/>
              <a:gd name="csX22" fmla="*/ 134887 w 198884"/>
              <a:gd name="csY22" fmla="*/ 23438 h 167193"/>
              <a:gd name="csX23" fmla="*/ 159058 w 198884"/>
              <a:gd name="csY23" fmla="*/ 20032 h 167193"/>
              <a:gd name="csX24" fmla="*/ 176483 w 198884"/>
              <a:gd name="csY24" fmla="*/ 28515 h 167193"/>
              <a:gd name="csX25" fmla="*/ 192460 w 198884"/>
              <a:gd name="csY25" fmla="*/ 37014 h 167193"/>
              <a:gd name="csX26" fmla="*/ 196332 w 198884"/>
              <a:gd name="csY26" fmla="*/ 44480 h 167193"/>
              <a:gd name="csX27" fmla="*/ 196153 w 198884"/>
              <a:gd name="csY27" fmla="*/ 52404 h 167193"/>
              <a:gd name="csX28" fmla="*/ 187288 w 198884"/>
              <a:gd name="csY28" fmla="*/ 53879 h 167193"/>
              <a:gd name="csX29" fmla="*/ 174390 w 198884"/>
              <a:gd name="csY29" fmla="*/ 56149 h 167193"/>
              <a:gd name="csX30" fmla="*/ 170518 w 198884"/>
              <a:gd name="csY30" fmla="*/ 64210 h 167193"/>
              <a:gd name="csX31" fmla="*/ 166645 w 198884"/>
              <a:gd name="csY31" fmla="*/ 72206 h 167193"/>
              <a:gd name="csX32" fmla="*/ 158901 w 198884"/>
              <a:gd name="csY32" fmla="*/ 75439 h 167193"/>
              <a:gd name="csX33" fmla="*/ 151157 w 198884"/>
              <a:gd name="csY33" fmla="*/ 76992 h 167193"/>
              <a:gd name="csX34" fmla="*/ 142182 w 198884"/>
              <a:gd name="csY34" fmla="*/ 79321 h 167193"/>
              <a:gd name="csX35" fmla="*/ 127056 w 198884"/>
              <a:gd name="csY35" fmla="*/ 97769 h 167193"/>
              <a:gd name="csX36" fmla="*/ 130544 w 198884"/>
              <a:gd name="csY36" fmla="*/ 109385 h 167193"/>
              <a:gd name="csX37" fmla="*/ 134269 w 198884"/>
              <a:gd name="csY37" fmla="*/ 120288 h 167193"/>
              <a:gd name="csX38" fmla="*/ 148765 w 198884"/>
              <a:gd name="csY38" fmla="*/ 140043 h 167193"/>
              <a:gd name="csX39" fmla="*/ 155377 w 198884"/>
              <a:gd name="csY39" fmla="*/ 157142 h 167193"/>
              <a:gd name="csX40" fmla="*/ 143045 w 198884"/>
              <a:gd name="csY40" fmla="*/ 162040 h 167193"/>
              <a:gd name="csX41" fmla="*/ 102761 w 198884"/>
              <a:gd name="csY41" fmla="*/ 161938 h 167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Lst>
            <a:rect l="l" t="t" r="r" b="b"/>
            <a:pathLst>
              <a:path w="198884" h="167193">
                <a:moveTo>
                  <a:pt x="102761" y="161938"/>
                </a:moveTo>
                <a:cubicBezTo>
                  <a:pt x="101767" y="158136"/>
                  <a:pt x="99022" y="157287"/>
                  <a:pt x="88269" y="157454"/>
                </a:cubicBezTo>
                <a:cubicBezTo>
                  <a:pt x="80973" y="157567"/>
                  <a:pt x="72518" y="159228"/>
                  <a:pt x="69481" y="161146"/>
                </a:cubicBezTo>
                <a:cubicBezTo>
                  <a:pt x="64710" y="164157"/>
                  <a:pt x="63423" y="164033"/>
                  <a:pt x="60039" y="160242"/>
                </a:cubicBezTo>
                <a:cubicBezTo>
                  <a:pt x="57884" y="157827"/>
                  <a:pt x="55723" y="152366"/>
                  <a:pt x="55236" y="148107"/>
                </a:cubicBezTo>
                <a:cubicBezTo>
                  <a:pt x="54750" y="143848"/>
                  <a:pt x="52610" y="139573"/>
                  <a:pt x="50480" y="138608"/>
                </a:cubicBezTo>
                <a:cubicBezTo>
                  <a:pt x="43634" y="135506"/>
                  <a:pt x="32890" y="136379"/>
                  <a:pt x="28907" y="140363"/>
                </a:cubicBezTo>
                <a:cubicBezTo>
                  <a:pt x="22942" y="146328"/>
                  <a:pt x="14628" y="145109"/>
                  <a:pt x="11289" y="137781"/>
                </a:cubicBezTo>
                <a:cubicBezTo>
                  <a:pt x="9671" y="134232"/>
                  <a:pt x="7664" y="131310"/>
                  <a:pt x="6827" y="131288"/>
                </a:cubicBezTo>
                <a:cubicBezTo>
                  <a:pt x="5990" y="131266"/>
                  <a:pt x="3716" y="130242"/>
                  <a:pt x="1775" y="129012"/>
                </a:cubicBezTo>
                <a:cubicBezTo>
                  <a:pt x="-1083" y="127202"/>
                  <a:pt x="-629" y="125253"/>
                  <a:pt x="4158" y="118778"/>
                </a:cubicBezTo>
                <a:cubicBezTo>
                  <a:pt x="9713" y="111264"/>
                  <a:pt x="9810" y="110491"/>
                  <a:pt x="5752" y="106007"/>
                </a:cubicBezTo>
                <a:cubicBezTo>
                  <a:pt x="-610" y="98977"/>
                  <a:pt x="325" y="95142"/>
                  <a:pt x="11789" y="81269"/>
                </a:cubicBezTo>
                <a:cubicBezTo>
                  <a:pt x="17485" y="74376"/>
                  <a:pt x="22814" y="66074"/>
                  <a:pt x="23630" y="62821"/>
                </a:cubicBezTo>
                <a:cubicBezTo>
                  <a:pt x="24447" y="59568"/>
                  <a:pt x="28398" y="55546"/>
                  <a:pt x="32410" y="53884"/>
                </a:cubicBezTo>
                <a:cubicBezTo>
                  <a:pt x="40181" y="50665"/>
                  <a:pt x="43478" y="43081"/>
                  <a:pt x="41084" y="33929"/>
                </a:cubicBezTo>
                <a:cubicBezTo>
                  <a:pt x="40186" y="30493"/>
                  <a:pt x="41619" y="25519"/>
                  <a:pt x="44790" y="21065"/>
                </a:cubicBezTo>
                <a:cubicBezTo>
                  <a:pt x="47634" y="17072"/>
                  <a:pt x="50368" y="10915"/>
                  <a:pt x="50866" y="7384"/>
                </a:cubicBezTo>
                <a:cubicBezTo>
                  <a:pt x="51978" y="-503"/>
                  <a:pt x="60785" y="-2442"/>
                  <a:pt x="69085" y="3371"/>
                </a:cubicBezTo>
                <a:cubicBezTo>
                  <a:pt x="72262" y="5597"/>
                  <a:pt x="78960" y="7424"/>
                  <a:pt x="83968" y="7430"/>
                </a:cubicBezTo>
                <a:cubicBezTo>
                  <a:pt x="90827" y="7440"/>
                  <a:pt x="95585" y="9748"/>
                  <a:pt x="103250" y="16788"/>
                </a:cubicBezTo>
                <a:cubicBezTo>
                  <a:pt x="108847" y="21927"/>
                  <a:pt x="116791" y="27098"/>
                  <a:pt x="120904" y="28277"/>
                </a:cubicBezTo>
                <a:cubicBezTo>
                  <a:pt x="127215" y="30087"/>
                  <a:pt x="129398" y="29332"/>
                  <a:pt x="134887" y="23438"/>
                </a:cubicBezTo>
                <a:cubicBezTo>
                  <a:pt x="142030" y="15767"/>
                  <a:pt x="156507" y="13727"/>
                  <a:pt x="159058" y="20032"/>
                </a:cubicBezTo>
                <a:cubicBezTo>
                  <a:pt x="159855" y="22000"/>
                  <a:pt x="167696" y="25818"/>
                  <a:pt x="176483" y="28515"/>
                </a:cubicBezTo>
                <a:cubicBezTo>
                  <a:pt x="186066" y="31457"/>
                  <a:pt x="192460" y="34858"/>
                  <a:pt x="192460" y="37014"/>
                </a:cubicBezTo>
                <a:cubicBezTo>
                  <a:pt x="192460" y="38991"/>
                  <a:pt x="194203" y="42351"/>
                  <a:pt x="196332" y="44480"/>
                </a:cubicBezTo>
                <a:cubicBezTo>
                  <a:pt x="199774" y="47922"/>
                  <a:pt x="199754" y="48803"/>
                  <a:pt x="196153" y="52404"/>
                </a:cubicBezTo>
                <a:cubicBezTo>
                  <a:pt x="193159" y="55398"/>
                  <a:pt x="190845" y="55783"/>
                  <a:pt x="187288" y="53879"/>
                </a:cubicBezTo>
                <a:cubicBezTo>
                  <a:pt x="179800" y="49872"/>
                  <a:pt x="174390" y="50824"/>
                  <a:pt x="174390" y="56149"/>
                </a:cubicBezTo>
                <a:cubicBezTo>
                  <a:pt x="174390" y="58815"/>
                  <a:pt x="172647" y="62442"/>
                  <a:pt x="170518" y="64210"/>
                </a:cubicBezTo>
                <a:cubicBezTo>
                  <a:pt x="168388" y="65977"/>
                  <a:pt x="166645" y="69575"/>
                  <a:pt x="166645" y="72206"/>
                </a:cubicBezTo>
                <a:cubicBezTo>
                  <a:pt x="166645" y="76143"/>
                  <a:pt x="165276" y="76714"/>
                  <a:pt x="158901" y="75439"/>
                </a:cubicBezTo>
                <a:cubicBezTo>
                  <a:pt x="153734" y="74406"/>
                  <a:pt x="151157" y="74922"/>
                  <a:pt x="151157" y="76992"/>
                </a:cubicBezTo>
                <a:cubicBezTo>
                  <a:pt x="151157" y="78961"/>
                  <a:pt x="147877" y="79812"/>
                  <a:pt x="142182" y="79321"/>
                </a:cubicBezTo>
                <a:cubicBezTo>
                  <a:pt x="130428" y="78308"/>
                  <a:pt x="124889" y="85064"/>
                  <a:pt x="127056" y="97769"/>
                </a:cubicBezTo>
                <a:cubicBezTo>
                  <a:pt x="127904" y="102738"/>
                  <a:pt x="129473" y="107965"/>
                  <a:pt x="130544" y="109385"/>
                </a:cubicBezTo>
                <a:cubicBezTo>
                  <a:pt x="131614" y="110805"/>
                  <a:pt x="133291" y="115711"/>
                  <a:pt x="134269" y="120288"/>
                </a:cubicBezTo>
                <a:cubicBezTo>
                  <a:pt x="135415" y="125645"/>
                  <a:pt x="140578" y="132682"/>
                  <a:pt x="148765" y="140043"/>
                </a:cubicBezTo>
                <a:cubicBezTo>
                  <a:pt x="162833" y="152691"/>
                  <a:pt x="164554" y="157142"/>
                  <a:pt x="155377" y="157142"/>
                </a:cubicBezTo>
                <a:cubicBezTo>
                  <a:pt x="152019" y="157142"/>
                  <a:pt x="146470" y="159346"/>
                  <a:pt x="143045" y="162040"/>
                </a:cubicBezTo>
                <a:cubicBezTo>
                  <a:pt x="134241" y="168966"/>
                  <a:pt x="104579" y="168891"/>
                  <a:pt x="102761" y="161938"/>
                </a:cubicBezTo>
                <a:close/>
              </a:path>
            </a:pathLst>
          </a:custGeom>
          <a:solidFill>
            <a:srgbClr val="B9B9B9"/>
          </a:solidFill>
          <a:ln w="5163" cap="flat">
            <a:noFill/>
            <a:prstDash val="solid"/>
            <a:miter/>
          </a:ln>
        </p:spPr>
        <p:txBody>
          <a:bodyPr/>
          <a:lstStyle/>
          <a:p>
            <a:endParaRPr lang="es-419" noProof="0" dirty="0"/>
          </a:p>
        </p:txBody>
      </p:sp>
      <p:sp>
        <p:nvSpPr>
          <p:cNvPr id="47" name="Forma libre: forma 46">
            <a:extLst>
              <a:ext uri="{FF2B5EF4-FFF2-40B4-BE49-F238E27FC236}">
                <a16:creationId xmlns:a16="http://schemas.microsoft.com/office/drawing/2014/main" id="{97DD7AE1-DD98-97AF-AB1E-0E37A413FEC2}"/>
              </a:ext>
            </a:extLst>
          </p:cNvPr>
          <p:cNvSpPr/>
          <p:nvPr/>
        </p:nvSpPr>
        <p:spPr>
          <a:xfrm>
            <a:off x="1461542" y="2144566"/>
            <a:ext cx="129500" cy="144710"/>
          </a:xfrm>
          <a:custGeom>
            <a:avLst/>
            <a:gdLst>
              <a:gd name="csX0" fmla="*/ 39451 w 129500"/>
              <a:gd name="csY0" fmla="*/ 143362 h 144710"/>
              <a:gd name="csX1" fmla="*/ 36297 w 129500"/>
              <a:gd name="csY1" fmla="*/ 137530 h 144710"/>
              <a:gd name="csX2" fmla="*/ 22310 w 129500"/>
              <a:gd name="csY2" fmla="*/ 122582 h 144710"/>
              <a:gd name="csX3" fmla="*/ 6555 w 129500"/>
              <a:gd name="csY3" fmla="*/ 101930 h 144710"/>
              <a:gd name="csX4" fmla="*/ 2723 w 129500"/>
              <a:gd name="csY4" fmla="*/ 90935 h 144710"/>
              <a:gd name="csX5" fmla="*/ 1214 w 129500"/>
              <a:gd name="csY5" fmla="*/ 71343 h 144710"/>
              <a:gd name="csX6" fmla="*/ 12550 w 129500"/>
              <a:gd name="csY6" fmla="*/ 66880 h 144710"/>
              <a:gd name="csX7" fmla="*/ 22940 w 129500"/>
              <a:gd name="csY7" fmla="*/ 63986 h 144710"/>
              <a:gd name="csX8" fmla="*/ 31348 w 129500"/>
              <a:gd name="csY8" fmla="*/ 62963 h 144710"/>
              <a:gd name="csX9" fmla="*/ 38911 w 129500"/>
              <a:gd name="csY9" fmla="*/ 59306 h 144710"/>
              <a:gd name="csX10" fmla="*/ 42783 w 129500"/>
              <a:gd name="csY10" fmla="*/ 50923 h 144710"/>
              <a:gd name="csX11" fmla="*/ 46656 w 129500"/>
              <a:gd name="csY11" fmla="*/ 42586 h 144710"/>
              <a:gd name="csX12" fmla="*/ 51173 w 129500"/>
              <a:gd name="csY12" fmla="*/ 39323 h 144710"/>
              <a:gd name="csX13" fmla="*/ 69566 w 129500"/>
              <a:gd name="csY13" fmla="*/ 37767 h 144710"/>
              <a:gd name="csX14" fmla="*/ 69872 w 129500"/>
              <a:gd name="csY14" fmla="*/ 27120 h 144710"/>
              <a:gd name="csX15" fmla="*/ 67231 w 129500"/>
              <a:gd name="csY15" fmla="*/ 13692 h 144710"/>
              <a:gd name="csX16" fmla="*/ 69736 w 129500"/>
              <a:gd name="csY16" fmla="*/ 7102 h 144710"/>
              <a:gd name="csX17" fmla="*/ 81814 w 129500"/>
              <a:gd name="csY17" fmla="*/ 13524 h 144710"/>
              <a:gd name="csX18" fmla="*/ 100866 w 129500"/>
              <a:gd name="csY18" fmla="*/ 15068 h 144710"/>
              <a:gd name="csX19" fmla="*/ 113355 w 129500"/>
              <a:gd name="csY19" fmla="*/ 326 h 144710"/>
              <a:gd name="csX20" fmla="*/ 116355 w 129500"/>
              <a:gd name="csY20" fmla="*/ 6085 h 144710"/>
              <a:gd name="csX21" fmla="*/ 122928 w 129500"/>
              <a:gd name="csY21" fmla="*/ 21207 h 144710"/>
              <a:gd name="csX22" fmla="*/ 129501 w 129500"/>
              <a:gd name="csY22" fmla="*/ 32422 h 144710"/>
              <a:gd name="csX23" fmla="*/ 122289 w 129500"/>
              <a:gd name="csY23" fmla="*/ 39110 h 144710"/>
              <a:gd name="csX24" fmla="*/ 114210 w 129500"/>
              <a:gd name="csY24" fmla="*/ 43197 h 144710"/>
              <a:gd name="csX25" fmla="*/ 100996 w 129500"/>
              <a:gd name="csY25" fmla="*/ 50277 h 144710"/>
              <a:gd name="csX26" fmla="*/ 91480 w 129500"/>
              <a:gd name="csY26" fmla="*/ 69527 h 144710"/>
              <a:gd name="csX27" fmla="*/ 86825 w 129500"/>
              <a:gd name="csY27" fmla="*/ 82667 h 144710"/>
              <a:gd name="csX28" fmla="*/ 75170 w 129500"/>
              <a:gd name="csY28" fmla="*/ 92424 h 144710"/>
              <a:gd name="csX29" fmla="*/ 62144 w 129500"/>
              <a:gd name="csY29" fmla="*/ 108405 h 144710"/>
              <a:gd name="csX30" fmla="*/ 58272 w 129500"/>
              <a:gd name="csY30" fmla="*/ 119688 h 144710"/>
              <a:gd name="csX31" fmla="*/ 54400 w 129500"/>
              <a:gd name="csY31" fmla="*/ 127352 h 144710"/>
              <a:gd name="csX32" fmla="*/ 52416 w 129500"/>
              <a:gd name="csY32" fmla="*/ 133529 h 144710"/>
              <a:gd name="csX33" fmla="*/ 46503 w 129500"/>
              <a:gd name="csY33" fmla="*/ 140006 h 144710"/>
              <a:gd name="csX34" fmla="*/ 39451 w 129500"/>
              <a:gd name="csY34" fmla="*/ 143362 h 1447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129500" h="144710">
                <a:moveTo>
                  <a:pt x="39451" y="143362"/>
                </a:moveTo>
                <a:cubicBezTo>
                  <a:pt x="37734" y="141645"/>
                  <a:pt x="36315" y="139021"/>
                  <a:pt x="36297" y="137530"/>
                </a:cubicBezTo>
                <a:cubicBezTo>
                  <a:pt x="36279" y="136040"/>
                  <a:pt x="29985" y="129313"/>
                  <a:pt x="22310" y="122582"/>
                </a:cubicBezTo>
                <a:cubicBezTo>
                  <a:pt x="12868" y="114302"/>
                  <a:pt x="7773" y="107623"/>
                  <a:pt x="6555" y="101930"/>
                </a:cubicBezTo>
                <a:cubicBezTo>
                  <a:pt x="5566" y="97303"/>
                  <a:pt x="3842" y="92355"/>
                  <a:pt x="2723" y="90935"/>
                </a:cubicBezTo>
                <a:cubicBezTo>
                  <a:pt x="-91" y="87360"/>
                  <a:pt x="-945" y="76286"/>
                  <a:pt x="1214" y="71343"/>
                </a:cubicBezTo>
                <a:cubicBezTo>
                  <a:pt x="2338" y="68767"/>
                  <a:pt x="6560" y="67105"/>
                  <a:pt x="12550" y="66880"/>
                </a:cubicBezTo>
                <a:cubicBezTo>
                  <a:pt x="17800" y="66683"/>
                  <a:pt x="22476" y="65380"/>
                  <a:pt x="22940" y="63986"/>
                </a:cubicBezTo>
                <a:cubicBezTo>
                  <a:pt x="23405" y="62591"/>
                  <a:pt x="27189" y="62131"/>
                  <a:pt x="31348" y="62963"/>
                </a:cubicBezTo>
                <a:cubicBezTo>
                  <a:pt x="37697" y="64232"/>
                  <a:pt x="38911" y="63645"/>
                  <a:pt x="38911" y="59306"/>
                </a:cubicBezTo>
                <a:cubicBezTo>
                  <a:pt x="38911" y="56463"/>
                  <a:pt x="40654" y="52690"/>
                  <a:pt x="42783" y="50923"/>
                </a:cubicBezTo>
                <a:cubicBezTo>
                  <a:pt x="44913" y="49155"/>
                  <a:pt x="46656" y="45404"/>
                  <a:pt x="46656" y="42586"/>
                </a:cubicBezTo>
                <a:cubicBezTo>
                  <a:pt x="46656" y="38720"/>
                  <a:pt x="47764" y="37919"/>
                  <a:pt x="51173" y="39323"/>
                </a:cubicBezTo>
                <a:cubicBezTo>
                  <a:pt x="61512" y="43579"/>
                  <a:pt x="64377" y="43337"/>
                  <a:pt x="69566" y="37767"/>
                </a:cubicBezTo>
                <a:cubicBezTo>
                  <a:pt x="75009" y="31925"/>
                  <a:pt x="75010" y="31906"/>
                  <a:pt x="69872" y="27120"/>
                </a:cubicBezTo>
                <a:cubicBezTo>
                  <a:pt x="63882" y="21540"/>
                  <a:pt x="64007" y="22172"/>
                  <a:pt x="67231" y="13692"/>
                </a:cubicBezTo>
                <a:lnTo>
                  <a:pt x="69736" y="7102"/>
                </a:lnTo>
                <a:lnTo>
                  <a:pt x="81814" y="13524"/>
                </a:lnTo>
                <a:cubicBezTo>
                  <a:pt x="96277" y="21214"/>
                  <a:pt x="100866" y="21586"/>
                  <a:pt x="100866" y="15068"/>
                </a:cubicBezTo>
                <a:cubicBezTo>
                  <a:pt x="100866" y="8386"/>
                  <a:pt x="109640" y="-1970"/>
                  <a:pt x="113355" y="326"/>
                </a:cubicBezTo>
                <a:cubicBezTo>
                  <a:pt x="115005" y="1346"/>
                  <a:pt x="116355" y="3937"/>
                  <a:pt x="116355" y="6085"/>
                </a:cubicBezTo>
                <a:cubicBezTo>
                  <a:pt x="116355" y="8233"/>
                  <a:pt x="119313" y="15038"/>
                  <a:pt x="122928" y="21207"/>
                </a:cubicBezTo>
                <a:lnTo>
                  <a:pt x="129501" y="32422"/>
                </a:lnTo>
                <a:lnTo>
                  <a:pt x="122289" y="39110"/>
                </a:lnTo>
                <a:cubicBezTo>
                  <a:pt x="118322" y="42788"/>
                  <a:pt x="114687" y="44627"/>
                  <a:pt x="114210" y="43197"/>
                </a:cubicBezTo>
                <a:cubicBezTo>
                  <a:pt x="112111" y="36901"/>
                  <a:pt x="104310" y="41081"/>
                  <a:pt x="100996" y="50277"/>
                </a:cubicBezTo>
                <a:cubicBezTo>
                  <a:pt x="99077" y="55602"/>
                  <a:pt x="94795" y="64264"/>
                  <a:pt x="91480" y="69527"/>
                </a:cubicBezTo>
                <a:cubicBezTo>
                  <a:pt x="88166" y="74789"/>
                  <a:pt x="86071" y="80703"/>
                  <a:pt x="86825" y="82667"/>
                </a:cubicBezTo>
                <a:cubicBezTo>
                  <a:pt x="87734" y="85037"/>
                  <a:pt x="83812" y="88321"/>
                  <a:pt x="75170" y="92424"/>
                </a:cubicBezTo>
                <a:cubicBezTo>
                  <a:pt x="62898" y="98250"/>
                  <a:pt x="62144" y="99174"/>
                  <a:pt x="62144" y="108405"/>
                </a:cubicBezTo>
                <a:cubicBezTo>
                  <a:pt x="62144" y="114732"/>
                  <a:pt x="60773" y="118729"/>
                  <a:pt x="58272" y="119688"/>
                </a:cubicBezTo>
                <a:cubicBezTo>
                  <a:pt x="56143" y="120506"/>
                  <a:pt x="54400" y="123954"/>
                  <a:pt x="54400" y="127352"/>
                </a:cubicBezTo>
                <a:cubicBezTo>
                  <a:pt x="54400" y="130749"/>
                  <a:pt x="53507" y="133529"/>
                  <a:pt x="52416" y="133529"/>
                </a:cubicBezTo>
                <a:cubicBezTo>
                  <a:pt x="51325" y="133529"/>
                  <a:pt x="48664" y="136444"/>
                  <a:pt x="46503" y="140006"/>
                </a:cubicBezTo>
                <a:cubicBezTo>
                  <a:pt x="43429" y="145071"/>
                  <a:pt x="41892" y="145803"/>
                  <a:pt x="39451" y="143362"/>
                </a:cubicBezTo>
                <a:close/>
              </a:path>
            </a:pathLst>
          </a:custGeom>
          <a:solidFill>
            <a:srgbClr val="B9B9B9"/>
          </a:solidFill>
          <a:ln w="5163" cap="flat">
            <a:noFill/>
            <a:prstDash val="solid"/>
            <a:miter/>
          </a:ln>
        </p:spPr>
        <p:txBody>
          <a:bodyPr/>
          <a:lstStyle/>
          <a:p>
            <a:endParaRPr lang="es-419" noProof="0" dirty="0"/>
          </a:p>
        </p:txBody>
      </p:sp>
      <p:sp>
        <p:nvSpPr>
          <p:cNvPr id="48" name="Forma libre: forma 47">
            <a:extLst>
              <a:ext uri="{FF2B5EF4-FFF2-40B4-BE49-F238E27FC236}">
                <a16:creationId xmlns:a16="http://schemas.microsoft.com/office/drawing/2014/main" id="{F7544F56-96E3-5275-4716-0F1864D9E6E8}"/>
              </a:ext>
            </a:extLst>
          </p:cNvPr>
          <p:cNvSpPr/>
          <p:nvPr/>
        </p:nvSpPr>
        <p:spPr>
          <a:xfrm>
            <a:off x="2333829" y="2099494"/>
            <a:ext cx="245950" cy="186219"/>
          </a:xfrm>
          <a:custGeom>
            <a:avLst/>
            <a:gdLst>
              <a:gd name="csX0" fmla="*/ 63193 w 245950"/>
              <a:gd name="csY0" fmla="*/ 151536 h 186219"/>
              <a:gd name="csX1" fmla="*/ 28715 w 245950"/>
              <a:gd name="csY1" fmla="*/ 120621 h 186219"/>
              <a:gd name="csX2" fmla="*/ 15073 w 245950"/>
              <a:gd name="csY2" fmla="*/ 124390 h 186219"/>
              <a:gd name="csX3" fmla="*/ 5596 w 245950"/>
              <a:gd name="csY3" fmla="*/ 124390 h 186219"/>
              <a:gd name="csX4" fmla="*/ 5596 w 245950"/>
              <a:gd name="csY4" fmla="*/ 107763 h 186219"/>
              <a:gd name="csX5" fmla="*/ 3015 w 245950"/>
              <a:gd name="csY5" fmla="*/ 89541 h 186219"/>
              <a:gd name="csX6" fmla="*/ 11404 w 245950"/>
              <a:gd name="csY6" fmla="*/ 63244 h 186219"/>
              <a:gd name="csX7" fmla="*/ 106611 w 245950"/>
              <a:gd name="csY7" fmla="*/ 25070 h 186219"/>
              <a:gd name="csX8" fmla="*/ 133716 w 245950"/>
              <a:gd name="csY8" fmla="*/ 14252 h 186219"/>
              <a:gd name="csX9" fmla="*/ 160483 w 245950"/>
              <a:gd name="csY9" fmla="*/ 1908 h 186219"/>
              <a:gd name="csX10" fmla="*/ 238554 w 245950"/>
              <a:gd name="csY10" fmla="*/ 11931 h 186219"/>
              <a:gd name="csX11" fmla="*/ 245107 w 245950"/>
              <a:gd name="csY11" fmla="*/ 29136 h 186219"/>
              <a:gd name="csX12" fmla="*/ 240861 w 245950"/>
              <a:gd name="csY12" fmla="*/ 62435 h 186219"/>
              <a:gd name="csX13" fmla="*/ 234529 w 245950"/>
              <a:gd name="csY13" fmla="*/ 81796 h 186219"/>
              <a:gd name="csX14" fmla="*/ 183096 w 245950"/>
              <a:gd name="csY14" fmla="*/ 120518 h 186219"/>
              <a:gd name="csX15" fmla="*/ 112584 w 245950"/>
              <a:gd name="csY15" fmla="*/ 172730 h 186219"/>
              <a:gd name="csX16" fmla="*/ 93505 w 245950"/>
              <a:gd name="csY16" fmla="*/ 186220 h 186219"/>
              <a:gd name="csX17" fmla="*/ 63193 w 245950"/>
              <a:gd name="csY17" fmla="*/ 151536 h 1862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245950" h="186219">
                <a:moveTo>
                  <a:pt x="63193" y="151536"/>
                </a:moveTo>
                <a:cubicBezTo>
                  <a:pt x="35962" y="120379"/>
                  <a:pt x="32456" y="117236"/>
                  <a:pt x="28715" y="120621"/>
                </a:cubicBezTo>
                <a:cubicBezTo>
                  <a:pt x="26425" y="122694"/>
                  <a:pt x="20286" y="124390"/>
                  <a:pt x="15073" y="124390"/>
                </a:cubicBezTo>
                <a:lnTo>
                  <a:pt x="5596" y="124390"/>
                </a:lnTo>
                <a:lnTo>
                  <a:pt x="5596" y="107763"/>
                </a:lnTo>
                <a:cubicBezTo>
                  <a:pt x="5596" y="98618"/>
                  <a:pt x="4435" y="90418"/>
                  <a:pt x="3015" y="89541"/>
                </a:cubicBezTo>
                <a:cubicBezTo>
                  <a:pt x="-3245" y="85672"/>
                  <a:pt x="575" y="73700"/>
                  <a:pt x="11404" y="63244"/>
                </a:cubicBezTo>
                <a:cubicBezTo>
                  <a:pt x="30218" y="45081"/>
                  <a:pt x="67101" y="30293"/>
                  <a:pt x="106611" y="25070"/>
                </a:cubicBezTo>
                <a:cubicBezTo>
                  <a:pt x="113529" y="24155"/>
                  <a:pt x="124948" y="19598"/>
                  <a:pt x="133716" y="14252"/>
                </a:cubicBezTo>
                <a:cubicBezTo>
                  <a:pt x="142049" y="9172"/>
                  <a:pt x="154094" y="3617"/>
                  <a:pt x="160483" y="1908"/>
                </a:cubicBezTo>
                <a:cubicBezTo>
                  <a:pt x="179743" y="-3243"/>
                  <a:pt x="225908" y="2684"/>
                  <a:pt x="238554" y="11931"/>
                </a:cubicBezTo>
                <a:cubicBezTo>
                  <a:pt x="241216" y="13878"/>
                  <a:pt x="243864" y="20830"/>
                  <a:pt x="245107" y="29136"/>
                </a:cubicBezTo>
                <a:cubicBezTo>
                  <a:pt x="246841" y="40720"/>
                  <a:pt x="246124" y="46345"/>
                  <a:pt x="240861" y="62435"/>
                </a:cubicBezTo>
                <a:lnTo>
                  <a:pt x="234529" y="81796"/>
                </a:lnTo>
                <a:lnTo>
                  <a:pt x="183096" y="120518"/>
                </a:lnTo>
                <a:cubicBezTo>
                  <a:pt x="154808" y="141815"/>
                  <a:pt x="123078" y="165310"/>
                  <a:pt x="112584" y="172730"/>
                </a:cubicBezTo>
                <a:lnTo>
                  <a:pt x="93505" y="186220"/>
                </a:lnTo>
                <a:lnTo>
                  <a:pt x="63193" y="151536"/>
                </a:lnTo>
                <a:close/>
              </a:path>
            </a:pathLst>
          </a:custGeom>
          <a:solidFill>
            <a:srgbClr val="B9B9B9"/>
          </a:solidFill>
          <a:ln w="5163" cap="flat">
            <a:noFill/>
            <a:prstDash val="solid"/>
            <a:miter/>
          </a:ln>
        </p:spPr>
        <p:txBody>
          <a:bodyPr/>
          <a:lstStyle/>
          <a:p>
            <a:endParaRPr lang="es-419" noProof="0" dirty="0"/>
          </a:p>
        </p:txBody>
      </p:sp>
      <p:sp>
        <p:nvSpPr>
          <p:cNvPr id="49" name="Forma libre: forma 48">
            <a:extLst>
              <a:ext uri="{FF2B5EF4-FFF2-40B4-BE49-F238E27FC236}">
                <a16:creationId xmlns:a16="http://schemas.microsoft.com/office/drawing/2014/main" id="{7CB2BA70-0456-10D4-44E3-405AB366C280}"/>
              </a:ext>
            </a:extLst>
          </p:cNvPr>
          <p:cNvSpPr/>
          <p:nvPr/>
        </p:nvSpPr>
        <p:spPr>
          <a:xfrm>
            <a:off x="2334670" y="2196667"/>
            <a:ext cx="1839" cy="7968"/>
          </a:xfrm>
          <a:custGeom>
            <a:avLst/>
            <a:gdLst>
              <a:gd name="csX0" fmla="*/ 0 w 1839"/>
              <a:gd name="csY0" fmla="*/ 3984 h 7968"/>
              <a:gd name="csX1" fmla="*/ 1302 w 1839"/>
              <a:gd name="csY1" fmla="*/ 757 h 7968"/>
              <a:gd name="csX2" fmla="*/ 1302 w 1839"/>
              <a:gd name="csY2" fmla="*/ 7211 h 7968"/>
              <a:gd name="csX3" fmla="*/ 0 w 1839"/>
              <a:gd name="csY3" fmla="*/ 3984 h 7968"/>
            </a:gdLst>
            <a:ahLst/>
            <a:cxnLst>
              <a:cxn ang="0">
                <a:pos x="csX0" y="csY0"/>
              </a:cxn>
              <a:cxn ang="0">
                <a:pos x="csX1" y="csY1"/>
              </a:cxn>
              <a:cxn ang="0">
                <a:pos x="csX2" y="csY2"/>
              </a:cxn>
              <a:cxn ang="0">
                <a:pos x="csX3" y="csY3"/>
              </a:cxn>
            </a:cxnLst>
            <a:rect l="l" t="t" r="r" b="b"/>
            <a:pathLst>
              <a:path w="1839" h="7968">
                <a:moveTo>
                  <a:pt x="0" y="3984"/>
                </a:moveTo>
                <a:cubicBezTo>
                  <a:pt x="0" y="435"/>
                  <a:pt x="586" y="-1017"/>
                  <a:pt x="1302" y="757"/>
                </a:cubicBezTo>
                <a:cubicBezTo>
                  <a:pt x="2018" y="2532"/>
                  <a:pt x="2018" y="5436"/>
                  <a:pt x="1302" y="7211"/>
                </a:cubicBezTo>
                <a:cubicBezTo>
                  <a:pt x="586" y="8986"/>
                  <a:pt x="0" y="7534"/>
                  <a:pt x="0" y="3984"/>
                </a:cubicBezTo>
                <a:close/>
              </a:path>
            </a:pathLst>
          </a:custGeom>
          <a:solidFill>
            <a:srgbClr val="B9B9B9"/>
          </a:solidFill>
          <a:ln w="5163" cap="flat">
            <a:noFill/>
            <a:prstDash val="solid"/>
            <a:miter/>
          </a:ln>
        </p:spPr>
        <p:txBody>
          <a:bodyPr/>
          <a:lstStyle/>
          <a:p>
            <a:endParaRPr lang="es-419" noProof="0" dirty="0"/>
          </a:p>
        </p:txBody>
      </p:sp>
      <p:sp>
        <p:nvSpPr>
          <p:cNvPr id="50" name="Forma libre: forma 49">
            <a:extLst>
              <a:ext uri="{FF2B5EF4-FFF2-40B4-BE49-F238E27FC236}">
                <a16:creationId xmlns:a16="http://schemas.microsoft.com/office/drawing/2014/main" id="{02294AD2-69FB-DA06-3A18-9C15CB59CAF5}"/>
              </a:ext>
            </a:extLst>
          </p:cNvPr>
          <p:cNvSpPr/>
          <p:nvPr/>
        </p:nvSpPr>
        <p:spPr>
          <a:xfrm>
            <a:off x="1309468" y="1877186"/>
            <a:ext cx="342958" cy="300162"/>
          </a:xfrm>
          <a:custGeom>
            <a:avLst/>
            <a:gdLst>
              <a:gd name="csX0" fmla="*/ 295686 w 342958"/>
              <a:gd name="csY0" fmla="*/ 296278 h 300162"/>
              <a:gd name="csX1" fmla="*/ 285863 w 342958"/>
              <a:gd name="csY1" fmla="*/ 292488 h 300162"/>
              <a:gd name="csX2" fmla="*/ 274573 w 342958"/>
              <a:gd name="csY2" fmla="*/ 278339 h 300162"/>
              <a:gd name="csX3" fmla="*/ 265490 w 342958"/>
              <a:gd name="csY3" fmla="*/ 262580 h 300162"/>
              <a:gd name="csX4" fmla="*/ 250359 w 342958"/>
              <a:gd name="csY4" fmla="*/ 277449 h 300162"/>
              <a:gd name="csX5" fmla="*/ 232353 w 342958"/>
              <a:gd name="csY5" fmla="*/ 275755 h 300162"/>
              <a:gd name="csX6" fmla="*/ 216800 w 342958"/>
              <a:gd name="csY6" fmla="*/ 278780 h 300162"/>
              <a:gd name="csX7" fmla="*/ 197688 w 342958"/>
              <a:gd name="csY7" fmla="*/ 275445 h 300162"/>
              <a:gd name="csX8" fmla="*/ 186717 w 342958"/>
              <a:gd name="csY8" fmla="*/ 271836 h 300162"/>
              <a:gd name="csX9" fmla="*/ 183241 w 342958"/>
              <a:gd name="csY9" fmla="*/ 267964 h 300162"/>
              <a:gd name="csX10" fmla="*/ 171812 w 342958"/>
              <a:gd name="csY10" fmla="*/ 264092 h 300162"/>
              <a:gd name="csX11" fmla="*/ 155307 w 342958"/>
              <a:gd name="csY11" fmla="*/ 270545 h 300162"/>
              <a:gd name="csX12" fmla="*/ 128918 w 342958"/>
              <a:gd name="csY12" fmla="*/ 266264 h 300162"/>
              <a:gd name="csX13" fmla="*/ 106345 w 342958"/>
              <a:gd name="csY13" fmla="*/ 255141 h 300162"/>
              <a:gd name="csX14" fmla="*/ 91555 w 342958"/>
              <a:gd name="csY14" fmla="*/ 250269 h 300162"/>
              <a:gd name="csX15" fmla="*/ 81548 w 342958"/>
              <a:gd name="csY15" fmla="*/ 247474 h 300162"/>
              <a:gd name="csX16" fmla="*/ 78435 w 342958"/>
              <a:gd name="csY16" fmla="*/ 239429 h 300162"/>
              <a:gd name="csX17" fmla="*/ 82408 w 342958"/>
              <a:gd name="csY17" fmla="*/ 200657 h 300162"/>
              <a:gd name="csX18" fmla="*/ 83563 w 342958"/>
              <a:gd name="csY18" fmla="*/ 189030 h 300162"/>
              <a:gd name="csX19" fmla="*/ 79311 w 342958"/>
              <a:gd name="csY19" fmla="*/ 164140 h 300162"/>
              <a:gd name="csX20" fmla="*/ 69658 w 342958"/>
              <a:gd name="csY20" fmla="*/ 165664 h 300162"/>
              <a:gd name="csX21" fmla="*/ 52863 w 342958"/>
              <a:gd name="csY21" fmla="*/ 178880 h 300162"/>
              <a:gd name="csX22" fmla="*/ 46310 w 342958"/>
              <a:gd name="csY22" fmla="*/ 180840 h 300162"/>
              <a:gd name="csX23" fmla="*/ 41273 w 342958"/>
              <a:gd name="csY23" fmla="*/ 176042 h 300162"/>
              <a:gd name="csX24" fmla="*/ 28735 w 342958"/>
              <a:gd name="csY24" fmla="*/ 163573 h 300162"/>
              <a:gd name="csX25" fmla="*/ 8346 w 342958"/>
              <a:gd name="csY25" fmla="*/ 134458 h 300162"/>
              <a:gd name="csX26" fmla="*/ 3097 w 342958"/>
              <a:gd name="csY26" fmla="*/ 117621 h 300162"/>
              <a:gd name="csX27" fmla="*/ 147 w 342958"/>
              <a:gd name="csY27" fmla="*/ 113613 h 300162"/>
              <a:gd name="csX28" fmla="*/ 21165 w 342958"/>
              <a:gd name="csY28" fmla="*/ 104003 h 300162"/>
              <a:gd name="csX29" fmla="*/ 72335 w 342958"/>
              <a:gd name="csY29" fmla="*/ 73250 h 300162"/>
              <a:gd name="csX30" fmla="*/ 93508 w 342958"/>
              <a:gd name="csY30" fmla="*/ 38847 h 300162"/>
              <a:gd name="csX31" fmla="*/ 97565 w 342958"/>
              <a:gd name="csY31" fmla="*/ 29800 h 300162"/>
              <a:gd name="csX32" fmla="*/ 109742 w 342958"/>
              <a:gd name="csY32" fmla="*/ 18194 h 300162"/>
              <a:gd name="csX33" fmla="*/ 113822 w 342958"/>
              <a:gd name="csY33" fmla="*/ 11110 h 300162"/>
              <a:gd name="csX34" fmla="*/ 121678 w 342958"/>
              <a:gd name="csY34" fmla="*/ 5555 h 300162"/>
              <a:gd name="csX35" fmla="*/ 127233 w 342958"/>
              <a:gd name="csY35" fmla="*/ 0 h 300162"/>
              <a:gd name="csX36" fmla="*/ 134516 w 342958"/>
              <a:gd name="csY36" fmla="*/ 8782 h 300162"/>
              <a:gd name="csX37" fmla="*/ 141869 w 342958"/>
              <a:gd name="csY37" fmla="*/ 33944 h 300162"/>
              <a:gd name="csX38" fmla="*/ 147505 w 342958"/>
              <a:gd name="csY38" fmla="*/ 58144 h 300162"/>
              <a:gd name="csX39" fmla="*/ 152804 w 342958"/>
              <a:gd name="csY39" fmla="*/ 90810 h 300162"/>
              <a:gd name="csX40" fmla="*/ 162764 w 342958"/>
              <a:gd name="csY40" fmla="*/ 124694 h 300162"/>
              <a:gd name="csX41" fmla="*/ 170334 w 342958"/>
              <a:gd name="csY41" fmla="*/ 121832 h 300162"/>
              <a:gd name="csX42" fmla="*/ 185393 w 342958"/>
              <a:gd name="csY42" fmla="*/ 124884 h 300162"/>
              <a:gd name="csX43" fmla="*/ 190271 w 342958"/>
              <a:gd name="csY43" fmla="*/ 127275 h 300162"/>
              <a:gd name="csX44" fmla="*/ 201229 w 342958"/>
              <a:gd name="csY44" fmla="*/ 139721 h 300162"/>
              <a:gd name="csX45" fmla="*/ 197439 w 342958"/>
              <a:gd name="csY45" fmla="*/ 147005 h 300162"/>
              <a:gd name="csX46" fmla="*/ 196794 w 342958"/>
              <a:gd name="csY46" fmla="*/ 162615 h 300162"/>
              <a:gd name="csX47" fmla="*/ 220205 w 342958"/>
              <a:gd name="csY47" fmla="*/ 171185 h 300162"/>
              <a:gd name="csX48" fmla="*/ 242581 w 342958"/>
              <a:gd name="csY48" fmla="*/ 173796 h 300162"/>
              <a:gd name="csX49" fmla="*/ 259092 w 342958"/>
              <a:gd name="csY49" fmla="*/ 186698 h 300162"/>
              <a:gd name="csX50" fmla="*/ 273592 w 342958"/>
              <a:gd name="csY50" fmla="*/ 197707 h 300162"/>
              <a:gd name="csX51" fmla="*/ 304244 w 342958"/>
              <a:gd name="csY51" fmla="*/ 198591 h 300162"/>
              <a:gd name="csX52" fmla="*/ 333285 w 342958"/>
              <a:gd name="csY52" fmla="*/ 203946 h 300162"/>
              <a:gd name="csX53" fmla="*/ 339205 w 342958"/>
              <a:gd name="csY53" fmla="*/ 216060 h 300162"/>
              <a:gd name="csX54" fmla="*/ 336274 w 342958"/>
              <a:gd name="csY54" fmla="*/ 220854 h 300162"/>
              <a:gd name="csX55" fmla="*/ 328850 w 342958"/>
              <a:gd name="csY55" fmla="*/ 233114 h 300162"/>
              <a:gd name="csX56" fmla="*/ 326965 w 342958"/>
              <a:gd name="csY56" fmla="*/ 236341 h 300162"/>
              <a:gd name="csX57" fmla="*/ 329181 w 342958"/>
              <a:gd name="csY57" fmla="*/ 240859 h 300162"/>
              <a:gd name="csX58" fmla="*/ 331403 w 342958"/>
              <a:gd name="csY58" fmla="*/ 248187 h 300162"/>
              <a:gd name="csX59" fmla="*/ 328049 w 342958"/>
              <a:gd name="csY59" fmla="*/ 258014 h 300162"/>
              <a:gd name="csX60" fmla="*/ 326532 w 342958"/>
              <a:gd name="csY60" fmla="*/ 276244 h 300162"/>
              <a:gd name="csX61" fmla="*/ 325085 w 342958"/>
              <a:gd name="csY61" fmla="*/ 283496 h 300162"/>
              <a:gd name="csX62" fmla="*/ 321398 w 342958"/>
              <a:gd name="csY62" fmla="*/ 292711 h 300162"/>
              <a:gd name="csX63" fmla="*/ 311874 w 342958"/>
              <a:gd name="csY63" fmla="*/ 300150 h 300162"/>
              <a:gd name="csX64" fmla="*/ 295686 w 342958"/>
              <a:gd name="csY64" fmla="*/ 296278 h 3001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Lst>
            <a:rect l="l" t="t" r="r" b="b"/>
            <a:pathLst>
              <a:path w="342958" h="300162">
                <a:moveTo>
                  <a:pt x="295686" y="296278"/>
                </a:moveTo>
                <a:cubicBezTo>
                  <a:pt x="292930" y="294193"/>
                  <a:pt x="288510" y="292488"/>
                  <a:pt x="285863" y="292488"/>
                </a:cubicBezTo>
                <a:cubicBezTo>
                  <a:pt x="282541" y="292488"/>
                  <a:pt x="279045" y="288107"/>
                  <a:pt x="274573" y="278339"/>
                </a:cubicBezTo>
                <a:cubicBezTo>
                  <a:pt x="271011" y="270557"/>
                  <a:pt x="266923" y="263466"/>
                  <a:pt x="265490" y="262580"/>
                </a:cubicBezTo>
                <a:cubicBezTo>
                  <a:pt x="261887" y="260353"/>
                  <a:pt x="250359" y="271682"/>
                  <a:pt x="250359" y="277449"/>
                </a:cubicBezTo>
                <a:cubicBezTo>
                  <a:pt x="250359" y="284106"/>
                  <a:pt x="242694" y="283385"/>
                  <a:pt x="232353" y="275755"/>
                </a:cubicBezTo>
                <a:cubicBezTo>
                  <a:pt x="223375" y="269132"/>
                  <a:pt x="216800" y="270410"/>
                  <a:pt x="216800" y="278780"/>
                </a:cubicBezTo>
                <a:cubicBezTo>
                  <a:pt x="216800" y="282868"/>
                  <a:pt x="211006" y="281857"/>
                  <a:pt x="197688" y="275445"/>
                </a:cubicBezTo>
                <a:cubicBezTo>
                  <a:pt x="193566" y="273460"/>
                  <a:pt x="188628" y="271836"/>
                  <a:pt x="186717" y="271836"/>
                </a:cubicBezTo>
                <a:cubicBezTo>
                  <a:pt x="184805" y="271836"/>
                  <a:pt x="183241" y="270094"/>
                  <a:pt x="183241" y="267964"/>
                </a:cubicBezTo>
                <a:cubicBezTo>
                  <a:pt x="183241" y="265105"/>
                  <a:pt x="180251" y="264092"/>
                  <a:pt x="171812" y="264092"/>
                </a:cubicBezTo>
                <a:cubicBezTo>
                  <a:pt x="162696" y="264092"/>
                  <a:pt x="159356" y="265398"/>
                  <a:pt x="155307" y="270545"/>
                </a:cubicBezTo>
                <a:cubicBezTo>
                  <a:pt x="148138" y="279659"/>
                  <a:pt x="141633" y="278604"/>
                  <a:pt x="128918" y="266264"/>
                </a:cubicBezTo>
                <a:cubicBezTo>
                  <a:pt x="119547" y="257171"/>
                  <a:pt x="116097" y="255470"/>
                  <a:pt x="106345" y="255141"/>
                </a:cubicBezTo>
                <a:cubicBezTo>
                  <a:pt x="98734" y="254884"/>
                  <a:pt x="93722" y="253233"/>
                  <a:pt x="91555" y="250269"/>
                </a:cubicBezTo>
                <a:cubicBezTo>
                  <a:pt x="89207" y="247058"/>
                  <a:pt x="86367" y="246265"/>
                  <a:pt x="81548" y="247474"/>
                </a:cubicBezTo>
                <a:cubicBezTo>
                  <a:pt x="74001" y="249368"/>
                  <a:pt x="73102" y="247043"/>
                  <a:pt x="78435" y="239429"/>
                </a:cubicBezTo>
                <a:cubicBezTo>
                  <a:pt x="83856" y="231688"/>
                  <a:pt x="86528" y="205621"/>
                  <a:pt x="82408" y="200657"/>
                </a:cubicBezTo>
                <a:cubicBezTo>
                  <a:pt x="79647" y="197331"/>
                  <a:pt x="79847" y="195321"/>
                  <a:pt x="83563" y="189030"/>
                </a:cubicBezTo>
                <a:cubicBezTo>
                  <a:pt x="88650" y="180419"/>
                  <a:pt x="87374" y="172952"/>
                  <a:pt x="79311" y="164140"/>
                </a:cubicBezTo>
                <a:cubicBezTo>
                  <a:pt x="73608" y="157907"/>
                  <a:pt x="69658" y="158530"/>
                  <a:pt x="69658" y="165664"/>
                </a:cubicBezTo>
                <a:cubicBezTo>
                  <a:pt x="69658" y="171138"/>
                  <a:pt x="55140" y="182563"/>
                  <a:pt x="52863" y="178880"/>
                </a:cubicBezTo>
                <a:cubicBezTo>
                  <a:pt x="50323" y="174770"/>
                  <a:pt x="46434" y="175933"/>
                  <a:pt x="46310" y="180840"/>
                </a:cubicBezTo>
                <a:cubicBezTo>
                  <a:pt x="46241" y="183582"/>
                  <a:pt x="44262" y="181697"/>
                  <a:pt x="41273" y="176042"/>
                </a:cubicBezTo>
                <a:cubicBezTo>
                  <a:pt x="38533" y="170858"/>
                  <a:pt x="32973" y="165329"/>
                  <a:pt x="28735" y="163573"/>
                </a:cubicBezTo>
                <a:cubicBezTo>
                  <a:pt x="15748" y="158193"/>
                  <a:pt x="9667" y="149510"/>
                  <a:pt x="8346" y="134458"/>
                </a:cubicBezTo>
                <a:cubicBezTo>
                  <a:pt x="7635" y="126353"/>
                  <a:pt x="5506" y="119523"/>
                  <a:pt x="3097" y="117621"/>
                </a:cubicBezTo>
                <a:cubicBezTo>
                  <a:pt x="868" y="115861"/>
                  <a:pt x="-459" y="114058"/>
                  <a:pt x="147" y="113613"/>
                </a:cubicBezTo>
                <a:cubicBezTo>
                  <a:pt x="7952" y="107892"/>
                  <a:pt x="16388" y="104034"/>
                  <a:pt x="21165" y="104003"/>
                </a:cubicBezTo>
                <a:cubicBezTo>
                  <a:pt x="38718" y="103886"/>
                  <a:pt x="49596" y="97348"/>
                  <a:pt x="72335" y="73250"/>
                </a:cubicBezTo>
                <a:cubicBezTo>
                  <a:pt x="94445" y="49819"/>
                  <a:pt x="94883" y="49106"/>
                  <a:pt x="93508" y="38847"/>
                </a:cubicBezTo>
                <a:cubicBezTo>
                  <a:pt x="92208" y="29159"/>
                  <a:pt x="92513" y="28479"/>
                  <a:pt x="97565" y="29800"/>
                </a:cubicBezTo>
                <a:cubicBezTo>
                  <a:pt x="103852" y="31444"/>
                  <a:pt x="107223" y="28231"/>
                  <a:pt x="109742" y="18194"/>
                </a:cubicBezTo>
                <a:cubicBezTo>
                  <a:pt x="110720" y="14298"/>
                  <a:pt x="112556" y="11110"/>
                  <a:pt x="113822" y="11110"/>
                </a:cubicBezTo>
                <a:cubicBezTo>
                  <a:pt x="115088" y="11110"/>
                  <a:pt x="118623" y="8610"/>
                  <a:pt x="121678" y="5555"/>
                </a:cubicBezTo>
                <a:lnTo>
                  <a:pt x="127233" y="0"/>
                </a:lnTo>
                <a:lnTo>
                  <a:pt x="134516" y="8782"/>
                </a:lnTo>
                <a:cubicBezTo>
                  <a:pt x="140793" y="16350"/>
                  <a:pt x="141809" y="19826"/>
                  <a:pt x="141869" y="33944"/>
                </a:cubicBezTo>
                <a:cubicBezTo>
                  <a:pt x="141922" y="46507"/>
                  <a:pt x="143236" y="52147"/>
                  <a:pt x="147505" y="58144"/>
                </a:cubicBezTo>
                <a:cubicBezTo>
                  <a:pt x="152339" y="64931"/>
                  <a:pt x="153038" y="69240"/>
                  <a:pt x="152804" y="90810"/>
                </a:cubicBezTo>
                <a:cubicBezTo>
                  <a:pt x="152465" y="122159"/>
                  <a:pt x="153210" y="124694"/>
                  <a:pt x="162764" y="124694"/>
                </a:cubicBezTo>
                <a:cubicBezTo>
                  <a:pt x="166927" y="124694"/>
                  <a:pt x="170334" y="123406"/>
                  <a:pt x="170334" y="121832"/>
                </a:cubicBezTo>
                <a:cubicBezTo>
                  <a:pt x="170334" y="118431"/>
                  <a:pt x="184072" y="121216"/>
                  <a:pt x="185393" y="124884"/>
                </a:cubicBezTo>
                <a:cubicBezTo>
                  <a:pt x="185866" y="126199"/>
                  <a:pt x="188061" y="127275"/>
                  <a:pt x="190271" y="127275"/>
                </a:cubicBezTo>
                <a:cubicBezTo>
                  <a:pt x="194758" y="127275"/>
                  <a:pt x="201103" y="134482"/>
                  <a:pt x="201229" y="139721"/>
                </a:cubicBezTo>
                <a:cubicBezTo>
                  <a:pt x="201275" y="141597"/>
                  <a:pt x="199569" y="144875"/>
                  <a:pt x="197439" y="147005"/>
                </a:cubicBezTo>
                <a:cubicBezTo>
                  <a:pt x="192728" y="151716"/>
                  <a:pt x="192413" y="159339"/>
                  <a:pt x="196794" y="162615"/>
                </a:cubicBezTo>
                <a:cubicBezTo>
                  <a:pt x="198569" y="163942"/>
                  <a:pt x="209104" y="167799"/>
                  <a:pt x="220205" y="171185"/>
                </a:cubicBezTo>
                <a:cubicBezTo>
                  <a:pt x="236917" y="176284"/>
                  <a:pt x="240766" y="176733"/>
                  <a:pt x="242581" y="173796"/>
                </a:cubicBezTo>
                <a:cubicBezTo>
                  <a:pt x="245948" y="168348"/>
                  <a:pt x="255565" y="175863"/>
                  <a:pt x="259092" y="186698"/>
                </a:cubicBezTo>
                <a:cubicBezTo>
                  <a:pt x="261627" y="194485"/>
                  <a:pt x="263378" y="195815"/>
                  <a:pt x="273592" y="197707"/>
                </a:cubicBezTo>
                <a:cubicBezTo>
                  <a:pt x="279981" y="198890"/>
                  <a:pt x="293775" y="199289"/>
                  <a:pt x="304244" y="198591"/>
                </a:cubicBezTo>
                <a:cubicBezTo>
                  <a:pt x="321502" y="197442"/>
                  <a:pt x="324213" y="197942"/>
                  <a:pt x="333285" y="203946"/>
                </a:cubicBezTo>
                <a:cubicBezTo>
                  <a:pt x="344213" y="211177"/>
                  <a:pt x="345431" y="213671"/>
                  <a:pt x="339205" y="216060"/>
                </a:cubicBezTo>
                <a:cubicBezTo>
                  <a:pt x="336957" y="216923"/>
                  <a:pt x="335638" y="219080"/>
                  <a:pt x="336274" y="220854"/>
                </a:cubicBezTo>
                <a:cubicBezTo>
                  <a:pt x="337968" y="225576"/>
                  <a:pt x="333403" y="233114"/>
                  <a:pt x="328850" y="233114"/>
                </a:cubicBezTo>
                <a:cubicBezTo>
                  <a:pt x="326331" y="233114"/>
                  <a:pt x="325653" y="234275"/>
                  <a:pt x="326965" y="236341"/>
                </a:cubicBezTo>
                <a:cubicBezTo>
                  <a:pt x="328092" y="238116"/>
                  <a:pt x="329089" y="240149"/>
                  <a:pt x="329181" y="240859"/>
                </a:cubicBezTo>
                <a:cubicBezTo>
                  <a:pt x="329272" y="241569"/>
                  <a:pt x="330272" y="244866"/>
                  <a:pt x="331403" y="248187"/>
                </a:cubicBezTo>
                <a:cubicBezTo>
                  <a:pt x="332991" y="252852"/>
                  <a:pt x="332229" y="255087"/>
                  <a:pt x="328049" y="258014"/>
                </a:cubicBezTo>
                <a:cubicBezTo>
                  <a:pt x="321663" y="262487"/>
                  <a:pt x="321157" y="268570"/>
                  <a:pt x="326532" y="276244"/>
                </a:cubicBezTo>
                <a:cubicBezTo>
                  <a:pt x="330115" y="281360"/>
                  <a:pt x="330000" y="281936"/>
                  <a:pt x="325085" y="283496"/>
                </a:cubicBezTo>
                <a:cubicBezTo>
                  <a:pt x="320727" y="284879"/>
                  <a:pt x="320050" y="286571"/>
                  <a:pt x="321398" y="292711"/>
                </a:cubicBezTo>
                <a:cubicBezTo>
                  <a:pt x="323026" y="300123"/>
                  <a:pt x="322888" y="300231"/>
                  <a:pt x="311874" y="300150"/>
                </a:cubicBezTo>
                <a:cubicBezTo>
                  <a:pt x="305727" y="300105"/>
                  <a:pt x="298443" y="298362"/>
                  <a:pt x="295686" y="296278"/>
                </a:cubicBezTo>
                <a:close/>
              </a:path>
            </a:pathLst>
          </a:custGeom>
          <a:solidFill>
            <a:srgbClr val="B9B9B9"/>
          </a:solidFill>
          <a:ln w="5163" cap="flat">
            <a:noFill/>
            <a:prstDash val="solid"/>
            <a:miter/>
          </a:ln>
        </p:spPr>
        <p:txBody>
          <a:bodyPr/>
          <a:lstStyle/>
          <a:p>
            <a:endParaRPr lang="es-419" noProof="0" dirty="0"/>
          </a:p>
        </p:txBody>
      </p:sp>
      <p:sp>
        <p:nvSpPr>
          <p:cNvPr id="51" name="Forma libre: forma 50">
            <a:extLst>
              <a:ext uri="{FF2B5EF4-FFF2-40B4-BE49-F238E27FC236}">
                <a16:creationId xmlns:a16="http://schemas.microsoft.com/office/drawing/2014/main" id="{445DBEA9-DA0F-BA37-3186-E4A77A9DC83E}"/>
              </a:ext>
            </a:extLst>
          </p:cNvPr>
          <p:cNvSpPr/>
          <p:nvPr/>
        </p:nvSpPr>
        <p:spPr>
          <a:xfrm>
            <a:off x="1257795" y="2071057"/>
            <a:ext cx="87522" cy="67430"/>
          </a:xfrm>
          <a:custGeom>
            <a:avLst/>
            <a:gdLst>
              <a:gd name="csX0" fmla="*/ 3976 w 87522"/>
              <a:gd name="csY0" fmla="*/ 62589 h 67430"/>
              <a:gd name="csX1" fmla="*/ 1611 w 87522"/>
              <a:gd name="csY1" fmla="*/ 35473 h 67430"/>
              <a:gd name="csX2" fmla="*/ 13354 w 87522"/>
              <a:gd name="csY2" fmla="*/ 26110 h 67430"/>
              <a:gd name="csX3" fmla="*/ 24928 w 87522"/>
              <a:gd name="csY3" fmla="*/ 17185 h 67430"/>
              <a:gd name="csX4" fmla="*/ 28816 w 87522"/>
              <a:gd name="csY4" fmla="*/ 13430 h 67430"/>
              <a:gd name="csX5" fmla="*/ 55396 w 87522"/>
              <a:gd name="csY5" fmla="*/ 696 h 67430"/>
              <a:gd name="csX6" fmla="*/ 76595 w 87522"/>
              <a:gd name="csY6" fmla="*/ 27413 h 67430"/>
              <a:gd name="csX7" fmla="*/ 81474 w 87522"/>
              <a:gd name="csY7" fmla="*/ 35237 h 67430"/>
              <a:gd name="csX8" fmla="*/ 81963 w 87522"/>
              <a:gd name="csY8" fmla="*/ 49346 h 67430"/>
              <a:gd name="csX9" fmla="*/ 69036 w 87522"/>
              <a:gd name="csY9" fmla="*/ 59608 h 67430"/>
              <a:gd name="csX10" fmla="*/ 36947 w 87522"/>
              <a:gd name="csY10" fmla="*/ 62618 h 67430"/>
              <a:gd name="csX11" fmla="*/ 17042 w 87522"/>
              <a:gd name="csY11" fmla="*/ 62345 h 67430"/>
              <a:gd name="csX12" fmla="*/ 3976 w 87522"/>
              <a:gd name="csY12" fmla="*/ 62589 h 67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7522" h="67430">
                <a:moveTo>
                  <a:pt x="3976" y="62589"/>
                </a:moveTo>
                <a:cubicBezTo>
                  <a:pt x="-42" y="58150"/>
                  <a:pt x="-1347" y="43182"/>
                  <a:pt x="1611" y="35473"/>
                </a:cubicBezTo>
                <a:cubicBezTo>
                  <a:pt x="2496" y="33167"/>
                  <a:pt x="7780" y="28954"/>
                  <a:pt x="13354" y="26110"/>
                </a:cubicBezTo>
                <a:cubicBezTo>
                  <a:pt x="18927" y="23267"/>
                  <a:pt x="24135" y="19251"/>
                  <a:pt x="24928" y="17185"/>
                </a:cubicBezTo>
                <a:cubicBezTo>
                  <a:pt x="25721" y="15120"/>
                  <a:pt x="27470" y="13430"/>
                  <a:pt x="28816" y="13430"/>
                </a:cubicBezTo>
                <a:cubicBezTo>
                  <a:pt x="32726" y="13430"/>
                  <a:pt x="53752" y="3357"/>
                  <a:pt x="55396" y="696"/>
                </a:cubicBezTo>
                <a:cubicBezTo>
                  <a:pt x="58624" y="-4526"/>
                  <a:pt x="78997" y="21152"/>
                  <a:pt x="76595" y="27413"/>
                </a:cubicBezTo>
                <a:cubicBezTo>
                  <a:pt x="75767" y="29569"/>
                  <a:pt x="77801" y="32831"/>
                  <a:pt x="81474" y="35237"/>
                </a:cubicBezTo>
                <a:cubicBezTo>
                  <a:pt x="89349" y="40396"/>
                  <a:pt x="89558" y="46431"/>
                  <a:pt x="81963" y="49346"/>
                </a:cubicBezTo>
                <a:cubicBezTo>
                  <a:pt x="78769" y="50572"/>
                  <a:pt x="72952" y="55190"/>
                  <a:pt x="69036" y="59608"/>
                </a:cubicBezTo>
                <a:cubicBezTo>
                  <a:pt x="60658" y="69060"/>
                  <a:pt x="52768" y="69801"/>
                  <a:pt x="36947" y="62618"/>
                </a:cubicBezTo>
                <a:cubicBezTo>
                  <a:pt x="26493" y="57872"/>
                  <a:pt x="25833" y="57863"/>
                  <a:pt x="17042" y="62345"/>
                </a:cubicBezTo>
                <a:cubicBezTo>
                  <a:pt x="8489" y="66705"/>
                  <a:pt x="7714" y="66720"/>
                  <a:pt x="3976" y="62589"/>
                </a:cubicBezTo>
                <a:close/>
              </a:path>
            </a:pathLst>
          </a:custGeom>
          <a:solidFill>
            <a:srgbClr val="B9B9B9"/>
          </a:solidFill>
          <a:ln w="5163" cap="flat">
            <a:noFill/>
            <a:prstDash val="solid"/>
            <a:miter/>
          </a:ln>
        </p:spPr>
        <p:txBody>
          <a:bodyPr/>
          <a:lstStyle/>
          <a:p>
            <a:endParaRPr lang="es-419" noProof="0" dirty="0"/>
          </a:p>
        </p:txBody>
      </p:sp>
      <p:sp>
        <p:nvSpPr>
          <p:cNvPr id="52" name="Forma libre: forma 51">
            <a:extLst>
              <a:ext uri="{FF2B5EF4-FFF2-40B4-BE49-F238E27FC236}">
                <a16:creationId xmlns:a16="http://schemas.microsoft.com/office/drawing/2014/main" id="{DBEAACA5-3D9F-28BE-A5CF-A7CDD3D847F2}"/>
              </a:ext>
            </a:extLst>
          </p:cNvPr>
          <p:cNvSpPr/>
          <p:nvPr/>
        </p:nvSpPr>
        <p:spPr>
          <a:xfrm>
            <a:off x="1498388" y="1582666"/>
            <a:ext cx="245235" cy="503912"/>
          </a:xfrm>
          <a:custGeom>
            <a:avLst/>
            <a:gdLst>
              <a:gd name="csX0" fmla="*/ 181623 w 245235"/>
              <a:gd name="csY0" fmla="*/ 494203 h 503912"/>
              <a:gd name="csX1" fmla="*/ 158452 w 245235"/>
              <a:gd name="csY1" fmla="*/ 485687 h 503912"/>
              <a:gd name="csX2" fmla="*/ 148342 w 245235"/>
              <a:gd name="csY2" fmla="*/ 487770 h 503912"/>
              <a:gd name="csX3" fmla="*/ 119521 w 245235"/>
              <a:gd name="csY3" fmla="*/ 489801 h 503912"/>
              <a:gd name="csX4" fmla="*/ 87472 w 245235"/>
              <a:gd name="csY4" fmla="*/ 489620 h 503912"/>
              <a:gd name="csX5" fmla="*/ 73190 w 245235"/>
              <a:gd name="csY5" fmla="*/ 478988 h 503912"/>
              <a:gd name="csX6" fmla="*/ 52773 w 245235"/>
              <a:gd name="csY6" fmla="*/ 460575 h 503912"/>
              <a:gd name="csX7" fmla="*/ 49575 w 245235"/>
              <a:gd name="csY7" fmla="*/ 464677 h 503912"/>
              <a:gd name="csX8" fmla="*/ 47915 w 245235"/>
              <a:gd name="csY8" fmla="*/ 467591 h 503912"/>
              <a:gd name="csX9" fmla="*/ 13036 w 245235"/>
              <a:gd name="csY9" fmla="*/ 456319 h 503912"/>
              <a:gd name="csX10" fmla="*/ 12217 w 245235"/>
              <a:gd name="csY10" fmla="*/ 442447 h 503912"/>
              <a:gd name="csX11" fmla="*/ 16234 w 245235"/>
              <a:gd name="csY11" fmla="*/ 437376 h 503912"/>
              <a:gd name="csX12" fmla="*/ 3077 w 245235"/>
              <a:gd name="csY12" fmla="*/ 417673 h 503912"/>
              <a:gd name="csX13" fmla="*/ 0 w 245235"/>
              <a:gd name="csY13" fmla="*/ 409784 h 503912"/>
              <a:gd name="csX14" fmla="*/ 6196 w 245235"/>
              <a:gd name="csY14" fmla="*/ 402269 h 503912"/>
              <a:gd name="csX15" fmla="*/ 12532 w 245235"/>
              <a:gd name="csY15" fmla="*/ 401839 h 503912"/>
              <a:gd name="csX16" fmla="*/ 13332 w 245235"/>
              <a:gd name="csY16" fmla="*/ 389178 h 503912"/>
              <a:gd name="csX17" fmla="*/ 18583 w 245235"/>
              <a:gd name="csY17" fmla="*/ 371495 h 503912"/>
              <a:gd name="csX18" fmla="*/ 33934 w 245235"/>
              <a:gd name="csY18" fmla="*/ 366100 h 503912"/>
              <a:gd name="csX19" fmla="*/ 49768 w 245235"/>
              <a:gd name="csY19" fmla="*/ 361841 h 503912"/>
              <a:gd name="csX20" fmla="*/ 46692 w 245235"/>
              <a:gd name="csY20" fmla="*/ 337409 h 503912"/>
              <a:gd name="csX21" fmla="*/ 42031 w 245235"/>
              <a:gd name="csY21" fmla="*/ 321770 h 503912"/>
              <a:gd name="csX22" fmla="*/ 39524 w 245235"/>
              <a:gd name="csY22" fmla="*/ 295336 h 503912"/>
              <a:gd name="csX23" fmla="*/ 41858 w 245235"/>
              <a:gd name="csY23" fmla="*/ 287644 h 503912"/>
              <a:gd name="csX24" fmla="*/ 57042 w 245235"/>
              <a:gd name="csY24" fmla="*/ 277265 h 503912"/>
              <a:gd name="csX25" fmla="*/ 69737 w 245235"/>
              <a:gd name="csY25" fmla="*/ 269502 h 503912"/>
              <a:gd name="csX26" fmla="*/ 79509 w 245235"/>
              <a:gd name="csY26" fmla="*/ 253317 h 503912"/>
              <a:gd name="csX27" fmla="*/ 95370 w 245235"/>
              <a:gd name="csY27" fmla="*/ 241529 h 503912"/>
              <a:gd name="csX28" fmla="*/ 141543 w 245235"/>
              <a:gd name="csY28" fmla="*/ 207386 h 503912"/>
              <a:gd name="csX29" fmla="*/ 135987 w 245235"/>
              <a:gd name="csY29" fmla="*/ 199791 h 503912"/>
              <a:gd name="csX30" fmla="*/ 127900 w 245235"/>
              <a:gd name="csY30" fmla="*/ 166538 h 503912"/>
              <a:gd name="csX31" fmla="*/ 127266 w 245235"/>
              <a:gd name="csY31" fmla="*/ 150064 h 503912"/>
              <a:gd name="csX32" fmla="*/ 118230 w 245235"/>
              <a:gd name="csY32" fmla="*/ 149351 h 503912"/>
              <a:gd name="csX33" fmla="*/ 106311 w 245235"/>
              <a:gd name="csY33" fmla="*/ 151014 h 503912"/>
              <a:gd name="csX34" fmla="*/ 100187 w 245235"/>
              <a:gd name="csY34" fmla="*/ 149485 h 503912"/>
              <a:gd name="csX35" fmla="*/ 89795 w 245235"/>
              <a:gd name="csY35" fmla="*/ 145581 h 503912"/>
              <a:gd name="csX36" fmla="*/ 79509 w 245235"/>
              <a:gd name="csY36" fmla="*/ 132462 h 503912"/>
              <a:gd name="csX37" fmla="*/ 74746 w 245235"/>
              <a:gd name="csY37" fmla="*/ 127510 h 503912"/>
              <a:gd name="csX38" fmla="*/ 61439 w 245235"/>
              <a:gd name="csY38" fmla="*/ 106041 h 503912"/>
              <a:gd name="csX39" fmla="*/ 51376 w 245235"/>
              <a:gd name="csY39" fmla="*/ 92403 h 503912"/>
              <a:gd name="csX40" fmla="*/ 43631 w 245235"/>
              <a:gd name="csY40" fmla="*/ 82710 h 503912"/>
              <a:gd name="csX41" fmla="*/ 40756 w 245235"/>
              <a:gd name="csY41" fmla="*/ 70719 h 503912"/>
              <a:gd name="csX42" fmla="*/ 37174 w 245235"/>
              <a:gd name="csY42" fmla="*/ 60642 h 503912"/>
              <a:gd name="csX43" fmla="*/ 23391 w 245235"/>
              <a:gd name="csY43" fmla="*/ 17685 h 503912"/>
              <a:gd name="csX44" fmla="*/ 16983 w 245235"/>
              <a:gd name="csY44" fmla="*/ 12409 h 503912"/>
              <a:gd name="csX45" fmla="*/ 27512 w 245235"/>
              <a:gd name="csY45" fmla="*/ 5441 h 503912"/>
              <a:gd name="csX46" fmla="*/ 44577 w 245235"/>
              <a:gd name="csY46" fmla="*/ 1452 h 503912"/>
              <a:gd name="csX47" fmla="*/ 51418 w 245235"/>
              <a:gd name="csY47" fmla="*/ 21016 h 503912"/>
              <a:gd name="csX48" fmla="*/ 53995 w 245235"/>
              <a:gd name="csY48" fmla="*/ 32559 h 503912"/>
              <a:gd name="csX49" fmla="*/ 56749 w 245235"/>
              <a:gd name="csY49" fmla="*/ 46824 h 503912"/>
              <a:gd name="csX50" fmla="*/ 61515 w 245235"/>
              <a:gd name="csY50" fmla="*/ 64401 h 503912"/>
              <a:gd name="csX51" fmla="*/ 66783 w 245235"/>
              <a:gd name="csY51" fmla="*/ 80478 h 503912"/>
              <a:gd name="csX52" fmla="*/ 69183 w 245235"/>
              <a:gd name="csY52" fmla="*/ 82335 h 503912"/>
              <a:gd name="csX53" fmla="*/ 72797 w 245235"/>
              <a:gd name="csY53" fmla="*/ 89434 h 503912"/>
              <a:gd name="csX54" fmla="*/ 77368 w 245235"/>
              <a:gd name="csY54" fmla="*/ 95891 h 503912"/>
              <a:gd name="csX55" fmla="*/ 83382 w 245235"/>
              <a:gd name="csY55" fmla="*/ 106862 h 503912"/>
              <a:gd name="csX56" fmla="*/ 91209 w 245235"/>
              <a:gd name="csY56" fmla="*/ 114603 h 503912"/>
              <a:gd name="csX57" fmla="*/ 115649 w 245235"/>
              <a:gd name="csY57" fmla="*/ 125394 h 503912"/>
              <a:gd name="csX58" fmla="*/ 132428 w 245235"/>
              <a:gd name="csY58" fmla="*/ 131624 h 503912"/>
              <a:gd name="csX59" fmla="*/ 150553 w 245235"/>
              <a:gd name="csY59" fmla="*/ 139348 h 503912"/>
              <a:gd name="csX60" fmla="*/ 176368 w 245235"/>
              <a:gd name="csY60" fmla="*/ 146927 h 503912"/>
              <a:gd name="csX61" fmla="*/ 211382 w 245235"/>
              <a:gd name="csY61" fmla="*/ 156343 h 503912"/>
              <a:gd name="csX62" fmla="*/ 230401 w 245235"/>
              <a:gd name="csY62" fmla="*/ 161456 h 503912"/>
              <a:gd name="csX63" fmla="*/ 244475 w 245235"/>
              <a:gd name="csY63" fmla="*/ 154799 h 503912"/>
              <a:gd name="csX64" fmla="*/ 229656 w 245235"/>
              <a:gd name="csY64" fmla="*/ 212698 h 503912"/>
              <a:gd name="csX65" fmla="*/ 216833 w 245235"/>
              <a:gd name="csY65" fmla="*/ 242385 h 503912"/>
              <a:gd name="csX66" fmla="*/ 205960 w 245235"/>
              <a:gd name="csY66" fmla="*/ 288674 h 503912"/>
              <a:gd name="csX67" fmla="*/ 203418 w 245235"/>
              <a:gd name="csY67" fmla="*/ 300468 h 503912"/>
              <a:gd name="csX68" fmla="*/ 200956 w 245235"/>
              <a:gd name="csY68" fmla="*/ 300468 h 503912"/>
              <a:gd name="csX69" fmla="*/ 214917 w 245235"/>
              <a:gd name="csY69" fmla="*/ 237240 h 503912"/>
              <a:gd name="csX70" fmla="*/ 224070 w 245235"/>
              <a:gd name="csY70" fmla="*/ 211401 h 503912"/>
              <a:gd name="csX71" fmla="*/ 218637 w 245235"/>
              <a:gd name="csY71" fmla="*/ 205384 h 503912"/>
              <a:gd name="csX72" fmla="*/ 214956 w 245235"/>
              <a:gd name="csY72" fmla="*/ 204826 h 503912"/>
              <a:gd name="csX73" fmla="*/ 214905 w 245235"/>
              <a:gd name="csY73" fmla="*/ 215873 h 503912"/>
              <a:gd name="csX74" fmla="*/ 213101 w 245235"/>
              <a:gd name="csY74" fmla="*/ 224084 h 503912"/>
              <a:gd name="csX75" fmla="*/ 208491 w 245235"/>
              <a:gd name="csY75" fmla="*/ 218391 h 503912"/>
              <a:gd name="csX76" fmla="*/ 197466 w 245235"/>
              <a:gd name="csY76" fmla="*/ 218019 h 503912"/>
              <a:gd name="csX77" fmla="*/ 199747 w 245235"/>
              <a:gd name="csY77" fmla="*/ 224749 h 503912"/>
              <a:gd name="csX78" fmla="*/ 203418 w 245235"/>
              <a:gd name="csY78" fmla="*/ 228616 h 503912"/>
              <a:gd name="csX79" fmla="*/ 201015 w 245235"/>
              <a:gd name="csY79" fmla="*/ 229588 h 503912"/>
              <a:gd name="csX80" fmla="*/ 196991 w 245235"/>
              <a:gd name="csY80" fmla="*/ 230726 h 503912"/>
              <a:gd name="csX81" fmla="*/ 198308 w 245235"/>
              <a:gd name="csY81" fmla="*/ 233350 h 503912"/>
              <a:gd name="csX82" fmla="*/ 199523 w 245235"/>
              <a:gd name="csY82" fmla="*/ 241200 h 503912"/>
              <a:gd name="csX83" fmla="*/ 200899 w 245235"/>
              <a:gd name="csY83" fmla="*/ 252786 h 503912"/>
              <a:gd name="csX84" fmla="*/ 200228 w 245235"/>
              <a:gd name="csY84" fmla="*/ 257969 h 503912"/>
              <a:gd name="csX85" fmla="*/ 197509 w 245235"/>
              <a:gd name="csY85" fmla="*/ 272843 h 503912"/>
              <a:gd name="csX86" fmla="*/ 194340 w 245235"/>
              <a:gd name="csY86" fmla="*/ 281107 h 503912"/>
              <a:gd name="csX87" fmla="*/ 191370 w 245235"/>
              <a:gd name="csY87" fmla="*/ 292273 h 503912"/>
              <a:gd name="csX88" fmla="*/ 195674 w 245235"/>
              <a:gd name="csY88" fmla="*/ 307167 h 503912"/>
              <a:gd name="csX89" fmla="*/ 199681 w 245235"/>
              <a:gd name="csY89" fmla="*/ 306687 h 503912"/>
              <a:gd name="csX90" fmla="*/ 200986 w 245235"/>
              <a:gd name="csY90" fmla="*/ 320424 h 503912"/>
              <a:gd name="csX91" fmla="*/ 197882 w 245235"/>
              <a:gd name="csY91" fmla="*/ 340480 h 503912"/>
              <a:gd name="csX92" fmla="*/ 197480 w 245235"/>
              <a:gd name="csY92" fmla="*/ 350806 h 503912"/>
              <a:gd name="csX93" fmla="*/ 195674 w 245235"/>
              <a:gd name="csY93" fmla="*/ 339189 h 503912"/>
              <a:gd name="csX94" fmla="*/ 193480 w 245235"/>
              <a:gd name="csY94" fmla="*/ 360201 h 503912"/>
              <a:gd name="csX95" fmla="*/ 197184 w 245235"/>
              <a:gd name="csY95" fmla="*/ 414396 h 503912"/>
              <a:gd name="csX96" fmla="*/ 198086 w 245235"/>
              <a:gd name="csY96" fmla="*/ 450991 h 503912"/>
              <a:gd name="csX97" fmla="*/ 192986 w 245235"/>
              <a:gd name="csY97" fmla="*/ 462927 h 503912"/>
              <a:gd name="csX98" fmla="*/ 186260 w 245235"/>
              <a:gd name="csY98" fmla="*/ 476652 h 503912"/>
              <a:gd name="csX99" fmla="*/ 187756 w 245235"/>
              <a:gd name="csY99" fmla="*/ 481169 h 503912"/>
              <a:gd name="csX100" fmla="*/ 190891 w 245235"/>
              <a:gd name="csY100" fmla="*/ 476652 h 503912"/>
              <a:gd name="csX101" fmla="*/ 193026 w 245235"/>
              <a:gd name="csY101" fmla="*/ 487623 h 503912"/>
              <a:gd name="csX102" fmla="*/ 194241 w 245235"/>
              <a:gd name="csY102" fmla="*/ 503884 h 503912"/>
              <a:gd name="csX103" fmla="*/ 181623 w 245235"/>
              <a:gd name="csY103" fmla="*/ 494203 h 5039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Lst>
            <a:rect l="l" t="t" r="r" b="b"/>
            <a:pathLst>
              <a:path w="245235" h="503912">
                <a:moveTo>
                  <a:pt x="181623" y="494203"/>
                </a:moveTo>
                <a:cubicBezTo>
                  <a:pt x="170080" y="484213"/>
                  <a:pt x="162664" y="481487"/>
                  <a:pt x="158452" y="485687"/>
                </a:cubicBezTo>
                <a:cubicBezTo>
                  <a:pt x="157384" y="486752"/>
                  <a:pt x="152834" y="487689"/>
                  <a:pt x="148342" y="487770"/>
                </a:cubicBezTo>
                <a:cubicBezTo>
                  <a:pt x="143849" y="487851"/>
                  <a:pt x="130880" y="488765"/>
                  <a:pt x="119521" y="489801"/>
                </a:cubicBezTo>
                <a:cubicBezTo>
                  <a:pt x="108163" y="490837"/>
                  <a:pt x="93741" y="490755"/>
                  <a:pt x="87472" y="489620"/>
                </a:cubicBezTo>
                <a:cubicBezTo>
                  <a:pt x="77605" y="487832"/>
                  <a:pt x="75687" y="486404"/>
                  <a:pt x="73190" y="478988"/>
                </a:cubicBezTo>
                <a:cubicBezTo>
                  <a:pt x="70001" y="469517"/>
                  <a:pt x="60184" y="460664"/>
                  <a:pt x="52773" y="460575"/>
                </a:cubicBezTo>
                <a:cubicBezTo>
                  <a:pt x="49415" y="460535"/>
                  <a:pt x="48457" y="461764"/>
                  <a:pt x="49575" y="464677"/>
                </a:cubicBezTo>
                <a:cubicBezTo>
                  <a:pt x="50616" y="467390"/>
                  <a:pt x="50039" y="468403"/>
                  <a:pt x="47915" y="467591"/>
                </a:cubicBezTo>
                <a:cubicBezTo>
                  <a:pt x="43178" y="465778"/>
                  <a:pt x="16822" y="457260"/>
                  <a:pt x="13036" y="456319"/>
                </a:cubicBezTo>
                <a:cubicBezTo>
                  <a:pt x="9334" y="455399"/>
                  <a:pt x="8569" y="442447"/>
                  <a:pt x="12217" y="442447"/>
                </a:cubicBezTo>
                <a:cubicBezTo>
                  <a:pt x="13541" y="442447"/>
                  <a:pt x="15349" y="440165"/>
                  <a:pt x="16234" y="437376"/>
                </a:cubicBezTo>
                <a:cubicBezTo>
                  <a:pt x="18137" y="431382"/>
                  <a:pt x="7778" y="415870"/>
                  <a:pt x="3077" y="417673"/>
                </a:cubicBezTo>
                <a:cubicBezTo>
                  <a:pt x="1055" y="418449"/>
                  <a:pt x="0" y="415744"/>
                  <a:pt x="0" y="409784"/>
                </a:cubicBezTo>
                <a:cubicBezTo>
                  <a:pt x="0" y="401499"/>
                  <a:pt x="536" y="400849"/>
                  <a:pt x="6196" y="402269"/>
                </a:cubicBezTo>
                <a:cubicBezTo>
                  <a:pt x="9603" y="403124"/>
                  <a:pt x="12454" y="402931"/>
                  <a:pt x="12532" y="401839"/>
                </a:cubicBezTo>
                <a:cubicBezTo>
                  <a:pt x="12609" y="400747"/>
                  <a:pt x="12969" y="395050"/>
                  <a:pt x="13332" y="389178"/>
                </a:cubicBezTo>
                <a:cubicBezTo>
                  <a:pt x="13694" y="383307"/>
                  <a:pt x="16057" y="375349"/>
                  <a:pt x="18583" y="371495"/>
                </a:cubicBezTo>
                <a:cubicBezTo>
                  <a:pt x="22726" y="365172"/>
                  <a:pt x="24227" y="364644"/>
                  <a:pt x="33934" y="366100"/>
                </a:cubicBezTo>
                <a:cubicBezTo>
                  <a:pt x="43066" y="367469"/>
                  <a:pt x="45460" y="366825"/>
                  <a:pt x="49768" y="361841"/>
                </a:cubicBezTo>
                <a:cubicBezTo>
                  <a:pt x="55970" y="354665"/>
                  <a:pt x="55203" y="348567"/>
                  <a:pt x="46692" y="337409"/>
                </a:cubicBezTo>
                <a:cubicBezTo>
                  <a:pt x="41680" y="330837"/>
                  <a:pt x="40608" y="327241"/>
                  <a:pt x="42031" y="321770"/>
                </a:cubicBezTo>
                <a:cubicBezTo>
                  <a:pt x="45168" y="309711"/>
                  <a:pt x="44306" y="300620"/>
                  <a:pt x="39524" y="295336"/>
                </a:cubicBezTo>
                <a:cubicBezTo>
                  <a:pt x="35095" y="290442"/>
                  <a:pt x="35173" y="290185"/>
                  <a:pt x="41858" y="287644"/>
                </a:cubicBezTo>
                <a:cubicBezTo>
                  <a:pt x="45661" y="286198"/>
                  <a:pt x="52494" y="281527"/>
                  <a:pt x="57042" y="277265"/>
                </a:cubicBezTo>
                <a:cubicBezTo>
                  <a:pt x="61590" y="273002"/>
                  <a:pt x="67303" y="269509"/>
                  <a:pt x="69737" y="269502"/>
                </a:cubicBezTo>
                <a:cubicBezTo>
                  <a:pt x="74976" y="269488"/>
                  <a:pt x="79509" y="261980"/>
                  <a:pt x="79509" y="253317"/>
                </a:cubicBezTo>
                <a:cubicBezTo>
                  <a:pt x="79509" y="246749"/>
                  <a:pt x="88587" y="240002"/>
                  <a:pt x="95370" y="241529"/>
                </a:cubicBezTo>
                <a:cubicBezTo>
                  <a:pt x="99614" y="242485"/>
                  <a:pt x="137917" y="214161"/>
                  <a:pt x="141543" y="207386"/>
                </a:cubicBezTo>
                <a:cubicBezTo>
                  <a:pt x="144262" y="202307"/>
                  <a:pt x="142422" y="199791"/>
                  <a:pt x="135987" y="199791"/>
                </a:cubicBezTo>
                <a:cubicBezTo>
                  <a:pt x="130714" y="199791"/>
                  <a:pt x="128893" y="192306"/>
                  <a:pt x="127900" y="166538"/>
                </a:cubicBezTo>
                <a:lnTo>
                  <a:pt x="127266" y="150064"/>
                </a:lnTo>
                <a:lnTo>
                  <a:pt x="118230" y="149351"/>
                </a:lnTo>
                <a:cubicBezTo>
                  <a:pt x="113261" y="148959"/>
                  <a:pt x="107898" y="149707"/>
                  <a:pt x="106311" y="151014"/>
                </a:cubicBezTo>
                <a:cubicBezTo>
                  <a:pt x="104470" y="152530"/>
                  <a:pt x="102255" y="151977"/>
                  <a:pt x="100187" y="149485"/>
                </a:cubicBezTo>
                <a:cubicBezTo>
                  <a:pt x="98405" y="147337"/>
                  <a:pt x="93728" y="145581"/>
                  <a:pt x="89795" y="145581"/>
                </a:cubicBezTo>
                <a:cubicBezTo>
                  <a:pt x="82532" y="145581"/>
                  <a:pt x="79509" y="141725"/>
                  <a:pt x="79509" y="132462"/>
                </a:cubicBezTo>
                <a:cubicBezTo>
                  <a:pt x="79509" y="129370"/>
                  <a:pt x="77720" y="127510"/>
                  <a:pt x="74746" y="127510"/>
                </a:cubicBezTo>
                <a:cubicBezTo>
                  <a:pt x="66661" y="127510"/>
                  <a:pt x="61439" y="119085"/>
                  <a:pt x="61439" y="106041"/>
                </a:cubicBezTo>
                <a:cubicBezTo>
                  <a:pt x="61439" y="94056"/>
                  <a:pt x="61402" y="94007"/>
                  <a:pt x="51376" y="92403"/>
                </a:cubicBezTo>
                <a:cubicBezTo>
                  <a:pt x="41507" y="90825"/>
                  <a:pt x="41357" y="90638"/>
                  <a:pt x="43631" y="82710"/>
                </a:cubicBezTo>
                <a:cubicBezTo>
                  <a:pt x="46841" y="71517"/>
                  <a:pt x="46650" y="70719"/>
                  <a:pt x="40756" y="70719"/>
                </a:cubicBezTo>
                <a:cubicBezTo>
                  <a:pt x="36165" y="70719"/>
                  <a:pt x="35750" y="69551"/>
                  <a:pt x="37174" y="60642"/>
                </a:cubicBezTo>
                <a:cubicBezTo>
                  <a:pt x="39267" y="47555"/>
                  <a:pt x="31942" y="24727"/>
                  <a:pt x="23391" y="17685"/>
                </a:cubicBezTo>
                <a:lnTo>
                  <a:pt x="16983" y="12409"/>
                </a:lnTo>
                <a:lnTo>
                  <a:pt x="27512" y="5441"/>
                </a:lnTo>
                <a:cubicBezTo>
                  <a:pt x="36589" y="-566"/>
                  <a:pt x="38942" y="-1116"/>
                  <a:pt x="44577" y="1452"/>
                </a:cubicBezTo>
                <a:cubicBezTo>
                  <a:pt x="50920" y="4342"/>
                  <a:pt x="52469" y="8771"/>
                  <a:pt x="51418" y="21016"/>
                </a:cubicBezTo>
                <a:cubicBezTo>
                  <a:pt x="51144" y="24205"/>
                  <a:pt x="52304" y="29399"/>
                  <a:pt x="53995" y="32559"/>
                </a:cubicBezTo>
                <a:cubicBezTo>
                  <a:pt x="55686" y="35718"/>
                  <a:pt x="56925" y="42138"/>
                  <a:pt x="56749" y="46824"/>
                </a:cubicBezTo>
                <a:cubicBezTo>
                  <a:pt x="56573" y="51511"/>
                  <a:pt x="58717" y="59420"/>
                  <a:pt x="61515" y="64401"/>
                </a:cubicBezTo>
                <a:cubicBezTo>
                  <a:pt x="64313" y="69382"/>
                  <a:pt x="66683" y="76616"/>
                  <a:pt x="66783" y="80478"/>
                </a:cubicBezTo>
                <a:cubicBezTo>
                  <a:pt x="66944" y="86723"/>
                  <a:pt x="67209" y="86928"/>
                  <a:pt x="69183" y="82335"/>
                </a:cubicBezTo>
                <a:cubicBezTo>
                  <a:pt x="71476" y="76999"/>
                  <a:pt x="71863" y="77758"/>
                  <a:pt x="72797" y="89434"/>
                </a:cubicBezTo>
                <a:cubicBezTo>
                  <a:pt x="72939" y="91209"/>
                  <a:pt x="74996" y="94114"/>
                  <a:pt x="77368" y="95891"/>
                </a:cubicBezTo>
                <a:cubicBezTo>
                  <a:pt x="79740" y="97667"/>
                  <a:pt x="82447" y="102604"/>
                  <a:pt x="83382" y="106862"/>
                </a:cubicBezTo>
                <a:cubicBezTo>
                  <a:pt x="84688" y="112811"/>
                  <a:pt x="86501" y="114603"/>
                  <a:pt x="91209" y="114603"/>
                </a:cubicBezTo>
                <a:cubicBezTo>
                  <a:pt x="99379" y="114603"/>
                  <a:pt x="110872" y="119677"/>
                  <a:pt x="115649" y="125394"/>
                </a:cubicBezTo>
                <a:cubicBezTo>
                  <a:pt x="117952" y="128149"/>
                  <a:pt x="124752" y="130674"/>
                  <a:pt x="132428" y="131624"/>
                </a:cubicBezTo>
                <a:cubicBezTo>
                  <a:pt x="141521" y="132750"/>
                  <a:pt x="146878" y="135032"/>
                  <a:pt x="150553" y="139348"/>
                </a:cubicBezTo>
                <a:cubicBezTo>
                  <a:pt x="154982" y="144548"/>
                  <a:pt x="158885" y="145694"/>
                  <a:pt x="176368" y="146927"/>
                </a:cubicBezTo>
                <a:cubicBezTo>
                  <a:pt x="205380" y="148973"/>
                  <a:pt x="204499" y="148736"/>
                  <a:pt x="211382" y="156343"/>
                </a:cubicBezTo>
                <a:cubicBezTo>
                  <a:pt x="219859" y="165712"/>
                  <a:pt x="228327" y="167989"/>
                  <a:pt x="230401" y="161456"/>
                </a:cubicBezTo>
                <a:cubicBezTo>
                  <a:pt x="231901" y="156729"/>
                  <a:pt x="241748" y="152072"/>
                  <a:pt x="244475" y="154799"/>
                </a:cubicBezTo>
                <a:cubicBezTo>
                  <a:pt x="248005" y="158329"/>
                  <a:pt x="238595" y="195092"/>
                  <a:pt x="229656" y="212698"/>
                </a:cubicBezTo>
                <a:cubicBezTo>
                  <a:pt x="224250" y="223347"/>
                  <a:pt x="218479" y="236706"/>
                  <a:pt x="216833" y="242385"/>
                </a:cubicBezTo>
                <a:cubicBezTo>
                  <a:pt x="208092" y="272545"/>
                  <a:pt x="205996" y="281464"/>
                  <a:pt x="205960" y="288674"/>
                </a:cubicBezTo>
                <a:cubicBezTo>
                  <a:pt x="205939" y="293031"/>
                  <a:pt x="204795" y="298338"/>
                  <a:pt x="203418" y="300468"/>
                </a:cubicBezTo>
                <a:cubicBezTo>
                  <a:pt x="201194" y="303910"/>
                  <a:pt x="200920" y="303910"/>
                  <a:pt x="200956" y="300468"/>
                </a:cubicBezTo>
                <a:cubicBezTo>
                  <a:pt x="201123" y="284393"/>
                  <a:pt x="207229" y="256741"/>
                  <a:pt x="214917" y="237240"/>
                </a:cubicBezTo>
                <a:cubicBezTo>
                  <a:pt x="219951" y="224471"/>
                  <a:pt x="224070" y="212844"/>
                  <a:pt x="224070" y="211401"/>
                </a:cubicBezTo>
                <a:cubicBezTo>
                  <a:pt x="224070" y="209958"/>
                  <a:pt x="221625" y="207250"/>
                  <a:pt x="218637" y="205384"/>
                </a:cubicBezTo>
                <a:cubicBezTo>
                  <a:pt x="215583" y="203477"/>
                  <a:pt x="213971" y="203233"/>
                  <a:pt x="214956" y="204826"/>
                </a:cubicBezTo>
                <a:cubicBezTo>
                  <a:pt x="215920" y="206386"/>
                  <a:pt x="215897" y="211356"/>
                  <a:pt x="214905" y="215873"/>
                </a:cubicBezTo>
                <a:lnTo>
                  <a:pt x="213101" y="224084"/>
                </a:lnTo>
                <a:lnTo>
                  <a:pt x="208491" y="218391"/>
                </a:lnTo>
                <a:cubicBezTo>
                  <a:pt x="202731" y="211277"/>
                  <a:pt x="199260" y="211160"/>
                  <a:pt x="197466" y="218019"/>
                </a:cubicBezTo>
                <a:cubicBezTo>
                  <a:pt x="196615" y="221276"/>
                  <a:pt x="197499" y="223887"/>
                  <a:pt x="199747" y="224749"/>
                </a:cubicBezTo>
                <a:cubicBezTo>
                  <a:pt x="201766" y="225524"/>
                  <a:pt x="203418" y="227264"/>
                  <a:pt x="203418" y="228616"/>
                </a:cubicBezTo>
                <a:cubicBezTo>
                  <a:pt x="203418" y="229967"/>
                  <a:pt x="202337" y="230405"/>
                  <a:pt x="201015" y="229588"/>
                </a:cubicBezTo>
                <a:cubicBezTo>
                  <a:pt x="199694" y="228771"/>
                  <a:pt x="197882" y="229283"/>
                  <a:pt x="196991" y="230726"/>
                </a:cubicBezTo>
                <a:cubicBezTo>
                  <a:pt x="196099" y="232169"/>
                  <a:pt x="196692" y="233350"/>
                  <a:pt x="198308" y="233350"/>
                </a:cubicBezTo>
                <a:cubicBezTo>
                  <a:pt x="200240" y="233350"/>
                  <a:pt x="200656" y="236041"/>
                  <a:pt x="199523" y="241200"/>
                </a:cubicBezTo>
                <a:cubicBezTo>
                  <a:pt x="198474" y="245978"/>
                  <a:pt x="199012" y="250512"/>
                  <a:pt x="200899" y="252786"/>
                </a:cubicBezTo>
                <a:cubicBezTo>
                  <a:pt x="203352" y="255741"/>
                  <a:pt x="203212" y="256824"/>
                  <a:pt x="200228" y="257969"/>
                </a:cubicBezTo>
                <a:cubicBezTo>
                  <a:pt x="197388" y="259059"/>
                  <a:pt x="196716" y="262734"/>
                  <a:pt x="197509" y="272843"/>
                </a:cubicBezTo>
                <a:cubicBezTo>
                  <a:pt x="198508" y="285590"/>
                  <a:pt x="198348" y="286008"/>
                  <a:pt x="194340" y="281107"/>
                </a:cubicBezTo>
                <a:cubicBezTo>
                  <a:pt x="190355" y="276233"/>
                  <a:pt x="190188" y="276860"/>
                  <a:pt x="191370" y="292273"/>
                </a:cubicBezTo>
                <a:cubicBezTo>
                  <a:pt x="192505" y="307076"/>
                  <a:pt x="195674" y="318043"/>
                  <a:pt x="195674" y="307167"/>
                </a:cubicBezTo>
                <a:cubicBezTo>
                  <a:pt x="195674" y="303112"/>
                  <a:pt x="196059" y="303066"/>
                  <a:pt x="199681" y="306687"/>
                </a:cubicBezTo>
                <a:cubicBezTo>
                  <a:pt x="202942" y="309948"/>
                  <a:pt x="203185" y="312507"/>
                  <a:pt x="200986" y="320424"/>
                </a:cubicBezTo>
                <a:cubicBezTo>
                  <a:pt x="199500" y="325776"/>
                  <a:pt x="198103" y="334801"/>
                  <a:pt x="197882" y="340480"/>
                </a:cubicBezTo>
                <a:lnTo>
                  <a:pt x="197480" y="350806"/>
                </a:lnTo>
                <a:lnTo>
                  <a:pt x="195674" y="339189"/>
                </a:lnTo>
                <a:cubicBezTo>
                  <a:pt x="194403" y="331014"/>
                  <a:pt x="193753" y="337239"/>
                  <a:pt x="193480" y="360201"/>
                </a:cubicBezTo>
                <a:cubicBezTo>
                  <a:pt x="193236" y="380786"/>
                  <a:pt x="194603" y="400790"/>
                  <a:pt x="197184" y="414396"/>
                </a:cubicBezTo>
                <a:cubicBezTo>
                  <a:pt x="200612" y="432468"/>
                  <a:pt x="200758" y="438399"/>
                  <a:pt x="198086" y="450991"/>
                </a:cubicBezTo>
                <a:cubicBezTo>
                  <a:pt x="196258" y="459605"/>
                  <a:pt x="194082" y="464699"/>
                  <a:pt x="192986" y="462927"/>
                </a:cubicBezTo>
                <a:cubicBezTo>
                  <a:pt x="191158" y="459970"/>
                  <a:pt x="190587" y="461135"/>
                  <a:pt x="186260" y="476652"/>
                </a:cubicBezTo>
                <a:cubicBezTo>
                  <a:pt x="185567" y="479136"/>
                  <a:pt x="186240" y="481169"/>
                  <a:pt x="187756" y="481169"/>
                </a:cubicBezTo>
                <a:cubicBezTo>
                  <a:pt x="189271" y="481169"/>
                  <a:pt x="190682" y="479136"/>
                  <a:pt x="190891" y="476652"/>
                </a:cubicBezTo>
                <a:cubicBezTo>
                  <a:pt x="191099" y="474167"/>
                  <a:pt x="192060" y="479104"/>
                  <a:pt x="193026" y="487623"/>
                </a:cubicBezTo>
                <a:cubicBezTo>
                  <a:pt x="193992" y="496142"/>
                  <a:pt x="194538" y="503459"/>
                  <a:pt x="194241" y="503884"/>
                </a:cubicBezTo>
                <a:cubicBezTo>
                  <a:pt x="193943" y="504308"/>
                  <a:pt x="188265" y="499952"/>
                  <a:pt x="181623" y="494203"/>
                </a:cubicBezTo>
                <a:close/>
              </a:path>
            </a:pathLst>
          </a:custGeom>
          <a:solidFill>
            <a:srgbClr val="B9B9B9"/>
          </a:solidFill>
          <a:ln w="5163" cap="flat">
            <a:noFill/>
            <a:prstDash val="solid"/>
            <a:miter/>
          </a:ln>
        </p:spPr>
        <p:txBody>
          <a:bodyPr/>
          <a:lstStyle/>
          <a:p>
            <a:endParaRPr lang="es-419" noProof="0" dirty="0"/>
          </a:p>
        </p:txBody>
      </p:sp>
      <p:sp>
        <p:nvSpPr>
          <p:cNvPr id="53" name="Forma libre: forma 52">
            <a:extLst>
              <a:ext uri="{FF2B5EF4-FFF2-40B4-BE49-F238E27FC236}">
                <a16:creationId xmlns:a16="http://schemas.microsoft.com/office/drawing/2014/main" id="{7835DCAB-ECF4-B680-54C5-C5C33AE914CD}"/>
              </a:ext>
            </a:extLst>
          </p:cNvPr>
          <p:cNvSpPr/>
          <p:nvPr/>
        </p:nvSpPr>
        <p:spPr>
          <a:xfrm>
            <a:off x="920115" y="1646957"/>
            <a:ext cx="379561" cy="415583"/>
          </a:xfrm>
          <a:custGeom>
            <a:avLst/>
            <a:gdLst>
              <a:gd name="csX0" fmla="*/ 203090 w 379561"/>
              <a:gd name="csY0" fmla="*/ 414284 h 415583"/>
              <a:gd name="csX1" fmla="*/ 197077 w 379561"/>
              <a:gd name="csY1" fmla="*/ 404675 h 415583"/>
              <a:gd name="csX2" fmla="*/ 192271 w 379561"/>
              <a:gd name="csY2" fmla="*/ 395646 h 415583"/>
              <a:gd name="csX3" fmla="*/ 171007 w 379561"/>
              <a:gd name="csY3" fmla="*/ 397866 h 415583"/>
              <a:gd name="csX4" fmla="*/ 166946 w 379561"/>
              <a:gd name="csY4" fmla="*/ 392738 h 415583"/>
              <a:gd name="csX5" fmla="*/ 171214 w 379561"/>
              <a:gd name="csY5" fmla="*/ 375323 h 415583"/>
              <a:gd name="csX6" fmla="*/ 168526 w 379561"/>
              <a:gd name="csY6" fmla="*/ 359903 h 415583"/>
              <a:gd name="csX7" fmla="*/ 135682 w 379561"/>
              <a:gd name="csY7" fmla="*/ 348579 h 415583"/>
              <a:gd name="csX8" fmla="*/ 130456 w 379561"/>
              <a:gd name="csY8" fmla="*/ 344743 h 415583"/>
              <a:gd name="csX9" fmla="*/ 123707 w 379561"/>
              <a:gd name="csY9" fmla="*/ 339434 h 415583"/>
              <a:gd name="csX10" fmla="*/ 111898 w 379561"/>
              <a:gd name="csY10" fmla="*/ 326710 h 415583"/>
              <a:gd name="csX11" fmla="*/ 102819 w 379561"/>
              <a:gd name="csY11" fmla="*/ 312359 h 415583"/>
              <a:gd name="csX12" fmla="*/ 100189 w 379561"/>
              <a:gd name="csY12" fmla="*/ 303716 h 415583"/>
              <a:gd name="csX13" fmla="*/ 96495 w 379561"/>
              <a:gd name="csY13" fmla="*/ 291424 h 415583"/>
              <a:gd name="csX14" fmla="*/ 91114 w 379561"/>
              <a:gd name="csY14" fmla="*/ 269668 h 415583"/>
              <a:gd name="csX15" fmla="*/ 73368 w 379561"/>
              <a:gd name="csY15" fmla="*/ 228658 h 415583"/>
              <a:gd name="csX16" fmla="*/ 56149 w 379561"/>
              <a:gd name="csY16" fmla="*/ 225592 h 415583"/>
              <a:gd name="csX17" fmla="*/ 38234 w 379561"/>
              <a:gd name="csY17" fmla="*/ 218995 h 415583"/>
              <a:gd name="csX18" fmla="*/ 14702 w 379561"/>
              <a:gd name="csY18" fmla="*/ 179229 h 415583"/>
              <a:gd name="csX19" fmla="*/ 4675 w 379561"/>
              <a:gd name="csY19" fmla="*/ 165798 h 415583"/>
              <a:gd name="csX20" fmla="*/ 1771 w 379561"/>
              <a:gd name="csY20" fmla="*/ 155184 h 415583"/>
              <a:gd name="csX21" fmla="*/ 712 w 379561"/>
              <a:gd name="csY21" fmla="*/ 126667 h 415583"/>
              <a:gd name="csX22" fmla="*/ 2557 w 379561"/>
              <a:gd name="csY22" fmla="*/ 104522 h 415583"/>
              <a:gd name="csX23" fmla="*/ 16402 w 379561"/>
              <a:gd name="csY23" fmla="*/ 104522 h 415583"/>
              <a:gd name="csX24" fmla="*/ 46584 w 379561"/>
              <a:gd name="csY24" fmla="*/ 95540 h 415583"/>
              <a:gd name="csX25" fmla="*/ 48520 w 379561"/>
              <a:gd name="csY25" fmla="*/ 81044 h 415583"/>
              <a:gd name="csX26" fmla="*/ 53693 w 379561"/>
              <a:gd name="csY26" fmla="*/ 64536 h 415583"/>
              <a:gd name="csX27" fmla="*/ 57236 w 379561"/>
              <a:gd name="csY27" fmla="*/ 49938 h 415583"/>
              <a:gd name="csX28" fmla="*/ 61307 w 379561"/>
              <a:gd name="csY28" fmla="*/ 39986 h 415583"/>
              <a:gd name="csX29" fmla="*/ 72238 w 379561"/>
              <a:gd name="csY29" fmla="*/ 37166 h 415583"/>
              <a:gd name="csX30" fmla="*/ 75921 w 379561"/>
              <a:gd name="csY30" fmla="*/ 26420 h 415583"/>
              <a:gd name="csX31" fmla="*/ 86217 w 379561"/>
              <a:gd name="csY31" fmla="*/ 9008 h 415583"/>
              <a:gd name="csX32" fmla="*/ 91229 w 379561"/>
              <a:gd name="csY32" fmla="*/ 3610 h 415583"/>
              <a:gd name="csX33" fmla="*/ 100572 w 379561"/>
              <a:gd name="csY33" fmla="*/ 6016 h 415583"/>
              <a:gd name="csX34" fmla="*/ 115842 w 379561"/>
              <a:gd name="csY34" fmla="*/ 15498 h 415583"/>
              <a:gd name="csX35" fmla="*/ 130061 w 379561"/>
              <a:gd name="csY35" fmla="*/ 25801 h 415583"/>
              <a:gd name="csX36" fmla="*/ 153502 w 379561"/>
              <a:gd name="csY36" fmla="*/ 36020 h 415583"/>
              <a:gd name="csX37" fmla="*/ 166647 w 379561"/>
              <a:gd name="csY37" fmla="*/ 35196 h 415583"/>
              <a:gd name="csX38" fmla="*/ 177014 w 379561"/>
              <a:gd name="csY38" fmla="*/ 35079 h 415583"/>
              <a:gd name="csX39" fmla="*/ 199575 w 379561"/>
              <a:gd name="csY39" fmla="*/ 42570 h 415583"/>
              <a:gd name="csX40" fmla="*/ 223114 w 379561"/>
              <a:gd name="csY40" fmla="*/ 30983 h 415583"/>
              <a:gd name="csX41" fmla="*/ 243392 w 379561"/>
              <a:gd name="csY41" fmla="*/ 13562 h 415583"/>
              <a:gd name="csX42" fmla="*/ 257664 w 379561"/>
              <a:gd name="csY42" fmla="*/ 14175 h 415583"/>
              <a:gd name="csX43" fmla="*/ 270020 w 379561"/>
              <a:gd name="csY43" fmla="*/ 16753 h 415583"/>
              <a:gd name="csX44" fmla="*/ 290519 w 379561"/>
              <a:gd name="csY44" fmla="*/ 30455 h 415583"/>
              <a:gd name="csX45" fmla="*/ 307913 w 379561"/>
              <a:gd name="csY45" fmla="*/ 52734 h 415583"/>
              <a:gd name="csX46" fmla="*/ 307918 w 379561"/>
              <a:gd name="csY46" fmla="*/ 71135 h 415583"/>
              <a:gd name="csX47" fmla="*/ 305239 w 379561"/>
              <a:gd name="csY47" fmla="*/ 92635 h 415583"/>
              <a:gd name="csX48" fmla="*/ 300393 w 379561"/>
              <a:gd name="csY48" fmla="*/ 116124 h 415583"/>
              <a:gd name="csX49" fmla="*/ 296534 w 379561"/>
              <a:gd name="csY49" fmla="*/ 139467 h 415583"/>
              <a:gd name="csX50" fmla="*/ 294862 w 379561"/>
              <a:gd name="csY50" fmla="*/ 144381 h 415583"/>
              <a:gd name="csX51" fmla="*/ 302443 w 379561"/>
              <a:gd name="csY51" fmla="*/ 174221 h 415583"/>
              <a:gd name="csX52" fmla="*/ 331579 w 379561"/>
              <a:gd name="csY52" fmla="*/ 200036 h 415583"/>
              <a:gd name="csX53" fmla="*/ 345885 w 379561"/>
              <a:gd name="csY53" fmla="*/ 204322 h 415583"/>
              <a:gd name="csX54" fmla="*/ 358173 w 379561"/>
              <a:gd name="csY54" fmla="*/ 192088 h 415583"/>
              <a:gd name="csX55" fmla="*/ 365209 w 379561"/>
              <a:gd name="csY55" fmla="*/ 177533 h 415583"/>
              <a:gd name="csX56" fmla="*/ 378528 w 379561"/>
              <a:gd name="csY56" fmla="*/ 217259 h 415583"/>
              <a:gd name="csX57" fmla="*/ 379561 w 379561"/>
              <a:gd name="csY57" fmla="*/ 233192 h 415583"/>
              <a:gd name="csX58" fmla="*/ 368302 w 379561"/>
              <a:gd name="csY58" fmla="*/ 234810 h 415583"/>
              <a:gd name="csX59" fmla="*/ 342845 w 379561"/>
              <a:gd name="csY59" fmla="*/ 234877 h 415583"/>
              <a:gd name="csX60" fmla="*/ 294625 w 379561"/>
              <a:gd name="csY60" fmla="*/ 235311 h 415583"/>
              <a:gd name="csX61" fmla="*/ 265550 w 379561"/>
              <a:gd name="csY61" fmla="*/ 264572 h 415583"/>
              <a:gd name="csX62" fmla="*/ 257155 w 379561"/>
              <a:gd name="csY62" fmla="*/ 290178 h 415583"/>
              <a:gd name="csX63" fmla="*/ 253059 w 379561"/>
              <a:gd name="csY63" fmla="*/ 303293 h 415583"/>
              <a:gd name="csX64" fmla="*/ 248021 w 379561"/>
              <a:gd name="csY64" fmla="*/ 307811 h 415583"/>
              <a:gd name="csX65" fmla="*/ 241573 w 379561"/>
              <a:gd name="csY65" fmla="*/ 316201 h 415583"/>
              <a:gd name="csX66" fmla="*/ 230054 w 379561"/>
              <a:gd name="csY66" fmla="*/ 378609 h 415583"/>
              <a:gd name="csX67" fmla="*/ 225886 w 379561"/>
              <a:gd name="csY67" fmla="*/ 411224 h 415583"/>
              <a:gd name="csX68" fmla="*/ 203090 w 379561"/>
              <a:gd name="csY68" fmla="*/ 414284 h 4155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Lst>
            <a:rect l="l" t="t" r="r" b="b"/>
            <a:pathLst>
              <a:path w="379561" h="415583">
                <a:moveTo>
                  <a:pt x="203090" y="414284"/>
                </a:moveTo>
                <a:cubicBezTo>
                  <a:pt x="200763" y="412907"/>
                  <a:pt x="198058" y="408583"/>
                  <a:pt x="197077" y="404675"/>
                </a:cubicBezTo>
                <a:cubicBezTo>
                  <a:pt x="196096" y="400766"/>
                  <a:pt x="193933" y="396703"/>
                  <a:pt x="192271" y="395646"/>
                </a:cubicBezTo>
                <a:cubicBezTo>
                  <a:pt x="187214" y="392429"/>
                  <a:pt x="177806" y="393412"/>
                  <a:pt x="171007" y="397866"/>
                </a:cubicBezTo>
                <a:cubicBezTo>
                  <a:pt x="162395" y="403509"/>
                  <a:pt x="159848" y="400293"/>
                  <a:pt x="166946" y="392738"/>
                </a:cubicBezTo>
                <a:cubicBezTo>
                  <a:pt x="171625" y="387757"/>
                  <a:pt x="172379" y="384679"/>
                  <a:pt x="171214" y="375323"/>
                </a:cubicBezTo>
                <a:cubicBezTo>
                  <a:pt x="170436" y="369072"/>
                  <a:pt x="169226" y="362133"/>
                  <a:pt x="168526" y="359903"/>
                </a:cubicBezTo>
                <a:cubicBezTo>
                  <a:pt x="167058" y="355229"/>
                  <a:pt x="141404" y="346384"/>
                  <a:pt x="135682" y="348579"/>
                </a:cubicBezTo>
                <a:cubicBezTo>
                  <a:pt x="133235" y="349518"/>
                  <a:pt x="131342" y="348128"/>
                  <a:pt x="130456" y="344743"/>
                </a:cubicBezTo>
                <a:cubicBezTo>
                  <a:pt x="129618" y="341535"/>
                  <a:pt x="126946" y="339434"/>
                  <a:pt x="123707" y="339434"/>
                </a:cubicBezTo>
                <a:cubicBezTo>
                  <a:pt x="119877" y="339434"/>
                  <a:pt x="116504" y="335800"/>
                  <a:pt x="111898" y="326710"/>
                </a:cubicBezTo>
                <a:cubicBezTo>
                  <a:pt x="108351" y="319711"/>
                  <a:pt x="104266" y="313253"/>
                  <a:pt x="102819" y="312359"/>
                </a:cubicBezTo>
                <a:cubicBezTo>
                  <a:pt x="101373" y="311465"/>
                  <a:pt x="100189" y="307575"/>
                  <a:pt x="100189" y="303716"/>
                </a:cubicBezTo>
                <a:cubicBezTo>
                  <a:pt x="100189" y="299856"/>
                  <a:pt x="98526" y="294325"/>
                  <a:pt x="96495" y="291424"/>
                </a:cubicBezTo>
                <a:cubicBezTo>
                  <a:pt x="94463" y="288523"/>
                  <a:pt x="92041" y="278733"/>
                  <a:pt x="91114" y="269668"/>
                </a:cubicBezTo>
                <a:cubicBezTo>
                  <a:pt x="89247" y="251425"/>
                  <a:pt x="83480" y="238096"/>
                  <a:pt x="73368" y="228658"/>
                </a:cubicBezTo>
                <a:cubicBezTo>
                  <a:pt x="67157" y="222862"/>
                  <a:pt x="65968" y="222650"/>
                  <a:pt x="56149" y="225592"/>
                </a:cubicBezTo>
                <a:cubicBezTo>
                  <a:pt x="44901" y="228962"/>
                  <a:pt x="38234" y="226507"/>
                  <a:pt x="38234" y="218995"/>
                </a:cubicBezTo>
                <a:cubicBezTo>
                  <a:pt x="38234" y="211509"/>
                  <a:pt x="24381" y="188100"/>
                  <a:pt x="14702" y="179229"/>
                </a:cubicBezTo>
                <a:cubicBezTo>
                  <a:pt x="9187" y="174175"/>
                  <a:pt x="4675" y="168131"/>
                  <a:pt x="4675" y="165798"/>
                </a:cubicBezTo>
                <a:cubicBezTo>
                  <a:pt x="4675" y="163466"/>
                  <a:pt x="3368" y="158689"/>
                  <a:pt x="1771" y="155184"/>
                </a:cubicBezTo>
                <a:cubicBezTo>
                  <a:pt x="-157" y="150952"/>
                  <a:pt x="-513" y="141373"/>
                  <a:pt x="712" y="126667"/>
                </a:cubicBezTo>
                <a:lnTo>
                  <a:pt x="2557" y="104522"/>
                </a:lnTo>
                <a:lnTo>
                  <a:pt x="16402" y="104522"/>
                </a:lnTo>
                <a:cubicBezTo>
                  <a:pt x="30035" y="104522"/>
                  <a:pt x="42866" y="100703"/>
                  <a:pt x="46584" y="95540"/>
                </a:cubicBezTo>
                <a:cubicBezTo>
                  <a:pt x="47627" y="94091"/>
                  <a:pt x="48499" y="87568"/>
                  <a:pt x="48520" y="81044"/>
                </a:cubicBezTo>
                <a:cubicBezTo>
                  <a:pt x="48549" y="72518"/>
                  <a:pt x="50004" y="67875"/>
                  <a:pt x="53693" y="64536"/>
                </a:cubicBezTo>
                <a:cubicBezTo>
                  <a:pt x="57798" y="60822"/>
                  <a:pt x="58508" y="57895"/>
                  <a:pt x="57236" y="49938"/>
                </a:cubicBezTo>
                <a:cubicBezTo>
                  <a:pt x="55795" y="40930"/>
                  <a:pt x="56182" y="39986"/>
                  <a:pt x="61307" y="39986"/>
                </a:cubicBezTo>
                <a:cubicBezTo>
                  <a:pt x="64421" y="39986"/>
                  <a:pt x="69340" y="38717"/>
                  <a:pt x="72238" y="37166"/>
                </a:cubicBezTo>
                <a:cubicBezTo>
                  <a:pt x="76432" y="34922"/>
                  <a:pt x="77183" y="32731"/>
                  <a:pt x="75921" y="26420"/>
                </a:cubicBezTo>
                <a:cubicBezTo>
                  <a:pt x="74260" y="18119"/>
                  <a:pt x="79648" y="9008"/>
                  <a:pt x="86217" y="9008"/>
                </a:cubicBezTo>
                <a:cubicBezTo>
                  <a:pt x="88031" y="9008"/>
                  <a:pt x="90286" y="6579"/>
                  <a:pt x="91229" y="3610"/>
                </a:cubicBezTo>
                <a:cubicBezTo>
                  <a:pt x="92878" y="-1587"/>
                  <a:pt x="93226" y="-1498"/>
                  <a:pt x="100572" y="6016"/>
                </a:cubicBezTo>
                <a:cubicBezTo>
                  <a:pt x="104769" y="10308"/>
                  <a:pt x="111640" y="14575"/>
                  <a:pt x="115842" y="15498"/>
                </a:cubicBezTo>
                <a:cubicBezTo>
                  <a:pt x="120151" y="16445"/>
                  <a:pt x="126350" y="20937"/>
                  <a:pt x="130061" y="25801"/>
                </a:cubicBezTo>
                <a:cubicBezTo>
                  <a:pt x="137904" y="36084"/>
                  <a:pt x="151245" y="41900"/>
                  <a:pt x="153502" y="36020"/>
                </a:cubicBezTo>
                <a:cubicBezTo>
                  <a:pt x="155231" y="31515"/>
                  <a:pt x="162509" y="31058"/>
                  <a:pt x="166647" y="35196"/>
                </a:cubicBezTo>
                <a:cubicBezTo>
                  <a:pt x="168865" y="37413"/>
                  <a:pt x="171448" y="37384"/>
                  <a:pt x="177014" y="35079"/>
                </a:cubicBezTo>
                <a:cubicBezTo>
                  <a:pt x="186293" y="31236"/>
                  <a:pt x="197119" y="34830"/>
                  <a:pt x="199575" y="42570"/>
                </a:cubicBezTo>
                <a:cubicBezTo>
                  <a:pt x="202586" y="52057"/>
                  <a:pt x="211392" y="47722"/>
                  <a:pt x="223114" y="30983"/>
                </a:cubicBezTo>
                <a:cubicBezTo>
                  <a:pt x="231922" y="18404"/>
                  <a:pt x="235698" y="15160"/>
                  <a:pt x="243392" y="13562"/>
                </a:cubicBezTo>
                <a:cubicBezTo>
                  <a:pt x="248841" y="12430"/>
                  <a:pt x="254889" y="12690"/>
                  <a:pt x="257664" y="14175"/>
                </a:cubicBezTo>
                <a:cubicBezTo>
                  <a:pt x="260313" y="15593"/>
                  <a:pt x="265874" y="16753"/>
                  <a:pt x="270020" y="16753"/>
                </a:cubicBezTo>
                <a:cubicBezTo>
                  <a:pt x="275778" y="16753"/>
                  <a:pt x="280624" y="19992"/>
                  <a:pt x="290519" y="30455"/>
                </a:cubicBezTo>
                <a:cubicBezTo>
                  <a:pt x="297647" y="37991"/>
                  <a:pt x="305474" y="48017"/>
                  <a:pt x="307913" y="52734"/>
                </a:cubicBezTo>
                <a:cubicBezTo>
                  <a:pt x="312104" y="60839"/>
                  <a:pt x="312105" y="61851"/>
                  <a:pt x="307918" y="71135"/>
                </a:cubicBezTo>
                <a:cubicBezTo>
                  <a:pt x="304686" y="78303"/>
                  <a:pt x="303961" y="84117"/>
                  <a:pt x="305239" y="92635"/>
                </a:cubicBezTo>
                <a:cubicBezTo>
                  <a:pt x="306699" y="102374"/>
                  <a:pt x="305896" y="106269"/>
                  <a:pt x="300393" y="116124"/>
                </a:cubicBezTo>
                <a:cubicBezTo>
                  <a:pt x="293385" y="128678"/>
                  <a:pt x="292058" y="136701"/>
                  <a:pt x="296534" y="139467"/>
                </a:cubicBezTo>
                <a:cubicBezTo>
                  <a:pt x="298276" y="140544"/>
                  <a:pt x="297669" y="142329"/>
                  <a:pt x="294862" y="144381"/>
                </a:cubicBezTo>
                <a:cubicBezTo>
                  <a:pt x="289162" y="148549"/>
                  <a:pt x="291010" y="155821"/>
                  <a:pt x="302443" y="174221"/>
                </a:cubicBezTo>
                <a:cubicBezTo>
                  <a:pt x="315893" y="195868"/>
                  <a:pt x="320598" y="200036"/>
                  <a:pt x="331579" y="200036"/>
                </a:cubicBezTo>
                <a:cubicBezTo>
                  <a:pt x="336873" y="200036"/>
                  <a:pt x="343264" y="201951"/>
                  <a:pt x="345885" y="204322"/>
                </a:cubicBezTo>
                <a:cubicBezTo>
                  <a:pt x="351730" y="209612"/>
                  <a:pt x="352148" y="209195"/>
                  <a:pt x="358173" y="192088"/>
                </a:cubicBezTo>
                <a:cubicBezTo>
                  <a:pt x="360854" y="184473"/>
                  <a:pt x="364021" y="177924"/>
                  <a:pt x="365209" y="177533"/>
                </a:cubicBezTo>
                <a:cubicBezTo>
                  <a:pt x="369150" y="176239"/>
                  <a:pt x="377478" y="201079"/>
                  <a:pt x="378528" y="217259"/>
                </a:cubicBezTo>
                <a:lnTo>
                  <a:pt x="379561" y="233192"/>
                </a:lnTo>
                <a:lnTo>
                  <a:pt x="368302" y="234810"/>
                </a:lnTo>
                <a:cubicBezTo>
                  <a:pt x="362110" y="235699"/>
                  <a:pt x="350654" y="235730"/>
                  <a:pt x="342845" y="234877"/>
                </a:cubicBezTo>
                <a:cubicBezTo>
                  <a:pt x="300900" y="230295"/>
                  <a:pt x="296475" y="230334"/>
                  <a:pt x="294625" y="235311"/>
                </a:cubicBezTo>
                <a:cubicBezTo>
                  <a:pt x="292370" y="241375"/>
                  <a:pt x="269321" y="264572"/>
                  <a:pt x="265550" y="264572"/>
                </a:cubicBezTo>
                <a:cubicBezTo>
                  <a:pt x="261474" y="264572"/>
                  <a:pt x="258070" y="274955"/>
                  <a:pt x="257155" y="290178"/>
                </a:cubicBezTo>
                <a:cubicBezTo>
                  <a:pt x="256642" y="298710"/>
                  <a:pt x="255211" y="303293"/>
                  <a:pt x="253059" y="303293"/>
                </a:cubicBezTo>
                <a:cubicBezTo>
                  <a:pt x="251239" y="303294"/>
                  <a:pt x="248973" y="305327"/>
                  <a:pt x="248021" y="307811"/>
                </a:cubicBezTo>
                <a:cubicBezTo>
                  <a:pt x="247070" y="310296"/>
                  <a:pt x="244168" y="314071"/>
                  <a:pt x="241573" y="316201"/>
                </a:cubicBezTo>
                <a:cubicBezTo>
                  <a:pt x="235220" y="321415"/>
                  <a:pt x="231367" y="342287"/>
                  <a:pt x="230054" y="378609"/>
                </a:cubicBezTo>
                <a:cubicBezTo>
                  <a:pt x="229366" y="397612"/>
                  <a:pt x="227827" y="409663"/>
                  <a:pt x="225886" y="411224"/>
                </a:cubicBezTo>
                <a:cubicBezTo>
                  <a:pt x="220922" y="415217"/>
                  <a:pt x="207671" y="416995"/>
                  <a:pt x="203090" y="414284"/>
                </a:cubicBezTo>
                <a:close/>
              </a:path>
            </a:pathLst>
          </a:custGeom>
          <a:solidFill>
            <a:srgbClr val="B9B9B9"/>
          </a:solidFill>
          <a:ln w="5163" cap="flat">
            <a:noFill/>
            <a:prstDash val="solid"/>
            <a:miter/>
          </a:ln>
        </p:spPr>
        <p:txBody>
          <a:bodyPr/>
          <a:lstStyle/>
          <a:p>
            <a:endParaRPr lang="es-419" noProof="0" dirty="0"/>
          </a:p>
        </p:txBody>
      </p:sp>
      <p:sp>
        <p:nvSpPr>
          <p:cNvPr id="54" name="Forma libre: forma 53">
            <a:extLst>
              <a:ext uri="{FF2B5EF4-FFF2-40B4-BE49-F238E27FC236}">
                <a16:creationId xmlns:a16="http://schemas.microsoft.com/office/drawing/2014/main" id="{FBB50C72-E146-1B51-99A7-E8AF326B1DCB}"/>
              </a:ext>
            </a:extLst>
          </p:cNvPr>
          <p:cNvSpPr/>
          <p:nvPr/>
        </p:nvSpPr>
        <p:spPr>
          <a:xfrm>
            <a:off x="845627" y="1846993"/>
            <a:ext cx="4301" cy="5162"/>
          </a:xfrm>
          <a:custGeom>
            <a:avLst/>
            <a:gdLst>
              <a:gd name="csX0" fmla="*/ 4301 w 4301"/>
              <a:gd name="csY0" fmla="*/ 2581 h 5162"/>
              <a:gd name="csX1" fmla="*/ 1567 w 4301"/>
              <a:gd name="csY1" fmla="*/ 0 h 5162"/>
              <a:gd name="csX2" fmla="*/ 429 w 4301"/>
              <a:gd name="csY2" fmla="*/ 2581 h 5162"/>
              <a:gd name="csX3" fmla="*/ 3163 w 4301"/>
              <a:gd name="csY3" fmla="*/ 5163 h 5162"/>
              <a:gd name="csX4" fmla="*/ 4301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4301" y="2581"/>
                </a:moveTo>
                <a:cubicBezTo>
                  <a:pt x="4301" y="1162"/>
                  <a:pt x="3071" y="0"/>
                  <a:pt x="1567" y="0"/>
                </a:cubicBezTo>
                <a:cubicBezTo>
                  <a:pt x="64" y="0"/>
                  <a:pt x="-449" y="1162"/>
                  <a:pt x="429" y="2581"/>
                </a:cubicBezTo>
                <a:cubicBezTo>
                  <a:pt x="1306" y="4001"/>
                  <a:pt x="2537" y="5163"/>
                  <a:pt x="3163" y="5163"/>
                </a:cubicBezTo>
                <a:cubicBezTo>
                  <a:pt x="3789" y="5163"/>
                  <a:pt x="4301" y="4001"/>
                  <a:pt x="4301" y="2581"/>
                </a:cubicBezTo>
                <a:close/>
              </a:path>
            </a:pathLst>
          </a:custGeom>
          <a:solidFill>
            <a:srgbClr val="00C100"/>
          </a:solidFill>
          <a:ln w="5163" cap="flat">
            <a:noFill/>
            <a:prstDash val="solid"/>
            <a:miter/>
          </a:ln>
        </p:spPr>
        <p:txBody>
          <a:bodyPr/>
          <a:lstStyle/>
          <a:p>
            <a:endParaRPr lang="es-419" noProof="0" dirty="0"/>
          </a:p>
        </p:txBody>
      </p:sp>
      <p:sp>
        <p:nvSpPr>
          <p:cNvPr id="55" name="Forma libre: forma 54">
            <a:extLst>
              <a:ext uri="{FF2B5EF4-FFF2-40B4-BE49-F238E27FC236}">
                <a16:creationId xmlns:a16="http://schemas.microsoft.com/office/drawing/2014/main" id="{4C7FEF19-1F7C-C59E-B553-B89266D21F86}"/>
              </a:ext>
            </a:extLst>
          </p:cNvPr>
          <p:cNvSpPr/>
          <p:nvPr/>
        </p:nvSpPr>
        <p:spPr>
          <a:xfrm>
            <a:off x="1407174" y="1572075"/>
            <a:ext cx="229470" cy="427142"/>
          </a:xfrm>
          <a:custGeom>
            <a:avLst/>
            <a:gdLst>
              <a:gd name="csX0" fmla="*/ 59479 w 229470"/>
              <a:gd name="csY0" fmla="*/ 423996 h 427142"/>
              <a:gd name="csX1" fmla="*/ 59694 w 229470"/>
              <a:gd name="csY1" fmla="*/ 396698 h 427142"/>
              <a:gd name="csX2" fmla="*/ 53195 w 229470"/>
              <a:gd name="csY2" fmla="*/ 362114 h 427142"/>
              <a:gd name="csX3" fmla="*/ 47446 w 229470"/>
              <a:gd name="csY3" fmla="*/ 337138 h 427142"/>
              <a:gd name="csX4" fmla="*/ 40306 w 229470"/>
              <a:gd name="csY4" fmla="*/ 312349 h 427142"/>
              <a:gd name="csX5" fmla="*/ 32609 w 229470"/>
              <a:gd name="csY5" fmla="*/ 289116 h 427142"/>
              <a:gd name="csX6" fmla="*/ 35070 w 229470"/>
              <a:gd name="csY6" fmla="*/ 271899 h 427142"/>
              <a:gd name="csX7" fmla="*/ 32418 w 229470"/>
              <a:gd name="csY7" fmla="*/ 260780 h 427142"/>
              <a:gd name="csX8" fmla="*/ 33172 w 229470"/>
              <a:gd name="csY8" fmla="*/ 247019 h 427142"/>
              <a:gd name="csX9" fmla="*/ 57856 w 229470"/>
              <a:gd name="csY9" fmla="*/ 240981 h 427142"/>
              <a:gd name="csX10" fmla="*/ 80243 w 229470"/>
              <a:gd name="csY10" fmla="*/ 236439 h 427142"/>
              <a:gd name="csX11" fmla="*/ 76436 w 229470"/>
              <a:gd name="csY11" fmla="*/ 228427 h 427142"/>
              <a:gd name="csX12" fmla="*/ 66283 w 229470"/>
              <a:gd name="csY12" fmla="*/ 225870 h 427142"/>
              <a:gd name="csX13" fmla="*/ 61369 w 229470"/>
              <a:gd name="csY13" fmla="*/ 221998 h 427142"/>
              <a:gd name="csX14" fmla="*/ 54487 w 229470"/>
              <a:gd name="csY14" fmla="*/ 218126 h 427142"/>
              <a:gd name="csX15" fmla="*/ 50882 w 229470"/>
              <a:gd name="csY15" fmla="*/ 215226 h 427142"/>
              <a:gd name="csX16" fmla="*/ 39078 w 229470"/>
              <a:gd name="csY16" fmla="*/ 199827 h 427142"/>
              <a:gd name="csX17" fmla="*/ 27028 w 229470"/>
              <a:gd name="csY17" fmla="*/ 179593 h 427142"/>
              <a:gd name="csX18" fmla="*/ 26078 w 229470"/>
              <a:gd name="csY18" fmla="*/ 170317 h 427142"/>
              <a:gd name="csX19" fmla="*/ 23581 w 229470"/>
              <a:gd name="csY19" fmla="*/ 162984 h 427142"/>
              <a:gd name="csX20" fmla="*/ 11790 w 229470"/>
              <a:gd name="csY20" fmla="*/ 145065 h 427142"/>
              <a:gd name="csX21" fmla="*/ 0 w 229470"/>
              <a:gd name="csY21" fmla="*/ 132934 h 427142"/>
              <a:gd name="csX22" fmla="*/ 16266 w 229470"/>
              <a:gd name="csY22" fmla="*/ 118970 h 427142"/>
              <a:gd name="csX23" fmla="*/ 37313 w 229470"/>
              <a:gd name="csY23" fmla="*/ 107565 h 427142"/>
              <a:gd name="csX24" fmla="*/ 42526 w 229470"/>
              <a:gd name="csY24" fmla="*/ 109268 h 427142"/>
              <a:gd name="csX25" fmla="*/ 48759 w 229470"/>
              <a:gd name="csY25" fmla="*/ 100129 h 427142"/>
              <a:gd name="csX26" fmla="*/ 49251 w 229470"/>
              <a:gd name="csY26" fmla="*/ 64399 h 427142"/>
              <a:gd name="csX27" fmla="*/ 38960 w 229470"/>
              <a:gd name="csY27" fmla="*/ 62708 h 427142"/>
              <a:gd name="csX28" fmla="*/ 28744 w 229470"/>
              <a:gd name="csY28" fmla="*/ 61040 h 427142"/>
              <a:gd name="csX29" fmla="*/ 53379 w 229470"/>
              <a:gd name="csY29" fmla="*/ 39197 h 427142"/>
              <a:gd name="csX30" fmla="*/ 71905 w 229470"/>
              <a:gd name="csY30" fmla="*/ 19485 h 427142"/>
              <a:gd name="csX31" fmla="*/ 90959 w 229470"/>
              <a:gd name="csY31" fmla="*/ 8717 h 427142"/>
              <a:gd name="csX32" fmla="*/ 109824 w 229470"/>
              <a:gd name="csY32" fmla="*/ 6256 h 427142"/>
              <a:gd name="csX33" fmla="*/ 121001 w 229470"/>
              <a:gd name="csY33" fmla="*/ 2822 h 427142"/>
              <a:gd name="csX34" fmla="*/ 122428 w 229470"/>
              <a:gd name="csY34" fmla="*/ 8347 h 427142"/>
              <a:gd name="csX35" fmla="*/ 111269 w 229470"/>
              <a:gd name="csY35" fmla="*/ 31492 h 427142"/>
              <a:gd name="csX36" fmla="*/ 125654 w 229470"/>
              <a:gd name="csY36" fmla="*/ 68353 h 427142"/>
              <a:gd name="csX37" fmla="*/ 129394 w 229470"/>
              <a:gd name="csY37" fmla="*/ 83822 h 427142"/>
              <a:gd name="csX38" fmla="*/ 132621 w 229470"/>
              <a:gd name="csY38" fmla="*/ 87380 h 427142"/>
              <a:gd name="csX39" fmla="*/ 129420 w 229470"/>
              <a:gd name="csY39" fmla="*/ 96950 h 427142"/>
              <a:gd name="csX40" fmla="*/ 135228 w 229470"/>
              <a:gd name="csY40" fmla="*/ 104581 h 427142"/>
              <a:gd name="csX41" fmla="*/ 149666 w 229470"/>
              <a:gd name="csY41" fmla="*/ 122913 h 427142"/>
              <a:gd name="csX42" fmla="*/ 159752 w 229470"/>
              <a:gd name="csY42" fmla="*/ 139280 h 427142"/>
              <a:gd name="csX43" fmla="*/ 168181 w 229470"/>
              <a:gd name="csY43" fmla="*/ 148315 h 427142"/>
              <a:gd name="csX44" fmla="*/ 179067 w 229470"/>
              <a:gd name="csY44" fmla="*/ 159986 h 427142"/>
              <a:gd name="csX45" fmla="*/ 189769 w 229470"/>
              <a:gd name="csY45" fmla="*/ 164249 h 427142"/>
              <a:gd name="csX46" fmla="*/ 197030 w 229470"/>
              <a:gd name="csY46" fmla="*/ 167037 h 427142"/>
              <a:gd name="csX47" fmla="*/ 208574 w 229470"/>
              <a:gd name="csY47" fmla="*/ 163915 h 427142"/>
              <a:gd name="csX48" fmla="*/ 216996 w 229470"/>
              <a:gd name="csY48" fmla="*/ 163915 h 427142"/>
              <a:gd name="csX49" fmla="*/ 217738 w 229470"/>
              <a:gd name="csY49" fmla="*/ 187794 h 427142"/>
              <a:gd name="csX50" fmla="*/ 224437 w 229470"/>
              <a:gd name="csY50" fmla="*/ 212516 h 427142"/>
              <a:gd name="csX51" fmla="*/ 229386 w 229470"/>
              <a:gd name="csY51" fmla="*/ 216389 h 427142"/>
              <a:gd name="csX52" fmla="*/ 185958 w 229470"/>
              <a:gd name="csY52" fmla="*/ 248433 h 427142"/>
              <a:gd name="csX53" fmla="*/ 168142 w 229470"/>
              <a:gd name="csY53" fmla="*/ 261325 h 427142"/>
              <a:gd name="csX54" fmla="*/ 158371 w 229470"/>
              <a:gd name="csY54" fmla="*/ 277501 h 427142"/>
              <a:gd name="csX55" fmla="*/ 143795 w 229470"/>
              <a:gd name="csY55" fmla="*/ 286536 h 427142"/>
              <a:gd name="csX56" fmla="*/ 128870 w 229470"/>
              <a:gd name="csY56" fmla="*/ 295569 h 427142"/>
              <a:gd name="csX57" fmla="*/ 127129 w 229470"/>
              <a:gd name="csY57" fmla="*/ 308193 h 427142"/>
              <a:gd name="csX58" fmla="*/ 130400 w 229470"/>
              <a:gd name="csY58" fmla="*/ 326436 h 427142"/>
              <a:gd name="csX59" fmla="*/ 134994 w 229470"/>
              <a:gd name="csY59" fmla="*/ 349937 h 427142"/>
              <a:gd name="csX60" fmla="*/ 142327 w 229470"/>
              <a:gd name="csY60" fmla="*/ 362849 h 427142"/>
              <a:gd name="csX61" fmla="*/ 123210 w 229470"/>
              <a:gd name="csY61" fmla="*/ 373013 h 427142"/>
              <a:gd name="csX62" fmla="*/ 101651 w 229470"/>
              <a:gd name="csY62" fmla="*/ 397639 h 427142"/>
              <a:gd name="csX63" fmla="*/ 95883 w 229470"/>
              <a:gd name="csY63" fmla="*/ 407869 h 427142"/>
              <a:gd name="csX64" fmla="*/ 86571 w 229470"/>
              <a:gd name="csY64" fmla="*/ 418453 h 427142"/>
              <a:gd name="csX65" fmla="*/ 80167 w 229470"/>
              <a:gd name="csY65" fmla="*/ 421479 h 427142"/>
              <a:gd name="csX66" fmla="*/ 70822 w 229470"/>
              <a:gd name="csY66" fmla="*/ 423763 h 427142"/>
              <a:gd name="csX67" fmla="*/ 59479 w 229470"/>
              <a:gd name="csY67" fmla="*/ 423996 h 42714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Lst>
            <a:rect l="l" t="t" r="r" b="b"/>
            <a:pathLst>
              <a:path w="229470" h="427142">
                <a:moveTo>
                  <a:pt x="59479" y="423996"/>
                </a:moveTo>
                <a:cubicBezTo>
                  <a:pt x="59345" y="422222"/>
                  <a:pt x="59442" y="409937"/>
                  <a:pt x="59694" y="396698"/>
                </a:cubicBezTo>
                <a:cubicBezTo>
                  <a:pt x="60117" y="374482"/>
                  <a:pt x="59616" y="371817"/>
                  <a:pt x="53195" y="362114"/>
                </a:cubicBezTo>
                <a:cubicBezTo>
                  <a:pt x="47165" y="353002"/>
                  <a:pt x="46399" y="349674"/>
                  <a:pt x="47446" y="337138"/>
                </a:cubicBezTo>
                <a:cubicBezTo>
                  <a:pt x="48558" y="323819"/>
                  <a:pt x="47993" y="321857"/>
                  <a:pt x="40306" y="312349"/>
                </a:cubicBezTo>
                <a:cubicBezTo>
                  <a:pt x="33058" y="303383"/>
                  <a:pt x="32044" y="300323"/>
                  <a:pt x="32609" y="289116"/>
                </a:cubicBezTo>
                <a:cubicBezTo>
                  <a:pt x="32967" y="282017"/>
                  <a:pt x="34074" y="274269"/>
                  <a:pt x="35070" y="271899"/>
                </a:cubicBezTo>
                <a:cubicBezTo>
                  <a:pt x="36124" y="269390"/>
                  <a:pt x="35017" y="264746"/>
                  <a:pt x="32418" y="260780"/>
                </a:cubicBezTo>
                <a:cubicBezTo>
                  <a:pt x="28144" y="254257"/>
                  <a:pt x="28176" y="253678"/>
                  <a:pt x="33172" y="247019"/>
                </a:cubicBezTo>
                <a:cubicBezTo>
                  <a:pt x="38159" y="240374"/>
                  <a:pt x="39247" y="240108"/>
                  <a:pt x="57856" y="240981"/>
                </a:cubicBezTo>
                <a:cubicBezTo>
                  <a:pt x="75524" y="241809"/>
                  <a:pt x="77593" y="241390"/>
                  <a:pt x="80243" y="236439"/>
                </a:cubicBezTo>
                <a:cubicBezTo>
                  <a:pt x="82790" y="231679"/>
                  <a:pt x="82305" y="230659"/>
                  <a:pt x="76436" y="228427"/>
                </a:cubicBezTo>
                <a:cubicBezTo>
                  <a:pt x="72737" y="227021"/>
                  <a:pt x="68168" y="225870"/>
                  <a:pt x="66283" y="225870"/>
                </a:cubicBezTo>
                <a:cubicBezTo>
                  <a:pt x="64397" y="225870"/>
                  <a:pt x="62186" y="224127"/>
                  <a:pt x="61369" y="221998"/>
                </a:cubicBezTo>
                <a:cubicBezTo>
                  <a:pt x="60552" y="219868"/>
                  <a:pt x="57455" y="218126"/>
                  <a:pt x="54487" y="218126"/>
                </a:cubicBezTo>
                <a:cubicBezTo>
                  <a:pt x="51152" y="218126"/>
                  <a:pt x="49775" y="217018"/>
                  <a:pt x="50882" y="215226"/>
                </a:cubicBezTo>
                <a:cubicBezTo>
                  <a:pt x="51914" y="213556"/>
                  <a:pt x="46909" y="207027"/>
                  <a:pt x="39078" y="199827"/>
                </a:cubicBezTo>
                <a:cubicBezTo>
                  <a:pt x="27017" y="188739"/>
                  <a:pt x="25656" y="186453"/>
                  <a:pt x="27028" y="179593"/>
                </a:cubicBezTo>
                <a:cubicBezTo>
                  <a:pt x="27878" y="175340"/>
                  <a:pt x="27451" y="171165"/>
                  <a:pt x="26078" y="170317"/>
                </a:cubicBezTo>
                <a:cubicBezTo>
                  <a:pt x="24704" y="169468"/>
                  <a:pt x="23581" y="166168"/>
                  <a:pt x="23581" y="162984"/>
                </a:cubicBezTo>
                <a:cubicBezTo>
                  <a:pt x="23581" y="159602"/>
                  <a:pt x="18679" y="152152"/>
                  <a:pt x="11790" y="145065"/>
                </a:cubicBezTo>
                <a:lnTo>
                  <a:pt x="0" y="132934"/>
                </a:lnTo>
                <a:lnTo>
                  <a:pt x="16266" y="118970"/>
                </a:lnTo>
                <a:cubicBezTo>
                  <a:pt x="29571" y="107549"/>
                  <a:pt x="33403" y="105472"/>
                  <a:pt x="37313" y="107565"/>
                </a:cubicBezTo>
                <a:cubicBezTo>
                  <a:pt x="39942" y="108972"/>
                  <a:pt x="42288" y="109738"/>
                  <a:pt x="42526" y="109268"/>
                </a:cubicBezTo>
                <a:cubicBezTo>
                  <a:pt x="42764" y="108799"/>
                  <a:pt x="45569" y="104686"/>
                  <a:pt x="48759" y="100129"/>
                </a:cubicBezTo>
                <a:cubicBezTo>
                  <a:pt x="56473" y="89108"/>
                  <a:pt x="56720" y="71159"/>
                  <a:pt x="49251" y="64399"/>
                </a:cubicBezTo>
                <a:cubicBezTo>
                  <a:pt x="44880" y="60443"/>
                  <a:pt x="43064" y="60145"/>
                  <a:pt x="38960" y="62708"/>
                </a:cubicBezTo>
                <a:cubicBezTo>
                  <a:pt x="31928" y="67099"/>
                  <a:pt x="28744" y="66579"/>
                  <a:pt x="28744" y="61040"/>
                </a:cubicBezTo>
                <a:cubicBezTo>
                  <a:pt x="28744" y="53145"/>
                  <a:pt x="42480" y="40966"/>
                  <a:pt x="53379" y="39197"/>
                </a:cubicBezTo>
                <a:cubicBezTo>
                  <a:pt x="66115" y="37130"/>
                  <a:pt x="70109" y="32880"/>
                  <a:pt x="71905" y="19485"/>
                </a:cubicBezTo>
                <a:cubicBezTo>
                  <a:pt x="73827" y="5162"/>
                  <a:pt x="82115" y="478"/>
                  <a:pt x="90959" y="8717"/>
                </a:cubicBezTo>
                <a:cubicBezTo>
                  <a:pt x="98823" y="16043"/>
                  <a:pt x="101930" y="15638"/>
                  <a:pt x="109824" y="6256"/>
                </a:cubicBezTo>
                <a:cubicBezTo>
                  <a:pt x="116173" y="-1290"/>
                  <a:pt x="116721" y="-1458"/>
                  <a:pt x="121001" y="2822"/>
                </a:cubicBezTo>
                <a:cubicBezTo>
                  <a:pt x="124083" y="5904"/>
                  <a:pt x="124533" y="7646"/>
                  <a:pt x="122428" y="8347"/>
                </a:cubicBezTo>
                <a:cubicBezTo>
                  <a:pt x="108913" y="12852"/>
                  <a:pt x="101196" y="28858"/>
                  <a:pt x="111269" y="31492"/>
                </a:cubicBezTo>
                <a:cubicBezTo>
                  <a:pt x="117751" y="33187"/>
                  <a:pt x="127868" y="59114"/>
                  <a:pt x="125654" y="68353"/>
                </a:cubicBezTo>
                <a:cubicBezTo>
                  <a:pt x="122658" y="80848"/>
                  <a:pt x="122997" y="82249"/>
                  <a:pt x="129394" y="83822"/>
                </a:cubicBezTo>
                <a:cubicBezTo>
                  <a:pt x="133741" y="84890"/>
                  <a:pt x="134786" y="86042"/>
                  <a:pt x="132621" y="87380"/>
                </a:cubicBezTo>
                <a:cubicBezTo>
                  <a:pt x="130861" y="88468"/>
                  <a:pt x="129420" y="92774"/>
                  <a:pt x="129420" y="96950"/>
                </a:cubicBezTo>
                <a:cubicBezTo>
                  <a:pt x="129420" y="103090"/>
                  <a:pt x="130531" y="104549"/>
                  <a:pt x="135228" y="104581"/>
                </a:cubicBezTo>
                <a:cubicBezTo>
                  <a:pt x="144939" y="104647"/>
                  <a:pt x="147895" y="108401"/>
                  <a:pt x="149666" y="122913"/>
                </a:cubicBezTo>
                <a:cubicBezTo>
                  <a:pt x="151241" y="135814"/>
                  <a:pt x="151964" y="136987"/>
                  <a:pt x="159752" y="139280"/>
                </a:cubicBezTo>
                <a:cubicBezTo>
                  <a:pt x="166352" y="141223"/>
                  <a:pt x="168150" y="143150"/>
                  <a:pt x="168181" y="148315"/>
                </a:cubicBezTo>
                <a:cubicBezTo>
                  <a:pt x="168242" y="158306"/>
                  <a:pt x="171565" y="161869"/>
                  <a:pt x="179067" y="159986"/>
                </a:cubicBezTo>
                <a:cubicBezTo>
                  <a:pt x="184111" y="158720"/>
                  <a:pt x="186588" y="159706"/>
                  <a:pt x="189769" y="164249"/>
                </a:cubicBezTo>
                <a:cubicBezTo>
                  <a:pt x="193006" y="168870"/>
                  <a:pt x="194589" y="169478"/>
                  <a:pt x="197030" y="167037"/>
                </a:cubicBezTo>
                <a:cubicBezTo>
                  <a:pt x="198747" y="165320"/>
                  <a:pt x="203942" y="163915"/>
                  <a:pt x="208574" y="163915"/>
                </a:cubicBezTo>
                <a:lnTo>
                  <a:pt x="216996" y="163915"/>
                </a:lnTo>
                <a:lnTo>
                  <a:pt x="217738" y="187794"/>
                </a:lnTo>
                <a:cubicBezTo>
                  <a:pt x="218444" y="210514"/>
                  <a:pt x="218769" y="211713"/>
                  <a:pt x="224437" y="212516"/>
                </a:cubicBezTo>
                <a:cubicBezTo>
                  <a:pt x="227714" y="212981"/>
                  <a:pt x="229940" y="214723"/>
                  <a:pt x="229386" y="216389"/>
                </a:cubicBezTo>
                <a:cubicBezTo>
                  <a:pt x="227670" y="221537"/>
                  <a:pt x="190328" y="249091"/>
                  <a:pt x="185958" y="248433"/>
                </a:cubicBezTo>
                <a:cubicBezTo>
                  <a:pt x="178411" y="247297"/>
                  <a:pt x="168142" y="254728"/>
                  <a:pt x="168142" y="261325"/>
                </a:cubicBezTo>
                <a:cubicBezTo>
                  <a:pt x="168142" y="269993"/>
                  <a:pt x="163608" y="277499"/>
                  <a:pt x="158371" y="277501"/>
                </a:cubicBezTo>
                <a:cubicBezTo>
                  <a:pt x="155936" y="277502"/>
                  <a:pt x="149377" y="281568"/>
                  <a:pt x="143795" y="286536"/>
                </a:cubicBezTo>
                <a:cubicBezTo>
                  <a:pt x="138212" y="291504"/>
                  <a:pt x="131496" y="295569"/>
                  <a:pt x="128870" y="295569"/>
                </a:cubicBezTo>
                <a:cubicBezTo>
                  <a:pt x="121381" y="295569"/>
                  <a:pt x="120392" y="302737"/>
                  <a:pt x="127129" y="308193"/>
                </a:cubicBezTo>
                <a:cubicBezTo>
                  <a:pt x="132769" y="312760"/>
                  <a:pt x="132971" y="313884"/>
                  <a:pt x="130400" y="326436"/>
                </a:cubicBezTo>
                <a:cubicBezTo>
                  <a:pt x="127799" y="339132"/>
                  <a:pt x="128033" y="340327"/>
                  <a:pt x="134994" y="349937"/>
                </a:cubicBezTo>
                <a:cubicBezTo>
                  <a:pt x="139027" y="355505"/>
                  <a:pt x="142327" y="361315"/>
                  <a:pt x="142327" y="362849"/>
                </a:cubicBezTo>
                <a:cubicBezTo>
                  <a:pt x="142327" y="368872"/>
                  <a:pt x="134539" y="373013"/>
                  <a:pt x="123210" y="373013"/>
                </a:cubicBezTo>
                <a:cubicBezTo>
                  <a:pt x="109180" y="373013"/>
                  <a:pt x="103724" y="379244"/>
                  <a:pt x="101651" y="397639"/>
                </a:cubicBezTo>
                <a:cubicBezTo>
                  <a:pt x="100573" y="407198"/>
                  <a:pt x="99540" y="409030"/>
                  <a:pt x="95883" y="407869"/>
                </a:cubicBezTo>
                <a:cubicBezTo>
                  <a:pt x="90324" y="406105"/>
                  <a:pt x="84411" y="412825"/>
                  <a:pt x="86571" y="418453"/>
                </a:cubicBezTo>
                <a:cubicBezTo>
                  <a:pt x="87898" y="421912"/>
                  <a:pt x="86764" y="422448"/>
                  <a:pt x="80167" y="421479"/>
                </a:cubicBezTo>
                <a:cubicBezTo>
                  <a:pt x="74953" y="420714"/>
                  <a:pt x="71686" y="421512"/>
                  <a:pt x="70822" y="423763"/>
                </a:cubicBezTo>
                <a:cubicBezTo>
                  <a:pt x="69146" y="428132"/>
                  <a:pt x="59804" y="428324"/>
                  <a:pt x="59479" y="423996"/>
                </a:cubicBezTo>
                <a:close/>
              </a:path>
            </a:pathLst>
          </a:custGeom>
          <a:solidFill>
            <a:srgbClr val="B9B9B9"/>
          </a:solidFill>
          <a:ln w="5163" cap="flat">
            <a:noFill/>
            <a:prstDash val="solid"/>
            <a:miter/>
          </a:ln>
        </p:spPr>
        <p:txBody>
          <a:bodyPr/>
          <a:lstStyle/>
          <a:p>
            <a:endParaRPr lang="es-419" noProof="0" dirty="0"/>
          </a:p>
        </p:txBody>
      </p:sp>
      <p:sp>
        <p:nvSpPr>
          <p:cNvPr id="56" name="Forma libre: forma 55">
            <a:extLst>
              <a:ext uri="{FF2B5EF4-FFF2-40B4-BE49-F238E27FC236}">
                <a16:creationId xmlns:a16="http://schemas.microsoft.com/office/drawing/2014/main" id="{B4339F7B-871D-91BD-4FAE-F6A1107E3E5A}"/>
              </a:ext>
            </a:extLst>
          </p:cNvPr>
          <p:cNvSpPr/>
          <p:nvPr/>
        </p:nvSpPr>
        <p:spPr>
          <a:xfrm>
            <a:off x="1184880" y="1375117"/>
            <a:ext cx="334306" cy="498738"/>
          </a:xfrm>
          <a:custGeom>
            <a:avLst/>
            <a:gdLst>
              <a:gd name="csX0" fmla="*/ 247743 w 334306"/>
              <a:gd name="csY0" fmla="*/ 496867 h 498738"/>
              <a:gd name="csX1" fmla="*/ 240505 w 334306"/>
              <a:gd name="csY1" fmla="*/ 493884 h 498738"/>
              <a:gd name="csX2" fmla="*/ 219827 w 334306"/>
              <a:gd name="csY2" fmla="*/ 476477 h 498738"/>
              <a:gd name="csX3" fmla="*/ 204292 w 334306"/>
              <a:gd name="csY3" fmla="*/ 470138 h 498738"/>
              <a:gd name="csX4" fmla="*/ 191180 w 334306"/>
              <a:gd name="csY4" fmla="*/ 465927 h 498738"/>
              <a:gd name="csX5" fmla="*/ 185245 w 334306"/>
              <a:gd name="csY5" fmla="*/ 460255 h 498738"/>
              <a:gd name="csX6" fmla="*/ 179372 w 334306"/>
              <a:gd name="csY6" fmla="*/ 456383 h 498738"/>
              <a:gd name="csX7" fmla="*/ 119384 w 334306"/>
              <a:gd name="csY7" fmla="*/ 437991 h 498738"/>
              <a:gd name="csX8" fmla="*/ 89617 w 334306"/>
              <a:gd name="csY8" fmla="*/ 463480 h 498738"/>
              <a:gd name="csX9" fmla="*/ 81270 w 334306"/>
              <a:gd name="csY9" fmla="*/ 471310 h 498738"/>
              <a:gd name="csX10" fmla="*/ 65769 w 334306"/>
              <a:gd name="csY10" fmla="*/ 466800 h 498738"/>
              <a:gd name="csX11" fmla="*/ 41569 w 334306"/>
              <a:gd name="csY11" fmla="*/ 444771 h 498738"/>
              <a:gd name="csX12" fmla="*/ 29063 w 334306"/>
              <a:gd name="csY12" fmla="*/ 422183 h 498738"/>
              <a:gd name="csX13" fmla="*/ 35486 w 334306"/>
              <a:gd name="csY13" fmla="*/ 420247 h 498738"/>
              <a:gd name="csX14" fmla="*/ 36311 w 334306"/>
              <a:gd name="csY14" fmla="*/ 410716 h 498738"/>
              <a:gd name="csX15" fmla="*/ 30682 w 334306"/>
              <a:gd name="csY15" fmla="*/ 404725 h 498738"/>
              <a:gd name="csX16" fmla="*/ 36945 w 334306"/>
              <a:gd name="csY16" fmla="*/ 393771 h 498738"/>
              <a:gd name="csX17" fmla="*/ 44969 w 334306"/>
              <a:gd name="csY17" fmla="*/ 363455 h 498738"/>
              <a:gd name="csX18" fmla="*/ 48481 w 334306"/>
              <a:gd name="csY18" fmla="*/ 335841 h 498738"/>
              <a:gd name="csX19" fmla="*/ 28755 w 334306"/>
              <a:gd name="csY19" fmla="*/ 300210 h 498738"/>
              <a:gd name="csX20" fmla="*/ 9477 w 334306"/>
              <a:gd name="csY20" fmla="*/ 236920 h 498738"/>
              <a:gd name="csX21" fmla="*/ 0 w 334306"/>
              <a:gd name="csY21" fmla="*/ 183956 h 498738"/>
              <a:gd name="csX22" fmla="*/ 8603 w 334306"/>
              <a:gd name="csY22" fmla="*/ 171093 h 498738"/>
              <a:gd name="csX23" fmla="*/ 19247 w 334306"/>
              <a:gd name="csY23" fmla="*/ 157370 h 498738"/>
              <a:gd name="csX24" fmla="*/ 21288 w 334306"/>
              <a:gd name="csY24" fmla="*/ 154226 h 498738"/>
              <a:gd name="csX25" fmla="*/ 42935 w 334306"/>
              <a:gd name="csY25" fmla="*/ 118946 h 498738"/>
              <a:gd name="csX26" fmla="*/ 66467 w 334306"/>
              <a:gd name="csY26" fmla="*/ 79496 h 498738"/>
              <a:gd name="csX27" fmla="*/ 76541 w 334306"/>
              <a:gd name="csY27" fmla="*/ 65175 h 498738"/>
              <a:gd name="csX28" fmla="*/ 97572 w 334306"/>
              <a:gd name="csY28" fmla="*/ 34163 h 498738"/>
              <a:gd name="csX29" fmla="*/ 112627 w 334306"/>
              <a:gd name="csY29" fmla="*/ 9814 h 498738"/>
              <a:gd name="csX30" fmla="*/ 119648 w 334306"/>
              <a:gd name="csY30" fmla="*/ 4329 h 498738"/>
              <a:gd name="csX31" fmla="*/ 132858 w 334306"/>
              <a:gd name="csY31" fmla="*/ 713 h 498738"/>
              <a:gd name="csX32" fmla="*/ 193546 w 334306"/>
              <a:gd name="csY32" fmla="*/ 5578 h 498738"/>
              <a:gd name="csX33" fmla="*/ 220060 w 334306"/>
              <a:gd name="csY33" fmla="*/ 20523 h 498738"/>
              <a:gd name="csX34" fmla="*/ 224578 w 334306"/>
              <a:gd name="csY34" fmla="*/ 25298 h 498738"/>
              <a:gd name="csX35" fmla="*/ 221567 w 334306"/>
              <a:gd name="csY35" fmla="*/ 31335 h 498738"/>
              <a:gd name="csX36" fmla="*/ 217338 w 334306"/>
              <a:gd name="csY36" fmla="*/ 39397 h 498738"/>
              <a:gd name="csX37" fmla="*/ 222891 w 334306"/>
              <a:gd name="csY37" fmla="*/ 37878 h 498738"/>
              <a:gd name="csX38" fmla="*/ 225189 w 334306"/>
              <a:gd name="csY38" fmla="*/ 36902 h 498738"/>
              <a:gd name="csX39" fmla="*/ 234581 w 334306"/>
              <a:gd name="csY39" fmla="*/ 40152 h 498738"/>
              <a:gd name="csX40" fmla="*/ 261177 w 334306"/>
              <a:gd name="csY40" fmla="*/ 57181 h 498738"/>
              <a:gd name="csX41" fmla="*/ 267817 w 334306"/>
              <a:gd name="csY41" fmla="*/ 67059 h 498738"/>
              <a:gd name="csX42" fmla="*/ 274280 w 334306"/>
              <a:gd name="csY42" fmla="*/ 79049 h 498738"/>
              <a:gd name="csX43" fmla="*/ 279443 w 334306"/>
              <a:gd name="csY43" fmla="*/ 91820 h 498738"/>
              <a:gd name="csX44" fmla="*/ 284596 w 334306"/>
              <a:gd name="csY44" fmla="*/ 105775 h 498738"/>
              <a:gd name="csX45" fmla="*/ 291417 w 334306"/>
              <a:gd name="csY45" fmla="*/ 120219 h 498738"/>
              <a:gd name="csX46" fmla="*/ 298659 w 334306"/>
              <a:gd name="csY46" fmla="*/ 133370 h 498738"/>
              <a:gd name="csX47" fmla="*/ 314425 w 334306"/>
              <a:gd name="csY47" fmla="*/ 156674 h 498738"/>
              <a:gd name="csX48" fmla="*/ 323321 w 334306"/>
              <a:gd name="csY48" fmla="*/ 164371 h 498738"/>
              <a:gd name="csX49" fmla="*/ 329277 w 334306"/>
              <a:gd name="csY49" fmla="*/ 172896 h 498738"/>
              <a:gd name="csX50" fmla="*/ 327346 w 334306"/>
              <a:gd name="csY50" fmla="*/ 203260 h 498738"/>
              <a:gd name="csX51" fmla="*/ 321564 w 334306"/>
              <a:gd name="csY51" fmla="*/ 208691 h 498738"/>
              <a:gd name="csX52" fmla="*/ 314839 w 334306"/>
              <a:gd name="csY52" fmla="*/ 201967 h 498738"/>
              <a:gd name="csX53" fmla="*/ 300945 w 334306"/>
              <a:gd name="csY53" fmla="*/ 198679 h 498738"/>
              <a:gd name="csX54" fmla="*/ 291854 w 334306"/>
              <a:gd name="csY54" fmla="*/ 213362 h 498738"/>
              <a:gd name="csX55" fmla="*/ 273477 w 334306"/>
              <a:gd name="csY55" fmla="*/ 233193 h 498738"/>
              <a:gd name="csX56" fmla="*/ 248561 w 334306"/>
              <a:gd name="csY56" fmla="*/ 258261 h 498738"/>
              <a:gd name="csX57" fmla="*/ 254757 w 334306"/>
              <a:gd name="csY57" fmla="*/ 265360 h 498738"/>
              <a:gd name="csX58" fmla="*/ 262758 w 334306"/>
              <a:gd name="csY58" fmla="*/ 262611 h 498738"/>
              <a:gd name="csX59" fmla="*/ 269300 w 334306"/>
              <a:gd name="csY59" fmla="*/ 264243 h 498738"/>
              <a:gd name="csX60" fmla="*/ 257492 w 334306"/>
              <a:gd name="csY60" fmla="*/ 300210 h 498738"/>
              <a:gd name="csX61" fmla="*/ 220205 w 334306"/>
              <a:gd name="csY61" fmla="*/ 329428 h 498738"/>
              <a:gd name="csX62" fmla="*/ 231476 w 334306"/>
              <a:gd name="csY62" fmla="*/ 344578 h 498738"/>
              <a:gd name="csX63" fmla="*/ 244540 w 334306"/>
              <a:gd name="csY63" fmla="*/ 369570 h 498738"/>
              <a:gd name="csX64" fmla="*/ 259568 w 334306"/>
              <a:gd name="csY64" fmla="*/ 400936 h 498738"/>
              <a:gd name="csX65" fmla="*/ 267812 w 334306"/>
              <a:gd name="csY65" fmla="*/ 410972 h 498738"/>
              <a:gd name="csX66" fmla="*/ 272980 w 334306"/>
              <a:gd name="csY66" fmla="*/ 418667 h 498738"/>
              <a:gd name="csX67" fmla="*/ 279745 w 334306"/>
              <a:gd name="csY67" fmla="*/ 423732 h 498738"/>
              <a:gd name="csX68" fmla="*/ 289553 w 334306"/>
              <a:gd name="csY68" fmla="*/ 427604 h 498738"/>
              <a:gd name="csX69" fmla="*/ 298277 w 334306"/>
              <a:gd name="csY69" fmla="*/ 431864 h 498738"/>
              <a:gd name="csX70" fmla="*/ 272913 w 334306"/>
              <a:gd name="csY70" fmla="*/ 433099 h 498738"/>
              <a:gd name="csX71" fmla="*/ 253686 w 334306"/>
              <a:gd name="csY71" fmla="*/ 440109 h 498738"/>
              <a:gd name="csX72" fmla="*/ 252360 w 334306"/>
              <a:gd name="csY72" fmla="*/ 461577 h 498738"/>
              <a:gd name="csX73" fmla="*/ 253346 w 334306"/>
              <a:gd name="csY73" fmla="*/ 468333 h 498738"/>
              <a:gd name="csX74" fmla="*/ 251680 w 334306"/>
              <a:gd name="csY74" fmla="*/ 476637 h 498738"/>
              <a:gd name="csX75" fmla="*/ 251259 w 334306"/>
              <a:gd name="csY75" fmla="*/ 491494 h 498738"/>
              <a:gd name="csX76" fmla="*/ 247743 w 334306"/>
              <a:gd name="csY76" fmla="*/ 496867 h 4987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Lst>
            <a:rect l="l" t="t" r="r" b="b"/>
            <a:pathLst>
              <a:path w="334306" h="498738">
                <a:moveTo>
                  <a:pt x="247743" y="496867"/>
                </a:moveTo>
                <a:cubicBezTo>
                  <a:pt x="246424" y="493506"/>
                  <a:pt x="244367" y="492659"/>
                  <a:pt x="240505" y="493884"/>
                </a:cubicBezTo>
                <a:cubicBezTo>
                  <a:pt x="234008" y="495946"/>
                  <a:pt x="224617" y="488040"/>
                  <a:pt x="219827" y="476477"/>
                </a:cubicBezTo>
                <a:cubicBezTo>
                  <a:pt x="216729" y="468997"/>
                  <a:pt x="216097" y="468739"/>
                  <a:pt x="204292" y="470138"/>
                </a:cubicBezTo>
                <a:cubicBezTo>
                  <a:pt x="193057" y="471468"/>
                  <a:pt x="191916" y="471102"/>
                  <a:pt x="191180" y="465927"/>
                </a:cubicBezTo>
                <a:cubicBezTo>
                  <a:pt x="190659" y="462266"/>
                  <a:pt x="188558" y="460258"/>
                  <a:pt x="185245" y="460255"/>
                </a:cubicBezTo>
                <a:cubicBezTo>
                  <a:pt x="182424" y="460253"/>
                  <a:pt x="179781" y="458510"/>
                  <a:pt x="179372" y="456383"/>
                </a:cubicBezTo>
                <a:cubicBezTo>
                  <a:pt x="178300" y="450818"/>
                  <a:pt x="133997" y="437235"/>
                  <a:pt x="119384" y="437991"/>
                </a:cubicBezTo>
                <a:cubicBezTo>
                  <a:pt x="99217" y="439035"/>
                  <a:pt x="100133" y="438251"/>
                  <a:pt x="89617" y="463480"/>
                </a:cubicBezTo>
                <a:cubicBezTo>
                  <a:pt x="85806" y="472621"/>
                  <a:pt x="84419" y="473923"/>
                  <a:pt x="81270" y="471310"/>
                </a:cubicBezTo>
                <a:cubicBezTo>
                  <a:pt x="79194" y="469587"/>
                  <a:pt x="72218" y="467557"/>
                  <a:pt x="65769" y="466800"/>
                </a:cubicBezTo>
                <a:cubicBezTo>
                  <a:pt x="54283" y="465451"/>
                  <a:pt x="53791" y="465003"/>
                  <a:pt x="41569" y="444771"/>
                </a:cubicBezTo>
                <a:cubicBezTo>
                  <a:pt x="34707" y="433413"/>
                  <a:pt x="29080" y="423248"/>
                  <a:pt x="29063" y="422183"/>
                </a:cubicBezTo>
                <a:cubicBezTo>
                  <a:pt x="29046" y="421119"/>
                  <a:pt x="31937" y="420247"/>
                  <a:pt x="35486" y="420247"/>
                </a:cubicBezTo>
                <a:cubicBezTo>
                  <a:pt x="43403" y="420247"/>
                  <a:pt x="43560" y="418433"/>
                  <a:pt x="36311" y="410716"/>
                </a:cubicBezTo>
                <a:lnTo>
                  <a:pt x="30682" y="404725"/>
                </a:lnTo>
                <a:lnTo>
                  <a:pt x="36945" y="393771"/>
                </a:lnTo>
                <a:cubicBezTo>
                  <a:pt x="41241" y="386255"/>
                  <a:pt x="43760" y="376739"/>
                  <a:pt x="44969" y="363455"/>
                </a:cubicBezTo>
                <a:cubicBezTo>
                  <a:pt x="45939" y="352807"/>
                  <a:pt x="47519" y="340381"/>
                  <a:pt x="48481" y="335841"/>
                </a:cubicBezTo>
                <a:cubicBezTo>
                  <a:pt x="50445" y="326577"/>
                  <a:pt x="45773" y="318139"/>
                  <a:pt x="28755" y="300210"/>
                </a:cubicBezTo>
                <a:cubicBezTo>
                  <a:pt x="18993" y="289925"/>
                  <a:pt x="18916" y="289673"/>
                  <a:pt x="9477" y="236920"/>
                </a:cubicBezTo>
                <a:lnTo>
                  <a:pt x="0" y="183956"/>
                </a:lnTo>
                <a:lnTo>
                  <a:pt x="8603" y="171093"/>
                </a:lnTo>
                <a:cubicBezTo>
                  <a:pt x="13334" y="164019"/>
                  <a:pt x="18124" y="157843"/>
                  <a:pt x="19247" y="157370"/>
                </a:cubicBezTo>
                <a:cubicBezTo>
                  <a:pt x="20370" y="156896"/>
                  <a:pt x="21288" y="155482"/>
                  <a:pt x="21288" y="154226"/>
                </a:cubicBezTo>
                <a:cubicBezTo>
                  <a:pt x="21288" y="152970"/>
                  <a:pt x="31029" y="137094"/>
                  <a:pt x="42935" y="118946"/>
                </a:cubicBezTo>
                <a:cubicBezTo>
                  <a:pt x="54840" y="100798"/>
                  <a:pt x="65430" y="83045"/>
                  <a:pt x="66467" y="79496"/>
                </a:cubicBezTo>
                <a:cubicBezTo>
                  <a:pt x="67505" y="75946"/>
                  <a:pt x="72038" y="69502"/>
                  <a:pt x="76541" y="65175"/>
                </a:cubicBezTo>
                <a:cubicBezTo>
                  <a:pt x="87950" y="54213"/>
                  <a:pt x="95497" y="43084"/>
                  <a:pt x="97572" y="34163"/>
                </a:cubicBezTo>
                <a:cubicBezTo>
                  <a:pt x="99599" y="25448"/>
                  <a:pt x="109249" y="9841"/>
                  <a:pt x="112627" y="9814"/>
                </a:cubicBezTo>
                <a:cubicBezTo>
                  <a:pt x="113880" y="9805"/>
                  <a:pt x="117040" y="7336"/>
                  <a:pt x="119648" y="4329"/>
                </a:cubicBezTo>
                <a:cubicBezTo>
                  <a:pt x="123477" y="-86"/>
                  <a:pt x="126019" y="-782"/>
                  <a:pt x="132858" y="713"/>
                </a:cubicBezTo>
                <a:cubicBezTo>
                  <a:pt x="141063" y="2507"/>
                  <a:pt x="160286" y="4048"/>
                  <a:pt x="193546" y="5578"/>
                </a:cubicBezTo>
                <a:cubicBezTo>
                  <a:pt x="210737" y="6368"/>
                  <a:pt x="220060" y="11623"/>
                  <a:pt x="220060" y="20523"/>
                </a:cubicBezTo>
                <a:cubicBezTo>
                  <a:pt x="220060" y="23333"/>
                  <a:pt x="221912" y="25291"/>
                  <a:pt x="224578" y="25298"/>
                </a:cubicBezTo>
                <a:cubicBezTo>
                  <a:pt x="228025" y="25308"/>
                  <a:pt x="227313" y="26737"/>
                  <a:pt x="221567" y="31335"/>
                </a:cubicBezTo>
                <a:cubicBezTo>
                  <a:pt x="216052" y="35748"/>
                  <a:pt x="214921" y="37903"/>
                  <a:pt x="217338" y="39397"/>
                </a:cubicBezTo>
                <a:cubicBezTo>
                  <a:pt x="219279" y="40596"/>
                  <a:pt x="221565" y="39971"/>
                  <a:pt x="222891" y="37878"/>
                </a:cubicBezTo>
                <a:cubicBezTo>
                  <a:pt x="224130" y="35921"/>
                  <a:pt x="225164" y="35482"/>
                  <a:pt x="225189" y="36902"/>
                </a:cubicBezTo>
                <a:cubicBezTo>
                  <a:pt x="225213" y="38322"/>
                  <a:pt x="229440" y="39784"/>
                  <a:pt x="234581" y="40152"/>
                </a:cubicBezTo>
                <a:cubicBezTo>
                  <a:pt x="243367" y="40781"/>
                  <a:pt x="260731" y="51899"/>
                  <a:pt x="261177" y="57181"/>
                </a:cubicBezTo>
                <a:cubicBezTo>
                  <a:pt x="261279" y="58396"/>
                  <a:pt x="264267" y="62841"/>
                  <a:pt x="267817" y="67059"/>
                </a:cubicBezTo>
                <a:cubicBezTo>
                  <a:pt x="271366" y="71278"/>
                  <a:pt x="274275" y="76673"/>
                  <a:pt x="274280" y="79049"/>
                </a:cubicBezTo>
                <a:cubicBezTo>
                  <a:pt x="274285" y="81424"/>
                  <a:pt x="276609" y="87172"/>
                  <a:pt x="279443" y="91820"/>
                </a:cubicBezTo>
                <a:cubicBezTo>
                  <a:pt x="282277" y="96469"/>
                  <a:pt x="284596" y="102748"/>
                  <a:pt x="284596" y="105775"/>
                </a:cubicBezTo>
                <a:cubicBezTo>
                  <a:pt x="284596" y="108801"/>
                  <a:pt x="287666" y="115301"/>
                  <a:pt x="291417" y="120219"/>
                </a:cubicBezTo>
                <a:cubicBezTo>
                  <a:pt x="295169" y="125138"/>
                  <a:pt x="298428" y="131056"/>
                  <a:pt x="298659" y="133370"/>
                </a:cubicBezTo>
                <a:cubicBezTo>
                  <a:pt x="299477" y="141547"/>
                  <a:pt x="305637" y="150653"/>
                  <a:pt x="314425" y="156674"/>
                </a:cubicBezTo>
                <a:cubicBezTo>
                  <a:pt x="319316" y="160026"/>
                  <a:pt x="323320" y="163489"/>
                  <a:pt x="323321" y="164371"/>
                </a:cubicBezTo>
                <a:cubicBezTo>
                  <a:pt x="323323" y="165253"/>
                  <a:pt x="326003" y="169089"/>
                  <a:pt x="329277" y="172896"/>
                </a:cubicBezTo>
                <a:cubicBezTo>
                  <a:pt x="336682" y="181505"/>
                  <a:pt x="335803" y="195314"/>
                  <a:pt x="327346" y="203260"/>
                </a:cubicBezTo>
                <a:lnTo>
                  <a:pt x="321564" y="208691"/>
                </a:lnTo>
                <a:lnTo>
                  <a:pt x="314839" y="201967"/>
                </a:lnTo>
                <a:cubicBezTo>
                  <a:pt x="308661" y="195789"/>
                  <a:pt x="307532" y="195522"/>
                  <a:pt x="300945" y="198679"/>
                </a:cubicBezTo>
                <a:cubicBezTo>
                  <a:pt x="295346" y="201363"/>
                  <a:pt x="293353" y="204582"/>
                  <a:pt x="291854" y="213362"/>
                </a:cubicBezTo>
                <a:cubicBezTo>
                  <a:pt x="289357" y="227993"/>
                  <a:pt x="286547" y="231025"/>
                  <a:pt x="273477" y="233193"/>
                </a:cubicBezTo>
                <a:cubicBezTo>
                  <a:pt x="260663" y="235319"/>
                  <a:pt x="248722" y="247333"/>
                  <a:pt x="248561" y="258261"/>
                </a:cubicBezTo>
                <a:cubicBezTo>
                  <a:pt x="248475" y="264096"/>
                  <a:pt x="249579" y="265360"/>
                  <a:pt x="254757" y="265360"/>
                </a:cubicBezTo>
                <a:cubicBezTo>
                  <a:pt x="258223" y="265360"/>
                  <a:pt x="261823" y="264123"/>
                  <a:pt x="262758" y="262611"/>
                </a:cubicBezTo>
                <a:cubicBezTo>
                  <a:pt x="263872" y="260808"/>
                  <a:pt x="266124" y="261370"/>
                  <a:pt x="269300" y="264243"/>
                </a:cubicBezTo>
                <a:cubicBezTo>
                  <a:pt x="279445" y="273424"/>
                  <a:pt x="270651" y="300210"/>
                  <a:pt x="257492" y="300210"/>
                </a:cubicBezTo>
                <a:cubicBezTo>
                  <a:pt x="250513" y="300210"/>
                  <a:pt x="220446" y="323770"/>
                  <a:pt x="220205" y="329428"/>
                </a:cubicBezTo>
                <a:cubicBezTo>
                  <a:pt x="220125" y="331300"/>
                  <a:pt x="225197" y="338118"/>
                  <a:pt x="231476" y="344578"/>
                </a:cubicBezTo>
                <a:cubicBezTo>
                  <a:pt x="241029" y="354406"/>
                  <a:pt x="243162" y="358486"/>
                  <a:pt x="244540" y="369570"/>
                </a:cubicBezTo>
                <a:cubicBezTo>
                  <a:pt x="246852" y="388171"/>
                  <a:pt x="250097" y="394944"/>
                  <a:pt x="259568" y="400936"/>
                </a:cubicBezTo>
                <a:cubicBezTo>
                  <a:pt x="264099" y="403804"/>
                  <a:pt x="267809" y="408320"/>
                  <a:pt x="267812" y="410972"/>
                </a:cubicBezTo>
                <a:cubicBezTo>
                  <a:pt x="267815" y="413625"/>
                  <a:pt x="270140" y="417087"/>
                  <a:pt x="272980" y="418667"/>
                </a:cubicBezTo>
                <a:cubicBezTo>
                  <a:pt x="275819" y="420246"/>
                  <a:pt x="278864" y="422525"/>
                  <a:pt x="279745" y="423732"/>
                </a:cubicBezTo>
                <a:cubicBezTo>
                  <a:pt x="280626" y="424939"/>
                  <a:pt x="285040" y="426681"/>
                  <a:pt x="289553" y="427604"/>
                </a:cubicBezTo>
                <a:cubicBezTo>
                  <a:pt x="294067" y="428527"/>
                  <a:pt x="297992" y="430444"/>
                  <a:pt x="298277" y="431864"/>
                </a:cubicBezTo>
                <a:cubicBezTo>
                  <a:pt x="299018" y="435562"/>
                  <a:pt x="277163" y="436626"/>
                  <a:pt x="272913" y="433099"/>
                </a:cubicBezTo>
                <a:cubicBezTo>
                  <a:pt x="268101" y="429105"/>
                  <a:pt x="260026" y="432049"/>
                  <a:pt x="253686" y="440109"/>
                </a:cubicBezTo>
                <a:cubicBezTo>
                  <a:pt x="247489" y="447987"/>
                  <a:pt x="246928" y="457069"/>
                  <a:pt x="252360" y="461577"/>
                </a:cubicBezTo>
                <a:cubicBezTo>
                  <a:pt x="255321" y="464035"/>
                  <a:pt x="255560" y="465666"/>
                  <a:pt x="253346" y="468333"/>
                </a:cubicBezTo>
                <a:cubicBezTo>
                  <a:pt x="251741" y="470267"/>
                  <a:pt x="250992" y="474004"/>
                  <a:pt x="251680" y="476637"/>
                </a:cubicBezTo>
                <a:cubicBezTo>
                  <a:pt x="252369" y="479271"/>
                  <a:pt x="252179" y="485956"/>
                  <a:pt x="251259" y="491494"/>
                </a:cubicBezTo>
                <a:cubicBezTo>
                  <a:pt x="249997" y="499087"/>
                  <a:pt x="249133" y="500409"/>
                  <a:pt x="247743" y="496867"/>
                </a:cubicBezTo>
                <a:close/>
              </a:path>
            </a:pathLst>
          </a:custGeom>
          <a:solidFill>
            <a:srgbClr val="B9B9B9"/>
          </a:solidFill>
          <a:ln w="5163" cap="flat">
            <a:noFill/>
            <a:prstDash val="solid"/>
            <a:miter/>
          </a:ln>
        </p:spPr>
        <p:txBody>
          <a:bodyPr/>
          <a:lstStyle/>
          <a:p>
            <a:endParaRPr lang="es-419" noProof="0" dirty="0"/>
          </a:p>
        </p:txBody>
      </p:sp>
      <p:grpSp>
        <p:nvGrpSpPr>
          <p:cNvPr id="57" name="Gráfico 39">
            <a:extLst>
              <a:ext uri="{FF2B5EF4-FFF2-40B4-BE49-F238E27FC236}">
                <a16:creationId xmlns:a16="http://schemas.microsoft.com/office/drawing/2014/main" id="{443FDFF7-AA90-65CC-1225-F58B86514C99}"/>
              </a:ext>
            </a:extLst>
          </p:cNvPr>
          <p:cNvGrpSpPr/>
          <p:nvPr/>
        </p:nvGrpSpPr>
        <p:grpSpPr>
          <a:xfrm>
            <a:off x="726816" y="1624037"/>
            <a:ext cx="321478" cy="429471"/>
            <a:chOff x="726816" y="1624037"/>
            <a:chExt cx="321478" cy="429471"/>
          </a:xfrm>
          <a:solidFill>
            <a:srgbClr val="B9B9B9"/>
          </a:solidFill>
        </p:grpSpPr>
        <p:sp>
          <p:nvSpPr>
            <p:cNvPr id="58" name="Forma libre: forma 57">
              <a:extLst>
                <a:ext uri="{FF2B5EF4-FFF2-40B4-BE49-F238E27FC236}">
                  <a16:creationId xmlns:a16="http://schemas.microsoft.com/office/drawing/2014/main" id="{E2522439-187E-AAD8-4BB5-7AB143528E1F}"/>
                </a:ext>
              </a:extLst>
            </p:cNvPr>
            <p:cNvSpPr/>
            <p:nvPr/>
          </p:nvSpPr>
          <p:spPr>
            <a:xfrm>
              <a:off x="726816" y="1624037"/>
              <a:ext cx="321478" cy="429471"/>
            </a:xfrm>
            <a:custGeom>
              <a:avLst/>
              <a:gdLst>
                <a:gd name="csX0" fmla="*/ 298651 w 321478"/>
                <a:gd name="csY0" fmla="*/ 424657 h 429471"/>
                <a:gd name="csX1" fmla="*/ 285240 w 321478"/>
                <a:gd name="csY1" fmla="*/ 406239 h 429471"/>
                <a:gd name="csX2" fmla="*/ 285795 w 321478"/>
                <a:gd name="csY2" fmla="*/ 410173 h 429471"/>
                <a:gd name="csX3" fmla="*/ 287678 w 321478"/>
                <a:gd name="csY3" fmla="*/ 415491 h 429471"/>
                <a:gd name="csX4" fmla="*/ 268647 w 321478"/>
                <a:gd name="csY4" fmla="*/ 394065 h 429471"/>
                <a:gd name="csX5" fmla="*/ 249603 w 321478"/>
                <a:gd name="csY5" fmla="*/ 371546 h 429471"/>
                <a:gd name="csX6" fmla="*/ 255246 w 321478"/>
                <a:gd name="csY6" fmla="*/ 382701 h 429471"/>
                <a:gd name="csX7" fmla="*/ 260888 w 321478"/>
                <a:gd name="csY7" fmla="*/ 392041 h 429471"/>
                <a:gd name="csX8" fmla="*/ 254982 w 321478"/>
                <a:gd name="csY8" fmla="*/ 386884 h 429471"/>
                <a:gd name="csX9" fmla="*/ 245088 w 321478"/>
                <a:gd name="csY9" fmla="*/ 373977 h 429471"/>
                <a:gd name="csX10" fmla="*/ 227283 w 321478"/>
                <a:gd name="csY10" fmla="*/ 350451 h 429471"/>
                <a:gd name="csX11" fmla="*/ 213463 w 321478"/>
                <a:gd name="csY11" fmla="*/ 331266 h 429471"/>
                <a:gd name="csX12" fmla="*/ 191325 w 321478"/>
                <a:gd name="csY12" fmla="*/ 295282 h 429471"/>
                <a:gd name="csX13" fmla="*/ 182351 w 321478"/>
                <a:gd name="csY13" fmla="*/ 288640 h 429471"/>
                <a:gd name="csX14" fmla="*/ 181003 w 321478"/>
                <a:gd name="csY14" fmla="*/ 283904 h 429471"/>
                <a:gd name="csX15" fmla="*/ 179966 w 321478"/>
                <a:gd name="csY15" fmla="*/ 277802 h 429471"/>
                <a:gd name="csX16" fmla="*/ 170951 w 321478"/>
                <a:gd name="csY16" fmla="*/ 271038 h 429471"/>
                <a:gd name="csX17" fmla="*/ 164513 w 321478"/>
                <a:gd name="csY17" fmla="*/ 268249 h 429471"/>
                <a:gd name="csX18" fmla="*/ 156542 w 321478"/>
                <a:gd name="csY18" fmla="*/ 264259 h 429471"/>
                <a:gd name="csX19" fmla="*/ 146588 w 321478"/>
                <a:gd name="csY19" fmla="*/ 257160 h 429471"/>
                <a:gd name="csX20" fmla="*/ 135566 w 321478"/>
                <a:gd name="csY20" fmla="*/ 244331 h 429471"/>
                <a:gd name="csX21" fmla="*/ 140198 w 321478"/>
                <a:gd name="csY21" fmla="*/ 240806 h 429471"/>
                <a:gd name="csX22" fmla="*/ 149956 w 321478"/>
                <a:gd name="csY22" fmla="*/ 243611 h 429471"/>
                <a:gd name="csX23" fmla="*/ 139967 w 321478"/>
                <a:gd name="csY23" fmla="*/ 232769 h 429471"/>
                <a:gd name="csX24" fmla="*/ 129672 w 321478"/>
                <a:gd name="csY24" fmla="*/ 230788 h 429471"/>
                <a:gd name="csX25" fmla="*/ 122631 w 321478"/>
                <a:gd name="csY25" fmla="*/ 229456 h 429471"/>
                <a:gd name="csX26" fmla="*/ 114075 w 321478"/>
                <a:gd name="csY26" fmla="*/ 225535 h 429471"/>
                <a:gd name="csX27" fmla="*/ 112561 w 321478"/>
                <a:gd name="csY27" fmla="*/ 210989 h 429471"/>
                <a:gd name="csX28" fmla="*/ 113046 w 321478"/>
                <a:gd name="csY28" fmla="*/ 198950 h 429471"/>
                <a:gd name="csX29" fmla="*/ 110205 w 321478"/>
                <a:gd name="csY29" fmla="*/ 203079 h 429471"/>
                <a:gd name="csX30" fmla="*/ 107624 w 321478"/>
                <a:gd name="csY30" fmla="*/ 210049 h 429471"/>
                <a:gd name="csX31" fmla="*/ 105042 w 321478"/>
                <a:gd name="csY31" fmla="*/ 205992 h 429471"/>
                <a:gd name="csX32" fmla="*/ 101146 w 321478"/>
                <a:gd name="csY32" fmla="*/ 198040 h 429471"/>
                <a:gd name="csX33" fmla="*/ 106495 w 321478"/>
                <a:gd name="csY33" fmla="*/ 192040 h 429471"/>
                <a:gd name="csX34" fmla="*/ 110185 w 321478"/>
                <a:gd name="csY34" fmla="*/ 189360 h 429471"/>
                <a:gd name="csX35" fmla="*/ 105416 w 321478"/>
                <a:gd name="csY35" fmla="*/ 184234 h 429471"/>
                <a:gd name="csX36" fmla="*/ 94806 w 321478"/>
                <a:gd name="csY36" fmla="*/ 176570 h 429471"/>
                <a:gd name="csX37" fmla="*/ 84222 w 321478"/>
                <a:gd name="csY37" fmla="*/ 170141 h 429471"/>
                <a:gd name="csX38" fmla="*/ 77400 w 321478"/>
                <a:gd name="csY38" fmla="*/ 165246 h 429471"/>
                <a:gd name="csX39" fmla="*/ 66830 w 321478"/>
                <a:gd name="csY39" fmla="*/ 157291 h 429471"/>
                <a:gd name="csX40" fmla="*/ 62321 w 321478"/>
                <a:gd name="csY40" fmla="*/ 153462 h 429471"/>
                <a:gd name="csX41" fmla="*/ 58487 w 321478"/>
                <a:gd name="csY41" fmla="*/ 146011 h 429471"/>
                <a:gd name="csX42" fmla="*/ 53413 w 321478"/>
                <a:gd name="csY42" fmla="*/ 136585 h 429471"/>
                <a:gd name="csX43" fmla="*/ 46519 w 321478"/>
                <a:gd name="csY43" fmla="*/ 136694 h 429471"/>
                <a:gd name="csX44" fmla="*/ 42767 w 321478"/>
                <a:gd name="csY44" fmla="*/ 137339 h 429471"/>
                <a:gd name="csX45" fmla="*/ 40545 w 321478"/>
                <a:gd name="csY45" fmla="*/ 138358 h 429471"/>
                <a:gd name="csX46" fmla="*/ 34194 w 321478"/>
                <a:gd name="csY46" fmla="*/ 139945 h 429471"/>
                <a:gd name="csX47" fmla="*/ 30312 w 321478"/>
                <a:gd name="csY47" fmla="*/ 128691 h 429471"/>
                <a:gd name="csX48" fmla="*/ 32982 w 321478"/>
                <a:gd name="csY48" fmla="*/ 121125 h 429471"/>
                <a:gd name="csX49" fmla="*/ 29550 w 321478"/>
                <a:gd name="csY49" fmla="*/ 122878 h 429471"/>
                <a:gd name="csX50" fmla="*/ 21151 w 321478"/>
                <a:gd name="csY50" fmla="*/ 122752 h 429471"/>
                <a:gd name="csX51" fmla="*/ 17154 w 321478"/>
                <a:gd name="csY51" fmla="*/ 123427 h 429471"/>
                <a:gd name="csX52" fmla="*/ 6342 w 321478"/>
                <a:gd name="csY52" fmla="*/ 119543 h 429471"/>
                <a:gd name="csX53" fmla="*/ 4365 w 321478"/>
                <a:gd name="csY53" fmla="*/ 113226 h 429471"/>
                <a:gd name="csX54" fmla="*/ 10819 w 321478"/>
                <a:gd name="csY54" fmla="*/ 114808 h 429471"/>
                <a:gd name="csX55" fmla="*/ 4707 w 321478"/>
                <a:gd name="csY55" fmla="*/ 109494 h 429471"/>
                <a:gd name="csX56" fmla="*/ 1796 w 321478"/>
                <a:gd name="csY56" fmla="*/ 100322 h 429471"/>
                <a:gd name="csX57" fmla="*/ 1838 w 321478"/>
                <a:gd name="csY57" fmla="*/ 92658 h 429471"/>
                <a:gd name="csX58" fmla="*/ 4233 w 321478"/>
                <a:gd name="csY58" fmla="*/ 77378 h 429471"/>
                <a:gd name="csX59" fmla="*/ 13902 w 321478"/>
                <a:gd name="csY59" fmla="*/ 62490 h 429471"/>
                <a:gd name="csX60" fmla="*/ 16192 w 321478"/>
                <a:gd name="csY60" fmla="*/ 65508 h 429471"/>
                <a:gd name="csX61" fmla="*/ 14368 w 321478"/>
                <a:gd name="csY61" fmla="*/ 71941 h 429471"/>
                <a:gd name="csX62" fmla="*/ 19324 w 321478"/>
                <a:gd name="csY62" fmla="*/ 65780 h 429471"/>
                <a:gd name="csX63" fmla="*/ 24280 w 321478"/>
                <a:gd name="csY63" fmla="*/ 59619 h 429471"/>
                <a:gd name="csX64" fmla="*/ 25989 w 321478"/>
                <a:gd name="csY64" fmla="*/ 66426 h 429471"/>
                <a:gd name="csX65" fmla="*/ 30049 w 321478"/>
                <a:gd name="csY65" fmla="*/ 73232 h 429471"/>
                <a:gd name="csX66" fmla="*/ 30241 w 321478"/>
                <a:gd name="csY66" fmla="*/ 65700 h 429471"/>
                <a:gd name="csX67" fmla="*/ 47033 w 321478"/>
                <a:gd name="csY67" fmla="*/ 46164 h 429471"/>
                <a:gd name="csX68" fmla="*/ 89508 w 321478"/>
                <a:gd name="csY68" fmla="*/ 4943 h 429471"/>
                <a:gd name="csX69" fmla="*/ 99998 w 321478"/>
                <a:gd name="csY69" fmla="*/ 2688 h 429471"/>
                <a:gd name="csX70" fmla="*/ 114706 w 321478"/>
                <a:gd name="csY70" fmla="*/ 3716 h 429471"/>
                <a:gd name="csX71" fmla="*/ 123108 w 321478"/>
                <a:gd name="csY71" fmla="*/ 2764 h 429471"/>
                <a:gd name="csX72" fmla="*/ 137332 w 321478"/>
                <a:gd name="csY72" fmla="*/ 60759 h 429471"/>
                <a:gd name="csX73" fmla="*/ 159468 w 321478"/>
                <a:gd name="csY73" fmla="*/ 80313 h 429471"/>
                <a:gd name="csX74" fmla="*/ 174324 w 321478"/>
                <a:gd name="csY74" fmla="*/ 89973 h 429471"/>
                <a:gd name="csX75" fmla="*/ 184004 w 321478"/>
                <a:gd name="csY75" fmla="*/ 107383 h 429471"/>
                <a:gd name="csX76" fmla="*/ 190190 w 321478"/>
                <a:gd name="csY76" fmla="*/ 148735 h 429471"/>
                <a:gd name="csX77" fmla="*/ 191494 w 321478"/>
                <a:gd name="csY77" fmla="*/ 177131 h 429471"/>
                <a:gd name="csX78" fmla="*/ 195355 w 321478"/>
                <a:gd name="csY78" fmla="*/ 191824 h 429471"/>
                <a:gd name="csX79" fmla="*/ 205385 w 321478"/>
                <a:gd name="csY79" fmla="*/ 204731 h 429471"/>
                <a:gd name="csX80" fmla="*/ 224780 w 321478"/>
                <a:gd name="csY80" fmla="*/ 233927 h 429471"/>
                <a:gd name="csX81" fmla="*/ 251313 w 321478"/>
                <a:gd name="csY81" fmla="*/ 251602 h 429471"/>
                <a:gd name="csX82" fmla="*/ 265826 w 321478"/>
                <a:gd name="csY82" fmla="*/ 256119 h 429471"/>
                <a:gd name="csX83" fmla="*/ 280190 w 321478"/>
                <a:gd name="csY83" fmla="*/ 283901 h 429471"/>
                <a:gd name="csX84" fmla="*/ 287275 w 321478"/>
                <a:gd name="csY84" fmla="*/ 317016 h 429471"/>
                <a:gd name="csX85" fmla="*/ 290907 w 321478"/>
                <a:gd name="csY85" fmla="*/ 329217 h 429471"/>
                <a:gd name="csX86" fmla="*/ 293537 w 321478"/>
                <a:gd name="csY86" fmla="*/ 337861 h 429471"/>
                <a:gd name="csX87" fmla="*/ 302616 w 321478"/>
                <a:gd name="csY87" fmla="*/ 352211 h 429471"/>
                <a:gd name="csX88" fmla="*/ 314264 w 321478"/>
                <a:gd name="csY88" fmla="*/ 364936 h 429471"/>
                <a:gd name="csX89" fmla="*/ 319645 w 321478"/>
                <a:gd name="csY89" fmla="*/ 375951 h 429471"/>
                <a:gd name="csX90" fmla="*/ 316721 w 321478"/>
                <a:gd name="csY90" fmla="*/ 384238 h 429471"/>
                <a:gd name="csX91" fmla="*/ 312540 w 321478"/>
                <a:gd name="csY91" fmla="*/ 395571 h 429471"/>
                <a:gd name="csX92" fmla="*/ 312871 w 321478"/>
                <a:gd name="csY92" fmla="*/ 424954 h 429471"/>
                <a:gd name="csX93" fmla="*/ 306671 w 321478"/>
                <a:gd name="csY93" fmla="*/ 429472 h 429471"/>
                <a:gd name="csX94" fmla="*/ 298651 w 321478"/>
                <a:gd name="csY94" fmla="*/ 424657 h 4294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321478" h="429471">
                  <a:moveTo>
                    <a:pt x="298651" y="424657"/>
                  </a:moveTo>
                  <a:cubicBezTo>
                    <a:pt x="298651" y="419121"/>
                    <a:pt x="289271" y="406239"/>
                    <a:pt x="285240" y="406239"/>
                  </a:cubicBezTo>
                  <a:cubicBezTo>
                    <a:pt x="283590" y="406239"/>
                    <a:pt x="283808" y="407778"/>
                    <a:pt x="285795" y="410173"/>
                  </a:cubicBezTo>
                  <a:cubicBezTo>
                    <a:pt x="287591" y="412337"/>
                    <a:pt x="288438" y="414730"/>
                    <a:pt x="287678" y="415491"/>
                  </a:cubicBezTo>
                  <a:cubicBezTo>
                    <a:pt x="285539" y="417629"/>
                    <a:pt x="270321" y="400495"/>
                    <a:pt x="268647" y="394065"/>
                  </a:cubicBezTo>
                  <a:cubicBezTo>
                    <a:pt x="267226" y="388605"/>
                    <a:pt x="249603" y="367767"/>
                    <a:pt x="249603" y="371546"/>
                  </a:cubicBezTo>
                  <a:cubicBezTo>
                    <a:pt x="249603" y="372545"/>
                    <a:pt x="252142" y="377564"/>
                    <a:pt x="255246" y="382701"/>
                  </a:cubicBezTo>
                  <a:lnTo>
                    <a:pt x="260888" y="392041"/>
                  </a:lnTo>
                  <a:lnTo>
                    <a:pt x="254982" y="386884"/>
                  </a:lnTo>
                  <a:cubicBezTo>
                    <a:pt x="251733" y="384048"/>
                    <a:pt x="247281" y="378240"/>
                    <a:pt x="245088" y="373977"/>
                  </a:cubicBezTo>
                  <a:cubicBezTo>
                    <a:pt x="242896" y="369714"/>
                    <a:pt x="234883" y="359128"/>
                    <a:pt x="227283" y="350451"/>
                  </a:cubicBezTo>
                  <a:cubicBezTo>
                    <a:pt x="219682" y="341775"/>
                    <a:pt x="213463" y="333142"/>
                    <a:pt x="213463" y="331266"/>
                  </a:cubicBezTo>
                  <a:cubicBezTo>
                    <a:pt x="213463" y="326133"/>
                    <a:pt x="194515" y="295333"/>
                    <a:pt x="191325" y="295282"/>
                  </a:cubicBezTo>
                  <a:cubicBezTo>
                    <a:pt x="189798" y="295257"/>
                    <a:pt x="185760" y="292268"/>
                    <a:pt x="182351" y="288640"/>
                  </a:cubicBezTo>
                  <a:cubicBezTo>
                    <a:pt x="177259" y="283219"/>
                    <a:pt x="177019" y="282375"/>
                    <a:pt x="181003" y="283904"/>
                  </a:cubicBezTo>
                  <a:cubicBezTo>
                    <a:pt x="185315" y="285558"/>
                    <a:pt x="185200" y="284882"/>
                    <a:pt x="179966" y="277802"/>
                  </a:cubicBezTo>
                  <a:cubicBezTo>
                    <a:pt x="176728" y="273422"/>
                    <a:pt x="172671" y="270378"/>
                    <a:pt x="170951" y="271038"/>
                  </a:cubicBezTo>
                  <a:cubicBezTo>
                    <a:pt x="169231" y="271698"/>
                    <a:pt x="166334" y="270443"/>
                    <a:pt x="164513" y="268249"/>
                  </a:cubicBezTo>
                  <a:cubicBezTo>
                    <a:pt x="162692" y="266054"/>
                    <a:pt x="159105" y="264259"/>
                    <a:pt x="156542" y="264259"/>
                  </a:cubicBezTo>
                  <a:cubicBezTo>
                    <a:pt x="153980" y="264259"/>
                    <a:pt x="149500" y="261065"/>
                    <a:pt x="146588" y="257160"/>
                  </a:cubicBezTo>
                  <a:cubicBezTo>
                    <a:pt x="143676" y="253256"/>
                    <a:pt x="138716" y="247482"/>
                    <a:pt x="135566" y="244331"/>
                  </a:cubicBezTo>
                  <a:cubicBezTo>
                    <a:pt x="127839" y="236597"/>
                    <a:pt x="131401" y="233886"/>
                    <a:pt x="140198" y="240806"/>
                  </a:cubicBezTo>
                  <a:cubicBezTo>
                    <a:pt x="145135" y="244689"/>
                    <a:pt x="148042" y="245525"/>
                    <a:pt x="149956" y="243611"/>
                  </a:cubicBezTo>
                  <a:cubicBezTo>
                    <a:pt x="154558" y="239009"/>
                    <a:pt x="147985" y="231874"/>
                    <a:pt x="139967" y="232769"/>
                  </a:cubicBezTo>
                  <a:cubicBezTo>
                    <a:pt x="136133" y="233196"/>
                    <a:pt x="131500" y="232305"/>
                    <a:pt x="129672" y="230788"/>
                  </a:cubicBezTo>
                  <a:cubicBezTo>
                    <a:pt x="127844" y="229271"/>
                    <a:pt x="124675" y="228672"/>
                    <a:pt x="122631" y="229456"/>
                  </a:cubicBezTo>
                  <a:cubicBezTo>
                    <a:pt x="120587" y="230241"/>
                    <a:pt x="116736" y="228476"/>
                    <a:pt x="114075" y="225535"/>
                  </a:cubicBezTo>
                  <a:cubicBezTo>
                    <a:pt x="109769" y="220777"/>
                    <a:pt x="109602" y="219173"/>
                    <a:pt x="112561" y="210989"/>
                  </a:cubicBezTo>
                  <a:cubicBezTo>
                    <a:pt x="114982" y="204297"/>
                    <a:pt x="115114" y="201018"/>
                    <a:pt x="113046" y="198950"/>
                  </a:cubicBezTo>
                  <a:cubicBezTo>
                    <a:pt x="110979" y="196883"/>
                    <a:pt x="110205" y="198007"/>
                    <a:pt x="110205" y="203079"/>
                  </a:cubicBezTo>
                  <a:cubicBezTo>
                    <a:pt x="110205" y="206912"/>
                    <a:pt x="109043" y="210049"/>
                    <a:pt x="107624" y="210049"/>
                  </a:cubicBezTo>
                  <a:cubicBezTo>
                    <a:pt x="106204" y="210049"/>
                    <a:pt x="105042" y="208223"/>
                    <a:pt x="105042" y="205992"/>
                  </a:cubicBezTo>
                  <a:cubicBezTo>
                    <a:pt x="105042" y="203761"/>
                    <a:pt x="103289" y="200182"/>
                    <a:pt x="101146" y="198040"/>
                  </a:cubicBezTo>
                  <a:cubicBezTo>
                    <a:pt x="95668" y="192562"/>
                    <a:pt x="98756" y="189098"/>
                    <a:pt x="106495" y="192040"/>
                  </a:cubicBezTo>
                  <a:cubicBezTo>
                    <a:pt x="112388" y="194281"/>
                    <a:pt x="112698" y="194056"/>
                    <a:pt x="110185" y="189360"/>
                  </a:cubicBezTo>
                  <a:cubicBezTo>
                    <a:pt x="108676" y="186541"/>
                    <a:pt x="106530" y="184234"/>
                    <a:pt x="105416" y="184234"/>
                  </a:cubicBezTo>
                  <a:cubicBezTo>
                    <a:pt x="104302" y="184234"/>
                    <a:pt x="99527" y="180785"/>
                    <a:pt x="94806" y="176570"/>
                  </a:cubicBezTo>
                  <a:cubicBezTo>
                    <a:pt x="90084" y="172354"/>
                    <a:pt x="85321" y="169461"/>
                    <a:pt x="84222" y="170141"/>
                  </a:cubicBezTo>
                  <a:cubicBezTo>
                    <a:pt x="83122" y="170820"/>
                    <a:pt x="80052" y="168617"/>
                    <a:pt x="77400" y="165246"/>
                  </a:cubicBezTo>
                  <a:cubicBezTo>
                    <a:pt x="74748" y="161874"/>
                    <a:pt x="69991" y="158294"/>
                    <a:pt x="66830" y="157291"/>
                  </a:cubicBezTo>
                  <a:cubicBezTo>
                    <a:pt x="63669" y="156287"/>
                    <a:pt x="61640" y="154564"/>
                    <a:pt x="62321" y="153462"/>
                  </a:cubicBezTo>
                  <a:cubicBezTo>
                    <a:pt x="63003" y="152359"/>
                    <a:pt x="61277" y="149007"/>
                    <a:pt x="58487" y="146011"/>
                  </a:cubicBezTo>
                  <a:cubicBezTo>
                    <a:pt x="55696" y="143016"/>
                    <a:pt x="53413" y="138774"/>
                    <a:pt x="53413" y="136585"/>
                  </a:cubicBezTo>
                  <a:cubicBezTo>
                    <a:pt x="53413" y="131375"/>
                    <a:pt x="48531" y="131452"/>
                    <a:pt x="46519" y="136694"/>
                  </a:cubicBezTo>
                  <a:cubicBezTo>
                    <a:pt x="45256" y="139986"/>
                    <a:pt x="44525" y="140111"/>
                    <a:pt x="42767" y="137339"/>
                  </a:cubicBezTo>
                  <a:cubicBezTo>
                    <a:pt x="41090" y="134693"/>
                    <a:pt x="40576" y="134929"/>
                    <a:pt x="40545" y="138358"/>
                  </a:cubicBezTo>
                  <a:cubicBezTo>
                    <a:pt x="40512" y="142152"/>
                    <a:pt x="39561" y="142390"/>
                    <a:pt x="34194" y="139945"/>
                  </a:cubicBezTo>
                  <a:cubicBezTo>
                    <a:pt x="25899" y="136165"/>
                    <a:pt x="24011" y="130691"/>
                    <a:pt x="30312" y="128691"/>
                  </a:cubicBezTo>
                  <a:cubicBezTo>
                    <a:pt x="35660" y="126994"/>
                    <a:pt x="36881" y="123535"/>
                    <a:pt x="32982" y="121125"/>
                  </a:cubicBezTo>
                  <a:cubicBezTo>
                    <a:pt x="31683" y="120322"/>
                    <a:pt x="30139" y="121111"/>
                    <a:pt x="29550" y="122878"/>
                  </a:cubicBezTo>
                  <a:cubicBezTo>
                    <a:pt x="28702" y="125423"/>
                    <a:pt x="26957" y="125397"/>
                    <a:pt x="21151" y="122752"/>
                  </a:cubicBezTo>
                  <a:cubicBezTo>
                    <a:pt x="14600" y="119767"/>
                    <a:pt x="14176" y="119839"/>
                    <a:pt x="17154" y="123427"/>
                  </a:cubicBezTo>
                  <a:cubicBezTo>
                    <a:pt x="23195" y="130706"/>
                    <a:pt x="15185" y="127829"/>
                    <a:pt x="6342" y="119543"/>
                  </a:cubicBezTo>
                  <a:cubicBezTo>
                    <a:pt x="-1702" y="112007"/>
                    <a:pt x="-1792" y="111717"/>
                    <a:pt x="4365" y="113226"/>
                  </a:cubicBezTo>
                  <a:lnTo>
                    <a:pt x="10819" y="114808"/>
                  </a:lnTo>
                  <a:lnTo>
                    <a:pt x="4707" y="109494"/>
                  </a:lnTo>
                  <a:cubicBezTo>
                    <a:pt x="-312" y="105131"/>
                    <a:pt x="-833" y="103490"/>
                    <a:pt x="1796" y="100322"/>
                  </a:cubicBezTo>
                  <a:cubicBezTo>
                    <a:pt x="4323" y="97278"/>
                    <a:pt x="4332" y="95662"/>
                    <a:pt x="1838" y="92658"/>
                  </a:cubicBezTo>
                  <a:cubicBezTo>
                    <a:pt x="-700" y="89600"/>
                    <a:pt x="-229" y="86595"/>
                    <a:pt x="4233" y="77378"/>
                  </a:cubicBezTo>
                  <a:cubicBezTo>
                    <a:pt x="7287" y="71068"/>
                    <a:pt x="11639" y="64368"/>
                    <a:pt x="13902" y="62490"/>
                  </a:cubicBezTo>
                  <a:cubicBezTo>
                    <a:pt x="17532" y="59477"/>
                    <a:pt x="17802" y="59833"/>
                    <a:pt x="16192" y="65508"/>
                  </a:cubicBezTo>
                  <a:lnTo>
                    <a:pt x="14368" y="71941"/>
                  </a:lnTo>
                  <a:lnTo>
                    <a:pt x="19324" y="65780"/>
                  </a:lnTo>
                  <a:lnTo>
                    <a:pt x="24280" y="59619"/>
                  </a:lnTo>
                  <a:lnTo>
                    <a:pt x="25989" y="66426"/>
                  </a:lnTo>
                  <a:cubicBezTo>
                    <a:pt x="26928" y="70169"/>
                    <a:pt x="28755" y="73232"/>
                    <a:pt x="30049" y="73232"/>
                  </a:cubicBezTo>
                  <a:cubicBezTo>
                    <a:pt x="31420" y="73232"/>
                    <a:pt x="31500" y="70091"/>
                    <a:pt x="30241" y="65700"/>
                  </a:cubicBezTo>
                  <a:cubicBezTo>
                    <a:pt x="28162" y="58450"/>
                    <a:pt x="28788" y="57720"/>
                    <a:pt x="47033" y="46164"/>
                  </a:cubicBezTo>
                  <a:cubicBezTo>
                    <a:pt x="66934" y="33559"/>
                    <a:pt x="85466" y="15573"/>
                    <a:pt x="89508" y="4943"/>
                  </a:cubicBezTo>
                  <a:cubicBezTo>
                    <a:pt x="91833" y="-1172"/>
                    <a:pt x="92131" y="-1236"/>
                    <a:pt x="99998" y="2688"/>
                  </a:cubicBezTo>
                  <a:cubicBezTo>
                    <a:pt x="106503" y="5933"/>
                    <a:pt x="109396" y="6135"/>
                    <a:pt x="114706" y="3716"/>
                  </a:cubicBezTo>
                  <a:cubicBezTo>
                    <a:pt x="118341" y="2059"/>
                    <a:pt x="122122" y="1631"/>
                    <a:pt x="123108" y="2764"/>
                  </a:cubicBezTo>
                  <a:cubicBezTo>
                    <a:pt x="125561" y="5583"/>
                    <a:pt x="135461" y="45948"/>
                    <a:pt x="137332" y="60759"/>
                  </a:cubicBezTo>
                  <a:cubicBezTo>
                    <a:pt x="139199" y="75538"/>
                    <a:pt x="141734" y="77777"/>
                    <a:pt x="159468" y="80313"/>
                  </a:cubicBezTo>
                  <a:cubicBezTo>
                    <a:pt x="172513" y="82178"/>
                    <a:pt x="173509" y="82826"/>
                    <a:pt x="174324" y="89973"/>
                  </a:cubicBezTo>
                  <a:cubicBezTo>
                    <a:pt x="174804" y="94187"/>
                    <a:pt x="179160" y="102021"/>
                    <a:pt x="184004" y="107383"/>
                  </a:cubicBezTo>
                  <a:cubicBezTo>
                    <a:pt x="193664" y="118075"/>
                    <a:pt x="194152" y="121338"/>
                    <a:pt x="190190" y="148735"/>
                  </a:cubicBezTo>
                  <a:cubicBezTo>
                    <a:pt x="188197" y="162515"/>
                    <a:pt x="188470" y="168448"/>
                    <a:pt x="191494" y="177131"/>
                  </a:cubicBezTo>
                  <a:cubicBezTo>
                    <a:pt x="193597" y="183167"/>
                    <a:pt x="195335" y="189779"/>
                    <a:pt x="195355" y="191824"/>
                  </a:cubicBezTo>
                  <a:cubicBezTo>
                    <a:pt x="195376" y="193868"/>
                    <a:pt x="199889" y="199676"/>
                    <a:pt x="205385" y="204731"/>
                  </a:cubicBezTo>
                  <a:cubicBezTo>
                    <a:pt x="211344" y="210212"/>
                    <a:pt x="219172" y="221995"/>
                    <a:pt x="224780" y="233927"/>
                  </a:cubicBezTo>
                  <a:cubicBezTo>
                    <a:pt x="234706" y="255043"/>
                    <a:pt x="236093" y="255967"/>
                    <a:pt x="251313" y="251602"/>
                  </a:cubicBezTo>
                  <a:cubicBezTo>
                    <a:pt x="258379" y="249575"/>
                    <a:pt x="260277" y="250166"/>
                    <a:pt x="265826" y="256119"/>
                  </a:cubicBezTo>
                  <a:cubicBezTo>
                    <a:pt x="272628" y="263417"/>
                    <a:pt x="281243" y="280080"/>
                    <a:pt x="280190" y="283901"/>
                  </a:cubicBezTo>
                  <a:cubicBezTo>
                    <a:pt x="278841" y="288796"/>
                    <a:pt x="283826" y="312090"/>
                    <a:pt x="287275" y="317016"/>
                  </a:cubicBezTo>
                  <a:cubicBezTo>
                    <a:pt x="289273" y="319867"/>
                    <a:pt x="290907" y="325358"/>
                    <a:pt x="290907" y="329217"/>
                  </a:cubicBezTo>
                  <a:cubicBezTo>
                    <a:pt x="290907" y="333077"/>
                    <a:pt x="292090" y="336967"/>
                    <a:pt x="293537" y="337861"/>
                  </a:cubicBezTo>
                  <a:cubicBezTo>
                    <a:pt x="294984" y="338755"/>
                    <a:pt x="299069" y="345213"/>
                    <a:pt x="302616" y="352211"/>
                  </a:cubicBezTo>
                  <a:cubicBezTo>
                    <a:pt x="307126" y="361111"/>
                    <a:pt x="310627" y="364936"/>
                    <a:pt x="314264" y="364936"/>
                  </a:cubicBezTo>
                  <a:cubicBezTo>
                    <a:pt x="320436" y="364936"/>
                    <a:pt x="323792" y="371805"/>
                    <a:pt x="319645" y="375951"/>
                  </a:cubicBezTo>
                  <a:cubicBezTo>
                    <a:pt x="318037" y="377560"/>
                    <a:pt x="316721" y="381289"/>
                    <a:pt x="316721" y="384238"/>
                  </a:cubicBezTo>
                  <a:cubicBezTo>
                    <a:pt x="316721" y="387188"/>
                    <a:pt x="314840" y="392287"/>
                    <a:pt x="312540" y="395571"/>
                  </a:cubicBezTo>
                  <a:cubicBezTo>
                    <a:pt x="308425" y="401445"/>
                    <a:pt x="308570" y="414286"/>
                    <a:pt x="312871" y="424954"/>
                  </a:cubicBezTo>
                  <a:cubicBezTo>
                    <a:pt x="314372" y="428678"/>
                    <a:pt x="313283" y="429472"/>
                    <a:pt x="306671" y="429472"/>
                  </a:cubicBezTo>
                  <a:cubicBezTo>
                    <a:pt x="300565" y="429472"/>
                    <a:pt x="298651" y="428323"/>
                    <a:pt x="298651" y="424657"/>
                  </a:cubicBezTo>
                  <a:close/>
                </a:path>
              </a:pathLst>
            </a:custGeom>
            <a:solidFill>
              <a:srgbClr val="B9B9B9"/>
            </a:solidFill>
            <a:ln w="5163" cap="flat">
              <a:noFill/>
              <a:prstDash val="solid"/>
              <a:miter/>
            </a:ln>
          </p:spPr>
          <p:txBody>
            <a:bodyPr/>
            <a:lstStyle/>
            <a:p>
              <a:endParaRPr lang="es-419" noProof="0" dirty="0"/>
            </a:p>
          </p:txBody>
        </p:sp>
        <p:sp>
          <p:nvSpPr>
            <p:cNvPr id="59" name="Forma libre: forma 58">
              <a:extLst>
                <a:ext uri="{FF2B5EF4-FFF2-40B4-BE49-F238E27FC236}">
                  <a16:creationId xmlns:a16="http://schemas.microsoft.com/office/drawing/2014/main" id="{90B65DC3-F667-FA7F-A12C-20119EC61849}"/>
                </a:ext>
              </a:extLst>
            </p:cNvPr>
            <p:cNvSpPr/>
            <p:nvPr/>
          </p:nvSpPr>
          <p:spPr>
            <a:xfrm>
              <a:off x="812163" y="1806340"/>
              <a:ext cx="15955" cy="30179"/>
            </a:xfrm>
            <a:custGeom>
              <a:avLst/>
              <a:gdLst>
                <a:gd name="csX0" fmla="*/ 12859 w 15955"/>
                <a:gd name="csY0" fmla="*/ 27128 h 30179"/>
                <a:gd name="csX1" fmla="*/ 45 w 15955"/>
                <a:gd name="csY1" fmla="*/ 70 h 30179"/>
                <a:gd name="csX2" fmla="*/ 15145 w 15955"/>
                <a:gd name="csY2" fmla="*/ 24519 h 30179"/>
                <a:gd name="csX3" fmla="*/ 12859 w 15955"/>
                <a:gd name="csY3" fmla="*/ 27128 h 30179"/>
              </a:gdLst>
              <a:ahLst/>
              <a:cxnLst>
                <a:cxn ang="0">
                  <a:pos x="csX0" y="csY0"/>
                </a:cxn>
                <a:cxn ang="0">
                  <a:pos x="csX1" y="csY1"/>
                </a:cxn>
                <a:cxn ang="0">
                  <a:pos x="csX2" y="csY2"/>
                </a:cxn>
                <a:cxn ang="0">
                  <a:pos x="csX3" y="csY3"/>
                </a:cxn>
              </a:cxnLst>
              <a:rect l="l" t="t" r="r" b="b"/>
              <a:pathLst>
                <a:path w="15955" h="30179">
                  <a:moveTo>
                    <a:pt x="12859" y="27128"/>
                  </a:moveTo>
                  <a:cubicBezTo>
                    <a:pt x="8119" y="19457"/>
                    <a:pt x="-707" y="822"/>
                    <a:pt x="45" y="70"/>
                  </a:cubicBezTo>
                  <a:cubicBezTo>
                    <a:pt x="1430" y="-1315"/>
                    <a:pt x="13563" y="18330"/>
                    <a:pt x="15145" y="24519"/>
                  </a:cubicBezTo>
                  <a:cubicBezTo>
                    <a:pt x="16793" y="30962"/>
                    <a:pt x="15876" y="32008"/>
                    <a:pt x="12859" y="27128"/>
                  </a:cubicBezTo>
                  <a:close/>
                </a:path>
              </a:pathLst>
            </a:custGeom>
            <a:solidFill>
              <a:srgbClr val="B9B9B9"/>
            </a:solidFill>
            <a:ln w="5163" cap="flat">
              <a:noFill/>
              <a:prstDash val="solid"/>
              <a:miter/>
            </a:ln>
          </p:spPr>
          <p:txBody>
            <a:bodyPr/>
            <a:lstStyle/>
            <a:p>
              <a:endParaRPr lang="es-419" noProof="0" dirty="0"/>
            </a:p>
          </p:txBody>
        </p:sp>
      </p:grpSp>
      <p:sp>
        <p:nvSpPr>
          <p:cNvPr id="60" name="Forma libre: forma 59">
            <a:extLst>
              <a:ext uri="{FF2B5EF4-FFF2-40B4-BE49-F238E27FC236}">
                <a16:creationId xmlns:a16="http://schemas.microsoft.com/office/drawing/2014/main" id="{B23BE66F-DBAD-3F3C-E29F-0A416C196D71}"/>
              </a:ext>
            </a:extLst>
          </p:cNvPr>
          <p:cNvSpPr/>
          <p:nvPr/>
        </p:nvSpPr>
        <p:spPr>
          <a:xfrm>
            <a:off x="781520" y="1178397"/>
            <a:ext cx="460893" cy="570101"/>
          </a:xfrm>
          <a:custGeom>
            <a:avLst/>
            <a:gdLst>
              <a:gd name="csX0" fmla="*/ 151660 w 460893"/>
              <a:gd name="csY0" fmla="*/ 568610 h 570101"/>
              <a:gd name="csX1" fmla="*/ 140689 w 460893"/>
              <a:gd name="csY1" fmla="*/ 563178 h 570101"/>
              <a:gd name="csX2" fmla="*/ 131877 w 460893"/>
              <a:gd name="csY2" fmla="*/ 549661 h 570101"/>
              <a:gd name="csX3" fmla="*/ 122196 w 460893"/>
              <a:gd name="csY3" fmla="*/ 532968 h 570101"/>
              <a:gd name="csX4" fmla="*/ 107130 w 460893"/>
              <a:gd name="csY4" fmla="*/ 523131 h 570101"/>
              <a:gd name="csX5" fmla="*/ 89869 w 460893"/>
              <a:gd name="csY5" fmla="*/ 518421 h 570101"/>
              <a:gd name="csX6" fmla="*/ 85076 w 460893"/>
              <a:gd name="csY6" fmla="*/ 501266 h 570101"/>
              <a:gd name="csX7" fmla="*/ 77677 w 460893"/>
              <a:gd name="csY7" fmla="*/ 465952 h 570101"/>
              <a:gd name="csX8" fmla="*/ 72006 w 460893"/>
              <a:gd name="csY8" fmla="*/ 445300 h 570101"/>
              <a:gd name="csX9" fmla="*/ 58957 w 460893"/>
              <a:gd name="csY9" fmla="*/ 446095 h 570101"/>
              <a:gd name="csX10" fmla="*/ 35144 w 460893"/>
              <a:gd name="csY10" fmla="*/ 436548 h 570101"/>
              <a:gd name="csX11" fmla="*/ 24381 w 460893"/>
              <a:gd name="csY11" fmla="*/ 426207 h 570101"/>
              <a:gd name="csX12" fmla="*/ 26114 w 460893"/>
              <a:gd name="csY12" fmla="*/ 405421 h 570101"/>
              <a:gd name="csX13" fmla="*/ 25165 w 460893"/>
              <a:gd name="csY13" fmla="*/ 384636 h 570101"/>
              <a:gd name="csX14" fmla="*/ 17520 w 460893"/>
              <a:gd name="csY14" fmla="*/ 374956 h 570101"/>
              <a:gd name="csX15" fmla="*/ 6475 w 460893"/>
              <a:gd name="csY15" fmla="*/ 353942 h 570101"/>
              <a:gd name="csX16" fmla="*/ 196 w 460893"/>
              <a:gd name="csY16" fmla="*/ 332000 h 570101"/>
              <a:gd name="csX17" fmla="*/ 0 w 460893"/>
              <a:gd name="csY17" fmla="*/ 321391 h 570101"/>
              <a:gd name="csX18" fmla="*/ 20006 w 460893"/>
              <a:gd name="csY18" fmla="*/ 322209 h 570101"/>
              <a:gd name="csX19" fmla="*/ 37306 w 460893"/>
              <a:gd name="csY19" fmla="*/ 304003 h 570101"/>
              <a:gd name="csX20" fmla="*/ 36933 w 460893"/>
              <a:gd name="csY20" fmla="*/ 289805 h 570101"/>
              <a:gd name="csX21" fmla="*/ 37690 w 460893"/>
              <a:gd name="csY21" fmla="*/ 253719 h 570101"/>
              <a:gd name="csX22" fmla="*/ 41303 w 460893"/>
              <a:gd name="csY22" fmla="*/ 221451 h 570101"/>
              <a:gd name="csX23" fmla="*/ 48412 w 460893"/>
              <a:gd name="csY23" fmla="*/ 202644 h 570101"/>
              <a:gd name="csX24" fmla="*/ 48257 w 460893"/>
              <a:gd name="csY24" fmla="*/ 124622 h 570101"/>
              <a:gd name="csX25" fmla="*/ 40464 w 460893"/>
              <a:gd name="csY25" fmla="*/ 83859 h 570101"/>
              <a:gd name="csX26" fmla="*/ 52830 w 460893"/>
              <a:gd name="csY26" fmla="*/ 45160 h 570101"/>
              <a:gd name="csX27" fmla="*/ 63246 w 460893"/>
              <a:gd name="csY27" fmla="*/ 46920 h 570101"/>
              <a:gd name="csX28" fmla="*/ 63246 w 460893"/>
              <a:gd name="csY28" fmla="*/ 23460 h 570101"/>
              <a:gd name="csX29" fmla="*/ 66672 w 460893"/>
              <a:gd name="csY29" fmla="*/ 0 h 570101"/>
              <a:gd name="csX30" fmla="*/ 126691 w 460893"/>
              <a:gd name="csY30" fmla="*/ 3798 h 570101"/>
              <a:gd name="csX31" fmla="*/ 203405 w 460893"/>
              <a:gd name="csY31" fmla="*/ 8311 h 570101"/>
              <a:gd name="csX32" fmla="*/ 223527 w 460893"/>
              <a:gd name="csY32" fmla="*/ 9026 h 570101"/>
              <a:gd name="csX33" fmla="*/ 229665 w 460893"/>
              <a:gd name="csY33" fmla="*/ 21938 h 570101"/>
              <a:gd name="csX34" fmla="*/ 254984 w 460893"/>
              <a:gd name="csY34" fmla="*/ 54210 h 570101"/>
              <a:gd name="csX35" fmla="*/ 267180 w 460893"/>
              <a:gd name="csY35" fmla="*/ 65624 h 570101"/>
              <a:gd name="csX36" fmla="*/ 283960 w 460893"/>
              <a:gd name="csY36" fmla="*/ 83994 h 570101"/>
              <a:gd name="csX37" fmla="*/ 300739 w 460893"/>
              <a:gd name="csY37" fmla="*/ 103278 h 570101"/>
              <a:gd name="csX38" fmla="*/ 307688 w 460893"/>
              <a:gd name="csY38" fmla="*/ 107024 h 570101"/>
              <a:gd name="csX39" fmla="*/ 338320 w 460893"/>
              <a:gd name="csY39" fmla="*/ 140082 h 570101"/>
              <a:gd name="csX40" fmla="*/ 345307 w 460893"/>
              <a:gd name="csY40" fmla="*/ 156757 h 570101"/>
              <a:gd name="csX41" fmla="*/ 350264 w 460893"/>
              <a:gd name="csY41" fmla="*/ 174757 h 570101"/>
              <a:gd name="csX42" fmla="*/ 353728 w 460893"/>
              <a:gd name="csY42" fmla="*/ 192882 h 570101"/>
              <a:gd name="csX43" fmla="*/ 357557 w 460893"/>
              <a:gd name="csY43" fmla="*/ 206186 h 570101"/>
              <a:gd name="csX44" fmla="*/ 373046 w 460893"/>
              <a:gd name="csY44" fmla="*/ 221653 h 570101"/>
              <a:gd name="csX45" fmla="*/ 388508 w 460893"/>
              <a:gd name="csY45" fmla="*/ 235073 h 570101"/>
              <a:gd name="csX46" fmla="*/ 408536 w 460893"/>
              <a:gd name="csY46" fmla="*/ 251563 h 570101"/>
              <a:gd name="csX47" fmla="*/ 419486 w 460893"/>
              <a:gd name="csY47" fmla="*/ 258145 h 570101"/>
              <a:gd name="csX48" fmla="*/ 429612 w 460893"/>
              <a:gd name="csY48" fmla="*/ 264555 h 570101"/>
              <a:gd name="csX49" fmla="*/ 440498 w 460893"/>
              <a:gd name="csY49" fmla="*/ 270196 h 570101"/>
              <a:gd name="csX50" fmla="*/ 458638 w 460893"/>
              <a:gd name="csY50" fmla="*/ 279871 h 570101"/>
              <a:gd name="csX51" fmla="*/ 433706 w 460893"/>
              <a:gd name="csY51" fmla="*/ 328123 h 570101"/>
              <a:gd name="csX52" fmla="*/ 401785 w 460893"/>
              <a:gd name="csY52" fmla="*/ 376892 h 570101"/>
              <a:gd name="csX53" fmla="*/ 408173 w 460893"/>
              <a:gd name="csY53" fmla="*/ 427230 h 570101"/>
              <a:gd name="csX54" fmla="*/ 407224 w 460893"/>
              <a:gd name="csY54" fmla="*/ 481463 h 570101"/>
              <a:gd name="csX55" fmla="*/ 357001 w 460893"/>
              <a:gd name="csY55" fmla="*/ 500599 h 570101"/>
              <a:gd name="csX56" fmla="*/ 339993 w 460893"/>
              <a:gd name="csY56" fmla="*/ 507393 h 570101"/>
              <a:gd name="csX57" fmla="*/ 315871 w 460893"/>
              <a:gd name="csY57" fmla="*/ 500146 h 570101"/>
              <a:gd name="csX58" fmla="*/ 305685 w 460893"/>
              <a:gd name="csY58" fmla="*/ 499249 h 570101"/>
              <a:gd name="csX59" fmla="*/ 291896 w 460893"/>
              <a:gd name="csY59" fmla="*/ 499687 h 570101"/>
              <a:gd name="csX60" fmla="*/ 270870 w 460893"/>
              <a:gd name="csY60" fmla="*/ 491757 h 570101"/>
              <a:gd name="csX61" fmla="*/ 256706 w 460893"/>
              <a:gd name="csY61" fmla="*/ 481408 h 570101"/>
              <a:gd name="csX62" fmla="*/ 242051 w 460893"/>
              <a:gd name="csY62" fmla="*/ 472207 h 570101"/>
              <a:gd name="csX63" fmla="*/ 227525 w 460893"/>
              <a:gd name="csY63" fmla="*/ 468533 h 570101"/>
              <a:gd name="csX64" fmla="*/ 222731 w 460893"/>
              <a:gd name="csY64" fmla="*/ 472486 h 570101"/>
              <a:gd name="csX65" fmla="*/ 210984 w 460893"/>
              <a:gd name="csY65" fmla="*/ 493362 h 570101"/>
              <a:gd name="csX66" fmla="*/ 200162 w 460893"/>
              <a:gd name="csY66" fmla="*/ 504374 h 570101"/>
              <a:gd name="csX67" fmla="*/ 192160 w 460893"/>
              <a:gd name="csY67" fmla="*/ 516880 h 570101"/>
              <a:gd name="csX68" fmla="*/ 189436 w 460893"/>
              <a:gd name="csY68" fmla="*/ 530760 h 570101"/>
              <a:gd name="csX69" fmla="*/ 184534 w 460893"/>
              <a:gd name="csY69" fmla="*/ 547022 h 570101"/>
              <a:gd name="csX70" fmla="*/ 182598 w 460893"/>
              <a:gd name="csY70" fmla="*/ 561518 h 570101"/>
              <a:gd name="csX71" fmla="*/ 164446 w 460893"/>
              <a:gd name="csY71" fmla="*/ 570049 h 570101"/>
              <a:gd name="csX72" fmla="*/ 151660 w 460893"/>
              <a:gd name="csY72" fmla="*/ 568610 h 5701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Lst>
            <a:rect l="l" t="t" r="r" b="b"/>
            <a:pathLst>
              <a:path w="460893" h="570101">
                <a:moveTo>
                  <a:pt x="151660" y="568610"/>
                </a:moveTo>
                <a:cubicBezTo>
                  <a:pt x="143384" y="567865"/>
                  <a:pt x="140689" y="566530"/>
                  <a:pt x="140689" y="563178"/>
                </a:cubicBezTo>
                <a:cubicBezTo>
                  <a:pt x="140689" y="560733"/>
                  <a:pt x="136724" y="554651"/>
                  <a:pt x="131877" y="549661"/>
                </a:cubicBezTo>
                <a:cubicBezTo>
                  <a:pt x="126875" y="544511"/>
                  <a:pt x="122689" y="537293"/>
                  <a:pt x="122196" y="532968"/>
                </a:cubicBezTo>
                <a:cubicBezTo>
                  <a:pt x="121389" y="525881"/>
                  <a:pt x="120335" y="525192"/>
                  <a:pt x="107130" y="523131"/>
                </a:cubicBezTo>
                <a:cubicBezTo>
                  <a:pt x="99321" y="521912"/>
                  <a:pt x="91554" y="519792"/>
                  <a:pt x="89869" y="518421"/>
                </a:cubicBezTo>
                <a:cubicBezTo>
                  <a:pt x="88184" y="517050"/>
                  <a:pt x="86027" y="509330"/>
                  <a:pt x="85076" y="501266"/>
                </a:cubicBezTo>
                <a:cubicBezTo>
                  <a:pt x="84126" y="493202"/>
                  <a:pt x="80796" y="477310"/>
                  <a:pt x="77677" y="465952"/>
                </a:cubicBezTo>
                <a:lnTo>
                  <a:pt x="72006" y="445300"/>
                </a:lnTo>
                <a:lnTo>
                  <a:pt x="58957" y="446095"/>
                </a:lnTo>
                <a:cubicBezTo>
                  <a:pt x="46778" y="446836"/>
                  <a:pt x="45189" y="446199"/>
                  <a:pt x="35144" y="436548"/>
                </a:cubicBezTo>
                <a:lnTo>
                  <a:pt x="24381" y="426207"/>
                </a:lnTo>
                <a:lnTo>
                  <a:pt x="26114" y="405421"/>
                </a:lnTo>
                <a:cubicBezTo>
                  <a:pt x="27263" y="391650"/>
                  <a:pt x="26942" y="384636"/>
                  <a:pt x="25165" y="384636"/>
                </a:cubicBezTo>
                <a:cubicBezTo>
                  <a:pt x="23689" y="384636"/>
                  <a:pt x="20249" y="380280"/>
                  <a:pt x="17520" y="374956"/>
                </a:cubicBezTo>
                <a:cubicBezTo>
                  <a:pt x="14791" y="369631"/>
                  <a:pt x="9821" y="360175"/>
                  <a:pt x="6475" y="353942"/>
                </a:cubicBezTo>
                <a:cubicBezTo>
                  <a:pt x="3106" y="347664"/>
                  <a:pt x="305" y="337877"/>
                  <a:pt x="196" y="332000"/>
                </a:cubicBezTo>
                <a:lnTo>
                  <a:pt x="0" y="321391"/>
                </a:lnTo>
                <a:lnTo>
                  <a:pt x="20006" y="322209"/>
                </a:lnTo>
                <a:cubicBezTo>
                  <a:pt x="42391" y="323125"/>
                  <a:pt x="42565" y="322942"/>
                  <a:pt x="37306" y="304003"/>
                </a:cubicBezTo>
                <a:cubicBezTo>
                  <a:pt x="35685" y="298169"/>
                  <a:pt x="35538" y="292562"/>
                  <a:pt x="36933" y="289805"/>
                </a:cubicBezTo>
                <a:cubicBezTo>
                  <a:pt x="38201" y="287300"/>
                  <a:pt x="38542" y="271061"/>
                  <a:pt x="37690" y="253719"/>
                </a:cubicBezTo>
                <a:cubicBezTo>
                  <a:pt x="36207" y="223555"/>
                  <a:pt x="36364" y="222156"/>
                  <a:pt x="41303" y="221451"/>
                </a:cubicBezTo>
                <a:cubicBezTo>
                  <a:pt x="45680" y="220826"/>
                  <a:pt x="46762" y="217964"/>
                  <a:pt x="48412" y="202644"/>
                </a:cubicBezTo>
                <a:cubicBezTo>
                  <a:pt x="51806" y="171127"/>
                  <a:pt x="51726" y="130863"/>
                  <a:pt x="48257" y="124622"/>
                </a:cubicBezTo>
                <a:cubicBezTo>
                  <a:pt x="46501" y="121464"/>
                  <a:pt x="42994" y="103121"/>
                  <a:pt x="40464" y="83859"/>
                </a:cubicBezTo>
                <a:cubicBezTo>
                  <a:pt x="35209" y="43860"/>
                  <a:pt x="35717" y="42269"/>
                  <a:pt x="52830" y="45160"/>
                </a:cubicBezTo>
                <a:lnTo>
                  <a:pt x="63246" y="46920"/>
                </a:lnTo>
                <a:lnTo>
                  <a:pt x="63246" y="23460"/>
                </a:lnTo>
                <a:cubicBezTo>
                  <a:pt x="63246" y="5683"/>
                  <a:pt x="64076" y="0"/>
                  <a:pt x="66672" y="0"/>
                </a:cubicBezTo>
                <a:cubicBezTo>
                  <a:pt x="68557" y="0"/>
                  <a:pt x="95565" y="1709"/>
                  <a:pt x="126691" y="3798"/>
                </a:cubicBezTo>
                <a:cubicBezTo>
                  <a:pt x="157817" y="5887"/>
                  <a:pt x="192338" y="7917"/>
                  <a:pt x="203405" y="8311"/>
                </a:cubicBezTo>
                <a:lnTo>
                  <a:pt x="223527" y="9026"/>
                </a:lnTo>
                <a:lnTo>
                  <a:pt x="229665" y="21938"/>
                </a:lnTo>
                <a:cubicBezTo>
                  <a:pt x="235583" y="34389"/>
                  <a:pt x="251134" y="54210"/>
                  <a:pt x="254984" y="54210"/>
                </a:cubicBezTo>
                <a:cubicBezTo>
                  <a:pt x="256963" y="54210"/>
                  <a:pt x="267180" y="63772"/>
                  <a:pt x="267180" y="65624"/>
                </a:cubicBezTo>
                <a:cubicBezTo>
                  <a:pt x="267180" y="66222"/>
                  <a:pt x="274731" y="74489"/>
                  <a:pt x="283960" y="83994"/>
                </a:cubicBezTo>
                <a:cubicBezTo>
                  <a:pt x="293188" y="93499"/>
                  <a:pt x="300739" y="102177"/>
                  <a:pt x="300739" y="103278"/>
                </a:cubicBezTo>
                <a:cubicBezTo>
                  <a:pt x="300739" y="104379"/>
                  <a:pt x="303866" y="106065"/>
                  <a:pt x="307688" y="107024"/>
                </a:cubicBezTo>
                <a:cubicBezTo>
                  <a:pt x="316754" y="109299"/>
                  <a:pt x="336159" y="130241"/>
                  <a:pt x="338320" y="140082"/>
                </a:cubicBezTo>
                <a:cubicBezTo>
                  <a:pt x="339250" y="144316"/>
                  <a:pt x="342394" y="151820"/>
                  <a:pt x="345307" y="156757"/>
                </a:cubicBezTo>
                <a:cubicBezTo>
                  <a:pt x="348253" y="161749"/>
                  <a:pt x="350453" y="169738"/>
                  <a:pt x="350264" y="174757"/>
                </a:cubicBezTo>
                <a:cubicBezTo>
                  <a:pt x="350078" y="179720"/>
                  <a:pt x="351636" y="187876"/>
                  <a:pt x="353728" y="192882"/>
                </a:cubicBezTo>
                <a:cubicBezTo>
                  <a:pt x="355820" y="197888"/>
                  <a:pt x="357543" y="203875"/>
                  <a:pt x="357557" y="206186"/>
                </a:cubicBezTo>
                <a:cubicBezTo>
                  <a:pt x="357572" y="208497"/>
                  <a:pt x="364542" y="215457"/>
                  <a:pt x="373046" y="221653"/>
                </a:cubicBezTo>
                <a:cubicBezTo>
                  <a:pt x="381550" y="227849"/>
                  <a:pt x="388508" y="233888"/>
                  <a:pt x="388508" y="235073"/>
                </a:cubicBezTo>
                <a:cubicBezTo>
                  <a:pt x="388508" y="239850"/>
                  <a:pt x="400638" y="249837"/>
                  <a:pt x="408536" y="251563"/>
                </a:cubicBezTo>
                <a:cubicBezTo>
                  <a:pt x="413162" y="252574"/>
                  <a:pt x="418090" y="255536"/>
                  <a:pt x="419486" y="258145"/>
                </a:cubicBezTo>
                <a:cubicBezTo>
                  <a:pt x="420882" y="260754"/>
                  <a:pt x="425439" y="263638"/>
                  <a:pt x="429612" y="264555"/>
                </a:cubicBezTo>
                <a:cubicBezTo>
                  <a:pt x="433785" y="265471"/>
                  <a:pt x="438684" y="268010"/>
                  <a:pt x="440498" y="270196"/>
                </a:cubicBezTo>
                <a:cubicBezTo>
                  <a:pt x="443409" y="273704"/>
                  <a:pt x="453843" y="279268"/>
                  <a:pt x="458638" y="279871"/>
                </a:cubicBezTo>
                <a:cubicBezTo>
                  <a:pt x="464237" y="280575"/>
                  <a:pt x="460647" y="287523"/>
                  <a:pt x="433706" y="328123"/>
                </a:cubicBezTo>
                <a:cubicBezTo>
                  <a:pt x="417320" y="352816"/>
                  <a:pt x="402956" y="374762"/>
                  <a:pt x="401785" y="376892"/>
                </a:cubicBezTo>
                <a:cubicBezTo>
                  <a:pt x="400523" y="379188"/>
                  <a:pt x="403122" y="399673"/>
                  <a:pt x="408173" y="427230"/>
                </a:cubicBezTo>
                <a:cubicBezTo>
                  <a:pt x="419157" y="487163"/>
                  <a:pt x="419215" y="483871"/>
                  <a:pt x="407224" y="481463"/>
                </a:cubicBezTo>
                <a:cubicBezTo>
                  <a:pt x="377101" y="475416"/>
                  <a:pt x="375238" y="476126"/>
                  <a:pt x="357001" y="500599"/>
                </a:cubicBezTo>
                <a:cubicBezTo>
                  <a:pt x="346599" y="514558"/>
                  <a:pt x="343773" y="515687"/>
                  <a:pt x="339993" y="507393"/>
                </a:cubicBezTo>
                <a:cubicBezTo>
                  <a:pt x="336462" y="499643"/>
                  <a:pt x="325739" y="496421"/>
                  <a:pt x="315871" y="500146"/>
                </a:cubicBezTo>
                <a:cubicBezTo>
                  <a:pt x="310307" y="502246"/>
                  <a:pt x="308004" y="502043"/>
                  <a:pt x="305685" y="499249"/>
                </a:cubicBezTo>
                <a:cubicBezTo>
                  <a:pt x="301762" y="494522"/>
                  <a:pt x="296907" y="494676"/>
                  <a:pt x="291896" y="499687"/>
                </a:cubicBezTo>
                <a:cubicBezTo>
                  <a:pt x="286395" y="505188"/>
                  <a:pt x="278982" y="502392"/>
                  <a:pt x="270870" y="491757"/>
                </a:cubicBezTo>
                <a:cubicBezTo>
                  <a:pt x="267159" y="486892"/>
                  <a:pt x="260921" y="482334"/>
                  <a:pt x="256706" y="481408"/>
                </a:cubicBezTo>
                <a:cubicBezTo>
                  <a:pt x="252563" y="480498"/>
                  <a:pt x="245969" y="476358"/>
                  <a:pt x="242051" y="472207"/>
                </a:cubicBezTo>
                <a:cubicBezTo>
                  <a:pt x="234140" y="463825"/>
                  <a:pt x="229757" y="462717"/>
                  <a:pt x="227525" y="468533"/>
                </a:cubicBezTo>
                <a:cubicBezTo>
                  <a:pt x="226708" y="470663"/>
                  <a:pt x="224550" y="472442"/>
                  <a:pt x="222731" y="472486"/>
                </a:cubicBezTo>
                <a:cubicBezTo>
                  <a:pt x="216831" y="472631"/>
                  <a:pt x="209780" y="485162"/>
                  <a:pt x="210984" y="493362"/>
                </a:cubicBezTo>
                <a:cubicBezTo>
                  <a:pt x="212266" y="502098"/>
                  <a:pt x="211304" y="503076"/>
                  <a:pt x="200162" y="504374"/>
                </a:cubicBezTo>
                <a:cubicBezTo>
                  <a:pt x="189734" y="505588"/>
                  <a:pt x="189645" y="505728"/>
                  <a:pt x="192160" y="516880"/>
                </a:cubicBezTo>
                <a:cubicBezTo>
                  <a:pt x="193910" y="524639"/>
                  <a:pt x="193416" y="527159"/>
                  <a:pt x="189436" y="530760"/>
                </a:cubicBezTo>
                <a:cubicBezTo>
                  <a:pt x="186033" y="533840"/>
                  <a:pt x="184562" y="538720"/>
                  <a:pt x="184534" y="547022"/>
                </a:cubicBezTo>
                <a:cubicBezTo>
                  <a:pt x="184512" y="553546"/>
                  <a:pt x="183641" y="560069"/>
                  <a:pt x="182598" y="561518"/>
                </a:cubicBezTo>
                <a:cubicBezTo>
                  <a:pt x="180445" y="564508"/>
                  <a:pt x="167199" y="570734"/>
                  <a:pt x="164446" y="570049"/>
                </a:cubicBezTo>
                <a:cubicBezTo>
                  <a:pt x="163448" y="569801"/>
                  <a:pt x="157694" y="569154"/>
                  <a:pt x="151660" y="568610"/>
                </a:cubicBezTo>
                <a:close/>
              </a:path>
            </a:pathLst>
          </a:custGeom>
          <a:solidFill>
            <a:srgbClr val="B9B9B9"/>
          </a:solidFill>
          <a:ln w="5163" cap="flat">
            <a:noFill/>
            <a:prstDash val="solid"/>
            <a:miter/>
          </a:ln>
        </p:spPr>
        <p:txBody>
          <a:bodyPr/>
          <a:lstStyle/>
          <a:p>
            <a:endParaRPr lang="es-419" noProof="0" dirty="0"/>
          </a:p>
        </p:txBody>
      </p:sp>
      <p:sp>
        <p:nvSpPr>
          <p:cNvPr id="61" name="Forma libre: forma 60">
            <a:extLst>
              <a:ext uri="{FF2B5EF4-FFF2-40B4-BE49-F238E27FC236}">
                <a16:creationId xmlns:a16="http://schemas.microsoft.com/office/drawing/2014/main" id="{125418C3-3059-504F-6A3A-2C47027C61F7}"/>
              </a:ext>
            </a:extLst>
          </p:cNvPr>
          <p:cNvSpPr/>
          <p:nvPr/>
        </p:nvSpPr>
        <p:spPr>
          <a:xfrm>
            <a:off x="2038384" y="2469122"/>
            <a:ext cx="332998" cy="314936"/>
          </a:xfrm>
          <a:custGeom>
            <a:avLst/>
            <a:gdLst>
              <a:gd name="csX0" fmla="*/ 150508 w 332998"/>
              <a:gd name="csY0" fmla="*/ 295153 h 314936"/>
              <a:gd name="csX1" fmla="*/ 122921 w 332998"/>
              <a:gd name="csY1" fmla="*/ 269012 h 314936"/>
              <a:gd name="csX2" fmla="*/ 122279 w 332998"/>
              <a:gd name="csY2" fmla="*/ 264031 h 314936"/>
              <a:gd name="csX3" fmla="*/ 126546 w 332998"/>
              <a:gd name="csY3" fmla="*/ 262908 h 314936"/>
              <a:gd name="csX4" fmla="*/ 106954 w 332998"/>
              <a:gd name="csY4" fmla="*/ 254224 h 314936"/>
              <a:gd name="csX5" fmla="*/ 78561 w 332998"/>
              <a:gd name="csY5" fmla="*/ 232541 h 314936"/>
              <a:gd name="csX6" fmla="*/ 60903 w 332998"/>
              <a:gd name="csY6" fmla="*/ 216842 h 314936"/>
              <a:gd name="csX7" fmla="*/ 60455 w 332998"/>
              <a:gd name="csY7" fmla="*/ 213585 h 314936"/>
              <a:gd name="csX8" fmla="*/ 56711 w 332998"/>
              <a:gd name="csY8" fmla="*/ 207285 h 314936"/>
              <a:gd name="csX9" fmla="*/ 53349 w 332998"/>
              <a:gd name="csY9" fmla="*/ 207961 h 314936"/>
              <a:gd name="csX10" fmla="*/ 34703 w 332998"/>
              <a:gd name="csY10" fmla="*/ 200142 h 314936"/>
              <a:gd name="csX11" fmla="*/ 16028 w 332998"/>
              <a:gd name="csY11" fmla="*/ 187234 h 314936"/>
              <a:gd name="csX12" fmla="*/ 16436 w 332998"/>
              <a:gd name="csY12" fmla="*/ 184359 h 314936"/>
              <a:gd name="csX13" fmla="*/ 14549 w 332998"/>
              <a:gd name="csY13" fmla="*/ 178120 h 314936"/>
              <a:gd name="csX14" fmla="*/ 7908 w 332998"/>
              <a:gd name="csY14" fmla="*/ 171021 h 314936"/>
              <a:gd name="csX15" fmla="*/ 2407 w 332998"/>
              <a:gd name="csY15" fmla="*/ 154470 h 314936"/>
              <a:gd name="csX16" fmla="*/ 6812 w 332998"/>
              <a:gd name="csY16" fmla="*/ 119621 h 314936"/>
              <a:gd name="csX17" fmla="*/ 17071 w 332998"/>
              <a:gd name="csY17" fmla="*/ 91641 h 314936"/>
              <a:gd name="csX18" fmla="*/ 20635 w 332998"/>
              <a:gd name="csY18" fmla="*/ 82008 h 314936"/>
              <a:gd name="csX19" fmla="*/ 29523 w 332998"/>
              <a:gd name="csY19" fmla="*/ 71230 h 314936"/>
              <a:gd name="csX20" fmla="*/ 42896 w 332998"/>
              <a:gd name="csY20" fmla="*/ 48085 h 314936"/>
              <a:gd name="csX21" fmla="*/ 49532 w 332998"/>
              <a:gd name="csY21" fmla="*/ 35969 h 314936"/>
              <a:gd name="csX22" fmla="*/ 54906 w 332998"/>
              <a:gd name="csY22" fmla="*/ 23257 h 314936"/>
              <a:gd name="csX23" fmla="*/ 66531 w 332998"/>
              <a:gd name="csY23" fmla="*/ 0 h 314936"/>
              <a:gd name="csX24" fmla="*/ 82468 w 332998"/>
              <a:gd name="csY24" fmla="*/ 19425 h 314936"/>
              <a:gd name="csX25" fmla="*/ 95351 w 332998"/>
              <a:gd name="csY25" fmla="*/ 43885 h 314936"/>
              <a:gd name="csX26" fmla="*/ 106141 w 332998"/>
              <a:gd name="csY26" fmla="*/ 49048 h 314936"/>
              <a:gd name="csX27" fmla="*/ 113640 w 332998"/>
              <a:gd name="csY27" fmla="*/ 54166 h 314936"/>
              <a:gd name="csX28" fmla="*/ 132249 w 332998"/>
              <a:gd name="csY28" fmla="*/ 34653 h 314936"/>
              <a:gd name="csX29" fmla="*/ 156404 w 332998"/>
              <a:gd name="csY29" fmla="*/ 10326 h 314936"/>
              <a:gd name="csX30" fmla="*/ 168334 w 332998"/>
              <a:gd name="csY30" fmla="*/ 6060 h 314936"/>
              <a:gd name="csX31" fmla="*/ 186389 w 332998"/>
              <a:gd name="csY31" fmla="*/ 9933 h 314936"/>
              <a:gd name="csX32" fmla="*/ 200349 w 332998"/>
              <a:gd name="csY32" fmla="*/ 18070 h 314936"/>
              <a:gd name="csX33" fmla="*/ 204999 w 332998"/>
              <a:gd name="csY33" fmla="*/ 30473 h 314936"/>
              <a:gd name="csX34" fmla="*/ 218185 w 332998"/>
              <a:gd name="csY34" fmla="*/ 43802 h 314936"/>
              <a:gd name="csX35" fmla="*/ 227241 w 332998"/>
              <a:gd name="csY35" fmla="*/ 50036 h 314936"/>
              <a:gd name="csX36" fmla="*/ 238424 w 332998"/>
              <a:gd name="csY36" fmla="*/ 60571 h 314936"/>
              <a:gd name="csX37" fmla="*/ 261581 w 332998"/>
              <a:gd name="csY37" fmla="*/ 79599 h 314936"/>
              <a:gd name="csX38" fmla="*/ 276424 w 332998"/>
              <a:gd name="csY38" fmla="*/ 89453 h 314936"/>
              <a:gd name="csX39" fmla="*/ 280389 w 332998"/>
              <a:gd name="csY39" fmla="*/ 90232 h 314936"/>
              <a:gd name="csX40" fmla="*/ 288978 w 332998"/>
              <a:gd name="csY40" fmla="*/ 95366 h 314936"/>
              <a:gd name="csX41" fmla="*/ 309784 w 332998"/>
              <a:gd name="csY41" fmla="*/ 117828 h 314936"/>
              <a:gd name="csX42" fmla="*/ 323208 w 332998"/>
              <a:gd name="csY42" fmla="*/ 127731 h 314936"/>
              <a:gd name="csX43" fmla="*/ 330610 w 332998"/>
              <a:gd name="csY43" fmla="*/ 136947 h 314936"/>
              <a:gd name="csX44" fmla="*/ 327230 w 332998"/>
              <a:gd name="csY44" fmla="*/ 153094 h 314936"/>
              <a:gd name="csX45" fmla="*/ 328146 w 332998"/>
              <a:gd name="csY45" fmla="*/ 164492 h 314936"/>
              <a:gd name="csX46" fmla="*/ 285552 w 332998"/>
              <a:gd name="csY46" fmla="*/ 166189 h 314936"/>
              <a:gd name="csX47" fmla="*/ 228050 w 332998"/>
              <a:gd name="csY47" fmla="*/ 169472 h 314936"/>
              <a:gd name="csX48" fmla="*/ 213142 w 332998"/>
              <a:gd name="csY48" fmla="*/ 171057 h 314936"/>
              <a:gd name="csX49" fmla="*/ 197915 w 332998"/>
              <a:gd name="csY49" fmla="*/ 199758 h 314936"/>
              <a:gd name="csX50" fmla="*/ 180329 w 332998"/>
              <a:gd name="csY50" fmla="*/ 231127 h 314936"/>
              <a:gd name="csX51" fmla="*/ 181055 w 332998"/>
              <a:gd name="csY51" fmla="*/ 253031 h 314936"/>
              <a:gd name="csX52" fmla="*/ 185000 w 332998"/>
              <a:gd name="csY52" fmla="*/ 272477 h 314936"/>
              <a:gd name="csX53" fmla="*/ 182260 w 332998"/>
              <a:gd name="csY53" fmla="*/ 301769 h 314936"/>
              <a:gd name="csX54" fmla="*/ 174070 w 332998"/>
              <a:gd name="csY54" fmla="*/ 314937 h 314936"/>
              <a:gd name="csX55" fmla="*/ 150508 w 332998"/>
              <a:gd name="csY55" fmla="*/ 295153 h 3149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Lst>
            <a:rect l="l" t="t" r="r" b="b"/>
            <a:pathLst>
              <a:path w="332998" h="314936">
                <a:moveTo>
                  <a:pt x="150508" y="295153"/>
                </a:moveTo>
                <a:cubicBezTo>
                  <a:pt x="138884" y="284272"/>
                  <a:pt x="126470" y="272508"/>
                  <a:pt x="122921" y="269012"/>
                </a:cubicBezTo>
                <a:cubicBezTo>
                  <a:pt x="116541" y="262727"/>
                  <a:pt x="116534" y="262670"/>
                  <a:pt x="122279" y="264031"/>
                </a:cubicBezTo>
                <a:cubicBezTo>
                  <a:pt x="125681" y="264837"/>
                  <a:pt x="127450" y="264371"/>
                  <a:pt x="126546" y="262908"/>
                </a:cubicBezTo>
                <a:cubicBezTo>
                  <a:pt x="124960" y="260342"/>
                  <a:pt x="114693" y="255791"/>
                  <a:pt x="106954" y="254224"/>
                </a:cubicBezTo>
                <a:cubicBezTo>
                  <a:pt x="98738" y="252560"/>
                  <a:pt x="93040" y="248209"/>
                  <a:pt x="78561" y="232541"/>
                </a:cubicBezTo>
                <a:cubicBezTo>
                  <a:pt x="70581" y="223906"/>
                  <a:pt x="62635" y="216842"/>
                  <a:pt x="60903" y="216842"/>
                </a:cubicBezTo>
                <a:cubicBezTo>
                  <a:pt x="58660" y="216842"/>
                  <a:pt x="58531" y="215904"/>
                  <a:pt x="60455" y="213585"/>
                </a:cubicBezTo>
                <a:cubicBezTo>
                  <a:pt x="62461" y="211169"/>
                  <a:pt x="61494" y="209543"/>
                  <a:pt x="56711" y="207285"/>
                </a:cubicBezTo>
                <a:cubicBezTo>
                  <a:pt x="51186" y="204678"/>
                  <a:pt x="50705" y="204775"/>
                  <a:pt x="53349" y="207961"/>
                </a:cubicBezTo>
                <a:cubicBezTo>
                  <a:pt x="59572" y="215458"/>
                  <a:pt x="50558" y="211678"/>
                  <a:pt x="34703" y="200142"/>
                </a:cubicBezTo>
                <a:cubicBezTo>
                  <a:pt x="25983" y="193796"/>
                  <a:pt x="17579" y="187988"/>
                  <a:pt x="16028" y="187234"/>
                </a:cubicBezTo>
                <a:cubicBezTo>
                  <a:pt x="14108" y="186301"/>
                  <a:pt x="14238" y="185384"/>
                  <a:pt x="16436" y="184359"/>
                </a:cubicBezTo>
                <a:cubicBezTo>
                  <a:pt x="21429" y="182028"/>
                  <a:pt x="20247" y="178120"/>
                  <a:pt x="14549" y="178120"/>
                </a:cubicBezTo>
                <a:cubicBezTo>
                  <a:pt x="11062" y="178120"/>
                  <a:pt x="8950" y="175862"/>
                  <a:pt x="7908" y="171021"/>
                </a:cubicBezTo>
                <a:cubicBezTo>
                  <a:pt x="7068" y="167117"/>
                  <a:pt x="4593" y="159669"/>
                  <a:pt x="2407" y="154470"/>
                </a:cubicBezTo>
                <a:cubicBezTo>
                  <a:pt x="-1401" y="145413"/>
                  <a:pt x="-1217" y="143959"/>
                  <a:pt x="6812" y="119621"/>
                </a:cubicBezTo>
                <a:cubicBezTo>
                  <a:pt x="11420" y="105652"/>
                  <a:pt x="16036" y="93061"/>
                  <a:pt x="17071" y="91641"/>
                </a:cubicBezTo>
                <a:cubicBezTo>
                  <a:pt x="18105" y="90222"/>
                  <a:pt x="19709" y="85887"/>
                  <a:pt x="20635" y="82008"/>
                </a:cubicBezTo>
                <a:cubicBezTo>
                  <a:pt x="21600" y="77965"/>
                  <a:pt x="25393" y="73366"/>
                  <a:pt x="29523" y="71230"/>
                </a:cubicBezTo>
                <a:cubicBezTo>
                  <a:pt x="37293" y="67213"/>
                  <a:pt x="42896" y="57515"/>
                  <a:pt x="42896" y="48085"/>
                </a:cubicBezTo>
                <a:cubicBezTo>
                  <a:pt x="42896" y="44850"/>
                  <a:pt x="45882" y="39398"/>
                  <a:pt x="49532" y="35969"/>
                </a:cubicBezTo>
                <a:cubicBezTo>
                  <a:pt x="54317" y="31473"/>
                  <a:pt x="55816" y="27929"/>
                  <a:pt x="54906" y="23257"/>
                </a:cubicBezTo>
                <a:cubicBezTo>
                  <a:pt x="53161" y="14292"/>
                  <a:pt x="60305" y="0"/>
                  <a:pt x="66531" y="0"/>
                </a:cubicBezTo>
                <a:cubicBezTo>
                  <a:pt x="74307" y="0"/>
                  <a:pt x="80918" y="8058"/>
                  <a:pt x="82468" y="19425"/>
                </a:cubicBezTo>
                <a:cubicBezTo>
                  <a:pt x="84849" y="36891"/>
                  <a:pt x="88533" y="43885"/>
                  <a:pt x="95351" y="43885"/>
                </a:cubicBezTo>
                <a:cubicBezTo>
                  <a:pt x="98716" y="43885"/>
                  <a:pt x="103572" y="46208"/>
                  <a:pt x="106141" y="49048"/>
                </a:cubicBezTo>
                <a:cubicBezTo>
                  <a:pt x="108711" y="51887"/>
                  <a:pt x="112086" y="54190"/>
                  <a:pt x="113640" y="54166"/>
                </a:cubicBezTo>
                <a:cubicBezTo>
                  <a:pt x="117209" y="54110"/>
                  <a:pt x="125915" y="44980"/>
                  <a:pt x="132249" y="34653"/>
                </a:cubicBezTo>
                <a:cubicBezTo>
                  <a:pt x="141121" y="20185"/>
                  <a:pt x="150911" y="10326"/>
                  <a:pt x="156404" y="10326"/>
                </a:cubicBezTo>
                <a:cubicBezTo>
                  <a:pt x="159385" y="10326"/>
                  <a:pt x="164754" y="8406"/>
                  <a:pt x="168334" y="6060"/>
                </a:cubicBezTo>
                <a:cubicBezTo>
                  <a:pt x="174611" y="1948"/>
                  <a:pt x="175258" y="2087"/>
                  <a:pt x="186389" y="9933"/>
                </a:cubicBezTo>
                <a:cubicBezTo>
                  <a:pt x="192739" y="14408"/>
                  <a:pt x="199021" y="18070"/>
                  <a:pt x="200349" y="18070"/>
                </a:cubicBezTo>
                <a:cubicBezTo>
                  <a:pt x="204669" y="18070"/>
                  <a:pt x="208141" y="27331"/>
                  <a:pt x="204999" y="30473"/>
                </a:cubicBezTo>
                <a:cubicBezTo>
                  <a:pt x="200842" y="34630"/>
                  <a:pt x="205908" y="39750"/>
                  <a:pt x="218185" y="43802"/>
                </a:cubicBezTo>
                <a:cubicBezTo>
                  <a:pt x="223767" y="45645"/>
                  <a:pt x="227842" y="48450"/>
                  <a:pt x="227241" y="50036"/>
                </a:cubicBezTo>
                <a:cubicBezTo>
                  <a:pt x="226639" y="51622"/>
                  <a:pt x="231671" y="56363"/>
                  <a:pt x="238424" y="60571"/>
                </a:cubicBezTo>
                <a:cubicBezTo>
                  <a:pt x="245177" y="64780"/>
                  <a:pt x="255598" y="73342"/>
                  <a:pt x="261581" y="79599"/>
                </a:cubicBezTo>
                <a:cubicBezTo>
                  <a:pt x="268586" y="86925"/>
                  <a:pt x="273870" y="90433"/>
                  <a:pt x="276424" y="89453"/>
                </a:cubicBezTo>
                <a:cubicBezTo>
                  <a:pt x="278605" y="88616"/>
                  <a:pt x="280389" y="88966"/>
                  <a:pt x="280389" y="90232"/>
                </a:cubicBezTo>
                <a:cubicBezTo>
                  <a:pt x="280389" y="91497"/>
                  <a:pt x="284254" y="93807"/>
                  <a:pt x="288978" y="95366"/>
                </a:cubicBezTo>
                <a:cubicBezTo>
                  <a:pt x="297678" y="98238"/>
                  <a:pt x="306636" y="107909"/>
                  <a:pt x="309784" y="117828"/>
                </a:cubicBezTo>
                <a:cubicBezTo>
                  <a:pt x="310845" y="121169"/>
                  <a:pt x="316015" y="124983"/>
                  <a:pt x="323208" y="127731"/>
                </a:cubicBezTo>
                <a:cubicBezTo>
                  <a:pt x="334331" y="131978"/>
                  <a:pt x="334696" y="132432"/>
                  <a:pt x="330610" y="136947"/>
                </a:cubicBezTo>
                <a:cubicBezTo>
                  <a:pt x="327588" y="140286"/>
                  <a:pt x="326585" y="145078"/>
                  <a:pt x="327230" y="153094"/>
                </a:cubicBezTo>
                <a:lnTo>
                  <a:pt x="328146" y="164492"/>
                </a:lnTo>
                <a:lnTo>
                  <a:pt x="285552" y="166189"/>
                </a:lnTo>
                <a:cubicBezTo>
                  <a:pt x="262126" y="167123"/>
                  <a:pt x="236250" y="168600"/>
                  <a:pt x="228050" y="169472"/>
                </a:cubicBezTo>
                <a:lnTo>
                  <a:pt x="213142" y="171057"/>
                </a:lnTo>
                <a:lnTo>
                  <a:pt x="197915" y="199758"/>
                </a:lnTo>
                <a:cubicBezTo>
                  <a:pt x="189539" y="215543"/>
                  <a:pt x="181626" y="229659"/>
                  <a:pt x="180329" y="231127"/>
                </a:cubicBezTo>
                <a:cubicBezTo>
                  <a:pt x="174323" y="237923"/>
                  <a:pt x="174624" y="246989"/>
                  <a:pt x="181055" y="253031"/>
                </a:cubicBezTo>
                <a:cubicBezTo>
                  <a:pt x="187596" y="259176"/>
                  <a:pt x="189401" y="268075"/>
                  <a:pt x="185000" y="272477"/>
                </a:cubicBezTo>
                <a:cubicBezTo>
                  <a:pt x="182808" y="274669"/>
                  <a:pt x="182167" y="281522"/>
                  <a:pt x="182260" y="301769"/>
                </a:cubicBezTo>
                <a:cubicBezTo>
                  <a:pt x="182290" y="308297"/>
                  <a:pt x="178160" y="314937"/>
                  <a:pt x="174070" y="314937"/>
                </a:cubicBezTo>
                <a:cubicBezTo>
                  <a:pt x="172734" y="314937"/>
                  <a:pt x="162131" y="306034"/>
                  <a:pt x="150508" y="295153"/>
                </a:cubicBezTo>
                <a:close/>
              </a:path>
            </a:pathLst>
          </a:custGeom>
          <a:solidFill>
            <a:srgbClr val="B9B9B9"/>
          </a:solidFill>
          <a:ln w="5163" cap="flat">
            <a:noFill/>
            <a:prstDash val="solid"/>
            <a:miter/>
          </a:ln>
        </p:spPr>
        <p:txBody>
          <a:bodyPr/>
          <a:lstStyle/>
          <a:p>
            <a:endParaRPr lang="es-419" noProof="0" dirty="0"/>
          </a:p>
        </p:txBody>
      </p:sp>
      <p:sp>
        <p:nvSpPr>
          <p:cNvPr id="62" name="Forma libre: forma 61">
            <a:extLst>
              <a:ext uri="{FF2B5EF4-FFF2-40B4-BE49-F238E27FC236}">
                <a16:creationId xmlns:a16="http://schemas.microsoft.com/office/drawing/2014/main" id="{7B960478-9788-9DA1-6F2F-F62C64E0CA81}"/>
              </a:ext>
            </a:extLst>
          </p:cNvPr>
          <p:cNvSpPr/>
          <p:nvPr/>
        </p:nvSpPr>
        <p:spPr>
          <a:xfrm>
            <a:off x="1645015" y="2415517"/>
            <a:ext cx="409424" cy="276749"/>
          </a:xfrm>
          <a:custGeom>
            <a:avLst/>
            <a:gdLst>
              <a:gd name="csX0" fmla="*/ 169694 w 409424"/>
              <a:gd name="csY0" fmla="*/ 275279 h 276749"/>
              <a:gd name="csX1" fmla="*/ 152536 w 409424"/>
              <a:gd name="csY1" fmla="*/ 270490 h 276749"/>
              <a:gd name="csX2" fmla="*/ 128939 w 409424"/>
              <a:gd name="csY2" fmla="*/ 261017 h 276749"/>
              <a:gd name="csX3" fmla="*/ 97253 w 409424"/>
              <a:gd name="csY3" fmla="*/ 251980 h 276749"/>
              <a:gd name="csX4" fmla="*/ 66316 w 409424"/>
              <a:gd name="csY4" fmla="*/ 248914 h 276749"/>
              <a:gd name="csX5" fmla="*/ 49536 w 409424"/>
              <a:gd name="csY5" fmla="*/ 241356 h 276749"/>
              <a:gd name="csX6" fmla="*/ 12262 w 409424"/>
              <a:gd name="csY6" fmla="*/ 223990 h 276749"/>
              <a:gd name="csX7" fmla="*/ 0 w 409424"/>
              <a:gd name="csY7" fmla="*/ 222341 h 276749"/>
              <a:gd name="csX8" fmla="*/ 5808 w 409424"/>
              <a:gd name="csY8" fmla="*/ 214784 h 276749"/>
              <a:gd name="csX9" fmla="*/ 14198 w 409424"/>
              <a:gd name="csY9" fmla="*/ 206134 h 276749"/>
              <a:gd name="csX10" fmla="*/ 30441 w 409424"/>
              <a:gd name="csY10" fmla="*/ 191104 h 276749"/>
              <a:gd name="csX11" fmla="*/ 44102 w 409424"/>
              <a:gd name="csY11" fmla="*/ 178805 h 276749"/>
              <a:gd name="csX12" fmla="*/ 41686 w 409424"/>
              <a:gd name="csY12" fmla="*/ 166228 h 276749"/>
              <a:gd name="csX13" fmla="*/ 27640 w 409424"/>
              <a:gd name="csY13" fmla="*/ 142994 h 276749"/>
              <a:gd name="csX14" fmla="*/ 10050 w 409424"/>
              <a:gd name="csY14" fmla="*/ 94836 h 276749"/>
              <a:gd name="csX15" fmla="*/ 25607 w 409424"/>
              <a:gd name="csY15" fmla="*/ 63931 h 276749"/>
              <a:gd name="csX16" fmla="*/ 43054 w 409424"/>
              <a:gd name="csY16" fmla="*/ 67030 h 276749"/>
              <a:gd name="csX17" fmla="*/ 54130 w 409424"/>
              <a:gd name="csY17" fmla="*/ 57326 h 276749"/>
              <a:gd name="csX18" fmla="*/ 54400 w 409424"/>
              <a:gd name="csY18" fmla="*/ 43740 h 276749"/>
              <a:gd name="csX19" fmla="*/ 67118 w 409424"/>
              <a:gd name="csY19" fmla="*/ 40356 h 276749"/>
              <a:gd name="csX20" fmla="*/ 69858 w 409424"/>
              <a:gd name="csY20" fmla="*/ 47250 h 276749"/>
              <a:gd name="csX21" fmla="*/ 74957 w 409424"/>
              <a:gd name="csY21" fmla="*/ 55146 h 276749"/>
              <a:gd name="csX22" fmla="*/ 85078 w 409424"/>
              <a:gd name="csY22" fmla="*/ 56392 h 276749"/>
              <a:gd name="csX23" fmla="*/ 108275 w 409424"/>
              <a:gd name="csY23" fmla="*/ 51828 h 276749"/>
              <a:gd name="csX24" fmla="*/ 135859 w 409424"/>
              <a:gd name="csY24" fmla="*/ 46965 h 276749"/>
              <a:gd name="csX25" fmla="*/ 159928 w 409424"/>
              <a:gd name="csY25" fmla="*/ 4926 h 276749"/>
              <a:gd name="csX26" fmla="*/ 164133 w 409424"/>
              <a:gd name="csY26" fmla="*/ 409 h 276749"/>
              <a:gd name="csX27" fmla="*/ 170486 w 409424"/>
              <a:gd name="csY27" fmla="*/ 1976 h 276749"/>
              <a:gd name="csX28" fmla="*/ 183283 w 409424"/>
              <a:gd name="csY28" fmla="*/ 17951 h 276749"/>
              <a:gd name="csX29" fmla="*/ 185999 w 409424"/>
              <a:gd name="csY29" fmla="*/ 22627 h 276749"/>
              <a:gd name="csX30" fmla="*/ 191478 w 409424"/>
              <a:gd name="csY30" fmla="*/ 30556 h 276749"/>
              <a:gd name="csX31" fmla="*/ 217371 w 409424"/>
              <a:gd name="csY31" fmla="*/ 43279 h 276749"/>
              <a:gd name="csX32" fmla="*/ 231319 w 409424"/>
              <a:gd name="csY32" fmla="*/ 47797 h 276749"/>
              <a:gd name="csX33" fmla="*/ 231065 w 409424"/>
              <a:gd name="csY33" fmla="*/ 71654 h 276749"/>
              <a:gd name="csX34" fmla="*/ 232914 w 409424"/>
              <a:gd name="csY34" fmla="*/ 94162 h 276749"/>
              <a:gd name="csX35" fmla="*/ 264097 w 409424"/>
              <a:gd name="csY35" fmla="*/ 98422 h 276749"/>
              <a:gd name="csX36" fmla="*/ 290859 w 409424"/>
              <a:gd name="csY36" fmla="*/ 85458 h 276749"/>
              <a:gd name="csX37" fmla="*/ 289553 w 409424"/>
              <a:gd name="csY37" fmla="*/ 87164 h 276749"/>
              <a:gd name="csX38" fmla="*/ 313001 w 409424"/>
              <a:gd name="csY38" fmla="*/ 117924 h 276749"/>
              <a:gd name="csX39" fmla="*/ 320100 w 409424"/>
              <a:gd name="csY39" fmla="*/ 125822 h 276749"/>
              <a:gd name="csX40" fmla="*/ 323327 w 409424"/>
              <a:gd name="csY40" fmla="*/ 131062 h 276749"/>
              <a:gd name="csX41" fmla="*/ 409403 w 409424"/>
              <a:gd name="csY41" fmla="*/ 134303 h 276749"/>
              <a:gd name="csX42" fmla="*/ 398626 w 409424"/>
              <a:gd name="csY42" fmla="*/ 166622 h 276749"/>
              <a:gd name="csX43" fmla="*/ 387152 w 409424"/>
              <a:gd name="csY43" fmla="*/ 198243 h 276749"/>
              <a:gd name="csX44" fmla="*/ 392348 w 409424"/>
              <a:gd name="csY44" fmla="*/ 208428 h 276749"/>
              <a:gd name="csX45" fmla="*/ 395238 w 409424"/>
              <a:gd name="csY45" fmla="*/ 226562 h 276749"/>
              <a:gd name="csX46" fmla="*/ 391384 w 409424"/>
              <a:gd name="csY46" fmla="*/ 222526 h 276749"/>
              <a:gd name="csX47" fmla="*/ 386991 w 409424"/>
              <a:gd name="csY47" fmla="*/ 220249 h 276749"/>
              <a:gd name="csX48" fmla="*/ 376751 w 409424"/>
              <a:gd name="csY48" fmla="*/ 216540 h 276749"/>
              <a:gd name="csX49" fmla="*/ 366566 w 409424"/>
              <a:gd name="csY49" fmla="*/ 215027 h 276749"/>
              <a:gd name="csX50" fmla="*/ 371084 w 409424"/>
              <a:gd name="csY50" fmla="*/ 220497 h 276749"/>
              <a:gd name="csX51" fmla="*/ 400125 w 409424"/>
              <a:gd name="csY51" fmla="*/ 234526 h 276749"/>
              <a:gd name="csX52" fmla="*/ 382700 w 409424"/>
              <a:gd name="csY52" fmla="*/ 228973 h 276749"/>
              <a:gd name="csX53" fmla="*/ 356240 w 409424"/>
              <a:gd name="csY53" fmla="*/ 221430 h 276749"/>
              <a:gd name="csX54" fmla="*/ 344640 w 409424"/>
              <a:gd name="csY54" fmla="*/ 215296 h 276749"/>
              <a:gd name="csX55" fmla="*/ 351310 w 409424"/>
              <a:gd name="csY55" fmla="*/ 215089 h 276749"/>
              <a:gd name="csX56" fmla="*/ 353659 w 409424"/>
              <a:gd name="csY56" fmla="*/ 213898 h 276749"/>
              <a:gd name="csX57" fmla="*/ 348281 w 409424"/>
              <a:gd name="csY57" fmla="*/ 208377 h 276749"/>
              <a:gd name="csX58" fmla="*/ 338397 w 409424"/>
              <a:gd name="csY58" fmla="*/ 209577 h 276749"/>
              <a:gd name="csX59" fmla="*/ 330426 w 409424"/>
              <a:gd name="csY59" fmla="*/ 208411 h 276749"/>
              <a:gd name="csX60" fmla="*/ 317751 w 409424"/>
              <a:gd name="csY60" fmla="*/ 206264 h 276749"/>
              <a:gd name="csX61" fmla="*/ 320963 w 409424"/>
              <a:gd name="csY61" fmla="*/ 214760 h 276749"/>
              <a:gd name="csX62" fmla="*/ 323972 w 409424"/>
              <a:gd name="csY62" fmla="*/ 215747 h 276749"/>
              <a:gd name="csX63" fmla="*/ 314937 w 409424"/>
              <a:gd name="csY63" fmla="*/ 219599 h 276749"/>
              <a:gd name="csX64" fmla="*/ 321391 w 409424"/>
              <a:gd name="csY64" fmla="*/ 219864 h 276749"/>
              <a:gd name="csX65" fmla="*/ 330426 w 409424"/>
              <a:gd name="csY65" fmla="*/ 221426 h 276749"/>
              <a:gd name="csX66" fmla="*/ 310754 w 409424"/>
              <a:gd name="csY66" fmla="*/ 223941 h 276749"/>
              <a:gd name="csX67" fmla="*/ 284939 w 409424"/>
              <a:gd name="csY67" fmla="*/ 234304 h 276749"/>
              <a:gd name="csX68" fmla="*/ 270316 w 409424"/>
              <a:gd name="csY68" fmla="*/ 244630 h 276749"/>
              <a:gd name="csX69" fmla="*/ 259397 w 409424"/>
              <a:gd name="csY69" fmla="*/ 248767 h 276749"/>
              <a:gd name="csX70" fmla="*/ 242736 w 409424"/>
              <a:gd name="csY70" fmla="*/ 255227 h 276749"/>
              <a:gd name="csX71" fmla="*/ 220097 w 409424"/>
              <a:gd name="csY71" fmla="*/ 265079 h 276749"/>
              <a:gd name="csX72" fmla="*/ 198772 w 409424"/>
              <a:gd name="csY72" fmla="*/ 274061 h 276749"/>
              <a:gd name="csX73" fmla="*/ 169694 w 409424"/>
              <a:gd name="csY73" fmla="*/ 275279 h 2767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Lst>
            <a:rect l="l" t="t" r="r" b="b"/>
            <a:pathLst>
              <a:path w="409424" h="276749">
                <a:moveTo>
                  <a:pt x="169694" y="275279"/>
                </a:moveTo>
                <a:cubicBezTo>
                  <a:pt x="167412" y="274002"/>
                  <a:pt x="159691" y="271847"/>
                  <a:pt x="152536" y="270490"/>
                </a:cubicBezTo>
                <a:cubicBezTo>
                  <a:pt x="145381" y="269133"/>
                  <a:pt x="134762" y="264870"/>
                  <a:pt x="128939" y="261017"/>
                </a:cubicBezTo>
                <a:cubicBezTo>
                  <a:pt x="120697" y="255563"/>
                  <a:pt x="113680" y="253561"/>
                  <a:pt x="97253" y="251980"/>
                </a:cubicBezTo>
                <a:cubicBezTo>
                  <a:pt x="85648" y="250863"/>
                  <a:pt x="71726" y="249483"/>
                  <a:pt x="66316" y="248914"/>
                </a:cubicBezTo>
                <a:cubicBezTo>
                  <a:pt x="60430" y="248295"/>
                  <a:pt x="53691" y="245260"/>
                  <a:pt x="49536" y="241356"/>
                </a:cubicBezTo>
                <a:cubicBezTo>
                  <a:pt x="36860" y="229445"/>
                  <a:pt x="25174" y="224000"/>
                  <a:pt x="12262" y="223990"/>
                </a:cubicBezTo>
                <a:cubicBezTo>
                  <a:pt x="5518" y="223985"/>
                  <a:pt x="0" y="223243"/>
                  <a:pt x="0" y="222341"/>
                </a:cubicBezTo>
                <a:cubicBezTo>
                  <a:pt x="0" y="221438"/>
                  <a:pt x="2614" y="218038"/>
                  <a:pt x="5808" y="214784"/>
                </a:cubicBezTo>
                <a:cubicBezTo>
                  <a:pt x="9003" y="211529"/>
                  <a:pt x="12778" y="207637"/>
                  <a:pt x="14198" y="206134"/>
                </a:cubicBezTo>
                <a:cubicBezTo>
                  <a:pt x="15618" y="204632"/>
                  <a:pt x="22927" y="197868"/>
                  <a:pt x="30441" y="191104"/>
                </a:cubicBezTo>
                <a:lnTo>
                  <a:pt x="44102" y="178805"/>
                </a:lnTo>
                <a:lnTo>
                  <a:pt x="41686" y="166228"/>
                </a:lnTo>
                <a:cubicBezTo>
                  <a:pt x="39751" y="156152"/>
                  <a:pt x="36957" y="151530"/>
                  <a:pt x="27640" y="142994"/>
                </a:cubicBezTo>
                <a:cubicBezTo>
                  <a:pt x="14024" y="130519"/>
                  <a:pt x="10714" y="121458"/>
                  <a:pt x="10050" y="94836"/>
                </a:cubicBezTo>
                <a:cubicBezTo>
                  <a:pt x="9450" y="70766"/>
                  <a:pt x="12891" y="63931"/>
                  <a:pt x="25607" y="63931"/>
                </a:cubicBezTo>
                <a:cubicBezTo>
                  <a:pt x="30489" y="63931"/>
                  <a:pt x="38340" y="65326"/>
                  <a:pt x="43054" y="67030"/>
                </a:cubicBezTo>
                <a:cubicBezTo>
                  <a:pt x="54638" y="71219"/>
                  <a:pt x="59354" y="67087"/>
                  <a:pt x="54130" y="57326"/>
                </a:cubicBezTo>
                <a:cubicBezTo>
                  <a:pt x="51035" y="51543"/>
                  <a:pt x="51072" y="49668"/>
                  <a:pt x="54400" y="43740"/>
                </a:cubicBezTo>
                <a:cubicBezTo>
                  <a:pt x="59239" y="35118"/>
                  <a:pt x="67118" y="33022"/>
                  <a:pt x="67118" y="40356"/>
                </a:cubicBezTo>
                <a:cubicBezTo>
                  <a:pt x="67118" y="43216"/>
                  <a:pt x="68351" y="46318"/>
                  <a:pt x="69858" y="47250"/>
                </a:cubicBezTo>
                <a:cubicBezTo>
                  <a:pt x="71366" y="48181"/>
                  <a:pt x="73660" y="51735"/>
                  <a:pt x="74957" y="55146"/>
                </a:cubicBezTo>
                <a:cubicBezTo>
                  <a:pt x="77803" y="62631"/>
                  <a:pt x="81496" y="63085"/>
                  <a:pt x="85078" y="56392"/>
                </a:cubicBezTo>
                <a:cubicBezTo>
                  <a:pt x="87383" y="52084"/>
                  <a:pt x="90423" y="51486"/>
                  <a:pt x="108275" y="51828"/>
                </a:cubicBezTo>
                <a:cubicBezTo>
                  <a:pt x="125309" y="52154"/>
                  <a:pt x="130021" y="51323"/>
                  <a:pt x="135859" y="46965"/>
                </a:cubicBezTo>
                <a:cubicBezTo>
                  <a:pt x="144210" y="40730"/>
                  <a:pt x="159754" y="13580"/>
                  <a:pt x="159928" y="4926"/>
                </a:cubicBezTo>
                <a:cubicBezTo>
                  <a:pt x="160018" y="462"/>
                  <a:pt x="161137" y="-741"/>
                  <a:pt x="164133" y="409"/>
                </a:cubicBezTo>
                <a:cubicBezTo>
                  <a:pt x="166379" y="1271"/>
                  <a:pt x="169238" y="1976"/>
                  <a:pt x="170486" y="1976"/>
                </a:cubicBezTo>
                <a:cubicBezTo>
                  <a:pt x="174404" y="1976"/>
                  <a:pt x="183283" y="13060"/>
                  <a:pt x="183283" y="17951"/>
                </a:cubicBezTo>
                <a:cubicBezTo>
                  <a:pt x="183283" y="20523"/>
                  <a:pt x="184505" y="22627"/>
                  <a:pt x="185999" y="22627"/>
                </a:cubicBezTo>
                <a:cubicBezTo>
                  <a:pt x="187493" y="22627"/>
                  <a:pt x="189958" y="26195"/>
                  <a:pt x="191478" y="30556"/>
                </a:cubicBezTo>
                <a:cubicBezTo>
                  <a:pt x="194632" y="39603"/>
                  <a:pt x="202114" y="43279"/>
                  <a:pt x="217371" y="43279"/>
                </a:cubicBezTo>
                <a:cubicBezTo>
                  <a:pt x="224361" y="43279"/>
                  <a:pt x="229040" y="44794"/>
                  <a:pt x="231319" y="47797"/>
                </a:cubicBezTo>
                <a:cubicBezTo>
                  <a:pt x="235951" y="53900"/>
                  <a:pt x="235804" y="67721"/>
                  <a:pt x="231065" y="71654"/>
                </a:cubicBezTo>
                <a:cubicBezTo>
                  <a:pt x="227042" y="74993"/>
                  <a:pt x="227738" y="83470"/>
                  <a:pt x="232914" y="94162"/>
                </a:cubicBezTo>
                <a:cubicBezTo>
                  <a:pt x="236944" y="102487"/>
                  <a:pt x="256280" y="105129"/>
                  <a:pt x="264097" y="98422"/>
                </a:cubicBezTo>
                <a:cubicBezTo>
                  <a:pt x="272137" y="91525"/>
                  <a:pt x="288836" y="83435"/>
                  <a:pt x="290859" y="85458"/>
                </a:cubicBezTo>
                <a:cubicBezTo>
                  <a:pt x="291797" y="86396"/>
                  <a:pt x="291209" y="87164"/>
                  <a:pt x="289553" y="87164"/>
                </a:cubicBezTo>
                <a:cubicBezTo>
                  <a:pt x="278849" y="87164"/>
                  <a:pt x="297992" y="112276"/>
                  <a:pt x="313001" y="117924"/>
                </a:cubicBezTo>
                <a:cubicBezTo>
                  <a:pt x="317528" y="119627"/>
                  <a:pt x="320100" y="122488"/>
                  <a:pt x="320100" y="125822"/>
                </a:cubicBezTo>
                <a:cubicBezTo>
                  <a:pt x="320100" y="128696"/>
                  <a:pt x="321552" y="131055"/>
                  <a:pt x="323327" y="131062"/>
                </a:cubicBezTo>
                <a:cubicBezTo>
                  <a:pt x="338940" y="131129"/>
                  <a:pt x="408862" y="133762"/>
                  <a:pt x="409403" y="134303"/>
                </a:cubicBezTo>
                <a:cubicBezTo>
                  <a:pt x="409786" y="134687"/>
                  <a:pt x="404937" y="149230"/>
                  <a:pt x="398626" y="166622"/>
                </a:cubicBezTo>
                <a:lnTo>
                  <a:pt x="387152" y="198243"/>
                </a:lnTo>
                <a:lnTo>
                  <a:pt x="392348" y="208428"/>
                </a:lnTo>
                <a:cubicBezTo>
                  <a:pt x="397867" y="219247"/>
                  <a:pt x="399033" y="226562"/>
                  <a:pt x="395238" y="226562"/>
                </a:cubicBezTo>
                <a:cubicBezTo>
                  <a:pt x="393970" y="226562"/>
                  <a:pt x="392236" y="224746"/>
                  <a:pt x="391384" y="222526"/>
                </a:cubicBezTo>
                <a:cubicBezTo>
                  <a:pt x="390533" y="220307"/>
                  <a:pt x="388555" y="219282"/>
                  <a:pt x="386991" y="220249"/>
                </a:cubicBezTo>
                <a:cubicBezTo>
                  <a:pt x="385426" y="221216"/>
                  <a:pt x="380818" y="219547"/>
                  <a:pt x="376751" y="216540"/>
                </a:cubicBezTo>
                <a:cubicBezTo>
                  <a:pt x="367939" y="210026"/>
                  <a:pt x="366566" y="209821"/>
                  <a:pt x="366566" y="215027"/>
                </a:cubicBezTo>
                <a:cubicBezTo>
                  <a:pt x="366566" y="217201"/>
                  <a:pt x="368599" y="219663"/>
                  <a:pt x="371084" y="220497"/>
                </a:cubicBezTo>
                <a:cubicBezTo>
                  <a:pt x="382593" y="224364"/>
                  <a:pt x="400125" y="232833"/>
                  <a:pt x="400125" y="234526"/>
                </a:cubicBezTo>
                <a:cubicBezTo>
                  <a:pt x="400125" y="235560"/>
                  <a:pt x="392284" y="233061"/>
                  <a:pt x="382700" y="228973"/>
                </a:cubicBezTo>
                <a:cubicBezTo>
                  <a:pt x="373117" y="224884"/>
                  <a:pt x="361210" y="221490"/>
                  <a:pt x="356240" y="221430"/>
                </a:cubicBezTo>
                <a:cubicBezTo>
                  <a:pt x="344962" y="221293"/>
                  <a:pt x="338255" y="217747"/>
                  <a:pt x="344640" y="215296"/>
                </a:cubicBezTo>
                <a:cubicBezTo>
                  <a:pt x="347017" y="214384"/>
                  <a:pt x="350019" y="214291"/>
                  <a:pt x="351310" y="215089"/>
                </a:cubicBezTo>
                <a:cubicBezTo>
                  <a:pt x="352602" y="215888"/>
                  <a:pt x="353659" y="215352"/>
                  <a:pt x="353659" y="213898"/>
                </a:cubicBezTo>
                <a:cubicBezTo>
                  <a:pt x="353659" y="212444"/>
                  <a:pt x="351239" y="209960"/>
                  <a:pt x="348281" y="208377"/>
                </a:cubicBezTo>
                <a:cubicBezTo>
                  <a:pt x="344050" y="206113"/>
                  <a:pt x="341943" y="206369"/>
                  <a:pt x="338397" y="209577"/>
                </a:cubicBezTo>
                <a:cubicBezTo>
                  <a:pt x="332399" y="215006"/>
                  <a:pt x="330426" y="214717"/>
                  <a:pt x="330426" y="208411"/>
                </a:cubicBezTo>
                <a:cubicBezTo>
                  <a:pt x="330426" y="200483"/>
                  <a:pt x="323396" y="199293"/>
                  <a:pt x="317751" y="206264"/>
                </a:cubicBezTo>
                <a:cubicBezTo>
                  <a:pt x="311888" y="213504"/>
                  <a:pt x="313243" y="217088"/>
                  <a:pt x="320963" y="214760"/>
                </a:cubicBezTo>
                <a:cubicBezTo>
                  <a:pt x="324787" y="213607"/>
                  <a:pt x="325738" y="213919"/>
                  <a:pt x="323972" y="215747"/>
                </a:cubicBezTo>
                <a:cubicBezTo>
                  <a:pt x="322552" y="217218"/>
                  <a:pt x="318487" y="218951"/>
                  <a:pt x="314937" y="219599"/>
                </a:cubicBezTo>
                <a:cubicBezTo>
                  <a:pt x="311388" y="220248"/>
                  <a:pt x="314292" y="220366"/>
                  <a:pt x="321391" y="219864"/>
                </a:cubicBezTo>
                <a:cubicBezTo>
                  <a:pt x="330318" y="219231"/>
                  <a:pt x="333104" y="219713"/>
                  <a:pt x="330426" y="221426"/>
                </a:cubicBezTo>
                <a:cubicBezTo>
                  <a:pt x="328296" y="222787"/>
                  <a:pt x="319444" y="223919"/>
                  <a:pt x="310754" y="223941"/>
                </a:cubicBezTo>
                <a:cubicBezTo>
                  <a:pt x="295733" y="223979"/>
                  <a:pt x="294460" y="224490"/>
                  <a:pt x="284939" y="234304"/>
                </a:cubicBezTo>
                <a:cubicBezTo>
                  <a:pt x="279431" y="239982"/>
                  <a:pt x="272851" y="244629"/>
                  <a:pt x="270316" y="244630"/>
                </a:cubicBezTo>
                <a:cubicBezTo>
                  <a:pt x="267782" y="244631"/>
                  <a:pt x="262868" y="246493"/>
                  <a:pt x="259397" y="248767"/>
                </a:cubicBezTo>
                <a:cubicBezTo>
                  <a:pt x="255927" y="251041"/>
                  <a:pt x="248429" y="253948"/>
                  <a:pt x="242736" y="255227"/>
                </a:cubicBezTo>
                <a:cubicBezTo>
                  <a:pt x="237044" y="256506"/>
                  <a:pt x="226856" y="260940"/>
                  <a:pt x="220097" y="265079"/>
                </a:cubicBezTo>
                <a:cubicBezTo>
                  <a:pt x="213337" y="269219"/>
                  <a:pt x="203741" y="273261"/>
                  <a:pt x="198772" y="274061"/>
                </a:cubicBezTo>
                <a:cubicBezTo>
                  <a:pt x="178742" y="277289"/>
                  <a:pt x="173664" y="277501"/>
                  <a:pt x="169694" y="275279"/>
                </a:cubicBezTo>
                <a:close/>
              </a:path>
            </a:pathLst>
          </a:custGeom>
          <a:solidFill>
            <a:srgbClr val="B9B9B9"/>
          </a:solidFill>
          <a:ln w="5163" cap="flat">
            <a:noFill/>
            <a:prstDash val="solid"/>
            <a:miter/>
          </a:ln>
        </p:spPr>
        <p:txBody>
          <a:bodyPr/>
          <a:lstStyle/>
          <a:p>
            <a:endParaRPr lang="es-419" noProof="0" dirty="0"/>
          </a:p>
        </p:txBody>
      </p:sp>
      <p:sp>
        <p:nvSpPr>
          <p:cNvPr id="63" name="Forma libre: forma 62">
            <a:extLst>
              <a:ext uri="{FF2B5EF4-FFF2-40B4-BE49-F238E27FC236}">
                <a16:creationId xmlns:a16="http://schemas.microsoft.com/office/drawing/2014/main" id="{502D1E10-B091-DA10-1C71-B440D35A0B44}"/>
              </a:ext>
            </a:extLst>
          </p:cNvPr>
          <p:cNvSpPr/>
          <p:nvPr/>
        </p:nvSpPr>
        <p:spPr>
          <a:xfrm>
            <a:off x="1324915" y="2412330"/>
            <a:ext cx="357764" cy="223095"/>
          </a:xfrm>
          <a:custGeom>
            <a:avLst/>
            <a:gdLst>
              <a:gd name="csX0" fmla="*/ 310749 w 357764"/>
              <a:gd name="csY0" fmla="*/ 220821 h 223095"/>
              <a:gd name="csX1" fmla="*/ 306750 w 357764"/>
              <a:gd name="csY1" fmla="*/ 216842 h 223095"/>
              <a:gd name="csX2" fmla="*/ 298107 w 357764"/>
              <a:gd name="csY2" fmla="*/ 209508 h 223095"/>
              <a:gd name="csX3" fmla="*/ 280348 w 357764"/>
              <a:gd name="csY3" fmla="*/ 201999 h 223095"/>
              <a:gd name="csX4" fmla="*/ 262845 w 357764"/>
              <a:gd name="csY4" fmla="*/ 196313 h 223095"/>
              <a:gd name="csX5" fmla="*/ 256032 w 357764"/>
              <a:gd name="csY5" fmla="*/ 193496 h 223095"/>
              <a:gd name="csX6" fmla="*/ 242886 w 357764"/>
              <a:gd name="csY6" fmla="*/ 190679 h 223095"/>
              <a:gd name="csX7" fmla="*/ 229978 w 357764"/>
              <a:gd name="csY7" fmla="*/ 186722 h 223095"/>
              <a:gd name="csX8" fmla="*/ 220854 w 357764"/>
              <a:gd name="csY8" fmla="*/ 186091 h 223095"/>
              <a:gd name="csX9" fmla="*/ 209097 w 357764"/>
              <a:gd name="csY9" fmla="*/ 183130 h 223095"/>
              <a:gd name="csX10" fmla="*/ 214906 w 357764"/>
              <a:gd name="csY10" fmla="*/ 187877 h 223095"/>
              <a:gd name="csX11" fmla="*/ 215222 w 357764"/>
              <a:gd name="csY11" fmla="*/ 190853 h 223095"/>
              <a:gd name="csX12" fmla="*/ 206349 w 357764"/>
              <a:gd name="csY12" fmla="*/ 186954 h 223095"/>
              <a:gd name="csX13" fmla="*/ 189899 w 357764"/>
              <a:gd name="csY13" fmla="*/ 176334 h 223095"/>
              <a:gd name="csX14" fmla="*/ 172154 w 357764"/>
              <a:gd name="csY14" fmla="*/ 165667 h 223095"/>
              <a:gd name="csX15" fmla="*/ 165494 w 357764"/>
              <a:gd name="csY15" fmla="*/ 164758 h 223095"/>
              <a:gd name="csX16" fmla="*/ 154887 w 357764"/>
              <a:gd name="csY16" fmla="*/ 162867 h 223095"/>
              <a:gd name="csX17" fmla="*/ 146116 w 357764"/>
              <a:gd name="csY17" fmla="*/ 160825 h 223095"/>
              <a:gd name="csX18" fmla="*/ 117490 w 357764"/>
              <a:gd name="csY18" fmla="*/ 151278 h 223095"/>
              <a:gd name="csX19" fmla="*/ 95284 w 357764"/>
              <a:gd name="csY19" fmla="*/ 141980 h 223095"/>
              <a:gd name="csX20" fmla="*/ 92932 w 357764"/>
              <a:gd name="csY20" fmla="*/ 138216 h 223095"/>
              <a:gd name="csX21" fmla="*/ 81316 w 357764"/>
              <a:gd name="csY21" fmla="*/ 127645 h 223095"/>
              <a:gd name="csX22" fmla="*/ 69699 w 357764"/>
              <a:gd name="csY22" fmla="*/ 117508 h 223095"/>
              <a:gd name="csX23" fmla="*/ 49682 w 357764"/>
              <a:gd name="csY23" fmla="*/ 104238 h 223095"/>
              <a:gd name="csX24" fmla="*/ 33940 w 357764"/>
              <a:gd name="csY24" fmla="*/ 91155 h 223095"/>
              <a:gd name="csX25" fmla="*/ 3571 w 357764"/>
              <a:gd name="csY25" fmla="*/ 73330 h 223095"/>
              <a:gd name="csX26" fmla="*/ 0 w 357764"/>
              <a:gd name="csY26" fmla="*/ 65812 h 223095"/>
              <a:gd name="csX27" fmla="*/ 7287 w 357764"/>
              <a:gd name="csY27" fmla="*/ 53156 h 223095"/>
              <a:gd name="csX28" fmla="*/ 18044 w 357764"/>
              <a:gd name="csY28" fmla="*/ 33495 h 223095"/>
              <a:gd name="csX29" fmla="*/ 19421 w 357764"/>
              <a:gd name="csY29" fmla="*/ 20586 h 223095"/>
              <a:gd name="csX30" fmla="*/ 43911 w 357764"/>
              <a:gd name="csY30" fmla="*/ 20678 h 223095"/>
              <a:gd name="csX31" fmla="*/ 60045 w 357764"/>
              <a:gd name="csY31" fmla="*/ 24079 h 223095"/>
              <a:gd name="csX32" fmla="*/ 132045 w 357764"/>
              <a:gd name="csY32" fmla="*/ 29780 h 223095"/>
              <a:gd name="csX33" fmla="*/ 140624 w 357764"/>
              <a:gd name="csY33" fmla="*/ 26018 h 223095"/>
              <a:gd name="csX34" fmla="*/ 141619 w 357764"/>
              <a:gd name="csY34" fmla="*/ 13502 h 223095"/>
              <a:gd name="csX35" fmla="*/ 147260 w 357764"/>
              <a:gd name="csY35" fmla="*/ 0 h 223095"/>
              <a:gd name="csX36" fmla="*/ 157468 w 357764"/>
              <a:gd name="csY36" fmla="*/ 24790 h 223095"/>
              <a:gd name="csX37" fmla="*/ 164323 w 357764"/>
              <a:gd name="csY37" fmla="*/ 32600 h 223095"/>
              <a:gd name="csX38" fmla="*/ 177876 w 357764"/>
              <a:gd name="csY38" fmla="*/ 26172 h 223095"/>
              <a:gd name="csX39" fmla="*/ 195232 w 357764"/>
              <a:gd name="csY39" fmla="*/ 18047 h 223095"/>
              <a:gd name="csX40" fmla="*/ 208905 w 357764"/>
              <a:gd name="csY40" fmla="*/ 10791 h 223095"/>
              <a:gd name="csX41" fmla="*/ 219887 w 357764"/>
              <a:gd name="csY41" fmla="*/ 4680 h 223095"/>
              <a:gd name="csX42" fmla="*/ 238661 w 357764"/>
              <a:gd name="csY42" fmla="*/ 20265 h 223095"/>
              <a:gd name="csX43" fmla="*/ 254397 w 357764"/>
              <a:gd name="csY43" fmla="*/ 25712 h 223095"/>
              <a:gd name="csX44" fmla="*/ 258145 w 357764"/>
              <a:gd name="csY44" fmla="*/ 24934 h 223095"/>
              <a:gd name="csX45" fmla="*/ 286337 w 357764"/>
              <a:gd name="csY45" fmla="*/ 54210 h 223095"/>
              <a:gd name="csX46" fmla="*/ 292234 w 357764"/>
              <a:gd name="csY46" fmla="*/ 58728 h 223095"/>
              <a:gd name="csX47" fmla="*/ 311147 w 357764"/>
              <a:gd name="csY47" fmla="*/ 69699 h 223095"/>
              <a:gd name="csX48" fmla="*/ 321808 w 357764"/>
              <a:gd name="csY48" fmla="*/ 76335 h 223095"/>
              <a:gd name="csX49" fmla="*/ 326980 w 357764"/>
              <a:gd name="csY49" fmla="*/ 102795 h 223095"/>
              <a:gd name="csX50" fmla="*/ 329261 w 357764"/>
              <a:gd name="csY50" fmla="*/ 127630 h 223095"/>
              <a:gd name="csX51" fmla="*/ 333007 w 357764"/>
              <a:gd name="csY51" fmla="*/ 137310 h 223095"/>
              <a:gd name="csX52" fmla="*/ 335120 w 357764"/>
              <a:gd name="csY52" fmla="*/ 141980 h 223095"/>
              <a:gd name="csX53" fmla="*/ 346410 w 357764"/>
              <a:gd name="csY53" fmla="*/ 150369 h 223095"/>
              <a:gd name="csX54" fmla="*/ 357125 w 357764"/>
              <a:gd name="csY54" fmla="*/ 170794 h 223095"/>
              <a:gd name="csX55" fmla="*/ 348644 w 357764"/>
              <a:gd name="csY55" fmla="*/ 191877 h 223095"/>
              <a:gd name="csX56" fmla="*/ 333236 w 357764"/>
              <a:gd name="csY56" fmla="*/ 203812 h 223095"/>
              <a:gd name="csX57" fmla="*/ 327844 w 357764"/>
              <a:gd name="csY57" fmla="*/ 209994 h 223095"/>
              <a:gd name="csX58" fmla="*/ 320060 w 357764"/>
              <a:gd name="csY58" fmla="*/ 219045 h 223095"/>
              <a:gd name="csX59" fmla="*/ 310749 w 357764"/>
              <a:gd name="csY59" fmla="*/ 220821 h 2230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Lst>
            <a:rect l="l" t="t" r="r" b="b"/>
            <a:pathLst>
              <a:path w="357764" h="223095">
                <a:moveTo>
                  <a:pt x="310749" y="220821"/>
                </a:moveTo>
                <a:cubicBezTo>
                  <a:pt x="309909" y="218632"/>
                  <a:pt x="308109" y="216842"/>
                  <a:pt x="306750" y="216842"/>
                </a:cubicBezTo>
                <a:cubicBezTo>
                  <a:pt x="305390" y="216842"/>
                  <a:pt x="301501" y="213542"/>
                  <a:pt x="298107" y="209508"/>
                </a:cubicBezTo>
                <a:cubicBezTo>
                  <a:pt x="293077" y="203531"/>
                  <a:pt x="289793" y="202142"/>
                  <a:pt x="280348" y="201999"/>
                </a:cubicBezTo>
                <a:cubicBezTo>
                  <a:pt x="272259" y="201877"/>
                  <a:pt x="266975" y="200160"/>
                  <a:pt x="262845" y="196313"/>
                </a:cubicBezTo>
                <a:cubicBezTo>
                  <a:pt x="259591" y="193282"/>
                  <a:pt x="256525" y="192014"/>
                  <a:pt x="256032" y="193496"/>
                </a:cubicBezTo>
                <a:cubicBezTo>
                  <a:pt x="254564" y="197900"/>
                  <a:pt x="248378" y="196574"/>
                  <a:pt x="242886" y="190679"/>
                </a:cubicBezTo>
                <a:cubicBezTo>
                  <a:pt x="238972" y="186478"/>
                  <a:pt x="235903" y="185537"/>
                  <a:pt x="229978" y="186722"/>
                </a:cubicBezTo>
                <a:cubicBezTo>
                  <a:pt x="225703" y="187577"/>
                  <a:pt x="221597" y="187293"/>
                  <a:pt x="220854" y="186091"/>
                </a:cubicBezTo>
                <a:cubicBezTo>
                  <a:pt x="219048" y="183170"/>
                  <a:pt x="209097" y="180663"/>
                  <a:pt x="209097" y="183130"/>
                </a:cubicBezTo>
                <a:cubicBezTo>
                  <a:pt x="209097" y="184200"/>
                  <a:pt x="211711" y="186336"/>
                  <a:pt x="214906" y="187877"/>
                </a:cubicBezTo>
                <a:cubicBezTo>
                  <a:pt x="220644" y="190644"/>
                  <a:pt x="220647" y="190680"/>
                  <a:pt x="215222" y="190853"/>
                </a:cubicBezTo>
                <a:cubicBezTo>
                  <a:pt x="212201" y="190949"/>
                  <a:pt x="208208" y="189194"/>
                  <a:pt x="206349" y="186954"/>
                </a:cubicBezTo>
                <a:cubicBezTo>
                  <a:pt x="204489" y="184713"/>
                  <a:pt x="197087" y="179934"/>
                  <a:pt x="189899" y="176334"/>
                </a:cubicBezTo>
                <a:cubicBezTo>
                  <a:pt x="182711" y="172733"/>
                  <a:pt x="174726" y="167933"/>
                  <a:pt x="172154" y="165667"/>
                </a:cubicBezTo>
                <a:cubicBezTo>
                  <a:pt x="168546" y="162487"/>
                  <a:pt x="167026" y="162279"/>
                  <a:pt x="165494" y="164758"/>
                </a:cubicBezTo>
                <a:cubicBezTo>
                  <a:pt x="163542" y="167916"/>
                  <a:pt x="154887" y="166373"/>
                  <a:pt x="154887" y="162867"/>
                </a:cubicBezTo>
                <a:cubicBezTo>
                  <a:pt x="154887" y="161880"/>
                  <a:pt x="150940" y="160961"/>
                  <a:pt x="146116" y="160825"/>
                </a:cubicBezTo>
                <a:cubicBezTo>
                  <a:pt x="141292" y="160688"/>
                  <a:pt x="128410" y="156392"/>
                  <a:pt x="117490" y="151278"/>
                </a:cubicBezTo>
                <a:cubicBezTo>
                  <a:pt x="106570" y="146164"/>
                  <a:pt x="96577" y="141980"/>
                  <a:pt x="95284" y="141980"/>
                </a:cubicBezTo>
                <a:cubicBezTo>
                  <a:pt x="93990" y="141980"/>
                  <a:pt x="92932" y="140286"/>
                  <a:pt x="92932" y="138216"/>
                </a:cubicBezTo>
                <a:cubicBezTo>
                  <a:pt x="92932" y="136147"/>
                  <a:pt x="87705" y="131390"/>
                  <a:pt x="81316" y="127645"/>
                </a:cubicBezTo>
                <a:cubicBezTo>
                  <a:pt x="74927" y="123901"/>
                  <a:pt x="69699" y="119339"/>
                  <a:pt x="69699" y="117508"/>
                </a:cubicBezTo>
                <a:cubicBezTo>
                  <a:pt x="69699" y="113290"/>
                  <a:pt x="58936" y="106155"/>
                  <a:pt x="49682" y="104238"/>
                </a:cubicBezTo>
                <a:cubicBezTo>
                  <a:pt x="45282" y="103326"/>
                  <a:pt x="39312" y="98365"/>
                  <a:pt x="33940" y="91155"/>
                </a:cubicBezTo>
                <a:cubicBezTo>
                  <a:pt x="25287" y="79543"/>
                  <a:pt x="10302" y="70747"/>
                  <a:pt x="3571" y="73330"/>
                </a:cubicBezTo>
                <a:cubicBezTo>
                  <a:pt x="957" y="74333"/>
                  <a:pt x="0" y="72319"/>
                  <a:pt x="0" y="65812"/>
                </a:cubicBezTo>
                <a:cubicBezTo>
                  <a:pt x="0" y="58672"/>
                  <a:pt x="1433" y="56184"/>
                  <a:pt x="7287" y="53156"/>
                </a:cubicBezTo>
                <a:cubicBezTo>
                  <a:pt x="19411" y="46887"/>
                  <a:pt x="21790" y="42538"/>
                  <a:pt x="18044" y="33495"/>
                </a:cubicBezTo>
                <a:cubicBezTo>
                  <a:pt x="15244" y="26735"/>
                  <a:pt x="15429" y="24996"/>
                  <a:pt x="19421" y="20586"/>
                </a:cubicBezTo>
                <a:cubicBezTo>
                  <a:pt x="25368" y="14014"/>
                  <a:pt x="37292" y="14059"/>
                  <a:pt x="43911" y="20678"/>
                </a:cubicBezTo>
                <a:cubicBezTo>
                  <a:pt x="48190" y="24957"/>
                  <a:pt x="51021" y="25553"/>
                  <a:pt x="60045" y="24079"/>
                </a:cubicBezTo>
                <a:cubicBezTo>
                  <a:pt x="79921" y="20832"/>
                  <a:pt x="103607" y="22707"/>
                  <a:pt x="132045" y="29780"/>
                </a:cubicBezTo>
                <a:cubicBezTo>
                  <a:pt x="137569" y="31154"/>
                  <a:pt x="139225" y="30428"/>
                  <a:pt x="140624" y="26018"/>
                </a:cubicBezTo>
                <a:cubicBezTo>
                  <a:pt x="141578" y="23013"/>
                  <a:pt x="142026" y="17381"/>
                  <a:pt x="141619" y="13502"/>
                </a:cubicBezTo>
                <a:cubicBezTo>
                  <a:pt x="140830" y="5985"/>
                  <a:pt x="143331" y="0"/>
                  <a:pt x="147260" y="0"/>
                </a:cubicBezTo>
                <a:cubicBezTo>
                  <a:pt x="150433" y="0"/>
                  <a:pt x="157468" y="17085"/>
                  <a:pt x="157468" y="24790"/>
                </a:cubicBezTo>
                <a:cubicBezTo>
                  <a:pt x="157468" y="29227"/>
                  <a:pt x="159328" y="31346"/>
                  <a:pt x="164323" y="32600"/>
                </a:cubicBezTo>
                <a:cubicBezTo>
                  <a:pt x="169965" y="34015"/>
                  <a:pt x="172364" y="32878"/>
                  <a:pt x="177876" y="26172"/>
                </a:cubicBezTo>
                <a:cubicBezTo>
                  <a:pt x="183430" y="19415"/>
                  <a:pt x="186393" y="18028"/>
                  <a:pt x="195232" y="18047"/>
                </a:cubicBezTo>
                <a:cubicBezTo>
                  <a:pt x="204499" y="18067"/>
                  <a:pt x="206283" y="17120"/>
                  <a:pt x="208905" y="10791"/>
                </a:cubicBezTo>
                <a:cubicBezTo>
                  <a:pt x="211484" y="4565"/>
                  <a:pt x="213074" y="3680"/>
                  <a:pt x="219887" y="4680"/>
                </a:cubicBezTo>
                <a:cubicBezTo>
                  <a:pt x="228665" y="5969"/>
                  <a:pt x="236077" y="12121"/>
                  <a:pt x="238661" y="20265"/>
                </a:cubicBezTo>
                <a:cubicBezTo>
                  <a:pt x="240752" y="26852"/>
                  <a:pt x="249411" y="29849"/>
                  <a:pt x="254397" y="25712"/>
                </a:cubicBezTo>
                <a:cubicBezTo>
                  <a:pt x="256458" y="24001"/>
                  <a:pt x="258145" y="23651"/>
                  <a:pt x="258145" y="24934"/>
                </a:cubicBezTo>
                <a:cubicBezTo>
                  <a:pt x="258145" y="28142"/>
                  <a:pt x="283247" y="54210"/>
                  <a:pt x="286337" y="54210"/>
                </a:cubicBezTo>
                <a:cubicBezTo>
                  <a:pt x="287708" y="54210"/>
                  <a:pt x="290362" y="56243"/>
                  <a:pt x="292234" y="58728"/>
                </a:cubicBezTo>
                <a:cubicBezTo>
                  <a:pt x="296425" y="64288"/>
                  <a:pt x="305753" y="69699"/>
                  <a:pt x="311147" y="69699"/>
                </a:cubicBezTo>
                <a:cubicBezTo>
                  <a:pt x="313361" y="69699"/>
                  <a:pt x="318158" y="72685"/>
                  <a:pt x="321808" y="76335"/>
                </a:cubicBezTo>
                <a:cubicBezTo>
                  <a:pt x="328098" y="82626"/>
                  <a:pt x="328367" y="84002"/>
                  <a:pt x="326980" y="102795"/>
                </a:cubicBezTo>
                <a:cubicBezTo>
                  <a:pt x="325865" y="117888"/>
                  <a:pt x="326410" y="123815"/>
                  <a:pt x="329261" y="127630"/>
                </a:cubicBezTo>
                <a:cubicBezTo>
                  <a:pt x="331322" y="130386"/>
                  <a:pt x="333007" y="134742"/>
                  <a:pt x="333007" y="137310"/>
                </a:cubicBezTo>
                <a:cubicBezTo>
                  <a:pt x="333007" y="139879"/>
                  <a:pt x="333958" y="141980"/>
                  <a:pt x="335120" y="141980"/>
                </a:cubicBezTo>
                <a:cubicBezTo>
                  <a:pt x="336282" y="141980"/>
                  <a:pt x="341362" y="145755"/>
                  <a:pt x="346410" y="150369"/>
                </a:cubicBezTo>
                <a:cubicBezTo>
                  <a:pt x="353607" y="156948"/>
                  <a:pt x="355920" y="161358"/>
                  <a:pt x="357125" y="170794"/>
                </a:cubicBezTo>
                <a:cubicBezTo>
                  <a:pt x="358591" y="182285"/>
                  <a:pt x="358209" y="183236"/>
                  <a:pt x="348644" y="191877"/>
                </a:cubicBezTo>
                <a:cubicBezTo>
                  <a:pt x="343134" y="196855"/>
                  <a:pt x="336201" y="202226"/>
                  <a:pt x="333236" y="203812"/>
                </a:cubicBezTo>
                <a:cubicBezTo>
                  <a:pt x="330270" y="205399"/>
                  <a:pt x="327844" y="208181"/>
                  <a:pt x="327844" y="209994"/>
                </a:cubicBezTo>
                <a:cubicBezTo>
                  <a:pt x="327844" y="211806"/>
                  <a:pt x="324341" y="215879"/>
                  <a:pt x="320060" y="219045"/>
                </a:cubicBezTo>
                <a:cubicBezTo>
                  <a:pt x="313416" y="223957"/>
                  <a:pt x="312052" y="224217"/>
                  <a:pt x="310749" y="220821"/>
                </a:cubicBezTo>
                <a:close/>
              </a:path>
            </a:pathLst>
          </a:custGeom>
          <a:solidFill>
            <a:srgbClr val="B9B9B9"/>
          </a:solidFill>
          <a:ln w="5163" cap="flat">
            <a:noFill/>
            <a:prstDash val="solid"/>
            <a:miter/>
          </a:ln>
        </p:spPr>
        <p:txBody>
          <a:bodyPr/>
          <a:lstStyle/>
          <a:p>
            <a:endParaRPr lang="es-419" noProof="0" dirty="0"/>
          </a:p>
        </p:txBody>
      </p:sp>
      <p:sp>
        <p:nvSpPr>
          <p:cNvPr id="64" name="Forma libre: forma 63">
            <a:extLst>
              <a:ext uri="{FF2B5EF4-FFF2-40B4-BE49-F238E27FC236}">
                <a16:creationId xmlns:a16="http://schemas.microsoft.com/office/drawing/2014/main" id="{26BC0A07-8397-323B-3945-35943B30B3A8}"/>
              </a:ext>
            </a:extLst>
          </p:cNvPr>
          <p:cNvSpPr/>
          <p:nvPr/>
        </p:nvSpPr>
        <p:spPr>
          <a:xfrm>
            <a:off x="2030531" y="2394260"/>
            <a:ext cx="276109" cy="131653"/>
          </a:xfrm>
          <a:custGeom>
            <a:avLst/>
            <a:gdLst>
              <a:gd name="csX0" fmla="*/ 240916 w 276109"/>
              <a:gd name="csY0" fmla="*/ 129933 h 131653"/>
              <a:gd name="csX1" fmla="*/ 239195 w 276109"/>
              <a:gd name="csY1" fmla="*/ 124013 h 131653"/>
              <a:gd name="csX2" fmla="*/ 228223 w 276109"/>
              <a:gd name="csY2" fmla="*/ 115744 h 131653"/>
              <a:gd name="csX3" fmla="*/ 217897 w 276109"/>
              <a:gd name="csY3" fmla="*/ 106005 h 131653"/>
              <a:gd name="csX4" fmla="*/ 210063 w 276109"/>
              <a:gd name="csY4" fmla="*/ 90246 h 131653"/>
              <a:gd name="csX5" fmla="*/ 197989 w 276109"/>
              <a:gd name="csY5" fmla="*/ 82502 h 131653"/>
              <a:gd name="csX6" fmla="*/ 171181 w 276109"/>
              <a:gd name="csY6" fmla="*/ 78639 h 131653"/>
              <a:gd name="csX7" fmla="*/ 162540 w 276109"/>
              <a:gd name="csY7" fmla="*/ 80766 h 131653"/>
              <a:gd name="csX8" fmla="*/ 140024 w 276109"/>
              <a:gd name="csY8" fmla="*/ 103258 h 131653"/>
              <a:gd name="csX9" fmla="*/ 121107 w 276109"/>
              <a:gd name="csY9" fmla="*/ 123910 h 131653"/>
              <a:gd name="csX10" fmla="*/ 115285 w 276109"/>
              <a:gd name="csY10" fmla="*/ 120037 h 131653"/>
              <a:gd name="csX11" fmla="*/ 106086 w 276109"/>
              <a:gd name="csY11" fmla="*/ 116165 h 131653"/>
              <a:gd name="csX12" fmla="*/ 95488 w 276109"/>
              <a:gd name="csY12" fmla="*/ 97511 h 131653"/>
              <a:gd name="csX13" fmla="*/ 74161 w 276109"/>
              <a:gd name="csY13" fmla="*/ 72281 h 131653"/>
              <a:gd name="csX14" fmla="*/ 62180 w 276109"/>
              <a:gd name="csY14" fmla="*/ 80383 h 131653"/>
              <a:gd name="csX15" fmla="*/ 59403 w 276109"/>
              <a:gd name="csY15" fmla="*/ 95543 h 131653"/>
              <a:gd name="csX16" fmla="*/ 54777 w 276109"/>
              <a:gd name="csY16" fmla="*/ 108274 h 131653"/>
              <a:gd name="csX17" fmla="*/ 46950 w 276109"/>
              <a:gd name="csY17" fmla="*/ 122154 h 131653"/>
              <a:gd name="csX18" fmla="*/ 45160 w 276109"/>
              <a:gd name="csY18" fmla="*/ 130363 h 131653"/>
              <a:gd name="csX19" fmla="*/ 42524 w 276109"/>
              <a:gd name="csY19" fmla="*/ 123910 h 131653"/>
              <a:gd name="csX20" fmla="*/ 27585 w 276109"/>
              <a:gd name="csY20" fmla="*/ 101648 h 131653"/>
              <a:gd name="csX21" fmla="*/ 3541 w 276109"/>
              <a:gd name="csY21" fmla="*/ 71617 h 131653"/>
              <a:gd name="csX22" fmla="*/ 489 w 276109"/>
              <a:gd name="csY22" fmla="*/ 57859 h 131653"/>
              <a:gd name="csX23" fmla="*/ 5896 w 276109"/>
              <a:gd name="csY23" fmla="*/ 47783 h 131653"/>
              <a:gd name="csX24" fmla="*/ 14046 w 276109"/>
              <a:gd name="csY24" fmla="*/ 46070 h 131653"/>
              <a:gd name="csX25" fmla="*/ 24934 w 276109"/>
              <a:gd name="csY25" fmla="*/ 43885 h 131653"/>
              <a:gd name="csX26" fmla="*/ 35503 w 276109"/>
              <a:gd name="csY26" fmla="*/ 38722 h 131653"/>
              <a:gd name="csX27" fmla="*/ 41946 w 276109"/>
              <a:gd name="csY27" fmla="*/ 35764 h 131653"/>
              <a:gd name="csX28" fmla="*/ 25819 w 276109"/>
              <a:gd name="csY28" fmla="*/ 37615 h 131653"/>
              <a:gd name="csX29" fmla="*/ 26045 w 276109"/>
              <a:gd name="csY29" fmla="*/ 35947 h 131653"/>
              <a:gd name="csX30" fmla="*/ 73982 w 276109"/>
              <a:gd name="csY30" fmla="*/ 25857 h 131653"/>
              <a:gd name="csX31" fmla="*/ 76916 w 276109"/>
              <a:gd name="csY31" fmla="*/ 28123 h 131653"/>
              <a:gd name="csX32" fmla="*/ 76893 w 276109"/>
              <a:gd name="csY32" fmla="*/ 31518 h 131653"/>
              <a:gd name="csX33" fmla="*/ 83755 w 276109"/>
              <a:gd name="csY33" fmla="*/ 29317 h 131653"/>
              <a:gd name="csX34" fmla="*/ 96686 w 276109"/>
              <a:gd name="csY34" fmla="*/ 23336 h 131653"/>
              <a:gd name="csX35" fmla="*/ 114106 w 276109"/>
              <a:gd name="csY35" fmla="*/ 13587 h 131653"/>
              <a:gd name="csX36" fmla="*/ 134447 w 276109"/>
              <a:gd name="csY36" fmla="*/ 0 h 131653"/>
              <a:gd name="csX37" fmla="*/ 136418 w 276109"/>
              <a:gd name="csY37" fmla="*/ 8390 h 131653"/>
              <a:gd name="csX38" fmla="*/ 147553 w 276109"/>
              <a:gd name="csY38" fmla="*/ 17557 h 131653"/>
              <a:gd name="csX39" fmla="*/ 164372 w 276109"/>
              <a:gd name="csY39" fmla="*/ 37279 h 131653"/>
              <a:gd name="csX40" fmla="*/ 179001 w 276109"/>
              <a:gd name="csY40" fmla="*/ 58990 h 131653"/>
              <a:gd name="csX41" fmla="*/ 191415 w 276109"/>
              <a:gd name="csY41" fmla="*/ 67081 h 131653"/>
              <a:gd name="csX42" fmla="*/ 215539 w 276109"/>
              <a:gd name="csY42" fmla="*/ 67434 h 131653"/>
              <a:gd name="csX43" fmla="*/ 218120 w 276109"/>
              <a:gd name="csY43" fmla="*/ 59084 h 131653"/>
              <a:gd name="csX44" fmla="*/ 224155 w 276109"/>
              <a:gd name="csY44" fmla="*/ 52122 h 131653"/>
              <a:gd name="csX45" fmla="*/ 241477 w 276109"/>
              <a:gd name="csY45" fmla="*/ 56639 h 131653"/>
              <a:gd name="csX46" fmla="*/ 260758 w 276109"/>
              <a:gd name="csY46" fmla="*/ 61955 h 131653"/>
              <a:gd name="csX47" fmla="*/ 271115 w 276109"/>
              <a:gd name="csY47" fmla="*/ 65853 h 131653"/>
              <a:gd name="csX48" fmla="*/ 274360 w 276109"/>
              <a:gd name="csY48" fmla="*/ 100702 h 131653"/>
              <a:gd name="csX49" fmla="*/ 276110 w 276109"/>
              <a:gd name="csY49" fmla="*/ 131654 h 131653"/>
              <a:gd name="csX50" fmla="*/ 259373 w 276109"/>
              <a:gd name="csY50" fmla="*/ 131654 h 131653"/>
              <a:gd name="csX51" fmla="*/ 240916 w 276109"/>
              <a:gd name="csY51" fmla="*/ 129933 h 1316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Lst>
            <a:rect l="l" t="t" r="r" b="b"/>
            <a:pathLst>
              <a:path w="276109" h="131653">
                <a:moveTo>
                  <a:pt x="240916" y="129933"/>
                </a:moveTo>
                <a:cubicBezTo>
                  <a:pt x="239969" y="128986"/>
                  <a:pt x="239195" y="126322"/>
                  <a:pt x="239195" y="124013"/>
                </a:cubicBezTo>
                <a:cubicBezTo>
                  <a:pt x="239195" y="121432"/>
                  <a:pt x="234966" y="118245"/>
                  <a:pt x="228223" y="115744"/>
                </a:cubicBezTo>
                <a:cubicBezTo>
                  <a:pt x="219440" y="112485"/>
                  <a:pt x="217381" y="110543"/>
                  <a:pt x="217897" y="106005"/>
                </a:cubicBezTo>
                <a:cubicBezTo>
                  <a:pt x="218682" y="99107"/>
                  <a:pt x="214348" y="90389"/>
                  <a:pt x="210063" y="90246"/>
                </a:cubicBezTo>
                <a:cubicBezTo>
                  <a:pt x="208338" y="90188"/>
                  <a:pt x="202905" y="86703"/>
                  <a:pt x="197989" y="82502"/>
                </a:cubicBezTo>
                <a:cubicBezTo>
                  <a:pt x="188345" y="74258"/>
                  <a:pt x="178782" y="72880"/>
                  <a:pt x="171181" y="78639"/>
                </a:cubicBezTo>
                <a:cubicBezTo>
                  <a:pt x="168558" y="80626"/>
                  <a:pt x="164670" y="81583"/>
                  <a:pt x="162540" y="80766"/>
                </a:cubicBezTo>
                <a:cubicBezTo>
                  <a:pt x="158541" y="79232"/>
                  <a:pt x="151258" y="86508"/>
                  <a:pt x="140024" y="103258"/>
                </a:cubicBezTo>
                <a:cubicBezTo>
                  <a:pt x="131601" y="115819"/>
                  <a:pt x="124189" y="123910"/>
                  <a:pt x="121107" y="123910"/>
                </a:cubicBezTo>
                <a:cubicBezTo>
                  <a:pt x="119672" y="123910"/>
                  <a:pt x="117052" y="122167"/>
                  <a:pt x="115285" y="120037"/>
                </a:cubicBezTo>
                <a:cubicBezTo>
                  <a:pt x="113517" y="117908"/>
                  <a:pt x="109378" y="116165"/>
                  <a:pt x="106086" y="116165"/>
                </a:cubicBezTo>
                <a:cubicBezTo>
                  <a:pt x="98470" y="116165"/>
                  <a:pt x="97317" y="114137"/>
                  <a:pt x="95488" y="97511"/>
                </a:cubicBezTo>
                <a:cubicBezTo>
                  <a:pt x="93708" y="81325"/>
                  <a:pt x="86063" y="72281"/>
                  <a:pt x="74161" y="72281"/>
                </a:cubicBezTo>
                <a:cubicBezTo>
                  <a:pt x="68039" y="72281"/>
                  <a:pt x="65473" y="74016"/>
                  <a:pt x="62180" y="80383"/>
                </a:cubicBezTo>
                <a:cubicBezTo>
                  <a:pt x="59748" y="85087"/>
                  <a:pt x="58583" y="91445"/>
                  <a:pt x="59403" y="95543"/>
                </a:cubicBezTo>
                <a:cubicBezTo>
                  <a:pt x="60452" y="100790"/>
                  <a:pt x="59265" y="104058"/>
                  <a:pt x="54777" y="108274"/>
                </a:cubicBezTo>
                <a:cubicBezTo>
                  <a:pt x="51457" y="111393"/>
                  <a:pt x="47935" y="117640"/>
                  <a:pt x="46950" y="122154"/>
                </a:cubicBezTo>
                <a:lnTo>
                  <a:pt x="45160" y="130363"/>
                </a:lnTo>
                <a:lnTo>
                  <a:pt x="42524" y="123910"/>
                </a:lnTo>
                <a:cubicBezTo>
                  <a:pt x="37073" y="110563"/>
                  <a:pt x="32979" y="104462"/>
                  <a:pt x="27585" y="101648"/>
                </a:cubicBezTo>
                <a:cubicBezTo>
                  <a:pt x="17943" y="96616"/>
                  <a:pt x="4895" y="80319"/>
                  <a:pt x="3541" y="71617"/>
                </a:cubicBezTo>
                <a:cubicBezTo>
                  <a:pt x="2825" y="67013"/>
                  <a:pt x="1452" y="60822"/>
                  <a:pt x="489" y="57859"/>
                </a:cubicBezTo>
                <a:cubicBezTo>
                  <a:pt x="-848" y="53746"/>
                  <a:pt x="431" y="51364"/>
                  <a:pt x="5896" y="47783"/>
                </a:cubicBezTo>
                <a:cubicBezTo>
                  <a:pt x="10761" y="44595"/>
                  <a:pt x="13372" y="44047"/>
                  <a:pt x="14046" y="46070"/>
                </a:cubicBezTo>
                <a:cubicBezTo>
                  <a:pt x="15462" y="50316"/>
                  <a:pt x="18138" y="49779"/>
                  <a:pt x="24934" y="43885"/>
                </a:cubicBezTo>
                <a:cubicBezTo>
                  <a:pt x="28208" y="41045"/>
                  <a:pt x="32964" y="38722"/>
                  <a:pt x="35503" y="38722"/>
                </a:cubicBezTo>
                <a:cubicBezTo>
                  <a:pt x="38041" y="38722"/>
                  <a:pt x="40941" y="37391"/>
                  <a:pt x="41946" y="35764"/>
                </a:cubicBezTo>
                <a:cubicBezTo>
                  <a:pt x="43722" y="32890"/>
                  <a:pt x="39180" y="33412"/>
                  <a:pt x="25819" y="37615"/>
                </a:cubicBezTo>
                <a:cubicBezTo>
                  <a:pt x="21516" y="38969"/>
                  <a:pt x="21538" y="38810"/>
                  <a:pt x="26045" y="35947"/>
                </a:cubicBezTo>
                <a:cubicBezTo>
                  <a:pt x="31416" y="32535"/>
                  <a:pt x="63427" y="25797"/>
                  <a:pt x="73982" y="25857"/>
                </a:cubicBezTo>
                <a:cubicBezTo>
                  <a:pt x="78607" y="25883"/>
                  <a:pt x="79439" y="26525"/>
                  <a:pt x="76916" y="28123"/>
                </a:cubicBezTo>
                <a:cubicBezTo>
                  <a:pt x="73965" y="29993"/>
                  <a:pt x="73961" y="30540"/>
                  <a:pt x="76893" y="31518"/>
                </a:cubicBezTo>
                <a:cubicBezTo>
                  <a:pt x="78816" y="32159"/>
                  <a:pt x="81904" y="31168"/>
                  <a:pt x="83755" y="29317"/>
                </a:cubicBezTo>
                <a:cubicBezTo>
                  <a:pt x="85607" y="27466"/>
                  <a:pt x="91425" y="24774"/>
                  <a:pt x="96686" y="23336"/>
                </a:cubicBezTo>
                <a:cubicBezTo>
                  <a:pt x="101946" y="21898"/>
                  <a:pt x="109785" y="17511"/>
                  <a:pt x="114106" y="13587"/>
                </a:cubicBezTo>
                <a:cubicBezTo>
                  <a:pt x="121455" y="6915"/>
                  <a:pt x="131807" y="0"/>
                  <a:pt x="134447" y="0"/>
                </a:cubicBezTo>
                <a:cubicBezTo>
                  <a:pt x="135087" y="0"/>
                  <a:pt x="135973" y="3775"/>
                  <a:pt x="136418" y="8390"/>
                </a:cubicBezTo>
                <a:cubicBezTo>
                  <a:pt x="137168" y="16168"/>
                  <a:pt x="137980" y="16836"/>
                  <a:pt x="147553" y="17557"/>
                </a:cubicBezTo>
                <a:cubicBezTo>
                  <a:pt x="160105" y="18501"/>
                  <a:pt x="164320" y="23444"/>
                  <a:pt x="164372" y="37279"/>
                </a:cubicBezTo>
                <a:cubicBezTo>
                  <a:pt x="164422" y="50382"/>
                  <a:pt x="165667" y="52231"/>
                  <a:pt x="179001" y="58990"/>
                </a:cubicBezTo>
                <a:cubicBezTo>
                  <a:pt x="184939" y="62000"/>
                  <a:pt x="190525" y="65641"/>
                  <a:pt x="191415" y="67081"/>
                </a:cubicBezTo>
                <a:cubicBezTo>
                  <a:pt x="193368" y="70242"/>
                  <a:pt x="210709" y="70495"/>
                  <a:pt x="215539" y="67434"/>
                </a:cubicBezTo>
                <a:cubicBezTo>
                  <a:pt x="217436" y="66231"/>
                  <a:pt x="218597" y="62474"/>
                  <a:pt x="218120" y="59084"/>
                </a:cubicBezTo>
                <a:cubicBezTo>
                  <a:pt x="217412" y="54054"/>
                  <a:pt x="218522" y="52773"/>
                  <a:pt x="224155" y="52122"/>
                </a:cubicBezTo>
                <a:cubicBezTo>
                  <a:pt x="227952" y="51683"/>
                  <a:pt x="235747" y="53716"/>
                  <a:pt x="241477" y="56639"/>
                </a:cubicBezTo>
                <a:cubicBezTo>
                  <a:pt x="247208" y="59563"/>
                  <a:pt x="255884" y="61955"/>
                  <a:pt x="260758" y="61955"/>
                </a:cubicBezTo>
                <a:cubicBezTo>
                  <a:pt x="266280" y="61955"/>
                  <a:pt x="270184" y="63424"/>
                  <a:pt x="271115" y="65853"/>
                </a:cubicBezTo>
                <a:cubicBezTo>
                  <a:pt x="271938" y="67996"/>
                  <a:pt x="273398" y="83679"/>
                  <a:pt x="274360" y="100702"/>
                </a:cubicBezTo>
                <a:lnTo>
                  <a:pt x="276110" y="131654"/>
                </a:lnTo>
                <a:lnTo>
                  <a:pt x="259373" y="131654"/>
                </a:lnTo>
                <a:cubicBezTo>
                  <a:pt x="250168" y="131654"/>
                  <a:pt x="241862" y="130880"/>
                  <a:pt x="240916" y="129933"/>
                </a:cubicBezTo>
                <a:close/>
              </a:path>
            </a:pathLst>
          </a:custGeom>
          <a:solidFill>
            <a:srgbClr val="B9B9B9"/>
          </a:solidFill>
          <a:ln w="5163" cap="flat">
            <a:noFill/>
            <a:prstDash val="solid"/>
            <a:miter/>
          </a:ln>
        </p:spPr>
        <p:txBody>
          <a:bodyPr/>
          <a:lstStyle/>
          <a:p>
            <a:endParaRPr lang="es-419" noProof="0" dirty="0"/>
          </a:p>
        </p:txBody>
      </p:sp>
      <p:sp>
        <p:nvSpPr>
          <p:cNvPr id="65" name="Forma libre: forma 64">
            <a:extLst>
              <a:ext uri="{FF2B5EF4-FFF2-40B4-BE49-F238E27FC236}">
                <a16:creationId xmlns:a16="http://schemas.microsoft.com/office/drawing/2014/main" id="{16F69D2C-BCC5-22B3-D4E9-581AEE1D862C}"/>
              </a:ext>
            </a:extLst>
          </p:cNvPr>
          <p:cNvSpPr/>
          <p:nvPr/>
        </p:nvSpPr>
        <p:spPr>
          <a:xfrm>
            <a:off x="1184484" y="2261861"/>
            <a:ext cx="318490" cy="227740"/>
          </a:xfrm>
          <a:custGeom>
            <a:avLst/>
            <a:gdLst>
              <a:gd name="csX0" fmla="*/ 114616 w 318490"/>
              <a:gd name="csY0" fmla="*/ 224041 h 227740"/>
              <a:gd name="csX1" fmla="*/ 98063 w 318490"/>
              <a:gd name="csY1" fmla="*/ 220365 h 227740"/>
              <a:gd name="csX2" fmla="*/ 78702 w 318490"/>
              <a:gd name="csY2" fmla="*/ 212689 h 227740"/>
              <a:gd name="csX3" fmla="*/ 52720 w 318490"/>
              <a:gd name="csY3" fmla="*/ 202264 h 227740"/>
              <a:gd name="csX4" fmla="*/ 16521 w 318490"/>
              <a:gd name="csY4" fmla="*/ 184010 h 227740"/>
              <a:gd name="csX5" fmla="*/ 9212 w 318490"/>
              <a:gd name="csY5" fmla="*/ 173147 h 227740"/>
              <a:gd name="csX6" fmla="*/ 4642 w 318490"/>
              <a:gd name="csY6" fmla="*/ 147730 h 227740"/>
              <a:gd name="csX7" fmla="*/ 11809 w 318490"/>
              <a:gd name="csY7" fmla="*/ 137502 h 227740"/>
              <a:gd name="csX8" fmla="*/ 21183 w 318490"/>
              <a:gd name="csY8" fmla="*/ 134430 h 227740"/>
              <a:gd name="csX9" fmla="*/ 31013 w 318490"/>
              <a:gd name="csY9" fmla="*/ 131925 h 227740"/>
              <a:gd name="csX10" fmla="*/ 40878 w 318490"/>
              <a:gd name="csY10" fmla="*/ 131248 h 227740"/>
              <a:gd name="csX11" fmla="*/ 63873 w 318490"/>
              <a:gd name="csY11" fmla="*/ 121001 h 227740"/>
              <a:gd name="csX12" fmla="*/ 83748 w 318490"/>
              <a:gd name="csY12" fmla="*/ 109166 h 227740"/>
              <a:gd name="csX13" fmla="*/ 103738 w 318490"/>
              <a:gd name="csY13" fmla="*/ 85934 h 227740"/>
              <a:gd name="csX14" fmla="*/ 95901 w 318490"/>
              <a:gd name="csY14" fmla="*/ 79966 h 227740"/>
              <a:gd name="csX15" fmla="*/ 88802 w 318490"/>
              <a:gd name="csY15" fmla="*/ 74674 h 227740"/>
              <a:gd name="csX16" fmla="*/ 86125 w 318490"/>
              <a:gd name="csY16" fmla="*/ 66219 h 227740"/>
              <a:gd name="csX17" fmla="*/ 86125 w 318490"/>
              <a:gd name="csY17" fmla="*/ 56499 h 227740"/>
              <a:gd name="csX18" fmla="*/ 88802 w 318490"/>
              <a:gd name="csY18" fmla="*/ 47540 h 227740"/>
              <a:gd name="csX19" fmla="*/ 60913 w 318490"/>
              <a:gd name="csY19" fmla="*/ 35309 h 227740"/>
              <a:gd name="csX20" fmla="*/ 56419 w 318490"/>
              <a:gd name="csY20" fmla="*/ 24926 h 227740"/>
              <a:gd name="csX21" fmla="*/ 74769 w 318490"/>
              <a:gd name="csY21" fmla="*/ 18056 h 227740"/>
              <a:gd name="csX22" fmla="*/ 99155 w 318490"/>
              <a:gd name="csY22" fmla="*/ 10069 h 227740"/>
              <a:gd name="csX23" fmla="*/ 128747 w 318490"/>
              <a:gd name="csY23" fmla="*/ 1794 h 227740"/>
              <a:gd name="csX24" fmla="*/ 148545 w 318490"/>
              <a:gd name="csY24" fmla="*/ 0 h 227740"/>
              <a:gd name="csX25" fmla="*/ 155959 w 318490"/>
              <a:gd name="csY25" fmla="*/ 8117 h 227740"/>
              <a:gd name="csX26" fmla="*/ 176571 w 318490"/>
              <a:gd name="csY26" fmla="*/ 11071 h 227740"/>
              <a:gd name="csX27" fmla="*/ 199804 w 318490"/>
              <a:gd name="csY27" fmla="*/ 21145 h 227740"/>
              <a:gd name="csX28" fmla="*/ 218086 w 318490"/>
              <a:gd name="csY28" fmla="*/ 31610 h 227740"/>
              <a:gd name="csX29" fmla="*/ 246412 w 318490"/>
              <a:gd name="csY29" fmla="*/ 32163 h 227740"/>
              <a:gd name="csX30" fmla="*/ 266539 w 318490"/>
              <a:gd name="csY30" fmla="*/ 37891 h 227740"/>
              <a:gd name="csX31" fmla="*/ 290777 w 318490"/>
              <a:gd name="csY31" fmla="*/ 32555 h 227740"/>
              <a:gd name="csX32" fmla="*/ 315453 w 318490"/>
              <a:gd name="csY32" fmla="*/ 29658 h 227740"/>
              <a:gd name="csX33" fmla="*/ 315970 w 318490"/>
              <a:gd name="csY33" fmla="*/ 49793 h 227740"/>
              <a:gd name="csX34" fmla="*/ 313388 w 318490"/>
              <a:gd name="csY34" fmla="*/ 54741 h 227740"/>
              <a:gd name="csX35" fmla="*/ 311088 w 318490"/>
              <a:gd name="csY35" fmla="*/ 60549 h 227740"/>
              <a:gd name="csX36" fmla="*/ 306292 w 318490"/>
              <a:gd name="csY36" fmla="*/ 87865 h 227740"/>
              <a:gd name="csX37" fmla="*/ 284623 w 318490"/>
              <a:gd name="csY37" fmla="*/ 147819 h 227740"/>
              <a:gd name="csX38" fmla="*/ 277248 w 318490"/>
              <a:gd name="csY38" fmla="*/ 167736 h 227740"/>
              <a:gd name="csX39" fmla="*/ 272730 w 318490"/>
              <a:gd name="csY39" fmla="*/ 177484 h 227740"/>
              <a:gd name="csX40" fmla="*/ 214235 w 318490"/>
              <a:gd name="csY40" fmla="*/ 170076 h 227740"/>
              <a:gd name="csX41" fmla="*/ 184978 w 318490"/>
              <a:gd name="csY41" fmla="*/ 166604 h 227740"/>
              <a:gd name="csX42" fmla="*/ 157292 w 318490"/>
              <a:gd name="csY42" fmla="*/ 168449 h 227740"/>
              <a:gd name="csX43" fmla="*/ 156212 w 318490"/>
              <a:gd name="csY43" fmla="*/ 189010 h 227740"/>
              <a:gd name="csX44" fmla="*/ 147530 w 318490"/>
              <a:gd name="csY44" fmla="*/ 199123 h 227740"/>
              <a:gd name="csX45" fmla="*/ 137850 w 318490"/>
              <a:gd name="csY45" fmla="*/ 216729 h 227740"/>
              <a:gd name="csX46" fmla="*/ 130751 w 318490"/>
              <a:gd name="csY46" fmla="*/ 227717 h 227740"/>
              <a:gd name="csX47" fmla="*/ 114616 w 318490"/>
              <a:gd name="csY47" fmla="*/ 224041 h 2277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Lst>
            <a:rect l="l" t="t" r="r" b="b"/>
            <a:pathLst>
              <a:path w="318490" h="227740">
                <a:moveTo>
                  <a:pt x="114616" y="224041"/>
                </a:moveTo>
                <a:cubicBezTo>
                  <a:pt x="109647" y="222127"/>
                  <a:pt x="102198" y="220473"/>
                  <a:pt x="98063" y="220365"/>
                </a:cubicBezTo>
                <a:cubicBezTo>
                  <a:pt x="93928" y="220257"/>
                  <a:pt x="85216" y="216803"/>
                  <a:pt x="78702" y="212689"/>
                </a:cubicBezTo>
                <a:cubicBezTo>
                  <a:pt x="72189" y="208575"/>
                  <a:pt x="60497" y="203884"/>
                  <a:pt x="52720" y="202264"/>
                </a:cubicBezTo>
                <a:cubicBezTo>
                  <a:pt x="38260" y="199253"/>
                  <a:pt x="16521" y="188291"/>
                  <a:pt x="16521" y="184010"/>
                </a:cubicBezTo>
                <a:cubicBezTo>
                  <a:pt x="16521" y="182699"/>
                  <a:pt x="13232" y="177811"/>
                  <a:pt x="9212" y="173147"/>
                </a:cubicBezTo>
                <a:cubicBezTo>
                  <a:pt x="-1729" y="160453"/>
                  <a:pt x="-2493" y="156209"/>
                  <a:pt x="4642" y="147730"/>
                </a:cubicBezTo>
                <a:cubicBezTo>
                  <a:pt x="8064" y="143663"/>
                  <a:pt x="11290" y="139060"/>
                  <a:pt x="11809" y="137502"/>
                </a:cubicBezTo>
                <a:cubicBezTo>
                  <a:pt x="12328" y="135944"/>
                  <a:pt x="16546" y="134562"/>
                  <a:pt x="21183" y="134430"/>
                </a:cubicBezTo>
                <a:cubicBezTo>
                  <a:pt x="25819" y="134298"/>
                  <a:pt x="30243" y="133171"/>
                  <a:pt x="31013" y="131925"/>
                </a:cubicBezTo>
                <a:cubicBezTo>
                  <a:pt x="31783" y="130679"/>
                  <a:pt x="36222" y="130374"/>
                  <a:pt x="40878" y="131248"/>
                </a:cubicBezTo>
                <a:cubicBezTo>
                  <a:pt x="48236" y="132628"/>
                  <a:pt x="51244" y="131288"/>
                  <a:pt x="63873" y="121001"/>
                </a:cubicBezTo>
                <a:cubicBezTo>
                  <a:pt x="71865" y="114492"/>
                  <a:pt x="80808" y="109166"/>
                  <a:pt x="83748" y="109166"/>
                </a:cubicBezTo>
                <a:cubicBezTo>
                  <a:pt x="91503" y="109166"/>
                  <a:pt x="104649" y="93888"/>
                  <a:pt x="103738" y="85934"/>
                </a:cubicBezTo>
                <a:cubicBezTo>
                  <a:pt x="103134" y="80649"/>
                  <a:pt x="101713" y="79568"/>
                  <a:pt x="95901" y="79966"/>
                </a:cubicBezTo>
                <a:cubicBezTo>
                  <a:pt x="90126" y="80361"/>
                  <a:pt x="88802" y="79374"/>
                  <a:pt x="88802" y="74674"/>
                </a:cubicBezTo>
                <a:cubicBezTo>
                  <a:pt x="88802" y="71496"/>
                  <a:pt x="87597" y="67691"/>
                  <a:pt x="86125" y="66219"/>
                </a:cubicBezTo>
                <a:cubicBezTo>
                  <a:pt x="84276" y="64370"/>
                  <a:pt x="84276" y="61362"/>
                  <a:pt x="86125" y="56499"/>
                </a:cubicBezTo>
                <a:cubicBezTo>
                  <a:pt x="87597" y="52626"/>
                  <a:pt x="88802" y="48595"/>
                  <a:pt x="88802" y="47540"/>
                </a:cubicBezTo>
                <a:cubicBezTo>
                  <a:pt x="88802" y="45033"/>
                  <a:pt x="71424" y="37411"/>
                  <a:pt x="60913" y="35309"/>
                </a:cubicBezTo>
                <a:cubicBezTo>
                  <a:pt x="51581" y="33443"/>
                  <a:pt x="51150" y="32448"/>
                  <a:pt x="56419" y="24926"/>
                </a:cubicBezTo>
                <a:cubicBezTo>
                  <a:pt x="59183" y="20980"/>
                  <a:pt x="64034" y="19164"/>
                  <a:pt x="74769" y="18056"/>
                </a:cubicBezTo>
                <a:cubicBezTo>
                  <a:pt x="84042" y="17099"/>
                  <a:pt x="92933" y="14187"/>
                  <a:pt x="99155" y="10069"/>
                </a:cubicBezTo>
                <a:cubicBezTo>
                  <a:pt x="106450" y="5242"/>
                  <a:pt x="114000" y="3130"/>
                  <a:pt x="128747" y="1794"/>
                </a:cubicBezTo>
                <a:lnTo>
                  <a:pt x="148545" y="0"/>
                </a:lnTo>
                <a:lnTo>
                  <a:pt x="155959" y="8117"/>
                </a:lnTo>
                <a:cubicBezTo>
                  <a:pt x="164608" y="17586"/>
                  <a:pt x="168428" y="18134"/>
                  <a:pt x="176571" y="11071"/>
                </a:cubicBezTo>
                <a:cubicBezTo>
                  <a:pt x="187391" y="1687"/>
                  <a:pt x="199804" y="7069"/>
                  <a:pt x="199804" y="21145"/>
                </a:cubicBezTo>
                <a:cubicBezTo>
                  <a:pt x="199804" y="30772"/>
                  <a:pt x="209395" y="36261"/>
                  <a:pt x="218086" y="31610"/>
                </a:cubicBezTo>
                <a:cubicBezTo>
                  <a:pt x="228270" y="26160"/>
                  <a:pt x="241869" y="26426"/>
                  <a:pt x="246412" y="32163"/>
                </a:cubicBezTo>
                <a:cubicBezTo>
                  <a:pt x="249505" y="36068"/>
                  <a:pt x="254126" y="37384"/>
                  <a:pt x="266539" y="37891"/>
                </a:cubicBezTo>
                <a:cubicBezTo>
                  <a:pt x="279978" y="38440"/>
                  <a:pt x="284000" y="37555"/>
                  <a:pt x="290777" y="32555"/>
                </a:cubicBezTo>
                <a:cubicBezTo>
                  <a:pt x="299613" y="26036"/>
                  <a:pt x="310548" y="24752"/>
                  <a:pt x="315453" y="29658"/>
                </a:cubicBezTo>
                <a:cubicBezTo>
                  <a:pt x="319191" y="33396"/>
                  <a:pt x="319612" y="49793"/>
                  <a:pt x="315970" y="49793"/>
                </a:cubicBezTo>
                <a:cubicBezTo>
                  <a:pt x="314550" y="49793"/>
                  <a:pt x="313388" y="52020"/>
                  <a:pt x="313388" y="54741"/>
                </a:cubicBezTo>
                <a:cubicBezTo>
                  <a:pt x="313388" y="57462"/>
                  <a:pt x="312353" y="60076"/>
                  <a:pt x="311088" y="60549"/>
                </a:cubicBezTo>
                <a:cubicBezTo>
                  <a:pt x="309822" y="61023"/>
                  <a:pt x="307664" y="73315"/>
                  <a:pt x="306292" y="87865"/>
                </a:cubicBezTo>
                <a:cubicBezTo>
                  <a:pt x="303509" y="117372"/>
                  <a:pt x="292552" y="147689"/>
                  <a:pt x="284623" y="147819"/>
                </a:cubicBezTo>
                <a:cubicBezTo>
                  <a:pt x="279191" y="147908"/>
                  <a:pt x="277248" y="153157"/>
                  <a:pt x="277248" y="167736"/>
                </a:cubicBezTo>
                <a:cubicBezTo>
                  <a:pt x="277248" y="177878"/>
                  <a:pt x="276652" y="179163"/>
                  <a:pt x="272730" y="177484"/>
                </a:cubicBezTo>
                <a:cubicBezTo>
                  <a:pt x="262382" y="173052"/>
                  <a:pt x="240695" y="170306"/>
                  <a:pt x="214235" y="170076"/>
                </a:cubicBezTo>
                <a:cubicBezTo>
                  <a:pt x="194190" y="169901"/>
                  <a:pt x="185756" y="168900"/>
                  <a:pt x="184978" y="166604"/>
                </a:cubicBezTo>
                <a:cubicBezTo>
                  <a:pt x="183149" y="161204"/>
                  <a:pt x="162610" y="162574"/>
                  <a:pt x="157292" y="168449"/>
                </a:cubicBezTo>
                <a:cubicBezTo>
                  <a:pt x="153074" y="173111"/>
                  <a:pt x="152885" y="176707"/>
                  <a:pt x="156212" y="189010"/>
                </a:cubicBezTo>
                <a:cubicBezTo>
                  <a:pt x="156777" y="191099"/>
                  <a:pt x="153007" y="195490"/>
                  <a:pt x="147530" y="199123"/>
                </a:cubicBezTo>
                <a:cubicBezTo>
                  <a:pt x="138821" y="204900"/>
                  <a:pt x="137850" y="206668"/>
                  <a:pt x="137850" y="216729"/>
                </a:cubicBezTo>
                <a:cubicBezTo>
                  <a:pt x="137850" y="227257"/>
                  <a:pt x="137433" y="227902"/>
                  <a:pt x="130751" y="227717"/>
                </a:cubicBezTo>
                <a:cubicBezTo>
                  <a:pt x="126846" y="227609"/>
                  <a:pt x="119586" y="225955"/>
                  <a:pt x="114616" y="224041"/>
                </a:cubicBezTo>
                <a:close/>
              </a:path>
            </a:pathLst>
          </a:custGeom>
          <a:solidFill>
            <a:srgbClr val="B9B9B9"/>
          </a:solidFill>
          <a:ln w="5163" cap="flat">
            <a:noFill/>
            <a:prstDash val="solid"/>
            <a:miter/>
          </a:ln>
        </p:spPr>
        <p:txBody>
          <a:bodyPr/>
          <a:lstStyle/>
          <a:p>
            <a:endParaRPr lang="es-419" noProof="0" dirty="0"/>
          </a:p>
        </p:txBody>
      </p:sp>
      <p:sp>
        <p:nvSpPr>
          <p:cNvPr id="66" name="Forma libre: forma 65">
            <a:extLst>
              <a:ext uri="{FF2B5EF4-FFF2-40B4-BE49-F238E27FC236}">
                <a16:creationId xmlns:a16="http://schemas.microsoft.com/office/drawing/2014/main" id="{E218E6EA-06F0-24C4-129B-DFA7DB8FD8A1}"/>
              </a:ext>
            </a:extLst>
          </p:cNvPr>
          <p:cNvSpPr/>
          <p:nvPr/>
        </p:nvSpPr>
        <p:spPr>
          <a:xfrm>
            <a:off x="1557246" y="2384328"/>
            <a:ext cx="70794" cy="61560"/>
          </a:xfrm>
          <a:custGeom>
            <a:avLst/>
            <a:gdLst>
              <a:gd name="csX0" fmla="*/ 30977 w 70794"/>
              <a:gd name="csY0" fmla="*/ 53817 h 61560"/>
              <a:gd name="csX1" fmla="*/ 18070 w 70794"/>
              <a:gd name="csY1" fmla="*/ 49863 h 61560"/>
              <a:gd name="csX2" fmla="*/ 14198 w 70794"/>
              <a:gd name="csY2" fmla="*/ 52169 h 61560"/>
              <a:gd name="csX3" fmla="*/ 10326 w 70794"/>
              <a:gd name="csY3" fmla="*/ 47062 h 61560"/>
              <a:gd name="csX4" fmla="*/ 5163 w 70794"/>
              <a:gd name="csY4" fmla="*/ 39020 h 61560"/>
              <a:gd name="csX5" fmla="*/ 0 w 70794"/>
              <a:gd name="csY5" fmla="*/ 32748 h 61560"/>
              <a:gd name="csX6" fmla="*/ 10326 w 70794"/>
              <a:gd name="csY6" fmla="*/ 18967 h 61560"/>
              <a:gd name="csX7" fmla="*/ 20652 w 70794"/>
              <a:gd name="csY7" fmla="*/ 3034 h 61560"/>
              <a:gd name="csX8" fmla="*/ 30332 w 70794"/>
              <a:gd name="csY8" fmla="*/ 698 h 61560"/>
              <a:gd name="csX9" fmla="*/ 54210 w 70794"/>
              <a:gd name="csY9" fmla="*/ 10137 h 61560"/>
              <a:gd name="csX10" fmla="*/ 63267 w 70794"/>
              <a:gd name="csY10" fmla="*/ 15095 h 61560"/>
              <a:gd name="csX11" fmla="*/ 69100 w 70794"/>
              <a:gd name="csY11" fmla="*/ 20258 h 61560"/>
              <a:gd name="csX12" fmla="*/ 69100 w 70794"/>
              <a:gd name="csY12" fmla="*/ 30584 h 61560"/>
              <a:gd name="csX13" fmla="*/ 69721 w 70794"/>
              <a:gd name="csY13" fmla="*/ 35746 h 61560"/>
              <a:gd name="csX14" fmla="*/ 67118 w 70794"/>
              <a:gd name="csY14" fmla="*/ 44803 h 61560"/>
              <a:gd name="csX15" fmla="*/ 61618 w 70794"/>
              <a:gd name="csY15" fmla="*/ 50612 h 61560"/>
              <a:gd name="csX16" fmla="*/ 54931 w 70794"/>
              <a:gd name="csY16" fmla="*/ 50644 h 61560"/>
              <a:gd name="csX17" fmla="*/ 37735 w 70794"/>
              <a:gd name="csY17" fmla="*/ 61561 h 61560"/>
              <a:gd name="csX18" fmla="*/ 30977 w 70794"/>
              <a:gd name="csY18" fmla="*/ 53817 h 615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70794" h="61560">
                <a:moveTo>
                  <a:pt x="30977" y="53817"/>
                </a:moveTo>
                <a:cubicBezTo>
                  <a:pt x="25158" y="45644"/>
                  <a:pt x="18070" y="43473"/>
                  <a:pt x="18070" y="49863"/>
                </a:cubicBezTo>
                <a:cubicBezTo>
                  <a:pt x="18070" y="52173"/>
                  <a:pt x="16557" y="53074"/>
                  <a:pt x="14198" y="52169"/>
                </a:cubicBezTo>
                <a:cubicBezTo>
                  <a:pt x="12068" y="51351"/>
                  <a:pt x="10326" y="49053"/>
                  <a:pt x="10326" y="47062"/>
                </a:cubicBezTo>
                <a:cubicBezTo>
                  <a:pt x="10326" y="45070"/>
                  <a:pt x="8003" y="41451"/>
                  <a:pt x="5163" y="39020"/>
                </a:cubicBezTo>
                <a:cubicBezTo>
                  <a:pt x="2323" y="36588"/>
                  <a:pt x="0" y="33766"/>
                  <a:pt x="0" y="32748"/>
                </a:cubicBezTo>
                <a:cubicBezTo>
                  <a:pt x="0" y="31730"/>
                  <a:pt x="4647" y="25529"/>
                  <a:pt x="10326" y="18967"/>
                </a:cubicBezTo>
                <a:cubicBezTo>
                  <a:pt x="16005" y="12405"/>
                  <a:pt x="20652" y="5235"/>
                  <a:pt x="20652" y="3034"/>
                </a:cubicBezTo>
                <a:cubicBezTo>
                  <a:pt x="20652" y="-166"/>
                  <a:pt x="22592" y="-634"/>
                  <a:pt x="30332" y="698"/>
                </a:cubicBezTo>
                <a:cubicBezTo>
                  <a:pt x="52748" y="4557"/>
                  <a:pt x="54210" y="5134"/>
                  <a:pt x="54210" y="10137"/>
                </a:cubicBezTo>
                <a:cubicBezTo>
                  <a:pt x="54210" y="14084"/>
                  <a:pt x="56056" y="15095"/>
                  <a:pt x="63267" y="15095"/>
                </a:cubicBezTo>
                <a:cubicBezTo>
                  <a:pt x="71678" y="15095"/>
                  <a:pt x="72094" y="15463"/>
                  <a:pt x="69100" y="20258"/>
                </a:cubicBezTo>
                <a:cubicBezTo>
                  <a:pt x="66522" y="24386"/>
                  <a:pt x="66522" y="26456"/>
                  <a:pt x="69100" y="30584"/>
                </a:cubicBezTo>
                <a:cubicBezTo>
                  <a:pt x="71011" y="33644"/>
                  <a:pt x="71264" y="35746"/>
                  <a:pt x="69721" y="35746"/>
                </a:cubicBezTo>
                <a:cubicBezTo>
                  <a:pt x="68289" y="35746"/>
                  <a:pt x="67118" y="39822"/>
                  <a:pt x="67118" y="44803"/>
                </a:cubicBezTo>
                <a:cubicBezTo>
                  <a:pt x="67118" y="53341"/>
                  <a:pt x="66802" y="53674"/>
                  <a:pt x="61618" y="50612"/>
                </a:cubicBezTo>
                <a:cubicBezTo>
                  <a:pt x="57188" y="47995"/>
                  <a:pt x="55886" y="48002"/>
                  <a:pt x="54931" y="50644"/>
                </a:cubicBezTo>
                <a:cubicBezTo>
                  <a:pt x="53898" y="53500"/>
                  <a:pt x="41201" y="61561"/>
                  <a:pt x="37735" y="61561"/>
                </a:cubicBezTo>
                <a:cubicBezTo>
                  <a:pt x="37051" y="61561"/>
                  <a:pt x="34010" y="58076"/>
                  <a:pt x="30977" y="53817"/>
                </a:cubicBezTo>
                <a:close/>
              </a:path>
            </a:pathLst>
          </a:custGeom>
          <a:solidFill>
            <a:srgbClr val="B9B9B9"/>
          </a:solidFill>
          <a:ln w="5163" cap="flat">
            <a:noFill/>
            <a:prstDash val="solid"/>
            <a:miter/>
          </a:ln>
        </p:spPr>
        <p:txBody>
          <a:bodyPr/>
          <a:lstStyle/>
          <a:p>
            <a:endParaRPr lang="es-419" noProof="0" dirty="0"/>
          </a:p>
        </p:txBody>
      </p:sp>
      <p:sp>
        <p:nvSpPr>
          <p:cNvPr id="67" name="Forma libre: forma 66">
            <a:extLst>
              <a:ext uri="{FF2B5EF4-FFF2-40B4-BE49-F238E27FC236}">
                <a16:creationId xmlns:a16="http://schemas.microsoft.com/office/drawing/2014/main" id="{BF2A6038-9776-1267-41C6-28628F621452}"/>
              </a:ext>
            </a:extLst>
          </p:cNvPr>
          <p:cNvSpPr/>
          <p:nvPr/>
        </p:nvSpPr>
        <p:spPr>
          <a:xfrm>
            <a:off x="1478193" y="2273156"/>
            <a:ext cx="153622" cy="170128"/>
          </a:xfrm>
          <a:custGeom>
            <a:avLst/>
            <a:gdLst>
              <a:gd name="csX0" fmla="*/ 8493 w 153622"/>
              <a:gd name="csY0" fmla="*/ 168431 h 170128"/>
              <a:gd name="csX1" fmla="*/ 6772 w 153622"/>
              <a:gd name="csY1" fmla="*/ 161418 h 170128"/>
              <a:gd name="csX2" fmla="*/ 2681 w 153622"/>
              <a:gd name="csY2" fmla="*/ 145415 h 170128"/>
              <a:gd name="csX3" fmla="*/ 5459 w 153622"/>
              <a:gd name="csY3" fmla="*/ 121148 h 170128"/>
              <a:gd name="csX4" fmla="*/ 14777 w 153622"/>
              <a:gd name="csY4" fmla="*/ 82726 h 170128"/>
              <a:gd name="csX5" fmla="*/ 25155 w 153622"/>
              <a:gd name="csY5" fmla="*/ 43661 h 170128"/>
              <a:gd name="csX6" fmla="*/ 27423 w 153622"/>
              <a:gd name="csY6" fmla="*/ 32229 h 170128"/>
              <a:gd name="csX7" fmla="*/ 31172 w 153622"/>
              <a:gd name="csY7" fmla="*/ 17047 h 170128"/>
              <a:gd name="csX8" fmla="*/ 33221 w 153622"/>
              <a:gd name="csY8" fmla="*/ 11598 h 170128"/>
              <a:gd name="csX9" fmla="*/ 37362 w 153622"/>
              <a:gd name="csY9" fmla="*/ 8370 h 170128"/>
              <a:gd name="csX10" fmla="*/ 41848 w 153622"/>
              <a:gd name="csY10" fmla="*/ 3309 h 170128"/>
              <a:gd name="csX11" fmla="*/ 51947 w 153622"/>
              <a:gd name="csY11" fmla="*/ 4939 h 170128"/>
              <a:gd name="csX12" fmla="*/ 67990 w 153622"/>
              <a:gd name="csY12" fmla="*/ 10085 h 170128"/>
              <a:gd name="csX13" fmla="*/ 82983 w 153622"/>
              <a:gd name="csY13" fmla="*/ 28865 h 170128"/>
              <a:gd name="csX14" fmla="*/ 93236 w 153622"/>
              <a:gd name="csY14" fmla="*/ 38498 h 170128"/>
              <a:gd name="csX15" fmla="*/ 103025 w 153622"/>
              <a:gd name="csY15" fmla="*/ 33366 h 170128"/>
              <a:gd name="csX16" fmla="*/ 120832 w 153622"/>
              <a:gd name="csY16" fmla="*/ 24595 h 170128"/>
              <a:gd name="csX17" fmla="*/ 122064 w 153622"/>
              <a:gd name="csY17" fmla="*/ 33182 h 170128"/>
              <a:gd name="csX18" fmla="*/ 135261 w 153622"/>
              <a:gd name="csY18" fmla="*/ 39968 h 170128"/>
              <a:gd name="csX19" fmla="*/ 152396 w 153622"/>
              <a:gd name="csY19" fmla="*/ 46930 h 170128"/>
              <a:gd name="csX20" fmla="*/ 149002 w 153622"/>
              <a:gd name="csY20" fmla="*/ 58232 h 170128"/>
              <a:gd name="csX21" fmla="*/ 146552 w 153622"/>
              <a:gd name="csY21" fmla="*/ 64545 h 170128"/>
              <a:gd name="csX22" fmla="*/ 148358 w 153622"/>
              <a:gd name="csY22" fmla="*/ 121402 h 170128"/>
              <a:gd name="csX23" fmla="*/ 135844 w 153622"/>
              <a:gd name="csY23" fmla="*/ 118523 h 170128"/>
              <a:gd name="csX24" fmla="*/ 131972 w 153622"/>
              <a:gd name="csY24" fmla="*/ 113360 h 170128"/>
              <a:gd name="csX25" fmla="*/ 128062 w 153622"/>
              <a:gd name="csY25" fmla="*/ 103679 h 170128"/>
              <a:gd name="csX26" fmla="*/ 124378 w 153622"/>
              <a:gd name="csY26" fmla="*/ 87545 h 170128"/>
              <a:gd name="csX27" fmla="*/ 116378 w 153622"/>
              <a:gd name="csY27" fmla="*/ 72702 h 170128"/>
              <a:gd name="csX28" fmla="*/ 107448 w 153622"/>
              <a:gd name="csY28" fmla="*/ 67912 h 170128"/>
              <a:gd name="csX29" fmla="*/ 99376 w 153622"/>
              <a:gd name="csY29" fmla="*/ 80152 h 170128"/>
              <a:gd name="csX30" fmla="*/ 94468 w 153622"/>
              <a:gd name="csY30" fmla="*/ 101141 h 170128"/>
              <a:gd name="csX31" fmla="*/ 81766 w 153622"/>
              <a:gd name="csY31" fmla="*/ 133635 h 170128"/>
              <a:gd name="csX32" fmla="*/ 65090 w 153622"/>
              <a:gd name="csY32" fmla="*/ 140680 h 170128"/>
              <a:gd name="csX33" fmla="*/ 53260 w 153622"/>
              <a:gd name="csY33" fmla="*/ 146865 h 170128"/>
              <a:gd name="csX34" fmla="*/ 38902 w 153622"/>
              <a:gd name="csY34" fmla="*/ 154663 h 170128"/>
              <a:gd name="csX35" fmla="*/ 22260 w 153622"/>
              <a:gd name="csY35" fmla="*/ 162407 h 170128"/>
              <a:gd name="csX36" fmla="*/ 8493 w 153622"/>
              <a:gd name="csY36" fmla="*/ 168431 h 17012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Lst>
            <a:rect l="l" t="t" r="r" b="b"/>
            <a:pathLst>
              <a:path w="153622" h="170128">
                <a:moveTo>
                  <a:pt x="8493" y="168431"/>
                </a:moveTo>
                <a:cubicBezTo>
                  <a:pt x="7546" y="167484"/>
                  <a:pt x="6772" y="164329"/>
                  <a:pt x="6772" y="161418"/>
                </a:cubicBezTo>
                <a:cubicBezTo>
                  <a:pt x="6772" y="158508"/>
                  <a:pt x="4931" y="151306"/>
                  <a:pt x="2681" y="145415"/>
                </a:cubicBezTo>
                <a:cubicBezTo>
                  <a:pt x="-1298" y="134996"/>
                  <a:pt x="-1222" y="134332"/>
                  <a:pt x="5459" y="121148"/>
                </a:cubicBezTo>
                <a:cubicBezTo>
                  <a:pt x="10516" y="111168"/>
                  <a:pt x="12973" y="101035"/>
                  <a:pt x="14777" y="82726"/>
                </a:cubicBezTo>
                <a:cubicBezTo>
                  <a:pt x="17244" y="57676"/>
                  <a:pt x="20967" y="43661"/>
                  <a:pt x="25155" y="43661"/>
                </a:cubicBezTo>
                <a:cubicBezTo>
                  <a:pt x="26403" y="43661"/>
                  <a:pt x="27423" y="38516"/>
                  <a:pt x="27423" y="32229"/>
                </a:cubicBezTo>
                <a:cubicBezTo>
                  <a:pt x="27423" y="25675"/>
                  <a:pt x="29023" y="19196"/>
                  <a:pt x="31172" y="17047"/>
                </a:cubicBezTo>
                <a:cubicBezTo>
                  <a:pt x="33235" y="14985"/>
                  <a:pt x="34156" y="12533"/>
                  <a:pt x="33221" y="11598"/>
                </a:cubicBezTo>
                <a:cubicBezTo>
                  <a:pt x="32286" y="10662"/>
                  <a:pt x="34150" y="9210"/>
                  <a:pt x="37362" y="8370"/>
                </a:cubicBezTo>
                <a:cubicBezTo>
                  <a:pt x="40925" y="7438"/>
                  <a:pt x="42675" y="5464"/>
                  <a:pt x="41848" y="3309"/>
                </a:cubicBezTo>
                <a:cubicBezTo>
                  <a:pt x="39982" y="-1555"/>
                  <a:pt x="42837" y="-1094"/>
                  <a:pt x="51947" y="4939"/>
                </a:cubicBezTo>
                <a:cubicBezTo>
                  <a:pt x="56206" y="7760"/>
                  <a:pt x="63426" y="10076"/>
                  <a:pt x="67990" y="10085"/>
                </a:cubicBezTo>
                <a:cubicBezTo>
                  <a:pt x="77231" y="10104"/>
                  <a:pt x="80149" y="13759"/>
                  <a:pt x="82983" y="28865"/>
                </a:cubicBezTo>
                <a:cubicBezTo>
                  <a:pt x="84632" y="37657"/>
                  <a:pt x="85527" y="38498"/>
                  <a:pt x="93236" y="38498"/>
                </a:cubicBezTo>
                <a:cubicBezTo>
                  <a:pt x="99495" y="38498"/>
                  <a:pt x="102031" y="37168"/>
                  <a:pt x="103025" y="33366"/>
                </a:cubicBezTo>
                <a:cubicBezTo>
                  <a:pt x="104466" y="27855"/>
                  <a:pt x="116509" y="21923"/>
                  <a:pt x="120832" y="24595"/>
                </a:cubicBezTo>
                <a:cubicBezTo>
                  <a:pt x="122276" y="25487"/>
                  <a:pt x="122830" y="29351"/>
                  <a:pt x="122064" y="33182"/>
                </a:cubicBezTo>
                <a:cubicBezTo>
                  <a:pt x="120679" y="40107"/>
                  <a:pt x="120757" y="40147"/>
                  <a:pt x="135261" y="39968"/>
                </a:cubicBezTo>
                <a:cubicBezTo>
                  <a:pt x="148934" y="39800"/>
                  <a:pt x="150012" y="40238"/>
                  <a:pt x="152396" y="46930"/>
                </a:cubicBezTo>
                <a:cubicBezTo>
                  <a:pt x="154575" y="53045"/>
                  <a:pt x="154087" y="54670"/>
                  <a:pt x="149002" y="58232"/>
                </a:cubicBezTo>
                <a:cubicBezTo>
                  <a:pt x="144363" y="61481"/>
                  <a:pt x="143827" y="62863"/>
                  <a:pt x="146552" y="64545"/>
                </a:cubicBezTo>
                <a:cubicBezTo>
                  <a:pt x="151618" y="67671"/>
                  <a:pt x="153227" y="118317"/>
                  <a:pt x="148358" y="121402"/>
                </a:cubicBezTo>
                <a:cubicBezTo>
                  <a:pt x="142062" y="125392"/>
                  <a:pt x="135844" y="123962"/>
                  <a:pt x="135844" y="118523"/>
                </a:cubicBezTo>
                <a:cubicBezTo>
                  <a:pt x="135844" y="115655"/>
                  <a:pt x="134123" y="113360"/>
                  <a:pt x="131972" y="113360"/>
                </a:cubicBezTo>
                <a:cubicBezTo>
                  <a:pt x="129225" y="113360"/>
                  <a:pt x="128089" y="110546"/>
                  <a:pt x="128062" y="103679"/>
                </a:cubicBezTo>
                <a:cubicBezTo>
                  <a:pt x="128041" y="98355"/>
                  <a:pt x="126383" y="91095"/>
                  <a:pt x="124378" y="87545"/>
                </a:cubicBezTo>
                <a:cubicBezTo>
                  <a:pt x="122373" y="83996"/>
                  <a:pt x="118773" y="77316"/>
                  <a:pt x="116378" y="72702"/>
                </a:cubicBezTo>
                <a:cubicBezTo>
                  <a:pt x="111867" y="64011"/>
                  <a:pt x="107448" y="61641"/>
                  <a:pt x="107448" y="67912"/>
                </a:cubicBezTo>
                <a:cubicBezTo>
                  <a:pt x="107448" y="69891"/>
                  <a:pt x="103816" y="75399"/>
                  <a:pt x="99376" y="80152"/>
                </a:cubicBezTo>
                <a:cubicBezTo>
                  <a:pt x="91445" y="88642"/>
                  <a:pt x="91359" y="89010"/>
                  <a:pt x="94468" y="101141"/>
                </a:cubicBezTo>
                <a:cubicBezTo>
                  <a:pt x="97988" y="114877"/>
                  <a:pt x="97068" y="117230"/>
                  <a:pt x="81766" y="133635"/>
                </a:cubicBezTo>
                <a:cubicBezTo>
                  <a:pt x="74766" y="141139"/>
                  <a:pt x="72544" y="142078"/>
                  <a:pt x="65090" y="140680"/>
                </a:cubicBezTo>
                <a:cubicBezTo>
                  <a:pt x="57313" y="139221"/>
                  <a:pt x="56181" y="139812"/>
                  <a:pt x="53260" y="146865"/>
                </a:cubicBezTo>
                <a:cubicBezTo>
                  <a:pt x="50372" y="153836"/>
                  <a:pt x="48850" y="154663"/>
                  <a:pt x="38902" y="154663"/>
                </a:cubicBezTo>
                <a:cubicBezTo>
                  <a:pt x="29485" y="154663"/>
                  <a:pt x="26927" y="155853"/>
                  <a:pt x="22260" y="162407"/>
                </a:cubicBezTo>
                <a:cubicBezTo>
                  <a:pt x="16933" y="169889"/>
                  <a:pt x="12076" y="172014"/>
                  <a:pt x="8493" y="168431"/>
                </a:cubicBezTo>
                <a:close/>
              </a:path>
            </a:pathLst>
          </a:custGeom>
          <a:solidFill>
            <a:srgbClr val="B9B9B9"/>
          </a:solidFill>
          <a:ln w="5163" cap="flat">
            <a:noFill/>
            <a:prstDash val="solid"/>
            <a:miter/>
          </a:ln>
        </p:spPr>
        <p:txBody>
          <a:bodyPr/>
          <a:lstStyle/>
          <a:p>
            <a:endParaRPr lang="es-419" noProof="0" dirty="0"/>
          </a:p>
        </p:txBody>
      </p:sp>
      <p:grpSp>
        <p:nvGrpSpPr>
          <p:cNvPr id="68" name="Gráfico 39">
            <a:extLst>
              <a:ext uri="{FF2B5EF4-FFF2-40B4-BE49-F238E27FC236}">
                <a16:creationId xmlns:a16="http://schemas.microsoft.com/office/drawing/2014/main" id="{B5FD90DB-982C-4CF2-C967-9E3B6C320C57}"/>
              </a:ext>
            </a:extLst>
          </p:cNvPr>
          <p:cNvGrpSpPr/>
          <p:nvPr/>
        </p:nvGrpSpPr>
        <p:grpSpPr>
          <a:xfrm>
            <a:off x="2169009" y="2212045"/>
            <a:ext cx="273705" cy="260208"/>
            <a:chOff x="2169009" y="2212045"/>
            <a:chExt cx="273705" cy="260208"/>
          </a:xfrm>
          <a:solidFill>
            <a:srgbClr val="B9B9B9"/>
          </a:solidFill>
        </p:grpSpPr>
        <p:sp>
          <p:nvSpPr>
            <p:cNvPr id="69" name="Forma libre: forma 68">
              <a:extLst>
                <a:ext uri="{FF2B5EF4-FFF2-40B4-BE49-F238E27FC236}">
                  <a16:creationId xmlns:a16="http://schemas.microsoft.com/office/drawing/2014/main" id="{9BBE3E27-5524-D422-FFED-7FE7AF0176B0}"/>
                </a:ext>
              </a:extLst>
            </p:cNvPr>
            <p:cNvSpPr/>
            <p:nvPr/>
          </p:nvSpPr>
          <p:spPr>
            <a:xfrm>
              <a:off x="2169009" y="2212045"/>
              <a:ext cx="273705" cy="260208"/>
            </a:xfrm>
            <a:custGeom>
              <a:avLst/>
              <a:gdLst>
                <a:gd name="csX0" fmla="*/ 136396 w 273705"/>
                <a:gd name="csY0" fmla="*/ 251544 h 260208"/>
                <a:gd name="csX1" fmla="*/ 123951 w 273705"/>
                <a:gd name="csY1" fmla="*/ 241399 h 260208"/>
                <a:gd name="csX2" fmla="*/ 100178 w 273705"/>
                <a:gd name="csY2" fmla="*/ 233837 h 260208"/>
                <a:gd name="csX3" fmla="*/ 81199 w 273705"/>
                <a:gd name="csY3" fmla="*/ 230865 h 260208"/>
                <a:gd name="csX4" fmla="*/ 75979 w 273705"/>
                <a:gd name="csY4" fmla="*/ 240363 h 260208"/>
                <a:gd name="csX5" fmla="*/ 67894 w 273705"/>
                <a:gd name="csY5" fmla="*/ 246752 h 260208"/>
                <a:gd name="csX6" fmla="*/ 29911 w 273705"/>
                <a:gd name="csY6" fmla="*/ 227450 h 260208"/>
                <a:gd name="csX7" fmla="*/ 28472 w 273705"/>
                <a:gd name="csY7" fmla="*/ 213064 h 260208"/>
                <a:gd name="csX8" fmla="*/ 12481 w 273705"/>
                <a:gd name="csY8" fmla="*/ 197704 h 260208"/>
                <a:gd name="csX9" fmla="*/ 1103 w 273705"/>
                <a:gd name="csY9" fmla="*/ 191257 h 260208"/>
                <a:gd name="csX10" fmla="*/ 24560 w 273705"/>
                <a:gd name="csY10" fmla="*/ 177413 h 260208"/>
                <a:gd name="csX11" fmla="*/ 49357 w 273705"/>
                <a:gd name="csY11" fmla="*/ 181249 h 260208"/>
                <a:gd name="csX12" fmla="*/ 33383 w 273705"/>
                <a:gd name="csY12" fmla="*/ 188440 h 260208"/>
                <a:gd name="csX13" fmla="*/ 18111 w 273705"/>
                <a:gd name="csY13" fmla="*/ 189801 h 260208"/>
                <a:gd name="csX14" fmla="*/ 23379 w 273705"/>
                <a:gd name="csY14" fmla="*/ 191217 h 260208"/>
                <a:gd name="csX15" fmla="*/ 42338 w 273705"/>
                <a:gd name="csY15" fmla="*/ 193852 h 260208"/>
                <a:gd name="csX16" fmla="*/ 54801 w 273705"/>
                <a:gd name="csY16" fmla="*/ 205031 h 260208"/>
                <a:gd name="csX17" fmla="*/ 53572 w 273705"/>
                <a:gd name="csY17" fmla="*/ 211902 h 260208"/>
                <a:gd name="csX18" fmla="*/ 58745 w 273705"/>
                <a:gd name="csY18" fmla="*/ 206739 h 260208"/>
                <a:gd name="csX19" fmla="*/ 62804 w 273705"/>
                <a:gd name="csY19" fmla="*/ 199640 h 260208"/>
                <a:gd name="csX20" fmla="*/ 78923 w 273705"/>
                <a:gd name="csY20" fmla="*/ 200342 h 260208"/>
                <a:gd name="csX21" fmla="*/ 84524 w 273705"/>
                <a:gd name="csY21" fmla="*/ 197871 h 260208"/>
                <a:gd name="csX22" fmla="*/ 91725 w 273705"/>
                <a:gd name="csY22" fmla="*/ 189946 h 260208"/>
                <a:gd name="csX23" fmla="*/ 100403 w 273705"/>
                <a:gd name="csY23" fmla="*/ 165765 h 260208"/>
                <a:gd name="csX24" fmla="*/ 96700 w 273705"/>
                <a:gd name="csY24" fmla="*/ 159218 h 260208"/>
                <a:gd name="csX25" fmla="*/ 94398 w 273705"/>
                <a:gd name="csY25" fmla="*/ 157998 h 260208"/>
                <a:gd name="csX26" fmla="*/ 90392 w 273705"/>
                <a:gd name="csY26" fmla="*/ 161840 h 260208"/>
                <a:gd name="csX27" fmla="*/ 87810 w 273705"/>
                <a:gd name="csY27" fmla="*/ 164145 h 260208"/>
                <a:gd name="csX28" fmla="*/ 100799 w 273705"/>
                <a:gd name="csY28" fmla="*/ 149016 h 260208"/>
                <a:gd name="csX29" fmla="*/ 118746 w 273705"/>
                <a:gd name="csY29" fmla="*/ 138331 h 260208"/>
                <a:gd name="csX30" fmla="*/ 133646 w 273705"/>
                <a:gd name="csY30" fmla="*/ 125809 h 260208"/>
                <a:gd name="csX31" fmla="*/ 149004 w 273705"/>
                <a:gd name="csY31" fmla="*/ 91807 h 260208"/>
                <a:gd name="csX32" fmla="*/ 157715 w 273705"/>
                <a:gd name="csY32" fmla="*/ 65895 h 260208"/>
                <a:gd name="csX33" fmla="*/ 163243 w 273705"/>
                <a:gd name="csY33" fmla="*/ 33397 h 260208"/>
                <a:gd name="csX34" fmla="*/ 165326 w 273705"/>
                <a:gd name="csY34" fmla="*/ 1486 h 260208"/>
                <a:gd name="csX35" fmla="*/ 167796 w 273705"/>
                <a:gd name="csY35" fmla="*/ 6032 h 260208"/>
                <a:gd name="csX36" fmla="*/ 180226 w 273705"/>
                <a:gd name="csY36" fmla="*/ 14421 h 260208"/>
                <a:gd name="csX37" fmla="*/ 195070 w 273705"/>
                <a:gd name="csY37" fmla="*/ 12027 h 260208"/>
                <a:gd name="csX38" fmla="*/ 227557 w 273705"/>
                <a:gd name="csY38" fmla="*/ 43889 h 260208"/>
                <a:gd name="csX39" fmla="*/ 257592 w 273705"/>
                <a:gd name="csY39" fmla="*/ 78146 h 260208"/>
                <a:gd name="csX40" fmla="*/ 261681 w 273705"/>
                <a:gd name="csY40" fmla="*/ 107593 h 260208"/>
                <a:gd name="csX41" fmla="*/ 273489 w 273705"/>
                <a:gd name="csY41" fmla="*/ 250266 h 260208"/>
                <a:gd name="csX42" fmla="*/ 218174 w 273705"/>
                <a:gd name="csY42" fmla="*/ 254247 h 260208"/>
                <a:gd name="csX43" fmla="*/ 150594 w 273705"/>
                <a:gd name="csY43" fmla="*/ 258722 h 260208"/>
                <a:gd name="csX44" fmla="*/ 137226 w 273705"/>
                <a:gd name="csY44" fmla="*/ 260208 h 260208"/>
                <a:gd name="csX45" fmla="*/ 136396 w 273705"/>
                <a:gd name="csY45" fmla="*/ 251544 h 2602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Lst>
              <a:rect l="l" t="t" r="r" b="b"/>
              <a:pathLst>
                <a:path w="273705" h="260208">
                  <a:moveTo>
                    <a:pt x="136396" y="251544"/>
                  </a:moveTo>
                  <a:cubicBezTo>
                    <a:pt x="135615" y="243380"/>
                    <a:pt x="134897" y="242794"/>
                    <a:pt x="123951" y="241399"/>
                  </a:cubicBezTo>
                  <a:cubicBezTo>
                    <a:pt x="117562" y="240584"/>
                    <a:pt x="106864" y="237181"/>
                    <a:pt x="100178" y="233837"/>
                  </a:cubicBezTo>
                  <a:cubicBezTo>
                    <a:pt x="89763" y="228627"/>
                    <a:pt x="87046" y="228201"/>
                    <a:pt x="81199" y="230865"/>
                  </a:cubicBezTo>
                  <a:cubicBezTo>
                    <a:pt x="75659" y="233390"/>
                    <a:pt x="74677" y="235176"/>
                    <a:pt x="75979" y="240363"/>
                  </a:cubicBezTo>
                  <a:cubicBezTo>
                    <a:pt x="77472" y="246311"/>
                    <a:pt x="76914" y="246752"/>
                    <a:pt x="67894" y="246752"/>
                  </a:cubicBezTo>
                  <a:cubicBezTo>
                    <a:pt x="55809" y="246752"/>
                    <a:pt x="31822" y="234563"/>
                    <a:pt x="29911" y="227450"/>
                  </a:cubicBezTo>
                  <a:cubicBezTo>
                    <a:pt x="29139" y="224578"/>
                    <a:pt x="28492" y="218104"/>
                    <a:pt x="28472" y="213064"/>
                  </a:cubicBezTo>
                  <a:cubicBezTo>
                    <a:pt x="28427" y="201349"/>
                    <a:pt x="24633" y="197704"/>
                    <a:pt x="12481" y="197704"/>
                  </a:cubicBezTo>
                  <a:cubicBezTo>
                    <a:pt x="4225" y="197704"/>
                    <a:pt x="2471" y="196710"/>
                    <a:pt x="1103" y="191257"/>
                  </a:cubicBezTo>
                  <a:cubicBezTo>
                    <a:pt x="-2114" y="178441"/>
                    <a:pt x="578" y="176853"/>
                    <a:pt x="24560" y="177413"/>
                  </a:cubicBezTo>
                  <a:cubicBezTo>
                    <a:pt x="38820" y="177746"/>
                    <a:pt x="47574" y="179100"/>
                    <a:pt x="49357" y="181249"/>
                  </a:cubicBezTo>
                  <a:cubicBezTo>
                    <a:pt x="54736" y="187730"/>
                    <a:pt x="49187" y="190228"/>
                    <a:pt x="33383" y="188440"/>
                  </a:cubicBezTo>
                  <a:cubicBezTo>
                    <a:pt x="22288" y="187184"/>
                    <a:pt x="18111" y="187556"/>
                    <a:pt x="18111" y="189801"/>
                  </a:cubicBezTo>
                  <a:cubicBezTo>
                    <a:pt x="18111" y="191735"/>
                    <a:pt x="20080" y="192265"/>
                    <a:pt x="23379" y="191217"/>
                  </a:cubicBezTo>
                  <a:cubicBezTo>
                    <a:pt x="26276" y="190298"/>
                    <a:pt x="34808" y="191483"/>
                    <a:pt x="42338" y="193852"/>
                  </a:cubicBezTo>
                  <a:cubicBezTo>
                    <a:pt x="54989" y="197831"/>
                    <a:pt x="55937" y="198681"/>
                    <a:pt x="54801" y="205031"/>
                  </a:cubicBezTo>
                  <a:lnTo>
                    <a:pt x="53572" y="211902"/>
                  </a:lnTo>
                  <a:lnTo>
                    <a:pt x="58745" y="206739"/>
                  </a:lnTo>
                  <a:cubicBezTo>
                    <a:pt x="61590" y="203900"/>
                    <a:pt x="63416" y="200705"/>
                    <a:pt x="62804" y="199640"/>
                  </a:cubicBezTo>
                  <a:cubicBezTo>
                    <a:pt x="61196" y="196843"/>
                    <a:pt x="70823" y="197262"/>
                    <a:pt x="78923" y="200342"/>
                  </a:cubicBezTo>
                  <a:cubicBezTo>
                    <a:pt x="85153" y="202711"/>
                    <a:pt x="85724" y="202459"/>
                    <a:pt x="84524" y="197871"/>
                  </a:cubicBezTo>
                  <a:cubicBezTo>
                    <a:pt x="83478" y="193868"/>
                    <a:pt x="85034" y="192154"/>
                    <a:pt x="91725" y="189946"/>
                  </a:cubicBezTo>
                  <a:cubicBezTo>
                    <a:pt x="104380" y="185769"/>
                    <a:pt x="109318" y="172009"/>
                    <a:pt x="100403" y="165765"/>
                  </a:cubicBezTo>
                  <a:cubicBezTo>
                    <a:pt x="97428" y="163681"/>
                    <a:pt x="95762" y="160736"/>
                    <a:pt x="96700" y="159218"/>
                  </a:cubicBezTo>
                  <a:cubicBezTo>
                    <a:pt x="97747" y="157525"/>
                    <a:pt x="96859" y="157053"/>
                    <a:pt x="94398" y="157998"/>
                  </a:cubicBezTo>
                  <a:cubicBezTo>
                    <a:pt x="92194" y="158843"/>
                    <a:pt x="90392" y="160572"/>
                    <a:pt x="90392" y="161840"/>
                  </a:cubicBezTo>
                  <a:cubicBezTo>
                    <a:pt x="90392" y="163108"/>
                    <a:pt x="89230" y="164145"/>
                    <a:pt x="87810" y="164145"/>
                  </a:cubicBezTo>
                  <a:cubicBezTo>
                    <a:pt x="81811" y="164145"/>
                    <a:pt x="86198" y="159036"/>
                    <a:pt x="100799" y="149016"/>
                  </a:cubicBezTo>
                  <a:cubicBezTo>
                    <a:pt x="109362" y="143139"/>
                    <a:pt x="117438" y="138331"/>
                    <a:pt x="118746" y="138331"/>
                  </a:cubicBezTo>
                  <a:cubicBezTo>
                    <a:pt x="120053" y="138331"/>
                    <a:pt x="126758" y="132696"/>
                    <a:pt x="133646" y="125809"/>
                  </a:cubicBezTo>
                  <a:cubicBezTo>
                    <a:pt x="145786" y="113669"/>
                    <a:pt x="146254" y="112631"/>
                    <a:pt x="149004" y="91807"/>
                  </a:cubicBezTo>
                  <a:cubicBezTo>
                    <a:pt x="151298" y="74430"/>
                    <a:pt x="152962" y="69481"/>
                    <a:pt x="157715" y="65895"/>
                  </a:cubicBezTo>
                  <a:cubicBezTo>
                    <a:pt x="163239" y="61729"/>
                    <a:pt x="163570" y="59784"/>
                    <a:pt x="163243" y="33397"/>
                  </a:cubicBezTo>
                  <a:cubicBezTo>
                    <a:pt x="163052" y="17960"/>
                    <a:pt x="163989" y="3600"/>
                    <a:pt x="165326" y="1486"/>
                  </a:cubicBezTo>
                  <a:cubicBezTo>
                    <a:pt x="167138" y="-1380"/>
                    <a:pt x="167766" y="-224"/>
                    <a:pt x="167796" y="6032"/>
                  </a:cubicBezTo>
                  <a:cubicBezTo>
                    <a:pt x="167835" y="14326"/>
                    <a:pt x="167976" y="14421"/>
                    <a:pt x="180226" y="14421"/>
                  </a:cubicBezTo>
                  <a:cubicBezTo>
                    <a:pt x="187041" y="14421"/>
                    <a:pt x="193721" y="13344"/>
                    <a:pt x="195070" y="12027"/>
                  </a:cubicBezTo>
                  <a:cubicBezTo>
                    <a:pt x="196598" y="10534"/>
                    <a:pt x="208840" y="22541"/>
                    <a:pt x="227557" y="43889"/>
                  </a:cubicBezTo>
                  <a:lnTo>
                    <a:pt x="257592" y="78146"/>
                  </a:lnTo>
                  <a:lnTo>
                    <a:pt x="261681" y="107593"/>
                  </a:lnTo>
                  <a:cubicBezTo>
                    <a:pt x="266251" y="140497"/>
                    <a:pt x="275208" y="248724"/>
                    <a:pt x="273489" y="250266"/>
                  </a:cubicBezTo>
                  <a:cubicBezTo>
                    <a:pt x="272881" y="250811"/>
                    <a:pt x="247989" y="252602"/>
                    <a:pt x="218174" y="254247"/>
                  </a:cubicBezTo>
                  <a:cubicBezTo>
                    <a:pt x="188358" y="255891"/>
                    <a:pt x="157947" y="257905"/>
                    <a:pt x="150594" y="258722"/>
                  </a:cubicBezTo>
                  <a:lnTo>
                    <a:pt x="137226" y="260208"/>
                  </a:lnTo>
                  <a:lnTo>
                    <a:pt x="136396" y="251544"/>
                  </a:lnTo>
                  <a:close/>
                </a:path>
              </a:pathLst>
            </a:custGeom>
            <a:solidFill>
              <a:srgbClr val="B9B9B9"/>
            </a:solidFill>
            <a:ln w="5163" cap="flat">
              <a:noFill/>
              <a:prstDash val="solid"/>
              <a:miter/>
            </a:ln>
          </p:spPr>
          <p:txBody>
            <a:bodyPr/>
            <a:lstStyle/>
            <a:p>
              <a:endParaRPr lang="es-419" noProof="0" dirty="0"/>
            </a:p>
          </p:txBody>
        </p:sp>
        <p:sp>
          <p:nvSpPr>
            <p:cNvPr id="70" name="Forma libre: forma 69">
              <a:extLst>
                <a:ext uri="{FF2B5EF4-FFF2-40B4-BE49-F238E27FC236}">
                  <a16:creationId xmlns:a16="http://schemas.microsoft.com/office/drawing/2014/main" id="{F35C0917-320C-EA8F-9B7B-E190493C07B2}"/>
                </a:ext>
              </a:extLst>
            </p:cNvPr>
            <p:cNvSpPr/>
            <p:nvPr/>
          </p:nvSpPr>
          <p:spPr>
            <a:xfrm>
              <a:off x="2221969" y="2379232"/>
              <a:ext cx="29491" cy="17638"/>
            </a:xfrm>
            <a:custGeom>
              <a:avLst/>
              <a:gdLst>
                <a:gd name="csX0" fmla="*/ 10326 w 29491"/>
                <a:gd name="csY0" fmla="*/ 11251 h 17638"/>
                <a:gd name="csX1" fmla="*/ 23663 w 29491"/>
                <a:gd name="csY1" fmla="*/ 4783 h 17638"/>
                <a:gd name="csX2" fmla="*/ 27977 w 29491"/>
                <a:gd name="csY2" fmla="*/ 1475 h 17638"/>
                <a:gd name="csX3" fmla="*/ 29483 w 29491"/>
                <a:gd name="csY3" fmla="*/ 1025 h 17638"/>
                <a:gd name="csX4" fmla="*/ 8425 w 29491"/>
                <a:gd name="csY4" fmla="*/ 16751 h 17638"/>
                <a:gd name="csX5" fmla="*/ 0 w 29491"/>
                <a:gd name="csY5" fmla="*/ 17639 h 17638"/>
                <a:gd name="csX6" fmla="*/ 10326 w 29491"/>
                <a:gd name="csY6" fmla="*/ 11251 h 17638"/>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9491" h="17638">
                  <a:moveTo>
                    <a:pt x="10326" y="11251"/>
                  </a:moveTo>
                  <a:cubicBezTo>
                    <a:pt x="16005" y="7738"/>
                    <a:pt x="22007" y="4827"/>
                    <a:pt x="23663" y="4783"/>
                  </a:cubicBezTo>
                  <a:cubicBezTo>
                    <a:pt x="25320" y="4738"/>
                    <a:pt x="27261" y="3250"/>
                    <a:pt x="27977" y="1475"/>
                  </a:cubicBezTo>
                  <a:cubicBezTo>
                    <a:pt x="28693" y="-299"/>
                    <a:pt x="29371" y="-502"/>
                    <a:pt x="29483" y="1025"/>
                  </a:cubicBezTo>
                  <a:cubicBezTo>
                    <a:pt x="29861" y="6183"/>
                    <a:pt x="16907" y="15857"/>
                    <a:pt x="8425" y="16751"/>
                  </a:cubicBezTo>
                  <a:lnTo>
                    <a:pt x="0" y="17639"/>
                  </a:lnTo>
                  <a:lnTo>
                    <a:pt x="10326" y="11251"/>
                  </a:lnTo>
                  <a:close/>
                </a:path>
              </a:pathLst>
            </a:custGeom>
            <a:solidFill>
              <a:srgbClr val="B9B9B9"/>
            </a:solidFill>
            <a:ln w="5163" cap="flat">
              <a:noFill/>
              <a:prstDash val="solid"/>
              <a:miter/>
            </a:ln>
          </p:spPr>
          <p:txBody>
            <a:bodyPr/>
            <a:lstStyle/>
            <a:p>
              <a:endParaRPr lang="es-419" noProof="0" dirty="0"/>
            </a:p>
          </p:txBody>
        </p:sp>
      </p:grpSp>
      <p:sp>
        <p:nvSpPr>
          <p:cNvPr id="71" name="Forma libre: forma 70">
            <a:extLst>
              <a:ext uri="{FF2B5EF4-FFF2-40B4-BE49-F238E27FC236}">
                <a16:creationId xmlns:a16="http://schemas.microsoft.com/office/drawing/2014/main" id="{05735ED0-ECBC-5FC3-35C4-DA7876D2D910}"/>
              </a:ext>
            </a:extLst>
          </p:cNvPr>
          <p:cNvSpPr/>
          <p:nvPr/>
        </p:nvSpPr>
        <p:spPr>
          <a:xfrm>
            <a:off x="1574029" y="2346575"/>
            <a:ext cx="28491" cy="35790"/>
          </a:xfrm>
          <a:custGeom>
            <a:avLst/>
            <a:gdLst>
              <a:gd name="csX0" fmla="*/ 11768 w 28491"/>
              <a:gd name="csY0" fmla="*/ 34872 h 35790"/>
              <a:gd name="csX1" fmla="*/ 805 w 28491"/>
              <a:gd name="csY1" fmla="*/ 25413 h 35790"/>
              <a:gd name="csX2" fmla="*/ 7669 w 28491"/>
              <a:gd name="csY2" fmla="*/ 7571 h 35790"/>
              <a:gd name="csX3" fmla="*/ 18379 w 28491"/>
              <a:gd name="csY3" fmla="*/ 2738 h 35790"/>
              <a:gd name="csX4" fmla="*/ 23574 w 28491"/>
              <a:gd name="csY4" fmla="*/ 11696 h 35790"/>
              <a:gd name="csX5" fmla="*/ 28193 w 28491"/>
              <a:gd name="csY5" fmla="*/ 24987 h 35790"/>
              <a:gd name="csX6" fmla="*/ 11768 w 28491"/>
              <a:gd name="csY6" fmla="*/ 34872 h 35790"/>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8491" h="35790">
                <a:moveTo>
                  <a:pt x="11768" y="34872"/>
                </a:moveTo>
                <a:cubicBezTo>
                  <a:pt x="4464" y="33733"/>
                  <a:pt x="2519" y="32055"/>
                  <a:pt x="805" y="25413"/>
                </a:cubicBezTo>
                <a:cubicBezTo>
                  <a:pt x="-1017" y="18356"/>
                  <a:pt x="-153" y="16110"/>
                  <a:pt x="7669" y="7571"/>
                </a:cubicBezTo>
                <a:cubicBezTo>
                  <a:pt x="15700" y="-1197"/>
                  <a:pt x="16797" y="-1692"/>
                  <a:pt x="18379" y="2738"/>
                </a:cubicBezTo>
                <a:cubicBezTo>
                  <a:pt x="19348" y="5452"/>
                  <a:pt x="21686" y="9483"/>
                  <a:pt x="23574" y="11696"/>
                </a:cubicBezTo>
                <a:cubicBezTo>
                  <a:pt x="25461" y="13908"/>
                  <a:pt x="27540" y="19890"/>
                  <a:pt x="28193" y="24987"/>
                </a:cubicBezTo>
                <a:cubicBezTo>
                  <a:pt x="29539" y="35505"/>
                  <a:pt x="26717" y="37203"/>
                  <a:pt x="11768" y="34872"/>
                </a:cubicBezTo>
                <a:close/>
              </a:path>
            </a:pathLst>
          </a:custGeom>
          <a:solidFill>
            <a:srgbClr val="CCCCCC"/>
          </a:solidFill>
          <a:ln w="5163" cap="flat">
            <a:noFill/>
            <a:prstDash val="solid"/>
            <a:miter/>
          </a:ln>
        </p:spPr>
        <p:txBody>
          <a:bodyPr/>
          <a:lstStyle/>
          <a:p>
            <a:endParaRPr lang="es-419" noProof="0" dirty="0"/>
          </a:p>
        </p:txBody>
      </p:sp>
      <p:sp>
        <p:nvSpPr>
          <p:cNvPr id="72" name="Forma libre: forma 71">
            <a:extLst>
              <a:ext uri="{FF2B5EF4-FFF2-40B4-BE49-F238E27FC236}">
                <a16:creationId xmlns:a16="http://schemas.microsoft.com/office/drawing/2014/main" id="{5CB2C1DC-0954-0F6E-C965-D6BD8E78303A}"/>
              </a:ext>
            </a:extLst>
          </p:cNvPr>
          <p:cNvSpPr/>
          <p:nvPr/>
        </p:nvSpPr>
        <p:spPr>
          <a:xfrm>
            <a:off x="1629800" y="2326596"/>
            <a:ext cx="82332" cy="45198"/>
          </a:xfrm>
          <a:custGeom>
            <a:avLst/>
            <a:gdLst>
              <a:gd name="csX0" fmla="*/ 35828 w 82332"/>
              <a:gd name="csY0" fmla="*/ 43172 h 45198"/>
              <a:gd name="csX1" fmla="*/ 20861 w 82332"/>
              <a:gd name="csY1" fmla="*/ 27939 h 45198"/>
              <a:gd name="csX2" fmla="*/ 6710 w 82332"/>
              <a:gd name="csY2" fmla="*/ 16733 h 45198"/>
              <a:gd name="csX3" fmla="*/ 200 w 82332"/>
              <a:gd name="csY3" fmla="*/ 11518 h 45198"/>
              <a:gd name="csX4" fmla="*/ 11960 w 82332"/>
              <a:gd name="csY4" fmla="*/ 5709 h 45198"/>
              <a:gd name="csX5" fmla="*/ 29437 w 82332"/>
              <a:gd name="csY5" fmla="*/ 2139 h 45198"/>
              <a:gd name="csX6" fmla="*/ 38320 w 82332"/>
              <a:gd name="csY6" fmla="*/ 692 h 45198"/>
              <a:gd name="csX7" fmla="*/ 49592 w 82332"/>
              <a:gd name="csY7" fmla="*/ 4355 h 45198"/>
              <a:gd name="csX8" fmla="*/ 61209 w 82332"/>
              <a:gd name="csY8" fmla="*/ 13550 h 45198"/>
              <a:gd name="csX9" fmla="*/ 68838 w 82332"/>
              <a:gd name="csY9" fmla="*/ 19970 h 45198"/>
              <a:gd name="csX10" fmla="*/ 82332 w 82332"/>
              <a:gd name="csY10" fmla="*/ 30233 h 45198"/>
              <a:gd name="csX11" fmla="*/ 75901 w 82332"/>
              <a:gd name="csY11" fmla="*/ 31524 h 45198"/>
              <a:gd name="csX12" fmla="*/ 66358 w 82332"/>
              <a:gd name="csY12" fmla="*/ 36506 h 45198"/>
              <a:gd name="csX13" fmla="*/ 58348 w 82332"/>
              <a:gd name="csY13" fmla="*/ 38866 h 45198"/>
              <a:gd name="csX14" fmla="*/ 47885 w 82332"/>
              <a:gd name="csY14" fmla="*/ 41425 h 45198"/>
              <a:gd name="csX15" fmla="*/ 35828 w 82332"/>
              <a:gd name="csY15" fmla="*/ 43172 h 4519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82332" h="45198">
                <a:moveTo>
                  <a:pt x="35828" y="43172"/>
                </a:moveTo>
                <a:cubicBezTo>
                  <a:pt x="32257" y="41284"/>
                  <a:pt x="25522" y="34429"/>
                  <a:pt x="20861" y="27939"/>
                </a:cubicBezTo>
                <a:cubicBezTo>
                  <a:pt x="14698" y="19357"/>
                  <a:pt x="10840" y="16301"/>
                  <a:pt x="6710" y="16733"/>
                </a:cubicBezTo>
                <a:cubicBezTo>
                  <a:pt x="2564" y="17166"/>
                  <a:pt x="809" y="15760"/>
                  <a:pt x="200" y="11518"/>
                </a:cubicBezTo>
                <a:cubicBezTo>
                  <a:pt x="-566" y="6174"/>
                  <a:pt x="375" y="5709"/>
                  <a:pt x="11960" y="5709"/>
                </a:cubicBezTo>
                <a:cubicBezTo>
                  <a:pt x="18887" y="5709"/>
                  <a:pt x="26751" y="4102"/>
                  <a:pt x="29437" y="2139"/>
                </a:cubicBezTo>
                <a:cubicBezTo>
                  <a:pt x="32427" y="-48"/>
                  <a:pt x="35871" y="-609"/>
                  <a:pt x="38320" y="692"/>
                </a:cubicBezTo>
                <a:cubicBezTo>
                  <a:pt x="40520" y="1860"/>
                  <a:pt x="45592" y="3509"/>
                  <a:pt x="49592" y="4355"/>
                </a:cubicBezTo>
                <a:cubicBezTo>
                  <a:pt x="53972" y="5282"/>
                  <a:pt x="58593" y="8940"/>
                  <a:pt x="61209" y="13550"/>
                </a:cubicBezTo>
                <a:cubicBezTo>
                  <a:pt x="63598" y="17761"/>
                  <a:pt x="67032" y="20650"/>
                  <a:pt x="68838" y="19970"/>
                </a:cubicBezTo>
                <a:cubicBezTo>
                  <a:pt x="71755" y="18872"/>
                  <a:pt x="82332" y="26917"/>
                  <a:pt x="82332" y="30233"/>
                </a:cubicBezTo>
                <a:cubicBezTo>
                  <a:pt x="82332" y="30943"/>
                  <a:pt x="79438" y="31524"/>
                  <a:pt x="75901" y="31524"/>
                </a:cubicBezTo>
                <a:cubicBezTo>
                  <a:pt x="72343" y="31524"/>
                  <a:pt x="68079" y="33750"/>
                  <a:pt x="66358" y="36506"/>
                </a:cubicBezTo>
                <a:cubicBezTo>
                  <a:pt x="63915" y="40418"/>
                  <a:pt x="62194" y="40925"/>
                  <a:pt x="58348" y="38866"/>
                </a:cubicBezTo>
                <a:cubicBezTo>
                  <a:pt x="54563" y="36841"/>
                  <a:pt x="52184" y="37422"/>
                  <a:pt x="47885" y="41425"/>
                </a:cubicBezTo>
                <a:cubicBezTo>
                  <a:pt x="42972" y="45999"/>
                  <a:pt x="41560" y="46204"/>
                  <a:pt x="35828" y="43172"/>
                </a:cubicBezTo>
                <a:close/>
              </a:path>
            </a:pathLst>
          </a:custGeom>
          <a:solidFill>
            <a:srgbClr val="B9B9B9"/>
          </a:solidFill>
          <a:ln w="5163" cap="flat">
            <a:noFill/>
            <a:prstDash val="solid"/>
            <a:miter/>
          </a:ln>
        </p:spPr>
        <p:txBody>
          <a:bodyPr/>
          <a:lstStyle/>
          <a:p>
            <a:endParaRPr lang="es-419" noProof="0" dirty="0"/>
          </a:p>
        </p:txBody>
      </p:sp>
      <p:sp>
        <p:nvSpPr>
          <p:cNvPr id="73" name="Forma libre: forma 72">
            <a:extLst>
              <a:ext uri="{FF2B5EF4-FFF2-40B4-BE49-F238E27FC236}">
                <a16:creationId xmlns:a16="http://schemas.microsoft.com/office/drawing/2014/main" id="{F5B92FE8-A194-7F08-BD57-520322091098}"/>
              </a:ext>
            </a:extLst>
          </p:cNvPr>
          <p:cNvSpPr/>
          <p:nvPr/>
        </p:nvSpPr>
        <p:spPr>
          <a:xfrm>
            <a:off x="1522864" y="2163021"/>
            <a:ext cx="166771" cy="166600"/>
          </a:xfrm>
          <a:custGeom>
            <a:avLst/>
            <a:gdLst>
              <a:gd name="csX0" fmla="*/ 112825 w 166771"/>
              <a:gd name="csY0" fmla="*/ 162186 h 166600"/>
              <a:gd name="csX1" fmla="*/ 93810 w 166771"/>
              <a:gd name="csY1" fmla="*/ 146052 h 166600"/>
              <a:gd name="csX2" fmla="*/ 80847 w 166771"/>
              <a:gd name="csY2" fmla="*/ 139517 h 166600"/>
              <a:gd name="csX3" fmla="*/ 77061 w 166771"/>
              <a:gd name="csY3" fmla="*/ 131529 h 166600"/>
              <a:gd name="csX4" fmla="*/ 56324 w 166771"/>
              <a:gd name="csY4" fmla="*/ 140503 h 166600"/>
              <a:gd name="csX5" fmla="*/ 40835 w 166771"/>
              <a:gd name="csY5" fmla="*/ 134435 h 166600"/>
              <a:gd name="csX6" fmla="*/ 25839 w 166771"/>
              <a:gd name="csY6" fmla="*/ 117575 h 166600"/>
              <a:gd name="csX7" fmla="*/ 603 w 166771"/>
              <a:gd name="csY7" fmla="*/ 103594 h 166600"/>
              <a:gd name="csX8" fmla="*/ 3427 w 166771"/>
              <a:gd name="csY8" fmla="*/ 92334 h 166600"/>
              <a:gd name="csX9" fmla="*/ 16980 w 166771"/>
              <a:gd name="csY9" fmla="*/ 76064 h 166600"/>
              <a:gd name="csX10" fmla="*/ 29744 w 166771"/>
              <a:gd name="csY10" fmla="*/ 65065 h 166600"/>
              <a:gd name="csX11" fmla="*/ 36843 w 166771"/>
              <a:gd name="csY11" fmla="*/ 46479 h 166600"/>
              <a:gd name="csX12" fmla="*/ 44707 w 166771"/>
              <a:gd name="csY12" fmla="*/ 28415 h 166600"/>
              <a:gd name="csX13" fmla="*/ 49507 w 166771"/>
              <a:gd name="csY13" fmla="*/ 27678 h 166600"/>
              <a:gd name="csX14" fmla="*/ 60947 w 166771"/>
              <a:gd name="csY14" fmla="*/ 25763 h 166600"/>
              <a:gd name="csX15" fmla="*/ 70323 w 166771"/>
              <a:gd name="csY15" fmla="*/ 14969 h 166600"/>
              <a:gd name="csX16" fmla="*/ 78890 w 166771"/>
              <a:gd name="csY16" fmla="*/ 12726 h 166600"/>
              <a:gd name="csX17" fmla="*/ 98544 w 166771"/>
              <a:gd name="csY17" fmla="*/ 17873 h 166600"/>
              <a:gd name="csX18" fmla="*/ 112369 w 166771"/>
              <a:gd name="csY18" fmla="*/ 19382 h 166600"/>
              <a:gd name="csX19" fmla="*/ 111333 w 166771"/>
              <a:gd name="csY19" fmla="*/ 10510 h 166600"/>
              <a:gd name="csX20" fmla="*/ 113560 w 166771"/>
              <a:gd name="csY20" fmla="*/ 387 h 166600"/>
              <a:gd name="csX21" fmla="*/ 117960 w 166771"/>
              <a:gd name="csY21" fmla="*/ 7843 h 166600"/>
              <a:gd name="csX22" fmla="*/ 132949 w 166771"/>
              <a:gd name="csY22" fmla="*/ 23283 h 166600"/>
              <a:gd name="csX23" fmla="*/ 137639 w 166771"/>
              <a:gd name="csY23" fmla="*/ 24249 h 166600"/>
              <a:gd name="csX24" fmla="*/ 142971 w 166771"/>
              <a:gd name="csY24" fmla="*/ 28097 h 166600"/>
              <a:gd name="csX25" fmla="*/ 144280 w 166771"/>
              <a:gd name="csY25" fmla="*/ 37270 h 166600"/>
              <a:gd name="csX26" fmla="*/ 141806 w 166771"/>
              <a:gd name="csY26" fmla="*/ 49084 h 166600"/>
              <a:gd name="csX27" fmla="*/ 134976 w 166771"/>
              <a:gd name="csY27" fmla="*/ 50495 h 166600"/>
              <a:gd name="csX28" fmla="*/ 125814 w 166771"/>
              <a:gd name="csY28" fmla="*/ 54367 h 166600"/>
              <a:gd name="csX29" fmla="*/ 117982 w 166771"/>
              <a:gd name="csY29" fmla="*/ 60864 h 166600"/>
              <a:gd name="csX30" fmla="*/ 114406 w 166771"/>
              <a:gd name="csY30" fmla="*/ 64736 h 166600"/>
              <a:gd name="csX31" fmla="*/ 118081 w 166771"/>
              <a:gd name="csY31" fmla="*/ 68608 h 166600"/>
              <a:gd name="csX32" fmla="*/ 117880 w 166771"/>
              <a:gd name="csY32" fmla="*/ 76375 h 166600"/>
              <a:gd name="csX33" fmla="*/ 120902 w 166771"/>
              <a:gd name="csY33" fmla="*/ 101250 h 166600"/>
              <a:gd name="csX34" fmla="*/ 146578 w 166771"/>
              <a:gd name="csY34" fmla="*/ 85070 h 166600"/>
              <a:gd name="csX35" fmla="*/ 165866 w 166771"/>
              <a:gd name="csY35" fmla="*/ 78619 h 166600"/>
              <a:gd name="csX36" fmla="*/ 158858 w 166771"/>
              <a:gd name="csY36" fmla="*/ 93393 h 166600"/>
              <a:gd name="csX37" fmla="*/ 145606 w 166771"/>
              <a:gd name="csY37" fmla="*/ 103389 h 166600"/>
              <a:gd name="csX38" fmla="*/ 146405 w 166771"/>
              <a:gd name="csY38" fmla="*/ 113844 h 166600"/>
              <a:gd name="csX39" fmla="*/ 151373 w 166771"/>
              <a:gd name="csY39" fmla="*/ 126271 h 166600"/>
              <a:gd name="csX40" fmla="*/ 146320 w 166771"/>
              <a:gd name="csY40" fmla="*/ 138511 h 166600"/>
              <a:gd name="csX41" fmla="*/ 142802 w 166771"/>
              <a:gd name="csY41" fmla="*/ 150216 h 166600"/>
              <a:gd name="csX42" fmla="*/ 135305 w 166771"/>
              <a:gd name="csY42" fmla="*/ 162275 h 166600"/>
              <a:gd name="csX43" fmla="*/ 112825 w 166771"/>
              <a:gd name="csY43" fmla="*/ 162186 h 1666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66771" h="166600">
                <a:moveTo>
                  <a:pt x="112825" y="162186"/>
                </a:moveTo>
                <a:cubicBezTo>
                  <a:pt x="107924" y="146593"/>
                  <a:pt x="107287" y="146052"/>
                  <a:pt x="93810" y="146052"/>
                </a:cubicBezTo>
                <a:cubicBezTo>
                  <a:pt x="81661" y="146052"/>
                  <a:pt x="80847" y="145641"/>
                  <a:pt x="80847" y="139517"/>
                </a:cubicBezTo>
                <a:cubicBezTo>
                  <a:pt x="80847" y="135923"/>
                  <a:pt x="79143" y="132329"/>
                  <a:pt x="77061" y="131529"/>
                </a:cubicBezTo>
                <a:cubicBezTo>
                  <a:pt x="70944" y="129182"/>
                  <a:pt x="59116" y="134300"/>
                  <a:pt x="56324" y="140503"/>
                </a:cubicBezTo>
                <a:cubicBezTo>
                  <a:pt x="52116" y="149848"/>
                  <a:pt x="43882" y="146622"/>
                  <a:pt x="40835" y="134435"/>
                </a:cubicBezTo>
                <a:cubicBezTo>
                  <a:pt x="37208" y="119926"/>
                  <a:pt x="35198" y="117667"/>
                  <a:pt x="25839" y="117575"/>
                </a:cubicBezTo>
                <a:cubicBezTo>
                  <a:pt x="16487" y="117484"/>
                  <a:pt x="-3740" y="106278"/>
                  <a:pt x="603" y="103594"/>
                </a:cubicBezTo>
                <a:cubicBezTo>
                  <a:pt x="2143" y="102641"/>
                  <a:pt x="3414" y="97575"/>
                  <a:pt x="3427" y="92334"/>
                </a:cubicBezTo>
                <a:cubicBezTo>
                  <a:pt x="3448" y="83428"/>
                  <a:pt x="4333" y="82366"/>
                  <a:pt x="16980" y="76064"/>
                </a:cubicBezTo>
                <a:cubicBezTo>
                  <a:pt x="26201" y="71468"/>
                  <a:pt x="30266" y="67966"/>
                  <a:pt x="29744" y="65065"/>
                </a:cubicBezTo>
                <a:cubicBezTo>
                  <a:pt x="29324" y="62724"/>
                  <a:pt x="32518" y="54360"/>
                  <a:pt x="36843" y="46479"/>
                </a:cubicBezTo>
                <a:cubicBezTo>
                  <a:pt x="41168" y="38598"/>
                  <a:pt x="44707" y="30469"/>
                  <a:pt x="44707" y="28415"/>
                </a:cubicBezTo>
                <a:cubicBezTo>
                  <a:pt x="44707" y="25420"/>
                  <a:pt x="45659" y="25274"/>
                  <a:pt x="49507" y="27678"/>
                </a:cubicBezTo>
                <a:cubicBezTo>
                  <a:pt x="53370" y="30090"/>
                  <a:pt x="55603" y="29716"/>
                  <a:pt x="60947" y="25763"/>
                </a:cubicBezTo>
                <a:cubicBezTo>
                  <a:pt x="64599" y="23062"/>
                  <a:pt x="68819" y="18205"/>
                  <a:pt x="70323" y="14969"/>
                </a:cubicBezTo>
                <a:cubicBezTo>
                  <a:pt x="72821" y="9600"/>
                  <a:pt x="73567" y="9404"/>
                  <a:pt x="78890" y="12726"/>
                </a:cubicBezTo>
                <a:cubicBezTo>
                  <a:pt x="82096" y="14727"/>
                  <a:pt x="90941" y="17044"/>
                  <a:pt x="98544" y="17873"/>
                </a:cubicBezTo>
                <a:lnTo>
                  <a:pt x="112369" y="19382"/>
                </a:lnTo>
                <a:lnTo>
                  <a:pt x="111333" y="10510"/>
                </a:lnTo>
                <a:cubicBezTo>
                  <a:pt x="110680" y="4917"/>
                  <a:pt x="111503" y="1176"/>
                  <a:pt x="113560" y="387"/>
                </a:cubicBezTo>
                <a:cubicBezTo>
                  <a:pt x="117812" y="-1245"/>
                  <a:pt x="120015" y="2488"/>
                  <a:pt x="117960" y="7843"/>
                </a:cubicBezTo>
                <a:cubicBezTo>
                  <a:pt x="115692" y="13753"/>
                  <a:pt x="126829" y="25225"/>
                  <a:pt x="132949" y="23283"/>
                </a:cubicBezTo>
                <a:cubicBezTo>
                  <a:pt x="135529" y="22464"/>
                  <a:pt x="137639" y="22899"/>
                  <a:pt x="137639" y="24249"/>
                </a:cubicBezTo>
                <a:cubicBezTo>
                  <a:pt x="137639" y="25599"/>
                  <a:pt x="140039" y="27330"/>
                  <a:pt x="142971" y="28097"/>
                </a:cubicBezTo>
                <a:cubicBezTo>
                  <a:pt x="148037" y="29422"/>
                  <a:pt x="148102" y="29879"/>
                  <a:pt x="144280" y="37270"/>
                </a:cubicBezTo>
                <a:cubicBezTo>
                  <a:pt x="142067" y="41548"/>
                  <a:pt x="140954" y="46864"/>
                  <a:pt x="141806" y="49084"/>
                </a:cubicBezTo>
                <a:cubicBezTo>
                  <a:pt x="143608" y="53779"/>
                  <a:pt x="141808" y="54151"/>
                  <a:pt x="134976" y="50495"/>
                </a:cubicBezTo>
                <a:cubicBezTo>
                  <a:pt x="130992" y="48362"/>
                  <a:pt x="129272" y="49089"/>
                  <a:pt x="125814" y="54367"/>
                </a:cubicBezTo>
                <a:cubicBezTo>
                  <a:pt x="123473" y="57940"/>
                  <a:pt x="119948" y="60864"/>
                  <a:pt x="117982" y="60864"/>
                </a:cubicBezTo>
                <a:cubicBezTo>
                  <a:pt x="116015" y="60864"/>
                  <a:pt x="114406" y="62606"/>
                  <a:pt x="114406" y="64736"/>
                </a:cubicBezTo>
                <a:cubicBezTo>
                  <a:pt x="114406" y="66866"/>
                  <a:pt x="116060" y="68608"/>
                  <a:pt x="118081" y="68608"/>
                </a:cubicBezTo>
                <a:cubicBezTo>
                  <a:pt x="121214" y="68608"/>
                  <a:pt x="121185" y="69751"/>
                  <a:pt x="117880" y="76375"/>
                </a:cubicBezTo>
                <a:cubicBezTo>
                  <a:pt x="113557" y="85043"/>
                  <a:pt x="115262" y="99086"/>
                  <a:pt x="120902" y="101250"/>
                </a:cubicBezTo>
                <a:cubicBezTo>
                  <a:pt x="125974" y="103196"/>
                  <a:pt x="134577" y="97775"/>
                  <a:pt x="146578" y="85070"/>
                </a:cubicBezTo>
                <a:cubicBezTo>
                  <a:pt x="158352" y="72606"/>
                  <a:pt x="161996" y="71387"/>
                  <a:pt x="165866" y="78619"/>
                </a:cubicBezTo>
                <a:cubicBezTo>
                  <a:pt x="167980" y="82568"/>
                  <a:pt x="166683" y="85304"/>
                  <a:pt x="158858" y="93393"/>
                </a:cubicBezTo>
                <a:cubicBezTo>
                  <a:pt x="153577" y="98853"/>
                  <a:pt x="147613" y="103351"/>
                  <a:pt x="145606" y="103389"/>
                </a:cubicBezTo>
                <a:cubicBezTo>
                  <a:pt x="139218" y="103509"/>
                  <a:pt x="139670" y="109432"/>
                  <a:pt x="146405" y="113844"/>
                </a:cubicBezTo>
                <a:cubicBezTo>
                  <a:pt x="151813" y="117388"/>
                  <a:pt x="152650" y="119482"/>
                  <a:pt x="151373" y="126271"/>
                </a:cubicBezTo>
                <a:cubicBezTo>
                  <a:pt x="150529" y="130761"/>
                  <a:pt x="148255" y="136269"/>
                  <a:pt x="146320" y="138511"/>
                </a:cubicBezTo>
                <a:cubicBezTo>
                  <a:pt x="144385" y="140752"/>
                  <a:pt x="142802" y="146020"/>
                  <a:pt x="142802" y="150216"/>
                </a:cubicBezTo>
                <a:cubicBezTo>
                  <a:pt x="142802" y="155900"/>
                  <a:pt x="140890" y="158975"/>
                  <a:pt x="135305" y="162275"/>
                </a:cubicBezTo>
                <a:cubicBezTo>
                  <a:pt x="125481" y="168078"/>
                  <a:pt x="114663" y="168035"/>
                  <a:pt x="112825" y="162186"/>
                </a:cubicBezTo>
                <a:close/>
              </a:path>
            </a:pathLst>
          </a:custGeom>
          <a:solidFill>
            <a:srgbClr val="B9B9B9"/>
          </a:solidFill>
          <a:ln w="5163" cap="flat">
            <a:noFill/>
            <a:prstDash val="solid"/>
            <a:miter/>
          </a:ln>
        </p:spPr>
        <p:txBody>
          <a:bodyPr/>
          <a:lstStyle/>
          <a:p>
            <a:endParaRPr lang="es-419" noProof="0" dirty="0"/>
          </a:p>
        </p:txBody>
      </p:sp>
      <p:sp>
        <p:nvSpPr>
          <p:cNvPr id="74" name="Forma libre: forma 73">
            <a:extLst>
              <a:ext uri="{FF2B5EF4-FFF2-40B4-BE49-F238E27FC236}">
                <a16:creationId xmlns:a16="http://schemas.microsoft.com/office/drawing/2014/main" id="{E88A00FE-4408-F44B-AF31-E9F0EF791055}"/>
              </a:ext>
            </a:extLst>
          </p:cNvPr>
          <p:cNvSpPr/>
          <p:nvPr/>
        </p:nvSpPr>
        <p:spPr>
          <a:xfrm>
            <a:off x="1152549" y="1816032"/>
            <a:ext cx="278306" cy="369963"/>
          </a:xfrm>
          <a:custGeom>
            <a:avLst/>
            <a:gdLst>
              <a:gd name="csX0" fmla="*/ 34904 w 278306"/>
              <a:gd name="csY0" fmla="*/ 369743 h 369963"/>
              <a:gd name="csX1" fmla="*/ 30386 w 278306"/>
              <a:gd name="csY1" fmla="*/ 366534 h 369963"/>
              <a:gd name="csX2" fmla="*/ 24882 w 278306"/>
              <a:gd name="csY2" fmla="*/ 362569 h 369963"/>
              <a:gd name="csX3" fmla="*/ 21927 w 278306"/>
              <a:gd name="csY3" fmla="*/ 359169 h 369963"/>
              <a:gd name="csX4" fmla="*/ 27578 w 278306"/>
              <a:gd name="csY4" fmla="*/ 347996 h 369963"/>
              <a:gd name="csX5" fmla="*/ 35410 w 278306"/>
              <a:gd name="csY5" fmla="*/ 332463 h 369963"/>
              <a:gd name="csX6" fmla="*/ 46301 w 278306"/>
              <a:gd name="csY6" fmla="*/ 305733 h 369963"/>
              <a:gd name="csX7" fmla="*/ 51274 w 278306"/>
              <a:gd name="csY7" fmla="*/ 305469 h 369963"/>
              <a:gd name="csX8" fmla="*/ 85602 w 278306"/>
              <a:gd name="csY8" fmla="*/ 259605 h 369963"/>
              <a:gd name="csX9" fmla="*/ 77041 w 278306"/>
              <a:gd name="csY9" fmla="*/ 247151 h 369963"/>
              <a:gd name="csX10" fmla="*/ 56201 w 278306"/>
              <a:gd name="csY10" fmla="*/ 259540 h 369963"/>
              <a:gd name="csX11" fmla="*/ 43804 w 278306"/>
              <a:gd name="csY11" fmla="*/ 271918 h 369963"/>
              <a:gd name="csX12" fmla="*/ 42369 w 278306"/>
              <a:gd name="csY12" fmla="*/ 249815 h 369963"/>
              <a:gd name="csX13" fmla="*/ 41724 w 278306"/>
              <a:gd name="csY13" fmla="*/ 231013 h 369963"/>
              <a:gd name="csX14" fmla="*/ 29106 w 278306"/>
              <a:gd name="csY14" fmla="*/ 240028 h 369963"/>
              <a:gd name="csX15" fmla="*/ 22444 w 278306"/>
              <a:gd name="csY15" fmla="*/ 254379 h 369963"/>
              <a:gd name="csX16" fmla="*/ 24802 w 278306"/>
              <a:gd name="csY16" fmla="*/ 241025 h 369963"/>
              <a:gd name="csX17" fmla="*/ 33753 w 278306"/>
              <a:gd name="csY17" fmla="*/ 223416 h 369963"/>
              <a:gd name="csX18" fmla="*/ 20060 w 278306"/>
              <a:gd name="csY18" fmla="*/ 211002 h 369963"/>
              <a:gd name="csX19" fmla="*/ 12798 w 278306"/>
              <a:gd name="csY19" fmla="*/ 218762 h 369963"/>
              <a:gd name="csX20" fmla="*/ 14913 w 278306"/>
              <a:gd name="csY20" fmla="*/ 227151 h 369963"/>
              <a:gd name="csX21" fmla="*/ 17013 w 278306"/>
              <a:gd name="csY21" fmla="*/ 232960 h 369963"/>
              <a:gd name="csX22" fmla="*/ 9735 w 278306"/>
              <a:gd name="csY22" fmla="*/ 237857 h 369963"/>
              <a:gd name="csX23" fmla="*/ 1293 w 278306"/>
              <a:gd name="csY23" fmla="*/ 233984 h 369963"/>
              <a:gd name="csX24" fmla="*/ 5050 w 278306"/>
              <a:gd name="csY24" fmla="*/ 166825 h 369963"/>
              <a:gd name="csX25" fmla="*/ 13098 w 278306"/>
              <a:gd name="csY25" fmla="*/ 148470 h 369963"/>
              <a:gd name="csX26" fmla="*/ 17479 w 278306"/>
              <a:gd name="csY26" fmla="*/ 142324 h 369963"/>
              <a:gd name="csX27" fmla="*/ 23957 w 278306"/>
              <a:gd name="csY27" fmla="*/ 139382 h 369963"/>
              <a:gd name="csX28" fmla="*/ 29365 w 278306"/>
              <a:gd name="csY28" fmla="*/ 127120 h 369963"/>
              <a:gd name="csX29" fmla="*/ 37749 w 278306"/>
              <a:gd name="csY29" fmla="*/ 97729 h 369963"/>
              <a:gd name="csX30" fmla="*/ 49507 w 278306"/>
              <a:gd name="csY30" fmla="*/ 88122 h 369963"/>
              <a:gd name="csX31" fmla="*/ 58774 w 278306"/>
              <a:gd name="csY31" fmla="*/ 77796 h 369963"/>
              <a:gd name="csX32" fmla="*/ 64863 w 278306"/>
              <a:gd name="csY32" fmla="*/ 68721 h 369963"/>
              <a:gd name="csX33" fmla="*/ 80119 w 278306"/>
              <a:gd name="csY33" fmla="*/ 65404 h 369963"/>
              <a:gd name="csX34" fmla="*/ 105248 w 278306"/>
              <a:gd name="csY34" fmla="*/ 69057 h 369963"/>
              <a:gd name="csX35" fmla="*/ 132354 w 278306"/>
              <a:gd name="csY35" fmla="*/ 69793 h 369963"/>
              <a:gd name="csX36" fmla="*/ 147842 w 278306"/>
              <a:gd name="csY36" fmla="*/ 68392 h 369963"/>
              <a:gd name="csX37" fmla="*/ 148600 w 278306"/>
              <a:gd name="csY37" fmla="*/ 51194 h 369963"/>
              <a:gd name="csX38" fmla="*/ 143045 w 278306"/>
              <a:gd name="csY38" fmla="*/ 18458 h 369963"/>
              <a:gd name="csX39" fmla="*/ 138200 w 278306"/>
              <a:gd name="csY39" fmla="*/ 1452 h 369963"/>
              <a:gd name="csX40" fmla="*/ 176238 w 278306"/>
              <a:gd name="csY40" fmla="*/ 4099 h 369963"/>
              <a:gd name="csX41" fmla="*/ 200117 w 278306"/>
              <a:gd name="csY41" fmla="*/ 11594 h 369963"/>
              <a:gd name="csX42" fmla="*/ 208506 w 278306"/>
              <a:gd name="csY42" fmla="*/ 17328 h 369963"/>
              <a:gd name="csX43" fmla="*/ 213126 w 278306"/>
              <a:gd name="csY43" fmla="*/ 22327 h 369963"/>
              <a:gd name="csX44" fmla="*/ 220224 w 278306"/>
              <a:gd name="csY44" fmla="*/ 29184 h 369963"/>
              <a:gd name="csX45" fmla="*/ 234966 w 278306"/>
              <a:gd name="csY45" fmla="*/ 33975 h 369963"/>
              <a:gd name="csX46" fmla="*/ 247228 w 278306"/>
              <a:gd name="csY46" fmla="*/ 35904 h 369963"/>
              <a:gd name="csX47" fmla="*/ 256714 w 278306"/>
              <a:gd name="csY47" fmla="*/ 49191 h 369963"/>
              <a:gd name="csX48" fmla="*/ 272203 w 278306"/>
              <a:gd name="csY48" fmla="*/ 58184 h 369963"/>
              <a:gd name="csX49" fmla="*/ 271714 w 278306"/>
              <a:gd name="csY49" fmla="*/ 67589 h 369963"/>
              <a:gd name="csX50" fmla="*/ 263105 w 278306"/>
              <a:gd name="csY50" fmla="*/ 78504 h 369963"/>
              <a:gd name="csX51" fmla="*/ 254303 w 278306"/>
              <a:gd name="csY51" fmla="*/ 85750 h 369963"/>
              <a:gd name="csX52" fmla="*/ 246105 w 278306"/>
              <a:gd name="csY52" fmla="*/ 101699 h 369963"/>
              <a:gd name="csX53" fmla="*/ 227494 w 278306"/>
              <a:gd name="csY53" fmla="*/ 130702 h 369963"/>
              <a:gd name="csX54" fmla="*/ 183924 w 278306"/>
              <a:gd name="csY54" fmla="*/ 160034 h 369963"/>
              <a:gd name="csX55" fmla="*/ 153537 w 278306"/>
              <a:gd name="csY55" fmla="*/ 173778 h 369963"/>
              <a:gd name="csX56" fmla="*/ 157053 w 278306"/>
              <a:gd name="csY56" fmla="*/ 181528 h 369963"/>
              <a:gd name="csX57" fmla="*/ 160436 w 278306"/>
              <a:gd name="csY57" fmla="*/ 193225 h 369963"/>
              <a:gd name="csX58" fmla="*/ 180263 w 278306"/>
              <a:gd name="csY58" fmla="*/ 225950 h 369963"/>
              <a:gd name="csX59" fmla="*/ 194663 w 278306"/>
              <a:gd name="csY59" fmla="*/ 239264 h 369963"/>
              <a:gd name="csX60" fmla="*/ 204770 w 278306"/>
              <a:gd name="csY60" fmla="*/ 247088 h 369963"/>
              <a:gd name="csX61" fmla="*/ 210897 w 278306"/>
              <a:gd name="csY61" fmla="*/ 244424 h 369963"/>
              <a:gd name="csX62" fmla="*/ 229158 w 278306"/>
              <a:gd name="csY62" fmla="*/ 228391 h 369963"/>
              <a:gd name="csX63" fmla="*/ 234321 w 278306"/>
              <a:gd name="csY63" fmla="*/ 228442 h 369963"/>
              <a:gd name="csX64" fmla="*/ 234966 w 278306"/>
              <a:gd name="csY64" fmla="*/ 250091 h 369963"/>
              <a:gd name="csX65" fmla="*/ 235014 w 278306"/>
              <a:gd name="csY65" fmla="*/ 261191 h 369963"/>
              <a:gd name="csX66" fmla="*/ 230353 w 278306"/>
              <a:gd name="csY66" fmla="*/ 300578 h 369963"/>
              <a:gd name="csX67" fmla="*/ 224337 w 278306"/>
              <a:gd name="csY67" fmla="*/ 308123 h 369963"/>
              <a:gd name="csX68" fmla="*/ 215823 w 278306"/>
              <a:gd name="csY68" fmla="*/ 299799 h 369963"/>
              <a:gd name="csX69" fmla="*/ 202099 w 278306"/>
              <a:gd name="csY69" fmla="*/ 292094 h 369963"/>
              <a:gd name="csX70" fmla="*/ 185246 w 278306"/>
              <a:gd name="csY70" fmla="*/ 278805 h 369963"/>
              <a:gd name="csX71" fmla="*/ 173928 w 278306"/>
              <a:gd name="csY71" fmla="*/ 260086 h 369963"/>
              <a:gd name="csX72" fmla="*/ 159486 w 278306"/>
              <a:gd name="csY72" fmla="*/ 251642 h 369963"/>
              <a:gd name="csX73" fmla="*/ 135920 w 278306"/>
              <a:gd name="csY73" fmla="*/ 263292 h 369963"/>
              <a:gd name="csX74" fmla="*/ 128496 w 278306"/>
              <a:gd name="csY74" fmla="*/ 268428 h 369963"/>
              <a:gd name="csX75" fmla="*/ 118324 w 278306"/>
              <a:gd name="csY75" fmla="*/ 277403 h 369963"/>
              <a:gd name="csX76" fmla="*/ 102749 w 278306"/>
              <a:gd name="csY76" fmla="*/ 302843 h 369963"/>
              <a:gd name="csX77" fmla="*/ 111986 w 278306"/>
              <a:gd name="csY77" fmla="*/ 325389 h 369963"/>
              <a:gd name="csX78" fmla="*/ 124791 w 278306"/>
              <a:gd name="csY78" fmla="*/ 345325 h 369963"/>
              <a:gd name="csX79" fmla="*/ 112525 w 278306"/>
              <a:gd name="csY79" fmla="*/ 358252 h 369963"/>
              <a:gd name="csX80" fmla="*/ 61364 w 278306"/>
              <a:gd name="csY80" fmla="*/ 367059 h 369963"/>
              <a:gd name="csX81" fmla="*/ 45875 w 278306"/>
              <a:gd name="csY81" fmla="*/ 368630 h 369963"/>
              <a:gd name="csX82" fmla="*/ 34904 w 278306"/>
              <a:gd name="csY82" fmla="*/ 369743 h 3699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Lst>
            <a:rect l="l" t="t" r="r" b="b"/>
            <a:pathLst>
              <a:path w="278306" h="369963">
                <a:moveTo>
                  <a:pt x="34904" y="369743"/>
                </a:moveTo>
                <a:cubicBezTo>
                  <a:pt x="32419" y="369198"/>
                  <a:pt x="30386" y="367754"/>
                  <a:pt x="30386" y="366534"/>
                </a:cubicBezTo>
                <a:cubicBezTo>
                  <a:pt x="30386" y="365314"/>
                  <a:pt x="27909" y="363530"/>
                  <a:pt x="24882" y="362569"/>
                </a:cubicBezTo>
                <a:cubicBezTo>
                  <a:pt x="21855" y="361609"/>
                  <a:pt x="20525" y="360078"/>
                  <a:pt x="21927" y="359169"/>
                </a:cubicBezTo>
                <a:cubicBezTo>
                  <a:pt x="23328" y="358259"/>
                  <a:pt x="25871" y="353231"/>
                  <a:pt x="27578" y="347996"/>
                </a:cubicBezTo>
                <a:cubicBezTo>
                  <a:pt x="29284" y="342760"/>
                  <a:pt x="32809" y="335771"/>
                  <a:pt x="35410" y="332463"/>
                </a:cubicBezTo>
                <a:cubicBezTo>
                  <a:pt x="41776" y="324371"/>
                  <a:pt x="48428" y="308044"/>
                  <a:pt x="46301" y="305733"/>
                </a:cubicBezTo>
                <a:cubicBezTo>
                  <a:pt x="45357" y="304708"/>
                  <a:pt x="47595" y="304589"/>
                  <a:pt x="51274" y="305469"/>
                </a:cubicBezTo>
                <a:cubicBezTo>
                  <a:pt x="65489" y="308870"/>
                  <a:pt x="84946" y="282874"/>
                  <a:pt x="85602" y="259605"/>
                </a:cubicBezTo>
                <a:cubicBezTo>
                  <a:pt x="85868" y="250143"/>
                  <a:pt x="85296" y="249310"/>
                  <a:pt x="77041" y="247151"/>
                </a:cubicBezTo>
                <a:cubicBezTo>
                  <a:pt x="64390" y="243842"/>
                  <a:pt x="56201" y="248710"/>
                  <a:pt x="56201" y="259540"/>
                </a:cubicBezTo>
                <a:cubicBezTo>
                  <a:pt x="56201" y="269382"/>
                  <a:pt x="51616" y="273960"/>
                  <a:pt x="43804" y="271918"/>
                </a:cubicBezTo>
                <a:cubicBezTo>
                  <a:pt x="37009" y="270141"/>
                  <a:pt x="36944" y="269149"/>
                  <a:pt x="42369" y="249815"/>
                </a:cubicBezTo>
                <a:cubicBezTo>
                  <a:pt x="46434" y="235327"/>
                  <a:pt x="46408" y="234559"/>
                  <a:pt x="41724" y="231013"/>
                </a:cubicBezTo>
                <a:cubicBezTo>
                  <a:pt x="34464" y="225517"/>
                  <a:pt x="33758" y="226021"/>
                  <a:pt x="29106" y="240028"/>
                </a:cubicBezTo>
                <a:cubicBezTo>
                  <a:pt x="26753" y="247111"/>
                  <a:pt x="23756" y="253568"/>
                  <a:pt x="22444" y="254379"/>
                </a:cubicBezTo>
                <a:cubicBezTo>
                  <a:pt x="19454" y="256227"/>
                  <a:pt x="19357" y="256781"/>
                  <a:pt x="24802" y="241025"/>
                </a:cubicBezTo>
                <a:cubicBezTo>
                  <a:pt x="27318" y="233748"/>
                  <a:pt x="31345" y="225823"/>
                  <a:pt x="33753" y="223416"/>
                </a:cubicBezTo>
                <a:cubicBezTo>
                  <a:pt x="41536" y="215633"/>
                  <a:pt x="38403" y="212792"/>
                  <a:pt x="20060" y="211002"/>
                </a:cubicBezTo>
                <a:cubicBezTo>
                  <a:pt x="14508" y="210460"/>
                  <a:pt x="13494" y="211544"/>
                  <a:pt x="12798" y="218762"/>
                </a:cubicBezTo>
                <a:cubicBezTo>
                  <a:pt x="12315" y="223766"/>
                  <a:pt x="13169" y="227151"/>
                  <a:pt x="14913" y="227151"/>
                </a:cubicBezTo>
                <a:cubicBezTo>
                  <a:pt x="16522" y="227151"/>
                  <a:pt x="17467" y="229765"/>
                  <a:pt x="17013" y="232960"/>
                </a:cubicBezTo>
                <a:cubicBezTo>
                  <a:pt x="16365" y="237521"/>
                  <a:pt x="14803" y="238572"/>
                  <a:pt x="9735" y="237857"/>
                </a:cubicBezTo>
                <a:cubicBezTo>
                  <a:pt x="6185" y="237355"/>
                  <a:pt x="2386" y="235613"/>
                  <a:pt x="1293" y="233984"/>
                </a:cubicBezTo>
                <a:cubicBezTo>
                  <a:pt x="-1682" y="229553"/>
                  <a:pt x="858" y="184145"/>
                  <a:pt x="5050" y="166825"/>
                </a:cubicBezTo>
                <a:cubicBezTo>
                  <a:pt x="7067" y="158491"/>
                  <a:pt x="10689" y="150232"/>
                  <a:pt x="13098" y="148470"/>
                </a:cubicBezTo>
                <a:cubicBezTo>
                  <a:pt x="15508" y="146708"/>
                  <a:pt x="17479" y="143943"/>
                  <a:pt x="17479" y="142324"/>
                </a:cubicBezTo>
                <a:cubicBezTo>
                  <a:pt x="17479" y="140706"/>
                  <a:pt x="20394" y="139382"/>
                  <a:pt x="23957" y="139382"/>
                </a:cubicBezTo>
                <a:cubicBezTo>
                  <a:pt x="30115" y="139382"/>
                  <a:pt x="30383" y="138776"/>
                  <a:pt x="29365" y="127120"/>
                </a:cubicBezTo>
                <a:cubicBezTo>
                  <a:pt x="27807" y="109281"/>
                  <a:pt x="29957" y="101744"/>
                  <a:pt x="37749" y="97729"/>
                </a:cubicBezTo>
                <a:cubicBezTo>
                  <a:pt x="41508" y="95792"/>
                  <a:pt x="46799" y="91468"/>
                  <a:pt x="49507" y="88122"/>
                </a:cubicBezTo>
                <a:cubicBezTo>
                  <a:pt x="52214" y="84775"/>
                  <a:pt x="56385" y="80128"/>
                  <a:pt x="58774" y="77796"/>
                </a:cubicBezTo>
                <a:cubicBezTo>
                  <a:pt x="61163" y="75463"/>
                  <a:pt x="63903" y="71380"/>
                  <a:pt x="64863" y="68721"/>
                </a:cubicBezTo>
                <a:cubicBezTo>
                  <a:pt x="66368" y="64550"/>
                  <a:pt x="68459" y="64095"/>
                  <a:pt x="80119" y="65404"/>
                </a:cubicBezTo>
                <a:cubicBezTo>
                  <a:pt x="87551" y="66238"/>
                  <a:pt x="98859" y="67882"/>
                  <a:pt x="105248" y="69057"/>
                </a:cubicBezTo>
                <a:cubicBezTo>
                  <a:pt x="111637" y="70233"/>
                  <a:pt x="123835" y="70564"/>
                  <a:pt x="132354" y="69793"/>
                </a:cubicBezTo>
                <a:lnTo>
                  <a:pt x="147842" y="68392"/>
                </a:lnTo>
                <a:lnTo>
                  <a:pt x="148600" y="51194"/>
                </a:lnTo>
                <a:cubicBezTo>
                  <a:pt x="149196" y="37679"/>
                  <a:pt x="148006" y="30668"/>
                  <a:pt x="143045" y="18458"/>
                </a:cubicBezTo>
                <a:cubicBezTo>
                  <a:pt x="139573" y="9912"/>
                  <a:pt x="137392" y="2259"/>
                  <a:pt x="138200" y="1452"/>
                </a:cubicBezTo>
                <a:cubicBezTo>
                  <a:pt x="141102" y="-1451"/>
                  <a:pt x="166125" y="290"/>
                  <a:pt x="176238" y="4099"/>
                </a:cubicBezTo>
                <a:cubicBezTo>
                  <a:pt x="189419" y="9062"/>
                  <a:pt x="190086" y="9272"/>
                  <a:pt x="200117" y="11594"/>
                </a:cubicBezTo>
                <a:cubicBezTo>
                  <a:pt x="204892" y="12700"/>
                  <a:pt x="208506" y="15170"/>
                  <a:pt x="208506" y="17328"/>
                </a:cubicBezTo>
                <a:cubicBezTo>
                  <a:pt x="208506" y="19413"/>
                  <a:pt x="210585" y="21662"/>
                  <a:pt x="213126" y="22327"/>
                </a:cubicBezTo>
                <a:cubicBezTo>
                  <a:pt x="215666" y="22991"/>
                  <a:pt x="218861" y="26077"/>
                  <a:pt x="220224" y="29184"/>
                </a:cubicBezTo>
                <a:cubicBezTo>
                  <a:pt x="222363" y="34057"/>
                  <a:pt x="224390" y="34715"/>
                  <a:pt x="234966" y="33975"/>
                </a:cubicBezTo>
                <a:cubicBezTo>
                  <a:pt x="242553" y="33444"/>
                  <a:pt x="247228" y="34179"/>
                  <a:pt x="247228" y="35904"/>
                </a:cubicBezTo>
                <a:cubicBezTo>
                  <a:pt x="247228" y="37437"/>
                  <a:pt x="251497" y="43416"/>
                  <a:pt x="256714" y="49191"/>
                </a:cubicBezTo>
                <a:cubicBezTo>
                  <a:pt x="264193" y="57469"/>
                  <a:pt x="267470" y="59372"/>
                  <a:pt x="272203" y="58184"/>
                </a:cubicBezTo>
                <a:cubicBezTo>
                  <a:pt x="280616" y="56072"/>
                  <a:pt x="280219" y="63714"/>
                  <a:pt x="271714" y="67589"/>
                </a:cubicBezTo>
                <a:cubicBezTo>
                  <a:pt x="267863" y="69343"/>
                  <a:pt x="264361" y="73784"/>
                  <a:pt x="263105" y="78504"/>
                </a:cubicBezTo>
                <a:cubicBezTo>
                  <a:pt x="261351" y="85098"/>
                  <a:pt x="259842" y="86340"/>
                  <a:pt x="254303" y="85750"/>
                </a:cubicBezTo>
                <a:cubicBezTo>
                  <a:pt x="246592" y="84928"/>
                  <a:pt x="243436" y="91067"/>
                  <a:pt x="246105" y="101699"/>
                </a:cubicBezTo>
                <a:cubicBezTo>
                  <a:pt x="247533" y="107389"/>
                  <a:pt x="244867" y="111544"/>
                  <a:pt x="227494" y="130702"/>
                </a:cubicBezTo>
                <a:cubicBezTo>
                  <a:pt x="207371" y="152893"/>
                  <a:pt x="196764" y="160034"/>
                  <a:pt x="183924" y="160034"/>
                </a:cubicBezTo>
                <a:cubicBezTo>
                  <a:pt x="175394" y="160034"/>
                  <a:pt x="155328" y="169109"/>
                  <a:pt x="153537" y="173778"/>
                </a:cubicBezTo>
                <a:cubicBezTo>
                  <a:pt x="152784" y="175740"/>
                  <a:pt x="154366" y="179227"/>
                  <a:pt x="157053" y="181528"/>
                </a:cubicBezTo>
                <a:cubicBezTo>
                  <a:pt x="160618" y="184580"/>
                  <a:pt x="161532" y="187741"/>
                  <a:pt x="160436" y="193225"/>
                </a:cubicBezTo>
                <a:cubicBezTo>
                  <a:pt x="158065" y="205081"/>
                  <a:pt x="165477" y="217314"/>
                  <a:pt x="180263" y="225950"/>
                </a:cubicBezTo>
                <a:cubicBezTo>
                  <a:pt x="187814" y="230360"/>
                  <a:pt x="193823" y="235916"/>
                  <a:pt x="194663" y="239264"/>
                </a:cubicBezTo>
                <a:cubicBezTo>
                  <a:pt x="196711" y="247420"/>
                  <a:pt x="202826" y="252154"/>
                  <a:pt x="204770" y="247088"/>
                </a:cubicBezTo>
                <a:cubicBezTo>
                  <a:pt x="205617" y="244882"/>
                  <a:pt x="208258" y="243734"/>
                  <a:pt x="210897" y="244424"/>
                </a:cubicBezTo>
                <a:cubicBezTo>
                  <a:pt x="216566" y="245906"/>
                  <a:pt x="229158" y="234851"/>
                  <a:pt x="229158" y="228391"/>
                </a:cubicBezTo>
                <a:cubicBezTo>
                  <a:pt x="229158" y="223967"/>
                  <a:pt x="229378" y="223969"/>
                  <a:pt x="234321" y="228442"/>
                </a:cubicBezTo>
                <a:cubicBezTo>
                  <a:pt x="240730" y="234242"/>
                  <a:pt x="241099" y="246636"/>
                  <a:pt x="234966" y="250091"/>
                </a:cubicBezTo>
                <a:cubicBezTo>
                  <a:pt x="230667" y="252513"/>
                  <a:pt x="230669" y="253050"/>
                  <a:pt x="235014" y="261191"/>
                </a:cubicBezTo>
                <a:cubicBezTo>
                  <a:pt x="240871" y="272165"/>
                  <a:pt x="238755" y="290041"/>
                  <a:pt x="230353" y="300578"/>
                </a:cubicBezTo>
                <a:lnTo>
                  <a:pt x="224337" y="308123"/>
                </a:lnTo>
                <a:lnTo>
                  <a:pt x="215823" y="299799"/>
                </a:lnTo>
                <a:cubicBezTo>
                  <a:pt x="210927" y="295013"/>
                  <a:pt x="205095" y="291738"/>
                  <a:pt x="202099" y="292094"/>
                </a:cubicBezTo>
                <a:cubicBezTo>
                  <a:pt x="194035" y="293052"/>
                  <a:pt x="185277" y="286146"/>
                  <a:pt x="185246" y="278805"/>
                </a:cubicBezTo>
                <a:cubicBezTo>
                  <a:pt x="185229" y="274767"/>
                  <a:pt x="180965" y="267715"/>
                  <a:pt x="173928" y="260086"/>
                </a:cubicBezTo>
                <a:cubicBezTo>
                  <a:pt x="164333" y="249682"/>
                  <a:pt x="162165" y="248415"/>
                  <a:pt x="159486" y="251642"/>
                </a:cubicBezTo>
                <a:cubicBezTo>
                  <a:pt x="155362" y="256612"/>
                  <a:pt x="141849" y="263292"/>
                  <a:pt x="135920" y="263292"/>
                </a:cubicBezTo>
                <a:cubicBezTo>
                  <a:pt x="133348" y="263292"/>
                  <a:pt x="130007" y="265603"/>
                  <a:pt x="128496" y="268428"/>
                </a:cubicBezTo>
                <a:cubicBezTo>
                  <a:pt x="126984" y="271253"/>
                  <a:pt x="122406" y="275292"/>
                  <a:pt x="118324" y="277403"/>
                </a:cubicBezTo>
                <a:cubicBezTo>
                  <a:pt x="105333" y="284120"/>
                  <a:pt x="102661" y="288486"/>
                  <a:pt x="102749" y="302843"/>
                </a:cubicBezTo>
                <a:cubicBezTo>
                  <a:pt x="102826" y="315405"/>
                  <a:pt x="106784" y="325066"/>
                  <a:pt x="111986" y="325389"/>
                </a:cubicBezTo>
                <a:cubicBezTo>
                  <a:pt x="116589" y="325676"/>
                  <a:pt x="126252" y="340721"/>
                  <a:pt x="124791" y="345325"/>
                </a:cubicBezTo>
                <a:cubicBezTo>
                  <a:pt x="123983" y="347870"/>
                  <a:pt x="118463" y="353688"/>
                  <a:pt x="112525" y="358252"/>
                </a:cubicBezTo>
                <a:cubicBezTo>
                  <a:pt x="101535" y="366699"/>
                  <a:pt x="89725" y="368732"/>
                  <a:pt x="61364" y="367059"/>
                </a:cubicBezTo>
                <a:cubicBezTo>
                  <a:pt x="56394" y="366766"/>
                  <a:pt x="49424" y="367473"/>
                  <a:pt x="45875" y="368630"/>
                </a:cubicBezTo>
                <a:cubicBezTo>
                  <a:pt x="42325" y="369787"/>
                  <a:pt x="37388" y="370288"/>
                  <a:pt x="34904" y="369743"/>
                </a:cubicBezTo>
                <a:close/>
              </a:path>
            </a:pathLst>
          </a:custGeom>
          <a:solidFill>
            <a:srgbClr val="B9B9B9"/>
          </a:solidFill>
          <a:ln w="5163" cap="flat">
            <a:noFill/>
            <a:prstDash val="solid"/>
            <a:miter/>
          </a:ln>
        </p:spPr>
        <p:txBody>
          <a:bodyPr/>
          <a:lstStyle/>
          <a:p>
            <a:endParaRPr lang="es-419" noProof="0" dirty="0"/>
          </a:p>
        </p:txBody>
      </p:sp>
      <p:grpSp>
        <p:nvGrpSpPr>
          <p:cNvPr id="75" name="Gráfico 39">
            <a:extLst>
              <a:ext uri="{FF2B5EF4-FFF2-40B4-BE49-F238E27FC236}">
                <a16:creationId xmlns:a16="http://schemas.microsoft.com/office/drawing/2014/main" id="{3F557ADC-8CA9-D054-2A6E-9A9AF66DE39D}"/>
              </a:ext>
            </a:extLst>
          </p:cNvPr>
          <p:cNvGrpSpPr/>
          <p:nvPr/>
        </p:nvGrpSpPr>
        <p:grpSpPr>
          <a:xfrm>
            <a:off x="1634957" y="2069316"/>
            <a:ext cx="438046" cy="474569"/>
            <a:chOff x="1634957" y="2069316"/>
            <a:chExt cx="438046" cy="474569"/>
          </a:xfrm>
        </p:grpSpPr>
        <p:sp>
          <p:nvSpPr>
            <p:cNvPr id="76" name="Forma libre: forma 75">
              <a:extLst>
                <a:ext uri="{FF2B5EF4-FFF2-40B4-BE49-F238E27FC236}">
                  <a16:creationId xmlns:a16="http://schemas.microsoft.com/office/drawing/2014/main" id="{8EFEE4D5-57B8-85A5-8A85-58FEDC599E84}"/>
                </a:ext>
              </a:extLst>
            </p:cNvPr>
            <p:cNvSpPr/>
            <p:nvPr/>
          </p:nvSpPr>
          <p:spPr>
            <a:xfrm>
              <a:off x="1634957" y="2069316"/>
              <a:ext cx="438046" cy="474569"/>
            </a:xfrm>
            <a:custGeom>
              <a:avLst/>
              <a:gdLst>
                <a:gd name="csX0" fmla="*/ 332739 w 438046"/>
                <a:gd name="csY0" fmla="*/ 469202 h 474569"/>
                <a:gd name="csX1" fmla="*/ 324349 w 438046"/>
                <a:gd name="csY1" fmla="*/ 460541 h 474569"/>
                <a:gd name="csX2" fmla="*/ 306954 w 438046"/>
                <a:gd name="csY2" fmla="*/ 447652 h 474569"/>
                <a:gd name="csX3" fmla="*/ 301522 w 438046"/>
                <a:gd name="csY3" fmla="*/ 436095 h 474569"/>
                <a:gd name="csX4" fmla="*/ 298287 w 438046"/>
                <a:gd name="csY4" fmla="*/ 425621 h 474569"/>
                <a:gd name="csX5" fmla="*/ 291436 w 438046"/>
                <a:gd name="csY5" fmla="*/ 429493 h 474569"/>
                <a:gd name="csX6" fmla="*/ 284162 w 438046"/>
                <a:gd name="csY6" fmla="*/ 433365 h 474569"/>
                <a:gd name="csX7" fmla="*/ 273181 w 438046"/>
                <a:gd name="csY7" fmla="*/ 439996 h 474569"/>
                <a:gd name="csX8" fmla="*/ 246542 w 438046"/>
                <a:gd name="csY8" fmla="*/ 415677 h 474569"/>
                <a:gd name="csX9" fmla="*/ 247543 w 438046"/>
                <a:gd name="csY9" fmla="*/ 398488 h 474569"/>
                <a:gd name="csX10" fmla="*/ 227242 w 438046"/>
                <a:gd name="csY10" fmla="*/ 385770 h 474569"/>
                <a:gd name="csX11" fmla="*/ 216574 w 438046"/>
                <a:gd name="csY11" fmla="*/ 384267 h 474569"/>
                <a:gd name="csX12" fmla="*/ 211411 w 438046"/>
                <a:gd name="csY12" fmla="*/ 381736 h 474569"/>
                <a:gd name="csX13" fmla="*/ 206248 w 438046"/>
                <a:gd name="csY13" fmla="*/ 377864 h 474569"/>
                <a:gd name="csX14" fmla="*/ 201085 w 438046"/>
                <a:gd name="csY14" fmla="*/ 368829 h 474569"/>
                <a:gd name="csX15" fmla="*/ 195840 w 438046"/>
                <a:gd name="csY15" fmla="*/ 360439 h 474569"/>
                <a:gd name="csX16" fmla="*/ 179383 w 438046"/>
                <a:gd name="csY16" fmla="*/ 344572 h 474569"/>
                <a:gd name="csX17" fmla="*/ 166056 w 438046"/>
                <a:gd name="csY17" fmla="*/ 347532 h 474569"/>
                <a:gd name="csX18" fmla="*/ 162127 w 438046"/>
                <a:gd name="csY18" fmla="*/ 363514 h 474569"/>
                <a:gd name="csX19" fmla="*/ 156676 w 438046"/>
                <a:gd name="csY19" fmla="*/ 372397 h 474569"/>
                <a:gd name="csX20" fmla="*/ 152333 w 438046"/>
                <a:gd name="csY20" fmla="*/ 366640 h 474569"/>
                <a:gd name="csX21" fmla="*/ 138487 w 438046"/>
                <a:gd name="csY21" fmla="*/ 364853 h 474569"/>
                <a:gd name="csX22" fmla="*/ 126312 w 438046"/>
                <a:gd name="csY22" fmla="*/ 363833 h 474569"/>
                <a:gd name="csX23" fmla="*/ 123641 w 438046"/>
                <a:gd name="csY23" fmla="*/ 355006 h 474569"/>
                <a:gd name="csX24" fmla="*/ 115723 w 438046"/>
                <a:gd name="csY24" fmla="*/ 349430 h 474569"/>
                <a:gd name="csX25" fmla="*/ 110493 w 438046"/>
                <a:gd name="csY25" fmla="*/ 333027 h 474569"/>
                <a:gd name="csX26" fmla="*/ 115897 w 438046"/>
                <a:gd name="csY26" fmla="*/ 317692 h 474569"/>
                <a:gd name="csX27" fmla="*/ 126868 w 438046"/>
                <a:gd name="csY27" fmla="*/ 306474 h 474569"/>
                <a:gd name="csX28" fmla="*/ 128005 w 438046"/>
                <a:gd name="csY28" fmla="*/ 290864 h 474569"/>
                <a:gd name="csX29" fmla="*/ 107467 w 438046"/>
                <a:gd name="csY29" fmla="*/ 276906 h 474569"/>
                <a:gd name="csX30" fmla="*/ 125531 w 438046"/>
                <a:gd name="csY30" fmla="*/ 228226 h 474569"/>
                <a:gd name="csX31" fmla="*/ 128516 w 438046"/>
                <a:gd name="csY31" fmla="*/ 218872 h 474569"/>
                <a:gd name="csX32" fmla="*/ 122054 w 438046"/>
                <a:gd name="csY32" fmla="*/ 216563 h 474569"/>
                <a:gd name="csX33" fmla="*/ 112602 w 438046"/>
                <a:gd name="csY33" fmla="*/ 211354 h 474569"/>
                <a:gd name="csX34" fmla="*/ 97827 w 438046"/>
                <a:gd name="csY34" fmla="*/ 212411 h 474569"/>
                <a:gd name="csX35" fmla="*/ 87566 w 438046"/>
                <a:gd name="csY35" fmla="*/ 216588 h 474569"/>
                <a:gd name="csX36" fmla="*/ 80430 w 438046"/>
                <a:gd name="csY36" fmla="*/ 211038 h 474569"/>
                <a:gd name="csX37" fmla="*/ 79784 w 438046"/>
                <a:gd name="csY37" fmla="*/ 198453 h 474569"/>
                <a:gd name="csX38" fmla="*/ 82015 w 438046"/>
                <a:gd name="csY38" fmla="*/ 188949 h 474569"/>
                <a:gd name="csX39" fmla="*/ 89966 w 438046"/>
                <a:gd name="csY39" fmla="*/ 185629 h 474569"/>
                <a:gd name="csX40" fmla="*/ 87641 w 438046"/>
                <a:gd name="csY40" fmla="*/ 169636 h 474569"/>
                <a:gd name="csX41" fmla="*/ 79292 w 438046"/>
                <a:gd name="csY41" fmla="*/ 156728 h 474569"/>
                <a:gd name="csX42" fmla="*/ 72462 w 438046"/>
                <a:gd name="csY42" fmla="*/ 148956 h 474569"/>
                <a:gd name="csX43" fmla="*/ 56524 w 438046"/>
                <a:gd name="csY43" fmla="*/ 163920 h 474569"/>
                <a:gd name="csX44" fmla="*/ 52658 w 438046"/>
                <a:gd name="csY44" fmla="*/ 164900 h 474569"/>
                <a:gd name="csX45" fmla="*/ 39697 w 438046"/>
                <a:gd name="csY45" fmla="*/ 168628 h 474569"/>
                <a:gd name="csX46" fmla="*/ 26748 w 438046"/>
                <a:gd name="csY46" fmla="*/ 181448 h 474569"/>
                <a:gd name="csX47" fmla="*/ 16403 w 438046"/>
                <a:gd name="csY47" fmla="*/ 190289 h 474569"/>
                <a:gd name="csX48" fmla="*/ 7343 w 438046"/>
                <a:gd name="csY48" fmla="*/ 186486 h 474569"/>
                <a:gd name="csX49" fmla="*/ 9965 w 438046"/>
                <a:gd name="csY49" fmla="*/ 170925 h 474569"/>
                <a:gd name="csX50" fmla="*/ 15158 w 438046"/>
                <a:gd name="csY50" fmla="*/ 162124 h 474569"/>
                <a:gd name="csX51" fmla="*/ 9381 w 438046"/>
                <a:gd name="csY51" fmla="*/ 159801 h 474569"/>
                <a:gd name="csX52" fmla="*/ 7807 w 438046"/>
                <a:gd name="csY52" fmla="*/ 157314 h 474569"/>
                <a:gd name="csX53" fmla="*/ 15681 w 438046"/>
                <a:gd name="csY53" fmla="*/ 151621 h 474569"/>
                <a:gd name="csX54" fmla="*/ 24691 w 438046"/>
                <a:gd name="csY54" fmla="*/ 148948 h 474569"/>
                <a:gd name="csX55" fmla="*/ 33291 w 438046"/>
                <a:gd name="csY55" fmla="*/ 142643 h 474569"/>
                <a:gd name="csX56" fmla="*/ 36252 w 438046"/>
                <a:gd name="csY56" fmla="*/ 130243 h 474569"/>
                <a:gd name="csX57" fmla="*/ 35959 w 438046"/>
                <a:gd name="csY57" fmla="*/ 119824 h 474569"/>
                <a:gd name="csX58" fmla="*/ 30417 w 438046"/>
                <a:gd name="csY58" fmla="*/ 117319 h 474569"/>
                <a:gd name="csX59" fmla="*/ 28128 w 438046"/>
                <a:gd name="csY59" fmla="*/ 114535 h 474569"/>
                <a:gd name="csX60" fmla="*/ 22780 w 438046"/>
                <a:gd name="csY60" fmla="*/ 112034 h 474569"/>
                <a:gd name="csX61" fmla="*/ 9335 w 438046"/>
                <a:gd name="csY61" fmla="*/ 100263 h 474569"/>
                <a:gd name="csX62" fmla="*/ 5316 w 438046"/>
                <a:gd name="csY62" fmla="*/ 85099 h 474569"/>
                <a:gd name="csX63" fmla="*/ 0 w 438046"/>
                <a:gd name="csY63" fmla="*/ 74899 h 474569"/>
                <a:gd name="csX64" fmla="*/ 5230 w 438046"/>
                <a:gd name="csY64" fmla="*/ 68250 h 474569"/>
                <a:gd name="csX65" fmla="*/ 8777 w 438046"/>
                <a:gd name="csY65" fmla="*/ 53938 h 474569"/>
                <a:gd name="csX66" fmla="*/ 11157 w 438046"/>
                <a:gd name="csY66" fmla="*/ 40474 h 474569"/>
                <a:gd name="csX67" fmla="*/ 15221 w 438046"/>
                <a:gd name="csY67" fmla="*/ 30361 h 474569"/>
                <a:gd name="csX68" fmla="*/ 19093 w 438046"/>
                <a:gd name="csY68" fmla="*/ 24563 h 474569"/>
                <a:gd name="csX69" fmla="*/ 13331 w 438046"/>
                <a:gd name="csY69" fmla="*/ 11391 h 474569"/>
                <a:gd name="csX70" fmla="*/ 15610 w 438046"/>
                <a:gd name="csY70" fmla="*/ 4739 h 474569"/>
                <a:gd name="csX71" fmla="*/ 24152 w 438046"/>
                <a:gd name="csY71" fmla="*/ 2431 h 474569"/>
                <a:gd name="csX72" fmla="*/ 42643 w 438046"/>
                <a:gd name="csY72" fmla="*/ 10008 h 474569"/>
                <a:gd name="csX73" fmla="*/ 58021 w 438046"/>
                <a:gd name="csY73" fmla="*/ 20333 h 474569"/>
                <a:gd name="csX74" fmla="*/ 76259 w 438046"/>
                <a:gd name="csY74" fmla="*/ 58909 h 474569"/>
                <a:gd name="csX75" fmla="*/ 87417 w 438046"/>
                <a:gd name="csY75" fmla="*/ 80908 h 474569"/>
                <a:gd name="csX76" fmla="*/ 99122 w 438046"/>
                <a:gd name="csY76" fmla="*/ 102996 h 474569"/>
                <a:gd name="csX77" fmla="*/ 103913 w 438046"/>
                <a:gd name="csY77" fmla="*/ 110684 h 474569"/>
                <a:gd name="csX78" fmla="*/ 102362 w 438046"/>
                <a:gd name="csY78" fmla="*/ 90033 h 474569"/>
                <a:gd name="csX79" fmla="*/ 92203 w 438046"/>
                <a:gd name="csY79" fmla="*/ 66799 h 474569"/>
                <a:gd name="csX80" fmla="*/ 83568 w 438046"/>
                <a:gd name="csY80" fmla="*/ 60346 h 474569"/>
                <a:gd name="csX81" fmla="*/ 86838 w 438046"/>
                <a:gd name="csY81" fmla="*/ 69381 h 474569"/>
                <a:gd name="csX82" fmla="*/ 85111 w 438046"/>
                <a:gd name="csY82" fmla="*/ 70354 h 474569"/>
                <a:gd name="csX83" fmla="*/ 81250 w 438046"/>
                <a:gd name="csY83" fmla="*/ 58738 h 474569"/>
                <a:gd name="csX84" fmla="*/ 73693 w 438046"/>
                <a:gd name="csY84" fmla="*/ 39979 h 474569"/>
                <a:gd name="csX85" fmla="*/ 66850 w 438046"/>
                <a:gd name="csY85" fmla="*/ 27201 h 474569"/>
                <a:gd name="csX86" fmla="*/ 80920 w 438046"/>
                <a:gd name="csY86" fmla="*/ 44489 h 474569"/>
                <a:gd name="csX87" fmla="*/ 99162 w 438046"/>
                <a:gd name="csY87" fmla="*/ 64586 h 474569"/>
                <a:gd name="csX88" fmla="*/ 107565 w 438046"/>
                <a:gd name="csY88" fmla="*/ 86419 h 474569"/>
                <a:gd name="csX89" fmla="*/ 116108 w 438046"/>
                <a:gd name="csY89" fmla="*/ 138203 h 474569"/>
                <a:gd name="csX90" fmla="*/ 121060 w 438046"/>
                <a:gd name="csY90" fmla="*/ 151411 h 474569"/>
                <a:gd name="csX91" fmla="*/ 135828 w 438046"/>
                <a:gd name="csY91" fmla="*/ 169580 h 474569"/>
                <a:gd name="csX92" fmla="*/ 173747 w 438046"/>
                <a:gd name="csY92" fmla="*/ 217637 h 474569"/>
                <a:gd name="csX93" fmla="*/ 186052 w 438046"/>
                <a:gd name="csY93" fmla="*/ 237240 h 474569"/>
                <a:gd name="csX94" fmla="*/ 192809 w 438046"/>
                <a:gd name="csY94" fmla="*/ 259193 h 474569"/>
                <a:gd name="csX95" fmla="*/ 202887 w 438046"/>
                <a:gd name="csY95" fmla="*/ 280570 h 474569"/>
                <a:gd name="csX96" fmla="*/ 215434 w 438046"/>
                <a:gd name="csY96" fmla="*/ 294429 h 474569"/>
                <a:gd name="csX97" fmla="*/ 223898 w 438046"/>
                <a:gd name="csY97" fmla="*/ 302869 h 474569"/>
                <a:gd name="csX98" fmla="*/ 231639 w 438046"/>
                <a:gd name="csY98" fmla="*/ 310848 h 474569"/>
                <a:gd name="csX99" fmla="*/ 241066 w 438046"/>
                <a:gd name="csY99" fmla="*/ 319770 h 474569"/>
                <a:gd name="csX100" fmla="*/ 242388 w 438046"/>
                <a:gd name="csY100" fmla="*/ 323654 h 474569"/>
                <a:gd name="csX101" fmla="*/ 237225 w 438046"/>
                <a:gd name="csY101" fmla="*/ 324770 h 474569"/>
                <a:gd name="csX102" fmla="*/ 239807 w 438046"/>
                <a:gd name="csY102" fmla="*/ 327526 h 474569"/>
                <a:gd name="csX103" fmla="*/ 241743 w 438046"/>
                <a:gd name="csY103" fmla="*/ 330724 h 474569"/>
                <a:gd name="csX104" fmla="*/ 248333 w 438046"/>
                <a:gd name="csY104" fmla="*/ 333103 h 474569"/>
                <a:gd name="csX105" fmla="*/ 259724 w 438046"/>
                <a:gd name="csY105" fmla="*/ 335713 h 474569"/>
                <a:gd name="csX106" fmla="*/ 262612 w 438046"/>
                <a:gd name="csY106" fmla="*/ 335270 h 474569"/>
                <a:gd name="csX107" fmla="*/ 255739 w 438046"/>
                <a:gd name="csY107" fmla="*/ 330573 h 474569"/>
                <a:gd name="csX108" fmla="*/ 250133 w 438046"/>
                <a:gd name="csY108" fmla="*/ 327461 h 474569"/>
                <a:gd name="csX109" fmla="*/ 260301 w 438046"/>
                <a:gd name="csY109" fmla="*/ 328761 h 474569"/>
                <a:gd name="csX110" fmla="*/ 284960 w 438046"/>
                <a:gd name="csY110" fmla="*/ 330853 h 474569"/>
                <a:gd name="csX111" fmla="*/ 308115 w 438046"/>
                <a:gd name="csY111" fmla="*/ 337754 h 474569"/>
                <a:gd name="csX112" fmla="*/ 325378 w 438046"/>
                <a:gd name="csY112" fmla="*/ 347910 h 474569"/>
                <a:gd name="csX113" fmla="*/ 336932 w 438046"/>
                <a:gd name="csY113" fmla="*/ 355594 h 474569"/>
                <a:gd name="csX114" fmla="*/ 342564 w 438046"/>
                <a:gd name="csY114" fmla="*/ 364198 h 474569"/>
                <a:gd name="csX115" fmla="*/ 343743 w 438046"/>
                <a:gd name="csY115" fmla="*/ 371080 h 474569"/>
                <a:gd name="csX116" fmla="*/ 344358 w 438046"/>
                <a:gd name="csY116" fmla="*/ 373363 h 474569"/>
                <a:gd name="csX117" fmla="*/ 350269 w 438046"/>
                <a:gd name="csY117" fmla="*/ 376862 h 474569"/>
                <a:gd name="csX118" fmla="*/ 372627 w 438046"/>
                <a:gd name="csY118" fmla="*/ 380540 h 474569"/>
                <a:gd name="csX119" fmla="*/ 391189 w 438046"/>
                <a:gd name="csY119" fmla="*/ 378801 h 474569"/>
                <a:gd name="csX120" fmla="*/ 394232 w 438046"/>
                <a:gd name="csY120" fmla="*/ 388958 h 474569"/>
                <a:gd name="csX121" fmla="*/ 397318 w 438046"/>
                <a:gd name="csY121" fmla="*/ 403978 h 474569"/>
                <a:gd name="csX122" fmla="*/ 409224 w 438046"/>
                <a:gd name="csY122" fmla="*/ 419167 h 474569"/>
                <a:gd name="csX123" fmla="*/ 434929 w 438046"/>
                <a:gd name="csY123" fmla="*/ 450207 h 474569"/>
                <a:gd name="csX124" fmla="*/ 429332 w 438046"/>
                <a:gd name="csY124" fmla="*/ 469288 h 474569"/>
                <a:gd name="csX125" fmla="*/ 376412 w 438046"/>
                <a:gd name="csY125" fmla="*/ 474534 h 474569"/>
                <a:gd name="csX126" fmla="*/ 332739 w 438046"/>
                <a:gd name="csY126" fmla="*/ 469202 h 47456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438046" h="474569">
                  <a:moveTo>
                    <a:pt x="332739" y="469202"/>
                  </a:moveTo>
                  <a:cubicBezTo>
                    <a:pt x="332739" y="465869"/>
                    <a:pt x="329807" y="462843"/>
                    <a:pt x="324349" y="460541"/>
                  </a:cubicBezTo>
                  <a:cubicBezTo>
                    <a:pt x="319735" y="458594"/>
                    <a:pt x="311907" y="452795"/>
                    <a:pt x="306954" y="447652"/>
                  </a:cubicBezTo>
                  <a:cubicBezTo>
                    <a:pt x="299888" y="440316"/>
                    <a:pt x="298719" y="437828"/>
                    <a:pt x="301522" y="436095"/>
                  </a:cubicBezTo>
                  <a:cubicBezTo>
                    <a:pt x="305823" y="433437"/>
                    <a:pt x="303408" y="425621"/>
                    <a:pt x="298287" y="425621"/>
                  </a:cubicBezTo>
                  <a:cubicBezTo>
                    <a:pt x="296286" y="425621"/>
                    <a:pt x="293203" y="427364"/>
                    <a:pt x="291436" y="429493"/>
                  </a:cubicBezTo>
                  <a:cubicBezTo>
                    <a:pt x="289668" y="431623"/>
                    <a:pt x="286395" y="433365"/>
                    <a:pt x="284162" y="433365"/>
                  </a:cubicBezTo>
                  <a:cubicBezTo>
                    <a:pt x="281929" y="433365"/>
                    <a:pt x="276987" y="436349"/>
                    <a:pt x="273181" y="439996"/>
                  </a:cubicBezTo>
                  <a:cubicBezTo>
                    <a:pt x="256469" y="456007"/>
                    <a:pt x="233183" y="434749"/>
                    <a:pt x="246542" y="415677"/>
                  </a:cubicBezTo>
                  <a:cubicBezTo>
                    <a:pt x="250094" y="410606"/>
                    <a:pt x="250239" y="408115"/>
                    <a:pt x="247543" y="398488"/>
                  </a:cubicBezTo>
                  <a:cubicBezTo>
                    <a:pt x="243936" y="385603"/>
                    <a:pt x="241942" y="384354"/>
                    <a:pt x="227242" y="385770"/>
                  </a:cubicBezTo>
                  <a:cubicBezTo>
                    <a:pt x="221295" y="386343"/>
                    <a:pt x="216574" y="385678"/>
                    <a:pt x="216574" y="384267"/>
                  </a:cubicBezTo>
                  <a:cubicBezTo>
                    <a:pt x="216574" y="382875"/>
                    <a:pt x="214251" y="381736"/>
                    <a:pt x="211411" y="381736"/>
                  </a:cubicBezTo>
                  <a:cubicBezTo>
                    <a:pt x="208543" y="381736"/>
                    <a:pt x="206248" y="380015"/>
                    <a:pt x="206248" y="377864"/>
                  </a:cubicBezTo>
                  <a:cubicBezTo>
                    <a:pt x="206248" y="375735"/>
                    <a:pt x="203925" y="371669"/>
                    <a:pt x="201085" y="368829"/>
                  </a:cubicBezTo>
                  <a:cubicBezTo>
                    <a:pt x="198245" y="365990"/>
                    <a:pt x="195885" y="362214"/>
                    <a:pt x="195840" y="360439"/>
                  </a:cubicBezTo>
                  <a:cubicBezTo>
                    <a:pt x="195695" y="354744"/>
                    <a:pt x="189552" y="348821"/>
                    <a:pt x="179383" y="344572"/>
                  </a:cubicBezTo>
                  <a:cubicBezTo>
                    <a:pt x="165908" y="338942"/>
                    <a:pt x="164292" y="339301"/>
                    <a:pt x="166056" y="347532"/>
                  </a:cubicBezTo>
                  <a:cubicBezTo>
                    <a:pt x="167087" y="352339"/>
                    <a:pt x="165818" y="357500"/>
                    <a:pt x="162127" y="363514"/>
                  </a:cubicBezTo>
                  <a:lnTo>
                    <a:pt x="156676" y="372397"/>
                  </a:lnTo>
                  <a:lnTo>
                    <a:pt x="152333" y="366640"/>
                  </a:lnTo>
                  <a:cubicBezTo>
                    <a:pt x="148166" y="361115"/>
                    <a:pt x="147605" y="361043"/>
                    <a:pt x="138487" y="364853"/>
                  </a:cubicBezTo>
                  <a:cubicBezTo>
                    <a:pt x="129534" y="368594"/>
                    <a:pt x="128828" y="368535"/>
                    <a:pt x="126312" y="363833"/>
                  </a:cubicBezTo>
                  <a:cubicBezTo>
                    <a:pt x="124843" y="361088"/>
                    <a:pt x="123641" y="357116"/>
                    <a:pt x="123641" y="355006"/>
                  </a:cubicBezTo>
                  <a:cubicBezTo>
                    <a:pt x="123641" y="352823"/>
                    <a:pt x="120228" y="350420"/>
                    <a:pt x="115723" y="349430"/>
                  </a:cubicBezTo>
                  <a:cubicBezTo>
                    <a:pt x="105375" y="347157"/>
                    <a:pt x="103846" y="342362"/>
                    <a:pt x="110493" y="333027"/>
                  </a:cubicBezTo>
                  <a:cubicBezTo>
                    <a:pt x="113465" y="328853"/>
                    <a:pt x="115897" y="321952"/>
                    <a:pt x="115897" y="317692"/>
                  </a:cubicBezTo>
                  <a:cubicBezTo>
                    <a:pt x="115897" y="310844"/>
                    <a:pt x="117170" y="309543"/>
                    <a:pt x="126868" y="306474"/>
                  </a:cubicBezTo>
                  <a:cubicBezTo>
                    <a:pt x="141640" y="301799"/>
                    <a:pt x="142221" y="293818"/>
                    <a:pt x="128005" y="290864"/>
                  </a:cubicBezTo>
                  <a:cubicBezTo>
                    <a:pt x="113703" y="287893"/>
                    <a:pt x="108950" y="284662"/>
                    <a:pt x="107467" y="276906"/>
                  </a:cubicBezTo>
                  <a:cubicBezTo>
                    <a:pt x="105739" y="267867"/>
                    <a:pt x="117059" y="237363"/>
                    <a:pt x="125531" y="228226"/>
                  </a:cubicBezTo>
                  <a:cubicBezTo>
                    <a:pt x="130828" y="222513"/>
                    <a:pt x="131406" y="220702"/>
                    <a:pt x="128516" y="218872"/>
                  </a:cubicBezTo>
                  <a:cubicBezTo>
                    <a:pt x="126545" y="217624"/>
                    <a:pt x="123637" y="216585"/>
                    <a:pt x="122054" y="216563"/>
                  </a:cubicBezTo>
                  <a:cubicBezTo>
                    <a:pt x="120470" y="216541"/>
                    <a:pt x="116217" y="214197"/>
                    <a:pt x="112602" y="211354"/>
                  </a:cubicBezTo>
                  <a:cubicBezTo>
                    <a:pt x="105961" y="206129"/>
                    <a:pt x="97827" y="206711"/>
                    <a:pt x="97827" y="212411"/>
                  </a:cubicBezTo>
                  <a:cubicBezTo>
                    <a:pt x="97827" y="219059"/>
                    <a:pt x="92291" y="221313"/>
                    <a:pt x="87566" y="216588"/>
                  </a:cubicBezTo>
                  <a:cubicBezTo>
                    <a:pt x="85046" y="214068"/>
                    <a:pt x="81835" y="211570"/>
                    <a:pt x="80430" y="211038"/>
                  </a:cubicBezTo>
                  <a:cubicBezTo>
                    <a:pt x="78870" y="210447"/>
                    <a:pt x="78619" y="205549"/>
                    <a:pt x="79784" y="198453"/>
                  </a:cubicBezTo>
                  <a:cubicBezTo>
                    <a:pt x="80834" y="192064"/>
                    <a:pt x="81838" y="187787"/>
                    <a:pt x="82015" y="188949"/>
                  </a:cubicBezTo>
                  <a:cubicBezTo>
                    <a:pt x="82193" y="190110"/>
                    <a:pt x="85771" y="188616"/>
                    <a:pt x="89966" y="185629"/>
                  </a:cubicBezTo>
                  <a:cubicBezTo>
                    <a:pt x="98750" y="179374"/>
                    <a:pt x="98211" y="175668"/>
                    <a:pt x="87641" y="169636"/>
                  </a:cubicBezTo>
                  <a:cubicBezTo>
                    <a:pt x="82102" y="166474"/>
                    <a:pt x="79900" y="163069"/>
                    <a:pt x="79292" y="156728"/>
                  </a:cubicBezTo>
                  <a:cubicBezTo>
                    <a:pt x="78587" y="149374"/>
                    <a:pt x="77588" y="148238"/>
                    <a:pt x="72462" y="148956"/>
                  </a:cubicBezTo>
                  <a:cubicBezTo>
                    <a:pt x="65224" y="149970"/>
                    <a:pt x="56524" y="158137"/>
                    <a:pt x="56524" y="163920"/>
                  </a:cubicBezTo>
                  <a:cubicBezTo>
                    <a:pt x="56524" y="167347"/>
                    <a:pt x="55821" y="167525"/>
                    <a:pt x="52658" y="164900"/>
                  </a:cubicBezTo>
                  <a:cubicBezTo>
                    <a:pt x="49486" y="162267"/>
                    <a:pt x="47159" y="162936"/>
                    <a:pt x="39697" y="168628"/>
                  </a:cubicBezTo>
                  <a:cubicBezTo>
                    <a:pt x="34695" y="172443"/>
                    <a:pt x="28868" y="178212"/>
                    <a:pt x="26748" y="181448"/>
                  </a:cubicBezTo>
                  <a:cubicBezTo>
                    <a:pt x="24627" y="184684"/>
                    <a:pt x="19972" y="188663"/>
                    <a:pt x="16403" y="190289"/>
                  </a:cubicBezTo>
                  <a:cubicBezTo>
                    <a:pt x="10541" y="192960"/>
                    <a:pt x="9664" y="192592"/>
                    <a:pt x="7343" y="186486"/>
                  </a:cubicBezTo>
                  <a:cubicBezTo>
                    <a:pt x="5309" y="181137"/>
                    <a:pt x="5857" y="177888"/>
                    <a:pt x="9965" y="170925"/>
                  </a:cubicBezTo>
                  <a:lnTo>
                    <a:pt x="15158" y="162124"/>
                  </a:lnTo>
                  <a:lnTo>
                    <a:pt x="9381" y="159801"/>
                  </a:lnTo>
                  <a:cubicBezTo>
                    <a:pt x="5449" y="158219"/>
                    <a:pt x="4946" y="157425"/>
                    <a:pt x="7807" y="157314"/>
                  </a:cubicBezTo>
                  <a:cubicBezTo>
                    <a:pt x="10118" y="157224"/>
                    <a:pt x="13662" y="154662"/>
                    <a:pt x="15681" y="151621"/>
                  </a:cubicBezTo>
                  <a:cubicBezTo>
                    <a:pt x="18731" y="147026"/>
                    <a:pt x="20256" y="146574"/>
                    <a:pt x="24691" y="148948"/>
                  </a:cubicBezTo>
                  <a:cubicBezTo>
                    <a:pt x="31018" y="152334"/>
                    <a:pt x="33291" y="150668"/>
                    <a:pt x="33291" y="142643"/>
                  </a:cubicBezTo>
                  <a:cubicBezTo>
                    <a:pt x="33291" y="139397"/>
                    <a:pt x="34623" y="133817"/>
                    <a:pt x="36252" y="130243"/>
                  </a:cubicBezTo>
                  <a:cubicBezTo>
                    <a:pt x="38533" y="125236"/>
                    <a:pt x="38466" y="122844"/>
                    <a:pt x="35959" y="119824"/>
                  </a:cubicBezTo>
                  <a:cubicBezTo>
                    <a:pt x="34170" y="117668"/>
                    <a:pt x="31676" y="116540"/>
                    <a:pt x="30417" y="117319"/>
                  </a:cubicBezTo>
                  <a:cubicBezTo>
                    <a:pt x="29158" y="118097"/>
                    <a:pt x="28128" y="116844"/>
                    <a:pt x="28128" y="114535"/>
                  </a:cubicBezTo>
                  <a:cubicBezTo>
                    <a:pt x="28128" y="111463"/>
                    <a:pt x="26693" y="110792"/>
                    <a:pt x="22780" y="112034"/>
                  </a:cubicBezTo>
                  <a:cubicBezTo>
                    <a:pt x="15848" y="114234"/>
                    <a:pt x="7575" y="106991"/>
                    <a:pt x="9335" y="100263"/>
                  </a:cubicBezTo>
                  <a:cubicBezTo>
                    <a:pt x="10049" y="97533"/>
                    <a:pt x="8241" y="90709"/>
                    <a:pt x="5316" y="85099"/>
                  </a:cubicBezTo>
                  <a:lnTo>
                    <a:pt x="0" y="74899"/>
                  </a:lnTo>
                  <a:lnTo>
                    <a:pt x="5230" y="68250"/>
                  </a:lnTo>
                  <a:cubicBezTo>
                    <a:pt x="9068" y="63371"/>
                    <a:pt x="10012" y="59562"/>
                    <a:pt x="8777" y="53938"/>
                  </a:cubicBezTo>
                  <a:cubicBezTo>
                    <a:pt x="7655" y="48830"/>
                    <a:pt x="8449" y="44342"/>
                    <a:pt x="11157" y="40474"/>
                  </a:cubicBezTo>
                  <a:cubicBezTo>
                    <a:pt x="13392" y="37284"/>
                    <a:pt x="15221" y="32733"/>
                    <a:pt x="15221" y="30361"/>
                  </a:cubicBezTo>
                  <a:cubicBezTo>
                    <a:pt x="15221" y="27989"/>
                    <a:pt x="16963" y="25380"/>
                    <a:pt x="19093" y="24563"/>
                  </a:cubicBezTo>
                  <a:cubicBezTo>
                    <a:pt x="25297" y="22182"/>
                    <a:pt x="23642" y="18398"/>
                    <a:pt x="13331" y="11391"/>
                  </a:cubicBezTo>
                  <a:cubicBezTo>
                    <a:pt x="3467" y="4689"/>
                    <a:pt x="3713" y="3972"/>
                    <a:pt x="15610" y="4739"/>
                  </a:cubicBezTo>
                  <a:cubicBezTo>
                    <a:pt x="19374" y="4981"/>
                    <a:pt x="23217" y="3943"/>
                    <a:pt x="24152" y="2431"/>
                  </a:cubicBezTo>
                  <a:cubicBezTo>
                    <a:pt x="26872" y="-1970"/>
                    <a:pt x="29405" y="-932"/>
                    <a:pt x="42643" y="10008"/>
                  </a:cubicBezTo>
                  <a:cubicBezTo>
                    <a:pt x="49515" y="15687"/>
                    <a:pt x="56436" y="20333"/>
                    <a:pt x="58021" y="20333"/>
                  </a:cubicBezTo>
                  <a:cubicBezTo>
                    <a:pt x="61009" y="20333"/>
                    <a:pt x="65792" y="30450"/>
                    <a:pt x="76259" y="58909"/>
                  </a:cubicBezTo>
                  <a:cubicBezTo>
                    <a:pt x="79624" y="68058"/>
                    <a:pt x="84645" y="77957"/>
                    <a:pt x="87417" y="80908"/>
                  </a:cubicBezTo>
                  <a:cubicBezTo>
                    <a:pt x="90189" y="83859"/>
                    <a:pt x="95457" y="93799"/>
                    <a:pt x="99122" y="102996"/>
                  </a:cubicBezTo>
                  <a:cubicBezTo>
                    <a:pt x="103054" y="112863"/>
                    <a:pt x="105019" y="116015"/>
                    <a:pt x="103913" y="110684"/>
                  </a:cubicBezTo>
                  <a:cubicBezTo>
                    <a:pt x="102883" y="105715"/>
                    <a:pt x="102185" y="96422"/>
                    <a:pt x="102362" y="90033"/>
                  </a:cubicBezTo>
                  <a:cubicBezTo>
                    <a:pt x="102644" y="79863"/>
                    <a:pt x="101378" y="76968"/>
                    <a:pt x="92203" y="66799"/>
                  </a:cubicBezTo>
                  <a:cubicBezTo>
                    <a:pt x="86438" y="60410"/>
                    <a:pt x="82553" y="57506"/>
                    <a:pt x="83568" y="60346"/>
                  </a:cubicBezTo>
                  <a:cubicBezTo>
                    <a:pt x="84584" y="63185"/>
                    <a:pt x="86055" y="67251"/>
                    <a:pt x="86838" y="69381"/>
                  </a:cubicBezTo>
                  <a:cubicBezTo>
                    <a:pt x="87916" y="72315"/>
                    <a:pt x="87498" y="72550"/>
                    <a:pt x="85111" y="70354"/>
                  </a:cubicBezTo>
                  <a:cubicBezTo>
                    <a:pt x="83379" y="68760"/>
                    <a:pt x="81641" y="63533"/>
                    <a:pt x="81250" y="58738"/>
                  </a:cubicBezTo>
                  <a:cubicBezTo>
                    <a:pt x="80858" y="53943"/>
                    <a:pt x="77457" y="45502"/>
                    <a:pt x="73693" y="39979"/>
                  </a:cubicBezTo>
                  <a:cubicBezTo>
                    <a:pt x="69929" y="34457"/>
                    <a:pt x="66850" y="28707"/>
                    <a:pt x="66850" y="27201"/>
                  </a:cubicBezTo>
                  <a:cubicBezTo>
                    <a:pt x="66850" y="23517"/>
                    <a:pt x="69162" y="26358"/>
                    <a:pt x="80920" y="44489"/>
                  </a:cubicBezTo>
                  <a:cubicBezTo>
                    <a:pt x="86314" y="52805"/>
                    <a:pt x="94522" y="61849"/>
                    <a:pt x="99162" y="64586"/>
                  </a:cubicBezTo>
                  <a:cubicBezTo>
                    <a:pt x="108835" y="70294"/>
                    <a:pt x="111618" y="77524"/>
                    <a:pt x="107565" y="86419"/>
                  </a:cubicBezTo>
                  <a:cubicBezTo>
                    <a:pt x="104001" y="94242"/>
                    <a:pt x="108931" y="124125"/>
                    <a:pt x="116108" y="138203"/>
                  </a:cubicBezTo>
                  <a:cubicBezTo>
                    <a:pt x="118832" y="143545"/>
                    <a:pt x="121060" y="149489"/>
                    <a:pt x="121060" y="151411"/>
                  </a:cubicBezTo>
                  <a:cubicBezTo>
                    <a:pt x="121060" y="153333"/>
                    <a:pt x="127706" y="161509"/>
                    <a:pt x="135828" y="169580"/>
                  </a:cubicBezTo>
                  <a:cubicBezTo>
                    <a:pt x="153391" y="187033"/>
                    <a:pt x="164572" y="201203"/>
                    <a:pt x="173747" y="217637"/>
                  </a:cubicBezTo>
                  <a:cubicBezTo>
                    <a:pt x="177457" y="224283"/>
                    <a:pt x="182994" y="233104"/>
                    <a:pt x="186052" y="237240"/>
                  </a:cubicBezTo>
                  <a:cubicBezTo>
                    <a:pt x="189610" y="242051"/>
                    <a:pt x="192043" y="249958"/>
                    <a:pt x="192809" y="259193"/>
                  </a:cubicBezTo>
                  <a:cubicBezTo>
                    <a:pt x="193864" y="271919"/>
                    <a:pt x="195056" y="274447"/>
                    <a:pt x="202887" y="280570"/>
                  </a:cubicBezTo>
                  <a:cubicBezTo>
                    <a:pt x="207772" y="284389"/>
                    <a:pt x="213418" y="290626"/>
                    <a:pt x="215434" y="294429"/>
                  </a:cubicBezTo>
                  <a:cubicBezTo>
                    <a:pt x="217449" y="298233"/>
                    <a:pt x="221258" y="302031"/>
                    <a:pt x="223898" y="302869"/>
                  </a:cubicBezTo>
                  <a:cubicBezTo>
                    <a:pt x="226538" y="303707"/>
                    <a:pt x="230021" y="307297"/>
                    <a:pt x="231639" y="310848"/>
                  </a:cubicBezTo>
                  <a:cubicBezTo>
                    <a:pt x="233257" y="314399"/>
                    <a:pt x="237499" y="318413"/>
                    <a:pt x="241066" y="319770"/>
                  </a:cubicBezTo>
                  <a:cubicBezTo>
                    <a:pt x="248737" y="322686"/>
                    <a:pt x="249875" y="326030"/>
                    <a:pt x="242388" y="323654"/>
                  </a:cubicBezTo>
                  <a:cubicBezTo>
                    <a:pt x="239427" y="322714"/>
                    <a:pt x="237225" y="323190"/>
                    <a:pt x="237225" y="324770"/>
                  </a:cubicBezTo>
                  <a:cubicBezTo>
                    <a:pt x="237225" y="326286"/>
                    <a:pt x="238387" y="327526"/>
                    <a:pt x="239807" y="327526"/>
                  </a:cubicBezTo>
                  <a:cubicBezTo>
                    <a:pt x="241227" y="327526"/>
                    <a:pt x="242098" y="328965"/>
                    <a:pt x="241743" y="330724"/>
                  </a:cubicBezTo>
                  <a:cubicBezTo>
                    <a:pt x="241323" y="332806"/>
                    <a:pt x="243624" y="333637"/>
                    <a:pt x="248333" y="333103"/>
                  </a:cubicBezTo>
                  <a:cubicBezTo>
                    <a:pt x="252313" y="332652"/>
                    <a:pt x="257439" y="333827"/>
                    <a:pt x="259724" y="335713"/>
                  </a:cubicBezTo>
                  <a:cubicBezTo>
                    <a:pt x="263236" y="338612"/>
                    <a:pt x="263683" y="338543"/>
                    <a:pt x="262612" y="335270"/>
                  </a:cubicBezTo>
                  <a:cubicBezTo>
                    <a:pt x="261915" y="333141"/>
                    <a:pt x="258822" y="331027"/>
                    <a:pt x="255739" y="330573"/>
                  </a:cubicBezTo>
                  <a:cubicBezTo>
                    <a:pt x="252655" y="330119"/>
                    <a:pt x="250133" y="328719"/>
                    <a:pt x="250133" y="327461"/>
                  </a:cubicBezTo>
                  <a:cubicBezTo>
                    <a:pt x="250133" y="326203"/>
                    <a:pt x="254708" y="326788"/>
                    <a:pt x="260301" y="328761"/>
                  </a:cubicBezTo>
                  <a:cubicBezTo>
                    <a:pt x="266891" y="331086"/>
                    <a:pt x="275567" y="331822"/>
                    <a:pt x="284960" y="330853"/>
                  </a:cubicBezTo>
                  <a:cubicBezTo>
                    <a:pt x="298714" y="329433"/>
                    <a:pt x="299892" y="329784"/>
                    <a:pt x="308115" y="337754"/>
                  </a:cubicBezTo>
                  <a:cubicBezTo>
                    <a:pt x="312880" y="342373"/>
                    <a:pt x="320648" y="346943"/>
                    <a:pt x="325378" y="347910"/>
                  </a:cubicBezTo>
                  <a:cubicBezTo>
                    <a:pt x="330622" y="348983"/>
                    <a:pt x="335130" y="351981"/>
                    <a:pt x="336932" y="355594"/>
                  </a:cubicBezTo>
                  <a:cubicBezTo>
                    <a:pt x="338556" y="358853"/>
                    <a:pt x="341091" y="362725"/>
                    <a:pt x="342564" y="364198"/>
                  </a:cubicBezTo>
                  <a:cubicBezTo>
                    <a:pt x="344037" y="365671"/>
                    <a:pt x="344568" y="368768"/>
                    <a:pt x="343743" y="371080"/>
                  </a:cubicBezTo>
                  <a:cubicBezTo>
                    <a:pt x="342917" y="373391"/>
                    <a:pt x="343194" y="374419"/>
                    <a:pt x="344358" y="373363"/>
                  </a:cubicBezTo>
                  <a:cubicBezTo>
                    <a:pt x="345522" y="372307"/>
                    <a:pt x="348182" y="373882"/>
                    <a:pt x="350269" y="376862"/>
                  </a:cubicBezTo>
                  <a:cubicBezTo>
                    <a:pt x="353742" y="381821"/>
                    <a:pt x="355637" y="382132"/>
                    <a:pt x="372627" y="380540"/>
                  </a:cubicBezTo>
                  <a:lnTo>
                    <a:pt x="391189" y="378801"/>
                  </a:lnTo>
                  <a:lnTo>
                    <a:pt x="394232" y="388958"/>
                  </a:lnTo>
                  <a:cubicBezTo>
                    <a:pt x="395906" y="394544"/>
                    <a:pt x="397295" y="401303"/>
                    <a:pt x="397318" y="403978"/>
                  </a:cubicBezTo>
                  <a:cubicBezTo>
                    <a:pt x="397342" y="406653"/>
                    <a:pt x="402699" y="413488"/>
                    <a:pt x="409224" y="419167"/>
                  </a:cubicBezTo>
                  <a:cubicBezTo>
                    <a:pt x="427997" y="435508"/>
                    <a:pt x="431130" y="439291"/>
                    <a:pt x="434929" y="450207"/>
                  </a:cubicBezTo>
                  <a:cubicBezTo>
                    <a:pt x="439665" y="463816"/>
                    <a:pt x="439887" y="463061"/>
                    <a:pt x="429332" y="469288"/>
                  </a:cubicBezTo>
                  <a:cubicBezTo>
                    <a:pt x="420856" y="474289"/>
                    <a:pt x="416443" y="474727"/>
                    <a:pt x="376412" y="474534"/>
                  </a:cubicBezTo>
                  <a:cubicBezTo>
                    <a:pt x="334645" y="474334"/>
                    <a:pt x="332739" y="474101"/>
                    <a:pt x="332739" y="469202"/>
                  </a:cubicBezTo>
                  <a:close/>
                </a:path>
              </a:pathLst>
            </a:custGeom>
            <a:solidFill>
              <a:srgbClr val="B9B9B9"/>
            </a:solidFill>
            <a:ln w="5163" cap="flat">
              <a:noFill/>
              <a:prstDash val="solid"/>
              <a:miter/>
            </a:ln>
          </p:spPr>
          <p:txBody>
            <a:bodyPr/>
            <a:lstStyle/>
            <a:p>
              <a:endParaRPr lang="es-419" noProof="0" dirty="0"/>
            </a:p>
          </p:txBody>
        </p:sp>
        <p:sp>
          <p:nvSpPr>
            <p:cNvPr id="77" name="Forma libre: forma 76">
              <a:extLst>
                <a:ext uri="{FF2B5EF4-FFF2-40B4-BE49-F238E27FC236}">
                  <a16:creationId xmlns:a16="http://schemas.microsoft.com/office/drawing/2014/main" id="{86C3435A-AC02-FEF6-7F8F-510972A0F7A6}"/>
                </a:ext>
              </a:extLst>
            </p:cNvPr>
            <p:cNvSpPr/>
            <p:nvPr/>
          </p:nvSpPr>
          <p:spPr>
            <a:xfrm>
              <a:off x="1730874" y="2149721"/>
              <a:ext cx="4491" cy="9472"/>
            </a:xfrm>
            <a:custGeom>
              <a:avLst/>
              <a:gdLst>
                <a:gd name="csX0" fmla="*/ 480 w 4491"/>
                <a:gd name="csY0" fmla="*/ 6821 h 9472"/>
                <a:gd name="csX1" fmla="*/ 1619 w 4491"/>
                <a:gd name="csY1" fmla="*/ 1142 h 9472"/>
                <a:gd name="csX2" fmla="*/ 4491 w 4491"/>
                <a:gd name="csY2" fmla="*/ 3948 h 9472"/>
                <a:gd name="csX3" fmla="*/ 480 w 4491"/>
                <a:gd name="csY3" fmla="*/ 6821 h 9472"/>
              </a:gdLst>
              <a:ahLst/>
              <a:cxnLst>
                <a:cxn ang="0">
                  <a:pos x="csX0" y="csY0"/>
                </a:cxn>
                <a:cxn ang="0">
                  <a:pos x="csX1" y="csY1"/>
                </a:cxn>
                <a:cxn ang="0">
                  <a:pos x="csX2" y="csY2"/>
                </a:cxn>
                <a:cxn ang="0">
                  <a:pos x="csX3" y="csY3"/>
                </a:cxn>
              </a:cxnLst>
              <a:rect l="l" t="t" r="r" b="b"/>
              <a:pathLst>
                <a:path w="4491" h="9472">
                  <a:moveTo>
                    <a:pt x="480" y="6821"/>
                  </a:moveTo>
                  <a:cubicBezTo>
                    <a:pt x="-474" y="5277"/>
                    <a:pt x="39" y="2722"/>
                    <a:pt x="1619" y="1142"/>
                  </a:cubicBezTo>
                  <a:cubicBezTo>
                    <a:pt x="3728" y="-968"/>
                    <a:pt x="4491" y="-222"/>
                    <a:pt x="4491" y="3948"/>
                  </a:cubicBezTo>
                  <a:cubicBezTo>
                    <a:pt x="4491" y="10181"/>
                    <a:pt x="3150" y="11141"/>
                    <a:pt x="480" y="6821"/>
                  </a:cubicBezTo>
                  <a:close/>
                </a:path>
              </a:pathLst>
            </a:custGeom>
            <a:solidFill>
              <a:srgbClr val="00C100"/>
            </a:solidFill>
            <a:ln w="5163" cap="flat">
              <a:noFill/>
              <a:prstDash val="solid"/>
              <a:miter/>
            </a:ln>
          </p:spPr>
          <p:txBody>
            <a:bodyPr/>
            <a:lstStyle/>
            <a:p>
              <a:endParaRPr lang="es-419" noProof="0" dirty="0"/>
            </a:p>
          </p:txBody>
        </p:sp>
      </p:grpSp>
      <p:grpSp>
        <p:nvGrpSpPr>
          <p:cNvPr id="78" name="Gráfico 39">
            <a:extLst>
              <a:ext uri="{FF2B5EF4-FFF2-40B4-BE49-F238E27FC236}">
                <a16:creationId xmlns:a16="http://schemas.microsoft.com/office/drawing/2014/main" id="{FE0501D8-C35F-6B37-5D4A-01EF4E8773C3}"/>
              </a:ext>
            </a:extLst>
          </p:cNvPr>
          <p:cNvGrpSpPr/>
          <p:nvPr/>
        </p:nvGrpSpPr>
        <p:grpSpPr>
          <a:xfrm>
            <a:off x="2429776" y="2092540"/>
            <a:ext cx="224135" cy="371419"/>
            <a:chOff x="2429776" y="2092540"/>
            <a:chExt cx="224135" cy="371419"/>
          </a:xfrm>
          <a:solidFill>
            <a:srgbClr val="B9B9B9"/>
          </a:solidFill>
        </p:grpSpPr>
        <p:sp>
          <p:nvSpPr>
            <p:cNvPr id="79" name="Forma libre: forma 78">
              <a:extLst>
                <a:ext uri="{FF2B5EF4-FFF2-40B4-BE49-F238E27FC236}">
                  <a16:creationId xmlns:a16="http://schemas.microsoft.com/office/drawing/2014/main" id="{424FC2E9-DF62-E396-4147-B7B49D463AEA}"/>
                </a:ext>
              </a:extLst>
            </p:cNvPr>
            <p:cNvSpPr/>
            <p:nvPr/>
          </p:nvSpPr>
          <p:spPr>
            <a:xfrm>
              <a:off x="2429776" y="2092540"/>
              <a:ext cx="213820" cy="371419"/>
            </a:xfrm>
            <a:custGeom>
              <a:avLst/>
              <a:gdLst>
                <a:gd name="csX0" fmla="*/ 16950 w 213820"/>
                <a:gd name="csY0" fmla="*/ 360449 h 371419"/>
                <a:gd name="csX1" fmla="*/ 11453 w 213820"/>
                <a:gd name="csY1" fmla="*/ 297848 h 371419"/>
                <a:gd name="csX2" fmla="*/ 3696 w 213820"/>
                <a:gd name="csY2" fmla="*/ 222369 h 371419"/>
                <a:gd name="csX3" fmla="*/ 0 w 213820"/>
                <a:gd name="csY3" fmla="*/ 197274 h 371419"/>
                <a:gd name="csX4" fmla="*/ 19120 w 213820"/>
                <a:gd name="csY4" fmla="*/ 182403 h 371419"/>
                <a:gd name="csX5" fmla="*/ 138310 w 213820"/>
                <a:gd name="csY5" fmla="*/ 92657 h 371419"/>
                <a:gd name="csX6" fmla="*/ 152643 w 213820"/>
                <a:gd name="csY6" fmla="*/ 35441 h 371419"/>
                <a:gd name="csX7" fmla="*/ 150658 w 213820"/>
                <a:gd name="csY7" fmla="*/ 20853 h 371419"/>
                <a:gd name="csX8" fmla="*/ 160369 w 213820"/>
                <a:gd name="csY8" fmla="*/ 19300 h 371419"/>
                <a:gd name="csX9" fmla="*/ 171671 w 213820"/>
                <a:gd name="csY9" fmla="*/ 15173 h 371419"/>
                <a:gd name="csX10" fmla="*/ 158173 w 213820"/>
                <a:gd name="csY10" fmla="*/ 10308 h 371419"/>
                <a:gd name="csX11" fmla="*/ 132945 w 213820"/>
                <a:gd name="csY11" fmla="*/ 8975 h 371419"/>
                <a:gd name="csX12" fmla="*/ 120037 w 213820"/>
                <a:gd name="csY12" fmla="*/ 5453 h 371419"/>
                <a:gd name="csX13" fmla="*/ 136817 w 213820"/>
                <a:gd name="csY13" fmla="*/ 5689 h 371419"/>
                <a:gd name="csX14" fmla="*/ 168222 w 213820"/>
                <a:gd name="csY14" fmla="*/ 2321 h 371419"/>
                <a:gd name="csX15" fmla="*/ 193336 w 213820"/>
                <a:gd name="csY15" fmla="*/ 5657 h 371419"/>
                <a:gd name="csX16" fmla="*/ 207546 w 213820"/>
                <a:gd name="csY16" fmla="*/ 12598 h 371419"/>
                <a:gd name="csX17" fmla="*/ 213132 w 213820"/>
                <a:gd name="csY17" fmla="*/ 30004 h 371419"/>
                <a:gd name="csX18" fmla="*/ 187630 w 213820"/>
                <a:gd name="csY18" fmla="*/ 96831 h 371419"/>
                <a:gd name="csX19" fmla="*/ 176562 w 213820"/>
                <a:gd name="csY19" fmla="*/ 115211 h 371419"/>
                <a:gd name="csX20" fmla="*/ 172870 w 213820"/>
                <a:gd name="csY20" fmla="*/ 123601 h 371419"/>
                <a:gd name="csX21" fmla="*/ 166261 w 213820"/>
                <a:gd name="csY21" fmla="*/ 157642 h 371419"/>
                <a:gd name="csX22" fmla="*/ 166219 w 213820"/>
                <a:gd name="csY22" fmla="*/ 169421 h 371419"/>
                <a:gd name="csX23" fmla="*/ 156436 w 213820"/>
                <a:gd name="csY23" fmla="*/ 177166 h 371419"/>
                <a:gd name="csX24" fmla="*/ 152486 w 213820"/>
                <a:gd name="csY24" fmla="*/ 184910 h 371419"/>
                <a:gd name="csX25" fmla="*/ 149724 w 213820"/>
                <a:gd name="csY25" fmla="*/ 180392 h 371419"/>
                <a:gd name="csX26" fmla="*/ 150673 w 213820"/>
                <a:gd name="csY26" fmla="*/ 190434 h 371419"/>
                <a:gd name="csX27" fmla="*/ 157540 w 213820"/>
                <a:gd name="csY27" fmla="*/ 189342 h 371419"/>
                <a:gd name="csX28" fmla="*/ 164336 w 213820"/>
                <a:gd name="csY28" fmla="*/ 186648 h 371419"/>
                <a:gd name="csX29" fmla="*/ 167794 w 213820"/>
                <a:gd name="csY29" fmla="*/ 183969 h 371419"/>
                <a:gd name="csX30" fmla="*/ 171021 w 213820"/>
                <a:gd name="csY30" fmla="*/ 181048 h 371419"/>
                <a:gd name="csX31" fmla="*/ 159467 w 213820"/>
                <a:gd name="csY31" fmla="*/ 208029 h 371419"/>
                <a:gd name="csX32" fmla="*/ 153370 w 213820"/>
                <a:gd name="csY32" fmla="*/ 220699 h 371419"/>
                <a:gd name="csX33" fmla="*/ 158583 w 213820"/>
                <a:gd name="csY33" fmla="*/ 221050 h 371419"/>
                <a:gd name="csX34" fmla="*/ 167434 w 213820"/>
                <a:gd name="csY34" fmla="*/ 216533 h 371419"/>
                <a:gd name="csX35" fmla="*/ 167794 w 213820"/>
                <a:gd name="csY35" fmla="*/ 224277 h 371419"/>
                <a:gd name="csX36" fmla="*/ 162477 w 213820"/>
                <a:gd name="csY36" fmla="*/ 240411 h 371419"/>
                <a:gd name="csX37" fmla="*/ 159980 w 213820"/>
                <a:gd name="csY37" fmla="*/ 264290 h 371419"/>
                <a:gd name="csX38" fmla="*/ 154702 w 213820"/>
                <a:gd name="csY38" fmla="*/ 297848 h 371419"/>
                <a:gd name="csX39" fmla="*/ 147143 w 213820"/>
                <a:gd name="csY39" fmla="*/ 319016 h 371419"/>
                <a:gd name="csX40" fmla="*/ 144561 w 213820"/>
                <a:gd name="csY40" fmla="*/ 314628 h 371419"/>
                <a:gd name="csX41" fmla="*/ 142397 w 213820"/>
                <a:gd name="csY41" fmla="*/ 312692 h 371419"/>
                <a:gd name="csX42" fmla="*/ 133654 w 213820"/>
                <a:gd name="csY42" fmla="*/ 296518 h 371419"/>
                <a:gd name="csX43" fmla="*/ 127870 w 213820"/>
                <a:gd name="csY43" fmla="*/ 279915 h 371419"/>
                <a:gd name="csX44" fmla="*/ 129246 w 213820"/>
                <a:gd name="csY44" fmla="*/ 255255 h 371419"/>
                <a:gd name="csX45" fmla="*/ 125242 w 213820"/>
                <a:gd name="csY45" fmla="*/ 260285 h 371419"/>
                <a:gd name="csX46" fmla="*/ 118479 w 213820"/>
                <a:gd name="csY46" fmla="*/ 266956 h 371419"/>
                <a:gd name="csX47" fmla="*/ 115990 w 213820"/>
                <a:gd name="csY47" fmla="*/ 271823 h 371419"/>
                <a:gd name="csX48" fmla="*/ 103625 w 213820"/>
                <a:gd name="csY48" fmla="*/ 299151 h 371419"/>
                <a:gd name="csX49" fmla="*/ 93086 w 213820"/>
                <a:gd name="csY49" fmla="*/ 304140 h 371419"/>
                <a:gd name="csX50" fmla="*/ 86910 w 213820"/>
                <a:gd name="csY50" fmla="*/ 313522 h 371419"/>
                <a:gd name="csX51" fmla="*/ 79326 w 213820"/>
                <a:gd name="csY51" fmla="*/ 328399 h 371419"/>
                <a:gd name="csX52" fmla="*/ 69895 w 213820"/>
                <a:gd name="csY52" fmla="*/ 347747 h 371419"/>
                <a:gd name="csX53" fmla="*/ 51629 w 213820"/>
                <a:gd name="csY53" fmla="*/ 357222 h 371419"/>
                <a:gd name="csX54" fmla="*/ 36622 w 213820"/>
                <a:gd name="csY54" fmla="*/ 363051 h 371419"/>
                <a:gd name="csX55" fmla="*/ 27100 w 213820"/>
                <a:gd name="csY55" fmla="*/ 371420 h 371419"/>
                <a:gd name="csX56" fmla="*/ 16950 w 213820"/>
                <a:gd name="csY56" fmla="*/ 360449 h 3714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Lst>
              <a:rect l="l" t="t" r="r" b="b"/>
              <a:pathLst>
                <a:path w="213820" h="371419">
                  <a:moveTo>
                    <a:pt x="16950" y="360449"/>
                  </a:moveTo>
                  <a:cubicBezTo>
                    <a:pt x="16160" y="354414"/>
                    <a:pt x="13687" y="326244"/>
                    <a:pt x="11453" y="297848"/>
                  </a:cubicBezTo>
                  <a:cubicBezTo>
                    <a:pt x="9219" y="269452"/>
                    <a:pt x="5728" y="235487"/>
                    <a:pt x="3696" y="222369"/>
                  </a:cubicBezTo>
                  <a:cubicBezTo>
                    <a:pt x="1663" y="209251"/>
                    <a:pt x="0" y="197958"/>
                    <a:pt x="0" y="197274"/>
                  </a:cubicBezTo>
                  <a:cubicBezTo>
                    <a:pt x="0" y="196590"/>
                    <a:pt x="8604" y="189898"/>
                    <a:pt x="19120" y="182403"/>
                  </a:cubicBezTo>
                  <a:cubicBezTo>
                    <a:pt x="45138" y="163860"/>
                    <a:pt x="131668" y="98706"/>
                    <a:pt x="138310" y="92657"/>
                  </a:cubicBezTo>
                  <a:cubicBezTo>
                    <a:pt x="147047" y="84700"/>
                    <a:pt x="155017" y="52884"/>
                    <a:pt x="152643" y="35441"/>
                  </a:cubicBezTo>
                  <a:lnTo>
                    <a:pt x="150658" y="20853"/>
                  </a:lnTo>
                  <a:lnTo>
                    <a:pt x="160369" y="19300"/>
                  </a:lnTo>
                  <a:cubicBezTo>
                    <a:pt x="165710" y="18446"/>
                    <a:pt x="170796" y="16589"/>
                    <a:pt x="171671" y="15173"/>
                  </a:cubicBezTo>
                  <a:cubicBezTo>
                    <a:pt x="174939" y="9885"/>
                    <a:pt x="170188" y="8173"/>
                    <a:pt x="158173" y="10308"/>
                  </a:cubicBezTo>
                  <a:cubicBezTo>
                    <a:pt x="149606" y="11830"/>
                    <a:pt x="141919" y="11424"/>
                    <a:pt x="132945" y="8975"/>
                  </a:cubicBezTo>
                  <a:lnTo>
                    <a:pt x="120037" y="5453"/>
                  </a:lnTo>
                  <a:lnTo>
                    <a:pt x="136817" y="5689"/>
                  </a:lnTo>
                  <a:cubicBezTo>
                    <a:pt x="146045" y="5819"/>
                    <a:pt x="160178" y="4304"/>
                    <a:pt x="168222" y="2321"/>
                  </a:cubicBezTo>
                  <a:cubicBezTo>
                    <a:pt x="182583" y="-1218"/>
                    <a:pt x="183037" y="-1158"/>
                    <a:pt x="193336" y="5657"/>
                  </a:cubicBezTo>
                  <a:cubicBezTo>
                    <a:pt x="199104" y="9475"/>
                    <a:pt x="205499" y="12598"/>
                    <a:pt x="207546" y="12598"/>
                  </a:cubicBezTo>
                  <a:cubicBezTo>
                    <a:pt x="210236" y="12598"/>
                    <a:pt x="211785" y="17427"/>
                    <a:pt x="213132" y="30004"/>
                  </a:cubicBezTo>
                  <a:cubicBezTo>
                    <a:pt x="216062" y="57367"/>
                    <a:pt x="210014" y="73217"/>
                    <a:pt x="187630" y="96831"/>
                  </a:cubicBezTo>
                  <a:cubicBezTo>
                    <a:pt x="182422" y="102326"/>
                    <a:pt x="177441" y="110596"/>
                    <a:pt x="176562" y="115211"/>
                  </a:cubicBezTo>
                  <a:cubicBezTo>
                    <a:pt x="175683" y="119825"/>
                    <a:pt x="174022" y="123601"/>
                    <a:pt x="172870" y="123601"/>
                  </a:cubicBezTo>
                  <a:cubicBezTo>
                    <a:pt x="168512" y="123601"/>
                    <a:pt x="164964" y="141879"/>
                    <a:pt x="166261" y="157642"/>
                  </a:cubicBezTo>
                  <a:cubicBezTo>
                    <a:pt x="166999" y="166605"/>
                    <a:pt x="166980" y="171906"/>
                    <a:pt x="166219" y="169421"/>
                  </a:cubicBezTo>
                  <a:cubicBezTo>
                    <a:pt x="163842" y="161666"/>
                    <a:pt x="160352" y="164428"/>
                    <a:pt x="156436" y="177166"/>
                  </a:cubicBezTo>
                  <a:cubicBezTo>
                    <a:pt x="154362" y="183910"/>
                    <a:pt x="152584" y="187395"/>
                    <a:pt x="152486" y="184910"/>
                  </a:cubicBezTo>
                  <a:cubicBezTo>
                    <a:pt x="152387" y="182425"/>
                    <a:pt x="151144" y="180392"/>
                    <a:pt x="149724" y="180392"/>
                  </a:cubicBezTo>
                  <a:cubicBezTo>
                    <a:pt x="145947" y="180392"/>
                    <a:pt x="146574" y="187032"/>
                    <a:pt x="150673" y="190434"/>
                  </a:cubicBezTo>
                  <a:cubicBezTo>
                    <a:pt x="153362" y="192666"/>
                    <a:pt x="154997" y="192406"/>
                    <a:pt x="157540" y="189342"/>
                  </a:cubicBezTo>
                  <a:cubicBezTo>
                    <a:pt x="159375" y="187130"/>
                    <a:pt x="162434" y="185918"/>
                    <a:pt x="164336" y="186648"/>
                  </a:cubicBezTo>
                  <a:cubicBezTo>
                    <a:pt x="166311" y="187405"/>
                    <a:pt x="167794" y="186256"/>
                    <a:pt x="167794" y="183969"/>
                  </a:cubicBezTo>
                  <a:cubicBezTo>
                    <a:pt x="167794" y="181765"/>
                    <a:pt x="169246" y="180451"/>
                    <a:pt x="171021" y="181048"/>
                  </a:cubicBezTo>
                  <a:cubicBezTo>
                    <a:pt x="178588" y="183594"/>
                    <a:pt x="167396" y="209728"/>
                    <a:pt x="159467" y="208029"/>
                  </a:cubicBezTo>
                  <a:cubicBezTo>
                    <a:pt x="155365" y="207150"/>
                    <a:pt x="151352" y="215489"/>
                    <a:pt x="153370" y="220699"/>
                  </a:cubicBezTo>
                  <a:cubicBezTo>
                    <a:pt x="155154" y="225305"/>
                    <a:pt x="155436" y="225324"/>
                    <a:pt x="158583" y="221050"/>
                  </a:cubicBezTo>
                  <a:cubicBezTo>
                    <a:pt x="160413" y="218566"/>
                    <a:pt x="164395" y="216533"/>
                    <a:pt x="167434" y="216533"/>
                  </a:cubicBezTo>
                  <a:cubicBezTo>
                    <a:pt x="174275" y="216533"/>
                    <a:pt x="174331" y="217740"/>
                    <a:pt x="167794" y="224277"/>
                  </a:cubicBezTo>
                  <a:cubicBezTo>
                    <a:pt x="164323" y="227748"/>
                    <a:pt x="162581" y="233035"/>
                    <a:pt x="162477" y="240411"/>
                  </a:cubicBezTo>
                  <a:cubicBezTo>
                    <a:pt x="162393" y="246445"/>
                    <a:pt x="161269" y="257191"/>
                    <a:pt x="159980" y="264290"/>
                  </a:cubicBezTo>
                  <a:cubicBezTo>
                    <a:pt x="158691" y="271389"/>
                    <a:pt x="156316" y="286490"/>
                    <a:pt x="154702" y="297848"/>
                  </a:cubicBezTo>
                  <a:cubicBezTo>
                    <a:pt x="152051" y="316511"/>
                    <a:pt x="147143" y="330254"/>
                    <a:pt x="147143" y="319016"/>
                  </a:cubicBezTo>
                  <a:cubicBezTo>
                    <a:pt x="147143" y="316603"/>
                    <a:pt x="145981" y="314628"/>
                    <a:pt x="144561" y="314628"/>
                  </a:cubicBezTo>
                  <a:cubicBezTo>
                    <a:pt x="143141" y="314628"/>
                    <a:pt x="142167" y="313757"/>
                    <a:pt x="142397" y="312692"/>
                  </a:cubicBezTo>
                  <a:cubicBezTo>
                    <a:pt x="143282" y="308582"/>
                    <a:pt x="136781" y="296556"/>
                    <a:pt x="133654" y="296518"/>
                  </a:cubicBezTo>
                  <a:cubicBezTo>
                    <a:pt x="125264" y="296417"/>
                    <a:pt x="123998" y="292782"/>
                    <a:pt x="127870" y="279915"/>
                  </a:cubicBezTo>
                  <a:cubicBezTo>
                    <a:pt x="132191" y="265558"/>
                    <a:pt x="132766" y="255255"/>
                    <a:pt x="129246" y="255255"/>
                  </a:cubicBezTo>
                  <a:cubicBezTo>
                    <a:pt x="127923" y="255255"/>
                    <a:pt x="126121" y="257518"/>
                    <a:pt x="125242" y="260285"/>
                  </a:cubicBezTo>
                  <a:cubicBezTo>
                    <a:pt x="124364" y="263052"/>
                    <a:pt x="121321" y="266054"/>
                    <a:pt x="118479" y="266956"/>
                  </a:cubicBezTo>
                  <a:cubicBezTo>
                    <a:pt x="114695" y="268157"/>
                    <a:pt x="114029" y="269460"/>
                    <a:pt x="115990" y="271823"/>
                  </a:cubicBezTo>
                  <a:cubicBezTo>
                    <a:pt x="120178" y="276868"/>
                    <a:pt x="111817" y="295346"/>
                    <a:pt x="103625" y="299151"/>
                  </a:cubicBezTo>
                  <a:cubicBezTo>
                    <a:pt x="99874" y="300894"/>
                    <a:pt x="95131" y="303139"/>
                    <a:pt x="93086" y="304140"/>
                  </a:cubicBezTo>
                  <a:cubicBezTo>
                    <a:pt x="91041" y="305142"/>
                    <a:pt x="88261" y="309364"/>
                    <a:pt x="86910" y="313522"/>
                  </a:cubicBezTo>
                  <a:cubicBezTo>
                    <a:pt x="85558" y="317680"/>
                    <a:pt x="82145" y="324374"/>
                    <a:pt x="79326" y="328399"/>
                  </a:cubicBezTo>
                  <a:cubicBezTo>
                    <a:pt x="76507" y="332423"/>
                    <a:pt x="72263" y="341130"/>
                    <a:pt x="69895" y="347747"/>
                  </a:cubicBezTo>
                  <a:cubicBezTo>
                    <a:pt x="65145" y="361024"/>
                    <a:pt x="59224" y="364095"/>
                    <a:pt x="51629" y="357222"/>
                  </a:cubicBezTo>
                  <a:cubicBezTo>
                    <a:pt x="44314" y="350602"/>
                    <a:pt x="37572" y="353221"/>
                    <a:pt x="36622" y="363051"/>
                  </a:cubicBezTo>
                  <a:cubicBezTo>
                    <a:pt x="35885" y="370676"/>
                    <a:pt x="35039" y="371420"/>
                    <a:pt x="27100" y="371420"/>
                  </a:cubicBezTo>
                  <a:cubicBezTo>
                    <a:pt x="18795" y="371420"/>
                    <a:pt x="18319" y="370905"/>
                    <a:pt x="16950" y="360449"/>
                  </a:cubicBezTo>
                  <a:close/>
                </a:path>
              </a:pathLst>
            </a:custGeom>
            <a:solidFill>
              <a:srgbClr val="B9B9B9"/>
            </a:solidFill>
            <a:ln w="5163" cap="flat">
              <a:noFill/>
              <a:prstDash val="solid"/>
              <a:miter/>
            </a:ln>
          </p:spPr>
          <p:txBody>
            <a:bodyPr/>
            <a:lstStyle/>
            <a:p>
              <a:endParaRPr lang="es-419" noProof="0" dirty="0"/>
            </a:p>
          </p:txBody>
        </p:sp>
        <p:sp>
          <p:nvSpPr>
            <p:cNvPr id="80" name="Forma libre: forma 79">
              <a:extLst>
                <a:ext uri="{FF2B5EF4-FFF2-40B4-BE49-F238E27FC236}">
                  <a16:creationId xmlns:a16="http://schemas.microsoft.com/office/drawing/2014/main" id="{5B5ED6B3-36FC-AAC1-BF67-3893B63DFEB4}"/>
                </a:ext>
              </a:extLst>
            </p:cNvPr>
            <p:cNvSpPr/>
            <p:nvPr/>
          </p:nvSpPr>
          <p:spPr>
            <a:xfrm>
              <a:off x="2598432" y="2301328"/>
              <a:ext cx="4301" cy="5162"/>
            </a:xfrm>
            <a:custGeom>
              <a:avLst/>
              <a:gdLst>
                <a:gd name="csX0" fmla="*/ 429 w 4301"/>
                <a:gd name="csY0" fmla="*/ 2581 h 5162"/>
                <a:gd name="csX1" fmla="*/ 1567 w 4301"/>
                <a:gd name="csY1" fmla="*/ 0 h 5162"/>
                <a:gd name="csX2" fmla="*/ 4301 w 4301"/>
                <a:gd name="csY2" fmla="*/ 2581 h 5162"/>
                <a:gd name="csX3" fmla="*/ 3163 w 4301"/>
                <a:gd name="csY3" fmla="*/ 5163 h 5162"/>
                <a:gd name="csX4" fmla="*/ 429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429" y="2581"/>
                  </a:moveTo>
                  <a:cubicBezTo>
                    <a:pt x="-448" y="1162"/>
                    <a:pt x="64" y="0"/>
                    <a:pt x="1567" y="0"/>
                  </a:cubicBezTo>
                  <a:cubicBezTo>
                    <a:pt x="3071" y="0"/>
                    <a:pt x="4301" y="1162"/>
                    <a:pt x="4301" y="2581"/>
                  </a:cubicBezTo>
                  <a:cubicBezTo>
                    <a:pt x="4301" y="4001"/>
                    <a:pt x="3789" y="5163"/>
                    <a:pt x="3163" y="5163"/>
                  </a:cubicBezTo>
                  <a:cubicBezTo>
                    <a:pt x="2537" y="5163"/>
                    <a:pt x="1307" y="4001"/>
                    <a:pt x="429" y="2581"/>
                  </a:cubicBezTo>
                  <a:close/>
                </a:path>
              </a:pathLst>
            </a:custGeom>
            <a:solidFill>
              <a:srgbClr val="B9B9B9"/>
            </a:solidFill>
            <a:ln w="5163" cap="flat">
              <a:noFill/>
              <a:prstDash val="solid"/>
              <a:miter/>
            </a:ln>
          </p:spPr>
          <p:txBody>
            <a:bodyPr/>
            <a:lstStyle/>
            <a:p>
              <a:endParaRPr lang="es-419" noProof="0" dirty="0"/>
            </a:p>
          </p:txBody>
        </p:sp>
        <p:sp>
          <p:nvSpPr>
            <p:cNvPr id="81" name="Forma libre: forma 80">
              <a:extLst>
                <a:ext uri="{FF2B5EF4-FFF2-40B4-BE49-F238E27FC236}">
                  <a16:creationId xmlns:a16="http://schemas.microsoft.com/office/drawing/2014/main" id="{540B5918-5E7B-AE65-B78F-3376FCEDFEA8}"/>
                </a:ext>
              </a:extLst>
            </p:cNvPr>
            <p:cNvSpPr/>
            <p:nvPr/>
          </p:nvSpPr>
          <p:spPr>
            <a:xfrm>
              <a:off x="2631714" y="2178527"/>
              <a:ext cx="22197" cy="31992"/>
            </a:xfrm>
            <a:custGeom>
              <a:avLst/>
              <a:gdLst>
                <a:gd name="csX0" fmla="*/ 471 w 22197"/>
                <a:gd name="csY0" fmla="*/ 28899 h 31992"/>
                <a:gd name="csX1" fmla="*/ 9355 w 22197"/>
                <a:gd name="csY1" fmla="*/ 4976 h 31992"/>
                <a:gd name="csX2" fmla="*/ 18130 w 22197"/>
                <a:gd name="csY2" fmla="*/ 1262 h 31992"/>
                <a:gd name="csX3" fmla="*/ 15361 w 22197"/>
                <a:gd name="csY3" fmla="*/ 16772 h 31992"/>
                <a:gd name="csX4" fmla="*/ 471 w 22197"/>
                <a:gd name="csY4" fmla="*/ 28899 h 31992"/>
              </a:gdLst>
              <a:ahLst/>
              <a:cxnLst>
                <a:cxn ang="0">
                  <a:pos x="csX0" y="csY0"/>
                </a:cxn>
                <a:cxn ang="0">
                  <a:pos x="csX1" y="csY1"/>
                </a:cxn>
                <a:cxn ang="0">
                  <a:pos x="csX2" y="csY2"/>
                </a:cxn>
                <a:cxn ang="0">
                  <a:pos x="csX3" y="csY3"/>
                </a:cxn>
                <a:cxn ang="0">
                  <a:pos x="csX4" y="csY4"/>
                </a:cxn>
              </a:cxnLst>
              <a:rect l="l" t="t" r="r" b="b"/>
              <a:pathLst>
                <a:path w="22197" h="31992">
                  <a:moveTo>
                    <a:pt x="471" y="28899"/>
                  </a:moveTo>
                  <a:cubicBezTo>
                    <a:pt x="-1762" y="23078"/>
                    <a:pt x="4399" y="6487"/>
                    <a:pt x="9355" y="4976"/>
                  </a:cubicBezTo>
                  <a:cubicBezTo>
                    <a:pt x="11697" y="4262"/>
                    <a:pt x="15646" y="2591"/>
                    <a:pt x="18130" y="1262"/>
                  </a:cubicBezTo>
                  <a:cubicBezTo>
                    <a:pt x="24115" y="-1937"/>
                    <a:pt x="23741" y="160"/>
                    <a:pt x="15361" y="16772"/>
                  </a:cubicBezTo>
                  <a:cubicBezTo>
                    <a:pt x="7920" y="31524"/>
                    <a:pt x="3013" y="35521"/>
                    <a:pt x="471" y="28899"/>
                  </a:cubicBezTo>
                  <a:close/>
                </a:path>
              </a:pathLst>
            </a:custGeom>
            <a:solidFill>
              <a:srgbClr val="B9B9B9"/>
            </a:solidFill>
            <a:ln w="5163" cap="flat">
              <a:noFill/>
              <a:prstDash val="solid"/>
              <a:miter/>
            </a:ln>
          </p:spPr>
          <p:txBody>
            <a:bodyPr/>
            <a:lstStyle/>
            <a:p>
              <a:endParaRPr lang="es-419" noProof="0" dirty="0"/>
            </a:p>
          </p:txBody>
        </p:sp>
        <p:sp>
          <p:nvSpPr>
            <p:cNvPr id="82" name="Forma libre: forma 81">
              <a:extLst>
                <a:ext uri="{FF2B5EF4-FFF2-40B4-BE49-F238E27FC236}">
                  <a16:creationId xmlns:a16="http://schemas.microsoft.com/office/drawing/2014/main" id="{658D23C0-F0A8-08C5-8EC3-F735505184A5}"/>
                </a:ext>
              </a:extLst>
            </p:cNvPr>
            <p:cNvSpPr/>
            <p:nvPr/>
          </p:nvSpPr>
          <p:spPr>
            <a:xfrm>
              <a:off x="2646618" y="2128371"/>
              <a:ext cx="5162" cy="6756"/>
            </a:xfrm>
            <a:custGeom>
              <a:avLst/>
              <a:gdLst>
                <a:gd name="csX0" fmla="*/ 0 w 5162"/>
                <a:gd name="csY0" fmla="*/ 4025 h 6756"/>
                <a:gd name="csX1" fmla="*/ 2581 w 5162"/>
                <a:gd name="csY1" fmla="*/ 0 h 6756"/>
                <a:gd name="csX2" fmla="*/ 5163 w 5162"/>
                <a:gd name="csY2" fmla="*/ 2429 h 6756"/>
                <a:gd name="csX3" fmla="*/ 2581 w 5162"/>
                <a:gd name="csY3" fmla="*/ 6454 h 6756"/>
                <a:gd name="csX4" fmla="*/ 0 w 5162"/>
                <a:gd name="csY4" fmla="*/ 4025 h 6756"/>
              </a:gdLst>
              <a:ahLst/>
              <a:cxnLst>
                <a:cxn ang="0">
                  <a:pos x="csX0" y="csY0"/>
                </a:cxn>
                <a:cxn ang="0">
                  <a:pos x="csX1" y="csY1"/>
                </a:cxn>
                <a:cxn ang="0">
                  <a:pos x="csX2" y="csY2"/>
                </a:cxn>
                <a:cxn ang="0">
                  <a:pos x="csX3" y="csY3"/>
                </a:cxn>
                <a:cxn ang="0">
                  <a:pos x="csX4" y="csY4"/>
                </a:cxn>
              </a:cxnLst>
              <a:rect l="l" t="t" r="r" b="b"/>
              <a:pathLst>
                <a:path w="5162" h="6756">
                  <a:moveTo>
                    <a:pt x="0" y="4025"/>
                  </a:moveTo>
                  <a:cubicBezTo>
                    <a:pt x="0" y="1811"/>
                    <a:pt x="1162" y="0"/>
                    <a:pt x="2581" y="0"/>
                  </a:cubicBezTo>
                  <a:cubicBezTo>
                    <a:pt x="4001" y="0"/>
                    <a:pt x="5163" y="1093"/>
                    <a:pt x="5163" y="2429"/>
                  </a:cubicBezTo>
                  <a:cubicBezTo>
                    <a:pt x="5163" y="3765"/>
                    <a:pt x="4001" y="5576"/>
                    <a:pt x="2581" y="6454"/>
                  </a:cubicBezTo>
                  <a:cubicBezTo>
                    <a:pt x="1162" y="7331"/>
                    <a:pt x="0" y="6238"/>
                    <a:pt x="0" y="4025"/>
                  </a:cubicBezTo>
                  <a:close/>
                </a:path>
              </a:pathLst>
            </a:custGeom>
            <a:solidFill>
              <a:srgbClr val="B9B9B9"/>
            </a:solidFill>
            <a:ln w="5163" cap="flat">
              <a:noFill/>
              <a:prstDash val="solid"/>
              <a:miter/>
            </a:ln>
          </p:spPr>
          <p:txBody>
            <a:bodyPr/>
            <a:lstStyle/>
            <a:p>
              <a:endParaRPr lang="es-419" noProof="0" dirty="0"/>
            </a:p>
          </p:txBody>
        </p:sp>
        <p:sp>
          <p:nvSpPr>
            <p:cNvPr id="83" name="Forma libre: forma 82">
              <a:extLst>
                <a:ext uri="{FF2B5EF4-FFF2-40B4-BE49-F238E27FC236}">
                  <a16:creationId xmlns:a16="http://schemas.microsoft.com/office/drawing/2014/main" id="{1CCD08D7-A896-D001-1845-27E54C587327}"/>
                </a:ext>
              </a:extLst>
            </p:cNvPr>
            <p:cNvSpPr/>
            <p:nvPr/>
          </p:nvSpPr>
          <p:spPr>
            <a:xfrm>
              <a:off x="2646618" y="2110301"/>
              <a:ext cx="4301" cy="5162"/>
            </a:xfrm>
            <a:custGeom>
              <a:avLst/>
              <a:gdLst>
                <a:gd name="csX0" fmla="*/ 0 w 4301"/>
                <a:gd name="csY0" fmla="*/ 2581 h 5162"/>
                <a:gd name="csX1" fmla="*/ 1138 w 4301"/>
                <a:gd name="csY1" fmla="*/ 0 h 5162"/>
                <a:gd name="csX2" fmla="*/ 3872 w 4301"/>
                <a:gd name="csY2" fmla="*/ 2581 h 5162"/>
                <a:gd name="csX3" fmla="*/ 2734 w 4301"/>
                <a:gd name="csY3" fmla="*/ 5163 h 5162"/>
                <a:gd name="csX4" fmla="*/ 0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0" y="2581"/>
                  </a:moveTo>
                  <a:cubicBezTo>
                    <a:pt x="0" y="1162"/>
                    <a:pt x="512" y="0"/>
                    <a:pt x="1138" y="0"/>
                  </a:cubicBezTo>
                  <a:cubicBezTo>
                    <a:pt x="1765" y="0"/>
                    <a:pt x="2995" y="1162"/>
                    <a:pt x="3872" y="2581"/>
                  </a:cubicBezTo>
                  <a:cubicBezTo>
                    <a:pt x="4750" y="4001"/>
                    <a:pt x="4237" y="5163"/>
                    <a:pt x="2734" y="5163"/>
                  </a:cubicBezTo>
                  <a:cubicBezTo>
                    <a:pt x="1230" y="5163"/>
                    <a:pt x="0" y="4001"/>
                    <a:pt x="0" y="2581"/>
                  </a:cubicBezTo>
                  <a:close/>
                </a:path>
              </a:pathLst>
            </a:custGeom>
            <a:solidFill>
              <a:srgbClr val="B9B9B9"/>
            </a:solidFill>
            <a:ln w="5163" cap="flat">
              <a:noFill/>
              <a:prstDash val="solid"/>
              <a:miter/>
            </a:ln>
          </p:spPr>
          <p:txBody>
            <a:bodyPr/>
            <a:lstStyle/>
            <a:p>
              <a:endParaRPr lang="es-419" noProof="0" dirty="0"/>
            </a:p>
          </p:txBody>
        </p:sp>
      </p:grpSp>
      <p:grpSp>
        <p:nvGrpSpPr>
          <p:cNvPr id="84" name="Gráfico 39">
            <a:extLst>
              <a:ext uri="{FF2B5EF4-FFF2-40B4-BE49-F238E27FC236}">
                <a16:creationId xmlns:a16="http://schemas.microsoft.com/office/drawing/2014/main" id="{1F0A1139-A90A-D27B-471E-4AB222391312}"/>
              </a:ext>
            </a:extLst>
          </p:cNvPr>
          <p:cNvGrpSpPr/>
          <p:nvPr/>
        </p:nvGrpSpPr>
        <p:grpSpPr>
          <a:xfrm>
            <a:off x="924790" y="1999612"/>
            <a:ext cx="235561" cy="223008"/>
            <a:chOff x="924790" y="1999612"/>
            <a:chExt cx="235561" cy="223008"/>
          </a:xfrm>
          <a:solidFill>
            <a:srgbClr val="B9B9B9"/>
          </a:solidFill>
        </p:grpSpPr>
        <p:sp>
          <p:nvSpPr>
            <p:cNvPr id="85" name="Forma libre: forma 84">
              <a:extLst>
                <a:ext uri="{FF2B5EF4-FFF2-40B4-BE49-F238E27FC236}">
                  <a16:creationId xmlns:a16="http://schemas.microsoft.com/office/drawing/2014/main" id="{0B88B513-DE09-52AB-68A9-9197A4E99E8B}"/>
                </a:ext>
              </a:extLst>
            </p:cNvPr>
            <p:cNvSpPr/>
            <p:nvPr/>
          </p:nvSpPr>
          <p:spPr>
            <a:xfrm>
              <a:off x="1018216" y="1999612"/>
              <a:ext cx="142135" cy="223008"/>
            </a:xfrm>
            <a:custGeom>
              <a:avLst/>
              <a:gdLst>
                <a:gd name="csX0" fmla="*/ 33142 w 142135"/>
                <a:gd name="csY0" fmla="*/ 222624 h 223008"/>
                <a:gd name="csX1" fmla="*/ 24030 w 142135"/>
                <a:gd name="csY1" fmla="*/ 217989 h 223008"/>
                <a:gd name="csX2" fmla="*/ 15077 w 142135"/>
                <a:gd name="csY2" fmla="*/ 214475 h 223008"/>
                <a:gd name="csX3" fmla="*/ 28065 w 142135"/>
                <a:gd name="csY3" fmla="*/ 199749 h 223008"/>
                <a:gd name="csX4" fmla="*/ 39623 w 142135"/>
                <a:gd name="csY4" fmla="*/ 181324 h 223008"/>
                <a:gd name="csX5" fmla="*/ 40552 w 142135"/>
                <a:gd name="csY5" fmla="*/ 163618 h 223008"/>
                <a:gd name="csX6" fmla="*/ 38270 w 142135"/>
                <a:gd name="csY6" fmla="*/ 146871 h 223008"/>
                <a:gd name="csX7" fmla="*/ 31342 w 142135"/>
                <a:gd name="csY7" fmla="*/ 141344 h 223008"/>
                <a:gd name="csX8" fmla="*/ 23064 w 142135"/>
                <a:gd name="csY8" fmla="*/ 130695 h 223008"/>
                <a:gd name="csX9" fmla="*/ 21238 w 142135"/>
                <a:gd name="csY9" fmla="*/ 121015 h 223008"/>
                <a:gd name="csX10" fmla="*/ 21448 w 142135"/>
                <a:gd name="csY10" fmla="*/ 110689 h 223008"/>
                <a:gd name="csX11" fmla="*/ 17417 w 142135"/>
                <a:gd name="csY11" fmla="*/ 113600 h 223008"/>
                <a:gd name="csX12" fmla="*/ 6090 w 142135"/>
                <a:gd name="csY12" fmla="*/ 75839 h 223008"/>
                <a:gd name="csX13" fmla="*/ 446 w 142135"/>
                <a:gd name="csY13" fmla="*/ 49379 h 223008"/>
                <a:gd name="csX14" fmla="*/ 1787 w 142135"/>
                <a:gd name="csY14" fmla="*/ 43571 h 223008"/>
                <a:gd name="csX15" fmla="*/ 4669 w 142135"/>
                <a:gd name="csY15" fmla="*/ 50173 h 223008"/>
                <a:gd name="csX16" fmla="*/ 15640 w 142135"/>
                <a:gd name="csY16" fmla="*/ 55981 h 223008"/>
                <a:gd name="csX17" fmla="*/ 25590 w 142135"/>
                <a:gd name="csY17" fmla="*/ 51315 h 223008"/>
                <a:gd name="csX18" fmla="*/ 21927 w 142135"/>
                <a:gd name="csY18" fmla="*/ 38128 h 223008"/>
                <a:gd name="csX19" fmla="*/ 25126 w 142135"/>
                <a:gd name="csY19" fmla="*/ 20612 h 223008"/>
                <a:gd name="csX20" fmla="*/ 29635 w 142135"/>
                <a:gd name="csY20" fmla="*/ 8944 h 223008"/>
                <a:gd name="csX21" fmla="*/ 56601 w 142135"/>
                <a:gd name="csY21" fmla="*/ 2664 h 223008"/>
                <a:gd name="csX22" fmla="*/ 68014 w 142135"/>
                <a:gd name="csY22" fmla="*/ 14926 h 223008"/>
                <a:gd name="csX23" fmla="*/ 70397 w 142135"/>
                <a:gd name="csY23" fmla="*/ 28730 h 223008"/>
                <a:gd name="csX24" fmla="*/ 64799 w 142135"/>
                <a:gd name="csY24" fmla="*/ 38367 h 223008"/>
                <a:gd name="csX25" fmla="*/ 76515 w 142135"/>
                <a:gd name="csY25" fmla="*/ 47199 h 223008"/>
                <a:gd name="csX26" fmla="*/ 95020 w 142135"/>
                <a:gd name="csY26" fmla="*/ 52596 h 223008"/>
                <a:gd name="csX27" fmla="*/ 116723 w 142135"/>
                <a:gd name="csY27" fmla="*/ 66052 h 223008"/>
                <a:gd name="csX28" fmla="*/ 125419 w 142135"/>
                <a:gd name="csY28" fmla="*/ 64641 h 223008"/>
                <a:gd name="csX29" fmla="*/ 121867 w 142135"/>
                <a:gd name="csY29" fmla="*/ 77984 h 223008"/>
                <a:gd name="csX30" fmla="*/ 126198 w 142135"/>
                <a:gd name="csY30" fmla="*/ 109560 h 223008"/>
                <a:gd name="csX31" fmla="*/ 132452 w 142135"/>
                <a:gd name="csY31" fmla="*/ 130811 h 223008"/>
                <a:gd name="csX32" fmla="*/ 137172 w 142135"/>
                <a:gd name="csY32" fmla="*/ 149525 h 223008"/>
                <a:gd name="csX33" fmla="*/ 126264 w 142135"/>
                <a:gd name="csY33" fmla="*/ 165042 h 223008"/>
                <a:gd name="csX34" fmla="*/ 119713 w 142135"/>
                <a:gd name="csY34" fmla="*/ 162318 h 223008"/>
                <a:gd name="csX35" fmla="*/ 122125 w 142135"/>
                <a:gd name="csY35" fmla="*/ 181310 h 223008"/>
                <a:gd name="csX36" fmla="*/ 122395 w 142135"/>
                <a:gd name="csY36" fmla="*/ 193071 h 223008"/>
                <a:gd name="csX37" fmla="*/ 117050 w 142135"/>
                <a:gd name="csY37" fmla="*/ 205350 h 223008"/>
                <a:gd name="csX38" fmla="*/ 115307 w 142135"/>
                <a:gd name="csY38" fmla="*/ 214639 h 223008"/>
                <a:gd name="csX39" fmla="*/ 105608 w 142135"/>
                <a:gd name="csY39" fmla="*/ 205168 h 223008"/>
                <a:gd name="csX40" fmla="*/ 70306 w 142135"/>
                <a:gd name="csY40" fmla="*/ 198146 h 223008"/>
                <a:gd name="csX41" fmla="*/ 57886 w 142135"/>
                <a:gd name="csY41" fmla="*/ 203581 h 223008"/>
                <a:gd name="csX42" fmla="*/ 42822 w 142135"/>
                <a:gd name="csY42" fmla="*/ 214552 h 223008"/>
                <a:gd name="csX43" fmla="*/ 33142 w 142135"/>
                <a:gd name="csY43" fmla="*/ 222624 h 2230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42135" h="223008">
                  <a:moveTo>
                    <a:pt x="33142" y="222624"/>
                  </a:moveTo>
                  <a:cubicBezTo>
                    <a:pt x="33100" y="221007"/>
                    <a:pt x="28999" y="218922"/>
                    <a:pt x="24030" y="217989"/>
                  </a:cubicBezTo>
                  <a:cubicBezTo>
                    <a:pt x="19061" y="217057"/>
                    <a:pt x="15032" y="215476"/>
                    <a:pt x="15077" y="214475"/>
                  </a:cubicBezTo>
                  <a:cubicBezTo>
                    <a:pt x="15123" y="213475"/>
                    <a:pt x="20967" y="206848"/>
                    <a:pt x="28065" y="199749"/>
                  </a:cubicBezTo>
                  <a:cubicBezTo>
                    <a:pt x="37756" y="190056"/>
                    <a:pt x="40635" y="185467"/>
                    <a:pt x="39623" y="181324"/>
                  </a:cubicBezTo>
                  <a:cubicBezTo>
                    <a:pt x="38882" y="178289"/>
                    <a:pt x="39300" y="170321"/>
                    <a:pt x="40552" y="163618"/>
                  </a:cubicBezTo>
                  <a:cubicBezTo>
                    <a:pt x="42457" y="153420"/>
                    <a:pt x="42085" y="150686"/>
                    <a:pt x="38270" y="146871"/>
                  </a:cubicBezTo>
                  <a:cubicBezTo>
                    <a:pt x="35762" y="144363"/>
                    <a:pt x="32644" y="141876"/>
                    <a:pt x="31342" y="141344"/>
                  </a:cubicBezTo>
                  <a:cubicBezTo>
                    <a:pt x="30039" y="140811"/>
                    <a:pt x="26314" y="136019"/>
                    <a:pt x="23064" y="130695"/>
                  </a:cubicBezTo>
                  <a:cubicBezTo>
                    <a:pt x="18146" y="122638"/>
                    <a:pt x="17840" y="121015"/>
                    <a:pt x="21238" y="121015"/>
                  </a:cubicBezTo>
                  <a:cubicBezTo>
                    <a:pt x="26407" y="121015"/>
                    <a:pt x="26532" y="114908"/>
                    <a:pt x="21448" y="110689"/>
                  </a:cubicBezTo>
                  <a:cubicBezTo>
                    <a:pt x="18195" y="107989"/>
                    <a:pt x="17551" y="108454"/>
                    <a:pt x="17417" y="113600"/>
                  </a:cubicBezTo>
                  <a:cubicBezTo>
                    <a:pt x="17202" y="121855"/>
                    <a:pt x="11362" y="102386"/>
                    <a:pt x="6090" y="75839"/>
                  </a:cubicBezTo>
                  <a:cubicBezTo>
                    <a:pt x="3834" y="64481"/>
                    <a:pt x="1295" y="52574"/>
                    <a:pt x="446" y="49379"/>
                  </a:cubicBezTo>
                  <a:cubicBezTo>
                    <a:pt x="-477" y="45903"/>
                    <a:pt x="61" y="43571"/>
                    <a:pt x="1787" y="43571"/>
                  </a:cubicBezTo>
                  <a:cubicBezTo>
                    <a:pt x="3372" y="43571"/>
                    <a:pt x="4669" y="46542"/>
                    <a:pt x="4669" y="50173"/>
                  </a:cubicBezTo>
                  <a:cubicBezTo>
                    <a:pt x="4669" y="56344"/>
                    <a:pt x="5386" y="56723"/>
                    <a:pt x="15640" y="55981"/>
                  </a:cubicBezTo>
                  <a:cubicBezTo>
                    <a:pt x="23894" y="55384"/>
                    <a:pt x="26358" y="54229"/>
                    <a:pt x="25590" y="51315"/>
                  </a:cubicBezTo>
                  <a:cubicBezTo>
                    <a:pt x="25028" y="49186"/>
                    <a:pt x="23380" y="43251"/>
                    <a:pt x="21927" y="38128"/>
                  </a:cubicBezTo>
                  <a:cubicBezTo>
                    <a:pt x="19644" y="30074"/>
                    <a:pt x="20076" y="27703"/>
                    <a:pt x="25126" y="20612"/>
                  </a:cubicBezTo>
                  <a:cubicBezTo>
                    <a:pt x="28338" y="16101"/>
                    <a:pt x="30367" y="10851"/>
                    <a:pt x="29635" y="8944"/>
                  </a:cubicBezTo>
                  <a:cubicBezTo>
                    <a:pt x="26306" y="269"/>
                    <a:pt x="38854" y="-2653"/>
                    <a:pt x="56601" y="2664"/>
                  </a:cubicBezTo>
                  <a:cubicBezTo>
                    <a:pt x="65243" y="5253"/>
                    <a:pt x="66731" y="6851"/>
                    <a:pt x="68014" y="14926"/>
                  </a:cubicBezTo>
                  <a:cubicBezTo>
                    <a:pt x="68826" y="20032"/>
                    <a:pt x="69898" y="26244"/>
                    <a:pt x="70397" y="28730"/>
                  </a:cubicBezTo>
                  <a:cubicBezTo>
                    <a:pt x="70908" y="31276"/>
                    <a:pt x="68463" y="35485"/>
                    <a:pt x="64799" y="38367"/>
                  </a:cubicBezTo>
                  <a:cubicBezTo>
                    <a:pt x="52677" y="47902"/>
                    <a:pt x="63675" y="56192"/>
                    <a:pt x="76515" y="47199"/>
                  </a:cubicBezTo>
                  <a:cubicBezTo>
                    <a:pt x="84862" y="41352"/>
                    <a:pt x="95020" y="44315"/>
                    <a:pt x="95020" y="52596"/>
                  </a:cubicBezTo>
                  <a:cubicBezTo>
                    <a:pt x="95020" y="61383"/>
                    <a:pt x="105491" y="67875"/>
                    <a:pt x="116723" y="66052"/>
                  </a:cubicBezTo>
                  <a:lnTo>
                    <a:pt x="125419" y="64641"/>
                  </a:lnTo>
                  <a:lnTo>
                    <a:pt x="121867" y="77984"/>
                  </a:lnTo>
                  <a:cubicBezTo>
                    <a:pt x="116766" y="97143"/>
                    <a:pt x="117305" y="101074"/>
                    <a:pt x="126198" y="109560"/>
                  </a:cubicBezTo>
                  <a:cubicBezTo>
                    <a:pt x="133696" y="116715"/>
                    <a:pt x="134049" y="117914"/>
                    <a:pt x="132452" y="130811"/>
                  </a:cubicBezTo>
                  <a:cubicBezTo>
                    <a:pt x="130905" y="143306"/>
                    <a:pt x="131310" y="144914"/>
                    <a:pt x="137172" y="149525"/>
                  </a:cubicBezTo>
                  <a:cubicBezTo>
                    <a:pt x="148350" y="158317"/>
                    <a:pt x="138877" y="171792"/>
                    <a:pt x="126264" y="165042"/>
                  </a:cubicBezTo>
                  <a:cubicBezTo>
                    <a:pt x="123464" y="163544"/>
                    <a:pt x="120516" y="162318"/>
                    <a:pt x="119713" y="162318"/>
                  </a:cubicBezTo>
                  <a:cubicBezTo>
                    <a:pt x="116537" y="162318"/>
                    <a:pt x="118487" y="177672"/>
                    <a:pt x="122125" y="181310"/>
                  </a:cubicBezTo>
                  <a:cubicBezTo>
                    <a:pt x="126947" y="186132"/>
                    <a:pt x="127019" y="189234"/>
                    <a:pt x="122395" y="193071"/>
                  </a:cubicBezTo>
                  <a:cubicBezTo>
                    <a:pt x="120414" y="194715"/>
                    <a:pt x="118009" y="200241"/>
                    <a:pt x="117050" y="205350"/>
                  </a:cubicBezTo>
                  <a:lnTo>
                    <a:pt x="115307" y="214639"/>
                  </a:lnTo>
                  <a:lnTo>
                    <a:pt x="105608" y="205168"/>
                  </a:lnTo>
                  <a:cubicBezTo>
                    <a:pt x="93087" y="192941"/>
                    <a:pt x="80185" y="190375"/>
                    <a:pt x="70306" y="198146"/>
                  </a:cubicBezTo>
                  <a:cubicBezTo>
                    <a:pt x="66478" y="201157"/>
                    <a:pt x="60889" y="203603"/>
                    <a:pt x="57886" y="203581"/>
                  </a:cubicBezTo>
                  <a:cubicBezTo>
                    <a:pt x="54649" y="203557"/>
                    <a:pt x="48516" y="208024"/>
                    <a:pt x="42822" y="214552"/>
                  </a:cubicBezTo>
                  <a:cubicBezTo>
                    <a:pt x="37540" y="220608"/>
                    <a:pt x="33184" y="224241"/>
                    <a:pt x="33142" y="222624"/>
                  </a:cubicBezTo>
                  <a:close/>
                </a:path>
              </a:pathLst>
            </a:custGeom>
            <a:solidFill>
              <a:srgbClr val="B9B9B9"/>
            </a:solidFill>
            <a:ln w="5163" cap="flat">
              <a:noFill/>
              <a:prstDash val="solid"/>
              <a:miter/>
            </a:ln>
          </p:spPr>
          <p:txBody>
            <a:bodyPr/>
            <a:lstStyle/>
            <a:p>
              <a:endParaRPr lang="es-419" noProof="0" dirty="0"/>
            </a:p>
          </p:txBody>
        </p:sp>
        <p:sp>
          <p:nvSpPr>
            <p:cNvPr id="86" name="Forma libre: forma 85">
              <a:extLst>
                <a:ext uri="{FF2B5EF4-FFF2-40B4-BE49-F238E27FC236}">
                  <a16:creationId xmlns:a16="http://schemas.microsoft.com/office/drawing/2014/main" id="{BFD375A2-1624-844F-DAE8-84B3BB8B88E4}"/>
                </a:ext>
              </a:extLst>
            </p:cNvPr>
            <p:cNvSpPr/>
            <p:nvPr/>
          </p:nvSpPr>
          <p:spPr>
            <a:xfrm>
              <a:off x="976738" y="2149266"/>
              <a:ext cx="9026" cy="7395"/>
            </a:xfrm>
            <a:custGeom>
              <a:avLst/>
              <a:gdLst>
                <a:gd name="csX0" fmla="*/ 866 w 9026"/>
                <a:gd name="csY0" fmla="*/ 4748 h 7395"/>
                <a:gd name="csX1" fmla="*/ 6187 w 9026"/>
                <a:gd name="csY1" fmla="*/ 710 h 7395"/>
                <a:gd name="csX2" fmla="*/ 8728 w 9026"/>
                <a:gd name="csY2" fmla="*/ 4901 h 7395"/>
                <a:gd name="csX3" fmla="*/ 866 w 9026"/>
                <a:gd name="csY3" fmla="*/ 4748 h 7395"/>
              </a:gdLst>
              <a:ahLst/>
              <a:cxnLst>
                <a:cxn ang="0">
                  <a:pos x="csX0" y="csY0"/>
                </a:cxn>
                <a:cxn ang="0">
                  <a:pos x="csX1" y="csY1"/>
                </a:cxn>
                <a:cxn ang="0">
                  <a:pos x="csX2" y="csY2"/>
                </a:cxn>
                <a:cxn ang="0">
                  <a:pos x="csX3" y="csY3"/>
                </a:cxn>
              </a:cxnLst>
              <a:rect l="l" t="t" r="r" b="b"/>
              <a:pathLst>
                <a:path w="9026" h="7395">
                  <a:moveTo>
                    <a:pt x="866" y="4748"/>
                  </a:moveTo>
                  <a:cubicBezTo>
                    <a:pt x="-1510" y="904"/>
                    <a:pt x="1245" y="-1186"/>
                    <a:pt x="6187" y="710"/>
                  </a:cubicBezTo>
                  <a:cubicBezTo>
                    <a:pt x="8468" y="1586"/>
                    <a:pt x="9611" y="3472"/>
                    <a:pt x="8728" y="4901"/>
                  </a:cubicBezTo>
                  <a:cubicBezTo>
                    <a:pt x="6635" y="8287"/>
                    <a:pt x="3009" y="8216"/>
                    <a:pt x="866" y="4748"/>
                  </a:cubicBezTo>
                  <a:close/>
                </a:path>
              </a:pathLst>
            </a:custGeom>
            <a:solidFill>
              <a:srgbClr val="B9B9B9"/>
            </a:solidFill>
            <a:ln w="5163" cap="flat">
              <a:noFill/>
              <a:prstDash val="solid"/>
              <a:miter/>
            </a:ln>
          </p:spPr>
          <p:txBody>
            <a:bodyPr/>
            <a:lstStyle/>
            <a:p>
              <a:endParaRPr lang="es-419" noProof="0" dirty="0"/>
            </a:p>
          </p:txBody>
        </p:sp>
        <p:sp>
          <p:nvSpPr>
            <p:cNvPr id="87" name="Forma libre: forma 86">
              <a:extLst>
                <a:ext uri="{FF2B5EF4-FFF2-40B4-BE49-F238E27FC236}">
                  <a16:creationId xmlns:a16="http://schemas.microsoft.com/office/drawing/2014/main" id="{9B0C1D14-A04C-8A7E-C460-B03610B8A19D}"/>
                </a:ext>
              </a:extLst>
            </p:cNvPr>
            <p:cNvSpPr/>
            <p:nvPr/>
          </p:nvSpPr>
          <p:spPr>
            <a:xfrm>
              <a:off x="958388" y="2135665"/>
              <a:ext cx="19364" cy="11047"/>
            </a:xfrm>
            <a:custGeom>
              <a:avLst/>
              <a:gdLst>
                <a:gd name="csX0" fmla="*/ 0 w 19364"/>
                <a:gd name="csY0" fmla="*/ 8841 h 11047"/>
                <a:gd name="csX1" fmla="*/ 17408 w 19364"/>
                <a:gd name="csY1" fmla="*/ 154 h 11047"/>
                <a:gd name="csX2" fmla="*/ 17432 w 19364"/>
                <a:gd name="csY2" fmla="*/ 5614 h 11047"/>
                <a:gd name="csX3" fmla="*/ 0 w 19364"/>
                <a:gd name="csY3" fmla="*/ 8841 h 11047"/>
              </a:gdLst>
              <a:ahLst/>
              <a:cxnLst>
                <a:cxn ang="0">
                  <a:pos x="csX0" y="csY0"/>
                </a:cxn>
                <a:cxn ang="0">
                  <a:pos x="csX1" y="csY1"/>
                </a:cxn>
                <a:cxn ang="0">
                  <a:pos x="csX2" y="csY2"/>
                </a:cxn>
                <a:cxn ang="0">
                  <a:pos x="csX3" y="csY3"/>
                </a:cxn>
              </a:cxnLst>
              <a:rect l="l" t="t" r="r" b="b"/>
              <a:pathLst>
                <a:path w="19364" h="11047">
                  <a:moveTo>
                    <a:pt x="0" y="8841"/>
                  </a:moveTo>
                  <a:cubicBezTo>
                    <a:pt x="126" y="2682"/>
                    <a:pt x="7086" y="-791"/>
                    <a:pt x="17408" y="154"/>
                  </a:cubicBezTo>
                  <a:cubicBezTo>
                    <a:pt x="20010" y="392"/>
                    <a:pt x="20015" y="1478"/>
                    <a:pt x="17432" y="5614"/>
                  </a:cubicBezTo>
                  <a:cubicBezTo>
                    <a:pt x="14357" y="10538"/>
                    <a:pt x="-89" y="13212"/>
                    <a:pt x="0" y="8841"/>
                  </a:cubicBezTo>
                  <a:close/>
                </a:path>
              </a:pathLst>
            </a:custGeom>
            <a:solidFill>
              <a:srgbClr val="B9B9B9"/>
            </a:solidFill>
            <a:ln w="5163" cap="flat">
              <a:noFill/>
              <a:prstDash val="solid"/>
              <a:miter/>
            </a:ln>
          </p:spPr>
          <p:txBody>
            <a:bodyPr/>
            <a:lstStyle/>
            <a:p>
              <a:endParaRPr lang="es-419" noProof="0" dirty="0"/>
            </a:p>
          </p:txBody>
        </p:sp>
        <p:sp>
          <p:nvSpPr>
            <p:cNvPr id="88" name="Forma libre: forma 87">
              <a:extLst>
                <a:ext uri="{FF2B5EF4-FFF2-40B4-BE49-F238E27FC236}">
                  <a16:creationId xmlns:a16="http://schemas.microsoft.com/office/drawing/2014/main" id="{7C4C128B-B328-F4C3-C31B-F82EECFECEFD}"/>
                </a:ext>
              </a:extLst>
            </p:cNvPr>
            <p:cNvSpPr/>
            <p:nvPr/>
          </p:nvSpPr>
          <p:spPr>
            <a:xfrm>
              <a:off x="938010" y="2110987"/>
              <a:ext cx="18997" cy="19965"/>
            </a:xfrm>
            <a:custGeom>
              <a:avLst/>
              <a:gdLst>
                <a:gd name="csX0" fmla="*/ 2787 w 18997"/>
                <a:gd name="csY0" fmla="*/ 11392 h 19965"/>
                <a:gd name="csX1" fmla="*/ 4678 w 18997"/>
                <a:gd name="csY1" fmla="*/ 36 h 19965"/>
                <a:gd name="csX2" fmla="*/ 17544 w 18997"/>
                <a:gd name="csY2" fmla="*/ 12951 h 19965"/>
                <a:gd name="csX3" fmla="*/ 13049 w 18997"/>
                <a:gd name="csY3" fmla="*/ 19965 h 19965"/>
                <a:gd name="csX4" fmla="*/ 2787 w 18997"/>
                <a:gd name="csY4" fmla="*/ 11392 h 19965"/>
              </a:gdLst>
              <a:ahLst/>
              <a:cxnLst>
                <a:cxn ang="0">
                  <a:pos x="csX0" y="csY0"/>
                </a:cxn>
                <a:cxn ang="0">
                  <a:pos x="csX1" y="csY1"/>
                </a:cxn>
                <a:cxn ang="0">
                  <a:pos x="csX2" y="csY2"/>
                </a:cxn>
                <a:cxn ang="0">
                  <a:pos x="csX3" y="csY3"/>
                </a:cxn>
                <a:cxn ang="0">
                  <a:pos x="csX4" y="csY4"/>
                </a:cxn>
              </a:cxnLst>
              <a:rect l="l" t="t" r="r" b="b"/>
              <a:pathLst>
                <a:path w="18997" h="19965">
                  <a:moveTo>
                    <a:pt x="2787" y="11392"/>
                  </a:moveTo>
                  <a:cubicBezTo>
                    <a:pt x="-1192" y="389"/>
                    <a:pt x="-1207" y="479"/>
                    <a:pt x="4678" y="36"/>
                  </a:cubicBezTo>
                  <a:cubicBezTo>
                    <a:pt x="10396" y="-395"/>
                    <a:pt x="13750" y="2973"/>
                    <a:pt x="17544" y="12951"/>
                  </a:cubicBezTo>
                  <a:cubicBezTo>
                    <a:pt x="20048" y="19537"/>
                    <a:pt x="19774" y="19965"/>
                    <a:pt x="13049" y="19965"/>
                  </a:cubicBezTo>
                  <a:cubicBezTo>
                    <a:pt x="7281" y="19965"/>
                    <a:pt x="5284" y="18297"/>
                    <a:pt x="2787" y="11392"/>
                  </a:cubicBezTo>
                  <a:close/>
                </a:path>
              </a:pathLst>
            </a:custGeom>
            <a:solidFill>
              <a:srgbClr val="B9B9B9"/>
            </a:solidFill>
            <a:ln w="5163" cap="flat">
              <a:noFill/>
              <a:prstDash val="solid"/>
              <a:miter/>
            </a:ln>
          </p:spPr>
          <p:txBody>
            <a:bodyPr/>
            <a:lstStyle/>
            <a:p>
              <a:endParaRPr lang="es-419" noProof="0" dirty="0"/>
            </a:p>
          </p:txBody>
        </p:sp>
        <p:sp>
          <p:nvSpPr>
            <p:cNvPr id="89" name="Forma libre: forma 88">
              <a:extLst>
                <a:ext uri="{FF2B5EF4-FFF2-40B4-BE49-F238E27FC236}">
                  <a16:creationId xmlns:a16="http://schemas.microsoft.com/office/drawing/2014/main" id="{E067FF7B-0373-A6B1-6A2C-7F1386040E69}"/>
                </a:ext>
              </a:extLst>
            </p:cNvPr>
            <p:cNvSpPr/>
            <p:nvPr/>
          </p:nvSpPr>
          <p:spPr>
            <a:xfrm>
              <a:off x="924790" y="2098451"/>
              <a:ext cx="5162" cy="9268"/>
            </a:xfrm>
            <a:custGeom>
              <a:avLst/>
              <a:gdLst>
                <a:gd name="csX0" fmla="*/ 0 w 5162"/>
                <a:gd name="csY0" fmla="*/ 3953 h 9268"/>
                <a:gd name="csX1" fmla="*/ 2581 w 5162"/>
                <a:gd name="csY1" fmla="*/ 233 h 9268"/>
                <a:gd name="csX2" fmla="*/ 5163 w 5162"/>
                <a:gd name="csY2" fmla="*/ 5549 h 9268"/>
                <a:gd name="csX3" fmla="*/ 2581 w 5162"/>
                <a:gd name="csY3" fmla="*/ 9269 h 9268"/>
                <a:gd name="csX4" fmla="*/ 0 w 5162"/>
                <a:gd name="csY4" fmla="*/ 3953 h 9268"/>
              </a:gdLst>
              <a:ahLst/>
              <a:cxnLst>
                <a:cxn ang="0">
                  <a:pos x="csX0" y="csY0"/>
                </a:cxn>
                <a:cxn ang="0">
                  <a:pos x="csX1" y="csY1"/>
                </a:cxn>
                <a:cxn ang="0">
                  <a:pos x="csX2" y="csY2"/>
                </a:cxn>
                <a:cxn ang="0">
                  <a:pos x="csX3" y="csY3"/>
                </a:cxn>
                <a:cxn ang="0">
                  <a:pos x="csX4" y="csY4"/>
                </a:cxn>
              </a:cxnLst>
              <a:rect l="l" t="t" r="r" b="b"/>
              <a:pathLst>
                <a:path w="5162" h="9268">
                  <a:moveTo>
                    <a:pt x="0" y="3953"/>
                  </a:moveTo>
                  <a:cubicBezTo>
                    <a:pt x="0" y="1030"/>
                    <a:pt x="1162" y="-644"/>
                    <a:pt x="2581" y="233"/>
                  </a:cubicBezTo>
                  <a:cubicBezTo>
                    <a:pt x="4001" y="1111"/>
                    <a:pt x="5163" y="3503"/>
                    <a:pt x="5163" y="5549"/>
                  </a:cubicBezTo>
                  <a:cubicBezTo>
                    <a:pt x="5163" y="7595"/>
                    <a:pt x="4001" y="9269"/>
                    <a:pt x="2581" y="9269"/>
                  </a:cubicBezTo>
                  <a:cubicBezTo>
                    <a:pt x="1162" y="9269"/>
                    <a:pt x="0" y="6877"/>
                    <a:pt x="0" y="3953"/>
                  </a:cubicBezTo>
                  <a:close/>
                </a:path>
              </a:pathLst>
            </a:custGeom>
            <a:solidFill>
              <a:srgbClr val="B9B9B9"/>
            </a:solidFill>
            <a:ln w="5163" cap="flat">
              <a:noFill/>
              <a:prstDash val="solid"/>
              <a:miter/>
            </a:ln>
          </p:spPr>
          <p:txBody>
            <a:bodyPr/>
            <a:lstStyle/>
            <a:p>
              <a:endParaRPr lang="es-419" noProof="0" dirty="0"/>
            </a:p>
          </p:txBody>
        </p:sp>
      </p:grpSp>
      <p:grpSp>
        <p:nvGrpSpPr>
          <p:cNvPr id="90" name="Gráfico 39">
            <a:extLst>
              <a:ext uri="{FF2B5EF4-FFF2-40B4-BE49-F238E27FC236}">
                <a16:creationId xmlns:a16="http://schemas.microsoft.com/office/drawing/2014/main" id="{0CC15CC8-B5D9-EE9F-86E3-4E772E0EA75B}"/>
              </a:ext>
            </a:extLst>
          </p:cNvPr>
          <p:cNvGrpSpPr/>
          <p:nvPr/>
        </p:nvGrpSpPr>
        <p:grpSpPr>
          <a:xfrm>
            <a:off x="281340" y="1474182"/>
            <a:ext cx="428841" cy="522535"/>
            <a:chOff x="281340" y="1474182"/>
            <a:chExt cx="428841" cy="522535"/>
          </a:xfrm>
          <a:solidFill>
            <a:srgbClr val="B9B9B9"/>
          </a:solidFill>
        </p:grpSpPr>
        <p:grpSp>
          <p:nvGrpSpPr>
            <p:cNvPr id="91" name="Gráfico 39">
              <a:extLst>
                <a:ext uri="{FF2B5EF4-FFF2-40B4-BE49-F238E27FC236}">
                  <a16:creationId xmlns:a16="http://schemas.microsoft.com/office/drawing/2014/main" id="{7E95E37A-88FE-682A-F493-B46BE0243DEA}"/>
                </a:ext>
              </a:extLst>
            </p:cNvPr>
            <p:cNvGrpSpPr/>
            <p:nvPr/>
          </p:nvGrpSpPr>
          <p:grpSpPr>
            <a:xfrm>
              <a:off x="281340" y="1474182"/>
              <a:ext cx="428841" cy="522535"/>
              <a:chOff x="281340" y="1474182"/>
              <a:chExt cx="428841" cy="522535"/>
            </a:xfrm>
            <a:solidFill>
              <a:srgbClr val="B9B9B9"/>
            </a:solidFill>
          </p:grpSpPr>
          <p:sp>
            <p:nvSpPr>
              <p:cNvPr id="92" name="Forma libre: forma 91">
                <a:extLst>
                  <a:ext uri="{FF2B5EF4-FFF2-40B4-BE49-F238E27FC236}">
                    <a16:creationId xmlns:a16="http://schemas.microsoft.com/office/drawing/2014/main" id="{4F904464-B2D7-6A23-D411-EB09D60FB2F0}"/>
                  </a:ext>
                </a:extLst>
              </p:cNvPr>
              <p:cNvSpPr/>
              <p:nvPr/>
            </p:nvSpPr>
            <p:spPr>
              <a:xfrm>
                <a:off x="281340" y="1474182"/>
                <a:ext cx="428841" cy="522535"/>
              </a:xfrm>
              <a:custGeom>
                <a:avLst/>
                <a:gdLst>
                  <a:gd name="csX0" fmla="*/ 375000 w 428841"/>
                  <a:gd name="csY0" fmla="*/ 516104 h 522535"/>
                  <a:gd name="csX1" fmla="*/ 367101 w 428841"/>
                  <a:gd name="csY1" fmla="*/ 496098 h 522535"/>
                  <a:gd name="csX2" fmla="*/ 357849 w 428841"/>
                  <a:gd name="csY2" fmla="*/ 467300 h 522535"/>
                  <a:gd name="csX3" fmla="*/ 337807 w 428841"/>
                  <a:gd name="csY3" fmla="*/ 445109 h 522535"/>
                  <a:gd name="csX4" fmla="*/ 320489 w 428841"/>
                  <a:gd name="csY4" fmla="*/ 429036 h 522535"/>
                  <a:gd name="csX5" fmla="*/ 269809 w 428841"/>
                  <a:gd name="csY5" fmla="*/ 379110 h 522535"/>
                  <a:gd name="csX6" fmla="*/ 248488 w 428841"/>
                  <a:gd name="csY6" fmla="*/ 370097 h 522535"/>
                  <a:gd name="csX7" fmla="*/ 256878 w 428841"/>
                  <a:gd name="csY7" fmla="*/ 370327 h 522535"/>
                  <a:gd name="csX8" fmla="*/ 265267 w 428841"/>
                  <a:gd name="csY8" fmla="*/ 372646 h 522535"/>
                  <a:gd name="csX9" fmla="*/ 258168 w 428841"/>
                  <a:gd name="csY9" fmla="*/ 366399 h 522535"/>
                  <a:gd name="csX10" fmla="*/ 251069 w 428841"/>
                  <a:gd name="csY10" fmla="*/ 355305 h 522535"/>
                  <a:gd name="csX11" fmla="*/ 237556 w 428841"/>
                  <a:gd name="csY11" fmla="*/ 353450 h 522535"/>
                  <a:gd name="csX12" fmla="*/ 235538 w 428841"/>
                  <a:gd name="csY12" fmla="*/ 349578 h 522535"/>
                  <a:gd name="csX13" fmla="*/ 231626 w 428841"/>
                  <a:gd name="csY13" fmla="*/ 338114 h 522535"/>
                  <a:gd name="csX14" fmla="*/ 227531 w 428841"/>
                  <a:gd name="csY14" fmla="*/ 327788 h 522535"/>
                  <a:gd name="csX15" fmla="*/ 225255 w 428841"/>
                  <a:gd name="csY15" fmla="*/ 330217 h 522535"/>
                  <a:gd name="csX16" fmla="*/ 222797 w 428841"/>
                  <a:gd name="csY16" fmla="*/ 331508 h 522535"/>
                  <a:gd name="csX17" fmla="*/ 220276 w 428841"/>
                  <a:gd name="csY17" fmla="*/ 330217 h 522535"/>
                  <a:gd name="csX18" fmla="*/ 216375 w 428841"/>
                  <a:gd name="csY18" fmla="*/ 326968 h 522535"/>
                  <a:gd name="csX19" fmla="*/ 212138 w 428841"/>
                  <a:gd name="csY19" fmla="*/ 320021 h 522535"/>
                  <a:gd name="csX20" fmla="*/ 209766 w 428841"/>
                  <a:gd name="csY20" fmla="*/ 317462 h 522535"/>
                  <a:gd name="csX21" fmla="*/ 212670 w 428841"/>
                  <a:gd name="csY21" fmla="*/ 314083 h 522535"/>
                  <a:gd name="csX22" fmla="*/ 216877 w 428841"/>
                  <a:gd name="csY22" fmla="*/ 311142 h 522535"/>
                  <a:gd name="csX23" fmla="*/ 215264 w 428841"/>
                  <a:gd name="csY23" fmla="*/ 309359 h 522535"/>
                  <a:gd name="csX24" fmla="*/ 217511 w 428841"/>
                  <a:gd name="csY24" fmla="*/ 291496 h 522535"/>
                  <a:gd name="csX25" fmla="*/ 222673 w 428841"/>
                  <a:gd name="csY25" fmla="*/ 271731 h 522535"/>
                  <a:gd name="csX26" fmla="*/ 225571 w 428841"/>
                  <a:gd name="csY26" fmla="*/ 266972 h 522535"/>
                  <a:gd name="csX27" fmla="*/ 225255 w 428841"/>
                  <a:gd name="csY27" fmla="*/ 263100 h 522535"/>
                  <a:gd name="csX28" fmla="*/ 224939 w 428841"/>
                  <a:gd name="csY28" fmla="*/ 259227 h 522535"/>
                  <a:gd name="csX29" fmla="*/ 227470 w 428841"/>
                  <a:gd name="csY29" fmla="*/ 246966 h 522535"/>
                  <a:gd name="csX30" fmla="*/ 227104 w 428841"/>
                  <a:gd name="csY30" fmla="*/ 234704 h 522535"/>
                  <a:gd name="csX31" fmla="*/ 225255 w 428841"/>
                  <a:gd name="csY31" fmla="*/ 245029 h 522535"/>
                  <a:gd name="csX32" fmla="*/ 222926 w 428841"/>
                  <a:gd name="csY32" fmla="*/ 241157 h 522535"/>
                  <a:gd name="csX33" fmla="*/ 213514 w 428841"/>
                  <a:gd name="csY33" fmla="*/ 204198 h 522535"/>
                  <a:gd name="csX34" fmla="*/ 207511 w 428841"/>
                  <a:gd name="csY34" fmla="*/ 195911 h 522535"/>
                  <a:gd name="csX35" fmla="*/ 199366 w 428841"/>
                  <a:gd name="csY35" fmla="*/ 188261 h 522535"/>
                  <a:gd name="csX36" fmla="*/ 189814 w 428841"/>
                  <a:gd name="csY36" fmla="*/ 185143 h 522535"/>
                  <a:gd name="csX37" fmla="*/ 177824 w 428841"/>
                  <a:gd name="csY37" fmla="*/ 176701 h 522535"/>
                  <a:gd name="csX38" fmla="*/ 173385 w 428841"/>
                  <a:gd name="csY38" fmla="*/ 171969 h 522535"/>
                  <a:gd name="csX39" fmla="*/ 172244 w 428841"/>
                  <a:gd name="csY39" fmla="*/ 166295 h 522535"/>
                  <a:gd name="csX40" fmla="*/ 157189 w 428841"/>
                  <a:gd name="csY40" fmla="*/ 154717 h 522535"/>
                  <a:gd name="csX41" fmla="*/ 154290 w 428841"/>
                  <a:gd name="csY41" fmla="*/ 143110 h 522535"/>
                  <a:gd name="csX42" fmla="*/ 153437 w 428841"/>
                  <a:gd name="csY42" fmla="*/ 130888 h 522535"/>
                  <a:gd name="csX43" fmla="*/ 150373 w 428841"/>
                  <a:gd name="csY43" fmla="*/ 128835 h 522535"/>
                  <a:gd name="csX44" fmla="*/ 148457 w 428841"/>
                  <a:gd name="csY44" fmla="*/ 125777 h 522535"/>
                  <a:gd name="csX45" fmla="*/ 150890 w 428841"/>
                  <a:gd name="csY45" fmla="*/ 109503 h 522535"/>
                  <a:gd name="csX46" fmla="*/ 144325 w 428841"/>
                  <a:gd name="csY46" fmla="*/ 119656 h 522535"/>
                  <a:gd name="csX47" fmla="*/ 132054 w 428841"/>
                  <a:gd name="csY47" fmla="*/ 127093 h 522535"/>
                  <a:gd name="csX48" fmla="*/ 125630 w 428841"/>
                  <a:gd name="csY48" fmla="*/ 120812 h 522535"/>
                  <a:gd name="csX49" fmla="*/ 123207 w 428841"/>
                  <a:gd name="csY49" fmla="*/ 117248 h 522535"/>
                  <a:gd name="csX50" fmla="*/ 119415 w 428841"/>
                  <a:gd name="csY50" fmla="*/ 121894 h 522535"/>
                  <a:gd name="csX51" fmla="*/ 116519 w 428841"/>
                  <a:gd name="csY51" fmla="*/ 129437 h 522535"/>
                  <a:gd name="csX52" fmla="*/ 107977 w 428841"/>
                  <a:gd name="csY52" fmla="*/ 127285 h 522535"/>
                  <a:gd name="csX53" fmla="*/ 105433 w 428841"/>
                  <a:gd name="csY53" fmla="*/ 123427 h 522535"/>
                  <a:gd name="csX54" fmla="*/ 96024 w 428841"/>
                  <a:gd name="csY54" fmla="*/ 113119 h 522535"/>
                  <a:gd name="csX55" fmla="*/ 84566 w 428841"/>
                  <a:gd name="csY55" fmla="*/ 104340 h 522535"/>
                  <a:gd name="csX56" fmla="*/ 73108 w 428841"/>
                  <a:gd name="csY56" fmla="*/ 95562 h 522535"/>
                  <a:gd name="csX57" fmla="*/ 56725 w 428841"/>
                  <a:gd name="csY57" fmla="*/ 85124 h 522535"/>
                  <a:gd name="csX58" fmla="*/ 41890 w 428841"/>
                  <a:gd name="csY58" fmla="*/ 66163 h 522535"/>
                  <a:gd name="csX59" fmla="*/ 28677 w 428841"/>
                  <a:gd name="csY59" fmla="*/ 46701 h 522535"/>
                  <a:gd name="csX60" fmla="*/ 19131 w 428841"/>
                  <a:gd name="csY60" fmla="*/ 37238 h 522535"/>
                  <a:gd name="csX61" fmla="*/ 12905 w 428841"/>
                  <a:gd name="csY61" fmla="*/ 29478 h 522535"/>
                  <a:gd name="csX62" fmla="*/ 565 w 428841"/>
                  <a:gd name="csY62" fmla="*/ 12763 h 522535"/>
                  <a:gd name="csX63" fmla="*/ 24931 w 428841"/>
                  <a:gd name="csY63" fmla="*/ 17586 h 522535"/>
                  <a:gd name="csX64" fmla="*/ 53740 w 428841"/>
                  <a:gd name="csY64" fmla="*/ 17944 h 522535"/>
                  <a:gd name="csX65" fmla="*/ 62623 w 428841"/>
                  <a:gd name="csY65" fmla="*/ 19236 h 522535"/>
                  <a:gd name="csX66" fmla="*/ 68432 w 428841"/>
                  <a:gd name="csY66" fmla="*/ 26677 h 522535"/>
                  <a:gd name="csX67" fmla="*/ 76711 w 428841"/>
                  <a:gd name="csY67" fmla="*/ 24137 h 522535"/>
                  <a:gd name="csX68" fmla="*/ 79251 w 428841"/>
                  <a:gd name="csY68" fmla="*/ 21734 h 522535"/>
                  <a:gd name="csX69" fmla="*/ 83275 w 428841"/>
                  <a:gd name="csY69" fmla="*/ 19103 h 522535"/>
                  <a:gd name="csX70" fmla="*/ 76792 w 428841"/>
                  <a:gd name="csY70" fmla="*/ 18100 h 522535"/>
                  <a:gd name="csX71" fmla="*/ 72078 w 428841"/>
                  <a:gd name="csY71" fmla="*/ 15119 h 522535"/>
                  <a:gd name="csX72" fmla="*/ 69501 w 428841"/>
                  <a:gd name="csY72" fmla="*/ 12179 h 522535"/>
                  <a:gd name="csX73" fmla="*/ 70989 w 428841"/>
                  <a:gd name="csY73" fmla="*/ 5916 h 522535"/>
                  <a:gd name="csX74" fmla="*/ 77646 w 428841"/>
                  <a:gd name="csY74" fmla="*/ 3402 h 522535"/>
                  <a:gd name="csX75" fmla="*/ 139275 w 428841"/>
                  <a:gd name="csY75" fmla="*/ 15638 h 522535"/>
                  <a:gd name="csX76" fmla="*/ 187630 w 428841"/>
                  <a:gd name="csY76" fmla="*/ 22047 h 522535"/>
                  <a:gd name="csX77" fmla="*/ 207209 w 428841"/>
                  <a:gd name="csY77" fmla="*/ 56596 h 522535"/>
                  <a:gd name="csX78" fmla="*/ 227114 w 428841"/>
                  <a:gd name="csY78" fmla="*/ 93147 h 522535"/>
                  <a:gd name="csX79" fmla="*/ 237157 w 428841"/>
                  <a:gd name="csY79" fmla="*/ 106748 h 522535"/>
                  <a:gd name="csX80" fmla="*/ 244314 w 428841"/>
                  <a:gd name="csY80" fmla="*/ 119404 h 522535"/>
                  <a:gd name="csX81" fmla="*/ 245646 w 428841"/>
                  <a:gd name="csY81" fmla="*/ 128703 h 522535"/>
                  <a:gd name="csX82" fmla="*/ 248545 w 428841"/>
                  <a:gd name="csY82" fmla="*/ 142569 h 522535"/>
                  <a:gd name="csX83" fmla="*/ 261330 w 428841"/>
                  <a:gd name="csY83" fmla="*/ 164801 h 522535"/>
                  <a:gd name="csX84" fmla="*/ 258888 w 428841"/>
                  <a:gd name="csY84" fmla="*/ 155359 h 522535"/>
                  <a:gd name="csX85" fmla="*/ 255800 w 428841"/>
                  <a:gd name="csY85" fmla="*/ 130155 h 522535"/>
                  <a:gd name="csX86" fmla="*/ 275961 w 428841"/>
                  <a:gd name="csY86" fmla="*/ 158456 h 522535"/>
                  <a:gd name="csX87" fmla="*/ 281077 w 428841"/>
                  <a:gd name="csY87" fmla="*/ 166295 h 522535"/>
                  <a:gd name="csX88" fmla="*/ 284516 w 428841"/>
                  <a:gd name="csY88" fmla="*/ 174685 h 522535"/>
                  <a:gd name="csX89" fmla="*/ 290330 w 428841"/>
                  <a:gd name="csY89" fmla="*/ 206853 h 522535"/>
                  <a:gd name="csX90" fmla="*/ 289732 w 428841"/>
                  <a:gd name="csY90" fmla="*/ 219395 h 522535"/>
                  <a:gd name="csX91" fmla="*/ 295284 w 428841"/>
                  <a:gd name="csY91" fmla="*/ 246624 h 522535"/>
                  <a:gd name="csX92" fmla="*/ 307839 w 428841"/>
                  <a:gd name="csY92" fmla="*/ 265674 h 522535"/>
                  <a:gd name="csX93" fmla="*/ 311998 w 428841"/>
                  <a:gd name="csY93" fmla="*/ 272749 h 522535"/>
                  <a:gd name="csX94" fmla="*/ 323310 w 428841"/>
                  <a:gd name="csY94" fmla="*/ 313772 h 522535"/>
                  <a:gd name="csX95" fmla="*/ 331080 w 428841"/>
                  <a:gd name="csY95" fmla="*/ 343142 h 522535"/>
                  <a:gd name="csX96" fmla="*/ 329774 w 428841"/>
                  <a:gd name="csY96" fmla="*/ 364390 h 522535"/>
                  <a:gd name="csX97" fmla="*/ 349986 w 428841"/>
                  <a:gd name="csY97" fmla="*/ 396248 h 522535"/>
                  <a:gd name="csX98" fmla="*/ 354973 w 428841"/>
                  <a:gd name="csY98" fmla="*/ 397754 h 522535"/>
                  <a:gd name="csX99" fmla="*/ 357026 w 428841"/>
                  <a:gd name="csY99" fmla="*/ 403789 h 522535"/>
                  <a:gd name="csX100" fmla="*/ 360843 w 428841"/>
                  <a:gd name="csY100" fmla="*/ 395399 h 522535"/>
                  <a:gd name="csX101" fmla="*/ 361835 w 428841"/>
                  <a:gd name="csY101" fmla="*/ 383279 h 522535"/>
                  <a:gd name="csX102" fmla="*/ 377379 w 428841"/>
                  <a:gd name="csY102" fmla="*/ 393272 h 522535"/>
                  <a:gd name="csX103" fmla="*/ 390468 w 428841"/>
                  <a:gd name="csY103" fmla="*/ 410555 h 522535"/>
                  <a:gd name="csX104" fmla="*/ 396921 w 428841"/>
                  <a:gd name="csY104" fmla="*/ 414114 h 522535"/>
                  <a:gd name="csX105" fmla="*/ 403375 w 428841"/>
                  <a:gd name="csY105" fmla="*/ 419847 h 522535"/>
                  <a:gd name="csX106" fmla="*/ 406602 w 428841"/>
                  <a:gd name="csY106" fmla="*/ 439662 h 522535"/>
                  <a:gd name="csX107" fmla="*/ 418087 w 428841"/>
                  <a:gd name="csY107" fmla="*/ 458630 h 522535"/>
                  <a:gd name="csX108" fmla="*/ 419011 w 428841"/>
                  <a:gd name="csY108" fmla="*/ 503820 h 522535"/>
                  <a:gd name="csX109" fmla="*/ 409820 w 428841"/>
                  <a:gd name="csY109" fmla="*/ 509628 h 522535"/>
                  <a:gd name="csX110" fmla="*/ 394580 w 428841"/>
                  <a:gd name="csY110" fmla="*/ 516082 h 522535"/>
                  <a:gd name="csX111" fmla="*/ 382031 w 428841"/>
                  <a:gd name="csY111" fmla="*/ 522535 h 522535"/>
                  <a:gd name="csX112" fmla="*/ 375000 w 428841"/>
                  <a:gd name="csY112" fmla="*/ 516104 h 5225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Lst>
                <a:rect l="l" t="t" r="r" b="b"/>
                <a:pathLst>
                  <a:path w="428841" h="522535">
                    <a:moveTo>
                      <a:pt x="375000" y="516104"/>
                    </a:moveTo>
                    <a:cubicBezTo>
                      <a:pt x="371085" y="511937"/>
                      <a:pt x="368304" y="504894"/>
                      <a:pt x="367101" y="496098"/>
                    </a:cubicBezTo>
                    <a:cubicBezTo>
                      <a:pt x="366079" y="488632"/>
                      <a:pt x="361916" y="475673"/>
                      <a:pt x="357849" y="467300"/>
                    </a:cubicBezTo>
                    <a:cubicBezTo>
                      <a:pt x="351802" y="454850"/>
                      <a:pt x="348152" y="450809"/>
                      <a:pt x="337807" y="445109"/>
                    </a:cubicBezTo>
                    <a:cubicBezTo>
                      <a:pt x="329743" y="440665"/>
                      <a:pt x="323467" y="434840"/>
                      <a:pt x="320489" y="429036"/>
                    </a:cubicBezTo>
                    <a:cubicBezTo>
                      <a:pt x="313727" y="415856"/>
                      <a:pt x="278311" y="380967"/>
                      <a:pt x="269809" y="379110"/>
                    </a:cubicBezTo>
                    <a:cubicBezTo>
                      <a:pt x="258622" y="376667"/>
                      <a:pt x="248488" y="372383"/>
                      <a:pt x="248488" y="370097"/>
                    </a:cubicBezTo>
                    <a:cubicBezTo>
                      <a:pt x="248488" y="368948"/>
                      <a:pt x="252263" y="369052"/>
                      <a:pt x="256878" y="370327"/>
                    </a:cubicBezTo>
                    <a:lnTo>
                      <a:pt x="265267" y="372646"/>
                    </a:lnTo>
                    <a:lnTo>
                      <a:pt x="258168" y="366399"/>
                    </a:lnTo>
                    <a:cubicBezTo>
                      <a:pt x="254264" y="362963"/>
                      <a:pt x="251069" y="357971"/>
                      <a:pt x="251069" y="355305"/>
                    </a:cubicBezTo>
                    <a:cubicBezTo>
                      <a:pt x="251069" y="350053"/>
                      <a:pt x="241061" y="348679"/>
                      <a:pt x="237556" y="353450"/>
                    </a:cubicBezTo>
                    <a:cubicBezTo>
                      <a:pt x="236513" y="354870"/>
                      <a:pt x="235605" y="353128"/>
                      <a:pt x="235538" y="349578"/>
                    </a:cubicBezTo>
                    <a:cubicBezTo>
                      <a:pt x="235471" y="346029"/>
                      <a:pt x="233711" y="340870"/>
                      <a:pt x="231626" y="338114"/>
                    </a:cubicBezTo>
                    <a:cubicBezTo>
                      <a:pt x="229542" y="335358"/>
                      <a:pt x="227699" y="330711"/>
                      <a:pt x="227531" y="327788"/>
                    </a:cubicBezTo>
                    <a:cubicBezTo>
                      <a:pt x="227316" y="324054"/>
                      <a:pt x="226639" y="324776"/>
                      <a:pt x="225255" y="330217"/>
                    </a:cubicBezTo>
                    <a:cubicBezTo>
                      <a:pt x="223398" y="337513"/>
                      <a:pt x="223256" y="337588"/>
                      <a:pt x="222797" y="331508"/>
                    </a:cubicBezTo>
                    <a:cubicBezTo>
                      <a:pt x="222352" y="325610"/>
                      <a:pt x="222136" y="325499"/>
                      <a:pt x="220276" y="330217"/>
                    </a:cubicBezTo>
                    <a:cubicBezTo>
                      <a:pt x="218499" y="334726"/>
                      <a:pt x="218005" y="334315"/>
                      <a:pt x="216375" y="326968"/>
                    </a:cubicBezTo>
                    <a:cubicBezTo>
                      <a:pt x="215349" y="322341"/>
                      <a:pt x="213442" y="319215"/>
                      <a:pt x="212138" y="320021"/>
                    </a:cubicBezTo>
                    <a:cubicBezTo>
                      <a:pt x="210833" y="320827"/>
                      <a:pt x="209766" y="319676"/>
                      <a:pt x="209766" y="317462"/>
                    </a:cubicBezTo>
                    <a:cubicBezTo>
                      <a:pt x="209766" y="315249"/>
                      <a:pt x="211073" y="313728"/>
                      <a:pt x="212670" y="314083"/>
                    </a:cubicBezTo>
                    <a:cubicBezTo>
                      <a:pt x="214268" y="314438"/>
                      <a:pt x="216161" y="313115"/>
                      <a:pt x="216877" y="311142"/>
                    </a:cubicBezTo>
                    <a:cubicBezTo>
                      <a:pt x="217675" y="308946"/>
                      <a:pt x="217050" y="308255"/>
                      <a:pt x="215264" y="309359"/>
                    </a:cubicBezTo>
                    <a:cubicBezTo>
                      <a:pt x="211189" y="311878"/>
                      <a:pt x="211586" y="308715"/>
                      <a:pt x="217511" y="291496"/>
                    </a:cubicBezTo>
                    <a:cubicBezTo>
                      <a:pt x="220350" y="283242"/>
                      <a:pt x="222673" y="274348"/>
                      <a:pt x="222673" y="271731"/>
                    </a:cubicBezTo>
                    <a:cubicBezTo>
                      <a:pt x="222673" y="269113"/>
                      <a:pt x="223977" y="266972"/>
                      <a:pt x="225571" y="266972"/>
                    </a:cubicBezTo>
                    <a:cubicBezTo>
                      <a:pt x="227573" y="266972"/>
                      <a:pt x="227475" y="265775"/>
                      <a:pt x="225255" y="263100"/>
                    </a:cubicBezTo>
                    <a:cubicBezTo>
                      <a:pt x="223035" y="260424"/>
                      <a:pt x="222937" y="259227"/>
                      <a:pt x="224939" y="259227"/>
                    </a:cubicBezTo>
                    <a:cubicBezTo>
                      <a:pt x="226726" y="259227"/>
                      <a:pt x="227696" y="254529"/>
                      <a:pt x="227470" y="246966"/>
                    </a:cubicBezTo>
                    <a:lnTo>
                      <a:pt x="227104" y="234704"/>
                    </a:lnTo>
                    <a:lnTo>
                      <a:pt x="225255" y="245029"/>
                    </a:lnTo>
                    <a:cubicBezTo>
                      <a:pt x="223422" y="255266"/>
                      <a:pt x="223402" y="255233"/>
                      <a:pt x="222926" y="241157"/>
                    </a:cubicBezTo>
                    <a:cubicBezTo>
                      <a:pt x="222330" y="223537"/>
                      <a:pt x="217100" y="203003"/>
                      <a:pt x="213514" y="204198"/>
                    </a:cubicBezTo>
                    <a:cubicBezTo>
                      <a:pt x="212038" y="204690"/>
                      <a:pt x="209337" y="200961"/>
                      <a:pt x="207511" y="195911"/>
                    </a:cubicBezTo>
                    <a:cubicBezTo>
                      <a:pt x="204912" y="188724"/>
                      <a:pt x="203143" y="187062"/>
                      <a:pt x="199366" y="188261"/>
                    </a:cubicBezTo>
                    <a:cubicBezTo>
                      <a:pt x="196479" y="189177"/>
                      <a:pt x="192643" y="187925"/>
                      <a:pt x="189814" y="185143"/>
                    </a:cubicBezTo>
                    <a:cubicBezTo>
                      <a:pt x="187213" y="182586"/>
                      <a:pt x="181818" y="178787"/>
                      <a:pt x="177824" y="176701"/>
                    </a:cubicBezTo>
                    <a:cubicBezTo>
                      <a:pt x="173830" y="174616"/>
                      <a:pt x="171833" y="172486"/>
                      <a:pt x="173385" y="171969"/>
                    </a:cubicBezTo>
                    <a:cubicBezTo>
                      <a:pt x="177632" y="170553"/>
                      <a:pt x="176775" y="166295"/>
                      <a:pt x="172244" y="166295"/>
                    </a:cubicBezTo>
                    <a:cubicBezTo>
                      <a:pt x="165904" y="166295"/>
                      <a:pt x="155744" y="158482"/>
                      <a:pt x="157189" y="154717"/>
                    </a:cubicBezTo>
                    <a:cubicBezTo>
                      <a:pt x="157916" y="152822"/>
                      <a:pt x="156611" y="147599"/>
                      <a:pt x="154290" y="143110"/>
                    </a:cubicBezTo>
                    <a:cubicBezTo>
                      <a:pt x="150789" y="136341"/>
                      <a:pt x="150644" y="134254"/>
                      <a:pt x="153437" y="130888"/>
                    </a:cubicBezTo>
                    <a:cubicBezTo>
                      <a:pt x="156396" y="127323"/>
                      <a:pt x="156023" y="127073"/>
                      <a:pt x="150373" y="128835"/>
                    </a:cubicBezTo>
                    <a:cubicBezTo>
                      <a:pt x="144136" y="130780"/>
                      <a:pt x="144078" y="130686"/>
                      <a:pt x="148457" y="125777"/>
                    </a:cubicBezTo>
                    <a:cubicBezTo>
                      <a:pt x="153040" y="120640"/>
                      <a:pt x="154705" y="109503"/>
                      <a:pt x="150890" y="109503"/>
                    </a:cubicBezTo>
                    <a:cubicBezTo>
                      <a:pt x="149743" y="109503"/>
                      <a:pt x="146789" y="114072"/>
                      <a:pt x="144325" y="119656"/>
                    </a:cubicBezTo>
                    <a:cubicBezTo>
                      <a:pt x="140017" y="129421"/>
                      <a:pt x="139548" y="129705"/>
                      <a:pt x="132054" y="127093"/>
                    </a:cubicBezTo>
                    <a:cubicBezTo>
                      <a:pt x="127075" y="125357"/>
                      <a:pt x="124756" y="123090"/>
                      <a:pt x="125630" y="120812"/>
                    </a:cubicBezTo>
                    <a:cubicBezTo>
                      <a:pt x="126411" y="118778"/>
                      <a:pt x="125370" y="117248"/>
                      <a:pt x="123207" y="117248"/>
                    </a:cubicBezTo>
                    <a:cubicBezTo>
                      <a:pt x="121121" y="117248"/>
                      <a:pt x="119415" y="119339"/>
                      <a:pt x="119415" y="121894"/>
                    </a:cubicBezTo>
                    <a:cubicBezTo>
                      <a:pt x="119415" y="124450"/>
                      <a:pt x="118112" y="127844"/>
                      <a:pt x="116519" y="129437"/>
                    </a:cubicBezTo>
                    <a:cubicBezTo>
                      <a:pt x="113230" y="132727"/>
                      <a:pt x="105775" y="130849"/>
                      <a:pt x="107977" y="127285"/>
                    </a:cubicBezTo>
                    <a:cubicBezTo>
                      <a:pt x="108769" y="126004"/>
                      <a:pt x="107624" y="124268"/>
                      <a:pt x="105433" y="123427"/>
                    </a:cubicBezTo>
                    <a:cubicBezTo>
                      <a:pt x="103242" y="122586"/>
                      <a:pt x="99008" y="117948"/>
                      <a:pt x="96024" y="113119"/>
                    </a:cubicBezTo>
                    <a:cubicBezTo>
                      <a:pt x="92358" y="107187"/>
                      <a:pt x="88642" y="104340"/>
                      <a:pt x="84566" y="104340"/>
                    </a:cubicBezTo>
                    <a:cubicBezTo>
                      <a:pt x="80490" y="104340"/>
                      <a:pt x="76774" y="101493"/>
                      <a:pt x="73108" y="95562"/>
                    </a:cubicBezTo>
                    <a:cubicBezTo>
                      <a:pt x="67387" y="86305"/>
                      <a:pt x="62222" y="83015"/>
                      <a:pt x="56725" y="85124"/>
                    </a:cubicBezTo>
                    <a:cubicBezTo>
                      <a:pt x="50606" y="87472"/>
                      <a:pt x="41978" y="76444"/>
                      <a:pt x="41890" y="66163"/>
                    </a:cubicBezTo>
                    <a:cubicBezTo>
                      <a:pt x="41792" y="54708"/>
                      <a:pt x="37917" y="49001"/>
                      <a:pt x="28677" y="46701"/>
                    </a:cubicBezTo>
                    <a:cubicBezTo>
                      <a:pt x="24172" y="45580"/>
                      <a:pt x="20912" y="42349"/>
                      <a:pt x="19131" y="37238"/>
                    </a:cubicBezTo>
                    <a:cubicBezTo>
                      <a:pt x="17643" y="32970"/>
                      <a:pt x="14841" y="29478"/>
                      <a:pt x="12905" y="29478"/>
                    </a:cubicBezTo>
                    <a:cubicBezTo>
                      <a:pt x="8305" y="29478"/>
                      <a:pt x="-2593" y="14715"/>
                      <a:pt x="565" y="12763"/>
                    </a:cubicBezTo>
                    <a:cubicBezTo>
                      <a:pt x="3818" y="10752"/>
                      <a:pt x="12858" y="12542"/>
                      <a:pt x="24931" y="17586"/>
                    </a:cubicBezTo>
                    <a:cubicBezTo>
                      <a:pt x="37286" y="22748"/>
                      <a:pt x="47225" y="22872"/>
                      <a:pt x="53740" y="17944"/>
                    </a:cubicBezTo>
                    <a:cubicBezTo>
                      <a:pt x="60581" y="12770"/>
                      <a:pt x="62623" y="13067"/>
                      <a:pt x="62623" y="19236"/>
                    </a:cubicBezTo>
                    <a:cubicBezTo>
                      <a:pt x="62623" y="22305"/>
                      <a:pt x="65034" y="25393"/>
                      <a:pt x="68432" y="26677"/>
                    </a:cubicBezTo>
                    <a:cubicBezTo>
                      <a:pt x="74871" y="29111"/>
                      <a:pt x="79002" y="27843"/>
                      <a:pt x="76711" y="24137"/>
                    </a:cubicBezTo>
                    <a:cubicBezTo>
                      <a:pt x="75894" y="22815"/>
                      <a:pt x="77037" y="21734"/>
                      <a:pt x="79251" y="21734"/>
                    </a:cubicBezTo>
                    <a:cubicBezTo>
                      <a:pt x="81464" y="21734"/>
                      <a:pt x="83275" y="20550"/>
                      <a:pt x="83275" y="19103"/>
                    </a:cubicBezTo>
                    <a:cubicBezTo>
                      <a:pt x="83275" y="17583"/>
                      <a:pt x="80538" y="17160"/>
                      <a:pt x="76792" y="18100"/>
                    </a:cubicBezTo>
                    <a:cubicBezTo>
                      <a:pt x="71329" y="19471"/>
                      <a:pt x="70588" y="19002"/>
                      <a:pt x="72078" y="15119"/>
                    </a:cubicBezTo>
                    <a:cubicBezTo>
                      <a:pt x="73452" y="11539"/>
                      <a:pt x="72877" y="10883"/>
                      <a:pt x="69501" y="12179"/>
                    </a:cubicBezTo>
                    <a:cubicBezTo>
                      <a:pt x="66052" y="13503"/>
                      <a:pt x="66358" y="12212"/>
                      <a:pt x="70989" y="5916"/>
                    </a:cubicBezTo>
                    <a:cubicBezTo>
                      <a:pt x="76351" y="-1376"/>
                      <a:pt x="76888" y="-1579"/>
                      <a:pt x="77646" y="3402"/>
                    </a:cubicBezTo>
                    <a:cubicBezTo>
                      <a:pt x="78672" y="10145"/>
                      <a:pt x="78784" y="10167"/>
                      <a:pt x="139275" y="15638"/>
                    </a:cubicBezTo>
                    <a:cubicBezTo>
                      <a:pt x="166526" y="18103"/>
                      <a:pt x="188286" y="20987"/>
                      <a:pt x="187630" y="22047"/>
                    </a:cubicBezTo>
                    <a:cubicBezTo>
                      <a:pt x="185081" y="26172"/>
                      <a:pt x="200296" y="53021"/>
                      <a:pt x="207209" y="56596"/>
                    </a:cubicBezTo>
                    <a:cubicBezTo>
                      <a:pt x="214767" y="60504"/>
                      <a:pt x="224810" y="78946"/>
                      <a:pt x="227114" y="93147"/>
                    </a:cubicBezTo>
                    <a:cubicBezTo>
                      <a:pt x="228108" y="99272"/>
                      <a:pt x="230904" y="103059"/>
                      <a:pt x="237157" y="106748"/>
                    </a:cubicBezTo>
                    <a:cubicBezTo>
                      <a:pt x="244668" y="111180"/>
                      <a:pt x="245621" y="112866"/>
                      <a:pt x="244314" y="119404"/>
                    </a:cubicBezTo>
                    <a:cubicBezTo>
                      <a:pt x="243448" y="123731"/>
                      <a:pt x="244017" y="127696"/>
                      <a:pt x="245646" y="128703"/>
                    </a:cubicBezTo>
                    <a:cubicBezTo>
                      <a:pt x="247209" y="129669"/>
                      <a:pt x="248514" y="135909"/>
                      <a:pt x="248545" y="142569"/>
                    </a:cubicBezTo>
                    <a:cubicBezTo>
                      <a:pt x="248610" y="156222"/>
                      <a:pt x="256380" y="169733"/>
                      <a:pt x="261330" y="164801"/>
                    </a:cubicBezTo>
                    <a:cubicBezTo>
                      <a:pt x="263334" y="162805"/>
                      <a:pt x="262643" y="160133"/>
                      <a:pt x="258888" y="155359"/>
                    </a:cubicBezTo>
                    <a:cubicBezTo>
                      <a:pt x="253728" y="148800"/>
                      <a:pt x="251444" y="130155"/>
                      <a:pt x="255800" y="130155"/>
                    </a:cubicBezTo>
                    <a:cubicBezTo>
                      <a:pt x="259829" y="130155"/>
                      <a:pt x="274389" y="150593"/>
                      <a:pt x="275961" y="158456"/>
                    </a:cubicBezTo>
                    <a:cubicBezTo>
                      <a:pt x="276824" y="162768"/>
                      <a:pt x="279126" y="166295"/>
                      <a:pt x="281077" y="166295"/>
                    </a:cubicBezTo>
                    <a:cubicBezTo>
                      <a:pt x="283382" y="166295"/>
                      <a:pt x="284587" y="169236"/>
                      <a:pt x="284516" y="174685"/>
                    </a:cubicBezTo>
                    <a:cubicBezTo>
                      <a:pt x="284361" y="186530"/>
                      <a:pt x="287367" y="203159"/>
                      <a:pt x="290330" y="206853"/>
                    </a:cubicBezTo>
                    <a:cubicBezTo>
                      <a:pt x="291973" y="208901"/>
                      <a:pt x="291767" y="213229"/>
                      <a:pt x="289732" y="219395"/>
                    </a:cubicBezTo>
                    <a:cubicBezTo>
                      <a:pt x="286869" y="228068"/>
                      <a:pt x="287307" y="230214"/>
                      <a:pt x="295284" y="246624"/>
                    </a:cubicBezTo>
                    <a:cubicBezTo>
                      <a:pt x="300047" y="256421"/>
                      <a:pt x="305697" y="264994"/>
                      <a:pt x="307839" y="265674"/>
                    </a:cubicBezTo>
                    <a:cubicBezTo>
                      <a:pt x="309981" y="266354"/>
                      <a:pt x="311853" y="269538"/>
                      <a:pt x="311998" y="272749"/>
                    </a:cubicBezTo>
                    <a:cubicBezTo>
                      <a:pt x="312747" y="289262"/>
                      <a:pt x="316417" y="302569"/>
                      <a:pt x="323310" y="313772"/>
                    </a:cubicBezTo>
                    <a:cubicBezTo>
                      <a:pt x="332864" y="329298"/>
                      <a:pt x="335210" y="338166"/>
                      <a:pt x="331080" y="343142"/>
                    </a:cubicBezTo>
                    <a:cubicBezTo>
                      <a:pt x="328823" y="345861"/>
                      <a:pt x="328447" y="351993"/>
                      <a:pt x="329774" y="364390"/>
                    </a:cubicBezTo>
                    <a:cubicBezTo>
                      <a:pt x="332100" y="386110"/>
                      <a:pt x="338349" y="395959"/>
                      <a:pt x="349986" y="396248"/>
                    </a:cubicBezTo>
                    <a:cubicBezTo>
                      <a:pt x="354503" y="396360"/>
                      <a:pt x="356748" y="397038"/>
                      <a:pt x="354973" y="397754"/>
                    </a:cubicBezTo>
                    <a:cubicBezTo>
                      <a:pt x="349867" y="399814"/>
                      <a:pt x="351219" y="403789"/>
                      <a:pt x="357026" y="403789"/>
                    </a:cubicBezTo>
                    <a:cubicBezTo>
                      <a:pt x="361562" y="403789"/>
                      <a:pt x="362100" y="402606"/>
                      <a:pt x="360843" y="395399"/>
                    </a:cubicBezTo>
                    <a:cubicBezTo>
                      <a:pt x="360039" y="390785"/>
                      <a:pt x="360485" y="385331"/>
                      <a:pt x="361835" y="383279"/>
                    </a:cubicBezTo>
                    <a:cubicBezTo>
                      <a:pt x="363800" y="380292"/>
                      <a:pt x="366898" y="382284"/>
                      <a:pt x="377379" y="393272"/>
                    </a:cubicBezTo>
                    <a:cubicBezTo>
                      <a:pt x="384578" y="400820"/>
                      <a:pt x="390468" y="408598"/>
                      <a:pt x="390468" y="410555"/>
                    </a:cubicBezTo>
                    <a:cubicBezTo>
                      <a:pt x="390468" y="412631"/>
                      <a:pt x="393158" y="414114"/>
                      <a:pt x="396921" y="414114"/>
                    </a:cubicBezTo>
                    <a:cubicBezTo>
                      <a:pt x="401868" y="414114"/>
                      <a:pt x="403375" y="415453"/>
                      <a:pt x="403375" y="419847"/>
                    </a:cubicBezTo>
                    <a:cubicBezTo>
                      <a:pt x="403375" y="423000"/>
                      <a:pt x="404827" y="431917"/>
                      <a:pt x="406602" y="439662"/>
                    </a:cubicBezTo>
                    <a:cubicBezTo>
                      <a:pt x="409222" y="451096"/>
                      <a:pt x="411381" y="454663"/>
                      <a:pt x="418087" y="458630"/>
                    </a:cubicBezTo>
                    <a:cubicBezTo>
                      <a:pt x="432031" y="466881"/>
                      <a:pt x="432496" y="489608"/>
                      <a:pt x="419011" y="503820"/>
                    </a:cubicBezTo>
                    <a:cubicBezTo>
                      <a:pt x="415980" y="507014"/>
                      <a:pt x="411844" y="509628"/>
                      <a:pt x="409820" y="509628"/>
                    </a:cubicBezTo>
                    <a:cubicBezTo>
                      <a:pt x="407796" y="509628"/>
                      <a:pt x="400938" y="512532"/>
                      <a:pt x="394580" y="516082"/>
                    </a:cubicBezTo>
                    <a:cubicBezTo>
                      <a:pt x="388222" y="519631"/>
                      <a:pt x="382575" y="522535"/>
                      <a:pt x="382031" y="522535"/>
                    </a:cubicBezTo>
                    <a:cubicBezTo>
                      <a:pt x="381487" y="522535"/>
                      <a:pt x="378323" y="519641"/>
                      <a:pt x="375000" y="516104"/>
                    </a:cubicBezTo>
                    <a:close/>
                  </a:path>
                </a:pathLst>
              </a:custGeom>
              <a:solidFill>
                <a:srgbClr val="B9B9B9"/>
              </a:solidFill>
              <a:ln w="5163" cap="flat">
                <a:noFill/>
                <a:prstDash val="solid"/>
                <a:miter/>
              </a:ln>
            </p:spPr>
            <p:txBody>
              <a:bodyPr/>
              <a:lstStyle/>
              <a:p>
                <a:endParaRPr lang="es-419" noProof="0" dirty="0"/>
              </a:p>
            </p:txBody>
          </p:sp>
          <p:sp>
            <p:nvSpPr>
              <p:cNvPr id="93" name="Forma libre: forma 92">
                <a:extLst>
                  <a:ext uri="{FF2B5EF4-FFF2-40B4-BE49-F238E27FC236}">
                    <a16:creationId xmlns:a16="http://schemas.microsoft.com/office/drawing/2014/main" id="{D6E9E88E-752F-07CC-EEC2-E9833EA77DA3}"/>
                  </a:ext>
                </a:extLst>
              </p:cNvPr>
              <p:cNvSpPr/>
              <p:nvPr/>
            </p:nvSpPr>
            <p:spPr>
              <a:xfrm>
                <a:off x="675648" y="1860606"/>
                <a:ext cx="11408" cy="19945"/>
              </a:xfrm>
              <a:custGeom>
                <a:avLst/>
                <a:gdLst>
                  <a:gd name="csX0" fmla="*/ 2146 w 11408"/>
                  <a:gd name="csY0" fmla="*/ 10289 h 19945"/>
                  <a:gd name="csX1" fmla="*/ 6337 w 11408"/>
                  <a:gd name="csY1" fmla="*/ 7392 h 19945"/>
                  <a:gd name="csX2" fmla="*/ 8408 w 11408"/>
                  <a:gd name="csY2" fmla="*/ 19945 h 19945"/>
                  <a:gd name="csX3" fmla="*/ 2146 w 11408"/>
                  <a:gd name="csY3" fmla="*/ 10289 h 19945"/>
                </a:gdLst>
                <a:ahLst/>
                <a:cxnLst>
                  <a:cxn ang="0">
                    <a:pos x="csX0" y="csY0"/>
                  </a:cxn>
                  <a:cxn ang="0">
                    <a:pos x="csX1" y="csY1"/>
                  </a:cxn>
                  <a:cxn ang="0">
                    <a:pos x="csX2" y="csY2"/>
                  </a:cxn>
                  <a:cxn ang="0">
                    <a:pos x="csX3" y="csY3"/>
                  </a:cxn>
                </a:cxnLst>
                <a:rect l="l" t="t" r="r" b="b"/>
                <a:pathLst>
                  <a:path w="11408" h="19945">
                    <a:moveTo>
                      <a:pt x="2146" y="10289"/>
                    </a:moveTo>
                    <a:cubicBezTo>
                      <a:pt x="-1802" y="-2324"/>
                      <a:pt x="-243" y="-3401"/>
                      <a:pt x="6337" y="7392"/>
                    </a:cubicBezTo>
                    <a:cubicBezTo>
                      <a:pt x="12476" y="17462"/>
                      <a:pt x="12886" y="19945"/>
                      <a:pt x="8408" y="19945"/>
                    </a:cubicBezTo>
                    <a:cubicBezTo>
                      <a:pt x="6626" y="19945"/>
                      <a:pt x="3808" y="15600"/>
                      <a:pt x="2146" y="10289"/>
                    </a:cubicBezTo>
                    <a:close/>
                  </a:path>
                </a:pathLst>
              </a:custGeom>
              <a:solidFill>
                <a:srgbClr val="B9B9B9"/>
              </a:solidFill>
              <a:ln w="5163" cap="flat">
                <a:noFill/>
                <a:prstDash val="solid"/>
                <a:miter/>
              </a:ln>
            </p:spPr>
            <p:txBody>
              <a:bodyPr/>
              <a:lstStyle/>
              <a:p>
                <a:endParaRPr lang="es-419" noProof="0" dirty="0"/>
              </a:p>
            </p:txBody>
          </p:sp>
          <p:sp>
            <p:nvSpPr>
              <p:cNvPr id="94" name="Forma libre: forma 93">
                <a:extLst>
                  <a:ext uri="{FF2B5EF4-FFF2-40B4-BE49-F238E27FC236}">
                    <a16:creationId xmlns:a16="http://schemas.microsoft.com/office/drawing/2014/main" id="{6A20E85F-FCCB-11FD-BF26-5AC2A5AC1C54}"/>
                  </a:ext>
                </a:extLst>
              </p:cNvPr>
              <p:cNvSpPr/>
              <p:nvPr/>
            </p:nvSpPr>
            <p:spPr>
              <a:xfrm>
                <a:off x="517039" y="1839249"/>
                <a:ext cx="11082" cy="12784"/>
              </a:xfrm>
              <a:custGeom>
                <a:avLst/>
                <a:gdLst>
                  <a:gd name="csX0" fmla="*/ 4154 w 11082"/>
                  <a:gd name="csY0" fmla="*/ 8186 h 12784"/>
                  <a:gd name="csX1" fmla="*/ 2167 w 11082"/>
                  <a:gd name="csY1" fmla="*/ 0 h 12784"/>
                  <a:gd name="csX2" fmla="*/ 8680 w 11082"/>
                  <a:gd name="csY2" fmla="*/ 6454 h 12784"/>
                  <a:gd name="csX3" fmla="*/ 4154 w 11082"/>
                  <a:gd name="csY3" fmla="*/ 8186 h 12784"/>
                </a:gdLst>
                <a:ahLst/>
                <a:cxnLst>
                  <a:cxn ang="0">
                    <a:pos x="csX0" y="csY0"/>
                  </a:cxn>
                  <a:cxn ang="0">
                    <a:pos x="csX1" y="csY1"/>
                  </a:cxn>
                  <a:cxn ang="0">
                    <a:pos x="csX2" y="csY2"/>
                  </a:cxn>
                  <a:cxn ang="0">
                    <a:pos x="csX3" y="csY3"/>
                  </a:cxn>
                </a:cxnLst>
                <a:rect l="l" t="t" r="r" b="b"/>
                <a:pathLst>
                  <a:path w="11082" h="12784">
                    <a:moveTo>
                      <a:pt x="4154" y="8186"/>
                    </a:moveTo>
                    <a:cubicBezTo>
                      <a:pt x="-584" y="2950"/>
                      <a:pt x="-1300" y="0"/>
                      <a:pt x="2167" y="0"/>
                    </a:cubicBezTo>
                    <a:cubicBezTo>
                      <a:pt x="3423" y="0"/>
                      <a:pt x="6354" y="2904"/>
                      <a:pt x="8680" y="6454"/>
                    </a:cubicBezTo>
                    <a:cubicBezTo>
                      <a:pt x="13580" y="13931"/>
                      <a:pt x="10441" y="15133"/>
                      <a:pt x="4154" y="8186"/>
                    </a:cubicBezTo>
                    <a:close/>
                  </a:path>
                </a:pathLst>
              </a:custGeom>
              <a:solidFill>
                <a:srgbClr val="B9B9B9"/>
              </a:solidFill>
              <a:ln w="5163" cap="flat">
                <a:noFill/>
                <a:prstDash val="solid"/>
                <a:miter/>
              </a:ln>
            </p:spPr>
            <p:txBody>
              <a:bodyPr/>
              <a:lstStyle/>
              <a:p>
                <a:endParaRPr lang="es-419" noProof="0" dirty="0"/>
              </a:p>
            </p:txBody>
          </p:sp>
          <p:sp>
            <p:nvSpPr>
              <p:cNvPr id="95" name="Forma libre: forma 94">
                <a:extLst>
                  <a:ext uri="{FF2B5EF4-FFF2-40B4-BE49-F238E27FC236}">
                    <a16:creationId xmlns:a16="http://schemas.microsoft.com/office/drawing/2014/main" id="{075E6230-F544-917C-0A08-03135FB79FF5}"/>
                  </a:ext>
                </a:extLst>
              </p:cNvPr>
              <p:cNvSpPr/>
              <p:nvPr/>
            </p:nvSpPr>
            <p:spPr>
              <a:xfrm>
                <a:off x="633440" y="1833111"/>
                <a:ext cx="12552" cy="18971"/>
              </a:xfrm>
              <a:custGeom>
                <a:avLst/>
                <a:gdLst>
                  <a:gd name="csX0" fmla="*/ 3996 w 12552"/>
                  <a:gd name="csY0" fmla="*/ 9922 h 18971"/>
                  <a:gd name="csX1" fmla="*/ 6099 w 12552"/>
                  <a:gd name="csY1" fmla="*/ 5082 h 18971"/>
                  <a:gd name="csX2" fmla="*/ 12553 w 12552"/>
                  <a:gd name="csY2" fmla="*/ 15290 h 18971"/>
                  <a:gd name="csX3" fmla="*/ 3996 w 12552"/>
                  <a:gd name="csY3" fmla="*/ 9922 h 18971"/>
                </a:gdLst>
                <a:ahLst/>
                <a:cxnLst>
                  <a:cxn ang="0">
                    <a:pos x="csX0" y="csY0"/>
                  </a:cxn>
                  <a:cxn ang="0">
                    <a:pos x="csX1" y="csY1"/>
                  </a:cxn>
                  <a:cxn ang="0">
                    <a:pos x="csX2" y="csY2"/>
                  </a:cxn>
                  <a:cxn ang="0">
                    <a:pos x="csX3" y="csY3"/>
                  </a:cxn>
                </a:cxnLst>
                <a:rect l="l" t="t" r="r" b="b"/>
                <a:pathLst>
                  <a:path w="12552" h="18971">
                    <a:moveTo>
                      <a:pt x="3996" y="9922"/>
                    </a:moveTo>
                    <a:cubicBezTo>
                      <a:pt x="-1733" y="-2091"/>
                      <a:pt x="-1533" y="-2550"/>
                      <a:pt x="6099" y="5082"/>
                    </a:cubicBezTo>
                    <a:cubicBezTo>
                      <a:pt x="9649" y="8631"/>
                      <a:pt x="12553" y="13225"/>
                      <a:pt x="12553" y="15290"/>
                    </a:cubicBezTo>
                    <a:cubicBezTo>
                      <a:pt x="12553" y="21885"/>
                      <a:pt x="8483" y="19332"/>
                      <a:pt x="3996" y="9922"/>
                    </a:cubicBezTo>
                    <a:close/>
                  </a:path>
                </a:pathLst>
              </a:custGeom>
              <a:solidFill>
                <a:srgbClr val="B9B9B9"/>
              </a:solidFill>
              <a:ln w="5163" cap="flat">
                <a:noFill/>
                <a:prstDash val="solid"/>
                <a:miter/>
              </a:ln>
            </p:spPr>
            <p:txBody>
              <a:bodyPr/>
              <a:lstStyle/>
              <a:p>
                <a:endParaRPr lang="es-419" noProof="0" dirty="0"/>
              </a:p>
            </p:txBody>
          </p:sp>
          <p:sp>
            <p:nvSpPr>
              <p:cNvPr id="96" name="Forma libre: forma 95">
                <a:extLst>
                  <a:ext uri="{FF2B5EF4-FFF2-40B4-BE49-F238E27FC236}">
                    <a16:creationId xmlns:a16="http://schemas.microsoft.com/office/drawing/2014/main" id="{6EC28C20-E2FE-05BB-77DE-C1ED8A3A22B5}"/>
                  </a:ext>
                </a:extLst>
              </p:cNvPr>
              <p:cNvSpPr/>
              <p:nvPr/>
            </p:nvSpPr>
            <p:spPr>
              <a:xfrm>
                <a:off x="499513" y="1824179"/>
                <a:ext cx="16487" cy="10786"/>
              </a:xfrm>
              <a:custGeom>
                <a:avLst/>
                <a:gdLst>
                  <a:gd name="csX0" fmla="*/ 5790 w 16487"/>
                  <a:gd name="csY0" fmla="*/ 5576 h 10786"/>
                  <a:gd name="csX1" fmla="*/ 4501 w 16487"/>
                  <a:gd name="csY1" fmla="*/ 936 h 10786"/>
                  <a:gd name="csX2" fmla="*/ 15719 w 16487"/>
                  <a:gd name="csY2" fmla="*/ 10646 h 10786"/>
                  <a:gd name="csX3" fmla="*/ 5790 w 16487"/>
                  <a:gd name="csY3" fmla="*/ 5576 h 10786"/>
                </a:gdLst>
                <a:ahLst/>
                <a:cxnLst>
                  <a:cxn ang="0">
                    <a:pos x="csX0" y="csY0"/>
                  </a:cxn>
                  <a:cxn ang="0">
                    <a:pos x="csX1" y="csY1"/>
                  </a:cxn>
                  <a:cxn ang="0">
                    <a:pos x="csX2" y="csY2"/>
                  </a:cxn>
                  <a:cxn ang="0">
                    <a:pos x="csX3" y="csY3"/>
                  </a:cxn>
                </a:cxnLst>
                <a:rect l="l" t="t" r="r" b="b"/>
                <a:pathLst>
                  <a:path w="16487" h="10786">
                    <a:moveTo>
                      <a:pt x="5790" y="5576"/>
                    </a:moveTo>
                    <a:cubicBezTo>
                      <a:pt x="-1676" y="-615"/>
                      <a:pt x="-1722" y="-781"/>
                      <a:pt x="4501" y="936"/>
                    </a:cubicBezTo>
                    <a:cubicBezTo>
                      <a:pt x="12209" y="3063"/>
                      <a:pt x="18782" y="8753"/>
                      <a:pt x="15719" y="10646"/>
                    </a:cubicBezTo>
                    <a:cubicBezTo>
                      <a:pt x="14517" y="11389"/>
                      <a:pt x="10049" y="9107"/>
                      <a:pt x="5790" y="5576"/>
                    </a:cubicBezTo>
                    <a:close/>
                  </a:path>
                </a:pathLst>
              </a:custGeom>
              <a:solidFill>
                <a:srgbClr val="B9B9B9"/>
              </a:solidFill>
              <a:ln w="5163" cap="flat">
                <a:noFill/>
                <a:prstDash val="solid"/>
                <a:miter/>
              </a:ln>
            </p:spPr>
            <p:txBody>
              <a:bodyPr/>
              <a:lstStyle/>
              <a:p>
                <a:endParaRPr lang="es-419" noProof="0" dirty="0"/>
              </a:p>
            </p:txBody>
          </p:sp>
          <p:sp>
            <p:nvSpPr>
              <p:cNvPr id="97" name="Forma libre: forma 96">
                <a:extLst>
                  <a:ext uri="{FF2B5EF4-FFF2-40B4-BE49-F238E27FC236}">
                    <a16:creationId xmlns:a16="http://schemas.microsoft.com/office/drawing/2014/main" id="{DD0D6C82-B1D9-C6B0-4DD9-E6F3320E3548}"/>
                  </a:ext>
                </a:extLst>
              </p:cNvPr>
              <p:cNvSpPr/>
              <p:nvPr/>
            </p:nvSpPr>
            <p:spPr>
              <a:xfrm>
                <a:off x="478303" y="1760241"/>
                <a:ext cx="17819" cy="62484"/>
              </a:xfrm>
              <a:custGeom>
                <a:avLst/>
                <a:gdLst>
                  <a:gd name="csX0" fmla="*/ 12817 w 17819"/>
                  <a:gd name="csY0" fmla="*/ 59663 h 62484"/>
                  <a:gd name="csX1" fmla="*/ 8906 w 17819"/>
                  <a:gd name="csY1" fmla="*/ 49920 h 62484"/>
                  <a:gd name="csX2" fmla="*/ 3768 w 17819"/>
                  <a:gd name="csY2" fmla="*/ 41934 h 62484"/>
                  <a:gd name="csX3" fmla="*/ 2261 w 17819"/>
                  <a:gd name="csY3" fmla="*/ 33152 h 62484"/>
                  <a:gd name="csX4" fmla="*/ 8278 w 17819"/>
                  <a:gd name="csY4" fmla="*/ 19635 h 62484"/>
                  <a:gd name="csX5" fmla="*/ 14954 w 17819"/>
                  <a:gd name="csY5" fmla="*/ 4146 h 62484"/>
                  <a:gd name="csX6" fmla="*/ 16371 w 17819"/>
                  <a:gd name="csY6" fmla="*/ 6727 h 62484"/>
                  <a:gd name="csX7" fmla="*/ 10951 w 17819"/>
                  <a:gd name="csY7" fmla="*/ 23219 h 62484"/>
                  <a:gd name="csX8" fmla="*/ 9971 w 17819"/>
                  <a:gd name="csY8" fmla="*/ 36893 h 62484"/>
                  <a:gd name="csX9" fmla="*/ 12803 w 17819"/>
                  <a:gd name="csY9" fmla="*/ 48926 h 62484"/>
                  <a:gd name="csX10" fmla="*/ 15858 w 17819"/>
                  <a:gd name="csY10" fmla="*/ 57797 h 62484"/>
                  <a:gd name="csX11" fmla="*/ 17517 w 17819"/>
                  <a:gd name="csY11" fmla="*/ 62248 h 62484"/>
                  <a:gd name="csX12" fmla="*/ 12817 w 17819"/>
                  <a:gd name="csY12" fmla="*/ 59663 h 624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7819" h="62484">
                    <a:moveTo>
                      <a:pt x="12817" y="59663"/>
                    </a:moveTo>
                    <a:cubicBezTo>
                      <a:pt x="10999" y="57473"/>
                      <a:pt x="9240" y="53089"/>
                      <a:pt x="8906" y="49920"/>
                    </a:cubicBezTo>
                    <a:cubicBezTo>
                      <a:pt x="7921" y="40559"/>
                      <a:pt x="7808" y="40384"/>
                      <a:pt x="3768" y="41934"/>
                    </a:cubicBezTo>
                    <a:cubicBezTo>
                      <a:pt x="-606" y="43612"/>
                      <a:pt x="-1257" y="39820"/>
                      <a:pt x="2261" y="33152"/>
                    </a:cubicBezTo>
                    <a:cubicBezTo>
                      <a:pt x="3561" y="30687"/>
                      <a:pt x="6269" y="24604"/>
                      <a:pt x="8278" y="19635"/>
                    </a:cubicBezTo>
                    <a:cubicBezTo>
                      <a:pt x="10287" y="14665"/>
                      <a:pt x="13291" y="7695"/>
                      <a:pt x="14954" y="4146"/>
                    </a:cubicBezTo>
                    <a:cubicBezTo>
                      <a:pt x="17758" y="-1839"/>
                      <a:pt x="17861" y="-1651"/>
                      <a:pt x="16371" y="6727"/>
                    </a:cubicBezTo>
                    <a:cubicBezTo>
                      <a:pt x="15486" y="11697"/>
                      <a:pt x="13047" y="19118"/>
                      <a:pt x="10951" y="23219"/>
                    </a:cubicBezTo>
                    <a:cubicBezTo>
                      <a:pt x="8012" y="28966"/>
                      <a:pt x="7787" y="32101"/>
                      <a:pt x="9971" y="36893"/>
                    </a:cubicBezTo>
                    <a:cubicBezTo>
                      <a:pt x="11529" y="40313"/>
                      <a:pt x="12803" y="45728"/>
                      <a:pt x="12803" y="48926"/>
                    </a:cubicBezTo>
                    <a:cubicBezTo>
                      <a:pt x="12803" y="52125"/>
                      <a:pt x="14178" y="56117"/>
                      <a:pt x="15858" y="57797"/>
                    </a:cubicBezTo>
                    <a:cubicBezTo>
                      <a:pt x="17538" y="59477"/>
                      <a:pt x="18285" y="61480"/>
                      <a:pt x="17517" y="62248"/>
                    </a:cubicBezTo>
                    <a:cubicBezTo>
                      <a:pt x="16749" y="63016"/>
                      <a:pt x="14634" y="61852"/>
                      <a:pt x="12817" y="59663"/>
                    </a:cubicBezTo>
                    <a:close/>
                  </a:path>
                </a:pathLst>
              </a:custGeom>
              <a:solidFill>
                <a:srgbClr val="B9B9B9"/>
              </a:solidFill>
              <a:ln w="5163" cap="flat">
                <a:noFill/>
                <a:prstDash val="solid"/>
                <a:miter/>
              </a:ln>
            </p:spPr>
            <p:txBody>
              <a:bodyPr/>
              <a:lstStyle/>
              <a:p>
                <a:endParaRPr lang="es-419" noProof="0" dirty="0"/>
              </a:p>
            </p:txBody>
          </p:sp>
          <p:sp>
            <p:nvSpPr>
              <p:cNvPr id="98" name="Forma libre: forma 97">
                <a:extLst>
                  <a:ext uri="{FF2B5EF4-FFF2-40B4-BE49-F238E27FC236}">
                    <a16:creationId xmlns:a16="http://schemas.microsoft.com/office/drawing/2014/main" id="{583BFC48-5E81-FD48-6F0B-A65882A08446}"/>
                  </a:ext>
                </a:extLst>
              </p:cNvPr>
              <p:cNvSpPr/>
              <p:nvPr/>
            </p:nvSpPr>
            <p:spPr>
              <a:xfrm>
                <a:off x="610272" y="1785879"/>
                <a:ext cx="19431" cy="24201"/>
              </a:xfrm>
              <a:custGeom>
                <a:avLst/>
                <a:gdLst>
                  <a:gd name="csX0" fmla="*/ 12977 w 19431"/>
                  <a:gd name="csY0" fmla="*/ 20895 h 24201"/>
                  <a:gd name="csX1" fmla="*/ 7325 w 19431"/>
                  <a:gd name="csY1" fmla="*/ 14059 h 24201"/>
                  <a:gd name="csX2" fmla="*/ 3038 w 19431"/>
                  <a:gd name="csY2" fmla="*/ 6445 h 24201"/>
                  <a:gd name="csX3" fmla="*/ 7745 w 19431"/>
                  <a:gd name="csY3" fmla="*/ 1409 h 24201"/>
                  <a:gd name="csX4" fmla="*/ 17054 w 19431"/>
                  <a:gd name="csY4" fmla="*/ 13612 h 24201"/>
                  <a:gd name="csX5" fmla="*/ 19347 w 19431"/>
                  <a:gd name="csY5" fmla="*/ 24137 h 24201"/>
                  <a:gd name="csX6" fmla="*/ 12977 w 19431"/>
                  <a:gd name="csY6" fmla="*/ 20895 h 24201"/>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9431" h="24201">
                    <a:moveTo>
                      <a:pt x="12977" y="20895"/>
                    </a:moveTo>
                    <a:cubicBezTo>
                      <a:pt x="9869" y="18718"/>
                      <a:pt x="7325" y="15642"/>
                      <a:pt x="7325" y="14059"/>
                    </a:cubicBezTo>
                    <a:cubicBezTo>
                      <a:pt x="7325" y="12477"/>
                      <a:pt x="5396" y="9050"/>
                      <a:pt x="3038" y="6445"/>
                    </a:cubicBezTo>
                    <a:cubicBezTo>
                      <a:pt x="-2384" y="453"/>
                      <a:pt x="-388" y="-1683"/>
                      <a:pt x="7745" y="1409"/>
                    </a:cubicBezTo>
                    <a:cubicBezTo>
                      <a:pt x="11871" y="2978"/>
                      <a:pt x="15083" y="7189"/>
                      <a:pt x="17054" y="13612"/>
                    </a:cubicBezTo>
                    <a:cubicBezTo>
                      <a:pt x="18710" y="19007"/>
                      <a:pt x="19742" y="23743"/>
                      <a:pt x="19347" y="24137"/>
                    </a:cubicBezTo>
                    <a:cubicBezTo>
                      <a:pt x="18953" y="24532"/>
                      <a:pt x="16086" y="23073"/>
                      <a:pt x="12977" y="20895"/>
                    </a:cubicBezTo>
                    <a:close/>
                  </a:path>
                </a:pathLst>
              </a:custGeom>
              <a:solidFill>
                <a:srgbClr val="B9B9B9"/>
              </a:solidFill>
              <a:ln w="5163" cap="flat">
                <a:noFill/>
                <a:prstDash val="solid"/>
                <a:miter/>
              </a:ln>
            </p:spPr>
            <p:txBody>
              <a:bodyPr/>
              <a:lstStyle/>
              <a:p>
                <a:endParaRPr lang="es-419" noProof="0" dirty="0"/>
              </a:p>
            </p:txBody>
          </p:sp>
          <p:sp>
            <p:nvSpPr>
              <p:cNvPr id="99" name="Forma libre: forma 98">
                <a:extLst>
                  <a:ext uri="{FF2B5EF4-FFF2-40B4-BE49-F238E27FC236}">
                    <a16:creationId xmlns:a16="http://schemas.microsoft.com/office/drawing/2014/main" id="{02237272-2E98-F373-D22A-5E96A9FA0C7B}"/>
                  </a:ext>
                </a:extLst>
              </p:cNvPr>
              <p:cNvSpPr/>
              <p:nvPr/>
            </p:nvSpPr>
            <p:spPr>
              <a:xfrm>
                <a:off x="615016" y="1765374"/>
                <a:ext cx="5162" cy="6756"/>
              </a:xfrm>
              <a:custGeom>
                <a:avLst/>
                <a:gdLst>
                  <a:gd name="csX0" fmla="*/ 0 w 5162"/>
                  <a:gd name="csY0" fmla="*/ 4328 h 6756"/>
                  <a:gd name="csX1" fmla="*/ 2581 w 5162"/>
                  <a:gd name="csY1" fmla="*/ 303 h 6756"/>
                  <a:gd name="csX2" fmla="*/ 5163 w 5162"/>
                  <a:gd name="csY2" fmla="*/ 2732 h 6756"/>
                  <a:gd name="csX3" fmla="*/ 2581 w 5162"/>
                  <a:gd name="csY3" fmla="*/ 6757 h 6756"/>
                  <a:gd name="csX4" fmla="*/ 0 w 5162"/>
                  <a:gd name="csY4" fmla="*/ 4328 h 6756"/>
                </a:gdLst>
                <a:ahLst/>
                <a:cxnLst>
                  <a:cxn ang="0">
                    <a:pos x="csX0" y="csY0"/>
                  </a:cxn>
                  <a:cxn ang="0">
                    <a:pos x="csX1" y="csY1"/>
                  </a:cxn>
                  <a:cxn ang="0">
                    <a:pos x="csX2" y="csY2"/>
                  </a:cxn>
                  <a:cxn ang="0">
                    <a:pos x="csX3" y="csY3"/>
                  </a:cxn>
                  <a:cxn ang="0">
                    <a:pos x="csX4" y="csY4"/>
                  </a:cxn>
                </a:cxnLst>
                <a:rect l="l" t="t" r="r" b="b"/>
                <a:pathLst>
                  <a:path w="5162" h="6756">
                    <a:moveTo>
                      <a:pt x="0" y="4328"/>
                    </a:moveTo>
                    <a:cubicBezTo>
                      <a:pt x="0" y="2992"/>
                      <a:pt x="1162" y="1181"/>
                      <a:pt x="2581" y="303"/>
                    </a:cubicBezTo>
                    <a:cubicBezTo>
                      <a:pt x="4001" y="-574"/>
                      <a:pt x="5163" y="519"/>
                      <a:pt x="5163" y="2732"/>
                    </a:cubicBezTo>
                    <a:cubicBezTo>
                      <a:pt x="5163" y="4946"/>
                      <a:pt x="4001" y="6757"/>
                      <a:pt x="2581" y="6757"/>
                    </a:cubicBezTo>
                    <a:cubicBezTo>
                      <a:pt x="1162" y="6757"/>
                      <a:pt x="0" y="5664"/>
                      <a:pt x="0" y="4328"/>
                    </a:cubicBezTo>
                    <a:close/>
                  </a:path>
                </a:pathLst>
              </a:custGeom>
              <a:solidFill>
                <a:srgbClr val="B9B9B9"/>
              </a:solidFill>
              <a:ln w="5163" cap="flat">
                <a:noFill/>
                <a:prstDash val="solid"/>
                <a:miter/>
              </a:ln>
            </p:spPr>
            <p:txBody>
              <a:bodyPr/>
              <a:lstStyle/>
              <a:p>
                <a:endParaRPr lang="es-419" noProof="0" dirty="0"/>
              </a:p>
            </p:txBody>
          </p:sp>
          <p:sp>
            <p:nvSpPr>
              <p:cNvPr id="100" name="Forma libre: forma 99">
                <a:extLst>
                  <a:ext uri="{FF2B5EF4-FFF2-40B4-BE49-F238E27FC236}">
                    <a16:creationId xmlns:a16="http://schemas.microsoft.com/office/drawing/2014/main" id="{FA509C1C-A202-4A4F-708F-AE71D6E66A95}"/>
                  </a:ext>
                </a:extLst>
              </p:cNvPr>
              <p:cNvSpPr/>
              <p:nvPr/>
            </p:nvSpPr>
            <p:spPr>
              <a:xfrm>
                <a:off x="496444" y="1737058"/>
                <a:ext cx="4812" cy="15975"/>
              </a:xfrm>
              <a:custGeom>
                <a:avLst/>
                <a:gdLst>
                  <a:gd name="csX0" fmla="*/ 6 w 4812"/>
                  <a:gd name="csY0" fmla="*/ 12637 h 15975"/>
                  <a:gd name="csX1" fmla="*/ 2406 w 4812"/>
                  <a:gd name="csY1" fmla="*/ 2804 h 15975"/>
                  <a:gd name="csX2" fmla="*/ 4806 w 4812"/>
                  <a:gd name="csY2" fmla="*/ 5879 h 15975"/>
                  <a:gd name="csX3" fmla="*/ 2406 w 4812"/>
                  <a:gd name="csY3" fmla="*/ 15712 h 15975"/>
                  <a:gd name="csX4" fmla="*/ 6 w 4812"/>
                  <a:gd name="csY4" fmla="*/ 12637 h 15975"/>
                </a:gdLst>
                <a:ahLst/>
                <a:cxnLst>
                  <a:cxn ang="0">
                    <a:pos x="csX0" y="csY0"/>
                  </a:cxn>
                  <a:cxn ang="0">
                    <a:pos x="csX1" y="csY1"/>
                  </a:cxn>
                  <a:cxn ang="0">
                    <a:pos x="csX2" y="csY2"/>
                  </a:cxn>
                  <a:cxn ang="0">
                    <a:pos x="csX3" y="csY3"/>
                  </a:cxn>
                  <a:cxn ang="0">
                    <a:pos x="csX4" y="csY4"/>
                  </a:cxn>
                </a:cxnLst>
                <a:rect l="l" t="t" r="r" b="b"/>
                <a:pathLst>
                  <a:path w="4812" h="15975">
                    <a:moveTo>
                      <a:pt x="6" y="12637"/>
                    </a:moveTo>
                    <a:cubicBezTo>
                      <a:pt x="106" y="10069"/>
                      <a:pt x="1186" y="5644"/>
                      <a:pt x="2406" y="2804"/>
                    </a:cubicBezTo>
                    <a:cubicBezTo>
                      <a:pt x="4277" y="-1548"/>
                      <a:pt x="4653" y="-1065"/>
                      <a:pt x="4806" y="5879"/>
                    </a:cubicBezTo>
                    <a:cubicBezTo>
                      <a:pt x="4906" y="10409"/>
                      <a:pt x="3826" y="14834"/>
                      <a:pt x="2406" y="15712"/>
                    </a:cubicBezTo>
                    <a:cubicBezTo>
                      <a:pt x="987" y="16589"/>
                      <a:pt x="-93" y="15206"/>
                      <a:pt x="6" y="12637"/>
                    </a:cubicBezTo>
                    <a:close/>
                  </a:path>
                </a:pathLst>
              </a:custGeom>
              <a:solidFill>
                <a:srgbClr val="B9B9B9"/>
              </a:solidFill>
              <a:ln w="5163" cap="flat">
                <a:noFill/>
                <a:prstDash val="solid"/>
                <a:miter/>
              </a:ln>
            </p:spPr>
            <p:txBody>
              <a:bodyPr/>
              <a:lstStyle/>
              <a:p>
                <a:endParaRPr lang="es-419" noProof="0" dirty="0"/>
              </a:p>
            </p:txBody>
          </p:sp>
          <p:sp>
            <p:nvSpPr>
              <p:cNvPr id="101" name="Forma libre: forma 100">
                <a:extLst>
                  <a:ext uri="{FF2B5EF4-FFF2-40B4-BE49-F238E27FC236}">
                    <a16:creationId xmlns:a16="http://schemas.microsoft.com/office/drawing/2014/main" id="{57A44A77-04C0-58C3-6BD8-C8048AE54266}"/>
                  </a:ext>
                </a:extLst>
              </p:cNvPr>
              <p:cNvSpPr/>
              <p:nvPr/>
            </p:nvSpPr>
            <p:spPr>
              <a:xfrm>
                <a:off x="610293" y="1727161"/>
                <a:ext cx="5615" cy="11379"/>
              </a:xfrm>
              <a:custGeom>
                <a:avLst/>
                <a:gdLst>
                  <a:gd name="csX0" fmla="*/ 427 w 5615"/>
                  <a:gd name="csY0" fmla="*/ 7365 h 11379"/>
                  <a:gd name="csX1" fmla="*/ 1464 w 5615"/>
                  <a:gd name="csY1" fmla="*/ 731 h 11379"/>
                  <a:gd name="csX2" fmla="*/ 5321 w 5615"/>
                  <a:gd name="csY2" fmla="*/ 4777 h 11379"/>
                  <a:gd name="csX3" fmla="*/ 427 w 5615"/>
                  <a:gd name="csY3" fmla="*/ 7365 h 11379"/>
                </a:gdLst>
                <a:ahLst/>
                <a:cxnLst>
                  <a:cxn ang="0">
                    <a:pos x="csX0" y="csY0"/>
                  </a:cxn>
                  <a:cxn ang="0">
                    <a:pos x="csX1" y="csY1"/>
                  </a:cxn>
                  <a:cxn ang="0">
                    <a:pos x="csX2" y="csY2"/>
                  </a:cxn>
                  <a:cxn ang="0">
                    <a:pos x="csX3" y="csY3"/>
                  </a:cxn>
                </a:cxnLst>
                <a:rect l="l" t="t" r="r" b="b"/>
                <a:pathLst>
                  <a:path w="5615" h="11379">
                    <a:moveTo>
                      <a:pt x="427" y="7365"/>
                    </a:moveTo>
                    <a:cubicBezTo>
                      <a:pt x="-426" y="5140"/>
                      <a:pt x="40" y="2155"/>
                      <a:pt x="1464" y="731"/>
                    </a:cubicBezTo>
                    <a:cubicBezTo>
                      <a:pt x="3194" y="-1000"/>
                      <a:pt x="4473" y="341"/>
                      <a:pt x="5321" y="4777"/>
                    </a:cubicBezTo>
                    <a:cubicBezTo>
                      <a:pt x="6696" y="11973"/>
                      <a:pt x="2955" y="13952"/>
                      <a:pt x="427" y="7365"/>
                    </a:cubicBezTo>
                    <a:close/>
                  </a:path>
                </a:pathLst>
              </a:custGeom>
              <a:solidFill>
                <a:srgbClr val="B9B9B9"/>
              </a:solidFill>
              <a:ln w="5163" cap="flat">
                <a:noFill/>
                <a:prstDash val="solid"/>
                <a:miter/>
              </a:ln>
            </p:spPr>
            <p:txBody>
              <a:bodyPr/>
              <a:lstStyle/>
              <a:p>
                <a:endParaRPr lang="es-419" noProof="0" dirty="0"/>
              </a:p>
            </p:txBody>
          </p:sp>
          <p:sp>
            <p:nvSpPr>
              <p:cNvPr id="102" name="Forma libre: forma 101">
                <a:extLst>
                  <a:ext uri="{FF2B5EF4-FFF2-40B4-BE49-F238E27FC236}">
                    <a16:creationId xmlns:a16="http://schemas.microsoft.com/office/drawing/2014/main" id="{3DFF9DDC-98D5-1C67-9176-A0D8E1A98F39}"/>
                  </a:ext>
                </a:extLst>
              </p:cNvPr>
              <p:cNvSpPr/>
              <p:nvPr/>
            </p:nvSpPr>
            <p:spPr>
              <a:xfrm>
                <a:off x="589201" y="1723083"/>
                <a:ext cx="5162" cy="7744"/>
              </a:xfrm>
              <a:custGeom>
                <a:avLst/>
                <a:gdLst>
                  <a:gd name="csX0" fmla="*/ 0 w 5162"/>
                  <a:gd name="csY0" fmla="*/ 3872 h 7744"/>
                  <a:gd name="csX1" fmla="*/ 2581 w 5162"/>
                  <a:gd name="csY1" fmla="*/ 0 h 7744"/>
                  <a:gd name="csX2" fmla="*/ 5163 w 5162"/>
                  <a:gd name="csY2" fmla="*/ 3872 h 7744"/>
                  <a:gd name="csX3" fmla="*/ 2581 w 5162"/>
                  <a:gd name="csY3" fmla="*/ 7744 h 7744"/>
                  <a:gd name="csX4" fmla="*/ 0 w 5162"/>
                  <a:gd name="csY4" fmla="*/ 3872 h 7744"/>
                </a:gdLst>
                <a:ahLst/>
                <a:cxnLst>
                  <a:cxn ang="0">
                    <a:pos x="csX0" y="csY0"/>
                  </a:cxn>
                  <a:cxn ang="0">
                    <a:pos x="csX1" y="csY1"/>
                  </a:cxn>
                  <a:cxn ang="0">
                    <a:pos x="csX2" y="csY2"/>
                  </a:cxn>
                  <a:cxn ang="0">
                    <a:pos x="csX3" y="csY3"/>
                  </a:cxn>
                  <a:cxn ang="0">
                    <a:pos x="csX4" y="csY4"/>
                  </a:cxn>
                </a:cxnLst>
                <a:rect l="l" t="t" r="r" b="b"/>
                <a:pathLst>
                  <a:path w="5162" h="7744">
                    <a:moveTo>
                      <a:pt x="0" y="3872"/>
                    </a:moveTo>
                    <a:cubicBezTo>
                      <a:pt x="0" y="1742"/>
                      <a:pt x="1162" y="0"/>
                      <a:pt x="2581" y="0"/>
                    </a:cubicBezTo>
                    <a:cubicBezTo>
                      <a:pt x="4001" y="0"/>
                      <a:pt x="5163" y="1742"/>
                      <a:pt x="5163" y="3872"/>
                    </a:cubicBezTo>
                    <a:cubicBezTo>
                      <a:pt x="5163" y="6002"/>
                      <a:pt x="4001" y="7744"/>
                      <a:pt x="2581" y="7744"/>
                    </a:cubicBezTo>
                    <a:cubicBezTo>
                      <a:pt x="1162" y="7744"/>
                      <a:pt x="0" y="6002"/>
                      <a:pt x="0" y="3872"/>
                    </a:cubicBezTo>
                    <a:close/>
                  </a:path>
                </a:pathLst>
              </a:custGeom>
              <a:solidFill>
                <a:srgbClr val="B9B9B9"/>
              </a:solidFill>
              <a:ln w="5163" cap="flat">
                <a:noFill/>
                <a:prstDash val="solid"/>
                <a:miter/>
              </a:ln>
            </p:spPr>
            <p:txBody>
              <a:bodyPr/>
              <a:lstStyle/>
              <a:p>
                <a:endParaRPr lang="es-419" noProof="0" dirty="0"/>
              </a:p>
            </p:txBody>
          </p:sp>
          <p:sp>
            <p:nvSpPr>
              <p:cNvPr id="103" name="Forma libre: forma 102">
                <a:extLst>
                  <a:ext uri="{FF2B5EF4-FFF2-40B4-BE49-F238E27FC236}">
                    <a16:creationId xmlns:a16="http://schemas.microsoft.com/office/drawing/2014/main" id="{C174BE03-63BC-17B2-4EC7-8D8D429DC3CF}"/>
                  </a:ext>
                </a:extLst>
              </p:cNvPr>
              <p:cNvSpPr/>
              <p:nvPr/>
            </p:nvSpPr>
            <p:spPr>
              <a:xfrm>
                <a:off x="576294" y="1689525"/>
                <a:ext cx="15348" cy="20423"/>
              </a:xfrm>
              <a:custGeom>
                <a:avLst/>
                <a:gdLst>
                  <a:gd name="csX0" fmla="*/ 0 w 15348"/>
                  <a:gd name="csY0" fmla="*/ 17942 h 20423"/>
                  <a:gd name="csX1" fmla="*/ 11683 w 15348"/>
                  <a:gd name="csY1" fmla="*/ 0 h 20423"/>
                  <a:gd name="csX2" fmla="*/ 8918 w 15348"/>
                  <a:gd name="csY2" fmla="*/ 14081 h 20423"/>
                  <a:gd name="csX3" fmla="*/ 0 w 15348"/>
                  <a:gd name="csY3" fmla="*/ 17942 h 20423"/>
                </a:gdLst>
                <a:ahLst/>
                <a:cxnLst>
                  <a:cxn ang="0">
                    <a:pos x="csX0" y="csY0"/>
                  </a:cxn>
                  <a:cxn ang="0">
                    <a:pos x="csX1" y="csY1"/>
                  </a:cxn>
                  <a:cxn ang="0">
                    <a:pos x="csX2" y="csY2"/>
                  </a:cxn>
                  <a:cxn ang="0">
                    <a:pos x="csX3" y="csY3"/>
                  </a:cxn>
                </a:cxnLst>
                <a:rect l="l" t="t" r="r" b="b"/>
                <a:pathLst>
                  <a:path w="15348" h="20423">
                    <a:moveTo>
                      <a:pt x="0" y="17942"/>
                    </a:moveTo>
                    <a:cubicBezTo>
                      <a:pt x="0" y="12328"/>
                      <a:pt x="8027" y="0"/>
                      <a:pt x="11683" y="0"/>
                    </a:cubicBezTo>
                    <a:cubicBezTo>
                      <a:pt x="17539" y="0"/>
                      <a:pt x="16205" y="6793"/>
                      <a:pt x="8918" y="14081"/>
                    </a:cubicBezTo>
                    <a:cubicBezTo>
                      <a:pt x="1711" y="21287"/>
                      <a:pt x="0" y="22028"/>
                      <a:pt x="0" y="17942"/>
                    </a:cubicBezTo>
                    <a:close/>
                  </a:path>
                </a:pathLst>
              </a:custGeom>
              <a:solidFill>
                <a:srgbClr val="B9B9B9"/>
              </a:solidFill>
              <a:ln w="5163" cap="flat">
                <a:noFill/>
                <a:prstDash val="solid"/>
                <a:miter/>
              </a:ln>
            </p:spPr>
            <p:txBody>
              <a:bodyPr/>
              <a:lstStyle/>
              <a:p>
                <a:endParaRPr lang="es-419" noProof="0" dirty="0"/>
              </a:p>
            </p:txBody>
          </p:sp>
        </p:grpSp>
        <p:sp>
          <p:nvSpPr>
            <p:cNvPr id="104" name="Forma libre: forma 103">
              <a:extLst>
                <a:ext uri="{FF2B5EF4-FFF2-40B4-BE49-F238E27FC236}">
                  <a16:creationId xmlns:a16="http://schemas.microsoft.com/office/drawing/2014/main" id="{11249A72-C16D-2661-427B-492A8C0CC61A}"/>
                </a:ext>
              </a:extLst>
            </p:cNvPr>
            <p:cNvSpPr/>
            <p:nvPr/>
          </p:nvSpPr>
          <p:spPr>
            <a:xfrm>
              <a:off x="516921" y="1569184"/>
              <a:ext cx="5162" cy="6756"/>
            </a:xfrm>
            <a:custGeom>
              <a:avLst/>
              <a:gdLst>
                <a:gd name="csX0" fmla="*/ 0 w 5162"/>
                <a:gd name="csY0" fmla="*/ 2732 h 6756"/>
                <a:gd name="csX1" fmla="*/ 2581 w 5162"/>
                <a:gd name="csY1" fmla="*/ 303 h 6756"/>
                <a:gd name="csX2" fmla="*/ 5163 w 5162"/>
                <a:gd name="csY2" fmla="*/ 4328 h 6756"/>
                <a:gd name="csX3" fmla="*/ 2581 w 5162"/>
                <a:gd name="csY3" fmla="*/ 6757 h 6756"/>
                <a:gd name="csX4" fmla="*/ 0 w 5162"/>
                <a:gd name="csY4" fmla="*/ 2732 h 6756"/>
              </a:gdLst>
              <a:ahLst/>
              <a:cxnLst>
                <a:cxn ang="0">
                  <a:pos x="csX0" y="csY0"/>
                </a:cxn>
                <a:cxn ang="0">
                  <a:pos x="csX1" y="csY1"/>
                </a:cxn>
                <a:cxn ang="0">
                  <a:pos x="csX2" y="csY2"/>
                </a:cxn>
                <a:cxn ang="0">
                  <a:pos x="csX3" y="csY3"/>
                </a:cxn>
                <a:cxn ang="0">
                  <a:pos x="csX4" y="csY4"/>
                </a:cxn>
              </a:cxnLst>
              <a:rect l="l" t="t" r="r" b="b"/>
              <a:pathLst>
                <a:path w="5162" h="6756">
                  <a:moveTo>
                    <a:pt x="0" y="2732"/>
                  </a:moveTo>
                  <a:cubicBezTo>
                    <a:pt x="0" y="519"/>
                    <a:pt x="1162" y="-574"/>
                    <a:pt x="2581" y="303"/>
                  </a:cubicBezTo>
                  <a:cubicBezTo>
                    <a:pt x="4001" y="1181"/>
                    <a:pt x="5163" y="2992"/>
                    <a:pt x="5163" y="4328"/>
                  </a:cubicBezTo>
                  <a:cubicBezTo>
                    <a:pt x="5163" y="5664"/>
                    <a:pt x="4001" y="6757"/>
                    <a:pt x="2581" y="6757"/>
                  </a:cubicBezTo>
                  <a:cubicBezTo>
                    <a:pt x="1162" y="6757"/>
                    <a:pt x="0" y="4946"/>
                    <a:pt x="0" y="2732"/>
                  </a:cubicBezTo>
                  <a:close/>
                </a:path>
              </a:pathLst>
            </a:custGeom>
            <a:solidFill>
              <a:srgbClr val="B9B9B9"/>
            </a:solidFill>
            <a:ln w="5163" cap="flat">
              <a:noFill/>
              <a:prstDash val="solid"/>
              <a:miter/>
            </a:ln>
          </p:spPr>
          <p:txBody>
            <a:bodyPr/>
            <a:lstStyle/>
            <a:p>
              <a:endParaRPr lang="es-419" noProof="0" dirty="0"/>
            </a:p>
          </p:txBody>
        </p:sp>
      </p:grpSp>
      <p:sp>
        <p:nvSpPr>
          <p:cNvPr id="105" name="Forma libre: forma 104">
            <a:extLst>
              <a:ext uri="{FF2B5EF4-FFF2-40B4-BE49-F238E27FC236}">
                <a16:creationId xmlns:a16="http://schemas.microsoft.com/office/drawing/2014/main" id="{A6A4AA8A-8FDF-4A24-EF4D-D2DF21090FE8}"/>
              </a:ext>
            </a:extLst>
          </p:cNvPr>
          <p:cNvSpPr/>
          <p:nvPr/>
        </p:nvSpPr>
        <p:spPr>
          <a:xfrm>
            <a:off x="466238" y="1431499"/>
            <a:ext cx="11558" cy="7543"/>
          </a:xfrm>
          <a:custGeom>
            <a:avLst/>
            <a:gdLst>
              <a:gd name="csX0" fmla="*/ 1635 w 11558"/>
              <a:gd name="csY0" fmla="*/ 3752 h 7543"/>
              <a:gd name="csX1" fmla="*/ 8241 w 11558"/>
              <a:gd name="csY1" fmla="*/ 3670 h 7543"/>
              <a:gd name="csX2" fmla="*/ 9050 w 11558"/>
              <a:gd name="csY2" fmla="*/ 7542 h 7543"/>
              <a:gd name="csX3" fmla="*/ 1635 w 11558"/>
              <a:gd name="csY3" fmla="*/ 3752 h 7543"/>
            </a:gdLst>
            <a:ahLst/>
            <a:cxnLst>
              <a:cxn ang="0">
                <a:pos x="csX0" y="csY0"/>
              </a:cxn>
              <a:cxn ang="0">
                <a:pos x="csX1" y="csY1"/>
              </a:cxn>
              <a:cxn ang="0">
                <a:pos x="csX2" y="csY2"/>
              </a:cxn>
              <a:cxn ang="0">
                <a:pos x="csX3" y="csY3"/>
              </a:cxn>
            </a:cxnLst>
            <a:rect l="l" t="t" r="r" b="b"/>
            <a:pathLst>
              <a:path w="11558" h="7543">
                <a:moveTo>
                  <a:pt x="1635" y="3752"/>
                </a:moveTo>
                <a:cubicBezTo>
                  <a:pt x="-2484" y="-1211"/>
                  <a:pt x="1718" y="-1263"/>
                  <a:pt x="8241" y="3670"/>
                </a:cubicBezTo>
                <a:cubicBezTo>
                  <a:pt x="12450" y="6854"/>
                  <a:pt x="12580" y="7473"/>
                  <a:pt x="9050" y="7542"/>
                </a:cubicBezTo>
                <a:cubicBezTo>
                  <a:pt x="6739" y="7587"/>
                  <a:pt x="3403" y="5882"/>
                  <a:pt x="1635" y="3752"/>
                </a:cubicBezTo>
                <a:close/>
              </a:path>
            </a:pathLst>
          </a:custGeom>
          <a:solidFill>
            <a:srgbClr val="B9B9B9"/>
          </a:solidFill>
          <a:ln w="5163" cap="flat">
            <a:noFill/>
            <a:prstDash val="solid"/>
            <a:miter/>
          </a:ln>
        </p:spPr>
        <p:txBody>
          <a:bodyPr/>
          <a:lstStyle/>
          <a:p>
            <a:endParaRPr lang="es-419" noProof="0" dirty="0"/>
          </a:p>
        </p:txBody>
      </p:sp>
      <p:grpSp>
        <p:nvGrpSpPr>
          <p:cNvPr id="106" name="Gráfico 39">
            <a:extLst>
              <a:ext uri="{FF2B5EF4-FFF2-40B4-BE49-F238E27FC236}">
                <a16:creationId xmlns:a16="http://schemas.microsoft.com/office/drawing/2014/main" id="{008426F0-4D85-AC8F-CC4E-5839F16ECD32}"/>
              </a:ext>
            </a:extLst>
          </p:cNvPr>
          <p:cNvGrpSpPr/>
          <p:nvPr/>
        </p:nvGrpSpPr>
        <p:grpSpPr>
          <a:xfrm>
            <a:off x="73152" y="1028824"/>
            <a:ext cx="399884" cy="461679"/>
            <a:chOff x="73152" y="1028824"/>
            <a:chExt cx="399884" cy="461679"/>
          </a:xfrm>
          <a:solidFill>
            <a:srgbClr val="B9B9B9"/>
          </a:solidFill>
        </p:grpSpPr>
        <p:sp>
          <p:nvSpPr>
            <p:cNvPr id="107" name="Forma libre: forma 106">
              <a:extLst>
                <a:ext uri="{FF2B5EF4-FFF2-40B4-BE49-F238E27FC236}">
                  <a16:creationId xmlns:a16="http://schemas.microsoft.com/office/drawing/2014/main" id="{351CF98E-54D1-79E4-DA86-1728BE719181}"/>
                </a:ext>
              </a:extLst>
            </p:cNvPr>
            <p:cNvSpPr/>
            <p:nvPr/>
          </p:nvSpPr>
          <p:spPr>
            <a:xfrm>
              <a:off x="176169" y="1028824"/>
              <a:ext cx="296866" cy="461679"/>
            </a:xfrm>
            <a:custGeom>
              <a:avLst/>
              <a:gdLst>
                <a:gd name="csX0" fmla="*/ 234204 w 296866"/>
                <a:gd name="csY0" fmla="*/ 456793 h 461679"/>
                <a:gd name="csX1" fmla="*/ 189641 w 296866"/>
                <a:gd name="csY1" fmla="*/ 451076 h 461679"/>
                <a:gd name="csX2" fmla="*/ 192285 w 296866"/>
                <a:gd name="csY2" fmla="*/ 440463 h 461679"/>
                <a:gd name="csX3" fmla="*/ 192319 w 296866"/>
                <a:gd name="csY3" fmla="*/ 432599 h 461679"/>
                <a:gd name="csX4" fmla="*/ 190826 w 296866"/>
                <a:gd name="csY4" fmla="*/ 424368 h 461679"/>
                <a:gd name="csX5" fmla="*/ 194908 w 296866"/>
                <a:gd name="csY5" fmla="*/ 412652 h 461679"/>
                <a:gd name="csX6" fmla="*/ 188729 w 296866"/>
                <a:gd name="csY6" fmla="*/ 395950 h 461679"/>
                <a:gd name="csX7" fmla="*/ 175616 w 296866"/>
                <a:gd name="csY7" fmla="*/ 376348 h 461679"/>
                <a:gd name="csX8" fmla="*/ 165432 w 296866"/>
                <a:gd name="csY8" fmla="*/ 362612 h 461679"/>
                <a:gd name="csX9" fmla="*/ 157619 w 296866"/>
                <a:gd name="csY9" fmla="*/ 354047 h 461679"/>
                <a:gd name="csX10" fmla="*/ 123850 w 296866"/>
                <a:gd name="csY10" fmla="*/ 312204 h 461679"/>
                <a:gd name="csX11" fmla="*/ 110408 w 296866"/>
                <a:gd name="csY11" fmla="*/ 302524 h 461679"/>
                <a:gd name="csX12" fmla="*/ 90624 w 296866"/>
                <a:gd name="csY12" fmla="*/ 283830 h 461679"/>
                <a:gd name="csX13" fmla="*/ 80025 w 296866"/>
                <a:gd name="csY13" fmla="*/ 265391 h 461679"/>
                <a:gd name="csX14" fmla="*/ 76089 w 296866"/>
                <a:gd name="csY14" fmla="*/ 254455 h 461679"/>
                <a:gd name="csX15" fmla="*/ 73345 w 296866"/>
                <a:gd name="csY15" fmla="*/ 247079 h 461679"/>
                <a:gd name="csX16" fmla="*/ 72109 w 296866"/>
                <a:gd name="csY16" fmla="*/ 214519 h 461679"/>
                <a:gd name="csX17" fmla="*/ 68319 w 296866"/>
                <a:gd name="csY17" fmla="*/ 206510 h 461679"/>
                <a:gd name="csX18" fmla="*/ 67160 w 296866"/>
                <a:gd name="csY18" fmla="*/ 202519 h 461679"/>
                <a:gd name="csX19" fmla="*/ 64536 w 296866"/>
                <a:gd name="csY19" fmla="*/ 206365 h 461679"/>
                <a:gd name="csX20" fmla="*/ 61955 w 296866"/>
                <a:gd name="csY20" fmla="*/ 210237 h 461679"/>
                <a:gd name="csX21" fmla="*/ 59373 w 296866"/>
                <a:gd name="csY21" fmla="*/ 190811 h 461679"/>
                <a:gd name="csX22" fmla="*/ 48569 w 296866"/>
                <a:gd name="csY22" fmla="*/ 154736 h 461679"/>
                <a:gd name="csX23" fmla="*/ 46466 w 296866"/>
                <a:gd name="csY23" fmla="*/ 141789 h 461679"/>
                <a:gd name="csX24" fmla="*/ 38475 w 296866"/>
                <a:gd name="csY24" fmla="*/ 114684 h 461679"/>
                <a:gd name="csX25" fmla="*/ 28150 w 296866"/>
                <a:gd name="csY25" fmla="*/ 99082 h 461679"/>
                <a:gd name="csX26" fmla="*/ 25815 w 296866"/>
                <a:gd name="csY26" fmla="*/ 89273 h 461679"/>
                <a:gd name="csX27" fmla="*/ 22760 w 296866"/>
                <a:gd name="csY27" fmla="*/ 77852 h 461679"/>
                <a:gd name="csX28" fmla="*/ 21512 w 296866"/>
                <a:gd name="csY28" fmla="*/ 72990 h 461679"/>
                <a:gd name="csX29" fmla="*/ 26374 w 296866"/>
                <a:gd name="csY29" fmla="*/ 74238 h 461679"/>
                <a:gd name="csX30" fmla="*/ 33559 w 296866"/>
                <a:gd name="csY30" fmla="*/ 72129 h 461679"/>
                <a:gd name="csX31" fmla="*/ 29687 w 296866"/>
                <a:gd name="csY31" fmla="*/ 66967 h 461679"/>
                <a:gd name="csX32" fmla="*/ 25815 w 296866"/>
                <a:gd name="csY32" fmla="*/ 64277 h 461679"/>
                <a:gd name="csX33" fmla="*/ 20828 w 296866"/>
                <a:gd name="csY33" fmla="*/ 56236 h 461679"/>
                <a:gd name="csX34" fmla="*/ 14159 w 296866"/>
                <a:gd name="csY34" fmla="*/ 40210 h 461679"/>
                <a:gd name="csX35" fmla="*/ 6238 w 296866"/>
                <a:gd name="csY35" fmla="*/ 17321 h 461679"/>
                <a:gd name="csX36" fmla="*/ 0 w 296866"/>
                <a:gd name="csY36" fmla="*/ 2478 h 461679"/>
                <a:gd name="csX37" fmla="*/ 99386 w 296866"/>
                <a:gd name="csY37" fmla="*/ 3758 h 461679"/>
                <a:gd name="csX38" fmla="*/ 191027 w 296866"/>
                <a:gd name="csY38" fmla="*/ 12449 h 461679"/>
                <a:gd name="csX39" fmla="*/ 178059 w 296866"/>
                <a:gd name="csY39" fmla="*/ 27807 h 461679"/>
                <a:gd name="csX40" fmla="*/ 167369 w 296866"/>
                <a:gd name="csY40" fmla="*/ 45725 h 461679"/>
                <a:gd name="csX41" fmla="*/ 163079 w 296866"/>
                <a:gd name="csY41" fmla="*/ 80524 h 461679"/>
                <a:gd name="csX42" fmla="*/ 162631 w 296866"/>
                <a:gd name="csY42" fmla="*/ 83796 h 461679"/>
                <a:gd name="csX43" fmla="*/ 171021 w 296866"/>
                <a:gd name="csY43" fmla="*/ 93315 h 461679"/>
                <a:gd name="csX44" fmla="*/ 173406 w 296866"/>
                <a:gd name="csY44" fmla="*/ 109690 h 461679"/>
                <a:gd name="csX45" fmla="*/ 164850 w 296866"/>
                <a:gd name="csY45" fmla="*/ 145701 h 461679"/>
                <a:gd name="csX46" fmla="*/ 169084 w 296866"/>
                <a:gd name="csY46" fmla="*/ 169291 h 461679"/>
                <a:gd name="csX47" fmla="*/ 171477 w 296866"/>
                <a:gd name="csY47" fmla="*/ 213103 h 461679"/>
                <a:gd name="csX48" fmla="*/ 174210 w 296866"/>
                <a:gd name="csY48" fmla="*/ 257046 h 461679"/>
                <a:gd name="csX49" fmla="*/ 178120 w 296866"/>
                <a:gd name="csY49" fmla="*/ 261958 h 461679"/>
                <a:gd name="csX50" fmla="*/ 182243 w 296866"/>
                <a:gd name="csY50" fmla="*/ 269492 h 461679"/>
                <a:gd name="csX51" fmla="*/ 184937 w 296866"/>
                <a:gd name="csY51" fmla="*/ 277338 h 461679"/>
                <a:gd name="csX52" fmla="*/ 193415 w 296866"/>
                <a:gd name="csY52" fmla="*/ 285510 h 461679"/>
                <a:gd name="csX53" fmla="*/ 199664 w 296866"/>
                <a:gd name="csY53" fmla="*/ 290658 h 461679"/>
                <a:gd name="csX54" fmla="*/ 207927 w 296866"/>
                <a:gd name="csY54" fmla="*/ 300943 h 461679"/>
                <a:gd name="csX55" fmla="*/ 219722 w 296866"/>
                <a:gd name="csY55" fmla="*/ 315205 h 461679"/>
                <a:gd name="csX56" fmla="*/ 234342 w 296866"/>
                <a:gd name="csY56" fmla="*/ 331253 h 461679"/>
                <a:gd name="csX57" fmla="*/ 242348 w 296866"/>
                <a:gd name="csY57" fmla="*/ 342893 h 461679"/>
                <a:gd name="csX58" fmla="*/ 243886 w 296866"/>
                <a:gd name="csY58" fmla="*/ 354430 h 461679"/>
                <a:gd name="csX59" fmla="*/ 242906 w 296866"/>
                <a:gd name="csY59" fmla="*/ 363679 h 461679"/>
                <a:gd name="csX60" fmla="*/ 242638 w 296866"/>
                <a:gd name="csY60" fmla="*/ 372819 h 461679"/>
                <a:gd name="csX61" fmla="*/ 248980 w 296866"/>
                <a:gd name="csY61" fmla="*/ 375191 h 461679"/>
                <a:gd name="csX62" fmla="*/ 256854 w 296866"/>
                <a:gd name="csY62" fmla="*/ 380201 h 461679"/>
                <a:gd name="csX63" fmla="*/ 262017 w 296866"/>
                <a:gd name="csY63" fmla="*/ 385776 h 461679"/>
                <a:gd name="csX64" fmla="*/ 267554 w 296866"/>
                <a:gd name="csY64" fmla="*/ 396801 h 461679"/>
                <a:gd name="csX65" fmla="*/ 281559 w 296866"/>
                <a:gd name="csY65" fmla="*/ 416793 h 461679"/>
                <a:gd name="csX66" fmla="*/ 290755 w 296866"/>
                <a:gd name="csY66" fmla="*/ 428632 h 461679"/>
                <a:gd name="csX67" fmla="*/ 294624 w 296866"/>
                <a:gd name="csY67" fmla="*/ 440196 h 461679"/>
                <a:gd name="csX68" fmla="*/ 296867 w 296866"/>
                <a:gd name="csY68" fmla="*/ 451755 h 461679"/>
                <a:gd name="csX69" fmla="*/ 287186 w 296866"/>
                <a:gd name="csY69" fmla="*/ 461588 h 461679"/>
                <a:gd name="csX70" fmla="*/ 234204 w 296866"/>
                <a:gd name="csY70" fmla="*/ 456793 h 4616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Lst>
              <a:rect l="l" t="t" r="r" b="b"/>
              <a:pathLst>
                <a:path w="296866" h="461679">
                  <a:moveTo>
                    <a:pt x="234204" y="456793"/>
                  </a:moveTo>
                  <a:cubicBezTo>
                    <a:pt x="210389" y="454343"/>
                    <a:pt x="190335" y="451771"/>
                    <a:pt x="189641" y="451076"/>
                  </a:cubicBezTo>
                  <a:cubicBezTo>
                    <a:pt x="188946" y="450382"/>
                    <a:pt x="190136" y="445606"/>
                    <a:pt x="192285" y="440463"/>
                  </a:cubicBezTo>
                  <a:cubicBezTo>
                    <a:pt x="195748" y="432175"/>
                    <a:pt x="195752" y="431281"/>
                    <a:pt x="192319" y="432599"/>
                  </a:cubicBezTo>
                  <a:cubicBezTo>
                    <a:pt x="188021" y="434248"/>
                    <a:pt x="186953" y="428358"/>
                    <a:pt x="190826" y="424368"/>
                  </a:cubicBezTo>
                  <a:cubicBezTo>
                    <a:pt x="192136" y="423019"/>
                    <a:pt x="193972" y="417747"/>
                    <a:pt x="194908" y="412652"/>
                  </a:cubicBezTo>
                  <a:cubicBezTo>
                    <a:pt x="196394" y="404559"/>
                    <a:pt x="195613" y="402447"/>
                    <a:pt x="188729" y="395950"/>
                  </a:cubicBezTo>
                  <a:cubicBezTo>
                    <a:pt x="184395" y="391860"/>
                    <a:pt x="178494" y="383039"/>
                    <a:pt x="175616" y="376348"/>
                  </a:cubicBezTo>
                  <a:cubicBezTo>
                    <a:pt x="172738" y="369658"/>
                    <a:pt x="168155" y="363476"/>
                    <a:pt x="165432" y="362612"/>
                  </a:cubicBezTo>
                  <a:cubicBezTo>
                    <a:pt x="162709" y="361748"/>
                    <a:pt x="159193" y="357894"/>
                    <a:pt x="157619" y="354047"/>
                  </a:cubicBezTo>
                  <a:cubicBezTo>
                    <a:pt x="149821" y="334997"/>
                    <a:pt x="131426" y="312204"/>
                    <a:pt x="123850" y="312204"/>
                  </a:cubicBezTo>
                  <a:cubicBezTo>
                    <a:pt x="121509" y="312204"/>
                    <a:pt x="115460" y="307848"/>
                    <a:pt x="110408" y="302524"/>
                  </a:cubicBezTo>
                  <a:cubicBezTo>
                    <a:pt x="105356" y="297200"/>
                    <a:pt x="96453" y="288788"/>
                    <a:pt x="90624" y="283830"/>
                  </a:cubicBezTo>
                  <a:cubicBezTo>
                    <a:pt x="81794" y="276321"/>
                    <a:pt x="80025" y="273244"/>
                    <a:pt x="80025" y="265391"/>
                  </a:cubicBezTo>
                  <a:cubicBezTo>
                    <a:pt x="80025" y="259326"/>
                    <a:pt x="78622" y="255426"/>
                    <a:pt x="76089" y="254455"/>
                  </a:cubicBezTo>
                  <a:cubicBezTo>
                    <a:pt x="73596" y="253498"/>
                    <a:pt x="72591" y="250794"/>
                    <a:pt x="73345" y="247079"/>
                  </a:cubicBezTo>
                  <a:cubicBezTo>
                    <a:pt x="77548" y="226392"/>
                    <a:pt x="77309" y="220102"/>
                    <a:pt x="72109" y="214519"/>
                  </a:cubicBezTo>
                  <a:cubicBezTo>
                    <a:pt x="69219" y="211417"/>
                    <a:pt x="67513" y="207813"/>
                    <a:pt x="68319" y="206510"/>
                  </a:cubicBezTo>
                  <a:cubicBezTo>
                    <a:pt x="69124" y="205206"/>
                    <a:pt x="68603" y="203410"/>
                    <a:pt x="67160" y="202519"/>
                  </a:cubicBezTo>
                  <a:cubicBezTo>
                    <a:pt x="65698" y="201615"/>
                    <a:pt x="64536" y="203319"/>
                    <a:pt x="64536" y="206365"/>
                  </a:cubicBezTo>
                  <a:cubicBezTo>
                    <a:pt x="64536" y="209372"/>
                    <a:pt x="63375" y="211114"/>
                    <a:pt x="61955" y="210237"/>
                  </a:cubicBezTo>
                  <a:cubicBezTo>
                    <a:pt x="60535" y="209360"/>
                    <a:pt x="59373" y="200618"/>
                    <a:pt x="59373" y="190811"/>
                  </a:cubicBezTo>
                  <a:cubicBezTo>
                    <a:pt x="59373" y="173740"/>
                    <a:pt x="53682" y="154736"/>
                    <a:pt x="48569" y="154736"/>
                  </a:cubicBezTo>
                  <a:cubicBezTo>
                    <a:pt x="47413" y="154736"/>
                    <a:pt x="46466" y="148910"/>
                    <a:pt x="46466" y="141789"/>
                  </a:cubicBezTo>
                  <a:cubicBezTo>
                    <a:pt x="46466" y="132086"/>
                    <a:pt x="44464" y="125296"/>
                    <a:pt x="38475" y="114684"/>
                  </a:cubicBezTo>
                  <a:cubicBezTo>
                    <a:pt x="34080" y="106897"/>
                    <a:pt x="29434" y="99876"/>
                    <a:pt x="28150" y="99082"/>
                  </a:cubicBezTo>
                  <a:cubicBezTo>
                    <a:pt x="26865" y="98289"/>
                    <a:pt x="25815" y="93874"/>
                    <a:pt x="25815" y="89273"/>
                  </a:cubicBezTo>
                  <a:cubicBezTo>
                    <a:pt x="25815" y="84671"/>
                    <a:pt x="24440" y="79532"/>
                    <a:pt x="22760" y="77852"/>
                  </a:cubicBezTo>
                  <a:cubicBezTo>
                    <a:pt x="21080" y="76172"/>
                    <a:pt x="20518" y="73984"/>
                    <a:pt x="21512" y="72990"/>
                  </a:cubicBezTo>
                  <a:cubicBezTo>
                    <a:pt x="22506" y="71996"/>
                    <a:pt x="24694" y="72558"/>
                    <a:pt x="26374" y="74238"/>
                  </a:cubicBezTo>
                  <a:cubicBezTo>
                    <a:pt x="30884" y="78748"/>
                    <a:pt x="33559" y="77963"/>
                    <a:pt x="33559" y="72129"/>
                  </a:cubicBezTo>
                  <a:cubicBezTo>
                    <a:pt x="33559" y="69261"/>
                    <a:pt x="31838" y="66967"/>
                    <a:pt x="29687" y="66967"/>
                  </a:cubicBezTo>
                  <a:cubicBezTo>
                    <a:pt x="27557" y="66967"/>
                    <a:pt x="25815" y="65756"/>
                    <a:pt x="25815" y="64277"/>
                  </a:cubicBezTo>
                  <a:cubicBezTo>
                    <a:pt x="25815" y="62798"/>
                    <a:pt x="23571" y="59179"/>
                    <a:pt x="20828" y="56236"/>
                  </a:cubicBezTo>
                  <a:cubicBezTo>
                    <a:pt x="18086" y="53292"/>
                    <a:pt x="15085" y="46080"/>
                    <a:pt x="14159" y="40210"/>
                  </a:cubicBezTo>
                  <a:cubicBezTo>
                    <a:pt x="13233" y="34339"/>
                    <a:pt x="9669" y="24039"/>
                    <a:pt x="6238" y="17321"/>
                  </a:cubicBezTo>
                  <a:cubicBezTo>
                    <a:pt x="2807" y="10603"/>
                    <a:pt x="0" y="3924"/>
                    <a:pt x="0" y="2478"/>
                  </a:cubicBezTo>
                  <a:cubicBezTo>
                    <a:pt x="0" y="-1152"/>
                    <a:pt x="23478" y="-850"/>
                    <a:pt x="99386" y="3758"/>
                  </a:cubicBezTo>
                  <a:cubicBezTo>
                    <a:pt x="175010" y="8348"/>
                    <a:pt x="191027" y="9867"/>
                    <a:pt x="191027" y="12449"/>
                  </a:cubicBezTo>
                  <a:cubicBezTo>
                    <a:pt x="191027" y="13496"/>
                    <a:pt x="185192" y="20407"/>
                    <a:pt x="178059" y="27807"/>
                  </a:cubicBezTo>
                  <a:cubicBezTo>
                    <a:pt x="167978" y="38266"/>
                    <a:pt x="165598" y="42256"/>
                    <a:pt x="167369" y="45725"/>
                  </a:cubicBezTo>
                  <a:cubicBezTo>
                    <a:pt x="174634" y="59948"/>
                    <a:pt x="171699" y="83751"/>
                    <a:pt x="163079" y="80524"/>
                  </a:cubicBezTo>
                  <a:cubicBezTo>
                    <a:pt x="159180" y="79065"/>
                    <a:pt x="159137" y="79384"/>
                    <a:pt x="162631" y="83796"/>
                  </a:cubicBezTo>
                  <a:cubicBezTo>
                    <a:pt x="164761" y="86485"/>
                    <a:pt x="168536" y="90769"/>
                    <a:pt x="171021" y="93315"/>
                  </a:cubicBezTo>
                  <a:cubicBezTo>
                    <a:pt x="175834" y="98246"/>
                    <a:pt x="176913" y="105657"/>
                    <a:pt x="173406" y="109690"/>
                  </a:cubicBezTo>
                  <a:cubicBezTo>
                    <a:pt x="169336" y="114370"/>
                    <a:pt x="164942" y="132862"/>
                    <a:pt x="164850" y="145701"/>
                  </a:cubicBezTo>
                  <a:cubicBezTo>
                    <a:pt x="164711" y="165107"/>
                    <a:pt x="165194" y="167798"/>
                    <a:pt x="169084" y="169291"/>
                  </a:cubicBezTo>
                  <a:cubicBezTo>
                    <a:pt x="171992" y="170406"/>
                    <a:pt x="172437" y="178546"/>
                    <a:pt x="171477" y="213103"/>
                  </a:cubicBezTo>
                  <a:cubicBezTo>
                    <a:pt x="170471" y="249367"/>
                    <a:pt x="170869" y="255764"/>
                    <a:pt x="174210" y="257046"/>
                  </a:cubicBezTo>
                  <a:cubicBezTo>
                    <a:pt x="176360" y="257871"/>
                    <a:pt x="178120" y="260081"/>
                    <a:pt x="178120" y="261958"/>
                  </a:cubicBezTo>
                  <a:cubicBezTo>
                    <a:pt x="178120" y="263834"/>
                    <a:pt x="179975" y="267225"/>
                    <a:pt x="182243" y="269492"/>
                  </a:cubicBezTo>
                  <a:cubicBezTo>
                    <a:pt x="184511" y="271760"/>
                    <a:pt x="185723" y="275291"/>
                    <a:pt x="184937" y="277338"/>
                  </a:cubicBezTo>
                  <a:cubicBezTo>
                    <a:pt x="183466" y="281172"/>
                    <a:pt x="186953" y="284533"/>
                    <a:pt x="193415" y="285510"/>
                  </a:cubicBezTo>
                  <a:cubicBezTo>
                    <a:pt x="195439" y="285815"/>
                    <a:pt x="198251" y="288132"/>
                    <a:pt x="199664" y="290658"/>
                  </a:cubicBezTo>
                  <a:cubicBezTo>
                    <a:pt x="201078" y="293183"/>
                    <a:pt x="204796" y="297811"/>
                    <a:pt x="207927" y="300943"/>
                  </a:cubicBezTo>
                  <a:cubicBezTo>
                    <a:pt x="211058" y="304074"/>
                    <a:pt x="216366" y="310492"/>
                    <a:pt x="219722" y="315205"/>
                  </a:cubicBezTo>
                  <a:cubicBezTo>
                    <a:pt x="223078" y="319918"/>
                    <a:pt x="229657" y="327140"/>
                    <a:pt x="234342" y="331253"/>
                  </a:cubicBezTo>
                  <a:cubicBezTo>
                    <a:pt x="239027" y="335367"/>
                    <a:pt x="242630" y="340605"/>
                    <a:pt x="242348" y="342893"/>
                  </a:cubicBezTo>
                  <a:cubicBezTo>
                    <a:pt x="242066" y="345182"/>
                    <a:pt x="242758" y="350373"/>
                    <a:pt x="243886" y="354430"/>
                  </a:cubicBezTo>
                  <a:cubicBezTo>
                    <a:pt x="245242" y="359308"/>
                    <a:pt x="244910" y="362440"/>
                    <a:pt x="242906" y="363679"/>
                  </a:cubicBezTo>
                  <a:cubicBezTo>
                    <a:pt x="240669" y="365062"/>
                    <a:pt x="240599" y="367456"/>
                    <a:pt x="242638" y="372819"/>
                  </a:cubicBezTo>
                  <a:cubicBezTo>
                    <a:pt x="245274" y="379752"/>
                    <a:pt x="245565" y="379861"/>
                    <a:pt x="248980" y="375191"/>
                  </a:cubicBezTo>
                  <a:cubicBezTo>
                    <a:pt x="253071" y="369596"/>
                    <a:pt x="256854" y="372003"/>
                    <a:pt x="256854" y="380201"/>
                  </a:cubicBezTo>
                  <a:cubicBezTo>
                    <a:pt x="256854" y="384054"/>
                    <a:pt x="258448" y="385776"/>
                    <a:pt x="262017" y="385776"/>
                  </a:cubicBezTo>
                  <a:cubicBezTo>
                    <a:pt x="266316" y="385777"/>
                    <a:pt x="267243" y="387623"/>
                    <a:pt x="267554" y="396801"/>
                  </a:cubicBezTo>
                  <a:cubicBezTo>
                    <a:pt x="267995" y="409833"/>
                    <a:pt x="271290" y="414537"/>
                    <a:pt x="281559" y="416793"/>
                  </a:cubicBezTo>
                  <a:cubicBezTo>
                    <a:pt x="287964" y="418199"/>
                    <a:pt x="289378" y="420020"/>
                    <a:pt x="290755" y="428632"/>
                  </a:cubicBezTo>
                  <a:cubicBezTo>
                    <a:pt x="291650" y="434230"/>
                    <a:pt x="293391" y="439433"/>
                    <a:pt x="294624" y="440196"/>
                  </a:cubicBezTo>
                  <a:cubicBezTo>
                    <a:pt x="295858" y="440958"/>
                    <a:pt x="296867" y="446160"/>
                    <a:pt x="296867" y="451755"/>
                  </a:cubicBezTo>
                  <a:cubicBezTo>
                    <a:pt x="296867" y="461851"/>
                    <a:pt x="296793" y="461926"/>
                    <a:pt x="287186" y="461588"/>
                  </a:cubicBezTo>
                  <a:cubicBezTo>
                    <a:pt x="281862" y="461400"/>
                    <a:pt x="258020" y="459243"/>
                    <a:pt x="234204" y="456793"/>
                  </a:cubicBezTo>
                  <a:close/>
                </a:path>
              </a:pathLst>
            </a:custGeom>
            <a:solidFill>
              <a:srgbClr val="B9B9B9"/>
            </a:solidFill>
            <a:ln w="5163" cap="flat">
              <a:noFill/>
              <a:prstDash val="solid"/>
              <a:miter/>
            </a:ln>
          </p:spPr>
          <p:txBody>
            <a:bodyPr/>
            <a:lstStyle/>
            <a:p>
              <a:endParaRPr lang="es-419" noProof="0" dirty="0"/>
            </a:p>
          </p:txBody>
        </p:sp>
        <p:sp>
          <p:nvSpPr>
            <p:cNvPr id="108" name="Forma libre: forma 107">
              <a:extLst>
                <a:ext uri="{FF2B5EF4-FFF2-40B4-BE49-F238E27FC236}">
                  <a16:creationId xmlns:a16="http://schemas.microsoft.com/office/drawing/2014/main" id="{90EB1857-1FC8-71AF-1190-D63127B565C5}"/>
                </a:ext>
              </a:extLst>
            </p:cNvPr>
            <p:cNvSpPr/>
            <p:nvPr/>
          </p:nvSpPr>
          <p:spPr>
            <a:xfrm>
              <a:off x="259777" y="1434618"/>
              <a:ext cx="20905" cy="34765"/>
            </a:xfrm>
            <a:custGeom>
              <a:avLst/>
              <a:gdLst>
                <a:gd name="csX0" fmla="*/ 7343 w 20905"/>
                <a:gd name="csY0" fmla="*/ 31742 h 34765"/>
                <a:gd name="csX1" fmla="*/ 5095 w 20905"/>
                <a:gd name="csY1" fmla="*/ 22712 h 34765"/>
                <a:gd name="csX2" fmla="*/ 11946 w 20905"/>
                <a:gd name="csY2" fmla="*/ 12959 h 34765"/>
                <a:gd name="csX3" fmla="*/ 17992 w 20905"/>
                <a:gd name="csY3" fmla="*/ 1997 h 34765"/>
                <a:gd name="csX4" fmla="*/ 19063 w 20905"/>
                <a:gd name="csY4" fmla="*/ 27093 h 34765"/>
                <a:gd name="csX5" fmla="*/ 7343 w 20905"/>
                <a:gd name="csY5" fmla="*/ 31742 h 34765"/>
              </a:gdLst>
              <a:ahLst/>
              <a:cxnLst>
                <a:cxn ang="0">
                  <a:pos x="csX0" y="csY0"/>
                </a:cxn>
                <a:cxn ang="0">
                  <a:pos x="csX1" y="csY1"/>
                </a:cxn>
                <a:cxn ang="0">
                  <a:pos x="csX2" y="csY2"/>
                </a:cxn>
                <a:cxn ang="0">
                  <a:pos x="csX3" y="csY3"/>
                </a:cxn>
                <a:cxn ang="0">
                  <a:pos x="csX4" y="csY4"/>
                </a:cxn>
                <a:cxn ang="0">
                  <a:pos x="csX5" y="csY5"/>
                </a:cxn>
              </a:cxnLst>
              <a:rect l="l" t="t" r="r" b="b"/>
              <a:pathLst>
                <a:path w="20905" h="34765">
                  <a:moveTo>
                    <a:pt x="7343" y="31742"/>
                  </a:moveTo>
                  <a:cubicBezTo>
                    <a:pt x="-1878" y="26647"/>
                    <a:pt x="-2170" y="25474"/>
                    <a:pt x="5095" y="22712"/>
                  </a:cubicBezTo>
                  <a:cubicBezTo>
                    <a:pt x="10179" y="20779"/>
                    <a:pt x="11916" y="18306"/>
                    <a:pt x="11946" y="12959"/>
                  </a:cubicBezTo>
                  <a:cubicBezTo>
                    <a:pt x="11996" y="3833"/>
                    <a:pt x="16177" y="-3749"/>
                    <a:pt x="17992" y="1997"/>
                  </a:cubicBezTo>
                  <a:cubicBezTo>
                    <a:pt x="21527" y="13191"/>
                    <a:pt x="21797" y="19522"/>
                    <a:pt x="19063" y="27093"/>
                  </a:cubicBezTo>
                  <a:cubicBezTo>
                    <a:pt x="15722" y="36343"/>
                    <a:pt x="15691" y="36355"/>
                    <a:pt x="7343" y="31742"/>
                  </a:cubicBezTo>
                  <a:close/>
                </a:path>
              </a:pathLst>
            </a:custGeom>
            <a:solidFill>
              <a:srgbClr val="B9B9B9"/>
            </a:solidFill>
            <a:ln w="5163" cap="flat">
              <a:noFill/>
              <a:prstDash val="solid"/>
              <a:miter/>
            </a:ln>
          </p:spPr>
          <p:txBody>
            <a:bodyPr/>
            <a:lstStyle/>
            <a:p>
              <a:endParaRPr lang="es-419" noProof="0" dirty="0"/>
            </a:p>
          </p:txBody>
        </p:sp>
        <p:sp>
          <p:nvSpPr>
            <p:cNvPr id="109" name="Forma libre: forma 108">
              <a:extLst>
                <a:ext uri="{FF2B5EF4-FFF2-40B4-BE49-F238E27FC236}">
                  <a16:creationId xmlns:a16="http://schemas.microsoft.com/office/drawing/2014/main" id="{8CE8A295-495F-E069-BFD9-3807CB5DF8ED}"/>
                </a:ext>
              </a:extLst>
            </p:cNvPr>
            <p:cNvSpPr/>
            <p:nvPr/>
          </p:nvSpPr>
          <p:spPr>
            <a:xfrm>
              <a:off x="73152" y="1375664"/>
              <a:ext cx="14357" cy="42577"/>
            </a:xfrm>
            <a:custGeom>
              <a:avLst/>
              <a:gdLst>
                <a:gd name="csX0" fmla="*/ 7495 w 14357"/>
                <a:gd name="csY0" fmla="*/ 37645 h 42577"/>
                <a:gd name="csX1" fmla="*/ 3632 w 14357"/>
                <a:gd name="csY1" fmla="*/ 24738 h 42577"/>
                <a:gd name="csX2" fmla="*/ 3632 w 14357"/>
                <a:gd name="csY2" fmla="*/ 1505 h 42577"/>
                <a:gd name="csX3" fmla="*/ 7504 w 14357"/>
                <a:gd name="csY3" fmla="*/ 6137 h 42577"/>
                <a:gd name="csX4" fmla="*/ 10146 w 14357"/>
                <a:gd name="csY4" fmla="*/ 14863 h 42577"/>
                <a:gd name="csX5" fmla="*/ 11643 w 14357"/>
                <a:gd name="csY5" fmla="*/ 38936 h 42577"/>
                <a:gd name="csX6" fmla="*/ 7495 w 14357"/>
                <a:gd name="csY6" fmla="*/ 37645 h 42577"/>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4357" h="42577">
                  <a:moveTo>
                    <a:pt x="7495" y="37645"/>
                  </a:moveTo>
                  <a:cubicBezTo>
                    <a:pt x="7399" y="34096"/>
                    <a:pt x="5661" y="28288"/>
                    <a:pt x="3632" y="24738"/>
                  </a:cubicBezTo>
                  <a:cubicBezTo>
                    <a:pt x="-1211" y="16267"/>
                    <a:pt x="-1211" y="5524"/>
                    <a:pt x="3632" y="1505"/>
                  </a:cubicBezTo>
                  <a:cubicBezTo>
                    <a:pt x="6929" y="-1232"/>
                    <a:pt x="7504" y="-544"/>
                    <a:pt x="7504" y="6137"/>
                  </a:cubicBezTo>
                  <a:cubicBezTo>
                    <a:pt x="7504" y="10452"/>
                    <a:pt x="8693" y="14378"/>
                    <a:pt x="10146" y="14863"/>
                  </a:cubicBezTo>
                  <a:cubicBezTo>
                    <a:pt x="14898" y="16447"/>
                    <a:pt x="15948" y="33343"/>
                    <a:pt x="11643" y="38936"/>
                  </a:cubicBezTo>
                  <a:cubicBezTo>
                    <a:pt x="7745" y="44000"/>
                    <a:pt x="7665" y="43975"/>
                    <a:pt x="7495" y="37645"/>
                  </a:cubicBezTo>
                  <a:close/>
                </a:path>
              </a:pathLst>
            </a:custGeom>
            <a:solidFill>
              <a:srgbClr val="B9B9B9"/>
            </a:solidFill>
            <a:ln w="5163" cap="flat">
              <a:noFill/>
              <a:prstDash val="solid"/>
              <a:miter/>
            </a:ln>
          </p:spPr>
          <p:txBody>
            <a:bodyPr/>
            <a:lstStyle/>
            <a:p>
              <a:endParaRPr lang="es-419" noProof="0" dirty="0"/>
            </a:p>
          </p:txBody>
        </p:sp>
        <p:sp>
          <p:nvSpPr>
            <p:cNvPr id="110" name="Forma libre: forma 109">
              <a:extLst>
                <a:ext uri="{FF2B5EF4-FFF2-40B4-BE49-F238E27FC236}">
                  <a16:creationId xmlns:a16="http://schemas.microsoft.com/office/drawing/2014/main" id="{2F07DC39-173D-2297-6CC7-ABD255C3839C}"/>
                </a:ext>
              </a:extLst>
            </p:cNvPr>
            <p:cNvSpPr/>
            <p:nvPr/>
          </p:nvSpPr>
          <p:spPr>
            <a:xfrm>
              <a:off x="420547" y="1341567"/>
              <a:ext cx="36589" cy="57857"/>
            </a:xfrm>
            <a:custGeom>
              <a:avLst/>
              <a:gdLst>
                <a:gd name="csX0" fmla="*/ 24033 w 36589"/>
                <a:gd name="csY0" fmla="*/ 48231 h 57857"/>
                <a:gd name="csX1" fmla="*/ 8875 w 36589"/>
                <a:gd name="csY1" fmla="*/ 31730 h 57857"/>
                <a:gd name="csX2" fmla="*/ 2815 w 36589"/>
                <a:gd name="csY2" fmla="*/ 140 h 57857"/>
                <a:gd name="csX3" fmla="*/ 18571 w 36589"/>
                <a:gd name="csY3" fmla="*/ 17532 h 57857"/>
                <a:gd name="csX4" fmla="*/ 26156 w 36589"/>
                <a:gd name="csY4" fmla="*/ 27858 h 57857"/>
                <a:gd name="csX5" fmla="*/ 32361 w 36589"/>
                <a:gd name="csY5" fmla="*/ 36599 h 57857"/>
                <a:gd name="csX6" fmla="*/ 34380 w 36589"/>
                <a:gd name="csY6" fmla="*/ 51018 h 57857"/>
                <a:gd name="csX7" fmla="*/ 24033 w 36589"/>
                <a:gd name="csY7" fmla="*/ 48231 h 578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6589" h="57857">
                  <a:moveTo>
                    <a:pt x="24033" y="48231"/>
                  </a:moveTo>
                  <a:cubicBezTo>
                    <a:pt x="18251" y="41995"/>
                    <a:pt x="11430" y="34569"/>
                    <a:pt x="8875" y="31730"/>
                  </a:cubicBezTo>
                  <a:cubicBezTo>
                    <a:pt x="870" y="22831"/>
                    <a:pt x="-3051" y="2391"/>
                    <a:pt x="2815" y="140"/>
                  </a:cubicBezTo>
                  <a:cubicBezTo>
                    <a:pt x="7073" y="-1494"/>
                    <a:pt x="18931" y="11596"/>
                    <a:pt x="18571" y="17532"/>
                  </a:cubicBezTo>
                  <a:cubicBezTo>
                    <a:pt x="18043" y="26212"/>
                    <a:pt x="19252" y="27858"/>
                    <a:pt x="26156" y="27858"/>
                  </a:cubicBezTo>
                  <a:cubicBezTo>
                    <a:pt x="32848" y="27858"/>
                    <a:pt x="33306" y="28504"/>
                    <a:pt x="32361" y="36599"/>
                  </a:cubicBezTo>
                  <a:cubicBezTo>
                    <a:pt x="31800" y="41406"/>
                    <a:pt x="32708" y="47895"/>
                    <a:pt x="34380" y="51018"/>
                  </a:cubicBezTo>
                  <a:cubicBezTo>
                    <a:pt x="39819" y="61181"/>
                    <a:pt x="34782" y="59825"/>
                    <a:pt x="24033" y="48231"/>
                  </a:cubicBezTo>
                  <a:close/>
                </a:path>
              </a:pathLst>
            </a:custGeom>
            <a:solidFill>
              <a:srgbClr val="B9B9B9"/>
            </a:solidFill>
            <a:ln w="5163" cap="flat">
              <a:noFill/>
              <a:prstDash val="solid"/>
              <a:miter/>
            </a:ln>
          </p:spPr>
          <p:txBody>
            <a:bodyPr/>
            <a:lstStyle/>
            <a:p>
              <a:endParaRPr lang="es-419" noProof="0" dirty="0"/>
            </a:p>
          </p:txBody>
        </p:sp>
      </p:grpSp>
      <p:grpSp>
        <p:nvGrpSpPr>
          <p:cNvPr id="111" name="Gráfico 39">
            <a:extLst>
              <a:ext uri="{FF2B5EF4-FFF2-40B4-BE49-F238E27FC236}">
                <a16:creationId xmlns:a16="http://schemas.microsoft.com/office/drawing/2014/main" id="{93B93BBB-B6B8-C165-D596-4905B5665FE4}"/>
              </a:ext>
            </a:extLst>
          </p:cNvPr>
          <p:cNvGrpSpPr/>
          <p:nvPr/>
        </p:nvGrpSpPr>
        <p:grpSpPr>
          <a:xfrm>
            <a:off x="347681" y="1057339"/>
            <a:ext cx="481325" cy="621418"/>
            <a:chOff x="347681" y="1057339"/>
            <a:chExt cx="481325" cy="621418"/>
          </a:xfrm>
          <a:solidFill>
            <a:srgbClr val="B9B9B9"/>
          </a:solidFill>
        </p:grpSpPr>
        <p:grpSp>
          <p:nvGrpSpPr>
            <p:cNvPr id="112" name="Gráfico 39">
              <a:extLst>
                <a:ext uri="{FF2B5EF4-FFF2-40B4-BE49-F238E27FC236}">
                  <a16:creationId xmlns:a16="http://schemas.microsoft.com/office/drawing/2014/main" id="{37EFAFAC-1BDA-6AC6-D7E7-F0FC6163A480}"/>
                </a:ext>
              </a:extLst>
            </p:cNvPr>
            <p:cNvGrpSpPr/>
            <p:nvPr/>
          </p:nvGrpSpPr>
          <p:grpSpPr>
            <a:xfrm>
              <a:off x="492211" y="1384222"/>
              <a:ext cx="33498" cy="51895"/>
              <a:chOff x="492211" y="1384222"/>
              <a:chExt cx="33498" cy="51895"/>
            </a:xfrm>
            <a:solidFill>
              <a:srgbClr val="B9B9B9"/>
            </a:solidFill>
          </p:grpSpPr>
          <p:sp>
            <p:nvSpPr>
              <p:cNvPr id="113" name="Forma libre: forma 112">
                <a:extLst>
                  <a:ext uri="{FF2B5EF4-FFF2-40B4-BE49-F238E27FC236}">
                    <a16:creationId xmlns:a16="http://schemas.microsoft.com/office/drawing/2014/main" id="{84035399-4B7E-7352-2421-3BBDC0BE86C2}"/>
                  </a:ext>
                </a:extLst>
              </p:cNvPr>
              <p:cNvSpPr/>
              <p:nvPr/>
            </p:nvSpPr>
            <p:spPr>
              <a:xfrm>
                <a:off x="492211" y="1428798"/>
                <a:ext cx="6246" cy="7319"/>
              </a:xfrm>
              <a:custGeom>
                <a:avLst/>
                <a:gdLst>
                  <a:gd name="csX0" fmla="*/ 460 w 6246"/>
                  <a:gd name="csY0" fmla="*/ 4088 h 7319"/>
                  <a:gd name="csX1" fmla="*/ 4549 w 6246"/>
                  <a:gd name="csY1" fmla="*/ 0 h 7319"/>
                  <a:gd name="csX2" fmla="*/ 1959 w 6246"/>
                  <a:gd name="csY2" fmla="*/ 7153 h 7319"/>
                  <a:gd name="csX3" fmla="*/ 460 w 6246"/>
                  <a:gd name="csY3" fmla="*/ 4088 h 7319"/>
                </a:gdLst>
                <a:ahLst/>
                <a:cxnLst>
                  <a:cxn ang="0">
                    <a:pos x="csX0" y="csY0"/>
                  </a:cxn>
                  <a:cxn ang="0">
                    <a:pos x="csX1" y="csY1"/>
                  </a:cxn>
                  <a:cxn ang="0">
                    <a:pos x="csX2" y="csY2"/>
                  </a:cxn>
                  <a:cxn ang="0">
                    <a:pos x="csX3" y="csY3"/>
                  </a:cxn>
                </a:cxnLst>
                <a:rect l="l" t="t" r="r" b="b"/>
                <a:pathLst>
                  <a:path w="6246" h="7319">
                    <a:moveTo>
                      <a:pt x="460" y="4088"/>
                    </a:moveTo>
                    <a:cubicBezTo>
                      <a:pt x="1323" y="1840"/>
                      <a:pt x="3163" y="0"/>
                      <a:pt x="4549" y="0"/>
                    </a:cubicBezTo>
                    <a:cubicBezTo>
                      <a:pt x="7942" y="0"/>
                      <a:pt x="5818" y="5867"/>
                      <a:pt x="1959" y="7153"/>
                    </a:cubicBezTo>
                    <a:cubicBezTo>
                      <a:pt x="72" y="7782"/>
                      <a:pt x="-505" y="6602"/>
                      <a:pt x="460" y="4088"/>
                    </a:cubicBezTo>
                    <a:close/>
                  </a:path>
                </a:pathLst>
              </a:custGeom>
              <a:solidFill>
                <a:srgbClr val="B9B9B9"/>
              </a:solidFill>
              <a:ln w="5163" cap="flat">
                <a:noFill/>
                <a:prstDash val="solid"/>
                <a:miter/>
              </a:ln>
            </p:spPr>
            <p:txBody>
              <a:bodyPr/>
              <a:lstStyle/>
              <a:p>
                <a:endParaRPr lang="es-419" noProof="0" dirty="0"/>
              </a:p>
            </p:txBody>
          </p:sp>
          <p:sp>
            <p:nvSpPr>
              <p:cNvPr id="114" name="Forma libre: forma 113">
                <a:extLst>
                  <a:ext uri="{FF2B5EF4-FFF2-40B4-BE49-F238E27FC236}">
                    <a16:creationId xmlns:a16="http://schemas.microsoft.com/office/drawing/2014/main" id="{0A9C2907-4D58-19BF-3F8E-8A06326298FD}"/>
                  </a:ext>
                </a:extLst>
              </p:cNvPr>
              <p:cNvSpPr/>
              <p:nvPr/>
            </p:nvSpPr>
            <p:spPr>
              <a:xfrm>
                <a:off x="495379" y="1384222"/>
                <a:ext cx="30331" cy="44105"/>
              </a:xfrm>
              <a:custGeom>
                <a:avLst/>
                <a:gdLst>
                  <a:gd name="csX0" fmla="*/ 10578 w 30331"/>
                  <a:gd name="csY0" fmla="*/ 40845 h 44105"/>
                  <a:gd name="csX1" fmla="*/ 3426 w 30331"/>
                  <a:gd name="csY1" fmla="*/ 27268 h 44105"/>
                  <a:gd name="csX2" fmla="*/ 8634 w 30331"/>
                  <a:gd name="csY2" fmla="*/ 13316 h 44105"/>
                  <a:gd name="csX3" fmla="*/ 25629 w 30331"/>
                  <a:gd name="csY3" fmla="*/ 1695 h 44105"/>
                  <a:gd name="csX4" fmla="*/ 27283 w 30331"/>
                  <a:gd name="csY4" fmla="*/ 34769 h 44105"/>
                  <a:gd name="csX5" fmla="*/ 10578 w 30331"/>
                  <a:gd name="csY5" fmla="*/ 40845 h 44105"/>
                </a:gdLst>
                <a:ahLst/>
                <a:cxnLst>
                  <a:cxn ang="0">
                    <a:pos x="csX0" y="csY0"/>
                  </a:cxn>
                  <a:cxn ang="0">
                    <a:pos x="csX1" y="csY1"/>
                  </a:cxn>
                  <a:cxn ang="0">
                    <a:pos x="csX2" y="csY2"/>
                  </a:cxn>
                  <a:cxn ang="0">
                    <a:pos x="csX3" y="csY3"/>
                  </a:cxn>
                  <a:cxn ang="0">
                    <a:pos x="csX4" y="csY4"/>
                  </a:cxn>
                  <a:cxn ang="0">
                    <a:pos x="csX5" y="csY5"/>
                  </a:cxn>
                </a:cxnLst>
                <a:rect l="l" t="t" r="r" b="b"/>
                <a:pathLst>
                  <a:path w="30331" h="44105">
                    <a:moveTo>
                      <a:pt x="10578" y="40845"/>
                    </a:moveTo>
                    <a:cubicBezTo>
                      <a:pt x="-1917" y="34327"/>
                      <a:pt x="-2001" y="34167"/>
                      <a:pt x="3426" y="27268"/>
                    </a:cubicBezTo>
                    <a:cubicBezTo>
                      <a:pt x="6291" y="23626"/>
                      <a:pt x="8634" y="17348"/>
                      <a:pt x="8634" y="13316"/>
                    </a:cubicBezTo>
                    <a:cubicBezTo>
                      <a:pt x="8634" y="4586"/>
                      <a:pt x="20679" y="-3650"/>
                      <a:pt x="25629" y="1695"/>
                    </a:cubicBezTo>
                    <a:cubicBezTo>
                      <a:pt x="31123" y="7627"/>
                      <a:pt x="31970" y="24580"/>
                      <a:pt x="27283" y="34769"/>
                    </a:cubicBezTo>
                    <a:cubicBezTo>
                      <a:pt x="22315" y="45567"/>
                      <a:pt x="20734" y="46142"/>
                      <a:pt x="10578" y="40845"/>
                    </a:cubicBezTo>
                    <a:close/>
                  </a:path>
                </a:pathLst>
              </a:custGeom>
              <a:solidFill>
                <a:srgbClr val="B9B9B9"/>
              </a:solidFill>
              <a:ln w="5163" cap="flat">
                <a:noFill/>
                <a:prstDash val="solid"/>
                <a:miter/>
              </a:ln>
            </p:spPr>
            <p:txBody>
              <a:bodyPr/>
              <a:lstStyle/>
              <a:p>
                <a:endParaRPr lang="es-419" noProof="0" dirty="0"/>
              </a:p>
            </p:txBody>
          </p:sp>
        </p:grpSp>
        <p:grpSp>
          <p:nvGrpSpPr>
            <p:cNvPr id="115" name="Gráfico 39">
              <a:extLst>
                <a:ext uri="{FF2B5EF4-FFF2-40B4-BE49-F238E27FC236}">
                  <a16:creationId xmlns:a16="http://schemas.microsoft.com/office/drawing/2014/main" id="{C55DA61E-1060-0FB3-2831-BFF060A333C5}"/>
                </a:ext>
              </a:extLst>
            </p:cNvPr>
            <p:cNvGrpSpPr/>
            <p:nvPr/>
          </p:nvGrpSpPr>
          <p:grpSpPr>
            <a:xfrm>
              <a:off x="347681" y="1057339"/>
              <a:ext cx="481325" cy="621418"/>
              <a:chOff x="347681" y="1057339"/>
              <a:chExt cx="481325" cy="621418"/>
            </a:xfrm>
            <a:solidFill>
              <a:srgbClr val="B9B9B9"/>
            </a:solidFill>
          </p:grpSpPr>
          <p:sp>
            <p:nvSpPr>
              <p:cNvPr id="116" name="Forma libre: forma 115">
                <a:extLst>
                  <a:ext uri="{FF2B5EF4-FFF2-40B4-BE49-F238E27FC236}">
                    <a16:creationId xmlns:a16="http://schemas.microsoft.com/office/drawing/2014/main" id="{DF36201F-8DEF-1EF3-2D91-1210D9F9BF30}"/>
                  </a:ext>
                </a:extLst>
              </p:cNvPr>
              <p:cNvSpPr/>
              <p:nvPr/>
            </p:nvSpPr>
            <p:spPr>
              <a:xfrm>
                <a:off x="347681" y="1057339"/>
                <a:ext cx="481325" cy="621418"/>
              </a:xfrm>
              <a:custGeom>
                <a:avLst/>
                <a:gdLst>
                  <a:gd name="csX0" fmla="*/ 392709 w 481325"/>
                  <a:gd name="csY0" fmla="*/ 609477 h 621418"/>
                  <a:gd name="csX1" fmla="*/ 388957 w 481325"/>
                  <a:gd name="csY1" fmla="*/ 594848 h 621418"/>
                  <a:gd name="csX2" fmla="*/ 382520 w 481325"/>
                  <a:gd name="csY2" fmla="*/ 582680 h 621418"/>
                  <a:gd name="csX3" fmla="*/ 381003 w 481325"/>
                  <a:gd name="csY3" fmla="*/ 575394 h 621418"/>
                  <a:gd name="csX4" fmla="*/ 376772 w 481325"/>
                  <a:gd name="csY4" fmla="*/ 573517 h 621418"/>
                  <a:gd name="csX5" fmla="*/ 372471 w 481325"/>
                  <a:gd name="csY5" fmla="*/ 575078 h 621418"/>
                  <a:gd name="csX6" fmla="*/ 371638 w 481325"/>
                  <a:gd name="csY6" fmla="*/ 577600 h 621418"/>
                  <a:gd name="csX7" fmla="*/ 373727 w 481325"/>
                  <a:gd name="csY7" fmla="*/ 583138 h 621418"/>
                  <a:gd name="csX8" fmla="*/ 369193 w 481325"/>
                  <a:gd name="csY8" fmla="*/ 580381 h 621418"/>
                  <a:gd name="csX9" fmla="*/ 364289 w 481325"/>
                  <a:gd name="csY9" fmla="*/ 578851 h 621418"/>
                  <a:gd name="csX10" fmla="*/ 358202 w 481325"/>
                  <a:gd name="csY10" fmla="*/ 578294 h 621418"/>
                  <a:gd name="csX11" fmla="*/ 344811 w 481325"/>
                  <a:gd name="csY11" fmla="*/ 546998 h 621418"/>
                  <a:gd name="csX12" fmla="*/ 347360 w 481325"/>
                  <a:gd name="csY12" fmla="*/ 544424 h 621418"/>
                  <a:gd name="csX13" fmla="*/ 329284 w 481325"/>
                  <a:gd name="csY13" fmla="*/ 536840 h 621418"/>
                  <a:gd name="csX14" fmla="*/ 312504 w 481325"/>
                  <a:gd name="csY14" fmla="*/ 531378 h 621418"/>
                  <a:gd name="csX15" fmla="*/ 299274 w 481325"/>
                  <a:gd name="csY15" fmla="*/ 523870 h 621418"/>
                  <a:gd name="csX16" fmla="*/ 298267 w 481325"/>
                  <a:gd name="csY16" fmla="*/ 519838 h 621418"/>
                  <a:gd name="csX17" fmla="*/ 294146 w 481325"/>
                  <a:gd name="csY17" fmla="*/ 506308 h 621418"/>
                  <a:gd name="csX18" fmla="*/ 290635 w 481325"/>
                  <a:gd name="csY18" fmla="*/ 495822 h 621418"/>
                  <a:gd name="csX19" fmla="*/ 290295 w 481325"/>
                  <a:gd name="csY19" fmla="*/ 485043 h 621418"/>
                  <a:gd name="csX20" fmla="*/ 292460 w 481325"/>
                  <a:gd name="csY20" fmla="*/ 479235 h 621418"/>
                  <a:gd name="csX21" fmla="*/ 293954 w 481325"/>
                  <a:gd name="csY21" fmla="*/ 469554 h 621418"/>
                  <a:gd name="csX22" fmla="*/ 288754 w 481325"/>
                  <a:gd name="csY22" fmla="*/ 460702 h 621418"/>
                  <a:gd name="csX23" fmla="*/ 283583 w 481325"/>
                  <a:gd name="csY23" fmla="*/ 460065 h 621418"/>
                  <a:gd name="csX24" fmla="*/ 278874 w 481325"/>
                  <a:gd name="csY24" fmla="*/ 460231 h 621418"/>
                  <a:gd name="csX25" fmla="*/ 272498 w 481325"/>
                  <a:gd name="csY25" fmla="*/ 449744 h 621418"/>
                  <a:gd name="csX26" fmla="*/ 269740 w 481325"/>
                  <a:gd name="csY26" fmla="*/ 445139 h 621418"/>
                  <a:gd name="csX27" fmla="*/ 268211 w 481325"/>
                  <a:gd name="csY27" fmla="*/ 450043 h 621418"/>
                  <a:gd name="csX28" fmla="*/ 267044 w 481325"/>
                  <a:gd name="csY28" fmla="*/ 456881 h 621418"/>
                  <a:gd name="csX29" fmla="*/ 259538 w 481325"/>
                  <a:gd name="csY29" fmla="*/ 454425 h 621418"/>
                  <a:gd name="csX30" fmla="*/ 254428 w 481325"/>
                  <a:gd name="csY30" fmla="*/ 444654 h 621418"/>
                  <a:gd name="csX31" fmla="*/ 249421 w 481325"/>
                  <a:gd name="csY31" fmla="*/ 443656 h 621418"/>
                  <a:gd name="csX32" fmla="*/ 238700 w 481325"/>
                  <a:gd name="csY32" fmla="*/ 428558 h 621418"/>
                  <a:gd name="csX33" fmla="*/ 224166 w 481325"/>
                  <a:gd name="csY33" fmla="*/ 409935 h 621418"/>
                  <a:gd name="csX34" fmla="*/ 213124 w 481325"/>
                  <a:gd name="csY34" fmla="*/ 401065 h 621418"/>
                  <a:gd name="csX35" fmla="*/ 206671 w 481325"/>
                  <a:gd name="csY35" fmla="*/ 388468 h 621418"/>
                  <a:gd name="csX36" fmla="*/ 204242 w 481325"/>
                  <a:gd name="csY36" fmla="*/ 374041 h 621418"/>
                  <a:gd name="csX37" fmla="*/ 206562 w 481325"/>
                  <a:gd name="csY37" fmla="*/ 371283 h 621418"/>
                  <a:gd name="csX38" fmla="*/ 201394 w 481325"/>
                  <a:gd name="csY38" fmla="*/ 369855 h 621418"/>
                  <a:gd name="csX39" fmla="*/ 181743 w 481325"/>
                  <a:gd name="csY39" fmla="*/ 350072 h 621418"/>
                  <a:gd name="csX40" fmla="*/ 180840 w 481325"/>
                  <a:gd name="csY40" fmla="*/ 340015 h 621418"/>
                  <a:gd name="csX41" fmla="*/ 168342 w 481325"/>
                  <a:gd name="csY41" fmla="*/ 316750 h 621418"/>
                  <a:gd name="csX42" fmla="*/ 162786 w 481325"/>
                  <a:gd name="csY42" fmla="*/ 304341 h 621418"/>
                  <a:gd name="csX43" fmla="*/ 153959 w 481325"/>
                  <a:gd name="csY43" fmla="*/ 280463 h 621418"/>
                  <a:gd name="csX44" fmla="*/ 143231 w 481325"/>
                  <a:gd name="csY44" fmla="*/ 268201 h 621418"/>
                  <a:gd name="csX45" fmla="*/ 141096 w 481325"/>
                  <a:gd name="csY45" fmla="*/ 246493 h 621418"/>
                  <a:gd name="csX46" fmla="*/ 133510 w 481325"/>
                  <a:gd name="csY46" fmla="*/ 215932 h 621418"/>
                  <a:gd name="csX47" fmla="*/ 125786 w 481325"/>
                  <a:gd name="csY47" fmla="*/ 201792 h 621418"/>
                  <a:gd name="csX48" fmla="*/ 113580 w 481325"/>
                  <a:gd name="csY48" fmla="*/ 175023 h 621418"/>
                  <a:gd name="csX49" fmla="*/ 104703 w 481325"/>
                  <a:gd name="csY49" fmla="*/ 151035 h 621418"/>
                  <a:gd name="csX50" fmla="*/ 100240 w 481325"/>
                  <a:gd name="csY50" fmla="*/ 135893 h 621418"/>
                  <a:gd name="csX51" fmla="*/ 100240 w 481325"/>
                  <a:gd name="csY51" fmla="*/ 128463 h 621418"/>
                  <a:gd name="csX52" fmla="*/ 99247 w 481325"/>
                  <a:gd name="csY52" fmla="*/ 115142 h 621418"/>
                  <a:gd name="csX53" fmla="*/ 93791 w 481325"/>
                  <a:gd name="csY53" fmla="*/ 109442 h 621418"/>
                  <a:gd name="csX54" fmla="*/ 95549 w 481325"/>
                  <a:gd name="csY54" fmla="*/ 115250 h 621418"/>
                  <a:gd name="csX55" fmla="*/ 90800 w 481325"/>
                  <a:gd name="csY55" fmla="*/ 117023 h 621418"/>
                  <a:gd name="csX56" fmla="*/ 87172 w 481325"/>
                  <a:gd name="csY56" fmla="*/ 114272 h 621418"/>
                  <a:gd name="csX57" fmla="*/ 67148 w 481325"/>
                  <a:gd name="csY57" fmla="*/ 111209 h 621418"/>
                  <a:gd name="csX58" fmla="*/ 49971 w 481325"/>
                  <a:gd name="csY58" fmla="*/ 100232 h 621418"/>
                  <a:gd name="csX59" fmla="*/ 44090 w 481325"/>
                  <a:gd name="csY59" fmla="*/ 90574 h 621418"/>
                  <a:gd name="csX60" fmla="*/ 35863 w 481325"/>
                  <a:gd name="csY60" fmla="*/ 83433 h 621418"/>
                  <a:gd name="csX61" fmla="*/ 32588 w 481325"/>
                  <a:gd name="csY61" fmla="*/ 82069 h 621418"/>
                  <a:gd name="csX62" fmla="*/ 11771 w 481325"/>
                  <a:gd name="csY62" fmla="*/ 68233 h 621418"/>
                  <a:gd name="csX63" fmla="*/ 5348 w 481325"/>
                  <a:gd name="csY63" fmla="*/ 59589 h 621418"/>
                  <a:gd name="csX64" fmla="*/ 1583 w 481325"/>
                  <a:gd name="csY64" fmla="*/ 46912 h 621418"/>
                  <a:gd name="csX65" fmla="*/ 325 w 481325"/>
                  <a:gd name="csY65" fmla="*/ 17525 h 621418"/>
                  <a:gd name="csX66" fmla="*/ 4538 w 481325"/>
                  <a:gd name="csY66" fmla="*/ 6689 h 621418"/>
                  <a:gd name="csX67" fmla="*/ 10480 w 481325"/>
                  <a:gd name="csY67" fmla="*/ 0 h 621418"/>
                  <a:gd name="csX68" fmla="*/ 53074 w 481325"/>
                  <a:gd name="csY68" fmla="*/ 22147 h 621418"/>
                  <a:gd name="csX69" fmla="*/ 133099 w 481325"/>
                  <a:gd name="csY69" fmla="*/ 64285 h 621418"/>
                  <a:gd name="csX70" fmla="*/ 308638 w 481325"/>
                  <a:gd name="csY70" fmla="*/ 150152 h 621418"/>
                  <a:gd name="csX71" fmla="*/ 460324 w 481325"/>
                  <a:gd name="csY71" fmla="*/ 163865 h 621418"/>
                  <a:gd name="csX72" fmla="*/ 466125 w 481325"/>
                  <a:gd name="csY72" fmla="*/ 170071 h 621418"/>
                  <a:gd name="csX73" fmla="*/ 465714 w 481325"/>
                  <a:gd name="csY73" fmla="*/ 176317 h 621418"/>
                  <a:gd name="csX74" fmla="*/ 471176 w 481325"/>
                  <a:gd name="csY74" fmla="*/ 205515 h 621418"/>
                  <a:gd name="csX75" fmla="*/ 478356 w 481325"/>
                  <a:gd name="csY75" fmla="*/ 244968 h 621418"/>
                  <a:gd name="csX76" fmla="*/ 480666 w 481325"/>
                  <a:gd name="csY76" fmla="*/ 291434 h 621418"/>
                  <a:gd name="csX77" fmla="*/ 471606 w 481325"/>
                  <a:gd name="csY77" fmla="*/ 339879 h 621418"/>
                  <a:gd name="csX78" fmla="*/ 467718 w 481325"/>
                  <a:gd name="csY78" fmla="*/ 346935 h 621418"/>
                  <a:gd name="csX79" fmla="*/ 468256 w 481325"/>
                  <a:gd name="csY79" fmla="*/ 419216 h 621418"/>
                  <a:gd name="csX80" fmla="*/ 469120 w 481325"/>
                  <a:gd name="csY80" fmla="*/ 434705 h 621418"/>
                  <a:gd name="csX81" fmla="*/ 451760 w 481325"/>
                  <a:gd name="csY81" fmla="*/ 439004 h 621418"/>
                  <a:gd name="csX82" fmla="*/ 430017 w 481325"/>
                  <a:gd name="csY82" fmla="*/ 458164 h 621418"/>
                  <a:gd name="csX83" fmla="*/ 441207 w 481325"/>
                  <a:gd name="csY83" fmla="*/ 484914 h 621418"/>
                  <a:gd name="csX84" fmla="*/ 455538 w 481325"/>
                  <a:gd name="csY84" fmla="*/ 533438 h 621418"/>
                  <a:gd name="csX85" fmla="*/ 463393 w 481325"/>
                  <a:gd name="csY85" fmla="*/ 557324 h 621418"/>
                  <a:gd name="csX86" fmla="*/ 466107 w 481325"/>
                  <a:gd name="csY86" fmla="*/ 564704 h 621418"/>
                  <a:gd name="csX87" fmla="*/ 427332 w 481325"/>
                  <a:gd name="csY87" fmla="*/ 607875 h 621418"/>
                  <a:gd name="csX88" fmla="*/ 408378 w 481325"/>
                  <a:gd name="csY88" fmla="*/ 619278 h 621418"/>
                  <a:gd name="csX89" fmla="*/ 406733 w 481325"/>
                  <a:gd name="csY89" fmla="*/ 612610 h 621418"/>
                  <a:gd name="csX90" fmla="*/ 398989 w 481325"/>
                  <a:gd name="csY90" fmla="*/ 614115 h 621418"/>
                  <a:gd name="csX91" fmla="*/ 394277 w 481325"/>
                  <a:gd name="csY91" fmla="*/ 621279 h 621418"/>
                  <a:gd name="csX92" fmla="*/ 392709 w 481325"/>
                  <a:gd name="csY92" fmla="*/ 609477 h 62141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Lst>
                <a:rect l="l" t="t" r="r" b="b"/>
                <a:pathLst>
                  <a:path w="481325" h="621418">
                    <a:moveTo>
                      <a:pt x="392709" y="609477"/>
                    </a:moveTo>
                    <a:cubicBezTo>
                      <a:pt x="394253" y="597840"/>
                      <a:pt x="393887" y="596413"/>
                      <a:pt x="388957" y="594848"/>
                    </a:cubicBezTo>
                    <a:cubicBezTo>
                      <a:pt x="381454" y="592467"/>
                      <a:pt x="376874" y="583809"/>
                      <a:pt x="382520" y="582680"/>
                    </a:cubicBezTo>
                    <a:cubicBezTo>
                      <a:pt x="386074" y="581969"/>
                      <a:pt x="385853" y="580904"/>
                      <a:pt x="381003" y="575394"/>
                    </a:cubicBezTo>
                    <a:cubicBezTo>
                      <a:pt x="377016" y="570863"/>
                      <a:pt x="375755" y="570304"/>
                      <a:pt x="376772" y="573517"/>
                    </a:cubicBezTo>
                    <a:cubicBezTo>
                      <a:pt x="378038" y="577517"/>
                      <a:pt x="377495" y="577714"/>
                      <a:pt x="372471" y="575078"/>
                    </a:cubicBezTo>
                    <a:cubicBezTo>
                      <a:pt x="366755" y="572079"/>
                      <a:pt x="366750" y="572094"/>
                      <a:pt x="371638" y="577600"/>
                    </a:cubicBezTo>
                    <a:cubicBezTo>
                      <a:pt x="374343" y="580646"/>
                      <a:pt x="375283" y="583138"/>
                      <a:pt x="373727" y="583138"/>
                    </a:cubicBezTo>
                    <a:cubicBezTo>
                      <a:pt x="372171" y="583138"/>
                      <a:pt x="370131" y="581897"/>
                      <a:pt x="369193" y="580381"/>
                    </a:cubicBezTo>
                    <a:cubicBezTo>
                      <a:pt x="368256" y="578864"/>
                      <a:pt x="366049" y="578176"/>
                      <a:pt x="364289" y="578851"/>
                    </a:cubicBezTo>
                    <a:cubicBezTo>
                      <a:pt x="362530" y="579526"/>
                      <a:pt x="359790" y="579276"/>
                      <a:pt x="358202" y="578294"/>
                    </a:cubicBezTo>
                    <a:cubicBezTo>
                      <a:pt x="354056" y="575732"/>
                      <a:pt x="341762" y="546998"/>
                      <a:pt x="344811" y="546998"/>
                    </a:cubicBezTo>
                    <a:cubicBezTo>
                      <a:pt x="346213" y="546998"/>
                      <a:pt x="347360" y="545839"/>
                      <a:pt x="347360" y="544424"/>
                    </a:cubicBezTo>
                    <a:cubicBezTo>
                      <a:pt x="347360" y="541126"/>
                      <a:pt x="331006" y="534265"/>
                      <a:pt x="329284" y="536840"/>
                    </a:cubicBezTo>
                    <a:cubicBezTo>
                      <a:pt x="328570" y="537907"/>
                      <a:pt x="321020" y="535449"/>
                      <a:pt x="312504" y="531378"/>
                    </a:cubicBezTo>
                    <a:cubicBezTo>
                      <a:pt x="303989" y="527306"/>
                      <a:pt x="298035" y="523928"/>
                      <a:pt x="299274" y="523870"/>
                    </a:cubicBezTo>
                    <a:cubicBezTo>
                      <a:pt x="300512" y="523812"/>
                      <a:pt x="300059" y="521998"/>
                      <a:pt x="298267" y="519838"/>
                    </a:cubicBezTo>
                    <a:cubicBezTo>
                      <a:pt x="296474" y="517678"/>
                      <a:pt x="294620" y="511589"/>
                      <a:pt x="294146" y="506308"/>
                    </a:cubicBezTo>
                    <a:cubicBezTo>
                      <a:pt x="293672" y="501026"/>
                      <a:pt x="292092" y="496307"/>
                      <a:pt x="290635" y="495822"/>
                    </a:cubicBezTo>
                    <a:cubicBezTo>
                      <a:pt x="287387" y="494739"/>
                      <a:pt x="287081" y="485043"/>
                      <a:pt x="290295" y="485043"/>
                    </a:cubicBezTo>
                    <a:cubicBezTo>
                      <a:pt x="291564" y="485043"/>
                      <a:pt x="292539" y="482429"/>
                      <a:pt x="292460" y="479235"/>
                    </a:cubicBezTo>
                    <a:cubicBezTo>
                      <a:pt x="292381" y="476040"/>
                      <a:pt x="293054" y="471684"/>
                      <a:pt x="293954" y="469554"/>
                    </a:cubicBezTo>
                    <a:cubicBezTo>
                      <a:pt x="294994" y="467095"/>
                      <a:pt x="293096" y="463864"/>
                      <a:pt x="288754" y="460702"/>
                    </a:cubicBezTo>
                    <a:cubicBezTo>
                      <a:pt x="282831" y="456387"/>
                      <a:pt x="282139" y="456302"/>
                      <a:pt x="283583" y="460065"/>
                    </a:cubicBezTo>
                    <a:cubicBezTo>
                      <a:pt x="285131" y="464099"/>
                      <a:pt x="284795" y="464110"/>
                      <a:pt x="278874" y="460231"/>
                    </a:cubicBezTo>
                    <a:cubicBezTo>
                      <a:pt x="274972" y="457675"/>
                      <a:pt x="272498" y="453605"/>
                      <a:pt x="272498" y="449744"/>
                    </a:cubicBezTo>
                    <a:cubicBezTo>
                      <a:pt x="272498" y="445927"/>
                      <a:pt x="271409" y="444108"/>
                      <a:pt x="269740" y="445139"/>
                    </a:cubicBezTo>
                    <a:cubicBezTo>
                      <a:pt x="268224" y="446077"/>
                      <a:pt x="267535" y="448283"/>
                      <a:pt x="268211" y="450043"/>
                    </a:cubicBezTo>
                    <a:cubicBezTo>
                      <a:pt x="268886" y="451803"/>
                      <a:pt x="268361" y="454880"/>
                      <a:pt x="267044" y="456881"/>
                    </a:cubicBezTo>
                    <a:cubicBezTo>
                      <a:pt x="265087" y="459853"/>
                      <a:pt x="263712" y="459403"/>
                      <a:pt x="259538" y="454425"/>
                    </a:cubicBezTo>
                    <a:cubicBezTo>
                      <a:pt x="256727" y="451073"/>
                      <a:pt x="254428" y="446676"/>
                      <a:pt x="254428" y="444654"/>
                    </a:cubicBezTo>
                    <a:cubicBezTo>
                      <a:pt x="254428" y="441815"/>
                      <a:pt x="253286" y="441587"/>
                      <a:pt x="249421" y="443656"/>
                    </a:cubicBezTo>
                    <a:cubicBezTo>
                      <a:pt x="243479" y="446836"/>
                      <a:pt x="243193" y="446433"/>
                      <a:pt x="238700" y="428558"/>
                    </a:cubicBezTo>
                    <a:cubicBezTo>
                      <a:pt x="235500" y="415829"/>
                      <a:pt x="234285" y="414272"/>
                      <a:pt x="224166" y="409935"/>
                    </a:cubicBezTo>
                    <a:cubicBezTo>
                      <a:pt x="217728" y="407175"/>
                      <a:pt x="213124" y="403477"/>
                      <a:pt x="213124" y="401065"/>
                    </a:cubicBezTo>
                    <a:cubicBezTo>
                      <a:pt x="213124" y="398790"/>
                      <a:pt x="210220" y="393122"/>
                      <a:pt x="206671" y="388468"/>
                    </a:cubicBezTo>
                    <a:cubicBezTo>
                      <a:pt x="199265" y="378758"/>
                      <a:pt x="198471" y="374041"/>
                      <a:pt x="204242" y="374041"/>
                    </a:cubicBezTo>
                    <a:cubicBezTo>
                      <a:pt x="206455" y="374041"/>
                      <a:pt x="207499" y="372800"/>
                      <a:pt x="206562" y="371283"/>
                    </a:cubicBezTo>
                    <a:cubicBezTo>
                      <a:pt x="205625" y="369767"/>
                      <a:pt x="203299" y="369124"/>
                      <a:pt x="201394" y="369855"/>
                    </a:cubicBezTo>
                    <a:cubicBezTo>
                      <a:pt x="197850" y="371215"/>
                      <a:pt x="182472" y="355734"/>
                      <a:pt x="181743" y="350072"/>
                    </a:cubicBezTo>
                    <a:cubicBezTo>
                      <a:pt x="181521" y="348347"/>
                      <a:pt x="181114" y="343821"/>
                      <a:pt x="180840" y="340015"/>
                    </a:cubicBezTo>
                    <a:cubicBezTo>
                      <a:pt x="179988" y="328208"/>
                      <a:pt x="174287" y="317597"/>
                      <a:pt x="168342" y="316750"/>
                    </a:cubicBezTo>
                    <a:cubicBezTo>
                      <a:pt x="163596" y="316073"/>
                      <a:pt x="162786" y="314266"/>
                      <a:pt x="162786" y="304341"/>
                    </a:cubicBezTo>
                    <a:cubicBezTo>
                      <a:pt x="162786" y="295229"/>
                      <a:pt x="160883" y="290082"/>
                      <a:pt x="153959" y="280463"/>
                    </a:cubicBezTo>
                    <a:cubicBezTo>
                      <a:pt x="149104" y="273719"/>
                      <a:pt x="144276" y="268201"/>
                      <a:pt x="143231" y="268201"/>
                    </a:cubicBezTo>
                    <a:cubicBezTo>
                      <a:pt x="142186" y="268201"/>
                      <a:pt x="141225" y="258432"/>
                      <a:pt x="141096" y="246493"/>
                    </a:cubicBezTo>
                    <a:cubicBezTo>
                      <a:pt x="140831" y="221943"/>
                      <a:pt x="139743" y="217562"/>
                      <a:pt x="133510" y="215932"/>
                    </a:cubicBezTo>
                    <a:cubicBezTo>
                      <a:pt x="130755" y="215211"/>
                      <a:pt x="127873" y="209936"/>
                      <a:pt x="125786" y="201792"/>
                    </a:cubicBezTo>
                    <a:cubicBezTo>
                      <a:pt x="123955" y="194647"/>
                      <a:pt x="118462" y="182601"/>
                      <a:pt x="113580" y="175023"/>
                    </a:cubicBezTo>
                    <a:cubicBezTo>
                      <a:pt x="107284" y="165251"/>
                      <a:pt x="104703" y="158277"/>
                      <a:pt x="104703" y="151035"/>
                    </a:cubicBezTo>
                    <a:cubicBezTo>
                      <a:pt x="104703" y="144982"/>
                      <a:pt x="102887" y="138818"/>
                      <a:pt x="100240" y="135893"/>
                    </a:cubicBezTo>
                    <a:cubicBezTo>
                      <a:pt x="96009" y="131218"/>
                      <a:pt x="96009" y="130831"/>
                      <a:pt x="100240" y="128463"/>
                    </a:cubicBezTo>
                    <a:cubicBezTo>
                      <a:pt x="106103" y="125181"/>
                      <a:pt x="105871" y="122062"/>
                      <a:pt x="99247" y="115142"/>
                    </a:cubicBezTo>
                    <a:lnTo>
                      <a:pt x="93791" y="109442"/>
                    </a:lnTo>
                    <a:lnTo>
                      <a:pt x="95549" y="115250"/>
                    </a:lnTo>
                    <a:cubicBezTo>
                      <a:pt x="97517" y="121752"/>
                      <a:pt x="93229" y="123352"/>
                      <a:pt x="90800" y="117023"/>
                    </a:cubicBezTo>
                    <a:cubicBezTo>
                      <a:pt x="89948" y="114803"/>
                      <a:pt x="88316" y="113565"/>
                      <a:pt x="87172" y="114272"/>
                    </a:cubicBezTo>
                    <a:cubicBezTo>
                      <a:pt x="86029" y="114978"/>
                      <a:pt x="77018" y="113600"/>
                      <a:pt x="67148" y="111209"/>
                    </a:cubicBezTo>
                    <a:cubicBezTo>
                      <a:pt x="50330" y="107134"/>
                      <a:pt x="49251" y="106444"/>
                      <a:pt x="49971" y="100232"/>
                    </a:cubicBezTo>
                    <a:cubicBezTo>
                      <a:pt x="50552" y="95214"/>
                      <a:pt x="49124" y="92867"/>
                      <a:pt x="44090" y="90574"/>
                    </a:cubicBezTo>
                    <a:cubicBezTo>
                      <a:pt x="40433" y="88908"/>
                      <a:pt x="36731" y="85694"/>
                      <a:pt x="35863" y="83433"/>
                    </a:cubicBezTo>
                    <a:cubicBezTo>
                      <a:pt x="34873" y="80853"/>
                      <a:pt x="33654" y="80345"/>
                      <a:pt x="32588" y="82069"/>
                    </a:cubicBezTo>
                    <a:cubicBezTo>
                      <a:pt x="30403" y="85606"/>
                      <a:pt x="11771" y="73222"/>
                      <a:pt x="11771" y="68233"/>
                    </a:cubicBezTo>
                    <a:cubicBezTo>
                      <a:pt x="11771" y="66258"/>
                      <a:pt x="8881" y="62368"/>
                      <a:pt x="5348" y="59589"/>
                    </a:cubicBezTo>
                    <a:cubicBezTo>
                      <a:pt x="-304" y="55143"/>
                      <a:pt x="-756" y="53621"/>
                      <a:pt x="1583" y="46912"/>
                    </a:cubicBezTo>
                    <a:cubicBezTo>
                      <a:pt x="4225" y="39332"/>
                      <a:pt x="3631" y="25451"/>
                      <a:pt x="325" y="17525"/>
                    </a:cubicBezTo>
                    <a:cubicBezTo>
                      <a:pt x="-744" y="14961"/>
                      <a:pt x="864" y="10824"/>
                      <a:pt x="4538" y="6689"/>
                    </a:cubicBezTo>
                    <a:lnTo>
                      <a:pt x="10480" y="0"/>
                    </a:lnTo>
                    <a:lnTo>
                      <a:pt x="53074" y="22147"/>
                    </a:lnTo>
                    <a:cubicBezTo>
                      <a:pt x="76501" y="34328"/>
                      <a:pt x="112512" y="53290"/>
                      <a:pt x="133099" y="64285"/>
                    </a:cubicBezTo>
                    <a:cubicBezTo>
                      <a:pt x="293633" y="150024"/>
                      <a:pt x="290844" y="148660"/>
                      <a:pt x="308638" y="150152"/>
                    </a:cubicBezTo>
                    <a:cubicBezTo>
                      <a:pt x="379829" y="156121"/>
                      <a:pt x="453326" y="162765"/>
                      <a:pt x="460324" y="163865"/>
                    </a:cubicBezTo>
                    <a:cubicBezTo>
                      <a:pt x="467642" y="165014"/>
                      <a:pt x="468398" y="165824"/>
                      <a:pt x="466125" y="170071"/>
                    </a:cubicBezTo>
                    <a:cubicBezTo>
                      <a:pt x="464688" y="172758"/>
                      <a:pt x="464502" y="175568"/>
                      <a:pt x="465714" y="176317"/>
                    </a:cubicBezTo>
                    <a:cubicBezTo>
                      <a:pt x="466925" y="177066"/>
                      <a:pt x="469383" y="190205"/>
                      <a:pt x="471176" y="205515"/>
                    </a:cubicBezTo>
                    <a:cubicBezTo>
                      <a:pt x="472969" y="220825"/>
                      <a:pt x="476200" y="238579"/>
                      <a:pt x="478356" y="244968"/>
                    </a:cubicBezTo>
                    <a:cubicBezTo>
                      <a:pt x="481464" y="254178"/>
                      <a:pt x="481943" y="263804"/>
                      <a:pt x="480666" y="291434"/>
                    </a:cubicBezTo>
                    <a:cubicBezTo>
                      <a:pt x="478736" y="333232"/>
                      <a:pt x="477318" y="340812"/>
                      <a:pt x="471606" y="339879"/>
                    </a:cubicBezTo>
                    <a:cubicBezTo>
                      <a:pt x="468443" y="339362"/>
                      <a:pt x="467477" y="341115"/>
                      <a:pt x="467718" y="346935"/>
                    </a:cubicBezTo>
                    <a:cubicBezTo>
                      <a:pt x="467998" y="353675"/>
                      <a:pt x="468241" y="386395"/>
                      <a:pt x="468256" y="419216"/>
                    </a:cubicBezTo>
                    <a:cubicBezTo>
                      <a:pt x="468259" y="424895"/>
                      <a:pt x="468647" y="431865"/>
                      <a:pt x="469120" y="434705"/>
                    </a:cubicBezTo>
                    <a:cubicBezTo>
                      <a:pt x="469922" y="439526"/>
                      <a:pt x="468775" y="439811"/>
                      <a:pt x="451760" y="439004"/>
                    </a:cubicBezTo>
                    <a:cubicBezTo>
                      <a:pt x="428789" y="437915"/>
                      <a:pt x="426025" y="440351"/>
                      <a:pt x="430017" y="458164"/>
                    </a:cubicBezTo>
                    <a:cubicBezTo>
                      <a:pt x="431548" y="464996"/>
                      <a:pt x="436584" y="477034"/>
                      <a:pt x="441207" y="484914"/>
                    </a:cubicBezTo>
                    <a:cubicBezTo>
                      <a:pt x="456169" y="510414"/>
                      <a:pt x="459720" y="522439"/>
                      <a:pt x="455538" y="533438"/>
                    </a:cubicBezTo>
                    <a:cubicBezTo>
                      <a:pt x="452990" y="540141"/>
                      <a:pt x="458641" y="557324"/>
                      <a:pt x="463393" y="557324"/>
                    </a:cubicBezTo>
                    <a:cubicBezTo>
                      <a:pt x="464886" y="557324"/>
                      <a:pt x="466107" y="560645"/>
                      <a:pt x="466107" y="564704"/>
                    </a:cubicBezTo>
                    <a:cubicBezTo>
                      <a:pt x="466107" y="574709"/>
                      <a:pt x="449340" y="593376"/>
                      <a:pt x="427332" y="607875"/>
                    </a:cubicBezTo>
                    <a:cubicBezTo>
                      <a:pt x="417812" y="614147"/>
                      <a:pt x="409283" y="619278"/>
                      <a:pt x="408378" y="619278"/>
                    </a:cubicBezTo>
                    <a:cubicBezTo>
                      <a:pt x="407473" y="619278"/>
                      <a:pt x="406733" y="616277"/>
                      <a:pt x="406733" y="612610"/>
                    </a:cubicBezTo>
                    <a:cubicBezTo>
                      <a:pt x="406733" y="604379"/>
                      <a:pt x="401025" y="605489"/>
                      <a:pt x="398989" y="614115"/>
                    </a:cubicBezTo>
                    <a:cubicBezTo>
                      <a:pt x="398201" y="617454"/>
                      <a:pt x="396080" y="620678"/>
                      <a:pt x="394277" y="621279"/>
                    </a:cubicBezTo>
                    <a:cubicBezTo>
                      <a:pt x="391773" y="622114"/>
                      <a:pt x="391403" y="619327"/>
                      <a:pt x="392709" y="609477"/>
                    </a:cubicBezTo>
                    <a:close/>
                  </a:path>
                </a:pathLst>
              </a:custGeom>
              <a:solidFill>
                <a:srgbClr val="B9B9B9"/>
              </a:solidFill>
              <a:ln w="5163" cap="flat">
                <a:noFill/>
                <a:prstDash val="solid"/>
                <a:miter/>
              </a:ln>
            </p:spPr>
            <p:txBody>
              <a:bodyPr/>
              <a:lstStyle/>
              <a:p>
                <a:endParaRPr lang="es-419" noProof="0" dirty="0"/>
              </a:p>
            </p:txBody>
          </p:sp>
          <p:sp>
            <p:nvSpPr>
              <p:cNvPr id="117" name="Forma libre: forma 116">
                <a:extLst>
                  <a:ext uri="{FF2B5EF4-FFF2-40B4-BE49-F238E27FC236}">
                    <a16:creationId xmlns:a16="http://schemas.microsoft.com/office/drawing/2014/main" id="{ABD4259D-B9B9-3C45-BCF9-A5EAE6D78E60}"/>
                  </a:ext>
                </a:extLst>
              </p:cNvPr>
              <p:cNvSpPr/>
              <p:nvPr/>
            </p:nvSpPr>
            <p:spPr>
              <a:xfrm>
                <a:off x="356836" y="1137381"/>
                <a:ext cx="20516" cy="20135"/>
              </a:xfrm>
              <a:custGeom>
                <a:avLst/>
                <a:gdLst>
                  <a:gd name="csX0" fmla="*/ 3031 w 20516"/>
                  <a:gd name="csY0" fmla="*/ 13790 h 20135"/>
                  <a:gd name="csX1" fmla="*/ 11787 w 20516"/>
                  <a:gd name="csY1" fmla="*/ 6812 h 20135"/>
                  <a:gd name="csX2" fmla="*/ 16388 w 20516"/>
                  <a:gd name="csY2" fmla="*/ 8970 h 20135"/>
                  <a:gd name="csX3" fmla="*/ 17667 w 20516"/>
                  <a:gd name="csY3" fmla="*/ 5896 h 20135"/>
                  <a:gd name="csX4" fmla="*/ 16630 w 20516"/>
                  <a:gd name="csY4" fmla="*/ 16309 h 20135"/>
                  <a:gd name="csX5" fmla="*/ 3031 w 20516"/>
                  <a:gd name="csY5" fmla="*/ 13790 h 20135"/>
                </a:gdLst>
                <a:ahLst/>
                <a:cxnLst>
                  <a:cxn ang="0">
                    <a:pos x="csX0" y="csY0"/>
                  </a:cxn>
                  <a:cxn ang="0">
                    <a:pos x="csX1" y="csY1"/>
                  </a:cxn>
                  <a:cxn ang="0">
                    <a:pos x="csX2" y="csY2"/>
                  </a:cxn>
                  <a:cxn ang="0">
                    <a:pos x="csX3" y="csY3"/>
                  </a:cxn>
                  <a:cxn ang="0">
                    <a:pos x="csX4" y="csY4"/>
                  </a:cxn>
                  <a:cxn ang="0">
                    <a:pos x="csX5" y="csY5"/>
                  </a:cxn>
                </a:cxnLst>
                <a:rect l="l" t="t" r="r" b="b"/>
                <a:pathLst>
                  <a:path w="20516" h="20135">
                    <a:moveTo>
                      <a:pt x="3031" y="13790"/>
                    </a:moveTo>
                    <a:cubicBezTo>
                      <a:pt x="-3651" y="-875"/>
                      <a:pt x="1356" y="-4865"/>
                      <a:pt x="11787" y="6812"/>
                    </a:cubicBezTo>
                    <a:cubicBezTo>
                      <a:pt x="16355" y="11926"/>
                      <a:pt x="17642" y="12530"/>
                      <a:pt x="16388" y="8970"/>
                    </a:cubicBezTo>
                    <a:cubicBezTo>
                      <a:pt x="15184" y="5554"/>
                      <a:pt x="15578" y="4605"/>
                      <a:pt x="17667" y="5896"/>
                    </a:cubicBezTo>
                    <a:cubicBezTo>
                      <a:pt x="21766" y="8429"/>
                      <a:pt x="21462" y="11477"/>
                      <a:pt x="16630" y="16309"/>
                    </a:cubicBezTo>
                    <a:cubicBezTo>
                      <a:pt x="10809" y="22130"/>
                      <a:pt x="6464" y="21325"/>
                      <a:pt x="3031" y="13790"/>
                    </a:cubicBezTo>
                    <a:close/>
                  </a:path>
                </a:pathLst>
              </a:custGeom>
              <a:solidFill>
                <a:srgbClr val="B9B9B9"/>
              </a:solidFill>
              <a:ln w="5163" cap="flat">
                <a:noFill/>
                <a:prstDash val="solid"/>
                <a:miter/>
              </a:ln>
            </p:spPr>
            <p:txBody>
              <a:bodyPr/>
              <a:lstStyle/>
              <a:p>
                <a:endParaRPr lang="es-419" noProof="0" dirty="0"/>
              </a:p>
            </p:txBody>
          </p:sp>
        </p:grpSp>
      </p:grpSp>
    </p:spTree>
    <p:extLst>
      <p:ext uri="{BB962C8B-B14F-4D97-AF65-F5344CB8AC3E}">
        <p14:creationId xmlns:p14="http://schemas.microsoft.com/office/powerpoint/2010/main" val="33841130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nodeType="with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wipe(down)">
                                      <p:cBhvr>
                                        <p:cTn id="7" dur="580">
                                          <p:stCondLst>
                                            <p:cond delay="0"/>
                                          </p:stCondLst>
                                        </p:cTn>
                                        <p:tgtEl>
                                          <p:spTgt spid="36"/>
                                        </p:tgtEl>
                                      </p:cBhvr>
                                    </p:animEffect>
                                    <p:anim calcmode="lin" valueType="num">
                                      <p:cBhvr>
                                        <p:cTn id="8" dur="1822" tmFilter="0,0; 0.14,0.36; 0.43,0.73; 0.71,0.91; 1.0,1.0">
                                          <p:stCondLst>
                                            <p:cond delay="0"/>
                                          </p:stCondLst>
                                        </p:cTn>
                                        <p:tgtEl>
                                          <p:spTgt spid="36"/>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36"/>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36"/>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36"/>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36"/>
                                        </p:tgtEl>
                                        <p:attrNameLst>
                                          <p:attrName>ppt_y</p:attrName>
                                        </p:attrNameLst>
                                      </p:cBhvr>
                                      <p:tavLst>
                                        <p:tav tm="0" fmla="#ppt_y-sin(pi*$)/81">
                                          <p:val>
                                            <p:fltVal val="0"/>
                                          </p:val>
                                        </p:tav>
                                        <p:tav tm="100000">
                                          <p:val>
                                            <p:fltVal val="1"/>
                                          </p:val>
                                        </p:tav>
                                      </p:tavLst>
                                    </p:anim>
                                    <p:animScale>
                                      <p:cBhvr>
                                        <p:cTn id="13" dur="26">
                                          <p:stCondLst>
                                            <p:cond delay="650"/>
                                          </p:stCondLst>
                                        </p:cTn>
                                        <p:tgtEl>
                                          <p:spTgt spid="36"/>
                                        </p:tgtEl>
                                      </p:cBhvr>
                                      <p:to x="100000" y="60000"/>
                                    </p:animScale>
                                    <p:animScale>
                                      <p:cBhvr>
                                        <p:cTn id="14" dur="166" decel="50000">
                                          <p:stCondLst>
                                            <p:cond delay="676"/>
                                          </p:stCondLst>
                                        </p:cTn>
                                        <p:tgtEl>
                                          <p:spTgt spid="36"/>
                                        </p:tgtEl>
                                      </p:cBhvr>
                                      <p:to x="100000" y="100000"/>
                                    </p:animScale>
                                    <p:animScale>
                                      <p:cBhvr>
                                        <p:cTn id="15" dur="26">
                                          <p:stCondLst>
                                            <p:cond delay="1312"/>
                                          </p:stCondLst>
                                        </p:cTn>
                                        <p:tgtEl>
                                          <p:spTgt spid="36"/>
                                        </p:tgtEl>
                                      </p:cBhvr>
                                      <p:to x="100000" y="80000"/>
                                    </p:animScale>
                                    <p:animScale>
                                      <p:cBhvr>
                                        <p:cTn id="16" dur="166" decel="50000">
                                          <p:stCondLst>
                                            <p:cond delay="1338"/>
                                          </p:stCondLst>
                                        </p:cTn>
                                        <p:tgtEl>
                                          <p:spTgt spid="36"/>
                                        </p:tgtEl>
                                      </p:cBhvr>
                                      <p:to x="100000" y="100000"/>
                                    </p:animScale>
                                    <p:animScale>
                                      <p:cBhvr>
                                        <p:cTn id="17" dur="26">
                                          <p:stCondLst>
                                            <p:cond delay="1642"/>
                                          </p:stCondLst>
                                        </p:cTn>
                                        <p:tgtEl>
                                          <p:spTgt spid="36"/>
                                        </p:tgtEl>
                                      </p:cBhvr>
                                      <p:to x="100000" y="90000"/>
                                    </p:animScale>
                                    <p:animScale>
                                      <p:cBhvr>
                                        <p:cTn id="18" dur="166" decel="50000">
                                          <p:stCondLst>
                                            <p:cond delay="1668"/>
                                          </p:stCondLst>
                                        </p:cTn>
                                        <p:tgtEl>
                                          <p:spTgt spid="36"/>
                                        </p:tgtEl>
                                      </p:cBhvr>
                                      <p:to x="100000" y="100000"/>
                                    </p:animScale>
                                    <p:animScale>
                                      <p:cBhvr>
                                        <p:cTn id="19" dur="26">
                                          <p:stCondLst>
                                            <p:cond delay="1808"/>
                                          </p:stCondLst>
                                        </p:cTn>
                                        <p:tgtEl>
                                          <p:spTgt spid="36"/>
                                        </p:tgtEl>
                                      </p:cBhvr>
                                      <p:to x="100000" y="95000"/>
                                    </p:animScale>
                                    <p:animScale>
                                      <p:cBhvr>
                                        <p:cTn id="20" dur="166" decel="50000">
                                          <p:stCondLst>
                                            <p:cond delay="1834"/>
                                          </p:stCondLst>
                                        </p:cTn>
                                        <p:tgtEl>
                                          <p:spTgt spid="36"/>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xml><?xml version="1.0" encoding="utf-8"?>
<p:sld xmlns:a="http://schemas.openxmlformats.org/drawingml/2006/main" xmlns:r="http://schemas.openxmlformats.org/officeDocument/2006/relationships" xmlns:p="http://schemas.openxmlformats.org/presentationml/2006/main">
  <p:cSld>
    <p:bg>
      <p:bgPr>
        <a:solidFill>
          <a:srgbClr val="F0F6FC"/>
        </a:solidFill>
        <a:effectLst/>
      </p:bgPr>
    </p:bg>
    <p:spTree>
      <p:nvGrpSpPr>
        <p:cNvPr id="1" name="">
          <a:extLst>
            <a:ext uri="{FF2B5EF4-FFF2-40B4-BE49-F238E27FC236}">
              <a16:creationId xmlns:a16="http://schemas.microsoft.com/office/drawing/2014/main" id="{25A59104-0837-7192-17AE-DFBC646D2FEF}"/>
            </a:ext>
          </a:extLst>
        </p:cNvPr>
        <p:cNvGrpSpPr/>
        <p:nvPr/>
      </p:nvGrpSpPr>
      <p:grpSpPr>
        <a:xfrm>
          <a:off x="0" y="0"/>
          <a:ext cx="0" cy="0"/>
          <a:chOff x="0" y="0"/>
          <a:chExt cx="0" cy="0"/>
        </a:xfrm>
      </p:grpSpPr>
      <p:sp>
        <p:nvSpPr>
          <p:cNvPr id="2" name="Shape 0">
            <a:extLst>
              <a:ext uri="{FF2B5EF4-FFF2-40B4-BE49-F238E27FC236}">
                <a16:creationId xmlns:a16="http://schemas.microsoft.com/office/drawing/2014/main" id="{D2387BD4-E8D1-25DF-2029-98BF246F5B85}"/>
              </a:ext>
            </a:extLst>
          </p:cNvPr>
          <p:cNvSpPr/>
          <p:nvPr/>
        </p:nvSpPr>
        <p:spPr>
          <a:xfrm>
            <a:off x="0" y="0"/>
            <a:ext cx="9144000" cy="38405"/>
          </a:xfrm>
          <a:prstGeom prst="rect">
            <a:avLst/>
          </a:prstGeom>
          <a:solidFill>
            <a:srgbClr val="EB6C01"/>
          </a:solidFill>
          <a:ln w="12700">
            <a:solidFill>
              <a:srgbClr val="EB6C01"/>
            </a:solidFill>
            <a:prstDash val="solid"/>
          </a:ln>
        </p:spPr>
        <p:txBody>
          <a:bodyPr/>
          <a:lstStyle/>
          <a:p>
            <a:endParaRPr lang="es-419" noProof="0" dirty="0"/>
          </a:p>
        </p:txBody>
      </p:sp>
      <p:sp>
        <p:nvSpPr>
          <p:cNvPr id="3" name="Shape 1">
            <a:extLst>
              <a:ext uri="{FF2B5EF4-FFF2-40B4-BE49-F238E27FC236}">
                <a16:creationId xmlns:a16="http://schemas.microsoft.com/office/drawing/2014/main" id="{9EE82D1C-7D7A-7189-2E1D-730EF38A059E}"/>
              </a:ext>
            </a:extLst>
          </p:cNvPr>
          <p:cNvSpPr/>
          <p:nvPr/>
        </p:nvSpPr>
        <p:spPr>
          <a:xfrm>
            <a:off x="0" y="38405"/>
            <a:ext cx="9144000" cy="667512"/>
          </a:xfrm>
          <a:prstGeom prst="rect">
            <a:avLst/>
          </a:prstGeom>
          <a:solidFill>
            <a:srgbClr val="1A3464"/>
          </a:solidFill>
          <a:ln w="12700">
            <a:solidFill>
              <a:srgbClr val="1A3464"/>
            </a:solidFill>
            <a:prstDash val="solid"/>
          </a:ln>
        </p:spPr>
        <p:txBody>
          <a:bodyPr/>
          <a:lstStyle/>
          <a:p>
            <a:endParaRPr lang="es-419" noProof="0" dirty="0"/>
          </a:p>
        </p:txBody>
      </p:sp>
      <p:sp>
        <p:nvSpPr>
          <p:cNvPr id="4" name="Shape 2">
            <a:extLst>
              <a:ext uri="{FF2B5EF4-FFF2-40B4-BE49-F238E27FC236}">
                <a16:creationId xmlns:a16="http://schemas.microsoft.com/office/drawing/2014/main" id="{1B4E9BBC-E4E7-2CB9-9A26-7F942FBD3A60}"/>
              </a:ext>
            </a:extLst>
          </p:cNvPr>
          <p:cNvSpPr/>
          <p:nvPr/>
        </p:nvSpPr>
        <p:spPr>
          <a:xfrm>
            <a:off x="384048" y="117043"/>
            <a:ext cx="685800" cy="237744"/>
          </a:xfrm>
          <a:prstGeom prst="rect">
            <a:avLst/>
          </a:prstGeom>
          <a:solidFill>
            <a:srgbClr val="EB6C01"/>
          </a:solidFill>
          <a:ln w="12700">
            <a:solidFill>
              <a:srgbClr val="EB6C01"/>
            </a:solidFill>
            <a:prstDash val="solid"/>
          </a:ln>
        </p:spPr>
        <p:txBody>
          <a:bodyPr/>
          <a:lstStyle/>
          <a:p>
            <a:endParaRPr lang="es-419" noProof="0" dirty="0"/>
          </a:p>
        </p:txBody>
      </p:sp>
      <p:sp>
        <p:nvSpPr>
          <p:cNvPr id="5" name="Text 3">
            <a:extLst>
              <a:ext uri="{FF2B5EF4-FFF2-40B4-BE49-F238E27FC236}">
                <a16:creationId xmlns:a16="http://schemas.microsoft.com/office/drawing/2014/main" id="{E2A636BB-0B41-CB41-C8C8-BF09B90E3926}"/>
              </a:ext>
            </a:extLst>
          </p:cNvPr>
          <p:cNvSpPr/>
          <p:nvPr/>
        </p:nvSpPr>
        <p:spPr>
          <a:xfrm>
            <a:off x="384048" y="117043"/>
            <a:ext cx="685800" cy="237744"/>
          </a:xfrm>
          <a:prstGeom prst="rect">
            <a:avLst/>
          </a:prstGeom>
          <a:noFill/>
          <a:ln/>
        </p:spPr>
        <p:txBody>
          <a:bodyPr wrap="square" lIns="0" tIns="0" rIns="0" bIns="0" rtlCol="0" anchor="ctr"/>
          <a:lstStyle/>
          <a:p>
            <a:pPr marL="0" indent="0" algn="ctr">
              <a:buNone/>
            </a:pPr>
            <a:r>
              <a:rPr lang="es-419" sz="650" b="1" kern="0" spc="150" noProof="0" dirty="0">
                <a:solidFill>
                  <a:srgbClr val="FFFFFF"/>
                </a:solidFill>
                <a:latin typeface="Montserrat" pitchFamily="34" charset="0"/>
              </a:rPr>
              <a:t>LEVANT. GRAL</a:t>
            </a:r>
            <a:endParaRPr lang="es-419" sz="650" noProof="0" dirty="0"/>
          </a:p>
        </p:txBody>
      </p:sp>
      <p:sp>
        <p:nvSpPr>
          <p:cNvPr id="6" name="Text 4">
            <a:extLst>
              <a:ext uri="{FF2B5EF4-FFF2-40B4-BE49-F238E27FC236}">
                <a16:creationId xmlns:a16="http://schemas.microsoft.com/office/drawing/2014/main" id="{8A6B7C34-A7DD-42D7-DD6E-75BE13DCBBFB}"/>
              </a:ext>
            </a:extLst>
          </p:cNvPr>
          <p:cNvSpPr/>
          <p:nvPr/>
        </p:nvSpPr>
        <p:spPr>
          <a:xfrm>
            <a:off x="1170432" y="91440"/>
            <a:ext cx="5029200" cy="402336"/>
          </a:xfrm>
          <a:prstGeom prst="rect">
            <a:avLst/>
          </a:prstGeom>
          <a:noFill/>
          <a:ln/>
        </p:spPr>
        <p:txBody>
          <a:bodyPr wrap="square" lIns="0" tIns="0" rIns="0" bIns="0" rtlCol="0" anchor="ctr"/>
          <a:lstStyle/>
          <a:p>
            <a:pPr marL="0" indent="0">
              <a:buNone/>
            </a:pPr>
            <a:r>
              <a:rPr lang="es-419" sz="2000" b="1" noProof="0" dirty="0">
                <a:solidFill>
                  <a:srgbClr val="FFFFFF"/>
                </a:solidFill>
                <a:latin typeface="Montserrat" pitchFamily="34" charset="0"/>
              </a:rPr>
              <a:t>FASE 3</a:t>
            </a:r>
            <a:endParaRPr lang="es-419" sz="2000" noProof="0" dirty="0"/>
          </a:p>
        </p:txBody>
      </p:sp>
      <p:sp>
        <p:nvSpPr>
          <p:cNvPr id="7" name="Text 5">
            <a:extLst>
              <a:ext uri="{FF2B5EF4-FFF2-40B4-BE49-F238E27FC236}">
                <a16:creationId xmlns:a16="http://schemas.microsoft.com/office/drawing/2014/main" id="{C7E28ABE-96B0-B835-3677-05C64F590546}"/>
              </a:ext>
            </a:extLst>
          </p:cNvPr>
          <p:cNvSpPr/>
          <p:nvPr/>
        </p:nvSpPr>
        <p:spPr>
          <a:xfrm>
            <a:off x="1170432" y="475488"/>
            <a:ext cx="3200400" cy="182880"/>
          </a:xfrm>
          <a:prstGeom prst="rect">
            <a:avLst/>
          </a:prstGeom>
          <a:noFill/>
          <a:ln/>
        </p:spPr>
        <p:txBody>
          <a:bodyPr wrap="square" lIns="0" tIns="0" rIns="0" bIns="0" rtlCol="0" anchor="ctr"/>
          <a:lstStyle/>
          <a:p>
            <a:pPr marL="0" indent="0">
              <a:buNone/>
            </a:pPr>
            <a:r>
              <a:rPr lang="es-419" sz="950" noProof="0" dirty="0">
                <a:solidFill>
                  <a:srgbClr val="8FAECB"/>
                </a:solidFill>
                <a:latin typeface="Montserrat" pitchFamily="34" charset="0"/>
              </a:rPr>
              <a:t>MA Zomeyucan </a:t>
            </a:r>
            <a:endParaRPr lang="es-419" sz="950" noProof="0" dirty="0"/>
          </a:p>
        </p:txBody>
      </p:sp>
      <p:sp>
        <p:nvSpPr>
          <p:cNvPr id="8" name="Text 6">
            <a:extLst>
              <a:ext uri="{FF2B5EF4-FFF2-40B4-BE49-F238E27FC236}">
                <a16:creationId xmlns:a16="http://schemas.microsoft.com/office/drawing/2014/main" id="{953693F9-B64C-9027-C266-158C252E2203}"/>
              </a:ext>
            </a:extLst>
          </p:cNvPr>
          <p:cNvSpPr/>
          <p:nvPr/>
        </p:nvSpPr>
        <p:spPr>
          <a:xfrm>
            <a:off x="7132320" y="246888"/>
            <a:ext cx="1828800" cy="182880"/>
          </a:xfrm>
          <a:prstGeom prst="rect">
            <a:avLst/>
          </a:prstGeom>
          <a:noFill/>
          <a:ln/>
        </p:spPr>
        <p:txBody>
          <a:bodyPr wrap="square" lIns="0" tIns="0" rIns="0" bIns="0" rtlCol="0" anchor="ctr"/>
          <a:lstStyle/>
          <a:p>
            <a:pPr marL="0" indent="0" algn="r">
              <a:buNone/>
            </a:pPr>
            <a:r>
              <a:rPr lang="es-419" sz="700" b="1" kern="0" spc="150" noProof="0" dirty="0">
                <a:solidFill>
                  <a:srgbClr val="EB6C01"/>
                </a:solidFill>
                <a:latin typeface="Montserrat" pitchFamily="34" charset="0"/>
                <a:ea typeface="Montserrat" pitchFamily="34" charset="-122"/>
                <a:cs typeface="Montserrat" pitchFamily="34" charset="-120"/>
              </a:rPr>
              <a:t>SEMANA 18  ·  2025</a:t>
            </a:r>
            <a:endParaRPr lang="es-419" sz="700" noProof="0" dirty="0"/>
          </a:p>
        </p:txBody>
      </p:sp>
      <p:sp>
        <p:nvSpPr>
          <p:cNvPr id="9" name="Shape 7">
            <a:extLst>
              <a:ext uri="{FF2B5EF4-FFF2-40B4-BE49-F238E27FC236}">
                <a16:creationId xmlns:a16="http://schemas.microsoft.com/office/drawing/2014/main" id="{C8E429FD-3C7F-0E40-FA29-2D842EAA12A6}"/>
              </a:ext>
            </a:extLst>
          </p:cNvPr>
          <p:cNvSpPr/>
          <p:nvPr/>
        </p:nvSpPr>
        <p:spPr>
          <a:xfrm>
            <a:off x="0" y="705917"/>
            <a:ext cx="2779776" cy="4163263"/>
          </a:xfrm>
          <a:prstGeom prst="rect">
            <a:avLst/>
          </a:prstGeom>
          <a:solidFill>
            <a:srgbClr val="FFFFFF"/>
          </a:solidFill>
          <a:ln w="12700">
            <a:solidFill>
              <a:srgbClr val="D4E4F2"/>
            </a:solidFill>
            <a:prstDash val="solid"/>
          </a:ln>
        </p:spPr>
        <p:txBody>
          <a:bodyPr/>
          <a:lstStyle/>
          <a:p>
            <a:endParaRPr lang="es-419" noProof="0" dirty="0"/>
          </a:p>
        </p:txBody>
      </p:sp>
      <p:sp>
        <p:nvSpPr>
          <p:cNvPr id="10" name="Text 8">
            <a:extLst>
              <a:ext uri="{FF2B5EF4-FFF2-40B4-BE49-F238E27FC236}">
                <a16:creationId xmlns:a16="http://schemas.microsoft.com/office/drawing/2014/main" id="{2D3E1DCC-7E9B-0876-EC6C-19FF1DE37FF9}"/>
              </a:ext>
            </a:extLst>
          </p:cNvPr>
          <p:cNvSpPr/>
          <p:nvPr/>
        </p:nvSpPr>
        <p:spPr>
          <a:xfrm>
            <a:off x="118872" y="768096"/>
            <a:ext cx="2468880" cy="146304"/>
          </a:xfrm>
          <a:prstGeom prst="rect">
            <a:avLst/>
          </a:prstGeom>
          <a:noFill/>
          <a:ln/>
        </p:spPr>
        <p:txBody>
          <a:bodyPr wrap="square" lIns="0" tIns="0" rIns="0" bIns="0" rtlCol="0" anchor="ctr"/>
          <a:lstStyle/>
          <a:p>
            <a:pPr marL="0" indent="0">
              <a:buNone/>
            </a:pPr>
            <a:r>
              <a:rPr lang="es-419" sz="650" b="1" kern="0" spc="250" noProof="0" dirty="0">
                <a:solidFill>
                  <a:srgbClr val="8FAECB"/>
                </a:solidFill>
                <a:latin typeface="Montserrat" pitchFamily="34" charset="0"/>
                <a:ea typeface="Montserrat" pitchFamily="34" charset="-122"/>
                <a:cs typeface="Montserrat" pitchFamily="34" charset="-120"/>
              </a:rPr>
              <a:t>UBICACIÓN EN MÉXICO</a:t>
            </a:r>
            <a:endParaRPr lang="es-419" sz="650" noProof="0" dirty="0"/>
          </a:p>
        </p:txBody>
      </p:sp>
      <p:sp>
        <p:nvSpPr>
          <p:cNvPr id="12" name="Text 9">
            <a:extLst>
              <a:ext uri="{FF2B5EF4-FFF2-40B4-BE49-F238E27FC236}">
                <a16:creationId xmlns:a16="http://schemas.microsoft.com/office/drawing/2014/main" id="{BB2B91D0-DB03-2BDE-F712-2C880679BD10}"/>
              </a:ext>
            </a:extLst>
          </p:cNvPr>
          <p:cNvSpPr/>
          <p:nvPr/>
        </p:nvSpPr>
        <p:spPr>
          <a:xfrm>
            <a:off x="73152" y="2944368"/>
            <a:ext cx="2633472" cy="182880"/>
          </a:xfrm>
          <a:prstGeom prst="rect">
            <a:avLst/>
          </a:prstGeom>
          <a:noFill/>
          <a:ln/>
        </p:spPr>
        <p:txBody>
          <a:bodyPr wrap="square" lIns="0" tIns="0" rIns="0" bIns="0" rtlCol="0" anchor="ctr"/>
          <a:lstStyle/>
          <a:p>
            <a:pPr marL="0" indent="0" algn="ctr">
              <a:buNone/>
            </a:pPr>
            <a:r>
              <a:rPr lang="es-419" sz="750" b="1" kern="0" spc="200" noProof="0" dirty="0">
                <a:solidFill>
                  <a:srgbClr val="EB6C01"/>
                </a:solidFill>
                <a:latin typeface="Montserrat" pitchFamily="34" charset="0"/>
              </a:rPr>
              <a:t>NAUCALPAN, ESTADO DE MÉX.</a:t>
            </a:r>
            <a:endParaRPr lang="es-419" sz="750" noProof="0" dirty="0"/>
          </a:p>
        </p:txBody>
      </p:sp>
      <p:sp>
        <p:nvSpPr>
          <p:cNvPr id="13" name="Text 10">
            <a:extLst>
              <a:ext uri="{FF2B5EF4-FFF2-40B4-BE49-F238E27FC236}">
                <a16:creationId xmlns:a16="http://schemas.microsoft.com/office/drawing/2014/main" id="{7A622F83-B7AC-27C1-130C-D74FD92B0589}"/>
              </a:ext>
            </a:extLst>
          </p:cNvPr>
          <p:cNvSpPr/>
          <p:nvPr/>
        </p:nvSpPr>
        <p:spPr>
          <a:xfrm>
            <a:off x="2944368" y="859536"/>
            <a:ext cx="1828800" cy="164592"/>
          </a:xfrm>
          <a:prstGeom prst="rect">
            <a:avLst/>
          </a:prstGeom>
          <a:noFill/>
          <a:ln/>
        </p:spPr>
        <p:txBody>
          <a:bodyPr wrap="square" lIns="0" tIns="0" rIns="0" bIns="0" rtlCol="0" anchor="ctr"/>
          <a:lstStyle/>
          <a:p>
            <a:pPr marL="0" indent="0">
              <a:buNone/>
            </a:pPr>
            <a:r>
              <a:rPr lang="es-419" sz="650" b="1" kern="0" spc="250" noProof="0" dirty="0">
                <a:solidFill>
                  <a:srgbClr val="EB6C01"/>
                </a:solidFill>
                <a:latin typeface="Montserrat" pitchFamily="34" charset="0"/>
                <a:ea typeface="Montserrat" pitchFamily="34" charset="-122"/>
                <a:cs typeface="Montserrat" pitchFamily="34" charset="-120"/>
              </a:rPr>
              <a:t>PROYECTO ACTIVO</a:t>
            </a:r>
            <a:endParaRPr lang="es-419" sz="650" noProof="0" dirty="0"/>
          </a:p>
        </p:txBody>
      </p:sp>
      <p:sp>
        <p:nvSpPr>
          <p:cNvPr id="14" name="Shape 11">
            <a:extLst>
              <a:ext uri="{FF2B5EF4-FFF2-40B4-BE49-F238E27FC236}">
                <a16:creationId xmlns:a16="http://schemas.microsoft.com/office/drawing/2014/main" id="{C231ACC9-C2F8-CAED-C73D-6B6E4856D455}"/>
              </a:ext>
            </a:extLst>
          </p:cNvPr>
          <p:cNvSpPr/>
          <p:nvPr/>
        </p:nvSpPr>
        <p:spPr>
          <a:xfrm>
            <a:off x="2944368" y="1024128"/>
            <a:ext cx="987552" cy="16459"/>
          </a:xfrm>
          <a:prstGeom prst="rect">
            <a:avLst/>
          </a:prstGeom>
          <a:solidFill>
            <a:srgbClr val="EB6C01"/>
          </a:solidFill>
          <a:ln w="12700">
            <a:solidFill>
              <a:srgbClr val="EB6C01"/>
            </a:solidFill>
            <a:prstDash val="solid"/>
          </a:ln>
        </p:spPr>
        <p:txBody>
          <a:bodyPr/>
          <a:lstStyle/>
          <a:p>
            <a:endParaRPr lang="es-419" noProof="0" dirty="0"/>
          </a:p>
        </p:txBody>
      </p:sp>
      <p:sp>
        <p:nvSpPr>
          <p:cNvPr id="15" name="Shape 12">
            <a:extLst>
              <a:ext uri="{FF2B5EF4-FFF2-40B4-BE49-F238E27FC236}">
                <a16:creationId xmlns:a16="http://schemas.microsoft.com/office/drawing/2014/main" id="{CE3307C0-CA43-CABB-C11C-1B17C7913B1D}"/>
              </a:ext>
            </a:extLst>
          </p:cNvPr>
          <p:cNvSpPr/>
          <p:nvPr/>
        </p:nvSpPr>
        <p:spPr>
          <a:xfrm>
            <a:off x="2944368" y="1115568"/>
            <a:ext cx="6035040" cy="603504"/>
          </a:xfrm>
          <a:prstGeom prst="rect">
            <a:avLst/>
          </a:prstGeom>
          <a:solidFill>
            <a:srgbClr val="E5EFF8"/>
          </a:solidFill>
          <a:ln w="12700">
            <a:solidFill>
              <a:srgbClr val="A8C0D8"/>
            </a:solidFill>
            <a:prstDash val="solid"/>
          </a:ln>
        </p:spPr>
        <p:txBody>
          <a:bodyPr/>
          <a:lstStyle/>
          <a:p>
            <a:endParaRPr lang="es-419" noProof="0" dirty="0"/>
          </a:p>
        </p:txBody>
      </p:sp>
      <p:sp>
        <p:nvSpPr>
          <p:cNvPr id="16" name="Text 13">
            <a:extLst>
              <a:ext uri="{FF2B5EF4-FFF2-40B4-BE49-F238E27FC236}">
                <a16:creationId xmlns:a16="http://schemas.microsoft.com/office/drawing/2014/main" id="{31530977-08D0-2A69-9D78-B0F10FDBEFD6}"/>
              </a:ext>
            </a:extLst>
          </p:cNvPr>
          <p:cNvSpPr/>
          <p:nvPr/>
        </p:nvSpPr>
        <p:spPr>
          <a:xfrm>
            <a:off x="3054096" y="1170432"/>
            <a:ext cx="5815584" cy="493776"/>
          </a:xfrm>
          <a:prstGeom prst="rect">
            <a:avLst/>
          </a:prstGeom>
          <a:noFill/>
          <a:ln/>
        </p:spPr>
        <p:txBody>
          <a:bodyPr wrap="square" lIns="0" tIns="0" rIns="0" bIns="0" rtlCol="0" anchor="ctr"/>
          <a:lstStyle/>
          <a:p>
            <a:pPr marL="0" indent="0">
              <a:buNone/>
            </a:pPr>
            <a:r>
              <a:rPr lang="es-419" sz="1500" b="1" noProof="0" dirty="0">
                <a:solidFill>
                  <a:srgbClr val="9BB5CC"/>
                </a:solidFill>
                <a:latin typeface="Montserrat" pitchFamily="34" charset="0"/>
              </a:rPr>
              <a:t>Revisión de Entregables (Navarro)</a:t>
            </a:r>
            <a:endParaRPr lang="es-419" sz="1500" noProof="0" dirty="0"/>
          </a:p>
        </p:txBody>
      </p:sp>
      <p:sp>
        <p:nvSpPr>
          <p:cNvPr id="17" name="Shape 14">
            <a:extLst>
              <a:ext uri="{FF2B5EF4-FFF2-40B4-BE49-F238E27FC236}">
                <a16:creationId xmlns:a16="http://schemas.microsoft.com/office/drawing/2014/main" id="{C8F0DC61-D237-C1E8-A06D-E681B990C555}"/>
              </a:ext>
            </a:extLst>
          </p:cNvPr>
          <p:cNvSpPr/>
          <p:nvPr/>
        </p:nvSpPr>
        <p:spPr>
          <a:xfrm>
            <a:off x="2944368" y="1837944"/>
            <a:ext cx="91440" cy="91440"/>
          </a:xfrm>
          <a:prstGeom prst="ellipse">
            <a:avLst/>
          </a:prstGeom>
          <a:solidFill>
            <a:srgbClr val="A8C0D8"/>
          </a:solidFill>
          <a:ln w="12700">
            <a:solidFill>
              <a:srgbClr val="A8C0D8"/>
            </a:solidFill>
            <a:prstDash val="solid"/>
          </a:ln>
        </p:spPr>
        <p:txBody>
          <a:bodyPr/>
          <a:lstStyle/>
          <a:p>
            <a:endParaRPr lang="es-419" noProof="0" dirty="0"/>
          </a:p>
        </p:txBody>
      </p:sp>
      <p:sp>
        <p:nvSpPr>
          <p:cNvPr id="18" name="Text 15">
            <a:extLst>
              <a:ext uri="{FF2B5EF4-FFF2-40B4-BE49-F238E27FC236}">
                <a16:creationId xmlns:a16="http://schemas.microsoft.com/office/drawing/2014/main" id="{A33DD057-7B20-DC4A-1C90-EA32832C5824}"/>
              </a:ext>
            </a:extLst>
          </p:cNvPr>
          <p:cNvSpPr/>
          <p:nvPr/>
        </p:nvSpPr>
        <p:spPr>
          <a:xfrm>
            <a:off x="3099816" y="1819656"/>
            <a:ext cx="2743200" cy="137160"/>
          </a:xfrm>
          <a:prstGeom prst="rect">
            <a:avLst/>
          </a:prstGeom>
          <a:noFill/>
          <a:ln/>
        </p:spPr>
        <p:txBody>
          <a:bodyPr wrap="square" lIns="0" tIns="0" rIns="0" bIns="0" rtlCol="0" anchor="ctr"/>
          <a:lstStyle/>
          <a:p>
            <a:pPr marL="0" indent="0">
              <a:buNone/>
            </a:pPr>
            <a:r>
              <a:rPr lang="es-419" sz="850" b="1" kern="0" spc="100" noProof="0" dirty="0">
                <a:solidFill>
                  <a:srgbClr val="A8C0D8"/>
                </a:solidFill>
                <a:latin typeface="Montserrat" pitchFamily="34" charset="0"/>
              </a:rPr>
              <a:t>En Proceso</a:t>
            </a:r>
            <a:endParaRPr lang="es-419" sz="850" noProof="0" dirty="0"/>
          </a:p>
        </p:txBody>
      </p:sp>
      <p:sp>
        <p:nvSpPr>
          <p:cNvPr id="19" name="Shape 16">
            <a:extLst>
              <a:ext uri="{FF2B5EF4-FFF2-40B4-BE49-F238E27FC236}">
                <a16:creationId xmlns:a16="http://schemas.microsoft.com/office/drawing/2014/main" id="{21E2114E-F346-F5F1-570F-4C1A6A4572BB}"/>
              </a:ext>
            </a:extLst>
          </p:cNvPr>
          <p:cNvSpPr/>
          <p:nvPr/>
        </p:nvSpPr>
        <p:spPr>
          <a:xfrm>
            <a:off x="2944368" y="2057400"/>
            <a:ext cx="25603" cy="658368"/>
          </a:xfrm>
          <a:prstGeom prst="rect">
            <a:avLst/>
          </a:prstGeom>
          <a:solidFill>
            <a:srgbClr val="A8C0D8"/>
          </a:solidFill>
          <a:ln w="12700">
            <a:solidFill>
              <a:srgbClr val="A8C0D8"/>
            </a:solidFill>
            <a:prstDash val="solid"/>
          </a:ln>
        </p:spPr>
        <p:txBody>
          <a:bodyPr/>
          <a:lstStyle/>
          <a:p>
            <a:endParaRPr lang="es-419" noProof="0" dirty="0"/>
          </a:p>
        </p:txBody>
      </p:sp>
      <p:sp>
        <p:nvSpPr>
          <p:cNvPr id="20" name="Text 17">
            <a:extLst>
              <a:ext uri="{FF2B5EF4-FFF2-40B4-BE49-F238E27FC236}">
                <a16:creationId xmlns:a16="http://schemas.microsoft.com/office/drawing/2014/main" id="{D6B1F7DF-026E-BE6B-0CBF-ACF980950187}"/>
              </a:ext>
            </a:extLst>
          </p:cNvPr>
          <p:cNvSpPr/>
          <p:nvPr/>
        </p:nvSpPr>
        <p:spPr>
          <a:xfrm>
            <a:off x="3035808" y="2057400"/>
            <a:ext cx="5925312" cy="658368"/>
          </a:xfrm>
          <a:prstGeom prst="rect">
            <a:avLst/>
          </a:prstGeom>
          <a:noFill/>
          <a:ln/>
        </p:spPr>
        <p:txBody>
          <a:bodyPr wrap="square" rtlCol="0" anchor="ctr"/>
          <a:lstStyle/>
          <a:p>
            <a:pPr marL="0" indent="0">
              <a:buNone/>
            </a:pPr>
            <a:r>
              <a:rPr lang="es-419" sz="950" i="1" noProof="0" dirty="0">
                <a:solidFill>
                  <a:srgbClr val="A8BDD0"/>
                </a:solidFill>
                <a:latin typeface="Montserrat" pitchFamily="34" charset="0"/>
              </a:rPr>
              <a:t>La documentación técnica se encuentra actualmente en fase de revisión interna por parte del proveedor. Este protocolo de validación previa es mandatario antes de su transferencia formal al equipo de ECO para la revisión de cumplimiento.</a:t>
            </a:r>
            <a:endParaRPr lang="es-419" sz="950" noProof="0" dirty="0"/>
          </a:p>
        </p:txBody>
      </p:sp>
      <p:sp>
        <p:nvSpPr>
          <p:cNvPr id="21" name="Text 18">
            <a:extLst>
              <a:ext uri="{FF2B5EF4-FFF2-40B4-BE49-F238E27FC236}">
                <a16:creationId xmlns:a16="http://schemas.microsoft.com/office/drawing/2014/main" id="{9B8FF1FA-BD26-6C26-F60E-BEB55B77090E}"/>
              </a:ext>
            </a:extLst>
          </p:cNvPr>
          <p:cNvSpPr/>
          <p:nvPr/>
        </p:nvSpPr>
        <p:spPr>
          <a:xfrm>
            <a:off x="2944368" y="2834640"/>
            <a:ext cx="1828800" cy="164592"/>
          </a:xfrm>
          <a:prstGeom prst="rect">
            <a:avLst/>
          </a:prstGeom>
          <a:noFill/>
          <a:ln/>
        </p:spPr>
        <p:txBody>
          <a:bodyPr wrap="square" lIns="0" tIns="0" rIns="0" bIns="0" rtlCol="0" anchor="ctr"/>
          <a:lstStyle/>
          <a:p>
            <a:pPr marL="0" indent="0">
              <a:buNone/>
            </a:pPr>
            <a:r>
              <a:rPr lang="es-419" sz="650" b="1" kern="0" spc="250" noProof="0" dirty="0">
                <a:solidFill>
                  <a:srgbClr val="EB6C01"/>
                </a:solidFill>
                <a:latin typeface="Montserrat" pitchFamily="34" charset="0"/>
                <a:ea typeface="Montserrat" pitchFamily="34" charset="-122"/>
                <a:cs typeface="Montserrat" pitchFamily="34" charset="-120"/>
              </a:rPr>
              <a:t>FOTOGRAFÍAS DE AVANCE</a:t>
            </a:r>
            <a:endParaRPr lang="es-419" sz="650" noProof="0" dirty="0"/>
          </a:p>
        </p:txBody>
      </p:sp>
      <p:sp>
        <p:nvSpPr>
          <p:cNvPr id="22" name="Shape 19">
            <a:extLst>
              <a:ext uri="{FF2B5EF4-FFF2-40B4-BE49-F238E27FC236}">
                <a16:creationId xmlns:a16="http://schemas.microsoft.com/office/drawing/2014/main" id="{B4680A1D-6334-B4D1-E9D7-78150916426D}"/>
              </a:ext>
            </a:extLst>
          </p:cNvPr>
          <p:cNvSpPr/>
          <p:nvPr/>
        </p:nvSpPr>
        <p:spPr>
          <a:xfrm>
            <a:off x="2944368" y="3008376"/>
            <a:ext cx="1481328" cy="16459"/>
          </a:xfrm>
          <a:prstGeom prst="rect">
            <a:avLst/>
          </a:prstGeom>
          <a:solidFill>
            <a:srgbClr val="EB6C01"/>
          </a:solidFill>
          <a:ln w="12700">
            <a:solidFill>
              <a:srgbClr val="EB6C01"/>
            </a:solidFill>
            <a:prstDash val="solid"/>
          </a:ln>
        </p:spPr>
        <p:txBody>
          <a:bodyPr/>
          <a:lstStyle/>
          <a:p>
            <a:endParaRPr lang="es-419" noProof="0" dirty="0"/>
          </a:p>
        </p:txBody>
      </p:sp>
      <p:sp>
        <p:nvSpPr>
          <p:cNvPr id="23" name="Shape 20">
            <a:extLst>
              <a:ext uri="{FF2B5EF4-FFF2-40B4-BE49-F238E27FC236}">
                <a16:creationId xmlns:a16="http://schemas.microsoft.com/office/drawing/2014/main" id="{D5AA666C-B6B2-F34B-400B-73822BFCB139}"/>
              </a:ext>
            </a:extLst>
          </p:cNvPr>
          <p:cNvSpPr/>
          <p:nvPr/>
        </p:nvSpPr>
        <p:spPr>
          <a:xfrm>
            <a:off x="2944368"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24" name="Image 1" descr="preencoded.png">
            <a:extLst>
              <a:ext uri="{FF2B5EF4-FFF2-40B4-BE49-F238E27FC236}">
                <a16:creationId xmlns:a16="http://schemas.microsoft.com/office/drawing/2014/main" id="{FED2F16D-160C-88A4-BE0D-5C32182FFF10}"/>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797808" y="3593592"/>
            <a:ext cx="256032" cy="256032"/>
          </a:xfrm>
          <a:prstGeom prst="rect">
            <a:avLst/>
          </a:prstGeom>
        </p:spPr>
      </p:pic>
      <p:sp>
        <p:nvSpPr>
          <p:cNvPr id="25" name="Text 21">
            <a:extLst>
              <a:ext uri="{FF2B5EF4-FFF2-40B4-BE49-F238E27FC236}">
                <a16:creationId xmlns:a16="http://schemas.microsoft.com/office/drawing/2014/main" id="{BCC23F59-28A9-0DD2-85FE-653B0B452A1C}"/>
              </a:ext>
            </a:extLst>
          </p:cNvPr>
          <p:cNvSpPr/>
          <p:nvPr/>
        </p:nvSpPr>
        <p:spPr>
          <a:xfrm>
            <a:off x="2944368"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29" name="Shape 24">
            <a:extLst>
              <a:ext uri="{FF2B5EF4-FFF2-40B4-BE49-F238E27FC236}">
                <a16:creationId xmlns:a16="http://schemas.microsoft.com/office/drawing/2014/main" id="{9F06873E-14C6-09D6-0518-86F7526E2AF5}"/>
              </a:ext>
            </a:extLst>
          </p:cNvPr>
          <p:cNvSpPr/>
          <p:nvPr/>
        </p:nvSpPr>
        <p:spPr>
          <a:xfrm>
            <a:off x="7016496"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30" name="Image 3" descr="preencoded.png">
            <a:extLst>
              <a:ext uri="{FF2B5EF4-FFF2-40B4-BE49-F238E27FC236}">
                <a16:creationId xmlns:a16="http://schemas.microsoft.com/office/drawing/2014/main" id="{7FB07BCB-73A0-022D-CF15-F9CEF06A019F}"/>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7869936" y="3593592"/>
            <a:ext cx="256032" cy="256032"/>
          </a:xfrm>
          <a:prstGeom prst="rect">
            <a:avLst/>
          </a:prstGeom>
        </p:spPr>
      </p:pic>
      <p:sp>
        <p:nvSpPr>
          <p:cNvPr id="31" name="Text 25">
            <a:extLst>
              <a:ext uri="{FF2B5EF4-FFF2-40B4-BE49-F238E27FC236}">
                <a16:creationId xmlns:a16="http://schemas.microsoft.com/office/drawing/2014/main" id="{D773AB23-40B3-E841-E8A7-5D721BF2933C}"/>
              </a:ext>
            </a:extLst>
          </p:cNvPr>
          <p:cNvSpPr/>
          <p:nvPr/>
        </p:nvSpPr>
        <p:spPr>
          <a:xfrm>
            <a:off x="7016496"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32" name="Shape 26">
            <a:extLst>
              <a:ext uri="{FF2B5EF4-FFF2-40B4-BE49-F238E27FC236}">
                <a16:creationId xmlns:a16="http://schemas.microsoft.com/office/drawing/2014/main" id="{E3644215-17BF-669E-FFCA-F4048300CB97}"/>
              </a:ext>
            </a:extLst>
          </p:cNvPr>
          <p:cNvSpPr/>
          <p:nvPr/>
        </p:nvSpPr>
        <p:spPr>
          <a:xfrm>
            <a:off x="0" y="4873752"/>
            <a:ext cx="9144000" cy="269748"/>
          </a:xfrm>
          <a:prstGeom prst="rect">
            <a:avLst/>
          </a:prstGeom>
          <a:solidFill>
            <a:srgbClr val="1A3464"/>
          </a:solidFill>
          <a:ln w="12700">
            <a:solidFill>
              <a:srgbClr val="1A3464"/>
            </a:solidFill>
            <a:prstDash val="solid"/>
          </a:ln>
        </p:spPr>
        <p:txBody>
          <a:bodyPr/>
          <a:lstStyle/>
          <a:p>
            <a:endParaRPr lang="es-419" noProof="0" dirty="0"/>
          </a:p>
        </p:txBody>
      </p:sp>
      <p:sp>
        <p:nvSpPr>
          <p:cNvPr id="33" name="Text 27">
            <a:extLst>
              <a:ext uri="{FF2B5EF4-FFF2-40B4-BE49-F238E27FC236}">
                <a16:creationId xmlns:a16="http://schemas.microsoft.com/office/drawing/2014/main" id="{32018B6F-E474-571D-C1AC-CB35C338842C}"/>
              </a:ext>
            </a:extLst>
          </p:cNvPr>
          <p:cNvSpPr/>
          <p:nvPr/>
        </p:nvSpPr>
        <p:spPr>
          <a:xfrm>
            <a:off x="384048" y="4901184"/>
            <a:ext cx="5029200" cy="182880"/>
          </a:xfrm>
          <a:prstGeom prst="rect">
            <a:avLst/>
          </a:prstGeom>
          <a:noFill/>
          <a:ln/>
        </p:spPr>
        <p:txBody>
          <a:bodyPr wrap="square" lIns="0" tIns="0" rIns="0" bIns="0" rtlCol="0" anchor="ctr"/>
          <a:lstStyle/>
          <a:p>
            <a:pPr marL="0" indent="0">
              <a:buNone/>
            </a:pPr>
            <a:r>
              <a:rPr lang="es-419" sz="700" kern="0" spc="150" noProof="0" dirty="0">
                <a:solidFill>
                  <a:srgbClr val="8FAECB"/>
                </a:solidFill>
                <a:latin typeface="Montserrat" pitchFamily="34" charset="0"/>
                <a:ea typeface="Montserrat" pitchFamily="34" charset="-122"/>
                <a:cs typeface="Montserrat" pitchFamily="34" charset="-120"/>
              </a:rPr>
              <a:t>COORDINACIÓN DE OBRAS Y MANTENIMIENTO RCMA</a:t>
            </a:r>
            <a:endParaRPr lang="es-419" sz="700" noProof="0" dirty="0"/>
          </a:p>
        </p:txBody>
      </p:sp>
      <p:sp>
        <p:nvSpPr>
          <p:cNvPr id="34" name="Shape 28">
            <a:extLst>
              <a:ext uri="{FF2B5EF4-FFF2-40B4-BE49-F238E27FC236}">
                <a16:creationId xmlns:a16="http://schemas.microsoft.com/office/drawing/2014/main" id="{6FCEE826-F6A3-B7A9-498C-F79619A3DA49}"/>
              </a:ext>
            </a:extLst>
          </p:cNvPr>
          <p:cNvSpPr/>
          <p:nvPr/>
        </p:nvSpPr>
        <p:spPr>
          <a:xfrm>
            <a:off x="5559552" y="4974336"/>
            <a:ext cx="5486" cy="100584"/>
          </a:xfrm>
          <a:prstGeom prst="rect">
            <a:avLst/>
          </a:prstGeom>
          <a:solidFill>
            <a:srgbClr val="8FAECB"/>
          </a:solidFill>
          <a:ln w="12700">
            <a:solidFill>
              <a:srgbClr val="8FAECB"/>
            </a:solidFill>
            <a:prstDash val="solid"/>
          </a:ln>
        </p:spPr>
        <p:txBody>
          <a:bodyPr/>
          <a:lstStyle/>
          <a:p>
            <a:endParaRPr lang="es-419" noProof="0" dirty="0"/>
          </a:p>
        </p:txBody>
      </p:sp>
      <p:sp>
        <p:nvSpPr>
          <p:cNvPr id="35" name="Text 29">
            <a:extLst>
              <a:ext uri="{FF2B5EF4-FFF2-40B4-BE49-F238E27FC236}">
                <a16:creationId xmlns:a16="http://schemas.microsoft.com/office/drawing/2014/main" id="{D5E2F212-359C-5B5D-1F9D-457E439B6058}"/>
              </a:ext>
            </a:extLst>
          </p:cNvPr>
          <p:cNvSpPr/>
          <p:nvPr/>
        </p:nvSpPr>
        <p:spPr>
          <a:xfrm>
            <a:off x="5650992" y="4901184"/>
            <a:ext cx="2286000" cy="182880"/>
          </a:xfrm>
          <a:prstGeom prst="rect">
            <a:avLst/>
          </a:prstGeom>
          <a:noFill/>
          <a:ln/>
        </p:spPr>
        <p:txBody>
          <a:bodyPr wrap="square" lIns="0" tIns="0" rIns="0" bIns="0" rtlCol="0" anchor="ctr"/>
          <a:lstStyle/>
          <a:p>
            <a:pPr marL="0" indent="0">
              <a:buNone/>
            </a:pPr>
            <a:r>
              <a:rPr lang="es-419" sz="700" kern="0" spc="150" noProof="0" dirty="0">
                <a:solidFill>
                  <a:srgbClr val="8FAECB"/>
                </a:solidFill>
                <a:latin typeface="Montserrat" pitchFamily="34" charset="0"/>
                <a:ea typeface="Montserrat" pitchFamily="34" charset="-122"/>
                <a:cs typeface="Montserrat" pitchFamily="34" charset="-120"/>
              </a:rPr>
              <a:t>Mano Amiga</a:t>
            </a:r>
            <a:endParaRPr lang="es-419" sz="700" noProof="0" dirty="0"/>
          </a:p>
        </p:txBody>
      </p:sp>
      <p:grpSp>
        <p:nvGrpSpPr>
          <p:cNvPr id="36" name="Group 45">
            <a:extLst>
              <a:ext uri="{FF2B5EF4-FFF2-40B4-BE49-F238E27FC236}">
                <a16:creationId xmlns:a16="http://schemas.microsoft.com/office/drawing/2014/main" id="{5E8F0012-3E8C-E470-B60F-C8AA8DDCF78B}"/>
              </a:ext>
            </a:extLst>
          </p:cNvPr>
          <p:cNvGrpSpPr>
            <a:grpSpLocks noChangeAspect="1"/>
          </p:cNvGrpSpPr>
          <p:nvPr/>
        </p:nvGrpSpPr>
        <p:grpSpPr>
          <a:xfrm>
            <a:off x="2310819" y="1044038"/>
            <a:ext cx="213038" cy="337620"/>
            <a:chOff x="0" y="26670"/>
            <a:chExt cx="3924300" cy="6219190"/>
          </a:xfrm>
        </p:grpSpPr>
        <p:sp>
          <p:nvSpPr>
            <p:cNvPr id="37" name="Freeform 46">
              <a:extLst>
                <a:ext uri="{FF2B5EF4-FFF2-40B4-BE49-F238E27FC236}">
                  <a16:creationId xmlns:a16="http://schemas.microsoft.com/office/drawing/2014/main" id="{3322DA07-A8DD-F090-1319-2E2D272F3C12}"/>
                </a:ext>
              </a:extLst>
            </p:cNvPr>
            <p:cNvSpPr/>
            <p:nvPr/>
          </p:nvSpPr>
          <p:spPr>
            <a:xfrm>
              <a:off x="0" y="26670"/>
              <a:ext cx="3924300" cy="6219190"/>
            </a:xfrm>
            <a:custGeom>
              <a:avLst/>
              <a:gdLst/>
              <a:ahLst/>
              <a:cxnLst/>
              <a:rect l="l" t="t" r="r" b="b"/>
              <a:pathLst>
                <a:path w="3924300" h="6219190">
                  <a:moveTo>
                    <a:pt x="3924300" y="1962150"/>
                  </a:moveTo>
                  <a:cubicBezTo>
                    <a:pt x="3924300" y="878840"/>
                    <a:pt x="3045460" y="0"/>
                    <a:pt x="1962150" y="0"/>
                  </a:cubicBezTo>
                  <a:cubicBezTo>
                    <a:pt x="878840" y="0"/>
                    <a:pt x="0" y="878840"/>
                    <a:pt x="0" y="1962150"/>
                  </a:cubicBezTo>
                  <a:cubicBezTo>
                    <a:pt x="0" y="2974340"/>
                    <a:pt x="765810" y="3807460"/>
                    <a:pt x="1750060" y="3912870"/>
                  </a:cubicBezTo>
                  <a:lnTo>
                    <a:pt x="1962150" y="6219190"/>
                  </a:lnTo>
                  <a:lnTo>
                    <a:pt x="2174240" y="3912870"/>
                  </a:lnTo>
                  <a:cubicBezTo>
                    <a:pt x="3158490" y="3807460"/>
                    <a:pt x="3924300" y="2974340"/>
                    <a:pt x="3924300" y="1962150"/>
                  </a:cubicBezTo>
                  <a:close/>
                </a:path>
              </a:pathLst>
            </a:custGeom>
            <a:solidFill>
              <a:srgbClr val="EB6C01"/>
            </a:solidFill>
          </p:spPr>
          <p:txBody>
            <a:bodyPr/>
            <a:lstStyle/>
            <a:p>
              <a:endParaRPr lang="es-419" noProof="0" dirty="0"/>
            </a:p>
          </p:txBody>
        </p:sp>
        <p:sp>
          <p:nvSpPr>
            <p:cNvPr id="38" name="Freeform 47">
              <a:extLst>
                <a:ext uri="{FF2B5EF4-FFF2-40B4-BE49-F238E27FC236}">
                  <a16:creationId xmlns:a16="http://schemas.microsoft.com/office/drawing/2014/main" id="{93359A2E-E764-B38E-F821-6273CC925931}"/>
                </a:ext>
              </a:extLst>
            </p:cNvPr>
            <p:cNvSpPr/>
            <p:nvPr/>
          </p:nvSpPr>
          <p:spPr>
            <a:xfrm>
              <a:off x="340744" y="374636"/>
              <a:ext cx="3242813" cy="3228370"/>
            </a:xfrm>
            <a:custGeom>
              <a:avLst/>
              <a:gdLst/>
              <a:ahLst/>
              <a:cxnLst/>
              <a:rect l="l" t="t" r="r" b="b"/>
              <a:pathLst>
                <a:path w="3242810" h="3228373">
                  <a:moveTo>
                    <a:pt x="1621405" y="16"/>
                  </a:moveTo>
                  <a:cubicBezTo>
                    <a:pt x="1042998" y="-2571"/>
                    <a:pt x="507417" y="304521"/>
                    <a:pt x="217465" y="805010"/>
                  </a:cubicBezTo>
                  <a:cubicBezTo>
                    <a:pt x="-72488" y="1305499"/>
                    <a:pt x="-72488" y="1922874"/>
                    <a:pt x="217465" y="2423362"/>
                  </a:cubicBezTo>
                  <a:cubicBezTo>
                    <a:pt x="507417" y="2923851"/>
                    <a:pt x="1042998" y="3230943"/>
                    <a:pt x="1621405" y="3228356"/>
                  </a:cubicBezTo>
                  <a:cubicBezTo>
                    <a:pt x="2199812" y="3230943"/>
                    <a:pt x="2735392" y="2923851"/>
                    <a:pt x="3025345" y="2423362"/>
                  </a:cubicBezTo>
                  <a:cubicBezTo>
                    <a:pt x="3315298" y="1922874"/>
                    <a:pt x="3315298" y="1305499"/>
                    <a:pt x="3025345" y="805010"/>
                  </a:cubicBezTo>
                  <a:cubicBezTo>
                    <a:pt x="2735392" y="304522"/>
                    <a:pt x="2199812" y="-2571"/>
                    <a:pt x="1621405" y="16"/>
                  </a:cubicBezTo>
                  <a:close/>
                </a:path>
              </a:pathLst>
            </a:custGeom>
            <a:blipFill>
              <a:blip r:embed="rId5"/>
              <a:stretch>
                <a:fillRect l="-28801" r="-28801" b="-58308"/>
              </a:stretch>
            </a:blipFill>
          </p:spPr>
          <p:txBody>
            <a:bodyPr/>
            <a:lstStyle/>
            <a:p>
              <a:endParaRPr lang="es-419" noProof="0" dirty="0"/>
            </a:p>
          </p:txBody>
        </p:sp>
      </p:grpSp>
      <p:sp>
        <p:nvSpPr>
          <p:cNvPr id="43" name="Forma libre: forma 42">
            <a:extLst>
              <a:ext uri="{FF2B5EF4-FFF2-40B4-BE49-F238E27FC236}">
                <a16:creationId xmlns:a16="http://schemas.microsoft.com/office/drawing/2014/main" id="{C76DBA11-EF4E-0961-B769-27F746FD515B}"/>
              </a:ext>
            </a:extLst>
          </p:cNvPr>
          <p:cNvSpPr/>
          <p:nvPr/>
        </p:nvSpPr>
        <p:spPr>
          <a:xfrm>
            <a:off x="1596105" y="2222074"/>
            <a:ext cx="193086" cy="261624"/>
          </a:xfrm>
          <a:custGeom>
            <a:avLst/>
            <a:gdLst>
              <a:gd name="csX0" fmla="*/ 47363 w 193086"/>
              <a:gd name="csY0" fmla="*/ 258865 h 261624"/>
              <a:gd name="csX1" fmla="*/ 34066 w 193086"/>
              <a:gd name="csY1" fmla="*/ 253627 h 261624"/>
              <a:gd name="csX2" fmla="*/ 25677 w 193086"/>
              <a:gd name="csY2" fmla="*/ 249703 h 261624"/>
              <a:gd name="csX3" fmla="*/ 12838 w 193086"/>
              <a:gd name="csY3" fmla="*/ 237813 h 261624"/>
              <a:gd name="csX4" fmla="*/ 0 w 193086"/>
              <a:gd name="csY4" fmla="*/ 228023 h 261624"/>
              <a:gd name="csX5" fmla="*/ 10590 w 193086"/>
              <a:gd name="csY5" fmla="*/ 222007 h 261624"/>
              <a:gd name="csX6" fmla="*/ 24311 w 193086"/>
              <a:gd name="csY6" fmla="*/ 218591 h 261624"/>
              <a:gd name="csX7" fmla="*/ 30840 w 193086"/>
              <a:gd name="csY7" fmla="*/ 210994 h 261624"/>
              <a:gd name="csX8" fmla="*/ 34002 w 193086"/>
              <a:gd name="csY8" fmla="*/ 201034 h 261624"/>
              <a:gd name="csX9" fmla="*/ 34055 w 193086"/>
              <a:gd name="csY9" fmla="*/ 192894 h 261624"/>
              <a:gd name="csX10" fmla="*/ 33474 w 193086"/>
              <a:gd name="csY10" fmla="*/ 186352 h 261624"/>
              <a:gd name="csX11" fmla="*/ 36002 w 193086"/>
              <a:gd name="csY11" fmla="*/ 155255 h 261624"/>
              <a:gd name="csX12" fmla="*/ 40814 w 193086"/>
              <a:gd name="csY12" fmla="*/ 125721 h 261624"/>
              <a:gd name="csX13" fmla="*/ 52906 w 193086"/>
              <a:gd name="csY13" fmla="*/ 136226 h 261624"/>
              <a:gd name="csX14" fmla="*/ 67584 w 193086"/>
              <a:gd name="csY14" fmla="*/ 150557 h 261624"/>
              <a:gd name="csX15" fmla="*/ 85050 w 193086"/>
              <a:gd name="csY15" fmla="*/ 148575 h 261624"/>
              <a:gd name="csX16" fmla="*/ 92615 w 193086"/>
              <a:gd name="csY16" fmla="*/ 147623 h 261624"/>
              <a:gd name="csX17" fmla="*/ 103162 w 193086"/>
              <a:gd name="csY17" fmla="*/ 143713 h 261624"/>
              <a:gd name="csX18" fmla="*/ 110991 w 193086"/>
              <a:gd name="csY18" fmla="*/ 139409 h 261624"/>
              <a:gd name="csX19" fmla="*/ 118857 w 193086"/>
              <a:gd name="csY19" fmla="*/ 137039 h 261624"/>
              <a:gd name="csX20" fmla="*/ 114946 w 193086"/>
              <a:gd name="csY20" fmla="*/ 126979 h 261624"/>
              <a:gd name="csX21" fmla="*/ 104278 w 193086"/>
              <a:gd name="csY21" fmla="*/ 120558 h 261624"/>
              <a:gd name="csX22" fmla="*/ 100539 w 193086"/>
              <a:gd name="csY22" fmla="*/ 116814 h 261624"/>
              <a:gd name="csX23" fmla="*/ 87769 w 193086"/>
              <a:gd name="csY23" fmla="*/ 107211 h 261624"/>
              <a:gd name="csX24" fmla="*/ 75649 w 193086"/>
              <a:gd name="csY24" fmla="*/ 82459 h 261624"/>
              <a:gd name="csX25" fmla="*/ 81162 w 193086"/>
              <a:gd name="csY25" fmla="*/ 66581 h 261624"/>
              <a:gd name="csX26" fmla="*/ 76956 w 193086"/>
              <a:gd name="csY26" fmla="*/ 53086 h 261624"/>
              <a:gd name="csX27" fmla="*/ 74281 w 193086"/>
              <a:gd name="csY27" fmla="*/ 48335 h 261624"/>
              <a:gd name="csX28" fmla="*/ 98388 w 193086"/>
              <a:gd name="csY28" fmla="*/ 21931 h 261624"/>
              <a:gd name="csX29" fmla="*/ 99033 w 193086"/>
              <a:gd name="csY29" fmla="*/ 12782 h 261624"/>
              <a:gd name="csX30" fmla="*/ 112340 w 193086"/>
              <a:gd name="csY30" fmla="*/ 234 h 261624"/>
              <a:gd name="csX31" fmla="*/ 115367 w 193086"/>
              <a:gd name="csY31" fmla="*/ 7384 h 261624"/>
              <a:gd name="csX32" fmla="*/ 123019 w 193086"/>
              <a:gd name="csY32" fmla="*/ 18442 h 261624"/>
              <a:gd name="csX33" fmla="*/ 122268 w 193086"/>
              <a:gd name="csY33" fmla="*/ 30221 h 261624"/>
              <a:gd name="csX34" fmla="*/ 113949 w 193086"/>
              <a:gd name="csY34" fmla="*/ 45287 h 261624"/>
              <a:gd name="csX35" fmla="*/ 120402 w 193086"/>
              <a:gd name="csY35" fmla="*/ 65276 h 261624"/>
              <a:gd name="csX36" fmla="*/ 138506 w 193086"/>
              <a:gd name="csY36" fmla="*/ 64867 h 261624"/>
              <a:gd name="csX37" fmla="*/ 143345 w 193086"/>
              <a:gd name="csY37" fmla="*/ 58224 h 261624"/>
              <a:gd name="csX38" fmla="*/ 152274 w 193086"/>
              <a:gd name="csY38" fmla="*/ 62931 h 261624"/>
              <a:gd name="csX39" fmla="*/ 162130 w 193086"/>
              <a:gd name="csY39" fmla="*/ 68135 h 261624"/>
              <a:gd name="csX40" fmla="*/ 158059 w 193086"/>
              <a:gd name="csY40" fmla="*/ 75879 h 261624"/>
              <a:gd name="csX41" fmla="*/ 142387 w 193086"/>
              <a:gd name="csY41" fmla="*/ 123139 h 261624"/>
              <a:gd name="csX42" fmla="*/ 161574 w 193086"/>
              <a:gd name="csY42" fmla="*/ 140138 h 261624"/>
              <a:gd name="csX43" fmla="*/ 162505 w 193086"/>
              <a:gd name="csY43" fmla="*/ 150542 h 261624"/>
              <a:gd name="csX44" fmla="*/ 151065 w 193086"/>
              <a:gd name="csY44" fmla="*/ 162165 h 261624"/>
              <a:gd name="csX45" fmla="*/ 147000 w 193086"/>
              <a:gd name="csY45" fmla="*/ 176069 h 261624"/>
              <a:gd name="csX46" fmla="*/ 151074 w 193086"/>
              <a:gd name="csY46" fmla="*/ 198795 h 261624"/>
              <a:gd name="csX47" fmla="*/ 161382 w 193086"/>
              <a:gd name="csY47" fmla="*/ 209212 h 261624"/>
              <a:gd name="csX48" fmla="*/ 180801 w 193086"/>
              <a:gd name="csY48" fmla="*/ 215310 h 261624"/>
              <a:gd name="csX49" fmla="*/ 191062 w 193086"/>
              <a:gd name="csY49" fmla="*/ 220266 h 261624"/>
              <a:gd name="csX50" fmla="*/ 186266 w 193086"/>
              <a:gd name="csY50" fmla="*/ 234411 h 261624"/>
              <a:gd name="csX51" fmla="*/ 146648 w 193086"/>
              <a:gd name="csY51" fmla="*/ 241973 h 261624"/>
              <a:gd name="csX52" fmla="*/ 130308 w 193086"/>
              <a:gd name="csY52" fmla="*/ 244333 h 261624"/>
              <a:gd name="csX53" fmla="*/ 120069 w 193086"/>
              <a:gd name="csY53" fmla="*/ 230760 h 261624"/>
              <a:gd name="csX54" fmla="*/ 99204 w 193086"/>
              <a:gd name="csY54" fmla="*/ 236809 h 261624"/>
              <a:gd name="csX55" fmla="*/ 99051 w 193086"/>
              <a:gd name="csY55" fmla="*/ 250983 h 261624"/>
              <a:gd name="csX56" fmla="*/ 92202 w 193086"/>
              <a:gd name="csY56" fmla="*/ 257021 h 261624"/>
              <a:gd name="csX57" fmla="*/ 61602 w 193086"/>
              <a:gd name="csY57" fmla="*/ 257374 h 261624"/>
              <a:gd name="csX58" fmla="*/ 47363 w 193086"/>
              <a:gd name="csY58" fmla="*/ 258865 h 2616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Lst>
            <a:rect l="l" t="t" r="r" b="b"/>
            <a:pathLst>
              <a:path w="193086" h="261624">
                <a:moveTo>
                  <a:pt x="47363" y="258865"/>
                </a:moveTo>
                <a:cubicBezTo>
                  <a:pt x="44664" y="256988"/>
                  <a:pt x="38681" y="254631"/>
                  <a:pt x="34066" y="253627"/>
                </a:cubicBezTo>
                <a:cubicBezTo>
                  <a:pt x="29452" y="252623"/>
                  <a:pt x="25677" y="250857"/>
                  <a:pt x="25677" y="249703"/>
                </a:cubicBezTo>
                <a:cubicBezTo>
                  <a:pt x="25677" y="248548"/>
                  <a:pt x="19899" y="243198"/>
                  <a:pt x="12838" y="237813"/>
                </a:cubicBezTo>
                <a:lnTo>
                  <a:pt x="0" y="228023"/>
                </a:lnTo>
                <a:lnTo>
                  <a:pt x="10590" y="222007"/>
                </a:lnTo>
                <a:cubicBezTo>
                  <a:pt x="17972" y="217814"/>
                  <a:pt x="22129" y="216779"/>
                  <a:pt x="24311" y="218591"/>
                </a:cubicBezTo>
                <a:cubicBezTo>
                  <a:pt x="28477" y="222048"/>
                  <a:pt x="30840" y="219299"/>
                  <a:pt x="30840" y="210994"/>
                </a:cubicBezTo>
                <a:cubicBezTo>
                  <a:pt x="30840" y="207256"/>
                  <a:pt x="32263" y="202774"/>
                  <a:pt x="34002" y="201034"/>
                </a:cubicBezTo>
                <a:cubicBezTo>
                  <a:pt x="36474" y="198562"/>
                  <a:pt x="36486" y="196787"/>
                  <a:pt x="34055" y="192894"/>
                </a:cubicBezTo>
                <a:cubicBezTo>
                  <a:pt x="32093" y="189753"/>
                  <a:pt x="31879" y="187338"/>
                  <a:pt x="33474" y="186352"/>
                </a:cubicBezTo>
                <a:cubicBezTo>
                  <a:pt x="34886" y="185479"/>
                  <a:pt x="36002" y="171748"/>
                  <a:pt x="36002" y="155255"/>
                </a:cubicBezTo>
                <a:cubicBezTo>
                  <a:pt x="36002" y="128160"/>
                  <a:pt x="36400" y="125721"/>
                  <a:pt x="40814" y="125721"/>
                </a:cubicBezTo>
                <a:cubicBezTo>
                  <a:pt x="43528" y="125721"/>
                  <a:pt x="48800" y="130301"/>
                  <a:pt x="52906" y="136226"/>
                </a:cubicBezTo>
                <a:cubicBezTo>
                  <a:pt x="56911" y="142004"/>
                  <a:pt x="63516" y="148453"/>
                  <a:pt x="67584" y="150557"/>
                </a:cubicBezTo>
                <a:cubicBezTo>
                  <a:pt x="75108" y="154448"/>
                  <a:pt x="85050" y="153319"/>
                  <a:pt x="85050" y="148575"/>
                </a:cubicBezTo>
                <a:cubicBezTo>
                  <a:pt x="85050" y="147029"/>
                  <a:pt x="88138" y="146640"/>
                  <a:pt x="92615" y="147623"/>
                </a:cubicBezTo>
                <a:cubicBezTo>
                  <a:pt x="98706" y="148961"/>
                  <a:pt x="100761" y="148199"/>
                  <a:pt x="103162" y="143713"/>
                </a:cubicBezTo>
                <a:cubicBezTo>
                  <a:pt x="105115" y="140063"/>
                  <a:pt x="107816" y="138578"/>
                  <a:pt x="110991" y="139409"/>
                </a:cubicBezTo>
                <a:cubicBezTo>
                  <a:pt x="113656" y="140106"/>
                  <a:pt x="117196" y="139039"/>
                  <a:pt x="118857" y="137039"/>
                </a:cubicBezTo>
                <a:cubicBezTo>
                  <a:pt x="121254" y="134150"/>
                  <a:pt x="120449" y="132080"/>
                  <a:pt x="114946" y="126979"/>
                </a:cubicBezTo>
                <a:cubicBezTo>
                  <a:pt x="111135" y="123448"/>
                  <a:pt x="106335" y="120558"/>
                  <a:pt x="104278" y="120558"/>
                </a:cubicBezTo>
                <a:cubicBezTo>
                  <a:pt x="102221" y="120558"/>
                  <a:pt x="100539" y="118873"/>
                  <a:pt x="100539" y="116814"/>
                </a:cubicBezTo>
                <a:cubicBezTo>
                  <a:pt x="100539" y="114754"/>
                  <a:pt x="94792" y="110433"/>
                  <a:pt x="87769" y="107211"/>
                </a:cubicBezTo>
                <a:cubicBezTo>
                  <a:pt x="73337" y="100591"/>
                  <a:pt x="69935" y="93642"/>
                  <a:pt x="75649" y="82459"/>
                </a:cubicBezTo>
                <a:cubicBezTo>
                  <a:pt x="77638" y="78567"/>
                  <a:pt x="80119" y="71422"/>
                  <a:pt x="81162" y="66581"/>
                </a:cubicBezTo>
                <a:cubicBezTo>
                  <a:pt x="82769" y="59128"/>
                  <a:pt x="82125" y="57061"/>
                  <a:pt x="76956" y="53086"/>
                </a:cubicBezTo>
                <a:cubicBezTo>
                  <a:pt x="73561" y="50475"/>
                  <a:pt x="72374" y="48366"/>
                  <a:pt x="74281" y="48335"/>
                </a:cubicBezTo>
                <a:cubicBezTo>
                  <a:pt x="79014" y="48255"/>
                  <a:pt x="97860" y="27614"/>
                  <a:pt x="98388" y="21931"/>
                </a:cubicBezTo>
                <a:cubicBezTo>
                  <a:pt x="98624" y="19384"/>
                  <a:pt x="98915" y="15267"/>
                  <a:pt x="99033" y="12782"/>
                </a:cubicBezTo>
                <a:cubicBezTo>
                  <a:pt x="99328" y="6580"/>
                  <a:pt x="107875" y="-1480"/>
                  <a:pt x="112340" y="234"/>
                </a:cubicBezTo>
                <a:cubicBezTo>
                  <a:pt x="114351" y="1006"/>
                  <a:pt x="115714" y="4223"/>
                  <a:pt x="115367" y="7384"/>
                </a:cubicBezTo>
                <a:cubicBezTo>
                  <a:pt x="114925" y="11414"/>
                  <a:pt x="117211" y="14717"/>
                  <a:pt x="123019" y="18442"/>
                </a:cubicBezTo>
                <a:cubicBezTo>
                  <a:pt x="132830" y="24734"/>
                  <a:pt x="132594" y="28432"/>
                  <a:pt x="122268" y="30221"/>
                </a:cubicBezTo>
                <a:cubicBezTo>
                  <a:pt x="115180" y="31449"/>
                  <a:pt x="114690" y="32336"/>
                  <a:pt x="113949" y="45287"/>
                </a:cubicBezTo>
                <a:cubicBezTo>
                  <a:pt x="113241" y="57646"/>
                  <a:pt x="113899" y="59682"/>
                  <a:pt x="120402" y="65276"/>
                </a:cubicBezTo>
                <a:cubicBezTo>
                  <a:pt x="129577" y="73166"/>
                  <a:pt x="132509" y="73100"/>
                  <a:pt x="138506" y="64867"/>
                </a:cubicBezTo>
                <a:lnTo>
                  <a:pt x="143345" y="58224"/>
                </a:lnTo>
                <a:lnTo>
                  <a:pt x="152274" y="62931"/>
                </a:lnTo>
                <a:cubicBezTo>
                  <a:pt x="157185" y="65520"/>
                  <a:pt x="161620" y="67861"/>
                  <a:pt x="162130" y="68135"/>
                </a:cubicBezTo>
                <a:cubicBezTo>
                  <a:pt x="162640" y="68408"/>
                  <a:pt x="160808" y="71893"/>
                  <a:pt x="158059" y="75879"/>
                </a:cubicBezTo>
                <a:cubicBezTo>
                  <a:pt x="151713" y="85081"/>
                  <a:pt x="141902" y="114664"/>
                  <a:pt x="142387" y="123139"/>
                </a:cubicBezTo>
                <a:cubicBezTo>
                  <a:pt x="142935" y="132744"/>
                  <a:pt x="146254" y="135684"/>
                  <a:pt x="161574" y="140138"/>
                </a:cubicBezTo>
                <a:cubicBezTo>
                  <a:pt x="177125" y="144659"/>
                  <a:pt x="177438" y="148154"/>
                  <a:pt x="162505" y="150542"/>
                </a:cubicBezTo>
                <a:cubicBezTo>
                  <a:pt x="152866" y="152083"/>
                  <a:pt x="147932" y="157096"/>
                  <a:pt x="151065" y="162165"/>
                </a:cubicBezTo>
                <a:cubicBezTo>
                  <a:pt x="151887" y="163495"/>
                  <a:pt x="150058" y="169752"/>
                  <a:pt x="147000" y="176069"/>
                </a:cubicBezTo>
                <a:cubicBezTo>
                  <a:pt x="140040" y="190447"/>
                  <a:pt x="141019" y="195911"/>
                  <a:pt x="151074" y="198795"/>
                </a:cubicBezTo>
                <a:cubicBezTo>
                  <a:pt x="156834" y="200447"/>
                  <a:pt x="159631" y="203274"/>
                  <a:pt x="161382" y="209212"/>
                </a:cubicBezTo>
                <a:cubicBezTo>
                  <a:pt x="163891" y="217725"/>
                  <a:pt x="167253" y="218781"/>
                  <a:pt x="180801" y="215310"/>
                </a:cubicBezTo>
                <a:cubicBezTo>
                  <a:pt x="186270" y="213909"/>
                  <a:pt x="188145" y="214815"/>
                  <a:pt x="191062" y="220266"/>
                </a:cubicBezTo>
                <a:cubicBezTo>
                  <a:pt x="194411" y="226524"/>
                  <a:pt x="194115" y="227399"/>
                  <a:pt x="186266" y="234411"/>
                </a:cubicBezTo>
                <a:cubicBezTo>
                  <a:pt x="177581" y="242171"/>
                  <a:pt x="173505" y="242950"/>
                  <a:pt x="146648" y="241973"/>
                </a:cubicBezTo>
                <a:cubicBezTo>
                  <a:pt x="138138" y="241664"/>
                  <a:pt x="131353" y="242644"/>
                  <a:pt x="130308" y="244333"/>
                </a:cubicBezTo>
                <a:cubicBezTo>
                  <a:pt x="127797" y="248397"/>
                  <a:pt x="118188" y="235660"/>
                  <a:pt x="120069" y="230760"/>
                </a:cubicBezTo>
                <a:cubicBezTo>
                  <a:pt x="124398" y="219478"/>
                  <a:pt x="105303" y="225013"/>
                  <a:pt x="99204" y="236809"/>
                </a:cubicBezTo>
                <a:cubicBezTo>
                  <a:pt x="95428" y="244110"/>
                  <a:pt x="95414" y="245432"/>
                  <a:pt x="99051" y="250983"/>
                </a:cubicBezTo>
                <a:cubicBezTo>
                  <a:pt x="103916" y="258408"/>
                  <a:pt x="100434" y="261478"/>
                  <a:pt x="92202" y="257021"/>
                </a:cubicBezTo>
                <a:cubicBezTo>
                  <a:pt x="83927" y="252540"/>
                  <a:pt x="66492" y="252742"/>
                  <a:pt x="61602" y="257374"/>
                </a:cubicBezTo>
                <a:cubicBezTo>
                  <a:pt x="56090" y="262596"/>
                  <a:pt x="53167" y="262902"/>
                  <a:pt x="47363" y="258865"/>
                </a:cubicBezTo>
                <a:close/>
              </a:path>
            </a:pathLst>
          </a:custGeom>
          <a:solidFill>
            <a:srgbClr val="B9B9B9"/>
          </a:solidFill>
          <a:ln w="5163" cap="flat">
            <a:noFill/>
            <a:prstDash val="solid"/>
            <a:miter/>
          </a:ln>
        </p:spPr>
        <p:txBody>
          <a:bodyPr/>
          <a:lstStyle/>
          <a:p>
            <a:endParaRPr lang="es-419" noProof="0" dirty="0"/>
          </a:p>
        </p:txBody>
      </p:sp>
      <p:sp>
        <p:nvSpPr>
          <p:cNvPr id="44" name="Forma libre: forma 43">
            <a:extLst>
              <a:ext uri="{FF2B5EF4-FFF2-40B4-BE49-F238E27FC236}">
                <a16:creationId xmlns:a16="http://schemas.microsoft.com/office/drawing/2014/main" id="{E62AD359-867C-C797-C68F-9148116C4CDB}"/>
              </a:ext>
            </a:extLst>
          </p:cNvPr>
          <p:cNvSpPr/>
          <p:nvPr/>
        </p:nvSpPr>
        <p:spPr>
          <a:xfrm>
            <a:off x="1103504" y="2345749"/>
            <a:ext cx="95653" cy="64838"/>
          </a:xfrm>
          <a:custGeom>
            <a:avLst/>
            <a:gdLst>
              <a:gd name="csX0" fmla="*/ 71219 w 95653"/>
              <a:gd name="csY0" fmla="*/ 62506 h 64838"/>
              <a:gd name="csX1" fmla="*/ 62655 w 95653"/>
              <a:gd name="csY1" fmla="*/ 53685 h 64838"/>
              <a:gd name="csX2" fmla="*/ 57443 w 95653"/>
              <a:gd name="csY2" fmla="*/ 48511 h 64838"/>
              <a:gd name="csX3" fmla="*/ 51242 w 95653"/>
              <a:gd name="csY3" fmla="*/ 43994 h 64838"/>
              <a:gd name="csX4" fmla="*/ 48532 w 95653"/>
              <a:gd name="csY4" fmla="*/ 43994 h 64838"/>
              <a:gd name="csX5" fmla="*/ 36926 w 95653"/>
              <a:gd name="csY5" fmla="*/ 44510 h 64838"/>
              <a:gd name="csX6" fmla="*/ 28785 w 95653"/>
              <a:gd name="csY6" fmla="*/ 36765 h 64838"/>
              <a:gd name="csX7" fmla="*/ 27076 w 95653"/>
              <a:gd name="csY7" fmla="*/ 32629 h 64838"/>
              <a:gd name="csX8" fmla="*/ 11500 w 95653"/>
              <a:gd name="csY8" fmla="*/ 28262 h 64838"/>
              <a:gd name="csX9" fmla="*/ 1174 w 95653"/>
              <a:gd name="csY9" fmla="*/ 25068 h 64838"/>
              <a:gd name="csX10" fmla="*/ 31004 w 95653"/>
              <a:gd name="csY10" fmla="*/ 14820 h 64838"/>
              <a:gd name="csX11" fmla="*/ 49970 w 95653"/>
              <a:gd name="csY11" fmla="*/ 6499 h 64838"/>
              <a:gd name="csX12" fmla="*/ 60293 w 95653"/>
              <a:gd name="csY12" fmla="*/ 3207 h 64838"/>
              <a:gd name="csX13" fmla="*/ 79487 w 95653"/>
              <a:gd name="csY13" fmla="*/ 1724 h 64838"/>
              <a:gd name="csX14" fmla="*/ 95469 w 95653"/>
              <a:gd name="csY14" fmla="*/ 24677 h 64838"/>
              <a:gd name="csX15" fmla="*/ 92590 w 95653"/>
              <a:gd name="csY15" fmla="*/ 45837 h 64838"/>
              <a:gd name="csX16" fmla="*/ 88748 w 95653"/>
              <a:gd name="csY16" fmla="*/ 52688 h 64838"/>
              <a:gd name="csX17" fmla="*/ 82592 w 95653"/>
              <a:gd name="csY17" fmla="*/ 62155 h 64838"/>
              <a:gd name="csX18" fmla="*/ 71219 w 95653"/>
              <a:gd name="csY18" fmla="*/ 62506 h 648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95653" h="64838">
                <a:moveTo>
                  <a:pt x="71219" y="62506"/>
                </a:moveTo>
                <a:cubicBezTo>
                  <a:pt x="67412" y="60499"/>
                  <a:pt x="63558" y="56530"/>
                  <a:pt x="62655" y="53685"/>
                </a:cubicBezTo>
                <a:cubicBezTo>
                  <a:pt x="61752" y="50839"/>
                  <a:pt x="59407" y="48511"/>
                  <a:pt x="57443" y="48511"/>
                </a:cubicBezTo>
                <a:cubicBezTo>
                  <a:pt x="55480" y="48511"/>
                  <a:pt x="52689" y="46478"/>
                  <a:pt x="51242" y="43994"/>
                </a:cubicBezTo>
                <a:cubicBezTo>
                  <a:pt x="48736" y="39691"/>
                  <a:pt x="48607" y="39691"/>
                  <a:pt x="48532" y="43994"/>
                </a:cubicBezTo>
                <a:cubicBezTo>
                  <a:pt x="48437" y="49469"/>
                  <a:pt x="48761" y="49455"/>
                  <a:pt x="36926" y="44510"/>
                </a:cubicBezTo>
                <a:cubicBezTo>
                  <a:pt x="30451" y="41804"/>
                  <a:pt x="27814" y="39296"/>
                  <a:pt x="28785" y="36765"/>
                </a:cubicBezTo>
                <a:cubicBezTo>
                  <a:pt x="29575" y="34707"/>
                  <a:pt x="28806" y="32846"/>
                  <a:pt x="27076" y="32629"/>
                </a:cubicBezTo>
                <a:cubicBezTo>
                  <a:pt x="21029" y="31874"/>
                  <a:pt x="18714" y="31225"/>
                  <a:pt x="11500" y="28262"/>
                </a:cubicBezTo>
                <a:cubicBezTo>
                  <a:pt x="7503" y="26621"/>
                  <a:pt x="2857" y="25183"/>
                  <a:pt x="1174" y="25068"/>
                </a:cubicBezTo>
                <a:cubicBezTo>
                  <a:pt x="-4949" y="24646"/>
                  <a:pt x="14045" y="18121"/>
                  <a:pt x="31004" y="14820"/>
                </a:cubicBezTo>
                <a:cubicBezTo>
                  <a:pt x="44060" y="12279"/>
                  <a:pt x="48794" y="10202"/>
                  <a:pt x="49970" y="6499"/>
                </a:cubicBezTo>
                <a:cubicBezTo>
                  <a:pt x="51256" y="2445"/>
                  <a:pt x="53098" y="1858"/>
                  <a:pt x="60293" y="3207"/>
                </a:cubicBezTo>
                <a:cubicBezTo>
                  <a:pt x="65110" y="4111"/>
                  <a:pt x="73747" y="3443"/>
                  <a:pt x="79487" y="1724"/>
                </a:cubicBezTo>
                <a:cubicBezTo>
                  <a:pt x="94315" y="-2719"/>
                  <a:pt x="96385" y="255"/>
                  <a:pt x="95469" y="24677"/>
                </a:cubicBezTo>
                <a:cubicBezTo>
                  <a:pt x="95060" y="35554"/>
                  <a:pt x="93765" y="45076"/>
                  <a:pt x="92590" y="45837"/>
                </a:cubicBezTo>
                <a:cubicBezTo>
                  <a:pt x="91414" y="46598"/>
                  <a:pt x="89686" y="49681"/>
                  <a:pt x="88748" y="52688"/>
                </a:cubicBezTo>
                <a:cubicBezTo>
                  <a:pt x="87811" y="55696"/>
                  <a:pt x="85041" y="59955"/>
                  <a:pt x="82592" y="62155"/>
                </a:cubicBezTo>
                <a:cubicBezTo>
                  <a:pt x="78702" y="65649"/>
                  <a:pt x="77268" y="65693"/>
                  <a:pt x="71219" y="62506"/>
                </a:cubicBezTo>
                <a:close/>
              </a:path>
            </a:pathLst>
          </a:custGeom>
          <a:solidFill>
            <a:srgbClr val="B9B9B9"/>
          </a:solidFill>
          <a:ln w="5163" cap="flat">
            <a:noFill/>
            <a:prstDash val="solid"/>
            <a:miter/>
          </a:ln>
        </p:spPr>
        <p:txBody>
          <a:bodyPr/>
          <a:lstStyle/>
          <a:p>
            <a:endParaRPr lang="es-419" noProof="0" dirty="0"/>
          </a:p>
        </p:txBody>
      </p:sp>
      <p:sp>
        <p:nvSpPr>
          <p:cNvPr id="45" name="Forma libre: forma 44">
            <a:extLst>
              <a:ext uri="{FF2B5EF4-FFF2-40B4-BE49-F238E27FC236}">
                <a16:creationId xmlns:a16="http://schemas.microsoft.com/office/drawing/2014/main" id="{7FAEAA67-0F9E-5E2B-F1B7-28CC364C251F}"/>
              </a:ext>
            </a:extLst>
          </p:cNvPr>
          <p:cNvSpPr/>
          <p:nvPr/>
        </p:nvSpPr>
        <p:spPr>
          <a:xfrm>
            <a:off x="1015863" y="2030672"/>
            <a:ext cx="364335" cy="362024"/>
          </a:xfrm>
          <a:custGeom>
            <a:avLst/>
            <a:gdLst>
              <a:gd name="csX0" fmla="*/ 185142 w 364335"/>
              <a:gd name="csY0" fmla="*/ 358570 h 362024"/>
              <a:gd name="csX1" fmla="*/ 187621 w 364335"/>
              <a:gd name="csY1" fmla="*/ 340898 h 362024"/>
              <a:gd name="csX2" fmla="*/ 186283 w 364335"/>
              <a:gd name="csY2" fmla="*/ 320178 h 362024"/>
              <a:gd name="csX3" fmla="*/ 182466 w 364335"/>
              <a:gd name="csY3" fmla="*/ 312528 h 362024"/>
              <a:gd name="csX4" fmla="*/ 160064 w 364335"/>
              <a:gd name="csY4" fmla="*/ 313164 h 362024"/>
              <a:gd name="csX5" fmla="*/ 135394 w 364335"/>
              <a:gd name="csY5" fmla="*/ 318882 h 362024"/>
              <a:gd name="csX6" fmla="*/ 107653 w 364335"/>
              <a:gd name="csY6" fmla="*/ 328620 h 362024"/>
              <a:gd name="csX7" fmla="*/ 77975 w 364335"/>
              <a:gd name="csY7" fmla="*/ 329071 h 362024"/>
              <a:gd name="csX8" fmla="*/ 69734 w 364335"/>
              <a:gd name="csY8" fmla="*/ 324866 h 362024"/>
              <a:gd name="csX9" fmla="*/ 48325 w 364335"/>
              <a:gd name="csY9" fmla="*/ 303007 h 362024"/>
              <a:gd name="csX10" fmla="*/ 38186 w 364335"/>
              <a:gd name="csY10" fmla="*/ 292203 h 362024"/>
              <a:gd name="csX11" fmla="*/ 25184 w 364335"/>
              <a:gd name="csY11" fmla="*/ 273778 h 362024"/>
              <a:gd name="csX12" fmla="*/ 11540 w 364335"/>
              <a:gd name="csY12" fmla="*/ 253016 h 362024"/>
              <a:gd name="csX13" fmla="*/ 9603 w 364335"/>
              <a:gd name="csY13" fmla="*/ 246065 h 362024"/>
              <a:gd name="csX14" fmla="*/ 4075 w 364335"/>
              <a:gd name="csY14" fmla="*/ 230604 h 362024"/>
              <a:gd name="csX15" fmla="*/ 2870 w 364335"/>
              <a:gd name="csY15" fmla="*/ 216903 h 362024"/>
              <a:gd name="csX16" fmla="*/ 19099 w 364335"/>
              <a:gd name="csY16" fmla="*/ 209992 h 362024"/>
              <a:gd name="csX17" fmla="*/ 33857 w 364335"/>
              <a:gd name="csY17" fmla="*/ 202727 h 362024"/>
              <a:gd name="csX18" fmla="*/ 62323 w 364335"/>
              <a:gd name="csY18" fmla="*/ 175142 h 362024"/>
              <a:gd name="csX19" fmla="*/ 75732 w 364335"/>
              <a:gd name="csY19" fmla="*/ 169793 h 362024"/>
              <a:gd name="csX20" fmla="*/ 107485 w 364335"/>
              <a:gd name="csY20" fmla="*/ 178512 h 362024"/>
              <a:gd name="csX21" fmla="*/ 118888 w 364335"/>
              <a:gd name="csY21" fmla="*/ 188952 h 362024"/>
              <a:gd name="csX22" fmla="*/ 122369 w 364335"/>
              <a:gd name="csY22" fmla="*/ 177011 h 362024"/>
              <a:gd name="csX23" fmla="*/ 128391 w 364335"/>
              <a:gd name="csY23" fmla="*/ 163500 h 362024"/>
              <a:gd name="csX24" fmla="*/ 127169 w 364335"/>
              <a:gd name="csY24" fmla="*/ 147778 h 362024"/>
              <a:gd name="csX25" fmla="*/ 130389 w 364335"/>
              <a:gd name="csY25" fmla="*/ 138750 h 362024"/>
              <a:gd name="csX26" fmla="*/ 147714 w 364335"/>
              <a:gd name="csY26" fmla="*/ 129037 h 362024"/>
              <a:gd name="csX27" fmla="*/ 142395 w 364335"/>
              <a:gd name="csY27" fmla="*/ 116273 h 362024"/>
              <a:gd name="csX28" fmla="*/ 138322 w 364335"/>
              <a:gd name="csY28" fmla="*/ 100445 h 362024"/>
              <a:gd name="csX29" fmla="*/ 132219 w 364335"/>
              <a:gd name="csY29" fmla="*/ 77384 h 362024"/>
              <a:gd name="csX30" fmla="*/ 123182 w 364335"/>
              <a:gd name="csY30" fmla="*/ 67380 h 362024"/>
              <a:gd name="csX31" fmla="*/ 127316 w 364335"/>
              <a:gd name="csY31" fmla="*/ 49072 h 362024"/>
              <a:gd name="csX32" fmla="*/ 149002 w 364335"/>
              <a:gd name="csY32" fmla="*/ 26791 h 362024"/>
              <a:gd name="csX33" fmla="*/ 156308 w 364335"/>
              <a:gd name="csY33" fmla="*/ 19245 h 362024"/>
              <a:gd name="csX34" fmla="*/ 153995 w 364335"/>
              <a:gd name="csY34" fmla="*/ 9825 h 362024"/>
              <a:gd name="csX35" fmla="*/ 161050 w 364335"/>
              <a:gd name="csY35" fmla="*/ 76 h 362024"/>
              <a:gd name="csX36" fmla="*/ 166583 w 364335"/>
              <a:gd name="csY36" fmla="*/ 7348 h 362024"/>
              <a:gd name="csX37" fmla="*/ 154998 w 364335"/>
              <a:gd name="csY37" fmla="*/ 39300 h 362024"/>
              <a:gd name="csX38" fmla="*/ 157050 w 364335"/>
              <a:gd name="csY38" fmla="*/ 45546 h 362024"/>
              <a:gd name="csX39" fmla="*/ 169737 w 364335"/>
              <a:gd name="csY39" fmla="*/ 24492 h 362024"/>
              <a:gd name="csX40" fmla="*/ 176182 w 364335"/>
              <a:gd name="csY40" fmla="*/ 20317 h 362024"/>
              <a:gd name="csX41" fmla="*/ 177678 w 364335"/>
              <a:gd name="csY41" fmla="*/ 26406 h 362024"/>
              <a:gd name="csX42" fmla="*/ 173510 w 364335"/>
              <a:gd name="csY42" fmla="*/ 43871 h 362024"/>
              <a:gd name="csX43" fmla="*/ 171706 w 364335"/>
              <a:gd name="csY43" fmla="*/ 58451 h 362024"/>
              <a:gd name="csX44" fmla="*/ 179820 w 364335"/>
              <a:gd name="csY44" fmla="*/ 60233 h 362024"/>
              <a:gd name="csX45" fmla="*/ 195468 w 364335"/>
              <a:gd name="csY45" fmla="*/ 47665 h 362024"/>
              <a:gd name="csX46" fmla="*/ 212893 w 364335"/>
              <a:gd name="csY46" fmla="*/ 36256 h 362024"/>
              <a:gd name="csX47" fmla="*/ 215787 w 364335"/>
              <a:gd name="csY47" fmla="*/ 59322 h 362024"/>
              <a:gd name="csX48" fmla="*/ 202515 w 364335"/>
              <a:gd name="csY48" fmla="*/ 73785 h 362024"/>
              <a:gd name="csX49" fmla="*/ 193598 w 364335"/>
              <a:gd name="csY49" fmla="*/ 76402 h 362024"/>
              <a:gd name="csX50" fmla="*/ 196544 w 364335"/>
              <a:gd name="csY50" fmla="*/ 79629 h 362024"/>
              <a:gd name="csX51" fmla="*/ 200631 w 364335"/>
              <a:gd name="csY51" fmla="*/ 82161 h 362024"/>
              <a:gd name="csX52" fmla="*/ 183851 w 364335"/>
              <a:gd name="csY52" fmla="*/ 86694 h 362024"/>
              <a:gd name="csX53" fmla="*/ 179447 w 364335"/>
              <a:gd name="csY53" fmla="*/ 90600 h 362024"/>
              <a:gd name="csX54" fmla="*/ 177337 w 364335"/>
              <a:gd name="csY54" fmla="*/ 95117 h 362024"/>
              <a:gd name="csX55" fmla="*/ 175970 w 364335"/>
              <a:gd name="csY55" fmla="*/ 99847 h 362024"/>
              <a:gd name="csX56" fmla="*/ 172279 w 364335"/>
              <a:gd name="csY56" fmla="*/ 109275 h 362024"/>
              <a:gd name="csX57" fmla="*/ 162736 w 364335"/>
              <a:gd name="csY57" fmla="*/ 127778 h 362024"/>
              <a:gd name="csX58" fmla="*/ 154984 w 364335"/>
              <a:gd name="csY58" fmla="*/ 141584 h 362024"/>
              <a:gd name="csX59" fmla="*/ 157382 w 364335"/>
              <a:gd name="csY59" fmla="*/ 150820 h 362024"/>
              <a:gd name="csX60" fmla="*/ 166003 w 364335"/>
              <a:gd name="csY60" fmla="*/ 156522 h 362024"/>
              <a:gd name="csX61" fmla="*/ 178921 w 364335"/>
              <a:gd name="csY61" fmla="*/ 158229 h 362024"/>
              <a:gd name="csX62" fmla="*/ 200631 w 364335"/>
              <a:gd name="csY62" fmla="*/ 155851 h 362024"/>
              <a:gd name="csX63" fmla="*/ 253127 w 364335"/>
              <a:gd name="csY63" fmla="*/ 145110 h 362024"/>
              <a:gd name="csX64" fmla="*/ 260004 w 364335"/>
              <a:gd name="csY64" fmla="*/ 117060 h 362024"/>
              <a:gd name="csX65" fmla="*/ 261186 w 364335"/>
              <a:gd name="csY65" fmla="*/ 105023 h 362024"/>
              <a:gd name="csX66" fmla="*/ 280779 w 364335"/>
              <a:gd name="csY66" fmla="*/ 107831 h 362024"/>
              <a:gd name="csX67" fmla="*/ 316123 w 364335"/>
              <a:gd name="csY67" fmla="*/ 101238 h 362024"/>
              <a:gd name="csX68" fmla="*/ 332436 w 364335"/>
              <a:gd name="csY68" fmla="*/ 86525 h 362024"/>
              <a:gd name="csX69" fmla="*/ 340656 w 364335"/>
              <a:gd name="csY69" fmla="*/ 79224 h 362024"/>
              <a:gd name="csX70" fmla="*/ 348855 w 364335"/>
              <a:gd name="csY70" fmla="*/ 87171 h 362024"/>
              <a:gd name="csX71" fmla="*/ 361269 w 364335"/>
              <a:gd name="csY71" fmla="*/ 95117 h 362024"/>
              <a:gd name="csX72" fmla="*/ 363171 w 364335"/>
              <a:gd name="csY72" fmla="*/ 103178 h 362024"/>
              <a:gd name="csX73" fmla="*/ 356290 w 364335"/>
              <a:gd name="csY73" fmla="*/ 118022 h 362024"/>
              <a:gd name="csX74" fmla="*/ 352528 w 364335"/>
              <a:gd name="csY74" fmla="*/ 135380 h 362024"/>
              <a:gd name="csX75" fmla="*/ 345616 w 364335"/>
              <a:gd name="csY75" fmla="*/ 149152 h 362024"/>
              <a:gd name="csX76" fmla="*/ 336399 w 364335"/>
              <a:gd name="csY76" fmla="*/ 158318 h 362024"/>
              <a:gd name="csX77" fmla="*/ 325505 w 364335"/>
              <a:gd name="csY77" fmla="*/ 175523 h 362024"/>
              <a:gd name="csX78" fmla="*/ 315430 w 364335"/>
              <a:gd name="csY78" fmla="*/ 204352 h 362024"/>
              <a:gd name="csX79" fmla="*/ 313994 w 364335"/>
              <a:gd name="csY79" fmla="*/ 218773 h 362024"/>
              <a:gd name="csX80" fmla="*/ 296375 w 364335"/>
              <a:gd name="csY80" fmla="*/ 228175 h 362024"/>
              <a:gd name="csX81" fmla="*/ 265231 w 364335"/>
              <a:gd name="csY81" fmla="*/ 238311 h 362024"/>
              <a:gd name="csX82" fmla="*/ 244951 w 364335"/>
              <a:gd name="csY82" fmla="*/ 244768 h 362024"/>
              <a:gd name="csX83" fmla="*/ 219261 w 364335"/>
              <a:gd name="csY83" fmla="*/ 258588 h 362024"/>
              <a:gd name="csX84" fmla="*/ 224662 w 364335"/>
              <a:gd name="csY84" fmla="*/ 270643 h 362024"/>
              <a:gd name="csX85" fmla="*/ 242353 w 364335"/>
              <a:gd name="csY85" fmla="*/ 274944 h 362024"/>
              <a:gd name="csX86" fmla="*/ 251900 w 364335"/>
              <a:gd name="csY86" fmla="*/ 285801 h 362024"/>
              <a:gd name="csX87" fmla="*/ 252381 w 364335"/>
              <a:gd name="csY87" fmla="*/ 304719 h 362024"/>
              <a:gd name="csX88" fmla="*/ 261267 w 364335"/>
              <a:gd name="csY88" fmla="*/ 315608 h 362024"/>
              <a:gd name="csX89" fmla="*/ 268876 w 364335"/>
              <a:gd name="csY89" fmla="*/ 316858 h 362024"/>
              <a:gd name="csX90" fmla="*/ 252027 w 364335"/>
              <a:gd name="csY90" fmla="*/ 336142 h 362024"/>
              <a:gd name="csX91" fmla="*/ 230251 w 364335"/>
              <a:gd name="csY91" fmla="*/ 349333 h 362024"/>
              <a:gd name="csX92" fmla="*/ 209844 w 364335"/>
              <a:gd name="csY92" fmla="*/ 359530 h 362024"/>
              <a:gd name="csX93" fmla="*/ 194478 w 364335"/>
              <a:gd name="csY93" fmla="*/ 360594 h 362024"/>
              <a:gd name="csX94" fmla="*/ 185142 w 364335"/>
              <a:gd name="csY94" fmla="*/ 358570 h 362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364335" h="362024">
                <a:moveTo>
                  <a:pt x="185142" y="358570"/>
                </a:moveTo>
                <a:cubicBezTo>
                  <a:pt x="185142" y="356038"/>
                  <a:pt x="186257" y="348086"/>
                  <a:pt x="187621" y="340898"/>
                </a:cubicBezTo>
                <a:cubicBezTo>
                  <a:pt x="189559" y="330679"/>
                  <a:pt x="189267" y="326160"/>
                  <a:pt x="186283" y="320178"/>
                </a:cubicBezTo>
                <a:lnTo>
                  <a:pt x="182466" y="312528"/>
                </a:lnTo>
                <a:lnTo>
                  <a:pt x="160064" y="313164"/>
                </a:lnTo>
                <a:cubicBezTo>
                  <a:pt x="140617" y="313716"/>
                  <a:pt x="137363" y="314470"/>
                  <a:pt x="135394" y="318882"/>
                </a:cubicBezTo>
                <a:cubicBezTo>
                  <a:pt x="133601" y="322902"/>
                  <a:pt x="127800" y="324938"/>
                  <a:pt x="107653" y="328620"/>
                </a:cubicBezTo>
                <a:cubicBezTo>
                  <a:pt x="84116" y="332921"/>
                  <a:pt x="81860" y="332955"/>
                  <a:pt x="77975" y="329071"/>
                </a:cubicBezTo>
                <a:cubicBezTo>
                  <a:pt x="75663" y="326758"/>
                  <a:pt x="71954" y="324866"/>
                  <a:pt x="69734" y="324866"/>
                </a:cubicBezTo>
                <a:cubicBezTo>
                  <a:pt x="64790" y="324866"/>
                  <a:pt x="53564" y="313404"/>
                  <a:pt x="48325" y="303007"/>
                </a:cubicBezTo>
                <a:cubicBezTo>
                  <a:pt x="46195" y="298781"/>
                  <a:pt x="41633" y="293919"/>
                  <a:pt x="38186" y="292203"/>
                </a:cubicBezTo>
                <a:cubicBezTo>
                  <a:pt x="31831" y="289039"/>
                  <a:pt x="25350" y="279856"/>
                  <a:pt x="25184" y="273778"/>
                </a:cubicBezTo>
                <a:cubicBezTo>
                  <a:pt x="25085" y="270192"/>
                  <a:pt x="14730" y="254434"/>
                  <a:pt x="11540" y="253016"/>
                </a:cubicBezTo>
                <a:cubicBezTo>
                  <a:pt x="10475" y="252543"/>
                  <a:pt x="9603" y="249415"/>
                  <a:pt x="9603" y="246065"/>
                </a:cubicBezTo>
                <a:cubicBezTo>
                  <a:pt x="9603" y="242715"/>
                  <a:pt x="7116" y="235757"/>
                  <a:pt x="4075" y="230604"/>
                </a:cubicBezTo>
                <a:cubicBezTo>
                  <a:pt x="-1096" y="221839"/>
                  <a:pt x="-1174" y="220953"/>
                  <a:pt x="2870" y="216903"/>
                </a:cubicBezTo>
                <a:cubicBezTo>
                  <a:pt x="5247" y="214522"/>
                  <a:pt x="12551" y="211412"/>
                  <a:pt x="19099" y="209992"/>
                </a:cubicBezTo>
                <a:cubicBezTo>
                  <a:pt x="25650" y="208572"/>
                  <a:pt x="32288" y="205304"/>
                  <a:pt x="33857" y="202727"/>
                </a:cubicBezTo>
                <a:cubicBezTo>
                  <a:pt x="40254" y="192222"/>
                  <a:pt x="57879" y="175142"/>
                  <a:pt x="62323" y="175142"/>
                </a:cubicBezTo>
                <a:cubicBezTo>
                  <a:pt x="64938" y="175142"/>
                  <a:pt x="70972" y="172735"/>
                  <a:pt x="75732" y="169793"/>
                </a:cubicBezTo>
                <a:cubicBezTo>
                  <a:pt x="86563" y="163099"/>
                  <a:pt x="92402" y="164703"/>
                  <a:pt x="107485" y="178512"/>
                </a:cubicBezTo>
                <a:lnTo>
                  <a:pt x="118888" y="188952"/>
                </a:lnTo>
                <a:lnTo>
                  <a:pt x="122369" y="177011"/>
                </a:lnTo>
                <a:cubicBezTo>
                  <a:pt x="124284" y="170444"/>
                  <a:pt x="126994" y="164364"/>
                  <a:pt x="128391" y="163500"/>
                </a:cubicBezTo>
                <a:cubicBezTo>
                  <a:pt x="132170" y="161165"/>
                  <a:pt x="131464" y="152072"/>
                  <a:pt x="127169" y="147778"/>
                </a:cubicBezTo>
                <a:cubicBezTo>
                  <a:pt x="122214" y="142823"/>
                  <a:pt x="124785" y="135614"/>
                  <a:pt x="130389" y="138750"/>
                </a:cubicBezTo>
                <a:cubicBezTo>
                  <a:pt x="136409" y="142119"/>
                  <a:pt x="145744" y="136885"/>
                  <a:pt x="147714" y="129037"/>
                </a:cubicBezTo>
                <a:cubicBezTo>
                  <a:pt x="149051" y="123709"/>
                  <a:pt x="147940" y="121043"/>
                  <a:pt x="142395" y="116273"/>
                </a:cubicBezTo>
                <a:cubicBezTo>
                  <a:pt x="135828" y="110625"/>
                  <a:pt x="135571" y="109625"/>
                  <a:pt x="138322" y="100445"/>
                </a:cubicBezTo>
                <a:cubicBezTo>
                  <a:pt x="142194" y="87522"/>
                  <a:pt x="142531" y="88798"/>
                  <a:pt x="132219" y="77384"/>
                </a:cubicBezTo>
                <a:lnTo>
                  <a:pt x="123182" y="67380"/>
                </a:lnTo>
                <a:lnTo>
                  <a:pt x="127316" y="49072"/>
                </a:lnTo>
                <a:cubicBezTo>
                  <a:pt x="131667" y="29805"/>
                  <a:pt x="134422" y="26975"/>
                  <a:pt x="149002" y="26791"/>
                </a:cubicBezTo>
                <a:cubicBezTo>
                  <a:pt x="154177" y="26725"/>
                  <a:pt x="155624" y="25231"/>
                  <a:pt x="156308" y="19245"/>
                </a:cubicBezTo>
                <a:cubicBezTo>
                  <a:pt x="156776" y="15139"/>
                  <a:pt x="155736" y="10900"/>
                  <a:pt x="153995" y="9825"/>
                </a:cubicBezTo>
                <a:cubicBezTo>
                  <a:pt x="148346" y="6334"/>
                  <a:pt x="153520" y="-815"/>
                  <a:pt x="161050" y="76"/>
                </a:cubicBezTo>
                <a:cubicBezTo>
                  <a:pt x="168082" y="908"/>
                  <a:pt x="172982" y="7348"/>
                  <a:pt x="166583" y="7348"/>
                </a:cubicBezTo>
                <a:cubicBezTo>
                  <a:pt x="163388" y="7348"/>
                  <a:pt x="159114" y="19135"/>
                  <a:pt x="154998" y="39300"/>
                </a:cubicBezTo>
                <a:cubicBezTo>
                  <a:pt x="153853" y="44911"/>
                  <a:pt x="154355" y="46439"/>
                  <a:pt x="157050" y="45546"/>
                </a:cubicBezTo>
                <a:cubicBezTo>
                  <a:pt x="160851" y="44288"/>
                  <a:pt x="165520" y="36539"/>
                  <a:pt x="169737" y="24492"/>
                </a:cubicBezTo>
                <a:cubicBezTo>
                  <a:pt x="171898" y="18321"/>
                  <a:pt x="172952" y="17637"/>
                  <a:pt x="176182" y="20317"/>
                </a:cubicBezTo>
                <a:cubicBezTo>
                  <a:pt x="178636" y="22355"/>
                  <a:pt x="179182" y="24572"/>
                  <a:pt x="177678" y="26406"/>
                </a:cubicBezTo>
                <a:cubicBezTo>
                  <a:pt x="176378" y="27992"/>
                  <a:pt x="174502" y="35852"/>
                  <a:pt x="173510" y="43871"/>
                </a:cubicBezTo>
                <a:lnTo>
                  <a:pt x="171706" y="58451"/>
                </a:lnTo>
                <a:lnTo>
                  <a:pt x="179820" y="60233"/>
                </a:lnTo>
                <a:cubicBezTo>
                  <a:pt x="190172" y="62507"/>
                  <a:pt x="195468" y="58253"/>
                  <a:pt x="195468" y="47665"/>
                </a:cubicBezTo>
                <a:cubicBezTo>
                  <a:pt x="195468" y="37295"/>
                  <a:pt x="201609" y="33273"/>
                  <a:pt x="212893" y="36256"/>
                </a:cubicBezTo>
                <a:cubicBezTo>
                  <a:pt x="222809" y="38877"/>
                  <a:pt x="222920" y="39758"/>
                  <a:pt x="215787" y="59322"/>
                </a:cubicBezTo>
                <a:cubicBezTo>
                  <a:pt x="210635" y="73452"/>
                  <a:pt x="209804" y="74357"/>
                  <a:pt x="202515" y="73785"/>
                </a:cubicBezTo>
                <a:cubicBezTo>
                  <a:pt x="198132" y="73441"/>
                  <a:pt x="194241" y="74583"/>
                  <a:pt x="193598" y="76402"/>
                </a:cubicBezTo>
                <a:cubicBezTo>
                  <a:pt x="192970" y="78177"/>
                  <a:pt x="194295" y="79629"/>
                  <a:pt x="196544" y="79629"/>
                </a:cubicBezTo>
                <a:cubicBezTo>
                  <a:pt x="198791" y="79629"/>
                  <a:pt x="200631" y="80768"/>
                  <a:pt x="200631" y="82161"/>
                </a:cubicBezTo>
                <a:cubicBezTo>
                  <a:pt x="200631" y="85088"/>
                  <a:pt x="191380" y="87587"/>
                  <a:pt x="183851" y="86694"/>
                </a:cubicBezTo>
                <a:cubicBezTo>
                  <a:pt x="180197" y="86261"/>
                  <a:pt x="178910" y="87403"/>
                  <a:pt x="179447" y="90600"/>
                </a:cubicBezTo>
                <a:cubicBezTo>
                  <a:pt x="179864" y="93084"/>
                  <a:pt x="178915" y="95117"/>
                  <a:pt x="177337" y="95117"/>
                </a:cubicBezTo>
                <a:cubicBezTo>
                  <a:pt x="175731" y="95117"/>
                  <a:pt x="175129" y="97199"/>
                  <a:pt x="175970" y="99847"/>
                </a:cubicBezTo>
                <a:cubicBezTo>
                  <a:pt x="176899" y="102775"/>
                  <a:pt x="175493" y="106367"/>
                  <a:pt x="172279" y="109275"/>
                </a:cubicBezTo>
                <a:cubicBezTo>
                  <a:pt x="169424" y="111859"/>
                  <a:pt x="165130" y="120185"/>
                  <a:pt x="162736" y="127778"/>
                </a:cubicBezTo>
                <a:cubicBezTo>
                  <a:pt x="160343" y="135371"/>
                  <a:pt x="156854" y="141584"/>
                  <a:pt x="154984" y="141584"/>
                </a:cubicBezTo>
                <a:cubicBezTo>
                  <a:pt x="149300" y="141584"/>
                  <a:pt x="151188" y="148854"/>
                  <a:pt x="157382" y="150820"/>
                </a:cubicBezTo>
                <a:cubicBezTo>
                  <a:pt x="160571" y="151832"/>
                  <a:pt x="164451" y="154398"/>
                  <a:pt x="166003" y="156522"/>
                </a:cubicBezTo>
                <a:cubicBezTo>
                  <a:pt x="168191" y="159513"/>
                  <a:pt x="171101" y="159898"/>
                  <a:pt x="178921" y="158229"/>
                </a:cubicBezTo>
                <a:cubicBezTo>
                  <a:pt x="184472" y="157045"/>
                  <a:pt x="194242" y="155975"/>
                  <a:pt x="200631" y="155851"/>
                </a:cubicBezTo>
                <a:cubicBezTo>
                  <a:pt x="239506" y="155102"/>
                  <a:pt x="240586" y="154881"/>
                  <a:pt x="253127" y="145110"/>
                </a:cubicBezTo>
                <a:cubicBezTo>
                  <a:pt x="266671" y="134558"/>
                  <a:pt x="268972" y="125175"/>
                  <a:pt x="260004" y="117060"/>
                </a:cubicBezTo>
                <a:cubicBezTo>
                  <a:pt x="253254" y="110951"/>
                  <a:pt x="253492" y="108529"/>
                  <a:pt x="261186" y="105023"/>
                </a:cubicBezTo>
                <a:cubicBezTo>
                  <a:pt x="266361" y="102665"/>
                  <a:pt x="269974" y="103183"/>
                  <a:pt x="280779" y="107831"/>
                </a:cubicBezTo>
                <a:cubicBezTo>
                  <a:pt x="296129" y="114435"/>
                  <a:pt x="303140" y="113127"/>
                  <a:pt x="316123" y="101238"/>
                </a:cubicBezTo>
                <a:cubicBezTo>
                  <a:pt x="320574" y="97162"/>
                  <a:pt x="327915" y="90541"/>
                  <a:pt x="332436" y="86525"/>
                </a:cubicBezTo>
                <a:lnTo>
                  <a:pt x="340656" y="79224"/>
                </a:lnTo>
                <a:lnTo>
                  <a:pt x="348855" y="87171"/>
                </a:lnTo>
                <a:cubicBezTo>
                  <a:pt x="353365" y="91541"/>
                  <a:pt x="358951" y="95117"/>
                  <a:pt x="361269" y="95117"/>
                </a:cubicBezTo>
                <a:cubicBezTo>
                  <a:pt x="364761" y="95117"/>
                  <a:pt x="365087" y="96499"/>
                  <a:pt x="363171" y="103178"/>
                </a:cubicBezTo>
                <a:cubicBezTo>
                  <a:pt x="361900" y="107612"/>
                  <a:pt x="358803" y="114292"/>
                  <a:pt x="356290" y="118022"/>
                </a:cubicBezTo>
                <a:cubicBezTo>
                  <a:pt x="353286" y="122482"/>
                  <a:pt x="351997" y="128425"/>
                  <a:pt x="352528" y="135380"/>
                </a:cubicBezTo>
                <a:cubicBezTo>
                  <a:pt x="353262" y="145010"/>
                  <a:pt x="352644" y="146241"/>
                  <a:pt x="345616" y="149152"/>
                </a:cubicBezTo>
                <a:cubicBezTo>
                  <a:pt x="341239" y="150965"/>
                  <a:pt x="337248" y="154934"/>
                  <a:pt x="336399" y="158318"/>
                </a:cubicBezTo>
                <a:cubicBezTo>
                  <a:pt x="335575" y="161601"/>
                  <a:pt x="330673" y="169343"/>
                  <a:pt x="325505" y="175523"/>
                </a:cubicBezTo>
                <a:cubicBezTo>
                  <a:pt x="311850" y="191852"/>
                  <a:pt x="310247" y="196441"/>
                  <a:pt x="315430" y="204352"/>
                </a:cubicBezTo>
                <a:cubicBezTo>
                  <a:pt x="319567" y="210666"/>
                  <a:pt x="319502" y="211324"/>
                  <a:pt x="313994" y="218773"/>
                </a:cubicBezTo>
                <a:cubicBezTo>
                  <a:pt x="309522" y="224822"/>
                  <a:pt x="305556" y="226939"/>
                  <a:pt x="296375" y="228175"/>
                </a:cubicBezTo>
                <a:cubicBezTo>
                  <a:pt x="280209" y="230353"/>
                  <a:pt x="268738" y="234086"/>
                  <a:pt x="265231" y="238311"/>
                </a:cubicBezTo>
                <a:cubicBezTo>
                  <a:pt x="263619" y="240253"/>
                  <a:pt x="254493" y="243158"/>
                  <a:pt x="244951" y="244768"/>
                </a:cubicBezTo>
                <a:cubicBezTo>
                  <a:pt x="224827" y="248162"/>
                  <a:pt x="223542" y="248854"/>
                  <a:pt x="219261" y="258588"/>
                </a:cubicBezTo>
                <a:cubicBezTo>
                  <a:pt x="215450" y="267254"/>
                  <a:pt x="216976" y="270661"/>
                  <a:pt x="224662" y="270643"/>
                </a:cubicBezTo>
                <a:cubicBezTo>
                  <a:pt x="227772" y="270636"/>
                  <a:pt x="235733" y="272571"/>
                  <a:pt x="242353" y="274944"/>
                </a:cubicBezTo>
                <a:cubicBezTo>
                  <a:pt x="253677" y="279002"/>
                  <a:pt x="254241" y="279644"/>
                  <a:pt x="251900" y="285801"/>
                </a:cubicBezTo>
                <a:cubicBezTo>
                  <a:pt x="250237" y="290175"/>
                  <a:pt x="250396" y="296447"/>
                  <a:pt x="252381" y="304719"/>
                </a:cubicBezTo>
                <a:cubicBezTo>
                  <a:pt x="255038" y="315794"/>
                  <a:pt x="255971" y="316937"/>
                  <a:pt x="261267" y="315608"/>
                </a:cubicBezTo>
                <a:cubicBezTo>
                  <a:pt x="264522" y="314791"/>
                  <a:pt x="267946" y="315353"/>
                  <a:pt x="268876" y="316858"/>
                </a:cubicBezTo>
                <a:cubicBezTo>
                  <a:pt x="271618" y="321295"/>
                  <a:pt x="260047" y="334538"/>
                  <a:pt x="252027" y="336142"/>
                </a:cubicBezTo>
                <a:cubicBezTo>
                  <a:pt x="247958" y="336956"/>
                  <a:pt x="238159" y="342892"/>
                  <a:pt x="230251" y="349333"/>
                </a:cubicBezTo>
                <a:cubicBezTo>
                  <a:pt x="219279" y="358270"/>
                  <a:pt x="214445" y="360685"/>
                  <a:pt x="209844" y="359530"/>
                </a:cubicBezTo>
                <a:cubicBezTo>
                  <a:pt x="206527" y="358698"/>
                  <a:pt x="199613" y="359176"/>
                  <a:pt x="194478" y="360594"/>
                </a:cubicBezTo>
                <a:cubicBezTo>
                  <a:pt x="186278" y="362858"/>
                  <a:pt x="185142" y="362612"/>
                  <a:pt x="185142" y="358570"/>
                </a:cubicBezTo>
                <a:close/>
              </a:path>
            </a:pathLst>
          </a:custGeom>
          <a:solidFill>
            <a:srgbClr val="B9B9B9"/>
          </a:solidFill>
          <a:ln w="5163" cap="flat">
            <a:noFill/>
            <a:prstDash val="solid"/>
            <a:miter/>
          </a:ln>
        </p:spPr>
        <p:txBody>
          <a:bodyPr/>
          <a:lstStyle/>
          <a:p>
            <a:endParaRPr lang="es-419" noProof="0" dirty="0"/>
          </a:p>
        </p:txBody>
      </p:sp>
      <p:sp>
        <p:nvSpPr>
          <p:cNvPr id="46" name="Forma libre: forma 45">
            <a:extLst>
              <a:ext uri="{FF2B5EF4-FFF2-40B4-BE49-F238E27FC236}">
                <a16:creationId xmlns:a16="http://schemas.microsoft.com/office/drawing/2014/main" id="{D6211DEC-F79E-581C-28A5-07FDFFAEE978}"/>
              </a:ext>
            </a:extLst>
          </p:cNvPr>
          <p:cNvSpPr/>
          <p:nvPr/>
        </p:nvSpPr>
        <p:spPr>
          <a:xfrm>
            <a:off x="1331227" y="2128697"/>
            <a:ext cx="198884" cy="167193"/>
          </a:xfrm>
          <a:custGeom>
            <a:avLst/>
            <a:gdLst>
              <a:gd name="csX0" fmla="*/ 102761 w 198884"/>
              <a:gd name="csY0" fmla="*/ 161938 h 167193"/>
              <a:gd name="csX1" fmla="*/ 88269 w 198884"/>
              <a:gd name="csY1" fmla="*/ 157454 h 167193"/>
              <a:gd name="csX2" fmla="*/ 69481 w 198884"/>
              <a:gd name="csY2" fmla="*/ 161146 h 167193"/>
              <a:gd name="csX3" fmla="*/ 60039 w 198884"/>
              <a:gd name="csY3" fmla="*/ 160242 h 167193"/>
              <a:gd name="csX4" fmla="*/ 55236 w 198884"/>
              <a:gd name="csY4" fmla="*/ 148107 h 167193"/>
              <a:gd name="csX5" fmla="*/ 50480 w 198884"/>
              <a:gd name="csY5" fmla="*/ 138608 h 167193"/>
              <a:gd name="csX6" fmla="*/ 28907 w 198884"/>
              <a:gd name="csY6" fmla="*/ 140363 h 167193"/>
              <a:gd name="csX7" fmla="*/ 11289 w 198884"/>
              <a:gd name="csY7" fmla="*/ 137781 h 167193"/>
              <a:gd name="csX8" fmla="*/ 6827 w 198884"/>
              <a:gd name="csY8" fmla="*/ 131288 h 167193"/>
              <a:gd name="csX9" fmla="*/ 1775 w 198884"/>
              <a:gd name="csY9" fmla="*/ 129012 h 167193"/>
              <a:gd name="csX10" fmla="*/ 4158 w 198884"/>
              <a:gd name="csY10" fmla="*/ 118778 h 167193"/>
              <a:gd name="csX11" fmla="*/ 5752 w 198884"/>
              <a:gd name="csY11" fmla="*/ 106007 h 167193"/>
              <a:gd name="csX12" fmla="*/ 11789 w 198884"/>
              <a:gd name="csY12" fmla="*/ 81269 h 167193"/>
              <a:gd name="csX13" fmla="*/ 23630 w 198884"/>
              <a:gd name="csY13" fmla="*/ 62821 h 167193"/>
              <a:gd name="csX14" fmla="*/ 32410 w 198884"/>
              <a:gd name="csY14" fmla="*/ 53884 h 167193"/>
              <a:gd name="csX15" fmla="*/ 41084 w 198884"/>
              <a:gd name="csY15" fmla="*/ 33929 h 167193"/>
              <a:gd name="csX16" fmla="*/ 44790 w 198884"/>
              <a:gd name="csY16" fmla="*/ 21065 h 167193"/>
              <a:gd name="csX17" fmla="*/ 50866 w 198884"/>
              <a:gd name="csY17" fmla="*/ 7384 h 167193"/>
              <a:gd name="csX18" fmla="*/ 69085 w 198884"/>
              <a:gd name="csY18" fmla="*/ 3371 h 167193"/>
              <a:gd name="csX19" fmla="*/ 83968 w 198884"/>
              <a:gd name="csY19" fmla="*/ 7430 h 167193"/>
              <a:gd name="csX20" fmla="*/ 103250 w 198884"/>
              <a:gd name="csY20" fmla="*/ 16788 h 167193"/>
              <a:gd name="csX21" fmla="*/ 120904 w 198884"/>
              <a:gd name="csY21" fmla="*/ 28277 h 167193"/>
              <a:gd name="csX22" fmla="*/ 134887 w 198884"/>
              <a:gd name="csY22" fmla="*/ 23438 h 167193"/>
              <a:gd name="csX23" fmla="*/ 159058 w 198884"/>
              <a:gd name="csY23" fmla="*/ 20032 h 167193"/>
              <a:gd name="csX24" fmla="*/ 176483 w 198884"/>
              <a:gd name="csY24" fmla="*/ 28515 h 167193"/>
              <a:gd name="csX25" fmla="*/ 192460 w 198884"/>
              <a:gd name="csY25" fmla="*/ 37014 h 167193"/>
              <a:gd name="csX26" fmla="*/ 196332 w 198884"/>
              <a:gd name="csY26" fmla="*/ 44480 h 167193"/>
              <a:gd name="csX27" fmla="*/ 196153 w 198884"/>
              <a:gd name="csY27" fmla="*/ 52404 h 167193"/>
              <a:gd name="csX28" fmla="*/ 187288 w 198884"/>
              <a:gd name="csY28" fmla="*/ 53879 h 167193"/>
              <a:gd name="csX29" fmla="*/ 174390 w 198884"/>
              <a:gd name="csY29" fmla="*/ 56149 h 167193"/>
              <a:gd name="csX30" fmla="*/ 170518 w 198884"/>
              <a:gd name="csY30" fmla="*/ 64210 h 167193"/>
              <a:gd name="csX31" fmla="*/ 166645 w 198884"/>
              <a:gd name="csY31" fmla="*/ 72206 h 167193"/>
              <a:gd name="csX32" fmla="*/ 158901 w 198884"/>
              <a:gd name="csY32" fmla="*/ 75439 h 167193"/>
              <a:gd name="csX33" fmla="*/ 151157 w 198884"/>
              <a:gd name="csY33" fmla="*/ 76992 h 167193"/>
              <a:gd name="csX34" fmla="*/ 142182 w 198884"/>
              <a:gd name="csY34" fmla="*/ 79321 h 167193"/>
              <a:gd name="csX35" fmla="*/ 127056 w 198884"/>
              <a:gd name="csY35" fmla="*/ 97769 h 167193"/>
              <a:gd name="csX36" fmla="*/ 130544 w 198884"/>
              <a:gd name="csY36" fmla="*/ 109385 h 167193"/>
              <a:gd name="csX37" fmla="*/ 134269 w 198884"/>
              <a:gd name="csY37" fmla="*/ 120288 h 167193"/>
              <a:gd name="csX38" fmla="*/ 148765 w 198884"/>
              <a:gd name="csY38" fmla="*/ 140043 h 167193"/>
              <a:gd name="csX39" fmla="*/ 155377 w 198884"/>
              <a:gd name="csY39" fmla="*/ 157142 h 167193"/>
              <a:gd name="csX40" fmla="*/ 143045 w 198884"/>
              <a:gd name="csY40" fmla="*/ 162040 h 167193"/>
              <a:gd name="csX41" fmla="*/ 102761 w 198884"/>
              <a:gd name="csY41" fmla="*/ 161938 h 167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Lst>
            <a:rect l="l" t="t" r="r" b="b"/>
            <a:pathLst>
              <a:path w="198884" h="167193">
                <a:moveTo>
                  <a:pt x="102761" y="161938"/>
                </a:moveTo>
                <a:cubicBezTo>
                  <a:pt x="101767" y="158136"/>
                  <a:pt x="99022" y="157287"/>
                  <a:pt x="88269" y="157454"/>
                </a:cubicBezTo>
                <a:cubicBezTo>
                  <a:pt x="80973" y="157567"/>
                  <a:pt x="72518" y="159228"/>
                  <a:pt x="69481" y="161146"/>
                </a:cubicBezTo>
                <a:cubicBezTo>
                  <a:pt x="64710" y="164157"/>
                  <a:pt x="63423" y="164033"/>
                  <a:pt x="60039" y="160242"/>
                </a:cubicBezTo>
                <a:cubicBezTo>
                  <a:pt x="57884" y="157827"/>
                  <a:pt x="55723" y="152366"/>
                  <a:pt x="55236" y="148107"/>
                </a:cubicBezTo>
                <a:cubicBezTo>
                  <a:pt x="54750" y="143848"/>
                  <a:pt x="52610" y="139573"/>
                  <a:pt x="50480" y="138608"/>
                </a:cubicBezTo>
                <a:cubicBezTo>
                  <a:pt x="43634" y="135506"/>
                  <a:pt x="32890" y="136379"/>
                  <a:pt x="28907" y="140363"/>
                </a:cubicBezTo>
                <a:cubicBezTo>
                  <a:pt x="22942" y="146328"/>
                  <a:pt x="14628" y="145109"/>
                  <a:pt x="11289" y="137781"/>
                </a:cubicBezTo>
                <a:cubicBezTo>
                  <a:pt x="9671" y="134232"/>
                  <a:pt x="7664" y="131310"/>
                  <a:pt x="6827" y="131288"/>
                </a:cubicBezTo>
                <a:cubicBezTo>
                  <a:pt x="5990" y="131266"/>
                  <a:pt x="3716" y="130242"/>
                  <a:pt x="1775" y="129012"/>
                </a:cubicBezTo>
                <a:cubicBezTo>
                  <a:pt x="-1083" y="127202"/>
                  <a:pt x="-629" y="125253"/>
                  <a:pt x="4158" y="118778"/>
                </a:cubicBezTo>
                <a:cubicBezTo>
                  <a:pt x="9713" y="111264"/>
                  <a:pt x="9810" y="110491"/>
                  <a:pt x="5752" y="106007"/>
                </a:cubicBezTo>
                <a:cubicBezTo>
                  <a:pt x="-610" y="98977"/>
                  <a:pt x="325" y="95142"/>
                  <a:pt x="11789" y="81269"/>
                </a:cubicBezTo>
                <a:cubicBezTo>
                  <a:pt x="17485" y="74376"/>
                  <a:pt x="22814" y="66074"/>
                  <a:pt x="23630" y="62821"/>
                </a:cubicBezTo>
                <a:cubicBezTo>
                  <a:pt x="24447" y="59568"/>
                  <a:pt x="28398" y="55546"/>
                  <a:pt x="32410" y="53884"/>
                </a:cubicBezTo>
                <a:cubicBezTo>
                  <a:pt x="40181" y="50665"/>
                  <a:pt x="43478" y="43081"/>
                  <a:pt x="41084" y="33929"/>
                </a:cubicBezTo>
                <a:cubicBezTo>
                  <a:pt x="40186" y="30493"/>
                  <a:pt x="41619" y="25519"/>
                  <a:pt x="44790" y="21065"/>
                </a:cubicBezTo>
                <a:cubicBezTo>
                  <a:pt x="47634" y="17072"/>
                  <a:pt x="50368" y="10915"/>
                  <a:pt x="50866" y="7384"/>
                </a:cubicBezTo>
                <a:cubicBezTo>
                  <a:pt x="51978" y="-503"/>
                  <a:pt x="60785" y="-2442"/>
                  <a:pt x="69085" y="3371"/>
                </a:cubicBezTo>
                <a:cubicBezTo>
                  <a:pt x="72262" y="5597"/>
                  <a:pt x="78960" y="7424"/>
                  <a:pt x="83968" y="7430"/>
                </a:cubicBezTo>
                <a:cubicBezTo>
                  <a:pt x="90827" y="7440"/>
                  <a:pt x="95585" y="9748"/>
                  <a:pt x="103250" y="16788"/>
                </a:cubicBezTo>
                <a:cubicBezTo>
                  <a:pt x="108847" y="21927"/>
                  <a:pt x="116791" y="27098"/>
                  <a:pt x="120904" y="28277"/>
                </a:cubicBezTo>
                <a:cubicBezTo>
                  <a:pt x="127215" y="30087"/>
                  <a:pt x="129398" y="29332"/>
                  <a:pt x="134887" y="23438"/>
                </a:cubicBezTo>
                <a:cubicBezTo>
                  <a:pt x="142030" y="15767"/>
                  <a:pt x="156507" y="13727"/>
                  <a:pt x="159058" y="20032"/>
                </a:cubicBezTo>
                <a:cubicBezTo>
                  <a:pt x="159855" y="22000"/>
                  <a:pt x="167696" y="25818"/>
                  <a:pt x="176483" y="28515"/>
                </a:cubicBezTo>
                <a:cubicBezTo>
                  <a:pt x="186066" y="31457"/>
                  <a:pt x="192460" y="34858"/>
                  <a:pt x="192460" y="37014"/>
                </a:cubicBezTo>
                <a:cubicBezTo>
                  <a:pt x="192460" y="38991"/>
                  <a:pt x="194203" y="42351"/>
                  <a:pt x="196332" y="44480"/>
                </a:cubicBezTo>
                <a:cubicBezTo>
                  <a:pt x="199774" y="47922"/>
                  <a:pt x="199754" y="48803"/>
                  <a:pt x="196153" y="52404"/>
                </a:cubicBezTo>
                <a:cubicBezTo>
                  <a:pt x="193159" y="55398"/>
                  <a:pt x="190845" y="55783"/>
                  <a:pt x="187288" y="53879"/>
                </a:cubicBezTo>
                <a:cubicBezTo>
                  <a:pt x="179800" y="49872"/>
                  <a:pt x="174390" y="50824"/>
                  <a:pt x="174390" y="56149"/>
                </a:cubicBezTo>
                <a:cubicBezTo>
                  <a:pt x="174390" y="58815"/>
                  <a:pt x="172647" y="62442"/>
                  <a:pt x="170518" y="64210"/>
                </a:cubicBezTo>
                <a:cubicBezTo>
                  <a:pt x="168388" y="65977"/>
                  <a:pt x="166645" y="69575"/>
                  <a:pt x="166645" y="72206"/>
                </a:cubicBezTo>
                <a:cubicBezTo>
                  <a:pt x="166645" y="76143"/>
                  <a:pt x="165276" y="76714"/>
                  <a:pt x="158901" y="75439"/>
                </a:cubicBezTo>
                <a:cubicBezTo>
                  <a:pt x="153734" y="74406"/>
                  <a:pt x="151157" y="74922"/>
                  <a:pt x="151157" y="76992"/>
                </a:cubicBezTo>
                <a:cubicBezTo>
                  <a:pt x="151157" y="78961"/>
                  <a:pt x="147877" y="79812"/>
                  <a:pt x="142182" y="79321"/>
                </a:cubicBezTo>
                <a:cubicBezTo>
                  <a:pt x="130428" y="78308"/>
                  <a:pt x="124889" y="85064"/>
                  <a:pt x="127056" y="97769"/>
                </a:cubicBezTo>
                <a:cubicBezTo>
                  <a:pt x="127904" y="102738"/>
                  <a:pt x="129473" y="107965"/>
                  <a:pt x="130544" y="109385"/>
                </a:cubicBezTo>
                <a:cubicBezTo>
                  <a:pt x="131614" y="110805"/>
                  <a:pt x="133291" y="115711"/>
                  <a:pt x="134269" y="120288"/>
                </a:cubicBezTo>
                <a:cubicBezTo>
                  <a:pt x="135415" y="125645"/>
                  <a:pt x="140578" y="132682"/>
                  <a:pt x="148765" y="140043"/>
                </a:cubicBezTo>
                <a:cubicBezTo>
                  <a:pt x="162833" y="152691"/>
                  <a:pt x="164554" y="157142"/>
                  <a:pt x="155377" y="157142"/>
                </a:cubicBezTo>
                <a:cubicBezTo>
                  <a:pt x="152019" y="157142"/>
                  <a:pt x="146470" y="159346"/>
                  <a:pt x="143045" y="162040"/>
                </a:cubicBezTo>
                <a:cubicBezTo>
                  <a:pt x="134241" y="168966"/>
                  <a:pt x="104579" y="168891"/>
                  <a:pt x="102761" y="161938"/>
                </a:cubicBezTo>
                <a:close/>
              </a:path>
            </a:pathLst>
          </a:custGeom>
          <a:solidFill>
            <a:srgbClr val="B9B9B9"/>
          </a:solidFill>
          <a:ln w="5163" cap="flat">
            <a:noFill/>
            <a:prstDash val="solid"/>
            <a:miter/>
          </a:ln>
        </p:spPr>
        <p:txBody>
          <a:bodyPr/>
          <a:lstStyle/>
          <a:p>
            <a:endParaRPr lang="es-419" noProof="0" dirty="0"/>
          </a:p>
        </p:txBody>
      </p:sp>
      <p:sp>
        <p:nvSpPr>
          <p:cNvPr id="47" name="Forma libre: forma 46">
            <a:extLst>
              <a:ext uri="{FF2B5EF4-FFF2-40B4-BE49-F238E27FC236}">
                <a16:creationId xmlns:a16="http://schemas.microsoft.com/office/drawing/2014/main" id="{98A23A88-487D-33DE-BEB6-DF41435025E4}"/>
              </a:ext>
            </a:extLst>
          </p:cNvPr>
          <p:cNvSpPr/>
          <p:nvPr/>
        </p:nvSpPr>
        <p:spPr>
          <a:xfrm>
            <a:off x="1461542" y="2144566"/>
            <a:ext cx="129500" cy="144710"/>
          </a:xfrm>
          <a:custGeom>
            <a:avLst/>
            <a:gdLst>
              <a:gd name="csX0" fmla="*/ 39451 w 129500"/>
              <a:gd name="csY0" fmla="*/ 143362 h 144710"/>
              <a:gd name="csX1" fmla="*/ 36297 w 129500"/>
              <a:gd name="csY1" fmla="*/ 137530 h 144710"/>
              <a:gd name="csX2" fmla="*/ 22310 w 129500"/>
              <a:gd name="csY2" fmla="*/ 122582 h 144710"/>
              <a:gd name="csX3" fmla="*/ 6555 w 129500"/>
              <a:gd name="csY3" fmla="*/ 101930 h 144710"/>
              <a:gd name="csX4" fmla="*/ 2723 w 129500"/>
              <a:gd name="csY4" fmla="*/ 90935 h 144710"/>
              <a:gd name="csX5" fmla="*/ 1214 w 129500"/>
              <a:gd name="csY5" fmla="*/ 71343 h 144710"/>
              <a:gd name="csX6" fmla="*/ 12550 w 129500"/>
              <a:gd name="csY6" fmla="*/ 66880 h 144710"/>
              <a:gd name="csX7" fmla="*/ 22940 w 129500"/>
              <a:gd name="csY7" fmla="*/ 63986 h 144710"/>
              <a:gd name="csX8" fmla="*/ 31348 w 129500"/>
              <a:gd name="csY8" fmla="*/ 62963 h 144710"/>
              <a:gd name="csX9" fmla="*/ 38911 w 129500"/>
              <a:gd name="csY9" fmla="*/ 59306 h 144710"/>
              <a:gd name="csX10" fmla="*/ 42783 w 129500"/>
              <a:gd name="csY10" fmla="*/ 50923 h 144710"/>
              <a:gd name="csX11" fmla="*/ 46656 w 129500"/>
              <a:gd name="csY11" fmla="*/ 42586 h 144710"/>
              <a:gd name="csX12" fmla="*/ 51173 w 129500"/>
              <a:gd name="csY12" fmla="*/ 39323 h 144710"/>
              <a:gd name="csX13" fmla="*/ 69566 w 129500"/>
              <a:gd name="csY13" fmla="*/ 37767 h 144710"/>
              <a:gd name="csX14" fmla="*/ 69872 w 129500"/>
              <a:gd name="csY14" fmla="*/ 27120 h 144710"/>
              <a:gd name="csX15" fmla="*/ 67231 w 129500"/>
              <a:gd name="csY15" fmla="*/ 13692 h 144710"/>
              <a:gd name="csX16" fmla="*/ 69736 w 129500"/>
              <a:gd name="csY16" fmla="*/ 7102 h 144710"/>
              <a:gd name="csX17" fmla="*/ 81814 w 129500"/>
              <a:gd name="csY17" fmla="*/ 13524 h 144710"/>
              <a:gd name="csX18" fmla="*/ 100866 w 129500"/>
              <a:gd name="csY18" fmla="*/ 15068 h 144710"/>
              <a:gd name="csX19" fmla="*/ 113355 w 129500"/>
              <a:gd name="csY19" fmla="*/ 326 h 144710"/>
              <a:gd name="csX20" fmla="*/ 116355 w 129500"/>
              <a:gd name="csY20" fmla="*/ 6085 h 144710"/>
              <a:gd name="csX21" fmla="*/ 122928 w 129500"/>
              <a:gd name="csY21" fmla="*/ 21207 h 144710"/>
              <a:gd name="csX22" fmla="*/ 129501 w 129500"/>
              <a:gd name="csY22" fmla="*/ 32422 h 144710"/>
              <a:gd name="csX23" fmla="*/ 122289 w 129500"/>
              <a:gd name="csY23" fmla="*/ 39110 h 144710"/>
              <a:gd name="csX24" fmla="*/ 114210 w 129500"/>
              <a:gd name="csY24" fmla="*/ 43197 h 144710"/>
              <a:gd name="csX25" fmla="*/ 100996 w 129500"/>
              <a:gd name="csY25" fmla="*/ 50277 h 144710"/>
              <a:gd name="csX26" fmla="*/ 91480 w 129500"/>
              <a:gd name="csY26" fmla="*/ 69527 h 144710"/>
              <a:gd name="csX27" fmla="*/ 86825 w 129500"/>
              <a:gd name="csY27" fmla="*/ 82667 h 144710"/>
              <a:gd name="csX28" fmla="*/ 75170 w 129500"/>
              <a:gd name="csY28" fmla="*/ 92424 h 144710"/>
              <a:gd name="csX29" fmla="*/ 62144 w 129500"/>
              <a:gd name="csY29" fmla="*/ 108405 h 144710"/>
              <a:gd name="csX30" fmla="*/ 58272 w 129500"/>
              <a:gd name="csY30" fmla="*/ 119688 h 144710"/>
              <a:gd name="csX31" fmla="*/ 54400 w 129500"/>
              <a:gd name="csY31" fmla="*/ 127352 h 144710"/>
              <a:gd name="csX32" fmla="*/ 52416 w 129500"/>
              <a:gd name="csY32" fmla="*/ 133529 h 144710"/>
              <a:gd name="csX33" fmla="*/ 46503 w 129500"/>
              <a:gd name="csY33" fmla="*/ 140006 h 144710"/>
              <a:gd name="csX34" fmla="*/ 39451 w 129500"/>
              <a:gd name="csY34" fmla="*/ 143362 h 1447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129500" h="144710">
                <a:moveTo>
                  <a:pt x="39451" y="143362"/>
                </a:moveTo>
                <a:cubicBezTo>
                  <a:pt x="37734" y="141645"/>
                  <a:pt x="36315" y="139021"/>
                  <a:pt x="36297" y="137530"/>
                </a:cubicBezTo>
                <a:cubicBezTo>
                  <a:pt x="36279" y="136040"/>
                  <a:pt x="29985" y="129313"/>
                  <a:pt x="22310" y="122582"/>
                </a:cubicBezTo>
                <a:cubicBezTo>
                  <a:pt x="12868" y="114302"/>
                  <a:pt x="7773" y="107623"/>
                  <a:pt x="6555" y="101930"/>
                </a:cubicBezTo>
                <a:cubicBezTo>
                  <a:pt x="5566" y="97303"/>
                  <a:pt x="3842" y="92355"/>
                  <a:pt x="2723" y="90935"/>
                </a:cubicBezTo>
                <a:cubicBezTo>
                  <a:pt x="-91" y="87360"/>
                  <a:pt x="-945" y="76286"/>
                  <a:pt x="1214" y="71343"/>
                </a:cubicBezTo>
                <a:cubicBezTo>
                  <a:pt x="2338" y="68767"/>
                  <a:pt x="6560" y="67105"/>
                  <a:pt x="12550" y="66880"/>
                </a:cubicBezTo>
                <a:cubicBezTo>
                  <a:pt x="17800" y="66683"/>
                  <a:pt x="22476" y="65380"/>
                  <a:pt x="22940" y="63986"/>
                </a:cubicBezTo>
                <a:cubicBezTo>
                  <a:pt x="23405" y="62591"/>
                  <a:pt x="27189" y="62131"/>
                  <a:pt x="31348" y="62963"/>
                </a:cubicBezTo>
                <a:cubicBezTo>
                  <a:pt x="37697" y="64232"/>
                  <a:pt x="38911" y="63645"/>
                  <a:pt x="38911" y="59306"/>
                </a:cubicBezTo>
                <a:cubicBezTo>
                  <a:pt x="38911" y="56463"/>
                  <a:pt x="40654" y="52690"/>
                  <a:pt x="42783" y="50923"/>
                </a:cubicBezTo>
                <a:cubicBezTo>
                  <a:pt x="44913" y="49155"/>
                  <a:pt x="46656" y="45404"/>
                  <a:pt x="46656" y="42586"/>
                </a:cubicBezTo>
                <a:cubicBezTo>
                  <a:pt x="46656" y="38720"/>
                  <a:pt x="47764" y="37919"/>
                  <a:pt x="51173" y="39323"/>
                </a:cubicBezTo>
                <a:cubicBezTo>
                  <a:pt x="61512" y="43579"/>
                  <a:pt x="64377" y="43337"/>
                  <a:pt x="69566" y="37767"/>
                </a:cubicBezTo>
                <a:cubicBezTo>
                  <a:pt x="75009" y="31925"/>
                  <a:pt x="75010" y="31906"/>
                  <a:pt x="69872" y="27120"/>
                </a:cubicBezTo>
                <a:cubicBezTo>
                  <a:pt x="63882" y="21540"/>
                  <a:pt x="64007" y="22172"/>
                  <a:pt x="67231" y="13692"/>
                </a:cubicBezTo>
                <a:lnTo>
                  <a:pt x="69736" y="7102"/>
                </a:lnTo>
                <a:lnTo>
                  <a:pt x="81814" y="13524"/>
                </a:lnTo>
                <a:cubicBezTo>
                  <a:pt x="96277" y="21214"/>
                  <a:pt x="100866" y="21586"/>
                  <a:pt x="100866" y="15068"/>
                </a:cubicBezTo>
                <a:cubicBezTo>
                  <a:pt x="100866" y="8386"/>
                  <a:pt x="109640" y="-1970"/>
                  <a:pt x="113355" y="326"/>
                </a:cubicBezTo>
                <a:cubicBezTo>
                  <a:pt x="115005" y="1346"/>
                  <a:pt x="116355" y="3937"/>
                  <a:pt x="116355" y="6085"/>
                </a:cubicBezTo>
                <a:cubicBezTo>
                  <a:pt x="116355" y="8233"/>
                  <a:pt x="119313" y="15038"/>
                  <a:pt x="122928" y="21207"/>
                </a:cubicBezTo>
                <a:lnTo>
                  <a:pt x="129501" y="32422"/>
                </a:lnTo>
                <a:lnTo>
                  <a:pt x="122289" y="39110"/>
                </a:lnTo>
                <a:cubicBezTo>
                  <a:pt x="118322" y="42788"/>
                  <a:pt x="114687" y="44627"/>
                  <a:pt x="114210" y="43197"/>
                </a:cubicBezTo>
                <a:cubicBezTo>
                  <a:pt x="112111" y="36901"/>
                  <a:pt x="104310" y="41081"/>
                  <a:pt x="100996" y="50277"/>
                </a:cubicBezTo>
                <a:cubicBezTo>
                  <a:pt x="99077" y="55602"/>
                  <a:pt x="94795" y="64264"/>
                  <a:pt x="91480" y="69527"/>
                </a:cubicBezTo>
                <a:cubicBezTo>
                  <a:pt x="88166" y="74789"/>
                  <a:pt x="86071" y="80703"/>
                  <a:pt x="86825" y="82667"/>
                </a:cubicBezTo>
                <a:cubicBezTo>
                  <a:pt x="87734" y="85037"/>
                  <a:pt x="83812" y="88321"/>
                  <a:pt x="75170" y="92424"/>
                </a:cubicBezTo>
                <a:cubicBezTo>
                  <a:pt x="62898" y="98250"/>
                  <a:pt x="62144" y="99174"/>
                  <a:pt x="62144" y="108405"/>
                </a:cubicBezTo>
                <a:cubicBezTo>
                  <a:pt x="62144" y="114732"/>
                  <a:pt x="60773" y="118729"/>
                  <a:pt x="58272" y="119688"/>
                </a:cubicBezTo>
                <a:cubicBezTo>
                  <a:pt x="56143" y="120506"/>
                  <a:pt x="54400" y="123954"/>
                  <a:pt x="54400" y="127352"/>
                </a:cubicBezTo>
                <a:cubicBezTo>
                  <a:pt x="54400" y="130749"/>
                  <a:pt x="53507" y="133529"/>
                  <a:pt x="52416" y="133529"/>
                </a:cubicBezTo>
                <a:cubicBezTo>
                  <a:pt x="51325" y="133529"/>
                  <a:pt x="48664" y="136444"/>
                  <a:pt x="46503" y="140006"/>
                </a:cubicBezTo>
                <a:cubicBezTo>
                  <a:pt x="43429" y="145071"/>
                  <a:pt x="41892" y="145803"/>
                  <a:pt x="39451" y="143362"/>
                </a:cubicBezTo>
                <a:close/>
              </a:path>
            </a:pathLst>
          </a:custGeom>
          <a:solidFill>
            <a:srgbClr val="B9B9B9"/>
          </a:solidFill>
          <a:ln w="5163" cap="flat">
            <a:noFill/>
            <a:prstDash val="solid"/>
            <a:miter/>
          </a:ln>
        </p:spPr>
        <p:txBody>
          <a:bodyPr/>
          <a:lstStyle/>
          <a:p>
            <a:endParaRPr lang="es-419" noProof="0" dirty="0"/>
          </a:p>
        </p:txBody>
      </p:sp>
      <p:sp>
        <p:nvSpPr>
          <p:cNvPr id="48" name="Forma libre: forma 47">
            <a:extLst>
              <a:ext uri="{FF2B5EF4-FFF2-40B4-BE49-F238E27FC236}">
                <a16:creationId xmlns:a16="http://schemas.microsoft.com/office/drawing/2014/main" id="{5A4F1181-01CF-10B8-B8CA-51BA1386AFE3}"/>
              </a:ext>
            </a:extLst>
          </p:cNvPr>
          <p:cNvSpPr/>
          <p:nvPr/>
        </p:nvSpPr>
        <p:spPr>
          <a:xfrm>
            <a:off x="2333829" y="2099494"/>
            <a:ext cx="245950" cy="186219"/>
          </a:xfrm>
          <a:custGeom>
            <a:avLst/>
            <a:gdLst>
              <a:gd name="csX0" fmla="*/ 63193 w 245950"/>
              <a:gd name="csY0" fmla="*/ 151536 h 186219"/>
              <a:gd name="csX1" fmla="*/ 28715 w 245950"/>
              <a:gd name="csY1" fmla="*/ 120621 h 186219"/>
              <a:gd name="csX2" fmla="*/ 15073 w 245950"/>
              <a:gd name="csY2" fmla="*/ 124390 h 186219"/>
              <a:gd name="csX3" fmla="*/ 5596 w 245950"/>
              <a:gd name="csY3" fmla="*/ 124390 h 186219"/>
              <a:gd name="csX4" fmla="*/ 5596 w 245950"/>
              <a:gd name="csY4" fmla="*/ 107763 h 186219"/>
              <a:gd name="csX5" fmla="*/ 3015 w 245950"/>
              <a:gd name="csY5" fmla="*/ 89541 h 186219"/>
              <a:gd name="csX6" fmla="*/ 11404 w 245950"/>
              <a:gd name="csY6" fmla="*/ 63244 h 186219"/>
              <a:gd name="csX7" fmla="*/ 106611 w 245950"/>
              <a:gd name="csY7" fmla="*/ 25070 h 186219"/>
              <a:gd name="csX8" fmla="*/ 133716 w 245950"/>
              <a:gd name="csY8" fmla="*/ 14252 h 186219"/>
              <a:gd name="csX9" fmla="*/ 160483 w 245950"/>
              <a:gd name="csY9" fmla="*/ 1908 h 186219"/>
              <a:gd name="csX10" fmla="*/ 238554 w 245950"/>
              <a:gd name="csY10" fmla="*/ 11931 h 186219"/>
              <a:gd name="csX11" fmla="*/ 245107 w 245950"/>
              <a:gd name="csY11" fmla="*/ 29136 h 186219"/>
              <a:gd name="csX12" fmla="*/ 240861 w 245950"/>
              <a:gd name="csY12" fmla="*/ 62435 h 186219"/>
              <a:gd name="csX13" fmla="*/ 234529 w 245950"/>
              <a:gd name="csY13" fmla="*/ 81796 h 186219"/>
              <a:gd name="csX14" fmla="*/ 183096 w 245950"/>
              <a:gd name="csY14" fmla="*/ 120518 h 186219"/>
              <a:gd name="csX15" fmla="*/ 112584 w 245950"/>
              <a:gd name="csY15" fmla="*/ 172730 h 186219"/>
              <a:gd name="csX16" fmla="*/ 93505 w 245950"/>
              <a:gd name="csY16" fmla="*/ 186220 h 186219"/>
              <a:gd name="csX17" fmla="*/ 63193 w 245950"/>
              <a:gd name="csY17" fmla="*/ 151536 h 1862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245950" h="186219">
                <a:moveTo>
                  <a:pt x="63193" y="151536"/>
                </a:moveTo>
                <a:cubicBezTo>
                  <a:pt x="35962" y="120379"/>
                  <a:pt x="32456" y="117236"/>
                  <a:pt x="28715" y="120621"/>
                </a:cubicBezTo>
                <a:cubicBezTo>
                  <a:pt x="26425" y="122694"/>
                  <a:pt x="20286" y="124390"/>
                  <a:pt x="15073" y="124390"/>
                </a:cubicBezTo>
                <a:lnTo>
                  <a:pt x="5596" y="124390"/>
                </a:lnTo>
                <a:lnTo>
                  <a:pt x="5596" y="107763"/>
                </a:lnTo>
                <a:cubicBezTo>
                  <a:pt x="5596" y="98618"/>
                  <a:pt x="4435" y="90418"/>
                  <a:pt x="3015" y="89541"/>
                </a:cubicBezTo>
                <a:cubicBezTo>
                  <a:pt x="-3245" y="85672"/>
                  <a:pt x="575" y="73700"/>
                  <a:pt x="11404" y="63244"/>
                </a:cubicBezTo>
                <a:cubicBezTo>
                  <a:pt x="30218" y="45081"/>
                  <a:pt x="67101" y="30293"/>
                  <a:pt x="106611" y="25070"/>
                </a:cubicBezTo>
                <a:cubicBezTo>
                  <a:pt x="113529" y="24155"/>
                  <a:pt x="124948" y="19598"/>
                  <a:pt x="133716" y="14252"/>
                </a:cubicBezTo>
                <a:cubicBezTo>
                  <a:pt x="142049" y="9172"/>
                  <a:pt x="154094" y="3617"/>
                  <a:pt x="160483" y="1908"/>
                </a:cubicBezTo>
                <a:cubicBezTo>
                  <a:pt x="179743" y="-3243"/>
                  <a:pt x="225908" y="2684"/>
                  <a:pt x="238554" y="11931"/>
                </a:cubicBezTo>
                <a:cubicBezTo>
                  <a:pt x="241216" y="13878"/>
                  <a:pt x="243864" y="20830"/>
                  <a:pt x="245107" y="29136"/>
                </a:cubicBezTo>
                <a:cubicBezTo>
                  <a:pt x="246841" y="40720"/>
                  <a:pt x="246124" y="46345"/>
                  <a:pt x="240861" y="62435"/>
                </a:cubicBezTo>
                <a:lnTo>
                  <a:pt x="234529" y="81796"/>
                </a:lnTo>
                <a:lnTo>
                  <a:pt x="183096" y="120518"/>
                </a:lnTo>
                <a:cubicBezTo>
                  <a:pt x="154808" y="141815"/>
                  <a:pt x="123078" y="165310"/>
                  <a:pt x="112584" y="172730"/>
                </a:cubicBezTo>
                <a:lnTo>
                  <a:pt x="93505" y="186220"/>
                </a:lnTo>
                <a:lnTo>
                  <a:pt x="63193" y="151536"/>
                </a:lnTo>
                <a:close/>
              </a:path>
            </a:pathLst>
          </a:custGeom>
          <a:solidFill>
            <a:srgbClr val="B9B9B9"/>
          </a:solidFill>
          <a:ln w="5163" cap="flat">
            <a:noFill/>
            <a:prstDash val="solid"/>
            <a:miter/>
          </a:ln>
        </p:spPr>
        <p:txBody>
          <a:bodyPr/>
          <a:lstStyle/>
          <a:p>
            <a:endParaRPr lang="es-419" noProof="0" dirty="0"/>
          </a:p>
        </p:txBody>
      </p:sp>
      <p:sp>
        <p:nvSpPr>
          <p:cNvPr id="49" name="Forma libre: forma 48">
            <a:extLst>
              <a:ext uri="{FF2B5EF4-FFF2-40B4-BE49-F238E27FC236}">
                <a16:creationId xmlns:a16="http://schemas.microsoft.com/office/drawing/2014/main" id="{F48855E8-867B-8996-A623-C7E80A644057}"/>
              </a:ext>
            </a:extLst>
          </p:cNvPr>
          <p:cNvSpPr/>
          <p:nvPr/>
        </p:nvSpPr>
        <p:spPr>
          <a:xfrm>
            <a:off x="2334670" y="2196667"/>
            <a:ext cx="1839" cy="7968"/>
          </a:xfrm>
          <a:custGeom>
            <a:avLst/>
            <a:gdLst>
              <a:gd name="csX0" fmla="*/ 0 w 1839"/>
              <a:gd name="csY0" fmla="*/ 3984 h 7968"/>
              <a:gd name="csX1" fmla="*/ 1302 w 1839"/>
              <a:gd name="csY1" fmla="*/ 757 h 7968"/>
              <a:gd name="csX2" fmla="*/ 1302 w 1839"/>
              <a:gd name="csY2" fmla="*/ 7211 h 7968"/>
              <a:gd name="csX3" fmla="*/ 0 w 1839"/>
              <a:gd name="csY3" fmla="*/ 3984 h 7968"/>
            </a:gdLst>
            <a:ahLst/>
            <a:cxnLst>
              <a:cxn ang="0">
                <a:pos x="csX0" y="csY0"/>
              </a:cxn>
              <a:cxn ang="0">
                <a:pos x="csX1" y="csY1"/>
              </a:cxn>
              <a:cxn ang="0">
                <a:pos x="csX2" y="csY2"/>
              </a:cxn>
              <a:cxn ang="0">
                <a:pos x="csX3" y="csY3"/>
              </a:cxn>
            </a:cxnLst>
            <a:rect l="l" t="t" r="r" b="b"/>
            <a:pathLst>
              <a:path w="1839" h="7968">
                <a:moveTo>
                  <a:pt x="0" y="3984"/>
                </a:moveTo>
                <a:cubicBezTo>
                  <a:pt x="0" y="435"/>
                  <a:pt x="586" y="-1017"/>
                  <a:pt x="1302" y="757"/>
                </a:cubicBezTo>
                <a:cubicBezTo>
                  <a:pt x="2018" y="2532"/>
                  <a:pt x="2018" y="5436"/>
                  <a:pt x="1302" y="7211"/>
                </a:cubicBezTo>
                <a:cubicBezTo>
                  <a:pt x="586" y="8986"/>
                  <a:pt x="0" y="7534"/>
                  <a:pt x="0" y="3984"/>
                </a:cubicBezTo>
                <a:close/>
              </a:path>
            </a:pathLst>
          </a:custGeom>
          <a:solidFill>
            <a:srgbClr val="B9B9B9"/>
          </a:solidFill>
          <a:ln w="5163" cap="flat">
            <a:noFill/>
            <a:prstDash val="solid"/>
            <a:miter/>
          </a:ln>
        </p:spPr>
        <p:txBody>
          <a:bodyPr/>
          <a:lstStyle/>
          <a:p>
            <a:endParaRPr lang="es-419" noProof="0" dirty="0"/>
          </a:p>
        </p:txBody>
      </p:sp>
      <p:sp>
        <p:nvSpPr>
          <p:cNvPr id="50" name="Forma libre: forma 49">
            <a:extLst>
              <a:ext uri="{FF2B5EF4-FFF2-40B4-BE49-F238E27FC236}">
                <a16:creationId xmlns:a16="http://schemas.microsoft.com/office/drawing/2014/main" id="{78D2ADDC-0099-DCFF-D29E-188031770E53}"/>
              </a:ext>
            </a:extLst>
          </p:cNvPr>
          <p:cNvSpPr/>
          <p:nvPr/>
        </p:nvSpPr>
        <p:spPr>
          <a:xfrm>
            <a:off x="1309468" y="1877186"/>
            <a:ext cx="342958" cy="300162"/>
          </a:xfrm>
          <a:custGeom>
            <a:avLst/>
            <a:gdLst>
              <a:gd name="csX0" fmla="*/ 295686 w 342958"/>
              <a:gd name="csY0" fmla="*/ 296278 h 300162"/>
              <a:gd name="csX1" fmla="*/ 285863 w 342958"/>
              <a:gd name="csY1" fmla="*/ 292488 h 300162"/>
              <a:gd name="csX2" fmla="*/ 274573 w 342958"/>
              <a:gd name="csY2" fmla="*/ 278339 h 300162"/>
              <a:gd name="csX3" fmla="*/ 265490 w 342958"/>
              <a:gd name="csY3" fmla="*/ 262580 h 300162"/>
              <a:gd name="csX4" fmla="*/ 250359 w 342958"/>
              <a:gd name="csY4" fmla="*/ 277449 h 300162"/>
              <a:gd name="csX5" fmla="*/ 232353 w 342958"/>
              <a:gd name="csY5" fmla="*/ 275755 h 300162"/>
              <a:gd name="csX6" fmla="*/ 216800 w 342958"/>
              <a:gd name="csY6" fmla="*/ 278780 h 300162"/>
              <a:gd name="csX7" fmla="*/ 197688 w 342958"/>
              <a:gd name="csY7" fmla="*/ 275445 h 300162"/>
              <a:gd name="csX8" fmla="*/ 186717 w 342958"/>
              <a:gd name="csY8" fmla="*/ 271836 h 300162"/>
              <a:gd name="csX9" fmla="*/ 183241 w 342958"/>
              <a:gd name="csY9" fmla="*/ 267964 h 300162"/>
              <a:gd name="csX10" fmla="*/ 171812 w 342958"/>
              <a:gd name="csY10" fmla="*/ 264092 h 300162"/>
              <a:gd name="csX11" fmla="*/ 155307 w 342958"/>
              <a:gd name="csY11" fmla="*/ 270545 h 300162"/>
              <a:gd name="csX12" fmla="*/ 128918 w 342958"/>
              <a:gd name="csY12" fmla="*/ 266264 h 300162"/>
              <a:gd name="csX13" fmla="*/ 106345 w 342958"/>
              <a:gd name="csY13" fmla="*/ 255141 h 300162"/>
              <a:gd name="csX14" fmla="*/ 91555 w 342958"/>
              <a:gd name="csY14" fmla="*/ 250269 h 300162"/>
              <a:gd name="csX15" fmla="*/ 81548 w 342958"/>
              <a:gd name="csY15" fmla="*/ 247474 h 300162"/>
              <a:gd name="csX16" fmla="*/ 78435 w 342958"/>
              <a:gd name="csY16" fmla="*/ 239429 h 300162"/>
              <a:gd name="csX17" fmla="*/ 82408 w 342958"/>
              <a:gd name="csY17" fmla="*/ 200657 h 300162"/>
              <a:gd name="csX18" fmla="*/ 83563 w 342958"/>
              <a:gd name="csY18" fmla="*/ 189030 h 300162"/>
              <a:gd name="csX19" fmla="*/ 79311 w 342958"/>
              <a:gd name="csY19" fmla="*/ 164140 h 300162"/>
              <a:gd name="csX20" fmla="*/ 69658 w 342958"/>
              <a:gd name="csY20" fmla="*/ 165664 h 300162"/>
              <a:gd name="csX21" fmla="*/ 52863 w 342958"/>
              <a:gd name="csY21" fmla="*/ 178880 h 300162"/>
              <a:gd name="csX22" fmla="*/ 46310 w 342958"/>
              <a:gd name="csY22" fmla="*/ 180840 h 300162"/>
              <a:gd name="csX23" fmla="*/ 41273 w 342958"/>
              <a:gd name="csY23" fmla="*/ 176042 h 300162"/>
              <a:gd name="csX24" fmla="*/ 28735 w 342958"/>
              <a:gd name="csY24" fmla="*/ 163573 h 300162"/>
              <a:gd name="csX25" fmla="*/ 8346 w 342958"/>
              <a:gd name="csY25" fmla="*/ 134458 h 300162"/>
              <a:gd name="csX26" fmla="*/ 3097 w 342958"/>
              <a:gd name="csY26" fmla="*/ 117621 h 300162"/>
              <a:gd name="csX27" fmla="*/ 147 w 342958"/>
              <a:gd name="csY27" fmla="*/ 113613 h 300162"/>
              <a:gd name="csX28" fmla="*/ 21165 w 342958"/>
              <a:gd name="csY28" fmla="*/ 104003 h 300162"/>
              <a:gd name="csX29" fmla="*/ 72335 w 342958"/>
              <a:gd name="csY29" fmla="*/ 73250 h 300162"/>
              <a:gd name="csX30" fmla="*/ 93508 w 342958"/>
              <a:gd name="csY30" fmla="*/ 38847 h 300162"/>
              <a:gd name="csX31" fmla="*/ 97565 w 342958"/>
              <a:gd name="csY31" fmla="*/ 29800 h 300162"/>
              <a:gd name="csX32" fmla="*/ 109742 w 342958"/>
              <a:gd name="csY32" fmla="*/ 18194 h 300162"/>
              <a:gd name="csX33" fmla="*/ 113822 w 342958"/>
              <a:gd name="csY33" fmla="*/ 11110 h 300162"/>
              <a:gd name="csX34" fmla="*/ 121678 w 342958"/>
              <a:gd name="csY34" fmla="*/ 5555 h 300162"/>
              <a:gd name="csX35" fmla="*/ 127233 w 342958"/>
              <a:gd name="csY35" fmla="*/ 0 h 300162"/>
              <a:gd name="csX36" fmla="*/ 134516 w 342958"/>
              <a:gd name="csY36" fmla="*/ 8782 h 300162"/>
              <a:gd name="csX37" fmla="*/ 141869 w 342958"/>
              <a:gd name="csY37" fmla="*/ 33944 h 300162"/>
              <a:gd name="csX38" fmla="*/ 147505 w 342958"/>
              <a:gd name="csY38" fmla="*/ 58144 h 300162"/>
              <a:gd name="csX39" fmla="*/ 152804 w 342958"/>
              <a:gd name="csY39" fmla="*/ 90810 h 300162"/>
              <a:gd name="csX40" fmla="*/ 162764 w 342958"/>
              <a:gd name="csY40" fmla="*/ 124694 h 300162"/>
              <a:gd name="csX41" fmla="*/ 170334 w 342958"/>
              <a:gd name="csY41" fmla="*/ 121832 h 300162"/>
              <a:gd name="csX42" fmla="*/ 185393 w 342958"/>
              <a:gd name="csY42" fmla="*/ 124884 h 300162"/>
              <a:gd name="csX43" fmla="*/ 190271 w 342958"/>
              <a:gd name="csY43" fmla="*/ 127275 h 300162"/>
              <a:gd name="csX44" fmla="*/ 201229 w 342958"/>
              <a:gd name="csY44" fmla="*/ 139721 h 300162"/>
              <a:gd name="csX45" fmla="*/ 197439 w 342958"/>
              <a:gd name="csY45" fmla="*/ 147005 h 300162"/>
              <a:gd name="csX46" fmla="*/ 196794 w 342958"/>
              <a:gd name="csY46" fmla="*/ 162615 h 300162"/>
              <a:gd name="csX47" fmla="*/ 220205 w 342958"/>
              <a:gd name="csY47" fmla="*/ 171185 h 300162"/>
              <a:gd name="csX48" fmla="*/ 242581 w 342958"/>
              <a:gd name="csY48" fmla="*/ 173796 h 300162"/>
              <a:gd name="csX49" fmla="*/ 259092 w 342958"/>
              <a:gd name="csY49" fmla="*/ 186698 h 300162"/>
              <a:gd name="csX50" fmla="*/ 273592 w 342958"/>
              <a:gd name="csY50" fmla="*/ 197707 h 300162"/>
              <a:gd name="csX51" fmla="*/ 304244 w 342958"/>
              <a:gd name="csY51" fmla="*/ 198591 h 300162"/>
              <a:gd name="csX52" fmla="*/ 333285 w 342958"/>
              <a:gd name="csY52" fmla="*/ 203946 h 300162"/>
              <a:gd name="csX53" fmla="*/ 339205 w 342958"/>
              <a:gd name="csY53" fmla="*/ 216060 h 300162"/>
              <a:gd name="csX54" fmla="*/ 336274 w 342958"/>
              <a:gd name="csY54" fmla="*/ 220854 h 300162"/>
              <a:gd name="csX55" fmla="*/ 328850 w 342958"/>
              <a:gd name="csY55" fmla="*/ 233114 h 300162"/>
              <a:gd name="csX56" fmla="*/ 326965 w 342958"/>
              <a:gd name="csY56" fmla="*/ 236341 h 300162"/>
              <a:gd name="csX57" fmla="*/ 329181 w 342958"/>
              <a:gd name="csY57" fmla="*/ 240859 h 300162"/>
              <a:gd name="csX58" fmla="*/ 331403 w 342958"/>
              <a:gd name="csY58" fmla="*/ 248187 h 300162"/>
              <a:gd name="csX59" fmla="*/ 328049 w 342958"/>
              <a:gd name="csY59" fmla="*/ 258014 h 300162"/>
              <a:gd name="csX60" fmla="*/ 326532 w 342958"/>
              <a:gd name="csY60" fmla="*/ 276244 h 300162"/>
              <a:gd name="csX61" fmla="*/ 325085 w 342958"/>
              <a:gd name="csY61" fmla="*/ 283496 h 300162"/>
              <a:gd name="csX62" fmla="*/ 321398 w 342958"/>
              <a:gd name="csY62" fmla="*/ 292711 h 300162"/>
              <a:gd name="csX63" fmla="*/ 311874 w 342958"/>
              <a:gd name="csY63" fmla="*/ 300150 h 300162"/>
              <a:gd name="csX64" fmla="*/ 295686 w 342958"/>
              <a:gd name="csY64" fmla="*/ 296278 h 3001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Lst>
            <a:rect l="l" t="t" r="r" b="b"/>
            <a:pathLst>
              <a:path w="342958" h="300162">
                <a:moveTo>
                  <a:pt x="295686" y="296278"/>
                </a:moveTo>
                <a:cubicBezTo>
                  <a:pt x="292930" y="294193"/>
                  <a:pt x="288510" y="292488"/>
                  <a:pt x="285863" y="292488"/>
                </a:cubicBezTo>
                <a:cubicBezTo>
                  <a:pt x="282541" y="292488"/>
                  <a:pt x="279045" y="288107"/>
                  <a:pt x="274573" y="278339"/>
                </a:cubicBezTo>
                <a:cubicBezTo>
                  <a:pt x="271011" y="270557"/>
                  <a:pt x="266923" y="263466"/>
                  <a:pt x="265490" y="262580"/>
                </a:cubicBezTo>
                <a:cubicBezTo>
                  <a:pt x="261887" y="260353"/>
                  <a:pt x="250359" y="271682"/>
                  <a:pt x="250359" y="277449"/>
                </a:cubicBezTo>
                <a:cubicBezTo>
                  <a:pt x="250359" y="284106"/>
                  <a:pt x="242694" y="283385"/>
                  <a:pt x="232353" y="275755"/>
                </a:cubicBezTo>
                <a:cubicBezTo>
                  <a:pt x="223375" y="269132"/>
                  <a:pt x="216800" y="270410"/>
                  <a:pt x="216800" y="278780"/>
                </a:cubicBezTo>
                <a:cubicBezTo>
                  <a:pt x="216800" y="282868"/>
                  <a:pt x="211006" y="281857"/>
                  <a:pt x="197688" y="275445"/>
                </a:cubicBezTo>
                <a:cubicBezTo>
                  <a:pt x="193566" y="273460"/>
                  <a:pt x="188628" y="271836"/>
                  <a:pt x="186717" y="271836"/>
                </a:cubicBezTo>
                <a:cubicBezTo>
                  <a:pt x="184805" y="271836"/>
                  <a:pt x="183241" y="270094"/>
                  <a:pt x="183241" y="267964"/>
                </a:cubicBezTo>
                <a:cubicBezTo>
                  <a:pt x="183241" y="265105"/>
                  <a:pt x="180251" y="264092"/>
                  <a:pt x="171812" y="264092"/>
                </a:cubicBezTo>
                <a:cubicBezTo>
                  <a:pt x="162696" y="264092"/>
                  <a:pt x="159356" y="265398"/>
                  <a:pt x="155307" y="270545"/>
                </a:cubicBezTo>
                <a:cubicBezTo>
                  <a:pt x="148138" y="279659"/>
                  <a:pt x="141633" y="278604"/>
                  <a:pt x="128918" y="266264"/>
                </a:cubicBezTo>
                <a:cubicBezTo>
                  <a:pt x="119547" y="257171"/>
                  <a:pt x="116097" y="255470"/>
                  <a:pt x="106345" y="255141"/>
                </a:cubicBezTo>
                <a:cubicBezTo>
                  <a:pt x="98734" y="254884"/>
                  <a:pt x="93722" y="253233"/>
                  <a:pt x="91555" y="250269"/>
                </a:cubicBezTo>
                <a:cubicBezTo>
                  <a:pt x="89207" y="247058"/>
                  <a:pt x="86367" y="246265"/>
                  <a:pt x="81548" y="247474"/>
                </a:cubicBezTo>
                <a:cubicBezTo>
                  <a:pt x="74001" y="249368"/>
                  <a:pt x="73102" y="247043"/>
                  <a:pt x="78435" y="239429"/>
                </a:cubicBezTo>
                <a:cubicBezTo>
                  <a:pt x="83856" y="231688"/>
                  <a:pt x="86528" y="205621"/>
                  <a:pt x="82408" y="200657"/>
                </a:cubicBezTo>
                <a:cubicBezTo>
                  <a:pt x="79647" y="197331"/>
                  <a:pt x="79847" y="195321"/>
                  <a:pt x="83563" y="189030"/>
                </a:cubicBezTo>
                <a:cubicBezTo>
                  <a:pt x="88650" y="180419"/>
                  <a:pt x="87374" y="172952"/>
                  <a:pt x="79311" y="164140"/>
                </a:cubicBezTo>
                <a:cubicBezTo>
                  <a:pt x="73608" y="157907"/>
                  <a:pt x="69658" y="158530"/>
                  <a:pt x="69658" y="165664"/>
                </a:cubicBezTo>
                <a:cubicBezTo>
                  <a:pt x="69658" y="171138"/>
                  <a:pt x="55140" y="182563"/>
                  <a:pt x="52863" y="178880"/>
                </a:cubicBezTo>
                <a:cubicBezTo>
                  <a:pt x="50323" y="174770"/>
                  <a:pt x="46434" y="175933"/>
                  <a:pt x="46310" y="180840"/>
                </a:cubicBezTo>
                <a:cubicBezTo>
                  <a:pt x="46241" y="183582"/>
                  <a:pt x="44262" y="181697"/>
                  <a:pt x="41273" y="176042"/>
                </a:cubicBezTo>
                <a:cubicBezTo>
                  <a:pt x="38533" y="170858"/>
                  <a:pt x="32973" y="165329"/>
                  <a:pt x="28735" y="163573"/>
                </a:cubicBezTo>
                <a:cubicBezTo>
                  <a:pt x="15748" y="158193"/>
                  <a:pt x="9667" y="149510"/>
                  <a:pt x="8346" y="134458"/>
                </a:cubicBezTo>
                <a:cubicBezTo>
                  <a:pt x="7635" y="126353"/>
                  <a:pt x="5506" y="119523"/>
                  <a:pt x="3097" y="117621"/>
                </a:cubicBezTo>
                <a:cubicBezTo>
                  <a:pt x="868" y="115861"/>
                  <a:pt x="-459" y="114058"/>
                  <a:pt x="147" y="113613"/>
                </a:cubicBezTo>
                <a:cubicBezTo>
                  <a:pt x="7952" y="107892"/>
                  <a:pt x="16388" y="104034"/>
                  <a:pt x="21165" y="104003"/>
                </a:cubicBezTo>
                <a:cubicBezTo>
                  <a:pt x="38718" y="103886"/>
                  <a:pt x="49596" y="97348"/>
                  <a:pt x="72335" y="73250"/>
                </a:cubicBezTo>
                <a:cubicBezTo>
                  <a:pt x="94445" y="49819"/>
                  <a:pt x="94883" y="49106"/>
                  <a:pt x="93508" y="38847"/>
                </a:cubicBezTo>
                <a:cubicBezTo>
                  <a:pt x="92208" y="29159"/>
                  <a:pt x="92513" y="28479"/>
                  <a:pt x="97565" y="29800"/>
                </a:cubicBezTo>
                <a:cubicBezTo>
                  <a:pt x="103852" y="31444"/>
                  <a:pt x="107223" y="28231"/>
                  <a:pt x="109742" y="18194"/>
                </a:cubicBezTo>
                <a:cubicBezTo>
                  <a:pt x="110720" y="14298"/>
                  <a:pt x="112556" y="11110"/>
                  <a:pt x="113822" y="11110"/>
                </a:cubicBezTo>
                <a:cubicBezTo>
                  <a:pt x="115088" y="11110"/>
                  <a:pt x="118623" y="8610"/>
                  <a:pt x="121678" y="5555"/>
                </a:cubicBezTo>
                <a:lnTo>
                  <a:pt x="127233" y="0"/>
                </a:lnTo>
                <a:lnTo>
                  <a:pt x="134516" y="8782"/>
                </a:lnTo>
                <a:cubicBezTo>
                  <a:pt x="140793" y="16350"/>
                  <a:pt x="141809" y="19826"/>
                  <a:pt x="141869" y="33944"/>
                </a:cubicBezTo>
                <a:cubicBezTo>
                  <a:pt x="141922" y="46507"/>
                  <a:pt x="143236" y="52147"/>
                  <a:pt x="147505" y="58144"/>
                </a:cubicBezTo>
                <a:cubicBezTo>
                  <a:pt x="152339" y="64931"/>
                  <a:pt x="153038" y="69240"/>
                  <a:pt x="152804" y="90810"/>
                </a:cubicBezTo>
                <a:cubicBezTo>
                  <a:pt x="152465" y="122159"/>
                  <a:pt x="153210" y="124694"/>
                  <a:pt x="162764" y="124694"/>
                </a:cubicBezTo>
                <a:cubicBezTo>
                  <a:pt x="166927" y="124694"/>
                  <a:pt x="170334" y="123406"/>
                  <a:pt x="170334" y="121832"/>
                </a:cubicBezTo>
                <a:cubicBezTo>
                  <a:pt x="170334" y="118431"/>
                  <a:pt x="184072" y="121216"/>
                  <a:pt x="185393" y="124884"/>
                </a:cubicBezTo>
                <a:cubicBezTo>
                  <a:pt x="185866" y="126199"/>
                  <a:pt x="188061" y="127275"/>
                  <a:pt x="190271" y="127275"/>
                </a:cubicBezTo>
                <a:cubicBezTo>
                  <a:pt x="194758" y="127275"/>
                  <a:pt x="201103" y="134482"/>
                  <a:pt x="201229" y="139721"/>
                </a:cubicBezTo>
                <a:cubicBezTo>
                  <a:pt x="201275" y="141597"/>
                  <a:pt x="199569" y="144875"/>
                  <a:pt x="197439" y="147005"/>
                </a:cubicBezTo>
                <a:cubicBezTo>
                  <a:pt x="192728" y="151716"/>
                  <a:pt x="192413" y="159339"/>
                  <a:pt x="196794" y="162615"/>
                </a:cubicBezTo>
                <a:cubicBezTo>
                  <a:pt x="198569" y="163942"/>
                  <a:pt x="209104" y="167799"/>
                  <a:pt x="220205" y="171185"/>
                </a:cubicBezTo>
                <a:cubicBezTo>
                  <a:pt x="236917" y="176284"/>
                  <a:pt x="240766" y="176733"/>
                  <a:pt x="242581" y="173796"/>
                </a:cubicBezTo>
                <a:cubicBezTo>
                  <a:pt x="245948" y="168348"/>
                  <a:pt x="255565" y="175863"/>
                  <a:pt x="259092" y="186698"/>
                </a:cubicBezTo>
                <a:cubicBezTo>
                  <a:pt x="261627" y="194485"/>
                  <a:pt x="263378" y="195815"/>
                  <a:pt x="273592" y="197707"/>
                </a:cubicBezTo>
                <a:cubicBezTo>
                  <a:pt x="279981" y="198890"/>
                  <a:pt x="293775" y="199289"/>
                  <a:pt x="304244" y="198591"/>
                </a:cubicBezTo>
                <a:cubicBezTo>
                  <a:pt x="321502" y="197442"/>
                  <a:pt x="324213" y="197942"/>
                  <a:pt x="333285" y="203946"/>
                </a:cubicBezTo>
                <a:cubicBezTo>
                  <a:pt x="344213" y="211177"/>
                  <a:pt x="345431" y="213671"/>
                  <a:pt x="339205" y="216060"/>
                </a:cubicBezTo>
                <a:cubicBezTo>
                  <a:pt x="336957" y="216923"/>
                  <a:pt x="335638" y="219080"/>
                  <a:pt x="336274" y="220854"/>
                </a:cubicBezTo>
                <a:cubicBezTo>
                  <a:pt x="337968" y="225576"/>
                  <a:pt x="333403" y="233114"/>
                  <a:pt x="328850" y="233114"/>
                </a:cubicBezTo>
                <a:cubicBezTo>
                  <a:pt x="326331" y="233114"/>
                  <a:pt x="325653" y="234275"/>
                  <a:pt x="326965" y="236341"/>
                </a:cubicBezTo>
                <a:cubicBezTo>
                  <a:pt x="328092" y="238116"/>
                  <a:pt x="329089" y="240149"/>
                  <a:pt x="329181" y="240859"/>
                </a:cubicBezTo>
                <a:cubicBezTo>
                  <a:pt x="329272" y="241569"/>
                  <a:pt x="330272" y="244866"/>
                  <a:pt x="331403" y="248187"/>
                </a:cubicBezTo>
                <a:cubicBezTo>
                  <a:pt x="332991" y="252852"/>
                  <a:pt x="332229" y="255087"/>
                  <a:pt x="328049" y="258014"/>
                </a:cubicBezTo>
                <a:cubicBezTo>
                  <a:pt x="321663" y="262487"/>
                  <a:pt x="321157" y="268570"/>
                  <a:pt x="326532" y="276244"/>
                </a:cubicBezTo>
                <a:cubicBezTo>
                  <a:pt x="330115" y="281360"/>
                  <a:pt x="330000" y="281936"/>
                  <a:pt x="325085" y="283496"/>
                </a:cubicBezTo>
                <a:cubicBezTo>
                  <a:pt x="320727" y="284879"/>
                  <a:pt x="320050" y="286571"/>
                  <a:pt x="321398" y="292711"/>
                </a:cubicBezTo>
                <a:cubicBezTo>
                  <a:pt x="323026" y="300123"/>
                  <a:pt x="322888" y="300231"/>
                  <a:pt x="311874" y="300150"/>
                </a:cubicBezTo>
                <a:cubicBezTo>
                  <a:pt x="305727" y="300105"/>
                  <a:pt x="298443" y="298362"/>
                  <a:pt x="295686" y="296278"/>
                </a:cubicBezTo>
                <a:close/>
              </a:path>
            </a:pathLst>
          </a:custGeom>
          <a:solidFill>
            <a:srgbClr val="B9B9B9"/>
          </a:solidFill>
          <a:ln w="5163" cap="flat">
            <a:noFill/>
            <a:prstDash val="solid"/>
            <a:miter/>
          </a:ln>
        </p:spPr>
        <p:txBody>
          <a:bodyPr/>
          <a:lstStyle/>
          <a:p>
            <a:endParaRPr lang="es-419" noProof="0" dirty="0"/>
          </a:p>
        </p:txBody>
      </p:sp>
      <p:sp>
        <p:nvSpPr>
          <p:cNvPr id="51" name="Forma libre: forma 50">
            <a:extLst>
              <a:ext uri="{FF2B5EF4-FFF2-40B4-BE49-F238E27FC236}">
                <a16:creationId xmlns:a16="http://schemas.microsoft.com/office/drawing/2014/main" id="{63F1AEEF-7B29-4886-E7E9-50005B7D2A9E}"/>
              </a:ext>
            </a:extLst>
          </p:cNvPr>
          <p:cNvSpPr/>
          <p:nvPr/>
        </p:nvSpPr>
        <p:spPr>
          <a:xfrm>
            <a:off x="1257795" y="2071057"/>
            <a:ext cx="87522" cy="67430"/>
          </a:xfrm>
          <a:custGeom>
            <a:avLst/>
            <a:gdLst>
              <a:gd name="csX0" fmla="*/ 3976 w 87522"/>
              <a:gd name="csY0" fmla="*/ 62589 h 67430"/>
              <a:gd name="csX1" fmla="*/ 1611 w 87522"/>
              <a:gd name="csY1" fmla="*/ 35473 h 67430"/>
              <a:gd name="csX2" fmla="*/ 13354 w 87522"/>
              <a:gd name="csY2" fmla="*/ 26110 h 67430"/>
              <a:gd name="csX3" fmla="*/ 24928 w 87522"/>
              <a:gd name="csY3" fmla="*/ 17185 h 67430"/>
              <a:gd name="csX4" fmla="*/ 28816 w 87522"/>
              <a:gd name="csY4" fmla="*/ 13430 h 67430"/>
              <a:gd name="csX5" fmla="*/ 55396 w 87522"/>
              <a:gd name="csY5" fmla="*/ 696 h 67430"/>
              <a:gd name="csX6" fmla="*/ 76595 w 87522"/>
              <a:gd name="csY6" fmla="*/ 27413 h 67430"/>
              <a:gd name="csX7" fmla="*/ 81474 w 87522"/>
              <a:gd name="csY7" fmla="*/ 35237 h 67430"/>
              <a:gd name="csX8" fmla="*/ 81963 w 87522"/>
              <a:gd name="csY8" fmla="*/ 49346 h 67430"/>
              <a:gd name="csX9" fmla="*/ 69036 w 87522"/>
              <a:gd name="csY9" fmla="*/ 59608 h 67430"/>
              <a:gd name="csX10" fmla="*/ 36947 w 87522"/>
              <a:gd name="csY10" fmla="*/ 62618 h 67430"/>
              <a:gd name="csX11" fmla="*/ 17042 w 87522"/>
              <a:gd name="csY11" fmla="*/ 62345 h 67430"/>
              <a:gd name="csX12" fmla="*/ 3976 w 87522"/>
              <a:gd name="csY12" fmla="*/ 62589 h 67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7522" h="67430">
                <a:moveTo>
                  <a:pt x="3976" y="62589"/>
                </a:moveTo>
                <a:cubicBezTo>
                  <a:pt x="-42" y="58150"/>
                  <a:pt x="-1347" y="43182"/>
                  <a:pt x="1611" y="35473"/>
                </a:cubicBezTo>
                <a:cubicBezTo>
                  <a:pt x="2496" y="33167"/>
                  <a:pt x="7780" y="28954"/>
                  <a:pt x="13354" y="26110"/>
                </a:cubicBezTo>
                <a:cubicBezTo>
                  <a:pt x="18927" y="23267"/>
                  <a:pt x="24135" y="19251"/>
                  <a:pt x="24928" y="17185"/>
                </a:cubicBezTo>
                <a:cubicBezTo>
                  <a:pt x="25721" y="15120"/>
                  <a:pt x="27470" y="13430"/>
                  <a:pt x="28816" y="13430"/>
                </a:cubicBezTo>
                <a:cubicBezTo>
                  <a:pt x="32726" y="13430"/>
                  <a:pt x="53752" y="3357"/>
                  <a:pt x="55396" y="696"/>
                </a:cubicBezTo>
                <a:cubicBezTo>
                  <a:pt x="58624" y="-4526"/>
                  <a:pt x="78997" y="21152"/>
                  <a:pt x="76595" y="27413"/>
                </a:cubicBezTo>
                <a:cubicBezTo>
                  <a:pt x="75767" y="29569"/>
                  <a:pt x="77801" y="32831"/>
                  <a:pt x="81474" y="35237"/>
                </a:cubicBezTo>
                <a:cubicBezTo>
                  <a:pt x="89349" y="40396"/>
                  <a:pt x="89558" y="46431"/>
                  <a:pt x="81963" y="49346"/>
                </a:cubicBezTo>
                <a:cubicBezTo>
                  <a:pt x="78769" y="50572"/>
                  <a:pt x="72952" y="55190"/>
                  <a:pt x="69036" y="59608"/>
                </a:cubicBezTo>
                <a:cubicBezTo>
                  <a:pt x="60658" y="69060"/>
                  <a:pt x="52768" y="69801"/>
                  <a:pt x="36947" y="62618"/>
                </a:cubicBezTo>
                <a:cubicBezTo>
                  <a:pt x="26493" y="57872"/>
                  <a:pt x="25833" y="57863"/>
                  <a:pt x="17042" y="62345"/>
                </a:cubicBezTo>
                <a:cubicBezTo>
                  <a:pt x="8489" y="66705"/>
                  <a:pt x="7714" y="66720"/>
                  <a:pt x="3976" y="62589"/>
                </a:cubicBezTo>
                <a:close/>
              </a:path>
            </a:pathLst>
          </a:custGeom>
          <a:solidFill>
            <a:srgbClr val="B9B9B9"/>
          </a:solidFill>
          <a:ln w="5163" cap="flat">
            <a:noFill/>
            <a:prstDash val="solid"/>
            <a:miter/>
          </a:ln>
        </p:spPr>
        <p:txBody>
          <a:bodyPr/>
          <a:lstStyle/>
          <a:p>
            <a:endParaRPr lang="es-419" noProof="0" dirty="0"/>
          </a:p>
        </p:txBody>
      </p:sp>
      <p:sp>
        <p:nvSpPr>
          <p:cNvPr id="52" name="Forma libre: forma 51">
            <a:extLst>
              <a:ext uri="{FF2B5EF4-FFF2-40B4-BE49-F238E27FC236}">
                <a16:creationId xmlns:a16="http://schemas.microsoft.com/office/drawing/2014/main" id="{DD2ABD0D-CC56-779B-FAA4-8DCD4BBDB221}"/>
              </a:ext>
            </a:extLst>
          </p:cNvPr>
          <p:cNvSpPr/>
          <p:nvPr/>
        </p:nvSpPr>
        <p:spPr>
          <a:xfrm>
            <a:off x="1498388" y="1582666"/>
            <a:ext cx="245235" cy="503912"/>
          </a:xfrm>
          <a:custGeom>
            <a:avLst/>
            <a:gdLst>
              <a:gd name="csX0" fmla="*/ 181623 w 245235"/>
              <a:gd name="csY0" fmla="*/ 494203 h 503912"/>
              <a:gd name="csX1" fmla="*/ 158452 w 245235"/>
              <a:gd name="csY1" fmla="*/ 485687 h 503912"/>
              <a:gd name="csX2" fmla="*/ 148342 w 245235"/>
              <a:gd name="csY2" fmla="*/ 487770 h 503912"/>
              <a:gd name="csX3" fmla="*/ 119521 w 245235"/>
              <a:gd name="csY3" fmla="*/ 489801 h 503912"/>
              <a:gd name="csX4" fmla="*/ 87472 w 245235"/>
              <a:gd name="csY4" fmla="*/ 489620 h 503912"/>
              <a:gd name="csX5" fmla="*/ 73190 w 245235"/>
              <a:gd name="csY5" fmla="*/ 478988 h 503912"/>
              <a:gd name="csX6" fmla="*/ 52773 w 245235"/>
              <a:gd name="csY6" fmla="*/ 460575 h 503912"/>
              <a:gd name="csX7" fmla="*/ 49575 w 245235"/>
              <a:gd name="csY7" fmla="*/ 464677 h 503912"/>
              <a:gd name="csX8" fmla="*/ 47915 w 245235"/>
              <a:gd name="csY8" fmla="*/ 467591 h 503912"/>
              <a:gd name="csX9" fmla="*/ 13036 w 245235"/>
              <a:gd name="csY9" fmla="*/ 456319 h 503912"/>
              <a:gd name="csX10" fmla="*/ 12217 w 245235"/>
              <a:gd name="csY10" fmla="*/ 442447 h 503912"/>
              <a:gd name="csX11" fmla="*/ 16234 w 245235"/>
              <a:gd name="csY11" fmla="*/ 437376 h 503912"/>
              <a:gd name="csX12" fmla="*/ 3077 w 245235"/>
              <a:gd name="csY12" fmla="*/ 417673 h 503912"/>
              <a:gd name="csX13" fmla="*/ 0 w 245235"/>
              <a:gd name="csY13" fmla="*/ 409784 h 503912"/>
              <a:gd name="csX14" fmla="*/ 6196 w 245235"/>
              <a:gd name="csY14" fmla="*/ 402269 h 503912"/>
              <a:gd name="csX15" fmla="*/ 12532 w 245235"/>
              <a:gd name="csY15" fmla="*/ 401839 h 503912"/>
              <a:gd name="csX16" fmla="*/ 13332 w 245235"/>
              <a:gd name="csY16" fmla="*/ 389178 h 503912"/>
              <a:gd name="csX17" fmla="*/ 18583 w 245235"/>
              <a:gd name="csY17" fmla="*/ 371495 h 503912"/>
              <a:gd name="csX18" fmla="*/ 33934 w 245235"/>
              <a:gd name="csY18" fmla="*/ 366100 h 503912"/>
              <a:gd name="csX19" fmla="*/ 49768 w 245235"/>
              <a:gd name="csY19" fmla="*/ 361841 h 503912"/>
              <a:gd name="csX20" fmla="*/ 46692 w 245235"/>
              <a:gd name="csY20" fmla="*/ 337409 h 503912"/>
              <a:gd name="csX21" fmla="*/ 42031 w 245235"/>
              <a:gd name="csY21" fmla="*/ 321770 h 503912"/>
              <a:gd name="csX22" fmla="*/ 39524 w 245235"/>
              <a:gd name="csY22" fmla="*/ 295336 h 503912"/>
              <a:gd name="csX23" fmla="*/ 41858 w 245235"/>
              <a:gd name="csY23" fmla="*/ 287644 h 503912"/>
              <a:gd name="csX24" fmla="*/ 57042 w 245235"/>
              <a:gd name="csY24" fmla="*/ 277265 h 503912"/>
              <a:gd name="csX25" fmla="*/ 69737 w 245235"/>
              <a:gd name="csY25" fmla="*/ 269502 h 503912"/>
              <a:gd name="csX26" fmla="*/ 79509 w 245235"/>
              <a:gd name="csY26" fmla="*/ 253317 h 503912"/>
              <a:gd name="csX27" fmla="*/ 95370 w 245235"/>
              <a:gd name="csY27" fmla="*/ 241529 h 503912"/>
              <a:gd name="csX28" fmla="*/ 141543 w 245235"/>
              <a:gd name="csY28" fmla="*/ 207386 h 503912"/>
              <a:gd name="csX29" fmla="*/ 135987 w 245235"/>
              <a:gd name="csY29" fmla="*/ 199791 h 503912"/>
              <a:gd name="csX30" fmla="*/ 127900 w 245235"/>
              <a:gd name="csY30" fmla="*/ 166538 h 503912"/>
              <a:gd name="csX31" fmla="*/ 127266 w 245235"/>
              <a:gd name="csY31" fmla="*/ 150064 h 503912"/>
              <a:gd name="csX32" fmla="*/ 118230 w 245235"/>
              <a:gd name="csY32" fmla="*/ 149351 h 503912"/>
              <a:gd name="csX33" fmla="*/ 106311 w 245235"/>
              <a:gd name="csY33" fmla="*/ 151014 h 503912"/>
              <a:gd name="csX34" fmla="*/ 100187 w 245235"/>
              <a:gd name="csY34" fmla="*/ 149485 h 503912"/>
              <a:gd name="csX35" fmla="*/ 89795 w 245235"/>
              <a:gd name="csY35" fmla="*/ 145581 h 503912"/>
              <a:gd name="csX36" fmla="*/ 79509 w 245235"/>
              <a:gd name="csY36" fmla="*/ 132462 h 503912"/>
              <a:gd name="csX37" fmla="*/ 74746 w 245235"/>
              <a:gd name="csY37" fmla="*/ 127510 h 503912"/>
              <a:gd name="csX38" fmla="*/ 61439 w 245235"/>
              <a:gd name="csY38" fmla="*/ 106041 h 503912"/>
              <a:gd name="csX39" fmla="*/ 51376 w 245235"/>
              <a:gd name="csY39" fmla="*/ 92403 h 503912"/>
              <a:gd name="csX40" fmla="*/ 43631 w 245235"/>
              <a:gd name="csY40" fmla="*/ 82710 h 503912"/>
              <a:gd name="csX41" fmla="*/ 40756 w 245235"/>
              <a:gd name="csY41" fmla="*/ 70719 h 503912"/>
              <a:gd name="csX42" fmla="*/ 37174 w 245235"/>
              <a:gd name="csY42" fmla="*/ 60642 h 503912"/>
              <a:gd name="csX43" fmla="*/ 23391 w 245235"/>
              <a:gd name="csY43" fmla="*/ 17685 h 503912"/>
              <a:gd name="csX44" fmla="*/ 16983 w 245235"/>
              <a:gd name="csY44" fmla="*/ 12409 h 503912"/>
              <a:gd name="csX45" fmla="*/ 27512 w 245235"/>
              <a:gd name="csY45" fmla="*/ 5441 h 503912"/>
              <a:gd name="csX46" fmla="*/ 44577 w 245235"/>
              <a:gd name="csY46" fmla="*/ 1452 h 503912"/>
              <a:gd name="csX47" fmla="*/ 51418 w 245235"/>
              <a:gd name="csY47" fmla="*/ 21016 h 503912"/>
              <a:gd name="csX48" fmla="*/ 53995 w 245235"/>
              <a:gd name="csY48" fmla="*/ 32559 h 503912"/>
              <a:gd name="csX49" fmla="*/ 56749 w 245235"/>
              <a:gd name="csY49" fmla="*/ 46824 h 503912"/>
              <a:gd name="csX50" fmla="*/ 61515 w 245235"/>
              <a:gd name="csY50" fmla="*/ 64401 h 503912"/>
              <a:gd name="csX51" fmla="*/ 66783 w 245235"/>
              <a:gd name="csY51" fmla="*/ 80478 h 503912"/>
              <a:gd name="csX52" fmla="*/ 69183 w 245235"/>
              <a:gd name="csY52" fmla="*/ 82335 h 503912"/>
              <a:gd name="csX53" fmla="*/ 72797 w 245235"/>
              <a:gd name="csY53" fmla="*/ 89434 h 503912"/>
              <a:gd name="csX54" fmla="*/ 77368 w 245235"/>
              <a:gd name="csY54" fmla="*/ 95891 h 503912"/>
              <a:gd name="csX55" fmla="*/ 83382 w 245235"/>
              <a:gd name="csY55" fmla="*/ 106862 h 503912"/>
              <a:gd name="csX56" fmla="*/ 91209 w 245235"/>
              <a:gd name="csY56" fmla="*/ 114603 h 503912"/>
              <a:gd name="csX57" fmla="*/ 115649 w 245235"/>
              <a:gd name="csY57" fmla="*/ 125394 h 503912"/>
              <a:gd name="csX58" fmla="*/ 132428 w 245235"/>
              <a:gd name="csY58" fmla="*/ 131624 h 503912"/>
              <a:gd name="csX59" fmla="*/ 150553 w 245235"/>
              <a:gd name="csY59" fmla="*/ 139348 h 503912"/>
              <a:gd name="csX60" fmla="*/ 176368 w 245235"/>
              <a:gd name="csY60" fmla="*/ 146927 h 503912"/>
              <a:gd name="csX61" fmla="*/ 211382 w 245235"/>
              <a:gd name="csY61" fmla="*/ 156343 h 503912"/>
              <a:gd name="csX62" fmla="*/ 230401 w 245235"/>
              <a:gd name="csY62" fmla="*/ 161456 h 503912"/>
              <a:gd name="csX63" fmla="*/ 244475 w 245235"/>
              <a:gd name="csY63" fmla="*/ 154799 h 503912"/>
              <a:gd name="csX64" fmla="*/ 229656 w 245235"/>
              <a:gd name="csY64" fmla="*/ 212698 h 503912"/>
              <a:gd name="csX65" fmla="*/ 216833 w 245235"/>
              <a:gd name="csY65" fmla="*/ 242385 h 503912"/>
              <a:gd name="csX66" fmla="*/ 205960 w 245235"/>
              <a:gd name="csY66" fmla="*/ 288674 h 503912"/>
              <a:gd name="csX67" fmla="*/ 203418 w 245235"/>
              <a:gd name="csY67" fmla="*/ 300468 h 503912"/>
              <a:gd name="csX68" fmla="*/ 200956 w 245235"/>
              <a:gd name="csY68" fmla="*/ 300468 h 503912"/>
              <a:gd name="csX69" fmla="*/ 214917 w 245235"/>
              <a:gd name="csY69" fmla="*/ 237240 h 503912"/>
              <a:gd name="csX70" fmla="*/ 224070 w 245235"/>
              <a:gd name="csY70" fmla="*/ 211401 h 503912"/>
              <a:gd name="csX71" fmla="*/ 218637 w 245235"/>
              <a:gd name="csY71" fmla="*/ 205384 h 503912"/>
              <a:gd name="csX72" fmla="*/ 214956 w 245235"/>
              <a:gd name="csY72" fmla="*/ 204826 h 503912"/>
              <a:gd name="csX73" fmla="*/ 214905 w 245235"/>
              <a:gd name="csY73" fmla="*/ 215873 h 503912"/>
              <a:gd name="csX74" fmla="*/ 213101 w 245235"/>
              <a:gd name="csY74" fmla="*/ 224084 h 503912"/>
              <a:gd name="csX75" fmla="*/ 208491 w 245235"/>
              <a:gd name="csY75" fmla="*/ 218391 h 503912"/>
              <a:gd name="csX76" fmla="*/ 197466 w 245235"/>
              <a:gd name="csY76" fmla="*/ 218019 h 503912"/>
              <a:gd name="csX77" fmla="*/ 199747 w 245235"/>
              <a:gd name="csY77" fmla="*/ 224749 h 503912"/>
              <a:gd name="csX78" fmla="*/ 203418 w 245235"/>
              <a:gd name="csY78" fmla="*/ 228616 h 503912"/>
              <a:gd name="csX79" fmla="*/ 201015 w 245235"/>
              <a:gd name="csY79" fmla="*/ 229588 h 503912"/>
              <a:gd name="csX80" fmla="*/ 196991 w 245235"/>
              <a:gd name="csY80" fmla="*/ 230726 h 503912"/>
              <a:gd name="csX81" fmla="*/ 198308 w 245235"/>
              <a:gd name="csY81" fmla="*/ 233350 h 503912"/>
              <a:gd name="csX82" fmla="*/ 199523 w 245235"/>
              <a:gd name="csY82" fmla="*/ 241200 h 503912"/>
              <a:gd name="csX83" fmla="*/ 200899 w 245235"/>
              <a:gd name="csY83" fmla="*/ 252786 h 503912"/>
              <a:gd name="csX84" fmla="*/ 200228 w 245235"/>
              <a:gd name="csY84" fmla="*/ 257969 h 503912"/>
              <a:gd name="csX85" fmla="*/ 197509 w 245235"/>
              <a:gd name="csY85" fmla="*/ 272843 h 503912"/>
              <a:gd name="csX86" fmla="*/ 194340 w 245235"/>
              <a:gd name="csY86" fmla="*/ 281107 h 503912"/>
              <a:gd name="csX87" fmla="*/ 191370 w 245235"/>
              <a:gd name="csY87" fmla="*/ 292273 h 503912"/>
              <a:gd name="csX88" fmla="*/ 195674 w 245235"/>
              <a:gd name="csY88" fmla="*/ 307167 h 503912"/>
              <a:gd name="csX89" fmla="*/ 199681 w 245235"/>
              <a:gd name="csY89" fmla="*/ 306687 h 503912"/>
              <a:gd name="csX90" fmla="*/ 200986 w 245235"/>
              <a:gd name="csY90" fmla="*/ 320424 h 503912"/>
              <a:gd name="csX91" fmla="*/ 197882 w 245235"/>
              <a:gd name="csY91" fmla="*/ 340480 h 503912"/>
              <a:gd name="csX92" fmla="*/ 197480 w 245235"/>
              <a:gd name="csY92" fmla="*/ 350806 h 503912"/>
              <a:gd name="csX93" fmla="*/ 195674 w 245235"/>
              <a:gd name="csY93" fmla="*/ 339189 h 503912"/>
              <a:gd name="csX94" fmla="*/ 193480 w 245235"/>
              <a:gd name="csY94" fmla="*/ 360201 h 503912"/>
              <a:gd name="csX95" fmla="*/ 197184 w 245235"/>
              <a:gd name="csY95" fmla="*/ 414396 h 503912"/>
              <a:gd name="csX96" fmla="*/ 198086 w 245235"/>
              <a:gd name="csY96" fmla="*/ 450991 h 503912"/>
              <a:gd name="csX97" fmla="*/ 192986 w 245235"/>
              <a:gd name="csY97" fmla="*/ 462927 h 503912"/>
              <a:gd name="csX98" fmla="*/ 186260 w 245235"/>
              <a:gd name="csY98" fmla="*/ 476652 h 503912"/>
              <a:gd name="csX99" fmla="*/ 187756 w 245235"/>
              <a:gd name="csY99" fmla="*/ 481169 h 503912"/>
              <a:gd name="csX100" fmla="*/ 190891 w 245235"/>
              <a:gd name="csY100" fmla="*/ 476652 h 503912"/>
              <a:gd name="csX101" fmla="*/ 193026 w 245235"/>
              <a:gd name="csY101" fmla="*/ 487623 h 503912"/>
              <a:gd name="csX102" fmla="*/ 194241 w 245235"/>
              <a:gd name="csY102" fmla="*/ 503884 h 503912"/>
              <a:gd name="csX103" fmla="*/ 181623 w 245235"/>
              <a:gd name="csY103" fmla="*/ 494203 h 5039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Lst>
            <a:rect l="l" t="t" r="r" b="b"/>
            <a:pathLst>
              <a:path w="245235" h="503912">
                <a:moveTo>
                  <a:pt x="181623" y="494203"/>
                </a:moveTo>
                <a:cubicBezTo>
                  <a:pt x="170080" y="484213"/>
                  <a:pt x="162664" y="481487"/>
                  <a:pt x="158452" y="485687"/>
                </a:cubicBezTo>
                <a:cubicBezTo>
                  <a:pt x="157384" y="486752"/>
                  <a:pt x="152834" y="487689"/>
                  <a:pt x="148342" y="487770"/>
                </a:cubicBezTo>
                <a:cubicBezTo>
                  <a:pt x="143849" y="487851"/>
                  <a:pt x="130880" y="488765"/>
                  <a:pt x="119521" y="489801"/>
                </a:cubicBezTo>
                <a:cubicBezTo>
                  <a:pt x="108163" y="490837"/>
                  <a:pt x="93741" y="490755"/>
                  <a:pt x="87472" y="489620"/>
                </a:cubicBezTo>
                <a:cubicBezTo>
                  <a:pt x="77605" y="487832"/>
                  <a:pt x="75687" y="486404"/>
                  <a:pt x="73190" y="478988"/>
                </a:cubicBezTo>
                <a:cubicBezTo>
                  <a:pt x="70001" y="469517"/>
                  <a:pt x="60184" y="460664"/>
                  <a:pt x="52773" y="460575"/>
                </a:cubicBezTo>
                <a:cubicBezTo>
                  <a:pt x="49415" y="460535"/>
                  <a:pt x="48457" y="461764"/>
                  <a:pt x="49575" y="464677"/>
                </a:cubicBezTo>
                <a:cubicBezTo>
                  <a:pt x="50616" y="467390"/>
                  <a:pt x="50039" y="468403"/>
                  <a:pt x="47915" y="467591"/>
                </a:cubicBezTo>
                <a:cubicBezTo>
                  <a:pt x="43178" y="465778"/>
                  <a:pt x="16822" y="457260"/>
                  <a:pt x="13036" y="456319"/>
                </a:cubicBezTo>
                <a:cubicBezTo>
                  <a:pt x="9334" y="455399"/>
                  <a:pt x="8569" y="442447"/>
                  <a:pt x="12217" y="442447"/>
                </a:cubicBezTo>
                <a:cubicBezTo>
                  <a:pt x="13541" y="442447"/>
                  <a:pt x="15349" y="440165"/>
                  <a:pt x="16234" y="437376"/>
                </a:cubicBezTo>
                <a:cubicBezTo>
                  <a:pt x="18137" y="431382"/>
                  <a:pt x="7778" y="415870"/>
                  <a:pt x="3077" y="417673"/>
                </a:cubicBezTo>
                <a:cubicBezTo>
                  <a:pt x="1055" y="418449"/>
                  <a:pt x="0" y="415744"/>
                  <a:pt x="0" y="409784"/>
                </a:cubicBezTo>
                <a:cubicBezTo>
                  <a:pt x="0" y="401499"/>
                  <a:pt x="536" y="400849"/>
                  <a:pt x="6196" y="402269"/>
                </a:cubicBezTo>
                <a:cubicBezTo>
                  <a:pt x="9603" y="403124"/>
                  <a:pt x="12454" y="402931"/>
                  <a:pt x="12532" y="401839"/>
                </a:cubicBezTo>
                <a:cubicBezTo>
                  <a:pt x="12609" y="400747"/>
                  <a:pt x="12969" y="395050"/>
                  <a:pt x="13332" y="389178"/>
                </a:cubicBezTo>
                <a:cubicBezTo>
                  <a:pt x="13694" y="383307"/>
                  <a:pt x="16057" y="375349"/>
                  <a:pt x="18583" y="371495"/>
                </a:cubicBezTo>
                <a:cubicBezTo>
                  <a:pt x="22726" y="365172"/>
                  <a:pt x="24227" y="364644"/>
                  <a:pt x="33934" y="366100"/>
                </a:cubicBezTo>
                <a:cubicBezTo>
                  <a:pt x="43066" y="367469"/>
                  <a:pt x="45460" y="366825"/>
                  <a:pt x="49768" y="361841"/>
                </a:cubicBezTo>
                <a:cubicBezTo>
                  <a:pt x="55970" y="354665"/>
                  <a:pt x="55203" y="348567"/>
                  <a:pt x="46692" y="337409"/>
                </a:cubicBezTo>
                <a:cubicBezTo>
                  <a:pt x="41680" y="330837"/>
                  <a:pt x="40608" y="327241"/>
                  <a:pt x="42031" y="321770"/>
                </a:cubicBezTo>
                <a:cubicBezTo>
                  <a:pt x="45168" y="309711"/>
                  <a:pt x="44306" y="300620"/>
                  <a:pt x="39524" y="295336"/>
                </a:cubicBezTo>
                <a:cubicBezTo>
                  <a:pt x="35095" y="290442"/>
                  <a:pt x="35173" y="290185"/>
                  <a:pt x="41858" y="287644"/>
                </a:cubicBezTo>
                <a:cubicBezTo>
                  <a:pt x="45661" y="286198"/>
                  <a:pt x="52494" y="281527"/>
                  <a:pt x="57042" y="277265"/>
                </a:cubicBezTo>
                <a:cubicBezTo>
                  <a:pt x="61590" y="273002"/>
                  <a:pt x="67303" y="269509"/>
                  <a:pt x="69737" y="269502"/>
                </a:cubicBezTo>
                <a:cubicBezTo>
                  <a:pt x="74976" y="269488"/>
                  <a:pt x="79509" y="261980"/>
                  <a:pt x="79509" y="253317"/>
                </a:cubicBezTo>
                <a:cubicBezTo>
                  <a:pt x="79509" y="246749"/>
                  <a:pt x="88587" y="240002"/>
                  <a:pt x="95370" y="241529"/>
                </a:cubicBezTo>
                <a:cubicBezTo>
                  <a:pt x="99614" y="242485"/>
                  <a:pt x="137917" y="214161"/>
                  <a:pt x="141543" y="207386"/>
                </a:cubicBezTo>
                <a:cubicBezTo>
                  <a:pt x="144262" y="202307"/>
                  <a:pt x="142422" y="199791"/>
                  <a:pt x="135987" y="199791"/>
                </a:cubicBezTo>
                <a:cubicBezTo>
                  <a:pt x="130714" y="199791"/>
                  <a:pt x="128893" y="192306"/>
                  <a:pt x="127900" y="166538"/>
                </a:cubicBezTo>
                <a:lnTo>
                  <a:pt x="127266" y="150064"/>
                </a:lnTo>
                <a:lnTo>
                  <a:pt x="118230" y="149351"/>
                </a:lnTo>
                <a:cubicBezTo>
                  <a:pt x="113261" y="148959"/>
                  <a:pt x="107898" y="149707"/>
                  <a:pt x="106311" y="151014"/>
                </a:cubicBezTo>
                <a:cubicBezTo>
                  <a:pt x="104470" y="152530"/>
                  <a:pt x="102255" y="151977"/>
                  <a:pt x="100187" y="149485"/>
                </a:cubicBezTo>
                <a:cubicBezTo>
                  <a:pt x="98405" y="147337"/>
                  <a:pt x="93728" y="145581"/>
                  <a:pt x="89795" y="145581"/>
                </a:cubicBezTo>
                <a:cubicBezTo>
                  <a:pt x="82532" y="145581"/>
                  <a:pt x="79509" y="141725"/>
                  <a:pt x="79509" y="132462"/>
                </a:cubicBezTo>
                <a:cubicBezTo>
                  <a:pt x="79509" y="129370"/>
                  <a:pt x="77720" y="127510"/>
                  <a:pt x="74746" y="127510"/>
                </a:cubicBezTo>
                <a:cubicBezTo>
                  <a:pt x="66661" y="127510"/>
                  <a:pt x="61439" y="119085"/>
                  <a:pt x="61439" y="106041"/>
                </a:cubicBezTo>
                <a:cubicBezTo>
                  <a:pt x="61439" y="94056"/>
                  <a:pt x="61402" y="94007"/>
                  <a:pt x="51376" y="92403"/>
                </a:cubicBezTo>
                <a:cubicBezTo>
                  <a:pt x="41507" y="90825"/>
                  <a:pt x="41357" y="90638"/>
                  <a:pt x="43631" y="82710"/>
                </a:cubicBezTo>
                <a:cubicBezTo>
                  <a:pt x="46841" y="71517"/>
                  <a:pt x="46650" y="70719"/>
                  <a:pt x="40756" y="70719"/>
                </a:cubicBezTo>
                <a:cubicBezTo>
                  <a:pt x="36165" y="70719"/>
                  <a:pt x="35750" y="69551"/>
                  <a:pt x="37174" y="60642"/>
                </a:cubicBezTo>
                <a:cubicBezTo>
                  <a:pt x="39267" y="47555"/>
                  <a:pt x="31942" y="24727"/>
                  <a:pt x="23391" y="17685"/>
                </a:cubicBezTo>
                <a:lnTo>
                  <a:pt x="16983" y="12409"/>
                </a:lnTo>
                <a:lnTo>
                  <a:pt x="27512" y="5441"/>
                </a:lnTo>
                <a:cubicBezTo>
                  <a:pt x="36589" y="-566"/>
                  <a:pt x="38942" y="-1116"/>
                  <a:pt x="44577" y="1452"/>
                </a:cubicBezTo>
                <a:cubicBezTo>
                  <a:pt x="50920" y="4342"/>
                  <a:pt x="52469" y="8771"/>
                  <a:pt x="51418" y="21016"/>
                </a:cubicBezTo>
                <a:cubicBezTo>
                  <a:pt x="51144" y="24205"/>
                  <a:pt x="52304" y="29399"/>
                  <a:pt x="53995" y="32559"/>
                </a:cubicBezTo>
                <a:cubicBezTo>
                  <a:pt x="55686" y="35718"/>
                  <a:pt x="56925" y="42138"/>
                  <a:pt x="56749" y="46824"/>
                </a:cubicBezTo>
                <a:cubicBezTo>
                  <a:pt x="56573" y="51511"/>
                  <a:pt x="58717" y="59420"/>
                  <a:pt x="61515" y="64401"/>
                </a:cubicBezTo>
                <a:cubicBezTo>
                  <a:pt x="64313" y="69382"/>
                  <a:pt x="66683" y="76616"/>
                  <a:pt x="66783" y="80478"/>
                </a:cubicBezTo>
                <a:cubicBezTo>
                  <a:pt x="66944" y="86723"/>
                  <a:pt x="67209" y="86928"/>
                  <a:pt x="69183" y="82335"/>
                </a:cubicBezTo>
                <a:cubicBezTo>
                  <a:pt x="71476" y="76999"/>
                  <a:pt x="71863" y="77758"/>
                  <a:pt x="72797" y="89434"/>
                </a:cubicBezTo>
                <a:cubicBezTo>
                  <a:pt x="72939" y="91209"/>
                  <a:pt x="74996" y="94114"/>
                  <a:pt x="77368" y="95891"/>
                </a:cubicBezTo>
                <a:cubicBezTo>
                  <a:pt x="79740" y="97667"/>
                  <a:pt x="82447" y="102604"/>
                  <a:pt x="83382" y="106862"/>
                </a:cubicBezTo>
                <a:cubicBezTo>
                  <a:pt x="84688" y="112811"/>
                  <a:pt x="86501" y="114603"/>
                  <a:pt x="91209" y="114603"/>
                </a:cubicBezTo>
                <a:cubicBezTo>
                  <a:pt x="99379" y="114603"/>
                  <a:pt x="110872" y="119677"/>
                  <a:pt x="115649" y="125394"/>
                </a:cubicBezTo>
                <a:cubicBezTo>
                  <a:pt x="117952" y="128149"/>
                  <a:pt x="124752" y="130674"/>
                  <a:pt x="132428" y="131624"/>
                </a:cubicBezTo>
                <a:cubicBezTo>
                  <a:pt x="141521" y="132750"/>
                  <a:pt x="146878" y="135032"/>
                  <a:pt x="150553" y="139348"/>
                </a:cubicBezTo>
                <a:cubicBezTo>
                  <a:pt x="154982" y="144548"/>
                  <a:pt x="158885" y="145694"/>
                  <a:pt x="176368" y="146927"/>
                </a:cubicBezTo>
                <a:cubicBezTo>
                  <a:pt x="205380" y="148973"/>
                  <a:pt x="204499" y="148736"/>
                  <a:pt x="211382" y="156343"/>
                </a:cubicBezTo>
                <a:cubicBezTo>
                  <a:pt x="219859" y="165712"/>
                  <a:pt x="228327" y="167989"/>
                  <a:pt x="230401" y="161456"/>
                </a:cubicBezTo>
                <a:cubicBezTo>
                  <a:pt x="231901" y="156729"/>
                  <a:pt x="241748" y="152072"/>
                  <a:pt x="244475" y="154799"/>
                </a:cubicBezTo>
                <a:cubicBezTo>
                  <a:pt x="248005" y="158329"/>
                  <a:pt x="238595" y="195092"/>
                  <a:pt x="229656" y="212698"/>
                </a:cubicBezTo>
                <a:cubicBezTo>
                  <a:pt x="224250" y="223347"/>
                  <a:pt x="218479" y="236706"/>
                  <a:pt x="216833" y="242385"/>
                </a:cubicBezTo>
                <a:cubicBezTo>
                  <a:pt x="208092" y="272545"/>
                  <a:pt x="205996" y="281464"/>
                  <a:pt x="205960" y="288674"/>
                </a:cubicBezTo>
                <a:cubicBezTo>
                  <a:pt x="205939" y="293031"/>
                  <a:pt x="204795" y="298338"/>
                  <a:pt x="203418" y="300468"/>
                </a:cubicBezTo>
                <a:cubicBezTo>
                  <a:pt x="201194" y="303910"/>
                  <a:pt x="200920" y="303910"/>
                  <a:pt x="200956" y="300468"/>
                </a:cubicBezTo>
                <a:cubicBezTo>
                  <a:pt x="201123" y="284393"/>
                  <a:pt x="207229" y="256741"/>
                  <a:pt x="214917" y="237240"/>
                </a:cubicBezTo>
                <a:cubicBezTo>
                  <a:pt x="219951" y="224471"/>
                  <a:pt x="224070" y="212844"/>
                  <a:pt x="224070" y="211401"/>
                </a:cubicBezTo>
                <a:cubicBezTo>
                  <a:pt x="224070" y="209958"/>
                  <a:pt x="221625" y="207250"/>
                  <a:pt x="218637" y="205384"/>
                </a:cubicBezTo>
                <a:cubicBezTo>
                  <a:pt x="215583" y="203477"/>
                  <a:pt x="213971" y="203233"/>
                  <a:pt x="214956" y="204826"/>
                </a:cubicBezTo>
                <a:cubicBezTo>
                  <a:pt x="215920" y="206386"/>
                  <a:pt x="215897" y="211356"/>
                  <a:pt x="214905" y="215873"/>
                </a:cubicBezTo>
                <a:lnTo>
                  <a:pt x="213101" y="224084"/>
                </a:lnTo>
                <a:lnTo>
                  <a:pt x="208491" y="218391"/>
                </a:lnTo>
                <a:cubicBezTo>
                  <a:pt x="202731" y="211277"/>
                  <a:pt x="199260" y="211160"/>
                  <a:pt x="197466" y="218019"/>
                </a:cubicBezTo>
                <a:cubicBezTo>
                  <a:pt x="196615" y="221276"/>
                  <a:pt x="197499" y="223887"/>
                  <a:pt x="199747" y="224749"/>
                </a:cubicBezTo>
                <a:cubicBezTo>
                  <a:pt x="201766" y="225524"/>
                  <a:pt x="203418" y="227264"/>
                  <a:pt x="203418" y="228616"/>
                </a:cubicBezTo>
                <a:cubicBezTo>
                  <a:pt x="203418" y="229967"/>
                  <a:pt x="202337" y="230405"/>
                  <a:pt x="201015" y="229588"/>
                </a:cubicBezTo>
                <a:cubicBezTo>
                  <a:pt x="199694" y="228771"/>
                  <a:pt x="197882" y="229283"/>
                  <a:pt x="196991" y="230726"/>
                </a:cubicBezTo>
                <a:cubicBezTo>
                  <a:pt x="196099" y="232169"/>
                  <a:pt x="196692" y="233350"/>
                  <a:pt x="198308" y="233350"/>
                </a:cubicBezTo>
                <a:cubicBezTo>
                  <a:pt x="200240" y="233350"/>
                  <a:pt x="200656" y="236041"/>
                  <a:pt x="199523" y="241200"/>
                </a:cubicBezTo>
                <a:cubicBezTo>
                  <a:pt x="198474" y="245978"/>
                  <a:pt x="199012" y="250512"/>
                  <a:pt x="200899" y="252786"/>
                </a:cubicBezTo>
                <a:cubicBezTo>
                  <a:pt x="203352" y="255741"/>
                  <a:pt x="203212" y="256824"/>
                  <a:pt x="200228" y="257969"/>
                </a:cubicBezTo>
                <a:cubicBezTo>
                  <a:pt x="197388" y="259059"/>
                  <a:pt x="196716" y="262734"/>
                  <a:pt x="197509" y="272843"/>
                </a:cubicBezTo>
                <a:cubicBezTo>
                  <a:pt x="198508" y="285590"/>
                  <a:pt x="198348" y="286008"/>
                  <a:pt x="194340" y="281107"/>
                </a:cubicBezTo>
                <a:cubicBezTo>
                  <a:pt x="190355" y="276233"/>
                  <a:pt x="190188" y="276860"/>
                  <a:pt x="191370" y="292273"/>
                </a:cubicBezTo>
                <a:cubicBezTo>
                  <a:pt x="192505" y="307076"/>
                  <a:pt x="195674" y="318043"/>
                  <a:pt x="195674" y="307167"/>
                </a:cubicBezTo>
                <a:cubicBezTo>
                  <a:pt x="195674" y="303112"/>
                  <a:pt x="196059" y="303066"/>
                  <a:pt x="199681" y="306687"/>
                </a:cubicBezTo>
                <a:cubicBezTo>
                  <a:pt x="202942" y="309948"/>
                  <a:pt x="203185" y="312507"/>
                  <a:pt x="200986" y="320424"/>
                </a:cubicBezTo>
                <a:cubicBezTo>
                  <a:pt x="199500" y="325776"/>
                  <a:pt x="198103" y="334801"/>
                  <a:pt x="197882" y="340480"/>
                </a:cubicBezTo>
                <a:lnTo>
                  <a:pt x="197480" y="350806"/>
                </a:lnTo>
                <a:lnTo>
                  <a:pt x="195674" y="339189"/>
                </a:lnTo>
                <a:cubicBezTo>
                  <a:pt x="194403" y="331014"/>
                  <a:pt x="193753" y="337239"/>
                  <a:pt x="193480" y="360201"/>
                </a:cubicBezTo>
                <a:cubicBezTo>
                  <a:pt x="193236" y="380786"/>
                  <a:pt x="194603" y="400790"/>
                  <a:pt x="197184" y="414396"/>
                </a:cubicBezTo>
                <a:cubicBezTo>
                  <a:pt x="200612" y="432468"/>
                  <a:pt x="200758" y="438399"/>
                  <a:pt x="198086" y="450991"/>
                </a:cubicBezTo>
                <a:cubicBezTo>
                  <a:pt x="196258" y="459605"/>
                  <a:pt x="194082" y="464699"/>
                  <a:pt x="192986" y="462927"/>
                </a:cubicBezTo>
                <a:cubicBezTo>
                  <a:pt x="191158" y="459970"/>
                  <a:pt x="190587" y="461135"/>
                  <a:pt x="186260" y="476652"/>
                </a:cubicBezTo>
                <a:cubicBezTo>
                  <a:pt x="185567" y="479136"/>
                  <a:pt x="186240" y="481169"/>
                  <a:pt x="187756" y="481169"/>
                </a:cubicBezTo>
                <a:cubicBezTo>
                  <a:pt x="189271" y="481169"/>
                  <a:pt x="190682" y="479136"/>
                  <a:pt x="190891" y="476652"/>
                </a:cubicBezTo>
                <a:cubicBezTo>
                  <a:pt x="191099" y="474167"/>
                  <a:pt x="192060" y="479104"/>
                  <a:pt x="193026" y="487623"/>
                </a:cubicBezTo>
                <a:cubicBezTo>
                  <a:pt x="193992" y="496142"/>
                  <a:pt x="194538" y="503459"/>
                  <a:pt x="194241" y="503884"/>
                </a:cubicBezTo>
                <a:cubicBezTo>
                  <a:pt x="193943" y="504308"/>
                  <a:pt x="188265" y="499952"/>
                  <a:pt x="181623" y="494203"/>
                </a:cubicBezTo>
                <a:close/>
              </a:path>
            </a:pathLst>
          </a:custGeom>
          <a:solidFill>
            <a:srgbClr val="B9B9B9"/>
          </a:solidFill>
          <a:ln w="5163" cap="flat">
            <a:noFill/>
            <a:prstDash val="solid"/>
            <a:miter/>
          </a:ln>
        </p:spPr>
        <p:txBody>
          <a:bodyPr/>
          <a:lstStyle/>
          <a:p>
            <a:endParaRPr lang="es-419" noProof="0" dirty="0"/>
          </a:p>
        </p:txBody>
      </p:sp>
      <p:sp>
        <p:nvSpPr>
          <p:cNvPr id="53" name="Forma libre: forma 52">
            <a:extLst>
              <a:ext uri="{FF2B5EF4-FFF2-40B4-BE49-F238E27FC236}">
                <a16:creationId xmlns:a16="http://schemas.microsoft.com/office/drawing/2014/main" id="{999E9AA0-C814-163B-CF78-7845E37E48E7}"/>
              </a:ext>
            </a:extLst>
          </p:cNvPr>
          <p:cNvSpPr/>
          <p:nvPr/>
        </p:nvSpPr>
        <p:spPr>
          <a:xfrm>
            <a:off x="920115" y="1646957"/>
            <a:ext cx="379561" cy="415583"/>
          </a:xfrm>
          <a:custGeom>
            <a:avLst/>
            <a:gdLst>
              <a:gd name="csX0" fmla="*/ 203090 w 379561"/>
              <a:gd name="csY0" fmla="*/ 414284 h 415583"/>
              <a:gd name="csX1" fmla="*/ 197077 w 379561"/>
              <a:gd name="csY1" fmla="*/ 404675 h 415583"/>
              <a:gd name="csX2" fmla="*/ 192271 w 379561"/>
              <a:gd name="csY2" fmla="*/ 395646 h 415583"/>
              <a:gd name="csX3" fmla="*/ 171007 w 379561"/>
              <a:gd name="csY3" fmla="*/ 397866 h 415583"/>
              <a:gd name="csX4" fmla="*/ 166946 w 379561"/>
              <a:gd name="csY4" fmla="*/ 392738 h 415583"/>
              <a:gd name="csX5" fmla="*/ 171214 w 379561"/>
              <a:gd name="csY5" fmla="*/ 375323 h 415583"/>
              <a:gd name="csX6" fmla="*/ 168526 w 379561"/>
              <a:gd name="csY6" fmla="*/ 359903 h 415583"/>
              <a:gd name="csX7" fmla="*/ 135682 w 379561"/>
              <a:gd name="csY7" fmla="*/ 348579 h 415583"/>
              <a:gd name="csX8" fmla="*/ 130456 w 379561"/>
              <a:gd name="csY8" fmla="*/ 344743 h 415583"/>
              <a:gd name="csX9" fmla="*/ 123707 w 379561"/>
              <a:gd name="csY9" fmla="*/ 339434 h 415583"/>
              <a:gd name="csX10" fmla="*/ 111898 w 379561"/>
              <a:gd name="csY10" fmla="*/ 326710 h 415583"/>
              <a:gd name="csX11" fmla="*/ 102819 w 379561"/>
              <a:gd name="csY11" fmla="*/ 312359 h 415583"/>
              <a:gd name="csX12" fmla="*/ 100189 w 379561"/>
              <a:gd name="csY12" fmla="*/ 303716 h 415583"/>
              <a:gd name="csX13" fmla="*/ 96495 w 379561"/>
              <a:gd name="csY13" fmla="*/ 291424 h 415583"/>
              <a:gd name="csX14" fmla="*/ 91114 w 379561"/>
              <a:gd name="csY14" fmla="*/ 269668 h 415583"/>
              <a:gd name="csX15" fmla="*/ 73368 w 379561"/>
              <a:gd name="csY15" fmla="*/ 228658 h 415583"/>
              <a:gd name="csX16" fmla="*/ 56149 w 379561"/>
              <a:gd name="csY16" fmla="*/ 225592 h 415583"/>
              <a:gd name="csX17" fmla="*/ 38234 w 379561"/>
              <a:gd name="csY17" fmla="*/ 218995 h 415583"/>
              <a:gd name="csX18" fmla="*/ 14702 w 379561"/>
              <a:gd name="csY18" fmla="*/ 179229 h 415583"/>
              <a:gd name="csX19" fmla="*/ 4675 w 379561"/>
              <a:gd name="csY19" fmla="*/ 165798 h 415583"/>
              <a:gd name="csX20" fmla="*/ 1771 w 379561"/>
              <a:gd name="csY20" fmla="*/ 155184 h 415583"/>
              <a:gd name="csX21" fmla="*/ 712 w 379561"/>
              <a:gd name="csY21" fmla="*/ 126667 h 415583"/>
              <a:gd name="csX22" fmla="*/ 2557 w 379561"/>
              <a:gd name="csY22" fmla="*/ 104522 h 415583"/>
              <a:gd name="csX23" fmla="*/ 16402 w 379561"/>
              <a:gd name="csY23" fmla="*/ 104522 h 415583"/>
              <a:gd name="csX24" fmla="*/ 46584 w 379561"/>
              <a:gd name="csY24" fmla="*/ 95540 h 415583"/>
              <a:gd name="csX25" fmla="*/ 48520 w 379561"/>
              <a:gd name="csY25" fmla="*/ 81044 h 415583"/>
              <a:gd name="csX26" fmla="*/ 53693 w 379561"/>
              <a:gd name="csY26" fmla="*/ 64536 h 415583"/>
              <a:gd name="csX27" fmla="*/ 57236 w 379561"/>
              <a:gd name="csY27" fmla="*/ 49938 h 415583"/>
              <a:gd name="csX28" fmla="*/ 61307 w 379561"/>
              <a:gd name="csY28" fmla="*/ 39986 h 415583"/>
              <a:gd name="csX29" fmla="*/ 72238 w 379561"/>
              <a:gd name="csY29" fmla="*/ 37166 h 415583"/>
              <a:gd name="csX30" fmla="*/ 75921 w 379561"/>
              <a:gd name="csY30" fmla="*/ 26420 h 415583"/>
              <a:gd name="csX31" fmla="*/ 86217 w 379561"/>
              <a:gd name="csY31" fmla="*/ 9008 h 415583"/>
              <a:gd name="csX32" fmla="*/ 91229 w 379561"/>
              <a:gd name="csY32" fmla="*/ 3610 h 415583"/>
              <a:gd name="csX33" fmla="*/ 100572 w 379561"/>
              <a:gd name="csY33" fmla="*/ 6016 h 415583"/>
              <a:gd name="csX34" fmla="*/ 115842 w 379561"/>
              <a:gd name="csY34" fmla="*/ 15498 h 415583"/>
              <a:gd name="csX35" fmla="*/ 130061 w 379561"/>
              <a:gd name="csY35" fmla="*/ 25801 h 415583"/>
              <a:gd name="csX36" fmla="*/ 153502 w 379561"/>
              <a:gd name="csY36" fmla="*/ 36020 h 415583"/>
              <a:gd name="csX37" fmla="*/ 166647 w 379561"/>
              <a:gd name="csY37" fmla="*/ 35196 h 415583"/>
              <a:gd name="csX38" fmla="*/ 177014 w 379561"/>
              <a:gd name="csY38" fmla="*/ 35079 h 415583"/>
              <a:gd name="csX39" fmla="*/ 199575 w 379561"/>
              <a:gd name="csY39" fmla="*/ 42570 h 415583"/>
              <a:gd name="csX40" fmla="*/ 223114 w 379561"/>
              <a:gd name="csY40" fmla="*/ 30983 h 415583"/>
              <a:gd name="csX41" fmla="*/ 243392 w 379561"/>
              <a:gd name="csY41" fmla="*/ 13562 h 415583"/>
              <a:gd name="csX42" fmla="*/ 257664 w 379561"/>
              <a:gd name="csY42" fmla="*/ 14175 h 415583"/>
              <a:gd name="csX43" fmla="*/ 270020 w 379561"/>
              <a:gd name="csY43" fmla="*/ 16753 h 415583"/>
              <a:gd name="csX44" fmla="*/ 290519 w 379561"/>
              <a:gd name="csY44" fmla="*/ 30455 h 415583"/>
              <a:gd name="csX45" fmla="*/ 307913 w 379561"/>
              <a:gd name="csY45" fmla="*/ 52734 h 415583"/>
              <a:gd name="csX46" fmla="*/ 307918 w 379561"/>
              <a:gd name="csY46" fmla="*/ 71135 h 415583"/>
              <a:gd name="csX47" fmla="*/ 305239 w 379561"/>
              <a:gd name="csY47" fmla="*/ 92635 h 415583"/>
              <a:gd name="csX48" fmla="*/ 300393 w 379561"/>
              <a:gd name="csY48" fmla="*/ 116124 h 415583"/>
              <a:gd name="csX49" fmla="*/ 296534 w 379561"/>
              <a:gd name="csY49" fmla="*/ 139467 h 415583"/>
              <a:gd name="csX50" fmla="*/ 294862 w 379561"/>
              <a:gd name="csY50" fmla="*/ 144381 h 415583"/>
              <a:gd name="csX51" fmla="*/ 302443 w 379561"/>
              <a:gd name="csY51" fmla="*/ 174221 h 415583"/>
              <a:gd name="csX52" fmla="*/ 331579 w 379561"/>
              <a:gd name="csY52" fmla="*/ 200036 h 415583"/>
              <a:gd name="csX53" fmla="*/ 345885 w 379561"/>
              <a:gd name="csY53" fmla="*/ 204322 h 415583"/>
              <a:gd name="csX54" fmla="*/ 358173 w 379561"/>
              <a:gd name="csY54" fmla="*/ 192088 h 415583"/>
              <a:gd name="csX55" fmla="*/ 365209 w 379561"/>
              <a:gd name="csY55" fmla="*/ 177533 h 415583"/>
              <a:gd name="csX56" fmla="*/ 378528 w 379561"/>
              <a:gd name="csY56" fmla="*/ 217259 h 415583"/>
              <a:gd name="csX57" fmla="*/ 379561 w 379561"/>
              <a:gd name="csY57" fmla="*/ 233192 h 415583"/>
              <a:gd name="csX58" fmla="*/ 368302 w 379561"/>
              <a:gd name="csY58" fmla="*/ 234810 h 415583"/>
              <a:gd name="csX59" fmla="*/ 342845 w 379561"/>
              <a:gd name="csY59" fmla="*/ 234877 h 415583"/>
              <a:gd name="csX60" fmla="*/ 294625 w 379561"/>
              <a:gd name="csY60" fmla="*/ 235311 h 415583"/>
              <a:gd name="csX61" fmla="*/ 265550 w 379561"/>
              <a:gd name="csY61" fmla="*/ 264572 h 415583"/>
              <a:gd name="csX62" fmla="*/ 257155 w 379561"/>
              <a:gd name="csY62" fmla="*/ 290178 h 415583"/>
              <a:gd name="csX63" fmla="*/ 253059 w 379561"/>
              <a:gd name="csY63" fmla="*/ 303293 h 415583"/>
              <a:gd name="csX64" fmla="*/ 248021 w 379561"/>
              <a:gd name="csY64" fmla="*/ 307811 h 415583"/>
              <a:gd name="csX65" fmla="*/ 241573 w 379561"/>
              <a:gd name="csY65" fmla="*/ 316201 h 415583"/>
              <a:gd name="csX66" fmla="*/ 230054 w 379561"/>
              <a:gd name="csY66" fmla="*/ 378609 h 415583"/>
              <a:gd name="csX67" fmla="*/ 225886 w 379561"/>
              <a:gd name="csY67" fmla="*/ 411224 h 415583"/>
              <a:gd name="csX68" fmla="*/ 203090 w 379561"/>
              <a:gd name="csY68" fmla="*/ 414284 h 4155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Lst>
            <a:rect l="l" t="t" r="r" b="b"/>
            <a:pathLst>
              <a:path w="379561" h="415583">
                <a:moveTo>
                  <a:pt x="203090" y="414284"/>
                </a:moveTo>
                <a:cubicBezTo>
                  <a:pt x="200763" y="412907"/>
                  <a:pt x="198058" y="408583"/>
                  <a:pt x="197077" y="404675"/>
                </a:cubicBezTo>
                <a:cubicBezTo>
                  <a:pt x="196096" y="400766"/>
                  <a:pt x="193933" y="396703"/>
                  <a:pt x="192271" y="395646"/>
                </a:cubicBezTo>
                <a:cubicBezTo>
                  <a:pt x="187214" y="392429"/>
                  <a:pt x="177806" y="393412"/>
                  <a:pt x="171007" y="397866"/>
                </a:cubicBezTo>
                <a:cubicBezTo>
                  <a:pt x="162395" y="403509"/>
                  <a:pt x="159848" y="400293"/>
                  <a:pt x="166946" y="392738"/>
                </a:cubicBezTo>
                <a:cubicBezTo>
                  <a:pt x="171625" y="387757"/>
                  <a:pt x="172379" y="384679"/>
                  <a:pt x="171214" y="375323"/>
                </a:cubicBezTo>
                <a:cubicBezTo>
                  <a:pt x="170436" y="369072"/>
                  <a:pt x="169226" y="362133"/>
                  <a:pt x="168526" y="359903"/>
                </a:cubicBezTo>
                <a:cubicBezTo>
                  <a:pt x="167058" y="355229"/>
                  <a:pt x="141404" y="346384"/>
                  <a:pt x="135682" y="348579"/>
                </a:cubicBezTo>
                <a:cubicBezTo>
                  <a:pt x="133235" y="349518"/>
                  <a:pt x="131342" y="348128"/>
                  <a:pt x="130456" y="344743"/>
                </a:cubicBezTo>
                <a:cubicBezTo>
                  <a:pt x="129618" y="341535"/>
                  <a:pt x="126946" y="339434"/>
                  <a:pt x="123707" y="339434"/>
                </a:cubicBezTo>
                <a:cubicBezTo>
                  <a:pt x="119877" y="339434"/>
                  <a:pt x="116504" y="335800"/>
                  <a:pt x="111898" y="326710"/>
                </a:cubicBezTo>
                <a:cubicBezTo>
                  <a:pt x="108351" y="319711"/>
                  <a:pt x="104266" y="313253"/>
                  <a:pt x="102819" y="312359"/>
                </a:cubicBezTo>
                <a:cubicBezTo>
                  <a:pt x="101373" y="311465"/>
                  <a:pt x="100189" y="307575"/>
                  <a:pt x="100189" y="303716"/>
                </a:cubicBezTo>
                <a:cubicBezTo>
                  <a:pt x="100189" y="299856"/>
                  <a:pt x="98526" y="294325"/>
                  <a:pt x="96495" y="291424"/>
                </a:cubicBezTo>
                <a:cubicBezTo>
                  <a:pt x="94463" y="288523"/>
                  <a:pt x="92041" y="278733"/>
                  <a:pt x="91114" y="269668"/>
                </a:cubicBezTo>
                <a:cubicBezTo>
                  <a:pt x="89247" y="251425"/>
                  <a:pt x="83480" y="238096"/>
                  <a:pt x="73368" y="228658"/>
                </a:cubicBezTo>
                <a:cubicBezTo>
                  <a:pt x="67157" y="222862"/>
                  <a:pt x="65968" y="222650"/>
                  <a:pt x="56149" y="225592"/>
                </a:cubicBezTo>
                <a:cubicBezTo>
                  <a:pt x="44901" y="228962"/>
                  <a:pt x="38234" y="226507"/>
                  <a:pt x="38234" y="218995"/>
                </a:cubicBezTo>
                <a:cubicBezTo>
                  <a:pt x="38234" y="211509"/>
                  <a:pt x="24381" y="188100"/>
                  <a:pt x="14702" y="179229"/>
                </a:cubicBezTo>
                <a:cubicBezTo>
                  <a:pt x="9187" y="174175"/>
                  <a:pt x="4675" y="168131"/>
                  <a:pt x="4675" y="165798"/>
                </a:cubicBezTo>
                <a:cubicBezTo>
                  <a:pt x="4675" y="163466"/>
                  <a:pt x="3368" y="158689"/>
                  <a:pt x="1771" y="155184"/>
                </a:cubicBezTo>
                <a:cubicBezTo>
                  <a:pt x="-157" y="150952"/>
                  <a:pt x="-513" y="141373"/>
                  <a:pt x="712" y="126667"/>
                </a:cubicBezTo>
                <a:lnTo>
                  <a:pt x="2557" y="104522"/>
                </a:lnTo>
                <a:lnTo>
                  <a:pt x="16402" y="104522"/>
                </a:lnTo>
                <a:cubicBezTo>
                  <a:pt x="30035" y="104522"/>
                  <a:pt x="42866" y="100703"/>
                  <a:pt x="46584" y="95540"/>
                </a:cubicBezTo>
                <a:cubicBezTo>
                  <a:pt x="47627" y="94091"/>
                  <a:pt x="48499" y="87568"/>
                  <a:pt x="48520" y="81044"/>
                </a:cubicBezTo>
                <a:cubicBezTo>
                  <a:pt x="48549" y="72518"/>
                  <a:pt x="50004" y="67875"/>
                  <a:pt x="53693" y="64536"/>
                </a:cubicBezTo>
                <a:cubicBezTo>
                  <a:pt x="57798" y="60822"/>
                  <a:pt x="58508" y="57895"/>
                  <a:pt x="57236" y="49938"/>
                </a:cubicBezTo>
                <a:cubicBezTo>
                  <a:pt x="55795" y="40930"/>
                  <a:pt x="56182" y="39986"/>
                  <a:pt x="61307" y="39986"/>
                </a:cubicBezTo>
                <a:cubicBezTo>
                  <a:pt x="64421" y="39986"/>
                  <a:pt x="69340" y="38717"/>
                  <a:pt x="72238" y="37166"/>
                </a:cubicBezTo>
                <a:cubicBezTo>
                  <a:pt x="76432" y="34922"/>
                  <a:pt x="77183" y="32731"/>
                  <a:pt x="75921" y="26420"/>
                </a:cubicBezTo>
                <a:cubicBezTo>
                  <a:pt x="74260" y="18119"/>
                  <a:pt x="79648" y="9008"/>
                  <a:pt x="86217" y="9008"/>
                </a:cubicBezTo>
                <a:cubicBezTo>
                  <a:pt x="88031" y="9008"/>
                  <a:pt x="90286" y="6579"/>
                  <a:pt x="91229" y="3610"/>
                </a:cubicBezTo>
                <a:cubicBezTo>
                  <a:pt x="92878" y="-1587"/>
                  <a:pt x="93226" y="-1498"/>
                  <a:pt x="100572" y="6016"/>
                </a:cubicBezTo>
                <a:cubicBezTo>
                  <a:pt x="104769" y="10308"/>
                  <a:pt x="111640" y="14575"/>
                  <a:pt x="115842" y="15498"/>
                </a:cubicBezTo>
                <a:cubicBezTo>
                  <a:pt x="120151" y="16445"/>
                  <a:pt x="126350" y="20937"/>
                  <a:pt x="130061" y="25801"/>
                </a:cubicBezTo>
                <a:cubicBezTo>
                  <a:pt x="137904" y="36084"/>
                  <a:pt x="151245" y="41900"/>
                  <a:pt x="153502" y="36020"/>
                </a:cubicBezTo>
                <a:cubicBezTo>
                  <a:pt x="155231" y="31515"/>
                  <a:pt x="162509" y="31058"/>
                  <a:pt x="166647" y="35196"/>
                </a:cubicBezTo>
                <a:cubicBezTo>
                  <a:pt x="168865" y="37413"/>
                  <a:pt x="171448" y="37384"/>
                  <a:pt x="177014" y="35079"/>
                </a:cubicBezTo>
                <a:cubicBezTo>
                  <a:pt x="186293" y="31236"/>
                  <a:pt x="197119" y="34830"/>
                  <a:pt x="199575" y="42570"/>
                </a:cubicBezTo>
                <a:cubicBezTo>
                  <a:pt x="202586" y="52057"/>
                  <a:pt x="211392" y="47722"/>
                  <a:pt x="223114" y="30983"/>
                </a:cubicBezTo>
                <a:cubicBezTo>
                  <a:pt x="231922" y="18404"/>
                  <a:pt x="235698" y="15160"/>
                  <a:pt x="243392" y="13562"/>
                </a:cubicBezTo>
                <a:cubicBezTo>
                  <a:pt x="248841" y="12430"/>
                  <a:pt x="254889" y="12690"/>
                  <a:pt x="257664" y="14175"/>
                </a:cubicBezTo>
                <a:cubicBezTo>
                  <a:pt x="260313" y="15593"/>
                  <a:pt x="265874" y="16753"/>
                  <a:pt x="270020" y="16753"/>
                </a:cubicBezTo>
                <a:cubicBezTo>
                  <a:pt x="275778" y="16753"/>
                  <a:pt x="280624" y="19992"/>
                  <a:pt x="290519" y="30455"/>
                </a:cubicBezTo>
                <a:cubicBezTo>
                  <a:pt x="297647" y="37991"/>
                  <a:pt x="305474" y="48017"/>
                  <a:pt x="307913" y="52734"/>
                </a:cubicBezTo>
                <a:cubicBezTo>
                  <a:pt x="312104" y="60839"/>
                  <a:pt x="312105" y="61851"/>
                  <a:pt x="307918" y="71135"/>
                </a:cubicBezTo>
                <a:cubicBezTo>
                  <a:pt x="304686" y="78303"/>
                  <a:pt x="303961" y="84117"/>
                  <a:pt x="305239" y="92635"/>
                </a:cubicBezTo>
                <a:cubicBezTo>
                  <a:pt x="306699" y="102374"/>
                  <a:pt x="305896" y="106269"/>
                  <a:pt x="300393" y="116124"/>
                </a:cubicBezTo>
                <a:cubicBezTo>
                  <a:pt x="293385" y="128678"/>
                  <a:pt x="292058" y="136701"/>
                  <a:pt x="296534" y="139467"/>
                </a:cubicBezTo>
                <a:cubicBezTo>
                  <a:pt x="298276" y="140544"/>
                  <a:pt x="297669" y="142329"/>
                  <a:pt x="294862" y="144381"/>
                </a:cubicBezTo>
                <a:cubicBezTo>
                  <a:pt x="289162" y="148549"/>
                  <a:pt x="291010" y="155821"/>
                  <a:pt x="302443" y="174221"/>
                </a:cubicBezTo>
                <a:cubicBezTo>
                  <a:pt x="315893" y="195868"/>
                  <a:pt x="320598" y="200036"/>
                  <a:pt x="331579" y="200036"/>
                </a:cubicBezTo>
                <a:cubicBezTo>
                  <a:pt x="336873" y="200036"/>
                  <a:pt x="343264" y="201951"/>
                  <a:pt x="345885" y="204322"/>
                </a:cubicBezTo>
                <a:cubicBezTo>
                  <a:pt x="351730" y="209612"/>
                  <a:pt x="352148" y="209195"/>
                  <a:pt x="358173" y="192088"/>
                </a:cubicBezTo>
                <a:cubicBezTo>
                  <a:pt x="360854" y="184473"/>
                  <a:pt x="364021" y="177924"/>
                  <a:pt x="365209" y="177533"/>
                </a:cubicBezTo>
                <a:cubicBezTo>
                  <a:pt x="369150" y="176239"/>
                  <a:pt x="377478" y="201079"/>
                  <a:pt x="378528" y="217259"/>
                </a:cubicBezTo>
                <a:lnTo>
                  <a:pt x="379561" y="233192"/>
                </a:lnTo>
                <a:lnTo>
                  <a:pt x="368302" y="234810"/>
                </a:lnTo>
                <a:cubicBezTo>
                  <a:pt x="362110" y="235699"/>
                  <a:pt x="350654" y="235730"/>
                  <a:pt x="342845" y="234877"/>
                </a:cubicBezTo>
                <a:cubicBezTo>
                  <a:pt x="300900" y="230295"/>
                  <a:pt x="296475" y="230334"/>
                  <a:pt x="294625" y="235311"/>
                </a:cubicBezTo>
                <a:cubicBezTo>
                  <a:pt x="292370" y="241375"/>
                  <a:pt x="269321" y="264572"/>
                  <a:pt x="265550" y="264572"/>
                </a:cubicBezTo>
                <a:cubicBezTo>
                  <a:pt x="261474" y="264572"/>
                  <a:pt x="258070" y="274955"/>
                  <a:pt x="257155" y="290178"/>
                </a:cubicBezTo>
                <a:cubicBezTo>
                  <a:pt x="256642" y="298710"/>
                  <a:pt x="255211" y="303293"/>
                  <a:pt x="253059" y="303293"/>
                </a:cubicBezTo>
                <a:cubicBezTo>
                  <a:pt x="251239" y="303294"/>
                  <a:pt x="248973" y="305327"/>
                  <a:pt x="248021" y="307811"/>
                </a:cubicBezTo>
                <a:cubicBezTo>
                  <a:pt x="247070" y="310296"/>
                  <a:pt x="244168" y="314071"/>
                  <a:pt x="241573" y="316201"/>
                </a:cubicBezTo>
                <a:cubicBezTo>
                  <a:pt x="235220" y="321415"/>
                  <a:pt x="231367" y="342287"/>
                  <a:pt x="230054" y="378609"/>
                </a:cubicBezTo>
                <a:cubicBezTo>
                  <a:pt x="229366" y="397612"/>
                  <a:pt x="227827" y="409663"/>
                  <a:pt x="225886" y="411224"/>
                </a:cubicBezTo>
                <a:cubicBezTo>
                  <a:pt x="220922" y="415217"/>
                  <a:pt x="207671" y="416995"/>
                  <a:pt x="203090" y="414284"/>
                </a:cubicBezTo>
                <a:close/>
              </a:path>
            </a:pathLst>
          </a:custGeom>
          <a:solidFill>
            <a:srgbClr val="B9B9B9"/>
          </a:solidFill>
          <a:ln w="5163" cap="flat">
            <a:noFill/>
            <a:prstDash val="solid"/>
            <a:miter/>
          </a:ln>
        </p:spPr>
        <p:txBody>
          <a:bodyPr/>
          <a:lstStyle/>
          <a:p>
            <a:endParaRPr lang="es-419" noProof="0" dirty="0"/>
          </a:p>
        </p:txBody>
      </p:sp>
      <p:sp>
        <p:nvSpPr>
          <p:cNvPr id="54" name="Forma libre: forma 53">
            <a:extLst>
              <a:ext uri="{FF2B5EF4-FFF2-40B4-BE49-F238E27FC236}">
                <a16:creationId xmlns:a16="http://schemas.microsoft.com/office/drawing/2014/main" id="{D8C69B25-9F0E-BB55-8246-B19E930D271E}"/>
              </a:ext>
            </a:extLst>
          </p:cNvPr>
          <p:cNvSpPr/>
          <p:nvPr/>
        </p:nvSpPr>
        <p:spPr>
          <a:xfrm>
            <a:off x="845627" y="1846993"/>
            <a:ext cx="4301" cy="5162"/>
          </a:xfrm>
          <a:custGeom>
            <a:avLst/>
            <a:gdLst>
              <a:gd name="csX0" fmla="*/ 4301 w 4301"/>
              <a:gd name="csY0" fmla="*/ 2581 h 5162"/>
              <a:gd name="csX1" fmla="*/ 1567 w 4301"/>
              <a:gd name="csY1" fmla="*/ 0 h 5162"/>
              <a:gd name="csX2" fmla="*/ 429 w 4301"/>
              <a:gd name="csY2" fmla="*/ 2581 h 5162"/>
              <a:gd name="csX3" fmla="*/ 3163 w 4301"/>
              <a:gd name="csY3" fmla="*/ 5163 h 5162"/>
              <a:gd name="csX4" fmla="*/ 4301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4301" y="2581"/>
                </a:moveTo>
                <a:cubicBezTo>
                  <a:pt x="4301" y="1162"/>
                  <a:pt x="3071" y="0"/>
                  <a:pt x="1567" y="0"/>
                </a:cubicBezTo>
                <a:cubicBezTo>
                  <a:pt x="64" y="0"/>
                  <a:pt x="-449" y="1162"/>
                  <a:pt x="429" y="2581"/>
                </a:cubicBezTo>
                <a:cubicBezTo>
                  <a:pt x="1306" y="4001"/>
                  <a:pt x="2537" y="5163"/>
                  <a:pt x="3163" y="5163"/>
                </a:cubicBezTo>
                <a:cubicBezTo>
                  <a:pt x="3789" y="5163"/>
                  <a:pt x="4301" y="4001"/>
                  <a:pt x="4301" y="2581"/>
                </a:cubicBezTo>
                <a:close/>
              </a:path>
            </a:pathLst>
          </a:custGeom>
          <a:solidFill>
            <a:srgbClr val="00C100"/>
          </a:solidFill>
          <a:ln w="5163" cap="flat">
            <a:noFill/>
            <a:prstDash val="solid"/>
            <a:miter/>
          </a:ln>
        </p:spPr>
        <p:txBody>
          <a:bodyPr/>
          <a:lstStyle/>
          <a:p>
            <a:endParaRPr lang="es-419" noProof="0" dirty="0"/>
          </a:p>
        </p:txBody>
      </p:sp>
      <p:sp>
        <p:nvSpPr>
          <p:cNvPr id="55" name="Forma libre: forma 54">
            <a:extLst>
              <a:ext uri="{FF2B5EF4-FFF2-40B4-BE49-F238E27FC236}">
                <a16:creationId xmlns:a16="http://schemas.microsoft.com/office/drawing/2014/main" id="{1342E0AF-EAC7-2521-1AD0-EEF39AC6B26C}"/>
              </a:ext>
            </a:extLst>
          </p:cNvPr>
          <p:cNvSpPr/>
          <p:nvPr/>
        </p:nvSpPr>
        <p:spPr>
          <a:xfrm>
            <a:off x="1407174" y="1572075"/>
            <a:ext cx="229470" cy="427142"/>
          </a:xfrm>
          <a:custGeom>
            <a:avLst/>
            <a:gdLst>
              <a:gd name="csX0" fmla="*/ 59479 w 229470"/>
              <a:gd name="csY0" fmla="*/ 423996 h 427142"/>
              <a:gd name="csX1" fmla="*/ 59694 w 229470"/>
              <a:gd name="csY1" fmla="*/ 396698 h 427142"/>
              <a:gd name="csX2" fmla="*/ 53195 w 229470"/>
              <a:gd name="csY2" fmla="*/ 362114 h 427142"/>
              <a:gd name="csX3" fmla="*/ 47446 w 229470"/>
              <a:gd name="csY3" fmla="*/ 337138 h 427142"/>
              <a:gd name="csX4" fmla="*/ 40306 w 229470"/>
              <a:gd name="csY4" fmla="*/ 312349 h 427142"/>
              <a:gd name="csX5" fmla="*/ 32609 w 229470"/>
              <a:gd name="csY5" fmla="*/ 289116 h 427142"/>
              <a:gd name="csX6" fmla="*/ 35070 w 229470"/>
              <a:gd name="csY6" fmla="*/ 271899 h 427142"/>
              <a:gd name="csX7" fmla="*/ 32418 w 229470"/>
              <a:gd name="csY7" fmla="*/ 260780 h 427142"/>
              <a:gd name="csX8" fmla="*/ 33172 w 229470"/>
              <a:gd name="csY8" fmla="*/ 247019 h 427142"/>
              <a:gd name="csX9" fmla="*/ 57856 w 229470"/>
              <a:gd name="csY9" fmla="*/ 240981 h 427142"/>
              <a:gd name="csX10" fmla="*/ 80243 w 229470"/>
              <a:gd name="csY10" fmla="*/ 236439 h 427142"/>
              <a:gd name="csX11" fmla="*/ 76436 w 229470"/>
              <a:gd name="csY11" fmla="*/ 228427 h 427142"/>
              <a:gd name="csX12" fmla="*/ 66283 w 229470"/>
              <a:gd name="csY12" fmla="*/ 225870 h 427142"/>
              <a:gd name="csX13" fmla="*/ 61369 w 229470"/>
              <a:gd name="csY13" fmla="*/ 221998 h 427142"/>
              <a:gd name="csX14" fmla="*/ 54487 w 229470"/>
              <a:gd name="csY14" fmla="*/ 218126 h 427142"/>
              <a:gd name="csX15" fmla="*/ 50882 w 229470"/>
              <a:gd name="csY15" fmla="*/ 215226 h 427142"/>
              <a:gd name="csX16" fmla="*/ 39078 w 229470"/>
              <a:gd name="csY16" fmla="*/ 199827 h 427142"/>
              <a:gd name="csX17" fmla="*/ 27028 w 229470"/>
              <a:gd name="csY17" fmla="*/ 179593 h 427142"/>
              <a:gd name="csX18" fmla="*/ 26078 w 229470"/>
              <a:gd name="csY18" fmla="*/ 170317 h 427142"/>
              <a:gd name="csX19" fmla="*/ 23581 w 229470"/>
              <a:gd name="csY19" fmla="*/ 162984 h 427142"/>
              <a:gd name="csX20" fmla="*/ 11790 w 229470"/>
              <a:gd name="csY20" fmla="*/ 145065 h 427142"/>
              <a:gd name="csX21" fmla="*/ 0 w 229470"/>
              <a:gd name="csY21" fmla="*/ 132934 h 427142"/>
              <a:gd name="csX22" fmla="*/ 16266 w 229470"/>
              <a:gd name="csY22" fmla="*/ 118970 h 427142"/>
              <a:gd name="csX23" fmla="*/ 37313 w 229470"/>
              <a:gd name="csY23" fmla="*/ 107565 h 427142"/>
              <a:gd name="csX24" fmla="*/ 42526 w 229470"/>
              <a:gd name="csY24" fmla="*/ 109268 h 427142"/>
              <a:gd name="csX25" fmla="*/ 48759 w 229470"/>
              <a:gd name="csY25" fmla="*/ 100129 h 427142"/>
              <a:gd name="csX26" fmla="*/ 49251 w 229470"/>
              <a:gd name="csY26" fmla="*/ 64399 h 427142"/>
              <a:gd name="csX27" fmla="*/ 38960 w 229470"/>
              <a:gd name="csY27" fmla="*/ 62708 h 427142"/>
              <a:gd name="csX28" fmla="*/ 28744 w 229470"/>
              <a:gd name="csY28" fmla="*/ 61040 h 427142"/>
              <a:gd name="csX29" fmla="*/ 53379 w 229470"/>
              <a:gd name="csY29" fmla="*/ 39197 h 427142"/>
              <a:gd name="csX30" fmla="*/ 71905 w 229470"/>
              <a:gd name="csY30" fmla="*/ 19485 h 427142"/>
              <a:gd name="csX31" fmla="*/ 90959 w 229470"/>
              <a:gd name="csY31" fmla="*/ 8717 h 427142"/>
              <a:gd name="csX32" fmla="*/ 109824 w 229470"/>
              <a:gd name="csY32" fmla="*/ 6256 h 427142"/>
              <a:gd name="csX33" fmla="*/ 121001 w 229470"/>
              <a:gd name="csY33" fmla="*/ 2822 h 427142"/>
              <a:gd name="csX34" fmla="*/ 122428 w 229470"/>
              <a:gd name="csY34" fmla="*/ 8347 h 427142"/>
              <a:gd name="csX35" fmla="*/ 111269 w 229470"/>
              <a:gd name="csY35" fmla="*/ 31492 h 427142"/>
              <a:gd name="csX36" fmla="*/ 125654 w 229470"/>
              <a:gd name="csY36" fmla="*/ 68353 h 427142"/>
              <a:gd name="csX37" fmla="*/ 129394 w 229470"/>
              <a:gd name="csY37" fmla="*/ 83822 h 427142"/>
              <a:gd name="csX38" fmla="*/ 132621 w 229470"/>
              <a:gd name="csY38" fmla="*/ 87380 h 427142"/>
              <a:gd name="csX39" fmla="*/ 129420 w 229470"/>
              <a:gd name="csY39" fmla="*/ 96950 h 427142"/>
              <a:gd name="csX40" fmla="*/ 135228 w 229470"/>
              <a:gd name="csY40" fmla="*/ 104581 h 427142"/>
              <a:gd name="csX41" fmla="*/ 149666 w 229470"/>
              <a:gd name="csY41" fmla="*/ 122913 h 427142"/>
              <a:gd name="csX42" fmla="*/ 159752 w 229470"/>
              <a:gd name="csY42" fmla="*/ 139280 h 427142"/>
              <a:gd name="csX43" fmla="*/ 168181 w 229470"/>
              <a:gd name="csY43" fmla="*/ 148315 h 427142"/>
              <a:gd name="csX44" fmla="*/ 179067 w 229470"/>
              <a:gd name="csY44" fmla="*/ 159986 h 427142"/>
              <a:gd name="csX45" fmla="*/ 189769 w 229470"/>
              <a:gd name="csY45" fmla="*/ 164249 h 427142"/>
              <a:gd name="csX46" fmla="*/ 197030 w 229470"/>
              <a:gd name="csY46" fmla="*/ 167037 h 427142"/>
              <a:gd name="csX47" fmla="*/ 208574 w 229470"/>
              <a:gd name="csY47" fmla="*/ 163915 h 427142"/>
              <a:gd name="csX48" fmla="*/ 216996 w 229470"/>
              <a:gd name="csY48" fmla="*/ 163915 h 427142"/>
              <a:gd name="csX49" fmla="*/ 217738 w 229470"/>
              <a:gd name="csY49" fmla="*/ 187794 h 427142"/>
              <a:gd name="csX50" fmla="*/ 224437 w 229470"/>
              <a:gd name="csY50" fmla="*/ 212516 h 427142"/>
              <a:gd name="csX51" fmla="*/ 229386 w 229470"/>
              <a:gd name="csY51" fmla="*/ 216389 h 427142"/>
              <a:gd name="csX52" fmla="*/ 185958 w 229470"/>
              <a:gd name="csY52" fmla="*/ 248433 h 427142"/>
              <a:gd name="csX53" fmla="*/ 168142 w 229470"/>
              <a:gd name="csY53" fmla="*/ 261325 h 427142"/>
              <a:gd name="csX54" fmla="*/ 158371 w 229470"/>
              <a:gd name="csY54" fmla="*/ 277501 h 427142"/>
              <a:gd name="csX55" fmla="*/ 143795 w 229470"/>
              <a:gd name="csY55" fmla="*/ 286536 h 427142"/>
              <a:gd name="csX56" fmla="*/ 128870 w 229470"/>
              <a:gd name="csY56" fmla="*/ 295569 h 427142"/>
              <a:gd name="csX57" fmla="*/ 127129 w 229470"/>
              <a:gd name="csY57" fmla="*/ 308193 h 427142"/>
              <a:gd name="csX58" fmla="*/ 130400 w 229470"/>
              <a:gd name="csY58" fmla="*/ 326436 h 427142"/>
              <a:gd name="csX59" fmla="*/ 134994 w 229470"/>
              <a:gd name="csY59" fmla="*/ 349937 h 427142"/>
              <a:gd name="csX60" fmla="*/ 142327 w 229470"/>
              <a:gd name="csY60" fmla="*/ 362849 h 427142"/>
              <a:gd name="csX61" fmla="*/ 123210 w 229470"/>
              <a:gd name="csY61" fmla="*/ 373013 h 427142"/>
              <a:gd name="csX62" fmla="*/ 101651 w 229470"/>
              <a:gd name="csY62" fmla="*/ 397639 h 427142"/>
              <a:gd name="csX63" fmla="*/ 95883 w 229470"/>
              <a:gd name="csY63" fmla="*/ 407869 h 427142"/>
              <a:gd name="csX64" fmla="*/ 86571 w 229470"/>
              <a:gd name="csY64" fmla="*/ 418453 h 427142"/>
              <a:gd name="csX65" fmla="*/ 80167 w 229470"/>
              <a:gd name="csY65" fmla="*/ 421479 h 427142"/>
              <a:gd name="csX66" fmla="*/ 70822 w 229470"/>
              <a:gd name="csY66" fmla="*/ 423763 h 427142"/>
              <a:gd name="csX67" fmla="*/ 59479 w 229470"/>
              <a:gd name="csY67" fmla="*/ 423996 h 42714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Lst>
            <a:rect l="l" t="t" r="r" b="b"/>
            <a:pathLst>
              <a:path w="229470" h="427142">
                <a:moveTo>
                  <a:pt x="59479" y="423996"/>
                </a:moveTo>
                <a:cubicBezTo>
                  <a:pt x="59345" y="422222"/>
                  <a:pt x="59442" y="409937"/>
                  <a:pt x="59694" y="396698"/>
                </a:cubicBezTo>
                <a:cubicBezTo>
                  <a:pt x="60117" y="374482"/>
                  <a:pt x="59616" y="371817"/>
                  <a:pt x="53195" y="362114"/>
                </a:cubicBezTo>
                <a:cubicBezTo>
                  <a:pt x="47165" y="353002"/>
                  <a:pt x="46399" y="349674"/>
                  <a:pt x="47446" y="337138"/>
                </a:cubicBezTo>
                <a:cubicBezTo>
                  <a:pt x="48558" y="323819"/>
                  <a:pt x="47993" y="321857"/>
                  <a:pt x="40306" y="312349"/>
                </a:cubicBezTo>
                <a:cubicBezTo>
                  <a:pt x="33058" y="303383"/>
                  <a:pt x="32044" y="300323"/>
                  <a:pt x="32609" y="289116"/>
                </a:cubicBezTo>
                <a:cubicBezTo>
                  <a:pt x="32967" y="282017"/>
                  <a:pt x="34074" y="274269"/>
                  <a:pt x="35070" y="271899"/>
                </a:cubicBezTo>
                <a:cubicBezTo>
                  <a:pt x="36124" y="269390"/>
                  <a:pt x="35017" y="264746"/>
                  <a:pt x="32418" y="260780"/>
                </a:cubicBezTo>
                <a:cubicBezTo>
                  <a:pt x="28144" y="254257"/>
                  <a:pt x="28176" y="253678"/>
                  <a:pt x="33172" y="247019"/>
                </a:cubicBezTo>
                <a:cubicBezTo>
                  <a:pt x="38159" y="240374"/>
                  <a:pt x="39247" y="240108"/>
                  <a:pt x="57856" y="240981"/>
                </a:cubicBezTo>
                <a:cubicBezTo>
                  <a:pt x="75524" y="241809"/>
                  <a:pt x="77593" y="241390"/>
                  <a:pt x="80243" y="236439"/>
                </a:cubicBezTo>
                <a:cubicBezTo>
                  <a:pt x="82790" y="231679"/>
                  <a:pt x="82305" y="230659"/>
                  <a:pt x="76436" y="228427"/>
                </a:cubicBezTo>
                <a:cubicBezTo>
                  <a:pt x="72737" y="227021"/>
                  <a:pt x="68168" y="225870"/>
                  <a:pt x="66283" y="225870"/>
                </a:cubicBezTo>
                <a:cubicBezTo>
                  <a:pt x="64397" y="225870"/>
                  <a:pt x="62186" y="224127"/>
                  <a:pt x="61369" y="221998"/>
                </a:cubicBezTo>
                <a:cubicBezTo>
                  <a:pt x="60552" y="219868"/>
                  <a:pt x="57455" y="218126"/>
                  <a:pt x="54487" y="218126"/>
                </a:cubicBezTo>
                <a:cubicBezTo>
                  <a:pt x="51152" y="218126"/>
                  <a:pt x="49775" y="217018"/>
                  <a:pt x="50882" y="215226"/>
                </a:cubicBezTo>
                <a:cubicBezTo>
                  <a:pt x="51914" y="213556"/>
                  <a:pt x="46909" y="207027"/>
                  <a:pt x="39078" y="199827"/>
                </a:cubicBezTo>
                <a:cubicBezTo>
                  <a:pt x="27017" y="188739"/>
                  <a:pt x="25656" y="186453"/>
                  <a:pt x="27028" y="179593"/>
                </a:cubicBezTo>
                <a:cubicBezTo>
                  <a:pt x="27878" y="175340"/>
                  <a:pt x="27451" y="171165"/>
                  <a:pt x="26078" y="170317"/>
                </a:cubicBezTo>
                <a:cubicBezTo>
                  <a:pt x="24704" y="169468"/>
                  <a:pt x="23581" y="166168"/>
                  <a:pt x="23581" y="162984"/>
                </a:cubicBezTo>
                <a:cubicBezTo>
                  <a:pt x="23581" y="159602"/>
                  <a:pt x="18679" y="152152"/>
                  <a:pt x="11790" y="145065"/>
                </a:cubicBezTo>
                <a:lnTo>
                  <a:pt x="0" y="132934"/>
                </a:lnTo>
                <a:lnTo>
                  <a:pt x="16266" y="118970"/>
                </a:lnTo>
                <a:cubicBezTo>
                  <a:pt x="29571" y="107549"/>
                  <a:pt x="33403" y="105472"/>
                  <a:pt x="37313" y="107565"/>
                </a:cubicBezTo>
                <a:cubicBezTo>
                  <a:pt x="39942" y="108972"/>
                  <a:pt x="42288" y="109738"/>
                  <a:pt x="42526" y="109268"/>
                </a:cubicBezTo>
                <a:cubicBezTo>
                  <a:pt x="42764" y="108799"/>
                  <a:pt x="45569" y="104686"/>
                  <a:pt x="48759" y="100129"/>
                </a:cubicBezTo>
                <a:cubicBezTo>
                  <a:pt x="56473" y="89108"/>
                  <a:pt x="56720" y="71159"/>
                  <a:pt x="49251" y="64399"/>
                </a:cubicBezTo>
                <a:cubicBezTo>
                  <a:pt x="44880" y="60443"/>
                  <a:pt x="43064" y="60145"/>
                  <a:pt x="38960" y="62708"/>
                </a:cubicBezTo>
                <a:cubicBezTo>
                  <a:pt x="31928" y="67099"/>
                  <a:pt x="28744" y="66579"/>
                  <a:pt x="28744" y="61040"/>
                </a:cubicBezTo>
                <a:cubicBezTo>
                  <a:pt x="28744" y="53145"/>
                  <a:pt x="42480" y="40966"/>
                  <a:pt x="53379" y="39197"/>
                </a:cubicBezTo>
                <a:cubicBezTo>
                  <a:pt x="66115" y="37130"/>
                  <a:pt x="70109" y="32880"/>
                  <a:pt x="71905" y="19485"/>
                </a:cubicBezTo>
                <a:cubicBezTo>
                  <a:pt x="73827" y="5162"/>
                  <a:pt x="82115" y="478"/>
                  <a:pt x="90959" y="8717"/>
                </a:cubicBezTo>
                <a:cubicBezTo>
                  <a:pt x="98823" y="16043"/>
                  <a:pt x="101930" y="15638"/>
                  <a:pt x="109824" y="6256"/>
                </a:cubicBezTo>
                <a:cubicBezTo>
                  <a:pt x="116173" y="-1290"/>
                  <a:pt x="116721" y="-1458"/>
                  <a:pt x="121001" y="2822"/>
                </a:cubicBezTo>
                <a:cubicBezTo>
                  <a:pt x="124083" y="5904"/>
                  <a:pt x="124533" y="7646"/>
                  <a:pt x="122428" y="8347"/>
                </a:cubicBezTo>
                <a:cubicBezTo>
                  <a:pt x="108913" y="12852"/>
                  <a:pt x="101196" y="28858"/>
                  <a:pt x="111269" y="31492"/>
                </a:cubicBezTo>
                <a:cubicBezTo>
                  <a:pt x="117751" y="33187"/>
                  <a:pt x="127868" y="59114"/>
                  <a:pt x="125654" y="68353"/>
                </a:cubicBezTo>
                <a:cubicBezTo>
                  <a:pt x="122658" y="80848"/>
                  <a:pt x="122997" y="82249"/>
                  <a:pt x="129394" y="83822"/>
                </a:cubicBezTo>
                <a:cubicBezTo>
                  <a:pt x="133741" y="84890"/>
                  <a:pt x="134786" y="86042"/>
                  <a:pt x="132621" y="87380"/>
                </a:cubicBezTo>
                <a:cubicBezTo>
                  <a:pt x="130861" y="88468"/>
                  <a:pt x="129420" y="92774"/>
                  <a:pt x="129420" y="96950"/>
                </a:cubicBezTo>
                <a:cubicBezTo>
                  <a:pt x="129420" y="103090"/>
                  <a:pt x="130531" y="104549"/>
                  <a:pt x="135228" y="104581"/>
                </a:cubicBezTo>
                <a:cubicBezTo>
                  <a:pt x="144939" y="104647"/>
                  <a:pt x="147895" y="108401"/>
                  <a:pt x="149666" y="122913"/>
                </a:cubicBezTo>
                <a:cubicBezTo>
                  <a:pt x="151241" y="135814"/>
                  <a:pt x="151964" y="136987"/>
                  <a:pt x="159752" y="139280"/>
                </a:cubicBezTo>
                <a:cubicBezTo>
                  <a:pt x="166352" y="141223"/>
                  <a:pt x="168150" y="143150"/>
                  <a:pt x="168181" y="148315"/>
                </a:cubicBezTo>
                <a:cubicBezTo>
                  <a:pt x="168242" y="158306"/>
                  <a:pt x="171565" y="161869"/>
                  <a:pt x="179067" y="159986"/>
                </a:cubicBezTo>
                <a:cubicBezTo>
                  <a:pt x="184111" y="158720"/>
                  <a:pt x="186588" y="159706"/>
                  <a:pt x="189769" y="164249"/>
                </a:cubicBezTo>
                <a:cubicBezTo>
                  <a:pt x="193006" y="168870"/>
                  <a:pt x="194589" y="169478"/>
                  <a:pt x="197030" y="167037"/>
                </a:cubicBezTo>
                <a:cubicBezTo>
                  <a:pt x="198747" y="165320"/>
                  <a:pt x="203942" y="163915"/>
                  <a:pt x="208574" y="163915"/>
                </a:cubicBezTo>
                <a:lnTo>
                  <a:pt x="216996" y="163915"/>
                </a:lnTo>
                <a:lnTo>
                  <a:pt x="217738" y="187794"/>
                </a:lnTo>
                <a:cubicBezTo>
                  <a:pt x="218444" y="210514"/>
                  <a:pt x="218769" y="211713"/>
                  <a:pt x="224437" y="212516"/>
                </a:cubicBezTo>
                <a:cubicBezTo>
                  <a:pt x="227714" y="212981"/>
                  <a:pt x="229940" y="214723"/>
                  <a:pt x="229386" y="216389"/>
                </a:cubicBezTo>
                <a:cubicBezTo>
                  <a:pt x="227670" y="221537"/>
                  <a:pt x="190328" y="249091"/>
                  <a:pt x="185958" y="248433"/>
                </a:cubicBezTo>
                <a:cubicBezTo>
                  <a:pt x="178411" y="247297"/>
                  <a:pt x="168142" y="254728"/>
                  <a:pt x="168142" y="261325"/>
                </a:cubicBezTo>
                <a:cubicBezTo>
                  <a:pt x="168142" y="269993"/>
                  <a:pt x="163608" y="277499"/>
                  <a:pt x="158371" y="277501"/>
                </a:cubicBezTo>
                <a:cubicBezTo>
                  <a:pt x="155936" y="277502"/>
                  <a:pt x="149377" y="281568"/>
                  <a:pt x="143795" y="286536"/>
                </a:cubicBezTo>
                <a:cubicBezTo>
                  <a:pt x="138212" y="291504"/>
                  <a:pt x="131496" y="295569"/>
                  <a:pt x="128870" y="295569"/>
                </a:cubicBezTo>
                <a:cubicBezTo>
                  <a:pt x="121381" y="295569"/>
                  <a:pt x="120392" y="302737"/>
                  <a:pt x="127129" y="308193"/>
                </a:cubicBezTo>
                <a:cubicBezTo>
                  <a:pt x="132769" y="312760"/>
                  <a:pt x="132971" y="313884"/>
                  <a:pt x="130400" y="326436"/>
                </a:cubicBezTo>
                <a:cubicBezTo>
                  <a:pt x="127799" y="339132"/>
                  <a:pt x="128033" y="340327"/>
                  <a:pt x="134994" y="349937"/>
                </a:cubicBezTo>
                <a:cubicBezTo>
                  <a:pt x="139027" y="355505"/>
                  <a:pt x="142327" y="361315"/>
                  <a:pt x="142327" y="362849"/>
                </a:cubicBezTo>
                <a:cubicBezTo>
                  <a:pt x="142327" y="368872"/>
                  <a:pt x="134539" y="373013"/>
                  <a:pt x="123210" y="373013"/>
                </a:cubicBezTo>
                <a:cubicBezTo>
                  <a:pt x="109180" y="373013"/>
                  <a:pt x="103724" y="379244"/>
                  <a:pt x="101651" y="397639"/>
                </a:cubicBezTo>
                <a:cubicBezTo>
                  <a:pt x="100573" y="407198"/>
                  <a:pt x="99540" y="409030"/>
                  <a:pt x="95883" y="407869"/>
                </a:cubicBezTo>
                <a:cubicBezTo>
                  <a:pt x="90324" y="406105"/>
                  <a:pt x="84411" y="412825"/>
                  <a:pt x="86571" y="418453"/>
                </a:cubicBezTo>
                <a:cubicBezTo>
                  <a:pt x="87898" y="421912"/>
                  <a:pt x="86764" y="422448"/>
                  <a:pt x="80167" y="421479"/>
                </a:cubicBezTo>
                <a:cubicBezTo>
                  <a:pt x="74953" y="420714"/>
                  <a:pt x="71686" y="421512"/>
                  <a:pt x="70822" y="423763"/>
                </a:cubicBezTo>
                <a:cubicBezTo>
                  <a:pt x="69146" y="428132"/>
                  <a:pt x="59804" y="428324"/>
                  <a:pt x="59479" y="423996"/>
                </a:cubicBezTo>
                <a:close/>
              </a:path>
            </a:pathLst>
          </a:custGeom>
          <a:solidFill>
            <a:srgbClr val="B9B9B9"/>
          </a:solidFill>
          <a:ln w="5163" cap="flat">
            <a:noFill/>
            <a:prstDash val="solid"/>
            <a:miter/>
          </a:ln>
        </p:spPr>
        <p:txBody>
          <a:bodyPr/>
          <a:lstStyle/>
          <a:p>
            <a:endParaRPr lang="es-419" noProof="0" dirty="0"/>
          </a:p>
        </p:txBody>
      </p:sp>
      <p:sp>
        <p:nvSpPr>
          <p:cNvPr id="56" name="Forma libre: forma 55">
            <a:extLst>
              <a:ext uri="{FF2B5EF4-FFF2-40B4-BE49-F238E27FC236}">
                <a16:creationId xmlns:a16="http://schemas.microsoft.com/office/drawing/2014/main" id="{CC7974B0-DD68-B298-C882-58864F1DCE24}"/>
              </a:ext>
            </a:extLst>
          </p:cNvPr>
          <p:cNvSpPr/>
          <p:nvPr/>
        </p:nvSpPr>
        <p:spPr>
          <a:xfrm>
            <a:off x="1184880" y="1375117"/>
            <a:ext cx="334306" cy="498738"/>
          </a:xfrm>
          <a:custGeom>
            <a:avLst/>
            <a:gdLst>
              <a:gd name="csX0" fmla="*/ 247743 w 334306"/>
              <a:gd name="csY0" fmla="*/ 496867 h 498738"/>
              <a:gd name="csX1" fmla="*/ 240505 w 334306"/>
              <a:gd name="csY1" fmla="*/ 493884 h 498738"/>
              <a:gd name="csX2" fmla="*/ 219827 w 334306"/>
              <a:gd name="csY2" fmla="*/ 476477 h 498738"/>
              <a:gd name="csX3" fmla="*/ 204292 w 334306"/>
              <a:gd name="csY3" fmla="*/ 470138 h 498738"/>
              <a:gd name="csX4" fmla="*/ 191180 w 334306"/>
              <a:gd name="csY4" fmla="*/ 465927 h 498738"/>
              <a:gd name="csX5" fmla="*/ 185245 w 334306"/>
              <a:gd name="csY5" fmla="*/ 460255 h 498738"/>
              <a:gd name="csX6" fmla="*/ 179372 w 334306"/>
              <a:gd name="csY6" fmla="*/ 456383 h 498738"/>
              <a:gd name="csX7" fmla="*/ 119384 w 334306"/>
              <a:gd name="csY7" fmla="*/ 437991 h 498738"/>
              <a:gd name="csX8" fmla="*/ 89617 w 334306"/>
              <a:gd name="csY8" fmla="*/ 463480 h 498738"/>
              <a:gd name="csX9" fmla="*/ 81270 w 334306"/>
              <a:gd name="csY9" fmla="*/ 471310 h 498738"/>
              <a:gd name="csX10" fmla="*/ 65769 w 334306"/>
              <a:gd name="csY10" fmla="*/ 466800 h 498738"/>
              <a:gd name="csX11" fmla="*/ 41569 w 334306"/>
              <a:gd name="csY11" fmla="*/ 444771 h 498738"/>
              <a:gd name="csX12" fmla="*/ 29063 w 334306"/>
              <a:gd name="csY12" fmla="*/ 422183 h 498738"/>
              <a:gd name="csX13" fmla="*/ 35486 w 334306"/>
              <a:gd name="csY13" fmla="*/ 420247 h 498738"/>
              <a:gd name="csX14" fmla="*/ 36311 w 334306"/>
              <a:gd name="csY14" fmla="*/ 410716 h 498738"/>
              <a:gd name="csX15" fmla="*/ 30682 w 334306"/>
              <a:gd name="csY15" fmla="*/ 404725 h 498738"/>
              <a:gd name="csX16" fmla="*/ 36945 w 334306"/>
              <a:gd name="csY16" fmla="*/ 393771 h 498738"/>
              <a:gd name="csX17" fmla="*/ 44969 w 334306"/>
              <a:gd name="csY17" fmla="*/ 363455 h 498738"/>
              <a:gd name="csX18" fmla="*/ 48481 w 334306"/>
              <a:gd name="csY18" fmla="*/ 335841 h 498738"/>
              <a:gd name="csX19" fmla="*/ 28755 w 334306"/>
              <a:gd name="csY19" fmla="*/ 300210 h 498738"/>
              <a:gd name="csX20" fmla="*/ 9477 w 334306"/>
              <a:gd name="csY20" fmla="*/ 236920 h 498738"/>
              <a:gd name="csX21" fmla="*/ 0 w 334306"/>
              <a:gd name="csY21" fmla="*/ 183956 h 498738"/>
              <a:gd name="csX22" fmla="*/ 8603 w 334306"/>
              <a:gd name="csY22" fmla="*/ 171093 h 498738"/>
              <a:gd name="csX23" fmla="*/ 19247 w 334306"/>
              <a:gd name="csY23" fmla="*/ 157370 h 498738"/>
              <a:gd name="csX24" fmla="*/ 21288 w 334306"/>
              <a:gd name="csY24" fmla="*/ 154226 h 498738"/>
              <a:gd name="csX25" fmla="*/ 42935 w 334306"/>
              <a:gd name="csY25" fmla="*/ 118946 h 498738"/>
              <a:gd name="csX26" fmla="*/ 66467 w 334306"/>
              <a:gd name="csY26" fmla="*/ 79496 h 498738"/>
              <a:gd name="csX27" fmla="*/ 76541 w 334306"/>
              <a:gd name="csY27" fmla="*/ 65175 h 498738"/>
              <a:gd name="csX28" fmla="*/ 97572 w 334306"/>
              <a:gd name="csY28" fmla="*/ 34163 h 498738"/>
              <a:gd name="csX29" fmla="*/ 112627 w 334306"/>
              <a:gd name="csY29" fmla="*/ 9814 h 498738"/>
              <a:gd name="csX30" fmla="*/ 119648 w 334306"/>
              <a:gd name="csY30" fmla="*/ 4329 h 498738"/>
              <a:gd name="csX31" fmla="*/ 132858 w 334306"/>
              <a:gd name="csY31" fmla="*/ 713 h 498738"/>
              <a:gd name="csX32" fmla="*/ 193546 w 334306"/>
              <a:gd name="csY32" fmla="*/ 5578 h 498738"/>
              <a:gd name="csX33" fmla="*/ 220060 w 334306"/>
              <a:gd name="csY33" fmla="*/ 20523 h 498738"/>
              <a:gd name="csX34" fmla="*/ 224578 w 334306"/>
              <a:gd name="csY34" fmla="*/ 25298 h 498738"/>
              <a:gd name="csX35" fmla="*/ 221567 w 334306"/>
              <a:gd name="csY35" fmla="*/ 31335 h 498738"/>
              <a:gd name="csX36" fmla="*/ 217338 w 334306"/>
              <a:gd name="csY36" fmla="*/ 39397 h 498738"/>
              <a:gd name="csX37" fmla="*/ 222891 w 334306"/>
              <a:gd name="csY37" fmla="*/ 37878 h 498738"/>
              <a:gd name="csX38" fmla="*/ 225189 w 334306"/>
              <a:gd name="csY38" fmla="*/ 36902 h 498738"/>
              <a:gd name="csX39" fmla="*/ 234581 w 334306"/>
              <a:gd name="csY39" fmla="*/ 40152 h 498738"/>
              <a:gd name="csX40" fmla="*/ 261177 w 334306"/>
              <a:gd name="csY40" fmla="*/ 57181 h 498738"/>
              <a:gd name="csX41" fmla="*/ 267817 w 334306"/>
              <a:gd name="csY41" fmla="*/ 67059 h 498738"/>
              <a:gd name="csX42" fmla="*/ 274280 w 334306"/>
              <a:gd name="csY42" fmla="*/ 79049 h 498738"/>
              <a:gd name="csX43" fmla="*/ 279443 w 334306"/>
              <a:gd name="csY43" fmla="*/ 91820 h 498738"/>
              <a:gd name="csX44" fmla="*/ 284596 w 334306"/>
              <a:gd name="csY44" fmla="*/ 105775 h 498738"/>
              <a:gd name="csX45" fmla="*/ 291417 w 334306"/>
              <a:gd name="csY45" fmla="*/ 120219 h 498738"/>
              <a:gd name="csX46" fmla="*/ 298659 w 334306"/>
              <a:gd name="csY46" fmla="*/ 133370 h 498738"/>
              <a:gd name="csX47" fmla="*/ 314425 w 334306"/>
              <a:gd name="csY47" fmla="*/ 156674 h 498738"/>
              <a:gd name="csX48" fmla="*/ 323321 w 334306"/>
              <a:gd name="csY48" fmla="*/ 164371 h 498738"/>
              <a:gd name="csX49" fmla="*/ 329277 w 334306"/>
              <a:gd name="csY49" fmla="*/ 172896 h 498738"/>
              <a:gd name="csX50" fmla="*/ 327346 w 334306"/>
              <a:gd name="csY50" fmla="*/ 203260 h 498738"/>
              <a:gd name="csX51" fmla="*/ 321564 w 334306"/>
              <a:gd name="csY51" fmla="*/ 208691 h 498738"/>
              <a:gd name="csX52" fmla="*/ 314839 w 334306"/>
              <a:gd name="csY52" fmla="*/ 201967 h 498738"/>
              <a:gd name="csX53" fmla="*/ 300945 w 334306"/>
              <a:gd name="csY53" fmla="*/ 198679 h 498738"/>
              <a:gd name="csX54" fmla="*/ 291854 w 334306"/>
              <a:gd name="csY54" fmla="*/ 213362 h 498738"/>
              <a:gd name="csX55" fmla="*/ 273477 w 334306"/>
              <a:gd name="csY55" fmla="*/ 233193 h 498738"/>
              <a:gd name="csX56" fmla="*/ 248561 w 334306"/>
              <a:gd name="csY56" fmla="*/ 258261 h 498738"/>
              <a:gd name="csX57" fmla="*/ 254757 w 334306"/>
              <a:gd name="csY57" fmla="*/ 265360 h 498738"/>
              <a:gd name="csX58" fmla="*/ 262758 w 334306"/>
              <a:gd name="csY58" fmla="*/ 262611 h 498738"/>
              <a:gd name="csX59" fmla="*/ 269300 w 334306"/>
              <a:gd name="csY59" fmla="*/ 264243 h 498738"/>
              <a:gd name="csX60" fmla="*/ 257492 w 334306"/>
              <a:gd name="csY60" fmla="*/ 300210 h 498738"/>
              <a:gd name="csX61" fmla="*/ 220205 w 334306"/>
              <a:gd name="csY61" fmla="*/ 329428 h 498738"/>
              <a:gd name="csX62" fmla="*/ 231476 w 334306"/>
              <a:gd name="csY62" fmla="*/ 344578 h 498738"/>
              <a:gd name="csX63" fmla="*/ 244540 w 334306"/>
              <a:gd name="csY63" fmla="*/ 369570 h 498738"/>
              <a:gd name="csX64" fmla="*/ 259568 w 334306"/>
              <a:gd name="csY64" fmla="*/ 400936 h 498738"/>
              <a:gd name="csX65" fmla="*/ 267812 w 334306"/>
              <a:gd name="csY65" fmla="*/ 410972 h 498738"/>
              <a:gd name="csX66" fmla="*/ 272980 w 334306"/>
              <a:gd name="csY66" fmla="*/ 418667 h 498738"/>
              <a:gd name="csX67" fmla="*/ 279745 w 334306"/>
              <a:gd name="csY67" fmla="*/ 423732 h 498738"/>
              <a:gd name="csX68" fmla="*/ 289553 w 334306"/>
              <a:gd name="csY68" fmla="*/ 427604 h 498738"/>
              <a:gd name="csX69" fmla="*/ 298277 w 334306"/>
              <a:gd name="csY69" fmla="*/ 431864 h 498738"/>
              <a:gd name="csX70" fmla="*/ 272913 w 334306"/>
              <a:gd name="csY70" fmla="*/ 433099 h 498738"/>
              <a:gd name="csX71" fmla="*/ 253686 w 334306"/>
              <a:gd name="csY71" fmla="*/ 440109 h 498738"/>
              <a:gd name="csX72" fmla="*/ 252360 w 334306"/>
              <a:gd name="csY72" fmla="*/ 461577 h 498738"/>
              <a:gd name="csX73" fmla="*/ 253346 w 334306"/>
              <a:gd name="csY73" fmla="*/ 468333 h 498738"/>
              <a:gd name="csX74" fmla="*/ 251680 w 334306"/>
              <a:gd name="csY74" fmla="*/ 476637 h 498738"/>
              <a:gd name="csX75" fmla="*/ 251259 w 334306"/>
              <a:gd name="csY75" fmla="*/ 491494 h 498738"/>
              <a:gd name="csX76" fmla="*/ 247743 w 334306"/>
              <a:gd name="csY76" fmla="*/ 496867 h 4987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Lst>
            <a:rect l="l" t="t" r="r" b="b"/>
            <a:pathLst>
              <a:path w="334306" h="498738">
                <a:moveTo>
                  <a:pt x="247743" y="496867"/>
                </a:moveTo>
                <a:cubicBezTo>
                  <a:pt x="246424" y="493506"/>
                  <a:pt x="244367" y="492659"/>
                  <a:pt x="240505" y="493884"/>
                </a:cubicBezTo>
                <a:cubicBezTo>
                  <a:pt x="234008" y="495946"/>
                  <a:pt x="224617" y="488040"/>
                  <a:pt x="219827" y="476477"/>
                </a:cubicBezTo>
                <a:cubicBezTo>
                  <a:pt x="216729" y="468997"/>
                  <a:pt x="216097" y="468739"/>
                  <a:pt x="204292" y="470138"/>
                </a:cubicBezTo>
                <a:cubicBezTo>
                  <a:pt x="193057" y="471468"/>
                  <a:pt x="191916" y="471102"/>
                  <a:pt x="191180" y="465927"/>
                </a:cubicBezTo>
                <a:cubicBezTo>
                  <a:pt x="190659" y="462266"/>
                  <a:pt x="188558" y="460258"/>
                  <a:pt x="185245" y="460255"/>
                </a:cubicBezTo>
                <a:cubicBezTo>
                  <a:pt x="182424" y="460253"/>
                  <a:pt x="179781" y="458510"/>
                  <a:pt x="179372" y="456383"/>
                </a:cubicBezTo>
                <a:cubicBezTo>
                  <a:pt x="178300" y="450818"/>
                  <a:pt x="133997" y="437235"/>
                  <a:pt x="119384" y="437991"/>
                </a:cubicBezTo>
                <a:cubicBezTo>
                  <a:pt x="99217" y="439035"/>
                  <a:pt x="100133" y="438251"/>
                  <a:pt x="89617" y="463480"/>
                </a:cubicBezTo>
                <a:cubicBezTo>
                  <a:pt x="85806" y="472621"/>
                  <a:pt x="84419" y="473923"/>
                  <a:pt x="81270" y="471310"/>
                </a:cubicBezTo>
                <a:cubicBezTo>
                  <a:pt x="79194" y="469587"/>
                  <a:pt x="72218" y="467557"/>
                  <a:pt x="65769" y="466800"/>
                </a:cubicBezTo>
                <a:cubicBezTo>
                  <a:pt x="54283" y="465451"/>
                  <a:pt x="53791" y="465003"/>
                  <a:pt x="41569" y="444771"/>
                </a:cubicBezTo>
                <a:cubicBezTo>
                  <a:pt x="34707" y="433413"/>
                  <a:pt x="29080" y="423248"/>
                  <a:pt x="29063" y="422183"/>
                </a:cubicBezTo>
                <a:cubicBezTo>
                  <a:pt x="29046" y="421119"/>
                  <a:pt x="31937" y="420247"/>
                  <a:pt x="35486" y="420247"/>
                </a:cubicBezTo>
                <a:cubicBezTo>
                  <a:pt x="43403" y="420247"/>
                  <a:pt x="43560" y="418433"/>
                  <a:pt x="36311" y="410716"/>
                </a:cubicBezTo>
                <a:lnTo>
                  <a:pt x="30682" y="404725"/>
                </a:lnTo>
                <a:lnTo>
                  <a:pt x="36945" y="393771"/>
                </a:lnTo>
                <a:cubicBezTo>
                  <a:pt x="41241" y="386255"/>
                  <a:pt x="43760" y="376739"/>
                  <a:pt x="44969" y="363455"/>
                </a:cubicBezTo>
                <a:cubicBezTo>
                  <a:pt x="45939" y="352807"/>
                  <a:pt x="47519" y="340381"/>
                  <a:pt x="48481" y="335841"/>
                </a:cubicBezTo>
                <a:cubicBezTo>
                  <a:pt x="50445" y="326577"/>
                  <a:pt x="45773" y="318139"/>
                  <a:pt x="28755" y="300210"/>
                </a:cubicBezTo>
                <a:cubicBezTo>
                  <a:pt x="18993" y="289925"/>
                  <a:pt x="18916" y="289673"/>
                  <a:pt x="9477" y="236920"/>
                </a:cubicBezTo>
                <a:lnTo>
                  <a:pt x="0" y="183956"/>
                </a:lnTo>
                <a:lnTo>
                  <a:pt x="8603" y="171093"/>
                </a:lnTo>
                <a:cubicBezTo>
                  <a:pt x="13334" y="164019"/>
                  <a:pt x="18124" y="157843"/>
                  <a:pt x="19247" y="157370"/>
                </a:cubicBezTo>
                <a:cubicBezTo>
                  <a:pt x="20370" y="156896"/>
                  <a:pt x="21288" y="155482"/>
                  <a:pt x="21288" y="154226"/>
                </a:cubicBezTo>
                <a:cubicBezTo>
                  <a:pt x="21288" y="152970"/>
                  <a:pt x="31029" y="137094"/>
                  <a:pt x="42935" y="118946"/>
                </a:cubicBezTo>
                <a:cubicBezTo>
                  <a:pt x="54840" y="100798"/>
                  <a:pt x="65430" y="83045"/>
                  <a:pt x="66467" y="79496"/>
                </a:cubicBezTo>
                <a:cubicBezTo>
                  <a:pt x="67505" y="75946"/>
                  <a:pt x="72038" y="69502"/>
                  <a:pt x="76541" y="65175"/>
                </a:cubicBezTo>
                <a:cubicBezTo>
                  <a:pt x="87950" y="54213"/>
                  <a:pt x="95497" y="43084"/>
                  <a:pt x="97572" y="34163"/>
                </a:cubicBezTo>
                <a:cubicBezTo>
                  <a:pt x="99599" y="25448"/>
                  <a:pt x="109249" y="9841"/>
                  <a:pt x="112627" y="9814"/>
                </a:cubicBezTo>
                <a:cubicBezTo>
                  <a:pt x="113880" y="9805"/>
                  <a:pt x="117040" y="7336"/>
                  <a:pt x="119648" y="4329"/>
                </a:cubicBezTo>
                <a:cubicBezTo>
                  <a:pt x="123477" y="-86"/>
                  <a:pt x="126019" y="-782"/>
                  <a:pt x="132858" y="713"/>
                </a:cubicBezTo>
                <a:cubicBezTo>
                  <a:pt x="141063" y="2507"/>
                  <a:pt x="160286" y="4048"/>
                  <a:pt x="193546" y="5578"/>
                </a:cubicBezTo>
                <a:cubicBezTo>
                  <a:pt x="210737" y="6368"/>
                  <a:pt x="220060" y="11623"/>
                  <a:pt x="220060" y="20523"/>
                </a:cubicBezTo>
                <a:cubicBezTo>
                  <a:pt x="220060" y="23333"/>
                  <a:pt x="221912" y="25291"/>
                  <a:pt x="224578" y="25298"/>
                </a:cubicBezTo>
                <a:cubicBezTo>
                  <a:pt x="228025" y="25308"/>
                  <a:pt x="227313" y="26737"/>
                  <a:pt x="221567" y="31335"/>
                </a:cubicBezTo>
                <a:cubicBezTo>
                  <a:pt x="216052" y="35748"/>
                  <a:pt x="214921" y="37903"/>
                  <a:pt x="217338" y="39397"/>
                </a:cubicBezTo>
                <a:cubicBezTo>
                  <a:pt x="219279" y="40596"/>
                  <a:pt x="221565" y="39971"/>
                  <a:pt x="222891" y="37878"/>
                </a:cubicBezTo>
                <a:cubicBezTo>
                  <a:pt x="224130" y="35921"/>
                  <a:pt x="225164" y="35482"/>
                  <a:pt x="225189" y="36902"/>
                </a:cubicBezTo>
                <a:cubicBezTo>
                  <a:pt x="225213" y="38322"/>
                  <a:pt x="229440" y="39784"/>
                  <a:pt x="234581" y="40152"/>
                </a:cubicBezTo>
                <a:cubicBezTo>
                  <a:pt x="243367" y="40781"/>
                  <a:pt x="260731" y="51899"/>
                  <a:pt x="261177" y="57181"/>
                </a:cubicBezTo>
                <a:cubicBezTo>
                  <a:pt x="261279" y="58396"/>
                  <a:pt x="264267" y="62841"/>
                  <a:pt x="267817" y="67059"/>
                </a:cubicBezTo>
                <a:cubicBezTo>
                  <a:pt x="271366" y="71278"/>
                  <a:pt x="274275" y="76673"/>
                  <a:pt x="274280" y="79049"/>
                </a:cubicBezTo>
                <a:cubicBezTo>
                  <a:pt x="274285" y="81424"/>
                  <a:pt x="276609" y="87172"/>
                  <a:pt x="279443" y="91820"/>
                </a:cubicBezTo>
                <a:cubicBezTo>
                  <a:pt x="282277" y="96469"/>
                  <a:pt x="284596" y="102748"/>
                  <a:pt x="284596" y="105775"/>
                </a:cubicBezTo>
                <a:cubicBezTo>
                  <a:pt x="284596" y="108801"/>
                  <a:pt x="287666" y="115301"/>
                  <a:pt x="291417" y="120219"/>
                </a:cubicBezTo>
                <a:cubicBezTo>
                  <a:pt x="295169" y="125138"/>
                  <a:pt x="298428" y="131056"/>
                  <a:pt x="298659" y="133370"/>
                </a:cubicBezTo>
                <a:cubicBezTo>
                  <a:pt x="299477" y="141547"/>
                  <a:pt x="305637" y="150653"/>
                  <a:pt x="314425" y="156674"/>
                </a:cubicBezTo>
                <a:cubicBezTo>
                  <a:pt x="319316" y="160026"/>
                  <a:pt x="323320" y="163489"/>
                  <a:pt x="323321" y="164371"/>
                </a:cubicBezTo>
                <a:cubicBezTo>
                  <a:pt x="323323" y="165253"/>
                  <a:pt x="326003" y="169089"/>
                  <a:pt x="329277" y="172896"/>
                </a:cubicBezTo>
                <a:cubicBezTo>
                  <a:pt x="336682" y="181505"/>
                  <a:pt x="335803" y="195314"/>
                  <a:pt x="327346" y="203260"/>
                </a:cubicBezTo>
                <a:lnTo>
                  <a:pt x="321564" y="208691"/>
                </a:lnTo>
                <a:lnTo>
                  <a:pt x="314839" y="201967"/>
                </a:lnTo>
                <a:cubicBezTo>
                  <a:pt x="308661" y="195789"/>
                  <a:pt x="307532" y="195522"/>
                  <a:pt x="300945" y="198679"/>
                </a:cubicBezTo>
                <a:cubicBezTo>
                  <a:pt x="295346" y="201363"/>
                  <a:pt x="293353" y="204582"/>
                  <a:pt x="291854" y="213362"/>
                </a:cubicBezTo>
                <a:cubicBezTo>
                  <a:pt x="289357" y="227993"/>
                  <a:pt x="286547" y="231025"/>
                  <a:pt x="273477" y="233193"/>
                </a:cubicBezTo>
                <a:cubicBezTo>
                  <a:pt x="260663" y="235319"/>
                  <a:pt x="248722" y="247333"/>
                  <a:pt x="248561" y="258261"/>
                </a:cubicBezTo>
                <a:cubicBezTo>
                  <a:pt x="248475" y="264096"/>
                  <a:pt x="249579" y="265360"/>
                  <a:pt x="254757" y="265360"/>
                </a:cubicBezTo>
                <a:cubicBezTo>
                  <a:pt x="258223" y="265360"/>
                  <a:pt x="261823" y="264123"/>
                  <a:pt x="262758" y="262611"/>
                </a:cubicBezTo>
                <a:cubicBezTo>
                  <a:pt x="263872" y="260808"/>
                  <a:pt x="266124" y="261370"/>
                  <a:pt x="269300" y="264243"/>
                </a:cubicBezTo>
                <a:cubicBezTo>
                  <a:pt x="279445" y="273424"/>
                  <a:pt x="270651" y="300210"/>
                  <a:pt x="257492" y="300210"/>
                </a:cubicBezTo>
                <a:cubicBezTo>
                  <a:pt x="250513" y="300210"/>
                  <a:pt x="220446" y="323770"/>
                  <a:pt x="220205" y="329428"/>
                </a:cubicBezTo>
                <a:cubicBezTo>
                  <a:pt x="220125" y="331300"/>
                  <a:pt x="225197" y="338118"/>
                  <a:pt x="231476" y="344578"/>
                </a:cubicBezTo>
                <a:cubicBezTo>
                  <a:pt x="241029" y="354406"/>
                  <a:pt x="243162" y="358486"/>
                  <a:pt x="244540" y="369570"/>
                </a:cubicBezTo>
                <a:cubicBezTo>
                  <a:pt x="246852" y="388171"/>
                  <a:pt x="250097" y="394944"/>
                  <a:pt x="259568" y="400936"/>
                </a:cubicBezTo>
                <a:cubicBezTo>
                  <a:pt x="264099" y="403804"/>
                  <a:pt x="267809" y="408320"/>
                  <a:pt x="267812" y="410972"/>
                </a:cubicBezTo>
                <a:cubicBezTo>
                  <a:pt x="267815" y="413625"/>
                  <a:pt x="270140" y="417087"/>
                  <a:pt x="272980" y="418667"/>
                </a:cubicBezTo>
                <a:cubicBezTo>
                  <a:pt x="275819" y="420246"/>
                  <a:pt x="278864" y="422525"/>
                  <a:pt x="279745" y="423732"/>
                </a:cubicBezTo>
                <a:cubicBezTo>
                  <a:pt x="280626" y="424939"/>
                  <a:pt x="285040" y="426681"/>
                  <a:pt x="289553" y="427604"/>
                </a:cubicBezTo>
                <a:cubicBezTo>
                  <a:pt x="294067" y="428527"/>
                  <a:pt x="297992" y="430444"/>
                  <a:pt x="298277" y="431864"/>
                </a:cubicBezTo>
                <a:cubicBezTo>
                  <a:pt x="299018" y="435562"/>
                  <a:pt x="277163" y="436626"/>
                  <a:pt x="272913" y="433099"/>
                </a:cubicBezTo>
                <a:cubicBezTo>
                  <a:pt x="268101" y="429105"/>
                  <a:pt x="260026" y="432049"/>
                  <a:pt x="253686" y="440109"/>
                </a:cubicBezTo>
                <a:cubicBezTo>
                  <a:pt x="247489" y="447987"/>
                  <a:pt x="246928" y="457069"/>
                  <a:pt x="252360" y="461577"/>
                </a:cubicBezTo>
                <a:cubicBezTo>
                  <a:pt x="255321" y="464035"/>
                  <a:pt x="255560" y="465666"/>
                  <a:pt x="253346" y="468333"/>
                </a:cubicBezTo>
                <a:cubicBezTo>
                  <a:pt x="251741" y="470267"/>
                  <a:pt x="250992" y="474004"/>
                  <a:pt x="251680" y="476637"/>
                </a:cubicBezTo>
                <a:cubicBezTo>
                  <a:pt x="252369" y="479271"/>
                  <a:pt x="252179" y="485956"/>
                  <a:pt x="251259" y="491494"/>
                </a:cubicBezTo>
                <a:cubicBezTo>
                  <a:pt x="249997" y="499087"/>
                  <a:pt x="249133" y="500409"/>
                  <a:pt x="247743" y="496867"/>
                </a:cubicBezTo>
                <a:close/>
              </a:path>
            </a:pathLst>
          </a:custGeom>
          <a:solidFill>
            <a:srgbClr val="B9B9B9"/>
          </a:solidFill>
          <a:ln w="5163" cap="flat">
            <a:noFill/>
            <a:prstDash val="solid"/>
            <a:miter/>
          </a:ln>
        </p:spPr>
        <p:txBody>
          <a:bodyPr/>
          <a:lstStyle/>
          <a:p>
            <a:endParaRPr lang="es-419" noProof="0" dirty="0"/>
          </a:p>
        </p:txBody>
      </p:sp>
      <p:grpSp>
        <p:nvGrpSpPr>
          <p:cNvPr id="57" name="Gráfico 39">
            <a:extLst>
              <a:ext uri="{FF2B5EF4-FFF2-40B4-BE49-F238E27FC236}">
                <a16:creationId xmlns:a16="http://schemas.microsoft.com/office/drawing/2014/main" id="{8E39B942-8B8F-5B40-EBFE-C29EC40B7979}"/>
              </a:ext>
            </a:extLst>
          </p:cNvPr>
          <p:cNvGrpSpPr/>
          <p:nvPr/>
        </p:nvGrpSpPr>
        <p:grpSpPr>
          <a:xfrm>
            <a:off x="726816" y="1624037"/>
            <a:ext cx="321478" cy="429471"/>
            <a:chOff x="726816" y="1624037"/>
            <a:chExt cx="321478" cy="429471"/>
          </a:xfrm>
          <a:solidFill>
            <a:srgbClr val="B9B9B9"/>
          </a:solidFill>
        </p:grpSpPr>
        <p:sp>
          <p:nvSpPr>
            <p:cNvPr id="58" name="Forma libre: forma 57">
              <a:extLst>
                <a:ext uri="{FF2B5EF4-FFF2-40B4-BE49-F238E27FC236}">
                  <a16:creationId xmlns:a16="http://schemas.microsoft.com/office/drawing/2014/main" id="{6FD84436-CD45-968F-637F-35C2EE23DB7E}"/>
                </a:ext>
              </a:extLst>
            </p:cNvPr>
            <p:cNvSpPr/>
            <p:nvPr/>
          </p:nvSpPr>
          <p:spPr>
            <a:xfrm>
              <a:off x="726816" y="1624037"/>
              <a:ext cx="321478" cy="429471"/>
            </a:xfrm>
            <a:custGeom>
              <a:avLst/>
              <a:gdLst>
                <a:gd name="csX0" fmla="*/ 298651 w 321478"/>
                <a:gd name="csY0" fmla="*/ 424657 h 429471"/>
                <a:gd name="csX1" fmla="*/ 285240 w 321478"/>
                <a:gd name="csY1" fmla="*/ 406239 h 429471"/>
                <a:gd name="csX2" fmla="*/ 285795 w 321478"/>
                <a:gd name="csY2" fmla="*/ 410173 h 429471"/>
                <a:gd name="csX3" fmla="*/ 287678 w 321478"/>
                <a:gd name="csY3" fmla="*/ 415491 h 429471"/>
                <a:gd name="csX4" fmla="*/ 268647 w 321478"/>
                <a:gd name="csY4" fmla="*/ 394065 h 429471"/>
                <a:gd name="csX5" fmla="*/ 249603 w 321478"/>
                <a:gd name="csY5" fmla="*/ 371546 h 429471"/>
                <a:gd name="csX6" fmla="*/ 255246 w 321478"/>
                <a:gd name="csY6" fmla="*/ 382701 h 429471"/>
                <a:gd name="csX7" fmla="*/ 260888 w 321478"/>
                <a:gd name="csY7" fmla="*/ 392041 h 429471"/>
                <a:gd name="csX8" fmla="*/ 254982 w 321478"/>
                <a:gd name="csY8" fmla="*/ 386884 h 429471"/>
                <a:gd name="csX9" fmla="*/ 245088 w 321478"/>
                <a:gd name="csY9" fmla="*/ 373977 h 429471"/>
                <a:gd name="csX10" fmla="*/ 227283 w 321478"/>
                <a:gd name="csY10" fmla="*/ 350451 h 429471"/>
                <a:gd name="csX11" fmla="*/ 213463 w 321478"/>
                <a:gd name="csY11" fmla="*/ 331266 h 429471"/>
                <a:gd name="csX12" fmla="*/ 191325 w 321478"/>
                <a:gd name="csY12" fmla="*/ 295282 h 429471"/>
                <a:gd name="csX13" fmla="*/ 182351 w 321478"/>
                <a:gd name="csY13" fmla="*/ 288640 h 429471"/>
                <a:gd name="csX14" fmla="*/ 181003 w 321478"/>
                <a:gd name="csY14" fmla="*/ 283904 h 429471"/>
                <a:gd name="csX15" fmla="*/ 179966 w 321478"/>
                <a:gd name="csY15" fmla="*/ 277802 h 429471"/>
                <a:gd name="csX16" fmla="*/ 170951 w 321478"/>
                <a:gd name="csY16" fmla="*/ 271038 h 429471"/>
                <a:gd name="csX17" fmla="*/ 164513 w 321478"/>
                <a:gd name="csY17" fmla="*/ 268249 h 429471"/>
                <a:gd name="csX18" fmla="*/ 156542 w 321478"/>
                <a:gd name="csY18" fmla="*/ 264259 h 429471"/>
                <a:gd name="csX19" fmla="*/ 146588 w 321478"/>
                <a:gd name="csY19" fmla="*/ 257160 h 429471"/>
                <a:gd name="csX20" fmla="*/ 135566 w 321478"/>
                <a:gd name="csY20" fmla="*/ 244331 h 429471"/>
                <a:gd name="csX21" fmla="*/ 140198 w 321478"/>
                <a:gd name="csY21" fmla="*/ 240806 h 429471"/>
                <a:gd name="csX22" fmla="*/ 149956 w 321478"/>
                <a:gd name="csY22" fmla="*/ 243611 h 429471"/>
                <a:gd name="csX23" fmla="*/ 139967 w 321478"/>
                <a:gd name="csY23" fmla="*/ 232769 h 429471"/>
                <a:gd name="csX24" fmla="*/ 129672 w 321478"/>
                <a:gd name="csY24" fmla="*/ 230788 h 429471"/>
                <a:gd name="csX25" fmla="*/ 122631 w 321478"/>
                <a:gd name="csY25" fmla="*/ 229456 h 429471"/>
                <a:gd name="csX26" fmla="*/ 114075 w 321478"/>
                <a:gd name="csY26" fmla="*/ 225535 h 429471"/>
                <a:gd name="csX27" fmla="*/ 112561 w 321478"/>
                <a:gd name="csY27" fmla="*/ 210989 h 429471"/>
                <a:gd name="csX28" fmla="*/ 113046 w 321478"/>
                <a:gd name="csY28" fmla="*/ 198950 h 429471"/>
                <a:gd name="csX29" fmla="*/ 110205 w 321478"/>
                <a:gd name="csY29" fmla="*/ 203079 h 429471"/>
                <a:gd name="csX30" fmla="*/ 107624 w 321478"/>
                <a:gd name="csY30" fmla="*/ 210049 h 429471"/>
                <a:gd name="csX31" fmla="*/ 105042 w 321478"/>
                <a:gd name="csY31" fmla="*/ 205992 h 429471"/>
                <a:gd name="csX32" fmla="*/ 101146 w 321478"/>
                <a:gd name="csY32" fmla="*/ 198040 h 429471"/>
                <a:gd name="csX33" fmla="*/ 106495 w 321478"/>
                <a:gd name="csY33" fmla="*/ 192040 h 429471"/>
                <a:gd name="csX34" fmla="*/ 110185 w 321478"/>
                <a:gd name="csY34" fmla="*/ 189360 h 429471"/>
                <a:gd name="csX35" fmla="*/ 105416 w 321478"/>
                <a:gd name="csY35" fmla="*/ 184234 h 429471"/>
                <a:gd name="csX36" fmla="*/ 94806 w 321478"/>
                <a:gd name="csY36" fmla="*/ 176570 h 429471"/>
                <a:gd name="csX37" fmla="*/ 84222 w 321478"/>
                <a:gd name="csY37" fmla="*/ 170141 h 429471"/>
                <a:gd name="csX38" fmla="*/ 77400 w 321478"/>
                <a:gd name="csY38" fmla="*/ 165246 h 429471"/>
                <a:gd name="csX39" fmla="*/ 66830 w 321478"/>
                <a:gd name="csY39" fmla="*/ 157291 h 429471"/>
                <a:gd name="csX40" fmla="*/ 62321 w 321478"/>
                <a:gd name="csY40" fmla="*/ 153462 h 429471"/>
                <a:gd name="csX41" fmla="*/ 58487 w 321478"/>
                <a:gd name="csY41" fmla="*/ 146011 h 429471"/>
                <a:gd name="csX42" fmla="*/ 53413 w 321478"/>
                <a:gd name="csY42" fmla="*/ 136585 h 429471"/>
                <a:gd name="csX43" fmla="*/ 46519 w 321478"/>
                <a:gd name="csY43" fmla="*/ 136694 h 429471"/>
                <a:gd name="csX44" fmla="*/ 42767 w 321478"/>
                <a:gd name="csY44" fmla="*/ 137339 h 429471"/>
                <a:gd name="csX45" fmla="*/ 40545 w 321478"/>
                <a:gd name="csY45" fmla="*/ 138358 h 429471"/>
                <a:gd name="csX46" fmla="*/ 34194 w 321478"/>
                <a:gd name="csY46" fmla="*/ 139945 h 429471"/>
                <a:gd name="csX47" fmla="*/ 30312 w 321478"/>
                <a:gd name="csY47" fmla="*/ 128691 h 429471"/>
                <a:gd name="csX48" fmla="*/ 32982 w 321478"/>
                <a:gd name="csY48" fmla="*/ 121125 h 429471"/>
                <a:gd name="csX49" fmla="*/ 29550 w 321478"/>
                <a:gd name="csY49" fmla="*/ 122878 h 429471"/>
                <a:gd name="csX50" fmla="*/ 21151 w 321478"/>
                <a:gd name="csY50" fmla="*/ 122752 h 429471"/>
                <a:gd name="csX51" fmla="*/ 17154 w 321478"/>
                <a:gd name="csY51" fmla="*/ 123427 h 429471"/>
                <a:gd name="csX52" fmla="*/ 6342 w 321478"/>
                <a:gd name="csY52" fmla="*/ 119543 h 429471"/>
                <a:gd name="csX53" fmla="*/ 4365 w 321478"/>
                <a:gd name="csY53" fmla="*/ 113226 h 429471"/>
                <a:gd name="csX54" fmla="*/ 10819 w 321478"/>
                <a:gd name="csY54" fmla="*/ 114808 h 429471"/>
                <a:gd name="csX55" fmla="*/ 4707 w 321478"/>
                <a:gd name="csY55" fmla="*/ 109494 h 429471"/>
                <a:gd name="csX56" fmla="*/ 1796 w 321478"/>
                <a:gd name="csY56" fmla="*/ 100322 h 429471"/>
                <a:gd name="csX57" fmla="*/ 1838 w 321478"/>
                <a:gd name="csY57" fmla="*/ 92658 h 429471"/>
                <a:gd name="csX58" fmla="*/ 4233 w 321478"/>
                <a:gd name="csY58" fmla="*/ 77378 h 429471"/>
                <a:gd name="csX59" fmla="*/ 13902 w 321478"/>
                <a:gd name="csY59" fmla="*/ 62490 h 429471"/>
                <a:gd name="csX60" fmla="*/ 16192 w 321478"/>
                <a:gd name="csY60" fmla="*/ 65508 h 429471"/>
                <a:gd name="csX61" fmla="*/ 14368 w 321478"/>
                <a:gd name="csY61" fmla="*/ 71941 h 429471"/>
                <a:gd name="csX62" fmla="*/ 19324 w 321478"/>
                <a:gd name="csY62" fmla="*/ 65780 h 429471"/>
                <a:gd name="csX63" fmla="*/ 24280 w 321478"/>
                <a:gd name="csY63" fmla="*/ 59619 h 429471"/>
                <a:gd name="csX64" fmla="*/ 25989 w 321478"/>
                <a:gd name="csY64" fmla="*/ 66426 h 429471"/>
                <a:gd name="csX65" fmla="*/ 30049 w 321478"/>
                <a:gd name="csY65" fmla="*/ 73232 h 429471"/>
                <a:gd name="csX66" fmla="*/ 30241 w 321478"/>
                <a:gd name="csY66" fmla="*/ 65700 h 429471"/>
                <a:gd name="csX67" fmla="*/ 47033 w 321478"/>
                <a:gd name="csY67" fmla="*/ 46164 h 429471"/>
                <a:gd name="csX68" fmla="*/ 89508 w 321478"/>
                <a:gd name="csY68" fmla="*/ 4943 h 429471"/>
                <a:gd name="csX69" fmla="*/ 99998 w 321478"/>
                <a:gd name="csY69" fmla="*/ 2688 h 429471"/>
                <a:gd name="csX70" fmla="*/ 114706 w 321478"/>
                <a:gd name="csY70" fmla="*/ 3716 h 429471"/>
                <a:gd name="csX71" fmla="*/ 123108 w 321478"/>
                <a:gd name="csY71" fmla="*/ 2764 h 429471"/>
                <a:gd name="csX72" fmla="*/ 137332 w 321478"/>
                <a:gd name="csY72" fmla="*/ 60759 h 429471"/>
                <a:gd name="csX73" fmla="*/ 159468 w 321478"/>
                <a:gd name="csY73" fmla="*/ 80313 h 429471"/>
                <a:gd name="csX74" fmla="*/ 174324 w 321478"/>
                <a:gd name="csY74" fmla="*/ 89973 h 429471"/>
                <a:gd name="csX75" fmla="*/ 184004 w 321478"/>
                <a:gd name="csY75" fmla="*/ 107383 h 429471"/>
                <a:gd name="csX76" fmla="*/ 190190 w 321478"/>
                <a:gd name="csY76" fmla="*/ 148735 h 429471"/>
                <a:gd name="csX77" fmla="*/ 191494 w 321478"/>
                <a:gd name="csY77" fmla="*/ 177131 h 429471"/>
                <a:gd name="csX78" fmla="*/ 195355 w 321478"/>
                <a:gd name="csY78" fmla="*/ 191824 h 429471"/>
                <a:gd name="csX79" fmla="*/ 205385 w 321478"/>
                <a:gd name="csY79" fmla="*/ 204731 h 429471"/>
                <a:gd name="csX80" fmla="*/ 224780 w 321478"/>
                <a:gd name="csY80" fmla="*/ 233927 h 429471"/>
                <a:gd name="csX81" fmla="*/ 251313 w 321478"/>
                <a:gd name="csY81" fmla="*/ 251602 h 429471"/>
                <a:gd name="csX82" fmla="*/ 265826 w 321478"/>
                <a:gd name="csY82" fmla="*/ 256119 h 429471"/>
                <a:gd name="csX83" fmla="*/ 280190 w 321478"/>
                <a:gd name="csY83" fmla="*/ 283901 h 429471"/>
                <a:gd name="csX84" fmla="*/ 287275 w 321478"/>
                <a:gd name="csY84" fmla="*/ 317016 h 429471"/>
                <a:gd name="csX85" fmla="*/ 290907 w 321478"/>
                <a:gd name="csY85" fmla="*/ 329217 h 429471"/>
                <a:gd name="csX86" fmla="*/ 293537 w 321478"/>
                <a:gd name="csY86" fmla="*/ 337861 h 429471"/>
                <a:gd name="csX87" fmla="*/ 302616 w 321478"/>
                <a:gd name="csY87" fmla="*/ 352211 h 429471"/>
                <a:gd name="csX88" fmla="*/ 314264 w 321478"/>
                <a:gd name="csY88" fmla="*/ 364936 h 429471"/>
                <a:gd name="csX89" fmla="*/ 319645 w 321478"/>
                <a:gd name="csY89" fmla="*/ 375951 h 429471"/>
                <a:gd name="csX90" fmla="*/ 316721 w 321478"/>
                <a:gd name="csY90" fmla="*/ 384238 h 429471"/>
                <a:gd name="csX91" fmla="*/ 312540 w 321478"/>
                <a:gd name="csY91" fmla="*/ 395571 h 429471"/>
                <a:gd name="csX92" fmla="*/ 312871 w 321478"/>
                <a:gd name="csY92" fmla="*/ 424954 h 429471"/>
                <a:gd name="csX93" fmla="*/ 306671 w 321478"/>
                <a:gd name="csY93" fmla="*/ 429472 h 429471"/>
                <a:gd name="csX94" fmla="*/ 298651 w 321478"/>
                <a:gd name="csY94" fmla="*/ 424657 h 4294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321478" h="429471">
                  <a:moveTo>
                    <a:pt x="298651" y="424657"/>
                  </a:moveTo>
                  <a:cubicBezTo>
                    <a:pt x="298651" y="419121"/>
                    <a:pt x="289271" y="406239"/>
                    <a:pt x="285240" y="406239"/>
                  </a:cubicBezTo>
                  <a:cubicBezTo>
                    <a:pt x="283590" y="406239"/>
                    <a:pt x="283808" y="407778"/>
                    <a:pt x="285795" y="410173"/>
                  </a:cubicBezTo>
                  <a:cubicBezTo>
                    <a:pt x="287591" y="412337"/>
                    <a:pt x="288438" y="414730"/>
                    <a:pt x="287678" y="415491"/>
                  </a:cubicBezTo>
                  <a:cubicBezTo>
                    <a:pt x="285539" y="417629"/>
                    <a:pt x="270321" y="400495"/>
                    <a:pt x="268647" y="394065"/>
                  </a:cubicBezTo>
                  <a:cubicBezTo>
                    <a:pt x="267226" y="388605"/>
                    <a:pt x="249603" y="367767"/>
                    <a:pt x="249603" y="371546"/>
                  </a:cubicBezTo>
                  <a:cubicBezTo>
                    <a:pt x="249603" y="372545"/>
                    <a:pt x="252142" y="377564"/>
                    <a:pt x="255246" y="382701"/>
                  </a:cubicBezTo>
                  <a:lnTo>
                    <a:pt x="260888" y="392041"/>
                  </a:lnTo>
                  <a:lnTo>
                    <a:pt x="254982" y="386884"/>
                  </a:lnTo>
                  <a:cubicBezTo>
                    <a:pt x="251733" y="384048"/>
                    <a:pt x="247281" y="378240"/>
                    <a:pt x="245088" y="373977"/>
                  </a:cubicBezTo>
                  <a:cubicBezTo>
                    <a:pt x="242896" y="369714"/>
                    <a:pt x="234883" y="359128"/>
                    <a:pt x="227283" y="350451"/>
                  </a:cubicBezTo>
                  <a:cubicBezTo>
                    <a:pt x="219682" y="341775"/>
                    <a:pt x="213463" y="333142"/>
                    <a:pt x="213463" y="331266"/>
                  </a:cubicBezTo>
                  <a:cubicBezTo>
                    <a:pt x="213463" y="326133"/>
                    <a:pt x="194515" y="295333"/>
                    <a:pt x="191325" y="295282"/>
                  </a:cubicBezTo>
                  <a:cubicBezTo>
                    <a:pt x="189798" y="295257"/>
                    <a:pt x="185760" y="292268"/>
                    <a:pt x="182351" y="288640"/>
                  </a:cubicBezTo>
                  <a:cubicBezTo>
                    <a:pt x="177259" y="283219"/>
                    <a:pt x="177019" y="282375"/>
                    <a:pt x="181003" y="283904"/>
                  </a:cubicBezTo>
                  <a:cubicBezTo>
                    <a:pt x="185315" y="285558"/>
                    <a:pt x="185200" y="284882"/>
                    <a:pt x="179966" y="277802"/>
                  </a:cubicBezTo>
                  <a:cubicBezTo>
                    <a:pt x="176728" y="273422"/>
                    <a:pt x="172671" y="270378"/>
                    <a:pt x="170951" y="271038"/>
                  </a:cubicBezTo>
                  <a:cubicBezTo>
                    <a:pt x="169231" y="271698"/>
                    <a:pt x="166334" y="270443"/>
                    <a:pt x="164513" y="268249"/>
                  </a:cubicBezTo>
                  <a:cubicBezTo>
                    <a:pt x="162692" y="266054"/>
                    <a:pt x="159105" y="264259"/>
                    <a:pt x="156542" y="264259"/>
                  </a:cubicBezTo>
                  <a:cubicBezTo>
                    <a:pt x="153980" y="264259"/>
                    <a:pt x="149500" y="261065"/>
                    <a:pt x="146588" y="257160"/>
                  </a:cubicBezTo>
                  <a:cubicBezTo>
                    <a:pt x="143676" y="253256"/>
                    <a:pt x="138716" y="247482"/>
                    <a:pt x="135566" y="244331"/>
                  </a:cubicBezTo>
                  <a:cubicBezTo>
                    <a:pt x="127839" y="236597"/>
                    <a:pt x="131401" y="233886"/>
                    <a:pt x="140198" y="240806"/>
                  </a:cubicBezTo>
                  <a:cubicBezTo>
                    <a:pt x="145135" y="244689"/>
                    <a:pt x="148042" y="245525"/>
                    <a:pt x="149956" y="243611"/>
                  </a:cubicBezTo>
                  <a:cubicBezTo>
                    <a:pt x="154558" y="239009"/>
                    <a:pt x="147985" y="231874"/>
                    <a:pt x="139967" y="232769"/>
                  </a:cubicBezTo>
                  <a:cubicBezTo>
                    <a:pt x="136133" y="233196"/>
                    <a:pt x="131500" y="232305"/>
                    <a:pt x="129672" y="230788"/>
                  </a:cubicBezTo>
                  <a:cubicBezTo>
                    <a:pt x="127844" y="229271"/>
                    <a:pt x="124675" y="228672"/>
                    <a:pt x="122631" y="229456"/>
                  </a:cubicBezTo>
                  <a:cubicBezTo>
                    <a:pt x="120587" y="230241"/>
                    <a:pt x="116736" y="228476"/>
                    <a:pt x="114075" y="225535"/>
                  </a:cubicBezTo>
                  <a:cubicBezTo>
                    <a:pt x="109769" y="220777"/>
                    <a:pt x="109602" y="219173"/>
                    <a:pt x="112561" y="210989"/>
                  </a:cubicBezTo>
                  <a:cubicBezTo>
                    <a:pt x="114982" y="204297"/>
                    <a:pt x="115114" y="201018"/>
                    <a:pt x="113046" y="198950"/>
                  </a:cubicBezTo>
                  <a:cubicBezTo>
                    <a:pt x="110979" y="196883"/>
                    <a:pt x="110205" y="198007"/>
                    <a:pt x="110205" y="203079"/>
                  </a:cubicBezTo>
                  <a:cubicBezTo>
                    <a:pt x="110205" y="206912"/>
                    <a:pt x="109043" y="210049"/>
                    <a:pt x="107624" y="210049"/>
                  </a:cubicBezTo>
                  <a:cubicBezTo>
                    <a:pt x="106204" y="210049"/>
                    <a:pt x="105042" y="208223"/>
                    <a:pt x="105042" y="205992"/>
                  </a:cubicBezTo>
                  <a:cubicBezTo>
                    <a:pt x="105042" y="203761"/>
                    <a:pt x="103289" y="200182"/>
                    <a:pt x="101146" y="198040"/>
                  </a:cubicBezTo>
                  <a:cubicBezTo>
                    <a:pt x="95668" y="192562"/>
                    <a:pt x="98756" y="189098"/>
                    <a:pt x="106495" y="192040"/>
                  </a:cubicBezTo>
                  <a:cubicBezTo>
                    <a:pt x="112388" y="194281"/>
                    <a:pt x="112698" y="194056"/>
                    <a:pt x="110185" y="189360"/>
                  </a:cubicBezTo>
                  <a:cubicBezTo>
                    <a:pt x="108676" y="186541"/>
                    <a:pt x="106530" y="184234"/>
                    <a:pt x="105416" y="184234"/>
                  </a:cubicBezTo>
                  <a:cubicBezTo>
                    <a:pt x="104302" y="184234"/>
                    <a:pt x="99527" y="180785"/>
                    <a:pt x="94806" y="176570"/>
                  </a:cubicBezTo>
                  <a:cubicBezTo>
                    <a:pt x="90084" y="172354"/>
                    <a:pt x="85321" y="169461"/>
                    <a:pt x="84222" y="170141"/>
                  </a:cubicBezTo>
                  <a:cubicBezTo>
                    <a:pt x="83122" y="170820"/>
                    <a:pt x="80052" y="168617"/>
                    <a:pt x="77400" y="165246"/>
                  </a:cubicBezTo>
                  <a:cubicBezTo>
                    <a:pt x="74748" y="161874"/>
                    <a:pt x="69991" y="158294"/>
                    <a:pt x="66830" y="157291"/>
                  </a:cubicBezTo>
                  <a:cubicBezTo>
                    <a:pt x="63669" y="156287"/>
                    <a:pt x="61640" y="154564"/>
                    <a:pt x="62321" y="153462"/>
                  </a:cubicBezTo>
                  <a:cubicBezTo>
                    <a:pt x="63003" y="152359"/>
                    <a:pt x="61277" y="149007"/>
                    <a:pt x="58487" y="146011"/>
                  </a:cubicBezTo>
                  <a:cubicBezTo>
                    <a:pt x="55696" y="143016"/>
                    <a:pt x="53413" y="138774"/>
                    <a:pt x="53413" y="136585"/>
                  </a:cubicBezTo>
                  <a:cubicBezTo>
                    <a:pt x="53413" y="131375"/>
                    <a:pt x="48531" y="131452"/>
                    <a:pt x="46519" y="136694"/>
                  </a:cubicBezTo>
                  <a:cubicBezTo>
                    <a:pt x="45256" y="139986"/>
                    <a:pt x="44525" y="140111"/>
                    <a:pt x="42767" y="137339"/>
                  </a:cubicBezTo>
                  <a:cubicBezTo>
                    <a:pt x="41090" y="134693"/>
                    <a:pt x="40576" y="134929"/>
                    <a:pt x="40545" y="138358"/>
                  </a:cubicBezTo>
                  <a:cubicBezTo>
                    <a:pt x="40512" y="142152"/>
                    <a:pt x="39561" y="142390"/>
                    <a:pt x="34194" y="139945"/>
                  </a:cubicBezTo>
                  <a:cubicBezTo>
                    <a:pt x="25899" y="136165"/>
                    <a:pt x="24011" y="130691"/>
                    <a:pt x="30312" y="128691"/>
                  </a:cubicBezTo>
                  <a:cubicBezTo>
                    <a:pt x="35660" y="126994"/>
                    <a:pt x="36881" y="123535"/>
                    <a:pt x="32982" y="121125"/>
                  </a:cubicBezTo>
                  <a:cubicBezTo>
                    <a:pt x="31683" y="120322"/>
                    <a:pt x="30139" y="121111"/>
                    <a:pt x="29550" y="122878"/>
                  </a:cubicBezTo>
                  <a:cubicBezTo>
                    <a:pt x="28702" y="125423"/>
                    <a:pt x="26957" y="125397"/>
                    <a:pt x="21151" y="122752"/>
                  </a:cubicBezTo>
                  <a:cubicBezTo>
                    <a:pt x="14600" y="119767"/>
                    <a:pt x="14176" y="119839"/>
                    <a:pt x="17154" y="123427"/>
                  </a:cubicBezTo>
                  <a:cubicBezTo>
                    <a:pt x="23195" y="130706"/>
                    <a:pt x="15185" y="127829"/>
                    <a:pt x="6342" y="119543"/>
                  </a:cubicBezTo>
                  <a:cubicBezTo>
                    <a:pt x="-1702" y="112007"/>
                    <a:pt x="-1792" y="111717"/>
                    <a:pt x="4365" y="113226"/>
                  </a:cubicBezTo>
                  <a:lnTo>
                    <a:pt x="10819" y="114808"/>
                  </a:lnTo>
                  <a:lnTo>
                    <a:pt x="4707" y="109494"/>
                  </a:lnTo>
                  <a:cubicBezTo>
                    <a:pt x="-312" y="105131"/>
                    <a:pt x="-833" y="103490"/>
                    <a:pt x="1796" y="100322"/>
                  </a:cubicBezTo>
                  <a:cubicBezTo>
                    <a:pt x="4323" y="97278"/>
                    <a:pt x="4332" y="95662"/>
                    <a:pt x="1838" y="92658"/>
                  </a:cubicBezTo>
                  <a:cubicBezTo>
                    <a:pt x="-700" y="89600"/>
                    <a:pt x="-229" y="86595"/>
                    <a:pt x="4233" y="77378"/>
                  </a:cubicBezTo>
                  <a:cubicBezTo>
                    <a:pt x="7287" y="71068"/>
                    <a:pt x="11639" y="64368"/>
                    <a:pt x="13902" y="62490"/>
                  </a:cubicBezTo>
                  <a:cubicBezTo>
                    <a:pt x="17532" y="59477"/>
                    <a:pt x="17802" y="59833"/>
                    <a:pt x="16192" y="65508"/>
                  </a:cubicBezTo>
                  <a:lnTo>
                    <a:pt x="14368" y="71941"/>
                  </a:lnTo>
                  <a:lnTo>
                    <a:pt x="19324" y="65780"/>
                  </a:lnTo>
                  <a:lnTo>
                    <a:pt x="24280" y="59619"/>
                  </a:lnTo>
                  <a:lnTo>
                    <a:pt x="25989" y="66426"/>
                  </a:lnTo>
                  <a:cubicBezTo>
                    <a:pt x="26928" y="70169"/>
                    <a:pt x="28755" y="73232"/>
                    <a:pt x="30049" y="73232"/>
                  </a:cubicBezTo>
                  <a:cubicBezTo>
                    <a:pt x="31420" y="73232"/>
                    <a:pt x="31500" y="70091"/>
                    <a:pt x="30241" y="65700"/>
                  </a:cubicBezTo>
                  <a:cubicBezTo>
                    <a:pt x="28162" y="58450"/>
                    <a:pt x="28788" y="57720"/>
                    <a:pt x="47033" y="46164"/>
                  </a:cubicBezTo>
                  <a:cubicBezTo>
                    <a:pt x="66934" y="33559"/>
                    <a:pt x="85466" y="15573"/>
                    <a:pt x="89508" y="4943"/>
                  </a:cubicBezTo>
                  <a:cubicBezTo>
                    <a:pt x="91833" y="-1172"/>
                    <a:pt x="92131" y="-1236"/>
                    <a:pt x="99998" y="2688"/>
                  </a:cubicBezTo>
                  <a:cubicBezTo>
                    <a:pt x="106503" y="5933"/>
                    <a:pt x="109396" y="6135"/>
                    <a:pt x="114706" y="3716"/>
                  </a:cubicBezTo>
                  <a:cubicBezTo>
                    <a:pt x="118341" y="2059"/>
                    <a:pt x="122122" y="1631"/>
                    <a:pt x="123108" y="2764"/>
                  </a:cubicBezTo>
                  <a:cubicBezTo>
                    <a:pt x="125561" y="5583"/>
                    <a:pt x="135461" y="45948"/>
                    <a:pt x="137332" y="60759"/>
                  </a:cubicBezTo>
                  <a:cubicBezTo>
                    <a:pt x="139199" y="75538"/>
                    <a:pt x="141734" y="77777"/>
                    <a:pt x="159468" y="80313"/>
                  </a:cubicBezTo>
                  <a:cubicBezTo>
                    <a:pt x="172513" y="82178"/>
                    <a:pt x="173509" y="82826"/>
                    <a:pt x="174324" y="89973"/>
                  </a:cubicBezTo>
                  <a:cubicBezTo>
                    <a:pt x="174804" y="94187"/>
                    <a:pt x="179160" y="102021"/>
                    <a:pt x="184004" y="107383"/>
                  </a:cubicBezTo>
                  <a:cubicBezTo>
                    <a:pt x="193664" y="118075"/>
                    <a:pt x="194152" y="121338"/>
                    <a:pt x="190190" y="148735"/>
                  </a:cubicBezTo>
                  <a:cubicBezTo>
                    <a:pt x="188197" y="162515"/>
                    <a:pt x="188470" y="168448"/>
                    <a:pt x="191494" y="177131"/>
                  </a:cubicBezTo>
                  <a:cubicBezTo>
                    <a:pt x="193597" y="183167"/>
                    <a:pt x="195335" y="189779"/>
                    <a:pt x="195355" y="191824"/>
                  </a:cubicBezTo>
                  <a:cubicBezTo>
                    <a:pt x="195376" y="193868"/>
                    <a:pt x="199889" y="199676"/>
                    <a:pt x="205385" y="204731"/>
                  </a:cubicBezTo>
                  <a:cubicBezTo>
                    <a:pt x="211344" y="210212"/>
                    <a:pt x="219172" y="221995"/>
                    <a:pt x="224780" y="233927"/>
                  </a:cubicBezTo>
                  <a:cubicBezTo>
                    <a:pt x="234706" y="255043"/>
                    <a:pt x="236093" y="255967"/>
                    <a:pt x="251313" y="251602"/>
                  </a:cubicBezTo>
                  <a:cubicBezTo>
                    <a:pt x="258379" y="249575"/>
                    <a:pt x="260277" y="250166"/>
                    <a:pt x="265826" y="256119"/>
                  </a:cubicBezTo>
                  <a:cubicBezTo>
                    <a:pt x="272628" y="263417"/>
                    <a:pt x="281243" y="280080"/>
                    <a:pt x="280190" y="283901"/>
                  </a:cubicBezTo>
                  <a:cubicBezTo>
                    <a:pt x="278841" y="288796"/>
                    <a:pt x="283826" y="312090"/>
                    <a:pt x="287275" y="317016"/>
                  </a:cubicBezTo>
                  <a:cubicBezTo>
                    <a:pt x="289273" y="319867"/>
                    <a:pt x="290907" y="325358"/>
                    <a:pt x="290907" y="329217"/>
                  </a:cubicBezTo>
                  <a:cubicBezTo>
                    <a:pt x="290907" y="333077"/>
                    <a:pt x="292090" y="336967"/>
                    <a:pt x="293537" y="337861"/>
                  </a:cubicBezTo>
                  <a:cubicBezTo>
                    <a:pt x="294984" y="338755"/>
                    <a:pt x="299069" y="345213"/>
                    <a:pt x="302616" y="352211"/>
                  </a:cubicBezTo>
                  <a:cubicBezTo>
                    <a:pt x="307126" y="361111"/>
                    <a:pt x="310627" y="364936"/>
                    <a:pt x="314264" y="364936"/>
                  </a:cubicBezTo>
                  <a:cubicBezTo>
                    <a:pt x="320436" y="364936"/>
                    <a:pt x="323792" y="371805"/>
                    <a:pt x="319645" y="375951"/>
                  </a:cubicBezTo>
                  <a:cubicBezTo>
                    <a:pt x="318037" y="377560"/>
                    <a:pt x="316721" y="381289"/>
                    <a:pt x="316721" y="384238"/>
                  </a:cubicBezTo>
                  <a:cubicBezTo>
                    <a:pt x="316721" y="387188"/>
                    <a:pt x="314840" y="392287"/>
                    <a:pt x="312540" y="395571"/>
                  </a:cubicBezTo>
                  <a:cubicBezTo>
                    <a:pt x="308425" y="401445"/>
                    <a:pt x="308570" y="414286"/>
                    <a:pt x="312871" y="424954"/>
                  </a:cubicBezTo>
                  <a:cubicBezTo>
                    <a:pt x="314372" y="428678"/>
                    <a:pt x="313283" y="429472"/>
                    <a:pt x="306671" y="429472"/>
                  </a:cubicBezTo>
                  <a:cubicBezTo>
                    <a:pt x="300565" y="429472"/>
                    <a:pt x="298651" y="428323"/>
                    <a:pt x="298651" y="424657"/>
                  </a:cubicBezTo>
                  <a:close/>
                </a:path>
              </a:pathLst>
            </a:custGeom>
            <a:solidFill>
              <a:srgbClr val="B9B9B9"/>
            </a:solidFill>
            <a:ln w="5163" cap="flat">
              <a:noFill/>
              <a:prstDash val="solid"/>
              <a:miter/>
            </a:ln>
          </p:spPr>
          <p:txBody>
            <a:bodyPr/>
            <a:lstStyle/>
            <a:p>
              <a:endParaRPr lang="es-419" noProof="0" dirty="0"/>
            </a:p>
          </p:txBody>
        </p:sp>
        <p:sp>
          <p:nvSpPr>
            <p:cNvPr id="59" name="Forma libre: forma 58">
              <a:extLst>
                <a:ext uri="{FF2B5EF4-FFF2-40B4-BE49-F238E27FC236}">
                  <a16:creationId xmlns:a16="http://schemas.microsoft.com/office/drawing/2014/main" id="{5FE29A91-1F83-094D-21D3-DFC4619A6E63}"/>
                </a:ext>
              </a:extLst>
            </p:cNvPr>
            <p:cNvSpPr/>
            <p:nvPr/>
          </p:nvSpPr>
          <p:spPr>
            <a:xfrm>
              <a:off x="812163" y="1806340"/>
              <a:ext cx="15955" cy="30179"/>
            </a:xfrm>
            <a:custGeom>
              <a:avLst/>
              <a:gdLst>
                <a:gd name="csX0" fmla="*/ 12859 w 15955"/>
                <a:gd name="csY0" fmla="*/ 27128 h 30179"/>
                <a:gd name="csX1" fmla="*/ 45 w 15955"/>
                <a:gd name="csY1" fmla="*/ 70 h 30179"/>
                <a:gd name="csX2" fmla="*/ 15145 w 15955"/>
                <a:gd name="csY2" fmla="*/ 24519 h 30179"/>
                <a:gd name="csX3" fmla="*/ 12859 w 15955"/>
                <a:gd name="csY3" fmla="*/ 27128 h 30179"/>
              </a:gdLst>
              <a:ahLst/>
              <a:cxnLst>
                <a:cxn ang="0">
                  <a:pos x="csX0" y="csY0"/>
                </a:cxn>
                <a:cxn ang="0">
                  <a:pos x="csX1" y="csY1"/>
                </a:cxn>
                <a:cxn ang="0">
                  <a:pos x="csX2" y="csY2"/>
                </a:cxn>
                <a:cxn ang="0">
                  <a:pos x="csX3" y="csY3"/>
                </a:cxn>
              </a:cxnLst>
              <a:rect l="l" t="t" r="r" b="b"/>
              <a:pathLst>
                <a:path w="15955" h="30179">
                  <a:moveTo>
                    <a:pt x="12859" y="27128"/>
                  </a:moveTo>
                  <a:cubicBezTo>
                    <a:pt x="8119" y="19457"/>
                    <a:pt x="-707" y="822"/>
                    <a:pt x="45" y="70"/>
                  </a:cubicBezTo>
                  <a:cubicBezTo>
                    <a:pt x="1430" y="-1315"/>
                    <a:pt x="13563" y="18330"/>
                    <a:pt x="15145" y="24519"/>
                  </a:cubicBezTo>
                  <a:cubicBezTo>
                    <a:pt x="16793" y="30962"/>
                    <a:pt x="15876" y="32008"/>
                    <a:pt x="12859" y="27128"/>
                  </a:cubicBezTo>
                  <a:close/>
                </a:path>
              </a:pathLst>
            </a:custGeom>
            <a:solidFill>
              <a:srgbClr val="B9B9B9"/>
            </a:solidFill>
            <a:ln w="5163" cap="flat">
              <a:noFill/>
              <a:prstDash val="solid"/>
              <a:miter/>
            </a:ln>
          </p:spPr>
          <p:txBody>
            <a:bodyPr/>
            <a:lstStyle/>
            <a:p>
              <a:endParaRPr lang="es-419" noProof="0" dirty="0"/>
            </a:p>
          </p:txBody>
        </p:sp>
      </p:grpSp>
      <p:sp>
        <p:nvSpPr>
          <p:cNvPr id="60" name="Forma libre: forma 59">
            <a:extLst>
              <a:ext uri="{FF2B5EF4-FFF2-40B4-BE49-F238E27FC236}">
                <a16:creationId xmlns:a16="http://schemas.microsoft.com/office/drawing/2014/main" id="{59CD482D-8158-1B91-8678-6EC03C5D4692}"/>
              </a:ext>
            </a:extLst>
          </p:cNvPr>
          <p:cNvSpPr/>
          <p:nvPr/>
        </p:nvSpPr>
        <p:spPr>
          <a:xfrm>
            <a:off x="781520" y="1178397"/>
            <a:ext cx="460893" cy="570101"/>
          </a:xfrm>
          <a:custGeom>
            <a:avLst/>
            <a:gdLst>
              <a:gd name="csX0" fmla="*/ 151660 w 460893"/>
              <a:gd name="csY0" fmla="*/ 568610 h 570101"/>
              <a:gd name="csX1" fmla="*/ 140689 w 460893"/>
              <a:gd name="csY1" fmla="*/ 563178 h 570101"/>
              <a:gd name="csX2" fmla="*/ 131877 w 460893"/>
              <a:gd name="csY2" fmla="*/ 549661 h 570101"/>
              <a:gd name="csX3" fmla="*/ 122196 w 460893"/>
              <a:gd name="csY3" fmla="*/ 532968 h 570101"/>
              <a:gd name="csX4" fmla="*/ 107130 w 460893"/>
              <a:gd name="csY4" fmla="*/ 523131 h 570101"/>
              <a:gd name="csX5" fmla="*/ 89869 w 460893"/>
              <a:gd name="csY5" fmla="*/ 518421 h 570101"/>
              <a:gd name="csX6" fmla="*/ 85076 w 460893"/>
              <a:gd name="csY6" fmla="*/ 501266 h 570101"/>
              <a:gd name="csX7" fmla="*/ 77677 w 460893"/>
              <a:gd name="csY7" fmla="*/ 465952 h 570101"/>
              <a:gd name="csX8" fmla="*/ 72006 w 460893"/>
              <a:gd name="csY8" fmla="*/ 445300 h 570101"/>
              <a:gd name="csX9" fmla="*/ 58957 w 460893"/>
              <a:gd name="csY9" fmla="*/ 446095 h 570101"/>
              <a:gd name="csX10" fmla="*/ 35144 w 460893"/>
              <a:gd name="csY10" fmla="*/ 436548 h 570101"/>
              <a:gd name="csX11" fmla="*/ 24381 w 460893"/>
              <a:gd name="csY11" fmla="*/ 426207 h 570101"/>
              <a:gd name="csX12" fmla="*/ 26114 w 460893"/>
              <a:gd name="csY12" fmla="*/ 405421 h 570101"/>
              <a:gd name="csX13" fmla="*/ 25165 w 460893"/>
              <a:gd name="csY13" fmla="*/ 384636 h 570101"/>
              <a:gd name="csX14" fmla="*/ 17520 w 460893"/>
              <a:gd name="csY14" fmla="*/ 374956 h 570101"/>
              <a:gd name="csX15" fmla="*/ 6475 w 460893"/>
              <a:gd name="csY15" fmla="*/ 353942 h 570101"/>
              <a:gd name="csX16" fmla="*/ 196 w 460893"/>
              <a:gd name="csY16" fmla="*/ 332000 h 570101"/>
              <a:gd name="csX17" fmla="*/ 0 w 460893"/>
              <a:gd name="csY17" fmla="*/ 321391 h 570101"/>
              <a:gd name="csX18" fmla="*/ 20006 w 460893"/>
              <a:gd name="csY18" fmla="*/ 322209 h 570101"/>
              <a:gd name="csX19" fmla="*/ 37306 w 460893"/>
              <a:gd name="csY19" fmla="*/ 304003 h 570101"/>
              <a:gd name="csX20" fmla="*/ 36933 w 460893"/>
              <a:gd name="csY20" fmla="*/ 289805 h 570101"/>
              <a:gd name="csX21" fmla="*/ 37690 w 460893"/>
              <a:gd name="csY21" fmla="*/ 253719 h 570101"/>
              <a:gd name="csX22" fmla="*/ 41303 w 460893"/>
              <a:gd name="csY22" fmla="*/ 221451 h 570101"/>
              <a:gd name="csX23" fmla="*/ 48412 w 460893"/>
              <a:gd name="csY23" fmla="*/ 202644 h 570101"/>
              <a:gd name="csX24" fmla="*/ 48257 w 460893"/>
              <a:gd name="csY24" fmla="*/ 124622 h 570101"/>
              <a:gd name="csX25" fmla="*/ 40464 w 460893"/>
              <a:gd name="csY25" fmla="*/ 83859 h 570101"/>
              <a:gd name="csX26" fmla="*/ 52830 w 460893"/>
              <a:gd name="csY26" fmla="*/ 45160 h 570101"/>
              <a:gd name="csX27" fmla="*/ 63246 w 460893"/>
              <a:gd name="csY27" fmla="*/ 46920 h 570101"/>
              <a:gd name="csX28" fmla="*/ 63246 w 460893"/>
              <a:gd name="csY28" fmla="*/ 23460 h 570101"/>
              <a:gd name="csX29" fmla="*/ 66672 w 460893"/>
              <a:gd name="csY29" fmla="*/ 0 h 570101"/>
              <a:gd name="csX30" fmla="*/ 126691 w 460893"/>
              <a:gd name="csY30" fmla="*/ 3798 h 570101"/>
              <a:gd name="csX31" fmla="*/ 203405 w 460893"/>
              <a:gd name="csY31" fmla="*/ 8311 h 570101"/>
              <a:gd name="csX32" fmla="*/ 223527 w 460893"/>
              <a:gd name="csY32" fmla="*/ 9026 h 570101"/>
              <a:gd name="csX33" fmla="*/ 229665 w 460893"/>
              <a:gd name="csY33" fmla="*/ 21938 h 570101"/>
              <a:gd name="csX34" fmla="*/ 254984 w 460893"/>
              <a:gd name="csY34" fmla="*/ 54210 h 570101"/>
              <a:gd name="csX35" fmla="*/ 267180 w 460893"/>
              <a:gd name="csY35" fmla="*/ 65624 h 570101"/>
              <a:gd name="csX36" fmla="*/ 283960 w 460893"/>
              <a:gd name="csY36" fmla="*/ 83994 h 570101"/>
              <a:gd name="csX37" fmla="*/ 300739 w 460893"/>
              <a:gd name="csY37" fmla="*/ 103278 h 570101"/>
              <a:gd name="csX38" fmla="*/ 307688 w 460893"/>
              <a:gd name="csY38" fmla="*/ 107024 h 570101"/>
              <a:gd name="csX39" fmla="*/ 338320 w 460893"/>
              <a:gd name="csY39" fmla="*/ 140082 h 570101"/>
              <a:gd name="csX40" fmla="*/ 345307 w 460893"/>
              <a:gd name="csY40" fmla="*/ 156757 h 570101"/>
              <a:gd name="csX41" fmla="*/ 350264 w 460893"/>
              <a:gd name="csY41" fmla="*/ 174757 h 570101"/>
              <a:gd name="csX42" fmla="*/ 353728 w 460893"/>
              <a:gd name="csY42" fmla="*/ 192882 h 570101"/>
              <a:gd name="csX43" fmla="*/ 357557 w 460893"/>
              <a:gd name="csY43" fmla="*/ 206186 h 570101"/>
              <a:gd name="csX44" fmla="*/ 373046 w 460893"/>
              <a:gd name="csY44" fmla="*/ 221653 h 570101"/>
              <a:gd name="csX45" fmla="*/ 388508 w 460893"/>
              <a:gd name="csY45" fmla="*/ 235073 h 570101"/>
              <a:gd name="csX46" fmla="*/ 408536 w 460893"/>
              <a:gd name="csY46" fmla="*/ 251563 h 570101"/>
              <a:gd name="csX47" fmla="*/ 419486 w 460893"/>
              <a:gd name="csY47" fmla="*/ 258145 h 570101"/>
              <a:gd name="csX48" fmla="*/ 429612 w 460893"/>
              <a:gd name="csY48" fmla="*/ 264555 h 570101"/>
              <a:gd name="csX49" fmla="*/ 440498 w 460893"/>
              <a:gd name="csY49" fmla="*/ 270196 h 570101"/>
              <a:gd name="csX50" fmla="*/ 458638 w 460893"/>
              <a:gd name="csY50" fmla="*/ 279871 h 570101"/>
              <a:gd name="csX51" fmla="*/ 433706 w 460893"/>
              <a:gd name="csY51" fmla="*/ 328123 h 570101"/>
              <a:gd name="csX52" fmla="*/ 401785 w 460893"/>
              <a:gd name="csY52" fmla="*/ 376892 h 570101"/>
              <a:gd name="csX53" fmla="*/ 408173 w 460893"/>
              <a:gd name="csY53" fmla="*/ 427230 h 570101"/>
              <a:gd name="csX54" fmla="*/ 407224 w 460893"/>
              <a:gd name="csY54" fmla="*/ 481463 h 570101"/>
              <a:gd name="csX55" fmla="*/ 357001 w 460893"/>
              <a:gd name="csY55" fmla="*/ 500599 h 570101"/>
              <a:gd name="csX56" fmla="*/ 339993 w 460893"/>
              <a:gd name="csY56" fmla="*/ 507393 h 570101"/>
              <a:gd name="csX57" fmla="*/ 315871 w 460893"/>
              <a:gd name="csY57" fmla="*/ 500146 h 570101"/>
              <a:gd name="csX58" fmla="*/ 305685 w 460893"/>
              <a:gd name="csY58" fmla="*/ 499249 h 570101"/>
              <a:gd name="csX59" fmla="*/ 291896 w 460893"/>
              <a:gd name="csY59" fmla="*/ 499687 h 570101"/>
              <a:gd name="csX60" fmla="*/ 270870 w 460893"/>
              <a:gd name="csY60" fmla="*/ 491757 h 570101"/>
              <a:gd name="csX61" fmla="*/ 256706 w 460893"/>
              <a:gd name="csY61" fmla="*/ 481408 h 570101"/>
              <a:gd name="csX62" fmla="*/ 242051 w 460893"/>
              <a:gd name="csY62" fmla="*/ 472207 h 570101"/>
              <a:gd name="csX63" fmla="*/ 227525 w 460893"/>
              <a:gd name="csY63" fmla="*/ 468533 h 570101"/>
              <a:gd name="csX64" fmla="*/ 222731 w 460893"/>
              <a:gd name="csY64" fmla="*/ 472486 h 570101"/>
              <a:gd name="csX65" fmla="*/ 210984 w 460893"/>
              <a:gd name="csY65" fmla="*/ 493362 h 570101"/>
              <a:gd name="csX66" fmla="*/ 200162 w 460893"/>
              <a:gd name="csY66" fmla="*/ 504374 h 570101"/>
              <a:gd name="csX67" fmla="*/ 192160 w 460893"/>
              <a:gd name="csY67" fmla="*/ 516880 h 570101"/>
              <a:gd name="csX68" fmla="*/ 189436 w 460893"/>
              <a:gd name="csY68" fmla="*/ 530760 h 570101"/>
              <a:gd name="csX69" fmla="*/ 184534 w 460893"/>
              <a:gd name="csY69" fmla="*/ 547022 h 570101"/>
              <a:gd name="csX70" fmla="*/ 182598 w 460893"/>
              <a:gd name="csY70" fmla="*/ 561518 h 570101"/>
              <a:gd name="csX71" fmla="*/ 164446 w 460893"/>
              <a:gd name="csY71" fmla="*/ 570049 h 570101"/>
              <a:gd name="csX72" fmla="*/ 151660 w 460893"/>
              <a:gd name="csY72" fmla="*/ 568610 h 5701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Lst>
            <a:rect l="l" t="t" r="r" b="b"/>
            <a:pathLst>
              <a:path w="460893" h="570101">
                <a:moveTo>
                  <a:pt x="151660" y="568610"/>
                </a:moveTo>
                <a:cubicBezTo>
                  <a:pt x="143384" y="567865"/>
                  <a:pt x="140689" y="566530"/>
                  <a:pt x="140689" y="563178"/>
                </a:cubicBezTo>
                <a:cubicBezTo>
                  <a:pt x="140689" y="560733"/>
                  <a:pt x="136724" y="554651"/>
                  <a:pt x="131877" y="549661"/>
                </a:cubicBezTo>
                <a:cubicBezTo>
                  <a:pt x="126875" y="544511"/>
                  <a:pt x="122689" y="537293"/>
                  <a:pt x="122196" y="532968"/>
                </a:cubicBezTo>
                <a:cubicBezTo>
                  <a:pt x="121389" y="525881"/>
                  <a:pt x="120335" y="525192"/>
                  <a:pt x="107130" y="523131"/>
                </a:cubicBezTo>
                <a:cubicBezTo>
                  <a:pt x="99321" y="521912"/>
                  <a:pt x="91554" y="519792"/>
                  <a:pt x="89869" y="518421"/>
                </a:cubicBezTo>
                <a:cubicBezTo>
                  <a:pt x="88184" y="517050"/>
                  <a:pt x="86027" y="509330"/>
                  <a:pt x="85076" y="501266"/>
                </a:cubicBezTo>
                <a:cubicBezTo>
                  <a:pt x="84126" y="493202"/>
                  <a:pt x="80796" y="477310"/>
                  <a:pt x="77677" y="465952"/>
                </a:cubicBezTo>
                <a:lnTo>
                  <a:pt x="72006" y="445300"/>
                </a:lnTo>
                <a:lnTo>
                  <a:pt x="58957" y="446095"/>
                </a:lnTo>
                <a:cubicBezTo>
                  <a:pt x="46778" y="446836"/>
                  <a:pt x="45189" y="446199"/>
                  <a:pt x="35144" y="436548"/>
                </a:cubicBezTo>
                <a:lnTo>
                  <a:pt x="24381" y="426207"/>
                </a:lnTo>
                <a:lnTo>
                  <a:pt x="26114" y="405421"/>
                </a:lnTo>
                <a:cubicBezTo>
                  <a:pt x="27263" y="391650"/>
                  <a:pt x="26942" y="384636"/>
                  <a:pt x="25165" y="384636"/>
                </a:cubicBezTo>
                <a:cubicBezTo>
                  <a:pt x="23689" y="384636"/>
                  <a:pt x="20249" y="380280"/>
                  <a:pt x="17520" y="374956"/>
                </a:cubicBezTo>
                <a:cubicBezTo>
                  <a:pt x="14791" y="369631"/>
                  <a:pt x="9821" y="360175"/>
                  <a:pt x="6475" y="353942"/>
                </a:cubicBezTo>
                <a:cubicBezTo>
                  <a:pt x="3106" y="347664"/>
                  <a:pt x="305" y="337877"/>
                  <a:pt x="196" y="332000"/>
                </a:cubicBezTo>
                <a:lnTo>
                  <a:pt x="0" y="321391"/>
                </a:lnTo>
                <a:lnTo>
                  <a:pt x="20006" y="322209"/>
                </a:lnTo>
                <a:cubicBezTo>
                  <a:pt x="42391" y="323125"/>
                  <a:pt x="42565" y="322942"/>
                  <a:pt x="37306" y="304003"/>
                </a:cubicBezTo>
                <a:cubicBezTo>
                  <a:pt x="35685" y="298169"/>
                  <a:pt x="35538" y="292562"/>
                  <a:pt x="36933" y="289805"/>
                </a:cubicBezTo>
                <a:cubicBezTo>
                  <a:pt x="38201" y="287300"/>
                  <a:pt x="38542" y="271061"/>
                  <a:pt x="37690" y="253719"/>
                </a:cubicBezTo>
                <a:cubicBezTo>
                  <a:pt x="36207" y="223555"/>
                  <a:pt x="36364" y="222156"/>
                  <a:pt x="41303" y="221451"/>
                </a:cubicBezTo>
                <a:cubicBezTo>
                  <a:pt x="45680" y="220826"/>
                  <a:pt x="46762" y="217964"/>
                  <a:pt x="48412" y="202644"/>
                </a:cubicBezTo>
                <a:cubicBezTo>
                  <a:pt x="51806" y="171127"/>
                  <a:pt x="51726" y="130863"/>
                  <a:pt x="48257" y="124622"/>
                </a:cubicBezTo>
                <a:cubicBezTo>
                  <a:pt x="46501" y="121464"/>
                  <a:pt x="42994" y="103121"/>
                  <a:pt x="40464" y="83859"/>
                </a:cubicBezTo>
                <a:cubicBezTo>
                  <a:pt x="35209" y="43860"/>
                  <a:pt x="35717" y="42269"/>
                  <a:pt x="52830" y="45160"/>
                </a:cubicBezTo>
                <a:lnTo>
                  <a:pt x="63246" y="46920"/>
                </a:lnTo>
                <a:lnTo>
                  <a:pt x="63246" y="23460"/>
                </a:lnTo>
                <a:cubicBezTo>
                  <a:pt x="63246" y="5683"/>
                  <a:pt x="64076" y="0"/>
                  <a:pt x="66672" y="0"/>
                </a:cubicBezTo>
                <a:cubicBezTo>
                  <a:pt x="68557" y="0"/>
                  <a:pt x="95565" y="1709"/>
                  <a:pt x="126691" y="3798"/>
                </a:cubicBezTo>
                <a:cubicBezTo>
                  <a:pt x="157817" y="5887"/>
                  <a:pt x="192338" y="7917"/>
                  <a:pt x="203405" y="8311"/>
                </a:cubicBezTo>
                <a:lnTo>
                  <a:pt x="223527" y="9026"/>
                </a:lnTo>
                <a:lnTo>
                  <a:pt x="229665" y="21938"/>
                </a:lnTo>
                <a:cubicBezTo>
                  <a:pt x="235583" y="34389"/>
                  <a:pt x="251134" y="54210"/>
                  <a:pt x="254984" y="54210"/>
                </a:cubicBezTo>
                <a:cubicBezTo>
                  <a:pt x="256963" y="54210"/>
                  <a:pt x="267180" y="63772"/>
                  <a:pt x="267180" y="65624"/>
                </a:cubicBezTo>
                <a:cubicBezTo>
                  <a:pt x="267180" y="66222"/>
                  <a:pt x="274731" y="74489"/>
                  <a:pt x="283960" y="83994"/>
                </a:cubicBezTo>
                <a:cubicBezTo>
                  <a:pt x="293188" y="93499"/>
                  <a:pt x="300739" y="102177"/>
                  <a:pt x="300739" y="103278"/>
                </a:cubicBezTo>
                <a:cubicBezTo>
                  <a:pt x="300739" y="104379"/>
                  <a:pt x="303866" y="106065"/>
                  <a:pt x="307688" y="107024"/>
                </a:cubicBezTo>
                <a:cubicBezTo>
                  <a:pt x="316754" y="109299"/>
                  <a:pt x="336159" y="130241"/>
                  <a:pt x="338320" y="140082"/>
                </a:cubicBezTo>
                <a:cubicBezTo>
                  <a:pt x="339250" y="144316"/>
                  <a:pt x="342394" y="151820"/>
                  <a:pt x="345307" y="156757"/>
                </a:cubicBezTo>
                <a:cubicBezTo>
                  <a:pt x="348253" y="161749"/>
                  <a:pt x="350453" y="169738"/>
                  <a:pt x="350264" y="174757"/>
                </a:cubicBezTo>
                <a:cubicBezTo>
                  <a:pt x="350078" y="179720"/>
                  <a:pt x="351636" y="187876"/>
                  <a:pt x="353728" y="192882"/>
                </a:cubicBezTo>
                <a:cubicBezTo>
                  <a:pt x="355820" y="197888"/>
                  <a:pt x="357543" y="203875"/>
                  <a:pt x="357557" y="206186"/>
                </a:cubicBezTo>
                <a:cubicBezTo>
                  <a:pt x="357572" y="208497"/>
                  <a:pt x="364542" y="215457"/>
                  <a:pt x="373046" y="221653"/>
                </a:cubicBezTo>
                <a:cubicBezTo>
                  <a:pt x="381550" y="227849"/>
                  <a:pt x="388508" y="233888"/>
                  <a:pt x="388508" y="235073"/>
                </a:cubicBezTo>
                <a:cubicBezTo>
                  <a:pt x="388508" y="239850"/>
                  <a:pt x="400638" y="249837"/>
                  <a:pt x="408536" y="251563"/>
                </a:cubicBezTo>
                <a:cubicBezTo>
                  <a:pt x="413162" y="252574"/>
                  <a:pt x="418090" y="255536"/>
                  <a:pt x="419486" y="258145"/>
                </a:cubicBezTo>
                <a:cubicBezTo>
                  <a:pt x="420882" y="260754"/>
                  <a:pt x="425439" y="263638"/>
                  <a:pt x="429612" y="264555"/>
                </a:cubicBezTo>
                <a:cubicBezTo>
                  <a:pt x="433785" y="265471"/>
                  <a:pt x="438684" y="268010"/>
                  <a:pt x="440498" y="270196"/>
                </a:cubicBezTo>
                <a:cubicBezTo>
                  <a:pt x="443409" y="273704"/>
                  <a:pt x="453843" y="279268"/>
                  <a:pt x="458638" y="279871"/>
                </a:cubicBezTo>
                <a:cubicBezTo>
                  <a:pt x="464237" y="280575"/>
                  <a:pt x="460647" y="287523"/>
                  <a:pt x="433706" y="328123"/>
                </a:cubicBezTo>
                <a:cubicBezTo>
                  <a:pt x="417320" y="352816"/>
                  <a:pt x="402956" y="374762"/>
                  <a:pt x="401785" y="376892"/>
                </a:cubicBezTo>
                <a:cubicBezTo>
                  <a:pt x="400523" y="379188"/>
                  <a:pt x="403122" y="399673"/>
                  <a:pt x="408173" y="427230"/>
                </a:cubicBezTo>
                <a:cubicBezTo>
                  <a:pt x="419157" y="487163"/>
                  <a:pt x="419215" y="483871"/>
                  <a:pt x="407224" y="481463"/>
                </a:cubicBezTo>
                <a:cubicBezTo>
                  <a:pt x="377101" y="475416"/>
                  <a:pt x="375238" y="476126"/>
                  <a:pt x="357001" y="500599"/>
                </a:cubicBezTo>
                <a:cubicBezTo>
                  <a:pt x="346599" y="514558"/>
                  <a:pt x="343773" y="515687"/>
                  <a:pt x="339993" y="507393"/>
                </a:cubicBezTo>
                <a:cubicBezTo>
                  <a:pt x="336462" y="499643"/>
                  <a:pt x="325739" y="496421"/>
                  <a:pt x="315871" y="500146"/>
                </a:cubicBezTo>
                <a:cubicBezTo>
                  <a:pt x="310307" y="502246"/>
                  <a:pt x="308004" y="502043"/>
                  <a:pt x="305685" y="499249"/>
                </a:cubicBezTo>
                <a:cubicBezTo>
                  <a:pt x="301762" y="494522"/>
                  <a:pt x="296907" y="494676"/>
                  <a:pt x="291896" y="499687"/>
                </a:cubicBezTo>
                <a:cubicBezTo>
                  <a:pt x="286395" y="505188"/>
                  <a:pt x="278982" y="502392"/>
                  <a:pt x="270870" y="491757"/>
                </a:cubicBezTo>
                <a:cubicBezTo>
                  <a:pt x="267159" y="486892"/>
                  <a:pt x="260921" y="482334"/>
                  <a:pt x="256706" y="481408"/>
                </a:cubicBezTo>
                <a:cubicBezTo>
                  <a:pt x="252563" y="480498"/>
                  <a:pt x="245969" y="476358"/>
                  <a:pt x="242051" y="472207"/>
                </a:cubicBezTo>
                <a:cubicBezTo>
                  <a:pt x="234140" y="463825"/>
                  <a:pt x="229757" y="462717"/>
                  <a:pt x="227525" y="468533"/>
                </a:cubicBezTo>
                <a:cubicBezTo>
                  <a:pt x="226708" y="470663"/>
                  <a:pt x="224550" y="472442"/>
                  <a:pt x="222731" y="472486"/>
                </a:cubicBezTo>
                <a:cubicBezTo>
                  <a:pt x="216831" y="472631"/>
                  <a:pt x="209780" y="485162"/>
                  <a:pt x="210984" y="493362"/>
                </a:cubicBezTo>
                <a:cubicBezTo>
                  <a:pt x="212266" y="502098"/>
                  <a:pt x="211304" y="503076"/>
                  <a:pt x="200162" y="504374"/>
                </a:cubicBezTo>
                <a:cubicBezTo>
                  <a:pt x="189734" y="505588"/>
                  <a:pt x="189645" y="505728"/>
                  <a:pt x="192160" y="516880"/>
                </a:cubicBezTo>
                <a:cubicBezTo>
                  <a:pt x="193910" y="524639"/>
                  <a:pt x="193416" y="527159"/>
                  <a:pt x="189436" y="530760"/>
                </a:cubicBezTo>
                <a:cubicBezTo>
                  <a:pt x="186033" y="533840"/>
                  <a:pt x="184562" y="538720"/>
                  <a:pt x="184534" y="547022"/>
                </a:cubicBezTo>
                <a:cubicBezTo>
                  <a:pt x="184512" y="553546"/>
                  <a:pt x="183641" y="560069"/>
                  <a:pt x="182598" y="561518"/>
                </a:cubicBezTo>
                <a:cubicBezTo>
                  <a:pt x="180445" y="564508"/>
                  <a:pt x="167199" y="570734"/>
                  <a:pt x="164446" y="570049"/>
                </a:cubicBezTo>
                <a:cubicBezTo>
                  <a:pt x="163448" y="569801"/>
                  <a:pt x="157694" y="569154"/>
                  <a:pt x="151660" y="568610"/>
                </a:cubicBezTo>
                <a:close/>
              </a:path>
            </a:pathLst>
          </a:custGeom>
          <a:solidFill>
            <a:srgbClr val="B9B9B9"/>
          </a:solidFill>
          <a:ln w="5163" cap="flat">
            <a:noFill/>
            <a:prstDash val="solid"/>
            <a:miter/>
          </a:ln>
        </p:spPr>
        <p:txBody>
          <a:bodyPr/>
          <a:lstStyle/>
          <a:p>
            <a:endParaRPr lang="es-419" noProof="0" dirty="0"/>
          </a:p>
        </p:txBody>
      </p:sp>
      <p:sp>
        <p:nvSpPr>
          <p:cNvPr id="61" name="Forma libre: forma 60">
            <a:extLst>
              <a:ext uri="{FF2B5EF4-FFF2-40B4-BE49-F238E27FC236}">
                <a16:creationId xmlns:a16="http://schemas.microsoft.com/office/drawing/2014/main" id="{661CAFE6-A2C5-6C05-DE80-AA9B9711BBB0}"/>
              </a:ext>
            </a:extLst>
          </p:cNvPr>
          <p:cNvSpPr/>
          <p:nvPr/>
        </p:nvSpPr>
        <p:spPr>
          <a:xfrm>
            <a:off x="2038384" y="2469122"/>
            <a:ext cx="332998" cy="314936"/>
          </a:xfrm>
          <a:custGeom>
            <a:avLst/>
            <a:gdLst>
              <a:gd name="csX0" fmla="*/ 150508 w 332998"/>
              <a:gd name="csY0" fmla="*/ 295153 h 314936"/>
              <a:gd name="csX1" fmla="*/ 122921 w 332998"/>
              <a:gd name="csY1" fmla="*/ 269012 h 314936"/>
              <a:gd name="csX2" fmla="*/ 122279 w 332998"/>
              <a:gd name="csY2" fmla="*/ 264031 h 314936"/>
              <a:gd name="csX3" fmla="*/ 126546 w 332998"/>
              <a:gd name="csY3" fmla="*/ 262908 h 314936"/>
              <a:gd name="csX4" fmla="*/ 106954 w 332998"/>
              <a:gd name="csY4" fmla="*/ 254224 h 314936"/>
              <a:gd name="csX5" fmla="*/ 78561 w 332998"/>
              <a:gd name="csY5" fmla="*/ 232541 h 314936"/>
              <a:gd name="csX6" fmla="*/ 60903 w 332998"/>
              <a:gd name="csY6" fmla="*/ 216842 h 314936"/>
              <a:gd name="csX7" fmla="*/ 60455 w 332998"/>
              <a:gd name="csY7" fmla="*/ 213585 h 314936"/>
              <a:gd name="csX8" fmla="*/ 56711 w 332998"/>
              <a:gd name="csY8" fmla="*/ 207285 h 314936"/>
              <a:gd name="csX9" fmla="*/ 53349 w 332998"/>
              <a:gd name="csY9" fmla="*/ 207961 h 314936"/>
              <a:gd name="csX10" fmla="*/ 34703 w 332998"/>
              <a:gd name="csY10" fmla="*/ 200142 h 314936"/>
              <a:gd name="csX11" fmla="*/ 16028 w 332998"/>
              <a:gd name="csY11" fmla="*/ 187234 h 314936"/>
              <a:gd name="csX12" fmla="*/ 16436 w 332998"/>
              <a:gd name="csY12" fmla="*/ 184359 h 314936"/>
              <a:gd name="csX13" fmla="*/ 14549 w 332998"/>
              <a:gd name="csY13" fmla="*/ 178120 h 314936"/>
              <a:gd name="csX14" fmla="*/ 7908 w 332998"/>
              <a:gd name="csY14" fmla="*/ 171021 h 314936"/>
              <a:gd name="csX15" fmla="*/ 2407 w 332998"/>
              <a:gd name="csY15" fmla="*/ 154470 h 314936"/>
              <a:gd name="csX16" fmla="*/ 6812 w 332998"/>
              <a:gd name="csY16" fmla="*/ 119621 h 314936"/>
              <a:gd name="csX17" fmla="*/ 17071 w 332998"/>
              <a:gd name="csY17" fmla="*/ 91641 h 314936"/>
              <a:gd name="csX18" fmla="*/ 20635 w 332998"/>
              <a:gd name="csY18" fmla="*/ 82008 h 314936"/>
              <a:gd name="csX19" fmla="*/ 29523 w 332998"/>
              <a:gd name="csY19" fmla="*/ 71230 h 314936"/>
              <a:gd name="csX20" fmla="*/ 42896 w 332998"/>
              <a:gd name="csY20" fmla="*/ 48085 h 314936"/>
              <a:gd name="csX21" fmla="*/ 49532 w 332998"/>
              <a:gd name="csY21" fmla="*/ 35969 h 314936"/>
              <a:gd name="csX22" fmla="*/ 54906 w 332998"/>
              <a:gd name="csY22" fmla="*/ 23257 h 314936"/>
              <a:gd name="csX23" fmla="*/ 66531 w 332998"/>
              <a:gd name="csY23" fmla="*/ 0 h 314936"/>
              <a:gd name="csX24" fmla="*/ 82468 w 332998"/>
              <a:gd name="csY24" fmla="*/ 19425 h 314936"/>
              <a:gd name="csX25" fmla="*/ 95351 w 332998"/>
              <a:gd name="csY25" fmla="*/ 43885 h 314936"/>
              <a:gd name="csX26" fmla="*/ 106141 w 332998"/>
              <a:gd name="csY26" fmla="*/ 49048 h 314936"/>
              <a:gd name="csX27" fmla="*/ 113640 w 332998"/>
              <a:gd name="csY27" fmla="*/ 54166 h 314936"/>
              <a:gd name="csX28" fmla="*/ 132249 w 332998"/>
              <a:gd name="csY28" fmla="*/ 34653 h 314936"/>
              <a:gd name="csX29" fmla="*/ 156404 w 332998"/>
              <a:gd name="csY29" fmla="*/ 10326 h 314936"/>
              <a:gd name="csX30" fmla="*/ 168334 w 332998"/>
              <a:gd name="csY30" fmla="*/ 6060 h 314936"/>
              <a:gd name="csX31" fmla="*/ 186389 w 332998"/>
              <a:gd name="csY31" fmla="*/ 9933 h 314936"/>
              <a:gd name="csX32" fmla="*/ 200349 w 332998"/>
              <a:gd name="csY32" fmla="*/ 18070 h 314936"/>
              <a:gd name="csX33" fmla="*/ 204999 w 332998"/>
              <a:gd name="csY33" fmla="*/ 30473 h 314936"/>
              <a:gd name="csX34" fmla="*/ 218185 w 332998"/>
              <a:gd name="csY34" fmla="*/ 43802 h 314936"/>
              <a:gd name="csX35" fmla="*/ 227241 w 332998"/>
              <a:gd name="csY35" fmla="*/ 50036 h 314936"/>
              <a:gd name="csX36" fmla="*/ 238424 w 332998"/>
              <a:gd name="csY36" fmla="*/ 60571 h 314936"/>
              <a:gd name="csX37" fmla="*/ 261581 w 332998"/>
              <a:gd name="csY37" fmla="*/ 79599 h 314936"/>
              <a:gd name="csX38" fmla="*/ 276424 w 332998"/>
              <a:gd name="csY38" fmla="*/ 89453 h 314936"/>
              <a:gd name="csX39" fmla="*/ 280389 w 332998"/>
              <a:gd name="csY39" fmla="*/ 90232 h 314936"/>
              <a:gd name="csX40" fmla="*/ 288978 w 332998"/>
              <a:gd name="csY40" fmla="*/ 95366 h 314936"/>
              <a:gd name="csX41" fmla="*/ 309784 w 332998"/>
              <a:gd name="csY41" fmla="*/ 117828 h 314936"/>
              <a:gd name="csX42" fmla="*/ 323208 w 332998"/>
              <a:gd name="csY42" fmla="*/ 127731 h 314936"/>
              <a:gd name="csX43" fmla="*/ 330610 w 332998"/>
              <a:gd name="csY43" fmla="*/ 136947 h 314936"/>
              <a:gd name="csX44" fmla="*/ 327230 w 332998"/>
              <a:gd name="csY44" fmla="*/ 153094 h 314936"/>
              <a:gd name="csX45" fmla="*/ 328146 w 332998"/>
              <a:gd name="csY45" fmla="*/ 164492 h 314936"/>
              <a:gd name="csX46" fmla="*/ 285552 w 332998"/>
              <a:gd name="csY46" fmla="*/ 166189 h 314936"/>
              <a:gd name="csX47" fmla="*/ 228050 w 332998"/>
              <a:gd name="csY47" fmla="*/ 169472 h 314936"/>
              <a:gd name="csX48" fmla="*/ 213142 w 332998"/>
              <a:gd name="csY48" fmla="*/ 171057 h 314936"/>
              <a:gd name="csX49" fmla="*/ 197915 w 332998"/>
              <a:gd name="csY49" fmla="*/ 199758 h 314936"/>
              <a:gd name="csX50" fmla="*/ 180329 w 332998"/>
              <a:gd name="csY50" fmla="*/ 231127 h 314936"/>
              <a:gd name="csX51" fmla="*/ 181055 w 332998"/>
              <a:gd name="csY51" fmla="*/ 253031 h 314936"/>
              <a:gd name="csX52" fmla="*/ 185000 w 332998"/>
              <a:gd name="csY52" fmla="*/ 272477 h 314936"/>
              <a:gd name="csX53" fmla="*/ 182260 w 332998"/>
              <a:gd name="csY53" fmla="*/ 301769 h 314936"/>
              <a:gd name="csX54" fmla="*/ 174070 w 332998"/>
              <a:gd name="csY54" fmla="*/ 314937 h 314936"/>
              <a:gd name="csX55" fmla="*/ 150508 w 332998"/>
              <a:gd name="csY55" fmla="*/ 295153 h 3149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Lst>
            <a:rect l="l" t="t" r="r" b="b"/>
            <a:pathLst>
              <a:path w="332998" h="314936">
                <a:moveTo>
                  <a:pt x="150508" y="295153"/>
                </a:moveTo>
                <a:cubicBezTo>
                  <a:pt x="138884" y="284272"/>
                  <a:pt x="126470" y="272508"/>
                  <a:pt x="122921" y="269012"/>
                </a:cubicBezTo>
                <a:cubicBezTo>
                  <a:pt x="116541" y="262727"/>
                  <a:pt x="116534" y="262670"/>
                  <a:pt x="122279" y="264031"/>
                </a:cubicBezTo>
                <a:cubicBezTo>
                  <a:pt x="125681" y="264837"/>
                  <a:pt x="127450" y="264371"/>
                  <a:pt x="126546" y="262908"/>
                </a:cubicBezTo>
                <a:cubicBezTo>
                  <a:pt x="124960" y="260342"/>
                  <a:pt x="114693" y="255791"/>
                  <a:pt x="106954" y="254224"/>
                </a:cubicBezTo>
                <a:cubicBezTo>
                  <a:pt x="98738" y="252560"/>
                  <a:pt x="93040" y="248209"/>
                  <a:pt x="78561" y="232541"/>
                </a:cubicBezTo>
                <a:cubicBezTo>
                  <a:pt x="70581" y="223906"/>
                  <a:pt x="62635" y="216842"/>
                  <a:pt x="60903" y="216842"/>
                </a:cubicBezTo>
                <a:cubicBezTo>
                  <a:pt x="58660" y="216842"/>
                  <a:pt x="58531" y="215904"/>
                  <a:pt x="60455" y="213585"/>
                </a:cubicBezTo>
                <a:cubicBezTo>
                  <a:pt x="62461" y="211169"/>
                  <a:pt x="61494" y="209543"/>
                  <a:pt x="56711" y="207285"/>
                </a:cubicBezTo>
                <a:cubicBezTo>
                  <a:pt x="51186" y="204678"/>
                  <a:pt x="50705" y="204775"/>
                  <a:pt x="53349" y="207961"/>
                </a:cubicBezTo>
                <a:cubicBezTo>
                  <a:pt x="59572" y="215458"/>
                  <a:pt x="50558" y="211678"/>
                  <a:pt x="34703" y="200142"/>
                </a:cubicBezTo>
                <a:cubicBezTo>
                  <a:pt x="25983" y="193796"/>
                  <a:pt x="17579" y="187988"/>
                  <a:pt x="16028" y="187234"/>
                </a:cubicBezTo>
                <a:cubicBezTo>
                  <a:pt x="14108" y="186301"/>
                  <a:pt x="14238" y="185384"/>
                  <a:pt x="16436" y="184359"/>
                </a:cubicBezTo>
                <a:cubicBezTo>
                  <a:pt x="21429" y="182028"/>
                  <a:pt x="20247" y="178120"/>
                  <a:pt x="14549" y="178120"/>
                </a:cubicBezTo>
                <a:cubicBezTo>
                  <a:pt x="11062" y="178120"/>
                  <a:pt x="8950" y="175862"/>
                  <a:pt x="7908" y="171021"/>
                </a:cubicBezTo>
                <a:cubicBezTo>
                  <a:pt x="7068" y="167117"/>
                  <a:pt x="4593" y="159669"/>
                  <a:pt x="2407" y="154470"/>
                </a:cubicBezTo>
                <a:cubicBezTo>
                  <a:pt x="-1401" y="145413"/>
                  <a:pt x="-1217" y="143959"/>
                  <a:pt x="6812" y="119621"/>
                </a:cubicBezTo>
                <a:cubicBezTo>
                  <a:pt x="11420" y="105652"/>
                  <a:pt x="16036" y="93061"/>
                  <a:pt x="17071" y="91641"/>
                </a:cubicBezTo>
                <a:cubicBezTo>
                  <a:pt x="18105" y="90222"/>
                  <a:pt x="19709" y="85887"/>
                  <a:pt x="20635" y="82008"/>
                </a:cubicBezTo>
                <a:cubicBezTo>
                  <a:pt x="21600" y="77965"/>
                  <a:pt x="25393" y="73366"/>
                  <a:pt x="29523" y="71230"/>
                </a:cubicBezTo>
                <a:cubicBezTo>
                  <a:pt x="37293" y="67213"/>
                  <a:pt x="42896" y="57515"/>
                  <a:pt x="42896" y="48085"/>
                </a:cubicBezTo>
                <a:cubicBezTo>
                  <a:pt x="42896" y="44850"/>
                  <a:pt x="45882" y="39398"/>
                  <a:pt x="49532" y="35969"/>
                </a:cubicBezTo>
                <a:cubicBezTo>
                  <a:pt x="54317" y="31473"/>
                  <a:pt x="55816" y="27929"/>
                  <a:pt x="54906" y="23257"/>
                </a:cubicBezTo>
                <a:cubicBezTo>
                  <a:pt x="53161" y="14292"/>
                  <a:pt x="60305" y="0"/>
                  <a:pt x="66531" y="0"/>
                </a:cubicBezTo>
                <a:cubicBezTo>
                  <a:pt x="74307" y="0"/>
                  <a:pt x="80918" y="8058"/>
                  <a:pt x="82468" y="19425"/>
                </a:cubicBezTo>
                <a:cubicBezTo>
                  <a:pt x="84849" y="36891"/>
                  <a:pt x="88533" y="43885"/>
                  <a:pt x="95351" y="43885"/>
                </a:cubicBezTo>
                <a:cubicBezTo>
                  <a:pt x="98716" y="43885"/>
                  <a:pt x="103572" y="46208"/>
                  <a:pt x="106141" y="49048"/>
                </a:cubicBezTo>
                <a:cubicBezTo>
                  <a:pt x="108711" y="51887"/>
                  <a:pt x="112086" y="54190"/>
                  <a:pt x="113640" y="54166"/>
                </a:cubicBezTo>
                <a:cubicBezTo>
                  <a:pt x="117209" y="54110"/>
                  <a:pt x="125915" y="44980"/>
                  <a:pt x="132249" y="34653"/>
                </a:cubicBezTo>
                <a:cubicBezTo>
                  <a:pt x="141121" y="20185"/>
                  <a:pt x="150911" y="10326"/>
                  <a:pt x="156404" y="10326"/>
                </a:cubicBezTo>
                <a:cubicBezTo>
                  <a:pt x="159385" y="10326"/>
                  <a:pt x="164754" y="8406"/>
                  <a:pt x="168334" y="6060"/>
                </a:cubicBezTo>
                <a:cubicBezTo>
                  <a:pt x="174611" y="1948"/>
                  <a:pt x="175258" y="2087"/>
                  <a:pt x="186389" y="9933"/>
                </a:cubicBezTo>
                <a:cubicBezTo>
                  <a:pt x="192739" y="14408"/>
                  <a:pt x="199021" y="18070"/>
                  <a:pt x="200349" y="18070"/>
                </a:cubicBezTo>
                <a:cubicBezTo>
                  <a:pt x="204669" y="18070"/>
                  <a:pt x="208141" y="27331"/>
                  <a:pt x="204999" y="30473"/>
                </a:cubicBezTo>
                <a:cubicBezTo>
                  <a:pt x="200842" y="34630"/>
                  <a:pt x="205908" y="39750"/>
                  <a:pt x="218185" y="43802"/>
                </a:cubicBezTo>
                <a:cubicBezTo>
                  <a:pt x="223767" y="45645"/>
                  <a:pt x="227842" y="48450"/>
                  <a:pt x="227241" y="50036"/>
                </a:cubicBezTo>
                <a:cubicBezTo>
                  <a:pt x="226639" y="51622"/>
                  <a:pt x="231671" y="56363"/>
                  <a:pt x="238424" y="60571"/>
                </a:cubicBezTo>
                <a:cubicBezTo>
                  <a:pt x="245177" y="64780"/>
                  <a:pt x="255598" y="73342"/>
                  <a:pt x="261581" y="79599"/>
                </a:cubicBezTo>
                <a:cubicBezTo>
                  <a:pt x="268586" y="86925"/>
                  <a:pt x="273870" y="90433"/>
                  <a:pt x="276424" y="89453"/>
                </a:cubicBezTo>
                <a:cubicBezTo>
                  <a:pt x="278605" y="88616"/>
                  <a:pt x="280389" y="88966"/>
                  <a:pt x="280389" y="90232"/>
                </a:cubicBezTo>
                <a:cubicBezTo>
                  <a:pt x="280389" y="91497"/>
                  <a:pt x="284254" y="93807"/>
                  <a:pt x="288978" y="95366"/>
                </a:cubicBezTo>
                <a:cubicBezTo>
                  <a:pt x="297678" y="98238"/>
                  <a:pt x="306636" y="107909"/>
                  <a:pt x="309784" y="117828"/>
                </a:cubicBezTo>
                <a:cubicBezTo>
                  <a:pt x="310845" y="121169"/>
                  <a:pt x="316015" y="124983"/>
                  <a:pt x="323208" y="127731"/>
                </a:cubicBezTo>
                <a:cubicBezTo>
                  <a:pt x="334331" y="131978"/>
                  <a:pt x="334696" y="132432"/>
                  <a:pt x="330610" y="136947"/>
                </a:cubicBezTo>
                <a:cubicBezTo>
                  <a:pt x="327588" y="140286"/>
                  <a:pt x="326585" y="145078"/>
                  <a:pt x="327230" y="153094"/>
                </a:cubicBezTo>
                <a:lnTo>
                  <a:pt x="328146" y="164492"/>
                </a:lnTo>
                <a:lnTo>
                  <a:pt x="285552" y="166189"/>
                </a:lnTo>
                <a:cubicBezTo>
                  <a:pt x="262126" y="167123"/>
                  <a:pt x="236250" y="168600"/>
                  <a:pt x="228050" y="169472"/>
                </a:cubicBezTo>
                <a:lnTo>
                  <a:pt x="213142" y="171057"/>
                </a:lnTo>
                <a:lnTo>
                  <a:pt x="197915" y="199758"/>
                </a:lnTo>
                <a:cubicBezTo>
                  <a:pt x="189539" y="215543"/>
                  <a:pt x="181626" y="229659"/>
                  <a:pt x="180329" y="231127"/>
                </a:cubicBezTo>
                <a:cubicBezTo>
                  <a:pt x="174323" y="237923"/>
                  <a:pt x="174624" y="246989"/>
                  <a:pt x="181055" y="253031"/>
                </a:cubicBezTo>
                <a:cubicBezTo>
                  <a:pt x="187596" y="259176"/>
                  <a:pt x="189401" y="268075"/>
                  <a:pt x="185000" y="272477"/>
                </a:cubicBezTo>
                <a:cubicBezTo>
                  <a:pt x="182808" y="274669"/>
                  <a:pt x="182167" y="281522"/>
                  <a:pt x="182260" y="301769"/>
                </a:cubicBezTo>
                <a:cubicBezTo>
                  <a:pt x="182290" y="308297"/>
                  <a:pt x="178160" y="314937"/>
                  <a:pt x="174070" y="314937"/>
                </a:cubicBezTo>
                <a:cubicBezTo>
                  <a:pt x="172734" y="314937"/>
                  <a:pt x="162131" y="306034"/>
                  <a:pt x="150508" y="295153"/>
                </a:cubicBezTo>
                <a:close/>
              </a:path>
            </a:pathLst>
          </a:custGeom>
          <a:solidFill>
            <a:srgbClr val="B9B9B9"/>
          </a:solidFill>
          <a:ln w="5163" cap="flat">
            <a:noFill/>
            <a:prstDash val="solid"/>
            <a:miter/>
          </a:ln>
        </p:spPr>
        <p:txBody>
          <a:bodyPr/>
          <a:lstStyle/>
          <a:p>
            <a:endParaRPr lang="es-419" noProof="0" dirty="0"/>
          </a:p>
        </p:txBody>
      </p:sp>
      <p:sp>
        <p:nvSpPr>
          <p:cNvPr id="62" name="Forma libre: forma 61">
            <a:extLst>
              <a:ext uri="{FF2B5EF4-FFF2-40B4-BE49-F238E27FC236}">
                <a16:creationId xmlns:a16="http://schemas.microsoft.com/office/drawing/2014/main" id="{D388219E-7B59-40C5-3FD6-428BEEA58CC6}"/>
              </a:ext>
            </a:extLst>
          </p:cNvPr>
          <p:cNvSpPr/>
          <p:nvPr/>
        </p:nvSpPr>
        <p:spPr>
          <a:xfrm>
            <a:off x="1645015" y="2415517"/>
            <a:ext cx="409424" cy="276749"/>
          </a:xfrm>
          <a:custGeom>
            <a:avLst/>
            <a:gdLst>
              <a:gd name="csX0" fmla="*/ 169694 w 409424"/>
              <a:gd name="csY0" fmla="*/ 275279 h 276749"/>
              <a:gd name="csX1" fmla="*/ 152536 w 409424"/>
              <a:gd name="csY1" fmla="*/ 270490 h 276749"/>
              <a:gd name="csX2" fmla="*/ 128939 w 409424"/>
              <a:gd name="csY2" fmla="*/ 261017 h 276749"/>
              <a:gd name="csX3" fmla="*/ 97253 w 409424"/>
              <a:gd name="csY3" fmla="*/ 251980 h 276749"/>
              <a:gd name="csX4" fmla="*/ 66316 w 409424"/>
              <a:gd name="csY4" fmla="*/ 248914 h 276749"/>
              <a:gd name="csX5" fmla="*/ 49536 w 409424"/>
              <a:gd name="csY5" fmla="*/ 241356 h 276749"/>
              <a:gd name="csX6" fmla="*/ 12262 w 409424"/>
              <a:gd name="csY6" fmla="*/ 223990 h 276749"/>
              <a:gd name="csX7" fmla="*/ 0 w 409424"/>
              <a:gd name="csY7" fmla="*/ 222341 h 276749"/>
              <a:gd name="csX8" fmla="*/ 5808 w 409424"/>
              <a:gd name="csY8" fmla="*/ 214784 h 276749"/>
              <a:gd name="csX9" fmla="*/ 14198 w 409424"/>
              <a:gd name="csY9" fmla="*/ 206134 h 276749"/>
              <a:gd name="csX10" fmla="*/ 30441 w 409424"/>
              <a:gd name="csY10" fmla="*/ 191104 h 276749"/>
              <a:gd name="csX11" fmla="*/ 44102 w 409424"/>
              <a:gd name="csY11" fmla="*/ 178805 h 276749"/>
              <a:gd name="csX12" fmla="*/ 41686 w 409424"/>
              <a:gd name="csY12" fmla="*/ 166228 h 276749"/>
              <a:gd name="csX13" fmla="*/ 27640 w 409424"/>
              <a:gd name="csY13" fmla="*/ 142994 h 276749"/>
              <a:gd name="csX14" fmla="*/ 10050 w 409424"/>
              <a:gd name="csY14" fmla="*/ 94836 h 276749"/>
              <a:gd name="csX15" fmla="*/ 25607 w 409424"/>
              <a:gd name="csY15" fmla="*/ 63931 h 276749"/>
              <a:gd name="csX16" fmla="*/ 43054 w 409424"/>
              <a:gd name="csY16" fmla="*/ 67030 h 276749"/>
              <a:gd name="csX17" fmla="*/ 54130 w 409424"/>
              <a:gd name="csY17" fmla="*/ 57326 h 276749"/>
              <a:gd name="csX18" fmla="*/ 54400 w 409424"/>
              <a:gd name="csY18" fmla="*/ 43740 h 276749"/>
              <a:gd name="csX19" fmla="*/ 67118 w 409424"/>
              <a:gd name="csY19" fmla="*/ 40356 h 276749"/>
              <a:gd name="csX20" fmla="*/ 69858 w 409424"/>
              <a:gd name="csY20" fmla="*/ 47250 h 276749"/>
              <a:gd name="csX21" fmla="*/ 74957 w 409424"/>
              <a:gd name="csY21" fmla="*/ 55146 h 276749"/>
              <a:gd name="csX22" fmla="*/ 85078 w 409424"/>
              <a:gd name="csY22" fmla="*/ 56392 h 276749"/>
              <a:gd name="csX23" fmla="*/ 108275 w 409424"/>
              <a:gd name="csY23" fmla="*/ 51828 h 276749"/>
              <a:gd name="csX24" fmla="*/ 135859 w 409424"/>
              <a:gd name="csY24" fmla="*/ 46965 h 276749"/>
              <a:gd name="csX25" fmla="*/ 159928 w 409424"/>
              <a:gd name="csY25" fmla="*/ 4926 h 276749"/>
              <a:gd name="csX26" fmla="*/ 164133 w 409424"/>
              <a:gd name="csY26" fmla="*/ 409 h 276749"/>
              <a:gd name="csX27" fmla="*/ 170486 w 409424"/>
              <a:gd name="csY27" fmla="*/ 1976 h 276749"/>
              <a:gd name="csX28" fmla="*/ 183283 w 409424"/>
              <a:gd name="csY28" fmla="*/ 17951 h 276749"/>
              <a:gd name="csX29" fmla="*/ 185999 w 409424"/>
              <a:gd name="csY29" fmla="*/ 22627 h 276749"/>
              <a:gd name="csX30" fmla="*/ 191478 w 409424"/>
              <a:gd name="csY30" fmla="*/ 30556 h 276749"/>
              <a:gd name="csX31" fmla="*/ 217371 w 409424"/>
              <a:gd name="csY31" fmla="*/ 43279 h 276749"/>
              <a:gd name="csX32" fmla="*/ 231319 w 409424"/>
              <a:gd name="csY32" fmla="*/ 47797 h 276749"/>
              <a:gd name="csX33" fmla="*/ 231065 w 409424"/>
              <a:gd name="csY33" fmla="*/ 71654 h 276749"/>
              <a:gd name="csX34" fmla="*/ 232914 w 409424"/>
              <a:gd name="csY34" fmla="*/ 94162 h 276749"/>
              <a:gd name="csX35" fmla="*/ 264097 w 409424"/>
              <a:gd name="csY35" fmla="*/ 98422 h 276749"/>
              <a:gd name="csX36" fmla="*/ 290859 w 409424"/>
              <a:gd name="csY36" fmla="*/ 85458 h 276749"/>
              <a:gd name="csX37" fmla="*/ 289553 w 409424"/>
              <a:gd name="csY37" fmla="*/ 87164 h 276749"/>
              <a:gd name="csX38" fmla="*/ 313001 w 409424"/>
              <a:gd name="csY38" fmla="*/ 117924 h 276749"/>
              <a:gd name="csX39" fmla="*/ 320100 w 409424"/>
              <a:gd name="csY39" fmla="*/ 125822 h 276749"/>
              <a:gd name="csX40" fmla="*/ 323327 w 409424"/>
              <a:gd name="csY40" fmla="*/ 131062 h 276749"/>
              <a:gd name="csX41" fmla="*/ 409403 w 409424"/>
              <a:gd name="csY41" fmla="*/ 134303 h 276749"/>
              <a:gd name="csX42" fmla="*/ 398626 w 409424"/>
              <a:gd name="csY42" fmla="*/ 166622 h 276749"/>
              <a:gd name="csX43" fmla="*/ 387152 w 409424"/>
              <a:gd name="csY43" fmla="*/ 198243 h 276749"/>
              <a:gd name="csX44" fmla="*/ 392348 w 409424"/>
              <a:gd name="csY44" fmla="*/ 208428 h 276749"/>
              <a:gd name="csX45" fmla="*/ 395238 w 409424"/>
              <a:gd name="csY45" fmla="*/ 226562 h 276749"/>
              <a:gd name="csX46" fmla="*/ 391384 w 409424"/>
              <a:gd name="csY46" fmla="*/ 222526 h 276749"/>
              <a:gd name="csX47" fmla="*/ 386991 w 409424"/>
              <a:gd name="csY47" fmla="*/ 220249 h 276749"/>
              <a:gd name="csX48" fmla="*/ 376751 w 409424"/>
              <a:gd name="csY48" fmla="*/ 216540 h 276749"/>
              <a:gd name="csX49" fmla="*/ 366566 w 409424"/>
              <a:gd name="csY49" fmla="*/ 215027 h 276749"/>
              <a:gd name="csX50" fmla="*/ 371084 w 409424"/>
              <a:gd name="csY50" fmla="*/ 220497 h 276749"/>
              <a:gd name="csX51" fmla="*/ 400125 w 409424"/>
              <a:gd name="csY51" fmla="*/ 234526 h 276749"/>
              <a:gd name="csX52" fmla="*/ 382700 w 409424"/>
              <a:gd name="csY52" fmla="*/ 228973 h 276749"/>
              <a:gd name="csX53" fmla="*/ 356240 w 409424"/>
              <a:gd name="csY53" fmla="*/ 221430 h 276749"/>
              <a:gd name="csX54" fmla="*/ 344640 w 409424"/>
              <a:gd name="csY54" fmla="*/ 215296 h 276749"/>
              <a:gd name="csX55" fmla="*/ 351310 w 409424"/>
              <a:gd name="csY55" fmla="*/ 215089 h 276749"/>
              <a:gd name="csX56" fmla="*/ 353659 w 409424"/>
              <a:gd name="csY56" fmla="*/ 213898 h 276749"/>
              <a:gd name="csX57" fmla="*/ 348281 w 409424"/>
              <a:gd name="csY57" fmla="*/ 208377 h 276749"/>
              <a:gd name="csX58" fmla="*/ 338397 w 409424"/>
              <a:gd name="csY58" fmla="*/ 209577 h 276749"/>
              <a:gd name="csX59" fmla="*/ 330426 w 409424"/>
              <a:gd name="csY59" fmla="*/ 208411 h 276749"/>
              <a:gd name="csX60" fmla="*/ 317751 w 409424"/>
              <a:gd name="csY60" fmla="*/ 206264 h 276749"/>
              <a:gd name="csX61" fmla="*/ 320963 w 409424"/>
              <a:gd name="csY61" fmla="*/ 214760 h 276749"/>
              <a:gd name="csX62" fmla="*/ 323972 w 409424"/>
              <a:gd name="csY62" fmla="*/ 215747 h 276749"/>
              <a:gd name="csX63" fmla="*/ 314937 w 409424"/>
              <a:gd name="csY63" fmla="*/ 219599 h 276749"/>
              <a:gd name="csX64" fmla="*/ 321391 w 409424"/>
              <a:gd name="csY64" fmla="*/ 219864 h 276749"/>
              <a:gd name="csX65" fmla="*/ 330426 w 409424"/>
              <a:gd name="csY65" fmla="*/ 221426 h 276749"/>
              <a:gd name="csX66" fmla="*/ 310754 w 409424"/>
              <a:gd name="csY66" fmla="*/ 223941 h 276749"/>
              <a:gd name="csX67" fmla="*/ 284939 w 409424"/>
              <a:gd name="csY67" fmla="*/ 234304 h 276749"/>
              <a:gd name="csX68" fmla="*/ 270316 w 409424"/>
              <a:gd name="csY68" fmla="*/ 244630 h 276749"/>
              <a:gd name="csX69" fmla="*/ 259397 w 409424"/>
              <a:gd name="csY69" fmla="*/ 248767 h 276749"/>
              <a:gd name="csX70" fmla="*/ 242736 w 409424"/>
              <a:gd name="csY70" fmla="*/ 255227 h 276749"/>
              <a:gd name="csX71" fmla="*/ 220097 w 409424"/>
              <a:gd name="csY71" fmla="*/ 265079 h 276749"/>
              <a:gd name="csX72" fmla="*/ 198772 w 409424"/>
              <a:gd name="csY72" fmla="*/ 274061 h 276749"/>
              <a:gd name="csX73" fmla="*/ 169694 w 409424"/>
              <a:gd name="csY73" fmla="*/ 275279 h 2767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Lst>
            <a:rect l="l" t="t" r="r" b="b"/>
            <a:pathLst>
              <a:path w="409424" h="276749">
                <a:moveTo>
                  <a:pt x="169694" y="275279"/>
                </a:moveTo>
                <a:cubicBezTo>
                  <a:pt x="167412" y="274002"/>
                  <a:pt x="159691" y="271847"/>
                  <a:pt x="152536" y="270490"/>
                </a:cubicBezTo>
                <a:cubicBezTo>
                  <a:pt x="145381" y="269133"/>
                  <a:pt x="134762" y="264870"/>
                  <a:pt x="128939" y="261017"/>
                </a:cubicBezTo>
                <a:cubicBezTo>
                  <a:pt x="120697" y="255563"/>
                  <a:pt x="113680" y="253561"/>
                  <a:pt x="97253" y="251980"/>
                </a:cubicBezTo>
                <a:cubicBezTo>
                  <a:pt x="85648" y="250863"/>
                  <a:pt x="71726" y="249483"/>
                  <a:pt x="66316" y="248914"/>
                </a:cubicBezTo>
                <a:cubicBezTo>
                  <a:pt x="60430" y="248295"/>
                  <a:pt x="53691" y="245260"/>
                  <a:pt x="49536" y="241356"/>
                </a:cubicBezTo>
                <a:cubicBezTo>
                  <a:pt x="36860" y="229445"/>
                  <a:pt x="25174" y="224000"/>
                  <a:pt x="12262" y="223990"/>
                </a:cubicBezTo>
                <a:cubicBezTo>
                  <a:pt x="5518" y="223985"/>
                  <a:pt x="0" y="223243"/>
                  <a:pt x="0" y="222341"/>
                </a:cubicBezTo>
                <a:cubicBezTo>
                  <a:pt x="0" y="221438"/>
                  <a:pt x="2614" y="218038"/>
                  <a:pt x="5808" y="214784"/>
                </a:cubicBezTo>
                <a:cubicBezTo>
                  <a:pt x="9003" y="211529"/>
                  <a:pt x="12778" y="207637"/>
                  <a:pt x="14198" y="206134"/>
                </a:cubicBezTo>
                <a:cubicBezTo>
                  <a:pt x="15618" y="204632"/>
                  <a:pt x="22927" y="197868"/>
                  <a:pt x="30441" y="191104"/>
                </a:cubicBezTo>
                <a:lnTo>
                  <a:pt x="44102" y="178805"/>
                </a:lnTo>
                <a:lnTo>
                  <a:pt x="41686" y="166228"/>
                </a:lnTo>
                <a:cubicBezTo>
                  <a:pt x="39751" y="156152"/>
                  <a:pt x="36957" y="151530"/>
                  <a:pt x="27640" y="142994"/>
                </a:cubicBezTo>
                <a:cubicBezTo>
                  <a:pt x="14024" y="130519"/>
                  <a:pt x="10714" y="121458"/>
                  <a:pt x="10050" y="94836"/>
                </a:cubicBezTo>
                <a:cubicBezTo>
                  <a:pt x="9450" y="70766"/>
                  <a:pt x="12891" y="63931"/>
                  <a:pt x="25607" y="63931"/>
                </a:cubicBezTo>
                <a:cubicBezTo>
                  <a:pt x="30489" y="63931"/>
                  <a:pt x="38340" y="65326"/>
                  <a:pt x="43054" y="67030"/>
                </a:cubicBezTo>
                <a:cubicBezTo>
                  <a:pt x="54638" y="71219"/>
                  <a:pt x="59354" y="67087"/>
                  <a:pt x="54130" y="57326"/>
                </a:cubicBezTo>
                <a:cubicBezTo>
                  <a:pt x="51035" y="51543"/>
                  <a:pt x="51072" y="49668"/>
                  <a:pt x="54400" y="43740"/>
                </a:cubicBezTo>
                <a:cubicBezTo>
                  <a:pt x="59239" y="35118"/>
                  <a:pt x="67118" y="33022"/>
                  <a:pt x="67118" y="40356"/>
                </a:cubicBezTo>
                <a:cubicBezTo>
                  <a:pt x="67118" y="43216"/>
                  <a:pt x="68351" y="46318"/>
                  <a:pt x="69858" y="47250"/>
                </a:cubicBezTo>
                <a:cubicBezTo>
                  <a:pt x="71366" y="48181"/>
                  <a:pt x="73660" y="51735"/>
                  <a:pt x="74957" y="55146"/>
                </a:cubicBezTo>
                <a:cubicBezTo>
                  <a:pt x="77803" y="62631"/>
                  <a:pt x="81496" y="63085"/>
                  <a:pt x="85078" y="56392"/>
                </a:cubicBezTo>
                <a:cubicBezTo>
                  <a:pt x="87383" y="52084"/>
                  <a:pt x="90423" y="51486"/>
                  <a:pt x="108275" y="51828"/>
                </a:cubicBezTo>
                <a:cubicBezTo>
                  <a:pt x="125309" y="52154"/>
                  <a:pt x="130021" y="51323"/>
                  <a:pt x="135859" y="46965"/>
                </a:cubicBezTo>
                <a:cubicBezTo>
                  <a:pt x="144210" y="40730"/>
                  <a:pt x="159754" y="13580"/>
                  <a:pt x="159928" y="4926"/>
                </a:cubicBezTo>
                <a:cubicBezTo>
                  <a:pt x="160018" y="462"/>
                  <a:pt x="161137" y="-741"/>
                  <a:pt x="164133" y="409"/>
                </a:cubicBezTo>
                <a:cubicBezTo>
                  <a:pt x="166379" y="1271"/>
                  <a:pt x="169238" y="1976"/>
                  <a:pt x="170486" y="1976"/>
                </a:cubicBezTo>
                <a:cubicBezTo>
                  <a:pt x="174404" y="1976"/>
                  <a:pt x="183283" y="13060"/>
                  <a:pt x="183283" y="17951"/>
                </a:cubicBezTo>
                <a:cubicBezTo>
                  <a:pt x="183283" y="20523"/>
                  <a:pt x="184505" y="22627"/>
                  <a:pt x="185999" y="22627"/>
                </a:cubicBezTo>
                <a:cubicBezTo>
                  <a:pt x="187493" y="22627"/>
                  <a:pt x="189958" y="26195"/>
                  <a:pt x="191478" y="30556"/>
                </a:cubicBezTo>
                <a:cubicBezTo>
                  <a:pt x="194632" y="39603"/>
                  <a:pt x="202114" y="43279"/>
                  <a:pt x="217371" y="43279"/>
                </a:cubicBezTo>
                <a:cubicBezTo>
                  <a:pt x="224361" y="43279"/>
                  <a:pt x="229040" y="44794"/>
                  <a:pt x="231319" y="47797"/>
                </a:cubicBezTo>
                <a:cubicBezTo>
                  <a:pt x="235951" y="53900"/>
                  <a:pt x="235804" y="67721"/>
                  <a:pt x="231065" y="71654"/>
                </a:cubicBezTo>
                <a:cubicBezTo>
                  <a:pt x="227042" y="74993"/>
                  <a:pt x="227738" y="83470"/>
                  <a:pt x="232914" y="94162"/>
                </a:cubicBezTo>
                <a:cubicBezTo>
                  <a:pt x="236944" y="102487"/>
                  <a:pt x="256280" y="105129"/>
                  <a:pt x="264097" y="98422"/>
                </a:cubicBezTo>
                <a:cubicBezTo>
                  <a:pt x="272137" y="91525"/>
                  <a:pt x="288836" y="83435"/>
                  <a:pt x="290859" y="85458"/>
                </a:cubicBezTo>
                <a:cubicBezTo>
                  <a:pt x="291797" y="86396"/>
                  <a:pt x="291209" y="87164"/>
                  <a:pt x="289553" y="87164"/>
                </a:cubicBezTo>
                <a:cubicBezTo>
                  <a:pt x="278849" y="87164"/>
                  <a:pt x="297992" y="112276"/>
                  <a:pt x="313001" y="117924"/>
                </a:cubicBezTo>
                <a:cubicBezTo>
                  <a:pt x="317528" y="119627"/>
                  <a:pt x="320100" y="122488"/>
                  <a:pt x="320100" y="125822"/>
                </a:cubicBezTo>
                <a:cubicBezTo>
                  <a:pt x="320100" y="128696"/>
                  <a:pt x="321552" y="131055"/>
                  <a:pt x="323327" y="131062"/>
                </a:cubicBezTo>
                <a:cubicBezTo>
                  <a:pt x="338940" y="131129"/>
                  <a:pt x="408862" y="133762"/>
                  <a:pt x="409403" y="134303"/>
                </a:cubicBezTo>
                <a:cubicBezTo>
                  <a:pt x="409786" y="134687"/>
                  <a:pt x="404937" y="149230"/>
                  <a:pt x="398626" y="166622"/>
                </a:cubicBezTo>
                <a:lnTo>
                  <a:pt x="387152" y="198243"/>
                </a:lnTo>
                <a:lnTo>
                  <a:pt x="392348" y="208428"/>
                </a:lnTo>
                <a:cubicBezTo>
                  <a:pt x="397867" y="219247"/>
                  <a:pt x="399033" y="226562"/>
                  <a:pt x="395238" y="226562"/>
                </a:cubicBezTo>
                <a:cubicBezTo>
                  <a:pt x="393970" y="226562"/>
                  <a:pt x="392236" y="224746"/>
                  <a:pt x="391384" y="222526"/>
                </a:cubicBezTo>
                <a:cubicBezTo>
                  <a:pt x="390533" y="220307"/>
                  <a:pt x="388555" y="219282"/>
                  <a:pt x="386991" y="220249"/>
                </a:cubicBezTo>
                <a:cubicBezTo>
                  <a:pt x="385426" y="221216"/>
                  <a:pt x="380818" y="219547"/>
                  <a:pt x="376751" y="216540"/>
                </a:cubicBezTo>
                <a:cubicBezTo>
                  <a:pt x="367939" y="210026"/>
                  <a:pt x="366566" y="209821"/>
                  <a:pt x="366566" y="215027"/>
                </a:cubicBezTo>
                <a:cubicBezTo>
                  <a:pt x="366566" y="217201"/>
                  <a:pt x="368599" y="219663"/>
                  <a:pt x="371084" y="220497"/>
                </a:cubicBezTo>
                <a:cubicBezTo>
                  <a:pt x="382593" y="224364"/>
                  <a:pt x="400125" y="232833"/>
                  <a:pt x="400125" y="234526"/>
                </a:cubicBezTo>
                <a:cubicBezTo>
                  <a:pt x="400125" y="235560"/>
                  <a:pt x="392284" y="233061"/>
                  <a:pt x="382700" y="228973"/>
                </a:cubicBezTo>
                <a:cubicBezTo>
                  <a:pt x="373117" y="224884"/>
                  <a:pt x="361210" y="221490"/>
                  <a:pt x="356240" y="221430"/>
                </a:cubicBezTo>
                <a:cubicBezTo>
                  <a:pt x="344962" y="221293"/>
                  <a:pt x="338255" y="217747"/>
                  <a:pt x="344640" y="215296"/>
                </a:cubicBezTo>
                <a:cubicBezTo>
                  <a:pt x="347017" y="214384"/>
                  <a:pt x="350019" y="214291"/>
                  <a:pt x="351310" y="215089"/>
                </a:cubicBezTo>
                <a:cubicBezTo>
                  <a:pt x="352602" y="215888"/>
                  <a:pt x="353659" y="215352"/>
                  <a:pt x="353659" y="213898"/>
                </a:cubicBezTo>
                <a:cubicBezTo>
                  <a:pt x="353659" y="212444"/>
                  <a:pt x="351239" y="209960"/>
                  <a:pt x="348281" y="208377"/>
                </a:cubicBezTo>
                <a:cubicBezTo>
                  <a:pt x="344050" y="206113"/>
                  <a:pt x="341943" y="206369"/>
                  <a:pt x="338397" y="209577"/>
                </a:cubicBezTo>
                <a:cubicBezTo>
                  <a:pt x="332399" y="215006"/>
                  <a:pt x="330426" y="214717"/>
                  <a:pt x="330426" y="208411"/>
                </a:cubicBezTo>
                <a:cubicBezTo>
                  <a:pt x="330426" y="200483"/>
                  <a:pt x="323396" y="199293"/>
                  <a:pt x="317751" y="206264"/>
                </a:cubicBezTo>
                <a:cubicBezTo>
                  <a:pt x="311888" y="213504"/>
                  <a:pt x="313243" y="217088"/>
                  <a:pt x="320963" y="214760"/>
                </a:cubicBezTo>
                <a:cubicBezTo>
                  <a:pt x="324787" y="213607"/>
                  <a:pt x="325738" y="213919"/>
                  <a:pt x="323972" y="215747"/>
                </a:cubicBezTo>
                <a:cubicBezTo>
                  <a:pt x="322552" y="217218"/>
                  <a:pt x="318487" y="218951"/>
                  <a:pt x="314937" y="219599"/>
                </a:cubicBezTo>
                <a:cubicBezTo>
                  <a:pt x="311388" y="220248"/>
                  <a:pt x="314292" y="220366"/>
                  <a:pt x="321391" y="219864"/>
                </a:cubicBezTo>
                <a:cubicBezTo>
                  <a:pt x="330318" y="219231"/>
                  <a:pt x="333104" y="219713"/>
                  <a:pt x="330426" y="221426"/>
                </a:cubicBezTo>
                <a:cubicBezTo>
                  <a:pt x="328296" y="222787"/>
                  <a:pt x="319444" y="223919"/>
                  <a:pt x="310754" y="223941"/>
                </a:cubicBezTo>
                <a:cubicBezTo>
                  <a:pt x="295733" y="223979"/>
                  <a:pt x="294460" y="224490"/>
                  <a:pt x="284939" y="234304"/>
                </a:cubicBezTo>
                <a:cubicBezTo>
                  <a:pt x="279431" y="239982"/>
                  <a:pt x="272851" y="244629"/>
                  <a:pt x="270316" y="244630"/>
                </a:cubicBezTo>
                <a:cubicBezTo>
                  <a:pt x="267782" y="244631"/>
                  <a:pt x="262868" y="246493"/>
                  <a:pt x="259397" y="248767"/>
                </a:cubicBezTo>
                <a:cubicBezTo>
                  <a:pt x="255927" y="251041"/>
                  <a:pt x="248429" y="253948"/>
                  <a:pt x="242736" y="255227"/>
                </a:cubicBezTo>
                <a:cubicBezTo>
                  <a:pt x="237044" y="256506"/>
                  <a:pt x="226856" y="260940"/>
                  <a:pt x="220097" y="265079"/>
                </a:cubicBezTo>
                <a:cubicBezTo>
                  <a:pt x="213337" y="269219"/>
                  <a:pt x="203741" y="273261"/>
                  <a:pt x="198772" y="274061"/>
                </a:cubicBezTo>
                <a:cubicBezTo>
                  <a:pt x="178742" y="277289"/>
                  <a:pt x="173664" y="277501"/>
                  <a:pt x="169694" y="275279"/>
                </a:cubicBezTo>
                <a:close/>
              </a:path>
            </a:pathLst>
          </a:custGeom>
          <a:solidFill>
            <a:srgbClr val="B9B9B9"/>
          </a:solidFill>
          <a:ln w="5163" cap="flat">
            <a:noFill/>
            <a:prstDash val="solid"/>
            <a:miter/>
          </a:ln>
        </p:spPr>
        <p:txBody>
          <a:bodyPr/>
          <a:lstStyle/>
          <a:p>
            <a:endParaRPr lang="es-419" noProof="0" dirty="0"/>
          </a:p>
        </p:txBody>
      </p:sp>
      <p:sp>
        <p:nvSpPr>
          <p:cNvPr id="63" name="Forma libre: forma 62">
            <a:extLst>
              <a:ext uri="{FF2B5EF4-FFF2-40B4-BE49-F238E27FC236}">
                <a16:creationId xmlns:a16="http://schemas.microsoft.com/office/drawing/2014/main" id="{8B4411B2-E708-6B5D-7659-0E00595393C4}"/>
              </a:ext>
            </a:extLst>
          </p:cNvPr>
          <p:cNvSpPr/>
          <p:nvPr/>
        </p:nvSpPr>
        <p:spPr>
          <a:xfrm>
            <a:off x="1324915" y="2412330"/>
            <a:ext cx="357764" cy="223095"/>
          </a:xfrm>
          <a:custGeom>
            <a:avLst/>
            <a:gdLst>
              <a:gd name="csX0" fmla="*/ 310749 w 357764"/>
              <a:gd name="csY0" fmla="*/ 220821 h 223095"/>
              <a:gd name="csX1" fmla="*/ 306750 w 357764"/>
              <a:gd name="csY1" fmla="*/ 216842 h 223095"/>
              <a:gd name="csX2" fmla="*/ 298107 w 357764"/>
              <a:gd name="csY2" fmla="*/ 209508 h 223095"/>
              <a:gd name="csX3" fmla="*/ 280348 w 357764"/>
              <a:gd name="csY3" fmla="*/ 201999 h 223095"/>
              <a:gd name="csX4" fmla="*/ 262845 w 357764"/>
              <a:gd name="csY4" fmla="*/ 196313 h 223095"/>
              <a:gd name="csX5" fmla="*/ 256032 w 357764"/>
              <a:gd name="csY5" fmla="*/ 193496 h 223095"/>
              <a:gd name="csX6" fmla="*/ 242886 w 357764"/>
              <a:gd name="csY6" fmla="*/ 190679 h 223095"/>
              <a:gd name="csX7" fmla="*/ 229978 w 357764"/>
              <a:gd name="csY7" fmla="*/ 186722 h 223095"/>
              <a:gd name="csX8" fmla="*/ 220854 w 357764"/>
              <a:gd name="csY8" fmla="*/ 186091 h 223095"/>
              <a:gd name="csX9" fmla="*/ 209097 w 357764"/>
              <a:gd name="csY9" fmla="*/ 183130 h 223095"/>
              <a:gd name="csX10" fmla="*/ 214906 w 357764"/>
              <a:gd name="csY10" fmla="*/ 187877 h 223095"/>
              <a:gd name="csX11" fmla="*/ 215222 w 357764"/>
              <a:gd name="csY11" fmla="*/ 190853 h 223095"/>
              <a:gd name="csX12" fmla="*/ 206349 w 357764"/>
              <a:gd name="csY12" fmla="*/ 186954 h 223095"/>
              <a:gd name="csX13" fmla="*/ 189899 w 357764"/>
              <a:gd name="csY13" fmla="*/ 176334 h 223095"/>
              <a:gd name="csX14" fmla="*/ 172154 w 357764"/>
              <a:gd name="csY14" fmla="*/ 165667 h 223095"/>
              <a:gd name="csX15" fmla="*/ 165494 w 357764"/>
              <a:gd name="csY15" fmla="*/ 164758 h 223095"/>
              <a:gd name="csX16" fmla="*/ 154887 w 357764"/>
              <a:gd name="csY16" fmla="*/ 162867 h 223095"/>
              <a:gd name="csX17" fmla="*/ 146116 w 357764"/>
              <a:gd name="csY17" fmla="*/ 160825 h 223095"/>
              <a:gd name="csX18" fmla="*/ 117490 w 357764"/>
              <a:gd name="csY18" fmla="*/ 151278 h 223095"/>
              <a:gd name="csX19" fmla="*/ 95284 w 357764"/>
              <a:gd name="csY19" fmla="*/ 141980 h 223095"/>
              <a:gd name="csX20" fmla="*/ 92932 w 357764"/>
              <a:gd name="csY20" fmla="*/ 138216 h 223095"/>
              <a:gd name="csX21" fmla="*/ 81316 w 357764"/>
              <a:gd name="csY21" fmla="*/ 127645 h 223095"/>
              <a:gd name="csX22" fmla="*/ 69699 w 357764"/>
              <a:gd name="csY22" fmla="*/ 117508 h 223095"/>
              <a:gd name="csX23" fmla="*/ 49682 w 357764"/>
              <a:gd name="csY23" fmla="*/ 104238 h 223095"/>
              <a:gd name="csX24" fmla="*/ 33940 w 357764"/>
              <a:gd name="csY24" fmla="*/ 91155 h 223095"/>
              <a:gd name="csX25" fmla="*/ 3571 w 357764"/>
              <a:gd name="csY25" fmla="*/ 73330 h 223095"/>
              <a:gd name="csX26" fmla="*/ 0 w 357764"/>
              <a:gd name="csY26" fmla="*/ 65812 h 223095"/>
              <a:gd name="csX27" fmla="*/ 7287 w 357764"/>
              <a:gd name="csY27" fmla="*/ 53156 h 223095"/>
              <a:gd name="csX28" fmla="*/ 18044 w 357764"/>
              <a:gd name="csY28" fmla="*/ 33495 h 223095"/>
              <a:gd name="csX29" fmla="*/ 19421 w 357764"/>
              <a:gd name="csY29" fmla="*/ 20586 h 223095"/>
              <a:gd name="csX30" fmla="*/ 43911 w 357764"/>
              <a:gd name="csY30" fmla="*/ 20678 h 223095"/>
              <a:gd name="csX31" fmla="*/ 60045 w 357764"/>
              <a:gd name="csY31" fmla="*/ 24079 h 223095"/>
              <a:gd name="csX32" fmla="*/ 132045 w 357764"/>
              <a:gd name="csY32" fmla="*/ 29780 h 223095"/>
              <a:gd name="csX33" fmla="*/ 140624 w 357764"/>
              <a:gd name="csY33" fmla="*/ 26018 h 223095"/>
              <a:gd name="csX34" fmla="*/ 141619 w 357764"/>
              <a:gd name="csY34" fmla="*/ 13502 h 223095"/>
              <a:gd name="csX35" fmla="*/ 147260 w 357764"/>
              <a:gd name="csY35" fmla="*/ 0 h 223095"/>
              <a:gd name="csX36" fmla="*/ 157468 w 357764"/>
              <a:gd name="csY36" fmla="*/ 24790 h 223095"/>
              <a:gd name="csX37" fmla="*/ 164323 w 357764"/>
              <a:gd name="csY37" fmla="*/ 32600 h 223095"/>
              <a:gd name="csX38" fmla="*/ 177876 w 357764"/>
              <a:gd name="csY38" fmla="*/ 26172 h 223095"/>
              <a:gd name="csX39" fmla="*/ 195232 w 357764"/>
              <a:gd name="csY39" fmla="*/ 18047 h 223095"/>
              <a:gd name="csX40" fmla="*/ 208905 w 357764"/>
              <a:gd name="csY40" fmla="*/ 10791 h 223095"/>
              <a:gd name="csX41" fmla="*/ 219887 w 357764"/>
              <a:gd name="csY41" fmla="*/ 4680 h 223095"/>
              <a:gd name="csX42" fmla="*/ 238661 w 357764"/>
              <a:gd name="csY42" fmla="*/ 20265 h 223095"/>
              <a:gd name="csX43" fmla="*/ 254397 w 357764"/>
              <a:gd name="csY43" fmla="*/ 25712 h 223095"/>
              <a:gd name="csX44" fmla="*/ 258145 w 357764"/>
              <a:gd name="csY44" fmla="*/ 24934 h 223095"/>
              <a:gd name="csX45" fmla="*/ 286337 w 357764"/>
              <a:gd name="csY45" fmla="*/ 54210 h 223095"/>
              <a:gd name="csX46" fmla="*/ 292234 w 357764"/>
              <a:gd name="csY46" fmla="*/ 58728 h 223095"/>
              <a:gd name="csX47" fmla="*/ 311147 w 357764"/>
              <a:gd name="csY47" fmla="*/ 69699 h 223095"/>
              <a:gd name="csX48" fmla="*/ 321808 w 357764"/>
              <a:gd name="csY48" fmla="*/ 76335 h 223095"/>
              <a:gd name="csX49" fmla="*/ 326980 w 357764"/>
              <a:gd name="csY49" fmla="*/ 102795 h 223095"/>
              <a:gd name="csX50" fmla="*/ 329261 w 357764"/>
              <a:gd name="csY50" fmla="*/ 127630 h 223095"/>
              <a:gd name="csX51" fmla="*/ 333007 w 357764"/>
              <a:gd name="csY51" fmla="*/ 137310 h 223095"/>
              <a:gd name="csX52" fmla="*/ 335120 w 357764"/>
              <a:gd name="csY52" fmla="*/ 141980 h 223095"/>
              <a:gd name="csX53" fmla="*/ 346410 w 357764"/>
              <a:gd name="csY53" fmla="*/ 150369 h 223095"/>
              <a:gd name="csX54" fmla="*/ 357125 w 357764"/>
              <a:gd name="csY54" fmla="*/ 170794 h 223095"/>
              <a:gd name="csX55" fmla="*/ 348644 w 357764"/>
              <a:gd name="csY55" fmla="*/ 191877 h 223095"/>
              <a:gd name="csX56" fmla="*/ 333236 w 357764"/>
              <a:gd name="csY56" fmla="*/ 203812 h 223095"/>
              <a:gd name="csX57" fmla="*/ 327844 w 357764"/>
              <a:gd name="csY57" fmla="*/ 209994 h 223095"/>
              <a:gd name="csX58" fmla="*/ 320060 w 357764"/>
              <a:gd name="csY58" fmla="*/ 219045 h 223095"/>
              <a:gd name="csX59" fmla="*/ 310749 w 357764"/>
              <a:gd name="csY59" fmla="*/ 220821 h 2230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Lst>
            <a:rect l="l" t="t" r="r" b="b"/>
            <a:pathLst>
              <a:path w="357764" h="223095">
                <a:moveTo>
                  <a:pt x="310749" y="220821"/>
                </a:moveTo>
                <a:cubicBezTo>
                  <a:pt x="309909" y="218632"/>
                  <a:pt x="308109" y="216842"/>
                  <a:pt x="306750" y="216842"/>
                </a:cubicBezTo>
                <a:cubicBezTo>
                  <a:pt x="305390" y="216842"/>
                  <a:pt x="301501" y="213542"/>
                  <a:pt x="298107" y="209508"/>
                </a:cubicBezTo>
                <a:cubicBezTo>
                  <a:pt x="293077" y="203531"/>
                  <a:pt x="289793" y="202142"/>
                  <a:pt x="280348" y="201999"/>
                </a:cubicBezTo>
                <a:cubicBezTo>
                  <a:pt x="272259" y="201877"/>
                  <a:pt x="266975" y="200160"/>
                  <a:pt x="262845" y="196313"/>
                </a:cubicBezTo>
                <a:cubicBezTo>
                  <a:pt x="259591" y="193282"/>
                  <a:pt x="256525" y="192014"/>
                  <a:pt x="256032" y="193496"/>
                </a:cubicBezTo>
                <a:cubicBezTo>
                  <a:pt x="254564" y="197900"/>
                  <a:pt x="248378" y="196574"/>
                  <a:pt x="242886" y="190679"/>
                </a:cubicBezTo>
                <a:cubicBezTo>
                  <a:pt x="238972" y="186478"/>
                  <a:pt x="235903" y="185537"/>
                  <a:pt x="229978" y="186722"/>
                </a:cubicBezTo>
                <a:cubicBezTo>
                  <a:pt x="225703" y="187577"/>
                  <a:pt x="221597" y="187293"/>
                  <a:pt x="220854" y="186091"/>
                </a:cubicBezTo>
                <a:cubicBezTo>
                  <a:pt x="219048" y="183170"/>
                  <a:pt x="209097" y="180663"/>
                  <a:pt x="209097" y="183130"/>
                </a:cubicBezTo>
                <a:cubicBezTo>
                  <a:pt x="209097" y="184200"/>
                  <a:pt x="211711" y="186336"/>
                  <a:pt x="214906" y="187877"/>
                </a:cubicBezTo>
                <a:cubicBezTo>
                  <a:pt x="220644" y="190644"/>
                  <a:pt x="220647" y="190680"/>
                  <a:pt x="215222" y="190853"/>
                </a:cubicBezTo>
                <a:cubicBezTo>
                  <a:pt x="212201" y="190949"/>
                  <a:pt x="208208" y="189194"/>
                  <a:pt x="206349" y="186954"/>
                </a:cubicBezTo>
                <a:cubicBezTo>
                  <a:pt x="204489" y="184713"/>
                  <a:pt x="197087" y="179934"/>
                  <a:pt x="189899" y="176334"/>
                </a:cubicBezTo>
                <a:cubicBezTo>
                  <a:pt x="182711" y="172733"/>
                  <a:pt x="174726" y="167933"/>
                  <a:pt x="172154" y="165667"/>
                </a:cubicBezTo>
                <a:cubicBezTo>
                  <a:pt x="168546" y="162487"/>
                  <a:pt x="167026" y="162279"/>
                  <a:pt x="165494" y="164758"/>
                </a:cubicBezTo>
                <a:cubicBezTo>
                  <a:pt x="163542" y="167916"/>
                  <a:pt x="154887" y="166373"/>
                  <a:pt x="154887" y="162867"/>
                </a:cubicBezTo>
                <a:cubicBezTo>
                  <a:pt x="154887" y="161880"/>
                  <a:pt x="150940" y="160961"/>
                  <a:pt x="146116" y="160825"/>
                </a:cubicBezTo>
                <a:cubicBezTo>
                  <a:pt x="141292" y="160688"/>
                  <a:pt x="128410" y="156392"/>
                  <a:pt x="117490" y="151278"/>
                </a:cubicBezTo>
                <a:cubicBezTo>
                  <a:pt x="106570" y="146164"/>
                  <a:pt x="96577" y="141980"/>
                  <a:pt x="95284" y="141980"/>
                </a:cubicBezTo>
                <a:cubicBezTo>
                  <a:pt x="93990" y="141980"/>
                  <a:pt x="92932" y="140286"/>
                  <a:pt x="92932" y="138216"/>
                </a:cubicBezTo>
                <a:cubicBezTo>
                  <a:pt x="92932" y="136147"/>
                  <a:pt x="87705" y="131390"/>
                  <a:pt x="81316" y="127645"/>
                </a:cubicBezTo>
                <a:cubicBezTo>
                  <a:pt x="74927" y="123901"/>
                  <a:pt x="69699" y="119339"/>
                  <a:pt x="69699" y="117508"/>
                </a:cubicBezTo>
                <a:cubicBezTo>
                  <a:pt x="69699" y="113290"/>
                  <a:pt x="58936" y="106155"/>
                  <a:pt x="49682" y="104238"/>
                </a:cubicBezTo>
                <a:cubicBezTo>
                  <a:pt x="45282" y="103326"/>
                  <a:pt x="39312" y="98365"/>
                  <a:pt x="33940" y="91155"/>
                </a:cubicBezTo>
                <a:cubicBezTo>
                  <a:pt x="25287" y="79543"/>
                  <a:pt x="10302" y="70747"/>
                  <a:pt x="3571" y="73330"/>
                </a:cubicBezTo>
                <a:cubicBezTo>
                  <a:pt x="957" y="74333"/>
                  <a:pt x="0" y="72319"/>
                  <a:pt x="0" y="65812"/>
                </a:cubicBezTo>
                <a:cubicBezTo>
                  <a:pt x="0" y="58672"/>
                  <a:pt x="1433" y="56184"/>
                  <a:pt x="7287" y="53156"/>
                </a:cubicBezTo>
                <a:cubicBezTo>
                  <a:pt x="19411" y="46887"/>
                  <a:pt x="21790" y="42538"/>
                  <a:pt x="18044" y="33495"/>
                </a:cubicBezTo>
                <a:cubicBezTo>
                  <a:pt x="15244" y="26735"/>
                  <a:pt x="15429" y="24996"/>
                  <a:pt x="19421" y="20586"/>
                </a:cubicBezTo>
                <a:cubicBezTo>
                  <a:pt x="25368" y="14014"/>
                  <a:pt x="37292" y="14059"/>
                  <a:pt x="43911" y="20678"/>
                </a:cubicBezTo>
                <a:cubicBezTo>
                  <a:pt x="48190" y="24957"/>
                  <a:pt x="51021" y="25553"/>
                  <a:pt x="60045" y="24079"/>
                </a:cubicBezTo>
                <a:cubicBezTo>
                  <a:pt x="79921" y="20832"/>
                  <a:pt x="103607" y="22707"/>
                  <a:pt x="132045" y="29780"/>
                </a:cubicBezTo>
                <a:cubicBezTo>
                  <a:pt x="137569" y="31154"/>
                  <a:pt x="139225" y="30428"/>
                  <a:pt x="140624" y="26018"/>
                </a:cubicBezTo>
                <a:cubicBezTo>
                  <a:pt x="141578" y="23013"/>
                  <a:pt x="142026" y="17381"/>
                  <a:pt x="141619" y="13502"/>
                </a:cubicBezTo>
                <a:cubicBezTo>
                  <a:pt x="140830" y="5985"/>
                  <a:pt x="143331" y="0"/>
                  <a:pt x="147260" y="0"/>
                </a:cubicBezTo>
                <a:cubicBezTo>
                  <a:pt x="150433" y="0"/>
                  <a:pt x="157468" y="17085"/>
                  <a:pt x="157468" y="24790"/>
                </a:cubicBezTo>
                <a:cubicBezTo>
                  <a:pt x="157468" y="29227"/>
                  <a:pt x="159328" y="31346"/>
                  <a:pt x="164323" y="32600"/>
                </a:cubicBezTo>
                <a:cubicBezTo>
                  <a:pt x="169965" y="34015"/>
                  <a:pt x="172364" y="32878"/>
                  <a:pt x="177876" y="26172"/>
                </a:cubicBezTo>
                <a:cubicBezTo>
                  <a:pt x="183430" y="19415"/>
                  <a:pt x="186393" y="18028"/>
                  <a:pt x="195232" y="18047"/>
                </a:cubicBezTo>
                <a:cubicBezTo>
                  <a:pt x="204499" y="18067"/>
                  <a:pt x="206283" y="17120"/>
                  <a:pt x="208905" y="10791"/>
                </a:cubicBezTo>
                <a:cubicBezTo>
                  <a:pt x="211484" y="4565"/>
                  <a:pt x="213074" y="3680"/>
                  <a:pt x="219887" y="4680"/>
                </a:cubicBezTo>
                <a:cubicBezTo>
                  <a:pt x="228665" y="5969"/>
                  <a:pt x="236077" y="12121"/>
                  <a:pt x="238661" y="20265"/>
                </a:cubicBezTo>
                <a:cubicBezTo>
                  <a:pt x="240752" y="26852"/>
                  <a:pt x="249411" y="29849"/>
                  <a:pt x="254397" y="25712"/>
                </a:cubicBezTo>
                <a:cubicBezTo>
                  <a:pt x="256458" y="24001"/>
                  <a:pt x="258145" y="23651"/>
                  <a:pt x="258145" y="24934"/>
                </a:cubicBezTo>
                <a:cubicBezTo>
                  <a:pt x="258145" y="28142"/>
                  <a:pt x="283247" y="54210"/>
                  <a:pt x="286337" y="54210"/>
                </a:cubicBezTo>
                <a:cubicBezTo>
                  <a:pt x="287708" y="54210"/>
                  <a:pt x="290362" y="56243"/>
                  <a:pt x="292234" y="58728"/>
                </a:cubicBezTo>
                <a:cubicBezTo>
                  <a:pt x="296425" y="64288"/>
                  <a:pt x="305753" y="69699"/>
                  <a:pt x="311147" y="69699"/>
                </a:cubicBezTo>
                <a:cubicBezTo>
                  <a:pt x="313361" y="69699"/>
                  <a:pt x="318158" y="72685"/>
                  <a:pt x="321808" y="76335"/>
                </a:cubicBezTo>
                <a:cubicBezTo>
                  <a:pt x="328098" y="82626"/>
                  <a:pt x="328367" y="84002"/>
                  <a:pt x="326980" y="102795"/>
                </a:cubicBezTo>
                <a:cubicBezTo>
                  <a:pt x="325865" y="117888"/>
                  <a:pt x="326410" y="123815"/>
                  <a:pt x="329261" y="127630"/>
                </a:cubicBezTo>
                <a:cubicBezTo>
                  <a:pt x="331322" y="130386"/>
                  <a:pt x="333007" y="134742"/>
                  <a:pt x="333007" y="137310"/>
                </a:cubicBezTo>
                <a:cubicBezTo>
                  <a:pt x="333007" y="139879"/>
                  <a:pt x="333958" y="141980"/>
                  <a:pt x="335120" y="141980"/>
                </a:cubicBezTo>
                <a:cubicBezTo>
                  <a:pt x="336282" y="141980"/>
                  <a:pt x="341362" y="145755"/>
                  <a:pt x="346410" y="150369"/>
                </a:cubicBezTo>
                <a:cubicBezTo>
                  <a:pt x="353607" y="156948"/>
                  <a:pt x="355920" y="161358"/>
                  <a:pt x="357125" y="170794"/>
                </a:cubicBezTo>
                <a:cubicBezTo>
                  <a:pt x="358591" y="182285"/>
                  <a:pt x="358209" y="183236"/>
                  <a:pt x="348644" y="191877"/>
                </a:cubicBezTo>
                <a:cubicBezTo>
                  <a:pt x="343134" y="196855"/>
                  <a:pt x="336201" y="202226"/>
                  <a:pt x="333236" y="203812"/>
                </a:cubicBezTo>
                <a:cubicBezTo>
                  <a:pt x="330270" y="205399"/>
                  <a:pt x="327844" y="208181"/>
                  <a:pt x="327844" y="209994"/>
                </a:cubicBezTo>
                <a:cubicBezTo>
                  <a:pt x="327844" y="211806"/>
                  <a:pt x="324341" y="215879"/>
                  <a:pt x="320060" y="219045"/>
                </a:cubicBezTo>
                <a:cubicBezTo>
                  <a:pt x="313416" y="223957"/>
                  <a:pt x="312052" y="224217"/>
                  <a:pt x="310749" y="220821"/>
                </a:cubicBezTo>
                <a:close/>
              </a:path>
            </a:pathLst>
          </a:custGeom>
          <a:solidFill>
            <a:srgbClr val="B9B9B9"/>
          </a:solidFill>
          <a:ln w="5163" cap="flat">
            <a:noFill/>
            <a:prstDash val="solid"/>
            <a:miter/>
          </a:ln>
        </p:spPr>
        <p:txBody>
          <a:bodyPr/>
          <a:lstStyle/>
          <a:p>
            <a:endParaRPr lang="es-419" noProof="0" dirty="0"/>
          </a:p>
        </p:txBody>
      </p:sp>
      <p:sp>
        <p:nvSpPr>
          <p:cNvPr id="64" name="Forma libre: forma 63">
            <a:extLst>
              <a:ext uri="{FF2B5EF4-FFF2-40B4-BE49-F238E27FC236}">
                <a16:creationId xmlns:a16="http://schemas.microsoft.com/office/drawing/2014/main" id="{BDF0CF62-3D29-3957-3BE4-287905DC9E50}"/>
              </a:ext>
            </a:extLst>
          </p:cNvPr>
          <p:cNvSpPr/>
          <p:nvPr/>
        </p:nvSpPr>
        <p:spPr>
          <a:xfrm>
            <a:off x="2030531" y="2394260"/>
            <a:ext cx="276109" cy="131653"/>
          </a:xfrm>
          <a:custGeom>
            <a:avLst/>
            <a:gdLst>
              <a:gd name="csX0" fmla="*/ 240916 w 276109"/>
              <a:gd name="csY0" fmla="*/ 129933 h 131653"/>
              <a:gd name="csX1" fmla="*/ 239195 w 276109"/>
              <a:gd name="csY1" fmla="*/ 124013 h 131653"/>
              <a:gd name="csX2" fmla="*/ 228223 w 276109"/>
              <a:gd name="csY2" fmla="*/ 115744 h 131653"/>
              <a:gd name="csX3" fmla="*/ 217897 w 276109"/>
              <a:gd name="csY3" fmla="*/ 106005 h 131653"/>
              <a:gd name="csX4" fmla="*/ 210063 w 276109"/>
              <a:gd name="csY4" fmla="*/ 90246 h 131653"/>
              <a:gd name="csX5" fmla="*/ 197989 w 276109"/>
              <a:gd name="csY5" fmla="*/ 82502 h 131653"/>
              <a:gd name="csX6" fmla="*/ 171181 w 276109"/>
              <a:gd name="csY6" fmla="*/ 78639 h 131653"/>
              <a:gd name="csX7" fmla="*/ 162540 w 276109"/>
              <a:gd name="csY7" fmla="*/ 80766 h 131653"/>
              <a:gd name="csX8" fmla="*/ 140024 w 276109"/>
              <a:gd name="csY8" fmla="*/ 103258 h 131653"/>
              <a:gd name="csX9" fmla="*/ 121107 w 276109"/>
              <a:gd name="csY9" fmla="*/ 123910 h 131653"/>
              <a:gd name="csX10" fmla="*/ 115285 w 276109"/>
              <a:gd name="csY10" fmla="*/ 120037 h 131653"/>
              <a:gd name="csX11" fmla="*/ 106086 w 276109"/>
              <a:gd name="csY11" fmla="*/ 116165 h 131653"/>
              <a:gd name="csX12" fmla="*/ 95488 w 276109"/>
              <a:gd name="csY12" fmla="*/ 97511 h 131653"/>
              <a:gd name="csX13" fmla="*/ 74161 w 276109"/>
              <a:gd name="csY13" fmla="*/ 72281 h 131653"/>
              <a:gd name="csX14" fmla="*/ 62180 w 276109"/>
              <a:gd name="csY14" fmla="*/ 80383 h 131653"/>
              <a:gd name="csX15" fmla="*/ 59403 w 276109"/>
              <a:gd name="csY15" fmla="*/ 95543 h 131653"/>
              <a:gd name="csX16" fmla="*/ 54777 w 276109"/>
              <a:gd name="csY16" fmla="*/ 108274 h 131653"/>
              <a:gd name="csX17" fmla="*/ 46950 w 276109"/>
              <a:gd name="csY17" fmla="*/ 122154 h 131653"/>
              <a:gd name="csX18" fmla="*/ 45160 w 276109"/>
              <a:gd name="csY18" fmla="*/ 130363 h 131653"/>
              <a:gd name="csX19" fmla="*/ 42524 w 276109"/>
              <a:gd name="csY19" fmla="*/ 123910 h 131653"/>
              <a:gd name="csX20" fmla="*/ 27585 w 276109"/>
              <a:gd name="csY20" fmla="*/ 101648 h 131653"/>
              <a:gd name="csX21" fmla="*/ 3541 w 276109"/>
              <a:gd name="csY21" fmla="*/ 71617 h 131653"/>
              <a:gd name="csX22" fmla="*/ 489 w 276109"/>
              <a:gd name="csY22" fmla="*/ 57859 h 131653"/>
              <a:gd name="csX23" fmla="*/ 5896 w 276109"/>
              <a:gd name="csY23" fmla="*/ 47783 h 131653"/>
              <a:gd name="csX24" fmla="*/ 14046 w 276109"/>
              <a:gd name="csY24" fmla="*/ 46070 h 131653"/>
              <a:gd name="csX25" fmla="*/ 24934 w 276109"/>
              <a:gd name="csY25" fmla="*/ 43885 h 131653"/>
              <a:gd name="csX26" fmla="*/ 35503 w 276109"/>
              <a:gd name="csY26" fmla="*/ 38722 h 131653"/>
              <a:gd name="csX27" fmla="*/ 41946 w 276109"/>
              <a:gd name="csY27" fmla="*/ 35764 h 131653"/>
              <a:gd name="csX28" fmla="*/ 25819 w 276109"/>
              <a:gd name="csY28" fmla="*/ 37615 h 131653"/>
              <a:gd name="csX29" fmla="*/ 26045 w 276109"/>
              <a:gd name="csY29" fmla="*/ 35947 h 131653"/>
              <a:gd name="csX30" fmla="*/ 73982 w 276109"/>
              <a:gd name="csY30" fmla="*/ 25857 h 131653"/>
              <a:gd name="csX31" fmla="*/ 76916 w 276109"/>
              <a:gd name="csY31" fmla="*/ 28123 h 131653"/>
              <a:gd name="csX32" fmla="*/ 76893 w 276109"/>
              <a:gd name="csY32" fmla="*/ 31518 h 131653"/>
              <a:gd name="csX33" fmla="*/ 83755 w 276109"/>
              <a:gd name="csY33" fmla="*/ 29317 h 131653"/>
              <a:gd name="csX34" fmla="*/ 96686 w 276109"/>
              <a:gd name="csY34" fmla="*/ 23336 h 131653"/>
              <a:gd name="csX35" fmla="*/ 114106 w 276109"/>
              <a:gd name="csY35" fmla="*/ 13587 h 131653"/>
              <a:gd name="csX36" fmla="*/ 134447 w 276109"/>
              <a:gd name="csY36" fmla="*/ 0 h 131653"/>
              <a:gd name="csX37" fmla="*/ 136418 w 276109"/>
              <a:gd name="csY37" fmla="*/ 8390 h 131653"/>
              <a:gd name="csX38" fmla="*/ 147553 w 276109"/>
              <a:gd name="csY38" fmla="*/ 17557 h 131653"/>
              <a:gd name="csX39" fmla="*/ 164372 w 276109"/>
              <a:gd name="csY39" fmla="*/ 37279 h 131653"/>
              <a:gd name="csX40" fmla="*/ 179001 w 276109"/>
              <a:gd name="csY40" fmla="*/ 58990 h 131653"/>
              <a:gd name="csX41" fmla="*/ 191415 w 276109"/>
              <a:gd name="csY41" fmla="*/ 67081 h 131653"/>
              <a:gd name="csX42" fmla="*/ 215539 w 276109"/>
              <a:gd name="csY42" fmla="*/ 67434 h 131653"/>
              <a:gd name="csX43" fmla="*/ 218120 w 276109"/>
              <a:gd name="csY43" fmla="*/ 59084 h 131653"/>
              <a:gd name="csX44" fmla="*/ 224155 w 276109"/>
              <a:gd name="csY44" fmla="*/ 52122 h 131653"/>
              <a:gd name="csX45" fmla="*/ 241477 w 276109"/>
              <a:gd name="csY45" fmla="*/ 56639 h 131653"/>
              <a:gd name="csX46" fmla="*/ 260758 w 276109"/>
              <a:gd name="csY46" fmla="*/ 61955 h 131653"/>
              <a:gd name="csX47" fmla="*/ 271115 w 276109"/>
              <a:gd name="csY47" fmla="*/ 65853 h 131653"/>
              <a:gd name="csX48" fmla="*/ 274360 w 276109"/>
              <a:gd name="csY48" fmla="*/ 100702 h 131653"/>
              <a:gd name="csX49" fmla="*/ 276110 w 276109"/>
              <a:gd name="csY49" fmla="*/ 131654 h 131653"/>
              <a:gd name="csX50" fmla="*/ 259373 w 276109"/>
              <a:gd name="csY50" fmla="*/ 131654 h 131653"/>
              <a:gd name="csX51" fmla="*/ 240916 w 276109"/>
              <a:gd name="csY51" fmla="*/ 129933 h 1316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Lst>
            <a:rect l="l" t="t" r="r" b="b"/>
            <a:pathLst>
              <a:path w="276109" h="131653">
                <a:moveTo>
                  <a:pt x="240916" y="129933"/>
                </a:moveTo>
                <a:cubicBezTo>
                  <a:pt x="239969" y="128986"/>
                  <a:pt x="239195" y="126322"/>
                  <a:pt x="239195" y="124013"/>
                </a:cubicBezTo>
                <a:cubicBezTo>
                  <a:pt x="239195" y="121432"/>
                  <a:pt x="234966" y="118245"/>
                  <a:pt x="228223" y="115744"/>
                </a:cubicBezTo>
                <a:cubicBezTo>
                  <a:pt x="219440" y="112485"/>
                  <a:pt x="217381" y="110543"/>
                  <a:pt x="217897" y="106005"/>
                </a:cubicBezTo>
                <a:cubicBezTo>
                  <a:pt x="218682" y="99107"/>
                  <a:pt x="214348" y="90389"/>
                  <a:pt x="210063" y="90246"/>
                </a:cubicBezTo>
                <a:cubicBezTo>
                  <a:pt x="208338" y="90188"/>
                  <a:pt x="202905" y="86703"/>
                  <a:pt x="197989" y="82502"/>
                </a:cubicBezTo>
                <a:cubicBezTo>
                  <a:pt x="188345" y="74258"/>
                  <a:pt x="178782" y="72880"/>
                  <a:pt x="171181" y="78639"/>
                </a:cubicBezTo>
                <a:cubicBezTo>
                  <a:pt x="168558" y="80626"/>
                  <a:pt x="164670" y="81583"/>
                  <a:pt x="162540" y="80766"/>
                </a:cubicBezTo>
                <a:cubicBezTo>
                  <a:pt x="158541" y="79232"/>
                  <a:pt x="151258" y="86508"/>
                  <a:pt x="140024" y="103258"/>
                </a:cubicBezTo>
                <a:cubicBezTo>
                  <a:pt x="131601" y="115819"/>
                  <a:pt x="124189" y="123910"/>
                  <a:pt x="121107" y="123910"/>
                </a:cubicBezTo>
                <a:cubicBezTo>
                  <a:pt x="119672" y="123910"/>
                  <a:pt x="117052" y="122167"/>
                  <a:pt x="115285" y="120037"/>
                </a:cubicBezTo>
                <a:cubicBezTo>
                  <a:pt x="113517" y="117908"/>
                  <a:pt x="109378" y="116165"/>
                  <a:pt x="106086" y="116165"/>
                </a:cubicBezTo>
                <a:cubicBezTo>
                  <a:pt x="98470" y="116165"/>
                  <a:pt x="97317" y="114137"/>
                  <a:pt x="95488" y="97511"/>
                </a:cubicBezTo>
                <a:cubicBezTo>
                  <a:pt x="93708" y="81325"/>
                  <a:pt x="86063" y="72281"/>
                  <a:pt x="74161" y="72281"/>
                </a:cubicBezTo>
                <a:cubicBezTo>
                  <a:pt x="68039" y="72281"/>
                  <a:pt x="65473" y="74016"/>
                  <a:pt x="62180" y="80383"/>
                </a:cubicBezTo>
                <a:cubicBezTo>
                  <a:pt x="59748" y="85087"/>
                  <a:pt x="58583" y="91445"/>
                  <a:pt x="59403" y="95543"/>
                </a:cubicBezTo>
                <a:cubicBezTo>
                  <a:pt x="60452" y="100790"/>
                  <a:pt x="59265" y="104058"/>
                  <a:pt x="54777" y="108274"/>
                </a:cubicBezTo>
                <a:cubicBezTo>
                  <a:pt x="51457" y="111393"/>
                  <a:pt x="47935" y="117640"/>
                  <a:pt x="46950" y="122154"/>
                </a:cubicBezTo>
                <a:lnTo>
                  <a:pt x="45160" y="130363"/>
                </a:lnTo>
                <a:lnTo>
                  <a:pt x="42524" y="123910"/>
                </a:lnTo>
                <a:cubicBezTo>
                  <a:pt x="37073" y="110563"/>
                  <a:pt x="32979" y="104462"/>
                  <a:pt x="27585" y="101648"/>
                </a:cubicBezTo>
                <a:cubicBezTo>
                  <a:pt x="17943" y="96616"/>
                  <a:pt x="4895" y="80319"/>
                  <a:pt x="3541" y="71617"/>
                </a:cubicBezTo>
                <a:cubicBezTo>
                  <a:pt x="2825" y="67013"/>
                  <a:pt x="1452" y="60822"/>
                  <a:pt x="489" y="57859"/>
                </a:cubicBezTo>
                <a:cubicBezTo>
                  <a:pt x="-848" y="53746"/>
                  <a:pt x="431" y="51364"/>
                  <a:pt x="5896" y="47783"/>
                </a:cubicBezTo>
                <a:cubicBezTo>
                  <a:pt x="10761" y="44595"/>
                  <a:pt x="13372" y="44047"/>
                  <a:pt x="14046" y="46070"/>
                </a:cubicBezTo>
                <a:cubicBezTo>
                  <a:pt x="15462" y="50316"/>
                  <a:pt x="18138" y="49779"/>
                  <a:pt x="24934" y="43885"/>
                </a:cubicBezTo>
                <a:cubicBezTo>
                  <a:pt x="28208" y="41045"/>
                  <a:pt x="32964" y="38722"/>
                  <a:pt x="35503" y="38722"/>
                </a:cubicBezTo>
                <a:cubicBezTo>
                  <a:pt x="38041" y="38722"/>
                  <a:pt x="40941" y="37391"/>
                  <a:pt x="41946" y="35764"/>
                </a:cubicBezTo>
                <a:cubicBezTo>
                  <a:pt x="43722" y="32890"/>
                  <a:pt x="39180" y="33412"/>
                  <a:pt x="25819" y="37615"/>
                </a:cubicBezTo>
                <a:cubicBezTo>
                  <a:pt x="21516" y="38969"/>
                  <a:pt x="21538" y="38810"/>
                  <a:pt x="26045" y="35947"/>
                </a:cubicBezTo>
                <a:cubicBezTo>
                  <a:pt x="31416" y="32535"/>
                  <a:pt x="63427" y="25797"/>
                  <a:pt x="73982" y="25857"/>
                </a:cubicBezTo>
                <a:cubicBezTo>
                  <a:pt x="78607" y="25883"/>
                  <a:pt x="79439" y="26525"/>
                  <a:pt x="76916" y="28123"/>
                </a:cubicBezTo>
                <a:cubicBezTo>
                  <a:pt x="73965" y="29993"/>
                  <a:pt x="73961" y="30540"/>
                  <a:pt x="76893" y="31518"/>
                </a:cubicBezTo>
                <a:cubicBezTo>
                  <a:pt x="78816" y="32159"/>
                  <a:pt x="81904" y="31168"/>
                  <a:pt x="83755" y="29317"/>
                </a:cubicBezTo>
                <a:cubicBezTo>
                  <a:pt x="85607" y="27466"/>
                  <a:pt x="91425" y="24774"/>
                  <a:pt x="96686" y="23336"/>
                </a:cubicBezTo>
                <a:cubicBezTo>
                  <a:pt x="101946" y="21898"/>
                  <a:pt x="109785" y="17511"/>
                  <a:pt x="114106" y="13587"/>
                </a:cubicBezTo>
                <a:cubicBezTo>
                  <a:pt x="121455" y="6915"/>
                  <a:pt x="131807" y="0"/>
                  <a:pt x="134447" y="0"/>
                </a:cubicBezTo>
                <a:cubicBezTo>
                  <a:pt x="135087" y="0"/>
                  <a:pt x="135973" y="3775"/>
                  <a:pt x="136418" y="8390"/>
                </a:cubicBezTo>
                <a:cubicBezTo>
                  <a:pt x="137168" y="16168"/>
                  <a:pt x="137980" y="16836"/>
                  <a:pt x="147553" y="17557"/>
                </a:cubicBezTo>
                <a:cubicBezTo>
                  <a:pt x="160105" y="18501"/>
                  <a:pt x="164320" y="23444"/>
                  <a:pt x="164372" y="37279"/>
                </a:cubicBezTo>
                <a:cubicBezTo>
                  <a:pt x="164422" y="50382"/>
                  <a:pt x="165667" y="52231"/>
                  <a:pt x="179001" y="58990"/>
                </a:cubicBezTo>
                <a:cubicBezTo>
                  <a:pt x="184939" y="62000"/>
                  <a:pt x="190525" y="65641"/>
                  <a:pt x="191415" y="67081"/>
                </a:cubicBezTo>
                <a:cubicBezTo>
                  <a:pt x="193368" y="70242"/>
                  <a:pt x="210709" y="70495"/>
                  <a:pt x="215539" y="67434"/>
                </a:cubicBezTo>
                <a:cubicBezTo>
                  <a:pt x="217436" y="66231"/>
                  <a:pt x="218597" y="62474"/>
                  <a:pt x="218120" y="59084"/>
                </a:cubicBezTo>
                <a:cubicBezTo>
                  <a:pt x="217412" y="54054"/>
                  <a:pt x="218522" y="52773"/>
                  <a:pt x="224155" y="52122"/>
                </a:cubicBezTo>
                <a:cubicBezTo>
                  <a:pt x="227952" y="51683"/>
                  <a:pt x="235747" y="53716"/>
                  <a:pt x="241477" y="56639"/>
                </a:cubicBezTo>
                <a:cubicBezTo>
                  <a:pt x="247208" y="59563"/>
                  <a:pt x="255884" y="61955"/>
                  <a:pt x="260758" y="61955"/>
                </a:cubicBezTo>
                <a:cubicBezTo>
                  <a:pt x="266280" y="61955"/>
                  <a:pt x="270184" y="63424"/>
                  <a:pt x="271115" y="65853"/>
                </a:cubicBezTo>
                <a:cubicBezTo>
                  <a:pt x="271938" y="67996"/>
                  <a:pt x="273398" y="83679"/>
                  <a:pt x="274360" y="100702"/>
                </a:cubicBezTo>
                <a:lnTo>
                  <a:pt x="276110" y="131654"/>
                </a:lnTo>
                <a:lnTo>
                  <a:pt x="259373" y="131654"/>
                </a:lnTo>
                <a:cubicBezTo>
                  <a:pt x="250168" y="131654"/>
                  <a:pt x="241862" y="130880"/>
                  <a:pt x="240916" y="129933"/>
                </a:cubicBezTo>
                <a:close/>
              </a:path>
            </a:pathLst>
          </a:custGeom>
          <a:solidFill>
            <a:srgbClr val="B9B9B9"/>
          </a:solidFill>
          <a:ln w="5163" cap="flat">
            <a:noFill/>
            <a:prstDash val="solid"/>
            <a:miter/>
          </a:ln>
        </p:spPr>
        <p:txBody>
          <a:bodyPr/>
          <a:lstStyle/>
          <a:p>
            <a:endParaRPr lang="es-419" noProof="0" dirty="0"/>
          </a:p>
        </p:txBody>
      </p:sp>
      <p:sp>
        <p:nvSpPr>
          <p:cNvPr id="65" name="Forma libre: forma 64">
            <a:extLst>
              <a:ext uri="{FF2B5EF4-FFF2-40B4-BE49-F238E27FC236}">
                <a16:creationId xmlns:a16="http://schemas.microsoft.com/office/drawing/2014/main" id="{6E63CF96-861C-376A-D505-15FD06B14015}"/>
              </a:ext>
            </a:extLst>
          </p:cNvPr>
          <p:cNvSpPr/>
          <p:nvPr/>
        </p:nvSpPr>
        <p:spPr>
          <a:xfrm>
            <a:off x="1184484" y="2261861"/>
            <a:ext cx="318490" cy="227740"/>
          </a:xfrm>
          <a:custGeom>
            <a:avLst/>
            <a:gdLst>
              <a:gd name="csX0" fmla="*/ 114616 w 318490"/>
              <a:gd name="csY0" fmla="*/ 224041 h 227740"/>
              <a:gd name="csX1" fmla="*/ 98063 w 318490"/>
              <a:gd name="csY1" fmla="*/ 220365 h 227740"/>
              <a:gd name="csX2" fmla="*/ 78702 w 318490"/>
              <a:gd name="csY2" fmla="*/ 212689 h 227740"/>
              <a:gd name="csX3" fmla="*/ 52720 w 318490"/>
              <a:gd name="csY3" fmla="*/ 202264 h 227740"/>
              <a:gd name="csX4" fmla="*/ 16521 w 318490"/>
              <a:gd name="csY4" fmla="*/ 184010 h 227740"/>
              <a:gd name="csX5" fmla="*/ 9212 w 318490"/>
              <a:gd name="csY5" fmla="*/ 173147 h 227740"/>
              <a:gd name="csX6" fmla="*/ 4642 w 318490"/>
              <a:gd name="csY6" fmla="*/ 147730 h 227740"/>
              <a:gd name="csX7" fmla="*/ 11809 w 318490"/>
              <a:gd name="csY7" fmla="*/ 137502 h 227740"/>
              <a:gd name="csX8" fmla="*/ 21183 w 318490"/>
              <a:gd name="csY8" fmla="*/ 134430 h 227740"/>
              <a:gd name="csX9" fmla="*/ 31013 w 318490"/>
              <a:gd name="csY9" fmla="*/ 131925 h 227740"/>
              <a:gd name="csX10" fmla="*/ 40878 w 318490"/>
              <a:gd name="csY10" fmla="*/ 131248 h 227740"/>
              <a:gd name="csX11" fmla="*/ 63873 w 318490"/>
              <a:gd name="csY11" fmla="*/ 121001 h 227740"/>
              <a:gd name="csX12" fmla="*/ 83748 w 318490"/>
              <a:gd name="csY12" fmla="*/ 109166 h 227740"/>
              <a:gd name="csX13" fmla="*/ 103738 w 318490"/>
              <a:gd name="csY13" fmla="*/ 85934 h 227740"/>
              <a:gd name="csX14" fmla="*/ 95901 w 318490"/>
              <a:gd name="csY14" fmla="*/ 79966 h 227740"/>
              <a:gd name="csX15" fmla="*/ 88802 w 318490"/>
              <a:gd name="csY15" fmla="*/ 74674 h 227740"/>
              <a:gd name="csX16" fmla="*/ 86125 w 318490"/>
              <a:gd name="csY16" fmla="*/ 66219 h 227740"/>
              <a:gd name="csX17" fmla="*/ 86125 w 318490"/>
              <a:gd name="csY17" fmla="*/ 56499 h 227740"/>
              <a:gd name="csX18" fmla="*/ 88802 w 318490"/>
              <a:gd name="csY18" fmla="*/ 47540 h 227740"/>
              <a:gd name="csX19" fmla="*/ 60913 w 318490"/>
              <a:gd name="csY19" fmla="*/ 35309 h 227740"/>
              <a:gd name="csX20" fmla="*/ 56419 w 318490"/>
              <a:gd name="csY20" fmla="*/ 24926 h 227740"/>
              <a:gd name="csX21" fmla="*/ 74769 w 318490"/>
              <a:gd name="csY21" fmla="*/ 18056 h 227740"/>
              <a:gd name="csX22" fmla="*/ 99155 w 318490"/>
              <a:gd name="csY22" fmla="*/ 10069 h 227740"/>
              <a:gd name="csX23" fmla="*/ 128747 w 318490"/>
              <a:gd name="csY23" fmla="*/ 1794 h 227740"/>
              <a:gd name="csX24" fmla="*/ 148545 w 318490"/>
              <a:gd name="csY24" fmla="*/ 0 h 227740"/>
              <a:gd name="csX25" fmla="*/ 155959 w 318490"/>
              <a:gd name="csY25" fmla="*/ 8117 h 227740"/>
              <a:gd name="csX26" fmla="*/ 176571 w 318490"/>
              <a:gd name="csY26" fmla="*/ 11071 h 227740"/>
              <a:gd name="csX27" fmla="*/ 199804 w 318490"/>
              <a:gd name="csY27" fmla="*/ 21145 h 227740"/>
              <a:gd name="csX28" fmla="*/ 218086 w 318490"/>
              <a:gd name="csY28" fmla="*/ 31610 h 227740"/>
              <a:gd name="csX29" fmla="*/ 246412 w 318490"/>
              <a:gd name="csY29" fmla="*/ 32163 h 227740"/>
              <a:gd name="csX30" fmla="*/ 266539 w 318490"/>
              <a:gd name="csY30" fmla="*/ 37891 h 227740"/>
              <a:gd name="csX31" fmla="*/ 290777 w 318490"/>
              <a:gd name="csY31" fmla="*/ 32555 h 227740"/>
              <a:gd name="csX32" fmla="*/ 315453 w 318490"/>
              <a:gd name="csY32" fmla="*/ 29658 h 227740"/>
              <a:gd name="csX33" fmla="*/ 315970 w 318490"/>
              <a:gd name="csY33" fmla="*/ 49793 h 227740"/>
              <a:gd name="csX34" fmla="*/ 313388 w 318490"/>
              <a:gd name="csY34" fmla="*/ 54741 h 227740"/>
              <a:gd name="csX35" fmla="*/ 311088 w 318490"/>
              <a:gd name="csY35" fmla="*/ 60549 h 227740"/>
              <a:gd name="csX36" fmla="*/ 306292 w 318490"/>
              <a:gd name="csY36" fmla="*/ 87865 h 227740"/>
              <a:gd name="csX37" fmla="*/ 284623 w 318490"/>
              <a:gd name="csY37" fmla="*/ 147819 h 227740"/>
              <a:gd name="csX38" fmla="*/ 277248 w 318490"/>
              <a:gd name="csY38" fmla="*/ 167736 h 227740"/>
              <a:gd name="csX39" fmla="*/ 272730 w 318490"/>
              <a:gd name="csY39" fmla="*/ 177484 h 227740"/>
              <a:gd name="csX40" fmla="*/ 214235 w 318490"/>
              <a:gd name="csY40" fmla="*/ 170076 h 227740"/>
              <a:gd name="csX41" fmla="*/ 184978 w 318490"/>
              <a:gd name="csY41" fmla="*/ 166604 h 227740"/>
              <a:gd name="csX42" fmla="*/ 157292 w 318490"/>
              <a:gd name="csY42" fmla="*/ 168449 h 227740"/>
              <a:gd name="csX43" fmla="*/ 156212 w 318490"/>
              <a:gd name="csY43" fmla="*/ 189010 h 227740"/>
              <a:gd name="csX44" fmla="*/ 147530 w 318490"/>
              <a:gd name="csY44" fmla="*/ 199123 h 227740"/>
              <a:gd name="csX45" fmla="*/ 137850 w 318490"/>
              <a:gd name="csY45" fmla="*/ 216729 h 227740"/>
              <a:gd name="csX46" fmla="*/ 130751 w 318490"/>
              <a:gd name="csY46" fmla="*/ 227717 h 227740"/>
              <a:gd name="csX47" fmla="*/ 114616 w 318490"/>
              <a:gd name="csY47" fmla="*/ 224041 h 2277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Lst>
            <a:rect l="l" t="t" r="r" b="b"/>
            <a:pathLst>
              <a:path w="318490" h="227740">
                <a:moveTo>
                  <a:pt x="114616" y="224041"/>
                </a:moveTo>
                <a:cubicBezTo>
                  <a:pt x="109647" y="222127"/>
                  <a:pt x="102198" y="220473"/>
                  <a:pt x="98063" y="220365"/>
                </a:cubicBezTo>
                <a:cubicBezTo>
                  <a:pt x="93928" y="220257"/>
                  <a:pt x="85216" y="216803"/>
                  <a:pt x="78702" y="212689"/>
                </a:cubicBezTo>
                <a:cubicBezTo>
                  <a:pt x="72189" y="208575"/>
                  <a:pt x="60497" y="203884"/>
                  <a:pt x="52720" y="202264"/>
                </a:cubicBezTo>
                <a:cubicBezTo>
                  <a:pt x="38260" y="199253"/>
                  <a:pt x="16521" y="188291"/>
                  <a:pt x="16521" y="184010"/>
                </a:cubicBezTo>
                <a:cubicBezTo>
                  <a:pt x="16521" y="182699"/>
                  <a:pt x="13232" y="177811"/>
                  <a:pt x="9212" y="173147"/>
                </a:cubicBezTo>
                <a:cubicBezTo>
                  <a:pt x="-1729" y="160453"/>
                  <a:pt x="-2493" y="156209"/>
                  <a:pt x="4642" y="147730"/>
                </a:cubicBezTo>
                <a:cubicBezTo>
                  <a:pt x="8064" y="143663"/>
                  <a:pt x="11290" y="139060"/>
                  <a:pt x="11809" y="137502"/>
                </a:cubicBezTo>
                <a:cubicBezTo>
                  <a:pt x="12328" y="135944"/>
                  <a:pt x="16546" y="134562"/>
                  <a:pt x="21183" y="134430"/>
                </a:cubicBezTo>
                <a:cubicBezTo>
                  <a:pt x="25819" y="134298"/>
                  <a:pt x="30243" y="133171"/>
                  <a:pt x="31013" y="131925"/>
                </a:cubicBezTo>
                <a:cubicBezTo>
                  <a:pt x="31783" y="130679"/>
                  <a:pt x="36222" y="130374"/>
                  <a:pt x="40878" y="131248"/>
                </a:cubicBezTo>
                <a:cubicBezTo>
                  <a:pt x="48236" y="132628"/>
                  <a:pt x="51244" y="131288"/>
                  <a:pt x="63873" y="121001"/>
                </a:cubicBezTo>
                <a:cubicBezTo>
                  <a:pt x="71865" y="114492"/>
                  <a:pt x="80808" y="109166"/>
                  <a:pt x="83748" y="109166"/>
                </a:cubicBezTo>
                <a:cubicBezTo>
                  <a:pt x="91503" y="109166"/>
                  <a:pt x="104649" y="93888"/>
                  <a:pt x="103738" y="85934"/>
                </a:cubicBezTo>
                <a:cubicBezTo>
                  <a:pt x="103134" y="80649"/>
                  <a:pt x="101713" y="79568"/>
                  <a:pt x="95901" y="79966"/>
                </a:cubicBezTo>
                <a:cubicBezTo>
                  <a:pt x="90126" y="80361"/>
                  <a:pt x="88802" y="79374"/>
                  <a:pt x="88802" y="74674"/>
                </a:cubicBezTo>
                <a:cubicBezTo>
                  <a:pt x="88802" y="71496"/>
                  <a:pt x="87597" y="67691"/>
                  <a:pt x="86125" y="66219"/>
                </a:cubicBezTo>
                <a:cubicBezTo>
                  <a:pt x="84276" y="64370"/>
                  <a:pt x="84276" y="61362"/>
                  <a:pt x="86125" y="56499"/>
                </a:cubicBezTo>
                <a:cubicBezTo>
                  <a:pt x="87597" y="52626"/>
                  <a:pt x="88802" y="48595"/>
                  <a:pt x="88802" y="47540"/>
                </a:cubicBezTo>
                <a:cubicBezTo>
                  <a:pt x="88802" y="45033"/>
                  <a:pt x="71424" y="37411"/>
                  <a:pt x="60913" y="35309"/>
                </a:cubicBezTo>
                <a:cubicBezTo>
                  <a:pt x="51581" y="33443"/>
                  <a:pt x="51150" y="32448"/>
                  <a:pt x="56419" y="24926"/>
                </a:cubicBezTo>
                <a:cubicBezTo>
                  <a:pt x="59183" y="20980"/>
                  <a:pt x="64034" y="19164"/>
                  <a:pt x="74769" y="18056"/>
                </a:cubicBezTo>
                <a:cubicBezTo>
                  <a:pt x="84042" y="17099"/>
                  <a:pt x="92933" y="14187"/>
                  <a:pt x="99155" y="10069"/>
                </a:cubicBezTo>
                <a:cubicBezTo>
                  <a:pt x="106450" y="5242"/>
                  <a:pt x="114000" y="3130"/>
                  <a:pt x="128747" y="1794"/>
                </a:cubicBezTo>
                <a:lnTo>
                  <a:pt x="148545" y="0"/>
                </a:lnTo>
                <a:lnTo>
                  <a:pt x="155959" y="8117"/>
                </a:lnTo>
                <a:cubicBezTo>
                  <a:pt x="164608" y="17586"/>
                  <a:pt x="168428" y="18134"/>
                  <a:pt x="176571" y="11071"/>
                </a:cubicBezTo>
                <a:cubicBezTo>
                  <a:pt x="187391" y="1687"/>
                  <a:pt x="199804" y="7069"/>
                  <a:pt x="199804" y="21145"/>
                </a:cubicBezTo>
                <a:cubicBezTo>
                  <a:pt x="199804" y="30772"/>
                  <a:pt x="209395" y="36261"/>
                  <a:pt x="218086" y="31610"/>
                </a:cubicBezTo>
                <a:cubicBezTo>
                  <a:pt x="228270" y="26160"/>
                  <a:pt x="241869" y="26426"/>
                  <a:pt x="246412" y="32163"/>
                </a:cubicBezTo>
                <a:cubicBezTo>
                  <a:pt x="249505" y="36068"/>
                  <a:pt x="254126" y="37384"/>
                  <a:pt x="266539" y="37891"/>
                </a:cubicBezTo>
                <a:cubicBezTo>
                  <a:pt x="279978" y="38440"/>
                  <a:pt x="284000" y="37555"/>
                  <a:pt x="290777" y="32555"/>
                </a:cubicBezTo>
                <a:cubicBezTo>
                  <a:pt x="299613" y="26036"/>
                  <a:pt x="310548" y="24752"/>
                  <a:pt x="315453" y="29658"/>
                </a:cubicBezTo>
                <a:cubicBezTo>
                  <a:pt x="319191" y="33396"/>
                  <a:pt x="319612" y="49793"/>
                  <a:pt x="315970" y="49793"/>
                </a:cubicBezTo>
                <a:cubicBezTo>
                  <a:pt x="314550" y="49793"/>
                  <a:pt x="313388" y="52020"/>
                  <a:pt x="313388" y="54741"/>
                </a:cubicBezTo>
                <a:cubicBezTo>
                  <a:pt x="313388" y="57462"/>
                  <a:pt x="312353" y="60076"/>
                  <a:pt x="311088" y="60549"/>
                </a:cubicBezTo>
                <a:cubicBezTo>
                  <a:pt x="309822" y="61023"/>
                  <a:pt x="307664" y="73315"/>
                  <a:pt x="306292" y="87865"/>
                </a:cubicBezTo>
                <a:cubicBezTo>
                  <a:pt x="303509" y="117372"/>
                  <a:pt x="292552" y="147689"/>
                  <a:pt x="284623" y="147819"/>
                </a:cubicBezTo>
                <a:cubicBezTo>
                  <a:pt x="279191" y="147908"/>
                  <a:pt x="277248" y="153157"/>
                  <a:pt x="277248" y="167736"/>
                </a:cubicBezTo>
                <a:cubicBezTo>
                  <a:pt x="277248" y="177878"/>
                  <a:pt x="276652" y="179163"/>
                  <a:pt x="272730" y="177484"/>
                </a:cubicBezTo>
                <a:cubicBezTo>
                  <a:pt x="262382" y="173052"/>
                  <a:pt x="240695" y="170306"/>
                  <a:pt x="214235" y="170076"/>
                </a:cubicBezTo>
                <a:cubicBezTo>
                  <a:pt x="194190" y="169901"/>
                  <a:pt x="185756" y="168900"/>
                  <a:pt x="184978" y="166604"/>
                </a:cubicBezTo>
                <a:cubicBezTo>
                  <a:pt x="183149" y="161204"/>
                  <a:pt x="162610" y="162574"/>
                  <a:pt x="157292" y="168449"/>
                </a:cubicBezTo>
                <a:cubicBezTo>
                  <a:pt x="153074" y="173111"/>
                  <a:pt x="152885" y="176707"/>
                  <a:pt x="156212" y="189010"/>
                </a:cubicBezTo>
                <a:cubicBezTo>
                  <a:pt x="156777" y="191099"/>
                  <a:pt x="153007" y="195490"/>
                  <a:pt x="147530" y="199123"/>
                </a:cubicBezTo>
                <a:cubicBezTo>
                  <a:pt x="138821" y="204900"/>
                  <a:pt x="137850" y="206668"/>
                  <a:pt x="137850" y="216729"/>
                </a:cubicBezTo>
                <a:cubicBezTo>
                  <a:pt x="137850" y="227257"/>
                  <a:pt x="137433" y="227902"/>
                  <a:pt x="130751" y="227717"/>
                </a:cubicBezTo>
                <a:cubicBezTo>
                  <a:pt x="126846" y="227609"/>
                  <a:pt x="119586" y="225955"/>
                  <a:pt x="114616" y="224041"/>
                </a:cubicBezTo>
                <a:close/>
              </a:path>
            </a:pathLst>
          </a:custGeom>
          <a:solidFill>
            <a:srgbClr val="B9B9B9"/>
          </a:solidFill>
          <a:ln w="5163" cap="flat">
            <a:noFill/>
            <a:prstDash val="solid"/>
            <a:miter/>
          </a:ln>
        </p:spPr>
        <p:txBody>
          <a:bodyPr/>
          <a:lstStyle/>
          <a:p>
            <a:endParaRPr lang="es-419" noProof="0" dirty="0"/>
          </a:p>
        </p:txBody>
      </p:sp>
      <p:sp>
        <p:nvSpPr>
          <p:cNvPr id="66" name="Forma libre: forma 65">
            <a:extLst>
              <a:ext uri="{FF2B5EF4-FFF2-40B4-BE49-F238E27FC236}">
                <a16:creationId xmlns:a16="http://schemas.microsoft.com/office/drawing/2014/main" id="{03EA6AED-E960-C824-9841-AF3D6C490EF2}"/>
              </a:ext>
            </a:extLst>
          </p:cNvPr>
          <p:cNvSpPr/>
          <p:nvPr/>
        </p:nvSpPr>
        <p:spPr>
          <a:xfrm>
            <a:off x="1557246" y="2384328"/>
            <a:ext cx="70794" cy="61560"/>
          </a:xfrm>
          <a:custGeom>
            <a:avLst/>
            <a:gdLst>
              <a:gd name="csX0" fmla="*/ 30977 w 70794"/>
              <a:gd name="csY0" fmla="*/ 53817 h 61560"/>
              <a:gd name="csX1" fmla="*/ 18070 w 70794"/>
              <a:gd name="csY1" fmla="*/ 49863 h 61560"/>
              <a:gd name="csX2" fmla="*/ 14198 w 70794"/>
              <a:gd name="csY2" fmla="*/ 52169 h 61560"/>
              <a:gd name="csX3" fmla="*/ 10326 w 70794"/>
              <a:gd name="csY3" fmla="*/ 47062 h 61560"/>
              <a:gd name="csX4" fmla="*/ 5163 w 70794"/>
              <a:gd name="csY4" fmla="*/ 39020 h 61560"/>
              <a:gd name="csX5" fmla="*/ 0 w 70794"/>
              <a:gd name="csY5" fmla="*/ 32748 h 61560"/>
              <a:gd name="csX6" fmla="*/ 10326 w 70794"/>
              <a:gd name="csY6" fmla="*/ 18967 h 61560"/>
              <a:gd name="csX7" fmla="*/ 20652 w 70794"/>
              <a:gd name="csY7" fmla="*/ 3034 h 61560"/>
              <a:gd name="csX8" fmla="*/ 30332 w 70794"/>
              <a:gd name="csY8" fmla="*/ 698 h 61560"/>
              <a:gd name="csX9" fmla="*/ 54210 w 70794"/>
              <a:gd name="csY9" fmla="*/ 10137 h 61560"/>
              <a:gd name="csX10" fmla="*/ 63267 w 70794"/>
              <a:gd name="csY10" fmla="*/ 15095 h 61560"/>
              <a:gd name="csX11" fmla="*/ 69100 w 70794"/>
              <a:gd name="csY11" fmla="*/ 20258 h 61560"/>
              <a:gd name="csX12" fmla="*/ 69100 w 70794"/>
              <a:gd name="csY12" fmla="*/ 30584 h 61560"/>
              <a:gd name="csX13" fmla="*/ 69721 w 70794"/>
              <a:gd name="csY13" fmla="*/ 35746 h 61560"/>
              <a:gd name="csX14" fmla="*/ 67118 w 70794"/>
              <a:gd name="csY14" fmla="*/ 44803 h 61560"/>
              <a:gd name="csX15" fmla="*/ 61618 w 70794"/>
              <a:gd name="csY15" fmla="*/ 50612 h 61560"/>
              <a:gd name="csX16" fmla="*/ 54931 w 70794"/>
              <a:gd name="csY16" fmla="*/ 50644 h 61560"/>
              <a:gd name="csX17" fmla="*/ 37735 w 70794"/>
              <a:gd name="csY17" fmla="*/ 61561 h 61560"/>
              <a:gd name="csX18" fmla="*/ 30977 w 70794"/>
              <a:gd name="csY18" fmla="*/ 53817 h 615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70794" h="61560">
                <a:moveTo>
                  <a:pt x="30977" y="53817"/>
                </a:moveTo>
                <a:cubicBezTo>
                  <a:pt x="25158" y="45644"/>
                  <a:pt x="18070" y="43473"/>
                  <a:pt x="18070" y="49863"/>
                </a:cubicBezTo>
                <a:cubicBezTo>
                  <a:pt x="18070" y="52173"/>
                  <a:pt x="16557" y="53074"/>
                  <a:pt x="14198" y="52169"/>
                </a:cubicBezTo>
                <a:cubicBezTo>
                  <a:pt x="12068" y="51351"/>
                  <a:pt x="10326" y="49053"/>
                  <a:pt x="10326" y="47062"/>
                </a:cubicBezTo>
                <a:cubicBezTo>
                  <a:pt x="10326" y="45070"/>
                  <a:pt x="8003" y="41451"/>
                  <a:pt x="5163" y="39020"/>
                </a:cubicBezTo>
                <a:cubicBezTo>
                  <a:pt x="2323" y="36588"/>
                  <a:pt x="0" y="33766"/>
                  <a:pt x="0" y="32748"/>
                </a:cubicBezTo>
                <a:cubicBezTo>
                  <a:pt x="0" y="31730"/>
                  <a:pt x="4647" y="25529"/>
                  <a:pt x="10326" y="18967"/>
                </a:cubicBezTo>
                <a:cubicBezTo>
                  <a:pt x="16005" y="12405"/>
                  <a:pt x="20652" y="5235"/>
                  <a:pt x="20652" y="3034"/>
                </a:cubicBezTo>
                <a:cubicBezTo>
                  <a:pt x="20652" y="-166"/>
                  <a:pt x="22592" y="-634"/>
                  <a:pt x="30332" y="698"/>
                </a:cubicBezTo>
                <a:cubicBezTo>
                  <a:pt x="52748" y="4557"/>
                  <a:pt x="54210" y="5134"/>
                  <a:pt x="54210" y="10137"/>
                </a:cubicBezTo>
                <a:cubicBezTo>
                  <a:pt x="54210" y="14084"/>
                  <a:pt x="56056" y="15095"/>
                  <a:pt x="63267" y="15095"/>
                </a:cubicBezTo>
                <a:cubicBezTo>
                  <a:pt x="71678" y="15095"/>
                  <a:pt x="72094" y="15463"/>
                  <a:pt x="69100" y="20258"/>
                </a:cubicBezTo>
                <a:cubicBezTo>
                  <a:pt x="66522" y="24386"/>
                  <a:pt x="66522" y="26456"/>
                  <a:pt x="69100" y="30584"/>
                </a:cubicBezTo>
                <a:cubicBezTo>
                  <a:pt x="71011" y="33644"/>
                  <a:pt x="71264" y="35746"/>
                  <a:pt x="69721" y="35746"/>
                </a:cubicBezTo>
                <a:cubicBezTo>
                  <a:pt x="68289" y="35746"/>
                  <a:pt x="67118" y="39822"/>
                  <a:pt x="67118" y="44803"/>
                </a:cubicBezTo>
                <a:cubicBezTo>
                  <a:pt x="67118" y="53341"/>
                  <a:pt x="66802" y="53674"/>
                  <a:pt x="61618" y="50612"/>
                </a:cubicBezTo>
                <a:cubicBezTo>
                  <a:pt x="57188" y="47995"/>
                  <a:pt x="55886" y="48002"/>
                  <a:pt x="54931" y="50644"/>
                </a:cubicBezTo>
                <a:cubicBezTo>
                  <a:pt x="53898" y="53500"/>
                  <a:pt x="41201" y="61561"/>
                  <a:pt x="37735" y="61561"/>
                </a:cubicBezTo>
                <a:cubicBezTo>
                  <a:pt x="37051" y="61561"/>
                  <a:pt x="34010" y="58076"/>
                  <a:pt x="30977" y="53817"/>
                </a:cubicBezTo>
                <a:close/>
              </a:path>
            </a:pathLst>
          </a:custGeom>
          <a:solidFill>
            <a:srgbClr val="B9B9B9"/>
          </a:solidFill>
          <a:ln w="5163" cap="flat">
            <a:noFill/>
            <a:prstDash val="solid"/>
            <a:miter/>
          </a:ln>
        </p:spPr>
        <p:txBody>
          <a:bodyPr/>
          <a:lstStyle/>
          <a:p>
            <a:endParaRPr lang="es-419" noProof="0" dirty="0"/>
          </a:p>
        </p:txBody>
      </p:sp>
      <p:sp>
        <p:nvSpPr>
          <p:cNvPr id="67" name="Forma libre: forma 66">
            <a:extLst>
              <a:ext uri="{FF2B5EF4-FFF2-40B4-BE49-F238E27FC236}">
                <a16:creationId xmlns:a16="http://schemas.microsoft.com/office/drawing/2014/main" id="{E312ACCD-D6EC-6E9F-CBDC-4B03F0DE3307}"/>
              </a:ext>
            </a:extLst>
          </p:cNvPr>
          <p:cNvSpPr/>
          <p:nvPr/>
        </p:nvSpPr>
        <p:spPr>
          <a:xfrm>
            <a:off x="1478193" y="2273156"/>
            <a:ext cx="153622" cy="170128"/>
          </a:xfrm>
          <a:custGeom>
            <a:avLst/>
            <a:gdLst>
              <a:gd name="csX0" fmla="*/ 8493 w 153622"/>
              <a:gd name="csY0" fmla="*/ 168431 h 170128"/>
              <a:gd name="csX1" fmla="*/ 6772 w 153622"/>
              <a:gd name="csY1" fmla="*/ 161418 h 170128"/>
              <a:gd name="csX2" fmla="*/ 2681 w 153622"/>
              <a:gd name="csY2" fmla="*/ 145415 h 170128"/>
              <a:gd name="csX3" fmla="*/ 5459 w 153622"/>
              <a:gd name="csY3" fmla="*/ 121148 h 170128"/>
              <a:gd name="csX4" fmla="*/ 14777 w 153622"/>
              <a:gd name="csY4" fmla="*/ 82726 h 170128"/>
              <a:gd name="csX5" fmla="*/ 25155 w 153622"/>
              <a:gd name="csY5" fmla="*/ 43661 h 170128"/>
              <a:gd name="csX6" fmla="*/ 27423 w 153622"/>
              <a:gd name="csY6" fmla="*/ 32229 h 170128"/>
              <a:gd name="csX7" fmla="*/ 31172 w 153622"/>
              <a:gd name="csY7" fmla="*/ 17047 h 170128"/>
              <a:gd name="csX8" fmla="*/ 33221 w 153622"/>
              <a:gd name="csY8" fmla="*/ 11598 h 170128"/>
              <a:gd name="csX9" fmla="*/ 37362 w 153622"/>
              <a:gd name="csY9" fmla="*/ 8370 h 170128"/>
              <a:gd name="csX10" fmla="*/ 41848 w 153622"/>
              <a:gd name="csY10" fmla="*/ 3309 h 170128"/>
              <a:gd name="csX11" fmla="*/ 51947 w 153622"/>
              <a:gd name="csY11" fmla="*/ 4939 h 170128"/>
              <a:gd name="csX12" fmla="*/ 67990 w 153622"/>
              <a:gd name="csY12" fmla="*/ 10085 h 170128"/>
              <a:gd name="csX13" fmla="*/ 82983 w 153622"/>
              <a:gd name="csY13" fmla="*/ 28865 h 170128"/>
              <a:gd name="csX14" fmla="*/ 93236 w 153622"/>
              <a:gd name="csY14" fmla="*/ 38498 h 170128"/>
              <a:gd name="csX15" fmla="*/ 103025 w 153622"/>
              <a:gd name="csY15" fmla="*/ 33366 h 170128"/>
              <a:gd name="csX16" fmla="*/ 120832 w 153622"/>
              <a:gd name="csY16" fmla="*/ 24595 h 170128"/>
              <a:gd name="csX17" fmla="*/ 122064 w 153622"/>
              <a:gd name="csY17" fmla="*/ 33182 h 170128"/>
              <a:gd name="csX18" fmla="*/ 135261 w 153622"/>
              <a:gd name="csY18" fmla="*/ 39968 h 170128"/>
              <a:gd name="csX19" fmla="*/ 152396 w 153622"/>
              <a:gd name="csY19" fmla="*/ 46930 h 170128"/>
              <a:gd name="csX20" fmla="*/ 149002 w 153622"/>
              <a:gd name="csY20" fmla="*/ 58232 h 170128"/>
              <a:gd name="csX21" fmla="*/ 146552 w 153622"/>
              <a:gd name="csY21" fmla="*/ 64545 h 170128"/>
              <a:gd name="csX22" fmla="*/ 148358 w 153622"/>
              <a:gd name="csY22" fmla="*/ 121402 h 170128"/>
              <a:gd name="csX23" fmla="*/ 135844 w 153622"/>
              <a:gd name="csY23" fmla="*/ 118523 h 170128"/>
              <a:gd name="csX24" fmla="*/ 131972 w 153622"/>
              <a:gd name="csY24" fmla="*/ 113360 h 170128"/>
              <a:gd name="csX25" fmla="*/ 128062 w 153622"/>
              <a:gd name="csY25" fmla="*/ 103679 h 170128"/>
              <a:gd name="csX26" fmla="*/ 124378 w 153622"/>
              <a:gd name="csY26" fmla="*/ 87545 h 170128"/>
              <a:gd name="csX27" fmla="*/ 116378 w 153622"/>
              <a:gd name="csY27" fmla="*/ 72702 h 170128"/>
              <a:gd name="csX28" fmla="*/ 107448 w 153622"/>
              <a:gd name="csY28" fmla="*/ 67912 h 170128"/>
              <a:gd name="csX29" fmla="*/ 99376 w 153622"/>
              <a:gd name="csY29" fmla="*/ 80152 h 170128"/>
              <a:gd name="csX30" fmla="*/ 94468 w 153622"/>
              <a:gd name="csY30" fmla="*/ 101141 h 170128"/>
              <a:gd name="csX31" fmla="*/ 81766 w 153622"/>
              <a:gd name="csY31" fmla="*/ 133635 h 170128"/>
              <a:gd name="csX32" fmla="*/ 65090 w 153622"/>
              <a:gd name="csY32" fmla="*/ 140680 h 170128"/>
              <a:gd name="csX33" fmla="*/ 53260 w 153622"/>
              <a:gd name="csY33" fmla="*/ 146865 h 170128"/>
              <a:gd name="csX34" fmla="*/ 38902 w 153622"/>
              <a:gd name="csY34" fmla="*/ 154663 h 170128"/>
              <a:gd name="csX35" fmla="*/ 22260 w 153622"/>
              <a:gd name="csY35" fmla="*/ 162407 h 170128"/>
              <a:gd name="csX36" fmla="*/ 8493 w 153622"/>
              <a:gd name="csY36" fmla="*/ 168431 h 17012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Lst>
            <a:rect l="l" t="t" r="r" b="b"/>
            <a:pathLst>
              <a:path w="153622" h="170128">
                <a:moveTo>
                  <a:pt x="8493" y="168431"/>
                </a:moveTo>
                <a:cubicBezTo>
                  <a:pt x="7546" y="167484"/>
                  <a:pt x="6772" y="164329"/>
                  <a:pt x="6772" y="161418"/>
                </a:cubicBezTo>
                <a:cubicBezTo>
                  <a:pt x="6772" y="158508"/>
                  <a:pt x="4931" y="151306"/>
                  <a:pt x="2681" y="145415"/>
                </a:cubicBezTo>
                <a:cubicBezTo>
                  <a:pt x="-1298" y="134996"/>
                  <a:pt x="-1222" y="134332"/>
                  <a:pt x="5459" y="121148"/>
                </a:cubicBezTo>
                <a:cubicBezTo>
                  <a:pt x="10516" y="111168"/>
                  <a:pt x="12973" y="101035"/>
                  <a:pt x="14777" y="82726"/>
                </a:cubicBezTo>
                <a:cubicBezTo>
                  <a:pt x="17244" y="57676"/>
                  <a:pt x="20967" y="43661"/>
                  <a:pt x="25155" y="43661"/>
                </a:cubicBezTo>
                <a:cubicBezTo>
                  <a:pt x="26403" y="43661"/>
                  <a:pt x="27423" y="38516"/>
                  <a:pt x="27423" y="32229"/>
                </a:cubicBezTo>
                <a:cubicBezTo>
                  <a:pt x="27423" y="25675"/>
                  <a:pt x="29023" y="19196"/>
                  <a:pt x="31172" y="17047"/>
                </a:cubicBezTo>
                <a:cubicBezTo>
                  <a:pt x="33235" y="14985"/>
                  <a:pt x="34156" y="12533"/>
                  <a:pt x="33221" y="11598"/>
                </a:cubicBezTo>
                <a:cubicBezTo>
                  <a:pt x="32286" y="10662"/>
                  <a:pt x="34150" y="9210"/>
                  <a:pt x="37362" y="8370"/>
                </a:cubicBezTo>
                <a:cubicBezTo>
                  <a:pt x="40925" y="7438"/>
                  <a:pt x="42675" y="5464"/>
                  <a:pt x="41848" y="3309"/>
                </a:cubicBezTo>
                <a:cubicBezTo>
                  <a:pt x="39982" y="-1555"/>
                  <a:pt x="42837" y="-1094"/>
                  <a:pt x="51947" y="4939"/>
                </a:cubicBezTo>
                <a:cubicBezTo>
                  <a:pt x="56206" y="7760"/>
                  <a:pt x="63426" y="10076"/>
                  <a:pt x="67990" y="10085"/>
                </a:cubicBezTo>
                <a:cubicBezTo>
                  <a:pt x="77231" y="10104"/>
                  <a:pt x="80149" y="13759"/>
                  <a:pt x="82983" y="28865"/>
                </a:cubicBezTo>
                <a:cubicBezTo>
                  <a:pt x="84632" y="37657"/>
                  <a:pt x="85527" y="38498"/>
                  <a:pt x="93236" y="38498"/>
                </a:cubicBezTo>
                <a:cubicBezTo>
                  <a:pt x="99495" y="38498"/>
                  <a:pt x="102031" y="37168"/>
                  <a:pt x="103025" y="33366"/>
                </a:cubicBezTo>
                <a:cubicBezTo>
                  <a:pt x="104466" y="27855"/>
                  <a:pt x="116509" y="21923"/>
                  <a:pt x="120832" y="24595"/>
                </a:cubicBezTo>
                <a:cubicBezTo>
                  <a:pt x="122276" y="25487"/>
                  <a:pt x="122830" y="29351"/>
                  <a:pt x="122064" y="33182"/>
                </a:cubicBezTo>
                <a:cubicBezTo>
                  <a:pt x="120679" y="40107"/>
                  <a:pt x="120757" y="40147"/>
                  <a:pt x="135261" y="39968"/>
                </a:cubicBezTo>
                <a:cubicBezTo>
                  <a:pt x="148934" y="39800"/>
                  <a:pt x="150012" y="40238"/>
                  <a:pt x="152396" y="46930"/>
                </a:cubicBezTo>
                <a:cubicBezTo>
                  <a:pt x="154575" y="53045"/>
                  <a:pt x="154087" y="54670"/>
                  <a:pt x="149002" y="58232"/>
                </a:cubicBezTo>
                <a:cubicBezTo>
                  <a:pt x="144363" y="61481"/>
                  <a:pt x="143827" y="62863"/>
                  <a:pt x="146552" y="64545"/>
                </a:cubicBezTo>
                <a:cubicBezTo>
                  <a:pt x="151618" y="67671"/>
                  <a:pt x="153227" y="118317"/>
                  <a:pt x="148358" y="121402"/>
                </a:cubicBezTo>
                <a:cubicBezTo>
                  <a:pt x="142062" y="125392"/>
                  <a:pt x="135844" y="123962"/>
                  <a:pt x="135844" y="118523"/>
                </a:cubicBezTo>
                <a:cubicBezTo>
                  <a:pt x="135844" y="115655"/>
                  <a:pt x="134123" y="113360"/>
                  <a:pt x="131972" y="113360"/>
                </a:cubicBezTo>
                <a:cubicBezTo>
                  <a:pt x="129225" y="113360"/>
                  <a:pt x="128089" y="110546"/>
                  <a:pt x="128062" y="103679"/>
                </a:cubicBezTo>
                <a:cubicBezTo>
                  <a:pt x="128041" y="98355"/>
                  <a:pt x="126383" y="91095"/>
                  <a:pt x="124378" y="87545"/>
                </a:cubicBezTo>
                <a:cubicBezTo>
                  <a:pt x="122373" y="83996"/>
                  <a:pt x="118773" y="77316"/>
                  <a:pt x="116378" y="72702"/>
                </a:cubicBezTo>
                <a:cubicBezTo>
                  <a:pt x="111867" y="64011"/>
                  <a:pt x="107448" y="61641"/>
                  <a:pt x="107448" y="67912"/>
                </a:cubicBezTo>
                <a:cubicBezTo>
                  <a:pt x="107448" y="69891"/>
                  <a:pt x="103816" y="75399"/>
                  <a:pt x="99376" y="80152"/>
                </a:cubicBezTo>
                <a:cubicBezTo>
                  <a:pt x="91445" y="88642"/>
                  <a:pt x="91359" y="89010"/>
                  <a:pt x="94468" y="101141"/>
                </a:cubicBezTo>
                <a:cubicBezTo>
                  <a:pt x="97988" y="114877"/>
                  <a:pt x="97068" y="117230"/>
                  <a:pt x="81766" y="133635"/>
                </a:cubicBezTo>
                <a:cubicBezTo>
                  <a:pt x="74766" y="141139"/>
                  <a:pt x="72544" y="142078"/>
                  <a:pt x="65090" y="140680"/>
                </a:cubicBezTo>
                <a:cubicBezTo>
                  <a:pt x="57313" y="139221"/>
                  <a:pt x="56181" y="139812"/>
                  <a:pt x="53260" y="146865"/>
                </a:cubicBezTo>
                <a:cubicBezTo>
                  <a:pt x="50372" y="153836"/>
                  <a:pt x="48850" y="154663"/>
                  <a:pt x="38902" y="154663"/>
                </a:cubicBezTo>
                <a:cubicBezTo>
                  <a:pt x="29485" y="154663"/>
                  <a:pt x="26927" y="155853"/>
                  <a:pt x="22260" y="162407"/>
                </a:cubicBezTo>
                <a:cubicBezTo>
                  <a:pt x="16933" y="169889"/>
                  <a:pt x="12076" y="172014"/>
                  <a:pt x="8493" y="168431"/>
                </a:cubicBezTo>
                <a:close/>
              </a:path>
            </a:pathLst>
          </a:custGeom>
          <a:solidFill>
            <a:srgbClr val="B9B9B9"/>
          </a:solidFill>
          <a:ln w="5163" cap="flat">
            <a:noFill/>
            <a:prstDash val="solid"/>
            <a:miter/>
          </a:ln>
        </p:spPr>
        <p:txBody>
          <a:bodyPr/>
          <a:lstStyle/>
          <a:p>
            <a:endParaRPr lang="es-419" noProof="0" dirty="0"/>
          </a:p>
        </p:txBody>
      </p:sp>
      <p:grpSp>
        <p:nvGrpSpPr>
          <p:cNvPr id="68" name="Gráfico 39">
            <a:extLst>
              <a:ext uri="{FF2B5EF4-FFF2-40B4-BE49-F238E27FC236}">
                <a16:creationId xmlns:a16="http://schemas.microsoft.com/office/drawing/2014/main" id="{4EEAB1DE-93D7-6D52-A873-984024F88632}"/>
              </a:ext>
            </a:extLst>
          </p:cNvPr>
          <p:cNvGrpSpPr/>
          <p:nvPr/>
        </p:nvGrpSpPr>
        <p:grpSpPr>
          <a:xfrm>
            <a:off x="2169009" y="2212045"/>
            <a:ext cx="273705" cy="260208"/>
            <a:chOff x="2169009" y="2212045"/>
            <a:chExt cx="273705" cy="260208"/>
          </a:xfrm>
          <a:solidFill>
            <a:srgbClr val="B9B9B9"/>
          </a:solidFill>
        </p:grpSpPr>
        <p:sp>
          <p:nvSpPr>
            <p:cNvPr id="69" name="Forma libre: forma 68">
              <a:extLst>
                <a:ext uri="{FF2B5EF4-FFF2-40B4-BE49-F238E27FC236}">
                  <a16:creationId xmlns:a16="http://schemas.microsoft.com/office/drawing/2014/main" id="{C64D86A6-AEE6-EB11-3785-8469B074D042}"/>
                </a:ext>
              </a:extLst>
            </p:cNvPr>
            <p:cNvSpPr/>
            <p:nvPr/>
          </p:nvSpPr>
          <p:spPr>
            <a:xfrm>
              <a:off x="2169009" y="2212045"/>
              <a:ext cx="273705" cy="260208"/>
            </a:xfrm>
            <a:custGeom>
              <a:avLst/>
              <a:gdLst>
                <a:gd name="csX0" fmla="*/ 136396 w 273705"/>
                <a:gd name="csY0" fmla="*/ 251544 h 260208"/>
                <a:gd name="csX1" fmla="*/ 123951 w 273705"/>
                <a:gd name="csY1" fmla="*/ 241399 h 260208"/>
                <a:gd name="csX2" fmla="*/ 100178 w 273705"/>
                <a:gd name="csY2" fmla="*/ 233837 h 260208"/>
                <a:gd name="csX3" fmla="*/ 81199 w 273705"/>
                <a:gd name="csY3" fmla="*/ 230865 h 260208"/>
                <a:gd name="csX4" fmla="*/ 75979 w 273705"/>
                <a:gd name="csY4" fmla="*/ 240363 h 260208"/>
                <a:gd name="csX5" fmla="*/ 67894 w 273705"/>
                <a:gd name="csY5" fmla="*/ 246752 h 260208"/>
                <a:gd name="csX6" fmla="*/ 29911 w 273705"/>
                <a:gd name="csY6" fmla="*/ 227450 h 260208"/>
                <a:gd name="csX7" fmla="*/ 28472 w 273705"/>
                <a:gd name="csY7" fmla="*/ 213064 h 260208"/>
                <a:gd name="csX8" fmla="*/ 12481 w 273705"/>
                <a:gd name="csY8" fmla="*/ 197704 h 260208"/>
                <a:gd name="csX9" fmla="*/ 1103 w 273705"/>
                <a:gd name="csY9" fmla="*/ 191257 h 260208"/>
                <a:gd name="csX10" fmla="*/ 24560 w 273705"/>
                <a:gd name="csY10" fmla="*/ 177413 h 260208"/>
                <a:gd name="csX11" fmla="*/ 49357 w 273705"/>
                <a:gd name="csY11" fmla="*/ 181249 h 260208"/>
                <a:gd name="csX12" fmla="*/ 33383 w 273705"/>
                <a:gd name="csY12" fmla="*/ 188440 h 260208"/>
                <a:gd name="csX13" fmla="*/ 18111 w 273705"/>
                <a:gd name="csY13" fmla="*/ 189801 h 260208"/>
                <a:gd name="csX14" fmla="*/ 23379 w 273705"/>
                <a:gd name="csY14" fmla="*/ 191217 h 260208"/>
                <a:gd name="csX15" fmla="*/ 42338 w 273705"/>
                <a:gd name="csY15" fmla="*/ 193852 h 260208"/>
                <a:gd name="csX16" fmla="*/ 54801 w 273705"/>
                <a:gd name="csY16" fmla="*/ 205031 h 260208"/>
                <a:gd name="csX17" fmla="*/ 53572 w 273705"/>
                <a:gd name="csY17" fmla="*/ 211902 h 260208"/>
                <a:gd name="csX18" fmla="*/ 58745 w 273705"/>
                <a:gd name="csY18" fmla="*/ 206739 h 260208"/>
                <a:gd name="csX19" fmla="*/ 62804 w 273705"/>
                <a:gd name="csY19" fmla="*/ 199640 h 260208"/>
                <a:gd name="csX20" fmla="*/ 78923 w 273705"/>
                <a:gd name="csY20" fmla="*/ 200342 h 260208"/>
                <a:gd name="csX21" fmla="*/ 84524 w 273705"/>
                <a:gd name="csY21" fmla="*/ 197871 h 260208"/>
                <a:gd name="csX22" fmla="*/ 91725 w 273705"/>
                <a:gd name="csY22" fmla="*/ 189946 h 260208"/>
                <a:gd name="csX23" fmla="*/ 100403 w 273705"/>
                <a:gd name="csY23" fmla="*/ 165765 h 260208"/>
                <a:gd name="csX24" fmla="*/ 96700 w 273705"/>
                <a:gd name="csY24" fmla="*/ 159218 h 260208"/>
                <a:gd name="csX25" fmla="*/ 94398 w 273705"/>
                <a:gd name="csY25" fmla="*/ 157998 h 260208"/>
                <a:gd name="csX26" fmla="*/ 90392 w 273705"/>
                <a:gd name="csY26" fmla="*/ 161840 h 260208"/>
                <a:gd name="csX27" fmla="*/ 87810 w 273705"/>
                <a:gd name="csY27" fmla="*/ 164145 h 260208"/>
                <a:gd name="csX28" fmla="*/ 100799 w 273705"/>
                <a:gd name="csY28" fmla="*/ 149016 h 260208"/>
                <a:gd name="csX29" fmla="*/ 118746 w 273705"/>
                <a:gd name="csY29" fmla="*/ 138331 h 260208"/>
                <a:gd name="csX30" fmla="*/ 133646 w 273705"/>
                <a:gd name="csY30" fmla="*/ 125809 h 260208"/>
                <a:gd name="csX31" fmla="*/ 149004 w 273705"/>
                <a:gd name="csY31" fmla="*/ 91807 h 260208"/>
                <a:gd name="csX32" fmla="*/ 157715 w 273705"/>
                <a:gd name="csY32" fmla="*/ 65895 h 260208"/>
                <a:gd name="csX33" fmla="*/ 163243 w 273705"/>
                <a:gd name="csY33" fmla="*/ 33397 h 260208"/>
                <a:gd name="csX34" fmla="*/ 165326 w 273705"/>
                <a:gd name="csY34" fmla="*/ 1486 h 260208"/>
                <a:gd name="csX35" fmla="*/ 167796 w 273705"/>
                <a:gd name="csY35" fmla="*/ 6032 h 260208"/>
                <a:gd name="csX36" fmla="*/ 180226 w 273705"/>
                <a:gd name="csY36" fmla="*/ 14421 h 260208"/>
                <a:gd name="csX37" fmla="*/ 195070 w 273705"/>
                <a:gd name="csY37" fmla="*/ 12027 h 260208"/>
                <a:gd name="csX38" fmla="*/ 227557 w 273705"/>
                <a:gd name="csY38" fmla="*/ 43889 h 260208"/>
                <a:gd name="csX39" fmla="*/ 257592 w 273705"/>
                <a:gd name="csY39" fmla="*/ 78146 h 260208"/>
                <a:gd name="csX40" fmla="*/ 261681 w 273705"/>
                <a:gd name="csY40" fmla="*/ 107593 h 260208"/>
                <a:gd name="csX41" fmla="*/ 273489 w 273705"/>
                <a:gd name="csY41" fmla="*/ 250266 h 260208"/>
                <a:gd name="csX42" fmla="*/ 218174 w 273705"/>
                <a:gd name="csY42" fmla="*/ 254247 h 260208"/>
                <a:gd name="csX43" fmla="*/ 150594 w 273705"/>
                <a:gd name="csY43" fmla="*/ 258722 h 260208"/>
                <a:gd name="csX44" fmla="*/ 137226 w 273705"/>
                <a:gd name="csY44" fmla="*/ 260208 h 260208"/>
                <a:gd name="csX45" fmla="*/ 136396 w 273705"/>
                <a:gd name="csY45" fmla="*/ 251544 h 2602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Lst>
              <a:rect l="l" t="t" r="r" b="b"/>
              <a:pathLst>
                <a:path w="273705" h="260208">
                  <a:moveTo>
                    <a:pt x="136396" y="251544"/>
                  </a:moveTo>
                  <a:cubicBezTo>
                    <a:pt x="135615" y="243380"/>
                    <a:pt x="134897" y="242794"/>
                    <a:pt x="123951" y="241399"/>
                  </a:cubicBezTo>
                  <a:cubicBezTo>
                    <a:pt x="117562" y="240584"/>
                    <a:pt x="106864" y="237181"/>
                    <a:pt x="100178" y="233837"/>
                  </a:cubicBezTo>
                  <a:cubicBezTo>
                    <a:pt x="89763" y="228627"/>
                    <a:pt x="87046" y="228201"/>
                    <a:pt x="81199" y="230865"/>
                  </a:cubicBezTo>
                  <a:cubicBezTo>
                    <a:pt x="75659" y="233390"/>
                    <a:pt x="74677" y="235176"/>
                    <a:pt x="75979" y="240363"/>
                  </a:cubicBezTo>
                  <a:cubicBezTo>
                    <a:pt x="77472" y="246311"/>
                    <a:pt x="76914" y="246752"/>
                    <a:pt x="67894" y="246752"/>
                  </a:cubicBezTo>
                  <a:cubicBezTo>
                    <a:pt x="55809" y="246752"/>
                    <a:pt x="31822" y="234563"/>
                    <a:pt x="29911" y="227450"/>
                  </a:cubicBezTo>
                  <a:cubicBezTo>
                    <a:pt x="29139" y="224578"/>
                    <a:pt x="28492" y="218104"/>
                    <a:pt x="28472" y="213064"/>
                  </a:cubicBezTo>
                  <a:cubicBezTo>
                    <a:pt x="28427" y="201349"/>
                    <a:pt x="24633" y="197704"/>
                    <a:pt x="12481" y="197704"/>
                  </a:cubicBezTo>
                  <a:cubicBezTo>
                    <a:pt x="4225" y="197704"/>
                    <a:pt x="2471" y="196710"/>
                    <a:pt x="1103" y="191257"/>
                  </a:cubicBezTo>
                  <a:cubicBezTo>
                    <a:pt x="-2114" y="178441"/>
                    <a:pt x="578" y="176853"/>
                    <a:pt x="24560" y="177413"/>
                  </a:cubicBezTo>
                  <a:cubicBezTo>
                    <a:pt x="38820" y="177746"/>
                    <a:pt x="47574" y="179100"/>
                    <a:pt x="49357" y="181249"/>
                  </a:cubicBezTo>
                  <a:cubicBezTo>
                    <a:pt x="54736" y="187730"/>
                    <a:pt x="49187" y="190228"/>
                    <a:pt x="33383" y="188440"/>
                  </a:cubicBezTo>
                  <a:cubicBezTo>
                    <a:pt x="22288" y="187184"/>
                    <a:pt x="18111" y="187556"/>
                    <a:pt x="18111" y="189801"/>
                  </a:cubicBezTo>
                  <a:cubicBezTo>
                    <a:pt x="18111" y="191735"/>
                    <a:pt x="20080" y="192265"/>
                    <a:pt x="23379" y="191217"/>
                  </a:cubicBezTo>
                  <a:cubicBezTo>
                    <a:pt x="26276" y="190298"/>
                    <a:pt x="34808" y="191483"/>
                    <a:pt x="42338" y="193852"/>
                  </a:cubicBezTo>
                  <a:cubicBezTo>
                    <a:pt x="54989" y="197831"/>
                    <a:pt x="55937" y="198681"/>
                    <a:pt x="54801" y="205031"/>
                  </a:cubicBezTo>
                  <a:lnTo>
                    <a:pt x="53572" y="211902"/>
                  </a:lnTo>
                  <a:lnTo>
                    <a:pt x="58745" y="206739"/>
                  </a:lnTo>
                  <a:cubicBezTo>
                    <a:pt x="61590" y="203900"/>
                    <a:pt x="63416" y="200705"/>
                    <a:pt x="62804" y="199640"/>
                  </a:cubicBezTo>
                  <a:cubicBezTo>
                    <a:pt x="61196" y="196843"/>
                    <a:pt x="70823" y="197262"/>
                    <a:pt x="78923" y="200342"/>
                  </a:cubicBezTo>
                  <a:cubicBezTo>
                    <a:pt x="85153" y="202711"/>
                    <a:pt x="85724" y="202459"/>
                    <a:pt x="84524" y="197871"/>
                  </a:cubicBezTo>
                  <a:cubicBezTo>
                    <a:pt x="83478" y="193868"/>
                    <a:pt x="85034" y="192154"/>
                    <a:pt x="91725" y="189946"/>
                  </a:cubicBezTo>
                  <a:cubicBezTo>
                    <a:pt x="104380" y="185769"/>
                    <a:pt x="109318" y="172009"/>
                    <a:pt x="100403" y="165765"/>
                  </a:cubicBezTo>
                  <a:cubicBezTo>
                    <a:pt x="97428" y="163681"/>
                    <a:pt x="95762" y="160736"/>
                    <a:pt x="96700" y="159218"/>
                  </a:cubicBezTo>
                  <a:cubicBezTo>
                    <a:pt x="97747" y="157525"/>
                    <a:pt x="96859" y="157053"/>
                    <a:pt x="94398" y="157998"/>
                  </a:cubicBezTo>
                  <a:cubicBezTo>
                    <a:pt x="92194" y="158843"/>
                    <a:pt x="90392" y="160572"/>
                    <a:pt x="90392" y="161840"/>
                  </a:cubicBezTo>
                  <a:cubicBezTo>
                    <a:pt x="90392" y="163108"/>
                    <a:pt x="89230" y="164145"/>
                    <a:pt x="87810" y="164145"/>
                  </a:cubicBezTo>
                  <a:cubicBezTo>
                    <a:pt x="81811" y="164145"/>
                    <a:pt x="86198" y="159036"/>
                    <a:pt x="100799" y="149016"/>
                  </a:cubicBezTo>
                  <a:cubicBezTo>
                    <a:pt x="109362" y="143139"/>
                    <a:pt x="117438" y="138331"/>
                    <a:pt x="118746" y="138331"/>
                  </a:cubicBezTo>
                  <a:cubicBezTo>
                    <a:pt x="120053" y="138331"/>
                    <a:pt x="126758" y="132696"/>
                    <a:pt x="133646" y="125809"/>
                  </a:cubicBezTo>
                  <a:cubicBezTo>
                    <a:pt x="145786" y="113669"/>
                    <a:pt x="146254" y="112631"/>
                    <a:pt x="149004" y="91807"/>
                  </a:cubicBezTo>
                  <a:cubicBezTo>
                    <a:pt x="151298" y="74430"/>
                    <a:pt x="152962" y="69481"/>
                    <a:pt x="157715" y="65895"/>
                  </a:cubicBezTo>
                  <a:cubicBezTo>
                    <a:pt x="163239" y="61729"/>
                    <a:pt x="163570" y="59784"/>
                    <a:pt x="163243" y="33397"/>
                  </a:cubicBezTo>
                  <a:cubicBezTo>
                    <a:pt x="163052" y="17960"/>
                    <a:pt x="163989" y="3600"/>
                    <a:pt x="165326" y="1486"/>
                  </a:cubicBezTo>
                  <a:cubicBezTo>
                    <a:pt x="167138" y="-1380"/>
                    <a:pt x="167766" y="-224"/>
                    <a:pt x="167796" y="6032"/>
                  </a:cubicBezTo>
                  <a:cubicBezTo>
                    <a:pt x="167835" y="14326"/>
                    <a:pt x="167976" y="14421"/>
                    <a:pt x="180226" y="14421"/>
                  </a:cubicBezTo>
                  <a:cubicBezTo>
                    <a:pt x="187041" y="14421"/>
                    <a:pt x="193721" y="13344"/>
                    <a:pt x="195070" y="12027"/>
                  </a:cubicBezTo>
                  <a:cubicBezTo>
                    <a:pt x="196598" y="10534"/>
                    <a:pt x="208840" y="22541"/>
                    <a:pt x="227557" y="43889"/>
                  </a:cubicBezTo>
                  <a:lnTo>
                    <a:pt x="257592" y="78146"/>
                  </a:lnTo>
                  <a:lnTo>
                    <a:pt x="261681" y="107593"/>
                  </a:lnTo>
                  <a:cubicBezTo>
                    <a:pt x="266251" y="140497"/>
                    <a:pt x="275208" y="248724"/>
                    <a:pt x="273489" y="250266"/>
                  </a:cubicBezTo>
                  <a:cubicBezTo>
                    <a:pt x="272881" y="250811"/>
                    <a:pt x="247989" y="252602"/>
                    <a:pt x="218174" y="254247"/>
                  </a:cubicBezTo>
                  <a:cubicBezTo>
                    <a:pt x="188358" y="255891"/>
                    <a:pt x="157947" y="257905"/>
                    <a:pt x="150594" y="258722"/>
                  </a:cubicBezTo>
                  <a:lnTo>
                    <a:pt x="137226" y="260208"/>
                  </a:lnTo>
                  <a:lnTo>
                    <a:pt x="136396" y="251544"/>
                  </a:lnTo>
                  <a:close/>
                </a:path>
              </a:pathLst>
            </a:custGeom>
            <a:solidFill>
              <a:srgbClr val="B9B9B9"/>
            </a:solidFill>
            <a:ln w="5163" cap="flat">
              <a:noFill/>
              <a:prstDash val="solid"/>
              <a:miter/>
            </a:ln>
          </p:spPr>
          <p:txBody>
            <a:bodyPr/>
            <a:lstStyle/>
            <a:p>
              <a:endParaRPr lang="es-419" noProof="0" dirty="0"/>
            </a:p>
          </p:txBody>
        </p:sp>
        <p:sp>
          <p:nvSpPr>
            <p:cNvPr id="70" name="Forma libre: forma 69">
              <a:extLst>
                <a:ext uri="{FF2B5EF4-FFF2-40B4-BE49-F238E27FC236}">
                  <a16:creationId xmlns:a16="http://schemas.microsoft.com/office/drawing/2014/main" id="{651BECEB-0BBE-FF4B-299B-982B08DB3E89}"/>
                </a:ext>
              </a:extLst>
            </p:cNvPr>
            <p:cNvSpPr/>
            <p:nvPr/>
          </p:nvSpPr>
          <p:spPr>
            <a:xfrm>
              <a:off x="2221969" y="2379232"/>
              <a:ext cx="29491" cy="17638"/>
            </a:xfrm>
            <a:custGeom>
              <a:avLst/>
              <a:gdLst>
                <a:gd name="csX0" fmla="*/ 10326 w 29491"/>
                <a:gd name="csY0" fmla="*/ 11251 h 17638"/>
                <a:gd name="csX1" fmla="*/ 23663 w 29491"/>
                <a:gd name="csY1" fmla="*/ 4783 h 17638"/>
                <a:gd name="csX2" fmla="*/ 27977 w 29491"/>
                <a:gd name="csY2" fmla="*/ 1475 h 17638"/>
                <a:gd name="csX3" fmla="*/ 29483 w 29491"/>
                <a:gd name="csY3" fmla="*/ 1025 h 17638"/>
                <a:gd name="csX4" fmla="*/ 8425 w 29491"/>
                <a:gd name="csY4" fmla="*/ 16751 h 17638"/>
                <a:gd name="csX5" fmla="*/ 0 w 29491"/>
                <a:gd name="csY5" fmla="*/ 17639 h 17638"/>
                <a:gd name="csX6" fmla="*/ 10326 w 29491"/>
                <a:gd name="csY6" fmla="*/ 11251 h 17638"/>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9491" h="17638">
                  <a:moveTo>
                    <a:pt x="10326" y="11251"/>
                  </a:moveTo>
                  <a:cubicBezTo>
                    <a:pt x="16005" y="7738"/>
                    <a:pt x="22007" y="4827"/>
                    <a:pt x="23663" y="4783"/>
                  </a:cubicBezTo>
                  <a:cubicBezTo>
                    <a:pt x="25320" y="4738"/>
                    <a:pt x="27261" y="3250"/>
                    <a:pt x="27977" y="1475"/>
                  </a:cubicBezTo>
                  <a:cubicBezTo>
                    <a:pt x="28693" y="-299"/>
                    <a:pt x="29371" y="-502"/>
                    <a:pt x="29483" y="1025"/>
                  </a:cubicBezTo>
                  <a:cubicBezTo>
                    <a:pt x="29861" y="6183"/>
                    <a:pt x="16907" y="15857"/>
                    <a:pt x="8425" y="16751"/>
                  </a:cubicBezTo>
                  <a:lnTo>
                    <a:pt x="0" y="17639"/>
                  </a:lnTo>
                  <a:lnTo>
                    <a:pt x="10326" y="11251"/>
                  </a:lnTo>
                  <a:close/>
                </a:path>
              </a:pathLst>
            </a:custGeom>
            <a:solidFill>
              <a:srgbClr val="B9B9B9"/>
            </a:solidFill>
            <a:ln w="5163" cap="flat">
              <a:noFill/>
              <a:prstDash val="solid"/>
              <a:miter/>
            </a:ln>
          </p:spPr>
          <p:txBody>
            <a:bodyPr/>
            <a:lstStyle/>
            <a:p>
              <a:endParaRPr lang="es-419" noProof="0" dirty="0"/>
            </a:p>
          </p:txBody>
        </p:sp>
      </p:grpSp>
      <p:sp>
        <p:nvSpPr>
          <p:cNvPr id="71" name="Forma libre: forma 70">
            <a:extLst>
              <a:ext uri="{FF2B5EF4-FFF2-40B4-BE49-F238E27FC236}">
                <a16:creationId xmlns:a16="http://schemas.microsoft.com/office/drawing/2014/main" id="{7BB2F6A7-8EE4-3853-8148-E2259290EE73}"/>
              </a:ext>
            </a:extLst>
          </p:cNvPr>
          <p:cNvSpPr/>
          <p:nvPr/>
        </p:nvSpPr>
        <p:spPr>
          <a:xfrm>
            <a:off x="1574029" y="2346575"/>
            <a:ext cx="28491" cy="35790"/>
          </a:xfrm>
          <a:custGeom>
            <a:avLst/>
            <a:gdLst>
              <a:gd name="csX0" fmla="*/ 11768 w 28491"/>
              <a:gd name="csY0" fmla="*/ 34872 h 35790"/>
              <a:gd name="csX1" fmla="*/ 805 w 28491"/>
              <a:gd name="csY1" fmla="*/ 25413 h 35790"/>
              <a:gd name="csX2" fmla="*/ 7669 w 28491"/>
              <a:gd name="csY2" fmla="*/ 7571 h 35790"/>
              <a:gd name="csX3" fmla="*/ 18379 w 28491"/>
              <a:gd name="csY3" fmla="*/ 2738 h 35790"/>
              <a:gd name="csX4" fmla="*/ 23574 w 28491"/>
              <a:gd name="csY4" fmla="*/ 11696 h 35790"/>
              <a:gd name="csX5" fmla="*/ 28193 w 28491"/>
              <a:gd name="csY5" fmla="*/ 24987 h 35790"/>
              <a:gd name="csX6" fmla="*/ 11768 w 28491"/>
              <a:gd name="csY6" fmla="*/ 34872 h 35790"/>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8491" h="35790">
                <a:moveTo>
                  <a:pt x="11768" y="34872"/>
                </a:moveTo>
                <a:cubicBezTo>
                  <a:pt x="4464" y="33733"/>
                  <a:pt x="2519" y="32055"/>
                  <a:pt x="805" y="25413"/>
                </a:cubicBezTo>
                <a:cubicBezTo>
                  <a:pt x="-1017" y="18356"/>
                  <a:pt x="-153" y="16110"/>
                  <a:pt x="7669" y="7571"/>
                </a:cubicBezTo>
                <a:cubicBezTo>
                  <a:pt x="15700" y="-1197"/>
                  <a:pt x="16797" y="-1692"/>
                  <a:pt x="18379" y="2738"/>
                </a:cubicBezTo>
                <a:cubicBezTo>
                  <a:pt x="19348" y="5452"/>
                  <a:pt x="21686" y="9483"/>
                  <a:pt x="23574" y="11696"/>
                </a:cubicBezTo>
                <a:cubicBezTo>
                  <a:pt x="25461" y="13908"/>
                  <a:pt x="27540" y="19890"/>
                  <a:pt x="28193" y="24987"/>
                </a:cubicBezTo>
                <a:cubicBezTo>
                  <a:pt x="29539" y="35505"/>
                  <a:pt x="26717" y="37203"/>
                  <a:pt x="11768" y="34872"/>
                </a:cubicBezTo>
                <a:close/>
              </a:path>
            </a:pathLst>
          </a:custGeom>
          <a:solidFill>
            <a:srgbClr val="CCCCCC"/>
          </a:solidFill>
          <a:ln w="5163" cap="flat">
            <a:noFill/>
            <a:prstDash val="solid"/>
            <a:miter/>
          </a:ln>
        </p:spPr>
        <p:txBody>
          <a:bodyPr/>
          <a:lstStyle/>
          <a:p>
            <a:endParaRPr lang="es-419" noProof="0" dirty="0"/>
          </a:p>
        </p:txBody>
      </p:sp>
      <p:sp>
        <p:nvSpPr>
          <p:cNvPr id="72" name="Forma libre: forma 71">
            <a:extLst>
              <a:ext uri="{FF2B5EF4-FFF2-40B4-BE49-F238E27FC236}">
                <a16:creationId xmlns:a16="http://schemas.microsoft.com/office/drawing/2014/main" id="{C2D2096B-8E37-6DEF-17BE-59DAB3FFE60F}"/>
              </a:ext>
            </a:extLst>
          </p:cNvPr>
          <p:cNvSpPr/>
          <p:nvPr/>
        </p:nvSpPr>
        <p:spPr>
          <a:xfrm>
            <a:off x="1629800" y="2326596"/>
            <a:ext cx="82332" cy="45198"/>
          </a:xfrm>
          <a:custGeom>
            <a:avLst/>
            <a:gdLst>
              <a:gd name="csX0" fmla="*/ 35828 w 82332"/>
              <a:gd name="csY0" fmla="*/ 43172 h 45198"/>
              <a:gd name="csX1" fmla="*/ 20861 w 82332"/>
              <a:gd name="csY1" fmla="*/ 27939 h 45198"/>
              <a:gd name="csX2" fmla="*/ 6710 w 82332"/>
              <a:gd name="csY2" fmla="*/ 16733 h 45198"/>
              <a:gd name="csX3" fmla="*/ 200 w 82332"/>
              <a:gd name="csY3" fmla="*/ 11518 h 45198"/>
              <a:gd name="csX4" fmla="*/ 11960 w 82332"/>
              <a:gd name="csY4" fmla="*/ 5709 h 45198"/>
              <a:gd name="csX5" fmla="*/ 29437 w 82332"/>
              <a:gd name="csY5" fmla="*/ 2139 h 45198"/>
              <a:gd name="csX6" fmla="*/ 38320 w 82332"/>
              <a:gd name="csY6" fmla="*/ 692 h 45198"/>
              <a:gd name="csX7" fmla="*/ 49592 w 82332"/>
              <a:gd name="csY7" fmla="*/ 4355 h 45198"/>
              <a:gd name="csX8" fmla="*/ 61209 w 82332"/>
              <a:gd name="csY8" fmla="*/ 13550 h 45198"/>
              <a:gd name="csX9" fmla="*/ 68838 w 82332"/>
              <a:gd name="csY9" fmla="*/ 19970 h 45198"/>
              <a:gd name="csX10" fmla="*/ 82332 w 82332"/>
              <a:gd name="csY10" fmla="*/ 30233 h 45198"/>
              <a:gd name="csX11" fmla="*/ 75901 w 82332"/>
              <a:gd name="csY11" fmla="*/ 31524 h 45198"/>
              <a:gd name="csX12" fmla="*/ 66358 w 82332"/>
              <a:gd name="csY12" fmla="*/ 36506 h 45198"/>
              <a:gd name="csX13" fmla="*/ 58348 w 82332"/>
              <a:gd name="csY13" fmla="*/ 38866 h 45198"/>
              <a:gd name="csX14" fmla="*/ 47885 w 82332"/>
              <a:gd name="csY14" fmla="*/ 41425 h 45198"/>
              <a:gd name="csX15" fmla="*/ 35828 w 82332"/>
              <a:gd name="csY15" fmla="*/ 43172 h 4519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82332" h="45198">
                <a:moveTo>
                  <a:pt x="35828" y="43172"/>
                </a:moveTo>
                <a:cubicBezTo>
                  <a:pt x="32257" y="41284"/>
                  <a:pt x="25522" y="34429"/>
                  <a:pt x="20861" y="27939"/>
                </a:cubicBezTo>
                <a:cubicBezTo>
                  <a:pt x="14698" y="19357"/>
                  <a:pt x="10840" y="16301"/>
                  <a:pt x="6710" y="16733"/>
                </a:cubicBezTo>
                <a:cubicBezTo>
                  <a:pt x="2564" y="17166"/>
                  <a:pt x="809" y="15760"/>
                  <a:pt x="200" y="11518"/>
                </a:cubicBezTo>
                <a:cubicBezTo>
                  <a:pt x="-566" y="6174"/>
                  <a:pt x="375" y="5709"/>
                  <a:pt x="11960" y="5709"/>
                </a:cubicBezTo>
                <a:cubicBezTo>
                  <a:pt x="18887" y="5709"/>
                  <a:pt x="26751" y="4102"/>
                  <a:pt x="29437" y="2139"/>
                </a:cubicBezTo>
                <a:cubicBezTo>
                  <a:pt x="32427" y="-48"/>
                  <a:pt x="35871" y="-609"/>
                  <a:pt x="38320" y="692"/>
                </a:cubicBezTo>
                <a:cubicBezTo>
                  <a:pt x="40520" y="1860"/>
                  <a:pt x="45592" y="3509"/>
                  <a:pt x="49592" y="4355"/>
                </a:cubicBezTo>
                <a:cubicBezTo>
                  <a:pt x="53972" y="5282"/>
                  <a:pt x="58593" y="8940"/>
                  <a:pt x="61209" y="13550"/>
                </a:cubicBezTo>
                <a:cubicBezTo>
                  <a:pt x="63598" y="17761"/>
                  <a:pt x="67032" y="20650"/>
                  <a:pt x="68838" y="19970"/>
                </a:cubicBezTo>
                <a:cubicBezTo>
                  <a:pt x="71755" y="18872"/>
                  <a:pt x="82332" y="26917"/>
                  <a:pt x="82332" y="30233"/>
                </a:cubicBezTo>
                <a:cubicBezTo>
                  <a:pt x="82332" y="30943"/>
                  <a:pt x="79438" y="31524"/>
                  <a:pt x="75901" y="31524"/>
                </a:cubicBezTo>
                <a:cubicBezTo>
                  <a:pt x="72343" y="31524"/>
                  <a:pt x="68079" y="33750"/>
                  <a:pt x="66358" y="36506"/>
                </a:cubicBezTo>
                <a:cubicBezTo>
                  <a:pt x="63915" y="40418"/>
                  <a:pt x="62194" y="40925"/>
                  <a:pt x="58348" y="38866"/>
                </a:cubicBezTo>
                <a:cubicBezTo>
                  <a:pt x="54563" y="36841"/>
                  <a:pt x="52184" y="37422"/>
                  <a:pt x="47885" y="41425"/>
                </a:cubicBezTo>
                <a:cubicBezTo>
                  <a:pt x="42972" y="45999"/>
                  <a:pt x="41560" y="46204"/>
                  <a:pt x="35828" y="43172"/>
                </a:cubicBezTo>
                <a:close/>
              </a:path>
            </a:pathLst>
          </a:custGeom>
          <a:solidFill>
            <a:srgbClr val="B9B9B9"/>
          </a:solidFill>
          <a:ln w="5163" cap="flat">
            <a:noFill/>
            <a:prstDash val="solid"/>
            <a:miter/>
          </a:ln>
        </p:spPr>
        <p:txBody>
          <a:bodyPr/>
          <a:lstStyle/>
          <a:p>
            <a:endParaRPr lang="es-419" noProof="0" dirty="0"/>
          </a:p>
        </p:txBody>
      </p:sp>
      <p:sp>
        <p:nvSpPr>
          <p:cNvPr id="73" name="Forma libre: forma 72">
            <a:extLst>
              <a:ext uri="{FF2B5EF4-FFF2-40B4-BE49-F238E27FC236}">
                <a16:creationId xmlns:a16="http://schemas.microsoft.com/office/drawing/2014/main" id="{E8F683AA-3978-46D5-B39F-4C251AC19D84}"/>
              </a:ext>
            </a:extLst>
          </p:cNvPr>
          <p:cNvSpPr/>
          <p:nvPr/>
        </p:nvSpPr>
        <p:spPr>
          <a:xfrm>
            <a:off x="1522864" y="2163021"/>
            <a:ext cx="166771" cy="166600"/>
          </a:xfrm>
          <a:custGeom>
            <a:avLst/>
            <a:gdLst>
              <a:gd name="csX0" fmla="*/ 112825 w 166771"/>
              <a:gd name="csY0" fmla="*/ 162186 h 166600"/>
              <a:gd name="csX1" fmla="*/ 93810 w 166771"/>
              <a:gd name="csY1" fmla="*/ 146052 h 166600"/>
              <a:gd name="csX2" fmla="*/ 80847 w 166771"/>
              <a:gd name="csY2" fmla="*/ 139517 h 166600"/>
              <a:gd name="csX3" fmla="*/ 77061 w 166771"/>
              <a:gd name="csY3" fmla="*/ 131529 h 166600"/>
              <a:gd name="csX4" fmla="*/ 56324 w 166771"/>
              <a:gd name="csY4" fmla="*/ 140503 h 166600"/>
              <a:gd name="csX5" fmla="*/ 40835 w 166771"/>
              <a:gd name="csY5" fmla="*/ 134435 h 166600"/>
              <a:gd name="csX6" fmla="*/ 25839 w 166771"/>
              <a:gd name="csY6" fmla="*/ 117575 h 166600"/>
              <a:gd name="csX7" fmla="*/ 603 w 166771"/>
              <a:gd name="csY7" fmla="*/ 103594 h 166600"/>
              <a:gd name="csX8" fmla="*/ 3427 w 166771"/>
              <a:gd name="csY8" fmla="*/ 92334 h 166600"/>
              <a:gd name="csX9" fmla="*/ 16980 w 166771"/>
              <a:gd name="csY9" fmla="*/ 76064 h 166600"/>
              <a:gd name="csX10" fmla="*/ 29744 w 166771"/>
              <a:gd name="csY10" fmla="*/ 65065 h 166600"/>
              <a:gd name="csX11" fmla="*/ 36843 w 166771"/>
              <a:gd name="csY11" fmla="*/ 46479 h 166600"/>
              <a:gd name="csX12" fmla="*/ 44707 w 166771"/>
              <a:gd name="csY12" fmla="*/ 28415 h 166600"/>
              <a:gd name="csX13" fmla="*/ 49507 w 166771"/>
              <a:gd name="csY13" fmla="*/ 27678 h 166600"/>
              <a:gd name="csX14" fmla="*/ 60947 w 166771"/>
              <a:gd name="csY14" fmla="*/ 25763 h 166600"/>
              <a:gd name="csX15" fmla="*/ 70323 w 166771"/>
              <a:gd name="csY15" fmla="*/ 14969 h 166600"/>
              <a:gd name="csX16" fmla="*/ 78890 w 166771"/>
              <a:gd name="csY16" fmla="*/ 12726 h 166600"/>
              <a:gd name="csX17" fmla="*/ 98544 w 166771"/>
              <a:gd name="csY17" fmla="*/ 17873 h 166600"/>
              <a:gd name="csX18" fmla="*/ 112369 w 166771"/>
              <a:gd name="csY18" fmla="*/ 19382 h 166600"/>
              <a:gd name="csX19" fmla="*/ 111333 w 166771"/>
              <a:gd name="csY19" fmla="*/ 10510 h 166600"/>
              <a:gd name="csX20" fmla="*/ 113560 w 166771"/>
              <a:gd name="csY20" fmla="*/ 387 h 166600"/>
              <a:gd name="csX21" fmla="*/ 117960 w 166771"/>
              <a:gd name="csY21" fmla="*/ 7843 h 166600"/>
              <a:gd name="csX22" fmla="*/ 132949 w 166771"/>
              <a:gd name="csY22" fmla="*/ 23283 h 166600"/>
              <a:gd name="csX23" fmla="*/ 137639 w 166771"/>
              <a:gd name="csY23" fmla="*/ 24249 h 166600"/>
              <a:gd name="csX24" fmla="*/ 142971 w 166771"/>
              <a:gd name="csY24" fmla="*/ 28097 h 166600"/>
              <a:gd name="csX25" fmla="*/ 144280 w 166771"/>
              <a:gd name="csY25" fmla="*/ 37270 h 166600"/>
              <a:gd name="csX26" fmla="*/ 141806 w 166771"/>
              <a:gd name="csY26" fmla="*/ 49084 h 166600"/>
              <a:gd name="csX27" fmla="*/ 134976 w 166771"/>
              <a:gd name="csY27" fmla="*/ 50495 h 166600"/>
              <a:gd name="csX28" fmla="*/ 125814 w 166771"/>
              <a:gd name="csY28" fmla="*/ 54367 h 166600"/>
              <a:gd name="csX29" fmla="*/ 117982 w 166771"/>
              <a:gd name="csY29" fmla="*/ 60864 h 166600"/>
              <a:gd name="csX30" fmla="*/ 114406 w 166771"/>
              <a:gd name="csY30" fmla="*/ 64736 h 166600"/>
              <a:gd name="csX31" fmla="*/ 118081 w 166771"/>
              <a:gd name="csY31" fmla="*/ 68608 h 166600"/>
              <a:gd name="csX32" fmla="*/ 117880 w 166771"/>
              <a:gd name="csY32" fmla="*/ 76375 h 166600"/>
              <a:gd name="csX33" fmla="*/ 120902 w 166771"/>
              <a:gd name="csY33" fmla="*/ 101250 h 166600"/>
              <a:gd name="csX34" fmla="*/ 146578 w 166771"/>
              <a:gd name="csY34" fmla="*/ 85070 h 166600"/>
              <a:gd name="csX35" fmla="*/ 165866 w 166771"/>
              <a:gd name="csY35" fmla="*/ 78619 h 166600"/>
              <a:gd name="csX36" fmla="*/ 158858 w 166771"/>
              <a:gd name="csY36" fmla="*/ 93393 h 166600"/>
              <a:gd name="csX37" fmla="*/ 145606 w 166771"/>
              <a:gd name="csY37" fmla="*/ 103389 h 166600"/>
              <a:gd name="csX38" fmla="*/ 146405 w 166771"/>
              <a:gd name="csY38" fmla="*/ 113844 h 166600"/>
              <a:gd name="csX39" fmla="*/ 151373 w 166771"/>
              <a:gd name="csY39" fmla="*/ 126271 h 166600"/>
              <a:gd name="csX40" fmla="*/ 146320 w 166771"/>
              <a:gd name="csY40" fmla="*/ 138511 h 166600"/>
              <a:gd name="csX41" fmla="*/ 142802 w 166771"/>
              <a:gd name="csY41" fmla="*/ 150216 h 166600"/>
              <a:gd name="csX42" fmla="*/ 135305 w 166771"/>
              <a:gd name="csY42" fmla="*/ 162275 h 166600"/>
              <a:gd name="csX43" fmla="*/ 112825 w 166771"/>
              <a:gd name="csY43" fmla="*/ 162186 h 1666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66771" h="166600">
                <a:moveTo>
                  <a:pt x="112825" y="162186"/>
                </a:moveTo>
                <a:cubicBezTo>
                  <a:pt x="107924" y="146593"/>
                  <a:pt x="107287" y="146052"/>
                  <a:pt x="93810" y="146052"/>
                </a:cubicBezTo>
                <a:cubicBezTo>
                  <a:pt x="81661" y="146052"/>
                  <a:pt x="80847" y="145641"/>
                  <a:pt x="80847" y="139517"/>
                </a:cubicBezTo>
                <a:cubicBezTo>
                  <a:pt x="80847" y="135923"/>
                  <a:pt x="79143" y="132329"/>
                  <a:pt x="77061" y="131529"/>
                </a:cubicBezTo>
                <a:cubicBezTo>
                  <a:pt x="70944" y="129182"/>
                  <a:pt x="59116" y="134300"/>
                  <a:pt x="56324" y="140503"/>
                </a:cubicBezTo>
                <a:cubicBezTo>
                  <a:pt x="52116" y="149848"/>
                  <a:pt x="43882" y="146622"/>
                  <a:pt x="40835" y="134435"/>
                </a:cubicBezTo>
                <a:cubicBezTo>
                  <a:pt x="37208" y="119926"/>
                  <a:pt x="35198" y="117667"/>
                  <a:pt x="25839" y="117575"/>
                </a:cubicBezTo>
                <a:cubicBezTo>
                  <a:pt x="16487" y="117484"/>
                  <a:pt x="-3740" y="106278"/>
                  <a:pt x="603" y="103594"/>
                </a:cubicBezTo>
                <a:cubicBezTo>
                  <a:pt x="2143" y="102641"/>
                  <a:pt x="3414" y="97575"/>
                  <a:pt x="3427" y="92334"/>
                </a:cubicBezTo>
                <a:cubicBezTo>
                  <a:pt x="3448" y="83428"/>
                  <a:pt x="4333" y="82366"/>
                  <a:pt x="16980" y="76064"/>
                </a:cubicBezTo>
                <a:cubicBezTo>
                  <a:pt x="26201" y="71468"/>
                  <a:pt x="30266" y="67966"/>
                  <a:pt x="29744" y="65065"/>
                </a:cubicBezTo>
                <a:cubicBezTo>
                  <a:pt x="29324" y="62724"/>
                  <a:pt x="32518" y="54360"/>
                  <a:pt x="36843" y="46479"/>
                </a:cubicBezTo>
                <a:cubicBezTo>
                  <a:pt x="41168" y="38598"/>
                  <a:pt x="44707" y="30469"/>
                  <a:pt x="44707" y="28415"/>
                </a:cubicBezTo>
                <a:cubicBezTo>
                  <a:pt x="44707" y="25420"/>
                  <a:pt x="45659" y="25274"/>
                  <a:pt x="49507" y="27678"/>
                </a:cubicBezTo>
                <a:cubicBezTo>
                  <a:pt x="53370" y="30090"/>
                  <a:pt x="55603" y="29716"/>
                  <a:pt x="60947" y="25763"/>
                </a:cubicBezTo>
                <a:cubicBezTo>
                  <a:pt x="64599" y="23062"/>
                  <a:pt x="68819" y="18205"/>
                  <a:pt x="70323" y="14969"/>
                </a:cubicBezTo>
                <a:cubicBezTo>
                  <a:pt x="72821" y="9600"/>
                  <a:pt x="73567" y="9404"/>
                  <a:pt x="78890" y="12726"/>
                </a:cubicBezTo>
                <a:cubicBezTo>
                  <a:pt x="82096" y="14727"/>
                  <a:pt x="90941" y="17044"/>
                  <a:pt x="98544" y="17873"/>
                </a:cubicBezTo>
                <a:lnTo>
                  <a:pt x="112369" y="19382"/>
                </a:lnTo>
                <a:lnTo>
                  <a:pt x="111333" y="10510"/>
                </a:lnTo>
                <a:cubicBezTo>
                  <a:pt x="110680" y="4917"/>
                  <a:pt x="111503" y="1176"/>
                  <a:pt x="113560" y="387"/>
                </a:cubicBezTo>
                <a:cubicBezTo>
                  <a:pt x="117812" y="-1245"/>
                  <a:pt x="120015" y="2488"/>
                  <a:pt x="117960" y="7843"/>
                </a:cubicBezTo>
                <a:cubicBezTo>
                  <a:pt x="115692" y="13753"/>
                  <a:pt x="126829" y="25225"/>
                  <a:pt x="132949" y="23283"/>
                </a:cubicBezTo>
                <a:cubicBezTo>
                  <a:pt x="135529" y="22464"/>
                  <a:pt x="137639" y="22899"/>
                  <a:pt x="137639" y="24249"/>
                </a:cubicBezTo>
                <a:cubicBezTo>
                  <a:pt x="137639" y="25599"/>
                  <a:pt x="140039" y="27330"/>
                  <a:pt x="142971" y="28097"/>
                </a:cubicBezTo>
                <a:cubicBezTo>
                  <a:pt x="148037" y="29422"/>
                  <a:pt x="148102" y="29879"/>
                  <a:pt x="144280" y="37270"/>
                </a:cubicBezTo>
                <a:cubicBezTo>
                  <a:pt x="142067" y="41548"/>
                  <a:pt x="140954" y="46864"/>
                  <a:pt x="141806" y="49084"/>
                </a:cubicBezTo>
                <a:cubicBezTo>
                  <a:pt x="143608" y="53779"/>
                  <a:pt x="141808" y="54151"/>
                  <a:pt x="134976" y="50495"/>
                </a:cubicBezTo>
                <a:cubicBezTo>
                  <a:pt x="130992" y="48362"/>
                  <a:pt x="129272" y="49089"/>
                  <a:pt x="125814" y="54367"/>
                </a:cubicBezTo>
                <a:cubicBezTo>
                  <a:pt x="123473" y="57940"/>
                  <a:pt x="119948" y="60864"/>
                  <a:pt x="117982" y="60864"/>
                </a:cubicBezTo>
                <a:cubicBezTo>
                  <a:pt x="116015" y="60864"/>
                  <a:pt x="114406" y="62606"/>
                  <a:pt x="114406" y="64736"/>
                </a:cubicBezTo>
                <a:cubicBezTo>
                  <a:pt x="114406" y="66866"/>
                  <a:pt x="116060" y="68608"/>
                  <a:pt x="118081" y="68608"/>
                </a:cubicBezTo>
                <a:cubicBezTo>
                  <a:pt x="121214" y="68608"/>
                  <a:pt x="121185" y="69751"/>
                  <a:pt x="117880" y="76375"/>
                </a:cubicBezTo>
                <a:cubicBezTo>
                  <a:pt x="113557" y="85043"/>
                  <a:pt x="115262" y="99086"/>
                  <a:pt x="120902" y="101250"/>
                </a:cubicBezTo>
                <a:cubicBezTo>
                  <a:pt x="125974" y="103196"/>
                  <a:pt x="134577" y="97775"/>
                  <a:pt x="146578" y="85070"/>
                </a:cubicBezTo>
                <a:cubicBezTo>
                  <a:pt x="158352" y="72606"/>
                  <a:pt x="161996" y="71387"/>
                  <a:pt x="165866" y="78619"/>
                </a:cubicBezTo>
                <a:cubicBezTo>
                  <a:pt x="167980" y="82568"/>
                  <a:pt x="166683" y="85304"/>
                  <a:pt x="158858" y="93393"/>
                </a:cubicBezTo>
                <a:cubicBezTo>
                  <a:pt x="153577" y="98853"/>
                  <a:pt x="147613" y="103351"/>
                  <a:pt x="145606" y="103389"/>
                </a:cubicBezTo>
                <a:cubicBezTo>
                  <a:pt x="139218" y="103509"/>
                  <a:pt x="139670" y="109432"/>
                  <a:pt x="146405" y="113844"/>
                </a:cubicBezTo>
                <a:cubicBezTo>
                  <a:pt x="151813" y="117388"/>
                  <a:pt x="152650" y="119482"/>
                  <a:pt x="151373" y="126271"/>
                </a:cubicBezTo>
                <a:cubicBezTo>
                  <a:pt x="150529" y="130761"/>
                  <a:pt x="148255" y="136269"/>
                  <a:pt x="146320" y="138511"/>
                </a:cubicBezTo>
                <a:cubicBezTo>
                  <a:pt x="144385" y="140752"/>
                  <a:pt x="142802" y="146020"/>
                  <a:pt x="142802" y="150216"/>
                </a:cubicBezTo>
                <a:cubicBezTo>
                  <a:pt x="142802" y="155900"/>
                  <a:pt x="140890" y="158975"/>
                  <a:pt x="135305" y="162275"/>
                </a:cubicBezTo>
                <a:cubicBezTo>
                  <a:pt x="125481" y="168078"/>
                  <a:pt x="114663" y="168035"/>
                  <a:pt x="112825" y="162186"/>
                </a:cubicBezTo>
                <a:close/>
              </a:path>
            </a:pathLst>
          </a:custGeom>
          <a:solidFill>
            <a:srgbClr val="B9B9B9"/>
          </a:solidFill>
          <a:ln w="5163" cap="flat">
            <a:noFill/>
            <a:prstDash val="solid"/>
            <a:miter/>
          </a:ln>
        </p:spPr>
        <p:txBody>
          <a:bodyPr/>
          <a:lstStyle/>
          <a:p>
            <a:endParaRPr lang="es-419" noProof="0" dirty="0"/>
          </a:p>
        </p:txBody>
      </p:sp>
      <p:sp>
        <p:nvSpPr>
          <p:cNvPr id="74" name="Forma libre: forma 73">
            <a:extLst>
              <a:ext uri="{FF2B5EF4-FFF2-40B4-BE49-F238E27FC236}">
                <a16:creationId xmlns:a16="http://schemas.microsoft.com/office/drawing/2014/main" id="{3749B203-B9F5-B5D9-9FA8-7C19D99A0719}"/>
              </a:ext>
            </a:extLst>
          </p:cNvPr>
          <p:cNvSpPr/>
          <p:nvPr/>
        </p:nvSpPr>
        <p:spPr>
          <a:xfrm>
            <a:off x="1152549" y="1816032"/>
            <a:ext cx="278306" cy="369963"/>
          </a:xfrm>
          <a:custGeom>
            <a:avLst/>
            <a:gdLst>
              <a:gd name="csX0" fmla="*/ 34904 w 278306"/>
              <a:gd name="csY0" fmla="*/ 369743 h 369963"/>
              <a:gd name="csX1" fmla="*/ 30386 w 278306"/>
              <a:gd name="csY1" fmla="*/ 366534 h 369963"/>
              <a:gd name="csX2" fmla="*/ 24882 w 278306"/>
              <a:gd name="csY2" fmla="*/ 362569 h 369963"/>
              <a:gd name="csX3" fmla="*/ 21927 w 278306"/>
              <a:gd name="csY3" fmla="*/ 359169 h 369963"/>
              <a:gd name="csX4" fmla="*/ 27578 w 278306"/>
              <a:gd name="csY4" fmla="*/ 347996 h 369963"/>
              <a:gd name="csX5" fmla="*/ 35410 w 278306"/>
              <a:gd name="csY5" fmla="*/ 332463 h 369963"/>
              <a:gd name="csX6" fmla="*/ 46301 w 278306"/>
              <a:gd name="csY6" fmla="*/ 305733 h 369963"/>
              <a:gd name="csX7" fmla="*/ 51274 w 278306"/>
              <a:gd name="csY7" fmla="*/ 305469 h 369963"/>
              <a:gd name="csX8" fmla="*/ 85602 w 278306"/>
              <a:gd name="csY8" fmla="*/ 259605 h 369963"/>
              <a:gd name="csX9" fmla="*/ 77041 w 278306"/>
              <a:gd name="csY9" fmla="*/ 247151 h 369963"/>
              <a:gd name="csX10" fmla="*/ 56201 w 278306"/>
              <a:gd name="csY10" fmla="*/ 259540 h 369963"/>
              <a:gd name="csX11" fmla="*/ 43804 w 278306"/>
              <a:gd name="csY11" fmla="*/ 271918 h 369963"/>
              <a:gd name="csX12" fmla="*/ 42369 w 278306"/>
              <a:gd name="csY12" fmla="*/ 249815 h 369963"/>
              <a:gd name="csX13" fmla="*/ 41724 w 278306"/>
              <a:gd name="csY13" fmla="*/ 231013 h 369963"/>
              <a:gd name="csX14" fmla="*/ 29106 w 278306"/>
              <a:gd name="csY14" fmla="*/ 240028 h 369963"/>
              <a:gd name="csX15" fmla="*/ 22444 w 278306"/>
              <a:gd name="csY15" fmla="*/ 254379 h 369963"/>
              <a:gd name="csX16" fmla="*/ 24802 w 278306"/>
              <a:gd name="csY16" fmla="*/ 241025 h 369963"/>
              <a:gd name="csX17" fmla="*/ 33753 w 278306"/>
              <a:gd name="csY17" fmla="*/ 223416 h 369963"/>
              <a:gd name="csX18" fmla="*/ 20060 w 278306"/>
              <a:gd name="csY18" fmla="*/ 211002 h 369963"/>
              <a:gd name="csX19" fmla="*/ 12798 w 278306"/>
              <a:gd name="csY19" fmla="*/ 218762 h 369963"/>
              <a:gd name="csX20" fmla="*/ 14913 w 278306"/>
              <a:gd name="csY20" fmla="*/ 227151 h 369963"/>
              <a:gd name="csX21" fmla="*/ 17013 w 278306"/>
              <a:gd name="csY21" fmla="*/ 232960 h 369963"/>
              <a:gd name="csX22" fmla="*/ 9735 w 278306"/>
              <a:gd name="csY22" fmla="*/ 237857 h 369963"/>
              <a:gd name="csX23" fmla="*/ 1293 w 278306"/>
              <a:gd name="csY23" fmla="*/ 233984 h 369963"/>
              <a:gd name="csX24" fmla="*/ 5050 w 278306"/>
              <a:gd name="csY24" fmla="*/ 166825 h 369963"/>
              <a:gd name="csX25" fmla="*/ 13098 w 278306"/>
              <a:gd name="csY25" fmla="*/ 148470 h 369963"/>
              <a:gd name="csX26" fmla="*/ 17479 w 278306"/>
              <a:gd name="csY26" fmla="*/ 142324 h 369963"/>
              <a:gd name="csX27" fmla="*/ 23957 w 278306"/>
              <a:gd name="csY27" fmla="*/ 139382 h 369963"/>
              <a:gd name="csX28" fmla="*/ 29365 w 278306"/>
              <a:gd name="csY28" fmla="*/ 127120 h 369963"/>
              <a:gd name="csX29" fmla="*/ 37749 w 278306"/>
              <a:gd name="csY29" fmla="*/ 97729 h 369963"/>
              <a:gd name="csX30" fmla="*/ 49507 w 278306"/>
              <a:gd name="csY30" fmla="*/ 88122 h 369963"/>
              <a:gd name="csX31" fmla="*/ 58774 w 278306"/>
              <a:gd name="csY31" fmla="*/ 77796 h 369963"/>
              <a:gd name="csX32" fmla="*/ 64863 w 278306"/>
              <a:gd name="csY32" fmla="*/ 68721 h 369963"/>
              <a:gd name="csX33" fmla="*/ 80119 w 278306"/>
              <a:gd name="csY33" fmla="*/ 65404 h 369963"/>
              <a:gd name="csX34" fmla="*/ 105248 w 278306"/>
              <a:gd name="csY34" fmla="*/ 69057 h 369963"/>
              <a:gd name="csX35" fmla="*/ 132354 w 278306"/>
              <a:gd name="csY35" fmla="*/ 69793 h 369963"/>
              <a:gd name="csX36" fmla="*/ 147842 w 278306"/>
              <a:gd name="csY36" fmla="*/ 68392 h 369963"/>
              <a:gd name="csX37" fmla="*/ 148600 w 278306"/>
              <a:gd name="csY37" fmla="*/ 51194 h 369963"/>
              <a:gd name="csX38" fmla="*/ 143045 w 278306"/>
              <a:gd name="csY38" fmla="*/ 18458 h 369963"/>
              <a:gd name="csX39" fmla="*/ 138200 w 278306"/>
              <a:gd name="csY39" fmla="*/ 1452 h 369963"/>
              <a:gd name="csX40" fmla="*/ 176238 w 278306"/>
              <a:gd name="csY40" fmla="*/ 4099 h 369963"/>
              <a:gd name="csX41" fmla="*/ 200117 w 278306"/>
              <a:gd name="csY41" fmla="*/ 11594 h 369963"/>
              <a:gd name="csX42" fmla="*/ 208506 w 278306"/>
              <a:gd name="csY42" fmla="*/ 17328 h 369963"/>
              <a:gd name="csX43" fmla="*/ 213126 w 278306"/>
              <a:gd name="csY43" fmla="*/ 22327 h 369963"/>
              <a:gd name="csX44" fmla="*/ 220224 w 278306"/>
              <a:gd name="csY44" fmla="*/ 29184 h 369963"/>
              <a:gd name="csX45" fmla="*/ 234966 w 278306"/>
              <a:gd name="csY45" fmla="*/ 33975 h 369963"/>
              <a:gd name="csX46" fmla="*/ 247228 w 278306"/>
              <a:gd name="csY46" fmla="*/ 35904 h 369963"/>
              <a:gd name="csX47" fmla="*/ 256714 w 278306"/>
              <a:gd name="csY47" fmla="*/ 49191 h 369963"/>
              <a:gd name="csX48" fmla="*/ 272203 w 278306"/>
              <a:gd name="csY48" fmla="*/ 58184 h 369963"/>
              <a:gd name="csX49" fmla="*/ 271714 w 278306"/>
              <a:gd name="csY49" fmla="*/ 67589 h 369963"/>
              <a:gd name="csX50" fmla="*/ 263105 w 278306"/>
              <a:gd name="csY50" fmla="*/ 78504 h 369963"/>
              <a:gd name="csX51" fmla="*/ 254303 w 278306"/>
              <a:gd name="csY51" fmla="*/ 85750 h 369963"/>
              <a:gd name="csX52" fmla="*/ 246105 w 278306"/>
              <a:gd name="csY52" fmla="*/ 101699 h 369963"/>
              <a:gd name="csX53" fmla="*/ 227494 w 278306"/>
              <a:gd name="csY53" fmla="*/ 130702 h 369963"/>
              <a:gd name="csX54" fmla="*/ 183924 w 278306"/>
              <a:gd name="csY54" fmla="*/ 160034 h 369963"/>
              <a:gd name="csX55" fmla="*/ 153537 w 278306"/>
              <a:gd name="csY55" fmla="*/ 173778 h 369963"/>
              <a:gd name="csX56" fmla="*/ 157053 w 278306"/>
              <a:gd name="csY56" fmla="*/ 181528 h 369963"/>
              <a:gd name="csX57" fmla="*/ 160436 w 278306"/>
              <a:gd name="csY57" fmla="*/ 193225 h 369963"/>
              <a:gd name="csX58" fmla="*/ 180263 w 278306"/>
              <a:gd name="csY58" fmla="*/ 225950 h 369963"/>
              <a:gd name="csX59" fmla="*/ 194663 w 278306"/>
              <a:gd name="csY59" fmla="*/ 239264 h 369963"/>
              <a:gd name="csX60" fmla="*/ 204770 w 278306"/>
              <a:gd name="csY60" fmla="*/ 247088 h 369963"/>
              <a:gd name="csX61" fmla="*/ 210897 w 278306"/>
              <a:gd name="csY61" fmla="*/ 244424 h 369963"/>
              <a:gd name="csX62" fmla="*/ 229158 w 278306"/>
              <a:gd name="csY62" fmla="*/ 228391 h 369963"/>
              <a:gd name="csX63" fmla="*/ 234321 w 278306"/>
              <a:gd name="csY63" fmla="*/ 228442 h 369963"/>
              <a:gd name="csX64" fmla="*/ 234966 w 278306"/>
              <a:gd name="csY64" fmla="*/ 250091 h 369963"/>
              <a:gd name="csX65" fmla="*/ 235014 w 278306"/>
              <a:gd name="csY65" fmla="*/ 261191 h 369963"/>
              <a:gd name="csX66" fmla="*/ 230353 w 278306"/>
              <a:gd name="csY66" fmla="*/ 300578 h 369963"/>
              <a:gd name="csX67" fmla="*/ 224337 w 278306"/>
              <a:gd name="csY67" fmla="*/ 308123 h 369963"/>
              <a:gd name="csX68" fmla="*/ 215823 w 278306"/>
              <a:gd name="csY68" fmla="*/ 299799 h 369963"/>
              <a:gd name="csX69" fmla="*/ 202099 w 278306"/>
              <a:gd name="csY69" fmla="*/ 292094 h 369963"/>
              <a:gd name="csX70" fmla="*/ 185246 w 278306"/>
              <a:gd name="csY70" fmla="*/ 278805 h 369963"/>
              <a:gd name="csX71" fmla="*/ 173928 w 278306"/>
              <a:gd name="csY71" fmla="*/ 260086 h 369963"/>
              <a:gd name="csX72" fmla="*/ 159486 w 278306"/>
              <a:gd name="csY72" fmla="*/ 251642 h 369963"/>
              <a:gd name="csX73" fmla="*/ 135920 w 278306"/>
              <a:gd name="csY73" fmla="*/ 263292 h 369963"/>
              <a:gd name="csX74" fmla="*/ 128496 w 278306"/>
              <a:gd name="csY74" fmla="*/ 268428 h 369963"/>
              <a:gd name="csX75" fmla="*/ 118324 w 278306"/>
              <a:gd name="csY75" fmla="*/ 277403 h 369963"/>
              <a:gd name="csX76" fmla="*/ 102749 w 278306"/>
              <a:gd name="csY76" fmla="*/ 302843 h 369963"/>
              <a:gd name="csX77" fmla="*/ 111986 w 278306"/>
              <a:gd name="csY77" fmla="*/ 325389 h 369963"/>
              <a:gd name="csX78" fmla="*/ 124791 w 278306"/>
              <a:gd name="csY78" fmla="*/ 345325 h 369963"/>
              <a:gd name="csX79" fmla="*/ 112525 w 278306"/>
              <a:gd name="csY79" fmla="*/ 358252 h 369963"/>
              <a:gd name="csX80" fmla="*/ 61364 w 278306"/>
              <a:gd name="csY80" fmla="*/ 367059 h 369963"/>
              <a:gd name="csX81" fmla="*/ 45875 w 278306"/>
              <a:gd name="csY81" fmla="*/ 368630 h 369963"/>
              <a:gd name="csX82" fmla="*/ 34904 w 278306"/>
              <a:gd name="csY82" fmla="*/ 369743 h 3699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Lst>
            <a:rect l="l" t="t" r="r" b="b"/>
            <a:pathLst>
              <a:path w="278306" h="369963">
                <a:moveTo>
                  <a:pt x="34904" y="369743"/>
                </a:moveTo>
                <a:cubicBezTo>
                  <a:pt x="32419" y="369198"/>
                  <a:pt x="30386" y="367754"/>
                  <a:pt x="30386" y="366534"/>
                </a:cubicBezTo>
                <a:cubicBezTo>
                  <a:pt x="30386" y="365314"/>
                  <a:pt x="27909" y="363530"/>
                  <a:pt x="24882" y="362569"/>
                </a:cubicBezTo>
                <a:cubicBezTo>
                  <a:pt x="21855" y="361609"/>
                  <a:pt x="20525" y="360078"/>
                  <a:pt x="21927" y="359169"/>
                </a:cubicBezTo>
                <a:cubicBezTo>
                  <a:pt x="23328" y="358259"/>
                  <a:pt x="25871" y="353231"/>
                  <a:pt x="27578" y="347996"/>
                </a:cubicBezTo>
                <a:cubicBezTo>
                  <a:pt x="29284" y="342760"/>
                  <a:pt x="32809" y="335771"/>
                  <a:pt x="35410" y="332463"/>
                </a:cubicBezTo>
                <a:cubicBezTo>
                  <a:pt x="41776" y="324371"/>
                  <a:pt x="48428" y="308044"/>
                  <a:pt x="46301" y="305733"/>
                </a:cubicBezTo>
                <a:cubicBezTo>
                  <a:pt x="45357" y="304708"/>
                  <a:pt x="47595" y="304589"/>
                  <a:pt x="51274" y="305469"/>
                </a:cubicBezTo>
                <a:cubicBezTo>
                  <a:pt x="65489" y="308870"/>
                  <a:pt x="84946" y="282874"/>
                  <a:pt x="85602" y="259605"/>
                </a:cubicBezTo>
                <a:cubicBezTo>
                  <a:pt x="85868" y="250143"/>
                  <a:pt x="85296" y="249310"/>
                  <a:pt x="77041" y="247151"/>
                </a:cubicBezTo>
                <a:cubicBezTo>
                  <a:pt x="64390" y="243842"/>
                  <a:pt x="56201" y="248710"/>
                  <a:pt x="56201" y="259540"/>
                </a:cubicBezTo>
                <a:cubicBezTo>
                  <a:pt x="56201" y="269382"/>
                  <a:pt x="51616" y="273960"/>
                  <a:pt x="43804" y="271918"/>
                </a:cubicBezTo>
                <a:cubicBezTo>
                  <a:pt x="37009" y="270141"/>
                  <a:pt x="36944" y="269149"/>
                  <a:pt x="42369" y="249815"/>
                </a:cubicBezTo>
                <a:cubicBezTo>
                  <a:pt x="46434" y="235327"/>
                  <a:pt x="46408" y="234559"/>
                  <a:pt x="41724" y="231013"/>
                </a:cubicBezTo>
                <a:cubicBezTo>
                  <a:pt x="34464" y="225517"/>
                  <a:pt x="33758" y="226021"/>
                  <a:pt x="29106" y="240028"/>
                </a:cubicBezTo>
                <a:cubicBezTo>
                  <a:pt x="26753" y="247111"/>
                  <a:pt x="23756" y="253568"/>
                  <a:pt x="22444" y="254379"/>
                </a:cubicBezTo>
                <a:cubicBezTo>
                  <a:pt x="19454" y="256227"/>
                  <a:pt x="19357" y="256781"/>
                  <a:pt x="24802" y="241025"/>
                </a:cubicBezTo>
                <a:cubicBezTo>
                  <a:pt x="27318" y="233748"/>
                  <a:pt x="31345" y="225823"/>
                  <a:pt x="33753" y="223416"/>
                </a:cubicBezTo>
                <a:cubicBezTo>
                  <a:pt x="41536" y="215633"/>
                  <a:pt x="38403" y="212792"/>
                  <a:pt x="20060" y="211002"/>
                </a:cubicBezTo>
                <a:cubicBezTo>
                  <a:pt x="14508" y="210460"/>
                  <a:pt x="13494" y="211544"/>
                  <a:pt x="12798" y="218762"/>
                </a:cubicBezTo>
                <a:cubicBezTo>
                  <a:pt x="12315" y="223766"/>
                  <a:pt x="13169" y="227151"/>
                  <a:pt x="14913" y="227151"/>
                </a:cubicBezTo>
                <a:cubicBezTo>
                  <a:pt x="16522" y="227151"/>
                  <a:pt x="17467" y="229765"/>
                  <a:pt x="17013" y="232960"/>
                </a:cubicBezTo>
                <a:cubicBezTo>
                  <a:pt x="16365" y="237521"/>
                  <a:pt x="14803" y="238572"/>
                  <a:pt x="9735" y="237857"/>
                </a:cubicBezTo>
                <a:cubicBezTo>
                  <a:pt x="6185" y="237355"/>
                  <a:pt x="2386" y="235613"/>
                  <a:pt x="1293" y="233984"/>
                </a:cubicBezTo>
                <a:cubicBezTo>
                  <a:pt x="-1682" y="229553"/>
                  <a:pt x="858" y="184145"/>
                  <a:pt x="5050" y="166825"/>
                </a:cubicBezTo>
                <a:cubicBezTo>
                  <a:pt x="7067" y="158491"/>
                  <a:pt x="10689" y="150232"/>
                  <a:pt x="13098" y="148470"/>
                </a:cubicBezTo>
                <a:cubicBezTo>
                  <a:pt x="15508" y="146708"/>
                  <a:pt x="17479" y="143943"/>
                  <a:pt x="17479" y="142324"/>
                </a:cubicBezTo>
                <a:cubicBezTo>
                  <a:pt x="17479" y="140706"/>
                  <a:pt x="20394" y="139382"/>
                  <a:pt x="23957" y="139382"/>
                </a:cubicBezTo>
                <a:cubicBezTo>
                  <a:pt x="30115" y="139382"/>
                  <a:pt x="30383" y="138776"/>
                  <a:pt x="29365" y="127120"/>
                </a:cubicBezTo>
                <a:cubicBezTo>
                  <a:pt x="27807" y="109281"/>
                  <a:pt x="29957" y="101744"/>
                  <a:pt x="37749" y="97729"/>
                </a:cubicBezTo>
                <a:cubicBezTo>
                  <a:pt x="41508" y="95792"/>
                  <a:pt x="46799" y="91468"/>
                  <a:pt x="49507" y="88122"/>
                </a:cubicBezTo>
                <a:cubicBezTo>
                  <a:pt x="52214" y="84775"/>
                  <a:pt x="56385" y="80128"/>
                  <a:pt x="58774" y="77796"/>
                </a:cubicBezTo>
                <a:cubicBezTo>
                  <a:pt x="61163" y="75463"/>
                  <a:pt x="63903" y="71380"/>
                  <a:pt x="64863" y="68721"/>
                </a:cubicBezTo>
                <a:cubicBezTo>
                  <a:pt x="66368" y="64550"/>
                  <a:pt x="68459" y="64095"/>
                  <a:pt x="80119" y="65404"/>
                </a:cubicBezTo>
                <a:cubicBezTo>
                  <a:pt x="87551" y="66238"/>
                  <a:pt x="98859" y="67882"/>
                  <a:pt x="105248" y="69057"/>
                </a:cubicBezTo>
                <a:cubicBezTo>
                  <a:pt x="111637" y="70233"/>
                  <a:pt x="123835" y="70564"/>
                  <a:pt x="132354" y="69793"/>
                </a:cubicBezTo>
                <a:lnTo>
                  <a:pt x="147842" y="68392"/>
                </a:lnTo>
                <a:lnTo>
                  <a:pt x="148600" y="51194"/>
                </a:lnTo>
                <a:cubicBezTo>
                  <a:pt x="149196" y="37679"/>
                  <a:pt x="148006" y="30668"/>
                  <a:pt x="143045" y="18458"/>
                </a:cubicBezTo>
                <a:cubicBezTo>
                  <a:pt x="139573" y="9912"/>
                  <a:pt x="137392" y="2259"/>
                  <a:pt x="138200" y="1452"/>
                </a:cubicBezTo>
                <a:cubicBezTo>
                  <a:pt x="141102" y="-1451"/>
                  <a:pt x="166125" y="290"/>
                  <a:pt x="176238" y="4099"/>
                </a:cubicBezTo>
                <a:cubicBezTo>
                  <a:pt x="189419" y="9062"/>
                  <a:pt x="190086" y="9272"/>
                  <a:pt x="200117" y="11594"/>
                </a:cubicBezTo>
                <a:cubicBezTo>
                  <a:pt x="204892" y="12700"/>
                  <a:pt x="208506" y="15170"/>
                  <a:pt x="208506" y="17328"/>
                </a:cubicBezTo>
                <a:cubicBezTo>
                  <a:pt x="208506" y="19413"/>
                  <a:pt x="210585" y="21662"/>
                  <a:pt x="213126" y="22327"/>
                </a:cubicBezTo>
                <a:cubicBezTo>
                  <a:pt x="215666" y="22991"/>
                  <a:pt x="218861" y="26077"/>
                  <a:pt x="220224" y="29184"/>
                </a:cubicBezTo>
                <a:cubicBezTo>
                  <a:pt x="222363" y="34057"/>
                  <a:pt x="224390" y="34715"/>
                  <a:pt x="234966" y="33975"/>
                </a:cubicBezTo>
                <a:cubicBezTo>
                  <a:pt x="242553" y="33444"/>
                  <a:pt x="247228" y="34179"/>
                  <a:pt x="247228" y="35904"/>
                </a:cubicBezTo>
                <a:cubicBezTo>
                  <a:pt x="247228" y="37437"/>
                  <a:pt x="251497" y="43416"/>
                  <a:pt x="256714" y="49191"/>
                </a:cubicBezTo>
                <a:cubicBezTo>
                  <a:pt x="264193" y="57469"/>
                  <a:pt x="267470" y="59372"/>
                  <a:pt x="272203" y="58184"/>
                </a:cubicBezTo>
                <a:cubicBezTo>
                  <a:pt x="280616" y="56072"/>
                  <a:pt x="280219" y="63714"/>
                  <a:pt x="271714" y="67589"/>
                </a:cubicBezTo>
                <a:cubicBezTo>
                  <a:pt x="267863" y="69343"/>
                  <a:pt x="264361" y="73784"/>
                  <a:pt x="263105" y="78504"/>
                </a:cubicBezTo>
                <a:cubicBezTo>
                  <a:pt x="261351" y="85098"/>
                  <a:pt x="259842" y="86340"/>
                  <a:pt x="254303" y="85750"/>
                </a:cubicBezTo>
                <a:cubicBezTo>
                  <a:pt x="246592" y="84928"/>
                  <a:pt x="243436" y="91067"/>
                  <a:pt x="246105" y="101699"/>
                </a:cubicBezTo>
                <a:cubicBezTo>
                  <a:pt x="247533" y="107389"/>
                  <a:pt x="244867" y="111544"/>
                  <a:pt x="227494" y="130702"/>
                </a:cubicBezTo>
                <a:cubicBezTo>
                  <a:pt x="207371" y="152893"/>
                  <a:pt x="196764" y="160034"/>
                  <a:pt x="183924" y="160034"/>
                </a:cubicBezTo>
                <a:cubicBezTo>
                  <a:pt x="175394" y="160034"/>
                  <a:pt x="155328" y="169109"/>
                  <a:pt x="153537" y="173778"/>
                </a:cubicBezTo>
                <a:cubicBezTo>
                  <a:pt x="152784" y="175740"/>
                  <a:pt x="154366" y="179227"/>
                  <a:pt x="157053" y="181528"/>
                </a:cubicBezTo>
                <a:cubicBezTo>
                  <a:pt x="160618" y="184580"/>
                  <a:pt x="161532" y="187741"/>
                  <a:pt x="160436" y="193225"/>
                </a:cubicBezTo>
                <a:cubicBezTo>
                  <a:pt x="158065" y="205081"/>
                  <a:pt x="165477" y="217314"/>
                  <a:pt x="180263" y="225950"/>
                </a:cubicBezTo>
                <a:cubicBezTo>
                  <a:pt x="187814" y="230360"/>
                  <a:pt x="193823" y="235916"/>
                  <a:pt x="194663" y="239264"/>
                </a:cubicBezTo>
                <a:cubicBezTo>
                  <a:pt x="196711" y="247420"/>
                  <a:pt x="202826" y="252154"/>
                  <a:pt x="204770" y="247088"/>
                </a:cubicBezTo>
                <a:cubicBezTo>
                  <a:pt x="205617" y="244882"/>
                  <a:pt x="208258" y="243734"/>
                  <a:pt x="210897" y="244424"/>
                </a:cubicBezTo>
                <a:cubicBezTo>
                  <a:pt x="216566" y="245906"/>
                  <a:pt x="229158" y="234851"/>
                  <a:pt x="229158" y="228391"/>
                </a:cubicBezTo>
                <a:cubicBezTo>
                  <a:pt x="229158" y="223967"/>
                  <a:pt x="229378" y="223969"/>
                  <a:pt x="234321" y="228442"/>
                </a:cubicBezTo>
                <a:cubicBezTo>
                  <a:pt x="240730" y="234242"/>
                  <a:pt x="241099" y="246636"/>
                  <a:pt x="234966" y="250091"/>
                </a:cubicBezTo>
                <a:cubicBezTo>
                  <a:pt x="230667" y="252513"/>
                  <a:pt x="230669" y="253050"/>
                  <a:pt x="235014" y="261191"/>
                </a:cubicBezTo>
                <a:cubicBezTo>
                  <a:pt x="240871" y="272165"/>
                  <a:pt x="238755" y="290041"/>
                  <a:pt x="230353" y="300578"/>
                </a:cubicBezTo>
                <a:lnTo>
                  <a:pt x="224337" y="308123"/>
                </a:lnTo>
                <a:lnTo>
                  <a:pt x="215823" y="299799"/>
                </a:lnTo>
                <a:cubicBezTo>
                  <a:pt x="210927" y="295013"/>
                  <a:pt x="205095" y="291738"/>
                  <a:pt x="202099" y="292094"/>
                </a:cubicBezTo>
                <a:cubicBezTo>
                  <a:pt x="194035" y="293052"/>
                  <a:pt x="185277" y="286146"/>
                  <a:pt x="185246" y="278805"/>
                </a:cubicBezTo>
                <a:cubicBezTo>
                  <a:pt x="185229" y="274767"/>
                  <a:pt x="180965" y="267715"/>
                  <a:pt x="173928" y="260086"/>
                </a:cubicBezTo>
                <a:cubicBezTo>
                  <a:pt x="164333" y="249682"/>
                  <a:pt x="162165" y="248415"/>
                  <a:pt x="159486" y="251642"/>
                </a:cubicBezTo>
                <a:cubicBezTo>
                  <a:pt x="155362" y="256612"/>
                  <a:pt x="141849" y="263292"/>
                  <a:pt x="135920" y="263292"/>
                </a:cubicBezTo>
                <a:cubicBezTo>
                  <a:pt x="133348" y="263292"/>
                  <a:pt x="130007" y="265603"/>
                  <a:pt x="128496" y="268428"/>
                </a:cubicBezTo>
                <a:cubicBezTo>
                  <a:pt x="126984" y="271253"/>
                  <a:pt x="122406" y="275292"/>
                  <a:pt x="118324" y="277403"/>
                </a:cubicBezTo>
                <a:cubicBezTo>
                  <a:pt x="105333" y="284120"/>
                  <a:pt x="102661" y="288486"/>
                  <a:pt x="102749" y="302843"/>
                </a:cubicBezTo>
                <a:cubicBezTo>
                  <a:pt x="102826" y="315405"/>
                  <a:pt x="106784" y="325066"/>
                  <a:pt x="111986" y="325389"/>
                </a:cubicBezTo>
                <a:cubicBezTo>
                  <a:pt x="116589" y="325676"/>
                  <a:pt x="126252" y="340721"/>
                  <a:pt x="124791" y="345325"/>
                </a:cubicBezTo>
                <a:cubicBezTo>
                  <a:pt x="123983" y="347870"/>
                  <a:pt x="118463" y="353688"/>
                  <a:pt x="112525" y="358252"/>
                </a:cubicBezTo>
                <a:cubicBezTo>
                  <a:pt x="101535" y="366699"/>
                  <a:pt x="89725" y="368732"/>
                  <a:pt x="61364" y="367059"/>
                </a:cubicBezTo>
                <a:cubicBezTo>
                  <a:pt x="56394" y="366766"/>
                  <a:pt x="49424" y="367473"/>
                  <a:pt x="45875" y="368630"/>
                </a:cubicBezTo>
                <a:cubicBezTo>
                  <a:pt x="42325" y="369787"/>
                  <a:pt x="37388" y="370288"/>
                  <a:pt x="34904" y="369743"/>
                </a:cubicBezTo>
                <a:close/>
              </a:path>
            </a:pathLst>
          </a:custGeom>
          <a:solidFill>
            <a:srgbClr val="B9B9B9"/>
          </a:solidFill>
          <a:ln w="5163" cap="flat">
            <a:noFill/>
            <a:prstDash val="solid"/>
            <a:miter/>
          </a:ln>
        </p:spPr>
        <p:txBody>
          <a:bodyPr/>
          <a:lstStyle/>
          <a:p>
            <a:endParaRPr lang="es-419" noProof="0" dirty="0"/>
          </a:p>
        </p:txBody>
      </p:sp>
      <p:grpSp>
        <p:nvGrpSpPr>
          <p:cNvPr id="75" name="Gráfico 39">
            <a:extLst>
              <a:ext uri="{FF2B5EF4-FFF2-40B4-BE49-F238E27FC236}">
                <a16:creationId xmlns:a16="http://schemas.microsoft.com/office/drawing/2014/main" id="{C6116096-BF07-2F92-608A-40991EC1BDCC}"/>
              </a:ext>
            </a:extLst>
          </p:cNvPr>
          <p:cNvGrpSpPr/>
          <p:nvPr/>
        </p:nvGrpSpPr>
        <p:grpSpPr>
          <a:xfrm>
            <a:off x="1634957" y="2069316"/>
            <a:ext cx="438046" cy="474569"/>
            <a:chOff x="1634957" y="2069316"/>
            <a:chExt cx="438046" cy="474569"/>
          </a:xfrm>
        </p:grpSpPr>
        <p:sp>
          <p:nvSpPr>
            <p:cNvPr id="76" name="Forma libre: forma 75">
              <a:extLst>
                <a:ext uri="{FF2B5EF4-FFF2-40B4-BE49-F238E27FC236}">
                  <a16:creationId xmlns:a16="http://schemas.microsoft.com/office/drawing/2014/main" id="{E41ACB20-A8A8-9CB4-7789-4BA0C286454A}"/>
                </a:ext>
              </a:extLst>
            </p:cNvPr>
            <p:cNvSpPr/>
            <p:nvPr/>
          </p:nvSpPr>
          <p:spPr>
            <a:xfrm>
              <a:off x="1634957" y="2069316"/>
              <a:ext cx="438046" cy="474569"/>
            </a:xfrm>
            <a:custGeom>
              <a:avLst/>
              <a:gdLst>
                <a:gd name="csX0" fmla="*/ 332739 w 438046"/>
                <a:gd name="csY0" fmla="*/ 469202 h 474569"/>
                <a:gd name="csX1" fmla="*/ 324349 w 438046"/>
                <a:gd name="csY1" fmla="*/ 460541 h 474569"/>
                <a:gd name="csX2" fmla="*/ 306954 w 438046"/>
                <a:gd name="csY2" fmla="*/ 447652 h 474569"/>
                <a:gd name="csX3" fmla="*/ 301522 w 438046"/>
                <a:gd name="csY3" fmla="*/ 436095 h 474569"/>
                <a:gd name="csX4" fmla="*/ 298287 w 438046"/>
                <a:gd name="csY4" fmla="*/ 425621 h 474569"/>
                <a:gd name="csX5" fmla="*/ 291436 w 438046"/>
                <a:gd name="csY5" fmla="*/ 429493 h 474569"/>
                <a:gd name="csX6" fmla="*/ 284162 w 438046"/>
                <a:gd name="csY6" fmla="*/ 433365 h 474569"/>
                <a:gd name="csX7" fmla="*/ 273181 w 438046"/>
                <a:gd name="csY7" fmla="*/ 439996 h 474569"/>
                <a:gd name="csX8" fmla="*/ 246542 w 438046"/>
                <a:gd name="csY8" fmla="*/ 415677 h 474569"/>
                <a:gd name="csX9" fmla="*/ 247543 w 438046"/>
                <a:gd name="csY9" fmla="*/ 398488 h 474569"/>
                <a:gd name="csX10" fmla="*/ 227242 w 438046"/>
                <a:gd name="csY10" fmla="*/ 385770 h 474569"/>
                <a:gd name="csX11" fmla="*/ 216574 w 438046"/>
                <a:gd name="csY11" fmla="*/ 384267 h 474569"/>
                <a:gd name="csX12" fmla="*/ 211411 w 438046"/>
                <a:gd name="csY12" fmla="*/ 381736 h 474569"/>
                <a:gd name="csX13" fmla="*/ 206248 w 438046"/>
                <a:gd name="csY13" fmla="*/ 377864 h 474569"/>
                <a:gd name="csX14" fmla="*/ 201085 w 438046"/>
                <a:gd name="csY14" fmla="*/ 368829 h 474569"/>
                <a:gd name="csX15" fmla="*/ 195840 w 438046"/>
                <a:gd name="csY15" fmla="*/ 360439 h 474569"/>
                <a:gd name="csX16" fmla="*/ 179383 w 438046"/>
                <a:gd name="csY16" fmla="*/ 344572 h 474569"/>
                <a:gd name="csX17" fmla="*/ 166056 w 438046"/>
                <a:gd name="csY17" fmla="*/ 347532 h 474569"/>
                <a:gd name="csX18" fmla="*/ 162127 w 438046"/>
                <a:gd name="csY18" fmla="*/ 363514 h 474569"/>
                <a:gd name="csX19" fmla="*/ 156676 w 438046"/>
                <a:gd name="csY19" fmla="*/ 372397 h 474569"/>
                <a:gd name="csX20" fmla="*/ 152333 w 438046"/>
                <a:gd name="csY20" fmla="*/ 366640 h 474569"/>
                <a:gd name="csX21" fmla="*/ 138487 w 438046"/>
                <a:gd name="csY21" fmla="*/ 364853 h 474569"/>
                <a:gd name="csX22" fmla="*/ 126312 w 438046"/>
                <a:gd name="csY22" fmla="*/ 363833 h 474569"/>
                <a:gd name="csX23" fmla="*/ 123641 w 438046"/>
                <a:gd name="csY23" fmla="*/ 355006 h 474569"/>
                <a:gd name="csX24" fmla="*/ 115723 w 438046"/>
                <a:gd name="csY24" fmla="*/ 349430 h 474569"/>
                <a:gd name="csX25" fmla="*/ 110493 w 438046"/>
                <a:gd name="csY25" fmla="*/ 333027 h 474569"/>
                <a:gd name="csX26" fmla="*/ 115897 w 438046"/>
                <a:gd name="csY26" fmla="*/ 317692 h 474569"/>
                <a:gd name="csX27" fmla="*/ 126868 w 438046"/>
                <a:gd name="csY27" fmla="*/ 306474 h 474569"/>
                <a:gd name="csX28" fmla="*/ 128005 w 438046"/>
                <a:gd name="csY28" fmla="*/ 290864 h 474569"/>
                <a:gd name="csX29" fmla="*/ 107467 w 438046"/>
                <a:gd name="csY29" fmla="*/ 276906 h 474569"/>
                <a:gd name="csX30" fmla="*/ 125531 w 438046"/>
                <a:gd name="csY30" fmla="*/ 228226 h 474569"/>
                <a:gd name="csX31" fmla="*/ 128516 w 438046"/>
                <a:gd name="csY31" fmla="*/ 218872 h 474569"/>
                <a:gd name="csX32" fmla="*/ 122054 w 438046"/>
                <a:gd name="csY32" fmla="*/ 216563 h 474569"/>
                <a:gd name="csX33" fmla="*/ 112602 w 438046"/>
                <a:gd name="csY33" fmla="*/ 211354 h 474569"/>
                <a:gd name="csX34" fmla="*/ 97827 w 438046"/>
                <a:gd name="csY34" fmla="*/ 212411 h 474569"/>
                <a:gd name="csX35" fmla="*/ 87566 w 438046"/>
                <a:gd name="csY35" fmla="*/ 216588 h 474569"/>
                <a:gd name="csX36" fmla="*/ 80430 w 438046"/>
                <a:gd name="csY36" fmla="*/ 211038 h 474569"/>
                <a:gd name="csX37" fmla="*/ 79784 w 438046"/>
                <a:gd name="csY37" fmla="*/ 198453 h 474569"/>
                <a:gd name="csX38" fmla="*/ 82015 w 438046"/>
                <a:gd name="csY38" fmla="*/ 188949 h 474569"/>
                <a:gd name="csX39" fmla="*/ 89966 w 438046"/>
                <a:gd name="csY39" fmla="*/ 185629 h 474569"/>
                <a:gd name="csX40" fmla="*/ 87641 w 438046"/>
                <a:gd name="csY40" fmla="*/ 169636 h 474569"/>
                <a:gd name="csX41" fmla="*/ 79292 w 438046"/>
                <a:gd name="csY41" fmla="*/ 156728 h 474569"/>
                <a:gd name="csX42" fmla="*/ 72462 w 438046"/>
                <a:gd name="csY42" fmla="*/ 148956 h 474569"/>
                <a:gd name="csX43" fmla="*/ 56524 w 438046"/>
                <a:gd name="csY43" fmla="*/ 163920 h 474569"/>
                <a:gd name="csX44" fmla="*/ 52658 w 438046"/>
                <a:gd name="csY44" fmla="*/ 164900 h 474569"/>
                <a:gd name="csX45" fmla="*/ 39697 w 438046"/>
                <a:gd name="csY45" fmla="*/ 168628 h 474569"/>
                <a:gd name="csX46" fmla="*/ 26748 w 438046"/>
                <a:gd name="csY46" fmla="*/ 181448 h 474569"/>
                <a:gd name="csX47" fmla="*/ 16403 w 438046"/>
                <a:gd name="csY47" fmla="*/ 190289 h 474569"/>
                <a:gd name="csX48" fmla="*/ 7343 w 438046"/>
                <a:gd name="csY48" fmla="*/ 186486 h 474569"/>
                <a:gd name="csX49" fmla="*/ 9965 w 438046"/>
                <a:gd name="csY49" fmla="*/ 170925 h 474569"/>
                <a:gd name="csX50" fmla="*/ 15158 w 438046"/>
                <a:gd name="csY50" fmla="*/ 162124 h 474569"/>
                <a:gd name="csX51" fmla="*/ 9381 w 438046"/>
                <a:gd name="csY51" fmla="*/ 159801 h 474569"/>
                <a:gd name="csX52" fmla="*/ 7807 w 438046"/>
                <a:gd name="csY52" fmla="*/ 157314 h 474569"/>
                <a:gd name="csX53" fmla="*/ 15681 w 438046"/>
                <a:gd name="csY53" fmla="*/ 151621 h 474569"/>
                <a:gd name="csX54" fmla="*/ 24691 w 438046"/>
                <a:gd name="csY54" fmla="*/ 148948 h 474569"/>
                <a:gd name="csX55" fmla="*/ 33291 w 438046"/>
                <a:gd name="csY55" fmla="*/ 142643 h 474569"/>
                <a:gd name="csX56" fmla="*/ 36252 w 438046"/>
                <a:gd name="csY56" fmla="*/ 130243 h 474569"/>
                <a:gd name="csX57" fmla="*/ 35959 w 438046"/>
                <a:gd name="csY57" fmla="*/ 119824 h 474569"/>
                <a:gd name="csX58" fmla="*/ 30417 w 438046"/>
                <a:gd name="csY58" fmla="*/ 117319 h 474569"/>
                <a:gd name="csX59" fmla="*/ 28128 w 438046"/>
                <a:gd name="csY59" fmla="*/ 114535 h 474569"/>
                <a:gd name="csX60" fmla="*/ 22780 w 438046"/>
                <a:gd name="csY60" fmla="*/ 112034 h 474569"/>
                <a:gd name="csX61" fmla="*/ 9335 w 438046"/>
                <a:gd name="csY61" fmla="*/ 100263 h 474569"/>
                <a:gd name="csX62" fmla="*/ 5316 w 438046"/>
                <a:gd name="csY62" fmla="*/ 85099 h 474569"/>
                <a:gd name="csX63" fmla="*/ 0 w 438046"/>
                <a:gd name="csY63" fmla="*/ 74899 h 474569"/>
                <a:gd name="csX64" fmla="*/ 5230 w 438046"/>
                <a:gd name="csY64" fmla="*/ 68250 h 474569"/>
                <a:gd name="csX65" fmla="*/ 8777 w 438046"/>
                <a:gd name="csY65" fmla="*/ 53938 h 474569"/>
                <a:gd name="csX66" fmla="*/ 11157 w 438046"/>
                <a:gd name="csY66" fmla="*/ 40474 h 474569"/>
                <a:gd name="csX67" fmla="*/ 15221 w 438046"/>
                <a:gd name="csY67" fmla="*/ 30361 h 474569"/>
                <a:gd name="csX68" fmla="*/ 19093 w 438046"/>
                <a:gd name="csY68" fmla="*/ 24563 h 474569"/>
                <a:gd name="csX69" fmla="*/ 13331 w 438046"/>
                <a:gd name="csY69" fmla="*/ 11391 h 474569"/>
                <a:gd name="csX70" fmla="*/ 15610 w 438046"/>
                <a:gd name="csY70" fmla="*/ 4739 h 474569"/>
                <a:gd name="csX71" fmla="*/ 24152 w 438046"/>
                <a:gd name="csY71" fmla="*/ 2431 h 474569"/>
                <a:gd name="csX72" fmla="*/ 42643 w 438046"/>
                <a:gd name="csY72" fmla="*/ 10008 h 474569"/>
                <a:gd name="csX73" fmla="*/ 58021 w 438046"/>
                <a:gd name="csY73" fmla="*/ 20333 h 474569"/>
                <a:gd name="csX74" fmla="*/ 76259 w 438046"/>
                <a:gd name="csY74" fmla="*/ 58909 h 474569"/>
                <a:gd name="csX75" fmla="*/ 87417 w 438046"/>
                <a:gd name="csY75" fmla="*/ 80908 h 474569"/>
                <a:gd name="csX76" fmla="*/ 99122 w 438046"/>
                <a:gd name="csY76" fmla="*/ 102996 h 474569"/>
                <a:gd name="csX77" fmla="*/ 103913 w 438046"/>
                <a:gd name="csY77" fmla="*/ 110684 h 474569"/>
                <a:gd name="csX78" fmla="*/ 102362 w 438046"/>
                <a:gd name="csY78" fmla="*/ 90033 h 474569"/>
                <a:gd name="csX79" fmla="*/ 92203 w 438046"/>
                <a:gd name="csY79" fmla="*/ 66799 h 474569"/>
                <a:gd name="csX80" fmla="*/ 83568 w 438046"/>
                <a:gd name="csY80" fmla="*/ 60346 h 474569"/>
                <a:gd name="csX81" fmla="*/ 86838 w 438046"/>
                <a:gd name="csY81" fmla="*/ 69381 h 474569"/>
                <a:gd name="csX82" fmla="*/ 85111 w 438046"/>
                <a:gd name="csY82" fmla="*/ 70354 h 474569"/>
                <a:gd name="csX83" fmla="*/ 81250 w 438046"/>
                <a:gd name="csY83" fmla="*/ 58738 h 474569"/>
                <a:gd name="csX84" fmla="*/ 73693 w 438046"/>
                <a:gd name="csY84" fmla="*/ 39979 h 474569"/>
                <a:gd name="csX85" fmla="*/ 66850 w 438046"/>
                <a:gd name="csY85" fmla="*/ 27201 h 474569"/>
                <a:gd name="csX86" fmla="*/ 80920 w 438046"/>
                <a:gd name="csY86" fmla="*/ 44489 h 474569"/>
                <a:gd name="csX87" fmla="*/ 99162 w 438046"/>
                <a:gd name="csY87" fmla="*/ 64586 h 474569"/>
                <a:gd name="csX88" fmla="*/ 107565 w 438046"/>
                <a:gd name="csY88" fmla="*/ 86419 h 474569"/>
                <a:gd name="csX89" fmla="*/ 116108 w 438046"/>
                <a:gd name="csY89" fmla="*/ 138203 h 474569"/>
                <a:gd name="csX90" fmla="*/ 121060 w 438046"/>
                <a:gd name="csY90" fmla="*/ 151411 h 474569"/>
                <a:gd name="csX91" fmla="*/ 135828 w 438046"/>
                <a:gd name="csY91" fmla="*/ 169580 h 474569"/>
                <a:gd name="csX92" fmla="*/ 173747 w 438046"/>
                <a:gd name="csY92" fmla="*/ 217637 h 474569"/>
                <a:gd name="csX93" fmla="*/ 186052 w 438046"/>
                <a:gd name="csY93" fmla="*/ 237240 h 474569"/>
                <a:gd name="csX94" fmla="*/ 192809 w 438046"/>
                <a:gd name="csY94" fmla="*/ 259193 h 474569"/>
                <a:gd name="csX95" fmla="*/ 202887 w 438046"/>
                <a:gd name="csY95" fmla="*/ 280570 h 474569"/>
                <a:gd name="csX96" fmla="*/ 215434 w 438046"/>
                <a:gd name="csY96" fmla="*/ 294429 h 474569"/>
                <a:gd name="csX97" fmla="*/ 223898 w 438046"/>
                <a:gd name="csY97" fmla="*/ 302869 h 474569"/>
                <a:gd name="csX98" fmla="*/ 231639 w 438046"/>
                <a:gd name="csY98" fmla="*/ 310848 h 474569"/>
                <a:gd name="csX99" fmla="*/ 241066 w 438046"/>
                <a:gd name="csY99" fmla="*/ 319770 h 474569"/>
                <a:gd name="csX100" fmla="*/ 242388 w 438046"/>
                <a:gd name="csY100" fmla="*/ 323654 h 474569"/>
                <a:gd name="csX101" fmla="*/ 237225 w 438046"/>
                <a:gd name="csY101" fmla="*/ 324770 h 474569"/>
                <a:gd name="csX102" fmla="*/ 239807 w 438046"/>
                <a:gd name="csY102" fmla="*/ 327526 h 474569"/>
                <a:gd name="csX103" fmla="*/ 241743 w 438046"/>
                <a:gd name="csY103" fmla="*/ 330724 h 474569"/>
                <a:gd name="csX104" fmla="*/ 248333 w 438046"/>
                <a:gd name="csY104" fmla="*/ 333103 h 474569"/>
                <a:gd name="csX105" fmla="*/ 259724 w 438046"/>
                <a:gd name="csY105" fmla="*/ 335713 h 474569"/>
                <a:gd name="csX106" fmla="*/ 262612 w 438046"/>
                <a:gd name="csY106" fmla="*/ 335270 h 474569"/>
                <a:gd name="csX107" fmla="*/ 255739 w 438046"/>
                <a:gd name="csY107" fmla="*/ 330573 h 474569"/>
                <a:gd name="csX108" fmla="*/ 250133 w 438046"/>
                <a:gd name="csY108" fmla="*/ 327461 h 474569"/>
                <a:gd name="csX109" fmla="*/ 260301 w 438046"/>
                <a:gd name="csY109" fmla="*/ 328761 h 474569"/>
                <a:gd name="csX110" fmla="*/ 284960 w 438046"/>
                <a:gd name="csY110" fmla="*/ 330853 h 474569"/>
                <a:gd name="csX111" fmla="*/ 308115 w 438046"/>
                <a:gd name="csY111" fmla="*/ 337754 h 474569"/>
                <a:gd name="csX112" fmla="*/ 325378 w 438046"/>
                <a:gd name="csY112" fmla="*/ 347910 h 474569"/>
                <a:gd name="csX113" fmla="*/ 336932 w 438046"/>
                <a:gd name="csY113" fmla="*/ 355594 h 474569"/>
                <a:gd name="csX114" fmla="*/ 342564 w 438046"/>
                <a:gd name="csY114" fmla="*/ 364198 h 474569"/>
                <a:gd name="csX115" fmla="*/ 343743 w 438046"/>
                <a:gd name="csY115" fmla="*/ 371080 h 474569"/>
                <a:gd name="csX116" fmla="*/ 344358 w 438046"/>
                <a:gd name="csY116" fmla="*/ 373363 h 474569"/>
                <a:gd name="csX117" fmla="*/ 350269 w 438046"/>
                <a:gd name="csY117" fmla="*/ 376862 h 474569"/>
                <a:gd name="csX118" fmla="*/ 372627 w 438046"/>
                <a:gd name="csY118" fmla="*/ 380540 h 474569"/>
                <a:gd name="csX119" fmla="*/ 391189 w 438046"/>
                <a:gd name="csY119" fmla="*/ 378801 h 474569"/>
                <a:gd name="csX120" fmla="*/ 394232 w 438046"/>
                <a:gd name="csY120" fmla="*/ 388958 h 474569"/>
                <a:gd name="csX121" fmla="*/ 397318 w 438046"/>
                <a:gd name="csY121" fmla="*/ 403978 h 474569"/>
                <a:gd name="csX122" fmla="*/ 409224 w 438046"/>
                <a:gd name="csY122" fmla="*/ 419167 h 474569"/>
                <a:gd name="csX123" fmla="*/ 434929 w 438046"/>
                <a:gd name="csY123" fmla="*/ 450207 h 474569"/>
                <a:gd name="csX124" fmla="*/ 429332 w 438046"/>
                <a:gd name="csY124" fmla="*/ 469288 h 474569"/>
                <a:gd name="csX125" fmla="*/ 376412 w 438046"/>
                <a:gd name="csY125" fmla="*/ 474534 h 474569"/>
                <a:gd name="csX126" fmla="*/ 332739 w 438046"/>
                <a:gd name="csY126" fmla="*/ 469202 h 47456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438046" h="474569">
                  <a:moveTo>
                    <a:pt x="332739" y="469202"/>
                  </a:moveTo>
                  <a:cubicBezTo>
                    <a:pt x="332739" y="465869"/>
                    <a:pt x="329807" y="462843"/>
                    <a:pt x="324349" y="460541"/>
                  </a:cubicBezTo>
                  <a:cubicBezTo>
                    <a:pt x="319735" y="458594"/>
                    <a:pt x="311907" y="452795"/>
                    <a:pt x="306954" y="447652"/>
                  </a:cubicBezTo>
                  <a:cubicBezTo>
                    <a:pt x="299888" y="440316"/>
                    <a:pt x="298719" y="437828"/>
                    <a:pt x="301522" y="436095"/>
                  </a:cubicBezTo>
                  <a:cubicBezTo>
                    <a:pt x="305823" y="433437"/>
                    <a:pt x="303408" y="425621"/>
                    <a:pt x="298287" y="425621"/>
                  </a:cubicBezTo>
                  <a:cubicBezTo>
                    <a:pt x="296286" y="425621"/>
                    <a:pt x="293203" y="427364"/>
                    <a:pt x="291436" y="429493"/>
                  </a:cubicBezTo>
                  <a:cubicBezTo>
                    <a:pt x="289668" y="431623"/>
                    <a:pt x="286395" y="433365"/>
                    <a:pt x="284162" y="433365"/>
                  </a:cubicBezTo>
                  <a:cubicBezTo>
                    <a:pt x="281929" y="433365"/>
                    <a:pt x="276987" y="436349"/>
                    <a:pt x="273181" y="439996"/>
                  </a:cubicBezTo>
                  <a:cubicBezTo>
                    <a:pt x="256469" y="456007"/>
                    <a:pt x="233183" y="434749"/>
                    <a:pt x="246542" y="415677"/>
                  </a:cubicBezTo>
                  <a:cubicBezTo>
                    <a:pt x="250094" y="410606"/>
                    <a:pt x="250239" y="408115"/>
                    <a:pt x="247543" y="398488"/>
                  </a:cubicBezTo>
                  <a:cubicBezTo>
                    <a:pt x="243936" y="385603"/>
                    <a:pt x="241942" y="384354"/>
                    <a:pt x="227242" y="385770"/>
                  </a:cubicBezTo>
                  <a:cubicBezTo>
                    <a:pt x="221295" y="386343"/>
                    <a:pt x="216574" y="385678"/>
                    <a:pt x="216574" y="384267"/>
                  </a:cubicBezTo>
                  <a:cubicBezTo>
                    <a:pt x="216574" y="382875"/>
                    <a:pt x="214251" y="381736"/>
                    <a:pt x="211411" y="381736"/>
                  </a:cubicBezTo>
                  <a:cubicBezTo>
                    <a:pt x="208543" y="381736"/>
                    <a:pt x="206248" y="380015"/>
                    <a:pt x="206248" y="377864"/>
                  </a:cubicBezTo>
                  <a:cubicBezTo>
                    <a:pt x="206248" y="375735"/>
                    <a:pt x="203925" y="371669"/>
                    <a:pt x="201085" y="368829"/>
                  </a:cubicBezTo>
                  <a:cubicBezTo>
                    <a:pt x="198245" y="365990"/>
                    <a:pt x="195885" y="362214"/>
                    <a:pt x="195840" y="360439"/>
                  </a:cubicBezTo>
                  <a:cubicBezTo>
                    <a:pt x="195695" y="354744"/>
                    <a:pt x="189552" y="348821"/>
                    <a:pt x="179383" y="344572"/>
                  </a:cubicBezTo>
                  <a:cubicBezTo>
                    <a:pt x="165908" y="338942"/>
                    <a:pt x="164292" y="339301"/>
                    <a:pt x="166056" y="347532"/>
                  </a:cubicBezTo>
                  <a:cubicBezTo>
                    <a:pt x="167087" y="352339"/>
                    <a:pt x="165818" y="357500"/>
                    <a:pt x="162127" y="363514"/>
                  </a:cubicBezTo>
                  <a:lnTo>
                    <a:pt x="156676" y="372397"/>
                  </a:lnTo>
                  <a:lnTo>
                    <a:pt x="152333" y="366640"/>
                  </a:lnTo>
                  <a:cubicBezTo>
                    <a:pt x="148166" y="361115"/>
                    <a:pt x="147605" y="361043"/>
                    <a:pt x="138487" y="364853"/>
                  </a:cubicBezTo>
                  <a:cubicBezTo>
                    <a:pt x="129534" y="368594"/>
                    <a:pt x="128828" y="368535"/>
                    <a:pt x="126312" y="363833"/>
                  </a:cubicBezTo>
                  <a:cubicBezTo>
                    <a:pt x="124843" y="361088"/>
                    <a:pt x="123641" y="357116"/>
                    <a:pt x="123641" y="355006"/>
                  </a:cubicBezTo>
                  <a:cubicBezTo>
                    <a:pt x="123641" y="352823"/>
                    <a:pt x="120228" y="350420"/>
                    <a:pt x="115723" y="349430"/>
                  </a:cubicBezTo>
                  <a:cubicBezTo>
                    <a:pt x="105375" y="347157"/>
                    <a:pt x="103846" y="342362"/>
                    <a:pt x="110493" y="333027"/>
                  </a:cubicBezTo>
                  <a:cubicBezTo>
                    <a:pt x="113465" y="328853"/>
                    <a:pt x="115897" y="321952"/>
                    <a:pt x="115897" y="317692"/>
                  </a:cubicBezTo>
                  <a:cubicBezTo>
                    <a:pt x="115897" y="310844"/>
                    <a:pt x="117170" y="309543"/>
                    <a:pt x="126868" y="306474"/>
                  </a:cubicBezTo>
                  <a:cubicBezTo>
                    <a:pt x="141640" y="301799"/>
                    <a:pt x="142221" y="293818"/>
                    <a:pt x="128005" y="290864"/>
                  </a:cubicBezTo>
                  <a:cubicBezTo>
                    <a:pt x="113703" y="287893"/>
                    <a:pt x="108950" y="284662"/>
                    <a:pt x="107467" y="276906"/>
                  </a:cubicBezTo>
                  <a:cubicBezTo>
                    <a:pt x="105739" y="267867"/>
                    <a:pt x="117059" y="237363"/>
                    <a:pt x="125531" y="228226"/>
                  </a:cubicBezTo>
                  <a:cubicBezTo>
                    <a:pt x="130828" y="222513"/>
                    <a:pt x="131406" y="220702"/>
                    <a:pt x="128516" y="218872"/>
                  </a:cubicBezTo>
                  <a:cubicBezTo>
                    <a:pt x="126545" y="217624"/>
                    <a:pt x="123637" y="216585"/>
                    <a:pt x="122054" y="216563"/>
                  </a:cubicBezTo>
                  <a:cubicBezTo>
                    <a:pt x="120470" y="216541"/>
                    <a:pt x="116217" y="214197"/>
                    <a:pt x="112602" y="211354"/>
                  </a:cubicBezTo>
                  <a:cubicBezTo>
                    <a:pt x="105961" y="206129"/>
                    <a:pt x="97827" y="206711"/>
                    <a:pt x="97827" y="212411"/>
                  </a:cubicBezTo>
                  <a:cubicBezTo>
                    <a:pt x="97827" y="219059"/>
                    <a:pt x="92291" y="221313"/>
                    <a:pt x="87566" y="216588"/>
                  </a:cubicBezTo>
                  <a:cubicBezTo>
                    <a:pt x="85046" y="214068"/>
                    <a:pt x="81835" y="211570"/>
                    <a:pt x="80430" y="211038"/>
                  </a:cubicBezTo>
                  <a:cubicBezTo>
                    <a:pt x="78870" y="210447"/>
                    <a:pt x="78619" y="205549"/>
                    <a:pt x="79784" y="198453"/>
                  </a:cubicBezTo>
                  <a:cubicBezTo>
                    <a:pt x="80834" y="192064"/>
                    <a:pt x="81838" y="187787"/>
                    <a:pt x="82015" y="188949"/>
                  </a:cubicBezTo>
                  <a:cubicBezTo>
                    <a:pt x="82193" y="190110"/>
                    <a:pt x="85771" y="188616"/>
                    <a:pt x="89966" y="185629"/>
                  </a:cubicBezTo>
                  <a:cubicBezTo>
                    <a:pt x="98750" y="179374"/>
                    <a:pt x="98211" y="175668"/>
                    <a:pt x="87641" y="169636"/>
                  </a:cubicBezTo>
                  <a:cubicBezTo>
                    <a:pt x="82102" y="166474"/>
                    <a:pt x="79900" y="163069"/>
                    <a:pt x="79292" y="156728"/>
                  </a:cubicBezTo>
                  <a:cubicBezTo>
                    <a:pt x="78587" y="149374"/>
                    <a:pt x="77588" y="148238"/>
                    <a:pt x="72462" y="148956"/>
                  </a:cubicBezTo>
                  <a:cubicBezTo>
                    <a:pt x="65224" y="149970"/>
                    <a:pt x="56524" y="158137"/>
                    <a:pt x="56524" y="163920"/>
                  </a:cubicBezTo>
                  <a:cubicBezTo>
                    <a:pt x="56524" y="167347"/>
                    <a:pt x="55821" y="167525"/>
                    <a:pt x="52658" y="164900"/>
                  </a:cubicBezTo>
                  <a:cubicBezTo>
                    <a:pt x="49486" y="162267"/>
                    <a:pt x="47159" y="162936"/>
                    <a:pt x="39697" y="168628"/>
                  </a:cubicBezTo>
                  <a:cubicBezTo>
                    <a:pt x="34695" y="172443"/>
                    <a:pt x="28868" y="178212"/>
                    <a:pt x="26748" y="181448"/>
                  </a:cubicBezTo>
                  <a:cubicBezTo>
                    <a:pt x="24627" y="184684"/>
                    <a:pt x="19972" y="188663"/>
                    <a:pt x="16403" y="190289"/>
                  </a:cubicBezTo>
                  <a:cubicBezTo>
                    <a:pt x="10541" y="192960"/>
                    <a:pt x="9664" y="192592"/>
                    <a:pt x="7343" y="186486"/>
                  </a:cubicBezTo>
                  <a:cubicBezTo>
                    <a:pt x="5309" y="181137"/>
                    <a:pt x="5857" y="177888"/>
                    <a:pt x="9965" y="170925"/>
                  </a:cubicBezTo>
                  <a:lnTo>
                    <a:pt x="15158" y="162124"/>
                  </a:lnTo>
                  <a:lnTo>
                    <a:pt x="9381" y="159801"/>
                  </a:lnTo>
                  <a:cubicBezTo>
                    <a:pt x="5449" y="158219"/>
                    <a:pt x="4946" y="157425"/>
                    <a:pt x="7807" y="157314"/>
                  </a:cubicBezTo>
                  <a:cubicBezTo>
                    <a:pt x="10118" y="157224"/>
                    <a:pt x="13662" y="154662"/>
                    <a:pt x="15681" y="151621"/>
                  </a:cubicBezTo>
                  <a:cubicBezTo>
                    <a:pt x="18731" y="147026"/>
                    <a:pt x="20256" y="146574"/>
                    <a:pt x="24691" y="148948"/>
                  </a:cubicBezTo>
                  <a:cubicBezTo>
                    <a:pt x="31018" y="152334"/>
                    <a:pt x="33291" y="150668"/>
                    <a:pt x="33291" y="142643"/>
                  </a:cubicBezTo>
                  <a:cubicBezTo>
                    <a:pt x="33291" y="139397"/>
                    <a:pt x="34623" y="133817"/>
                    <a:pt x="36252" y="130243"/>
                  </a:cubicBezTo>
                  <a:cubicBezTo>
                    <a:pt x="38533" y="125236"/>
                    <a:pt x="38466" y="122844"/>
                    <a:pt x="35959" y="119824"/>
                  </a:cubicBezTo>
                  <a:cubicBezTo>
                    <a:pt x="34170" y="117668"/>
                    <a:pt x="31676" y="116540"/>
                    <a:pt x="30417" y="117319"/>
                  </a:cubicBezTo>
                  <a:cubicBezTo>
                    <a:pt x="29158" y="118097"/>
                    <a:pt x="28128" y="116844"/>
                    <a:pt x="28128" y="114535"/>
                  </a:cubicBezTo>
                  <a:cubicBezTo>
                    <a:pt x="28128" y="111463"/>
                    <a:pt x="26693" y="110792"/>
                    <a:pt x="22780" y="112034"/>
                  </a:cubicBezTo>
                  <a:cubicBezTo>
                    <a:pt x="15848" y="114234"/>
                    <a:pt x="7575" y="106991"/>
                    <a:pt x="9335" y="100263"/>
                  </a:cubicBezTo>
                  <a:cubicBezTo>
                    <a:pt x="10049" y="97533"/>
                    <a:pt x="8241" y="90709"/>
                    <a:pt x="5316" y="85099"/>
                  </a:cubicBezTo>
                  <a:lnTo>
                    <a:pt x="0" y="74899"/>
                  </a:lnTo>
                  <a:lnTo>
                    <a:pt x="5230" y="68250"/>
                  </a:lnTo>
                  <a:cubicBezTo>
                    <a:pt x="9068" y="63371"/>
                    <a:pt x="10012" y="59562"/>
                    <a:pt x="8777" y="53938"/>
                  </a:cubicBezTo>
                  <a:cubicBezTo>
                    <a:pt x="7655" y="48830"/>
                    <a:pt x="8449" y="44342"/>
                    <a:pt x="11157" y="40474"/>
                  </a:cubicBezTo>
                  <a:cubicBezTo>
                    <a:pt x="13392" y="37284"/>
                    <a:pt x="15221" y="32733"/>
                    <a:pt x="15221" y="30361"/>
                  </a:cubicBezTo>
                  <a:cubicBezTo>
                    <a:pt x="15221" y="27989"/>
                    <a:pt x="16963" y="25380"/>
                    <a:pt x="19093" y="24563"/>
                  </a:cubicBezTo>
                  <a:cubicBezTo>
                    <a:pt x="25297" y="22182"/>
                    <a:pt x="23642" y="18398"/>
                    <a:pt x="13331" y="11391"/>
                  </a:cubicBezTo>
                  <a:cubicBezTo>
                    <a:pt x="3467" y="4689"/>
                    <a:pt x="3713" y="3972"/>
                    <a:pt x="15610" y="4739"/>
                  </a:cubicBezTo>
                  <a:cubicBezTo>
                    <a:pt x="19374" y="4981"/>
                    <a:pt x="23217" y="3943"/>
                    <a:pt x="24152" y="2431"/>
                  </a:cubicBezTo>
                  <a:cubicBezTo>
                    <a:pt x="26872" y="-1970"/>
                    <a:pt x="29405" y="-932"/>
                    <a:pt x="42643" y="10008"/>
                  </a:cubicBezTo>
                  <a:cubicBezTo>
                    <a:pt x="49515" y="15687"/>
                    <a:pt x="56436" y="20333"/>
                    <a:pt x="58021" y="20333"/>
                  </a:cubicBezTo>
                  <a:cubicBezTo>
                    <a:pt x="61009" y="20333"/>
                    <a:pt x="65792" y="30450"/>
                    <a:pt x="76259" y="58909"/>
                  </a:cubicBezTo>
                  <a:cubicBezTo>
                    <a:pt x="79624" y="68058"/>
                    <a:pt x="84645" y="77957"/>
                    <a:pt x="87417" y="80908"/>
                  </a:cubicBezTo>
                  <a:cubicBezTo>
                    <a:pt x="90189" y="83859"/>
                    <a:pt x="95457" y="93799"/>
                    <a:pt x="99122" y="102996"/>
                  </a:cubicBezTo>
                  <a:cubicBezTo>
                    <a:pt x="103054" y="112863"/>
                    <a:pt x="105019" y="116015"/>
                    <a:pt x="103913" y="110684"/>
                  </a:cubicBezTo>
                  <a:cubicBezTo>
                    <a:pt x="102883" y="105715"/>
                    <a:pt x="102185" y="96422"/>
                    <a:pt x="102362" y="90033"/>
                  </a:cubicBezTo>
                  <a:cubicBezTo>
                    <a:pt x="102644" y="79863"/>
                    <a:pt x="101378" y="76968"/>
                    <a:pt x="92203" y="66799"/>
                  </a:cubicBezTo>
                  <a:cubicBezTo>
                    <a:pt x="86438" y="60410"/>
                    <a:pt x="82553" y="57506"/>
                    <a:pt x="83568" y="60346"/>
                  </a:cubicBezTo>
                  <a:cubicBezTo>
                    <a:pt x="84584" y="63185"/>
                    <a:pt x="86055" y="67251"/>
                    <a:pt x="86838" y="69381"/>
                  </a:cubicBezTo>
                  <a:cubicBezTo>
                    <a:pt x="87916" y="72315"/>
                    <a:pt x="87498" y="72550"/>
                    <a:pt x="85111" y="70354"/>
                  </a:cubicBezTo>
                  <a:cubicBezTo>
                    <a:pt x="83379" y="68760"/>
                    <a:pt x="81641" y="63533"/>
                    <a:pt x="81250" y="58738"/>
                  </a:cubicBezTo>
                  <a:cubicBezTo>
                    <a:pt x="80858" y="53943"/>
                    <a:pt x="77457" y="45502"/>
                    <a:pt x="73693" y="39979"/>
                  </a:cubicBezTo>
                  <a:cubicBezTo>
                    <a:pt x="69929" y="34457"/>
                    <a:pt x="66850" y="28707"/>
                    <a:pt x="66850" y="27201"/>
                  </a:cubicBezTo>
                  <a:cubicBezTo>
                    <a:pt x="66850" y="23517"/>
                    <a:pt x="69162" y="26358"/>
                    <a:pt x="80920" y="44489"/>
                  </a:cubicBezTo>
                  <a:cubicBezTo>
                    <a:pt x="86314" y="52805"/>
                    <a:pt x="94522" y="61849"/>
                    <a:pt x="99162" y="64586"/>
                  </a:cubicBezTo>
                  <a:cubicBezTo>
                    <a:pt x="108835" y="70294"/>
                    <a:pt x="111618" y="77524"/>
                    <a:pt x="107565" y="86419"/>
                  </a:cubicBezTo>
                  <a:cubicBezTo>
                    <a:pt x="104001" y="94242"/>
                    <a:pt x="108931" y="124125"/>
                    <a:pt x="116108" y="138203"/>
                  </a:cubicBezTo>
                  <a:cubicBezTo>
                    <a:pt x="118832" y="143545"/>
                    <a:pt x="121060" y="149489"/>
                    <a:pt x="121060" y="151411"/>
                  </a:cubicBezTo>
                  <a:cubicBezTo>
                    <a:pt x="121060" y="153333"/>
                    <a:pt x="127706" y="161509"/>
                    <a:pt x="135828" y="169580"/>
                  </a:cubicBezTo>
                  <a:cubicBezTo>
                    <a:pt x="153391" y="187033"/>
                    <a:pt x="164572" y="201203"/>
                    <a:pt x="173747" y="217637"/>
                  </a:cubicBezTo>
                  <a:cubicBezTo>
                    <a:pt x="177457" y="224283"/>
                    <a:pt x="182994" y="233104"/>
                    <a:pt x="186052" y="237240"/>
                  </a:cubicBezTo>
                  <a:cubicBezTo>
                    <a:pt x="189610" y="242051"/>
                    <a:pt x="192043" y="249958"/>
                    <a:pt x="192809" y="259193"/>
                  </a:cubicBezTo>
                  <a:cubicBezTo>
                    <a:pt x="193864" y="271919"/>
                    <a:pt x="195056" y="274447"/>
                    <a:pt x="202887" y="280570"/>
                  </a:cubicBezTo>
                  <a:cubicBezTo>
                    <a:pt x="207772" y="284389"/>
                    <a:pt x="213418" y="290626"/>
                    <a:pt x="215434" y="294429"/>
                  </a:cubicBezTo>
                  <a:cubicBezTo>
                    <a:pt x="217449" y="298233"/>
                    <a:pt x="221258" y="302031"/>
                    <a:pt x="223898" y="302869"/>
                  </a:cubicBezTo>
                  <a:cubicBezTo>
                    <a:pt x="226538" y="303707"/>
                    <a:pt x="230021" y="307297"/>
                    <a:pt x="231639" y="310848"/>
                  </a:cubicBezTo>
                  <a:cubicBezTo>
                    <a:pt x="233257" y="314399"/>
                    <a:pt x="237499" y="318413"/>
                    <a:pt x="241066" y="319770"/>
                  </a:cubicBezTo>
                  <a:cubicBezTo>
                    <a:pt x="248737" y="322686"/>
                    <a:pt x="249875" y="326030"/>
                    <a:pt x="242388" y="323654"/>
                  </a:cubicBezTo>
                  <a:cubicBezTo>
                    <a:pt x="239427" y="322714"/>
                    <a:pt x="237225" y="323190"/>
                    <a:pt x="237225" y="324770"/>
                  </a:cubicBezTo>
                  <a:cubicBezTo>
                    <a:pt x="237225" y="326286"/>
                    <a:pt x="238387" y="327526"/>
                    <a:pt x="239807" y="327526"/>
                  </a:cubicBezTo>
                  <a:cubicBezTo>
                    <a:pt x="241227" y="327526"/>
                    <a:pt x="242098" y="328965"/>
                    <a:pt x="241743" y="330724"/>
                  </a:cubicBezTo>
                  <a:cubicBezTo>
                    <a:pt x="241323" y="332806"/>
                    <a:pt x="243624" y="333637"/>
                    <a:pt x="248333" y="333103"/>
                  </a:cubicBezTo>
                  <a:cubicBezTo>
                    <a:pt x="252313" y="332652"/>
                    <a:pt x="257439" y="333827"/>
                    <a:pt x="259724" y="335713"/>
                  </a:cubicBezTo>
                  <a:cubicBezTo>
                    <a:pt x="263236" y="338612"/>
                    <a:pt x="263683" y="338543"/>
                    <a:pt x="262612" y="335270"/>
                  </a:cubicBezTo>
                  <a:cubicBezTo>
                    <a:pt x="261915" y="333141"/>
                    <a:pt x="258822" y="331027"/>
                    <a:pt x="255739" y="330573"/>
                  </a:cubicBezTo>
                  <a:cubicBezTo>
                    <a:pt x="252655" y="330119"/>
                    <a:pt x="250133" y="328719"/>
                    <a:pt x="250133" y="327461"/>
                  </a:cubicBezTo>
                  <a:cubicBezTo>
                    <a:pt x="250133" y="326203"/>
                    <a:pt x="254708" y="326788"/>
                    <a:pt x="260301" y="328761"/>
                  </a:cubicBezTo>
                  <a:cubicBezTo>
                    <a:pt x="266891" y="331086"/>
                    <a:pt x="275567" y="331822"/>
                    <a:pt x="284960" y="330853"/>
                  </a:cubicBezTo>
                  <a:cubicBezTo>
                    <a:pt x="298714" y="329433"/>
                    <a:pt x="299892" y="329784"/>
                    <a:pt x="308115" y="337754"/>
                  </a:cubicBezTo>
                  <a:cubicBezTo>
                    <a:pt x="312880" y="342373"/>
                    <a:pt x="320648" y="346943"/>
                    <a:pt x="325378" y="347910"/>
                  </a:cubicBezTo>
                  <a:cubicBezTo>
                    <a:pt x="330622" y="348983"/>
                    <a:pt x="335130" y="351981"/>
                    <a:pt x="336932" y="355594"/>
                  </a:cubicBezTo>
                  <a:cubicBezTo>
                    <a:pt x="338556" y="358853"/>
                    <a:pt x="341091" y="362725"/>
                    <a:pt x="342564" y="364198"/>
                  </a:cubicBezTo>
                  <a:cubicBezTo>
                    <a:pt x="344037" y="365671"/>
                    <a:pt x="344568" y="368768"/>
                    <a:pt x="343743" y="371080"/>
                  </a:cubicBezTo>
                  <a:cubicBezTo>
                    <a:pt x="342917" y="373391"/>
                    <a:pt x="343194" y="374419"/>
                    <a:pt x="344358" y="373363"/>
                  </a:cubicBezTo>
                  <a:cubicBezTo>
                    <a:pt x="345522" y="372307"/>
                    <a:pt x="348182" y="373882"/>
                    <a:pt x="350269" y="376862"/>
                  </a:cubicBezTo>
                  <a:cubicBezTo>
                    <a:pt x="353742" y="381821"/>
                    <a:pt x="355637" y="382132"/>
                    <a:pt x="372627" y="380540"/>
                  </a:cubicBezTo>
                  <a:lnTo>
                    <a:pt x="391189" y="378801"/>
                  </a:lnTo>
                  <a:lnTo>
                    <a:pt x="394232" y="388958"/>
                  </a:lnTo>
                  <a:cubicBezTo>
                    <a:pt x="395906" y="394544"/>
                    <a:pt x="397295" y="401303"/>
                    <a:pt x="397318" y="403978"/>
                  </a:cubicBezTo>
                  <a:cubicBezTo>
                    <a:pt x="397342" y="406653"/>
                    <a:pt x="402699" y="413488"/>
                    <a:pt x="409224" y="419167"/>
                  </a:cubicBezTo>
                  <a:cubicBezTo>
                    <a:pt x="427997" y="435508"/>
                    <a:pt x="431130" y="439291"/>
                    <a:pt x="434929" y="450207"/>
                  </a:cubicBezTo>
                  <a:cubicBezTo>
                    <a:pt x="439665" y="463816"/>
                    <a:pt x="439887" y="463061"/>
                    <a:pt x="429332" y="469288"/>
                  </a:cubicBezTo>
                  <a:cubicBezTo>
                    <a:pt x="420856" y="474289"/>
                    <a:pt x="416443" y="474727"/>
                    <a:pt x="376412" y="474534"/>
                  </a:cubicBezTo>
                  <a:cubicBezTo>
                    <a:pt x="334645" y="474334"/>
                    <a:pt x="332739" y="474101"/>
                    <a:pt x="332739" y="469202"/>
                  </a:cubicBezTo>
                  <a:close/>
                </a:path>
              </a:pathLst>
            </a:custGeom>
            <a:solidFill>
              <a:srgbClr val="B9B9B9"/>
            </a:solidFill>
            <a:ln w="5163" cap="flat">
              <a:noFill/>
              <a:prstDash val="solid"/>
              <a:miter/>
            </a:ln>
          </p:spPr>
          <p:txBody>
            <a:bodyPr/>
            <a:lstStyle/>
            <a:p>
              <a:endParaRPr lang="es-419" noProof="0" dirty="0"/>
            </a:p>
          </p:txBody>
        </p:sp>
        <p:sp>
          <p:nvSpPr>
            <p:cNvPr id="77" name="Forma libre: forma 76">
              <a:extLst>
                <a:ext uri="{FF2B5EF4-FFF2-40B4-BE49-F238E27FC236}">
                  <a16:creationId xmlns:a16="http://schemas.microsoft.com/office/drawing/2014/main" id="{D7F39F5F-8942-0D20-9D9F-0E5471C26EB3}"/>
                </a:ext>
              </a:extLst>
            </p:cNvPr>
            <p:cNvSpPr/>
            <p:nvPr/>
          </p:nvSpPr>
          <p:spPr>
            <a:xfrm>
              <a:off x="1730874" y="2149721"/>
              <a:ext cx="4491" cy="9472"/>
            </a:xfrm>
            <a:custGeom>
              <a:avLst/>
              <a:gdLst>
                <a:gd name="csX0" fmla="*/ 480 w 4491"/>
                <a:gd name="csY0" fmla="*/ 6821 h 9472"/>
                <a:gd name="csX1" fmla="*/ 1619 w 4491"/>
                <a:gd name="csY1" fmla="*/ 1142 h 9472"/>
                <a:gd name="csX2" fmla="*/ 4491 w 4491"/>
                <a:gd name="csY2" fmla="*/ 3948 h 9472"/>
                <a:gd name="csX3" fmla="*/ 480 w 4491"/>
                <a:gd name="csY3" fmla="*/ 6821 h 9472"/>
              </a:gdLst>
              <a:ahLst/>
              <a:cxnLst>
                <a:cxn ang="0">
                  <a:pos x="csX0" y="csY0"/>
                </a:cxn>
                <a:cxn ang="0">
                  <a:pos x="csX1" y="csY1"/>
                </a:cxn>
                <a:cxn ang="0">
                  <a:pos x="csX2" y="csY2"/>
                </a:cxn>
                <a:cxn ang="0">
                  <a:pos x="csX3" y="csY3"/>
                </a:cxn>
              </a:cxnLst>
              <a:rect l="l" t="t" r="r" b="b"/>
              <a:pathLst>
                <a:path w="4491" h="9472">
                  <a:moveTo>
                    <a:pt x="480" y="6821"/>
                  </a:moveTo>
                  <a:cubicBezTo>
                    <a:pt x="-474" y="5277"/>
                    <a:pt x="39" y="2722"/>
                    <a:pt x="1619" y="1142"/>
                  </a:cubicBezTo>
                  <a:cubicBezTo>
                    <a:pt x="3728" y="-968"/>
                    <a:pt x="4491" y="-222"/>
                    <a:pt x="4491" y="3948"/>
                  </a:cubicBezTo>
                  <a:cubicBezTo>
                    <a:pt x="4491" y="10181"/>
                    <a:pt x="3150" y="11141"/>
                    <a:pt x="480" y="6821"/>
                  </a:cubicBezTo>
                  <a:close/>
                </a:path>
              </a:pathLst>
            </a:custGeom>
            <a:solidFill>
              <a:srgbClr val="00C100"/>
            </a:solidFill>
            <a:ln w="5163" cap="flat">
              <a:noFill/>
              <a:prstDash val="solid"/>
              <a:miter/>
            </a:ln>
          </p:spPr>
          <p:txBody>
            <a:bodyPr/>
            <a:lstStyle/>
            <a:p>
              <a:endParaRPr lang="es-419" noProof="0" dirty="0"/>
            </a:p>
          </p:txBody>
        </p:sp>
      </p:grpSp>
      <p:grpSp>
        <p:nvGrpSpPr>
          <p:cNvPr id="78" name="Gráfico 39">
            <a:extLst>
              <a:ext uri="{FF2B5EF4-FFF2-40B4-BE49-F238E27FC236}">
                <a16:creationId xmlns:a16="http://schemas.microsoft.com/office/drawing/2014/main" id="{70272D58-A28C-E43C-B5B9-8B1C30DFED72}"/>
              </a:ext>
            </a:extLst>
          </p:cNvPr>
          <p:cNvGrpSpPr/>
          <p:nvPr/>
        </p:nvGrpSpPr>
        <p:grpSpPr>
          <a:xfrm>
            <a:off x="2429776" y="2092540"/>
            <a:ext cx="224135" cy="371419"/>
            <a:chOff x="2429776" y="2092540"/>
            <a:chExt cx="224135" cy="371419"/>
          </a:xfrm>
          <a:solidFill>
            <a:srgbClr val="B9B9B9"/>
          </a:solidFill>
        </p:grpSpPr>
        <p:sp>
          <p:nvSpPr>
            <p:cNvPr id="79" name="Forma libre: forma 78">
              <a:extLst>
                <a:ext uri="{FF2B5EF4-FFF2-40B4-BE49-F238E27FC236}">
                  <a16:creationId xmlns:a16="http://schemas.microsoft.com/office/drawing/2014/main" id="{1586C481-D786-9B86-71F4-447BF1CCDF26}"/>
                </a:ext>
              </a:extLst>
            </p:cNvPr>
            <p:cNvSpPr/>
            <p:nvPr/>
          </p:nvSpPr>
          <p:spPr>
            <a:xfrm>
              <a:off x="2429776" y="2092540"/>
              <a:ext cx="213820" cy="371419"/>
            </a:xfrm>
            <a:custGeom>
              <a:avLst/>
              <a:gdLst>
                <a:gd name="csX0" fmla="*/ 16950 w 213820"/>
                <a:gd name="csY0" fmla="*/ 360449 h 371419"/>
                <a:gd name="csX1" fmla="*/ 11453 w 213820"/>
                <a:gd name="csY1" fmla="*/ 297848 h 371419"/>
                <a:gd name="csX2" fmla="*/ 3696 w 213820"/>
                <a:gd name="csY2" fmla="*/ 222369 h 371419"/>
                <a:gd name="csX3" fmla="*/ 0 w 213820"/>
                <a:gd name="csY3" fmla="*/ 197274 h 371419"/>
                <a:gd name="csX4" fmla="*/ 19120 w 213820"/>
                <a:gd name="csY4" fmla="*/ 182403 h 371419"/>
                <a:gd name="csX5" fmla="*/ 138310 w 213820"/>
                <a:gd name="csY5" fmla="*/ 92657 h 371419"/>
                <a:gd name="csX6" fmla="*/ 152643 w 213820"/>
                <a:gd name="csY6" fmla="*/ 35441 h 371419"/>
                <a:gd name="csX7" fmla="*/ 150658 w 213820"/>
                <a:gd name="csY7" fmla="*/ 20853 h 371419"/>
                <a:gd name="csX8" fmla="*/ 160369 w 213820"/>
                <a:gd name="csY8" fmla="*/ 19300 h 371419"/>
                <a:gd name="csX9" fmla="*/ 171671 w 213820"/>
                <a:gd name="csY9" fmla="*/ 15173 h 371419"/>
                <a:gd name="csX10" fmla="*/ 158173 w 213820"/>
                <a:gd name="csY10" fmla="*/ 10308 h 371419"/>
                <a:gd name="csX11" fmla="*/ 132945 w 213820"/>
                <a:gd name="csY11" fmla="*/ 8975 h 371419"/>
                <a:gd name="csX12" fmla="*/ 120037 w 213820"/>
                <a:gd name="csY12" fmla="*/ 5453 h 371419"/>
                <a:gd name="csX13" fmla="*/ 136817 w 213820"/>
                <a:gd name="csY13" fmla="*/ 5689 h 371419"/>
                <a:gd name="csX14" fmla="*/ 168222 w 213820"/>
                <a:gd name="csY14" fmla="*/ 2321 h 371419"/>
                <a:gd name="csX15" fmla="*/ 193336 w 213820"/>
                <a:gd name="csY15" fmla="*/ 5657 h 371419"/>
                <a:gd name="csX16" fmla="*/ 207546 w 213820"/>
                <a:gd name="csY16" fmla="*/ 12598 h 371419"/>
                <a:gd name="csX17" fmla="*/ 213132 w 213820"/>
                <a:gd name="csY17" fmla="*/ 30004 h 371419"/>
                <a:gd name="csX18" fmla="*/ 187630 w 213820"/>
                <a:gd name="csY18" fmla="*/ 96831 h 371419"/>
                <a:gd name="csX19" fmla="*/ 176562 w 213820"/>
                <a:gd name="csY19" fmla="*/ 115211 h 371419"/>
                <a:gd name="csX20" fmla="*/ 172870 w 213820"/>
                <a:gd name="csY20" fmla="*/ 123601 h 371419"/>
                <a:gd name="csX21" fmla="*/ 166261 w 213820"/>
                <a:gd name="csY21" fmla="*/ 157642 h 371419"/>
                <a:gd name="csX22" fmla="*/ 166219 w 213820"/>
                <a:gd name="csY22" fmla="*/ 169421 h 371419"/>
                <a:gd name="csX23" fmla="*/ 156436 w 213820"/>
                <a:gd name="csY23" fmla="*/ 177166 h 371419"/>
                <a:gd name="csX24" fmla="*/ 152486 w 213820"/>
                <a:gd name="csY24" fmla="*/ 184910 h 371419"/>
                <a:gd name="csX25" fmla="*/ 149724 w 213820"/>
                <a:gd name="csY25" fmla="*/ 180392 h 371419"/>
                <a:gd name="csX26" fmla="*/ 150673 w 213820"/>
                <a:gd name="csY26" fmla="*/ 190434 h 371419"/>
                <a:gd name="csX27" fmla="*/ 157540 w 213820"/>
                <a:gd name="csY27" fmla="*/ 189342 h 371419"/>
                <a:gd name="csX28" fmla="*/ 164336 w 213820"/>
                <a:gd name="csY28" fmla="*/ 186648 h 371419"/>
                <a:gd name="csX29" fmla="*/ 167794 w 213820"/>
                <a:gd name="csY29" fmla="*/ 183969 h 371419"/>
                <a:gd name="csX30" fmla="*/ 171021 w 213820"/>
                <a:gd name="csY30" fmla="*/ 181048 h 371419"/>
                <a:gd name="csX31" fmla="*/ 159467 w 213820"/>
                <a:gd name="csY31" fmla="*/ 208029 h 371419"/>
                <a:gd name="csX32" fmla="*/ 153370 w 213820"/>
                <a:gd name="csY32" fmla="*/ 220699 h 371419"/>
                <a:gd name="csX33" fmla="*/ 158583 w 213820"/>
                <a:gd name="csY33" fmla="*/ 221050 h 371419"/>
                <a:gd name="csX34" fmla="*/ 167434 w 213820"/>
                <a:gd name="csY34" fmla="*/ 216533 h 371419"/>
                <a:gd name="csX35" fmla="*/ 167794 w 213820"/>
                <a:gd name="csY35" fmla="*/ 224277 h 371419"/>
                <a:gd name="csX36" fmla="*/ 162477 w 213820"/>
                <a:gd name="csY36" fmla="*/ 240411 h 371419"/>
                <a:gd name="csX37" fmla="*/ 159980 w 213820"/>
                <a:gd name="csY37" fmla="*/ 264290 h 371419"/>
                <a:gd name="csX38" fmla="*/ 154702 w 213820"/>
                <a:gd name="csY38" fmla="*/ 297848 h 371419"/>
                <a:gd name="csX39" fmla="*/ 147143 w 213820"/>
                <a:gd name="csY39" fmla="*/ 319016 h 371419"/>
                <a:gd name="csX40" fmla="*/ 144561 w 213820"/>
                <a:gd name="csY40" fmla="*/ 314628 h 371419"/>
                <a:gd name="csX41" fmla="*/ 142397 w 213820"/>
                <a:gd name="csY41" fmla="*/ 312692 h 371419"/>
                <a:gd name="csX42" fmla="*/ 133654 w 213820"/>
                <a:gd name="csY42" fmla="*/ 296518 h 371419"/>
                <a:gd name="csX43" fmla="*/ 127870 w 213820"/>
                <a:gd name="csY43" fmla="*/ 279915 h 371419"/>
                <a:gd name="csX44" fmla="*/ 129246 w 213820"/>
                <a:gd name="csY44" fmla="*/ 255255 h 371419"/>
                <a:gd name="csX45" fmla="*/ 125242 w 213820"/>
                <a:gd name="csY45" fmla="*/ 260285 h 371419"/>
                <a:gd name="csX46" fmla="*/ 118479 w 213820"/>
                <a:gd name="csY46" fmla="*/ 266956 h 371419"/>
                <a:gd name="csX47" fmla="*/ 115990 w 213820"/>
                <a:gd name="csY47" fmla="*/ 271823 h 371419"/>
                <a:gd name="csX48" fmla="*/ 103625 w 213820"/>
                <a:gd name="csY48" fmla="*/ 299151 h 371419"/>
                <a:gd name="csX49" fmla="*/ 93086 w 213820"/>
                <a:gd name="csY49" fmla="*/ 304140 h 371419"/>
                <a:gd name="csX50" fmla="*/ 86910 w 213820"/>
                <a:gd name="csY50" fmla="*/ 313522 h 371419"/>
                <a:gd name="csX51" fmla="*/ 79326 w 213820"/>
                <a:gd name="csY51" fmla="*/ 328399 h 371419"/>
                <a:gd name="csX52" fmla="*/ 69895 w 213820"/>
                <a:gd name="csY52" fmla="*/ 347747 h 371419"/>
                <a:gd name="csX53" fmla="*/ 51629 w 213820"/>
                <a:gd name="csY53" fmla="*/ 357222 h 371419"/>
                <a:gd name="csX54" fmla="*/ 36622 w 213820"/>
                <a:gd name="csY54" fmla="*/ 363051 h 371419"/>
                <a:gd name="csX55" fmla="*/ 27100 w 213820"/>
                <a:gd name="csY55" fmla="*/ 371420 h 371419"/>
                <a:gd name="csX56" fmla="*/ 16950 w 213820"/>
                <a:gd name="csY56" fmla="*/ 360449 h 3714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Lst>
              <a:rect l="l" t="t" r="r" b="b"/>
              <a:pathLst>
                <a:path w="213820" h="371419">
                  <a:moveTo>
                    <a:pt x="16950" y="360449"/>
                  </a:moveTo>
                  <a:cubicBezTo>
                    <a:pt x="16160" y="354414"/>
                    <a:pt x="13687" y="326244"/>
                    <a:pt x="11453" y="297848"/>
                  </a:cubicBezTo>
                  <a:cubicBezTo>
                    <a:pt x="9219" y="269452"/>
                    <a:pt x="5728" y="235487"/>
                    <a:pt x="3696" y="222369"/>
                  </a:cubicBezTo>
                  <a:cubicBezTo>
                    <a:pt x="1663" y="209251"/>
                    <a:pt x="0" y="197958"/>
                    <a:pt x="0" y="197274"/>
                  </a:cubicBezTo>
                  <a:cubicBezTo>
                    <a:pt x="0" y="196590"/>
                    <a:pt x="8604" y="189898"/>
                    <a:pt x="19120" y="182403"/>
                  </a:cubicBezTo>
                  <a:cubicBezTo>
                    <a:pt x="45138" y="163860"/>
                    <a:pt x="131668" y="98706"/>
                    <a:pt x="138310" y="92657"/>
                  </a:cubicBezTo>
                  <a:cubicBezTo>
                    <a:pt x="147047" y="84700"/>
                    <a:pt x="155017" y="52884"/>
                    <a:pt x="152643" y="35441"/>
                  </a:cubicBezTo>
                  <a:lnTo>
                    <a:pt x="150658" y="20853"/>
                  </a:lnTo>
                  <a:lnTo>
                    <a:pt x="160369" y="19300"/>
                  </a:lnTo>
                  <a:cubicBezTo>
                    <a:pt x="165710" y="18446"/>
                    <a:pt x="170796" y="16589"/>
                    <a:pt x="171671" y="15173"/>
                  </a:cubicBezTo>
                  <a:cubicBezTo>
                    <a:pt x="174939" y="9885"/>
                    <a:pt x="170188" y="8173"/>
                    <a:pt x="158173" y="10308"/>
                  </a:cubicBezTo>
                  <a:cubicBezTo>
                    <a:pt x="149606" y="11830"/>
                    <a:pt x="141919" y="11424"/>
                    <a:pt x="132945" y="8975"/>
                  </a:cubicBezTo>
                  <a:lnTo>
                    <a:pt x="120037" y="5453"/>
                  </a:lnTo>
                  <a:lnTo>
                    <a:pt x="136817" y="5689"/>
                  </a:lnTo>
                  <a:cubicBezTo>
                    <a:pt x="146045" y="5819"/>
                    <a:pt x="160178" y="4304"/>
                    <a:pt x="168222" y="2321"/>
                  </a:cubicBezTo>
                  <a:cubicBezTo>
                    <a:pt x="182583" y="-1218"/>
                    <a:pt x="183037" y="-1158"/>
                    <a:pt x="193336" y="5657"/>
                  </a:cubicBezTo>
                  <a:cubicBezTo>
                    <a:pt x="199104" y="9475"/>
                    <a:pt x="205499" y="12598"/>
                    <a:pt x="207546" y="12598"/>
                  </a:cubicBezTo>
                  <a:cubicBezTo>
                    <a:pt x="210236" y="12598"/>
                    <a:pt x="211785" y="17427"/>
                    <a:pt x="213132" y="30004"/>
                  </a:cubicBezTo>
                  <a:cubicBezTo>
                    <a:pt x="216062" y="57367"/>
                    <a:pt x="210014" y="73217"/>
                    <a:pt x="187630" y="96831"/>
                  </a:cubicBezTo>
                  <a:cubicBezTo>
                    <a:pt x="182422" y="102326"/>
                    <a:pt x="177441" y="110596"/>
                    <a:pt x="176562" y="115211"/>
                  </a:cubicBezTo>
                  <a:cubicBezTo>
                    <a:pt x="175683" y="119825"/>
                    <a:pt x="174022" y="123601"/>
                    <a:pt x="172870" y="123601"/>
                  </a:cubicBezTo>
                  <a:cubicBezTo>
                    <a:pt x="168512" y="123601"/>
                    <a:pt x="164964" y="141879"/>
                    <a:pt x="166261" y="157642"/>
                  </a:cubicBezTo>
                  <a:cubicBezTo>
                    <a:pt x="166999" y="166605"/>
                    <a:pt x="166980" y="171906"/>
                    <a:pt x="166219" y="169421"/>
                  </a:cubicBezTo>
                  <a:cubicBezTo>
                    <a:pt x="163842" y="161666"/>
                    <a:pt x="160352" y="164428"/>
                    <a:pt x="156436" y="177166"/>
                  </a:cubicBezTo>
                  <a:cubicBezTo>
                    <a:pt x="154362" y="183910"/>
                    <a:pt x="152584" y="187395"/>
                    <a:pt x="152486" y="184910"/>
                  </a:cubicBezTo>
                  <a:cubicBezTo>
                    <a:pt x="152387" y="182425"/>
                    <a:pt x="151144" y="180392"/>
                    <a:pt x="149724" y="180392"/>
                  </a:cubicBezTo>
                  <a:cubicBezTo>
                    <a:pt x="145947" y="180392"/>
                    <a:pt x="146574" y="187032"/>
                    <a:pt x="150673" y="190434"/>
                  </a:cubicBezTo>
                  <a:cubicBezTo>
                    <a:pt x="153362" y="192666"/>
                    <a:pt x="154997" y="192406"/>
                    <a:pt x="157540" y="189342"/>
                  </a:cubicBezTo>
                  <a:cubicBezTo>
                    <a:pt x="159375" y="187130"/>
                    <a:pt x="162434" y="185918"/>
                    <a:pt x="164336" y="186648"/>
                  </a:cubicBezTo>
                  <a:cubicBezTo>
                    <a:pt x="166311" y="187405"/>
                    <a:pt x="167794" y="186256"/>
                    <a:pt x="167794" y="183969"/>
                  </a:cubicBezTo>
                  <a:cubicBezTo>
                    <a:pt x="167794" y="181765"/>
                    <a:pt x="169246" y="180451"/>
                    <a:pt x="171021" y="181048"/>
                  </a:cubicBezTo>
                  <a:cubicBezTo>
                    <a:pt x="178588" y="183594"/>
                    <a:pt x="167396" y="209728"/>
                    <a:pt x="159467" y="208029"/>
                  </a:cubicBezTo>
                  <a:cubicBezTo>
                    <a:pt x="155365" y="207150"/>
                    <a:pt x="151352" y="215489"/>
                    <a:pt x="153370" y="220699"/>
                  </a:cubicBezTo>
                  <a:cubicBezTo>
                    <a:pt x="155154" y="225305"/>
                    <a:pt x="155436" y="225324"/>
                    <a:pt x="158583" y="221050"/>
                  </a:cubicBezTo>
                  <a:cubicBezTo>
                    <a:pt x="160413" y="218566"/>
                    <a:pt x="164395" y="216533"/>
                    <a:pt x="167434" y="216533"/>
                  </a:cubicBezTo>
                  <a:cubicBezTo>
                    <a:pt x="174275" y="216533"/>
                    <a:pt x="174331" y="217740"/>
                    <a:pt x="167794" y="224277"/>
                  </a:cubicBezTo>
                  <a:cubicBezTo>
                    <a:pt x="164323" y="227748"/>
                    <a:pt x="162581" y="233035"/>
                    <a:pt x="162477" y="240411"/>
                  </a:cubicBezTo>
                  <a:cubicBezTo>
                    <a:pt x="162393" y="246445"/>
                    <a:pt x="161269" y="257191"/>
                    <a:pt x="159980" y="264290"/>
                  </a:cubicBezTo>
                  <a:cubicBezTo>
                    <a:pt x="158691" y="271389"/>
                    <a:pt x="156316" y="286490"/>
                    <a:pt x="154702" y="297848"/>
                  </a:cubicBezTo>
                  <a:cubicBezTo>
                    <a:pt x="152051" y="316511"/>
                    <a:pt x="147143" y="330254"/>
                    <a:pt x="147143" y="319016"/>
                  </a:cubicBezTo>
                  <a:cubicBezTo>
                    <a:pt x="147143" y="316603"/>
                    <a:pt x="145981" y="314628"/>
                    <a:pt x="144561" y="314628"/>
                  </a:cubicBezTo>
                  <a:cubicBezTo>
                    <a:pt x="143141" y="314628"/>
                    <a:pt x="142167" y="313757"/>
                    <a:pt x="142397" y="312692"/>
                  </a:cubicBezTo>
                  <a:cubicBezTo>
                    <a:pt x="143282" y="308582"/>
                    <a:pt x="136781" y="296556"/>
                    <a:pt x="133654" y="296518"/>
                  </a:cubicBezTo>
                  <a:cubicBezTo>
                    <a:pt x="125264" y="296417"/>
                    <a:pt x="123998" y="292782"/>
                    <a:pt x="127870" y="279915"/>
                  </a:cubicBezTo>
                  <a:cubicBezTo>
                    <a:pt x="132191" y="265558"/>
                    <a:pt x="132766" y="255255"/>
                    <a:pt x="129246" y="255255"/>
                  </a:cubicBezTo>
                  <a:cubicBezTo>
                    <a:pt x="127923" y="255255"/>
                    <a:pt x="126121" y="257518"/>
                    <a:pt x="125242" y="260285"/>
                  </a:cubicBezTo>
                  <a:cubicBezTo>
                    <a:pt x="124364" y="263052"/>
                    <a:pt x="121321" y="266054"/>
                    <a:pt x="118479" y="266956"/>
                  </a:cubicBezTo>
                  <a:cubicBezTo>
                    <a:pt x="114695" y="268157"/>
                    <a:pt x="114029" y="269460"/>
                    <a:pt x="115990" y="271823"/>
                  </a:cubicBezTo>
                  <a:cubicBezTo>
                    <a:pt x="120178" y="276868"/>
                    <a:pt x="111817" y="295346"/>
                    <a:pt x="103625" y="299151"/>
                  </a:cubicBezTo>
                  <a:cubicBezTo>
                    <a:pt x="99874" y="300894"/>
                    <a:pt x="95131" y="303139"/>
                    <a:pt x="93086" y="304140"/>
                  </a:cubicBezTo>
                  <a:cubicBezTo>
                    <a:pt x="91041" y="305142"/>
                    <a:pt x="88261" y="309364"/>
                    <a:pt x="86910" y="313522"/>
                  </a:cubicBezTo>
                  <a:cubicBezTo>
                    <a:pt x="85558" y="317680"/>
                    <a:pt x="82145" y="324374"/>
                    <a:pt x="79326" y="328399"/>
                  </a:cubicBezTo>
                  <a:cubicBezTo>
                    <a:pt x="76507" y="332423"/>
                    <a:pt x="72263" y="341130"/>
                    <a:pt x="69895" y="347747"/>
                  </a:cubicBezTo>
                  <a:cubicBezTo>
                    <a:pt x="65145" y="361024"/>
                    <a:pt x="59224" y="364095"/>
                    <a:pt x="51629" y="357222"/>
                  </a:cubicBezTo>
                  <a:cubicBezTo>
                    <a:pt x="44314" y="350602"/>
                    <a:pt x="37572" y="353221"/>
                    <a:pt x="36622" y="363051"/>
                  </a:cubicBezTo>
                  <a:cubicBezTo>
                    <a:pt x="35885" y="370676"/>
                    <a:pt x="35039" y="371420"/>
                    <a:pt x="27100" y="371420"/>
                  </a:cubicBezTo>
                  <a:cubicBezTo>
                    <a:pt x="18795" y="371420"/>
                    <a:pt x="18319" y="370905"/>
                    <a:pt x="16950" y="360449"/>
                  </a:cubicBezTo>
                  <a:close/>
                </a:path>
              </a:pathLst>
            </a:custGeom>
            <a:solidFill>
              <a:srgbClr val="B9B9B9"/>
            </a:solidFill>
            <a:ln w="5163" cap="flat">
              <a:noFill/>
              <a:prstDash val="solid"/>
              <a:miter/>
            </a:ln>
          </p:spPr>
          <p:txBody>
            <a:bodyPr/>
            <a:lstStyle/>
            <a:p>
              <a:endParaRPr lang="es-419" noProof="0" dirty="0"/>
            </a:p>
          </p:txBody>
        </p:sp>
        <p:sp>
          <p:nvSpPr>
            <p:cNvPr id="80" name="Forma libre: forma 79">
              <a:extLst>
                <a:ext uri="{FF2B5EF4-FFF2-40B4-BE49-F238E27FC236}">
                  <a16:creationId xmlns:a16="http://schemas.microsoft.com/office/drawing/2014/main" id="{5AEAFF85-6267-D630-AA86-600314C93DB0}"/>
                </a:ext>
              </a:extLst>
            </p:cNvPr>
            <p:cNvSpPr/>
            <p:nvPr/>
          </p:nvSpPr>
          <p:spPr>
            <a:xfrm>
              <a:off x="2598432" y="2301328"/>
              <a:ext cx="4301" cy="5162"/>
            </a:xfrm>
            <a:custGeom>
              <a:avLst/>
              <a:gdLst>
                <a:gd name="csX0" fmla="*/ 429 w 4301"/>
                <a:gd name="csY0" fmla="*/ 2581 h 5162"/>
                <a:gd name="csX1" fmla="*/ 1567 w 4301"/>
                <a:gd name="csY1" fmla="*/ 0 h 5162"/>
                <a:gd name="csX2" fmla="*/ 4301 w 4301"/>
                <a:gd name="csY2" fmla="*/ 2581 h 5162"/>
                <a:gd name="csX3" fmla="*/ 3163 w 4301"/>
                <a:gd name="csY3" fmla="*/ 5163 h 5162"/>
                <a:gd name="csX4" fmla="*/ 429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429" y="2581"/>
                  </a:moveTo>
                  <a:cubicBezTo>
                    <a:pt x="-448" y="1162"/>
                    <a:pt x="64" y="0"/>
                    <a:pt x="1567" y="0"/>
                  </a:cubicBezTo>
                  <a:cubicBezTo>
                    <a:pt x="3071" y="0"/>
                    <a:pt x="4301" y="1162"/>
                    <a:pt x="4301" y="2581"/>
                  </a:cubicBezTo>
                  <a:cubicBezTo>
                    <a:pt x="4301" y="4001"/>
                    <a:pt x="3789" y="5163"/>
                    <a:pt x="3163" y="5163"/>
                  </a:cubicBezTo>
                  <a:cubicBezTo>
                    <a:pt x="2537" y="5163"/>
                    <a:pt x="1307" y="4001"/>
                    <a:pt x="429" y="2581"/>
                  </a:cubicBezTo>
                  <a:close/>
                </a:path>
              </a:pathLst>
            </a:custGeom>
            <a:solidFill>
              <a:srgbClr val="B9B9B9"/>
            </a:solidFill>
            <a:ln w="5163" cap="flat">
              <a:noFill/>
              <a:prstDash val="solid"/>
              <a:miter/>
            </a:ln>
          </p:spPr>
          <p:txBody>
            <a:bodyPr/>
            <a:lstStyle/>
            <a:p>
              <a:endParaRPr lang="es-419" noProof="0" dirty="0"/>
            </a:p>
          </p:txBody>
        </p:sp>
        <p:sp>
          <p:nvSpPr>
            <p:cNvPr id="81" name="Forma libre: forma 80">
              <a:extLst>
                <a:ext uri="{FF2B5EF4-FFF2-40B4-BE49-F238E27FC236}">
                  <a16:creationId xmlns:a16="http://schemas.microsoft.com/office/drawing/2014/main" id="{2B1B5215-5731-C2D7-2D6B-CCF3538B3AAB}"/>
                </a:ext>
              </a:extLst>
            </p:cNvPr>
            <p:cNvSpPr/>
            <p:nvPr/>
          </p:nvSpPr>
          <p:spPr>
            <a:xfrm>
              <a:off x="2631714" y="2178527"/>
              <a:ext cx="22197" cy="31992"/>
            </a:xfrm>
            <a:custGeom>
              <a:avLst/>
              <a:gdLst>
                <a:gd name="csX0" fmla="*/ 471 w 22197"/>
                <a:gd name="csY0" fmla="*/ 28899 h 31992"/>
                <a:gd name="csX1" fmla="*/ 9355 w 22197"/>
                <a:gd name="csY1" fmla="*/ 4976 h 31992"/>
                <a:gd name="csX2" fmla="*/ 18130 w 22197"/>
                <a:gd name="csY2" fmla="*/ 1262 h 31992"/>
                <a:gd name="csX3" fmla="*/ 15361 w 22197"/>
                <a:gd name="csY3" fmla="*/ 16772 h 31992"/>
                <a:gd name="csX4" fmla="*/ 471 w 22197"/>
                <a:gd name="csY4" fmla="*/ 28899 h 31992"/>
              </a:gdLst>
              <a:ahLst/>
              <a:cxnLst>
                <a:cxn ang="0">
                  <a:pos x="csX0" y="csY0"/>
                </a:cxn>
                <a:cxn ang="0">
                  <a:pos x="csX1" y="csY1"/>
                </a:cxn>
                <a:cxn ang="0">
                  <a:pos x="csX2" y="csY2"/>
                </a:cxn>
                <a:cxn ang="0">
                  <a:pos x="csX3" y="csY3"/>
                </a:cxn>
                <a:cxn ang="0">
                  <a:pos x="csX4" y="csY4"/>
                </a:cxn>
              </a:cxnLst>
              <a:rect l="l" t="t" r="r" b="b"/>
              <a:pathLst>
                <a:path w="22197" h="31992">
                  <a:moveTo>
                    <a:pt x="471" y="28899"/>
                  </a:moveTo>
                  <a:cubicBezTo>
                    <a:pt x="-1762" y="23078"/>
                    <a:pt x="4399" y="6487"/>
                    <a:pt x="9355" y="4976"/>
                  </a:cubicBezTo>
                  <a:cubicBezTo>
                    <a:pt x="11697" y="4262"/>
                    <a:pt x="15646" y="2591"/>
                    <a:pt x="18130" y="1262"/>
                  </a:cubicBezTo>
                  <a:cubicBezTo>
                    <a:pt x="24115" y="-1937"/>
                    <a:pt x="23741" y="160"/>
                    <a:pt x="15361" y="16772"/>
                  </a:cubicBezTo>
                  <a:cubicBezTo>
                    <a:pt x="7920" y="31524"/>
                    <a:pt x="3013" y="35521"/>
                    <a:pt x="471" y="28899"/>
                  </a:cubicBezTo>
                  <a:close/>
                </a:path>
              </a:pathLst>
            </a:custGeom>
            <a:solidFill>
              <a:srgbClr val="B9B9B9"/>
            </a:solidFill>
            <a:ln w="5163" cap="flat">
              <a:noFill/>
              <a:prstDash val="solid"/>
              <a:miter/>
            </a:ln>
          </p:spPr>
          <p:txBody>
            <a:bodyPr/>
            <a:lstStyle/>
            <a:p>
              <a:endParaRPr lang="es-419" noProof="0" dirty="0"/>
            </a:p>
          </p:txBody>
        </p:sp>
        <p:sp>
          <p:nvSpPr>
            <p:cNvPr id="82" name="Forma libre: forma 81">
              <a:extLst>
                <a:ext uri="{FF2B5EF4-FFF2-40B4-BE49-F238E27FC236}">
                  <a16:creationId xmlns:a16="http://schemas.microsoft.com/office/drawing/2014/main" id="{A03408AE-4A0B-3A2D-D015-9416D370DA48}"/>
                </a:ext>
              </a:extLst>
            </p:cNvPr>
            <p:cNvSpPr/>
            <p:nvPr/>
          </p:nvSpPr>
          <p:spPr>
            <a:xfrm>
              <a:off x="2646618" y="2128371"/>
              <a:ext cx="5162" cy="6756"/>
            </a:xfrm>
            <a:custGeom>
              <a:avLst/>
              <a:gdLst>
                <a:gd name="csX0" fmla="*/ 0 w 5162"/>
                <a:gd name="csY0" fmla="*/ 4025 h 6756"/>
                <a:gd name="csX1" fmla="*/ 2581 w 5162"/>
                <a:gd name="csY1" fmla="*/ 0 h 6756"/>
                <a:gd name="csX2" fmla="*/ 5163 w 5162"/>
                <a:gd name="csY2" fmla="*/ 2429 h 6756"/>
                <a:gd name="csX3" fmla="*/ 2581 w 5162"/>
                <a:gd name="csY3" fmla="*/ 6454 h 6756"/>
                <a:gd name="csX4" fmla="*/ 0 w 5162"/>
                <a:gd name="csY4" fmla="*/ 4025 h 6756"/>
              </a:gdLst>
              <a:ahLst/>
              <a:cxnLst>
                <a:cxn ang="0">
                  <a:pos x="csX0" y="csY0"/>
                </a:cxn>
                <a:cxn ang="0">
                  <a:pos x="csX1" y="csY1"/>
                </a:cxn>
                <a:cxn ang="0">
                  <a:pos x="csX2" y="csY2"/>
                </a:cxn>
                <a:cxn ang="0">
                  <a:pos x="csX3" y="csY3"/>
                </a:cxn>
                <a:cxn ang="0">
                  <a:pos x="csX4" y="csY4"/>
                </a:cxn>
              </a:cxnLst>
              <a:rect l="l" t="t" r="r" b="b"/>
              <a:pathLst>
                <a:path w="5162" h="6756">
                  <a:moveTo>
                    <a:pt x="0" y="4025"/>
                  </a:moveTo>
                  <a:cubicBezTo>
                    <a:pt x="0" y="1811"/>
                    <a:pt x="1162" y="0"/>
                    <a:pt x="2581" y="0"/>
                  </a:cubicBezTo>
                  <a:cubicBezTo>
                    <a:pt x="4001" y="0"/>
                    <a:pt x="5163" y="1093"/>
                    <a:pt x="5163" y="2429"/>
                  </a:cubicBezTo>
                  <a:cubicBezTo>
                    <a:pt x="5163" y="3765"/>
                    <a:pt x="4001" y="5576"/>
                    <a:pt x="2581" y="6454"/>
                  </a:cubicBezTo>
                  <a:cubicBezTo>
                    <a:pt x="1162" y="7331"/>
                    <a:pt x="0" y="6238"/>
                    <a:pt x="0" y="4025"/>
                  </a:cubicBezTo>
                  <a:close/>
                </a:path>
              </a:pathLst>
            </a:custGeom>
            <a:solidFill>
              <a:srgbClr val="B9B9B9"/>
            </a:solidFill>
            <a:ln w="5163" cap="flat">
              <a:noFill/>
              <a:prstDash val="solid"/>
              <a:miter/>
            </a:ln>
          </p:spPr>
          <p:txBody>
            <a:bodyPr/>
            <a:lstStyle/>
            <a:p>
              <a:endParaRPr lang="es-419" noProof="0" dirty="0"/>
            </a:p>
          </p:txBody>
        </p:sp>
        <p:sp>
          <p:nvSpPr>
            <p:cNvPr id="83" name="Forma libre: forma 82">
              <a:extLst>
                <a:ext uri="{FF2B5EF4-FFF2-40B4-BE49-F238E27FC236}">
                  <a16:creationId xmlns:a16="http://schemas.microsoft.com/office/drawing/2014/main" id="{7E414C85-2DFC-AF06-2117-A35D1697379B}"/>
                </a:ext>
              </a:extLst>
            </p:cNvPr>
            <p:cNvSpPr/>
            <p:nvPr/>
          </p:nvSpPr>
          <p:spPr>
            <a:xfrm>
              <a:off x="2646618" y="2110301"/>
              <a:ext cx="4301" cy="5162"/>
            </a:xfrm>
            <a:custGeom>
              <a:avLst/>
              <a:gdLst>
                <a:gd name="csX0" fmla="*/ 0 w 4301"/>
                <a:gd name="csY0" fmla="*/ 2581 h 5162"/>
                <a:gd name="csX1" fmla="*/ 1138 w 4301"/>
                <a:gd name="csY1" fmla="*/ 0 h 5162"/>
                <a:gd name="csX2" fmla="*/ 3872 w 4301"/>
                <a:gd name="csY2" fmla="*/ 2581 h 5162"/>
                <a:gd name="csX3" fmla="*/ 2734 w 4301"/>
                <a:gd name="csY3" fmla="*/ 5163 h 5162"/>
                <a:gd name="csX4" fmla="*/ 0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0" y="2581"/>
                  </a:moveTo>
                  <a:cubicBezTo>
                    <a:pt x="0" y="1162"/>
                    <a:pt x="512" y="0"/>
                    <a:pt x="1138" y="0"/>
                  </a:cubicBezTo>
                  <a:cubicBezTo>
                    <a:pt x="1765" y="0"/>
                    <a:pt x="2995" y="1162"/>
                    <a:pt x="3872" y="2581"/>
                  </a:cubicBezTo>
                  <a:cubicBezTo>
                    <a:pt x="4750" y="4001"/>
                    <a:pt x="4237" y="5163"/>
                    <a:pt x="2734" y="5163"/>
                  </a:cubicBezTo>
                  <a:cubicBezTo>
                    <a:pt x="1230" y="5163"/>
                    <a:pt x="0" y="4001"/>
                    <a:pt x="0" y="2581"/>
                  </a:cubicBezTo>
                  <a:close/>
                </a:path>
              </a:pathLst>
            </a:custGeom>
            <a:solidFill>
              <a:srgbClr val="B9B9B9"/>
            </a:solidFill>
            <a:ln w="5163" cap="flat">
              <a:noFill/>
              <a:prstDash val="solid"/>
              <a:miter/>
            </a:ln>
          </p:spPr>
          <p:txBody>
            <a:bodyPr/>
            <a:lstStyle/>
            <a:p>
              <a:endParaRPr lang="es-419" noProof="0" dirty="0"/>
            </a:p>
          </p:txBody>
        </p:sp>
      </p:grpSp>
      <p:grpSp>
        <p:nvGrpSpPr>
          <p:cNvPr id="84" name="Gráfico 39">
            <a:extLst>
              <a:ext uri="{FF2B5EF4-FFF2-40B4-BE49-F238E27FC236}">
                <a16:creationId xmlns:a16="http://schemas.microsoft.com/office/drawing/2014/main" id="{AFD956F9-2D50-43EF-F46A-E17356F50A54}"/>
              </a:ext>
            </a:extLst>
          </p:cNvPr>
          <p:cNvGrpSpPr/>
          <p:nvPr/>
        </p:nvGrpSpPr>
        <p:grpSpPr>
          <a:xfrm>
            <a:off x="924790" y="1999612"/>
            <a:ext cx="235561" cy="223008"/>
            <a:chOff x="924790" y="1999612"/>
            <a:chExt cx="235561" cy="223008"/>
          </a:xfrm>
          <a:solidFill>
            <a:srgbClr val="B9B9B9"/>
          </a:solidFill>
        </p:grpSpPr>
        <p:sp>
          <p:nvSpPr>
            <p:cNvPr id="85" name="Forma libre: forma 84">
              <a:extLst>
                <a:ext uri="{FF2B5EF4-FFF2-40B4-BE49-F238E27FC236}">
                  <a16:creationId xmlns:a16="http://schemas.microsoft.com/office/drawing/2014/main" id="{32312186-8209-65CD-37BC-32BA9565E86E}"/>
                </a:ext>
              </a:extLst>
            </p:cNvPr>
            <p:cNvSpPr/>
            <p:nvPr/>
          </p:nvSpPr>
          <p:spPr>
            <a:xfrm>
              <a:off x="1018216" y="1999612"/>
              <a:ext cx="142135" cy="223008"/>
            </a:xfrm>
            <a:custGeom>
              <a:avLst/>
              <a:gdLst>
                <a:gd name="csX0" fmla="*/ 33142 w 142135"/>
                <a:gd name="csY0" fmla="*/ 222624 h 223008"/>
                <a:gd name="csX1" fmla="*/ 24030 w 142135"/>
                <a:gd name="csY1" fmla="*/ 217989 h 223008"/>
                <a:gd name="csX2" fmla="*/ 15077 w 142135"/>
                <a:gd name="csY2" fmla="*/ 214475 h 223008"/>
                <a:gd name="csX3" fmla="*/ 28065 w 142135"/>
                <a:gd name="csY3" fmla="*/ 199749 h 223008"/>
                <a:gd name="csX4" fmla="*/ 39623 w 142135"/>
                <a:gd name="csY4" fmla="*/ 181324 h 223008"/>
                <a:gd name="csX5" fmla="*/ 40552 w 142135"/>
                <a:gd name="csY5" fmla="*/ 163618 h 223008"/>
                <a:gd name="csX6" fmla="*/ 38270 w 142135"/>
                <a:gd name="csY6" fmla="*/ 146871 h 223008"/>
                <a:gd name="csX7" fmla="*/ 31342 w 142135"/>
                <a:gd name="csY7" fmla="*/ 141344 h 223008"/>
                <a:gd name="csX8" fmla="*/ 23064 w 142135"/>
                <a:gd name="csY8" fmla="*/ 130695 h 223008"/>
                <a:gd name="csX9" fmla="*/ 21238 w 142135"/>
                <a:gd name="csY9" fmla="*/ 121015 h 223008"/>
                <a:gd name="csX10" fmla="*/ 21448 w 142135"/>
                <a:gd name="csY10" fmla="*/ 110689 h 223008"/>
                <a:gd name="csX11" fmla="*/ 17417 w 142135"/>
                <a:gd name="csY11" fmla="*/ 113600 h 223008"/>
                <a:gd name="csX12" fmla="*/ 6090 w 142135"/>
                <a:gd name="csY12" fmla="*/ 75839 h 223008"/>
                <a:gd name="csX13" fmla="*/ 446 w 142135"/>
                <a:gd name="csY13" fmla="*/ 49379 h 223008"/>
                <a:gd name="csX14" fmla="*/ 1787 w 142135"/>
                <a:gd name="csY14" fmla="*/ 43571 h 223008"/>
                <a:gd name="csX15" fmla="*/ 4669 w 142135"/>
                <a:gd name="csY15" fmla="*/ 50173 h 223008"/>
                <a:gd name="csX16" fmla="*/ 15640 w 142135"/>
                <a:gd name="csY16" fmla="*/ 55981 h 223008"/>
                <a:gd name="csX17" fmla="*/ 25590 w 142135"/>
                <a:gd name="csY17" fmla="*/ 51315 h 223008"/>
                <a:gd name="csX18" fmla="*/ 21927 w 142135"/>
                <a:gd name="csY18" fmla="*/ 38128 h 223008"/>
                <a:gd name="csX19" fmla="*/ 25126 w 142135"/>
                <a:gd name="csY19" fmla="*/ 20612 h 223008"/>
                <a:gd name="csX20" fmla="*/ 29635 w 142135"/>
                <a:gd name="csY20" fmla="*/ 8944 h 223008"/>
                <a:gd name="csX21" fmla="*/ 56601 w 142135"/>
                <a:gd name="csY21" fmla="*/ 2664 h 223008"/>
                <a:gd name="csX22" fmla="*/ 68014 w 142135"/>
                <a:gd name="csY22" fmla="*/ 14926 h 223008"/>
                <a:gd name="csX23" fmla="*/ 70397 w 142135"/>
                <a:gd name="csY23" fmla="*/ 28730 h 223008"/>
                <a:gd name="csX24" fmla="*/ 64799 w 142135"/>
                <a:gd name="csY24" fmla="*/ 38367 h 223008"/>
                <a:gd name="csX25" fmla="*/ 76515 w 142135"/>
                <a:gd name="csY25" fmla="*/ 47199 h 223008"/>
                <a:gd name="csX26" fmla="*/ 95020 w 142135"/>
                <a:gd name="csY26" fmla="*/ 52596 h 223008"/>
                <a:gd name="csX27" fmla="*/ 116723 w 142135"/>
                <a:gd name="csY27" fmla="*/ 66052 h 223008"/>
                <a:gd name="csX28" fmla="*/ 125419 w 142135"/>
                <a:gd name="csY28" fmla="*/ 64641 h 223008"/>
                <a:gd name="csX29" fmla="*/ 121867 w 142135"/>
                <a:gd name="csY29" fmla="*/ 77984 h 223008"/>
                <a:gd name="csX30" fmla="*/ 126198 w 142135"/>
                <a:gd name="csY30" fmla="*/ 109560 h 223008"/>
                <a:gd name="csX31" fmla="*/ 132452 w 142135"/>
                <a:gd name="csY31" fmla="*/ 130811 h 223008"/>
                <a:gd name="csX32" fmla="*/ 137172 w 142135"/>
                <a:gd name="csY32" fmla="*/ 149525 h 223008"/>
                <a:gd name="csX33" fmla="*/ 126264 w 142135"/>
                <a:gd name="csY33" fmla="*/ 165042 h 223008"/>
                <a:gd name="csX34" fmla="*/ 119713 w 142135"/>
                <a:gd name="csY34" fmla="*/ 162318 h 223008"/>
                <a:gd name="csX35" fmla="*/ 122125 w 142135"/>
                <a:gd name="csY35" fmla="*/ 181310 h 223008"/>
                <a:gd name="csX36" fmla="*/ 122395 w 142135"/>
                <a:gd name="csY36" fmla="*/ 193071 h 223008"/>
                <a:gd name="csX37" fmla="*/ 117050 w 142135"/>
                <a:gd name="csY37" fmla="*/ 205350 h 223008"/>
                <a:gd name="csX38" fmla="*/ 115307 w 142135"/>
                <a:gd name="csY38" fmla="*/ 214639 h 223008"/>
                <a:gd name="csX39" fmla="*/ 105608 w 142135"/>
                <a:gd name="csY39" fmla="*/ 205168 h 223008"/>
                <a:gd name="csX40" fmla="*/ 70306 w 142135"/>
                <a:gd name="csY40" fmla="*/ 198146 h 223008"/>
                <a:gd name="csX41" fmla="*/ 57886 w 142135"/>
                <a:gd name="csY41" fmla="*/ 203581 h 223008"/>
                <a:gd name="csX42" fmla="*/ 42822 w 142135"/>
                <a:gd name="csY42" fmla="*/ 214552 h 223008"/>
                <a:gd name="csX43" fmla="*/ 33142 w 142135"/>
                <a:gd name="csY43" fmla="*/ 222624 h 2230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42135" h="223008">
                  <a:moveTo>
                    <a:pt x="33142" y="222624"/>
                  </a:moveTo>
                  <a:cubicBezTo>
                    <a:pt x="33100" y="221007"/>
                    <a:pt x="28999" y="218922"/>
                    <a:pt x="24030" y="217989"/>
                  </a:cubicBezTo>
                  <a:cubicBezTo>
                    <a:pt x="19061" y="217057"/>
                    <a:pt x="15032" y="215476"/>
                    <a:pt x="15077" y="214475"/>
                  </a:cubicBezTo>
                  <a:cubicBezTo>
                    <a:pt x="15123" y="213475"/>
                    <a:pt x="20967" y="206848"/>
                    <a:pt x="28065" y="199749"/>
                  </a:cubicBezTo>
                  <a:cubicBezTo>
                    <a:pt x="37756" y="190056"/>
                    <a:pt x="40635" y="185467"/>
                    <a:pt x="39623" y="181324"/>
                  </a:cubicBezTo>
                  <a:cubicBezTo>
                    <a:pt x="38882" y="178289"/>
                    <a:pt x="39300" y="170321"/>
                    <a:pt x="40552" y="163618"/>
                  </a:cubicBezTo>
                  <a:cubicBezTo>
                    <a:pt x="42457" y="153420"/>
                    <a:pt x="42085" y="150686"/>
                    <a:pt x="38270" y="146871"/>
                  </a:cubicBezTo>
                  <a:cubicBezTo>
                    <a:pt x="35762" y="144363"/>
                    <a:pt x="32644" y="141876"/>
                    <a:pt x="31342" y="141344"/>
                  </a:cubicBezTo>
                  <a:cubicBezTo>
                    <a:pt x="30039" y="140811"/>
                    <a:pt x="26314" y="136019"/>
                    <a:pt x="23064" y="130695"/>
                  </a:cubicBezTo>
                  <a:cubicBezTo>
                    <a:pt x="18146" y="122638"/>
                    <a:pt x="17840" y="121015"/>
                    <a:pt x="21238" y="121015"/>
                  </a:cubicBezTo>
                  <a:cubicBezTo>
                    <a:pt x="26407" y="121015"/>
                    <a:pt x="26532" y="114908"/>
                    <a:pt x="21448" y="110689"/>
                  </a:cubicBezTo>
                  <a:cubicBezTo>
                    <a:pt x="18195" y="107989"/>
                    <a:pt x="17551" y="108454"/>
                    <a:pt x="17417" y="113600"/>
                  </a:cubicBezTo>
                  <a:cubicBezTo>
                    <a:pt x="17202" y="121855"/>
                    <a:pt x="11362" y="102386"/>
                    <a:pt x="6090" y="75839"/>
                  </a:cubicBezTo>
                  <a:cubicBezTo>
                    <a:pt x="3834" y="64481"/>
                    <a:pt x="1295" y="52574"/>
                    <a:pt x="446" y="49379"/>
                  </a:cubicBezTo>
                  <a:cubicBezTo>
                    <a:pt x="-477" y="45903"/>
                    <a:pt x="61" y="43571"/>
                    <a:pt x="1787" y="43571"/>
                  </a:cubicBezTo>
                  <a:cubicBezTo>
                    <a:pt x="3372" y="43571"/>
                    <a:pt x="4669" y="46542"/>
                    <a:pt x="4669" y="50173"/>
                  </a:cubicBezTo>
                  <a:cubicBezTo>
                    <a:pt x="4669" y="56344"/>
                    <a:pt x="5386" y="56723"/>
                    <a:pt x="15640" y="55981"/>
                  </a:cubicBezTo>
                  <a:cubicBezTo>
                    <a:pt x="23894" y="55384"/>
                    <a:pt x="26358" y="54229"/>
                    <a:pt x="25590" y="51315"/>
                  </a:cubicBezTo>
                  <a:cubicBezTo>
                    <a:pt x="25028" y="49186"/>
                    <a:pt x="23380" y="43251"/>
                    <a:pt x="21927" y="38128"/>
                  </a:cubicBezTo>
                  <a:cubicBezTo>
                    <a:pt x="19644" y="30074"/>
                    <a:pt x="20076" y="27703"/>
                    <a:pt x="25126" y="20612"/>
                  </a:cubicBezTo>
                  <a:cubicBezTo>
                    <a:pt x="28338" y="16101"/>
                    <a:pt x="30367" y="10851"/>
                    <a:pt x="29635" y="8944"/>
                  </a:cubicBezTo>
                  <a:cubicBezTo>
                    <a:pt x="26306" y="269"/>
                    <a:pt x="38854" y="-2653"/>
                    <a:pt x="56601" y="2664"/>
                  </a:cubicBezTo>
                  <a:cubicBezTo>
                    <a:pt x="65243" y="5253"/>
                    <a:pt x="66731" y="6851"/>
                    <a:pt x="68014" y="14926"/>
                  </a:cubicBezTo>
                  <a:cubicBezTo>
                    <a:pt x="68826" y="20032"/>
                    <a:pt x="69898" y="26244"/>
                    <a:pt x="70397" y="28730"/>
                  </a:cubicBezTo>
                  <a:cubicBezTo>
                    <a:pt x="70908" y="31276"/>
                    <a:pt x="68463" y="35485"/>
                    <a:pt x="64799" y="38367"/>
                  </a:cubicBezTo>
                  <a:cubicBezTo>
                    <a:pt x="52677" y="47902"/>
                    <a:pt x="63675" y="56192"/>
                    <a:pt x="76515" y="47199"/>
                  </a:cubicBezTo>
                  <a:cubicBezTo>
                    <a:pt x="84862" y="41352"/>
                    <a:pt x="95020" y="44315"/>
                    <a:pt x="95020" y="52596"/>
                  </a:cubicBezTo>
                  <a:cubicBezTo>
                    <a:pt x="95020" y="61383"/>
                    <a:pt x="105491" y="67875"/>
                    <a:pt x="116723" y="66052"/>
                  </a:cubicBezTo>
                  <a:lnTo>
                    <a:pt x="125419" y="64641"/>
                  </a:lnTo>
                  <a:lnTo>
                    <a:pt x="121867" y="77984"/>
                  </a:lnTo>
                  <a:cubicBezTo>
                    <a:pt x="116766" y="97143"/>
                    <a:pt x="117305" y="101074"/>
                    <a:pt x="126198" y="109560"/>
                  </a:cubicBezTo>
                  <a:cubicBezTo>
                    <a:pt x="133696" y="116715"/>
                    <a:pt x="134049" y="117914"/>
                    <a:pt x="132452" y="130811"/>
                  </a:cubicBezTo>
                  <a:cubicBezTo>
                    <a:pt x="130905" y="143306"/>
                    <a:pt x="131310" y="144914"/>
                    <a:pt x="137172" y="149525"/>
                  </a:cubicBezTo>
                  <a:cubicBezTo>
                    <a:pt x="148350" y="158317"/>
                    <a:pt x="138877" y="171792"/>
                    <a:pt x="126264" y="165042"/>
                  </a:cubicBezTo>
                  <a:cubicBezTo>
                    <a:pt x="123464" y="163544"/>
                    <a:pt x="120516" y="162318"/>
                    <a:pt x="119713" y="162318"/>
                  </a:cubicBezTo>
                  <a:cubicBezTo>
                    <a:pt x="116537" y="162318"/>
                    <a:pt x="118487" y="177672"/>
                    <a:pt x="122125" y="181310"/>
                  </a:cubicBezTo>
                  <a:cubicBezTo>
                    <a:pt x="126947" y="186132"/>
                    <a:pt x="127019" y="189234"/>
                    <a:pt x="122395" y="193071"/>
                  </a:cubicBezTo>
                  <a:cubicBezTo>
                    <a:pt x="120414" y="194715"/>
                    <a:pt x="118009" y="200241"/>
                    <a:pt x="117050" y="205350"/>
                  </a:cubicBezTo>
                  <a:lnTo>
                    <a:pt x="115307" y="214639"/>
                  </a:lnTo>
                  <a:lnTo>
                    <a:pt x="105608" y="205168"/>
                  </a:lnTo>
                  <a:cubicBezTo>
                    <a:pt x="93087" y="192941"/>
                    <a:pt x="80185" y="190375"/>
                    <a:pt x="70306" y="198146"/>
                  </a:cubicBezTo>
                  <a:cubicBezTo>
                    <a:pt x="66478" y="201157"/>
                    <a:pt x="60889" y="203603"/>
                    <a:pt x="57886" y="203581"/>
                  </a:cubicBezTo>
                  <a:cubicBezTo>
                    <a:pt x="54649" y="203557"/>
                    <a:pt x="48516" y="208024"/>
                    <a:pt x="42822" y="214552"/>
                  </a:cubicBezTo>
                  <a:cubicBezTo>
                    <a:pt x="37540" y="220608"/>
                    <a:pt x="33184" y="224241"/>
                    <a:pt x="33142" y="222624"/>
                  </a:cubicBezTo>
                  <a:close/>
                </a:path>
              </a:pathLst>
            </a:custGeom>
            <a:solidFill>
              <a:srgbClr val="B9B9B9"/>
            </a:solidFill>
            <a:ln w="5163" cap="flat">
              <a:noFill/>
              <a:prstDash val="solid"/>
              <a:miter/>
            </a:ln>
          </p:spPr>
          <p:txBody>
            <a:bodyPr/>
            <a:lstStyle/>
            <a:p>
              <a:endParaRPr lang="es-419" noProof="0" dirty="0"/>
            </a:p>
          </p:txBody>
        </p:sp>
        <p:sp>
          <p:nvSpPr>
            <p:cNvPr id="86" name="Forma libre: forma 85">
              <a:extLst>
                <a:ext uri="{FF2B5EF4-FFF2-40B4-BE49-F238E27FC236}">
                  <a16:creationId xmlns:a16="http://schemas.microsoft.com/office/drawing/2014/main" id="{3C3A056D-B92B-CBFC-CA53-EAD2AFDC66EC}"/>
                </a:ext>
              </a:extLst>
            </p:cNvPr>
            <p:cNvSpPr/>
            <p:nvPr/>
          </p:nvSpPr>
          <p:spPr>
            <a:xfrm>
              <a:off x="976738" y="2149266"/>
              <a:ext cx="9026" cy="7395"/>
            </a:xfrm>
            <a:custGeom>
              <a:avLst/>
              <a:gdLst>
                <a:gd name="csX0" fmla="*/ 866 w 9026"/>
                <a:gd name="csY0" fmla="*/ 4748 h 7395"/>
                <a:gd name="csX1" fmla="*/ 6187 w 9026"/>
                <a:gd name="csY1" fmla="*/ 710 h 7395"/>
                <a:gd name="csX2" fmla="*/ 8728 w 9026"/>
                <a:gd name="csY2" fmla="*/ 4901 h 7395"/>
                <a:gd name="csX3" fmla="*/ 866 w 9026"/>
                <a:gd name="csY3" fmla="*/ 4748 h 7395"/>
              </a:gdLst>
              <a:ahLst/>
              <a:cxnLst>
                <a:cxn ang="0">
                  <a:pos x="csX0" y="csY0"/>
                </a:cxn>
                <a:cxn ang="0">
                  <a:pos x="csX1" y="csY1"/>
                </a:cxn>
                <a:cxn ang="0">
                  <a:pos x="csX2" y="csY2"/>
                </a:cxn>
                <a:cxn ang="0">
                  <a:pos x="csX3" y="csY3"/>
                </a:cxn>
              </a:cxnLst>
              <a:rect l="l" t="t" r="r" b="b"/>
              <a:pathLst>
                <a:path w="9026" h="7395">
                  <a:moveTo>
                    <a:pt x="866" y="4748"/>
                  </a:moveTo>
                  <a:cubicBezTo>
                    <a:pt x="-1510" y="904"/>
                    <a:pt x="1245" y="-1186"/>
                    <a:pt x="6187" y="710"/>
                  </a:cubicBezTo>
                  <a:cubicBezTo>
                    <a:pt x="8468" y="1586"/>
                    <a:pt x="9611" y="3472"/>
                    <a:pt x="8728" y="4901"/>
                  </a:cubicBezTo>
                  <a:cubicBezTo>
                    <a:pt x="6635" y="8287"/>
                    <a:pt x="3009" y="8216"/>
                    <a:pt x="866" y="4748"/>
                  </a:cubicBezTo>
                  <a:close/>
                </a:path>
              </a:pathLst>
            </a:custGeom>
            <a:solidFill>
              <a:srgbClr val="B9B9B9"/>
            </a:solidFill>
            <a:ln w="5163" cap="flat">
              <a:noFill/>
              <a:prstDash val="solid"/>
              <a:miter/>
            </a:ln>
          </p:spPr>
          <p:txBody>
            <a:bodyPr/>
            <a:lstStyle/>
            <a:p>
              <a:endParaRPr lang="es-419" noProof="0" dirty="0"/>
            </a:p>
          </p:txBody>
        </p:sp>
        <p:sp>
          <p:nvSpPr>
            <p:cNvPr id="87" name="Forma libre: forma 86">
              <a:extLst>
                <a:ext uri="{FF2B5EF4-FFF2-40B4-BE49-F238E27FC236}">
                  <a16:creationId xmlns:a16="http://schemas.microsoft.com/office/drawing/2014/main" id="{42F441E1-D7C0-A17F-6103-4F06EB3372EE}"/>
                </a:ext>
              </a:extLst>
            </p:cNvPr>
            <p:cNvSpPr/>
            <p:nvPr/>
          </p:nvSpPr>
          <p:spPr>
            <a:xfrm>
              <a:off x="958388" y="2135665"/>
              <a:ext cx="19364" cy="11047"/>
            </a:xfrm>
            <a:custGeom>
              <a:avLst/>
              <a:gdLst>
                <a:gd name="csX0" fmla="*/ 0 w 19364"/>
                <a:gd name="csY0" fmla="*/ 8841 h 11047"/>
                <a:gd name="csX1" fmla="*/ 17408 w 19364"/>
                <a:gd name="csY1" fmla="*/ 154 h 11047"/>
                <a:gd name="csX2" fmla="*/ 17432 w 19364"/>
                <a:gd name="csY2" fmla="*/ 5614 h 11047"/>
                <a:gd name="csX3" fmla="*/ 0 w 19364"/>
                <a:gd name="csY3" fmla="*/ 8841 h 11047"/>
              </a:gdLst>
              <a:ahLst/>
              <a:cxnLst>
                <a:cxn ang="0">
                  <a:pos x="csX0" y="csY0"/>
                </a:cxn>
                <a:cxn ang="0">
                  <a:pos x="csX1" y="csY1"/>
                </a:cxn>
                <a:cxn ang="0">
                  <a:pos x="csX2" y="csY2"/>
                </a:cxn>
                <a:cxn ang="0">
                  <a:pos x="csX3" y="csY3"/>
                </a:cxn>
              </a:cxnLst>
              <a:rect l="l" t="t" r="r" b="b"/>
              <a:pathLst>
                <a:path w="19364" h="11047">
                  <a:moveTo>
                    <a:pt x="0" y="8841"/>
                  </a:moveTo>
                  <a:cubicBezTo>
                    <a:pt x="126" y="2682"/>
                    <a:pt x="7086" y="-791"/>
                    <a:pt x="17408" y="154"/>
                  </a:cubicBezTo>
                  <a:cubicBezTo>
                    <a:pt x="20010" y="392"/>
                    <a:pt x="20015" y="1478"/>
                    <a:pt x="17432" y="5614"/>
                  </a:cubicBezTo>
                  <a:cubicBezTo>
                    <a:pt x="14357" y="10538"/>
                    <a:pt x="-89" y="13212"/>
                    <a:pt x="0" y="8841"/>
                  </a:cubicBezTo>
                  <a:close/>
                </a:path>
              </a:pathLst>
            </a:custGeom>
            <a:solidFill>
              <a:srgbClr val="B9B9B9"/>
            </a:solidFill>
            <a:ln w="5163" cap="flat">
              <a:noFill/>
              <a:prstDash val="solid"/>
              <a:miter/>
            </a:ln>
          </p:spPr>
          <p:txBody>
            <a:bodyPr/>
            <a:lstStyle/>
            <a:p>
              <a:endParaRPr lang="es-419" noProof="0" dirty="0"/>
            </a:p>
          </p:txBody>
        </p:sp>
        <p:sp>
          <p:nvSpPr>
            <p:cNvPr id="88" name="Forma libre: forma 87">
              <a:extLst>
                <a:ext uri="{FF2B5EF4-FFF2-40B4-BE49-F238E27FC236}">
                  <a16:creationId xmlns:a16="http://schemas.microsoft.com/office/drawing/2014/main" id="{097DE49E-C15D-8D77-FD6D-BE20AE30814E}"/>
                </a:ext>
              </a:extLst>
            </p:cNvPr>
            <p:cNvSpPr/>
            <p:nvPr/>
          </p:nvSpPr>
          <p:spPr>
            <a:xfrm>
              <a:off x="938010" y="2110987"/>
              <a:ext cx="18997" cy="19965"/>
            </a:xfrm>
            <a:custGeom>
              <a:avLst/>
              <a:gdLst>
                <a:gd name="csX0" fmla="*/ 2787 w 18997"/>
                <a:gd name="csY0" fmla="*/ 11392 h 19965"/>
                <a:gd name="csX1" fmla="*/ 4678 w 18997"/>
                <a:gd name="csY1" fmla="*/ 36 h 19965"/>
                <a:gd name="csX2" fmla="*/ 17544 w 18997"/>
                <a:gd name="csY2" fmla="*/ 12951 h 19965"/>
                <a:gd name="csX3" fmla="*/ 13049 w 18997"/>
                <a:gd name="csY3" fmla="*/ 19965 h 19965"/>
                <a:gd name="csX4" fmla="*/ 2787 w 18997"/>
                <a:gd name="csY4" fmla="*/ 11392 h 19965"/>
              </a:gdLst>
              <a:ahLst/>
              <a:cxnLst>
                <a:cxn ang="0">
                  <a:pos x="csX0" y="csY0"/>
                </a:cxn>
                <a:cxn ang="0">
                  <a:pos x="csX1" y="csY1"/>
                </a:cxn>
                <a:cxn ang="0">
                  <a:pos x="csX2" y="csY2"/>
                </a:cxn>
                <a:cxn ang="0">
                  <a:pos x="csX3" y="csY3"/>
                </a:cxn>
                <a:cxn ang="0">
                  <a:pos x="csX4" y="csY4"/>
                </a:cxn>
              </a:cxnLst>
              <a:rect l="l" t="t" r="r" b="b"/>
              <a:pathLst>
                <a:path w="18997" h="19965">
                  <a:moveTo>
                    <a:pt x="2787" y="11392"/>
                  </a:moveTo>
                  <a:cubicBezTo>
                    <a:pt x="-1192" y="389"/>
                    <a:pt x="-1207" y="479"/>
                    <a:pt x="4678" y="36"/>
                  </a:cubicBezTo>
                  <a:cubicBezTo>
                    <a:pt x="10396" y="-395"/>
                    <a:pt x="13750" y="2973"/>
                    <a:pt x="17544" y="12951"/>
                  </a:cubicBezTo>
                  <a:cubicBezTo>
                    <a:pt x="20048" y="19537"/>
                    <a:pt x="19774" y="19965"/>
                    <a:pt x="13049" y="19965"/>
                  </a:cubicBezTo>
                  <a:cubicBezTo>
                    <a:pt x="7281" y="19965"/>
                    <a:pt x="5284" y="18297"/>
                    <a:pt x="2787" y="11392"/>
                  </a:cubicBezTo>
                  <a:close/>
                </a:path>
              </a:pathLst>
            </a:custGeom>
            <a:solidFill>
              <a:srgbClr val="B9B9B9"/>
            </a:solidFill>
            <a:ln w="5163" cap="flat">
              <a:noFill/>
              <a:prstDash val="solid"/>
              <a:miter/>
            </a:ln>
          </p:spPr>
          <p:txBody>
            <a:bodyPr/>
            <a:lstStyle/>
            <a:p>
              <a:endParaRPr lang="es-419" noProof="0" dirty="0"/>
            </a:p>
          </p:txBody>
        </p:sp>
        <p:sp>
          <p:nvSpPr>
            <p:cNvPr id="89" name="Forma libre: forma 88">
              <a:extLst>
                <a:ext uri="{FF2B5EF4-FFF2-40B4-BE49-F238E27FC236}">
                  <a16:creationId xmlns:a16="http://schemas.microsoft.com/office/drawing/2014/main" id="{0226F985-062B-5339-11B5-B6A1480F9021}"/>
                </a:ext>
              </a:extLst>
            </p:cNvPr>
            <p:cNvSpPr/>
            <p:nvPr/>
          </p:nvSpPr>
          <p:spPr>
            <a:xfrm>
              <a:off x="924790" y="2098451"/>
              <a:ext cx="5162" cy="9268"/>
            </a:xfrm>
            <a:custGeom>
              <a:avLst/>
              <a:gdLst>
                <a:gd name="csX0" fmla="*/ 0 w 5162"/>
                <a:gd name="csY0" fmla="*/ 3953 h 9268"/>
                <a:gd name="csX1" fmla="*/ 2581 w 5162"/>
                <a:gd name="csY1" fmla="*/ 233 h 9268"/>
                <a:gd name="csX2" fmla="*/ 5163 w 5162"/>
                <a:gd name="csY2" fmla="*/ 5549 h 9268"/>
                <a:gd name="csX3" fmla="*/ 2581 w 5162"/>
                <a:gd name="csY3" fmla="*/ 9269 h 9268"/>
                <a:gd name="csX4" fmla="*/ 0 w 5162"/>
                <a:gd name="csY4" fmla="*/ 3953 h 9268"/>
              </a:gdLst>
              <a:ahLst/>
              <a:cxnLst>
                <a:cxn ang="0">
                  <a:pos x="csX0" y="csY0"/>
                </a:cxn>
                <a:cxn ang="0">
                  <a:pos x="csX1" y="csY1"/>
                </a:cxn>
                <a:cxn ang="0">
                  <a:pos x="csX2" y="csY2"/>
                </a:cxn>
                <a:cxn ang="0">
                  <a:pos x="csX3" y="csY3"/>
                </a:cxn>
                <a:cxn ang="0">
                  <a:pos x="csX4" y="csY4"/>
                </a:cxn>
              </a:cxnLst>
              <a:rect l="l" t="t" r="r" b="b"/>
              <a:pathLst>
                <a:path w="5162" h="9268">
                  <a:moveTo>
                    <a:pt x="0" y="3953"/>
                  </a:moveTo>
                  <a:cubicBezTo>
                    <a:pt x="0" y="1030"/>
                    <a:pt x="1162" y="-644"/>
                    <a:pt x="2581" y="233"/>
                  </a:cubicBezTo>
                  <a:cubicBezTo>
                    <a:pt x="4001" y="1111"/>
                    <a:pt x="5163" y="3503"/>
                    <a:pt x="5163" y="5549"/>
                  </a:cubicBezTo>
                  <a:cubicBezTo>
                    <a:pt x="5163" y="7595"/>
                    <a:pt x="4001" y="9269"/>
                    <a:pt x="2581" y="9269"/>
                  </a:cubicBezTo>
                  <a:cubicBezTo>
                    <a:pt x="1162" y="9269"/>
                    <a:pt x="0" y="6877"/>
                    <a:pt x="0" y="3953"/>
                  </a:cubicBezTo>
                  <a:close/>
                </a:path>
              </a:pathLst>
            </a:custGeom>
            <a:solidFill>
              <a:srgbClr val="B9B9B9"/>
            </a:solidFill>
            <a:ln w="5163" cap="flat">
              <a:noFill/>
              <a:prstDash val="solid"/>
              <a:miter/>
            </a:ln>
          </p:spPr>
          <p:txBody>
            <a:bodyPr/>
            <a:lstStyle/>
            <a:p>
              <a:endParaRPr lang="es-419" noProof="0" dirty="0"/>
            </a:p>
          </p:txBody>
        </p:sp>
      </p:grpSp>
      <p:grpSp>
        <p:nvGrpSpPr>
          <p:cNvPr id="90" name="Gráfico 39">
            <a:extLst>
              <a:ext uri="{FF2B5EF4-FFF2-40B4-BE49-F238E27FC236}">
                <a16:creationId xmlns:a16="http://schemas.microsoft.com/office/drawing/2014/main" id="{985B1A28-10D7-F31B-EFBF-9D1FC7B9995C}"/>
              </a:ext>
            </a:extLst>
          </p:cNvPr>
          <p:cNvGrpSpPr/>
          <p:nvPr/>
        </p:nvGrpSpPr>
        <p:grpSpPr>
          <a:xfrm>
            <a:off x="281340" y="1474182"/>
            <a:ext cx="428841" cy="522535"/>
            <a:chOff x="281340" y="1474182"/>
            <a:chExt cx="428841" cy="522535"/>
          </a:xfrm>
          <a:solidFill>
            <a:srgbClr val="B9B9B9"/>
          </a:solidFill>
        </p:grpSpPr>
        <p:grpSp>
          <p:nvGrpSpPr>
            <p:cNvPr id="91" name="Gráfico 39">
              <a:extLst>
                <a:ext uri="{FF2B5EF4-FFF2-40B4-BE49-F238E27FC236}">
                  <a16:creationId xmlns:a16="http://schemas.microsoft.com/office/drawing/2014/main" id="{3B65C032-1E1F-4FF0-9C01-58F6438DCEE3}"/>
                </a:ext>
              </a:extLst>
            </p:cNvPr>
            <p:cNvGrpSpPr/>
            <p:nvPr/>
          </p:nvGrpSpPr>
          <p:grpSpPr>
            <a:xfrm>
              <a:off x="281340" y="1474182"/>
              <a:ext cx="428841" cy="522535"/>
              <a:chOff x="281340" y="1474182"/>
              <a:chExt cx="428841" cy="522535"/>
            </a:xfrm>
            <a:solidFill>
              <a:srgbClr val="B9B9B9"/>
            </a:solidFill>
          </p:grpSpPr>
          <p:sp>
            <p:nvSpPr>
              <p:cNvPr id="92" name="Forma libre: forma 91">
                <a:extLst>
                  <a:ext uri="{FF2B5EF4-FFF2-40B4-BE49-F238E27FC236}">
                    <a16:creationId xmlns:a16="http://schemas.microsoft.com/office/drawing/2014/main" id="{E268E54D-7C20-149D-6E91-886803A51B48}"/>
                  </a:ext>
                </a:extLst>
              </p:cNvPr>
              <p:cNvSpPr/>
              <p:nvPr/>
            </p:nvSpPr>
            <p:spPr>
              <a:xfrm>
                <a:off x="281340" y="1474182"/>
                <a:ext cx="428841" cy="522535"/>
              </a:xfrm>
              <a:custGeom>
                <a:avLst/>
                <a:gdLst>
                  <a:gd name="csX0" fmla="*/ 375000 w 428841"/>
                  <a:gd name="csY0" fmla="*/ 516104 h 522535"/>
                  <a:gd name="csX1" fmla="*/ 367101 w 428841"/>
                  <a:gd name="csY1" fmla="*/ 496098 h 522535"/>
                  <a:gd name="csX2" fmla="*/ 357849 w 428841"/>
                  <a:gd name="csY2" fmla="*/ 467300 h 522535"/>
                  <a:gd name="csX3" fmla="*/ 337807 w 428841"/>
                  <a:gd name="csY3" fmla="*/ 445109 h 522535"/>
                  <a:gd name="csX4" fmla="*/ 320489 w 428841"/>
                  <a:gd name="csY4" fmla="*/ 429036 h 522535"/>
                  <a:gd name="csX5" fmla="*/ 269809 w 428841"/>
                  <a:gd name="csY5" fmla="*/ 379110 h 522535"/>
                  <a:gd name="csX6" fmla="*/ 248488 w 428841"/>
                  <a:gd name="csY6" fmla="*/ 370097 h 522535"/>
                  <a:gd name="csX7" fmla="*/ 256878 w 428841"/>
                  <a:gd name="csY7" fmla="*/ 370327 h 522535"/>
                  <a:gd name="csX8" fmla="*/ 265267 w 428841"/>
                  <a:gd name="csY8" fmla="*/ 372646 h 522535"/>
                  <a:gd name="csX9" fmla="*/ 258168 w 428841"/>
                  <a:gd name="csY9" fmla="*/ 366399 h 522535"/>
                  <a:gd name="csX10" fmla="*/ 251069 w 428841"/>
                  <a:gd name="csY10" fmla="*/ 355305 h 522535"/>
                  <a:gd name="csX11" fmla="*/ 237556 w 428841"/>
                  <a:gd name="csY11" fmla="*/ 353450 h 522535"/>
                  <a:gd name="csX12" fmla="*/ 235538 w 428841"/>
                  <a:gd name="csY12" fmla="*/ 349578 h 522535"/>
                  <a:gd name="csX13" fmla="*/ 231626 w 428841"/>
                  <a:gd name="csY13" fmla="*/ 338114 h 522535"/>
                  <a:gd name="csX14" fmla="*/ 227531 w 428841"/>
                  <a:gd name="csY14" fmla="*/ 327788 h 522535"/>
                  <a:gd name="csX15" fmla="*/ 225255 w 428841"/>
                  <a:gd name="csY15" fmla="*/ 330217 h 522535"/>
                  <a:gd name="csX16" fmla="*/ 222797 w 428841"/>
                  <a:gd name="csY16" fmla="*/ 331508 h 522535"/>
                  <a:gd name="csX17" fmla="*/ 220276 w 428841"/>
                  <a:gd name="csY17" fmla="*/ 330217 h 522535"/>
                  <a:gd name="csX18" fmla="*/ 216375 w 428841"/>
                  <a:gd name="csY18" fmla="*/ 326968 h 522535"/>
                  <a:gd name="csX19" fmla="*/ 212138 w 428841"/>
                  <a:gd name="csY19" fmla="*/ 320021 h 522535"/>
                  <a:gd name="csX20" fmla="*/ 209766 w 428841"/>
                  <a:gd name="csY20" fmla="*/ 317462 h 522535"/>
                  <a:gd name="csX21" fmla="*/ 212670 w 428841"/>
                  <a:gd name="csY21" fmla="*/ 314083 h 522535"/>
                  <a:gd name="csX22" fmla="*/ 216877 w 428841"/>
                  <a:gd name="csY22" fmla="*/ 311142 h 522535"/>
                  <a:gd name="csX23" fmla="*/ 215264 w 428841"/>
                  <a:gd name="csY23" fmla="*/ 309359 h 522535"/>
                  <a:gd name="csX24" fmla="*/ 217511 w 428841"/>
                  <a:gd name="csY24" fmla="*/ 291496 h 522535"/>
                  <a:gd name="csX25" fmla="*/ 222673 w 428841"/>
                  <a:gd name="csY25" fmla="*/ 271731 h 522535"/>
                  <a:gd name="csX26" fmla="*/ 225571 w 428841"/>
                  <a:gd name="csY26" fmla="*/ 266972 h 522535"/>
                  <a:gd name="csX27" fmla="*/ 225255 w 428841"/>
                  <a:gd name="csY27" fmla="*/ 263100 h 522535"/>
                  <a:gd name="csX28" fmla="*/ 224939 w 428841"/>
                  <a:gd name="csY28" fmla="*/ 259227 h 522535"/>
                  <a:gd name="csX29" fmla="*/ 227470 w 428841"/>
                  <a:gd name="csY29" fmla="*/ 246966 h 522535"/>
                  <a:gd name="csX30" fmla="*/ 227104 w 428841"/>
                  <a:gd name="csY30" fmla="*/ 234704 h 522535"/>
                  <a:gd name="csX31" fmla="*/ 225255 w 428841"/>
                  <a:gd name="csY31" fmla="*/ 245029 h 522535"/>
                  <a:gd name="csX32" fmla="*/ 222926 w 428841"/>
                  <a:gd name="csY32" fmla="*/ 241157 h 522535"/>
                  <a:gd name="csX33" fmla="*/ 213514 w 428841"/>
                  <a:gd name="csY33" fmla="*/ 204198 h 522535"/>
                  <a:gd name="csX34" fmla="*/ 207511 w 428841"/>
                  <a:gd name="csY34" fmla="*/ 195911 h 522535"/>
                  <a:gd name="csX35" fmla="*/ 199366 w 428841"/>
                  <a:gd name="csY35" fmla="*/ 188261 h 522535"/>
                  <a:gd name="csX36" fmla="*/ 189814 w 428841"/>
                  <a:gd name="csY36" fmla="*/ 185143 h 522535"/>
                  <a:gd name="csX37" fmla="*/ 177824 w 428841"/>
                  <a:gd name="csY37" fmla="*/ 176701 h 522535"/>
                  <a:gd name="csX38" fmla="*/ 173385 w 428841"/>
                  <a:gd name="csY38" fmla="*/ 171969 h 522535"/>
                  <a:gd name="csX39" fmla="*/ 172244 w 428841"/>
                  <a:gd name="csY39" fmla="*/ 166295 h 522535"/>
                  <a:gd name="csX40" fmla="*/ 157189 w 428841"/>
                  <a:gd name="csY40" fmla="*/ 154717 h 522535"/>
                  <a:gd name="csX41" fmla="*/ 154290 w 428841"/>
                  <a:gd name="csY41" fmla="*/ 143110 h 522535"/>
                  <a:gd name="csX42" fmla="*/ 153437 w 428841"/>
                  <a:gd name="csY42" fmla="*/ 130888 h 522535"/>
                  <a:gd name="csX43" fmla="*/ 150373 w 428841"/>
                  <a:gd name="csY43" fmla="*/ 128835 h 522535"/>
                  <a:gd name="csX44" fmla="*/ 148457 w 428841"/>
                  <a:gd name="csY44" fmla="*/ 125777 h 522535"/>
                  <a:gd name="csX45" fmla="*/ 150890 w 428841"/>
                  <a:gd name="csY45" fmla="*/ 109503 h 522535"/>
                  <a:gd name="csX46" fmla="*/ 144325 w 428841"/>
                  <a:gd name="csY46" fmla="*/ 119656 h 522535"/>
                  <a:gd name="csX47" fmla="*/ 132054 w 428841"/>
                  <a:gd name="csY47" fmla="*/ 127093 h 522535"/>
                  <a:gd name="csX48" fmla="*/ 125630 w 428841"/>
                  <a:gd name="csY48" fmla="*/ 120812 h 522535"/>
                  <a:gd name="csX49" fmla="*/ 123207 w 428841"/>
                  <a:gd name="csY49" fmla="*/ 117248 h 522535"/>
                  <a:gd name="csX50" fmla="*/ 119415 w 428841"/>
                  <a:gd name="csY50" fmla="*/ 121894 h 522535"/>
                  <a:gd name="csX51" fmla="*/ 116519 w 428841"/>
                  <a:gd name="csY51" fmla="*/ 129437 h 522535"/>
                  <a:gd name="csX52" fmla="*/ 107977 w 428841"/>
                  <a:gd name="csY52" fmla="*/ 127285 h 522535"/>
                  <a:gd name="csX53" fmla="*/ 105433 w 428841"/>
                  <a:gd name="csY53" fmla="*/ 123427 h 522535"/>
                  <a:gd name="csX54" fmla="*/ 96024 w 428841"/>
                  <a:gd name="csY54" fmla="*/ 113119 h 522535"/>
                  <a:gd name="csX55" fmla="*/ 84566 w 428841"/>
                  <a:gd name="csY55" fmla="*/ 104340 h 522535"/>
                  <a:gd name="csX56" fmla="*/ 73108 w 428841"/>
                  <a:gd name="csY56" fmla="*/ 95562 h 522535"/>
                  <a:gd name="csX57" fmla="*/ 56725 w 428841"/>
                  <a:gd name="csY57" fmla="*/ 85124 h 522535"/>
                  <a:gd name="csX58" fmla="*/ 41890 w 428841"/>
                  <a:gd name="csY58" fmla="*/ 66163 h 522535"/>
                  <a:gd name="csX59" fmla="*/ 28677 w 428841"/>
                  <a:gd name="csY59" fmla="*/ 46701 h 522535"/>
                  <a:gd name="csX60" fmla="*/ 19131 w 428841"/>
                  <a:gd name="csY60" fmla="*/ 37238 h 522535"/>
                  <a:gd name="csX61" fmla="*/ 12905 w 428841"/>
                  <a:gd name="csY61" fmla="*/ 29478 h 522535"/>
                  <a:gd name="csX62" fmla="*/ 565 w 428841"/>
                  <a:gd name="csY62" fmla="*/ 12763 h 522535"/>
                  <a:gd name="csX63" fmla="*/ 24931 w 428841"/>
                  <a:gd name="csY63" fmla="*/ 17586 h 522535"/>
                  <a:gd name="csX64" fmla="*/ 53740 w 428841"/>
                  <a:gd name="csY64" fmla="*/ 17944 h 522535"/>
                  <a:gd name="csX65" fmla="*/ 62623 w 428841"/>
                  <a:gd name="csY65" fmla="*/ 19236 h 522535"/>
                  <a:gd name="csX66" fmla="*/ 68432 w 428841"/>
                  <a:gd name="csY66" fmla="*/ 26677 h 522535"/>
                  <a:gd name="csX67" fmla="*/ 76711 w 428841"/>
                  <a:gd name="csY67" fmla="*/ 24137 h 522535"/>
                  <a:gd name="csX68" fmla="*/ 79251 w 428841"/>
                  <a:gd name="csY68" fmla="*/ 21734 h 522535"/>
                  <a:gd name="csX69" fmla="*/ 83275 w 428841"/>
                  <a:gd name="csY69" fmla="*/ 19103 h 522535"/>
                  <a:gd name="csX70" fmla="*/ 76792 w 428841"/>
                  <a:gd name="csY70" fmla="*/ 18100 h 522535"/>
                  <a:gd name="csX71" fmla="*/ 72078 w 428841"/>
                  <a:gd name="csY71" fmla="*/ 15119 h 522535"/>
                  <a:gd name="csX72" fmla="*/ 69501 w 428841"/>
                  <a:gd name="csY72" fmla="*/ 12179 h 522535"/>
                  <a:gd name="csX73" fmla="*/ 70989 w 428841"/>
                  <a:gd name="csY73" fmla="*/ 5916 h 522535"/>
                  <a:gd name="csX74" fmla="*/ 77646 w 428841"/>
                  <a:gd name="csY74" fmla="*/ 3402 h 522535"/>
                  <a:gd name="csX75" fmla="*/ 139275 w 428841"/>
                  <a:gd name="csY75" fmla="*/ 15638 h 522535"/>
                  <a:gd name="csX76" fmla="*/ 187630 w 428841"/>
                  <a:gd name="csY76" fmla="*/ 22047 h 522535"/>
                  <a:gd name="csX77" fmla="*/ 207209 w 428841"/>
                  <a:gd name="csY77" fmla="*/ 56596 h 522535"/>
                  <a:gd name="csX78" fmla="*/ 227114 w 428841"/>
                  <a:gd name="csY78" fmla="*/ 93147 h 522535"/>
                  <a:gd name="csX79" fmla="*/ 237157 w 428841"/>
                  <a:gd name="csY79" fmla="*/ 106748 h 522535"/>
                  <a:gd name="csX80" fmla="*/ 244314 w 428841"/>
                  <a:gd name="csY80" fmla="*/ 119404 h 522535"/>
                  <a:gd name="csX81" fmla="*/ 245646 w 428841"/>
                  <a:gd name="csY81" fmla="*/ 128703 h 522535"/>
                  <a:gd name="csX82" fmla="*/ 248545 w 428841"/>
                  <a:gd name="csY82" fmla="*/ 142569 h 522535"/>
                  <a:gd name="csX83" fmla="*/ 261330 w 428841"/>
                  <a:gd name="csY83" fmla="*/ 164801 h 522535"/>
                  <a:gd name="csX84" fmla="*/ 258888 w 428841"/>
                  <a:gd name="csY84" fmla="*/ 155359 h 522535"/>
                  <a:gd name="csX85" fmla="*/ 255800 w 428841"/>
                  <a:gd name="csY85" fmla="*/ 130155 h 522535"/>
                  <a:gd name="csX86" fmla="*/ 275961 w 428841"/>
                  <a:gd name="csY86" fmla="*/ 158456 h 522535"/>
                  <a:gd name="csX87" fmla="*/ 281077 w 428841"/>
                  <a:gd name="csY87" fmla="*/ 166295 h 522535"/>
                  <a:gd name="csX88" fmla="*/ 284516 w 428841"/>
                  <a:gd name="csY88" fmla="*/ 174685 h 522535"/>
                  <a:gd name="csX89" fmla="*/ 290330 w 428841"/>
                  <a:gd name="csY89" fmla="*/ 206853 h 522535"/>
                  <a:gd name="csX90" fmla="*/ 289732 w 428841"/>
                  <a:gd name="csY90" fmla="*/ 219395 h 522535"/>
                  <a:gd name="csX91" fmla="*/ 295284 w 428841"/>
                  <a:gd name="csY91" fmla="*/ 246624 h 522535"/>
                  <a:gd name="csX92" fmla="*/ 307839 w 428841"/>
                  <a:gd name="csY92" fmla="*/ 265674 h 522535"/>
                  <a:gd name="csX93" fmla="*/ 311998 w 428841"/>
                  <a:gd name="csY93" fmla="*/ 272749 h 522535"/>
                  <a:gd name="csX94" fmla="*/ 323310 w 428841"/>
                  <a:gd name="csY94" fmla="*/ 313772 h 522535"/>
                  <a:gd name="csX95" fmla="*/ 331080 w 428841"/>
                  <a:gd name="csY95" fmla="*/ 343142 h 522535"/>
                  <a:gd name="csX96" fmla="*/ 329774 w 428841"/>
                  <a:gd name="csY96" fmla="*/ 364390 h 522535"/>
                  <a:gd name="csX97" fmla="*/ 349986 w 428841"/>
                  <a:gd name="csY97" fmla="*/ 396248 h 522535"/>
                  <a:gd name="csX98" fmla="*/ 354973 w 428841"/>
                  <a:gd name="csY98" fmla="*/ 397754 h 522535"/>
                  <a:gd name="csX99" fmla="*/ 357026 w 428841"/>
                  <a:gd name="csY99" fmla="*/ 403789 h 522535"/>
                  <a:gd name="csX100" fmla="*/ 360843 w 428841"/>
                  <a:gd name="csY100" fmla="*/ 395399 h 522535"/>
                  <a:gd name="csX101" fmla="*/ 361835 w 428841"/>
                  <a:gd name="csY101" fmla="*/ 383279 h 522535"/>
                  <a:gd name="csX102" fmla="*/ 377379 w 428841"/>
                  <a:gd name="csY102" fmla="*/ 393272 h 522535"/>
                  <a:gd name="csX103" fmla="*/ 390468 w 428841"/>
                  <a:gd name="csY103" fmla="*/ 410555 h 522535"/>
                  <a:gd name="csX104" fmla="*/ 396921 w 428841"/>
                  <a:gd name="csY104" fmla="*/ 414114 h 522535"/>
                  <a:gd name="csX105" fmla="*/ 403375 w 428841"/>
                  <a:gd name="csY105" fmla="*/ 419847 h 522535"/>
                  <a:gd name="csX106" fmla="*/ 406602 w 428841"/>
                  <a:gd name="csY106" fmla="*/ 439662 h 522535"/>
                  <a:gd name="csX107" fmla="*/ 418087 w 428841"/>
                  <a:gd name="csY107" fmla="*/ 458630 h 522535"/>
                  <a:gd name="csX108" fmla="*/ 419011 w 428841"/>
                  <a:gd name="csY108" fmla="*/ 503820 h 522535"/>
                  <a:gd name="csX109" fmla="*/ 409820 w 428841"/>
                  <a:gd name="csY109" fmla="*/ 509628 h 522535"/>
                  <a:gd name="csX110" fmla="*/ 394580 w 428841"/>
                  <a:gd name="csY110" fmla="*/ 516082 h 522535"/>
                  <a:gd name="csX111" fmla="*/ 382031 w 428841"/>
                  <a:gd name="csY111" fmla="*/ 522535 h 522535"/>
                  <a:gd name="csX112" fmla="*/ 375000 w 428841"/>
                  <a:gd name="csY112" fmla="*/ 516104 h 5225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Lst>
                <a:rect l="l" t="t" r="r" b="b"/>
                <a:pathLst>
                  <a:path w="428841" h="522535">
                    <a:moveTo>
                      <a:pt x="375000" y="516104"/>
                    </a:moveTo>
                    <a:cubicBezTo>
                      <a:pt x="371085" y="511937"/>
                      <a:pt x="368304" y="504894"/>
                      <a:pt x="367101" y="496098"/>
                    </a:cubicBezTo>
                    <a:cubicBezTo>
                      <a:pt x="366079" y="488632"/>
                      <a:pt x="361916" y="475673"/>
                      <a:pt x="357849" y="467300"/>
                    </a:cubicBezTo>
                    <a:cubicBezTo>
                      <a:pt x="351802" y="454850"/>
                      <a:pt x="348152" y="450809"/>
                      <a:pt x="337807" y="445109"/>
                    </a:cubicBezTo>
                    <a:cubicBezTo>
                      <a:pt x="329743" y="440665"/>
                      <a:pt x="323467" y="434840"/>
                      <a:pt x="320489" y="429036"/>
                    </a:cubicBezTo>
                    <a:cubicBezTo>
                      <a:pt x="313727" y="415856"/>
                      <a:pt x="278311" y="380967"/>
                      <a:pt x="269809" y="379110"/>
                    </a:cubicBezTo>
                    <a:cubicBezTo>
                      <a:pt x="258622" y="376667"/>
                      <a:pt x="248488" y="372383"/>
                      <a:pt x="248488" y="370097"/>
                    </a:cubicBezTo>
                    <a:cubicBezTo>
                      <a:pt x="248488" y="368948"/>
                      <a:pt x="252263" y="369052"/>
                      <a:pt x="256878" y="370327"/>
                    </a:cubicBezTo>
                    <a:lnTo>
                      <a:pt x="265267" y="372646"/>
                    </a:lnTo>
                    <a:lnTo>
                      <a:pt x="258168" y="366399"/>
                    </a:lnTo>
                    <a:cubicBezTo>
                      <a:pt x="254264" y="362963"/>
                      <a:pt x="251069" y="357971"/>
                      <a:pt x="251069" y="355305"/>
                    </a:cubicBezTo>
                    <a:cubicBezTo>
                      <a:pt x="251069" y="350053"/>
                      <a:pt x="241061" y="348679"/>
                      <a:pt x="237556" y="353450"/>
                    </a:cubicBezTo>
                    <a:cubicBezTo>
                      <a:pt x="236513" y="354870"/>
                      <a:pt x="235605" y="353128"/>
                      <a:pt x="235538" y="349578"/>
                    </a:cubicBezTo>
                    <a:cubicBezTo>
                      <a:pt x="235471" y="346029"/>
                      <a:pt x="233711" y="340870"/>
                      <a:pt x="231626" y="338114"/>
                    </a:cubicBezTo>
                    <a:cubicBezTo>
                      <a:pt x="229542" y="335358"/>
                      <a:pt x="227699" y="330711"/>
                      <a:pt x="227531" y="327788"/>
                    </a:cubicBezTo>
                    <a:cubicBezTo>
                      <a:pt x="227316" y="324054"/>
                      <a:pt x="226639" y="324776"/>
                      <a:pt x="225255" y="330217"/>
                    </a:cubicBezTo>
                    <a:cubicBezTo>
                      <a:pt x="223398" y="337513"/>
                      <a:pt x="223256" y="337588"/>
                      <a:pt x="222797" y="331508"/>
                    </a:cubicBezTo>
                    <a:cubicBezTo>
                      <a:pt x="222352" y="325610"/>
                      <a:pt x="222136" y="325499"/>
                      <a:pt x="220276" y="330217"/>
                    </a:cubicBezTo>
                    <a:cubicBezTo>
                      <a:pt x="218499" y="334726"/>
                      <a:pt x="218005" y="334315"/>
                      <a:pt x="216375" y="326968"/>
                    </a:cubicBezTo>
                    <a:cubicBezTo>
                      <a:pt x="215349" y="322341"/>
                      <a:pt x="213442" y="319215"/>
                      <a:pt x="212138" y="320021"/>
                    </a:cubicBezTo>
                    <a:cubicBezTo>
                      <a:pt x="210833" y="320827"/>
                      <a:pt x="209766" y="319676"/>
                      <a:pt x="209766" y="317462"/>
                    </a:cubicBezTo>
                    <a:cubicBezTo>
                      <a:pt x="209766" y="315249"/>
                      <a:pt x="211073" y="313728"/>
                      <a:pt x="212670" y="314083"/>
                    </a:cubicBezTo>
                    <a:cubicBezTo>
                      <a:pt x="214268" y="314438"/>
                      <a:pt x="216161" y="313115"/>
                      <a:pt x="216877" y="311142"/>
                    </a:cubicBezTo>
                    <a:cubicBezTo>
                      <a:pt x="217675" y="308946"/>
                      <a:pt x="217050" y="308255"/>
                      <a:pt x="215264" y="309359"/>
                    </a:cubicBezTo>
                    <a:cubicBezTo>
                      <a:pt x="211189" y="311878"/>
                      <a:pt x="211586" y="308715"/>
                      <a:pt x="217511" y="291496"/>
                    </a:cubicBezTo>
                    <a:cubicBezTo>
                      <a:pt x="220350" y="283242"/>
                      <a:pt x="222673" y="274348"/>
                      <a:pt x="222673" y="271731"/>
                    </a:cubicBezTo>
                    <a:cubicBezTo>
                      <a:pt x="222673" y="269113"/>
                      <a:pt x="223977" y="266972"/>
                      <a:pt x="225571" y="266972"/>
                    </a:cubicBezTo>
                    <a:cubicBezTo>
                      <a:pt x="227573" y="266972"/>
                      <a:pt x="227475" y="265775"/>
                      <a:pt x="225255" y="263100"/>
                    </a:cubicBezTo>
                    <a:cubicBezTo>
                      <a:pt x="223035" y="260424"/>
                      <a:pt x="222937" y="259227"/>
                      <a:pt x="224939" y="259227"/>
                    </a:cubicBezTo>
                    <a:cubicBezTo>
                      <a:pt x="226726" y="259227"/>
                      <a:pt x="227696" y="254529"/>
                      <a:pt x="227470" y="246966"/>
                    </a:cubicBezTo>
                    <a:lnTo>
                      <a:pt x="227104" y="234704"/>
                    </a:lnTo>
                    <a:lnTo>
                      <a:pt x="225255" y="245029"/>
                    </a:lnTo>
                    <a:cubicBezTo>
                      <a:pt x="223422" y="255266"/>
                      <a:pt x="223402" y="255233"/>
                      <a:pt x="222926" y="241157"/>
                    </a:cubicBezTo>
                    <a:cubicBezTo>
                      <a:pt x="222330" y="223537"/>
                      <a:pt x="217100" y="203003"/>
                      <a:pt x="213514" y="204198"/>
                    </a:cubicBezTo>
                    <a:cubicBezTo>
                      <a:pt x="212038" y="204690"/>
                      <a:pt x="209337" y="200961"/>
                      <a:pt x="207511" y="195911"/>
                    </a:cubicBezTo>
                    <a:cubicBezTo>
                      <a:pt x="204912" y="188724"/>
                      <a:pt x="203143" y="187062"/>
                      <a:pt x="199366" y="188261"/>
                    </a:cubicBezTo>
                    <a:cubicBezTo>
                      <a:pt x="196479" y="189177"/>
                      <a:pt x="192643" y="187925"/>
                      <a:pt x="189814" y="185143"/>
                    </a:cubicBezTo>
                    <a:cubicBezTo>
                      <a:pt x="187213" y="182586"/>
                      <a:pt x="181818" y="178787"/>
                      <a:pt x="177824" y="176701"/>
                    </a:cubicBezTo>
                    <a:cubicBezTo>
                      <a:pt x="173830" y="174616"/>
                      <a:pt x="171833" y="172486"/>
                      <a:pt x="173385" y="171969"/>
                    </a:cubicBezTo>
                    <a:cubicBezTo>
                      <a:pt x="177632" y="170553"/>
                      <a:pt x="176775" y="166295"/>
                      <a:pt x="172244" y="166295"/>
                    </a:cubicBezTo>
                    <a:cubicBezTo>
                      <a:pt x="165904" y="166295"/>
                      <a:pt x="155744" y="158482"/>
                      <a:pt x="157189" y="154717"/>
                    </a:cubicBezTo>
                    <a:cubicBezTo>
                      <a:pt x="157916" y="152822"/>
                      <a:pt x="156611" y="147599"/>
                      <a:pt x="154290" y="143110"/>
                    </a:cubicBezTo>
                    <a:cubicBezTo>
                      <a:pt x="150789" y="136341"/>
                      <a:pt x="150644" y="134254"/>
                      <a:pt x="153437" y="130888"/>
                    </a:cubicBezTo>
                    <a:cubicBezTo>
                      <a:pt x="156396" y="127323"/>
                      <a:pt x="156023" y="127073"/>
                      <a:pt x="150373" y="128835"/>
                    </a:cubicBezTo>
                    <a:cubicBezTo>
                      <a:pt x="144136" y="130780"/>
                      <a:pt x="144078" y="130686"/>
                      <a:pt x="148457" y="125777"/>
                    </a:cubicBezTo>
                    <a:cubicBezTo>
                      <a:pt x="153040" y="120640"/>
                      <a:pt x="154705" y="109503"/>
                      <a:pt x="150890" y="109503"/>
                    </a:cubicBezTo>
                    <a:cubicBezTo>
                      <a:pt x="149743" y="109503"/>
                      <a:pt x="146789" y="114072"/>
                      <a:pt x="144325" y="119656"/>
                    </a:cubicBezTo>
                    <a:cubicBezTo>
                      <a:pt x="140017" y="129421"/>
                      <a:pt x="139548" y="129705"/>
                      <a:pt x="132054" y="127093"/>
                    </a:cubicBezTo>
                    <a:cubicBezTo>
                      <a:pt x="127075" y="125357"/>
                      <a:pt x="124756" y="123090"/>
                      <a:pt x="125630" y="120812"/>
                    </a:cubicBezTo>
                    <a:cubicBezTo>
                      <a:pt x="126411" y="118778"/>
                      <a:pt x="125370" y="117248"/>
                      <a:pt x="123207" y="117248"/>
                    </a:cubicBezTo>
                    <a:cubicBezTo>
                      <a:pt x="121121" y="117248"/>
                      <a:pt x="119415" y="119339"/>
                      <a:pt x="119415" y="121894"/>
                    </a:cubicBezTo>
                    <a:cubicBezTo>
                      <a:pt x="119415" y="124450"/>
                      <a:pt x="118112" y="127844"/>
                      <a:pt x="116519" y="129437"/>
                    </a:cubicBezTo>
                    <a:cubicBezTo>
                      <a:pt x="113230" y="132727"/>
                      <a:pt x="105775" y="130849"/>
                      <a:pt x="107977" y="127285"/>
                    </a:cubicBezTo>
                    <a:cubicBezTo>
                      <a:pt x="108769" y="126004"/>
                      <a:pt x="107624" y="124268"/>
                      <a:pt x="105433" y="123427"/>
                    </a:cubicBezTo>
                    <a:cubicBezTo>
                      <a:pt x="103242" y="122586"/>
                      <a:pt x="99008" y="117948"/>
                      <a:pt x="96024" y="113119"/>
                    </a:cubicBezTo>
                    <a:cubicBezTo>
                      <a:pt x="92358" y="107187"/>
                      <a:pt x="88642" y="104340"/>
                      <a:pt x="84566" y="104340"/>
                    </a:cubicBezTo>
                    <a:cubicBezTo>
                      <a:pt x="80490" y="104340"/>
                      <a:pt x="76774" y="101493"/>
                      <a:pt x="73108" y="95562"/>
                    </a:cubicBezTo>
                    <a:cubicBezTo>
                      <a:pt x="67387" y="86305"/>
                      <a:pt x="62222" y="83015"/>
                      <a:pt x="56725" y="85124"/>
                    </a:cubicBezTo>
                    <a:cubicBezTo>
                      <a:pt x="50606" y="87472"/>
                      <a:pt x="41978" y="76444"/>
                      <a:pt x="41890" y="66163"/>
                    </a:cubicBezTo>
                    <a:cubicBezTo>
                      <a:pt x="41792" y="54708"/>
                      <a:pt x="37917" y="49001"/>
                      <a:pt x="28677" y="46701"/>
                    </a:cubicBezTo>
                    <a:cubicBezTo>
                      <a:pt x="24172" y="45580"/>
                      <a:pt x="20912" y="42349"/>
                      <a:pt x="19131" y="37238"/>
                    </a:cubicBezTo>
                    <a:cubicBezTo>
                      <a:pt x="17643" y="32970"/>
                      <a:pt x="14841" y="29478"/>
                      <a:pt x="12905" y="29478"/>
                    </a:cubicBezTo>
                    <a:cubicBezTo>
                      <a:pt x="8305" y="29478"/>
                      <a:pt x="-2593" y="14715"/>
                      <a:pt x="565" y="12763"/>
                    </a:cubicBezTo>
                    <a:cubicBezTo>
                      <a:pt x="3818" y="10752"/>
                      <a:pt x="12858" y="12542"/>
                      <a:pt x="24931" y="17586"/>
                    </a:cubicBezTo>
                    <a:cubicBezTo>
                      <a:pt x="37286" y="22748"/>
                      <a:pt x="47225" y="22872"/>
                      <a:pt x="53740" y="17944"/>
                    </a:cubicBezTo>
                    <a:cubicBezTo>
                      <a:pt x="60581" y="12770"/>
                      <a:pt x="62623" y="13067"/>
                      <a:pt x="62623" y="19236"/>
                    </a:cubicBezTo>
                    <a:cubicBezTo>
                      <a:pt x="62623" y="22305"/>
                      <a:pt x="65034" y="25393"/>
                      <a:pt x="68432" y="26677"/>
                    </a:cubicBezTo>
                    <a:cubicBezTo>
                      <a:pt x="74871" y="29111"/>
                      <a:pt x="79002" y="27843"/>
                      <a:pt x="76711" y="24137"/>
                    </a:cubicBezTo>
                    <a:cubicBezTo>
                      <a:pt x="75894" y="22815"/>
                      <a:pt x="77037" y="21734"/>
                      <a:pt x="79251" y="21734"/>
                    </a:cubicBezTo>
                    <a:cubicBezTo>
                      <a:pt x="81464" y="21734"/>
                      <a:pt x="83275" y="20550"/>
                      <a:pt x="83275" y="19103"/>
                    </a:cubicBezTo>
                    <a:cubicBezTo>
                      <a:pt x="83275" y="17583"/>
                      <a:pt x="80538" y="17160"/>
                      <a:pt x="76792" y="18100"/>
                    </a:cubicBezTo>
                    <a:cubicBezTo>
                      <a:pt x="71329" y="19471"/>
                      <a:pt x="70588" y="19002"/>
                      <a:pt x="72078" y="15119"/>
                    </a:cubicBezTo>
                    <a:cubicBezTo>
                      <a:pt x="73452" y="11539"/>
                      <a:pt x="72877" y="10883"/>
                      <a:pt x="69501" y="12179"/>
                    </a:cubicBezTo>
                    <a:cubicBezTo>
                      <a:pt x="66052" y="13503"/>
                      <a:pt x="66358" y="12212"/>
                      <a:pt x="70989" y="5916"/>
                    </a:cubicBezTo>
                    <a:cubicBezTo>
                      <a:pt x="76351" y="-1376"/>
                      <a:pt x="76888" y="-1579"/>
                      <a:pt x="77646" y="3402"/>
                    </a:cubicBezTo>
                    <a:cubicBezTo>
                      <a:pt x="78672" y="10145"/>
                      <a:pt x="78784" y="10167"/>
                      <a:pt x="139275" y="15638"/>
                    </a:cubicBezTo>
                    <a:cubicBezTo>
                      <a:pt x="166526" y="18103"/>
                      <a:pt x="188286" y="20987"/>
                      <a:pt x="187630" y="22047"/>
                    </a:cubicBezTo>
                    <a:cubicBezTo>
                      <a:pt x="185081" y="26172"/>
                      <a:pt x="200296" y="53021"/>
                      <a:pt x="207209" y="56596"/>
                    </a:cubicBezTo>
                    <a:cubicBezTo>
                      <a:pt x="214767" y="60504"/>
                      <a:pt x="224810" y="78946"/>
                      <a:pt x="227114" y="93147"/>
                    </a:cubicBezTo>
                    <a:cubicBezTo>
                      <a:pt x="228108" y="99272"/>
                      <a:pt x="230904" y="103059"/>
                      <a:pt x="237157" y="106748"/>
                    </a:cubicBezTo>
                    <a:cubicBezTo>
                      <a:pt x="244668" y="111180"/>
                      <a:pt x="245621" y="112866"/>
                      <a:pt x="244314" y="119404"/>
                    </a:cubicBezTo>
                    <a:cubicBezTo>
                      <a:pt x="243448" y="123731"/>
                      <a:pt x="244017" y="127696"/>
                      <a:pt x="245646" y="128703"/>
                    </a:cubicBezTo>
                    <a:cubicBezTo>
                      <a:pt x="247209" y="129669"/>
                      <a:pt x="248514" y="135909"/>
                      <a:pt x="248545" y="142569"/>
                    </a:cubicBezTo>
                    <a:cubicBezTo>
                      <a:pt x="248610" y="156222"/>
                      <a:pt x="256380" y="169733"/>
                      <a:pt x="261330" y="164801"/>
                    </a:cubicBezTo>
                    <a:cubicBezTo>
                      <a:pt x="263334" y="162805"/>
                      <a:pt x="262643" y="160133"/>
                      <a:pt x="258888" y="155359"/>
                    </a:cubicBezTo>
                    <a:cubicBezTo>
                      <a:pt x="253728" y="148800"/>
                      <a:pt x="251444" y="130155"/>
                      <a:pt x="255800" y="130155"/>
                    </a:cubicBezTo>
                    <a:cubicBezTo>
                      <a:pt x="259829" y="130155"/>
                      <a:pt x="274389" y="150593"/>
                      <a:pt x="275961" y="158456"/>
                    </a:cubicBezTo>
                    <a:cubicBezTo>
                      <a:pt x="276824" y="162768"/>
                      <a:pt x="279126" y="166295"/>
                      <a:pt x="281077" y="166295"/>
                    </a:cubicBezTo>
                    <a:cubicBezTo>
                      <a:pt x="283382" y="166295"/>
                      <a:pt x="284587" y="169236"/>
                      <a:pt x="284516" y="174685"/>
                    </a:cubicBezTo>
                    <a:cubicBezTo>
                      <a:pt x="284361" y="186530"/>
                      <a:pt x="287367" y="203159"/>
                      <a:pt x="290330" y="206853"/>
                    </a:cubicBezTo>
                    <a:cubicBezTo>
                      <a:pt x="291973" y="208901"/>
                      <a:pt x="291767" y="213229"/>
                      <a:pt x="289732" y="219395"/>
                    </a:cubicBezTo>
                    <a:cubicBezTo>
                      <a:pt x="286869" y="228068"/>
                      <a:pt x="287307" y="230214"/>
                      <a:pt x="295284" y="246624"/>
                    </a:cubicBezTo>
                    <a:cubicBezTo>
                      <a:pt x="300047" y="256421"/>
                      <a:pt x="305697" y="264994"/>
                      <a:pt x="307839" y="265674"/>
                    </a:cubicBezTo>
                    <a:cubicBezTo>
                      <a:pt x="309981" y="266354"/>
                      <a:pt x="311853" y="269538"/>
                      <a:pt x="311998" y="272749"/>
                    </a:cubicBezTo>
                    <a:cubicBezTo>
                      <a:pt x="312747" y="289262"/>
                      <a:pt x="316417" y="302569"/>
                      <a:pt x="323310" y="313772"/>
                    </a:cubicBezTo>
                    <a:cubicBezTo>
                      <a:pt x="332864" y="329298"/>
                      <a:pt x="335210" y="338166"/>
                      <a:pt x="331080" y="343142"/>
                    </a:cubicBezTo>
                    <a:cubicBezTo>
                      <a:pt x="328823" y="345861"/>
                      <a:pt x="328447" y="351993"/>
                      <a:pt x="329774" y="364390"/>
                    </a:cubicBezTo>
                    <a:cubicBezTo>
                      <a:pt x="332100" y="386110"/>
                      <a:pt x="338349" y="395959"/>
                      <a:pt x="349986" y="396248"/>
                    </a:cubicBezTo>
                    <a:cubicBezTo>
                      <a:pt x="354503" y="396360"/>
                      <a:pt x="356748" y="397038"/>
                      <a:pt x="354973" y="397754"/>
                    </a:cubicBezTo>
                    <a:cubicBezTo>
                      <a:pt x="349867" y="399814"/>
                      <a:pt x="351219" y="403789"/>
                      <a:pt x="357026" y="403789"/>
                    </a:cubicBezTo>
                    <a:cubicBezTo>
                      <a:pt x="361562" y="403789"/>
                      <a:pt x="362100" y="402606"/>
                      <a:pt x="360843" y="395399"/>
                    </a:cubicBezTo>
                    <a:cubicBezTo>
                      <a:pt x="360039" y="390785"/>
                      <a:pt x="360485" y="385331"/>
                      <a:pt x="361835" y="383279"/>
                    </a:cubicBezTo>
                    <a:cubicBezTo>
                      <a:pt x="363800" y="380292"/>
                      <a:pt x="366898" y="382284"/>
                      <a:pt x="377379" y="393272"/>
                    </a:cubicBezTo>
                    <a:cubicBezTo>
                      <a:pt x="384578" y="400820"/>
                      <a:pt x="390468" y="408598"/>
                      <a:pt x="390468" y="410555"/>
                    </a:cubicBezTo>
                    <a:cubicBezTo>
                      <a:pt x="390468" y="412631"/>
                      <a:pt x="393158" y="414114"/>
                      <a:pt x="396921" y="414114"/>
                    </a:cubicBezTo>
                    <a:cubicBezTo>
                      <a:pt x="401868" y="414114"/>
                      <a:pt x="403375" y="415453"/>
                      <a:pt x="403375" y="419847"/>
                    </a:cubicBezTo>
                    <a:cubicBezTo>
                      <a:pt x="403375" y="423000"/>
                      <a:pt x="404827" y="431917"/>
                      <a:pt x="406602" y="439662"/>
                    </a:cubicBezTo>
                    <a:cubicBezTo>
                      <a:pt x="409222" y="451096"/>
                      <a:pt x="411381" y="454663"/>
                      <a:pt x="418087" y="458630"/>
                    </a:cubicBezTo>
                    <a:cubicBezTo>
                      <a:pt x="432031" y="466881"/>
                      <a:pt x="432496" y="489608"/>
                      <a:pt x="419011" y="503820"/>
                    </a:cubicBezTo>
                    <a:cubicBezTo>
                      <a:pt x="415980" y="507014"/>
                      <a:pt x="411844" y="509628"/>
                      <a:pt x="409820" y="509628"/>
                    </a:cubicBezTo>
                    <a:cubicBezTo>
                      <a:pt x="407796" y="509628"/>
                      <a:pt x="400938" y="512532"/>
                      <a:pt x="394580" y="516082"/>
                    </a:cubicBezTo>
                    <a:cubicBezTo>
                      <a:pt x="388222" y="519631"/>
                      <a:pt x="382575" y="522535"/>
                      <a:pt x="382031" y="522535"/>
                    </a:cubicBezTo>
                    <a:cubicBezTo>
                      <a:pt x="381487" y="522535"/>
                      <a:pt x="378323" y="519641"/>
                      <a:pt x="375000" y="516104"/>
                    </a:cubicBezTo>
                    <a:close/>
                  </a:path>
                </a:pathLst>
              </a:custGeom>
              <a:solidFill>
                <a:srgbClr val="B9B9B9"/>
              </a:solidFill>
              <a:ln w="5163" cap="flat">
                <a:noFill/>
                <a:prstDash val="solid"/>
                <a:miter/>
              </a:ln>
            </p:spPr>
            <p:txBody>
              <a:bodyPr/>
              <a:lstStyle/>
              <a:p>
                <a:endParaRPr lang="es-419" noProof="0" dirty="0"/>
              </a:p>
            </p:txBody>
          </p:sp>
          <p:sp>
            <p:nvSpPr>
              <p:cNvPr id="93" name="Forma libre: forma 92">
                <a:extLst>
                  <a:ext uri="{FF2B5EF4-FFF2-40B4-BE49-F238E27FC236}">
                    <a16:creationId xmlns:a16="http://schemas.microsoft.com/office/drawing/2014/main" id="{8E686FFB-12D9-DF10-E4A3-A4D47FA5E1CB}"/>
                  </a:ext>
                </a:extLst>
              </p:cNvPr>
              <p:cNvSpPr/>
              <p:nvPr/>
            </p:nvSpPr>
            <p:spPr>
              <a:xfrm>
                <a:off x="675648" y="1860606"/>
                <a:ext cx="11408" cy="19945"/>
              </a:xfrm>
              <a:custGeom>
                <a:avLst/>
                <a:gdLst>
                  <a:gd name="csX0" fmla="*/ 2146 w 11408"/>
                  <a:gd name="csY0" fmla="*/ 10289 h 19945"/>
                  <a:gd name="csX1" fmla="*/ 6337 w 11408"/>
                  <a:gd name="csY1" fmla="*/ 7392 h 19945"/>
                  <a:gd name="csX2" fmla="*/ 8408 w 11408"/>
                  <a:gd name="csY2" fmla="*/ 19945 h 19945"/>
                  <a:gd name="csX3" fmla="*/ 2146 w 11408"/>
                  <a:gd name="csY3" fmla="*/ 10289 h 19945"/>
                </a:gdLst>
                <a:ahLst/>
                <a:cxnLst>
                  <a:cxn ang="0">
                    <a:pos x="csX0" y="csY0"/>
                  </a:cxn>
                  <a:cxn ang="0">
                    <a:pos x="csX1" y="csY1"/>
                  </a:cxn>
                  <a:cxn ang="0">
                    <a:pos x="csX2" y="csY2"/>
                  </a:cxn>
                  <a:cxn ang="0">
                    <a:pos x="csX3" y="csY3"/>
                  </a:cxn>
                </a:cxnLst>
                <a:rect l="l" t="t" r="r" b="b"/>
                <a:pathLst>
                  <a:path w="11408" h="19945">
                    <a:moveTo>
                      <a:pt x="2146" y="10289"/>
                    </a:moveTo>
                    <a:cubicBezTo>
                      <a:pt x="-1802" y="-2324"/>
                      <a:pt x="-243" y="-3401"/>
                      <a:pt x="6337" y="7392"/>
                    </a:cubicBezTo>
                    <a:cubicBezTo>
                      <a:pt x="12476" y="17462"/>
                      <a:pt x="12886" y="19945"/>
                      <a:pt x="8408" y="19945"/>
                    </a:cubicBezTo>
                    <a:cubicBezTo>
                      <a:pt x="6626" y="19945"/>
                      <a:pt x="3808" y="15600"/>
                      <a:pt x="2146" y="10289"/>
                    </a:cubicBezTo>
                    <a:close/>
                  </a:path>
                </a:pathLst>
              </a:custGeom>
              <a:solidFill>
                <a:srgbClr val="B9B9B9"/>
              </a:solidFill>
              <a:ln w="5163" cap="flat">
                <a:noFill/>
                <a:prstDash val="solid"/>
                <a:miter/>
              </a:ln>
            </p:spPr>
            <p:txBody>
              <a:bodyPr/>
              <a:lstStyle/>
              <a:p>
                <a:endParaRPr lang="es-419" noProof="0" dirty="0"/>
              </a:p>
            </p:txBody>
          </p:sp>
          <p:sp>
            <p:nvSpPr>
              <p:cNvPr id="94" name="Forma libre: forma 93">
                <a:extLst>
                  <a:ext uri="{FF2B5EF4-FFF2-40B4-BE49-F238E27FC236}">
                    <a16:creationId xmlns:a16="http://schemas.microsoft.com/office/drawing/2014/main" id="{76C17C1A-6405-E954-69B8-0928F9746BB5}"/>
                  </a:ext>
                </a:extLst>
              </p:cNvPr>
              <p:cNvSpPr/>
              <p:nvPr/>
            </p:nvSpPr>
            <p:spPr>
              <a:xfrm>
                <a:off x="517039" y="1839249"/>
                <a:ext cx="11082" cy="12784"/>
              </a:xfrm>
              <a:custGeom>
                <a:avLst/>
                <a:gdLst>
                  <a:gd name="csX0" fmla="*/ 4154 w 11082"/>
                  <a:gd name="csY0" fmla="*/ 8186 h 12784"/>
                  <a:gd name="csX1" fmla="*/ 2167 w 11082"/>
                  <a:gd name="csY1" fmla="*/ 0 h 12784"/>
                  <a:gd name="csX2" fmla="*/ 8680 w 11082"/>
                  <a:gd name="csY2" fmla="*/ 6454 h 12784"/>
                  <a:gd name="csX3" fmla="*/ 4154 w 11082"/>
                  <a:gd name="csY3" fmla="*/ 8186 h 12784"/>
                </a:gdLst>
                <a:ahLst/>
                <a:cxnLst>
                  <a:cxn ang="0">
                    <a:pos x="csX0" y="csY0"/>
                  </a:cxn>
                  <a:cxn ang="0">
                    <a:pos x="csX1" y="csY1"/>
                  </a:cxn>
                  <a:cxn ang="0">
                    <a:pos x="csX2" y="csY2"/>
                  </a:cxn>
                  <a:cxn ang="0">
                    <a:pos x="csX3" y="csY3"/>
                  </a:cxn>
                </a:cxnLst>
                <a:rect l="l" t="t" r="r" b="b"/>
                <a:pathLst>
                  <a:path w="11082" h="12784">
                    <a:moveTo>
                      <a:pt x="4154" y="8186"/>
                    </a:moveTo>
                    <a:cubicBezTo>
                      <a:pt x="-584" y="2950"/>
                      <a:pt x="-1300" y="0"/>
                      <a:pt x="2167" y="0"/>
                    </a:cubicBezTo>
                    <a:cubicBezTo>
                      <a:pt x="3423" y="0"/>
                      <a:pt x="6354" y="2904"/>
                      <a:pt x="8680" y="6454"/>
                    </a:cubicBezTo>
                    <a:cubicBezTo>
                      <a:pt x="13580" y="13931"/>
                      <a:pt x="10441" y="15133"/>
                      <a:pt x="4154" y="8186"/>
                    </a:cubicBezTo>
                    <a:close/>
                  </a:path>
                </a:pathLst>
              </a:custGeom>
              <a:solidFill>
                <a:srgbClr val="B9B9B9"/>
              </a:solidFill>
              <a:ln w="5163" cap="flat">
                <a:noFill/>
                <a:prstDash val="solid"/>
                <a:miter/>
              </a:ln>
            </p:spPr>
            <p:txBody>
              <a:bodyPr/>
              <a:lstStyle/>
              <a:p>
                <a:endParaRPr lang="es-419" noProof="0" dirty="0"/>
              </a:p>
            </p:txBody>
          </p:sp>
          <p:sp>
            <p:nvSpPr>
              <p:cNvPr id="95" name="Forma libre: forma 94">
                <a:extLst>
                  <a:ext uri="{FF2B5EF4-FFF2-40B4-BE49-F238E27FC236}">
                    <a16:creationId xmlns:a16="http://schemas.microsoft.com/office/drawing/2014/main" id="{406399A1-3E64-3429-65D9-A761B4D5A3FB}"/>
                  </a:ext>
                </a:extLst>
              </p:cNvPr>
              <p:cNvSpPr/>
              <p:nvPr/>
            </p:nvSpPr>
            <p:spPr>
              <a:xfrm>
                <a:off x="633440" y="1833111"/>
                <a:ext cx="12552" cy="18971"/>
              </a:xfrm>
              <a:custGeom>
                <a:avLst/>
                <a:gdLst>
                  <a:gd name="csX0" fmla="*/ 3996 w 12552"/>
                  <a:gd name="csY0" fmla="*/ 9922 h 18971"/>
                  <a:gd name="csX1" fmla="*/ 6099 w 12552"/>
                  <a:gd name="csY1" fmla="*/ 5082 h 18971"/>
                  <a:gd name="csX2" fmla="*/ 12553 w 12552"/>
                  <a:gd name="csY2" fmla="*/ 15290 h 18971"/>
                  <a:gd name="csX3" fmla="*/ 3996 w 12552"/>
                  <a:gd name="csY3" fmla="*/ 9922 h 18971"/>
                </a:gdLst>
                <a:ahLst/>
                <a:cxnLst>
                  <a:cxn ang="0">
                    <a:pos x="csX0" y="csY0"/>
                  </a:cxn>
                  <a:cxn ang="0">
                    <a:pos x="csX1" y="csY1"/>
                  </a:cxn>
                  <a:cxn ang="0">
                    <a:pos x="csX2" y="csY2"/>
                  </a:cxn>
                  <a:cxn ang="0">
                    <a:pos x="csX3" y="csY3"/>
                  </a:cxn>
                </a:cxnLst>
                <a:rect l="l" t="t" r="r" b="b"/>
                <a:pathLst>
                  <a:path w="12552" h="18971">
                    <a:moveTo>
                      <a:pt x="3996" y="9922"/>
                    </a:moveTo>
                    <a:cubicBezTo>
                      <a:pt x="-1733" y="-2091"/>
                      <a:pt x="-1533" y="-2550"/>
                      <a:pt x="6099" y="5082"/>
                    </a:cubicBezTo>
                    <a:cubicBezTo>
                      <a:pt x="9649" y="8631"/>
                      <a:pt x="12553" y="13225"/>
                      <a:pt x="12553" y="15290"/>
                    </a:cubicBezTo>
                    <a:cubicBezTo>
                      <a:pt x="12553" y="21885"/>
                      <a:pt x="8483" y="19332"/>
                      <a:pt x="3996" y="9922"/>
                    </a:cubicBezTo>
                    <a:close/>
                  </a:path>
                </a:pathLst>
              </a:custGeom>
              <a:solidFill>
                <a:srgbClr val="B9B9B9"/>
              </a:solidFill>
              <a:ln w="5163" cap="flat">
                <a:noFill/>
                <a:prstDash val="solid"/>
                <a:miter/>
              </a:ln>
            </p:spPr>
            <p:txBody>
              <a:bodyPr/>
              <a:lstStyle/>
              <a:p>
                <a:endParaRPr lang="es-419" noProof="0" dirty="0"/>
              </a:p>
            </p:txBody>
          </p:sp>
          <p:sp>
            <p:nvSpPr>
              <p:cNvPr id="96" name="Forma libre: forma 95">
                <a:extLst>
                  <a:ext uri="{FF2B5EF4-FFF2-40B4-BE49-F238E27FC236}">
                    <a16:creationId xmlns:a16="http://schemas.microsoft.com/office/drawing/2014/main" id="{6B097B84-0C79-149D-F66C-4543C22B932E}"/>
                  </a:ext>
                </a:extLst>
              </p:cNvPr>
              <p:cNvSpPr/>
              <p:nvPr/>
            </p:nvSpPr>
            <p:spPr>
              <a:xfrm>
                <a:off x="499513" y="1824179"/>
                <a:ext cx="16487" cy="10786"/>
              </a:xfrm>
              <a:custGeom>
                <a:avLst/>
                <a:gdLst>
                  <a:gd name="csX0" fmla="*/ 5790 w 16487"/>
                  <a:gd name="csY0" fmla="*/ 5576 h 10786"/>
                  <a:gd name="csX1" fmla="*/ 4501 w 16487"/>
                  <a:gd name="csY1" fmla="*/ 936 h 10786"/>
                  <a:gd name="csX2" fmla="*/ 15719 w 16487"/>
                  <a:gd name="csY2" fmla="*/ 10646 h 10786"/>
                  <a:gd name="csX3" fmla="*/ 5790 w 16487"/>
                  <a:gd name="csY3" fmla="*/ 5576 h 10786"/>
                </a:gdLst>
                <a:ahLst/>
                <a:cxnLst>
                  <a:cxn ang="0">
                    <a:pos x="csX0" y="csY0"/>
                  </a:cxn>
                  <a:cxn ang="0">
                    <a:pos x="csX1" y="csY1"/>
                  </a:cxn>
                  <a:cxn ang="0">
                    <a:pos x="csX2" y="csY2"/>
                  </a:cxn>
                  <a:cxn ang="0">
                    <a:pos x="csX3" y="csY3"/>
                  </a:cxn>
                </a:cxnLst>
                <a:rect l="l" t="t" r="r" b="b"/>
                <a:pathLst>
                  <a:path w="16487" h="10786">
                    <a:moveTo>
                      <a:pt x="5790" y="5576"/>
                    </a:moveTo>
                    <a:cubicBezTo>
                      <a:pt x="-1676" y="-615"/>
                      <a:pt x="-1722" y="-781"/>
                      <a:pt x="4501" y="936"/>
                    </a:cubicBezTo>
                    <a:cubicBezTo>
                      <a:pt x="12209" y="3063"/>
                      <a:pt x="18782" y="8753"/>
                      <a:pt x="15719" y="10646"/>
                    </a:cubicBezTo>
                    <a:cubicBezTo>
                      <a:pt x="14517" y="11389"/>
                      <a:pt x="10049" y="9107"/>
                      <a:pt x="5790" y="5576"/>
                    </a:cubicBezTo>
                    <a:close/>
                  </a:path>
                </a:pathLst>
              </a:custGeom>
              <a:solidFill>
                <a:srgbClr val="B9B9B9"/>
              </a:solidFill>
              <a:ln w="5163" cap="flat">
                <a:noFill/>
                <a:prstDash val="solid"/>
                <a:miter/>
              </a:ln>
            </p:spPr>
            <p:txBody>
              <a:bodyPr/>
              <a:lstStyle/>
              <a:p>
                <a:endParaRPr lang="es-419" noProof="0" dirty="0"/>
              </a:p>
            </p:txBody>
          </p:sp>
          <p:sp>
            <p:nvSpPr>
              <p:cNvPr id="97" name="Forma libre: forma 96">
                <a:extLst>
                  <a:ext uri="{FF2B5EF4-FFF2-40B4-BE49-F238E27FC236}">
                    <a16:creationId xmlns:a16="http://schemas.microsoft.com/office/drawing/2014/main" id="{D39FA759-74B3-2BD8-E3B8-A04591B198D7}"/>
                  </a:ext>
                </a:extLst>
              </p:cNvPr>
              <p:cNvSpPr/>
              <p:nvPr/>
            </p:nvSpPr>
            <p:spPr>
              <a:xfrm>
                <a:off x="478303" y="1760241"/>
                <a:ext cx="17819" cy="62484"/>
              </a:xfrm>
              <a:custGeom>
                <a:avLst/>
                <a:gdLst>
                  <a:gd name="csX0" fmla="*/ 12817 w 17819"/>
                  <a:gd name="csY0" fmla="*/ 59663 h 62484"/>
                  <a:gd name="csX1" fmla="*/ 8906 w 17819"/>
                  <a:gd name="csY1" fmla="*/ 49920 h 62484"/>
                  <a:gd name="csX2" fmla="*/ 3768 w 17819"/>
                  <a:gd name="csY2" fmla="*/ 41934 h 62484"/>
                  <a:gd name="csX3" fmla="*/ 2261 w 17819"/>
                  <a:gd name="csY3" fmla="*/ 33152 h 62484"/>
                  <a:gd name="csX4" fmla="*/ 8278 w 17819"/>
                  <a:gd name="csY4" fmla="*/ 19635 h 62484"/>
                  <a:gd name="csX5" fmla="*/ 14954 w 17819"/>
                  <a:gd name="csY5" fmla="*/ 4146 h 62484"/>
                  <a:gd name="csX6" fmla="*/ 16371 w 17819"/>
                  <a:gd name="csY6" fmla="*/ 6727 h 62484"/>
                  <a:gd name="csX7" fmla="*/ 10951 w 17819"/>
                  <a:gd name="csY7" fmla="*/ 23219 h 62484"/>
                  <a:gd name="csX8" fmla="*/ 9971 w 17819"/>
                  <a:gd name="csY8" fmla="*/ 36893 h 62484"/>
                  <a:gd name="csX9" fmla="*/ 12803 w 17819"/>
                  <a:gd name="csY9" fmla="*/ 48926 h 62484"/>
                  <a:gd name="csX10" fmla="*/ 15858 w 17819"/>
                  <a:gd name="csY10" fmla="*/ 57797 h 62484"/>
                  <a:gd name="csX11" fmla="*/ 17517 w 17819"/>
                  <a:gd name="csY11" fmla="*/ 62248 h 62484"/>
                  <a:gd name="csX12" fmla="*/ 12817 w 17819"/>
                  <a:gd name="csY12" fmla="*/ 59663 h 624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7819" h="62484">
                    <a:moveTo>
                      <a:pt x="12817" y="59663"/>
                    </a:moveTo>
                    <a:cubicBezTo>
                      <a:pt x="10999" y="57473"/>
                      <a:pt x="9240" y="53089"/>
                      <a:pt x="8906" y="49920"/>
                    </a:cubicBezTo>
                    <a:cubicBezTo>
                      <a:pt x="7921" y="40559"/>
                      <a:pt x="7808" y="40384"/>
                      <a:pt x="3768" y="41934"/>
                    </a:cubicBezTo>
                    <a:cubicBezTo>
                      <a:pt x="-606" y="43612"/>
                      <a:pt x="-1257" y="39820"/>
                      <a:pt x="2261" y="33152"/>
                    </a:cubicBezTo>
                    <a:cubicBezTo>
                      <a:pt x="3561" y="30687"/>
                      <a:pt x="6269" y="24604"/>
                      <a:pt x="8278" y="19635"/>
                    </a:cubicBezTo>
                    <a:cubicBezTo>
                      <a:pt x="10287" y="14665"/>
                      <a:pt x="13291" y="7695"/>
                      <a:pt x="14954" y="4146"/>
                    </a:cubicBezTo>
                    <a:cubicBezTo>
                      <a:pt x="17758" y="-1839"/>
                      <a:pt x="17861" y="-1651"/>
                      <a:pt x="16371" y="6727"/>
                    </a:cubicBezTo>
                    <a:cubicBezTo>
                      <a:pt x="15486" y="11697"/>
                      <a:pt x="13047" y="19118"/>
                      <a:pt x="10951" y="23219"/>
                    </a:cubicBezTo>
                    <a:cubicBezTo>
                      <a:pt x="8012" y="28966"/>
                      <a:pt x="7787" y="32101"/>
                      <a:pt x="9971" y="36893"/>
                    </a:cubicBezTo>
                    <a:cubicBezTo>
                      <a:pt x="11529" y="40313"/>
                      <a:pt x="12803" y="45728"/>
                      <a:pt x="12803" y="48926"/>
                    </a:cubicBezTo>
                    <a:cubicBezTo>
                      <a:pt x="12803" y="52125"/>
                      <a:pt x="14178" y="56117"/>
                      <a:pt x="15858" y="57797"/>
                    </a:cubicBezTo>
                    <a:cubicBezTo>
                      <a:pt x="17538" y="59477"/>
                      <a:pt x="18285" y="61480"/>
                      <a:pt x="17517" y="62248"/>
                    </a:cubicBezTo>
                    <a:cubicBezTo>
                      <a:pt x="16749" y="63016"/>
                      <a:pt x="14634" y="61852"/>
                      <a:pt x="12817" y="59663"/>
                    </a:cubicBezTo>
                    <a:close/>
                  </a:path>
                </a:pathLst>
              </a:custGeom>
              <a:solidFill>
                <a:srgbClr val="B9B9B9"/>
              </a:solidFill>
              <a:ln w="5163" cap="flat">
                <a:noFill/>
                <a:prstDash val="solid"/>
                <a:miter/>
              </a:ln>
            </p:spPr>
            <p:txBody>
              <a:bodyPr/>
              <a:lstStyle/>
              <a:p>
                <a:endParaRPr lang="es-419" noProof="0" dirty="0"/>
              </a:p>
            </p:txBody>
          </p:sp>
          <p:sp>
            <p:nvSpPr>
              <p:cNvPr id="98" name="Forma libre: forma 97">
                <a:extLst>
                  <a:ext uri="{FF2B5EF4-FFF2-40B4-BE49-F238E27FC236}">
                    <a16:creationId xmlns:a16="http://schemas.microsoft.com/office/drawing/2014/main" id="{49C04016-9F04-259C-4D5F-477DF17E4136}"/>
                  </a:ext>
                </a:extLst>
              </p:cNvPr>
              <p:cNvSpPr/>
              <p:nvPr/>
            </p:nvSpPr>
            <p:spPr>
              <a:xfrm>
                <a:off x="610272" y="1785879"/>
                <a:ext cx="19431" cy="24201"/>
              </a:xfrm>
              <a:custGeom>
                <a:avLst/>
                <a:gdLst>
                  <a:gd name="csX0" fmla="*/ 12977 w 19431"/>
                  <a:gd name="csY0" fmla="*/ 20895 h 24201"/>
                  <a:gd name="csX1" fmla="*/ 7325 w 19431"/>
                  <a:gd name="csY1" fmla="*/ 14059 h 24201"/>
                  <a:gd name="csX2" fmla="*/ 3038 w 19431"/>
                  <a:gd name="csY2" fmla="*/ 6445 h 24201"/>
                  <a:gd name="csX3" fmla="*/ 7745 w 19431"/>
                  <a:gd name="csY3" fmla="*/ 1409 h 24201"/>
                  <a:gd name="csX4" fmla="*/ 17054 w 19431"/>
                  <a:gd name="csY4" fmla="*/ 13612 h 24201"/>
                  <a:gd name="csX5" fmla="*/ 19347 w 19431"/>
                  <a:gd name="csY5" fmla="*/ 24137 h 24201"/>
                  <a:gd name="csX6" fmla="*/ 12977 w 19431"/>
                  <a:gd name="csY6" fmla="*/ 20895 h 24201"/>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9431" h="24201">
                    <a:moveTo>
                      <a:pt x="12977" y="20895"/>
                    </a:moveTo>
                    <a:cubicBezTo>
                      <a:pt x="9869" y="18718"/>
                      <a:pt x="7325" y="15642"/>
                      <a:pt x="7325" y="14059"/>
                    </a:cubicBezTo>
                    <a:cubicBezTo>
                      <a:pt x="7325" y="12477"/>
                      <a:pt x="5396" y="9050"/>
                      <a:pt x="3038" y="6445"/>
                    </a:cubicBezTo>
                    <a:cubicBezTo>
                      <a:pt x="-2384" y="453"/>
                      <a:pt x="-388" y="-1683"/>
                      <a:pt x="7745" y="1409"/>
                    </a:cubicBezTo>
                    <a:cubicBezTo>
                      <a:pt x="11871" y="2978"/>
                      <a:pt x="15083" y="7189"/>
                      <a:pt x="17054" y="13612"/>
                    </a:cubicBezTo>
                    <a:cubicBezTo>
                      <a:pt x="18710" y="19007"/>
                      <a:pt x="19742" y="23743"/>
                      <a:pt x="19347" y="24137"/>
                    </a:cubicBezTo>
                    <a:cubicBezTo>
                      <a:pt x="18953" y="24532"/>
                      <a:pt x="16086" y="23073"/>
                      <a:pt x="12977" y="20895"/>
                    </a:cubicBezTo>
                    <a:close/>
                  </a:path>
                </a:pathLst>
              </a:custGeom>
              <a:solidFill>
                <a:srgbClr val="B9B9B9"/>
              </a:solidFill>
              <a:ln w="5163" cap="flat">
                <a:noFill/>
                <a:prstDash val="solid"/>
                <a:miter/>
              </a:ln>
            </p:spPr>
            <p:txBody>
              <a:bodyPr/>
              <a:lstStyle/>
              <a:p>
                <a:endParaRPr lang="es-419" noProof="0" dirty="0"/>
              </a:p>
            </p:txBody>
          </p:sp>
          <p:sp>
            <p:nvSpPr>
              <p:cNvPr id="99" name="Forma libre: forma 98">
                <a:extLst>
                  <a:ext uri="{FF2B5EF4-FFF2-40B4-BE49-F238E27FC236}">
                    <a16:creationId xmlns:a16="http://schemas.microsoft.com/office/drawing/2014/main" id="{B0431C0D-4CB5-833C-FCD6-5DBF97AD2D52}"/>
                  </a:ext>
                </a:extLst>
              </p:cNvPr>
              <p:cNvSpPr/>
              <p:nvPr/>
            </p:nvSpPr>
            <p:spPr>
              <a:xfrm>
                <a:off x="615016" y="1765374"/>
                <a:ext cx="5162" cy="6756"/>
              </a:xfrm>
              <a:custGeom>
                <a:avLst/>
                <a:gdLst>
                  <a:gd name="csX0" fmla="*/ 0 w 5162"/>
                  <a:gd name="csY0" fmla="*/ 4328 h 6756"/>
                  <a:gd name="csX1" fmla="*/ 2581 w 5162"/>
                  <a:gd name="csY1" fmla="*/ 303 h 6756"/>
                  <a:gd name="csX2" fmla="*/ 5163 w 5162"/>
                  <a:gd name="csY2" fmla="*/ 2732 h 6756"/>
                  <a:gd name="csX3" fmla="*/ 2581 w 5162"/>
                  <a:gd name="csY3" fmla="*/ 6757 h 6756"/>
                  <a:gd name="csX4" fmla="*/ 0 w 5162"/>
                  <a:gd name="csY4" fmla="*/ 4328 h 6756"/>
                </a:gdLst>
                <a:ahLst/>
                <a:cxnLst>
                  <a:cxn ang="0">
                    <a:pos x="csX0" y="csY0"/>
                  </a:cxn>
                  <a:cxn ang="0">
                    <a:pos x="csX1" y="csY1"/>
                  </a:cxn>
                  <a:cxn ang="0">
                    <a:pos x="csX2" y="csY2"/>
                  </a:cxn>
                  <a:cxn ang="0">
                    <a:pos x="csX3" y="csY3"/>
                  </a:cxn>
                  <a:cxn ang="0">
                    <a:pos x="csX4" y="csY4"/>
                  </a:cxn>
                </a:cxnLst>
                <a:rect l="l" t="t" r="r" b="b"/>
                <a:pathLst>
                  <a:path w="5162" h="6756">
                    <a:moveTo>
                      <a:pt x="0" y="4328"/>
                    </a:moveTo>
                    <a:cubicBezTo>
                      <a:pt x="0" y="2992"/>
                      <a:pt x="1162" y="1181"/>
                      <a:pt x="2581" y="303"/>
                    </a:cubicBezTo>
                    <a:cubicBezTo>
                      <a:pt x="4001" y="-574"/>
                      <a:pt x="5163" y="519"/>
                      <a:pt x="5163" y="2732"/>
                    </a:cubicBezTo>
                    <a:cubicBezTo>
                      <a:pt x="5163" y="4946"/>
                      <a:pt x="4001" y="6757"/>
                      <a:pt x="2581" y="6757"/>
                    </a:cubicBezTo>
                    <a:cubicBezTo>
                      <a:pt x="1162" y="6757"/>
                      <a:pt x="0" y="5664"/>
                      <a:pt x="0" y="4328"/>
                    </a:cubicBezTo>
                    <a:close/>
                  </a:path>
                </a:pathLst>
              </a:custGeom>
              <a:solidFill>
                <a:srgbClr val="B9B9B9"/>
              </a:solidFill>
              <a:ln w="5163" cap="flat">
                <a:noFill/>
                <a:prstDash val="solid"/>
                <a:miter/>
              </a:ln>
            </p:spPr>
            <p:txBody>
              <a:bodyPr/>
              <a:lstStyle/>
              <a:p>
                <a:endParaRPr lang="es-419" noProof="0" dirty="0"/>
              </a:p>
            </p:txBody>
          </p:sp>
          <p:sp>
            <p:nvSpPr>
              <p:cNvPr id="100" name="Forma libre: forma 99">
                <a:extLst>
                  <a:ext uri="{FF2B5EF4-FFF2-40B4-BE49-F238E27FC236}">
                    <a16:creationId xmlns:a16="http://schemas.microsoft.com/office/drawing/2014/main" id="{837B7575-5AB6-DE46-558D-F8F94AFDCD42}"/>
                  </a:ext>
                </a:extLst>
              </p:cNvPr>
              <p:cNvSpPr/>
              <p:nvPr/>
            </p:nvSpPr>
            <p:spPr>
              <a:xfrm>
                <a:off x="496444" y="1737058"/>
                <a:ext cx="4812" cy="15975"/>
              </a:xfrm>
              <a:custGeom>
                <a:avLst/>
                <a:gdLst>
                  <a:gd name="csX0" fmla="*/ 6 w 4812"/>
                  <a:gd name="csY0" fmla="*/ 12637 h 15975"/>
                  <a:gd name="csX1" fmla="*/ 2406 w 4812"/>
                  <a:gd name="csY1" fmla="*/ 2804 h 15975"/>
                  <a:gd name="csX2" fmla="*/ 4806 w 4812"/>
                  <a:gd name="csY2" fmla="*/ 5879 h 15975"/>
                  <a:gd name="csX3" fmla="*/ 2406 w 4812"/>
                  <a:gd name="csY3" fmla="*/ 15712 h 15975"/>
                  <a:gd name="csX4" fmla="*/ 6 w 4812"/>
                  <a:gd name="csY4" fmla="*/ 12637 h 15975"/>
                </a:gdLst>
                <a:ahLst/>
                <a:cxnLst>
                  <a:cxn ang="0">
                    <a:pos x="csX0" y="csY0"/>
                  </a:cxn>
                  <a:cxn ang="0">
                    <a:pos x="csX1" y="csY1"/>
                  </a:cxn>
                  <a:cxn ang="0">
                    <a:pos x="csX2" y="csY2"/>
                  </a:cxn>
                  <a:cxn ang="0">
                    <a:pos x="csX3" y="csY3"/>
                  </a:cxn>
                  <a:cxn ang="0">
                    <a:pos x="csX4" y="csY4"/>
                  </a:cxn>
                </a:cxnLst>
                <a:rect l="l" t="t" r="r" b="b"/>
                <a:pathLst>
                  <a:path w="4812" h="15975">
                    <a:moveTo>
                      <a:pt x="6" y="12637"/>
                    </a:moveTo>
                    <a:cubicBezTo>
                      <a:pt x="106" y="10069"/>
                      <a:pt x="1186" y="5644"/>
                      <a:pt x="2406" y="2804"/>
                    </a:cubicBezTo>
                    <a:cubicBezTo>
                      <a:pt x="4277" y="-1548"/>
                      <a:pt x="4653" y="-1065"/>
                      <a:pt x="4806" y="5879"/>
                    </a:cubicBezTo>
                    <a:cubicBezTo>
                      <a:pt x="4906" y="10409"/>
                      <a:pt x="3826" y="14834"/>
                      <a:pt x="2406" y="15712"/>
                    </a:cubicBezTo>
                    <a:cubicBezTo>
                      <a:pt x="987" y="16589"/>
                      <a:pt x="-93" y="15206"/>
                      <a:pt x="6" y="12637"/>
                    </a:cubicBezTo>
                    <a:close/>
                  </a:path>
                </a:pathLst>
              </a:custGeom>
              <a:solidFill>
                <a:srgbClr val="B9B9B9"/>
              </a:solidFill>
              <a:ln w="5163" cap="flat">
                <a:noFill/>
                <a:prstDash val="solid"/>
                <a:miter/>
              </a:ln>
            </p:spPr>
            <p:txBody>
              <a:bodyPr/>
              <a:lstStyle/>
              <a:p>
                <a:endParaRPr lang="es-419" noProof="0" dirty="0"/>
              </a:p>
            </p:txBody>
          </p:sp>
          <p:sp>
            <p:nvSpPr>
              <p:cNvPr id="101" name="Forma libre: forma 100">
                <a:extLst>
                  <a:ext uri="{FF2B5EF4-FFF2-40B4-BE49-F238E27FC236}">
                    <a16:creationId xmlns:a16="http://schemas.microsoft.com/office/drawing/2014/main" id="{80EB41BA-AA45-0167-5DB4-77F2DD9F4A92}"/>
                  </a:ext>
                </a:extLst>
              </p:cNvPr>
              <p:cNvSpPr/>
              <p:nvPr/>
            </p:nvSpPr>
            <p:spPr>
              <a:xfrm>
                <a:off x="610293" y="1727161"/>
                <a:ext cx="5615" cy="11379"/>
              </a:xfrm>
              <a:custGeom>
                <a:avLst/>
                <a:gdLst>
                  <a:gd name="csX0" fmla="*/ 427 w 5615"/>
                  <a:gd name="csY0" fmla="*/ 7365 h 11379"/>
                  <a:gd name="csX1" fmla="*/ 1464 w 5615"/>
                  <a:gd name="csY1" fmla="*/ 731 h 11379"/>
                  <a:gd name="csX2" fmla="*/ 5321 w 5615"/>
                  <a:gd name="csY2" fmla="*/ 4777 h 11379"/>
                  <a:gd name="csX3" fmla="*/ 427 w 5615"/>
                  <a:gd name="csY3" fmla="*/ 7365 h 11379"/>
                </a:gdLst>
                <a:ahLst/>
                <a:cxnLst>
                  <a:cxn ang="0">
                    <a:pos x="csX0" y="csY0"/>
                  </a:cxn>
                  <a:cxn ang="0">
                    <a:pos x="csX1" y="csY1"/>
                  </a:cxn>
                  <a:cxn ang="0">
                    <a:pos x="csX2" y="csY2"/>
                  </a:cxn>
                  <a:cxn ang="0">
                    <a:pos x="csX3" y="csY3"/>
                  </a:cxn>
                </a:cxnLst>
                <a:rect l="l" t="t" r="r" b="b"/>
                <a:pathLst>
                  <a:path w="5615" h="11379">
                    <a:moveTo>
                      <a:pt x="427" y="7365"/>
                    </a:moveTo>
                    <a:cubicBezTo>
                      <a:pt x="-426" y="5140"/>
                      <a:pt x="40" y="2155"/>
                      <a:pt x="1464" y="731"/>
                    </a:cubicBezTo>
                    <a:cubicBezTo>
                      <a:pt x="3194" y="-1000"/>
                      <a:pt x="4473" y="341"/>
                      <a:pt x="5321" y="4777"/>
                    </a:cubicBezTo>
                    <a:cubicBezTo>
                      <a:pt x="6696" y="11973"/>
                      <a:pt x="2955" y="13952"/>
                      <a:pt x="427" y="7365"/>
                    </a:cubicBezTo>
                    <a:close/>
                  </a:path>
                </a:pathLst>
              </a:custGeom>
              <a:solidFill>
                <a:srgbClr val="B9B9B9"/>
              </a:solidFill>
              <a:ln w="5163" cap="flat">
                <a:noFill/>
                <a:prstDash val="solid"/>
                <a:miter/>
              </a:ln>
            </p:spPr>
            <p:txBody>
              <a:bodyPr/>
              <a:lstStyle/>
              <a:p>
                <a:endParaRPr lang="es-419" noProof="0" dirty="0"/>
              </a:p>
            </p:txBody>
          </p:sp>
          <p:sp>
            <p:nvSpPr>
              <p:cNvPr id="102" name="Forma libre: forma 101">
                <a:extLst>
                  <a:ext uri="{FF2B5EF4-FFF2-40B4-BE49-F238E27FC236}">
                    <a16:creationId xmlns:a16="http://schemas.microsoft.com/office/drawing/2014/main" id="{155D5EAA-47BA-D324-574D-0D323F1E539F}"/>
                  </a:ext>
                </a:extLst>
              </p:cNvPr>
              <p:cNvSpPr/>
              <p:nvPr/>
            </p:nvSpPr>
            <p:spPr>
              <a:xfrm>
                <a:off x="589201" y="1723083"/>
                <a:ext cx="5162" cy="7744"/>
              </a:xfrm>
              <a:custGeom>
                <a:avLst/>
                <a:gdLst>
                  <a:gd name="csX0" fmla="*/ 0 w 5162"/>
                  <a:gd name="csY0" fmla="*/ 3872 h 7744"/>
                  <a:gd name="csX1" fmla="*/ 2581 w 5162"/>
                  <a:gd name="csY1" fmla="*/ 0 h 7744"/>
                  <a:gd name="csX2" fmla="*/ 5163 w 5162"/>
                  <a:gd name="csY2" fmla="*/ 3872 h 7744"/>
                  <a:gd name="csX3" fmla="*/ 2581 w 5162"/>
                  <a:gd name="csY3" fmla="*/ 7744 h 7744"/>
                  <a:gd name="csX4" fmla="*/ 0 w 5162"/>
                  <a:gd name="csY4" fmla="*/ 3872 h 7744"/>
                </a:gdLst>
                <a:ahLst/>
                <a:cxnLst>
                  <a:cxn ang="0">
                    <a:pos x="csX0" y="csY0"/>
                  </a:cxn>
                  <a:cxn ang="0">
                    <a:pos x="csX1" y="csY1"/>
                  </a:cxn>
                  <a:cxn ang="0">
                    <a:pos x="csX2" y="csY2"/>
                  </a:cxn>
                  <a:cxn ang="0">
                    <a:pos x="csX3" y="csY3"/>
                  </a:cxn>
                  <a:cxn ang="0">
                    <a:pos x="csX4" y="csY4"/>
                  </a:cxn>
                </a:cxnLst>
                <a:rect l="l" t="t" r="r" b="b"/>
                <a:pathLst>
                  <a:path w="5162" h="7744">
                    <a:moveTo>
                      <a:pt x="0" y="3872"/>
                    </a:moveTo>
                    <a:cubicBezTo>
                      <a:pt x="0" y="1742"/>
                      <a:pt x="1162" y="0"/>
                      <a:pt x="2581" y="0"/>
                    </a:cubicBezTo>
                    <a:cubicBezTo>
                      <a:pt x="4001" y="0"/>
                      <a:pt x="5163" y="1742"/>
                      <a:pt x="5163" y="3872"/>
                    </a:cubicBezTo>
                    <a:cubicBezTo>
                      <a:pt x="5163" y="6002"/>
                      <a:pt x="4001" y="7744"/>
                      <a:pt x="2581" y="7744"/>
                    </a:cubicBezTo>
                    <a:cubicBezTo>
                      <a:pt x="1162" y="7744"/>
                      <a:pt x="0" y="6002"/>
                      <a:pt x="0" y="3872"/>
                    </a:cubicBezTo>
                    <a:close/>
                  </a:path>
                </a:pathLst>
              </a:custGeom>
              <a:solidFill>
                <a:srgbClr val="B9B9B9"/>
              </a:solidFill>
              <a:ln w="5163" cap="flat">
                <a:noFill/>
                <a:prstDash val="solid"/>
                <a:miter/>
              </a:ln>
            </p:spPr>
            <p:txBody>
              <a:bodyPr/>
              <a:lstStyle/>
              <a:p>
                <a:endParaRPr lang="es-419" noProof="0" dirty="0"/>
              </a:p>
            </p:txBody>
          </p:sp>
          <p:sp>
            <p:nvSpPr>
              <p:cNvPr id="103" name="Forma libre: forma 102">
                <a:extLst>
                  <a:ext uri="{FF2B5EF4-FFF2-40B4-BE49-F238E27FC236}">
                    <a16:creationId xmlns:a16="http://schemas.microsoft.com/office/drawing/2014/main" id="{B151EEBA-DCF6-495E-4235-2260B424DE68}"/>
                  </a:ext>
                </a:extLst>
              </p:cNvPr>
              <p:cNvSpPr/>
              <p:nvPr/>
            </p:nvSpPr>
            <p:spPr>
              <a:xfrm>
                <a:off x="576294" y="1689525"/>
                <a:ext cx="15348" cy="20423"/>
              </a:xfrm>
              <a:custGeom>
                <a:avLst/>
                <a:gdLst>
                  <a:gd name="csX0" fmla="*/ 0 w 15348"/>
                  <a:gd name="csY0" fmla="*/ 17942 h 20423"/>
                  <a:gd name="csX1" fmla="*/ 11683 w 15348"/>
                  <a:gd name="csY1" fmla="*/ 0 h 20423"/>
                  <a:gd name="csX2" fmla="*/ 8918 w 15348"/>
                  <a:gd name="csY2" fmla="*/ 14081 h 20423"/>
                  <a:gd name="csX3" fmla="*/ 0 w 15348"/>
                  <a:gd name="csY3" fmla="*/ 17942 h 20423"/>
                </a:gdLst>
                <a:ahLst/>
                <a:cxnLst>
                  <a:cxn ang="0">
                    <a:pos x="csX0" y="csY0"/>
                  </a:cxn>
                  <a:cxn ang="0">
                    <a:pos x="csX1" y="csY1"/>
                  </a:cxn>
                  <a:cxn ang="0">
                    <a:pos x="csX2" y="csY2"/>
                  </a:cxn>
                  <a:cxn ang="0">
                    <a:pos x="csX3" y="csY3"/>
                  </a:cxn>
                </a:cxnLst>
                <a:rect l="l" t="t" r="r" b="b"/>
                <a:pathLst>
                  <a:path w="15348" h="20423">
                    <a:moveTo>
                      <a:pt x="0" y="17942"/>
                    </a:moveTo>
                    <a:cubicBezTo>
                      <a:pt x="0" y="12328"/>
                      <a:pt x="8027" y="0"/>
                      <a:pt x="11683" y="0"/>
                    </a:cubicBezTo>
                    <a:cubicBezTo>
                      <a:pt x="17539" y="0"/>
                      <a:pt x="16205" y="6793"/>
                      <a:pt x="8918" y="14081"/>
                    </a:cubicBezTo>
                    <a:cubicBezTo>
                      <a:pt x="1711" y="21287"/>
                      <a:pt x="0" y="22028"/>
                      <a:pt x="0" y="17942"/>
                    </a:cubicBezTo>
                    <a:close/>
                  </a:path>
                </a:pathLst>
              </a:custGeom>
              <a:solidFill>
                <a:srgbClr val="B9B9B9"/>
              </a:solidFill>
              <a:ln w="5163" cap="flat">
                <a:noFill/>
                <a:prstDash val="solid"/>
                <a:miter/>
              </a:ln>
            </p:spPr>
            <p:txBody>
              <a:bodyPr/>
              <a:lstStyle/>
              <a:p>
                <a:endParaRPr lang="es-419" noProof="0" dirty="0"/>
              </a:p>
            </p:txBody>
          </p:sp>
        </p:grpSp>
        <p:sp>
          <p:nvSpPr>
            <p:cNvPr id="104" name="Forma libre: forma 103">
              <a:extLst>
                <a:ext uri="{FF2B5EF4-FFF2-40B4-BE49-F238E27FC236}">
                  <a16:creationId xmlns:a16="http://schemas.microsoft.com/office/drawing/2014/main" id="{5FE2CC67-67D2-A489-300A-4CD49CDFE45A}"/>
                </a:ext>
              </a:extLst>
            </p:cNvPr>
            <p:cNvSpPr/>
            <p:nvPr/>
          </p:nvSpPr>
          <p:spPr>
            <a:xfrm>
              <a:off x="516921" y="1569184"/>
              <a:ext cx="5162" cy="6756"/>
            </a:xfrm>
            <a:custGeom>
              <a:avLst/>
              <a:gdLst>
                <a:gd name="csX0" fmla="*/ 0 w 5162"/>
                <a:gd name="csY0" fmla="*/ 2732 h 6756"/>
                <a:gd name="csX1" fmla="*/ 2581 w 5162"/>
                <a:gd name="csY1" fmla="*/ 303 h 6756"/>
                <a:gd name="csX2" fmla="*/ 5163 w 5162"/>
                <a:gd name="csY2" fmla="*/ 4328 h 6756"/>
                <a:gd name="csX3" fmla="*/ 2581 w 5162"/>
                <a:gd name="csY3" fmla="*/ 6757 h 6756"/>
                <a:gd name="csX4" fmla="*/ 0 w 5162"/>
                <a:gd name="csY4" fmla="*/ 2732 h 6756"/>
              </a:gdLst>
              <a:ahLst/>
              <a:cxnLst>
                <a:cxn ang="0">
                  <a:pos x="csX0" y="csY0"/>
                </a:cxn>
                <a:cxn ang="0">
                  <a:pos x="csX1" y="csY1"/>
                </a:cxn>
                <a:cxn ang="0">
                  <a:pos x="csX2" y="csY2"/>
                </a:cxn>
                <a:cxn ang="0">
                  <a:pos x="csX3" y="csY3"/>
                </a:cxn>
                <a:cxn ang="0">
                  <a:pos x="csX4" y="csY4"/>
                </a:cxn>
              </a:cxnLst>
              <a:rect l="l" t="t" r="r" b="b"/>
              <a:pathLst>
                <a:path w="5162" h="6756">
                  <a:moveTo>
                    <a:pt x="0" y="2732"/>
                  </a:moveTo>
                  <a:cubicBezTo>
                    <a:pt x="0" y="519"/>
                    <a:pt x="1162" y="-574"/>
                    <a:pt x="2581" y="303"/>
                  </a:cubicBezTo>
                  <a:cubicBezTo>
                    <a:pt x="4001" y="1181"/>
                    <a:pt x="5163" y="2992"/>
                    <a:pt x="5163" y="4328"/>
                  </a:cubicBezTo>
                  <a:cubicBezTo>
                    <a:pt x="5163" y="5664"/>
                    <a:pt x="4001" y="6757"/>
                    <a:pt x="2581" y="6757"/>
                  </a:cubicBezTo>
                  <a:cubicBezTo>
                    <a:pt x="1162" y="6757"/>
                    <a:pt x="0" y="4946"/>
                    <a:pt x="0" y="2732"/>
                  </a:cubicBezTo>
                  <a:close/>
                </a:path>
              </a:pathLst>
            </a:custGeom>
            <a:solidFill>
              <a:srgbClr val="B9B9B9"/>
            </a:solidFill>
            <a:ln w="5163" cap="flat">
              <a:noFill/>
              <a:prstDash val="solid"/>
              <a:miter/>
            </a:ln>
          </p:spPr>
          <p:txBody>
            <a:bodyPr/>
            <a:lstStyle/>
            <a:p>
              <a:endParaRPr lang="es-419" noProof="0" dirty="0"/>
            </a:p>
          </p:txBody>
        </p:sp>
      </p:grpSp>
      <p:sp>
        <p:nvSpPr>
          <p:cNvPr id="105" name="Forma libre: forma 104">
            <a:extLst>
              <a:ext uri="{FF2B5EF4-FFF2-40B4-BE49-F238E27FC236}">
                <a16:creationId xmlns:a16="http://schemas.microsoft.com/office/drawing/2014/main" id="{FA4B4BEB-A6F2-3503-0E0A-67C5B601D3CF}"/>
              </a:ext>
            </a:extLst>
          </p:cNvPr>
          <p:cNvSpPr/>
          <p:nvPr/>
        </p:nvSpPr>
        <p:spPr>
          <a:xfrm>
            <a:off x="466238" y="1431499"/>
            <a:ext cx="11558" cy="7543"/>
          </a:xfrm>
          <a:custGeom>
            <a:avLst/>
            <a:gdLst>
              <a:gd name="csX0" fmla="*/ 1635 w 11558"/>
              <a:gd name="csY0" fmla="*/ 3752 h 7543"/>
              <a:gd name="csX1" fmla="*/ 8241 w 11558"/>
              <a:gd name="csY1" fmla="*/ 3670 h 7543"/>
              <a:gd name="csX2" fmla="*/ 9050 w 11558"/>
              <a:gd name="csY2" fmla="*/ 7542 h 7543"/>
              <a:gd name="csX3" fmla="*/ 1635 w 11558"/>
              <a:gd name="csY3" fmla="*/ 3752 h 7543"/>
            </a:gdLst>
            <a:ahLst/>
            <a:cxnLst>
              <a:cxn ang="0">
                <a:pos x="csX0" y="csY0"/>
              </a:cxn>
              <a:cxn ang="0">
                <a:pos x="csX1" y="csY1"/>
              </a:cxn>
              <a:cxn ang="0">
                <a:pos x="csX2" y="csY2"/>
              </a:cxn>
              <a:cxn ang="0">
                <a:pos x="csX3" y="csY3"/>
              </a:cxn>
            </a:cxnLst>
            <a:rect l="l" t="t" r="r" b="b"/>
            <a:pathLst>
              <a:path w="11558" h="7543">
                <a:moveTo>
                  <a:pt x="1635" y="3752"/>
                </a:moveTo>
                <a:cubicBezTo>
                  <a:pt x="-2484" y="-1211"/>
                  <a:pt x="1718" y="-1263"/>
                  <a:pt x="8241" y="3670"/>
                </a:cubicBezTo>
                <a:cubicBezTo>
                  <a:pt x="12450" y="6854"/>
                  <a:pt x="12580" y="7473"/>
                  <a:pt x="9050" y="7542"/>
                </a:cubicBezTo>
                <a:cubicBezTo>
                  <a:pt x="6739" y="7587"/>
                  <a:pt x="3403" y="5882"/>
                  <a:pt x="1635" y="3752"/>
                </a:cubicBezTo>
                <a:close/>
              </a:path>
            </a:pathLst>
          </a:custGeom>
          <a:solidFill>
            <a:srgbClr val="B9B9B9"/>
          </a:solidFill>
          <a:ln w="5163" cap="flat">
            <a:noFill/>
            <a:prstDash val="solid"/>
            <a:miter/>
          </a:ln>
        </p:spPr>
        <p:txBody>
          <a:bodyPr/>
          <a:lstStyle/>
          <a:p>
            <a:endParaRPr lang="es-419" noProof="0" dirty="0"/>
          </a:p>
        </p:txBody>
      </p:sp>
      <p:grpSp>
        <p:nvGrpSpPr>
          <p:cNvPr id="106" name="Gráfico 39">
            <a:extLst>
              <a:ext uri="{FF2B5EF4-FFF2-40B4-BE49-F238E27FC236}">
                <a16:creationId xmlns:a16="http://schemas.microsoft.com/office/drawing/2014/main" id="{93AA652E-B807-CF91-9F06-14E4F4D66F68}"/>
              </a:ext>
            </a:extLst>
          </p:cNvPr>
          <p:cNvGrpSpPr/>
          <p:nvPr/>
        </p:nvGrpSpPr>
        <p:grpSpPr>
          <a:xfrm>
            <a:off x="73152" y="1028824"/>
            <a:ext cx="399884" cy="461679"/>
            <a:chOff x="73152" y="1028824"/>
            <a:chExt cx="399884" cy="461679"/>
          </a:xfrm>
          <a:solidFill>
            <a:srgbClr val="B9B9B9"/>
          </a:solidFill>
        </p:grpSpPr>
        <p:sp>
          <p:nvSpPr>
            <p:cNvPr id="107" name="Forma libre: forma 106">
              <a:extLst>
                <a:ext uri="{FF2B5EF4-FFF2-40B4-BE49-F238E27FC236}">
                  <a16:creationId xmlns:a16="http://schemas.microsoft.com/office/drawing/2014/main" id="{76C5CFF0-A10B-36D9-2498-3C49A8EDE175}"/>
                </a:ext>
              </a:extLst>
            </p:cNvPr>
            <p:cNvSpPr/>
            <p:nvPr/>
          </p:nvSpPr>
          <p:spPr>
            <a:xfrm>
              <a:off x="176169" y="1028824"/>
              <a:ext cx="296866" cy="461679"/>
            </a:xfrm>
            <a:custGeom>
              <a:avLst/>
              <a:gdLst>
                <a:gd name="csX0" fmla="*/ 234204 w 296866"/>
                <a:gd name="csY0" fmla="*/ 456793 h 461679"/>
                <a:gd name="csX1" fmla="*/ 189641 w 296866"/>
                <a:gd name="csY1" fmla="*/ 451076 h 461679"/>
                <a:gd name="csX2" fmla="*/ 192285 w 296866"/>
                <a:gd name="csY2" fmla="*/ 440463 h 461679"/>
                <a:gd name="csX3" fmla="*/ 192319 w 296866"/>
                <a:gd name="csY3" fmla="*/ 432599 h 461679"/>
                <a:gd name="csX4" fmla="*/ 190826 w 296866"/>
                <a:gd name="csY4" fmla="*/ 424368 h 461679"/>
                <a:gd name="csX5" fmla="*/ 194908 w 296866"/>
                <a:gd name="csY5" fmla="*/ 412652 h 461679"/>
                <a:gd name="csX6" fmla="*/ 188729 w 296866"/>
                <a:gd name="csY6" fmla="*/ 395950 h 461679"/>
                <a:gd name="csX7" fmla="*/ 175616 w 296866"/>
                <a:gd name="csY7" fmla="*/ 376348 h 461679"/>
                <a:gd name="csX8" fmla="*/ 165432 w 296866"/>
                <a:gd name="csY8" fmla="*/ 362612 h 461679"/>
                <a:gd name="csX9" fmla="*/ 157619 w 296866"/>
                <a:gd name="csY9" fmla="*/ 354047 h 461679"/>
                <a:gd name="csX10" fmla="*/ 123850 w 296866"/>
                <a:gd name="csY10" fmla="*/ 312204 h 461679"/>
                <a:gd name="csX11" fmla="*/ 110408 w 296866"/>
                <a:gd name="csY11" fmla="*/ 302524 h 461679"/>
                <a:gd name="csX12" fmla="*/ 90624 w 296866"/>
                <a:gd name="csY12" fmla="*/ 283830 h 461679"/>
                <a:gd name="csX13" fmla="*/ 80025 w 296866"/>
                <a:gd name="csY13" fmla="*/ 265391 h 461679"/>
                <a:gd name="csX14" fmla="*/ 76089 w 296866"/>
                <a:gd name="csY14" fmla="*/ 254455 h 461679"/>
                <a:gd name="csX15" fmla="*/ 73345 w 296866"/>
                <a:gd name="csY15" fmla="*/ 247079 h 461679"/>
                <a:gd name="csX16" fmla="*/ 72109 w 296866"/>
                <a:gd name="csY16" fmla="*/ 214519 h 461679"/>
                <a:gd name="csX17" fmla="*/ 68319 w 296866"/>
                <a:gd name="csY17" fmla="*/ 206510 h 461679"/>
                <a:gd name="csX18" fmla="*/ 67160 w 296866"/>
                <a:gd name="csY18" fmla="*/ 202519 h 461679"/>
                <a:gd name="csX19" fmla="*/ 64536 w 296866"/>
                <a:gd name="csY19" fmla="*/ 206365 h 461679"/>
                <a:gd name="csX20" fmla="*/ 61955 w 296866"/>
                <a:gd name="csY20" fmla="*/ 210237 h 461679"/>
                <a:gd name="csX21" fmla="*/ 59373 w 296866"/>
                <a:gd name="csY21" fmla="*/ 190811 h 461679"/>
                <a:gd name="csX22" fmla="*/ 48569 w 296866"/>
                <a:gd name="csY22" fmla="*/ 154736 h 461679"/>
                <a:gd name="csX23" fmla="*/ 46466 w 296866"/>
                <a:gd name="csY23" fmla="*/ 141789 h 461679"/>
                <a:gd name="csX24" fmla="*/ 38475 w 296866"/>
                <a:gd name="csY24" fmla="*/ 114684 h 461679"/>
                <a:gd name="csX25" fmla="*/ 28150 w 296866"/>
                <a:gd name="csY25" fmla="*/ 99082 h 461679"/>
                <a:gd name="csX26" fmla="*/ 25815 w 296866"/>
                <a:gd name="csY26" fmla="*/ 89273 h 461679"/>
                <a:gd name="csX27" fmla="*/ 22760 w 296866"/>
                <a:gd name="csY27" fmla="*/ 77852 h 461679"/>
                <a:gd name="csX28" fmla="*/ 21512 w 296866"/>
                <a:gd name="csY28" fmla="*/ 72990 h 461679"/>
                <a:gd name="csX29" fmla="*/ 26374 w 296866"/>
                <a:gd name="csY29" fmla="*/ 74238 h 461679"/>
                <a:gd name="csX30" fmla="*/ 33559 w 296866"/>
                <a:gd name="csY30" fmla="*/ 72129 h 461679"/>
                <a:gd name="csX31" fmla="*/ 29687 w 296866"/>
                <a:gd name="csY31" fmla="*/ 66967 h 461679"/>
                <a:gd name="csX32" fmla="*/ 25815 w 296866"/>
                <a:gd name="csY32" fmla="*/ 64277 h 461679"/>
                <a:gd name="csX33" fmla="*/ 20828 w 296866"/>
                <a:gd name="csY33" fmla="*/ 56236 h 461679"/>
                <a:gd name="csX34" fmla="*/ 14159 w 296866"/>
                <a:gd name="csY34" fmla="*/ 40210 h 461679"/>
                <a:gd name="csX35" fmla="*/ 6238 w 296866"/>
                <a:gd name="csY35" fmla="*/ 17321 h 461679"/>
                <a:gd name="csX36" fmla="*/ 0 w 296866"/>
                <a:gd name="csY36" fmla="*/ 2478 h 461679"/>
                <a:gd name="csX37" fmla="*/ 99386 w 296866"/>
                <a:gd name="csY37" fmla="*/ 3758 h 461679"/>
                <a:gd name="csX38" fmla="*/ 191027 w 296866"/>
                <a:gd name="csY38" fmla="*/ 12449 h 461679"/>
                <a:gd name="csX39" fmla="*/ 178059 w 296866"/>
                <a:gd name="csY39" fmla="*/ 27807 h 461679"/>
                <a:gd name="csX40" fmla="*/ 167369 w 296866"/>
                <a:gd name="csY40" fmla="*/ 45725 h 461679"/>
                <a:gd name="csX41" fmla="*/ 163079 w 296866"/>
                <a:gd name="csY41" fmla="*/ 80524 h 461679"/>
                <a:gd name="csX42" fmla="*/ 162631 w 296866"/>
                <a:gd name="csY42" fmla="*/ 83796 h 461679"/>
                <a:gd name="csX43" fmla="*/ 171021 w 296866"/>
                <a:gd name="csY43" fmla="*/ 93315 h 461679"/>
                <a:gd name="csX44" fmla="*/ 173406 w 296866"/>
                <a:gd name="csY44" fmla="*/ 109690 h 461679"/>
                <a:gd name="csX45" fmla="*/ 164850 w 296866"/>
                <a:gd name="csY45" fmla="*/ 145701 h 461679"/>
                <a:gd name="csX46" fmla="*/ 169084 w 296866"/>
                <a:gd name="csY46" fmla="*/ 169291 h 461679"/>
                <a:gd name="csX47" fmla="*/ 171477 w 296866"/>
                <a:gd name="csY47" fmla="*/ 213103 h 461679"/>
                <a:gd name="csX48" fmla="*/ 174210 w 296866"/>
                <a:gd name="csY48" fmla="*/ 257046 h 461679"/>
                <a:gd name="csX49" fmla="*/ 178120 w 296866"/>
                <a:gd name="csY49" fmla="*/ 261958 h 461679"/>
                <a:gd name="csX50" fmla="*/ 182243 w 296866"/>
                <a:gd name="csY50" fmla="*/ 269492 h 461679"/>
                <a:gd name="csX51" fmla="*/ 184937 w 296866"/>
                <a:gd name="csY51" fmla="*/ 277338 h 461679"/>
                <a:gd name="csX52" fmla="*/ 193415 w 296866"/>
                <a:gd name="csY52" fmla="*/ 285510 h 461679"/>
                <a:gd name="csX53" fmla="*/ 199664 w 296866"/>
                <a:gd name="csY53" fmla="*/ 290658 h 461679"/>
                <a:gd name="csX54" fmla="*/ 207927 w 296866"/>
                <a:gd name="csY54" fmla="*/ 300943 h 461679"/>
                <a:gd name="csX55" fmla="*/ 219722 w 296866"/>
                <a:gd name="csY55" fmla="*/ 315205 h 461679"/>
                <a:gd name="csX56" fmla="*/ 234342 w 296866"/>
                <a:gd name="csY56" fmla="*/ 331253 h 461679"/>
                <a:gd name="csX57" fmla="*/ 242348 w 296866"/>
                <a:gd name="csY57" fmla="*/ 342893 h 461679"/>
                <a:gd name="csX58" fmla="*/ 243886 w 296866"/>
                <a:gd name="csY58" fmla="*/ 354430 h 461679"/>
                <a:gd name="csX59" fmla="*/ 242906 w 296866"/>
                <a:gd name="csY59" fmla="*/ 363679 h 461679"/>
                <a:gd name="csX60" fmla="*/ 242638 w 296866"/>
                <a:gd name="csY60" fmla="*/ 372819 h 461679"/>
                <a:gd name="csX61" fmla="*/ 248980 w 296866"/>
                <a:gd name="csY61" fmla="*/ 375191 h 461679"/>
                <a:gd name="csX62" fmla="*/ 256854 w 296866"/>
                <a:gd name="csY62" fmla="*/ 380201 h 461679"/>
                <a:gd name="csX63" fmla="*/ 262017 w 296866"/>
                <a:gd name="csY63" fmla="*/ 385776 h 461679"/>
                <a:gd name="csX64" fmla="*/ 267554 w 296866"/>
                <a:gd name="csY64" fmla="*/ 396801 h 461679"/>
                <a:gd name="csX65" fmla="*/ 281559 w 296866"/>
                <a:gd name="csY65" fmla="*/ 416793 h 461679"/>
                <a:gd name="csX66" fmla="*/ 290755 w 296866"/>
                <a:gd name="csY66" fmla="*/ 428632 h 461679"/>
                <a:gd name="csX67" fmla="*/ 294624 w 296866"/>
                <a:gd name="csY67" fmla="*/ 440196 h 461679"/>
                <a:gd name="csX68" fmla="*/ 296867 w 296866"/>
                <a:gd name="csY68" fmla="*/ 451755 h 461679"/>
                <a:gd name="csX69" fmla="*/ 287186 w 296866"/>
                <a:gd name="csY69" fmla="*/ 461588 h 461679"/>
                <a:gd name="csX70" fmla="*/ 234204 w 296866"/>
                <a:gd name="csY70" fmla="*/ 456793 h 4616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Lst>
              <a:rect l="l" t="t" r="r" b="b"/>
              <a:pathLst>
                <a:path w="296866" h="461679">
                  <a:moveTo>
                    <a:pt x="234204" y="456793"/>
                  </a:moveTo>
                  <a:cubicBezTo>
                    <a:pt x="210389" y="454343"/>
                    <a:pt x="190335" y="451771"/>
                    <a:pt x="189641" y="451076"/>
                  </a:cubicBezTo>
                  <a:cubicBezTo>
                    <a:pt x="188946" y="450382"/>
                    <a:pt x="190136" y="445606"/>
                    <a:pt x="192285" y="440463"/>
                  </a:cubicBezTo>
                  <a:cubicBezTo>
                    <a:pt x="195748" y="432175"/>
                    <a:pt x="195752" y="431281"/>
                    <a:pt x="192319" y="432599"/>
                  </a:cubicBezTo>
                  <a:cubicBezTo>
                    <a:pt x="188021" y="434248"/>
                    <a:pt x="186953" y="428358"/>
                    <a:pt x="190826" y="424368"/>
                  </a:cubicBezTo>
                  <a:cubicBezTo>
                    <a:pt x="192136" y="423019"/>
                    <a:pt x="193972" y="417747"/>
                    <a:pt x="194908" y="412652"/>
                  </a:cubicBezTo>
                  <a:cubicBezTo>
                    <a:pt x="196394" y="404559"/>
                    <a:pt x="195613" y="402447"/>
                    <a:pt x="188729" y="395950"/>
                  </a:cubicBezTo>
                  <a:cubicBezTo>
                    <a:pt x="184395" y="391860"/>
                    <a:pt x="178494" y="383039"/>
                    <a:pt x="175616" y="376348"/>
                  </a:cubicBezTo>
                  <a:cubicBezTo>
                    <a:pt x="172738" y="369658"/>
                    <a:pt x="168155" y="363476"/>
                    <a:pt x="165432" y="362612"/>
                  </a:cubicBezTo>
                  <a:cubicBezTo>
                    <a:pt x="162709" y="361748"/>
                    <a:pt x="159193" y="357894"/>
                    <a:pt x="157619" y="354047"/>
                  </a:cubicBezTo>
                  <a:cubicBezTo>
                    <a:pt x="149821" y="334997"/>
                    <a:pt x="131426" y="312204"/>
                    <a:pt x="123850" y="312204"/>
                  </a:cubicBezTo>
                  <a:cubicBezTo>
                    <a:pt x="121509" y="312204"/>
                    <a:pt x="115460" y="307848"/>
                    <a:pt x="110408" y="302524"/>
                  </a:cubicBezTo>
                  <a:cubicBezTo>
                    <a:pt x="105356" y="297200"/>
                    <a:pt x="96453" y="288788"/>
                    <a:pt x="90624" y="283830"/>
                  </a:cubicBezTo>
                  <a:cubicBezTo>
                    <a:pt x="81794" y="276321"/>
                    <a:pt x="80025" y="273244"/>
                    <a:pt x="80025" y="265391"/>
                  </a:cubicBezTo>
                  <a:cubicBezTo>
                    <a:pt x="80025" y="259326"/>
                    <a:pt x="78622" y="255426"/>
                    <a:pt x="76089" y="254455"/>
                  </a:cubicBezTo>
                  <a:cubicBezTo>
                    <a:pt x="73596" y="253498"/>
                    <a:pt x="72591" y="250794"/>
                    <a:pt x="73345" y="247079"/>
                  </a:cubicBezTo>
                  <a:cubicBezTo>
                    <a:pt x="77548" y="226392"/>
                    <a:pt x="77309" y="220102"/>
                    <a:pt x="72109" y="214519"/>
                  </a:cubicBezTo>
                  <a:cubicBezTo>
                    <a:pt x="69219" y="211417"/>
                    <a:pt x="67513" y="207813"/>
                    <a:pt x="68319" y="206510"/>
                  </a:cubicBezTo>
                  <a:cubicBezTo>
                    <a:pt x="69124" y="205206"/>
                    <a:pt x="68603" y="203410"/>
                    <a:pt x="67160" y="202519"/>
                  </a:cubicBezTo>
                  <a:cubicBezTo>
                    <a:pt x="65698" y="201615"/>
                    <a:pt x="64536" y="203319"/>
                    <a:pt x="64536" y="206365"/>
                  </a:cubicBezTo>
                  <a:cubicBezTo>
                    <a:pt x="64536" y="209372"/>
                    <a:pt x="63375" y="211114"/>
                    <a:pt x="61955" y="210237"/>
                  </a:cubicBezTo>
                  <a:cubicBezTo>
                    <a:pt x="60535" y="209360"/>
                    <a:pt x="59373" y="200618"/>
                    <a:pt x="59373" y="190811"/>
                  </a:cubicBezTo>
                  <a:cubicBezTo>
                    <a:pt x="59373" y="173740"/>
                    <a:pt x="53682" y="154736"/>
                    <a:pt x="48569" y="154736"/>
                  </a:cubicBezTo>
                  <a:cubicBezTo>
                    <a:pt x="47413" y="154736"/>
                    <a:pt x="46466" y="148910"/>
                    <a:pt x="46466" y="141789"/>
                  </a:cubicBezTo>
                  <a:cubicBezTo>
                    <a:pt x="46466" y="132086"/>
                    <a:pt x="44464" y="125296"/>
                    <a:pt x="38475" y="114684"/>
                  </a:cubicBezTo>
                  <a:cubicBezTo>
                    <a:pt x="34080" y="106897"/>
                    <a:pt x="29434" y="99876"/>
                    <a:pt x="28150" y="99082"/>
                  </a:cubicBezTo>
                  <a:cubicBezTo>
                    <a:pt x="26865" y="98289"/>
                    <a:pt x="25815" y="93874"/>
                    <a:pt x="25815" y="89273"/>
                  </a:cubicBezTo>
                  <a:cubicBezTo>
                    <a:pt x="25815" y="84671"/>
                    <a:pt x="24440" y="79532"/>
                    <a:pt x="22760" y="77852"/>
                  </a:cubicBezTo>
                  <a:cubicBezTo>
                    <a:pt x="21080" y="76172"/>
                    <a:pt x="20518" y="73984"/>
                    <a:pt x="21512" y="72990"/>
                  </a:cubicBezTo>
                  <a:cubicBezTo>
                    <a:pt x="22506" y="71996"/>
                    <a:pt x="24694" y="72558"/>
                    <a:pt x="26374" y="74238"/>
                  </a:cubicBezTo>
                  <a:cubicBezTo>
                    <a:pt x="30884" y="78748"/>
                    <a:pt x="33559" y="77963"/>
                    <a:pt x="33559" y="72129"/>
                  </a:cubicBezTo>
                  <a:cubicBezTo>
                    <a:pt x="33559" y="69261"/>
                    <a:pt x="31838" y="66967"/>
                    <a:pt x="29687" y="66967"/>
                  </a:cubicBezTo>
                  <a:cubicBezTo>
                    <a:pt x="27557" y="66967"/>
                    <a:pt x="25815" y="65756"/>
                    <a:pt x="25815" y="64277"/>
                  </a:cubicBezTo>
                  <a:cubicBezTo>
                    <a:pt x="25815" y="62798"/>
                    <a:pt x="23571" y="59179"/>
                    <a:pt x="20828" y="56236"/>
                  </a:cubicBezTo>
                  <a:cubicBezTo>
                    <a:pt x="18086" y="53292"/>
                    <a:pt x="15085" y="46080"/>
                    <a:pt x="14159" y="40210"/>
                  </a:cubicBezTo>
                  <a:cubicBezTo>
                    <a:pt x="13233" y="34339"/>
                    <a:pt x="9669" y="24039"/>
                    <a:pt x="6238" y="17321"/>
                  </a:cubicBezTo>
                  <a:cubicBezTo>
                    <a:pt x="2807" y="10603"/>
                    <a:pt x="0" y="3924"/>
                    <a:pt x="0" y="2478"/>
                  </a:cubicBezTo>
                  <a:cubicBezTo>
                    <a:pt x="0" y="-1152"/>
                    <a:pt x="23478" y="-850"/>
                    <a:pt x="99386" y="3758"/>
                  </a:cubicBezTo>
                  <a:cubicBezTo>
                    <a:pt x="175010" y="8348"/>
                    <a:pt x="191027" y="9867"/>
                    <a:pt x="191027" y="12449"/>
                  </a:cubicBezTo>
                  <a:cubicBezTo>
                    <a:pt x="191027" y="13496"/>
                    <a:pt x="185192" y="20407"/>
                    <a:pt x="178059" y="27807"/>
                  </a:cubicBezTo>
                  <a:cubicBezTo>
                    <a:pt x="167978" y="38266"/>
                    <a:pt x="165598" y="42256"/>
                    <a:pt x="167369" y="45725"/>
                  </a:cubicBezTo>
                  <a:cubicBezTo>
                    <a:pt x="174634" y="59948"/>
                    <a:pt x="171699" y="83751"/>
                    <a:pt x="163079" y="80524"/>
                  </a:cubicBezTo>
                  <a:cubicBezTo>
                    <a:pt x="159180" y="79065"/>
                    <a:pt x="159137" y="79384"/>
                    <a:pt x="162631" y="83796"/>
                  </a:cubicBezTo>
                  <a:cubicBezTo>
                    <a:pt x="164761" y="86485"/>
                    <a:pt x="168536" y="90769"/>
                    <a:pt x="171021" y="93315"/>
                  </a:cubicBezTo>
                  <a:cubicBezTo>
                    <a:pt x="175834" y="98246"/>
                    <a:pt x="176913" y="105657"/>
                    <a:pt x="173406" y="109690"/>
                  </a:cubicBezTo>
                  <a:cubicBezTo>
                    <a:pt x="169336" y="114370"/>
                    <a:pt x="164942" y="132862"/>
                    <a:pt x="164850" y="145701"/>
                  </a:cubicBezTo>
                  <a:cubicBezTo>
                    <a:pt x="164711" y="165107"/>
                    <a:pt x="165194" y="167798"/>
                    <a:pt x="169084" y="169291"/>
                  </a:cubicBezTo>
                  <a:cubicBezTo>
                    <a:pt x="171992" y="170406"/>
                    <a:pt x="172437" y="178546"/>
                    <a:pt x="171477" y="213103"/>
                  </a:cubicBezTo>
                  <a:cubicBezTo>
                    <a:pt x="170471" y="249367"/>
                    <a:pt x="170869" y="255764"/>
                    <a:pt x="174210" y="257046"/>
                  </a:cubicBezTo>
                  <a:cubicBezTo>
                    <a:pt x="176360" y="257871"/>
                    <a:pt x="178120" y="260081"/>
                    <a:pt x="178120" y="261958"/>
                  </a:cubicBezTo>
                  <a:cubicBezTo>
                    <a:pt x="178120" y="263834"/>
                    <a:pt x="179975" y="267225"/>
                    <a:pt x="182243" y="269492"/>
                  </a:cubicBezTo>
                  <a:cubicBezTo>
                    <a:pt x="184511" y="271760"/>
                    <a:pt x="185723" y="275291"/>
                    <a:pt x="184937" y="277338"/>
                  </a:cubicBezTo>
                  <a:cubicBezTo>
                    <a:pt x="183466" y="281172"/>
                    <a:pt x="186953" y="284533"/>
                    <a:pt x="193415" y="285510"/>
                  </a:cubicBezTo>
                  <a:cubicBezTo>
                    <a:pt x="195439" y="285815"/>
                    <a:pt x="198251" y="288132"/>
                    <a:pt x="199664" y="290658"/>
                  </a:cubicBezTo>
                  <a:cubicBezTo>
                    <a:pt x="201078" y="293183"/>
                    <a:pt x="204796" y="297811"/>
                    <a:pt x="207927" y="300943"/>
                  </a:cubicBezTo>
                  <a:cubicBezTo>
                    <a:pt x="211058" y="304074"/>
                    <a:pt x="216366" y="310492"/>
                    <a:pt x="219722" y="315205"/>
                  </a:cubicBezTo>
                  <a:cubicBezTo>
                    <a:pt x="223078" y="319918"/>
                    <a:pt x="229657" y="327140"/>
                    <a:pt x="234342" y="331253"/>
                  </a:cubicBezTo>
                  <a:cubicBezTo>
                    <a:pt x="239027" y="335367"/>
                    <a:pt x="242630" y="340605"/>
                    <a:pt x="242348" y="342893"/>
                  </a:cubicBezTo>
                  <a:cubicBezTo>
                    <a:pt x="242066" y="345182"/>
                    <a:pt x="242758" y="350373"/>
                    <a:pt x="243886" y="354430"/>
                  </a:cubicBezTo>
                  <a:cubicBezTo>
                    <a:pt x="245242" y="359308"/>
                    <a:pt x="244910" y="362440"/>
                    <a:pt x="242906" y="363679"/>
                  </a:cubicBezTo>
                  <a:cubicBezTo>
                    <a:pt x="240669" y="365062"/>
                    <a:pt x="240599" y="367456"/>
                    <a:pt x="242638" y="372819"/>
                  </a:cubicBezTo>
                  <a:cubicBezTo>
                    <a:pt x="245274" y="379752"/>
                    <a:pt x="245565" y="379861"/>
                    <a:pt x="248980" y="375191"/>
                  </a:cubicBezTo>
                  <a:cubicBezTo>
                    <a:pt x="253071" y="369596"/>
                    <a:pt x="256854" y="372003"/>
                    <a:pt x="256854" y="380201"/>
                  </a:cubicBezTo>
                  <a:cubicBezTo>
                    <a:pt x="256854" y="384054"/>
                    <a:pt x="258448" y="385776"/>
                    <a:pt x="262017" y="385776"/>
                  </a:cubicBezTo>
                  <a:cubicBezTo>
                    <a:pt x="266316" y="385777"/>
                    <a:pt x="267243" y="387623"/>
                    <a:pt x="267554" y="396801"/>
                  </a:cubicBezTo>
                  <a:cubicBezTo>
                    <a:pt x="267995" y="409833"/>
                    <a:pt x="271290" y="414537"/>
                    <a:pt x="281559" y="416793"/>
                  </a:cubicBezTo>
                  <a:cubicBezTo>
                    <a:pt x="287964" y="418199"/>
                    <a:pt x="289378" y="420020"/>
                    <a:pt x="290755" y="428632"/>
                  </a:cubicBezTo>
                  <a:cubicBezTo>
                    <a:pt x="291650" y="434230"/>
                    <a:pt x="293391" y="439433"/>
                    <a:pt x="294624" y="440196"/>
                  </a:cubicBezTo>
                  <a:cubicBezTo>
                    <a:pt x="295858" y="440958"/>
                    <a:pt x="296867" y="446160"/>
                    <a:pt x="296867" y="451755"/>
                  </a:cubicBezTo>
                  <a:cubicBezTo>
                    <a:pt x="296867" y="461851"/>
                    <a:pt x="296793" y="461926"/>
                    <a:pt x="287186" y="461588"/>
                  </a:cubicBezTo>
                  <a:cubicBezTo>
                    <a:pt x="281862" y="461400"/>
                    <a:pt x="258020" y="459243"/>
                    <a:pt x="234204" y="456793"/>
                  </a:cubicBezTo>
                  <a:close/>
                </a:path>
              </a:pathLst>
            </a:custGeom>
            <a:solidFill>
              <a:srgbClr val="B9B9B9"/>
            </a:solidFill>
            <a:ln w="5163" cap="flat">
              <a:noFill/>
              <a:prstDash val="solid"/>
              <a:miter/>
            </a:ln>
          </p:spPr>
          <p:txBody>
            <a:bodyPr/>
            <a:lstStyle/>
            <a:p>
              <a:endParaRPr lang="es-419" noProof="0" dirty="0"/>
            </a:p>
          </p:txBody>
        </p:sp>
        <p:sp>
          <p:nvSpPr>
            <p:cNvPr id="108" name="Forma libre: forma 107">
              <a:extLst>
                <a:ext uri="{FF2B5EF4-FFF2-40B4-BE49-F238E27FC236}">
                  <a16:creationId xmlns:a16="http://schemas.microsoft.com/office/drawing/2014/main" id="{E344ADA2-98A4-EC28-2C5B-E635814C0460}"/>
                </a:ext>
              </a:extLst>
            </p:cNvPr>
            <p:cNvSpPr/>
            <p:nvPr/>
          </p:nvSpPr>
          <p:spPr>
            <a:xfrm>
              <a:off x="259777" y="1434618"/>
              <a:ext cx="20905" cy="34765"/>
            </a:xfrm>
            <a:custGeom>
              <a:avLst/>
              <a:gdLst>
                <a:gd name="csX0" fmla="*/ 7343 w 20905"/>
                <a:gd name="csY0" fmla="*/ 31742 h 34765"/>
                <a:gd name="csX1" fmla="*/ 5095 w 20905"/>
                <a:gd name="csY1" fmla="*/ 22712 h 34765"/>
                <a:gd name="csX2" fmla="*/ 11946 w 20905"/>
                <a:gd name="csY2" fmla="*/ 12959 h 34765"/>
                <a:gd name="csX3" fmla="*/ 17992 w 20905"/>
                <a:gd name="csY3" fmla="*/ 1997 h 34765"/>
                <a:gd name="csX4" fmla="*/ 19063 w 20905"/>
                <a:gd name="csY4" fmla="*/ 27093 h 34765"/>
                <a:gd name="csX5" fmla="*/ 7343 w 20905"/>
                <a:gd name="csY5" fmla="*/ 31742 h 34765"/>
              </a:gdLst>
              <a:ahLst/>
              <a:cxnLst>
                <a:cxn ang="0">
                  <a:pos x="csX0" y="csY0"/>
                </a:cxn>
                <a:cxn ang="0">
                  <a:pos x="csX1" y="csY1"/>
                </a:cxn>
                <a:cxn ang="0">
                  <a:pos x="csX2" y="csY2"/>
                </a:cxn>
                <a:cxn ang="0">
                  <a:pos x="csX3" y="csY3"/>
                </a:cxn>
                <a:cxn ang="0">
                  <a:pos x="csX4" y="csY4"/>
                </a:cxn>
                <a:cxn ang="0">
                  <a:pos x="csX5" y="csY5"/>
                </a:cxn>
              </a:cxnLst>
              <a:rect l="l" t="t" r="r" b="b"/>
              <a:pathLst>
                <a:path w="20905" h="34765">
                  <a:moveTo>
                    <a:pt x="7343" y="31742"/>
                  </a:moveTo>
                  <a:cubicBezTo>
                    <a:pt x="-1878" y="26647"/>
                    <a:pt x="-2170" y="25474"/>
                    <a:pt x="5095" y="22712"/>
                  </a:cubicBezTo>
                  <a:cubicBezTo>
                    <a:pt x="10179" y="20779"/>
                    <a:pt x="11916" y="18306"/>
                    <a:pt x="11946" y="12959"/>
                  </a:cubicBezTo>
                  <a:cubicBezTo>
                    <a:pt x="11996" y="3833"/>
                    <a:pt x="16177" y="-3749"/>
                    <a:pt x="17992" y="1997"/>
                  </a:cubicBezTo>
                  <a:cubicBezTo>
                    <a:pt x="21527" y="13191"/>
                    <a:pt x="21797" y="19522"/>
                    <a:pt x="19063" y="27093"/>
                  </a:cubicBezTo>
                  <a:cubicBezTo>
                    <a:pt x="15722" y="36343"/>
                    <a:pt x="15691" y="36355"/>
                    <a:pt x="7343" y="31742"/>
                  </a:cubicBezTo>
                  <a:close/>
                </a:path>
              </a:pathLst>
            </a:custGeom>
            <a:solidFill>
              <a:srgbClr val="B9B9B9"/>
            </a:solidFill>
            <a:ln w="5163" cap="flat">
              <a:noFill/>
              <a:prstDash val="solid"/>
              <a:miter/>
            </a:ln>
          </p:spPr>
          <p:txBody>
            <a:bodyPr/>
            <a:lstStyle/>
            <a:p>
              <a:endParaRPr lang="es-419" noProof="0" dirty="0"/>
            </a:p>
          </p:txBody>
        </p:sp>
        <p:sp>
          <p:nvSpPr>
            <p:cNvPr id="109" name="Forma libre: forma 108">
              <a:extLst>
                <a:ext uri="{FF2B5EF4-FFF2-40B4-BE49-F238E27FC236}">
                  <a16:creationId xmlns:a16="http://schemas.microsoft.com/office/drawing/2014/main" id="{34865662-19D3-FD5E-0ED1-CA302F0CC2D9}"/>
                </a:ext>
              </a:extLst>
            </p:cNvPr>
            <p:cNvSpPr/>
            <p:nvPr/>
          </p:nvSpPr>
          <p:spPr>
            <a:xfrm>
              <a:off x="73152" y="1375664"/>
              <a:ext cx="14357" cy="42577"/>
            </a:xfrm>
            <a:custGeom>
              <a:avLst/>
              <a:gdLst>
                <a:gd name="csX0" fmla="*/ 7495 w 14357"/>
                <a:gd name="csY0" fmla="*/ 37645 h 42577"/>
                <a:gd name="csX1" fmla="*/ 3632 w 14357"/>
                <a:gd name="csY1" fmla="*/ 24738 h 42577"/>
                <a:gd name="csX2" fmla="*/ 3632 w 14357"/>
                <a:gd name="csY2" fmla="*/ 1505 h 42577"/>
                <a:gd name="csX3" fmla="*/ 7504 w 14357"/>
                <a:gd name="csY3" fmla="*/ 6137 h 42577"/>
                <a:gd name="csX4" fmla="*/ 10146 w 14357"/>
                <a:gd name="csY4" fmla="*/ 14863 h 42577"/>
                <a:gd name="csX5" fmla="*/ 11643 w 14357"/>
                <a:gd name="csY5" fmla="*/ 38936 h 42577"/>
                <a:gd name="csX6" fmla="*/ 7495 w 14357"/>
                <a:gd name="csY6" fmla="*/ 37645 h 42577"/>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4357" h="42577">
                  <a:moveTo>
                    <a:pt x="7495" y="37645"/>
                  </a:moveTo>
                  <a:cubicBezTo>
                    <a:pt x="7399" y="34096"/>
                    <a:pt x="5661" y="28288"/>
                    <a:pt x="3632" y="24738"/>
                  </a:cubicBezTo>
                  <a:cubicBezTo>
                    <a:pt x="-1211" y="16267"/>
                    <a:pt x="-1211" y="5524"/>
                    <a:pt x="3632" y="1505"/>
                  </a:cubicBezTo>
                  <a:cubicBezTo>
                    <a:pt x="6929" y="-1232"/>
                    <a:pt x="7504" y="-544"/>
                    <a:pt x="7504" y="6137"/>
                  </a:cubicBezTo>
                  <a:cubicBezTo>
                    <a:pt x="7504" y="10452"/>
                    <a:pt x="8693" y="14378"/>
                    <a:pt x="10146" y="14863"/>
                  </a:cubicBezTo>
                  <a:cubicBezTo>
                    <a:pt x="14898" y="16447"/>
                    <a:pt x="15948" y="33343"/>
                    <a:pt x="11643" y="38936"/>
                  </a:cubicBezTo>
                  <a:cubicBezTo>
                    <a:pt x="7745" y="44000"/>
                    <a:pt x="7665" y="43975"/>
                    <a:pt x="7495" y="37645"/>
                  </a:cubicBezTo>
                  <a:close/>
                </a:path>
              </a:pathLst>
            </a:custGeom>
            <a:solidFill>
              <a:srgbClr val="B9B9B9"/>
            </a:solidFill>
            <a:ln w="5163" cap="flat">
              <a:noFill/>
              <a:prstDash val="solid"/>
              <a:miter/>
            </a:ln>
          </p:spPr>
          <p:txBody>
            <a:bodyPr/>
            <a:lstStyle/>
            <a:p>
              <a:endParaRPr lang="es-419" noProof="0" dirty="0"/>
            </a:p>
          </p:txBody>
        </p:sp>
        <p:sp>
          <p:nvSpPr>
            <p:cNvPr id="110" name="Forma libre: forma 109">
              <a:extLst>
                <a:ext uri="{FF2B5EF4-FFF2-40B4-BE49-F238E27FC236}">
                  <a16:creationId xmlns:a16="http://schemas.microsoft.com/office/drawing/2014/main" id="{38FF1F10-44B2-929A-7684-FC219D9773EC}"/>
                </a:ext>
              </a:extLst>
            </p:cNvPr>
            <p:cNvSpPr/>
            <p:nvPr/>
          </p:nvSpPr>
          <p:spPr>
            <a:xfrm>
              <a:off x="420547" y="1341567"/>
              <a:ext cx="36589" cy="57857"/>
            </a:xfrm>
            <a:custGeom>
              <a:avLst/>
              <a:gdLst>
                <a:gd name="csX0" fmla="*/ 24033 w 36589"/>
                <a:gd name="csY0" fmla="*/ 48231 h 57857"/>
                <a:gd name="csX1" fmla="*/ 8875 w 36589"/>
                <a:gd name="csY1" fmla="*/ 31730 h 57857"/>
                <a:gd name="csX2" fmla="*/ 2815 w 36589"/>
                <a:gd name="csY2" fmla="*/ 140 h 57857"/>
                <a:gd name="csX3" fmla="*/ 18571 w 36589"/>
                <a:gd name="csY3" fmla="*/ 17532 h 57857"/>
                <a:gd name="csX4" fmla="*/ 26156 w 36589"/>
                <a:gd name="csY4" fmla="*/ 27858 h 57857"/>
                <a:gd name="csX5" fmla="*/ 32361 w 36589"/>
                <a:gd name="csY5" fmla="*/ 36599 h 57857"/>
                <a:gd name="csX6" fmla="*/ 34380 w 36589"/>
                <a:gd name="csY6" fmla="*/ 51018 h 57857"/>
                <a:gd name="csX7" fmla="*/ 24033 w 36589"/>
                <a:gd name="csY7" fmla="*/ 48231 h 578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6589" h="57857">
                  <a:moveTo>
                    <a:pt x="24033" y="48231"/>
                  </a:moveTo>
                  <a:cubicBezTo>
                    <a:pt x="18251" y="41995"/>
                    <a:pt x="11430" y="34569"/>
                    <a:pt x="8875" y="31730"/>
                  </a:cubicBezTo>
                  <a:cubicBezTo>
                    <a:pt x="870" y="22831"/>
                    <a:pt x="-3051" y="2391"/>
                    <a:pt x="2815" y="140"/>
                  </a:cubicBezTo>
                  <a:cubicBezTo>
                    <a:pt x="7073" y="-1494"/>
                    <a:pt x="18931" y="11596"/>
                    <a:pt x="18571" y="17532"/>
                  </a:cubicBezTo>
                  <a:cubicBezTo>
                    <a:pt x="18043" y="26212"/>
                    <a:pt x="19252" y="27858"/>
                    <a:pt x="26156" y="27858"/>
                  </a:cubicBezTo>
                  <a:cubicBezTo>
                    <a:pt x="32848" y="27858"/>
                    <a:pt x="33306" y="28504"/>
                    <a:pt x="32361" y="36599"/>
                  </a:cubicBezTo>
                  <a:cubicBezTo>
                    <a:pt x="31800" y="41406"/>
                    <a:pt x="32708" y="47895"/>
                    <a:pt x="34380" y="51018"/>
                  </a:cubicBezTo>
                  <a:cubicBezTo>
                    <a:pt x="39819" y="61181"/>
                    <a:pt x="34782" y="59825"/>
                    <a:pt x="24033" y="48231"/>
                  </a:cubicBezTo>
                  <a:close/>
                </a:path>
              </a:pathLst>
            </a:custGeom>
            <a:solidFill>
              <a:srgbClr val="B9B9B9"/>
            </a:solidFill>
            <a:ln w="5163" cap="flat">
              <a:noFill/>
              <a:prstDash val="solid"/>
              <a:miter/>
            </a:ln>
          </p:spPr>
          <p:txBody>
            <a:bodyPr/>
            <a:lstStyle/>
            <a:p>
              <a:endParaRPr lang="es-419" noProof="0" dirty="0"/>
            </a:p>
          </p:txBody>
        </p:sp>
      </p:grpSp>
      <p:grpSp>
        <p:nvGrpSpPr>
          <p:cNvPr id="111" name="Gráfico 39">
            <a:extLst>
              <a:ext uri="{FF2B5EF4-FFF2-40B4-BE49-F238E27FC236}">
                <a16:creationId xmlns:a16="http://schemas.microsoft.com/office/drawing/2014/main" id="{BC950811-2D0F-1238-E50D-E100984C94DC}"/>
              </a:ext>
            </a:extLst>
          </p:cNvPr>
          <p:cNvGrpSpPr/>
          <p:nvPr/>
        </p:nvGrpSpPr>
        <p:grpSpPr>
          <a:xfrm>
            <a:off x="347681" y="1057339"/>
            <a:ext cx="481325" cy="621418"/>
            <a:chOff x="347681" y="1057339"/>
            <a:chExt cx="481325" cy="621418"/>
          </a:xfrm>
          <a:solidFill>
            <a:srgbClr val="B9B9B9"/>
          </a:solidFill>
        </p:grpSpPr>
        <p:grpSp>
          <p:nvGrpSpPr>
            <p:cNvPr id="112" name="Gráfico 39">
              <a:extLst>
                <a:ext uri="{FF2B5EF4-FFF2-40B4-BE49-F238E27FC236}">
                  <a16:creationId xmlns:a16="http://schemas.microsoft.com/office/drawing/2014/main" id="{27BA060F-DFD3-D2A8-C678-F59576BCF78A}"/>
                </a:ext>
              </a:extLst>
            </p:cNvPr>
            <p:cNvGrpSpPr/>
            <p:nvPr/>
          </p:nvGrpSpPr>
          <p:grpSpPr>
            <a:xfrm>
              <a:off x="492211" y="1384222"/>
              <a:ext cx="33498" cy="51895"/>
              <a:chOff x="492211" y="1384222"/>
              <a:chExt cx="33498" cy="51895"/>
            </a:xfrm>
            <a:solidFill>
              <a:srgbClr val="B9B9B9"/>
            </a:solidFill>
          </p:grpSpPr>
          <p:sp>
            <p:nvSpPr>
              <p:cNvPr id="113" name="Forma libre: forma 112">
                <a:extLst>
                  <a:ext uri="{FF2B5EF4-FFF2-40B4-BE49-F238E27FC236}">
                    <a16:creationId xmlns:a16="http://schemas.microsoft.com/office/drawing/2014/main" id="{129B57AC-8272-2B1E-7225-D93168869435}"/>
                  </a:ext>
                </a:extLst>
              </p:cNvPr>
              <p:cNvSpPr/>
              <p:nvPr/>
            </p:nvSpPr>
            <p:spPr>
              <a:xfrm>
                <a:off x="492211" y="1428798"/>
                <a:ext cx="6246" cy="7319"/>
              </a:xfrm>
              <a:custGeom>
                <a:avLst/>
                <a:gdLst>
                  <a:gd name="csX0" fmla="*/ 460 w 6246"/>
                  <a:gd name="csY0" fmla="*/ 4088 h 7319"/>
                  <a:gd name="csX1" fmla="*/ 4549 w 6246"/>
                  <a:gd name="csY1" fmla="*/ 0 h 7319"/>
                  <a:gd name="csX2" fmla="*/ 1959 w 6246"/>
                  <a:gd name="csY2" fmla="*/ 7153 h 7319"/>
                  <a:gd name="csX3" fmla="*/ 460 w 6246"/>
                  <a:gd name="csY3" fmla="*/ 4088 h 7319"/>
                </a:gdLst>
                <a:ahLst/>
                <a:cxnLst>
                  <a:cxn ang="0">
                    <a:pos x="csX0" y="csY0"/>
                  </a:cxn>
                  <a:cxn ang="0">
                    <a:pos x="csX1" y="csY1"/>
                  </a:cxn>
                  <a:cxn ang="0">
                    <a:pos x="csX2" y="csY2"/>
                  </a:cxn>
                  <a:cxn ang="0">
                    <a:pos x="csX3" y="csY3"/>
                  </a:cxn>
                </a:cxnLst>
                <a:rect l="l" t="t" r="r" b="b"/>
                <a:pathLst>
                  <a:path w="6246" h="7319">
                    <a:moveTo>
                      <a:pt x="460" y="4088"/>
                    </a:moveTo>
                    <a:cubicBezTo>
                      <a:pt x="1323" y="1840"/>
                      <a:pt x="3163" y="0"/>
                      <a:pt x="4549" y="0"/>
                    </a:cubicBezTo>
                    <a:cubicBezTo>
                      <a:pt x="7942" y="0"/>
                      <a:pt x="5818" y="5867"/>
                      <a:pt x="1959" y="7153"/>
                    </a:cubicBezTo>
                    <a:cubicBezTo>
                      <a:pt x="72" y="7782"/>
                      <a:pt x="-505" y="6602"/>
                      <a:pt x="460" y="4088"/>
                    </a:cubicBezTo>
                    <a:close/>
                  </a:path>
                </a:pathLst>
              </a:custGeom>
              <a:solidFill>
                <a:srgbClr val="B9B9B9"/>
              </a:solidFill>
              <a:ln w="5163" cap="flat">
                <a:noFill/>
                <a:prstDash val="solid"/>
                <a:miter/>
              </a:ln>
            </p:spPr>
            <p:txBody>
              <a:bodyPr/>
              <a:lstStyle/>
              <a:p>
                <a:endParaRPr lang="es-419" noProof="0" dirty="0"/>
              </a:p>
            </p:txBody>
          </p:sp>
          <p:sp>
            <p:nvSpPr>
              <p:cNvPr id="114" name="Forma libre: forma 113">
                <a:extLst>
                  <a:ext uri="{FF2B5EF4-FFF2-40B4-BE49-F238E27FC236}">
                    <a16:creationId xmlns:a16="http://schemas.microsoft.com/office/drawing/2014/main" id="{D17641E8-20E1-3A36-DF03-ECA8BC7E7A91}"/>
                  </a:ext>
                </a:extLst>
              </p:cNvPr>
              <p:cNvSpPr/>
              <p:nvPr/>
            </p:nvSpPr>
            <p:spPr>
              <a:xfrm>
                <a:off x="495379" y="1384222"/>
                <a:ext cx="30331" cy="44105"/>
              </a:xfrm>
              <a:custGeom>
                <a:avLst/>
                <a:gdLst>
                  <a:gd name="csX0" fmla="*/ 10578 w 30331"/>
                  <a:gd name="csY0" fmla="*/ 40845 h 44105"/>
                  <a:gd name="csX1" fmla="*/ 3426 w 30331"/>
                  <a:gd name="csY1" fmla="*/ 27268 h 44105"/>
                  <a:gd name="csX2" fmla="*/ 8634 w 30331"/>
                  <a:gd name="csY2" fmla="*/ 13316 h 44105"/>
                  <a:gd name="csX3" fmla="*/ 25629 w 30331"/>
                  <a:gd name="csY3" fmla="*/ 1695 h 44105"/>
                  <a:gd name="csX4" fmla="*/ 27283 w 30331"/>
                  <a:gd name="csY4" fmla="*/ 34769 h 44105"/>
                  <a:gd name="csX5" fmla="*/ 10578 w 30331"/>
                  <a:gd name="csY5" fmla="*/ 40845 h 44105"/>
                </a:gdLst>
                <a:ahLst/>
                <a:cxnLst>
                  <a:cxn ang="0">
                    <a:pos x="csX0" y="csY0"/>
                  </a:cxn>
                  <a:cxn ang="0">
                    <a:pos x="csX1" y="csY1"/>
                  </a:cxn>
                  <a:cxn ang="0">
                    <a:pos x="csX2" y="csY2"/>
                  </a:cxn>
                  <a:cxn ang="0">
                    <a:pos x="csX3" y="csY3"/>
                  </a:cxn>
                  <a:cxn ang="0">
                    <a:pos x="csX4" y="csY4"/>
                  </a:cxn>
                  <a:cxn ang="0">
                    <a:pos x="csX5" y="csY5"/>
                  </a:cxn>
                </a:cxnLst>
                <a:rect l="l" t="t" r="r" b="b"/>
                <a:pathLst>
                  <a:path w="30331" h="44105">
                    <a:moveTo>
                      <a:pt x="10578" y="40845"/>
                    </a:moveTo>
                    <a:cubicBezTo>
                      <a:pt x="-1917" y="34327"/>
                      <a:pt x="-2001" y="34167"/>
                      <a:pt x="3426" y="27268"/>
                    </a:cubicBezTo>
                    <a:cubicBezTo>
                      <a:pt x="6291" y="23626"/>
                      <a:pt x="8634" y="17348"/>
                      <a:pt x="8634" y="13316"/>
                    </a:cubicBezTo>
                    <a:cubicBezTo>
                      <a:pt x="8634" y="4586"/>
                      <a:pt x="20679" y="-3650"/>
                      <a:pt x="25629" y="1695"/>
                    </a:cubicBezTo>
                    <a:cubicBezTo>
                      <a:pt x="31123" y="7627"/>
                      <a:pt x="31970" y="24580"/>
                      <a:pt x="27283" y="34769"/>
                    </a:cubicBezTo>
                    <a:cubicBezTo>
                      <a:pt x="22315" y="45567"/>
                      <a:pt x="20734" y="46142"/>
                      <a:pt x="10578" y="40845"/>
                    </a:cubicBezTo>
                    <a:close/>
                  </a:path>
                </a:pathLst>
              </a:custGeom>
              <a:solidFill>
                <a:srgbClr val="B9B9B9"/>
              </a:solidFill>
              <a:ln w="5163" cap="flat">
                <a:noFill/>
                <a:prstDash val="solid"/>
                <a:miter/>
              </a:ln>
            </p:spPr>
            <p:txBody>
              <a:bodyPr/>
              <a:lstStyle/>
              <a:p>
                <a:endParaRPr lang="es-419" noProof="0" dirty="0"/>
              </a:p>
            </p:txBody>
          </p:sp>
        </p:grpSp>
        <p:grpSp>
          <p:nvGrpSpPr>
            <p:cNvPr id="115" name="Gráfico 39">
              <a:extLst>
                <a:ext uri="{FF2B5EF4-FFF2-40B4-BE49-F238E27FC236}">
                  <a16:creationId xmlns:a16="http://schemas.microsoft.com/office/drawing/2014/main" id="{6D961F3C-896E-95C2-FD7F-F257F4B152DE}"/>
                </a:ext>
              </a:extLst>
            </p:cNvPr>
            <p:cNvGrpSpPr/>
            <p:nvPr/>
          </p:nvGrpSpPr>
          <p:grpSpPr>
            <a:xfrm>
              <a:off x="347681" y="1057339"/>
              <a:ext cx="481325" cy="621418"/>
              <a:chOff x="347681" y="1057339"/>
              <a:chExt cx="481325" cy="621418"/>
            </a:xfrm>
            <a:solidFill>
              <a:srgbClr val="B9B9B9"/>
            </a:solidFill>
          </p:grpSpPr>
          <p:sp>
            <p:nvSpPr>
              <p:cNvPr id="116" name="Forma libre: forma 115">
                <a:extLst>
                  <a:ext uri="{FF2B5EF4-FFF2-40B4-BE49-F238E27FC236}">
                    <a16:creationId xmlns:a16="http://schemas.microsoft.com/office/drawing/2014/main" id="{38C68EAC-34B2-6A06-901D-406FF4E86BCA}"/>
                  </a:ext>
                </a:extLst>
              </p:cNvPr>
              <p:cNvSpPr/>
              <p:nvPr/>
            </p:nvSpPr>
            <p:spPr>
              <a:xfrm>
                <a:off x="347681" y="1057339"/>
                <a:ext cx="481325" cy="621418"/>
              </a:xfrm>
              <a:custGeom>
                <a:avLst/>
                <a:gdLst>
                  <a:gd name="csX0" fmla="*/ 392709 w 481325"/>
                  <a:gd name="csY0" fmla="*/ 609477 h 621418"/>
                  <a:gd name="csX1" fmla="*/ 388957 w 481325"/>
                  <a:gd name="csY1" fmla="*/ 594848 h 621418"/>
                  <a:gd name="csX2" fmla="*/ 382520 w 481325"/>
                  <a:gd name="csY2" fmla="*/ 582680 h 621418"/>
                  <a:gd name="csX3" fmla="*/ 381003 w 481325"/>
                  <a:gd name="csY3" fmla="*/ 575394 h 621418"/>
                  <a:gd name="csX4" fmla="*/ 376772 w 481325"/>
                  <a:gd name="csY4" fmla="*/ 573517 h 621418"/>
                  <a:gd name="csX5" fmla="*/ 372471 w 481325"/>
                  <a:gd name="csY5" fmla="*/ 575078 h 621418"/>
                  <a:gd name="csX6" fmla="*/ 371638 w 481325"/>
                  <a:gd name="csY6" fmla="*/ 577600 h 621418"/>
                  <a:gd name="csX7" fmla="*/ 373727 w 481325"/>
                  <a:gd name="csY7" fmla="*/ 583138 h 621418"/>
                  <a:gd name="csX8" fmla="*/ 369193 w 481325"/>
                  <a:gd name="csY8" fmla="*/ 580381 h 621418"/>
                  <a:gd name="csX9" fmla="*/ 364289 w 481325"/>
                  <a:gd name="csY9" fmla="*/ 578851 h 621418"/>
                  <a:gd name="csX10" fmla="*/ 358202 w 481325"/>
                  <a:gd name="csY10" fmla="*/ 578294 h 621418"/>
                  <a:gd name="csX11" fmla="*/ 344811 w 481325"/>
                  <a:gd name="csY11" fmla="*/ 546998 h 621418"/>
                  <a:gd name="csX12" fmla="*/ 347360 w 481325"/>
                  <a:gd name="csY12" fmla="*/ 544424 h 621418"/>
                  <a:gd name="csX13" fmla="*/ 329284 w 481325"/>
                  <a:gd name="csY13" fmla="*/ 536840 h 621418"/>
                  <a:gd name="csX14" fmla="*/ 312504 w 481325"/>
                  <a:gd name="csY14" fmla="*/ 531378 h 621418"/>
                  <a:gd name="csX15" fmla="*/ 299274 w 481325"/>
                  <a:gd name="csY15" fmla="*/ 523870 h 621418"/>
                  <a:gd name="csX16" fmla="*/ 298267 w 481325"/>
                  <a:gd name="csY16" fmla="*/ 519838 h 621418"/>
                  <a:gd name="csX17" fmla="*/ 294146 w 481325"/>
                  <a:gd name="csY17" fmla="*/ 506308 h 621418"/>
                  <a:gd name="csX18" fmla="*/ 290635 w 481325"/>
                  <a:gd name="csY18" fmla="*/ 495822 h 621418"/>
                  <a:gd name="csX19" fmla="*/ 290295 w 481325"/>
                  <a:gd name="csY19" fmla="*/ 485043 h 621418"/>
                  <a:gd name="csX20" fmla="*/ 292460 w 481325"/>
                  <a:gd name="csY20" fmla="*/ 479235 h 621418"/>
                  <a:gd name="csX21" fmla="*/ 293954 w 481325"/>
                  <a:gd name="csY21" fmla="*/ 469554 h 621418"/>
                  <a:gd name="csX22" fmla="*/ 288754 w 481325"/>
                  <a:gd name="csY22" fmla="*/ 460702 h 621418"/>
                  <a:gd name="csX23" fmla="*/ 283583 w 481325"/>
                  <a:gd name="csY23" fmla="*/ 460065 h 621418"/>
                  <a:gd name="csX24" fmla="*/ 278874 w 481325"/>
                  <a:gd name="csY24" fmla="*/ 460231 h 621418"/>
                  <a:gd name="csX25" fmla="*/ 272498 w 481325"/>
                  <a:gd name="csY25" fmla="*/ 449744 h 621418"/>
                  <a:gd name="csX26" fmla="*/ 269740 w 481325"/>
                  <a:gd name="csY26" fmla="*/ 445139 h 621418"/>
                  <a:gd name="csX27" fmla="*/ 268211 w 481325"/>
                  <a:gd name="csY27" fmla="*/ 450043 h 621418"/>
                  <a:gd name="csX28" fmla="*/ 267044 w 481325"/>
                  <a:gd name="csY28" fmla="*/ 456881 h 621418"/>
                  <a:gd name="csX29" fmla="*/ 259538 w 481325"/>
                  <a:gd name="csY29" fmla="*/ 454425 h 621418"/>
                  <a:gd name="csX30" fmla="*/ 254428 w 481325"/>
                  <a:gd name="csY30" fmla="*/ 444654 h 621418"/>
                  <a:gd name="csX31" fmla="*/ 249421 w 481325"/>
                  <a:gd name="csY31" fmla="*/ 443656 h 621418"/>
                  <a:gd name="csX32" fmla="*/ 238700 w 481325"/>
                  <a:gd name="csY32" fmla="*/ 428558 h 621418"/>
                  <a:gd name="csX33" fmla="*/ 224166 w 481325"/>
                  <a:gd name="csY33" fmla="*/ 409935 h 621418"/>
                  <a:gd name="csX34" fmla="*/ 213124 w 481325"/>
                  <a:gd name="csY34" fmla="*/ 401065 h 621418"/>
                  <a:gd name="csX35" fmla="*/ 206671 w 481325"/>
                  <a:gd name="csY35" fmla="*/ 388468 h 621418"/>
                  <a:gd name="csX36" fmla="*/ 204242 w 481325"/>
                  <a:gd name="csY36" fmla="*/ 374041 h 621418"/>
                  <a:gd name="csX37" fmla="*/ 206562 w 481325"/>
                  <a:gd name="csY37" fmla="*/ 371283 h 621418"/>
                  <a:gd name="csX38" fmla="*/ 201394 w 481325"/>
                  <a:gd name="csY38" fmla="*/ 369855 h 621418"/>
                  <a:gd name="csX39" fmla="*/ 181743 w 481325"/>
                  <a:gd name="csY39" fmla="*/ 350072 h 621418"/>
                  <a:gd name="csX40" fmla="*/ 180840 w 481325"/>
                  <a:gd name="csY40" fmla="*/ 340015 h 621418"/>
                  <a:gd name="csX41" fmla="*/ 168342 w 481325"/>
                  <a:gd name="csY41" fmla="*/ 316750 h 621418"/>
                  <a:gd name="csX42" fmla="*/ 162786 w 481325"/>
                  <a:gd name="csY42" fmla="*/ 304341 h 621418"/>
                  <a:gd name="csX43" fmla="*/ 153959 w 481325"/>
                  <a:gd name="csY43" fmla="*/ 280463 h 621418"/>
                  <a:gd name="csX44" fmla="*/ 143231 w 481325"/>
                  <a:gd name="csY44" fmla="*/ 268201 h 621418"/>
                  <a:gd name="csX45" fmla="*/ 141096 w 481325"/>
                  <a:gd name="csY45" fmla="*/ 246493 h 621418"/>
                  <a:gd name="csX46" fmla="*/ 133510 w 481325"/>
                  <a:gd name="csY46" fmla="*/ 215932 h 621418"/>
                  <a:gd name="csX47" fmla="*/ 125786 w 481325"/>
                  <a:gd name="csY47" fmla="*/ 201792 h 621418"/>
                  <a:gd name="csX48" fmla="*/ 113580 w 481325"/>
                  <a:gd name="csY48" fmla="*/ 175023 h 621418"/>
                  <a:gd name="csX49" fmla="*/ 104703 w 481325"/>
                  <a:gd name="csY49" fmla="*/ 151035 h 621418"/>
                  <a:gd name="csX50" fmla="*/ 100240 w 481325"/>
                  <a:gd name="csY50" fmla="*/ 135893 h 621418"/>
                  <a:gd name="csX51" fmla="*/ 100240 w 481325"/>
                  <a:gd name="csY51" fmla="*/ 128463 h 621418"/>
                  <a:gd name="csX52" fmla="*/ 99247 w 481325"/>
                  <a:gd name="csY52" fmla="*/ 115142 h 621418"/>
                  <a:gd name="csX53" fmla="*/ 93791 w 481325"/>
                  <a:gd name="csY53" fmla="*/ 109442 h 621418"/>
                  <a:gd name="csX54" fmla="*/ 95549 w 481325"/>
                  <a:gd name="csY54" fmla="*/ 115250 h 621418"/>
                  <a:gd name="csX55" fmla="*/ 90800 w 481325"/>
                  <a:gd name="csY55" fmla="*/ 117023 h 621418"/>
                  <a:gd name="csX56" fmla="*/ 87172 w 481325"/>
                  <a:gd name="csY56" fmla="*/ 114272 h 621418"/>
                  <a:gd name="csX57" fmla="*/ 67148 w 481325"/>
                  <a:gd name="csY57" fmla="*/ 111209 h 621418"/>
                  <a:gd name="csX58" fmla="*/ 49971 w 481325"/>
                  <a:gd name="csY58" fmla="*/ 100232 h 621418"/>
                  <a:gd name="csX59" fmla="*/ 44090 w 481325"/>
                  <a:gd name="csY59" fmla="*/ 90574 h 621418"/>
                  <a:gd name="csX60" fmla="*/ 35863 w 481325"/>
                  <a:gd name="csY60" fmla="*/ 83433 h 621418"/>
                  <a:gd name="csX61" fmla="*/ 32588 w 481325"/>
                  <a:gd name="csY61" fmla="*/ 82069 h 621418"/>
                  <a:gd name="csX62" fmla="*/ 11771 w 481325"/>
                  <a:gd name="csY62" fmla="*/ 68233 h 621418"/>
                  <a:gd name="csX63" fmla="*/ 5348 w 481325"/>
                  <a:gd name="csY63" fmla="*/ 59589 h 621418"/>
                  <a:gd name="csX64" fmla="*/ 1583 w 481325"/>
                  <a:gd name="csY64" fmla="*/ 46912 h 621418"/>
                  <a:gd name="csX65" fmla="*/ 325 w 481325"/>
                  <a:gd name="csY65" fmla="*/ 17525 h 621418"/>
                  <a:gd name="csX66" fmla="*/ 4538 w 481325"/>
                  <a:gd name="csY66" fmla="*/ 6689 h 621418"/>
                  <a:gd name="csX67" fmla="*/ 10480 w 481325"/>
                  <a:gd name="csY67" fmla="*/ 0 h 621418"/>
                  <a:gd name="csX68" fmla="*/ 53074 w 481325"/>
                  <a:gd name="csY68" fmla="*/ 22147 h 621418"/>
                  <a:gd name="csX69" fmla="*/ 133099 w 481325"/>
                  <a:gd name="csY69" fmla="*/ 64285 h 621418"/>
                  <a:gd name="csX70" fmla="*/ 308638 w 481325"/>
                  <a:gd name="csY70" fmla="*/ 150152 h 621418"/>
                  <a:gd name="csX71" fmla="*/ 460324 w 481325"/>
                  <a:gd name="csY71" fmla="*/ 163865 h 621418"/>
                  <a:gd name="csX72" fmla="*/ 466125 w 481325"/>
                  <a:gd name="csY72" fmla="*/ 170071 h 621418"/>
                  <a:gd name="csX73" fmla="*/ 465714 w 481325"/>
                  <a:gd name="csY73" fmla="*/ 176317 h 621418"/>
                  <a:gd name="csX74" fmla="*/ 471176 w 481325"/>
                  <a:gd name="csY74" fmla="*/ 205515 h 621418"/>
                  <a:gd name="csX75" fmla="*/ 478356 w 481325"/>
                  <a:gd name="csY75" fmla="*/ 244968 h 621418"/>
                  <a:gd name="csX76" fmla="*/ 480666 w 481325"/>
                  <a:gd name="csY76" fmla="*/ 291434 h 621418"/>
                  <a:gd name="csX77" fmla="*/ 471606 w 481325"/>
                  <a:gd name="csY77" fmla="*/ 339879 h 621418"/>
                  <a:gd name="csX78" fmla="*/ 467718 w 481325"/>
                  <a:gd name="csY78" fmla="*/ 346935 h 621418"/>
                  <a:gd name="csX79" fmla="*/ 468256 w 481325"/>
                  <a:gd name="csY79" fmla="*/ 419216 h 621418"/>
                  <a:gd name="csX80" fmla="*/ 469120 w 481325"/>
                  <a:gd name="csY80" fmla="*/ 434705 h 621418"/>
                  <a:gd name="csX81" fmla="*/ 451760 w 481325"/>
                  <a:gd name="csY81" fmla="*/ 439004 h 621418"/>
                  <a:gd name="csX82" fmla="*/ 430017 w 481325"/>
                  <a:gd name="csY82" fmla="*/ 458164 h 621418"/>
                  <a:gd name="csX83" fmla="*/ 441207 w 481325"/>
                  <a:gd name="csY83" fmla="*/ 484914 h 621418"/>
                  <a:gd name="csX84" fmla="*/ 455538 w 481325"/>
                  <a:gd name="csY84" fmla="*/ 533438 h 621418"/>
                  <a:gd name="csX85" fmla="*/ 463393 w 481325"/>
                  <a:gd name="csY85" fmla="*/ 557324 h 621418"/>
                  <a:gd name="csX86" fmla="*/ 466107 w 481325"/>
                  <a:gd name="csY86" fmla="*/ 564704 h 621418"/>
                  <a:gd name="csX87" fmla="*/ 427332 w 481325"/>
                  <a:gd name="csY87" fmla="*/ 607875 h 621418"/>
                  <a:gd name="csX88" fmla="*/ 408378 w 481325"/>
                  <a:gd name="csY88" fmla="*/ 619278 h 621418"/>
                  <a:gd name="csX89" fmla="*/ 406733 w 481325"/>
                  <a:gd name="csY89" fmla="*/ 612610 h 621418"/>
                  <a:gd name="csX90" fmla="*/ 398989 w 481325"/>
                  <a:gd name="csY90" fmla="*/ 614115 h 621418"/>
                  <a:gd name="csX91" fmla="*/ 394277 w 481325"/>
                  <a:gd name="csY91" fmla="*/ 621279 h 621418"/>
                  <a:gd name="csX92" fmla="*/ 392709 w 481325"/>
                  <a:gd name="csY92" fmla="*/ 609477 h 62141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Lst>
                <a:rect l="l" t="t" r="r" b="b"/>
                <a:pathLst>
                  <a:path w="481325" h="621418">
                    <a:moveTo>
                      <a:pt x="392709" y="609477"/>
                    </a:moveTo>
                    <a:cubicBezTo>
                      <a:pt x="394253" y="597840"/>
                      <a:pt x="393887" y="596413"/>
                      <a:pt x="388957" y="594848"/>
                    </a:cubicBezTo>
                    <a:cubicBezTo>
                      <a:pt x="381454" y="592467"/>
                      <a:pt x="376874" y="583809"/>
                      <a:pt x="382520" y="582680"/>
                    </a:cubicBezTo>
                    <a:cubicBezTo>
                      <a:pt x="386074" y="581969"/>
                      <a:pt x="385853" y="580904"/>
                      <a:pt x="381003" y="575394"/>
                    </a:cubicBezTo>
                    <a:cubicBezTo>
                      <a:pt x="377016" y="570863"/>
                      <a:pt x="375755" y="570304"/>
                      <a:pt x="376772" y="573517"/>
                    </a:cubicBezTo>
                    <a:cubicBezTo>
                      <a:pt x="378038" y="577517"/>
                      <a:pt x="377495" y="577714"/>
                      <a:pt x="372471" y="575078"/>
                    </a:cubicBezTo>
                    <a:cubicBezTo>
                      <a:pt x="366755" y="572079"/>
                      <a:pt x="366750" y="572094"/>
                      <a:pt x="371638" y="577600"/>
                    </a:cubicBezTo>
                    <a:cubicBezTo>
                      <a:pt x="374343" y="580646"/>
                      <a:pt x="375283" y="583138"/>
                      <a:pt x="373727" y="583138"/>
                    </a:cubicBezTo>
                    <a:cubicBezTo>
                      <a:pt x="372171" y="583138"/>
                      <a:pt x="370131" y="581897"/>
                      <a:pt x="369193" y="580381"/>
                    </a:cubicBezTo>
                    <a:cubicBezTo>
                      <a:pt x="368256" y="578864"/>
                      <a:pt x="366049" y="578176"/>
                      <a:pt x="364289" y="578851"/>
                    </a:cubicBezTo>
                    <a:cubicBezTo>
                      <a:pt x="362530" y="579526"/>
                      <a:pt x="359790" y="579276"/>
                      <a:pt x="358202" y="578294"/>
                    </a:cubicBezTo>
                    <a:cubicBezTo>
                      <a:pt x="354056" y="575732"/>
                      <a:pt x="341762" y="546998"/>
                      <a:pt x="344811" y="546998"/>
                    </a:cubicBezTo>
                    <a:cubicBezTo>
                      <a:pt x="346213" y="546998"/>
                      <a:pt x="347360" y="545839"/>
                      <a:pt x="347360" y="544424"/>
                    </a:cubicBezTo>
                    <a:cubicBezTo>
                      <a:pt x="347360" y="541126"/>
                      <a:pt x="331006" y="534265"/>
                      <a:pt x="329284" y="536840"/>
                    </a:cubicBezTo>
                    <a:cubicBezTo>
                      <a:pt x="328570" y="537907"/>
                      <a:pt x="321020" y="535449"/>
                      <a:pt x="312504" y="531378"/>
                    </a:cubicBezTo>
                    <a:cubicBezTo>
                      <a:pt x="303989" y="527306"/>
                      <a:pt x="298035" y="523928"/>
                      <a:pt x="299274" y="523870"/>
                    </a:cubicBezTo>
                    <a:cubicBezTo>
                      <a:pt x="300512" y="523812"/>
                      <a:pt x="300059" y="521998"/>
                      <a:pt x="298267" y="519838"/>
                    </a:cubicBezTo>
                    <a:cubicBezTo>
                      <a:pt x="296474" y="517678"/>
                      <a:pt x="294620" y="511589"/>
                      <a:pt x="294146" y="506308"/>
                    </a:cubicBezTo>
                    <a:cubicBezTo>
                      <a:pt x="293672" y="501026"/>
                      <a:pt x="292092" y="496307"/>
                      <a:pt x="290635" y="495822"/>
                    </a:cubicBezTo>
                    <a:cubicBezTo>
                      <a:pt x="287387" y="494739"/>
                      <a:pt x="287081" y="485043"/>
                      <a:pt x="290295" y="485043"/>
                    </a:cubicBezTo>
                    <a:cubicBezTo>
                      <a:pt x="291564" y="485043"/>
                      <a:pt x="292539" y="482429"/>
                      <a:pt x="292460" y="479235"/>
                    </a:cubicBezTo>
                    <a:cubicBezTo>
                      <a:pt x="292381" y="476040"/>
                      <a:pt x="293054" y="471684"/>
                      <a:pt x="293954" y="469554"/>
                    </a:cubicBezTo>
                    <a:cubicBezTo>
                      <a:pt x="294994" y="467095"/>
                      <a:pt x="293096" y="463864"/>
                      <a:pt x="288754" y="460702"/>
                    </a:cubicBezTo>
                    <a:cubicBezTo>
                      <a:pt x="282831" y="456387"/>
                      <a:pt x="282139" y="456302"/>
                      <a:pt x="283583" y="460065"/>
                    </a:cubicBezTo>
                    <a:cubicBezTo>
                      <a:pt x="285131" y="464099"/>
                      <a:pt x="284795" y="464110"/>
                      <a:pt x="278874" y="460231"/>
                    </a:cubicBezTo>
                    <a:cubicBezTo>
                      <a:pt x="274972" y="457675"/>
                      <a:pt x="272498" y="453605"/>
                      <a:pt x="272498" y="449744"/>
                    </a:cubicBezTo>
                    <a:cubicBezTo>
                      <a:pt x="272498" y="445927"/>
                      <a:pt x="271409" y="444108"/>
                      <a:pt x="269740" y="445139"/>
                    </a:cubicBezTo>
                    <a:cubicBezTo>
                      <a:pt x="268224" y="446077"/>
                      <a:pt x="267535" y="448283"/>
                      <a:pt x="268211" y="450043"/>
                    </a:cubicBezTo>
                    <a:cubicBezTo>
                      <a:pt x="268886" y="451803"/>
                      <a:pt x="268361" y="454880"/>
                      <a:pt x="267044" y="456881"/>
                    </a:cubicBezTo>
                    <a:cubicBezTo>
                      <a:pt x="265087" y="459853"/>
                      <a:pt x="263712" y="459403"/>
                      <a:pt x="259538" y="454425"/>
                    </a:cubicBezTo>
                    <a:cubicBezTo>
                      <a:pt x="256727" y="451073"/>
                      <a:pt x="254428" y="446676"/>
                      <a:pt x="254428" y="444654"/>
                    </a:cubicBezTo>
                    <a:cubicBezTo>
                      <a:pt x="254428" y="441815"/>
                      <a:pt x="253286" y="441587"/>
                      <a:pt x="249421" y="443656"/>
                    </a:cubicBezTo>
                    <a:cubicBezTo>
                      <a:pt x="243479" y="446836"/>
                      <a:pt x="243193" y="446433"/>
                      <a:pt x="238700" y="428558"/>
                    </a:cubicBezTo>
                    <a:cubicBezTo>
                      <a:pt x="235500" y="415829"/>
                      <a:pt x="234285" y="414272"/>
                      <a:pt x="224166" y="409935"/>
                    </a:cubicBezTo>
                    <a:cubicBezTo>
                      <a:pt x="217728" y="407175"/>
                      <a:pt x="213124" y="403477"/>
                      <a:pt x="213124" y="401065"/>
                    </a:cubicBezTo>
                    <a:cubicBezTo>
                      <a:pt x="213124" y="398790"/>
                      <a:pt x="210220" y="393122"/>
                      <a:pt x="206671" y="388468"/>
                    </a:cubicBezTo>
                    <a:cubicBezTo>
                      <a:pt x="199265" y="378758"/>
                      <a:pt x="198471" y="374041"/>
                      <a:pt x="204242" y="374041"/>
                    </a:cubicBezTo>
                    <a:cubicBezTo>
                      <a:pt x="206455" y="374041"/>
                      <a:pt x="207499" y="372800"/>
                      <a:pt x="206562" y="371283"/>
                    </a:cubicBezTo>
                    <a:cubicBezTo>
                      <a:pt x="205625" y="369767"/>
                      <a:pt x="203299" y="369124"/>
                      <a:pt x="201394" y="369855"/>
                    </a:cubicBezTo>
                    <a:cubicBezTo>
                      <a:pt x="197850" y="371215"/>
                      <a:pt x="182472" y="355734"/>
                      <a:pt x="181743" y="350072"/>
                    </a:cubicBezTo>
                    <a:cubicBezTo>
                      <a:pt x="181521" y="348347"/>
                      <a:pt x="181114" y="343821"/>
                      <a:pt x="180840" y="340015"/>
                    </a:cubicBezTo>
                    <a:cubicBezTo>
                      <a:pt x="179988" y="328208"/>
                      <a:pt x="174287" y="317597"/>
                      <a:pt x="168342" y="316750"/>
                    </a:cubicBezTo>
                    <a:cubicBezTo>
                      <a:pt x="163596" y="316073"/>
                      <a:pt x="162786" y="314266"/>
                      <a:pt x="162786" y="304341"/>
                    </a:cubicBezTo>
                    <a:cubicBezTo>
                      <a:pt x="162786" y="295229"/>
                      <a:pt x="160883" y="290082"/>
                      <a:pt x="153959" y="280463"/>
                    </a:cubicBezTo>
                    <a:cubicBezTo>
                      <a:pt x="149104" y="273719"/>
                      <a:pt x="144276" y="268201"/>
                      <a:pt x="143231" y="268201"/>
                    </a:cubicBezTo>
                    <a:cubicBezTo>
                      <a:pt x="142186" y="268201"/>
                      <a:pt x="141225" y="258432"/>
                      <a:pt x="141096" y="246493"/>
                    </a:cubicBezTo>
                    <a:cubicBezTo>
                      <a:pt x="140831" y="221943"/>
                      <a:pt x="139743" y="217562"/>
                      <a:pt x="133510" y="215932"/>
                    </a:cubicBezTo>
                    <a:cubicBezTo>
                      <a:pt x="130755" y="215211"/>
                      <a:pt x="127873" y="209936"/>
                      <a:pt x="125786" y="201792"/>
                    </a:cubicBezTo>
                    <a:cubicBezTo>
                      <a:pt x="123955" y="194647"/>
                      <a:pt x="118462" y="182601"/>
                      <a:pt x="113580" y="175023"/>
                    </a:cubicBezTo>
                    <a:cubicBezTo>
                      <a:pt x="107284" y="165251"/>
                      <a:pt x="104703" y="158277"/>
                      <a:pt x="104703" y="151035"/>
                    </a:cubicBezTo>
                    <a:cubicBezTo>
                      <a:pt x="104703" y="144982"/>
                      <a:pt x="102887" y="138818"/>
                      <a:pt x="100240" y="135893"/>
                    </a:cubicBezTo>
                    <a:cubicBezTo>
                      <a:pt x="96009" y="131218"/>
                      <a:pt x="96009" y="130831"/>
                      <a:pt x="100240" y="128463"/>
                    </a:cubicBezTo>
                    <a:cubicBezTo>
                      <a:pt x="106103" y="125181"/>
                      <a:pt x="105871" y="122062"/>
                      <a:pt x="99247" y="115142"/>
                    </a:cubicBezTo>
                    <a:lnTo>
                      <a:pt x="93791" y="109442"/>
                    </a:lnTo>
                    <a:lnTo>
                      <a:pt x="95549" y="115250"/>
                    </a:lnTo>
                    <a:cubicBezTo>
                      <a:pt x="97517" y="121752"/>
                      <a:pt x="93229" y="123352"/>
                      <a:pt x="90800" y="117023"/>
                    </a:cubicBezTo>
                    <a:cubicBezTo>
                      <a:pt x="89948" y="114803"/>
                      <a:pt x="88316" y="113565"/>
                      <a:pt x="87172" y="114272"/>
                    </a:cubicBezTo>
                    <a:cubicBezTo>
                      <a:pt x="86029" y="114978"/>
                      <a:pt x="77018" y="113600"/>
                      <a:pt x="67148" y="111209"/>
                    </a:cubicBezTo>
                    <a:cubicBezTo>
                      <a:pt x="50330" y="107134"/>
                      <a:pt x="49251" y="106444"/>
                      <a:pt x="49971" y="100232"/>
                    </a:cubicBezTo>
                    <a:cubicBezTo>
                      <a:pt x="50552" y="95214"/>
                      <a:pt x="49124" y="92867"/>
                      <a:pt x="44090" y="90574"/>
                    </a:cubicBezTo>
                    <a:cubicBezTo>
                      <a:pt x="40433" y="88908"/>
                      <a:pt x="36731" y="85694"/>
                      <a:pt x="35863" y="83433"/>
                    </a:cubicBezTo>
                    <a:cubicBezTo>
                      <a:pt x="34873" y="80853"/>
                      <a:pt x="33654" y="80345"/>
                      <a:pt x="32588" y="82069"/>
                    </a:cubicBezTo>
                    <a:cubicBezTo>
                      <a:pt x="30403" y="85606"/>
                      <a:pt x="11771" y="73222"/>
                      <a:pt x="11771" y="68233"/>
                    </a:cubicBezTo>
                    <a:cubicBezTo>
                      <a:pt x="11771" y="66258"/>
                      <a:pt x="8881" y="62368"/>
                      <a:pt x="5348" y="59589"/>
                    </a:cubicBezTo>
                    <a:cubicBezTo>
                      <a:pt x="-304" y="55143"/>
                      <a:pt x="-756" y="53621"/>
                      <a:pt x="1583" y="46912"/>
                    </a:cubicBezTo>
                    <a:cubicBezTo>
                      <a:pt x="4225" y="39332"/>
                      <a:pt x="3631" y="25451"/>
                      <a:pt x="325" y="17525"/>
                    </a:cubicBezTo>
                    <a:cubicBezTo>
                      <a:pt x="-744" y="14961"/>
                      <a:pt x="864" y="10824"/>
                      <a:pt x="4538" y="6689"/>
                    </a:cubicBezTo>
                    <a:lnTo>
                      <a:pt x="10480" y="0"/>
                    </a:lnTo>
                    <a:lnTo>
                      <a:pt x="53074" y="22147"/>
                    </a:lnTo>
                    <a:cubicBezTo>
                      <a:pt x="76501" y="34328"/>
                      <a:pt x="112512" y="53290"/>
                      <a:pt x="133099" y="64285"/>
                    </a:cubicBezTo>
                    <a:cubicBezTo>
                      <a:pt x="293633" y="150024"/>
                      <a:pt x="290844" y="148660"/>
                      <a:pt x="308638" y="150152"/>
                    </a:cubicBezTo>
                    <a:cubicBezTo>
                      <a:pt x="379829" y="156121"/>
                      <a:pt x="453326" y="162765"/>
                      <a:pt x="460324" y="163865"/>
                    </a:cubicBezTo>
                    <a:cubicBezTo>
                      <a:pt x="467642" y="165014"/>
                      <a:pt x="468398" y="165824"/>
                      <a:pt x="466125" y="170071"/>
                    </a:cubicBezTo>
                    <a:cubicBezTo>
                      <a:pt x="464688" y="172758"/>
                      <a:pt x="464502" y="175568"/>
                      <a:pt x="465714" y="176317"/>
                    </a:cubicBezTo>
                    <a:cubicBezTo>
                      <a:pt x="466925" y="177066"/>
                      <a:pt x="469383" y="190205"/>
                      <a:pt x="471176" y="205515"/>
                    </a:cubicBezTo>
                    <a:cubicBezTo>
                      <a:pt x="472969" y="220825"/>
                      <a:pt x="476200" y="238579"/>
                      <a:pt x="478356" y="244968"/>
                    </a:cubicBezTo>
                    <a:cubicBezTo>
                      <a:pt x="481464" y="254178"/>
                      <a:pt x="481943" y="263804"/>
                      <a:pt x="480666" y="291434"/>
                    </a:cubicBezTo>
                    <a:cubicBezTo>
                      <a:pt x="478736" y="333232"/>
                      <a:pt x="477318" y="340812"/>
                      <a:pt x="471606" y="339879"/>
                    </a:cubicBezTo>
                    <a:cubicBezTo>
                      <a:pt x="468443" y="339362"/>
                      <a:pt x="467477" y="341115"/>
                      <a:pt x="467718" y="346935"/>
                    </a:cubicBezTo>
                    <a:cubicBezTo>
                      <a:pt x="467998" y="353675"/>
                      <a:pt x="468241" y="386395"/>
                      <a:pt x="468256" y="419216"/>
                    </a:cubicBezTo>
                    <a:cubicBezTo>
                      <a:pt x="468259" y="424895"/>
                      <a:pt x="468647" y="431865"/>
                      <a:pt x="469120" y="434705"/>
                    </a:cubicBezTo>
                    <a:cubicBezTo>
                      <a:pt x="469922" y="439526"/>
                      <a:pt x="468775" y="439811"/>
                      <a:pt x="451760" y="439004"/>
                    </a:cubicBezTo>
                    <a:cubicBezTo>
                      <a:pt x="428789" y="437915"/>
                      <a:pt x="426025" y="440351"/>
                      <a:pt x="430017" y="458164"/>
                    </a:cubicBezTo>
                    <a:cubicBezTo>
                      <a:pt x="431548" y="464996"/>
                      <a:pt x="436584" y="477034"/>
                      <a:pt x="441207" y="484914"/>
                    </a:cubicBezTo>
                    <a:cubicBezTo>
                      <a:pt x="456169" y="510414"/>
                      <a:pt x="459720" y="522439"/>
                      <a:pt x="455538" y="533438"/>
                    </a:cubicBezTo>
                    <a:cubicBezTo>
                      <a:pt x="452990" y="540141"/>
                      <a:pt x="458641" y="557324"/>
                      <a:pt x="463393" y="557324"/>
                    </a:cubicBezTo>
                    <a:cubicBezTo>
                      <a:pt x="464886" y="557324"/>
                      <a:pt x="466107" y="560645"/>
                      <a:pt x="466107" y="564704"/>
                    </a:cubicBezTo>
                    <a:cubicBezTo>
                      <a:pt x="466107" y="574709"/>
                      <a:pt x="449340" y="593376"/>
                      <a:pt x="427332" y="607875"/>
                    </a:cubicBezTo>
                    <a:cubicBezTo>
                      <a:pt x="417812" y="614147"/>
                      <a:pt x="409283" y="619278"/>
                      <a:pt x="408378" y="619278"/>
                    </a:cubicBezTo>
                    <a:cubicBezTo>
                      <a:pt x="407473" y="619278"/>
                      <a:pt x="406733" y="616277"/>
                      <a:pt x="406733" y="612610"/>
                    </a:cubicBezTo>
                    <a:cubicBezTo>
                      <a:pt x="406733" y="604379"/>
                      <a:pt x="401025" y="605489"/>
                      <a:pt x="398989" y="614115"/>
                    </a:cubicBezTo>
                    <a:cubicBezTo>
                      <a:pt x="398201" y="617454"/>
                      <a:pt x="396080" y="620678"/>
                      <a:pt x="394277" y="621279"/>
                    </a:cubicBezTo>
                    <a:cubicBezTo>
                      <a:pt x="391773" y="622114"/>
                      <a:pt x="391403" y="619327"/>
                      <a:pt x="392709" y="609477"/>
                    </a:cubicBezTo>
                    <a:close/>
                  </a:path>
                </a:pathLst>
              </a:custGeom>
              <a:solidFill>
                <a:srgbClr val="B9B9B9"/>
              </a:solidFill>
              <a:ln w="5163" cap="flat">
                <a:noFill/>
                <a:prstDash val="solid"/>
                <a:miter/>
              </a:ln>
            </p:spPr>
            <p:txBody>
              <a:bodyPr/>
              <a:lstStyle/>
              <a:p>
                <a:endParaRPr lang="es-419" noProof="0" dirty="0"/>
              </a:p>
            </p:txBody>
          </p:sp>
          <p:sp>
            <p:nvSpPr>
              <p:cNvPr id="117" name="Forma libre: forma 116">
                <a:extLst>
                  <a:ext uri="{FF2B5EF4-FFF2-40B4-BE49-F238E27FC236}">
                    <a16:creationId xmlns:a16="http://schemas.microsoft.com/office/drawing/2014/main" id="{C53A7DC9-6EBB-3F67-F91E-FBA090E4CF2D}"/>
                  </a:ext>
                </a:extLst>
              </p:cNvPr>
              <p:cNvSpPr/>
              <p:nvPr/>
            </p:nvSpPr>
            <p:spPr>
              <a:xfrm>
                <a:off x="356836" y="1137381"/>
                <a:ext cx="20516" cy="20135"/>
              </a:xfrm>
              <a:custGeom>
                <a:avLst/>
                <a:gdLst>
                  <a:gd name="csX0" fmla="*/ 3031 w 20516"/>
                  <a:gd name="csY0" fmla="*/ 13790 h 20135"/>
                  <a:gd name="csX1" fmla="*/ 11787 w 20516"/>
                  <a:gd name="csY1" fmla="*/ 6812 h 20135"/>
                  <a:gd name="csX2" fmla="*/ 16388 w 20516"/>
                  <a:gd name="csY2" fmla="*/ 8970 h 20135"/>
                  <a:gd name="csX3" fmla="*/ 17667 w 20516"/>
                  <a:gd name="csY3" fmla="*/ 5896 h 20135"/>
                  <a:gd name="csX4" fmla="*/ 16630 w 20516"/>
                  <a:gd name="csY4" fmla="*/ 16309 h 20135"/>
                  <a:gd name="csX5" fmla="*/ 3031 w 20516"/>
                  <a:gd name="csY5" fmla="*/ 13790 h 20135"/>
                </a:gdLst>
                <a:ahLst/>
                <a:cxnLst>
                  <a:cxn ang="0">
                    <a:pos x="csX0" y="csY0"/>
                  </a:cxn>
                  <a:cxn ang="0">
                    <a:pos x="csX1" y="csY1"/>
                  </a:cxn>
                  <a:cxn ang="0">
                    <a:pos x="csX2" y="csY2"/>
                  </a:cxn>
                  <a:cxn ang="0">
                    <a:pos x="csX3" y="csY3"/>
                  </a:cxn>
                  <a:cxn ang="0">
                    <a:pos x="csX4" y="csY4"/>
                  </a:cxn>
                  <a:cxn ang="0">
                    <a:pos x="csX5" y="csY5"/>
                  </a:cxn>
                </a:cxnLst>
                <a:rect l="l" t="t" r="r" b="b"/>
                <a:pathLst>
                  <a:path w="20516" h="20135">
                    <a:moveTo>
                      <a:pt x="3031" y="13790"/>
                    </a:moveTo>
                    <a:cubicBezTo>
                      <a:pt x="-3651" y="-875"/>
                      <a:pt x="1356" y="-4865"/>
                      <a:pt x="11787" y="6812"/>
                    </a:cubicBezTo>
                    <a:cubicBezTo>
                      <a:pt x="16355" y="11926"/>
                      <a:pt x="17642" y="12530"/>
                      <a:pt x="16388" y="8970"/>
                    </a:cubicBezTo>
                    <a:cubicBezTo>
                      <a:pt x="15184" y="5554"/>
                      <a:pt x="15578" y="4605"/>
                      <a:pt x="17667" y="5896"/>
                    </a:cubicBezTo>
                    <a:cubicBezTo>
                      <a:pt x="21766" y="8429"/>
                      <a:pt x="21462" y="11477"/>
                      <a:pt x="16630" y="16309"/>
                    </a:cubicBezTo>
                    <a:cubicBezTo>
                      <a:pt x="10809" y="22130"/>
                      <a:pt x="6464" y="21325"/>
                      <a:pt x="3031" y="13790"/>
                    </a:cubicBezTo>
                    <a:close/>
                  </a:path>
                </a:pathLst>
              </a:custGeom>
              <a:solidFill>
                <a:srgbClr val="B9B9B9"/>
              </a:solidFill>
              <a:ln w="5163" cap="flat">
                <a:noFill/>
                <a:prstDash val="solid"/>
                <a:miter/>
              </a:ln>
            </p:spPr>
            <p:txBody>
              <a:bodyPr/>
              <a:lstStyle/>
              <a:p>
                <a:endParaRPr lang="es-419" noProof="0" dirty="0"/>
              </a:p>
            </p:txBody>
          </p:sp>
        </p:grpSp>
      </p:grpSp>
    </p:spTree>
    <p:extLst>
      <p:ext uri="{BB962C8B-B14F-4D97-AF65-F5344CB8AC3E}">
        <p14:creationId xmlns:p14="http://schemas.microsoft.com/office/powerpoint/2010/main" val="24970875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nodeType="with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wipe(down)">
                                      <p:cBhvr>
                                        <p:cTn id="7" dur="580">
                                          <p:stCondLst>
                                            <p:cond delay="0"/>
                                          </p:stCondLst>
                                        </p:cTn>
                                        <p:tgtEl>
                                          <p:spTgt spid="36"/>
                                        </p:tgtEl>
                                      </p:cBhvr>
                                    </p:animEffect>
                                    <p:anim calcmode="lin" valueType="num">
                                      <p:cBhvr>
                                        <p:cTn id="8" dur="1822" tmFilter="0,0; 0.14,0.36; 0.43,0.73; 0.71,0.91; 1.0,1.0">
                                          <p:stCondLst>
                                            <p:cond delay="0"/>
                                          </p:stCondLst>
                                        </p:cTn>
                                        <p:tgtEl>
                                          <p:spTgt spid="36"/>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36"/>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36"/>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36"/>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36"/>
                                        </p:tgtEl>
                                        <p:attrNameLst>
                                          <p:attrName>ppt_y</p:attrName>
                                        </p:attrNameLst>
                                      </p:cBhvr>
                                      <p:tavLst>
                                        <p:tav tm="0" fmla="#ppt_y-sin(pi*$)/81">
                                          <p:val>
                                            <p:fltVal val="0"/>
                                          </p:val>
                                        </p:tav>
                                        <p:tav tm="100000">
                                          <p:val>
                                            <p:fltVal val="1"/>
                                          </p:val>
                                        </p:tav>
                                      </p:tavLst>
                                    </p:anim>
                                    <p:animScale>
                                      <p:cBhvr>
                                        <p:cTn id="13" dur="26">
                                          <p:stCondLst>
                                            <p:cond delay="650"/>
                                          </p:stCondLst>
                                        </p:cTn>
                                        <p:tgtEl>
                                          <p:spTgt spid="36"/>
                                        </p:tgtEl>
                                      </p:cBhvr>
                                      <p:to x="100000" y="60000"/>
                                    </p:animScale>
                                    <p:animScale>
                                      <p:cBhvr>
                                        <p:cTn id="14" dur="166" decel="50000">
                                          <p:stCondLst>
                                            <p:cond delay="676"/>
                                          </p:stCondLst>
                                        </p:cTn>
                                        <p:tgtEl>
                                          <p:spTgt spid="36"/>
                                        </p:tgtEl>
                                      </p:cBhvr>
                                      <p:to x="100000" y="100000"/>
                                    </p:animScale>
                                    <p:animScale>
                                      <p:cBhvr>
                                        <p:cTn id="15" dur="26">
                                          <p:stCondLst>
                                            <p:cond delay="1312"/>
                                          </p:stCondLst>
                                        </p:cTn>
                                        <p:tgtEl>
                                          <p:spTgt spid="36"/>
                                        </p:tgtEl>
                                      </p:cBhvr>
                                      <p:to x="100000" y="80000"/>
                                    </p:animScale>
                                    <p:animScale>
                                      <p:cBhvr>
                                        <p:cTn id="16" dur="166" decel="50000">
                                          <p:stCondLst>
                                            <p:cond delay="1338"/>
                                          </p:stCondLst>
                                        </p:cTn>
                                        <p:tgtEl>
                                          <p:spTgt spid="36"/>
                                        </p:tgtEl>
                                      </p:cBhvr>
                                      <p:to x="100000" y="100000"/>
                                    </p:animScale>
                                    <p:animScale>
                                      <p:cBhvr>
                                        <p:cTn id="17" dur="26">
                                          <p:stCondLst>
                                            <p:cond delay="1642"/>
                                          </p:stCondLst>
                                        </p:cTn>
                                        <p:tgtEl>
                                          <p:spTgt spid="36"/>
                                        </p:tgtEl>
                                      </p:cBhvr>
                                      <p:to x="100000" y="90000"/>
                                    </p:animScale>
                                    <p:animScale>
                                      <p:cBhvr>
                                        <p:cTn id="18" dur="166" decel="50000">
                                          <p:stCondLst>
                                            <p:cond delay="1668"/>
                                          </p:stCondLst>
                                        </p:cTn>
                                        <p:tgtEl>
                                          <p:spTgt spid="36"/>
                                        </p:tgtEl>
                                      </p:cBhvr>
                                      <p:to x="100000" y="100000"/>
                                    </p:animScale>
                                    <p:animScale>
                                      <p:cBhvr>
                                        <p:cTn id="19" dur="26">
                                          <p:stCondLst>
                                            <p:cond delay="1808"/>
                                          </p:stCondLst>
                                        </p:cTn>
                                        <p:tgtEl>
                                          <p:spTgt spid="36"/>
                                        </p:tgtEl>
                                      </p:cBhvr>
                                      <p:to x="100000" y="95000"/>
                                    </p:animScale>
                                    <p:animScale>
                                      <p:cBhvr>
                                        <p:cTn id="20" dur="166" decel="50000">
                                          <p:stCondLst>
                                            <p:cond delay="1834"/>
                                          </p:stCondLst>
                                        </p:cTn>
                                        <p:tgtEl>
                                          <p:spTgt spid="36"/>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xml><?xml version="1.0" encoding="utf-8"?>
<p:sld xmlns:a="http://schemas.openxmlformats.org/drawingml/2006/main" xmlns:r="http://schemas.openxmlformats.org/officeDocument/2006/relationships" xmlns:p="http://schemas.openxmlformats.org/presentationml/2006/main">
  <p:cSld>
    <p:bg>
      <p:bgPr>
        <a:solidFill>
          <a:srgbClr val="F0F6FC"/>
        </a:solidFill>
        <a:effectLst/>
      </p:bgPr>
    </p:bg>
    <p:spTree>
      <p:nvGrpSpPr>
        <p:cNvPr id="1" name="">
          <a:extLst>
            <a:ext uri="{FF2B5EF4-FFF2-40B4-BE49-F238E27FC236}">
              <a16:creationId xmlns:a16="http://schemas.microsoft.com/office/drawing/2014/main" id="{AB74159D-2AE9-938D-84E2-D24A55901B81}"/>
            </a:ext>
          </a:extLst>
        </p:cNvPr>
        <p:cNvGrpSpPr/>
        <p:nvPr/>
      </p:nvGrpSpPr>
      <p:grpSpPr>
        <a:xfrm>
          <a:off x="0" y="0"/>
          <a:ext cx="0" cy="0"/>
          <a:chOff x="0" y="0"/>
          <a:chExt cx="0" cy="0"/>
        </a:xfrm>
      </p:grpSpPr>
      <p:sp>
        <p:nvSpPr>
          <p:cNvPr id="2" name="Shape 0">
            <a:extLst>
              <a:ext uri="{FF2B5EF4-FFF2-40B4-BE49-F238E27FC236}">
                <a16:creationId xmlns:a16="http://schemas.microsoft.com/office/drawing/2014/main" id="{8FE93869-F120-E777-3EC9-4258FC160D2A}"/>
              </a:ext>
            </a:extLst>
          </p:cNvPr>
          <p:cNvSpPr/>
          <p:nvPr/>
        </p:nvSpPr>
        <p:spPr>
          <a:xfrm>
            <a:off x="0" y="0"/>
            <a:ext cx="9144000" cy="38405"/>
          </a:xfrm>
          <a:prstGeom prst="rect">
            <a:avLst/>
          </a:prstGeom>
          <a:solidFill>
            <a:srgbClr val="EB6C01"/>
          </a:solidFill>
          <a:ln w="12700">
            <a:solidFill>
              <a:srgbClr val="EB6C01"/>
            </a:solidFill>
            <a:prstDash val="solid"/>
          </a:ln>
        </p:spPr>
        <p:txBody>
          <a:bodyPr/>
          <a:lstStyle/>
          <a:p>
            <a:endParaRPr lang="es-419" noProof="0" dirty="0"/>
          </a:p>
        </p:txBody>
      </p:sp>
      <p:sp>
        <p:nvSpPr>
          <p:cNvPr id="3" name="Shape 1">
            <a:extLst>
              <a:ext uri="{FF2B5EF4-FFF2-40B4-BE49-F238E27FC236}">
                <a16:creationId xmlns:a16="http://schemas.microsoft.com/office/drawing/2014/main" id="{1A7B24F0-C169-8A68-B6F4-1C9DD1829974}"/>
              </a:ext>
            </a:extLst>
          </p:cNvPr>
          <p:cNvSpPr/>
          <p:nvPr/>
        </p:nvSpPr>
        <p:spPr>
          <a:xfrm>
            <a:off x="0" y="38405"/>
            <a:ext cx="9144000" cy="667512"/>
          </a:xfrm>
          <a:prstGeom prst="rect">
            <a:avLst/>
          </a:prstGeom>
          <a:solidFill>
            <a:srgbClr val="1A3464"/>
          </a:solidFill>
          <a:ln w="12700">
            <a:solidFill>
              <a:srgbClr val="1A3464"/>
            </a:solidFill>
            <a:prstDash val="solid"/>
          </a:ln>
        </p:spPr>
        <p:txBody>
          <a:bodyPr/>
          <a:lstStyle/>
          <a:p>
            <a:endParaRPr lang="es-419" noProof="0" dirty="0"/>
          </a:p>
        </p:txBody>
      </p:sp>
      <p:sp>
        <p:nvSpPr>
          <p:cNvPr id="4" name="Shape 2">
            <a:extLst>
              <a:ext uri="{FF2B5EF4-FFF2-40B4-BE49-F238E27FC236}">
                <a16:creationId xmlns:a16="http://schemas.microsoft.com/office/drawing/2014/main" id="{78004DFC-8469-4C7C-9672-16DF213C3785}"/>
              </a:ext>
            </a:extLst>
          </p:cNvPr>
          <p:cNvSpPr/>
          <p:nvPr/>
        </p:nvSpPr>
        <p:spPr>
          <a:xfrm>
            <a:off x="384048" y="117043"/>
            <a:ext cx="685800" cy="237744"/>
          </a:xfrm>
          <a:prstGeom prst="rect">
            <a:avLst/>
          </a:prstGeom>
          <a:solidFill>
            <a:srgbClr val="EB6C01"/>
          </a:solidFill>
          <a:ln w="12700">
            <a:solidFill>
              <a:srgbClr val="EB6C01"/>
            </a:solidFill>
            <a:prstDash val="solid"/>
          </a:ln>
        </p:spPr>
        <p:txBody>
          <a:bodyPr/>
          <a:lstStyle/>
          <a:p>
            <a:endParaRPr lang="es-419" noProof="0" dirty="0"/>
          </a:p>
        </p:txBody>
      </p:sp>
      <p:sp>
        <p:nvSpPr>
          <p:cNvPr id="5" name="Text 3">
            <a:extLst>
              <a:ext uri="{FF2B5EF4-FFF2-40B4-BE49-F238E27FC236}">
                <a16:creationId xmlns:a16="http://schemas.microsoft.com/office/drawing/2014/main" id="{92031630-A5F5-9559-A28F-1AC310EAA3BB}"/>
              </a:ext>
            </a:extLst>
          </p:cNvPr>
          <p:cNvSpPr/>
          <p:nvPr/>
        </p:nvSpPr>
        <p:spPr>
          <a:xfrm>
            <a:off x="384048" y="117043"/>
            <a:ext cx="685800" cy="237744"/>
          </a:xfrm>
          <a:prstGeom prst="rect">
            <a:avLst/>
          </a:prstGeom>
          <a:noFill/>
          <a:ln/>
        </p:spPr>
        <p:txBody>
          <a:bodyPr wrap="square" lIns="0" tIns="0" rIns="0" bIns="0" rtlCol="0" anchor="ctr"/>
          <a:lstStyle/>
          <a:p>
            <a:pPr marL="0" indent="0" algn="ctr">
              <a:buNone/>
            </a:pPr>
            <a:r>
              <a:rPr lang="es-419" sz="650" b="1" kern="0" spc="150" noProof="0" dirty="0">
                <a:solidFill>
                  <a:srgbClr val="FFFFFF"/>
                </a:solidFill>
                <a:latin typeface="Montserrat" pitchFamily="34" charset="0"/>
              </a:rPr>
              <a:t>LEVANT. GRAL</a:t>
            </a:r>
            <a:endParaRPr lang="es-419" sz="650" noProof="0" dirty="0"/>
          </a:p>
        </p:txBody>
      </p:sp>
      <p:sp>
        <p:nvSpPr>
          <p:cNvPr id="6" name="Text 4">
            <a:extLst>
              <a:ext uri="{FF2B5EF4-FFF2-40B4-BE49-F238E27FC236}">
                <a16:creationId xmlns:a16="http://schemas.microsoft.com/office/drawing/2014/main" id="{ACF55098-AF52-787A-E4EF-EABF51EC5E23}"/>
              </a:ext>
            </a:extLst>
          </p:cNvPr>
          <p:cNvSpPr/>
          <p:nvPr/>
        </p:nvSpPr>
        <p:spPr>
          <a:xfrm>
            <a:off x="1170432" y="91440"/>
            <a:ext cx="5029200" cy="402336"/>
          </a:xfrm>
          <a:prstGeom prst="rect">
            <a:avLst/>
          </a:prstGeom>
          <a:noFill/>
          <a:ln/>
        </p:spPr>
        <p:txBody>
          <a:bodyPr wrap="square" lIns="0" tIns="0" rIns="0" bIns="0" rtlCol="0" anchor="ctr"/>
          <a:lstStyle/>
          <a:p>
            <a:pPr marL="0" indent="0">
              <a:buNone/>
            </a:pPr>
            <a:r>
              <a:rPr lang="es-419" sz="2000" b="1" noProof="0" dirty="0">
                <a:solidFill>
                  <a:srgbClr val="FFFFFF"/>
                </a:solidFill>
                <a:latin typeface="Montserrat" pitchFamily="34" charset="0"/>
              </a:rPr>
              <a:t>FASE 4</a:t>
            </a:r>
            <a:endParaRPr lang="es-419" sz="2000" noProof="0" dirty="0"/>
          </a:p>
        </p:txBody>
      </p:sp>
      <p:sp>
        <p:nvSpPr>
          <p:cNvPr id="7" name="Text 5">
            <a:extLst>
              <a:ext uri="{FF2B5EF4-FFF2-40B4-BE49-F238E27FC236}">
                <a16:creationId xmlns:a16="http://schemas.microsoft.com/office/drawing/2014/main" id="{9ED8CB67-11DC-D2A9-DD8C-1FB614052C97}"/>
              </a:ext>
            </a:extLst>
          </p:cNvPr>
          <p:cNvSpPr/>
          <p:nvPr/>
        </p:nvSpPr>
        <p:spPr>
          <a:xfrm>
            <a:off x="1170432" y="475488"/>
            <a:ext cx="3200400" cy="182880"/>
          </a:xfrm>
          <a:prstGeom prst="rect">
            <a:avLst/>
          </a:prstGeom>
          <a:noFill/>
          <a:ln/>
        </p:spPr>
        <p:txBody>
          <a:bodyPr wrap="square" lIns="0" tIns="0" rIns="0" bIns="0" rtlCol="0" anchor="ctr"/>
          <a:lstStyle/>
          <a:p>
            <a:pPr marL="0" indent="0">
              <a:buNone/>
            </a:pPr>
            <a:r>
              <a:rPr lang="es-419" sz="950" noProof="0" dirty="0">
                <a:solidFill>
                  <a:srgbClr val="8FAECB"/>
                </a:solidFill>
                <a:latin typeface="Montserrat" pitchFamily="34" charset="0"/>
              </a:rPr>
              <a:t>MA Zomeyucan </a:t>
            </a:r>
            <a:endParaRPr lang="es-419" sz="950" noProof="0" dirty="0"/>
          </a:p>
        </p:txBody>
      </p:sp>
      <p:sp>
        <p:nvSpPr>
          <p:cNvPr id="8" name="Text 6">
            <a:extLst>
              <a:ext uri="{FF2B5EF4-FFF2-40B4-BE49-F238E27FC236}">
                <a16:creationId xmlns:a16="http://schemas.microsoft.com/office/drawing/2014/main" id="{FD972CD4-8416-BB61-A6A8-FC3F0F8CBE33}"/>
              </a:ext>
            </a:extLst>
          </p:cNvPr>
          <p:cNvSpPr/>
          <p:nvPr/>
        </p:nvSpPr>
        <p:spPr>
          <a:xfrm>
            <a:off x="7132320" y="246888"/>
            <a:ext cx="1828800" cy="182880"/>
          </a:xfrm>
          <a:prstGeom prst="rect">
            <a:avLst/>
          </a:prstGeom>
          <a:noFill/>
          <a:ln/>
        </p:spPr>
        <p:txBody>
          <a:bodyPr wrap="square" lIns="0" tIns="0" rIns="0" bIns="0" rtlCol="0" anchor="ctr"/>
          <a:lstStyle/>
          <a:p>
            <a:pPr marL="0" indent="0" algn="r">
              <a:buNone/>
            </a:pPr>
            <a:r>
              <a:rPr lang="es-419" sz="700" b="1" kern="0" spc="150" noProof="0" dirty="0">
                <a:solidFill>
                  <a:srgbClr val="EB6C01"/>
                </a:solidFill>
                <a:latin typeface="Montserrat" pitchFamily="34" charset="0"/>
                <a:ea typeface="Montserrat" pitchFamily="34" charset="-122"/>
                <a:cs typeface="Montserrat" pitchFamily="34" charset="-120"/>
              </a:rPr>
              <a:t>SEMANA 18  ·  2025</a:t>
            </a:r>
            <a:endParaRPr lang="es-419" sz="700" noProof="0" dirty="0"/>
          </a:p>
        </p:txBody>
      </p:sp>
      <p:sp>
        <p:nvSpPr>
          <p:cNvPr id="9" name="Shape 7">
            <a:extLst>
              <a:ext uri="{FF2B5EF4-FFF2-40B4-BE49-F238E27FC236}">
                <a16:creationId xmlns:a16="http://schemas.microsoft.com/office/drawing/2014/main" id="{6D37F59B-DAF9-A113-1E1E-E3CCF0B5C7EA}"/>
              </a:ext>
            </a:extLst>
          </p:cNvPr>
          <p:cNvSpPr/>
          <p:nvPr/>
        </p:nvSpPr>
        <p:spPr>
          <a:xfrm>
            <a:off x="0" y="705917"/>
            <a:ext cx="2779776" cy="4163263"/>
          </a:xfrm>
          <a:prstGeom prst="rect">
            <a:avLst/>
          </a:prstGeom>
          <a:solidFill>
            <a:srgbClr val="FFFFFF"/>
          </a:solidFill>
          <a:ln w="12700">
            <a:solidFill>
              <a:srgbClr val="D4E4F2"/>
            </a:solidFill>
            <a:prstDash val="solid"/>
          </a:ln>
        </p:spPr>
        <p:txBody>
          <a:bodyPr/>
          <a:lstStyle/>
          <a:p>
            <a:endParaRPr lang="es-419" noProof="0" dirty="0"/>
          </a:p>
        </p:txBody>
      </p:sp>
      <p:sp>
        <p:nvSpPr>
          <p:cNvPr id="10" name="Text 8">
            <a:extLst>
              <a:ext uri="{FF2B5EF4-FFF2-40B4-BE49-F238E27FC236}">
                <a16:creationId xmlns:a16="http://schemas.microsoft.com/office/drawing/2014/main" id="{218760C0-B18C-8BBD-7BC0-D967E4480C8B}"/>
              </a:ext>
            </a:extLst>
          </p:cNvPr>
          <p:cNvSpPr/>
          <p:nvPr/>
        </p:nvSpPr>
        <p:spPr>
          <a:xfrm>
            <a:off x="118872" y="768096"/>
            <a:ext cx="2468880" cy="146304"/>
          </a:xfrm>
          <a:prstGeom prst="rect">
            <a:avLst/>
          </a:prstGeom>
          <a:noFill/>
          <a:ln/>
        </p:spPr>
        <p:txBody>
          <a:bodyPr wrap="square" lIns="0" tIns="0" rIns="0" bIns="0" rtlCol="0" anchor="ctr"/>
          <a:lstStyle/>
          <a:p>
            <a:pPr marL="0" indent="0">
              <a:buNone/>
            </a:pPr>
            <a:r>
              <a:rPr lang="es-419" sz="650" b="1" kern="0" spc="250" noProof="0" dirty="0">
                <a:solidFill>
                  <a:srgbClr val="8FAECB"/>
                </a:solidFill>
                <a:latin typeface="Montserrat" pitchFamily="34" charset="0"/>
                <a:ea typeface="Montserrat" pitchFamily="34" charset="-122"/>
                <a:cs typeface="Montserrat" pitchFamily="34" charset="-120"/>
              </a:rPr>
              <a:t>UBICACIÓN EN MÉXICO</a:t>
            </a:r>
            <a:endParaRPr lang="es-419" sz="650" noProof="0" dirty="0"/>
          </a:p>
        </p:txBody>
      </p:sp>
      <p:sp>
        <p:nvSpPr>
          <p:cNvPr id="12" name="Text 9">
            <a:extLst>
              <a:ext uri="{FF2B5EF4-FFF2-40B4-BE49-F238E27FC236}">
                <a16:creationId xmlns:a16="http://schemas.microsoft.com/office/drawing/2014/main" id="{662AC4D0-5F29-C1C3-0A27-290D4F717642}"/>
              </a:ext>
            </a:extLst>
          </p:cNvPr>
          <p:cNvSpPr/>
          <p:nvPr/>
        </p:nvSpPr>
        <p:spPr>
          <a:xfrm>
            <a:off x="73152" y="2944368"/>
            <a:ext cx="2633472" cy="182880"/>
          </a:xfrm>
          <a:prstGeom prst="rect">
            <a:avLst/>
          </a:prstGeom>
          <a:noFill/>
          <a:ln/>
        </p:spPr>
        <p:txBody>
          <a:bodyPr wrap="square" lIns="0" tIns="0" rIns="0" bIns="0" rtlCol="0" anchor="ctr"/>
          <a:lstStyle/>
          <a:p>
            <a:pPr marL="0" indent="0" algn="ctr">
              <a:buNone/>
            </a:pPr>
            <a:r>
              <a:rPr lang="es-419" sz="750" b="1" kern="0" spc="200" noProof="0" dirty="0">
                <a:solidFill>
                  <a:srgbClr val="EB6C01"/>
                </a:solidFill>
                <a:latin typeface="Montserrat" pitchFamily="34" charset="0"/>
              </a:rPr>
              <a:t>NAUCALPAN, ESTADO DE MÉX.</a:t>
            </a:r>
            <a:endParaRPr lang="es-419" sz="750" noProof="0" dirty="0"/>
          </a:p>
        </p:txBody>
      </p:sp>
      <p:sp>
        <p:nvSpPr>
          <p:cNvPr id="13" name="Text 10">
            <a:extLst>
              <a:ext uri="{FF2B5EF4-FFF2-40B4-BE49-F238E27FC236}">
                <a16:creationId xmlns:a16="http://schemas.microsoft.com/office/drawing/2014/main" id="{40DF6BED-9CDC-F084-FDC9-EF5C212EBE2D}"/>
              </a:ext>
            </a:extLst>
          </p:cNvPr>
          <p:cNvSpPr/>
          <p:nvPr/>
        </p:nvSpPr>
        <p:spPr>
          <a:xfrm>
            <a:off x="2944368" y="859536"/>
            <a:ext cx="1828800" cy="164592"/>
          </a:xfrm>
          <a:prstGeom prst="rect">
            <a:avLst/>
          </a:prstGeom>
          <a:noFill/>
          <a:ln/>
        </p:spPr>
        <p:txBody>
          <a:bodyPr wrap="square" lIns="0" tIns="0" rIns="0" bIns="0" rtlCol="0" anchor="ctr"/>
          <a:lstStyle/>
          <a:p>
            <a:pPr marL="0" indent="0">
              <a:buNone/>
            </a:pPr>
            <a:r>
              <a:rPr lang="es-419" sz="650" b="1" kern="0" spc="250" noProof="0" dirty="0">
                <a:solidFill>
                  <a:srgbClr val="EB6C01"/>
                </a:solidFill>
                <a:latin typeface="Montserrat" pitchFamily="34" charset="0"/>
                <a:ea typeface="Montserrat" pitchFamily="34" charset="-122"/>
                <a:cs typeface="Montserrat" pitchFamily="34" charset="-120"/>
              </a:rPr>
              <a:t>PROYECTO ACTIVO</a:t>
            </a:r>
            <a:endParaRPr lang="es-419" sz="650" noProof="0" dirty="0"/>
          </a:p>
        </p:txBody>
      </p:sp>
      <p:sp>
        <p:nvSpPr>
          <p:cNvPr id="14" name="Shape 11">
            <a:extLst>
              <a:ext uri="{FF2B5EF4-FFF2-40B4-BE49-F238E27FC236}">
                <a16:creationId xmlns:a16="http://schemas.microsoft.com/office/drawing/2014/main" id="{7FC11766-3E6C-5EE6-AD85-FAF8B8E399F2}"/>
              </a:ext>
            </a:extLst>
          </p:cNvPr>
          <p:cNvSpPr/>
          <p:nvPr/>
        </p:nvSpPr>
        <p:spPr>
          <a:xfrm>
            <a:off x="2944368" y="1024128"/>
            <a:ext cx="987552" cy="16459"/>
          </a:xfrm>
          <a:prstGeom prst="rect">
            <a:avLst/>
          </a:prstGeom>
          <a:solidFill>
            <a:srgbClr val="EB6C01"/>
          </a:solidFill>
          <a:ln w="12700">
            <a:solidFill>
              <a:srgbClr val="EB6C01"/>
            </a:solidFill>
            <a:prstDash val="solid"/>
          </a:ln>
        </p:spPr>
        <p:txBody>
          <a:bodyPr/>
          <a:lstStyle/>
          <a:p>
            <a:endParaRPr lang="es-419" noProof="0" dirty="0"/>
          </a:p>
        </p:txBody>
      </p:sp>
      <p:sp>
        <p:nvSpPr>
          <p:cNvPr id="15" name="Shape 12">
            <a:extLst>
              <a:ext uri="{FF2B5EF4-FFF2-40B4-BE49-F238E27FC236}">
                <a16:creationId xmlns:a16="http://schemas.microsoft.com/office/drawing/2014/main" id="{C4D5EAEE-B17D-6F3D-CDE5-0BEFC359B4C5}"/>
              </a:ext>
            </a:extLst>
          </p:cNvPr>
          <p:cNvSpPr/>
          <p:nvPr/>
        </p:nvSpPr>
        <p:spPr>
          <a:xfrm>
            <a:off x="2944368" y="1115568"/>
            <a:ext cx="6035040" cy="603504"/>
          </a:xfrm>
          <a:prstGeom prst="rect">
            <a:avLst/>
          </a:prstGeom>
          <a:solidFill>
            <a:srgbClr val="E5EFF8"/>
          </a:solidFill>
          <a:ln w="12700">
            <a:solidFill>
              <a:srgbClr val="A8C0D8"/>
            </a:solidFill>
            <a:prstDash val="solid"/>
          </a:ln>
        </p:spPr>
        <p:txBody>
          <a:bodyPr/>
          <a:lstStyle/>
          <a:p>
            <a:endParaRPr lang="es-419" noProof="0" dirty="0"/>
          </a:p>
        </p:txBody>
      </p:sp>
      <p:sp>
        <p:nvSpPr>
          <p:cNvPr id="16" name="Text 13">
            <a:extLst>
              <a:ext uri="{FF2B5EF4-FFF2-40B4-BE49-F238E27FC236}">
                <a16:creationId xmlns:a16="http://schemas.microsoft.com/office/drawing/2014/main" id="{0AACCB2F-2B59-CAAA-E5FC-B28420DFF3C8}"/>
              </a:ext>
            </a:extLst>
          </p:cNvPr>
          <p:cNvSpPr/>
          <p:nvPr/>
        </p:nvSpPr>
        <p:spPr>
          <a:xfrm>
            <a:off x="3054096" y="1170432"/>
            <a:ext cx="5815584" cy="493776"/>
          </a:xfrm>
          <a:prstGeom prst="rect">
            <a:avLst/>
          </a:prstGeom>
          <a:noFill/>
          <a:ln/>
        </p:spPr>
        <p:txBody>
          <a:bodyPr wrap="square" lIns="0" tIns="0" rIns="0" bIns="0" rtlCol="0" anchor="ctr"/>
          <a:lstStyle/>
          <a:p>
            <a:pPr marL="0" indent="0">
              <a:buNone/>
            </a:pPr>
            <a:r>
              <a:rPr lang="es-419" sz="1500" b="1" noProof="0" dirty="0">
                <a:solidFill>
                  <a:srgbClr val="9BB5CC"/>
                </a:solidFill>
                <a:latin typeface="Montserrat" pitchFamily="34" charset="0"/>
              </a:rPr>
              <a:t>Revisión de Entregables (ECO)</a:t>
            </a:r>
            <a:endParaRPr lang="es-419" sz="1500" noProof="0" dirty="0"/>
          </a:p>
        </p:txBody>
      </p:sp>
      <p:sp>
        <p:nvSpPr>
          <p:cNvPr id="17" name="Shape 14">
            <a:extLst>
              <a:ext uri="{FF2B5EF4-FFF2-40B4-BE49-F238E27FC236}">
                <a16:creationId xmlns:a16="http://schemas.microsoft.com/office/drawing/2014/main" id="{568DAA38-554D-0DC5-13A2-408C1967583F}"/>
              </a:ext>
            </a:extLst>
          </p:cNvPr>
          <p:cNvSpPr/>
          <p:nvPr/>
        </p:nvSpPr>
        <p:spPr>
          <a:xfrm>
            <a:off x="2944368" y="1837944"/>
            <a:ext cx="91440" cy="91440"/>
          </a:xfrm>
          <a:prstGeom prst="ellipse">
            <a:avLst/>
          </a:prstGeom>
          <a:solidFill>
            <a:srgbClr val="A8C0D8"/>
          </a:solidFill>
          <a:ln w="12700">
            <a:solidFill>
              <a:srgbClr val="A8C0D8"/>
            </a:solidFill>
            <a:prstDash val="solid"/>
          </a:ln>
        </p:spPr>
        <p:txBody>
          <a:bodyPr/>
          <a:lstStyle/>
          <a:p>
            <a:endParaRPr lang="es-419" noProof="0" dirty="0"/>
          </a:p>
        </p:txBody>
      </p:sp>
      <p:sp>
        <p:nvSpPr>
          <p:cNvPr id="18" name="Text 15">
            <a:extLst>
              <a:ext uri="{FF2B5EF4-FFF2-40B4-BE49-F238E27FC236}">
                <a16:creationId xmlns:a16="http://schemas.microsoft.com/office/drawing/2014/main" id="{DE54B0BD-A747-0E3D-E9B8-DF7ACE278C8D}"/>
              </a:ext>
            </a:extLst>
          </p:cNvPr>
          <p:cNvSpPr/>
          <p:nvPr/>
        </p:nvSpPr>
        <p:spPr>
          <a:xfrm>
            <a:off x="3099816" y="1819656"/>
            <a:ext cx="2743200" cy="137160"/>
          </a:xfrm>
          <a:prstGeom prst="rect">
            <a:avLst/>
          </a:prstGeom>
          <a:noFill/>
          <a:ln/>
        </p:spPr>
        <p:txBody>
          <a:bodyPr wrap="square" lIns="0" tIns="0" rIns="0" bIns="0" rtlCol="0" anchor="ctr"/>
          <a:lstStyle/>
          <a:p>
            <a:pPr marL="0" indent="0">
              <a:buNone/>
            </a:pPr>
            <a:r>
              <a:rPr lang="es-419" sz="850" b="1" kern="0" spc="100" noProof="0" dirty="0">
                <a:solidFill>
                  <a:srgbClr val="A8C0D8"/>
                </a:solidFill>
                <a:latin typeface="Montserrat" pitchFamily="34" charset="0"/>
              </a:rPr>
              <a:t>En Proceso</a:t>
            </a:r>
            <a:endParaRPr lang="es-419" sz="850" noProof="0" dirty="0"/>
          </a:p>
        </p:txBody>
      </p:sp>
      <p:sp>
        <p:nvSpPr>
          <p:cNvPr id="19" name="Shape 16">
            <a:extLst>
              <a:ext uri="{FF2B5EF4-FFF2-40B4-BE49-F238E27FC236}">
                <a16:creationId xmlns:a16="http://schemas.microsoft.com/office/drawing/2014/main" id="{03400BFD-8FBF-3C7A-A016-0D02A871974C}"/>
              </a:ext>
            </a:extLst>
          </p:cNvPr>
          <p:cNvSpPr/>
          <p:nvPr/>
        </p:nvSpPr>
        <p:spPr>
          <a:xfrm>
            <a:off x="2944368" y="2057400"/>
            <a:ext cx="25603" cy="658368"/>
          </a:xfrm>
          <a:prstGeom prst="rect">
            <a:avLst/>
          </a:prstGeom>
          <a:solidFill>
            <a:srgbClr val="A8C0D8"/>
          </a:solidFill>
          <a:ln w="12700">
            <a:solidFill>
              <a:srgbClr val="A8C0D8"/>
            </a:solidFill>
            <a:prstDash val="solid"/>
          </a:ln>
        </p:spPr>
        <p:txBody>
          <a:bodyPr/>
          <a:lstStyle/>
          <a:p>
            <a:endParaRPr lang="es-419" noProof="0" dirty="0"/>
          </a:p>
        </p:txBody>
      </p:sp>
      <p:sp>
        <p:nvSpPr>
          <p:cNvPr id="20" name="Text 17">
            <a:extLst>
              <a:ext uri="{FF2B5EF4-FFF2-40B4-BE49-F238E27FC236}">
                <a16:creationId xmlns:a16="http://schemas.microsoft.com/office/drawing/2014/main" id="{7E3986EE-E8C8-08F9-1498-49EF03D8378E}"/>
              </a:ext>
            </a:extLst>
          </p:cNvPr>
          <p:cNvSpPr/>
          <p:nvPr/>
        </p:nvSpPr>
        <p:spPr>
          <a:xfrm>
            <a:off x="3035808" y="2057400"/>
            <a:ext cx="5925312" cy="658368"/>
          </a:xfrm>
          <a:prstGeom prst="rect">
            <a:avLst/>
          </a:prstGeom>
          <a:noFill/>
          <a:ln/>
        </p:spPr>
        <p:txBody>
          <a:bodyPr wrap="square" rtlCol="0" anchor="ctr"/>
          <a:lstStyle/>
          <a:p>
            <a:pPr marL="0" indent="0">
              <a:buNone/>
            </a:pPr>
            <a:r>
              <a:rPr lang="es-419" sz="950" i="1" noProof="0" dirty="0">
                <a:solidFill>
                  <a:srgbClr val="A8BDD0"/>
                </a:solidFill>
                <a:latin typeface="Montserrat" pitchFamily="34" charset="0"/>
              </a:rPr>
              <a:t>El equipo de ECO iniciara la auditoria técnica de los entregables. En caso de identificar discrepancias o no conformidades, se emitirá un reporte al proveedor para su inmediata corrección.</a:t>
            </a:r>
            <a:endParaRPr lang="es-419" sz="950" noProof="0" dirty="0"/>
          </a:p>
        </p:txBody>
      </p:sp>
      <p:sp>
        <p:nvSpPr>
          <p:cNvPr id="21" name="Text 18">
            <a:extLst>
              <a:ext uri="{FF2B5EF4-FFF2-40B4-BE49-F238E27FC236}">
                <a16:creationId xmlns:a16="http://schemas.microsoft.com/office/drawing/2014/main" id="{52960485-6FDC-C11E-2FC6-73076574F9E8}"/>
              </a:ext>
            </a:extLst>
          </p:cNvPr>
          <p:cNvSpPr/>
          <p:nvPr/>
        </p:nvSpPr>
        <p:spPr>
          <a:xfrm>
            <a:off x="2944368" y="2834640"/>
            <a:ext cx="1828800" cy="164592"/>
          </a:xfrm>
          <a:prstGeom prst="rect">
            <a:avLst/>
          </a:prstGeom>
          <a:noFill/>
          <a:ln/>
        </p:spPr>
        <p:txBody>
          <a:bodyPr wrap="square" lIns="0" tIns="0" rIns="0" bIns="0" rtlCol="0" anchor="ctr"/>
          <a:lstStyle/>
          <a:p>
            <a:pPr marL="0" indent="0">
              <a:buNone/>
            </a:pPr>
            <a:r>
              <a:rPr lang="es-419" sz="650" b="1" kern="0" spc="250" noProof="0" dirty="0">
                <a:solidFill>
                  <a:srgbClr val="EB6C01"/>
                </a:solidFill>
                <a:latin typeface="Montserrat" pitchFamily="34" charset="0"/>
                <a:ea typeface="Montserrat" pitchFamily="34" charset="-122"/>
                <a:cs typeface="Montserrat" pitchFamily="34" charset="-120"/>
              </a:rPr>
              <a:t>FOTOGRAFÍAS DE AVANCE</a:t>
            </a:r>
            <a:endParaRPr lang="es-419" sz="650" noProof="0" dirty="0"/>
          </a:p>
        </p:txBody>
      </p:sp>
      <p:sp>
        <p:nvSpPr>
          <p:cNvPr id="22" name="Shape 19">
            <a:extLst>
              <a:ext uri="{FF2B5EF4-FFF2-40B4-BE49-F238E27FC236}">
                <a16:creationId xmlns:a16="http://schemas.microsoft.com/office/drawing/2014/main" id="{F89B70E4-50A2-D170-DC66-0F25E6A7935A}"/>
              </a:ext>
            </a:extLst>
          </p:cNvPr>
          <p:cNvSpPr/>
          <p:nvPr/>
        </p:nvSpPr>
        <p:spPr>
          <a:xfrm>
            <a:off x="2944368" y="3008376"/>
            <a:ext cx="1481328" cy="16459"/>
          </a:xfrm>
          <a:prstGeom prst="rect">
            <a:avLst/>
          </a:prstGeom>
          <a:solidFill>
            <a:srgbClr val="EB6C01"/>
          </a:solidFill>
          <a:ln w="12700">
            <a:solidFill>
              <a:srgbClr val="EB6C01"/>
            </a:solidFill>
            <a:prstDash val="solid"/>
          </a:ln>
        </p:spPr>
        <p:txBody>
          <a:bodyPr/>
          <a:lstStyle/>
          <a:p>
            <a:endParaRPr lang="es-419" noProof="0" dirty="0"/>
          </a:p>
        </p:txBody>
      </p:sp>
      <p:sp>
        <p:nvSpPr>
          <p:cNvPr id="23" name="Shape 20">
            <a:extLst>
              <a:ext uri="{FF2B5EF4-FFF2-40B4-BE49-F238E27FC236}">
                <a16:creationId xmlns:a16="http://schemas.microsoft.com/office/drawing/2014/main" id="{B47A04BD-4C4D-C30C-A0B0-1497578C81BD}"/>
              </a:ext>
            </a:extLst>
          </p:cNvPr>
          <p:cNvSpPr/>
          <p:nvPr/>
        </p:nvSpPr>
        <p:spPr>
          <a:xfrm>
            <a:off x="2944368"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24" name="Image 1" descr="preencoded.png">
            <a:extLst>
              <a:ext uri="{FF2B5EF4-FFF2-40B4-BE49-F238E27FC236}">
                <a16:creationId xmlns:a16="http://schemas.microsoft.com/office/drawing/2014/main" id="{E947F395-C5B1-F04B-2841-78D59D1E5CF4}"/>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797808" y="3593592"/>
            <a:ext cx="256032" cy="256032"/>
          </a:xfrm>
          <a:prstGeom prst="rect">
            <a:avLst/>
          </a:prstGeom>
        </p:spPr>
      </p:pic>
      <p:sp>
        <p:nvSpPr>
          <p:cNvPr id="25" name="Text 21">
            <a:extLst>
              <a:ext uri="{FF2B5EF4-FFF2-40B4-BE49-F238E27FC236}">
                <a16:creationId xmlns:a16="http://schemas.microsoft.com/office/drawing/2014/main" id="{C5B722C5-3550-E780-0159-D0AAB5300A45}"/>
              </a:ext>
            </a:extLst>
          </p:cNvPr>
          <p:cNvSpPr/>
          <p:nvPr/>
        </p:nvSpPr>
        <p:spPr>
          <a:xfrm>
            <a:off x="2944368"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29" name="Shape 24">
            <a:extLst>
              <a:ext uri="{FF2B5EF4-FFF2-40B4-BE49-F238E27FC236}">
                <a16:creationId xmlns:a16="http://schemas.microsoft.com/office/drawing/2014/main" id="{1175608B-611A-6917-6F24-1E8BBFA17A53}"/>
              </a:ext>
            </a:extLst>
          </p:cNvPr>
          <p:cNvSpPr/>
          <p:nvPr/>
        </p:nvSpPr>
        <p:spPr>
          <a:xfrm>
            <a:off x="7016496" y="3090672"/>
            <a:ext cx="1962912" cy="1691640"/>
          </a:xfrm>
          <a:prstGeom prst="rect">
            <a:avLst/>
          </a:prstGeom>
          <a:solidFill>
            <a:srgbClr val="E5EFF8"/>
          </a:solidFill>
          <a:ln w="12700">
            <a:solidFill>
              <a:srgbClr val="A8C0D8"/>
            </a:solidFill>
            <a:prstDash val="dash"/>
          </a:ln>
        </p:spPr>
        <p:txBody>
          <a:bodyPr/>
          <a:lstStyle/>
          <a:p>
            <a:endParaRPr lang="es-419" noProof="0" dirty="0"/>
          </a:p>
        </p:txBody>
      </p:sp>
      <p:pic>
        <p:nvPicPr>
          <p:cNvPr id="30" name="Image 3" descr="preencoded.png">
            <a:extLst>
              <a:ext uri="{FF2B5EF4-FFF2-40B4-BE49-F238E27FC236}">
                <a16:creationId xmlns:a16="http://schemas.microsoft.com/office/drawing/2014/main" id="{0F2CDD32-E4A8-E0EA-0C25-A99A395ED5A4}"/>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7869936" y="3593592"/>
            <a:ext cx="256032" cy="256032"/>
          </a:xfrm>
          <a:prstGeom prst="rect">
            <a:avLst/>
          </a:prstGeom>
        </p:spPr>
      </p:pic>
      <p:sp>
        <p:nvSpPr>
          <p:cNvPr id="31" name="Text 25">
            <a:extLst>
              <a:ext uri="{FF2B5EF4-FFF2-40B4-BE49-F238E27FC236}">
                <a16:creationId xmlns:a16="http://schemas.microsoft.com/office/drawing/2014/main" id="{031005CA-7948-E6DB-65D2-77DCAFBF9CA2}"/>
              </a:ext>
            </a:extLst>
          </p:cNvPr>
          <p:cNvSpPr/>
          <p:nvPr/>
        </p:nvSpPr>
        <p:spPr>
          <a:xfrm>
            <a:off x="7016496" y="3959352"/>
            <a:ext cx="1962912" cy="182880"/>
          </a:xfrm>
          <a:prstGeom prst="rect">
            <a:avLst/>
          </a:prstGeom>
          <a:noFill/>
          <a:ln/>
        </p:spPr>
        <p:txBody>
          <a:bodyPr wrap="square" lIns="0" tIns="0" rIns="0" bIns="0" rtlCol="0" anchor="ctr"/>
          <a:lstStyle/>
          <a:p>
            <a:pPr marL="0" indent="0" algn="ctr">
              <a:buNone/>
            </a:pPr>
            <a:r>
              <a:rPr lang="es-419" sz="650" b="1" kern="0" spc="100" noProof="0" dirty="0">
                <a:solidFill>
                  <a:srgbClr val="8FAECB"/>
                </a:solidFill>
                <a:latin typeface="Montserrat" pitchFamily="34" charset="0"/>
                <a:ea typeface="Montserrat" pitchFamily="34" charset="-122"/>
                <a:cs typeface="Montserrat" pitchFamily="34" charset="-120"/>
              </a:rPr>
              <a:t>INSERTAR IMAGEN</a:t>
            </a:r>
            <a:endParaRPr lang="es-419" sz="650" noProof="0" dirty="0"/>
          </a:p>
        </p:txBody>
      </p:sp>
      <p:sp>
        <p:nvSpPr>
          <p:cNvPr id="32" name="Shape 26">
            <a:extLst>
              <a:ext uri="{FF2B5EF4-FFF2-40B4-BE49-F238E27FC236}">
                <a16:creationId xmlns:a16="http://schemas.microsoft.com/office/drawing/2014/main" id="{52A9562B-0936-19CD-A376-4859F8273ADA}"/>
              </a:ext>
            </a:extLst>
          </p:cNvPr>
          <p:cNvSpPr/>
          <p:nvPr/>
        </p:nvSpPr>
        <p:spPr>
          <a:xfrm>
            <a:off x="0" y="4873752"/>
            <a:ext cx="9144000" cy="269748"/>
          </a:xfrm>
          <a:prstGeom prst="rect">
            <a:avLst/>
          </a:prstGeom>
          <a:solidFill>
            <a:srgbClr val="1A3464"/>
          </a:solidFill>
          <a:ln w="12700">
            <a:solidFill>
              <a:srgbClr val="1A3464"/>
            </a:solidFill>
            <a:prstDash val="solid"/>
          </a:ln>
        </p:spPr>
        <p:txBody>
          <a:bodyPr/>
          <a:lstStyle/>
          <a:p>
            <a:endParaRPr lang="es-419" noProof="0" dirty="0"/>
          </a:p>
        </p:txBody>
      </p:sp>
      <p:sp>
        <p:nvSpPr>
          <p:cNvPr id="33" name="Text 27">
            <a:extLst>
              <a:ext uri="{FF2B5EF4-FFF2-40B4-BE49-F238E27FC236}">
                <a16:creationId xmlns:a16="http://schemas.microsoft.com/office/drawing/2014/main" id="{7757957B-E7CA-56E9-7AD8-A73438375E4C}"/>
              </a:ext>
            </a:extLst>
          </p:cNvPr>
          <p:cNvSpPr/>
          <p:nvPr/>
        </p:nvSpPr>
        <p:spPr>
          <a:xfrm>
            <a:off x="384048" y="4901184"/>
            <a:ext cx="5029200" cy="182880"/>
          </a:xfrm>
          <a:prstGeom prst="rect">
            <a:avLst/>
          </a:prstGeom>
          <a:noFill/>
          <a:ln/>
        </p:spPr>
        <p:txBody>
          <a:bodyPr wrap="square" lIns="0" tIns="0" rIns="0" bIns="0" rtlCol="0" anchor="ctr"/>
          <a:lstStyle/>
          <a:p>
            <a:pPr marL="0" indent="0">
              <a:buNone/>
            </a:pPr>
            <a:r>
              <a:rPr lang="es-419" sz="700" kern="0" spc="150" noProof="0" dirty="0">
                <a:solidFill>
                  <a:srgbClr val="8FAECB"/>
                </a:solidFill>
                <a:latin typeface="Montserrat" pitchFamily="34" charset="0"/>
                <a:ea typeface="Montserrat" pitchFamily="34" charset="-122"/>
                <a:cs typeface="Montserrat" pitchFamily="34" charset="-120"/>
              </a:rPr>
              <a:t>COORDINACIÓN DE OBRAS Y MANTENIMIENTO RCMA</a:t>
            </a:r>
            <a:endParaRPr lang="es-419" sz="700" noProof="0" dirty="0"/>
          </a:p>
        </p:txBody>
      </p:sp>
      <p:sp>
        <p:nvSpPr>
          <p:cNvPr id="34" name="Shape 28">
            <a:extLst>
              <a:ext uri="{FF2B5EF4-FFF2-40B4-BE49-F238E27FC236}">
                <a16:creationId xmlns:a16="http://schemas.microsoft.com/office/drawing/2014/main" id="{706F2AFC-0C46-156C-0FBA-75F7CA50060F}"/>
              </a:ext>
            </a:extLst>
          </p:cNvPr>
          <p:cNvSpPr/>
          <p:nvPr/>
        </p:nvSpPr>
        <p:spPr>
          <a:xfrm>
            <a:off x="5559552" y="4974336"/>
            <a:ext cx="5486" cy="100584"/>
          </a:xfrm>
          <a:prstGeom prst="rect">
            <a:avLst/>
          </a:prstGeom>
          <a:solidFill>
            <a:srgbClr val="8FAECB"/>
          </a:solidFill>
          <a:ln w="12700">
            <a:solidFill>
              <a:srgbClr val="8FAECB"/>
            </a:solidFill>
            <a:prstDash val="solid"/>
          </a:ln>
        </p:spPr>
        <p:txBody>
          <a:bodyPr/>
          <a:lstStyle/>
          <a:p>
            <a:endParaRPr lang="es-419" noProof="0" dirty="0"/>
          </a:p>
        </p:txBody>
      </p:sp>
      <p:sp>
        <p:nvSpPr>
          <p:cNvPr id="35" name="Text 29">
            <a:extLst>
              <a:ext uri="{FF2B5EF4-FFF2-40B4-BE49-F238E27FC236}">
                <a16:creationId xmlns:a16="http://schemas.microsoft.com/office/drawing/2014/main" id="{11CEC321-E497-1A20-1453-51C9691A9E61}"/>
              </a:ext>
            </a:extLst>
          </p:cNvPr>
          <p:cNvSpPr/>
          <p:nvPr/>
        </p:nvSpPr>
        <p:spPr>
          <a:xfrm>
            <a:off x="5650992" y="4901184"/>
            <a:ext cx="2286000" cy="182880"/>
          </a:xfrm>
          <a:prstGeom prst="rect">
            <a:avLst/>
          </a:prstGeom>
          <a:noFill/>
          <a:ln/>
        </p:spPr>
        <p:txBody>
          <a:bodyPr wrap="square" lIns="0" tIns="0" rIns="0" bIns="0" rtlCol="0" anchor="ctr"/>
          <a:lstStyle/>
          <a:p>
            <a:pPr marL="0" indent="0">
              <a:buNone/>
            </a:pPr>
            <a:r>
              <a:rPr lang="es-419" sz="700" kern="0" spc="150" noProof="0" dirty="0">
                <a:solidFill>
                  <a:srgbClr val="8FAECB"/>
                </a:solidFill>
                <a:latin typeface="Montserrat" pitchFamily="34" charset="0"/>
                <a:ea typeface="Montserrat" pitchFamily="34" charset="-122"/>
                <a:cs typeface="Montserrat" pitchFamily="34" charset="-120"/>
              </a:rPr>
              <a:t>Mano Amiga</a:t>
            </a:r>
            <a:endParaRPr lang="es-419" sz="700" noProof="0" dirty="0"/>
          </a:p>
        </p:txBody>
      </p:sp>
      <p:grpSp>
        <p:nvGrpSpPr>
          <p:cNvPr id="36" name="Group 45">
            <a:extLst>
              <a:ext uri="{FF2B5EF4-FFF2-40B4-BE49-F238E27FC236}">
                <a16:creationId xmlns:a16="http://schemas.microsoft.com/office/drawing/2014/main" id="{0EF925BF-7629-7EA5-F1C4-E3E1D8149569}"/>
              </a:ext>
            </a:extLst>
          </p:cNvPr>
          <p:cNvGrpSpPr>
            <a:grpSpLocks noChangeAspect="1"/>
          </p:cNvGrpSpPr>
          <p:nvPr/>
        </p:nvGrpSpPr>
        <p:grpSpPr>
          <a:xfrm>
            <a:off x="2310819" y="1044038"/>
            <a:ext cx="213038" cy="337620"/>
            <a:chOff x="0" y="26670"/>
            <a:chExt cx="3924300" cy="6219190"/>
          </a:xfrm>
        </p:grpSpPr>
        <p:sp>
          <p:nvSpPr>
            <p:cNvPr id="37" name="Freeform 46">
              <a:extLst>
                <a:ext uri="{FF2B5EF4-FFF2-40B4-BE49-F238E27FC236}">
                  <a16:creationId xmlns:a16="http://schemas.microsoft.com/office/drawing/2014/main" id="{45B88C46-41BE-7090-CEA2-B68F776E2B43}"/>
                </a:ext>
              </a:extLst>
            </p:cNvPr>
            <p:cNvSpPr/>
            <p:nvPr/>
          </p:nvSpPr>
          <p:spPr>
            <a:xfrm>
              <a:off x="0" y="26670"/>
              <a:ext cx="3924300" cy="6219190"/>
            </a:xfrm>
            <a:custGeom>
              <a:avLst/>
              <a:gdLst/>
              <a:ahLst/>
              <a:cxnLst/>
              <a:rect l="l" t="t" r="r" b="b"/>
              <a:pathLst>
                <a:path w="3924300" h="6219190">
                  <a:moveTo>
                    <a:pt x="3924300" y="1962150"/>
                  </a:moveTo>
                  <a:cubicBezTo>
                    <a:pt x="3924300" y="878840"/>
                    <a:pt x="3045460" y="0"/>
                    <a:pt x="1962150" y="0"/>
                  </a:cubicBezTo>
                  <a:cubicBezTo>
                    <a:pt x="878840" y="0"/>
                    <a:pt x="0" y="878840"/>
                    <a:pt x="0" y="1962150"/>
                  </a:cubicBezTo>
                  <a:cubicBezTo>
                    <a:pt x="0" y="2974340"/>
                    <a:pt x="765810" y="3807460"/>
                    <a:pt x="1750060" y="3912870"/>
                  </a:cubicBezTo>
                  <a:lnTo>
                    <a:pt x="1962150" y="6219190"/>
                  </a:lnTo>
                  <a:lnTo>
                    <a:pt x="2174240" y="3912870"/>
                  </a:lnTo>
                  <a:cubicBezTo>
                    <a:pt x="3158490" y="3807460"/>
                    <a:pt x="3924300" y="2974340"/>
                    <a:pt x="3924300" y="1962150"/>
                  </a:cubicBezTo>
                  <a:close/>
                </a:path>
              </a:pathLst>
            </a:custGeom>
            <a:solidFill>
              <a:srgbClr val="EB6C01"/>
            </a:solidFill>
          </p:spPr>
          <p:txBody>
            <a:bodyPr/>
            <a:lstStyle/>
            <a:p>
              <a:endParaRPr lang="es-419" noProof="0" dirty="0"/>
            </a:p>
          </p:txBody>
        </p:sp>
        <p:sp>
          <p:nvSpPr>
            <p:cNvPr id="38" name="Freeform 47">
              <a:extLst>
                <a:ext uri="{FF2B5EF4-FFF2-40B4-BE49-F238E27FC236}">
                  <a16:creationId xmlns:a16="http://schemas.microsoft.com/office/drawing/2014/main" id="{95B73EA1-4325-F2EA-CC67-10F4D6B437EB}"/>
                </a:ext>
              </a:extLst>
            </p:cNvPr>
            <p:cNvSpPr/>
            <p:nvPr/>
          </p:nvSpPr>
          <p:spPr>
            <a:xfrm>
              <a:off x="340744" y="374636"/>
              <a:ext cx="3242813" cy="3228370"/>
            </a:xfrm>
            <a:custGeom>
              <a:avLst/>
              <a:gdLst/>
              <a:ahLst/>
              <a:cxnLst/>
              <a:rect l="l" t="t" r="r" b="b"/>
              <a:pathLst>
                <a:path w="3242810" h="3228373">
                  <a:moveTo>
                    <a:pt x="1621405" y="16"/>
                  </a:moveTo>
                  <a:cubicBezTo>
                    <a:pt x="1042998" y="-2571"/>
                    <a:pt x="507417" y="304521"/>
                    <a:pt x="217465" y="805010"/>
                  </a:cubicBezTo>
                  <a:cubicBezTo>
                    <a:pt x="-72488" y="1305499"/>
                    <a:pt x="-72488" y="1922874"/>
                    <a:pt x="217465" y="2423362"/>
                  </a:cubicBezTo>
                  <a:cubicBezTo>
                    <a:pt x="507417" y="2923851"/>
                    <a:pt x="1042998" y="3230943"/>
                    <a:pt x="1621405" y="3228356"/>
                  </a:cubicBezTo>
                  <a:cubicBezTo>
                    <a:pt x="2199812" y="3230943"/>
                    <a:pt x="2735392" y="2923851"/>
                    <a:pt x="3025345" y="2423362"/>
                  </a:cubicBezTo>
                  <a:cubicBezTo>
                    <a:pt x="3315298" y="1922874"/>
                    <a:pt x="3315298" y="1305499"/>
                    <a:pt x="3025345" y="805010"/>
                  </a:cubicBezTo>
                  <a:cubicBezTo>
                    <a:pt x="2735392" y="304522"/>
                    <a:pt x="2199812" y="-2571"/>
                    <a:pt x="1621405" y="16"/>
                  </a:cubicBezTo>
                  <a:close/>
                </a:path>
              </a:pathLst>
            </a:custGeom>
            <a:blipFill>
              <a:blip r:embed="rId5"/>
              <a:stretch>
                <a:fillRect l="-28801" r="-28801" b="-58308"/>
              </a:stretch>
            </a:blipFill>
          </p:spPr>
          <p:txBody>
            <a:bodyPr/>
            <a:lstStyle/>
            <a:p>
              <a:endParaRPr lang="es-419" noProof="0" dirty="0"/>
            </a:p>
          </p:txBody>
        </p:sp>
      </p:grpSp>
      <p:sp>
        <p:nvSpPr>
          <p:cNvPr id="43" name="Forma libre: forma 42">
            <a:extLst>
              <a:ext uri="{FF2B5EF4-FFF2-40B4-BE49-F238E27FC236}">
                <a16:creationId xmlns:a16="http://schemas.microsoft.com/office/drawing/2014/main" id="{7B1BA2E7-3F92-3051-4021-6C52E643BF67}"/>
              </a:ext>
            </a:extLst>
          </p:cNvPr>
          <p:cNvSpPr/>
          <p:nvPr/>
        </p:nvSpPr>
        <p:spPr>
          <a:xfrm>
            <a:off x="1596105" y="2222074"/>
            <a:ext cx="193086" cy="261624"/>
          </a:xfrm>
          <a:custGeom>
            <a:avLst/>
            <a:gdLst>
              <a:gd name="csX0" fmla="*/ 47363 w 193086"/>
              <a:gd name="csY0" fmla="*/ 258865 h 261624"/>
              <a:gd name="csX1" fmla="*/ 34066 w 193086"/>
              <a:gd name="csY1" fmla="*/ 253627 h 261624"/>
              <a:gd name="csX2" fmla="*/ 25677 w 193086"/>
              <a:gd name="csY2" fmla="*/ 249703 h 261624"/>
              <a:gd name="csX3" fmla="*/ 12838 w 193086"/>
              <a:gd name="csY3" fmla="*/ 237813 h 261624"/>
              <a:gd name="csX4" fmla="*/ 0 w 193086"/>
              <a:gd name="csY4" fmla="*/ 228023 h 261624"/>
              <a:gd name="csX5" fmla="*/ 10590 w 193086"/>
              <a:gd name="csY5" fmla="*/ 222007 h 261624"/>
              <a:gd name="csX6" fmla="*/ 24311 w 193086"/>
              <a:gd name="csY6" fmla="*/ 218591 h 261624"/>
              <a:gd name="csX7" fmla="*/ 30840 w 193086"/>
              <a:gd name="csY7" fmla="*/ 210994 h 261624"/>
              <a:gd name="csX8" fmla="*/ 34002 w 193086"/>
              <a:gd name="csY8" fmla="*/ 201034 h 261624"/>
              <a:gd name="csX9" fmla="*/ 34055 w 193086"/>
              <a:gd name="csY9" fmla="*/ 192894 h 261624"/>
              <a:gd name="csX10" fmla="*/ 33474 w 193086"/>
              <a:gd name="csY10" fmla="*/ 186352 h 261624"/>
              <a:gd name="csX11" fmla="*/ 36002 w 193086"/>
              <a:gd name="csY11" fmla="*/ 155255 h 261624"/>
              <a:gd name="csX12" fmla="*/ 40814 w 193086"/>
              <a:gd name="csY12" fmla="*/ 125721 h 261624"/>
              <a:gd name="csX13" fmla="*/ 52906 w 193086"/>
              <a:gd name="csY13" fmla="*/ 136226 h 261624"/>
              <a:gd name="csX14" fmla="*/ 67584 w 193086"/>
              <a:gd name="csY14" fmla="*/ 150557 h 261624"/>
              <a:gd name="csX15" fmla="*/ 85050 w 193086"/>
              <a:gd name="csY15" fmla="*/ 148575 h 261624"/>
              <a:gd name="csX16" fmla="*/ 92615 w 193086"/>
              <a:gd name="csY16" fmla="*/ 147623 h 261624"/>
              <a:gd name="csX17" fmla="*/ 103162 w 193086"/>
              <a:gd name="csY17" fmla="*/ 143713 h 261624"/>
              <a:gd name="csX18" fmla="*/ 110991 w 193086"/>
              <a:gd name="csY18" fmla="*/ 139409 h 261624"/>
              <a:gd name="csX19" fmla="*/ 118857 w 193086"/>
              <a:gd name="csY19" fmla="*/ 137039 h 261624"/>
              <a:gd name="csX20" fmla="*/ 114946 w 193086"/>
              <a:gd name="csY20" fmla="*/ 126979 h 261624"/>
              <a:gd name="csX21" fmla="*/ 104278 w 193086"/>
              <a:gd name="csY21" fmla="*/ 120558 h 261624"/>
              <a:gd name="csX22" fmla="*/ 100539 w 193086"/>
              <a:gd name="csY22" fmla="*/ 116814 h 261624"/>
              <a:gd name="csX23" fmla="*/ 87769 w 193086"/>
              <a:gd name="csY23" fmla="*/ 107211 h 261624"/>
              <a:gd name="csX24" fmla="*/ 75649 w 193086"/>
              <a:gd name="csY24" fmla="*/ 82459 h 261624"/>
              <a:gd name="csX25" fmla="*/ 81162 w 193086"/>
              <a:gd name="csY25" fmla="*/ 66581 h 261624"/>
              <a:gd name="csX26" fmla="*/ 76956 w 193086"/>
              <a:gd name="csY26" fmla="*/ 53086 h 261624"/>
              <a:gd name="csX27" fmla="*/ 74281 w 193086"/>
              <a:gd name="csY27" fmla="*/ 48335 h 261624"/>
              <a:gd name="csX28" fmla="*/ 98388 w 193086"/>
              <a:gd name="csY28" fmla="*/ 21931 h 261624"/>
              <a:gd name="csX29" fmla="*/ 99033 w 193086"/>
              <a:gd name="csY29" fmla="*/ 12782 h 261624"/>
              <a:gd name="csX30" fmla="*/ 112340 w 193086"/>
              <a:gd name="csY30" fmla="*/ 234 h 261624"/>
              <a:gd name="csX31" fmla="*/ 115367 w 193086"/>
              <a:gd name="csY31" fmla="*/ 7384 h 261624"/>
              <a:gd name="csX32" fmla="*/ 123019 w 193086"/>
              <a:gd name="csY32" fmla="*/ 18442 h 261624"/>
              <a:gd name="csX33" fmla="*/ 122268 w 193086"/>
              <a:gd name="csY33" fmla="*/ 30221 h 261624"/>
              <a:gd name="csX34" fmla="*/ 113949 w 193086"/>
              <a:gd name="csY34" fmla="*/ 45287 h 261624"/>
              <a:gd name="csX35" fmla="*/ 120402 w 193086"/>
              <a:gd name="csY35" fmla="*/ 65276 h 261624"/>
              <a:gd name="csX36" fmla="*/ 138506 w 193086"/>
              <a:gd name="csY36" fmla="*/ 64867 h 261624"/>
              <a:gd name="csX37" fmla="*/ 143345 w 193086"/>
              <a:gd name="csY37" fmla="*/ 58224 h 261624"/>
              <a:gd name="csX38" fmla="*/ 152274 w 193086"/>
              <a:gd name="csY38" fmla="*/ 62931 h 261624"/>
              <a:gd name="csX39" fmla="*/ 162130 w 193086"/>
              <a:gd name="csY39" fmla="*/ 68135 h 261624"/>
              <a:gd name="csX40" fmla="*/ 158059 w 193086"/>
              <a:gd name="csY40" fmla="*/ 75879 h 261624"/>
              <a:gd name="csX41" fmla="*/ 142387 w 193086"/>
              <a:gd name="csY41" fmla="*/ 123139 h 261624"/>
              <a:gd name="csX42" fmla="*/ 161574 w 193086"/>
              <a:gd name="csY42" fmla="*/ 140138 h 261624"/>
              <a:gd name="csX43" fmla="*/ 162505 w 193086"/>
              <a:gd name="csY43" fmla="*/ 150542 h 261624"/>
              <a:gd name="csX44" fmla="*/ 151065 w 193086"/>
              <a:gd name="csY44" fmla="*/ 162165 h 261624"/>
              <a:gd name="csX45" fmla="*/ 147000 w 193086"/>
              <a:gd name="csY45" fmla="*/ 176069 h 261624"/>
              <a:gd name="csX46" fmla="*/ 151074 w 193086"/>
              <a:gd name="csY46" fmla="*/ 198795 h 261624"/>
              <a:gd name="csX47" fmla="*/ 161382 w 193086"/>
              <a:gd name="csY47" fmla="*/ 209212 h 261624"/>
              <a:gd name="csX48" fmla="*/ 180801 w 193086"/>
              <a:gd name="csY48" fmla="*/ 215310 h 261624"/>
              <a:gd name="csX49" fmla="*/ 191062 w 193086"/>
              <a:gd name="csY49" fmla="*/ 220266 h 261624"/>
              <a:gd name="csX50" fmla="*/ 186266 w 193086"/>
              <a:gd name="csY50" fmla="*/ 234411 h 261624"/>
              <a:gd name="csX51" fmla="*/ 146648 w 193086"/>
              <a:gd name="csY51" fmla="*/ 241973 h 261624"/>
              <a:gd name="csX52" fmla="*/ 130308 w 193086"/>
              <a:gd name="csY52" fmla="*/ 244333 h 261624"/>
              <a:gd name="csX53" fmla="*/ 120069 w 193086"/>
              <a:gd name="csY53" fmla="*/ 230760 h 261624"/>
              <a:gd name="csX54" fmla="*/ 99204 w 193086"/>
              <a:gd name="csY54" fmla="*/ 236809 h 261624"/>
              <a:gd name="csX55" fmla="*/ 99051 w 193086"/>
              <a:gd name="csY55" fmla="*/ 250983 h 261624"/>
              <a:gd name="csX56" fmla="*/ 92202 w 193086"/>
              <a:gd name="csY56" fmla="*/ 257021 h 261624"/>
              <a:gd name="csX57" fmla="*/ 61602 w 193086"/>
              <a:gd name="csY57" fmla="*/ 257374 h 261624"/>
              <a:gd name="csX58" fmla="*/ 47363 w 193086"/>
              <a:gd name="csY58" fmla="*/ 258865 h 2616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Lst>
            <a:rect l="l" t="t" r="r" b="b"/>
            <a:pathLst>
              <a:path w="193086" h="261624">
                <a:moveTo>
                  <a:pt x="47363" y="258865"/>
                </a:moveTo>
                <a:cubicBezTo>
                  <a:pt x="44664" y="256988"/>
                  <a:pt x="38681" y="254631"/>
                  <a:pt x="34066" y="253627"/>
                </a:cubicBezTo>
                <a:cubicBezTo>
                  <a:pt x="29452" y="252623"/>
                  <a:pt x="25677" y="250857"/>
                  <a:pt x="25677" y="249703"/>
                </a:cubicBezTo>
                <a:cubicBezTo>
                  <a:pt x="25677" y="248548"/>
                  <a:pt x="19899" y="243198"/>
                  <a:pt x="12838" y="237813"/>
                </a:cubicBezTo>
                <a:lnTo>
                  <a:pt x="0" y="228023"/>
                </a:lnTo>
                <a:lnTo>
                  <a:pt x="10590" y="222007"/>
                </a:lnTo>
                <a:cubicBezTo>
                  <a:pt x="17972" y="217814"/>
                  <a:pt x="22129" y="216779"/>
                  <a:pt x="24311" y="218591"/>
                </a:cubicBezTo>
                <a:cubicBezTo>
                  <a:pt x="28477" y="222048"/>
                  <a:pt x="30840" y="219299"/>
                  <a:pt x="30840" y="210994"/>
                </a:cubicBezTo>
                <a:cubicBezTo>
                  <a:pt x="30840" y="207256"/>
                  <a:pt x="32263" y="202774"/>
                  <a:pt x="34002" y="201034"/>
                </a:cubicBezTo>
                <a:cubicBezTo>
                  <a:pt x="36474" y="198562"/>
                  <a:pt x="36486" y="196787"/>
                  <a:pt x="34055" y="192894"/>
                </a:cubicBezTo>
                <a:cubicBezTo>
                  <a:pt x="32093" y="189753"/>
                  <a:pt x="31879" y="187338"/>
                  <a:pt x="33474" y="186352"/>
                </a:cubicBezTo>
                <a:cubicBezTo>
                  <a:pt x="34886" y="185479"/>
                  <a:pt x="36002" y="171748"/>
                  <a:pt x="36002" y="155255"/>
                </a:cubicBezTo>
                <a:cubicBezTo>
                  <a:pt x="36002" y="128160"/>
                  <a:pt x="36400" y="125721"/>
                  <a:pt x="40814" y="125721"/>
                </a:cubicBezTo>
                <a:cubicBezTo>
                  <a:pt x="43528" y="125721"/>
                  <a:pt x="48800" y="130301"/>
                  <a:pt x="52906" y="136226"/>
                </a:cubicBezTo>
                <a:cubicBezTo>
                  <a:pt x="56911" y="142004"/>
                  <a:pt x="63516" y="148453"/>
                  <a:pt x="67584" y="150557"/>
                </a:cubicBezTo>
                <a:cubicBezTo>
                  <a:pt x="75108" y="154448"/>
                  <a:pt x="85050" y="153319"/>
                  <a:pt x="85050" y="148575"/>
                </a:cubicBezTo>
                <a:cubicBezTo>
                  <a:pt x="85050" y="147029"/>
                  <a:pt x="88138" y="146640"/>
                  <a:pt x="92615" y="147623"/>
                </a:cubicBezTo>
                <a:cubicBezTo>
                  <a:pt x="98706" y="148961"/>
                  <a:pt x="100761" y="148199"/>
                  <a:pt x="103162" y="143713"/>
                </a:cubicBezTo>
                <a:cubicBezTo>
                  <a:pt x="105115" y="140063"/>
                  <a:pt x="107816" y="138578"/>
                  <a:pt x="110991" y="139409"/>
                </a:cubicBezTo>
                <a:cubicBezTo>
                  <a:pt x="113656" y="140106"/>
                  <a:pt x="117196" y="139039"/>
                  <a:pt x="118857" y="137039"/>
                </a:cubicBezTo>
                <a:cubicBezTo>
                  <a:pt x="121254" y="134150"/>
                  <a:pt x="120449" y="132080"/>
                  <a:pt x="114946" y="126979"/>
                </a:cubicBezTo>
                <a:cubicBezTo>
                  <a:pt x="111135" y="123448"/>
                  <a:pt x="106335" y="120558"/>
                  <a:pt x="104278" y="120558"/>
                </a:cubicBezTo>
                <a:cubicBezTo>
                  <a:pt x="102221" y="120558"/>
                  <a:pt x="100539" y="118873"/>
                  <a:pt x="100539" y="116814"/>
                </a:cubicBezTo>
                <a:cubicBezTo>
                  <a:pt x="100539" y="114754"/>
                  <a:pt x="94792" y="110433"/>
                  <a:pt x="87769" y="107211"/>
                </a:cubicBezTo>
                <a:cubicBezTo>
                  <a:pt x="73337" y="100591"/>
                  <a:pt x="69935" y="93642"/>
                  <a:pt x="75649" y="82459"/>
                </a:cubicBezTo>
                <a:cubicBezTo>
                  <a:pt x="77638" y="78567"/>
                  <a:pt x="80119" y="71422"/>
                  <a:pt x="81162" y="66581"/>
                </a:cubicBezTo>
                <a:cubicBezTo>
                  <a:pt x="82769" y="59128"/>
                  <a:pt x="82125" y="57061"/>
                  <a:pt x="76956" y="53086"/>
                </a:cubicBezTo>
                <a:cubicBezTo>
                  <a:pt x="73561" y="50475"/>
                  <a:pt x="72374" y="48366"/>
                  <a:pt x="74281" y="48335"/>
                </a:cubicBezTo>
                <a:cubicBezTo>
                  <a:pt x="79014" y="48255"/>
                  <a:pt x="97860" y="27614"/>
                  <a:pt x="98388" y="21931"/>
                </a:cubicBezTo>
                <a:cubicBezTo>
                  <a:pt x="98624" y="19384"/>
                  <a:pt x="98915" y="15267"/>
                  <a:pt x="99033" y="12782"/>
                </a:cubicBezTo>
                <a:cubicBezTo>
                  <a:pt x="99328" y="6580"/>
                  <a:pt x="107875" y="-1480"/>
                  <a:pt x="112340" y="234"/>
                </a:cubicBezTo>
                <a:cubicBezTo>
                  <a:pt x="114351" y="1006"/>
                  <a:pt x="115714" y="4223"/>
                  <a:pt x="115367" y="7384"/>
                </a:cubicBezTo>
                <a:cubicBezTo>
                  <a:pt x="114925" y="11414"/>
                  <a:pt x="117211" y="14717"/>
                  <a:pt x="123019" y="18442"/>
                </a:cubicBezTo>
                <a:cubicBezTo>
                  <a:pt x="132830" y="24734"/>
                  <a:pt x="132594" y="28432"/>
                  <a:pt x="122268" y="30221"/>
                </a:cubicBezTo>
                <a:cubicBezTo>
                  <a:pt x="115180" y="31449"/>
                  <a:pt x="114690" y="32336"/>
                  <a:pt x="113949" y="45287"/>
                </a:cubicBezTo>
                <a:cubicBezTo>
                  <a:pt x="113241" y="57646"/>
                  <a:pt x="113899" y="59682"/>
                  <a:pt x="120402" y="65276"/>
                </a:cubicBezTo>
                <a:cubicBezTo>
                  <a:pt x="129577" y="73166"/>
                  <a:pt x="132509" y="73100"/>
                  <a:pt x="138506" y="64867"/>
                </a:cubicBezTo>
                <a:lnTo>
                  <a:pt x="143345" y="58224"/>
                </a:lnTo>
                <a:lnTo>
                  <a:pt x="152274" y="62931"/>
                </a:lnTo>
                <a:cubicBezTo>
                  <a:pt x="157185" y="65520"/>
                  <a:pt x="161620" y="67861"/>
                  <a:pt x="162130" y="68135"/>
                </a:cubicBezTo>
                <a:cubicBezTo>
                  <a:pt x="162640" y="68408"/>
                  <a:pt x="160808" y="71893"/>
                  <a:pt x="158059" y="75879"/>
                </a:cubicBezTo>
                <a:cubicBezTo>
                  <a:pt x="151713" y="85081"/>
                  <a:pt x="141902" y="114664"/>
                  <a:pt x="142387" y="123139"/>
                </a:cubicBezTo>
                <a:cubicBezTo>
                  <a:pt x="142935" y="132744"/>
                  <a:pt x="146254" y="135684"/>
                  <a:pt x="161574" y="140138"/>
                </a:cubicBezTo>
                <a:cubicBezTo>
                  <a:pt x="177125" y="144659"/>
                  <a:pt x="177438" y="148154"/>
                  <a:pt x="162505" y="150542"/>
                </a:cubicBezTo>
                <a:cubicBezTo>
                  <a:pt x="152866" y="152083"/>
                  <a:pt x="147932" y="157096"/>
                  <a:pt x="151065" y="162165"/>
                </a:cubicBezTo>
                <a:cubicBezTo>
                  <a:pt x="151887" y="163495"/>
                  <a:pt x="150058" y="169752"/>
                  <a:pt x="147000" y="176069"/>
                </a:cubicBezTo>
                <a:cubicBezTo>
                  <a:pt x="140040" y="190447"/>
                  <a:pt x="141019" y="195911"/>
                  <a:pt x="151074" y="198795"/>
                </a:cubicBezTo>
                <a:cubicBezTo>
                  <a:pt x="156834" y="200447"/>
                  <a:pt x="159631" y="203274"/>
                  <a:pt x="161382" y="209212"/>
                </a:cubicBezTo>
                <a:cubicBezTo>
                  <a:pt x="163891" y="217725"/>
                  <a:pt x="167253" y="218781"/>
                  <a:pt x="180801" y="215310"/>
                </a:cubicBezTo>
                <a:cubicBezTo>
                  <a:pt x="186270" y="213909"/>
                  <a:pt x="188145" y="214815"/>
                  <a:pt x="191062" y="220266"/>
                </a:cubicBezTo>
                <a:cubicBezTo>
                  <a:pt x="194411" y="226524"/>
                  <a:pt x="194115" y="227399"/>
                  <a:pt x="186266" y="234411"/>
                </a:cubicBezTo>
                <a:cubicBezTo>
                  <a:pt x="177581" y="242171"/>
                  <a:pt x="173505" y="242950"/>
                  <a:pt x="146648" y="241973"/>
                </a:cubicBezTo>
                <a:cubicBezTo>
                  <a:pt x="138138" y="241664"/>
                  <a:pt x="131353" y="242644"/>
                  <a:pt x="130308" y="244333"/>
                </a:cubicBezTo>
                <a:cubicBezTo>
                  <a:pt x="127797" y="248397"/>
                  <a:pt x="118188" y="235660"/>
                  <a:pt x="120069" y="230760"/>
                </a:cubicBezTo>
                <a:cubicBezTo>
                  <a:pt x="124398" y="219478"/>
                  <a:pt x="105303" y="225013"/>
                  <a:pt x="99204" y="236809"/>
                </a:cubicBezTo>
                <a:cubicBezTo>
                  <a:pt x="95428" y="244110"/>
                  <a:pt x="95414" y="245432"/>
                  <a:pt x="99051" y="250983"/>
                </a:cubicBezTo>
                <a:cubicBezTo>
                  <a:pt x="103916" y="258408"/>
                  <a:pt x="100434" y="261478"/>
                  <a:pt x="92202" y="257021"/>
                </a:cubicBezTo>
                <a:cubicBezTo>
                  <a:pt x="83927" y="252540"/>
                  <a:pt x="66492" y="252742"/>
                  <a:pt x="61602" y="257374"/>
                </a:cubicBezTo>
                <a:cubicBezTo>
                  <a:pt x="56090" y="262596"/>
                  <a:pt x="53167" y="262902"/>
                  <a:pt x="47363" y="258865"/>
                </a:cubicBezTo>
                <a:close/>
              </a:path>
            </a:pathLst>
          </a:custGeom>
          <a:solidFill>
            <a:srgbClr val="B9B9B9"/>
          </a:solidFill>
          <a:ln w="5163" cap="flat">
            <a:noFill/>
            <a:prstDash val="solid"/>
            <a:miter/>
          </a:ln>
        </p:spPr>
        <p:txBody>
          <a:bodyPr/>
          <a:lstStyle/>
          <a:p>
            <a:endParaRPr lang="es-419" noProof="0" dirty="0"/>
          </a:p>
        </p:txBody>
      </p:sp>
      <p:sp>
        <p:nvSpPr>
          <p:cNvPr id="44" name="Forma libre: forma 43">
            <a:extLst>
              <a:ext uri="{FF2B5EF4-FFF2-40B4-BE49-F238E27FC236}">
                <a16:creationId xmlns:a16="http://schemas.microsoft.com/office/drawing/2014/main" id="{BA57D1AC-332E-55F1-549D-08859D449F45}"/>
              </a:ext>
            </a:extLst>
          </p:cNvPr>
          <p:cNvSpPr/>
          <p:nvPr/>
        </p:nvSpPr>
        <p:spPr>
          <a:xfrm>
            <a:off x="1103504" y="2345749"/>
            <a:ext cx="95653" cy="64838"/>
          </a:xfrm>
          <a:custGeom>
            <a:avLst/>
            <a:gdLst>
              <a:gd name="csX0" fmla="*/ 71219 w 95653"/>
              <a:gd name="csY0" fmla="*/ 62506 h 64838"/>
              <a:gd name="csX1" fmla="*/ 62655 w 95653"/>
              <a:gd name="csY1" fmla="*/ 53685 h 64838"/>
              <a:gd name="csX2" fmla="*/ 57443 w 95653"/>
              <a:gd name="csY2" fmla="*/ 48511 h 64838"/>
              <a:gd name="csX3" fmla="*/ 51242 w 95653"/>
              <a:gd name="csY3" fmla="*/ 43994 h 64838"/>
              <a:gd name="csX4" fmla="*/ 48532 w 95653"/>
              <a:gd name="csY4" fmla="*/ 43994 h 64838"/>
              <a:gd name="csX5" fmla="*/ 36926 w 95653"/>
              <a:gd name="csY5" fmla="*/ 44510 h 64838"/>
              <a:gd name="csX6" fmla="*/ 28785 w 95653"/>
              <a:gd name="csY6" fmla="*/ 36765 h 64838"/>
              <a:gd name="csX7" fmla="*/ 27076 w 95653"/>
              <a:gd name="csY7" fmla="*/ 32629 h 64838"/>
              <a:gd name="csX8" fmla="*/ 11500 w 95653"/>
              <a:gd name="csY8" fmla="*/ 28262 h 64838"/>
              <a:gd name="csX9" fmla="*/ 1174 w 95653"/>
              <a:gd name="csY9" fmla="*/ 25068 h 64838"/>
              <a:gd name="csX10" fmla="*/ 31004 w 95653"/>
              <a:gd name="csY10" fmla="*/ 14820 h 64838"/>
              <a:gd name="csX11" fmla="*/ 49970 w 95653"/>
              <a:gd name="csY11" fmla="*/ 6499 h 64838"/>
              <a:gd name="csX12" fmla="*/ 60293 w 95653"/>
              <a:gd name="csY12" fmla="*/ 3207 h 64838"/>
              <a:gd name="csX13" fmla="*/ 79487 w 95653"/>
              <a:gd name="csY13" fmla="*/ 1724 h 64838"/>
              <a:gd name="csX14" fmla="*/ 95469 w 95653"/>
              <a:gd name="csY14" fmla="*/ 24677 h 64838"/>
              <a:gd name="csX15" fmla="*/ 92590 w 95653"/>
              <a:gd name="csY15" fmla="*/ 45837 h 64838"/>
              <a:gd name="csX16" fmla="*/ 88748 w 95653"/>
              <a:gd name="csY16" fmla="*/ 52688 h 64838"/>
              <a:gd name="csX17" fmla="*/ 82592 w 95653"/>
              <a:gd name="csY17" fmla="*/ 62155 h 64838"/>
              <a:gd name="csX18" fmla="*/ 71219 w 95653"/>
              <a:gd name="csY18" fmla="*/ 62506 h 648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95653" h="64838">
                <a:moveTo>
                  <a:pt x="71219" y="62506"/>
                </a:moveTo>
                <a:cubicBezTo>
                  <a:pt x="67412" y="60499"/>
                  <a:pt x="63558" y="56530"/>
                  <a:pt x="62655" y="53685"/>
                </a:cubicBezTo>
                <a:cubicBezTo>
                  <a:pt x="61752" y="50839"/>
                  <a:pt x="59407" y="48511"/>
                  <a:pt x="57443" y="48511"/>
                </a:cubicBezTo>
                <a:cubicBezTo>
                  <a:pt x="55480" y="48511"/>
                  <a:pt x="52689" y="46478"/>
                  <a:pt x="51242" y="43994"/>
                </a:cubicBezTo>
                <a:cubicBezTo>
                  <a:pt x="48736" y="39691"/>
                  <a:pt x="48607" y="39691"/>
                  <a:pt x="48532" y="43994"/>
                </a:cubicBezTo>
                <a:cubicBezTo>
                  <a:pt x="48437" y="49469"/>
                  <a:pt x="48761" y="49455"/>
                  <a:pt x="36926" y="44510"/>
                </a:cubicBezTo>
                <a:cubicBezTo>
                  <a:pt x="30451" y="41804"/>
                  <a:pt x="27814" y="39296"/>
                  <a:pt x="28785" y="36765"/>
                </a:cubicBezTo>
                <a:cubicBezTo>
                  <a:pt x="29575" y="34707"/>
                  <a:pt x="28806" y="32846"/>
                  <a:pt x="27076" y="32629"/>
                </a:cubicBezTo>
                <a:cubicBezTo>
                  <a:pt x="21029" y="31874"/>
                  <a:pt x="18714" y="31225"/>
                  <a:pt x="11500" y="28262"/>
                </a:cubicBezTo>
                <a:cubicBezTo>
                  <a:pt x="7503" y="26621"/>
                  <a:pt x="2857" y="25183"/>
                  <a:pt x="1174" y="25068"/>
                </a:cubicBezTo>
                <a:cubicBezTo>
                  <a:pt x="-4949" y="24646"/>
                  <a:pt x="14045" y="18121"/>
                  <a:pt x="31004" y="14820"/>
                </a:cubicBezTo>
                <a:cubicBezTo>
                  <a:pt x="44060" y="12279"/>
                  <a:pt x="48794" y="10202"/>
                  <a:pt x="49970" y="6499"/>
                </a:cubicBezTo>
                <a:cubicBezTo>
                  <a:pt x="51256" y="2445"/>
                  <a:pt x="53098" y="1858"/>
                  <a:pt x="60293" y="3207"/>
                </a:cubicBezTo>
                <a:cubicBezTo>
                  <a:pt x="65110" y="4111"/>
                  <a:pt x="73747" y="3443"/>
                  <a:pt x="79487" y="1724"/>
                </a:cubicBezTo>
                <a:cubicBezTo>
                  <a:pt x="94315" y="-2719"/>
                  <a:pt x="96385" y="255"/>
                  <a:pt x="95469" y="24677"/>
                </a:cubicBezTo>
                <a:cubicBezTo>
                  <a:pt x="95060" y="35554"/>
                  <a:pt x="93765" y="45076"/>
                  <a:pt x="92590" y="45837"/>
                </a:cubicBezTo>
                <a:cubicBezTo>
                  <a:pt x="91414" y="46598"/>
                  <a:pt x="89686" y="49681"/>
                  <a:pt x="88748" y="52688"/>
                </a:cubicBezTo>
                <a:cubicBezTo>
                  <a:pt x="87811" y="55696"/>
                  <a:pt x="85041" y="59955"/>
                  <a:pt x="82592" y="62155"/>
                </a:cubicBezTo>
                <a:cubicBezTo>
                  <a:pt x="78702" y="65649"/>
                  <a:pt x="77268" y="65693"/>
                  <a:pt x="71219" y="62506"/>
                </a:cubicBezTo>
                <a:close/>
              </a:path>
            </a:pathLst>
          </a:custGeom>
          <a:solidFill>
            <a:srgbClr val="B9B9B9"/>
          </a:solidFill>
          <a:ln w="5163" cap="flat">
            <a:noFill/>
            <a:prstDash val="solid"/>
            <a:miter/>
          </a:ln>
        </p:spPr>
        <p:txBody>
          <a:bodyPr/>
          <a:lstStyle/>
          <a:p>
            <a:endParaRPr lang="es-419" noProof="0" dirty="0"/>
          </a:p>
        </p:txBody>
      </p:sp>
      <p:sp>
        <p:nvSpPr>
          <p:cNvPr id="45" name="Forma libre: forma 44">
            <a:extLst>
              <a:ext uri="{FF2B5EF4-FFF2-40B4-BE49-F238E27FC236}">
                <a16:creationId xmlns:a16="http://schemas.microsoft.com/office/drawing/2014/main" id="{89B51548-B3F1-287D-A4F2-3CB99757EC8F}"/>
              </a:ext>
            </a:extLst>
          </p:cNvPr>
          <p:cNvSpPr/>
          <p:nvPr/>
        </p:nvSpPr>
        <p:spPr>
          <a:xfrm>
            <a:off x="1015863" y="2030672"/>
            <a:ext cx="364335" cy="362024"/>
          </a:xfrm>
          <a:custGeom>
            <a:avLst/>
            <a:gdLst>
              <a:gd name="csX0" fmla="*/ 185142 w 364335"/>
              <a:gd name="csY0" fmla="*/ 358570 h 362024"/>
              <a:gd name="csX1" fmla="*/ 187621 w 364335"/>
              <a:gd name="csY1" fmla="*/ 340898 h 362024"/>
              <a:gd name="csX2" fmla="*/ 186283 w 364335"/>
              <a:gd name="csY2" fmla="*/ 320178 h 362024"/>
              <a:gd name="csX3" fmla="*/ 182466 w 364335"/>
              <a:gd name="csY3" fmla="*/ 312528 h 362024"/>
              <a:gd name="csX4" fmla="*/ 160064 w 364335"/>
              <a:gd name="csY4" fmla="*/ 313164 h 362024"/>
              <a:gd name="csX5" fmla="*/ 135394 w 364335"/>
              <a:gd name="csY5" fmla="*/ 318882 h 362024"/>
              <a:gd name="csX6" fmla="*/ 107653 w 364335"/>
              <a:gd name="csY6" fmla="*/ 328620 h 362024"/>
              <a:gd name="csX7" fmla="*/ 77975 w 364335"/>
              <a:gd name="csY7" fmla="*/ 329071 h 362024"/>
              <a:gd name="csX8" fmla="*/ 69734 w 364335"/>
              <a:gd name="csY8" fmla="*/ 324866 h 362024"/>
              <a:gd name="csX9" fmla="*/ 48325 w 364335"/>
              <a:gd name="csY9" fmla="*/ 303007 h 362024"/>
              <a:gd name="csX10" fmla="*/ 38186 w 364335"/>
              <a:gd name="csY10" fmla="*/ 292203 h 362024"/>
              <a:gd name="csX11" fmla="*/ 25184 w 364335"/>
              <a:gd name="csY11" fmla="*/ 273778 h 362024"/>
              <a:gd name="csX12" fmla="*/ 11540 w 364335"/>
              <a:gd name="csY12" fmla="*/ 253016 h 362024"/>
              <a:gd name="csX13" fmla="*/ 9603 w 364335"/>
              <a:gd name="csY13" fmla="*/ 246065 h 362024"/>
              <a:gd name="csX14" fmla="*/ 4075 w 364335"/>
              <a:gd name="csY14" fmla="*/ 230604 h 362024"/>
              <a:gd name="csX15" fmla="*/ 2870 w 364335"/>
              <a:gd name="csY15" fmla="*/ 216903 h 362024"/>
              <a:gd name="csX16" fmla="*/ 19099 w 364335"/>
              <a:gd name="csY16" fmla="*/ 209992 h 362024"/>
              <a:gd name="csX17" fmla="*/ 33857 w 364335"/>
              <a:gd name="csY17" fmla="*/ 202727 h 362024"/>
              <a:gd name="csX18" fmla="*/ 62323 w 364335"/>
              <a:gd name="csY18" fmla="*/ 175142 h 362024"/>
              <a:gd name="csX19" fmla="*/ 75732 w 364335"/>
              <a:gd name="csY19" fmla="*/ 169793 h 362024"/>
              <a:gd name="csX20" fmla="*/ 107485 w 364335"/>
              <a:gd name="csY20" fmla="*/ 178512 h 362024"/>
              <a:gd name="csX21" fmla="*/ 118888 w 364335"/>
              <a:gd name="csY21" fmla="*/ 188952 h 362024"/>
              <a:gd name="csX22" fmla="*/ 122369 w 364335"/>
              <a:gd name="csY22" fmla="*/ 177011 h 362024"/>
              <a:gd name="csX23" fmla="*/ 128391 w 364335"/>
              <a:gd name="csY23" fmla="*/ 163500 h 362024"/>
              <a:gd name="csX24" fmla="*/ 127169 w 364335"/>
              <a:gd name="csY24" fmla="*/ 147778 h 362024"/>
              <a:gd name="csX25" fmla="*/ 130389 w 364335"/>
              <a:gd name="csY25" fmla="*/ 138750 h 362024"/>
              <a:gd name="csX26" fmla="*/ 147714 w 364335"/>
              <a:gd name="csY26" fmla="*/ 129037 h 362024"/>
              <a:gd name="csX27" fmla="*/ 142395 w 364335"/>
              <a:gd name="csY27" fmla="*/ 116273 h 362024"/>
              <a:gd name="csX28" fmla="*/ 138322 w 364335"/>
              <a:gd name="csY28" fmla="*/ 100445 h 362024"/>
              <a:gd name="csX29" fmla="*/ 132219 w 364335"/>
              <a:gd name="csY29" fmla="*/ 77384 h 362024"/>
              <a:gd name="csX30" fmla="*/ 123182 w 364335"/>
              <a:gd name="csY30" fmla="*/ 67380 h 362024"/>
              <a:gd name="csX31" fmla="*/ 127316 w 364335"/>
              <a:gd name="csY31" fmla="*/ 49072 h 362024"/>
              <a:gd name="csX32" fmla="*/ 149002 w 364335"/>
              <a:gd name="csY32" fmla="*/ 26791 h 362024"/>
              <a:gd name="csX33" fmla="*/ 156308 w 364335"/>
              <a:gd name="csY33" fmla="*/ 19245 h 362024"/>
              <a:gd name="csX34" fmla="*/ 153995 w 364335"/>
              <a:gd name="csY34" fmla="*/ 9825 h 362024"/>
              <a:gd name="csX35" fmla="*/ 161050 w 364335"/>
              <a:gd name="csY35" fmla="*/ 76 h 362024"/>
              <a:gd name="csX36" fmla="*/ 166583 w 364335"/>
              <a:gd name="csY36" fmla="*/ 7348 h 362024"/>
              <a:gd name="csX37" fmla="*/ 154998 w 364335"/>
              <a:gd name="csY37" fmla="*/ 39300 h 362024"/>
              <a:gd name="csX38" fmla="*/ 157050 w 364335"/>
              <a:gd name="csY38" fmla="*/ 45546 h 362024"/>
              <a:gd name="csX39" fmla="*/ 169737 w 364335"/>
              <a:gd name="csY39" fmla="*/ 24492 h 362024"/>
              <a:gd name="csX40" fmla="*/ 176182 w 364335"/>
              <a:gd name="csY40" fmla="*/ 20317 h 362024"/>
              <a:gd name="csX41" fmla="*/ 177678 w 364335"/>
              <a:gd name="csY41" fmla="*/ 26406 h 362024"/>
              <a:gd name="csX42" fmla="*/ 173510 w 364335"/>
              <a:gd name="csY42" fmla="*/ 43871 h 362024"/>
              <a:gd name="csX43" fmla="*/ 171706 w 364335"/>
              <a:gd name="csY43" fmla="*/ 58451 h 362024"/>
              <a:gd name="csX44" fmla="*/ 179820 w 364335"/>
              <a:gd name="csY44" fmla="*/ 60233 h 362024"/>
              <a:gd name="csX45" fmla="*/ 195468 w 364335"/>
              <a:gd name="csY45" fmla="*/ 47665 h 362024"/>
              <a:gd name="csX46" fmla="*/ 212893 w 364335"/>
              <a:gd name="csY46" fmla="*/ 36256 h 362024"/>
              <a:gd name="csX47" fmla="*/ 215787 w 364335"/>
              <a:gd name="csY47" fmla="*/ 59322 h 362024"/>
              <a:gd name="csX48" fmla="*/ 202515 w 364335"/>
              <a:gd name="csY48" fmla="*/ 73785 h 362024"/>
              <a:gd name="csX49" fmla="*/ 193598 w 364335"/>
              <a:gd name="csY49" fmla="*/ 76402 h 362024"/>
              <a:gd name="csX50" fmla="*/ 196544 w 364335"/>
              <a:gd name="csY50" fmla="*/ 79629 h 362024"/>
              <a:gd name="csX51" fmla="*/ 200631 w 364335"/>
              <a:gd name="csY51" fmla="*/ 82161 h 362024"/>
              <a:gd name="csX52" fmla="*/ 183851 w 364335"/>
              <a:gd name="csY52" fmla="*/ 86694 h 362024"/>
              <a:gd name="csX53" fmla="*/ 179447 w 364335"/>
              <a:gd name="csY53" fmla="*/ 90600 h 362024"/>
              <a:gd name="csX54" fmla="*/ 177337 w 364335"/>
              <a:gd name="csY54" fmla="*/ 95117 h 362024"/>
              <a:gd name="csX55" fmla="*/ 175970 w 364335"/>
              <a:gd name="csY55" fmla="*/ 99847 h 362024"/>
              <a:gd name="csX56" fmla="*/ 172279 w 364335"/>
              <a:gd name="csY56" fmla="*/ 109275 h 362024"/>
              <a:gd name="csX57" fmla="*/ 162736 w 364335"/>
              <a:gd name="csY57" fmla="*/ 127778 h 362024"/>
              <a:gd name="csX58" fmla="*/ 154984 w 364335"/>
              <a:gd name="csY58" fmla="*/ 141584 h 362024"/>
              <a:gd name="csX59" fmla="*/ 157382 w 364335"/>
              <a:gd name="csY59" fmla="*/ 150820 h 362024"/>
              <a:gd name="csX60" fmla="*/ 166003 w 364335"/>
              <a:gd name="csY60" fmla="*/ 156522 h 362024"/>
              <a:gd name="csX61" fmla="*/ 178921 w 364335"/>
              <a:gd name="csY61" fmla="*/ 158229 h 362024"/>
              <a:gd name="csX62" fmla="*/ 200631 w 364335"/>
              <a:gd name="csY62" fmla="*/ 155851 h 362024"/>
              <a:gd name="csX63" fmla="*/ 253127 w 364335"/>
              <a:gd name="csY63" fmla="*/ 145110 h 362024"/>
              <a:gd name="csX64" fmla="*/ 260004 w 364335"/>
              <a:gd name="csY64" fmla="*/ 117060 h 362024"/>
              <a:gd name="csX65" fmla="*/ 261186 w 364335"/>
              <a:gd name="csY65" fmla="*/ 105023 h 362024"/>
              <a:gd name="csX66" fmla="*/ 280779 w 364335"/>
              <a:gd name="csY66" fmla="*/ 107831 h 362024"/>
              <a:gd name="csX67" fmla="*/ 316123 w 364335"/>
              <a:gd name="csY67" fmla="*/ 101238 h 362024"/>
              <a:gd name="csX68" fmla="*/ 332436 w 364335"/>
              <a:gd name="csY68" fmla="*/ 86525 h 362024"/>
              <a:gd name="csX69" fmla="*/ 340656 w 364335"/>
              <a:gd name="csY69" fmla="*/ 79224 h 362024"/>
              <a:gd name="csX70" fmla="*/ 348855 w 364335"/>
              <a:gd name="csY70" fmla="*/ 87171 h 362024"/>
              <a:gd name="csX71" fmla="*/ 361269 w 364335"/>
              <a:gd name="csY71" fmla="*/ 95117 h 362024"/>
              <a:gd name="csX72" fmla="*/ 363171 w 364335"/>
              <a:gd name="csY72" fmla="*/ 103178 h 362024"/>
              <a:gd name="csX73" fmla="*/ 356290 w 364335"/>
              <a:gd name="csY73" fmla="*/ 118022 h 362024"/>
              <a:gd name="csX74" fmla="*/ 352528 w 364335"/>
              <a:gd name="csY74" fmla="*/ 135380 h 362024"/>
              <a:gd name="csX75" fmla="*/ 345616 w 364335"/>
              <a:gd name="csY75" fmla="*/ 149152 h 362024"/>
              <a:gd name="csX76" fmla="*/ 336399 w 364335"/>
              <a:gd name="csY76" fmla="*/ 158318 h 362024"/>
              <a:gd name="csX77" fmla="*/ 325505 w 364335"/>
              <a:gd name="csY77" fmla="*/ 175523 h 362024"/>
              <a:gd name="csX78" fmla="*/ 315430 w 364335"/>
              <a:gd name="csY78" fmla="*/ 204352 h 362024"/>
              <a:gd name="csX79" fmla="*/ 313994 w 364335"/>
              <a:gd name="csY79" fmla="*/ 218773 h 362024"/>
              <a:gd name="csX80" fmla="*/ 296375 w 364335"/>
              <a:gd name="csY80" fmla="*/ 228175 h 362024"/>
              <a:gd name="csX81" fmla="*/ 265231 w 364335"/>
              <a:gd name="csY81" fmla="*/ 238311 h 362024"/>
              <a:gd name="csX82" fmla="*/ 244951 w 364335"/>
              <a:gd name="csY82" fmla="*/ 244768 h 362024"/>
              <a:gd name="csX83" fmla="*/ 219261 w 364335"/>
              <a:gd name="csY83" fmla="*/ 258588 h 362024"/>
              <a:gd name="csX84" fmla="*/ 224662 w 364335"/>
              <a:gd name="csY84" fmla="*/ 270643 h 362024"/>
              <a:gd name="csX85" fmla="*/ 242353 w 364335"/>
              <a:gd name="csY85" fmla="*/ 274944 h 362024"/>
              <a:gd name="csX86" fmla="*/ 251900 w 364335"/>
              <a:gd name="csY86" fmla="*/ 285801 h 362024"/>
              <a:gd name="csX87" fmla="*/ 252381 w 364335"/>
              <a:gd name="csY87" fmla="*/ 304719 h 362024"/>
              <a:gd name="csX88" fmla="*/ 261267 w 364335"/>
              <a:gd name="csY88" fmla="*/ 315608 h 362024"/>
              <a:gd name="csX89" fmla="*/ 268876 w 364335"/>
              <a:gd name="csY89" fmla="*/ 316858 h 362024"/>
              <a:gd name="csX90" fmla="*/ 252027 w 364335"/>
              <a:gd name="csY90" fmla="*/ 336142 h 362024"/>
              <a:gd name="csX91" fmla="*/ 230251 w 364335"/>
              <a:gd name="csY91" fmla="*/ 349333 h 362024"/>
              <a:gd name="csX92" fmla="*/ 209844 w 364335"/>
              <a:gd name="csY92" fmla="*/ 359530 h 362024"/>
              <a:gd name="csX93" fmla="*/ 194478 w 364335"/>
              <a:gd name="csY93" fmla="*/ 360594 h 362024"/>
              <a:gd name="csX94" fmla="*/ 185142 w 364335"/>
              <a:gd name="csY94" fmla="*/ 358570 h 362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364335" h="362024">
                <a:moveTo>
                  <a:pt x="185142" y="358570"/>
                </a:moveTo>
                <a:cubicBezTo>
                  <a:pt x="185142" y="356038"/>
                  <a:pt x="186257" y="348086"/>
                  <a:pt x="187621" y="340898"/>
                </a:cubicBezTo>
                <a:cubicBezTo>
                  <a:pt x="189559" y="330679"/>
                  <a:pt x="189267" y="326160"/>
                  <a:pt x="186283" y="320178"/>
                </a:cubicBezTo>
                <a:lnTo>
                  <a:pt x="182466" y="312528"/>
                </a:lnTo>
                <a:lnTo>
                  <a:pt x="160064" y="313164"/>
                </a:lnTo>
                <a:cubicBezTo>
                  <a:pt x="140617" y="313716"/>
                  <a:pt x="137363" y="314470"/>
                  <a:pt x="135394" y="318882"/>
                </a:cubicBezTo>
                <a:cubicBezTo>
                  <a:pt x="133601" y="322902"/>
                  <a:pt x="127800" y="324938"/>
                  <a:pt x="107653" y="328620"/>
                </a:cubicBezTo>
                <a:cubicBezTo>
                  <a:pt x="84116" y="332921"/>
                  <a:pt x="81860" y="332955"/>
                  <a:pt x="77975" y="329071"/>
                </a:cubicBezTo>
                <a:cubicBezTo>
                  <a:pt x="75663" y="326758"/>
                  <a:pt x="71954" y="324866"/>
                  <a:pt x="69734" y="324866"/>
                </a:cubicBezTo>
                <a:cubicBezTo>
                  <a:pt x="64790" y="324866"/>
                  <a:pt x="53564" y="313404"/>
                  <a:pt x="48325" y="303007"/>
                </a:cubicBezTo>
                <a:cubicBezTo>
                  <a:pt x="46195" y="298781"/>
                  <a:pt x="41633" y="293919"/>
                  <a:pt x="38186" y="292203"/>
                </a:cubicBezTo>
                <a:cubicBezTo>
                  <a:pt x="31831" y="289039"/>
                  <a:pt x="25350" y="279856"/>
                  <a:pt x="25184" y="273778"/>
                </a:cubicBezTo>
                <a:cubicBezTo>
                  <a:pt x="25085" y="270192"/>
                  <a:pt x="14730" y="254434"/>
                  <a:pt x="11540" y="253016"/>
                </a:cubicBezTo>
                <a:cubicBezTo>
                  <a:pt x="10475" y="252543"/>
                  <a:pt x="9603" y="249415"/>
                  <a:pt x="9603" y="246065"/>
                </a:cubicBezTo>
                <a:cubicBezTo>
                  <a:pt x="9603" y="242715"/>
                  <a:pt x="7116" y="235757"/>
                  <a:pt x="4075" y="230604"/>
                </a:cubicBezTo>
                <a:cubicBezTo>
                  <a:pt x="-1096" y="221839"/>
                  <a:pt x="-1174" y="220953"/>
                  <a:pt x="2870" y="216903"/>
                </a:cubicBezTo>
                <a:cubicBezTo>
                  <a:pt x="5247" y="214522"/>
                  <a:pt x="12551" y="211412"/>
                  <a:pt x="19099" y="209992"/>
                </a:cubicBezTo>
                <a:cubicBezTo>
                  <a:pt x="25650" y="208572"/>
                  <a:pt x="32288" y="205304"/>
                  <a:pt x="33857" y="202727"/>
                </a:cubicBezTo>
                <a:cubicBezTo>
                  <a:pt x="40254" y="192222"/>
                  <a:pt x="57879" y="175142"/>
                  <a:pt x="62323" y="175142"/>
                </a:cubicBezTo>
                <a:cubicBezTo>
                  <a:pt x="64938" y="175142"/>
                  <a:pt x="70972" y="172735"/>
                  <a:pt x="75732" y="169793"/>
                </a:cubicBezTo>
                <a:cubicBezTo>
                  <a:pt x="86563" y="163099"/>
                  <a:pt x="92402" y="164703"/>
                  <a:pt x="107485" y="178512"/>
                </a:cubicBezTo>
                <a:lnTo>
                  <a:pt x="118888" y="188952"/>
                </a:lnTo>
                <a:lnTo>
                  <a:pt x="122369" y="177011"/>
                </a:lnTo>
                <a:cubicBezTo>
                  <a:pt x="124284" y="170444"/>
                  <a:pt x="126994" y="164364"/>
                  <a:pt x="128391" y="163500"/>
                </a:cubicBezTo>
                <a:cubicBezTo>
                  <a:pt x="132170" y="161165"/>
                  <a:pt x="131464" y="152072"/>
                  <a:pt x="127169" y="147778"/>
                </a:cubicBezTo>
                <a:cubicBezTo>
                  <a:pt x="122214" y="142823"/>
                  <a:pt x="124785" y="135614"/>
                  <a:pt x="130389" y="138750"/>
                </a:cubicBezTo>
                <a:cubicBezTo>
                  <a:pt x="136409" y="142119"/>
                  <a:pt x="145744" y="136885"/>
                  <a:pt x="147714" y="129037"/>
                </a:cubicBezTo>
                <a:cubicBezTo>
                  <a:pt x="149051" y="123709"/>
                  <a:pt x="147940" y="121043"/>
                  <a:pt x="142395" y="116273"/>
                </a:cubicBezTo>
                <a:cubicBezTo>
                  <a:pt x="135828" y="110625"/>
                  <a:pt x="135571" y="109625"/>
                  <a:pt x="138322" y="100445"/>
                </a:cubicBezTo>
                <a:cubicBezTo>
                  <a:pt x="142194" y="87522"/>
                  <a:pt x="142531" y="88798"/>
                  <a:pt x="132219" y="77384"/>
                </a:cubicBezTo>
                <a:lnTo>
                  <a:pt x="123182" y="67380"/>
                </a:lnTo>
                <a:lnTo>
                  <a:pt x="127316" y="49072"/>
                </a:lnTo>
                <a:cubicBezTo>
                  <a:pt x="131667" y="29805"/>
                  <a:pt x="134422" y="26975"/>
                  <a:pt x="149002" y="26791"/>
                </a:cubicBezTo>
                <a:cubicBezTo>
                  <a:pt x="154177" y="26725"/>
                  <a:pt x="155624" y="25231"/>
                  <a:pt x="156308" y="19245"/>
                </a:cubicBezTo>
                <a:cubicBezTo>
                  <a:pt x="156776" y="15139"/>
                  <a:pt x="155736" y="10900"/>
                  <a:pt x="153995" y="9825"/>
                </a:cubicBezTo>
                <a:cubicBezTo>
                  <a:pt x="148346" y="6334"/>
                  <a:pt x="153520" y="-815"/>
                  <a:pt x="161050" y="76"/>
                </a:cubicBezTo>
                <a:cubicBezTo>
                  <a:pt x="168082" y="908"/>
                  <a:pt x="172982" y="7348"/>
                  <a:pt x="166583" y="7348"/>
                </a:cubicBezTo>
                <a:cubicBezTo>
                  <a:pt x="163388" y="7348"/>
                  <a:pt x="159114" y="19135"/>
                  <a:pt x="154998" y="39300"/>
                </a:cubicBezTo>
                <a:cubicBezTo>
                  <a:pt x="153853" y="44911"/>
                  <a:pt x="154355" y="46439"/>
                  <a:pt x="157050" y="45546"/>
                </a:cubicBezTo>
                <a:cubicBezTo>
                  <a:pt x="160851" y="44288"/>
                  <a:pt x="165520" y="36539"/>
                  <a:pt x="169737" y="24492"/>
                </a:cubicBezTo>
                <a:cubicBezTo>
                  <a:pt x="171898" y="18321"/>
                  <a:pt x="172952" y="17637"/>
                  <a:pt x="176182" y="20317"/>
                </a:cubicBezTo>
                <a:cubicBezTo>
                  <a:pt x="178636" y="22355"/>
                  <a:pt x="179182" y="24572"/>
                  <a:pt x="177678" y="26406"/>
                </a:cubicBezTo>
                <a:cubicBezTo>
                  <a:pt x="176378" y="27992"/>
                  <a:pt x="174502" y="35852"/>
                  <a:pt x="173510" y="43871"/>
                </a:cubicBezTo>
                <a:lnTo>
                  <a:pt x="171706" y="58451"/>
                </a:lnTo>
                <a:lnTo>
                  <a:pt x="179820" y="60233"/>
                </a:lnTo>
                <a:cubicBezTo>
                  <a:pt x="190172" y="62507"/>
                  <a:pt x="195468" y="58253"/>
                  <a:pt x="195468" y="47665"/>
                </a:cubicBezTo>
                <a:cubicBezTo>
                  <a:pt x="195468" y="37295"/>
                  <a:pt x="201609" y="33273"/>
                  <a:pt x="212893" y="36256"/>
                </a:cubicBezTo>
                <a:cubicBezTo>
                  <a:pt x="222809" y="38877"/>
                  <a:pt x="222920" y="39758"/>
                  <a:pt x="215787" y="59322"/>
                </a:cubicBezTo>
                <a:cubicBezTo>
                  <a:pt x="210635" y="73452"/>
                  <a:pt x="209804" y="74357"/>
                  <a:pt x="202515" y="73785"/>
                </a:cubicBezTo>
                <a:cubicBezTo>
                  <a:pt x="198132" y="73441"/>
                  <a:pt x="194241" y="74583"/>
                  <a:pt x="193598" y="76402"/>
                </a:cubicBezTo>
                <a:cubicBezTo>
                  <a:pt x="192970" y="78177"/>
                  <a:pt x="194295" y="79629"/>
                  <a:pt x="196544" y="79629"/>
                </a:cubicBezTo>
                <a:cubicBezTo>
                  <a:pt x="198791" y="79629"/>
                  <a:pt x="200631" y="80768"/>
                  <a:pt x="200631" y="82161"/>
                </a:cubicBezTo>
                <a:cubicBezTo>
                  <a:pt x="200631" y="85088"/>
                  <a:pt x="191380" y="87587"/>
                  <a:pt x="183851" y="86694"/>
                </a:cubicBezTo>
                <a:cubicBezTo>
                  <a:pt x="180197" y="86261"/>
                  <a:pt x="178910" y="87403"/>
                  <a:pt x="179447" y="90600"/>
                </a:cubicBezTo>
                <a:cubicBezTo>
                  <a:pt x="179864" y="93084"/>
                  <a:pt x="178915" y="95117"/>
                  <a:pt x="177337" y="95117"/>
                </a:cubicBezTo>
                <a:cubicBezTo>
                  <a:pt x="175731" y="95117"/>
                  <a:pt x="175129" y="97199"/>
                  <a:pt x="175970" y="99847"/>
                </a:cubicBezTo>
                <a:cubicBezTo>
                  <a:pt x="176899" y="102775"/>
                  <a:pt x="175493" y="106367"/>
                  <a:pt x="172279" y="109275"/>
                </a:cubicBezTo>
                <a:cubicBezTo>
                  <a:pt x="169424" y="111859"/>
                  <a:pt x="165130" y="120185"/>
                  <a:pt x="162736" y="127778"/>
                </a:cubicBezTo>
                <a:cubicBezTo>
                  <a:pt x="160343" y="135371"/>
                  <a:pt x="156854" y="141584"/>
                  <a:pt x="154984" y="141584"/>
                </a:cubicBezTo>
                <a:cubicBezTo>
                  <a:pt x="149300" y="141584"/>
                  <a:pt x="151188" y="148854"/>
                  <a:pt x="157382" y="150820"/>
                </a:cubicBezTo>
                <a:cubicBezTo>
                  <a:pt x="160571" y="151832"/>
                  <a:pt x="164451" y="154398"/>
                  <a:pt x="166003" y="156522"/>
                </a:cubicBezTo>
                <a:cubicBezTo>
                  <a:pt x="168191" y="159513"/>
                  <a:pt x="171101" y="159898"/>
                  <a:pt x="178921" y="158229"/>
                </a:cubicBezTo>
                <a:cubicBezTo>
                  <a:pt x="184472" y="157045"/>
                  <a:pt x="194242" y="155975"/>
                  <a:pt x="200631" y="155851"/>
                </a:cubicBezTo>
                <a:cubicBezTo>
                  <a:pt x="239506" y="155102"/>
                  <a:pt x="240586" y="154881"/>
                  <a:pt x="253127" y="145110"/>
                </a:cubicBezTo>
                <a:cubicBezTo>
                  <a:pt x="266671" y="134558"/>
                  <a:pt x="268972" y="125175"/>
                  <a:pt x="260004" y="117060"/>
                </a:cubicBezTo>
                <a:cubicBezTo>
                  <a:pt x="253254" y="110951"/>
                  <a:pt x="253492" y="108529"/>
                  <a:pt x="261186" y="105023"/>
                </a:cubicBezTo>
                <a:cubicBezTo>
                  <a:pt x="266361" y="102665"/>
                  <a:pt x="269974" y="103183"/>
                  <a:pt x="280779" y="107831"/>
                </a:cubicBezTo>
                <a:cubicBezTo>
                  <a:pt x="296129" y="114435"/>
                  <a:pt x="303140" y="113127"/>
                  <a:pt x="316123" y="101238"/>
                </a:cubicBezTo>
                <a:cubicBezTo>
                  <a:pt x="320574" y="97162"/>
                  <a:pt x="327915" y="90541"/>
                  <a:pt x="332436" y="86525"/>
                </a:cubicBezTo>
                <a:lnTo>
                  <a:pt x="340656" y="79224"/>
                </a:lnTo>
                <a:lnTo>
                  <a:pt x="348855" y="87171"/>
                </a:lnTo>
                <a:cubicBezTo>
                  <a:pt x="353365" y="91541"/>
                  <a:pt x="358951" y="95117"/>
                  <a:pt x="361269" y="95117"/>
                </a:cubicBezTo>
                <a:cubicBezTo>
                  <a:pt x="364761" y="95117"/>
                  <a:pt x="365087" y="96499"/>
                  <a:pt x="363171" y="103178"/>
                </a:cubicBezTo>
                <a:cubicBezTo>
                  <a:pt x="361900" y="107612"/>
                  <a:pt x="358803" y="114292"/>
                  <a:pt x="356290" y="118022"/>
                </a:cubicBezTo>
                <a:cubicBezTo>
                  <a:pt x="353286" y="122482"/>
                  <a:pt x="351997" y="128425"/>
                  <a:pt x="352528" y="135380"/>
                </a:cubicBezTo>
                <a:cubicBezTo>
                  <a:pt x="353262" y="145010"/>
                  <a:pt x="352644" y="146241"/>
                  <a:pt x="345616" y="149152"/>
                </a:cubicBezTo>
                <a:cubicBezTo>
                  <a:pt x="341239" y="150965"/>
                  <a:pt x="337248" y="154934"/>
                  <a:pt x="336399" y="158318"/>
                </a:cubicBezTo>
                <a:cubicBezTo>
                  <a:pt x="335575" y="161601"/>
                  <a:pt x="330673" y="169343"/>
                  <a:pt x="325505" y="175523"/>
                </a:cubicBezTo>
                <a:cubicBezTo>
                  <a:pt x="311850" y="191852"/>
                  <a:pt x="310247" y="196441"/>
                  <a:pt x="315430" y="204352"/>
                </a:cubicBezTo>
                <a:cubicBezTo>
                  <a:pt x="319567" y="210666"/>
                  <a:pt x="319502" y="211324"/>
                  <a:pt x="313994" y="218773"/>
                </a:cubicBezTo>
                <a:cubicBezTo>
                  <a:pt x="309522" y="224822"/>
                  <a:pt x="305556" y="226939"/>
                  <a:pt x="296375" y="228175"/>
                </a:cubicBezTo>
                <a:cubicBezTo>
                  <a:pt x="280209" y="230353"/>
                  <a:pt x="268738" y="234086"/>
                  <a:pt x="265231" y="238311"/>
                </a:cubicBezTo>
                <a:cubicBezTo>
                  <a:pt x="263619" y="240253"/>
                  <a:pt x="254493" y="243158"/>
                  <a:pt x="244951" y="244768"/>
                </a:cubicBezTo>
                <a:cubicBezTo>
                  <a:pt x="224827" y="248162"/>
                  <a:pt x="223542" y="248854"/>
                  <a:pt x="219261" y="258588"/>
                </a:cubicBezTo>
                <a:cubicBezTo>
                  <a:pt x="215450" y="267254"/>
                  <a:pt x="216976" y="270661"/>
                  <a:pt x="224662" y="270643"/>
                </a:cubicBezTo>
                <a:cubicBezTo>
                  <a:pt x="227772" y="270636"/>
                  <a:pt x="235733" y="272571"/>
                  <a:pt x="242353" y="274944"/>
                </a:cubicBezTo>
                <a:cubicBezTo>
                  <a:pt x="253677" y="279002"/>
                  <a:pt x="254241" y="279644"/>
                  <a:pt x="251900" y="285801"/>
                </a:cubicBezTo>
                <a:cubicBezTo>
                  <a:pt x="250237" y="290175"/>
                  <a:pt x="250396" y="296447"/>
                  <a:pt x="252381" y="304719"/>
                </a:cubicBezTo>
                <a:cubicBezTo>
                  <a:pt x="255038" y="315794"/>
                  <a:pt x="255971" y="316937"/>
                  <a:pt x="261267" y="315608"/>
                </a:cubicBezTo>
                <a:cubicBezTo>
                  <a:pt x="264522" y="314791"/>
                  <a:pt x="267946" y="315353"/>
                  <a:pt x="268876" y="316858"/>
                </a:cubicBezTo>
                <a:cubicBezTo>
                  <a:pt x="271618" y="321295"/>
                  <a:pt x="260047" y="334538"/>
                  <a:pt x="252027" y="336142"/>
                </a:cubicBezTo>
                <a:cubicBezTo>
                  <a:pt x="247958" y="336956"/>
                  <a:pt x="238159" y="342892"/>
                  <a:pt x="230251" y="349333"/>
                </a:cubicBezTo>
                <a:cubicBezTo>
                  <a:pt x="219279" y="358270"/>
                  <a:pt x="214445" y="360685"/>
                  <a:pt x="209844" y="359530"/>
                </a:cubicBezTo>
                <a:cubicBezTo>
                  <a:pt x="206527" y="358698"/>
                  <a:pt x="199613" y="359176"/>
                  <a:pt x="194478" y="360594"/>
                </a:cubicBezTo>
                <a:cubicBezTo>
                  <a:pt x="186278" y="362858"/>
                  <a:pt x="185142" y="362612"/>
                  <a:pt x="185142" y="358570"/>
                </a:cubicBezTo>
                <a:close/>
              </a:path>
            </a:pathLst>
          </a:custGeom>
          <a:solidFill>
            <a:srgbClr val="B9B9B9"/>
          </a:solidFill>
          <a:ln w="5163" cap="flat">
            <a:noFill/>
            <a:prstDash val="solid"/>
            <a:miter/>
          </a:ln>
        </p:spPr>
        <p:txBody>
          <a:bodyPr/>
          <a:lstStyle/>
          <a:p>
            <a:endParaRPr lang="es-419" noProof="0" dirty="0"/>
          </a:p>
        </p:txBody>
      </p:sp>
      <p:sp>
        <p:nvSpPr>
          <p:cNvPr id="46" name="Forma libre: forma 45">
            <a:extLst>
              <a:ext uri="{FF2B5EF4-FFF2-40B4-BE49-F238E27FC236}">
                <a16:creationId xmlns:a16="http://schemas.microsoft.com/office/drawing/2014/main" id="{5F4C3EF5-A47C-90F3-54CC-AB01EF70F392}"/>
              </a:ext>
            </a:extLst>
          </p:cNvPr>
          <p:cNvSpPr/>
          <p:nvPr/>
        </p:nvSpPr>
        <p:spPr>
          <a:xfrm>
            <a:off x="1331227" y="2128697"/>
            <a:ext cx="198884" cy="167193"/>
          </a:xfrm>
          <a:custGeom>
            <a:avLst/>
            <a:gdLst>
              <a:gd name="csX0" fmla="*/ 102761 w 198884"/>
              <a:gd name="csY0" fmla="*/ 161938 h 167193"/>
              <a:gd name="csX1" fmla="*/ 88269 w 198884"/>
              <a:gd name="csY1" fmla="*/ 157454 h 167193"/>
              <a:gd name="csX2" fmla="*/ 69481 w 198884"/>
              <a:gd name="csY2" fmla="*/ 161146 h 167193"/>
              <a:gd name="csX3" fmla="*/ 60039 w 198884"/>
              <a:gd name="csY3" fmla="*/ 160242 h 167193"/>
              <a:gd name="csX4" fmla="*/ 55236 w 198884"/>
              <a:gd name="csY4" fmla="*/ 148107 h 167193"/>
              <a:gd name="csX5" fmla="*/ 50480 w 198884"/>
              <a:gd name="csY5" fmla="*/ 138608 h 167193"/>
              <a:gd name="csX6" fmla="*/ 28907 w 198884"/>
              <a:gd name="csY6" fmla="*/ 140363 h 167193"/>
              <a:gd name="csX7" fmla="*/ 11289 w 198884"/>
              <a:gd name="csY7" fmla="*/ 137781 h 167193"/>
              <a:gd name="csX8" fmla="*/ 6827 w 198884"/>
              <a:gd name="csY8" fmla="*/ 131288 h 167193"/>
              <a:gd name="csX9" fmla="*/ 1775 w 198884"/>
              <a:gd name="csY9" fmla="*/ 129012 h 167193"/>
              <a:gd name="csX10" fmla="*/ 4158 w 198884"/>
              <a:gd name="csY10" fmla="*/ 118778 h 167193"/>
              <a:gd name="csX11" fmla="*/ 5752 w 198884"/>
              <a:gd name="csY11" fmla="*/ 106007 h 167193"/>
              <a:gd name="csX12" fmla="*/ 11789 w 198884"/>
              <a:gd name="csY12" fmla="*/ 81269 h 167193"/>
              <a:gd name="csX13" fmla="*/ 23630 w 198884"/>
              <a:gd name="csY13" fmla="*/ 62821 h 167193"/>
              <a:gd name="csX14" fmla="*/ 32410 w 198884"/>
              <a:gd name="csY14" fmla="*/ 53884 h 167193"/>
              <a:gd name="csX15" fmla="*/ 41084 w 198884"/>
              <a:gd name="csY15" fmla="*/ 33929 h 167193"/>
              <a:gd name="csX16" fmla="*/ 44790 w 198884"/>
              <a:gd name="csY16" fmla="*/ 21065 h 167193"/>
              <a:gd name="csX17" fmla="*/ 50866 w 198884"/>
              <a:gd name="csY17" fmla="*/ 7384 h 167193"/>
              <a:gd name="csX18" fmla="*/ 69085 w 198884"/>
              <a:gd name="csY18" fmla="*/ 3371 h 167193"/>
              <a:gd name="csX19" fmla="*/ 83968 w 198884"/>
              <a:gd name="csY19" fmla="*/ 7430 h 167193"/>
              <a:gd name="csX20" fmla="*/ 103250 w 198884"/>
              <a:gd name="csY20" fmla="*/ 16788 h 167193"/>
              <a:gd name="csX21" fmla="*/ 120904 w 198884"/>
              <a:gd name="csY21" fmla="*/ 28277 h 167193"/>
              <a:gd name="csX22" fmla="*/ 134887 w 198884"/>
              <a:gd name="csY22" fmla="*/ 23438 h 167193"/>
              <a:gd name="csX23" fmla="*/ 159058 w 198884"/>
              <a:gd name="csY23" fmla="*/ 20032 h 167193"/>
              <a:gd name="csX24" fmla="*/ 176483 w 198884"/>
              <a:gd name="csY24" fmla="*/ 28515 h 167193"/>
              <a:gd name="csX25" fmla="*/ 192460 w 198884"/>
              <a:gd name="csY25" fmla="*/ 37014 h 167193"/>
              <a:gd name="csX26" fmla="*/ 196332 w 198884"/>
              <a:gd name="csY26" fmla="*/ 44480 h 167193"/>
              <a:gd name="csX27" fmla="*/ 196153 w 198884"/>
              <a:gd name="csY27" fmla="*/ 52404 h 167193"/>
              <a:gd name="csX28" fmla="*/ 187288 w 198884"/>
              <a:gd name="csY28" fmla="*/ 53879 h 167193"/>
              <a:gd name="csX29" fmla="*/ 174390 w 198884"/>
              <a:gd name="csY29" fmla="*/ 56149 h 167193"/>
              <a:gd name="csX30" fmla="*/ 170518 w 198884"/>
              <a:gd name="csY30" fmla="*/ 64210 h 167193"/>
              <a:gd name="csX31" fmla="*/ 166645 w 198884"/>
              <a:gd name="csY31" fmla="*/ 72206 h 167193"/>
              <a:gd name="csX32" fmla="*/ 158901 w 198884"/>
              <a:gd name="csY32" fmla="*/ 75439 h 167193"/>
              <a:gd name="csX33" fmla="*/ 151157 w 198884"/>
              <a:gd name="csY33" fmla="*/ 76992 h 167193"/>
              <a:gd name="csX34" fmla="*/ 142182 w 198884"/>
              <a:gd name="csY34" fmla="*/ 79321 h 167193"/>
              <a:gd name="csX35" fmla="*/ 127056 w 198884"/>
              <a:gd name="csY35" fmla="*/ 97769 h 167193"/>
              <a:gd name="csX36" fmla="*/ 130544 w 198884"/>
              <a:gd name="csY36" fmla="*/ 109385 h 167193"/>
              <a:gd name="csX37" fmla="*/ 134269 w 198884"/>
              <a:gd name="csY37" fmla="*/ 120288 h 167193"/>
              <a:gd name="csX38" fmla="*/ 148765 w 198884"/>
              <a:gd name="csY38" fmla="*/ 140043 h 167193"/>
              <a:gd name="csX39" fmla="*/ 155377 w 198884"/>
              <a:gd name="csY39" fmla="*/ 157142 h 167193"/>
              <a:gd name="csX40" fmla="*/ 143045 w 198884"/>
              <a:gd name="csY40" fmla="*/ 162040 h 167193"/>
              <a:gd name="csX41" fmla="*/ 102761 w 198884"/>
              <a:gd name="csY41" fmla="*/ 161938 h 167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Lst>
            <a:rect l="l" t="t" r="r" b="b"/>
            <a:pathLst>
              <a:path w="198884" h="167193">
                <a:moveTo>
                  <a:pt x="102761" y="161938"/>
                </a:moveTo>
                <a:cubicBezTo>
                  <a:pt x="101767" y="158136"/>
                  <a:pt x="99022" y="157287"/>
                  <a:pt x="88269" y="157454"/>
                </a:cubicBezTo>
                <a:cubicBezTo>
                  <a:pt x="80973" y="157567"/>
                  <a:pt x="72518" y="159228"/>
                  <a:pt x="69481" y="161146"/>
                </a:cubicBezTo>
                <a:cubicBezTo>
                  <a:pt x="64710" y="164157"/>
                  <a:pt x="63423" y="164033"/>
                  <a:pt x="60039" y="160242"/>
                </a:cubicBezTo>
                <a:cubicBezTo>
                  <a:pt x="57884" y="157827"/>
                  <a:pt x="55723" y="152366"/>
                  <a:pt x="55236" y="148107"/>
                </a:cubicBezTo>
                <a:cubicBezTo>
                  <a:pt x="54750" y="143848"/>
                  <a:pt x="52610" y="139573"/>
                  <a:pt x="50480" y="138608"/>
                </a:cubicBezTo>
                <a:cubicBezTo>
                  <a:pt x="43634" y="135506"/>
                  <a:pt x="32890" y="136379"/>
                  <a:pt x="28907" y="140363"/>
                </a:cubicBezTo>
                <a:cubicBezTo>
                  <a:pt x="22942" y="146328"/>
                  <a:pt x="14628" y="145109"/>
                  <a:pt x="11289" y="137781"/>
                </a:cubicBezTo>
                <a:cubicBezTo>
                  <a:pt x="9671" y="134232"/>
                  <a:pt x="7664" y="131310"/>
                  <a:pt x="6827" y="131288"/>
                </a:cubicBezTo>
                <a:cubicBezTo>
                  <a:pt x="5990" y="131266"/>
                  <a:pt x="3716" y="130242"/>
                  <a:pt x="1775" y="129012"/>
                </a:cubicBezTo>
                <a:cubicBezTo>
                  <a:pt x="-1083" y="127202"/>
                  <a:pt x="-629" y="125253"/>
                  <a:pt x="4158" y="118778"/>
                </a:cubicBezTo>
                <a:cubicBezTo>
                  <a:pt x="9713" y="111264"/>
                  <a:pt x="9810" y="110491"/>
                  <a:pt x="5752" y="106007"/>
                </a:cubicBezTo>
                <a:cubicBezTo>
                  <a:pt x="-610" y="98977"/>
                  <a:pt x="325" y="95142"/>
                  <a:pt x="11789" y="81269"/>
                </a:cubicBezTo>
                <a:cubicBezTo>
                  <a:pt x="17485" y="74376"/>
                  <a:pt x="22814" y="66074"/>
                  <a:pt x="23630" y="62821"/>
                </a:cubicBezTo>
                <a:cubicBezTo>
                  <a:pt x="24447" y="59568"/>
                  <a:pt x="28398" y="55546"/>
                  <a:pt x="32410" y="53884"/>
                </a:cubicBezTo>
                <a:cubicBezTo>
                  <a:pt x="40181" y="50665"/>
                  <a:pt x="43478" y="43081"/>
                  <a:pt x="41084" y="33929"/>
                </a:cubicBezTo>
                <a:cubicBezTo>
                  <a:pt x="40186" y="30493"/>
                  <a:pt x="41619" y="25519"/>
                  <a:pt x="44790" y="21065"/>
                </a:cubicBezTo>
                <a:cubicBezTo>
                  <a:pt x="47634" y="17072"/>
                  <a:pt x="50368" y="10915"/>
                  <a:pt x="50866" y="7384"/>
                </a:cubicBezTo>
                <a:cubicBezTo>
                  <a:pt x="51978" y="-503"/>
                  <a:pt x="60785" y="-2442"/>
                  <a:pt x="69085" y="3371"/>
                </a:cubicBezTo>
                <a:cubicBezTo>
                  <a:pt x="72262" y="5597"/>
                  <a:pt x="78960" y="7424"/>
                  <a:pt x="83968" y="7430"/>
                </a:cubicBezTo>
                <a:cubicBezTo>
                  <a:pt x="90827" y="7440"/>
                  <a:pt x="95585" y="9748"/>
                  <a:pt x="103250" y="16788"/>
                </a:cubicBezTo>
                <a:cubicBezTo>
                  <a:pt x="108847" y="21927"/>
                  <a:pt x="116791" y="27098"/>
                  <a:pt x="120904" y="28277"/>
                </a:cubicBezTo>
                <a:cubicBezTo>
                  <a:pt x="127215" y="30087"/>
                  <a:pt x="129398" y="29332"/>
                  <a:pt x="134887" y="23438"/>
                </a:cubicBezTo>
                <a:cubicBezTo>
                  <a:pt x="142030" y="15767"/>
                  <a:pt x="156507" y="13727"/>
                  <a:pt x="159058" y="20032"/>
                </a:cubicBezTo>
                <a:cubicBezTo>
                  <a:pt x="159855" y="22000"/>
                  <a:pt x="167696" y="25818"/>
                  <a:pt x="176483" y="28515"/>
                </a:cubicBezTo>
                <a:cubicBezTo>
                  <a:pt x="186066" y="31457"/>
                  <a:pt x="192460" y="34858"/>
                  <a:pt x="192460" y="37014"/>
                </a:cubicBezTo>
                <a:cubicBezTo>
                  <a:pt x="192460" y="38991"/>
                  <a:pt x="194203" y="42351"/>
                  <a:pt x="196332" y="44480"/>
                </a:cubicBezTo>
                <a:cubicBezTo>
                  <a:pt x="199774" y="47922"/>
                  <a:pt x="199754" y="48803"/>
                  <a:pt x="196153" y="52404"/>
                </a:cubicBezTo>
                <a:cubicBezTo>
                  <a:pt x="193159" y="55398"/>
                  <a:pt x="190845" y="55783"/>
                  <a:pt x="187288" y="53879"/>
                </a:cubicBezTo>
                <a:cubicBezTo>
                  <a:pt x="179800" y="49872"/>
                  <a:pt x="174390" y="50824"/>
                  <a:pt x="174390" y="56149"/>
                </a:cubicBezTo>
                <a:cubicBezTo>
                  <a:pt x="174390" y="58815"/>
                  <a:pt x="172647" y="62442"/>
                  <a:pt x="170518" y="64210"/>
                </a:cubicBezTo>
                <a:cubicBezTo>
                  <a:pt x="168388" y="65977"/>
                  <a:pt x="166645" y="69575"/>
                  <a:pt x="166645" y="72206"/>
                </a:cubicBezTo>
                <a:cubicBezTo>
                  <a:pt x="166645" y="76143"/>
                  <a:pt x="165276" y="76714"/>
                  <a:pt x="158901" y="75439"/>
                </a:cubicBezTo>
                <a:cubicBezTo>
                  <a:pt x="153734" y="74406"/>
                  <a:pt x="151157" y="74922"/>
                  <a:pt x="151157" y="76992"/>
                </a:cubicBezTo>
                <a:cubicBezTo>
                  <a:pt x="151157" y="78961"/>
                  <a:pt x="147877" y="79812"/>
                  <a:pt x="142182" y="79321"/>
                </a:cubicBezTo>
                <a:cubicBezTo>
                  <a:pt x="130428" y="78308"/>
                  <a:pt x="124889" y="85064"/>
                  <a:pt x="127056" y="97769"/>
                </a:cubicBezTo>
                <a:cubicBezTo>
                  <a:pt x="127904" y="102738"/>
                  <a:pt x="129473" y="107965"/>
                  <a:pt x="130544" y="109385"/>
                </a:cubicBezTo>
                <a:cubicBezTo>
                  <a:pt x="131614" y="110805"/>
                  <a:pt x="133291" y="115711"/>
                  <a:pt x="134269" y="120288"/>
                </a:cubicBezTo>
                <a:cubicBezTo>
                  <a:pt x="135415" y="125645"/>
                  <a:pt x="140578" y="132682"/>
                  <a:pt x="148765" y="140043"/>
                </a:cubicBezTo>
                <a:cubicBezTo>
                  <a:pt x="162833" y="152691"/>
                  <a:pt x="164554" y="157142"/>
                  <a:pt x="155377" y="157142"/>
                </a:cubicBezTo>
                <a:cubicBezTo>
                  <a:pt x="152019" y="157142"/>
                  <a:pt x="146470" y="159346"/>
                  <a:pt x="143045" y="162040"/>
                </a:cubicBezTo>
                <a:cubicBezTo>
                  <a:pt x="134241" y="168966"/>
                  <a:pt x="104579" y="168891"/>
                  <a:pt x="102761" y="161938"/>
                </a:cubicBezTo>
                <a:close/>
              </a:path>
            </a:pathLst>
          </a:custGeom>
          <a:solidFill>
            <a:srgbClr val="B9B9B9"/>
          </a:solidFill>
          <a:ln w="5163" cap="flat">
            <a:noFill/>
            <a:prstDash val="solid"/>
            <a:miter/>
          </a:ln>
        </p:spPr>
        <p:txBody>
          <a:bodyPr/>
          <a:lstStyle/>
          <a:p>
            <a:endParaRPr lang="es-419" noProof="0" dirty="0"/>
          </a:p>
        </p:txBody>
      </p:sp>
      <p:sp>
        <p:nvSpPr>
          <p:cNvPr id="47" name="Forma libre: forma 46">
            <a:extLst>
              <a:ext uri="{FF2B5EF4-FFF2-40B4-BE49-F238E27FC236}">
                <a16:creationId xmlns:a16="http://schemas.microsoft.com/office/drawing/2014/main" id="{B11D82DD-722D-5CC6-DD92-D858B8420369}"/>
              </a:ext>
            </a:extLst>
          </p:cNvPr>
          <p:cNvSpPr/>
          <p:nvPr/>
        </p:nvSpPr>
        <p:spPr>
          <a:xfrm>
            <a:off x="1461542" y="2144566"/>
            <a:ext cx="129500" cy="144710"/>
          </a:xfrm>
          <a:custGeom>
            <a:avLst/>
            <a:gdLst>
              <a:gd name="csX0" fmla="*/ 39451 w 129500"/>
              <a:gd name="csY0" fmla="*/ 143362 h 144710"/>
              <a:gd name="csX1" fmla="*/ 36297 w 129500"/>
              <a:gd name="csY1" fmla="*/ 137530 h 144710"/>
              <a:gd name="csX2" fmla="*/ 22310 w 129500"/>
              <a:gd name="csY2" fmla="*/ 122582 h 144710"/>
              <a:gd name="csX3" fmla="*/ 6555 w 129500"/>
              <a:gd name="csY3" fmla="*/ 101930 h 144710"/>
              <a:gd name="csX4" fmla="*/ 2723 w 129500"/>
              <a:gd name="csY4" fmla="*/ 90935 h 144710"/>
              <a:gd name="csX5" fmla="*/ 1214 w 129500"/>
              <a:gd name="csY5" fmla="*/ 71343 h 144710"/>
              <a:gd name="csX6" fmla="*/ 12550 w 129500"/>
              <a:gd name="csY6" fmla="*/ 66880 h 144710"/>
              <a:gd name="csX7" fmla="*/ 22940 w 129500"/>
              <a:gd name="csY7" fmla="*/ 63986 h 144710"/>
              <a:gd name="csX8" fmla="*/ 31348 w 129500"/>
              <a:gd name="csY8" fmla="*/ 62963 h 144710"/>
              <a:gd name="csX9" fmla="*/ 38911 w 129500"/>
              <a:gd name="csY9" fmla="*/ 59306 h 144710"/>
              <a:gd name="csX10" fmla="*/ 42783 w 129500"/>
              <a:gd name="csY10" fmla="*/ 50923 h 144710"/>
              <a:gd name="csX11" fmla="*/ 46656 w 129500"/>
              <a:gd name="csY11" fmla="*/ 42586 h 144710"/>
              <a:gd name="csX12" fmla="*/ 51173 w 129500"/>
              <a:gd name="csY12" fmla="*/ 39323 h 144710"/>
              <a:gd name="csX13" fmla="*/ 69566 w 129500"/>
              <a:gd name="csY13" fmla="*/ 37767 h 144710"/>
              <a:gd name="csX14" fmla="*/ 69872 w 129500"/>
              <a:gd name="csY14" fmla="*/ 27120 h 144710"/>
              <a:gd name="csX15" fmla="*/ 67231 w 129500"/>
              <a:gd name="csY15" fmla="*/ 13692 h 144710"/>
              <a:gd name="csX16" fmla="*/ 69736 w 129500"/>
              <a:gd name="csY16" fmla="*/ 7102 h 144710"/>
              <a:gd name="csX17" fmla="*/ 81814 w 129500"/>
              <a:gd name="csY17" fmla="*/ 13524 h 144710"/>
              <a:gd name="csX18" fmla="*/ 100866 w 129500"/>
              <a:gd name="csY18" fmla="*/ 15068 h 144710"/>
              <a:gd name="csX19" fmla="*/ 113355 w 129500"/>
              <a:gd name="csY19" fmla="*/ 326 h 144710"/>
              <a:gd name="csX20" fmla="*/ 116355 w 129500"/>
              <a:gd name="csY20" fmla="*/ 6085 h 144710"/>
              <a:gd name="csX21" fmla="*/ 122928 w 129500"/>
              <a:gd name="csY21" fmla="*/ 21207 h 144710"/>
              <a:gd name="csX22" fmla="*/ 129501 w 129500"/>
              <a:gd name="csY22" fmla="*/ 32422 h 144710"/>
              <a:gd name="csX23" fmla="*/ 122289 w 129500"/>
              <a:gd name="csY23" fmla="*/ 39110 h 144710"/>
              <a:gd name="csX24" fmla="*/ 114210 w 129500"/>
              <a:gd name="csY24" fmla="*/ 43197 h 144710"/>
              <a:gd name="csX25" fmla="*/ 100996 w 129500"/>
              <a:gd name="csY25" fmla="*/ 50277 h 144710"/>
              <a:gd name="csX26" fmla="*/ 91480 w 129500"/>
              <a:gd name="csY26" fmla="*/ 69527 h 144710"/>
              <a:gd name="csX27" fmla="*/ 86825 w 129500"/>
              <a:gd name="csY27" fmla="*/ 82667 h 144710"/>
              <a:gd name="csX28" fmla="*/ 75170 w 129500"/>
              <a:gd name="csY28" fmla="*/ 92424 h 144710"/>
              <a:gd name="csX29" fmla="*/ 62144 w 129500"/>
              <a:gd name="csY29" fmla="*/ 108405 h 144710"/>
              <a:gd name="csX30" fmla="*/ 58272 w 129500"/>
              <a:gd name="csY30" fmla="*/ 119688 h 144710"/>
              <a:gd name="csX31" fmla="*/ 54400 w 129500"/>
              <a:gd name="csY31" fmla="*/ 127352 h 144710"/>
              <a:gd name="csX32" fmla="*/ 52416 w 129500"/>
              <a:gd name="csY32" fmla="*/ 133529 h 144710"/>
              <a:gd name="csX33" fmla="*/ 46503 w 129500"/>
              <a:gd name="csY33" fmla="*/ 140006 h 144710"/>
              <a:gd name="csX34" fmla="*/ 39451 w 129500"/>
              <a:gd name="csY34" fmla="*/ 143362 h 1447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129500" h="144710">
                <a:moveTo>
                  <a:pt x="39451" y="143362"/>
                </a:moveTo>
                <a:cubicBezTo>
                  <a:pt x="37734" y="141645"/>
                  <a:pt x="36315" y="139021"/>
                  <a:pt x="36297" y="137530"/>
                </a:cubicBezTo>
                <a:cubicBezTo>
                  <a:pt x="36279" y="136040"/>
                  <a:pt x="29985" y="129313"/>
                  <a:pt x="22310" y="122582"/>
                </a:cubicBezTo>
                <a:cubicBezTo>
                  <a:pt x="12868" y="114302"/>
                  <a:pt x="7773" y="107623"/>
                  <a:pt x="6555" y="101930"/>
                </a:cubicBezTo>
                <a:cubicBezTo>
                  <a:pt x="5566" y="97303"/>
                  <a:pt x="3842" y="92355"/>
                  <a:pt x="2723" y="90935"/>
                </a:cubicBezTo>
                <a:cubicBezTo>
                  <a:pt x="-91" y="87360"/>
                  <a:pt x="-945" y="76286"/>
                  <a:pt x="1214" y="71343"/>
                </a:cubicBezTo>
                <a:cubicBezTo>
                  <a:pt x="2338" y="68767"/>
                  <a:pt x="6560" y="67105"/>
                  <a:pt x="12550" y="66880"/>
                </a:cubicBezTo>
                <a:cubicBezTo>
                  <a:pt x="17800" y="66683"/>
                  <a:pt x="22476" y="65380"/>
                  <a:pt x="22940" y="63986"/>
                </a:cubicBezTo>
                <a:cubicBezTo>
                  <a:pt x="23405" y="62591"/>
                  <a:pt x="27189" y="62131"/>
                  <a:pt x="31348" y="62963"/>
                </a:cubicBezTo>
                <a:cubicBezTo>
                  <a:pt x="37697" y="64232"/>
                  <a:pt x="38911" y="63645"/>
                  <a:pt x="38911" y="59306"/>
                </a:cubicBezTo>
                <a:cubicBezTo>
                  <a:pt x="38911" y="56463"/>
                  <a:pt x="40654" y="52690"/>
                  <a:pt x="42783" y="50923"/>
                </a:cubicBezTo>
                <a:cubicBezTo>
                  <a:pt x="44913" y="49155"/>
                  <a:pt x="46656" y="45404"/>
                  <a:pt x="46656" y="42586"/>
                </a:cubicBezTo>
                <a:cubicBezTo>
                  <a:pt x="46656" y="38720"/>
                  <a:pt x="47764" y="37919"/>
                  <a:pt x="51173" y="39323"/>
                </a:cubicBezTo>
                <a:cubicBezTo>
                  <a:pt x="61512" y="43579"/>
                  <a:pt x="64377" y="43337"/>
                  <a:pt x="69566" y="37767"/>
                </a:cubicBezTo>
                <a:cubicBezTo>
                  <a:pt x="75009" y="31925"/>
                  <a:pt x="75010" y="31906"/>
                  <a:pt x="69872" y="27120"/>
                </a:cubicBezTo>
                <a:cubicBezTo>
                  <a:pt x="63882" y="21540"/>
                  <a:pt x="64007" y="22172"/>
                  <a:pt x="67231" y="13692"/>
                </a:cubicBezTo>
                <a:lnTo>
                  <a:pt x="69736" y="7102"/>
                </a:lnTo>
                <a:lnTo>
                  <a:pt x="81814" y="13524"/>
                </a:lnTo>
                <a:cubicBezTo>
                  <a:pt x="96277" y="21214"/>
                  <a:pt x="100866" y="21586"/>
                  <a:pt x="100866" y="15068"/>
                </a:cubicBezTo>
                <a:cubicBezTo>
                  <a:pt x="100866" y="8386"/>
                  <a:pt x="109640" y="-1970"/>
                  <a:pt x="113355" y="326"/>
                </a:cubicBezTo>
                <a:cubicBezTo>
                  <a:pt x="115005" y="1346"/>
                  <a:pt x="116355" y="3937"/>
                  <a:pt x="116355" y="6085"/>
                </a:cubicBezTo>
                <a:cubicBezTo>
                  <a:pt x="116355" y="8233"/>
                  <a:pt x="119313" y="15038"/>
                  <a:pt x="122928" y="21207"/>
                </a:cubicBezTo>
                <a:lnTo>
                  <a:pt x="129501" y="32422"/>
                </a:lnTo>
                <a:lnTo>
                  <a:pt x="122289" y="39110"/>
                </a:lnTo>
                <a:cubicBezTo>
                  <a:pt x="118322" y="42788"/>
                  <a:pt x="114687" y="44627"/>
                  <a:pt x="114210" y="43197"/>
                </a:cubicBezTo>
                <a:cubicBezTo>
                  <a:pt x="112111" y="36901"/>
                  <a:pt x="104310" y="41081"/>
                  <a:pt x="100996" y="50277"/>
                </a:cubicBezTo>
                <a:cubicBezTo>
                  <a:pt x="99077" y="55602"/>
                  <a:pt x="94795" y="64264"/>
                  <a:pt x="91480" y="69527"/>
                </a:cubicBezTo>
                <a:cubicBezTo>
                  <a:pt x="88166" y="74789"/>
                  <a:pt x="86071" y="80703"/>
                  <a:pt x="86825" y="82667"/>
                </a:cubicBezTo>
                <a:cubicBezTo>
                  <a:pt x="87734" y="85037"/>
                  <a:pt x="83812" y="88321"/>
                  <a:pt x="75170" y="92424"/>
                </a:cubicBezTo>
                <a:cubicBezTo>
                  <a:pt x="62898" y="98250"/>
                  <a:pt x="62144" y="99174"/>
                  <a:pt x="62144" y="108405"/>
                </a:cubicBezTo>
                <a:cubicBezTo>
                  <a:pt x="62144" y="114732"/>
                  <a:pt x="60773" y="118729"/>
                  <a:pt x="58272" y="119688"/>
                </a:cubicBezTo>
                <a:cubicBezTo>
                  <a:pt x="56143" y="120506"/>
                  <a:pt x="54400" y="123954"/>
                  <a:pt x="54400" y="127352"/>
                </a:cubicBezTo>
                <a:cubicBezTo>
                  <a:pt x="54400" y="130749"/>
                  <a:pt x="53507" y="133529"/>
                  <a:pt x="52416" y="133529"/>
                </a:cubicBezTo>
                <a:cubicBezTo>
                  <a:pt x="51325" y="133529"/>
                  <a:pt x="48664" y="136444"/>
                  <a:pt x="46503" y="140006"/>
                </a:cubicBezTo>
                <a:cubicBezTo>
                  <a:pt x="43429" y="145071"/>
                  <a:pt x="41892" y="145803"/>
                  <a:pt x="39451" y="143362"/>
                </a:cubicBezTo>
                <a:close/>
              </a:path>
            </a:pathLst>
          </a:custGeom>
          <a:solidFill>
            <a:srgbClr val="B9B9B9"/>
          </a:solidFill>
          <a:ln w="5163" cap="flat">
            <a:noFill/>
            <a:prstDash val="solid"/>
            <a:miter/>
          </a:ln>
        </p:spPr>
        <p:txBody>
          <a:bodyPr/>
          <a:lstStyle/>
          <a:p>
            <a:endParaRPr lang="es-419" noProof="0" dirty="0"/>
          </a:p>
        </p:txBody>
      </p:sp>
      <p:sp>
        <p:nvSpPr>
          <p:cNvPr id="48" name="Forma libre: forma 47">
            <a:extLst>
              <a:ext uri="{FF2B5EF4-FFF2-40B4-BE49-F238E27FC236}">
                <a16:creationId xmlns:a16="http://schemas.microsoft.com/office/drawing/2014/main" id="{BB591046-2C98-957E-CD35-0F2D3C7A4C72}"/>
              </a:ext>
            </a:extLst>
          </p:cNvPr>
          <p:cNvSpPr/>
          <p:nvPr/>
        </p:nvSpPr>
        <p:spPr>
          <a:xfrm>
            <a:off x="2333829" y="2099494"/>
            <a:ext cx="245950" cy="186219"/>
          </a:xfrm>
          <a:custGeom>
            <a:avLst/>
            <a:gdLst>
              <a:gd name="csX0" fmla="*/ 63193 w 245950"/>
              <a:gd name="csY0" fmla="*/ 151536 h 186219"/>
              <a:gd name="csX1" fmla="*/ 28715 w 245950"/>
              <a:gd name="csY1" fmla="*/ 120621 h 186219"/>
              <a:gd name="csX2" fmla="*/ 15073 w 245950"/>
              <a:gd name="csY2" fmla="*/ 124390 h 186219"/>
              <a:gd name="csX3" fmla="*/ 5596 w 245950"/>
              <a:gd name="csY3" fmla="*/ 124390 h 186219"/>
              <a:gd name="csX4" fmla="*/ 5596 w 245950"/>
              <a:gd name="csY4" fmla="*/ 107763 h 186219"/>
              <a:gd name="csX5" fmla="*/ 3015 w 245950"/>
              <a:gd name="csY5" fmla="*/ 89541 h 186219"/>
              <a:gd name="csX6" fmla="*/ 11404 w 245950"/>
              <a:gd name="csY6" fmla="*/ 63244 h 186219"/>
              <a:gd name="csX7" fmla="*/ 106611 w 245950"/>
              <a:gd name="csY7" fmla="*/ 25070 h 186219"/>
              <a:gd name="csX8" fmla="*/ 133716 w 245950"/>
              <a:gd name="csY8" fmla="*/ 14252 h 186219"/>
              <a:gd name="csX9" fmla="*/ 160483 w 245950"/>
              <a:gd name="csY9" fmla="*/ 1908 h 186219"/>
              <a:gd name="csX10" fmla="*/ 238554 w 245950"/>
              <a:gd name="csY10" fmla="*/ 11931 h 186219"/>
              <a:gd name="csX11" fmla="*/ 245107 w 245950"/>
              <a:gd name="csY11" fmla="*/ 29136 h 186219"/>
              <a:gd name="csX12" fmla="*/ 240861 w 245950"/>
              <a:gd name="csY12" fmla="*/ 62435 h 186219"/>
              <a:gd name="csX13" fmla="*/ 234529 w 245950"/>
              <a:gd name="csY13" fmla="*/ 81796 h 186219"/>
              <a:gd name="csX14" fmla="*/ 183096 w 245950"/>
              <a:gd name="csY14" fmla="*/ 120518 h 186219"/>
              <a:gd name="csX15" fmla="*/ 112584 w 245950"/>
              <a:gd name="csY15" fmla="*/ 172730 h 186219"/>
              <a:gd name="csX16" fmla="*/ 93505 w 245950"/>
              <a:gd name="csY16" fmla="*/ 186220 h 186219"/>
              <a:gd name="csX17" fmla="*/ 63193 w 245950"/>
              <a:gd name="csY17" fmla="*/ 151536 h 1862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245950" h="186219">
                <a:moveTo>
                  <a:pt x="63193" y="151536"/>
                </a:moveTo>
                <a:cubicBezTo>
                  <a:pt x="35962" y="120379"/>
                  <a:pt x="32456" y="117236"/>
                  <a:pt x="28715" y="120621"/>
                </a:cubicBezTo>
                <a:cubicBezTo>
                  <a:pt x="26425" y="122694"/>
                  <a:pt x="20286" y="124390"/>
                  <a:pt x="15073" y="124390"/>
                </a:cubicBezTo>
                <a:lnTo>
                  <a:pt x="5596" y="124390"/>
                </a:lnTo>
                <a:lnTo>
                  <a:pt x="5596" y="107763"/>
                </a:lnTo>
                <a:cubicBezTo>
                  <a:pt x="5596" y="98618"/>
                  <a:pt x="4435" y="90418"/>
                  <a:pt x="3015" y="89541"/>
                </a:cubicBezTo>
                <a:cubicBezTo>
                  <a:pt x="-3245" y="85672"/>
                  <a:pt x="575" y="73700"/>
                  <a:pt x="11404" y="63244"/>
                </a:cubicBezTo>
                <a:cubicBezTo>
                  <a:pt x="30218" y="45081"/>
                  <a:pt x="67101" y="30293"/>
                  <a:pt x="106611" y="25070"/>
                </a:cubicBezTo>
                <a:cubicBezTo>
                  <a:pt x="113529" y="24155"/>
                  <a:pt x="124948" y="19598"/>
                  <a:pt x="133716" y="14252"/>
                </a:cubicBezTo>
                <a:cubicBezTo>
                  <a:pt x="142049" y="9172"/>
                  <a:pt x="154094" y="3617"/>
                  <a:pt x="160483" y="1908"/>
                </a:cubicBezTo>
                <a:cubicBezTo>
                  <a:pt x="179743" y="-3243"/>
                  <a:pt x="225908" y="2684"/>
                  <a:pt x="238554" y="11931"/>
                </a:cubicBezTo>
                <a:cubicBezTo>
                  <a:pt x="241216" y="13878"/>
                  <a:pt x="243864" y="20830"/>
                  <a:pt x="245107" y="29136"/>
                </a:cubicBezTo>
                <a:cubicBezTo>
                  <a:pt x="246841" y="40720"/>
                  <a:pt x="246124" y="46345"/>
                  <a:pt x="240861" y="62435"/>
                </a:cubicBezTo>
                <a:lnTo>
                  <a:pt x="234529" y="81796"/>
                </a:lnTo>
                <a:lnTo>
                  <a:pt x="183096" y="120518"/>
                </a:lnTo>
                <a:cubicBezTo>
                  <a:pt x="154808" y="141815"/>
                  <a:pt x="123078" y="165310"/>
                  <a:pt x="112584" y="172730"/>
                </a:cubicBezTo>
                <a:lnTo>
                  <a:pt x="93505" y="186220"/>
                </a:lnTo>
                <a:lnTo>
                  <a:pt x="63193" y="151536"/>
                </a:lnTo>
                <a:close/>
              </a:path>
            </a:pathLst>
          </a:custGeom>
          <a:solidFill>
            <a:srgbClr val="B9B9B9"/>
          </a:solidFill>
          <a:ln w="5163" cap="flat">
            <a:noFill/>
            <a:prstDash val="solid"/>
            <a:miter/>
          </a:ln>
        </p:spPr>
        <p:txBody>
          <a:bodyPr/>
          <a:lstStyle/>
          <a:p>
            <a:endParaRPr lang="es-419" noProof="0" dirty="0"/>
          </a:p>
        </p:txBody>
      </p:sp>
      <p:sp>
        <p:nvSpPr>
          <p:cNvPr id="49" name="Forma libre: forma 48">
            <a:extLst>
              <a:ext uri="{FF2B5EF4-FFF2-40B4-BE49-F238E27FC236}">
                <a16:creationId xmlns:a16="http://schemas.microsoft.com/office/drawing/2014/main" id="{C7086459-CB77-2897-6DD2-C70A8467B0A2}"/>
              </a:ext>
            </a:extLst>
          </p:cNvPr>
          <p:cNvSpPr/>
          <p:nvPr/>
        </p:nvSpPr>
        <p:spPr>
          <a:xfrm>
            <a:off x="2334670" y="2196667"/>
            <a:ext cx="1839" cy="7968"/>
          </a:xfrm>
          <a:custGeom>
            <a:avLst/>
            <a:gdLst>
              <a:gd name="csX0" fmla="*/ 0 w 1839"/>
              <a:gd name="csY0" fmla="*/ 3984 h 7968"/>
              <a:gd name="csX1" fmla="*/ 1302 w 1839"/>
              <a:gd name="csY1" fmla="*/ 757 h 7968"/>
              <a:gd name="csX2" fmla="*/ 1302 w 1839"/>
              <a:gd name="csY2" fmla="*/ 7211 h 7968"/>
              <a:gd name="csX3" fmla="*/ 0 w 1839"/>
              <a:gd name="csY3" fmla="*/ 3984 h 7968"/>
            </a:gdLst>
            <a:ahLst/>
            <a:cxnLst>
              <a:cxn ang="0">
                <a:pos x="csX0" y="csY0"/>
              </a:cxn>
              <a:cxn ang="0">
                <a:pos x="csX1" y="csY1"/>
              </a:cxn>
              <a:cxn ang="0">
                <a:pos x="csX2" y="csY2"/>
              </a:cxn>
              <a:cxn ang="0">
                <a:pos x="csX3" y="csY3"/>
              </a:cxn>
            </a:cxnLst>
            <a:rect l="l" t="t" r="r" b="b"/>
            <a:pathLst>
              <a:path w="1839" h="7968">
                <a:moveTo>
                  <a:pt x="0" y="3984"/>
                </a:moveTo>
                <a:cubicBezTo>
                  <a:pt x="0" y="435"/>
                  <a:pt x="586" y="-1017"/>
                  <a:pt x="1302" y="757"/>
                </a:cubicBezTo>
                <a:cubicBezTo>
                  <a:pt x="2018" y="2532"/>
                  <a:pt x="2018" y="5436"/>
                  <a:pt x="1302" y="7211"/>
                </a:cubicBezTo>
                <a:cubicBezTo>
                  <a:pt x="586" y="8986"/>
                  <a:pt x="0" y="7534"/>
                  <a:pt x="0" y="3984"/>
                </a:cubicBezTo>
                <a:close/>
              </a:path>
            </a:pathLst>
          </a:custGeom>
          <a:solidFill>
            <a:srgbClr val="B9B9B9"/>
          </a:solidFill>
          <a:ln w="5163" cap="flat">
            <a:noFill/>
            <a:prstDash val="solid"/>
            <a:miter/>
          </a:ln>
        </p:spPr>
        <p:txBody>
          <a:bodyPr/>
          <a:lstStyle/>
          <a:p>
            <a:endParaRPr lang="es-419" noProof="0" dirty="0"/>
          </a:p>
        </p:txBody>
      </p:sp>
      <p:sp>
        <p:nvSpPr>
          <p:cNvPr id="50" name="Forma libre: forma 49">
            <a:extLst>
              <a:ext uri="{FF2B5EF4-FFF2-40B4-BE49-F238E27FC236}">
                <a16:creationId xmlns:a16="http://schemas.microsoft.com/office/drawing/2014/main" id="{C2A9B0E8-4265-2651-D71B-D2E91D3D400C}"/>
              </a:ext>
            </a:extLst>
          </p:cNvPr>
          <p:cNvSpPr/>
          <p:nvPr/>
        </p:nvSpPr>
        <p:spPr>
          <a:xfrm>
            <a:off x="1309468" y="1877186"/>
            <a:ext cx="342958" cy="300162"/>
          </a:xfrm>
          <a:custGeom>
            <a:avLst/>
            <a:gdLst>
              <a:gd name="csX0" fmla="*/ 295686 w 342958"/>
              <a:gd name="csY0" fmla="*/ 296278 h 300162"/>
              <a:gd name="csX1" fmla="*/ 285863 w 342958"/>
              <a:gd name="csY1" fmla="*/ 292488 h 300162"/>
              <a:gd name="csX2" fmla="*/ 274573 w 342958"/>
              <a:gd name="csY2" fmla="*/ 278339 h 300162"/>
              <a:gd name="csX3" fmla="*/ 265490 w 342958"/>
              <a:gd name="csY3" fmla="*/ 262580 h 300162"/>
              <a:gd name="csX4" fmla="*/ 250359 w 342958"/>
              <a:gd name="csY4" fmla="*/ 277449 h 300162"/>
              <a:gd name="csX5" fmla="*/ 232353 w 342958"/>
              <a:gd name="csY5" fmla="*/ 275755 h 300162"/>
              <a:gd name="csX6" fmla="*/ 216800 w 342958"/>
              <a:gd name="csY6" fmla="*/ 278780 h 300162"/>
              <a:gd name="csX7" fmla="*/ 197688 w 342958"/>
              <a:gd name="csY7" fmla="*/ 275445 h 300162"/>
              <a:gd name="csX8" fmla="*/ 186717 w 342958"/>
              <a:gd name="csY8" fmla="*/ 271836 h 300162"/>
              <a:gd name="csX9" fmla="*/ 183241 w 342958"/>
              <a:gd name="csY9" fmla="*/ 267964 h 300162"/>
              <a:gd name="csX10" fmla="*/ 171812 w 342958"/>
              <a:gd name="csY10" fmla="*/ 264092 h 300162"/>
              <a:gd name="csX11" fmla="*/ 155307 w 342958"/>
              <a:gd name="csY11" fmla="*/ 270545 h 300162"/>
              <a:gd name="csX12" fmla="*/ 128918 w 342958"/>
              <a:gd name="csY12" fmla="*/ 266264 h 300162"/>
              <a:gd name="csX13" fmla="*/ 106345 w 342958"/>
              <a:gd name="csY13" fmla="*/ 255141 h 300162"/>
              <a:gd name="csX14" fmla="*/ 91555 w 342958"/>
              <a:gd name="csY14" fmla="*/ 250269 h 300162"/>
              <a:gd name="csX15" fmla="*/ 81548 w 342958"/>
              <a:gd name="csY15" fmla="*/ 247474 h 300162"/>
              <a:gd name="csX16" fmla="*/ 78435 w 342958"/>
              <a:gd name="csY16" fmla="*/ 239429 h 300162"/>
              <a:gd name="csX17" fmla="*/ 82408 w 342958"/>
              <a:gd name="csY17" fmla="*/ 200657 h 300162"/>
              <a:gd name="csX18" fmla="*/ 83563 w 342958"/>
              <a:gd name="csY18" fmla="*/ 189030 h 300162"/>
              <a:gd name="csX19" fmla="*/ 79311 w 342958"/>
              <a:gd name="csY19" fmla="*/ 164140 h 300162"/>
              <a:gd name="csX20" fmla="*/ 69658 w 342958"/>
              <a:gd name="csY20" fmla="*/ 165664 h 300162"/>
              <a:gd name="csX21" fmla="*/ 52863 w 342958"/>
              <a:gd name="csY21" fmla="*/ 178880 h 300162"/>
              <a:gd name="csX22" fmla="*/ 46310 w 342958"/>
              <a:gd name="csY22" fmla="*/ 180840 h 300162"/>
              <a:gd name="csX23" fmla="*/ 41273 w 342958"/>
              <a:gd name="csY23" fmla="*/ 176042 h 300162"/>
              <a:gd name="csX24" fmla="*/ 28735 w 342958"/>
              <a:gd name="csY24" fmla="*/ 163573 h 300162"/>
              <a:gd name="csX25" fmla="*/ 8346 w 342958"/>
              <a:gd name="csY25" fmla="*/ 134458 h 300162"/>
              <a:gd name="csX26" fmla="*/ 3097 w 342958"/>
              <a:gd name="csY26" fmla="*/ 117621 h 300162"/>
              <a:gd name="csX27" fmla="*/ 147 w 342958"/>
              <a:gd name="csY27" fmla="*/ 113613 h 300162"/>
              <a:gd name="csX28" fmla="*/ 21165 w 342958"/>
              <a:gd name="csY28" fmla="*/ 104003 h 300162"/>
              <a:gd name="csX29" fmla="*/ 72335 w 342958"/>
              <a:gd name="csY29" fmla="*/ 73250 h 300162"/>
              <a:gd name="csX30" fmla="*/ 93508 w 342958"/>
              <a:gd name="csY30" fmla="*/ 38847 h 300162"/>
              <a:gd name="csX31" fmla="*/ 97565 w 342958"/>
              <a:gd name="csY31" fmla="*/ 29800 h 300162"/>
              <a:gd name="csX32" fmla="*/ 109742 w 342958"/>
              <a:gd name="csY32" fmla="*/ 18194 h 300162"/>
              <a:gd name="csX33" fmla="*/ 113822 w 342958"/>
              <a:gd name="csY33" fmla="*/ 11110 h 300162"/>
              <a:gd name="csX34" fmla="*/ 121678 w 342958"/>
              <a:gd name="csY34" fmla="*/ 5555 h 300162"/>
              <a:gd name="csX35" fmla="*/ 127233 w 342958"/>
              <a:gd name="csY35" fmla="*/ 0 h 300162"/>
              <a:gd name="csX36" fmla="*/ 134516 w 342958"/>
              <a:gd name="csY36" fmla="*/ 8782 h 300162"/>
              <a:gd name="csX37" fmla="*/ 141869 w 342958"/>
              <a:gd name="csY37" fmla="*/ 33944 h 300162"/>
              <a:gd name="csX38" fmla="*/ 147505 w 342958"/>
              <a:gd name="csY38" fmla="*/ 58144 h 300162"/>
              <a:gd name="csX39" fmla="*/ 152804 w 342958"/>
              <a:gd name="csY39" fmla="*/ 90810 h 300162"/>
              <a:gd name="csX40" fmla="*/ 162764 w 342958"/>
              <a:gd name="csY40" fmla="*/ 124694 h 300162"/>
              <a:gd name="csX41" fmla="*/ 170334 w 342958"/>
              <a:gd name="csY41" fmla="*/ 121832 h 300162"/>
              <a:gd name="csX42" fmla="*/ 185393 w 342958"/>
              <a:gd name="csY42" fmla="*/ 124884 h 300162"/>
              <a:gd name="csX43" fmla="*/ 190271 w 342958"/>
              <a:gd name="csY43" fmla="*/ 127275 h 300162"/>
              <a:gd name="csX44" fmla="*/ 201229 w 342958"/>
              <a:gd name="csY44" fmla="*/ 139721 h 300162"/>
              <a:gd name="csX45" fmla="*/ 197439 w 342958"/>
              <a:gd name="csY45" fmla="*/ 147005 h 300162"/>
              <a:gd name="csX46" fmla="*/ 196794 w 342958"/>
              <a:gd name="csY46" fmla="*/ 162615 h 300162"/>
              <a:gd name="csX47" fmla="*/ 220205 w 342958"/>
              <a:gd name="csY47" fmla="*/ 171185 h 300162"/>
              <a:gd name="csX48" fmla="*/ 242581 w 342958"/>
              <a:gd name="csY48" fmla="*/ 173796 h 300162"/>
              <a:gd name="csX49" fmla="*/ 259092 w 342958"/>
              <a:gd name="csY49" fmla="*/ 186698 h 300162"/>
              <a:gd name="csX50" fmla="*/ 273592 w 342958"/>
              <a:gd name="csY50" fmla="*/ 197707 h 300162"/>
              <a:gd name="csX51" fmla="*/ 304244 w 342958"/>
              <a:gd name="csY51" fmla="*/ 198591 h 300162"/>
              <a:gd name="csX52" fmla="*/ 333285 w 342958"/>
              <a:gd name="csY52" fmla="*/ 203946 h 300162"/>
              <a:gd name="csX53" fmla="*/ 339205 w 342958"/>
              <a:gd name="csY53" fmla="*/ 216060 h 300162"/>
              <a:gd name="csX54" fmla="*/ 336274 w 342958"/>
              <a:gd name="csY54" fmla="*/ 220854 h 300162"/>
              <a:gd name="csX55" fmla="*/ 328850 w 342958"/>
              <a:gd name="csY55" fmla="*/ 233114 h 300162"/>
              <a:gd name="csX56" fmla="*/ 326965 w 342958"/>
              <a:gd name="csY56" fmla="*/ 236341 h 300162"/>
              <a:gd name="csX57" fmla="*/ 329181 w 342958"/>
              <a:gd name="csY57" fmla="*/ 240859 h 300162"/>
              <a:gd name="csX58" fmla="*/ 331403 w 342958"/>
              <a:gd name="csY58" fmla="*/ 248187 h 300162"/>
              <a:gd name="csX59" fmla="*/ 328049 w 342958"/>
              <a:gd name="csY59" fmla="*/ 258014 h 300162"/>
              <a:gd name="csX60" fmla="*/ 326532 w 342958"/>
              <a:gd name="csY60" fmla="*/ 276244 h 300162"/>
              <a:gd name="csX61" fmla="*/ 325085 w 342958"/>
              <a:gd name="csY61" fmla="*/ 283496 h 300162"/>
              <a:gd name="csX62" fmla="*/ 321398 w 342958"/>
              <a:gd name="csY62" fmla="*/ 292711 h 300162"/>
              <a:gd name="csX63" fmla="*/ 311874 w 342958"/>
              <a:gd name="csY63" fmla="*/ 300150 h 300162"/>
              <a:gd name="csX64" fmla="*/ 295686 w 342958"/>
              <a:gd name="csY64" fmla="*/ 296278 h 3001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Lst>
            <a:rect l="l" t="t" r="r" b="b"/>
            <a:pathLst>
              <a:path w="342958" h="300162">
                <a:moveTo>
                  <a:pt x="295686" y="296278"/>
                </a:moveTo>
                <a:cubicBezTo>
                  <a:pt x="292930" y="294193"/>
                  <a:pt x="288510" y="292488"/>
                  <a:pt x="285863" y="292488"/>
                </a:cubicBezTo>
                <a:cubicBezTo>
                  <a:pt x="282541" y="292488"/>
                  <a:pt x="279045" y="288107"/>
                  <a:pt x="274573" y="278339"/>
                </a:cubicBezTo>
                <a:cubicBezTo>
                  <a:pt x="271011" y="270557"/>
                  <a:pt x="266923" y="263466"/>
                  <a:pt x="265490" y="262580"/>
                </a:cubicBezTo>
                <a:cubicBezTo>
                  <a:pt x="261887" y="260353"/>
                  <a:pt x="250359" y="271682"/>
                  <a:pt x="250359" y="277449"/>
                </a:cubicBezTo>
                <a:cubicBezTo>
                  <a:pt x="250359" y="284106"/>
                  <a:pt x="242694" y="283385"/>
                  <a:pt x="232353" y="275755"/>
                </a:cubicBezTo>
                <a:cubicBezTo>
                  <a:pt x="223375" y="269132"/>
                  <a:pt x="216800" y="270410"/>
                  <a:pt x="216800" y="278780"/>
                </a:cubicBezTo>
                <a:cubicBezTo>
                  <a:pt x="216800" y="282868"/>
                  <a:pt x="211006" y="281857"/>
                  <a:pt x="197688" y="275445"/>
                </a:cubicBezTo>
                <a:cubicBezTo>
                  <a:pt x="193566" y="273460"/>
                  <a:pt x="188628" y="271836"/>
                  <a:pt x="186717" y="271836"/>
                </a:cubicBezTo>
                <a:cubicBezTo>
                  <a:pt x="184805" y="271836"/>
                  <a:pt x="183241" y="270094"/>
                  <a:pt x="183241" y="267964"/>
                </a:cubicBezTo>
                <a:cubicBezTo>
                  <a:pt x="183241" y="265105"/>
                  <a:pt x="180251" y="264092"/>
                  <a:pt x="171812" y="264092"/>
                </a:cubicBezTo>
                <a:cubicBezTo>
                  <a:pt x="162696" y="264092"/>
                  <a:pt x="159356" y="265398"/>
                  <a:pt x="155307" y="270545"/>
                </a:cubicBezTo>
                <a:cubicBezTo>
                  <a:pt x="148138" y="279659"/>
                  <a:pt x="141633" y="278604"/>
                  <a:pt x="128918" y="266264"/>
                </a:cubicBezTo>
                <a:cubicBezTo>
                  <a:pt x="119547" y="257171"/>
                  <a:pt x="116097" y="255470"/>
                  <a:pt x="106345" y="255141"/>
                </a:cubicBezTo>
                <a:cubicBezTo>
                  <a:pt x="98734" y="254884"/>
                  <a:pt x="93722" y="253233"/>
                  <a:pt x="91555" y="250269"/>
                </a:cubicBezTo>
                <a:cubicBezTo>
                  <a:pt x="89207" y="247058"/>
                  <a:pt x="86367" y="246265"/>
                  <a:pt x="81548" y="247474"/>
                </a:cubicBezTo>
                <a:cubicBezTo>
                  <a:pt x="74001" y="249368"/>
                  <a:pt x="73102" y="247043"/>
                  <a:pt x="78435" y="239429"/>
                </a:cubicBezTo>
                <a:cubicBezTo>
                  <a:pt x="83856" y="231688"/>
                  <a:pt x="86528" y="205621"/>
                  <a:pt x="82408" y="200657"/>
                </a:cubicBezTo>
                <a:cubicBezTo>
                  <a:pt x="79647" y="197331"/>
                  <a:pt x="79847" y="195321"/>
                  <a:pt x="83563" y="189030"/>
                </a:cubicBezTo>
                <a:cubicBezTo>
                  <a:pt x="88650" y="180419"/>
                  <a:pt x="87374" y="172952"/>
                  <a:pt x="79311" y="164140"/>
                </a:cubicBezTo>
                <a:cubicBezTo>
                  <a:pt x="73608" y="157907"/>
                  <a:pt x="69658" y="158530"/>
                  <a:pt x="69658" y="165664"/>
                </a:cubicBezTo>
                <a:cubicBezTo>
                  <a:pt x="69658" y="171138"/>
                  <a:pt x="55140" y="182563"/>
                  <a:pt x="52863" y="178880"/>
                </a:cubicBezTo>
                <a:cubicBezTo>
                  <a:pt x="50323" y="174770"/>
                  <a:pt x="46434" y="175933"/>
                  <a:pt x="46310" y="180840"/>
                </a:cubicBezTo>
                <a:cubicBezTo>
                  <a:pt x="46241" y="183582"/>
                  <a:pt x="44262" y="181697"/>
                  <a:pt x="41273" y="176042"/>
                </a:cubicBezTo>
                <a:cubicBezTo>
                  <a:pt x="38533" y="170858"/>
                  <a:pt x="32973" y="165329"/>
                  <a:pt x="28735" y="163573"/>
                </a:cubicBezTo>
                <a:cubicBezTo>
                  <a:pt x="15748" y="158193"/>
                  <a:pt x="9667" y="149510"/>
                  <a:pt x="8346" y="134458"/>
                </a:cubicBezTo>
                <a:cubicBezTo>
                  <a:pt x="7635" y="126353"/>
                  <a:pt x="5506" y="119523"/>
                  <a:pt x="3097" y="117621"/>
                </a:cubicBezTo>
                <a:cubicBezTo>
                  <a:pt x="868" y="115861"/>
                  <a:pt x="-459" y="114058"/>
                  <a:pt x="147" y="113613"/>
                </a:cubicBezTo>
                <a:cubicBezTo>
                  <a:pt x="7952" y="107892"/>
                  <a:pt x="16388" y="104034"/>
                  <a:pt x="21165" y="104003"/>
                </a:cubicBezTo>
                <a:cubicBezTo>
                  <a:pt x="38718" y="103886"/>
                  <a:pt x="49596" y="97348"/>
                  <a:pt x="72335" y="73250"/>
                </a:cubicBezTo>
                <a:cubicBezTo>
                  <a:pt x="94445" y="49819"/>
                  <a:pt x="94883" y="49106"/>
                  <a:pt x="93508" y="38847"/>
                </a:cubicBezTo>
                <a:cubicBezTo>
                  <a:pt x="92208" y="29159"/>
                  <a:pt x="92513" y="28479"/>
                  <a:pt x="97565" y="29800"/>
                </a:cubicBezTo>
                <a:cubicBezTo>
                  <a:pt x="103852" y="31444"/>
                  <a:pt x="107223" y="28231"/>
                  <a:pt x="109742" y="18194"/>
                </a:cubicBezTo>
                <a:cubicBezTo>
                  <a:pt x="110720" y="14298"/>
                  <a:pt x="112556" y="11110"/>
                  <a:pt x="113822" y="11110"/>
                </a:cubicBezTo>
                <a:cubicBezTo>
                  <a:pt x="115088" y="11110"/>
                  <a:pt x="118623" y="8610"/>
                  <a:pt x="121678" y="5555"/>
                </a:cubicBezTo>
                <a:lnTo>
                  <a:pt x="127233" y="0"/>
                </a:lnTo>
                <a:lnTo>
                  <a:pt x="134516" y="8782"/>
                </a:lnTo>
                <a:cubicBezTo>
                  <a:pt x="140793" y="16350"/>
                  <a:pt x="141809" y="19826"/>
                  <a:pt x="141869" y="33944"/>
                </a:cubicBezTo>
                <a:cubicBezTo>
                  <a:pt x="141922" y="46507"/>
                  <a:pt x="143236" y="52147"/>
                  <a:pt x="147505" y="58144"/>
                </a:cubicBezTo>
                <a:cubicBezTo>
                  <a:pt x="152339" y="64931"/>
                  <a:pt x="153038" y="69240"/>
                  <a:pt x="152804" y="90810"/>
                </a:cubicBezTo>
                <a:cubicBezTo>
                  <a:pt x="152465" y="122159"/>
                  <a:pt x="153210" y="124694"/>
                  <a:pt x="162764" y="124694"/>
                </a:cubicBezTo>
                <a:cubicBezTo>
                  <a:pt x="166927" y="124694"/>
                  <a:pt x="170334" y="123406"/>
                  <a:pt x="170334" y="121832"/>
                </a:cubicBezTo>
                <a:cubicBezTo>
                  <a:pt x="170334" y="118431"/>
                  <a:pt x="184072" y="121216"/>
                  <a:pt x="185393" y="124884"/>
                </a:cubicBezTo>
                <a:cubicBezTo>
                  <a:pt x="185866" y="126199"/>
                  <a:pt x="188061" y="127275"/>
                  <a:pt x="190271" y="127275"/>
                </a:cubicBezTo>
                <a:cubicBezTo>
                  <a:pt x="194758" y="127275"/>
                  <a:pt x="201103" y="134482"/>
                  <a:pt x="201229" y="139721"/>
                </a:cubicBezTo>
                <a:cubicBezTo>
                  <a:pt x="201275" y="141597"/>
                  <a:pt x="199569" y="144875"/>
                  <a:pt x="197439" y="147005"/>
                </a:cubicBezTo>
                <a:cubicBezTo>
                  <a:pt x="192728" y="151716"/>
                  <a:pt x="192413" y="159339"/>
                  <a:pt x="196794" y="162615"/>
                </a:cubicBezTo>
                <a:cubicBezTo>
                  <a:pt x="198569" y="163942"/>
                  <a:pt x="209104" y="167799"/>
                  <a:pt x="220205" y="171185"/>
                </a:cubicBezTo>
                <a:cubicBezTo>
                  <a:pt x="236917" y="176284"/>
                  <a:pt x="240766" y="176733"/>
                  <a:pt x="242581" y="173796"/>
                </a:cubicBezTo>
                <a:cubicBezTo>
                  <a:pt x="245948" y="168348"/>
                  <a:pt x="255565" y="175863"/>
                  <a:pt x="259092" y="186698"/>
                </a:cubicBezTo>
                <a:cubicBezTo>
                  <a:pt x="261627" y="194485"/>
                  <a:pt x="263378" y="195815"/>
                  <a:pt x="273592" y="197707"/>
                </a:cubicBezTo>
                <a:cubicBezTo>
                  <a:pt x="279981" y="198890"/>
                  <a:pt x="293775" y="199289"/>
                  <a:pt x="304244" y="198591"/>
                </a:cubicBezTo>
                <a:cubicBezTo>
                  <a:pt x="321502" y="197442"/>
                  <a:pt x="324213" y="197942"/>
                  <a:pt x="333285" y="203946"/>
                </a:cubicBezTo>
                <a:cubicBezTo>
                  <a:pt x="344213" y="211177"/>
                  <a:pt x="345431" y="213671"/>
                  <a:pt x="339205" y="216060"/>
                </a:cubicBezTo>
                <a:cubicBezTo>
                  <a:pt x="336957" y="216923"/>
                  <a:pt x="335638" y="219080"/>
                  <a:pt x="336274" y="220854"/>
                </a:cubicBezTo>
                <a:cubicBezTo>
                  <a:pt x="337968" y="225576"/>
                  <a:pt x="333403" y="233114"/>
                  <a:pt x="328850" y="233114"/>
                </a:cubicBezTo>
                <a:cubicBezTo>
                  <a:pt x="326331" y="233114"/>
                  <a:pt x="325653" y="234275"/>
                  <a:pt x="326965" y="236341"/>
                </a:cubicBezTo>
                <a:cubicBezTo>
                  <a:pt x="328092" y="238116"/>
                  <a:pt x="329089" y="240149"/>
                  <a:pt x="329181" y="240859"/>
                </a:cubicBezTo>
                <a:cubicBezTo>
                  <a:pt x="329272" y="241569"/>
                  <a:pt x="330272" y="244866"/>
                  <a:pt x="331403" y="248187"/>
                </a:cubicBezTo>
                <a:cubicBezTo>
                  <a:pt x="332991" y="252852"/>
                  <a:pt x="332229" y="255087"/>
                  <a:pt x="328049" y="258014"/>
                </a:cubicBezTo>
                <a:cubicBezTo>
                  <a:pt x="321663" y="262487"/>
                  <a:pt x="321157" y="268570"/>
                  <a:pt x="326532" y="276244"/>
                </a:cubicBezTo>
                <a:cubicBezTo>
                  <a:pt x="330115" y="281360"/>
                  <a:pt x="330000" y="281936"/>
                  <a:pt x="325085" y="283496"/>
                </a:cubicBezTo>
                <a:cubicBezTo>
                  <a:pt x="320727" y="284879"/>
                  <a:pt x="320050" y="286571"/>
                  <a:pt x="321398" y="292711"/>
                </a:cubicBezTo>
                <a:cubicBezTo>
                  <a:pt x="323026" y="300123"/>
                  <a:pt x="322888" y="300231"/>
                  <a:pt x="311874" y="300150"/>
                </a:cubicBezTo>
                <a:cubicBezTo>
                  <a:pt x="305727" y="300105"/>
                  <a:pt x="298443" y="298362"/>
                  <a:pt x="295686" y="296278"/>
                </a:cubicBezTo>
                <a:close/>
              </a:path>
            </a:pathLst>
          </a:custGeom>
          <a:solidFill>
            <a:srgbClr val="B9B9B9"/>
          </a:solidFill>
          <a:ln w="5163" cap="flat">
            <a:noFill/>
            <a:prstDash val="solid"/>
            <a:miter/>
          </a:ln>
        </p:spPr>
        <p:txBody>
          <a:bodyPr/>
          <a:lstStyle/>
          <a:p>
            <a:endParaRPr lang="es-419" noProof="0" dirty="0"/>
          </a:p>
        </p:txBody>
      </p:sp>
      <p:sp>
        <p:nvSpPr>
          <p:cNvPr id="51" name="Forma libre: forma 50">
            <a:extLst>
              <a:ext uri="{FF2B5EF4-FFF2-40B4-BE49-F238E27FC236}">
                <a16:creationId xmlns:a16="http://schemas.microsoft.com/office/drawing/2014/main" id="{6C9189AB-1B4D-25E1-6BD1-A6897DAAC882}"/>
              </a:ext>
            </a:extLst>
          </p:cNvPr>
          <p:cNvSpPr/>
          <p:nvPr/>
        </p:nvSpPr>
        <p:spPr>
          <a:xfrm>
            <a:off x="1257795" y="2071057"/>
            <a:ext cx="87522" cy="67430"/>
          </a:xfrm>
          <a:custGeom>
            <a:avLst/>
            <a:gdLst>
              <a:gd name="csX0" fmla="*/ 3976 w 87522"/>
              <a:gd name="csY0" fmla="*/ 62589 h 67430"/>
              <a:gd name="csX1" fmla="*/ 1611 w 87522"/>
              <a:gd name="csY1" fmla="*/ 35473 h 67430"/>
              <a:gd name="csX2" fmla="*/ 13354 w 87522"/>
              <a:gd name="csY2" fmla="*/ 26110 h 67430"/>
              <a:gd name="csX3" fmla="*/ 24928 w 87522"/>
              <a:gd name="csY3" fmla="*/ 17185 h 67430"/>
              <a:gd name="csX4" fmla="*/ 28816 w 87522"/>
              <a:gd name="csY4" fmla="*/ 13430 h 67430"/>
              <a:gd name="csX5" fmla="*/ 55396 w 87522"/>
              <a:gd name="csY5" fmla="*/ 696 h 67430"/>
              <a:gd name="csX6" fmla="*/ 76595 w 87522"/>
              <a:gd name="csY6" fmla="*/ 27413 h 67430"/>
              <a:gd name="csX7" fmla="*/ 81474 w 87522"/>
              <a:gd name="csY7" fmla="*/ 35237 h 67430"/>
              <a:gd name="csX8" fmla="*/ 81963 w 87522"/>
              <a:gd name="csY8" fmla="*/ 49346 h 67430"/>
              <a:gd name="csX9" fmla="*/ 69036 w 87522"/>
              <a:gd name="csY9" fmla="*/ 59608 h 67430"/>
              <a:gd name="csX10" fmla="*/ 36947 w 87522"/>
              <a:gd name="csY10" fmla="*/ 62618 h 67430"/>
              <a:gd name="csX11" fmla="*/ 17042 w 87522"/>
              <a:gd name="csY11" fmla="*/ 62345 h 67430"/>
              <a:gd name="csX12" fmla="*/ 3976 w 87522"/>
              <a:gd name="csY12" fmla="*/ 62589 h 67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7522" h="67430">
                <a:moveTo>
                  <a:pt x="3976" y="62589"/>
                </a:moveTo>
                <a:cubicBezTo>
                  <a:pt x="-42" y="58150"/>
                  <a:pt x="-1347" y="43182"/>
                  <a:pt x="1611" y="35473"/>
                </a:cubicBezTo>
                <a:cubicBezTo>
                  <a:pt x="2496" y="33167"/>
                  <a:pt x="7780" y="28954"/>
                  <a:pt x="13354" y="26110"/>
                </a:cubicBezTo>
                <a:cubicBezTo>
                  <a:pt x="18927" y="23267"/>
                  <a:pt x="24135" y="19251"/>
                  <a:pt x="24928" y="17185"/>
                </a:cubicBezTo>
                <a:cubicBezTo>
                  <a:pt x="25721" y="15120"/>
                  <a:pt x="27470" y="13430"/>
                  <a:pt x="28816" y="13430"/>
                </a:cubicBezTo>
                <a:cubicBezTo>
                  <a:pt x="32726" y="13430"/>
                  <a:pt x="53752" y="3357"/>
                  <a:pt x="55396" y="696"/>
                </a:cubicBezTo>
                <a:cubicBezTo>
                  <a:pt x="58624" y="-4526"/>
                  <a:pt x="78997" y="21152"/>
                  <a:pt x="76595" y="27413"/>
                </a:cubicBezTo>
                <a:cubicBezTo>
                  <a:pt x="75767" y="29569"/>
                  <a:pt x="77801" y="32831"/>
                  <a:pt x="81474" y="35237"/>
                </a:cubicBezTo>
                <a:cubicBezTo>
                  <a:pt x="89349" y="40396"/>
                  <a:pt x="89558" y="46431"/>
                  <a:pt x="81963" y="49346"/>
                </a:cubicBezTo>
                <a:cubicBezTo>
                  <a:pt x="78769" y="50572"/>
                  <a:pt x="72952" y="55190"/>
                  <a:pt x="69036" y="59608"/>
                </a:cubicBezTo>
                <a:cubicBezTo>
                  <a:pt x="60658" y="69060"/>
                  <a:pt x="52768" y="69801"/>
                  <a:pt x="36947" y="62618"/>
                </a:cubicBezTo>
                <a:cubicBezTo>
                  <a:pt x="26493" y="57872"/>
                  <a:pt x="25833" y="57863"/>
                  <a:pt x="17042" y="62345"/>
                </a:cubicBezTo>
                <a:cubicBezTo>
                  <a:pt x="8489" y="66705"/>
                  <a:pt x="7714" y="66720"/>
                  <a:pt x="3976" y="62589"/>
                </a:cubicBezTo>
                <a:close/>
              </a:path>
            </a:pathLst>
          </a:custGeom>
          <a:solidFill>
            <a:srgbClr val="B9B9B9"/>
          </a:solidFill>
          <a:ln w="5163" cap="flat">
            <a:noFill/>
            <a:prstDash val="solid"/>
            <a:miter/>
          </a:ln>
        </p:spPr>
        <p:txBody>
          <a:bodyPr/>
          <a:lstStyle/>
          <a:p>
            <a:endParaRPr lang="es-419" noProof="0" dirty="0"/>
          </a:p>
        </p:txBody>
      </p:sp>
      <p:sp>
        <p:nvSpPr>
          <p:cNvPr id="52" name="Forma libre: forma 51">
            <a:extLst>
              <a:ext uri="{FF2B5EF4-FFF2-40B4-BE49-F238E27FC236}">
                <a16:creationId xmlns:a16="http://schemas.microsoft.com/office/drawing/2014/main" id="{6E3740A6-012A-9564-F954-A2828B99968E}"/>
              </a:ext>
            </a:extLst>
          </p:cNvPr>
          <p:cNvSpPr/>
          <p:nvPr/>
        </p:nvSpPr>
        <p:spPr>
          <a:xfrm>
            <a:off x="1498388" y="1582666"/>
            <a:ext cx="245235" cy="503912"/>
          </a:xfrm>
          <a:custGeom>
            <a:avLst/>
            <a:gdLst>
              <a:gd name="csX0" fmla="*/ 181623 w 245235"/>
              <a:gd name="csY0" fmla="*/ 494203 h 503912"/>
              <a:gd name="csX1" fmla="*/ 158452 w 245235"/>
              <a:gd name="csY1" fmla="*/ 485687 h 503912"/>
              <a:gd name="csX2" fmla="*/ 148342 w 245235"/>
              <a:gd name="csY2" fmla="*/ 487770 h 503912"/>
              <a:gd name="csX3" fmla="*/ 119521 w 245235"/>
              <a:gd name="csY3" fmla="*/ 489801 h 503912"/>
              <a:gd name="csX4" fmla="*/ 87472 w 245235"/>
              <a:gd name="csY4" fmla="*/ 489620 h 503912"/>
              <a:gd name="csX5" fmla="*/ 73190 w 245235"/>
              <a:gd name="csY5" fmla="*/ 478988 h 503912"/>
              <a:gd name="csX6" fmla="*/ 52773 w 245235"/>
              <a:gd name="csY6" fmla="*/ 460575 h 503912"/>
              <a:gd name="csX7" fmla="*/ 49575 w 245235"/>
              <a:gd name="csY7" fmla="*/ 464677 h 503912"/>
              <a:gd name="csX8" fmla="*/ 47915 w 245235"/>
              <a:gd name="csY8" fmla="*/ 467591 h 503912"/>
              <a:gd name="csX9" fmla="*/ 13036 w 245235"/>
              <a:gd name="csY9" fmla="*/ 456319 h 503912"/>
              <a:gd name="csX10" fmla="*/ 12217 w 245235"/>
              <a:gd name="csY10" fmla="*/ 442447 h 503912"/>
              <a:gd name="csX11" fmla="*/ 16234 w 245235"/>
              <a:gd name="csY11" fmla="*/ 437376 h 503912"/>
              <a:gd name="csX12" fmla="*/ 3077 w 245235"/>
              <a:gd name="csY12" fmla="*/ 417673 h 503912"/>
              <a:gd name="csX13" fmla="*/ 0 w 245235"/>
              <a:gd name="csY13" fmla="*/ 409784 h 503912"/>
              <a:gd name="csX14" fmla="*/ 6196 w 245235"/>
              <a:gd name="csY14" fmla="*/ 402269 h 503912"/>
              <a:gd name="csX15" fmla="*/ 12532 w 245235"/>
              <a:gd name="csY15" fmla="*/ 401839 h 503912"/>
              <a:gd name="csX16" fmla="*/ 13332 w 245235"/>
              <a:gd name="csY16" fmla="*/ 389178 h 503912"/>
              <a:gd name="csX17" fmla="*/ 18583 w 245235"/>
              <a:gd name="csY17" fmla="*/ 371495 h 503912"/>
              <a:gd name="csX18" fmla="*/ 33934 w 245235"/>
              <a:gd name="csY18" fmla="*/ 366100 h 503912"/>
              <a:gd name="csX19" fmla="*/ 49768 w 245235"/>
              <a:gd name="csY19" fmla="*/ 361841 h 503912"/>
              <a:gd name="csX20" fmla="*/ 46692 w 245235"/>
              <a:gd name="csY20" fmla="*/ 337409 h 503912"/>
              <a:gd name="csX21" fmla="*/ 42031 w 245235"/>
              <a:gd name="csY21" fmla="*/ 321770 h 503912"/>
              <a:gd name="csX22" fmla="*/ 39524 w 245235"/>
              <a:gd name="csY22" fmla="*/ 295336 h 503912"/>
              <a:gd name="csX23" fmla="*/ 41858 w 245235"/>
              <a:gd name="csY23" fmla="*/ 287644 h 503912"/>
              <a:gd name="csX24" fmla="*/ 57042 w 245235"/>
              <a:gd name="csY24" fmla="*/ 277265 h 503912"/>
              <a:gd name="csX25" fmla="*/ 69737 w 245235"/>
              <a:gd name="csY25" fmla="*/ 269502 h 503912"/>
              <a:gd name="csX26" fmla="*/ 79509 w 245235"/>
              <a:gd name="csY26" fmla="*/ 253317 h 503912"/>
              <a:gd name="csX27" fmla="*/ 95370 w 245235"/>
              <a:gd name="csY27" fmla="*/ 241529 h 503912"/>
              <a:gd name="csX28" fmla="*/ 141543 w 245235"/>
              <a:gd name="csY28" fmla="*/ 207386 h 503912"/>
              <a:gd name="csX29" fmla="*/ 135987 w 245235"/>
              <a:gd name="csY29" fmla="*/ 199791 h 503912"/>
              <a:gd name="csX30" fmla="*/ 127900 w 245235"/>
              <a:gd name="csY30" fmla="*/ 166538 h 503912"/>
              <a:gd name="csX31" fmla="*/ 127266 w 245235"/>
              <a:gd name="csY31" fmla="*/ 150064 h 503912"/>
              <a:gd name="csX32" fmla="*/ 118230 w 245235"/>
              <a:gd name="csY32" fmla="*/ 149351 h 503912"/>
              <a:gd name="csX33" fmla="*/ 106311 w 245235"/>
              <a:gd name="csY33" fmla="*/ 151014 h 503912"/>
              <a:gd name="csX34" fmla="*/ 100187 w 245235"/>
              <a:gd name="csY34" fmla="*/ 149485 h 503912"/>
              <a:gd name="csX35" fmla="*/ 89795 w 245235"/>
              <a:gd name="csY35" fmla="*/ 145581 h 503912"/>
              <a:gd name="csX36" fmla="*/ 79509 w 245235"/>
              <a:gd name="csY36" fmla="*/ 132462 h 503912"/>
              <a:gd name="csX37" fmla="*/ 74746 w 245235"/>
              <a:gd name="csY37" fmla="*/ 127510 h 503912"/>
              <a:gd name="csX38" fmla="*/ 61439 w 245235"/>
              <a:gd name="csY38" fmla="*/ 106041 h 503912"/>
              <a:gd name="csX39" fmla="*/ 51376 w 245235"/>
              <a:gd name="csY39" fmla="*/ 92403 h 503912"/>
              <a:gd name="csX40" fmla="*/ 43631 w 245235"/>
              <a:gd name="csY40" fmla="*/ 82710 h 503912"/>
              <a:gd name="csX41" fmla="*/ 40756 w 245235"/>
              <a:gd name="csY41" fmla="*/ 70719 h 503912"/>
              <a:gd name="csX42" fmla="*/ 37174 w 245235"/>
              <a:gd name="csY42" fmla="*/ 60642 h 503912"/>
              <a:gd name="csX43" fmla="*/ 23391 w 245235"/>
              <a:gd name="csY43" fmla="*/ 17685 h 503912"/>
              <a:gd name="csX44" fmla="*/ 16983 w 245235"/>
              <a:gd name="csY44" fmla="*/ 12409 h 503912"/>
              <a:gd name="csX45" fmla="*/ 27512 w 245235"/>
              <a:gd name="csY45" fmla="*/ 5441 h 503912"/>
              <a:gd name="csX46" fmla="*/ 44577 w 245235"/>
              <a:gd name="csY46" fmla="*/ 1452 h 503912"/>
              <a:gd name="csX47" fmla="*/ 51418 w 245235"/>
              <a:gd name="csY47" fmla="*/ 21016 h 503912"/>
              <a:gd name="csX48" fmla="*/ 53995 w 245235"/>
              <a:gd name="csY48" fmla="*/ 32559 h 503912"/>
              <a:gd name="csX49" fmla="*/ 56749 w 245235"/>
              <a:gd name="csY49" fmla="*/ 46824 h 503912"/>
              <a:gd name="csX50" fmla="*/ 61515 w 245235"/>
              <a:gd name="csY50" fmla="*/ 64401 h 503912"/>
              <a:gd name="csX51" fmla="*/ 66783 w 245235"/>
              <a:gd name="csY51" fmla="*/ 80478 h 503912"/>
              <a:gd name="csX52" fmla="*/ 69183 w 245235"/>
              <a:gd name="csY52" fmla="*/ 82335 h 503912"/>
              <a:gd name="csX53" fmla="*/ 72797 w 245235"/>
              <a:gd name="csY53" fmla="*/ 89434 h 503912"/>
              <a:gd name="csX54" fmla="*/ 77368 w 245235"/>
              <a:gd name="csY54" fmla="*/ 95891 h 503912"/>
              <a:gd name="csX55" fmla="*/ 83382 w 245235"/>
              <a:gd name="csY55" fmla="*/ 106862 h 503912"/>
              <a:gd name="csX56" fmla="*/ 91209 w 245235"/>
              <a:gd name="csY56" fmla="*/ 114603 h 503912"/>
              <a:gd name="csX57" fmla="*/ 115649 w 245235"/>
              <a:gd name="csY57" fmla="*/ 125394 h 503912"/>
              <a:gd name="csX58" fmla="*/ 132428 w 245235"/>
              <a:gd name="csY58" fmla="*/ 131624 h 503912"/>
              <a:gd name="csX59" fmla="*/ 150553 w 245235"/>
              <a:gd name="csY59" fmla="*/ 139348 h 503912"/>
              <a:gd name="csX60" fmla="*/ 176368 w 245235"/>
              <a:gd name="csY60" fmla="*/ 146927 h 503912"/>
              <a:gd name="csX61" fmla="*/ 211382 w 245235"/>
              <a:gd name="csY61" fmla="*/ 156343 h 503912"/>
              <a:gd name="csX62" fmla="*/ 230401 w 245235"/>
              <a:gd name="csY62" fmla="*/ 161456 h 503912"/>
              <a:gd name="csX63" fmla="*/ 244475 w 245235"/>
              <a:gd name="csY63" fmla="*/ 154799 h 503912"/>
              <a:gd name="csX64" fmla="*/ 229656 w 245235"/>
              <a:gd name="csY64" fmla="*/ 212698 h 503912"/>
              <a:gd name="csX65" fmla="*/ 216833 w 245235"/>
              <a:gd name="csY65" fmla="*/ 242385 h 503912"/>
              <a:gd name="csX66" fmla="*/ 205960 w 245235"/>
              <a:gd name="csY66" fmla="*/ 288674 h 503912"/>
              <a:gd name="csX67" fmla="*/ 203418 w 245235"/>
              <a:gd name="csY67" fmla="*/ 300468 h 503912"/>
              <a:gd name="csX68" fmla="*/ 200956 w 245235"/>
              <a:gd name="csY68" fmla="*/ 300468 h 503912"/>
              <a:gd name="csX69" fmla="*/ 214917 w 245235"/>
              <a:gd name="csY69" fmla="*/ 237240 h 503912"/>
              <a:gd name="csX70" fmla="*/ 224070 w 245235"/>
              <a:gd name="csY70" fmla="*/ 211401 h 503912"/>
              <a:gd name="csX71" fmla="*/ 218637 w 245235"/>
              <a:gd name="csY71" fmla="*/ 205384 h 503912"/>
              <a:gd name="csX72" fmla="*/ 214956 w 245235"/>
              <a:gd name="csY72" fmla="*/ 204826 h 503912"/>
              <a:gd name="csX73" fmla="*/ 214905 w 245235"/>
              <a:gd name="csY73" fmla="*/ 215873 h 503912"/>
              <a:gd name="csX74" fmla="*/ 213101 w 245235"/>
              <a:gd name="csY74" fmla="*/ 224084 h 503912"/>
              <a:gd name="csX75" fmla="*/ 208491 w 245235"/>
              <a:gd name="csY75" fmla="*/ 218391 h 503912"/>
              <a:gd name="csX76" fmla="*/ 197466 w 245235"/>
              <a:gd name="csY76" fmla="*/ 218019 h 503912"/>
              <a:gd name="csX77" fmla="*/ 199747 w 245235"/>
              <a:gd name="csY77" fmla="*/ 224749 h 503912"/>
              <a:gd name="csX78" fmla="*/ 203418 w 245235"/>
              <a:gd name="csY78" fmla="*/ 228616 h 503912"/>
              <a:gd name="csX79" fmla="*/ 201015 w 245235"/>
              <a:gd name="csY79" fmla="*/ 229588 h 503912"/>
              <a:gd name="csX80" fmla="*/ 196991 w 245235"/>
              <a:gd name="csY80" fmla="*/ 230726 h 503912"/>
              <a:gd name="csX81" fmla="*/ 198308 w 245235"/>
              <a:gd name="csY81" fmla="*/ 233350 h 503912"/>
              <a:gd name="csX82" fmla="*/ 199523 w 245235"/>
              <a:gd name="csY82" fmla="*/ 241200 h 503912"/>
              <a:gd name="csX83" fmla="*/ 200899 w 245235"/>
              <a:gd name="csY83" fmla="*/ 252786 h 503912"/>
              <a:gd name="csX84" fmla="*/ 200228 w 245235"/>
              <a:gd name="csY84" fmla="*/ 257969 h 503912"/>
              <a:gd name="csX85" fmla="*/ 197509 w 245235"/>
              <a:gd name="csY85" fmla="*/ 272843 h 503912"/>
              <a:gd name="csX86" fmla="*/ 194340 w 245235"/>
              <a:gd name="csY86" fmla="*/ 281107 h 503912"/>
              <a:gd name="csX87" fmla="*/ 191370 w 245235"/>
              <a:gd name="csY87" fmla="*/ 292273 h 503912"/>
              <a:gd name="csX88" fmla="*/ 195674 w 245235"/>
              <a:gd name="csY88" fmla="*/ 307167 h 503912"/>
              <a:gd name="csX89" fmla="*/ 199681 w 245235"/>
              <a:gd name="csY89" fmla="*/ 306687 h 503912"/>
              <a:gd name="csX90" fmla="*/ 200986 w 245235"/>
              <a:gd name="csY90" fmla="*/ 320424 h 503912"/>
              <a:gd name="csX91" fmla="*/ 197882 w 245235"/>
              <a:gd name="csY91" fmla="*/ 340480 h 503912"/>
              <a:gd name="csX92" fmla="*/ 197480 w 245235"/>
              <a:gd name="csY92" fmla="*/ 350806 h 503912"/>
              <a:gd name="csX93" fmla="*/ 195674 w 245235"/>
              <a:gd name="csY93" fmla="*/ 339189 h 503912"/>
              <a:gd name="csX94" fmla="*/ 193480 w 245235"/>
              <a:gd name="csY94" fmla="*/ 360201 h 503912"/>
              <a:gd name="csX95" fmla="*/ 197184 w 245235"/>
              <a:gd name="csY95" fmla="*/ 414396 h 503912"/>
              <a:gd name="csX96" fmla="*/ 198086 w 245235"/>
              <a:gd name="csY96" fmla="*/ 450991 h 503912"/>
              <a:gd name="csX97" fmla="*/ 192986 w 245235"/>
              <a:gd name="csY97" fmla="*/ 462927 h 503912"/>
              <a:gd name="csX98" fmla="*/ 186260 w 245235"/>
              <a:gd name="csY98" fmla="*/ 476652 h 503912"/>
              <a:gd name="csX99" fmla="*/ 187756 w 245235"/>
              <a:gd name="csY99" fmla="*/ 481169 h 503912"/>
              <a:gd name="csX100" fmla="*/ 190891 w 245235"/>
              <a:gd name="csY100" fmla="*/ 476652 h 503912"/>
              <a:gd name="csX101" fmla="*/ 193026 w 245235"/>
              <a:gd name="csY101" fmla="*/ 487623 h 503912"/>
              <a:gd name="csX102" fmla="*/ 194241 w 245235"/>
              <a:gd name="csY102" fmla="*/ 503884 h 503912"/>
              <a:gd name="csX103" fmla="*/ 181623 w 245235"/>
              <a:gd name="csY103" fmla="*/ 494203 h 5039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Lst>
            <a:rect l="l" t="t" r="r" b="b"/>
            <a:pathLst>
              <a:path w="245235" h="503912">
                <a:moveTo>
                  <a:pt x="181623" y="494203"/>
                </a:moveTo>
                <a:cubicBezTo>
                  <a:pt x="170080" y="484213"/>
                  <a:pt x="162664" y="481487"/>
                  <a:pt x="158452" y="485687"/>
                </a:cubicBezTo>
                <a:cubicBezTo>
                  <a:pt x="157384" y="486752"/>
                  <a:pt x="152834" y="487689"/>
                  <a:pt x="148342" y="487770"/>
                </a:cubicBezTo>
                <a:cubicBezTo>
                  <a:pt x="143849" y="487851"/>
                  <a:pt x="130880" y="488765"/>
                  <a:pt x="119521" y="489801"/>
                </a:cubicBezTo>
                <a:cubicBezTo>
                  <a:pt x="108163" y="490837"/>
                  <a:pt x="93741" y="490755"/>
                  <a:pt x="87472" y="489620"/>
                </a:cubicBezTo>
                <a:cubicBezTo>
                  <a:pt x="77605" y="487832"/>
                  <a:pt x="75687" y="486404"/>
                  <a:pt x="73190" y="478988"/>
                </a:cubicBezTo>
                <a:cubicBezTo>
                  <a:pt x="70001" y="469517"/>
                  <a:pt x="60184" y="460664"/>
                  <a:pt x="52773" y="460575"/>
                </a:cubicBezTo>
                <a:cubicBezTo>
                  <a:pt x="49415" y="460535"/>
                  <a:pt x="48457" y="461764"/>
                  <a:pt x="49575" y="464677"/>
                </a:cubicBezTo>
                <a:cubicBezTo>
                  <a:pt x="50616" y="467390"/>
                  <a:pt x="50039" y="468403"/>
                  <a:pt x="47915" y="467591"/>
                </a:cubicBezTo>
                <a:cubicBezTo>
                  <a:pt x="43178" y="465778"/>
                  <a:pt x="16822" y="457260"/>
                  <a:pt x="13036" y="456319"/>
                </a:cubicBezTo>
                <a:cubicBezTo>
                  <a:pt x="9334" y="455399"/>
                  <a:pt x="8569" y="442447"/>
                  <a:pt x="12217" y="442447"/>
                </a:cubicBezTo>
                <a:cubicBezTo>
                  <a:pt x="13541" y="442447"/>
                  <a:pt x="15349" y="440165"/>
                  <a:pt x="16234" y="437376"/>
                </a:cubicBezTo>
                <a:cubicBezTo>
                  <a:pt x="18137" y="431382"/>
                  <a:pt x="7778" y="415870"/>
                  <a:pt x="3077" y="417673"/>
                </a:cubicBezTo>
                <a:cubicBezTo>
                  <a:pt x="1055" y="418449"/>
                  <a:pt x="0" y="415744"/>
                  <a:pt x="0" y="409784"/>
                </a:cubicBezTo>
                <a:cubicBezTo>
                  <a:pt x="0" y="401499"/>
                  <a:pt x="536" y="400849"/>
                  <a:pt x="6196" y="402269"/>
                </a:cubicBezTo>
                <a:cubicBezTo>
                  <a:pt x="9603" y="403124"/>
                  <a:pt x="12454" y="402931"/>
                  <a:pt x="12532" y="401839"/>
                </a:cubicBezTo>
                <a:cubicBezTo>
                  <a:pt x="12609" y="400747"/>
                  <a:pt x="12969" y="395050"/>
                  <a:pt x="13332" y="389178"/>
                </a:cubicBezTo>
                <a:cubicBezTo>
                  <a:pt x="13694" y="383307"/>
                  <a:pt x="16057" y="375349"/>
                  <a:pt x="18583" y="371495"/>
                </a:cubicBezTo>
                <a:cubicBezTo>
                  <a:pt x="22726" y="365172"/>
                  <a:pt x="24227" y="364644"/>
                  <a:pt x="33934" y="366100"/>
                </a:cubicBezTo>
                <a:cubicBezTo>
                  <a:pt x="43066" y="367469"/>
                  <a:pt x="45460" y="366825"/>
                  <a:pt x="49768" y="361841"/>
                </a:cubicBezTo>
                <a:cubicBezTo>
                  <a:pt x="55970" y="354665"/>
                  <a:pt x="55203" y="348567"/>
                  <a:pt x="46692" y="337409"/>
                </a:cubicBezTo>
                <a:cubicBezTo>
                  <a:pt x="41680" y="330837"/>
                  <a:pt x="40608" y="327241"/>
                  <a:pt x="42031" y="321770"/>
                </a:cubicBezTo>
                <a:cubicBezTo>
                  <a:pt x="45168" y="309711"/>
                  <a:pt x="44306" y="300620"/>
                  <a:pt x="39524" y="295336"/>
                </a:cubicBezTo>
                <a:cubicBezTo>
                  <a:pt x="35095" y="290442"/>
                  <a:pt x="35173" y="290185"/>
                  <a:pt x="41858" y="287644"/>
                </a:cubicBezTo>
                <a:cubicBezTo>
                  <a:pt x="45661" y="286198"/>
                  <a:pt x="52494" y="281527"/>
                  <a:pt x="57042" y="277265"/>
                </a:cubicBezTo>
                <a:cubicBezTo>
                  <a:pt x="61590" y="273002"/>
                  <a:pt x="67303" y="269509"/>
                  <a:pt x="69737" y="269502"/>
                </a:cubicBezTo>
                <a:cubicBezTo>
                  <a:pt x="74976" y="269488"/>
                  <a:pt x="79509" y="261980"/>
                  <a:pt x="79509" y="253317"/>
                </a:cubicBezTo>
                <a:cubicBezTo>
                  <a:pt x="79509" y="246749"/>
                  <a:pt x="88587" y="240002"/>
                  <a:pt x="95370" y="241529"/>
                </a:cubicBezTo>
                <a:cubicBezTo>
                  <a:pt x="99614" y="242485"/>
                  <a:pt x="137917" y="214161"/>
                  <a:pt x="141543" y="207386"/>
                </a:cubicBezTo>
                <a:cubicBezTo>
                  <a:pt x="144262" y="202307"/>
                  <a:pt x="142422" y="199791"/>
                  <a:pt x="135987" y="199791"/>
                </a:cubicBezTo>
                <a:cubicBezTo>
                  <a:pt x="130714" y="199791"/>
                  <a:pt x="128893" y="192306"/>
                  <a:pt x="127900" y="166538"/>
                </a:cubicBezTo>
                <a:lnTo>
                  <a:pt x="127266" y="150064"/>
                </a:lnTo>
                <a:lnTo>
                  <a:pt x="118230" y="149351"/>
                </a:lnTo>
                <a:cubicBezTo>
                  <a:pt x="113261" y="148959"/>
                  <a:pt x="107898" y="149707"/>
                  <a:pt x="106311" y="151014"/>
                </a:cubicBezTo>
                <a:cubicBezTo>
                  <a:pt x="104470" y="152530"/>
                  <a:pt x="102255" y="151977"/>
                  <a:pt x="100187" y="149485"/>
                </a:cubicBezTo>
                <a:cubicBezTo>
                  <a:pt x="98405" y="147337"/>
                  <a:pt x="93728" y="145581"/>
                  <a:pt x="89795" y="145581"/>
                </a:cubicBezTo>
                <a:cubicBezTo>
                  <a:pt x="82532" y="145581"/>
                  <a:pt x="79509" y="141725"/>
                  <a:pt x="79509" y="132462"/>
                </a:cubicBezTo>
                <a:cubicBezTo>
                  <a:pt x="79509" y="129370"/>
                  <a:pt x="77720" y="127510"/>
                  <a:pt x="74746" y="127510"/>
                </a:cubicBezTo>
                <a:cubicBezTo>
                  <a:pt x="66661" y="127510"/>
                  <a:pt x="61439" y="119085"/>
                  <a:pt x="61439" y="106041"/>
                </a:cubicBezTo>
                <a:cubicBezTo>
                  <a:pt x="61439" y="94056"/>
                  <a:pt x="61402" y="94007"/>
                  <a:pt x="51376" y="92403"/>
                </a:cubicBezTo>
                <a:cubicBezTo>
                  <a:pt x="41507" y="90825"/>
                  <a:pt x="41357" y="90638"/>
                  <a:pt x="43631" y="82710"/>
                </a:cubicBezTo>
                <a:cubicBezTo>
                  <a:pt x="46841" y="71517"/>
                  <a:pt x="46650" y="70719"/>
                  <a:pt x="40756" y="70719"/>
                </a:cubicBezTo>
                <a:cubicBezTo>
                  <a:pt x="36165" y="70719"/>
                  <a:pt x="35750" y="69551"/>
                  <a:pt x="37174" y="60642"/>
                </a:cubicBezTo>
                <a:cubicBezTo>
                  <a:pt x="39267" y="47555"/>
                  <a:pt x="31942" y="24727"/>
                  <a:pt x="23391" y="17685"/>
                </a:cubicBezTo>
                <a:lnTo>
                  <a:pt x="16983" y="12409"/>
                </a:lnTo>
                <a:lnTo>
                  <a:pt x="27512" y="5441"/>
                </a:lnTo>
                <a:cubicBezTo>
                  <a:pt x="36589" y="-566"/>
                  <a:pt x="38942" y="-1116"/>
                  <a:pt x="44577" y="1452"/>
                </a:cubicBezTo>
                <a:cubicBezTo>
                  <a:pt x="50920" y="4342"/>
                  <a:pt x="52469" y="8771"/>
                  <a:pt x="51418" y="21016"/>
                </a:cubicBezTo>
                <a:cubicBezTo>
                  <a:pt x="51144" y="24205"/>
                  <a:pt x="52304" y="29399"/>
                  <a:pt x="53995" y="32559"/>
                </a:cubicBezTo>
                <a:cubicBezTo>
                  <a:pt x="55686" y="35718"/>
                  <a:pt x="56925" y="42138"/>
                  <a:pt x="56749" y="46824"/>
                </a:cubicBezTo>
                <a:cubicBezTo>
                  <a:pt x="56573" y="51511"/>
                  <a:pt x="58717" y="59420"/>
                  <a:pt x="61515" y="64401"/>
                </a:cubicBezTo>
                <a:cubicBezTo>
                  <a:pt x="64313" y="69382"/>
                  <a:pt x="66683" y="76616"/>
                  <a:pt x="66783" y="80478"/>
                </a:cubicBezTo>
                <a:cubicBezTo>
                  <a:pt x="66944" y="86723"/>
                  <a:pt x="67209" y="86928"/>
                  <a:pt x="69183" y="82335"/>
                </a:cubicBezTo>
                <a:cubicBezTo>
                  <a:pt x="71476" y="76999"/>
                  <a:pt x="71863" y="77758"/>
                  <a:pt x="72797" y="89434"/>
                </a:cubicBezTo>
                <a:cubicBezTo>
                  <a:pt x="72939" y="91209"/>
                  <a:pt x="74996" y="94114"/>
                  <a:pt x="77368" y="95891"/>
                </a:cubicBezTo>
                <a:cubicBezTo>
                  <a:pt x="79740" y="97667"/>
                  <a:pt x="82447" y="102604"/>
                  <a:pt x="83382" y="106862"/>
                </a:cubicBezTo>
                <a:cubicBezTo>
                  <a:pt x="84688" y="112811"/>
                  <a:pt x="86501" y="114603"/>
                  <a:pt x="91209" y="114603"/>
                </a:cubicBezTo>
                <a:cubicBezTo>
                  <a:pt x="99379" y="114603"/>
                  <a:pt x="110872" y="119677"/>
                  <a:pt x="115649" y="125394"/>
                </a:cubicBezTo>
                <a:cubicBezTo>
                  <a:pt x="117952" y="128149"/>
                  <a:pt x="124752" y="130674"/>
                  <a:pt x="132428" y="131624"/>
                </a:cubicBezTo>
                <a:cubicBezTo>
                  <a:pt x="141521" y="132750"/>
                  <a:pt x="146878" y="135032"/>
                  <a:pt x="150553" y="139348"/>
                </a:cubicBezTo>
                <a:cubicBezTo>
                  <a:pt x="154982" y="144548"/>
                  <a:pt x="158885" y="145694"/>
                  <a:pt x="176368" y="146927"/>
                </a:cubicBezTo>
                <a:cubicBezTo>
                  <a:pt x="205380" y="148973"/>
                  <a:pt x="204499" y="148736"/>
                  <a:pt x="211382" y="156343"/>
                </a:cubicBezTo>
                <a:cubicBezTo>
                  <a:pt x="219859" y="165712"/>
                  <a:pt x="228327" y="167989"/>
                  <a:pt x="230401" y="161456"/>
                </a:cubicBezTo>
                <a:cubicBezTo>
                  <a:pt x="231901" y="156729"/>
                  <a:pt x="241748" y="152072"/>
                  <a:pt x="244475" y="154799"/>
                </a:cubicBezTo>
                <a:cubicBezTo>
                  <a:pt x="248005" y="158329"/>
                  <a:pt x="238595" y="195092"/>
                  <a:pt x="229656" y="212698"/>
                </a:cubicBezTo>
                <a:cubicBezTo>
                  <a:pt x="224250" y="223347"/>
                  <a:pt x="218479" y="236706"/>
                  <a:pt x="216833" y="242385"/>
                </a:cubicBezTo>
                <a:cubicBezTo>
                  <a:pt x="208092" y="272545"/>
                  <a:pt x="205996" y="281464"/>
                  <a:pt x="205960" y="288674"/>
                </a:cubicBezTo>
                <a:cubicBezTo>
                  <a:pt x="205939" y="293031"/>
                  <a:pt x="204795" y="298338"/>
                  <a:pt x="203418" y="300468"/>
                </a:cubicBezTo>
                <a:cubicBezTo>
                  <a:pt x="201194" y="303910"/>
                  <a:pt x="200920" y="303910"/>
                  <a:pt x="200956" y="300468"/>
                </a:cubicBezTo>
                <a:cubicBezTo>
                  <a:pt x="201123" y="284393"/>
                  <a:pt x="207229" y="256741"/>
                  <a:pt x="214917" y="237240"/>
                </a:cubicBezTo>
                <a:cubicBezTo>
                  <a:pt x="219951" y="224471"/>
                  <a:pt x="224070" y="212844"/>
                  <a:pt x="224070" y="211401"/>
                </a:cubicBezTo>
                <a:cubicBezTo>
                  <a:pt x="224070" y="209958"/>
                  <a:pt x="221625" y="207250"/>
                  <a:pt x="218637" y="205384"/>
                </a:cubicBezTo>
                <a:cubicBezTo>
                  <a:pt x="215583" y="203477"/>
                  <a:pt x="213971" y="203233"/>
                  <a:pt x="214956" y="204826"/>
                </a:cubicBezTo>
                <a:cubicBezTo>
                  <a:pt x="215920" y="206386"/>
                  <a:pt x="215897" y="211356"/>
                  <a:pt x="214905" y="215873"/>
                </a:cubicBezTo>
                <a:lnTo>
                  <a:pt x="213101" y="224084"/>
                </a:lnTo>
                <a:lnTo>
                  <a:pt x="208491" y="218391"/>
                </a:lnTo>
                <a:cubicBezTo>
                  <a:pt x="202731" y="211277"/>
                  <a:pt x="199260" y="211160"/>
                  <a:pt x="197466" y="218019"/>
                </a:cubicBezTo>
                <a:cubicBezTo>
                  <a:pt x="196615" y="221276"/>
                  <a:pt x="197499" y="223887"/>
                  <a:pt x="199747" y="224749"/>
                </a:cubicBezTo>
                <a:cubicBezTo>
                  <a:pt x="201766" y="225524"/>
                  <a:pt x="203418" y="227264"/>
                  <a:pt x="203418" y="228616"/>
                </a:cubicBezTo>
                <a:cubicBezTo>
                  <a:pt x="203418" y="229967"/>
                  <a:pt x="202337" y="230405"/>
                  <a:pt x="201015" y="229588"/>
                </a:cubicBezTo>
                <a:cubicBezTo>
                  <a:pt x="199694" y="228771"/>
                  <a:pt x="197882" y="229283"/>
                  <a:pt x="196991" y="230726"/>
                </a:cubicBezTo>
                <a:cubicBezTo>
                  <a:pt x="196099" y="232169"/>
                  <a:pt x="196692" y="233350"/>
                  <a:pt x="198308" y="233350"/>
                </a:cubicBezTo>
                <a:cubicBezTo>
                  <a:pt x="200240" y="233350"/>
                  <a:pt x="200656" y="236041"/>
                  <a:pt x="199523" y="241200"/>
                </a:cubicBezTo>
                <a:cubicBezTo>
                  <a:pt x="198474" y="245978"/>
                  <a:pt x="199012" y="250512"/>
                  <a:pt x="200899" y="252786"/>
                </a:cubicBezTo>
                <a:cubicBezTo>
                  <a:pt x="203352" y="255741"/>
                  <a:pt x="203212" y="256824"/>
                  <a:pt x="200228" y="257969"/>
                </a:cubicBezTo>
                <a:cubicBezTo>
                  <a:pt x="197388" y="259059"/>
                  <a:pt x="196716" y="262734"/>
                  <a:pt x="197509" y="272843"/>
                </a:cubicBezTo>
                <a:cubicBezTo>
                  <a:pt x="198508" y="285590"/>
                  <a:pt x="198348" y="286008"/>
                  <a:pt x="194340" y="281107"/>
                </a:cubicBezTo>
                <a:cubicBezTo>
                  <a:pt x="190355" y="276233"/>
                  <a:pt x="190188" y="276860"/>
                  <a:pt x="191370" y="292273"/>
                </a:cubicBezTo>
                <a:cubicBezTo>
                  <a:pt x="192505" y="307076"/>
                  <a:pt x="195674" y="318043"/>
                  <a:pt x="195674" y="307167"/>
                </a:cubicBezTo>
                <a:cubicBezTo>
                  <a:pt x="195674" y="303112"/>
                  <a:pt x="196059" y="303066"/>
                  <a:pt x="199681" y="306687"/>
                </a:cubicBezTo>
                <a:cubicBezTo>
                  <a:pt x="202942" y="309948"/>
                  <a:pt x="203185" y="312507"/>
                  <a:pt x="200986" y="320424"/>
                </a:cubicBezTo>
                <a:cubicBezTo>
                  <a:pt x="199500" y="325776"/>
                  <a:pt x="198103" y="334801"/>
                  <a:pt x="197882" y="340480"/>
                </a:cubicBezTo>
                <a:lnTo>
                  <a:pt x="197480" y="350806"/>
                </a:lnTo>
                <a:lnTo>
                  <a:pt x="195674" y="339189"/>
                </a:lnTo>
                <a:cubicBezTo>
                  <a:pt x="194403" y="331014"/>
                  <a:pt x="193753" y="337239"/>
                  <a:pt x="193480" y="360201"/>
                </a:cubicBezTo>
                <a:cubicBezTo>
                  <a:pt x="193236" y="380786"/>
                  <a:pt x="194603" y="400790"/>
                  <a:pt x="197184" y="414396"/>
                </a:cubicBezTo>
                <a:cubicBezTo>
                  <a:pt x="200612" y="432468"/>
                  <a:pt x="200758" y="438399"/>
                  <a:pt x="198086" y="450991"/>
                </a:cubicBezTo>
                <a:cubicBezTo>
                  <a:pt x="196258" y="459605"/>
                  <a:pt x="194082" y="464699"/>
                  <a:pt x="192986" y="462927"/>
                </a:cubicBezTo>
                <a:cubicBezTo>
                  <a:pt x="191158" y="459970"/>
                  <a:pt x="190587" y="461135"/>
                  <a:pt x="186260" y="476652"/>
                </a:cubicBezTo>
                <a:cubicBezTo>
                  <a:pt x="185567" y="479136"/>
                  <a:pt x="186240" y="481169"/>
                  <a:pt x="187756" y="481169"/>
                </a:cubicBezTo>
                <a:cubicBezTo>
                  <a:pt x="189271" y="481169"/>
                  <a:pt x="190682" y="479136"/>
                  <a:pt x="190891" y="476652"/>
                </a:cubicBezTo>
                <a:cubicBezTo>
                  <a:pt x="191099" y="474167"/>
                  <a:pt x="192060" y="479104"/>
                  <a:pt x="193026" y="487623"/>
                </a:cubicBezTo>
                <a:cubicBezTo>
                  <a:pt x="193992" y="496142"/>
                  <a:pt x="194538" y="503459"/>
                  <a:pt x="194241" y="503884"/>
                </a:cubicBezTo>
                <a:cubicBezTo>
                  <a:pt x="193943" y="504308"/>
                  <a:pt x="188265" y="499952"/>
                  <a:pt x="181623" y="494203"/>
                </a:cubicBezTo>
                <a:close/>
              </a:path>
            </a:pathLst>
          </a:custGeom>
          <a:solidFill>
            <a:srgbClr val="B9B9B9"/>
          </a:solidFill>
          <a:ln w="5163" cap="flat">
            <a:noFill/>
            <a:prstDash val="solid"/>
            <a:miter/>
          </a:ln>
        </p:spPr>
        <p:txBody>
          <a:bodyPr/>
          <a:lstStyle/>
          <a:p>
            <a:endParaRPr lang="es-419" noProof="0" dirty="0"/>
          </a:p>
        </p:txBody>
      </p:sp>
      <p:sp>
        <p:nvSpPr>
          <p:cNvPr id="53" name="Forma libre: forma 52">
            <a:extLst>
              <a:ext uri="{FF2B5EF4-FFF2-40B4-BE49-F238E27FC236}">
                <a16:creationId xmlns:a16="http://schemas.microsoft.com/office/drawing/2014/main" id="{2E58A8C3-A234-109F-E92A-1BB81A9056B4}"/>
              </a:ext>
            </a:extLst>
          </p:cNvPr>
          <p:cNvSpPr/>
          <p:nvPr/>
        </p:nvSpPr>
        <p:spPr>
          <a:xfrm>
            <a:off x="920115" y="1646957"/>
            <a:ext cx="379561" cy="415583"/>
          </a:xfrm>
          <a:custGeom>
            <a:avLst/>
            <a:gdLst>
              <a:gd name="csX0" fmla="*/ 203090 w 379561"/>
              <a:gd name="csY0" fmla="*/ 414284 h 415583"/>
              <a:gd name="csX1" fmla="*/ 197077 w 379561"/>
              <a:gd name="csY1" fmla="*/ 404675 h 415583"/>
              <a:gd name="csX2" fmla="*/ 192271 w 379561"/>
              <a:gd name="csY2" fmla="*/ 395646 h 415583"/>
              <a:gd name="csX3" fmla="*/ 171007 w 379561"/>
              <a:gd name="csY3" fmla="*/ 397866 h 415583"/>
              <a:gd name="csX4" fmla="*/ 166946 w 379561"/>
              <a:gd name="csY4" fmla="*/ 392738 h 415583"/>
              <a:gd name="csX5" fmla="*/ 171214 w 379561"/>
              <a:gd name="csY5" fmla="*/ 375323 h 415583"/>
              <a:gd name="csX6" fmla="*/ 168526 w 379561"/>
              <a:gd name="csY6" fmla="*/ 359903 h 415583"/>
              <a:gd name="csX7" fmla="*/ 135682 w 379561"/>
              <a:gd name="csY7" fmla="*/ 348579 h 415583"/>
              <a:gd name="csX8" fmla="*/ 130456 w 379561"/>
              <a:gd name="csY8" fmla="*/ 344743 h 415583"/>
              <a:gd name="csX9" fmla="*/ 123707 w 379561"/>
              <a:gd name="csY9" fmla="*/ 339434 h 415583"/>
              <a:gd name="csX10" fmla="*/ 111898 w 379561"/>
              <a:gd name="csY10" fmla="*/ 326710 h 415583"/>
              <a:gd name="csX11" fmla="*/ 102819 w 379561"/>
              <a:gd name="csY11" fmla="*/ 312359 h 415583"/>
              <a:gd name="csX12" fmla="*/ 100189 w 379561"/>
              <a:gd name="csY12" fmla="*/ 303716 h 415583"/>
              <a:gd name="csX13" fmla="*/ 96495 w 379561"/>
              <a:gd name="csY13" fmla="*/ 291424 h 415583"/>
              <a:gd name="csX14" fmla="*/ 91114 w 379561"/>
              <a:gd name="csY14" fmla="*/ 269668 h 415583"/>
              <a:gd name="csX15" fmla="*/ 73368 w 379561"/>
              <a:gd name="csY15" fmla="*/ 228658 h 415583"/>
              <a:gd name="csX16" fmla="*/ 56149 w 379561"/>
              <a:gd name="csY16" fmla="*/ 225592 h 415583"/>
              <a:gd name="csX17" fmla="*/ 38234 w 379561"/>
              <a:gd name="csY17" fmla="*/ 218995 h 415583"/>
              <a:gd name="csX18" fmla="*/ 14702 w 379561"/>
              <a:gd name="csY18" fmla="*/ 179229 h 415583"/>
              <a:gd name="csX19" fmla="*/ 4675 w 379561"/>
              <a:gd name="csY19" fmla="*/ 165798 h 415583"/>
              <a:gd name="csX20" fmla="*/ 1771 w 379561"/>
              <a:gd name="csY20" fmla="*/ 155184 h 415583"/>
              <a:gd name="csX21" fmla="*/ 712 w 379561"/>
              <a:gd name="csY21" fmla="*/ 126667 h 415583"/>
              <a:gd name="csX22" fmla="*/ 2557 w 379561"/>
              <a:gd name="csY22" fmla="*/ 104522 h 415583"/>
              <a:gd name="csX23" fmla="*/ 16402 w 379561"/>
              <a:gd name="csY23" fmla="*/ 104522 h 415583"/>
              <a:gd name="csX24" fmla="*/ 46584 w 379561"/>
              <a:gd name="csY24" fmla="*/ 95540 h 415583"/>
              <a:gd name="csX25" fmla="*/ 48520 w 379561"/>
              <a:gd name="csY25" fmla="*/ 81044 h 415583"/>
              <a:gd name="csX26" fmla="*/ 53693 w 379561"/>
              <a:gd name="csY26" fmla="*/ 64536 h 415583"/>
              <a:gd name="csX27" fmla="*/ 57236 w 379561"/>
              <a:gd name="csY27" fmla="*/ 49938 h 415583"/>
              <a:gd name="csX28" fmla="*/ 61307 w 379561"/>
              <a:gd name="csY28" fmla="*/ 39986 h 415583"/>
              <a:gd name="csX29" fmla="*/ 72238 w 379561"/>
              <a:gd name="csY29" fmla="*/ 37166 h 415583"/>
              <a:gd name="csX30" fmla="*/ 75921 w 379561"/>
              <a:gd name="csY30" fmla="*/ 26420 h 415583"/>
              <a:gd name="csX31" fmla="*/ 86217 w 379561"/>
              <a:gd name="csY31" fmla="*/ 9008 h 415583"/>
              <a:gd name="csX32" fmla="*/ 91229 w 379561"/>
              <a:gd name="csY32" fmla="*/ 3610 h 415583"/>
              <a:gd name="csX33" fmla="*/ 100572 w 379561"/>
              <a:gd name="csY33" fmla="*/ 6016 h 415583"/>
              <a:gd name="csX34" fmla="*/ 115842 w 379561"/>
              <a:gd name="csY34" fmla="*/ 15498 h 415583"/>
              <a:gd name="csX35" fmla="*/ 130061 w 379561"/>
              <a:gd name="csY35" fmla="*/ 25801 h 415583"/>
              <a:gd name="csX36" fmla="*/ 153502 w 379561"/>
              <a:gd name="csY36" fmla="*/ 36020 h 415583"/>
              <a:gd name="csX37" fmla="*/ 166647 w 379561"/>
              <a:gd name="csY37" fmla="*/ 35196 h 415583"/>
              <a:gd name="csX38" fmla="*/ 177014 w 379561"/>
              <a:gd name="csY38" fmla="*/ 35079 h 415583"/>
              <a:gd name="csX39" fmla="*/ 199575 w 379561"/>
              <a:gd name="csY39" fmla="*/ 42570 h 415583"/>
              <a:gd name="csX40" fmla="*/ 223114 w 379561"/>
              <a:gd name="csY40" fmla="*/ 30983 h 415583"/>
              <a:gd name="csX41" fmla="*/ 243392 w 379561"/>
              <a:gd name="csY41" fmla="*/ 13562 h 415583"/>
              <a:gd name="csX42" fmla="*/ 257664 w 379561"/>
              <a:gd name="csY42" fmla="*/ 14175 h 415583"/>
              <a:gd name="csX43" fmla="*/ 270020 w 379561"/>
              <a:gd name="csY43" fmla="*/ 16753 h 415583"/>
              <a:gd name="csX44" fmla="*/ 290519 w 379561"/>
              <a:gd name="csY44" fmla="*/ 30455 h 415583"/>
              <a:gd name="csX45" fmla="*/ 307913 w 379561"/>
              <a:gd name="csY45" fmla="*/ 52734 h 415583"/>
              <a:gd name="csX46" fmla="*/ 307918 w 379561"/>
              <a:gd name="csY46" fmla="*/ 71135 h 415583"/>
              <a:gd name="csX47" fmla="*/ 305239 w 379561"/>
              <a:gd name="csY47" fmla="*/ 92635 h 415583"/>
              <a:gd name="csX48" fmla="*/ 300393 w 379561"/>
              <a:gd name="csY48" fmla="*/ 116124 h 415583"/>
              <a:gd name="csX49" fmla="*/ 296534 w 379561"/>
              <a:gd name="csY49" fmla="*/ 139467 h 415583"/>
              <a:gd name="csX50" fmla="*/ 294862 w 379561"/>
              <a:gd name="csY50" fmla="*/ 144381 h 415583"/>
              <a:gd name="csX51" fmla="*/ 302443 w 379561"/>
              <a:gd name="csY51" fmla="*/ 174221 h 415583"/>
              <a:gd name="csX52" fmla="*/ 331579 w 379561"/>
              <a:gd name="csY52" fmla="*/ 200036 h 415583"/>
              <a:gd name="csX53" fmla="*/ 345885 w 379561"/>
              <a:gd name="csY53" fmla="*/ 204322 h 415583"/>
              <a:gd name="csX54" fmla="*/ 358173 w 379561"/>
              <a:gd name="csY54" fmla="*/ 192088 h 415583"/>
              <a:gd name="csX55" fmla="*/ 365209 w 379561"/>
              <a:gd name="csY55" fmla="*/ 177533 h 415583"/>
              <a:gd name="csX56" fmla="*/ 378528 w 379561"/>
              <a:gd name="csY56" fmla="*/ 217259 h 415583"/>
              <a:gd name="csX57" fmla="*/ 379561 w 379561"/>
              <a:gd name="csY57" fmla="*/ 233192 h 415583"/>
              <a:gd name="csX58" fmla="*/ 368302 w 379561"/>
              <a:gd name="csY58" fmla="*/ 234810 h 415583"/>
              <a:gd name="csX59" fmla="*/ 342845 w 379561"/>
              <a:gd name="csY59" fmla="*/ 234877 h 415583"/>
              <a:gd name="csX60" fmla="*/ 294625 w 379561"/>
              <a:gd name="csY60" fmla="*/ 235311 h 415583"/>
              <a:gd name="csX61" fmla="*/ 265550 w 379561"/>
              <a:gd name="csY61" fmla="*/ 264572 h 415583"/>
              <a:gd name="csX62" fmla="*/ 257155 w 379561"/>
              <a:gd name="csY62" fmla="*/ 290178 h 415583"/>
              <a:gd name="csX63" fmla="*/ 253059 w 379561"/>
              <a:gd name="csY63" fmla="*/ 303293 h 415583"/>
              <a:gd name="csX64" fmla="*/ 248021 w 379561"/>
              <a:gd name="csY64" fmla="*/ 307811 h 415583"/>
              <a:gd name="csX65" fmla="*/ 241573 w 379561"/>
              <a:gd name="csY65" fmla="*/ 316201 h 415583"/>
              <a:gd name="csX66" fmla="*/ 230054 w 379561"/>
              <a:gd name="csY66" fmla="*/ 378609 h 415583"/>
              <a:gd name="csX67" fmla="*/ 225886 w 379561"/>
              <a:gd name="csY67" fmla="*/ 411224 h 415583"/>
              <a:gd name="csX68" fmla="*/ 203090 w 379561"/>
              <a:gd name="csY68" fmla="*/ 414284 h 4155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Lst>
            <a:rect l="l" t="t" r="r" b="b"/>
            <a:pathLst>
              <a:path w="379561" h="415583">
                <a:moveTo>
                  <a:pt x="203090" y="414284"/>
                </a:moveTo>
                <a:cubicBezTo>
                  <a:pt x="200763" y="412907"/>
                  <a:pt x="198058" y="408583"/>
                  <a:pt x="197077" y="404675"/>
                </a:cubicBezTo>
                <a:cubicBezTo>
                  <a:pt x="196096" y="400766"/>
                  <a:pt x="193933" y="396703"/>
                  <a:pt x="192271" y="395646"/>
                </a:cubicBezTo>
                <a:cubicBezTo>
                  <a:pt x="187214" y="392429"/>
                  <a:pt x="177806" y="393412"/>
                  <a:pt x="171007" y="397866"/>
                </a:cubicBezTo>
                <a:cubicBezTo>
                  <a:pt x="162395" y="403509"/>
                  <a:pt x="159848" y="400293"/>
                  <a:pt x="166946" y="392738"/>
                </a:cubicBezTo>
                <a:cubicBezTo>
                  <a:pt x="171625" y="387757"/>
                  <a:pt x="172379" y="384679"/>
                  <a:pt x="171214" y="375323"/>
                </a:cubicBezTo>
                <a:cubicBezTo>
                  <a:pt x="170436" y="369072"/>
                  <a:pt x="169226" y="362133"/>
                  <a:pt x="168526" y="359903"/>
                </a:cubicBezTo>
                <a:cubicBezTo>
                  <a:pt x="167058" y="355229"/>
                  <a:pt x="141404" y="346384"/>
                  <a:pt x="135682" y="348579"/>
                </a:cubicBezTo>
                <a:cubicBezTo>
                  <a:pt x="133235" y="349518"/>
                  <a:pt x="131342" y="348128"/>
                  <a:pt x="130456" y="344743"/>
                </a:cubicBezTo>
                <a:cubicBezTo>
                  <a:pt x="129618" y="341535"/>
                  <a:pt x="126946" y="339434"/>
                  <a:pt x="123707" y="339434"/>
                </a:cubicBezTo>
                <a:cubicBezTo>
                  <a:pt x="119877" y="339434"/>
                  <a:pt x="116504" y="335800"/>
                  <a:pt x="111898" y="326710"/>
                </a:cubicBezTo>
                <a:cubicBezTo>
                  <a:pt x="108351" y="319711"/>
                  <a:pt x="104266" y="313253"/>
                  <a:pt x="102819" y="312359"/>
                </a:cubicBezTo>
                <a:cubicBezTo>
                  <a:pt x="101373" y="311465"/>
                  <a:pt x="100189" y="307575"/>
                  <a:pt x="100189" y="303716"/>
                </a:cubicBezTo>
                <a:cubicBezTo>
                  <a:pt x="100189" y="299856"/>
                  <a:pt x="98526" y="294325"/>
                  <a:pt x="96495" y="291424"/>
                </a:cubicBezTo>
                <a:cubicBezTo>
                  <a:pt x="94463" y="288523"/>
                  <a:pt x="92041" y="278733"/>
                  <a:pt x="91114" y="269668"/>
                </a:cubicBezTo>
                <a:cubicBezTo>
                  <a:pt x="89247" y="251425"/>
                  <a:pt x="83480" y="238096"/>
                  <a:pt x="73368" y="228658"/>
                </a:cubicBezTo>
                <a:cubicBezTo>
                  <a:pt x="67157" y="222862"/>
                  <a:pt x="65968" y="222650"/>
                  <a:pt x="56149" y="225592"/>
                </a:cubicBezTo>
                <a:cubicBezTo>
                  <a:pt x="44901" y="228962"/>
                  <a:pt x="38234" y="226507"/>
                  <a:pt x="38234" y="218995"/>
                </a:cubicBezTo>
                <a:cubicBezTo>
                  <a:pt x="38234" y="211509"/>
                  <a:pt x="24381" y="188100"/>
                  <a:pt x="14702" y="179229"/>
                </a:cubicBezTo>
                <a:cubicBezTo>
                  <a:pt x="9187" y="174175"/>
                  <a:pt x="4675" y="168131"/>
                  <a:pt x="4675" y="165798"/>
                </a:cubicBezTo>
                <a:cubicBezTo>
                  <a:pt x="4675" y="163466"/>
                  <a:pt x="3368" y="158689"/>
                  <a:pt x="1771" y="155184"/>
                </a:cubicBezTo>
                <a:cubicBezTo>
                  <a:pt x="-157" y="150952"/>
                  <a:pt x="-513" y="141373"/>
                  <a:pt x="712" y="126667"/>
                </a:cubicBezTo>
                <a:lnTo>
                  <a:pt x="2557" y="104522"/>
                </a:lnTo>
                <a:lnTo>
                  <a:pt x="16402" y="104522"/>
                </a:lnTo>
                <a:cubicBezTo>
                  <a:pt x="30035" y="104522"/>
                  <a:pt x="42866" y="100703"/>
                  <a:pt x="46584" y="95540"/>
                </a:cubicBezTo>
                <a:cubicBezTo>
                  <a:pt x="47627" y="94091"/>
                  <a:pt x="48499" y="87568"/>
                  <a:pt x="48520" y="81044"/>
                </a:cubicBezTo>
                <a:cubicBezTo>
                  <a:pt x="48549" y="72518"/>
                  <a:pt x="50004" y="67875"/>
                  <a:pt x="53693" y="64536"/>
                </a:cubicBezTo>
                <a:cubicBezTo>
                  <a:pt x="57798" y="60822"/>
                  <a:pt x="58508" y="57895"/>
                  <a:pt x="57236" y="49938"/>
                </a:cubicBezTo>
                <a:cubicBezTo>
                  <a:pt x="55795" y="40930"/>
                  <a:pt x="56182" y="39986"/>
                  <a:pt x="61307" y="39986"/>
                </a:cubicBezTo>
                <a:cubicBezTo>
                  <a:pt x="64421" y="39986"/>
                  <a:pt x="69340" y="38717"/>
                  <a:pt x="72238" y="37166"/>
                </a:cubicBezTo>
                <a:cubicBezTo>
                  <a:pt x="76432" y="34922"/>
                  <a:pt x="77183" y="32731"/>
                  <a:pt x="75921" y="26420"/>
                </a:cubicBezTo>
                <a:cubicBezTo>
                  <a:pt x="74260" y="18119"/>
                  <a:pt x="79648" y="9008"/>
                  <a:pt x="86217" y="9008"/>
                </a:cubicBezTo>
                <a:cubicBezTo>
                  <a:pt x="88031" y="9008"/>
                  <a:pt x="90286" y="6579"/>
                  <a:pt x="91229" y="3610"/>
                </a:cubicBezTo>
                <a:cubicBezTo>
                  <a:pt x="92878" y="-1587"/>
                  <a:pt x="93226" y="-1498"/>
                  <a:pt x="100572" y="6016"/>
                </a:cubicBezTo>
                <a:cubicBezTo>
                  <a:pt x="104769" y="10308"/>
                  <a:pt x="111640" y="14575"/>
                  <a:pt x="115842" y="15498"/>
                </a:cubicBezTo>
                <a:cubicBezTo>
                  <a:pt x="120151" y="16445"/>
                  <a:pt x="126350" y="20937"/>
                  <a:pt x="130061" y="25801"/>
                </a:cubicBezTo>
                <a:cubicBezTo>
                  <a:pt x="137904" y="36084"/>
                  <a:pt x="151245" y="41900"/>
                  <a:pt x="153502" y="36020"/>
                </a:cubicBezTo>
                <a:cubicBezTo>
                  <a:pt x="155231" y="31515"/>
                  <a:pt x="162509" y="31058"/>
                  <a:pt x="166647" y="35196"/>
                </a:cubicBezTo>
                <a:cubicBezTo>
                  <a:pt x="168865" y="37413"/>
                  <a:pt x="171448" y="37384"/>
                  <a:pt x="177014" y="35079"/>
                </a:cubicBezTo>
                <a:cubicBezTo>
                  <a:pt x="186293" y="31236"/>
                  <a:pt x="197119" y="34830"/>
                  <a:pt x="199575" y="42570"/>
                </a:cubicBezTo>
                <a:cubicBezTo>
                  <a:pt x="202586" y="52057"/>
                  <a:pt x="211392" y="47722"/>
                  <a:pt x="223114" y="30983"/>
                </a:cubicBezTo>
                <a:cubicBezTo>
                  <a:pt x="231922" y="18404"/>
                  <a:pt x="235698" y="15160"/>
                  <a:pt x="243392" y="13562"/>
                </a:cubicBezTo>
                <a:cubicBezTo>
                  <a:pt x="248841" y="12430"/>
                  <a:pt x="254889" y="12690"/>
                  <a:pt x="257664" y="14175"/>
                </a:cubicBezTo>
                <a:cubicBezTo>
                  <a:pt x="260313" y="15593"/>
                  <a:pt x="265874" y="16753"/>
                  <a:pt x="270020" y="16753"/>
                </a:cubicBezTo>
                <a:cubicBezTo>
                  <a:pt x="275778" y="16753"/>
                  <a:pt x="280624" y="19992"/>
                  <a:pt x="290519" y="30455"/>
                </a:cubicBezTo>
                <a:cubicBezTo>
                  <a:pt x="297647" y="37991"/>
                  <a:pt x="305474" y="48017"/>
                  <a:pt x="307913" y="52734"/>
                </a:cubicBezTo>
                <a:cubicBezTo>
                  <a:pt x="312104" y="60839"/>
                  <a:pt x="312105" y="61851"/>
                  <a:pt x="307918" y="71135"/>
                </a:cubicBezTo>
                <a:cubicBezTo>
                  <a:pt x="304686" y="78303"/>
                  <a:pt x="303961" y="84117"/>
                  <a:pt x="305239" y="92635"/>
                </a:cubicBezTo>
                <a:cubicBezTo>
                  <a:pt x="306699" y="102374"/>
                  <a:pt x="305896" y="106269"/>
                  <a:pt x="300393" y="116124"/>
                </a:cubicBezTo>
                <a:cubicBezTo>
                  <a:pt x="293385" y="128678"/>
                  <a:pt x="292058" y="136701"/>
                  <a:pt x="296534" y="139467"/>
                </a:cubicBezTo>
                <a:cubicBezTo>
                  <a:pt x="298276" y="140544"/>
                  <a:pt x="297669" y="142329"/>
                  <a:pt x="294862" y="144381"/>
                </a:cubicBezTo>
                <a:cubicBezTo>
                  <a:pt x="289162" y="148549"/>
                  <a:pt x="291010" y="155821"/>
                  <a:pt x="302443" y="174221"/>
                </a:cubicBezTo>
                <a:cubicBezTo>
                  <a:pt x="315893" y="195868"/>
                  <a:pt x="320598" y="200036"/>
                  <a:pt x="331579" y="200036"/>
                </a:cubicBezTo>
                <a:cubicBezTo>
                  <a:pt x="336873" y="200036"/>
                  <a:pt x="343264" y="201951"/>
                  <a:pt x="345885" y="204322"/>
                </a:cubicBezTo>
                <a:cubicBezTo>
                  <a:pt x="351730" y="209612"/>
                  <a:pt x="352148" y="209195"/>
                  <a:pt x="358173" y="192088"/>
                </a:cubicBezTo>
                <a:cubicBezTo>
                  <a:pt x="360854" y="184473"/>
                  <a:pt x="364021" y="177924"/>
                  <a:pt x="365209" y="177533"/>
                </a:cubicBezTo>
                <a:cubicBezTo>
                  <a:pt x="369150" y="176239"/>
                  <a:pt x="377478" y="201079"/>
                  <a:pt x="378528" y="217259"/>
                </a:cubicBezTo>
                <a:lnTo>
                  <a:pt x="379561" y="233192"/>
                </a:lnTo>
                <a:lnTo>
                  <a:pt x="368302" y="234810"/>
                </a:lnTo>
                <a:cubicBezTo>
                  <a:pt x="362110" y="235699"/>
                  <a:pt x="350654" y="235730"/>
                  <a:pt x="342845" y="234877"/>
                </a:cubicBezTo>
                <a:cubicBezTo>
                  <a:pt x="300900" y="230295"/>
                  <a:pt x="296475" y="230334"/>
                  <a:pt x="294625" y="235311"/>
                </a:cubicBezTo>
                <a:cubicBezTo>
                  <a:pt x="292370" y="241375"/>
                  <a:pt x="269321" y="264572"/>
                  <a:pt x="265550" y="264572"/>
                </a:cubicBezTo>
                <a:cubicBezTo>
                  <a:pt x="261474" y="264572"/>
                  <a:pt x="258070" y="274955"/>
                  <a:pt x="257155" y="290178"/>
                </a:cubicBezTo>
                <a:cubicBezTo>
                  <a:pt x="256642" y="298710"/>
                  <a:pt x="255211" y="303293"/>
                  <a:pt x="253059" y="303293"/>
                </a:cubicBezTo>
                <a:cubicBezTo>
                  <a:pt x="251239" y="303294"/>
                  <a:pt x="248973" y="305327"/>
                  <a:pt x="248021" y="307811"/>
                </a:cubicBezTo>
                <a:cubicBezTo>
                  <a:pt x="247070" y="310296"/>
                  <a:pt x="244168" y="314071"/>
                  <a:pt x="241573" y="316201"/>
                </a:cubicBezTo>
                <a:cubicBezTo>
                  <a:pt x="235220" y="321415"/>
                  <a:pt x="231367" y="342287"/>
                  <a:pt x="230054" y="378609"/>
                </a:cubicBezTo>
                <a:cubicBezTo>
                  <a:pt x="229366" y="397612"/>
                  <a:pt x="227827" y="409663"/>
                  <a:pt x="225886" y="411224"/>
                </a:cubicBezTo>
                <a:cubicBezTo>
                  <a:pt x="220922" y="415217"/>
                  <a:pt x="207671" y="416995"/>
                  <a:pt x="203090" y="414284"/>
                </a:cubicBezTo>
                <a:close/>
              </a:path>
            </a:pathLst>
          </a:custGeom>
          <a:solidFill>
            <a:srgbClr val="B9B9B9"/>
          </a:solidFill>
          <a:ln w="5163" cap="flat">
            <a:noFill/>
            <a:prstDash val="solid"/>
            <a:miter/>
          </a:ln>
        </p:spPr>
        <p:txBody>
          <a:bodyPr/>
          <a:lstStyle/>
          <a:p>
            <a:endParaRPr lang="es-419" noProof="0" dirty="0"/>
          </a:p>
        </p:txBody>
      </p:sp>
      <p:sp>
        <p:nvSpPr>
          <p:cNvPr id="54" name="Forma libre: forma 53">
            <a:extLst>
              <a:ext uri="{FF2B5EF4-FFF2-40B4-BE49-F238E27FC236}">
                <a16:creationId xmlns:a16="http://schemas.microsoft.com/office/drawing/2014/main" id="{B012D884-E14A-D5B9-0207-868988711731}"/>
              </a:ext>
            </a:extLst>
          </p:cNvPr>
          <p:cNvSpPr/>
          <p:nvPr/>
        </p:nvSpPr>
        <p:spPr>
          <a:xfrm>
            <a:off x="845627" y="1846993"/>
            <a:ext cx="4301" cy="5162"/>
          </a:xfrm>
          <a:custGeom>
            <a:avLst/>
            <a:gdLst>
              <a:gd name="csX0" fmla="*/ 4301 w 4301"/>
              <a:gd name="csY0" fmla="*/ 2581 h 5162"/>
              <a:gd name="csX1" fmla="*/ 1567 w 4301"/>
              <a:gd name="csY1" fmla="*/ 0 h 5162"/>
              <a:gd name="csX2" fmla="*/ 429 w 4301"/>
              <a:gd name="csY2" fmla="*/ 2581 h 5162"/>
              <a:gd name="csX3" fmla="*/ 3163 w 4301"/>
              <a:gd name="csY3" fmla="*/ 5163 h 5162"/>
              <a:gd name="csX4" fmla="*/ 4301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4301" y="2581"/>
                </a:moveTo>
                <a:cubicBezTo>
                  <a:pt x="4301" y="1162"/>
                  <a:pt x="3071" y="0"/>
                  <a:pt x="1567" y="0"/>
                </a:cubicBezTo>
                <a:cubicBezTo>
                  <a:pt x="64" y="0"/>
                  <a:pt x="-449" y="1162"/>
                  <a:pt x="429" y="2581"/>
                </a:cubicBezTo>
                <a:cubicBezTo>
                  <a:pt x="1306" y="4001"/>
                  <a:pt x="2537" y="5163"/>
                  <a:pt x="3163" y="5163"/>
                </a:cubicBezTo>
                <a:cubicBezTo>
                  <a:pt x="3789" y="5163"/>
                  <a:pt x="4301" y="4001"/>
                  <a:pt x="4301" y="2581"/>
                </a:cubicBezTo>
                <a:close/>
              </a:path>
            </a:pathLst>
          </a:custGeom>
          <a:solidFill>
            <a:srgbClr val="00C100"/>
          </a:solidFill>
          <a:ln w="5163" cap="flat">
            <a:noFill/>
            <a:prstDash val="solid"/>
            <a:miter/>
          </a:ln>
        </p:spPr>
        <p:txBody>
          <a:bodyPr/>
          <a:lstStyle/>
          <a:p>
            <a:endParaRPr lang="es-419" noProof="0" dirty="0"/>
          </a:p>
        </p:txBody>
      </p:sp>
      <p:sp>
        <p:nvSpPr>
          <p:cNvPr id="55" name="Forma libre: forma 54">
            <a:extLst>
              <a:ext uri="{FF2B5EF4-FFF2-40B4-BE49-F238E27FC236}">
                <a16:creationId xmlns:a16="http://schemas.microsoft.com/office/drawing/2014/main" id="{BF65B5B9-9D5C-F4A4-2121-BD8318534F87}"/>
              </a:ext>
            </a:extLst>
          </p:cNvPr>
          <p:cNvSpPr/>
          <p:nvPr/>
        </p:nvSpPr>
        <p:spPr>
          <a:xfrm>
            <a:off x="1407174" y="1572075"/>
            <a:ext cx="229470" cy="427142"/>
          </a:xfrm>
          <a:custGeom>
            <a:avLst/>
            <a:gdLst>
              <a:gd name="csX0" fmla="*/ 59479 w 229470"/>
              <a:gd name="csY0" fmla="*/ 423996 h 427142"/>
              <a:gd name="csX1" fmla="*/ 59694 w 229470"/>
              <a:gd name="csY1" fmla="*/ 396698 h 427142"/>
              <a:gd name="csX2" fmla="*/ 53195 w 229470"/>
              <a:gd name="csY2" fmla="*/ 362114 h 427142"/>
              <a:gd name="csX3" fmla="*/ 47446 w 229470"/>
              <a:gd name="csY3" fmla="*/ 337138 h 427142"/>
              <a:gd name="csX4" fmla="*/ 40306 w 229470"/>
              <a:gd name="csY4" fmla="*/ 312349 h 427142"/>
              <a:gd name="csX5" fmla="*/ 32609 w 229470"/>
              <a:gd name="csY5" fmla="*/ 289116 h 427142"/>
              <a:gd name="csX6" fmla="*/ 35070 w 229470"/>
              <a:gd name="csY6" fmla="*/ 271899 h 427142"/>
              <a:gd name="csX7" fmla="*/ 32418 w 229470"/>
              <a:gd name="csY7" fmla="*/ 260780 h 427142"/>
              <a:gd name="csX8" fmla="*/ 33172 w 229470"/>
              <a:gd name="csY8" fmla="*/ 247019 h 427142"/>
              <a:gd name="csX9" fmla="*/ 57856 w 229470"/>
              <a:gd name="csY9" fmla="*/ 240981 h 427142"/>
              <a:gd name="csX10" fmla="*/ 80243 w 229470"/>
              <a:gd name="csY10" fmla="*/ 236439 h 427142"/>
              <a:gd name="csX11" fmla="*/ 76436 w 229470"/>
              <a:gd name="csY11" fmla="*/ 228427 h 427142"/>
              <a:gd name="csX12" fmla="*/ 66283 w 229470"/>
              <a:gd name="csY12" fmla="*/ 225870 h 427142"/>
              <a:gd name="csX13" fmla="*/ 61369 w 229470"/>
              <a:gd name="csY13" fmla="*/ 221998 h 427142"/>
              <a:gd name="csX14" fmla="*/ 54487 w 229470"/>
              <a:gd name="csY14" fmla="*/ 218126 h 427142"/>
              <a:gd name="csX15" fmla="*/ 50882 w 229470"/>
              <a:gd name="csY15" fmla="*/ 215226 h 427142"/>
              <a:gd name="csX16" fmla="*/ 39078 w 229470"/>
              <a:gd name="csY16" fmla="*/ 199827 h 427142"/>
              <a:gd name="csX17" fmla="*/ 27028 w 229470"/>
              <a:gd name="csY17" fmla="*/ 179593 h 427142"/>
              <a:gd name="csX18" fmla="*/ 26078 w 229470"/>
              <a:gd name="csY18" fmla="*/ 170317 h 427142"/>
              <a:gd name="csX19" fmla="*/ 23581 w 229470"/>
              <a:gd name="csY19" fmla="*/ 162984 h 427142"/>
              <a:gd name="csX20" fmla="*/ 11790 w 229470"/>
              <a:gd name="csY20" fmla="*/ 145065 h 427142"/>
              <a:gd name="csX21" fmla="*/ 0 w 229470"/>
              <a:gd name="csY21" fmla="*/ 132934 h 427142"/>
              <a:gd name="csX22" fmla="*/ 16266 w 229470"/>
              <a:gd name="csY22" fmla="*/ 118970 h 427142"/>
              <a:gd name="csX23" fmla="*/ 37313 w 229470"/>
              <a:gd name="csY23" fmla="*/ 107565 h 427142"/>
              <a:gd name="csX24" fmla="*/ 42526 w 229470"/>
              <a:gd name="csY24" fmla="*/ 109268 h 427142"/>
              <a:gd name="csX25" fmla="*/ 48759 w 229470"/>
              <a:gd name="csY25" fmla="*/ 100129 h 427142"/>
              <a:gd name="csX26" fmla="*/ 49251 w 229470"/>
              <a:gd name="csY26" fmla="*/ 64399 h 427142"/>
              <a:gd name="csX27" fmla="*/ 38960 w 229470"/>
              <a:gd name="csY27" fmla="*/ 62708 h 427142"/>
              <a:gd name="csX28" fmla="*/ 28744 w 229470"/>
              <a:gd name="csY28" fmla="*/ 61040 h 427142"/>
              <a:gd name="csX29" fmla="*/ 53379 w 229470"/>
              <a:gd name="csY29" fmla="*/ 39197 h 427142"/>
              <a:gd name="csX30" fmla="*/ 71905 w 229470"/>
              <a:gd name="csY30" fmla="*/ 19485 h 427142"/>
              <a:gd name="csX31" fmla="*/ 90959 w 229470"/>
              <a:gd name="csY31" fmla="*/ 8717 h 427142"/>
              <a:gd name="csX32" fmla="*/ 109824 w 229470"/>
              <a:gd name="csY32" fmla="*/ 6256 h 427142"/>
              <a:gd name="csX33" fmla="*/ 121001 w 229470"/>
              <a:gd name="csY33" fmla="*/ 2822 h 427142"/>
              <a:gd name="csX34" fmla="*/ 122428 w 229470"/>
              <a:gd name="csY34" fmla="*/ 8347 h 427142"/>
              <a:gd name="csX35" fmla="*/ 111269 w 229470"/>
              <a:gd name="csY35" fmla="*/ 31492 h 427142"/>
              <a:gd name="csX36" fmla="*/ 125654 w 229470"/>
              <a:gd name="csY36" fmla="*/ 68353 h 427142"/>
              <a:gd name="csX37" fmla="*/ 129394 w 229470"/>
              <a:gd name="csY37" fmla="*/ 83822 h 427142"/>
              <a:gd name="csX38" fmla="*/ 132621 w 229470"/>
              <a:gd name="csY38" fmla="*/ 87380 h 427142"/>
              <a:gd name="csX39" fmla="*/ 129420 w 229470"/>
              <a:gd name="csY39" fmla="*/ 96950 h 427142"/>
              <a:gd name="csX40" fmla="*/ 135228 w 229470"/>
              <a:gd name="csY40" fmla="*/ 104581 h 427142"/>
              <a:gd name="csX41" fmla="*/ 149666 w 229470"/>
              <a:gd name="csY41" fmla="*/ 122913 h 427142"/>
              <a:gd name="csX42" fmla="*/ 159752 w 229470"/>
              <a:gd name="csY42" fmla="*/ 139280 h 427142"/>
              <a:gd name="csX43" fmla="*/ 168181 w 229470"/>
              <a:gd name="csY43" fmla="*/ 148315 h 427142"/>
              <a:gd name="csX44" fmla="*/ 179067 w 229470"/>
              <a:gd name="csY44" fmla="*/ 159986 h 427142"/>
              <a:gd name="csX45" fmla="*/ 189769 w 229470"/>
              <a:gd name="csY45" fmla="*/ 164249 h 427142"/>
              <a:gd name="csX46" fmla="*/ 197030 w 229470"/>
              <a:gd name="csY46" fmla="*/ 167037 h 427142"/>
              <a:gd name="csX47" fmla="*/ 208574 w 229470"/>
              <a:gd name="csY47" fmla="*/ 163915 h 427142"/>
              <a:gd name="csX48" fmla="*/ 216996 w 229470"/>
              <a:gd name="csY48" fmla="*/ 163915 h 427142"/>
              <a:gd name="csX49" fmla="*/ 217738 w 229470"/>
              <a:gd name="csY49" fmla="*/ 187794 h 427142"/>
              <a:gd name="csX50" fmla="*/ 224437 w 229470"/>
              <a:gd name="csY50" fmla="*/ 212516 h 427142"/>
              <a:gd name="csX51" fmla="*/ 229386 w 229470"/>
              <a:gd name="csY51" fmla="*/ 216389 h 427142"/>
              <a:gd name="csX52" fmla="*/ 185958 w 229470"/>
              <a:gd name="csY52" fmla="*/ 248433 h 427142"/>
              <a:gd name="csX53" fmla="*/ 168142 w 229470"/>
              <a:gd name="csY53" fmla="*/ 261325 h 427142"/>
              <a:gd name="csX54" fmla="*/ 158371 w 229470"/>
              <a:gd name="csY54" fmla="*/ 277501 h 427142"/>
              <a:gd name="csX55" fmla="*/ 143795 w 229470"/>
              <a:gd name="csY55" fmla="*/ 286536 h 427142"/>
              <a:gd name="csX56" fmla="*/ 128870 w 229470"/>
              <a:gd name="csY56" fmla="*/ 295569 h 427142"/>
              <a:gd name="csX57" fmla="*/ 127129 w 229470"/>
              <a:gd name="csY57" fmla="*/ 308193 h 427142"/>
              <a:gd name="csX58" fmla="*/ 130400 w 229470"/>
              <a:gd name="csY58" fmla="*/ 326436 h 427142"/>
              <a:gd name="csX59" fmla="*/ 134994 w 229470"/>
              <a:gd name="csY59" fmla="*/ 349937 h 427142"/>
              <a:gd name="csX60" fmla="*/ 142327 w 229470"/>
              <a:gd name="csY60" fmla="*/ 362849 h 427142"/>
              <a:gd name="csX61" fmla="*/ 123210 w 229470"/>
              <a:gd name="csY61" fmla="*/ 373013 h 427142"/>
              <a:gd name="csX62" fmla="*/ 101651 w 229470"/>
              <a:gd name="csY62" fmla="*/ 397639 h 427142"/>
              <a:gd name="csX63" fmla="*/ 95883 w 229470"/>
              <a:gd name="csY63" fmla="*/ 407869 h 427142"/>
              <a:gd name="csX64" fmla="*/ 86571 w 229470"/>
              <a:gd name="csY64" fmla="*/ 418453 h 427142"/>
              <a:gd name="csX65" fmla="*/ 80167 w 229470"/>
              <a:gd name="csY65" fmla="*/ 421479 h 427142"/>
              <a:gd name="csX66" fmla="*/ 70822 w 229470"/>
              <a:gd name="csY66" fmla="*/ 423763 h 427142"/>
              <a:gd name="csX67" fmla="*/ 59479 w 229470"/>
              <a:gd name="csY67" fmla="*/ 423996 h 42714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Lst>
            <a:rect l="l" t="t" r="r" b="b"/>
            <a:pathLst>
              <a:path w="229470" h="427142">
                <a:moveTo>
                  <a:pt x="59479" y="423996"/>
                </a:moveTo>
                <a:cubicBezTo>
                  <a:pt x="59345" y="422222"/>
                  <a:pt x="59442" y="409937"/>
                  <a:pt x="59694" y="396698"/>
                </a:cubicBezTo>
                <a:cubicBezTo>
                  <a:pt x="60117" y="374482"/>
                  <a:pt x="59616" y="371817"/>
                  <a:pt x="53195" y="362114"/>
                </a:cubicBezTo>
                <a:cubicBezTo>
                  <a:pt x="47165" y="353002"/>
                  <a:pt x="46399" y="349674"/>
                  <a:pt x="47446" y="337138"/>
                </a:cubicBezTo>
                <a:cubicBezTo>
                  <a:pt x="48558" y="323819"/>
                  <a:pt x="47993" y="321857"/>
                  <a:pt x="40306" y="312349"/>
                </a:cubicBezTo>
                <a:cubicBezTo>
                  <a:pt x="33058" y="303383"/>
                  <a:pt x="32044" y="300323"/>
                  <a:pt x="32609" y="289116"/>
                </a:cubicBezTo>
                <a:cubicBezTo>
                  <a:pt x="32967" y="282017"/>
                  <a:pt x="34074" y="274269"/>
                  <a:pt x="35070" y="271899"/>
                </a:cubicBezTo>
                <a:cubicBezTo>
                  <a:pt x="36124" y="269390"/>
                  <a:pt x="35017" y="264746"/>
                  <a:pt x="32418" y="260780"/>
                </a:cubicBezTo>
                <a:cubicBezTo>
                  <a:pt x="28144" y="254257"/>
                  <a:pt x="28176" y="253678"/>
                  <a:pt x="33172" y="247019"/>
                </a:cubicBezTo>
                <a:cubicBezTo>
                  <a:pt x="38159" y="240374"/>
                  <a:pt x="39247" y="240108"/>
                  <a:pt x="57856" y="240981"/>
                </a:cubicBezTo>
                <a:cubicBezTo>
                  <a:pt x="75524" y="241809"/>
                  <a:pt x="77593" y="241390"/>
                  <a:pt x="80243" y="236439"/>
                </a:cubicBezTo>
                <a:cubicBezTo>
                  <a:pt x="82790" y="231679"/>
                  <a:pt x="82305" y="230659"/>
                  <a:pt x="76436" y="228427"/>
                </a:cubicBezTo>
                <a:cubicBezTo>
                  <a:pt x="72737" y="227021"/>
                  <a:pt x="68168" y="225870"/>
                  <a:pt x="66283" y="225870"/>
                </a:cubicBezTo>
                <a:cubicBezTo>
                  <a:pt x="64397" y="225870"/>
                  <a:pt x="62186" y="224127"/>
                  <a:pt x="61369" y="221998"/>
                </a:cubicBezTo>
                <a:cubicBezTo>
                  <a:pt x="60552" y="219868"/>
                  <a:pt x="57455" y="218126"/>
                  <a:pt x="54487" y="218126"/>
                </a:cubicBezTo>
                <a:cubicBezTo>
                  <a:pt x="51152" y="218126"/>
                  <a:pt x="49775" y="217018"/>
                  <a:pt x="50882" y="215226"/>
                </a:cubicBezTo>
                <a:cubicBezTo>
                  <a:pt x="51914" y="213556"/>
                  <a:pt x="46909" y="207027"/>
                  <a:pt x="39078" y="199827"/>
                </a:cubicBezTo>
                <a:cubicBezTo>
                  <a:pt x="27017" y="188739"/>
                  <a:pt x="25656" y="186453"/>
                  <a:pt x="27028" y="179593"/>
                </a:cubicBezTo>
                <a:cubicBezTo>
                  <a:pt x="27878" y="175340"/>
                  <a:pt x="27451" y="171165"/>
                  <a:pt x="26078" y="170317"/>
                </a:cubicBezTo>
                <a:cubicBezTo>
                  <a:pt x="24704" y="169468"/>
                  <a:pt x="23581" y="166168"/>
                  <a:pt x="23581" y="162984"/>
                </a:cubicBezTo>
                <a:cubicBezTo>
                  <a:pt x="23581" y="159602"/>
                  <a:pt x="18679" y="152152"/>
                  <a:pt x="11790" y="145065"/>
                </a:cubicBezTo>
                <a:lnTo>
                  <a:pt x="0" y="132934"/>
                </a:lnTo>
                <a:lnTo>
                  <a:pt x="16266" y="118970"/>
                </a:lnTo>
                <a:cubicBezTo>
                  <a:pt x="29571" y="107549"/>
                  <a:pt x="33403" y="105472"/>
                  <a:pt x="37313" y="107565"/>
                </a:cubicBezTo>
                <a:cubicBezTo>
                  <a:pt x="39942" y="108972"/>
                  <a:pt x="42288" y="109738"/>
                  <a:pt x="42526" y="109268"/>
                </a:cubicBezTo>
                <a:cubicBezTo>
                  <a:pt x="42764" y="108799"/>
                  <a:pt x="45569" y="104686"/>
                  <a:pt x="48759" y="100129"/>
                </a:cubicBezTo>
                <a:cubicBezTo>
                  <a:pt x="56473" y="89108"/>
                  <a:pt x="56720" y="71159"/>
                  <a:pt x="49251" y="64399"/>
                </a:cubicBezTo>
                <a:cubicBezTo>
                  <a:pt x="44880" y="60443"/>
                  <a:pt x="43064" y="60145"/>
                  <a:pt x="38960" y="62708"/>
                </a:cubicBezTo>
                <a:cubicBezTo>
                  <a:pt x="31928" y="67099"/>
                  <a:pt x="28744" y="66579"/>
                  <a:pt x="28744" y="61040"/>
                </a:cubicBezTo>
                <a:cubicBezTo>
                  <a:pt x="28744" y="53145"/>
                  <a:pt x="42480" y="40966"/>
                  <a:pt x="53379" y="39197"/>
                </a:cubicBezTo>
                <a:cubicBezTo>
                  <a:pt x="66115" y="37130"/>
                  <a:pt x="70109" y="32880"/>
                  <a:pt x="71905" y="19485"/>
                </a:cubicBezTo>
                <a:cubicBezTo>
                  <a:pt x="73827" y="5162"/>
                  <a:pt x="82115" y="478"/>
                  <a:pt x="90959" y="8717"/>
                </a:cubicBezTo>
                <a:cubicBezTo>
                  <a:pt x="98823" y="16043"/>
                  <a:pt x="101930" y="15638"/>
                  <a:pt x="109824" y="6256"/>
                </a:cubicBezTo>
                <a:cubicBezTo>
                  <a:pt x="116173" y="-1290"/>
                  <a:pt x="116721" y="-1458"/>
                  <a:pt x="121001" y="2822"/>
                </a:cubicBezTo>
                <a:cubicBezTo>
                  <a:pt x="124083" y="5904"/>
                  <a:pt x="124533" y="7646"/>
                  <a:pt x="122428" y="8347"/>
                </a:cubicBezTo>
                <a:cubicBezTo>
                  <a:pt x="108913" y="12852"/>
                  <a:pt x="101196" y="28858"/>
                  <a:pt x="111269" y="31492"/>
                </a:cubicBezTo>
                <a:cubicBezTo>
                  <a:pt x="117751" y="33187"/>
                  <a:pt x="127868" y="59114"/>
                  <a:pt x="125654" y="68353"/>
                </a:cubicBezTo>
                <a:cubicBezTo>
                  <a:pt x="122658" y="80848"/>
                  <a:pt x="122997" y="82249"/>
                  <a:pt x="129394" y="83822"/>
                </a:cubicBezTo>
                <a:cubicBezTo>
                  <a:pt x="133741" y="84890"/>
                  <a:pt x="134786" y="86042"/>
                  <a:pt x="132621" y="87380"/>
                </a:cubicBezTo>
                <a:cubicBezTo>
                  <a:pt x="130861" y="88468"/>
                  <a:pt x="129420" y="92774"/>
                  <a:pt x="129420" y="96950"/>
                </a:cubicBezTo>
                <a:cubicBezTo>
                  <a:pt x="129420" y="103090"/>
                  <a:pt x="130531" y="104549"/>
                  <a:pt x="135228" y="104581"/>
                </a:cubicBezTo>
                <a:cubicBezTo>
                  <a:pt x="144939" y="104647"/>
                  <a:pt x="147895" y="108401"/>
                  <a:pt x="149666" y="122913"/>
                </a:cubicBezTo>
                <a:cubicBezTo>
                  <a:pt x="151241" y="135814"/>
                  <a:pt x="151964" y="136987"/>
                  <a:pt x="159752" y="139280"/>
                </a:cubicBezTo>
                <a:cubicBezTo>
                  <a:pt x="166352" y="141223"/>
                  <a:pt x="168150" y="143150"/>
                  <a:pt x="168181" y="148315"/>
                </a:cubicBezTo>
                <a:cubicBezTo>
                  <a:pt x="168242" y="158306"/>
                  <a:pt x="171565" y="161869"/>
                  <a:pt x="179067" y="159986"/>
                </a:cubicBezTo>
                <a:cubicBezTo>
                  <a:pt x="184111" y="158720"/>
                  <a:pt x="186588" y="159706"/>
                  <a:pt x="189769" y="164249"/>
                </a:cubicBezTo>
                <a:cubicBezTo>
                  <a:pt x="193006" y="168870"/>
                  <a:pt x="194589" y="169478"/>
                  <a:pt x="197030" y="167037"/>
                </a:cubicBezTo>
                <a:cubicBezTo>
                  <a:pt x="198747" y="165320"/>
                  <a:pt x="203942" y="163915"/>
                  <a:pt x="208574" y="163915"/>
                </a:cubicBezTo>
                <a:lnTo>
                  <a:pt x="216996" y="163915"/>
                </a:lnTo>
                <a:lnTo>
                  <a:pt x="217738" y="187794"/>
                </a:lnTo>
                <a:cubicBezTo>
                  <a:pt x="218444" y="210514"/>
                  <a:pt x="218769" y="211713"/>
                  <a:pt x="224437" y="212516"/>
                </a:cubicBezTo>
                <a:cubicBezTo>
                  <a:pt x="227714" y="212981"/>
                  <a:pt x="229940" y="214723"/>
                  <a:pt x="229386" y="216389"/>
                </a:cubicBezTo>
                <a:cubicBezTo>
                  <a:pt x="227670" y="221537"/>
                  <a:pt x="190328" y="249091"/>
                  <a:pt x="185958" y="248433"/>
                </a:cubicBezTo>
                <a:cubicBezTo>
                  <a:pt x="178411" y="247297"/>
                  <a:pt x="168142" y="254728"/>
                  <a:pt x="168142" y="261325"/>
                </a:cubicBezTo>
                <a:cubicBezTo>
                  <a:pt x="168142" y="269993"/>
                  <a:pt x="163608" y="277499"/>
                  <a:pt x="158371" y="277501"/>
                </a:cubicBezTo>
                <a:cubicBezTo>
                  <a:pt x="155936" y="277502"/>
                  <a:pt x="149377" y="281568"/>
                  <a:pt x="143795" y="286536"/>
                </a:cubicBezTo>
                <a:cubicBezTo>
                  <a:pt x="138212" y="291504"/>
                  <a:pt x="131496" y="295569"/>
                  <a:pt x="128870" y="295569"/>
                </a:cubicBezTo>
                <a:cubicBezTo>
                  <a:pt x="121381" y="295569"/>
                  <a:pt x="120392" y="302737"/>
                  <a:pt x="127129" y="308193"/>
                </a:cubicBezTo>
                <a:cubicBezTo>
                  <a:pt x="132769" y="312760"/>
                  <a:pt x="132971" y="313884"/>
                  <a:pt x="130400" y="326436"/>
                </a:cubicBezTo>
                <a:cubicBezTo>
                  <a:pt x="127799" y="339132"/>
                  <a:pt x="128033" y="340327"/>
                  <a:pt x="134994" y="349937"/>
                </a:cubicBezTo>
                <a:cubicBezTo>
                  <a:pt x="139027" y="355505"/>
                  <a:pt x="142327" y="361315"/>
                  <a:pt x="142327" y="362849"/>
                </a:cubicBezTo>
                <a:cubicBezTo>
                  <a:pt x="142327" y="368872"/>
                  <a:pt x="134539" y="373013"/>
                  <a:pt x="123210" y="373013"/>
                </a:cubicBezTo>
                <a:cubicBezTo>
                  <a:pt x="109180" y="373013"/>
                  <a:pt x="103724" y="379244"/>
                  <a:pt x="101651" y="397639"/>
                </a:cubicBezTo>
                <a:cubicBezTo>
                  <a:pt x="100573" y="407198"/>
                  <a:pt x="99540" y="409030"/>
                  <a:pt x="95883" y="407869"/>
                </a:cubicBezTo>
                <a:cubicBezTo>
                  <a:pt x="90324" y="406105"/>
                  <a:pt x="84411" y="412825"/>
                  <a:pt x="86571" y="418453"/>
                </a:cubicBezTo>
                <a:cubicBezTo>
                  <a:pt x="87898" y="421912"/>
                  <a:pt x="86764" y="422448"/>
                  <a:pt x="80167" y="421479"/>
                </a:cubicBezTo>
                <a:cubicBezTo>
                  <a:pt x="74953" y="420714"/>
                  <a:pt x="71686" y="421512"/>
                  <a:pt x="70822" y="423763"/>
                </a:cubicBezTo>
                <a:cubicBezTo>
                  <a:pt x="69146" y="428132"/>
                  <a:pt x="59804" y="428324"/>
                  <a:pt x="59479" y="423996"/>
                </a:cubicBezTo>
                <a:close/>
              </a:path>
            </a:pathLst>
          </a:custGeom>
          <a:solidFill>
            <a:srgbClr val="B9B9B9"/>
          </a:solidFill>
          <a:ln w="5163" cap="flat">
            <a:noFill/>
            <a:prstDash val="solid"/>
            <a:miter/>
          </a:ln>
        </p:spPr>
        <p:txBody>
          <a:bodyPr/>
          <a:lstStyle/>
          <a:p>
            <a:endParaRPr lang="es-419" noProof="0" dirty="0"/>
          </a:p>
        </p:txBody>
      </p:sp>
      <p:sp>
        <p:nvSpPr>
          <p:cNvPr id="56" name="Forma libre: forma 55">
            <a:extLst>
              <a:ext uri="{FF2B5EF4-FFF2-40B4-BE49-F238E27FC236}">
                <a16:creationId xmlns:a16="http://schemas.microsoft.com/office/drawing/2014/main" id="{9AE98480-AB6B-1D00-061F-A4B4FBF9C1F2}"/>
              </a:ext>
            </a:extLst>
          </p:cNvPr>
          <p:cNvSpPr/>
          <p:nvPr/>
        </p:nvSpPr>
        <p:spPr>
          <a:xfrm>
            <a:off x="1184880" y="1375117"/>
            <a:ext cx="334306" cy="498738"/>
          </a:xfrm>
          <a:custGeom>
            <a:avLst/>
            <a:gdLst>
              <a:gd name="csX0" fmla="*/ 247743 w 334306"/>
              <a:gd name="csY0" fmla="*/ 496867 h 498738"/>
              <a:gd name="csX1" fmla="*/ 240505 w 334306"/>
              <a:gd name="csY1" fmla="*/ 493884 h 498738"/>
              <a:gd name="csX2" fmla="*/ 219827 w 334306"/>
              <a:gd name="csY2" fmla="*/ 476477 h 498738"/>
              <a:gd name="csX3" fmla="*/ 204292 w 334306"/>
              <a:gd name="csY3" fmla="*/ 470138 h 498738"/>
              <a:gd name="csX4" fmla="*/ 191180 w 334306"/>
              <a:gd name="csY4" fmla="*/ 465927 h 498738"/>
              <a:gd name="csX5" fmla="*/ 185245 w 334306"/>
              <a:gd name="csY5" fmla="*/ 460255 h 498738"/>
              <a:gd name="csX6" fmla="*/ 179372 w 334306"/>
              <a:gd name="csY6" fmla="*/ 456383 h 498738"/>
              <a:gd name="csX7" fmla="*/ 119384 w 334306"/>
              <a:gd name="csY7" fmla="*/ 437991 h 498738"/>
              <a:gd name="csX8" fmla="*/ 89617 w 334306"/>
              <a:gd name="csY8" fmla="*/ 463480 h 498738"/>
              <a:gd name="csX9" fmla="*/ 81270 w 334306"/>
              <a:gd name="csY9" fmla="*/ 471310 h 498738"/>
              <a:gd name="csX10" fmla="*/ 65769 w 334306"/>
              <a:gd name="csY10" fmla="*/ 466800 h 498738"/>
              <a:gd name="csX11" fmla="*/ 41569 w 334306"/>
              <a:gd name="csY11" fmla="*/ 444771 h 498738"/>
              <a:gd name="csX12" fmla="*/ 29063 w 334306"/>
              <a:gd name="csY12" fmla="*/ 422183 h 498738"/>
              <a:gd name="csX13" fmla="*/ 35486 w 334306"/>
              <a:gd name="csY13" fmla="*/ 420247 h 498738"/>
              <a:gd name="csX14" fmla="*/ 36311 w 334306"/>
              <a:gd name="csY14" fmla="*/ 410716 h 498738"/>
              <a:gd name="csX15" fmla="*/ 30682 w 334306"/>
              <a:gd name="csY15" fmla="*/ 404725 h 498738"/>
              <a:gd name="csX16" fmla="*/ 36945 w 334306"/>
              <a:gd name="csY16" fmla="*/ 393771 h 498738"/>
              <a:gd name="csX17" fmla="*/ 44969 w 334306"/>
              <a:gd name="csY17" fmla="*/ 363455 h 498738"/>
              <a:gd name="csX18" fmla="*/ 48481 w 334306"/>
              <a:gd name="csY18" fmla="*/ 335841 h 498738"/>
              <a:gd name="csX19" fmla="*/ 28755 w 334306"/>
              <a:gd name="csY19" fmla="*/ 300210 h 498738"/>
              <a:gd name="csX20" fmla="*/ 9477 w 334306"/>
              <a:gd name="csY20" fmla="*/ 236920 h 498738"/>
              <a:gd name="csX21" fmla="*/ 0 w 334306"/>
              <a:gd name="csY21" fmla="*/ 183956 h 498738"/>
              <a:gd name="csX22" fmla="*/ 8603 w 334306"/>
              <a:gd name="csY22" fmla="*/ 171093 h 498738"/>
              <a:gd name="csX23" fmla="*/ 19247 w 334306"/>
              <a:gd name="csY23" fmla="*/ 157370 h 498738"/>
              <a:gd name="csX24" fmla="*/ 21288 w 334306"/>
              <a:gd name="csY24" fmla="*/ 154226 h 498738"/>
              <a:gd name="csX25" fmla="*/ 42935 w 334306"/>
              <a:gd name="csY25" fmla="*/ 118946 h 498738"/>
              <a:gd name="csX26" fmla="*/ 66467 w 334306"/>
              <a:gd name="csY26" fmla="*/ 79496 h 498738"/>
              <a:gd name="csX27" fmla="*/ 76541 w 334306"/>
              <a:gd name="csY27" fmla="*/ 65175 h 498738"/>
              <a:gd name="csX28" fmla="*/ 97572 w 334306"/>
              <a:gd name="csY28" fmla="*/ 34163 h 498738"/>
              <a:gd name="csX29" fmla="*/ 112627 w 334306"/>
              <a:gd name="csY29" fmla="*/ 9814 h 498738"/>
              <a:gd name="csX30" fmla="*/ 119648 w 334306"/>
              <a:gd name="csY30" fmla="*/ 4329 h 498738"/>
              <a:gd name="csX31" fmla="*/ 132858 w 334306"/>
              <a:gd name="csY31" fmla="*/ 713 h 498738"/>
              <a:gd name="csX32" fmla="*/ 193546 w 334306"/>
              <a:gd name="csY32" fmla="*/ 5578 h 498738"/>
              <a:gd name="csX33" fmla="*/ 220060 w 334306"/>
              <a:gd name="csY33" fmla="*/ 20523 h 498738"/>
              <a:gd name="csX34" fmla="*/ 224578 w 334306"/>
              <a:gd name="csY34" fmla="*/ 25298 h 498738"/>
              <a:gd name="csX35" fmla="*/ 221567 w 334306"/>
              <a:gd name="csY35" fmla="*/ 31335 h 498738"/>
              <a:gd name="csX36" fmla="*/ 217338 w 334306"/>
              <a:gd name="csY36" fmla="*/ 39397 h 498738"/>
              <a:gd name="csX37" fmla="*/ 222891 w 334306"/>
              <a:gd name="csY37" fmla="*/ 37878 h 498738"/>
              <a:gd name="csX38" fmla="*/ 225189 w 334306"/>
              <a:gd name="csY38" fmla="*/ 36902 h 498738"/>
              <a:gd name="csX39" fmla="*/ 234581 w 334306"/>
              <a:gd name="csY39" fmla="*/ 40152 h 498738"/>
              <a:gd name="csX40" fmla="*/ 261177 w 334306"/>
              <a:gd name="csY40" fmla="*/ 57181 h 498738"/>
              <a:gd name="csX41" fmla="*/ 267817 w 334306"/>
              <a:gd name="csY41" fmla="*/ 67059 h 498738"/>
              <a:gd name="csX42" fmla="*/ 274280 w 334306"/>
              <a:gd name="csY42" fmla="*/ 79049 h 498738"/>
              <a:gd name="csX43" fmla="*/ 279443 w 334306"/>
              <a:gd name="csY43" fmla="*/ 91820 h 498738"/>
              <a:gd name="csX44" fmla="*/ 284596 w 334306"/>
              <a:gd name="csY44" fmla="*/ 105775 h 498738"/>
              <a:gd name="csX45" fmla="*/ 291417 w 334306"/>
              <a:gd name="csY45" fmla="*/ 120219 h 498738"/>
              <a:gd name="csX46" fmla="*/ 298659 w 334306"/>
              <a:gd name="csY46" fmla="*/ 133370 h 498738"/>
              <a:gd name="csX47" fmla="*/ 314425 w 334306"/>
              <a:gd name="csY47" fmla="*/ 156674 h 498738"/>
              <a:gd name="csX48" fmla="*/ 323321 w 334306"/>
              <a:gd name="csY48" fmla="*/ 164371 h 498738"/>
              <a:gd name="csX49" fmla="*/ 329277 w 334306"/>
              <a:gd name="csY49" fmla="*/ 172896 h 498738"/>
              <a:gd name="csX50" fmla="*/ 327346 w 334306"/>
              <a:gd name="csY50" fmla="*/ 203260 h 498738"/>
              <a:gd name="csX51" fmla="*/ 321564 w 334306"/>
              <a:gd name="csY51" fmla="*/ 208691 h 498738"/>
              <a:gd name="csX52" fmla="*/ 314839 w 334306"/>
              <a:gd name="csY52" fmla="*/ 201967 h 498738"/>
              <a:gd name="csX53" fmla="*/ 300945 w 334306"/>
              <a:gd name="csY53" fmla="*/ 198679 h 498738"/>
              <a:gd name="csX54" fmla="*/ 291854 w 334306"/>
              <a:gd name="csY54" fmla="*/ 213362 h 498738"/>
              <a:gd name="csX55" fmla="*/ 273477 w 334306"/>
              <a:gd name="csY55" fmla="*/ 233193 h 498738"/>
              <a:gd name="csX56" fmla="*/ 248561 w 334306"/>
              <a:gd name="csY56" fmla="*/ 258261 h 498738"/>
              <a:gd name="csX57" fmla="*/ 254757 w 334306"/>
              <a:gd name="csY57" fmla="*/ 265360 h 498738"/>
              <a:gd name="csX58" fmla="*/ 262758 w 334306"/>
              <a:gd name="csY58" fmla="*/ 262611 h 498738"/>
              <a:gd name="csX59" fmla="*/ 269300 w 334306"/>
              <a:gd name="csY59" fmla="*/ 264243 h 498738"/>
              <a:gd name="csX60" fmla="*/ 257492 w 334306"/>
              <a:gd name="csY60" fmla="*/ 300210 h 498738"/>
              <a:gd name="csX61" fmla="*/ 220205 w 334306"/>
              <a:gd name="csY61" fmla="*/ 329428 h 498738"/>
              <a:gd name="csX62" fmla="*/ 231476 w 334306"/>
              <a:gd name="csY62" fmla="*/ 344578 h 498738"/>
              <a:gd name="csX63" fmla="*/ 244540 w 334306"/>
              <a:gd name="csY63" fmla="*/ 369570 h 498738"/>
              <a:gd name="csX64" fmla="*/ 259568 w 334306"/>
              <a:gd name="csY64" fmla="*/ 400936 h 498738"/>
              <a:gd name="csX65" fmla="*/ 267812 w 334306"/>
              <a:gd name="csY65" fmla="*/ 410972 h 498738"/>
              <a:gd name="csX66" fmla="*/ 272980 w 334306"/>
              <a:gd name="csY66" fmla="*/ 418667 h 498738"/>
              <a:gd name="csX67" fmla="*/ 279745 w 334306"/>
              <a:gd name="csY67" fmla="*/ 423732 h 498738"/>
              <a:gd name="csX68" fmla="*/ 289553 w 334306"/>
              <a:gd name="csY68" fmla="*/ 427604 h 498738"/>
              <a:gd name="csX69" fmla="*/ 298277 w 334306"/>
              <a:gd name="csY69" fmla="*/ 431864 h 498738"/>
              <a:gd name="csX70" fmla="*/ 272913 w 334306"/>
              <a:gd name="csY70" fmla="*/ 433099 h 498738"/>
              <a:gd name="csX71" fmla="*/ 253686 w 334306"/>
              <a:gd name="csY71" fmla="*/ 440109 h 498738"/>
              <a:gd name="csX72" fmla="*/ 252360 w 334306"/>
              <a:gd name="csY72" fmla="*/ 461577 h 498738"/>
              <a:gd name="csX73" fmla="*/ 253346 w 334306"/>
              <a:gd name="csY73" fmla="*/ 468333 h 498738"/>
              <a:gd name="csX74" fmla="*/ 251680 w 334306"/>
              <a:gd name="csY74" fmla="*/ 476637 h 498738"/>
              <a:gd name="csX75" fmla="*/ 251259 w 334306"/>
              <a:gd name="csY75" fmla="*/ 491494 h 498738"/>
              <a:gd name="csX76" fmla="*/ 247743 w 334306"/>
              <a:gd name="csY76" fmla="*/ 496867 h 4987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Lst>
            <a:rect l="l" t="t" r="r" b="b"/>
            <a:pathLst>
              <a:path w="334306" h="498738">
                <a:moveTo>
                  <a:pt x="247743" y="496867"/>
                </a:moveTo>
                <a:cubicBezTo>
                  <a:pt x="246424" y="493506"/>
                  <a:pt x="244367" y="492659"/>
                  <a:pt x="240505" y="493884"/>
                </a:cubicBezTo>
                <a:cubicBezTo>
                  <a:pt x="234008" y="495946"/>
                  <a:pt x="224617" y="488040"/>
                  <a:pt x="219827" y="476477"/>
                </a:cubicBezTo>
                <a:cubicBezTo>
                  <a:pt x="216729" y="468997"/>
                  <a:pt x="216097" y="468739"/>
                  <a:pt x="204292" y="470138"/>
                </a:cubicBezTo>
                <a:cubicBezTo>
                  <a:pt x="193057" y="471468"/>
                  <a:pt x="191916" y="471102"/>
                  <a:pt x="191180" y="465927"/>
                </a:cubicBezTo>
                <a:cubicBezTo>
                  <a:pt x="190659" y="462266"/>
                  <a:pt x="188558" y="460258"/>
                  <a:pt x="185245" y="460255"/>
                </a:cubicBezTo>
                <a:cubicBezTo>
                  <a:pt x="182424" y="460253"/>
                  <a:pt x="179781" y="458510"/>
                  <a:pt x="179372" y="456383"/>
                </a:cubicBezTo>
                <a:cubicBezTo>
                  <a:pt x="178300" y="450818"/>
                  <a:pt x="133997" y="437235"/>
                  <a:pt x="119384" y="437991"/>
                </a:cubicBezTo>
                <a:cubicBezTo>
                  <a:pt x="99217" y="439035"/>
                  <a:pt x="100133" y="438251"/>
                  <a:pt x="89617" y="463480"/>
                </a:cubicBezTo>
                <a:cubicBezTo>
                  <a:pt x="85806" y="472621"/>
                  <a:pt x="84419" y="473923"/>
                  <a:pt x="81270" y="471310"/>
                </a:cubicBezTo>
                <a:cubicBezTo>
                  <a:pt x="79194" y="469587"/>
                  <a:pt x="72218" y="467557"/>
                  <a:pt x="65769" y="466800"/>
                </a:cubicBezTo>
                <a:cubicBezTo>
                  <a:pt x="54283" y="465451"/>
                  <a:pt x="53791" y="465003"/>
                  <a:pt x="41569" y="444771"/>
                </a:cubicBezTo>
                <a:cubicBezTo>
                  <a:pt x="34707" y="433413"/>
                  <a:pt x="29080" y="423248"/>
                  <a:pt x="29063" y="422183"/>
                </a:cubicBezTo>
                <a:cubicBezTo>
                  <a:pt x="29046" y="421119"/>
                  <a:pt x="31937" y="420247"/>
                  <a:pt x="35486" y="420247"/>
                </a:cubicBezTo>
                <a:cubicBezTo>
                  <a:pt x="43403" y="420247"/>
                  <a:pt x="43560" y="418433"/>
                  <a:pt x="36311" y="410716"/>
                </a:cubicBezTo>
                <a:lnTo>
                  <a:pt x="30682" y="404725"/>
                </a:lnTo>
                <a:lnTo>
                  <a:pt x="36945" y="393771"/>
                </a:lnTo>
                <a:cubicBezTo>
                  <a:pt x="41241" y="386255"/>
                  <a:pt x="43760" y="376739"/>
                  <a:pt x="44969" y="363455"/>
                </a:cubicBezTo>
                <a:cubicBezTo>
                  <a:pt x="45939" y="352807"/>
                  <a:pt x="47519" y="340381"/>
                  <a:pt x="48481" y="335841"/>
                </a:cubicBezTo>
                <a:cubicBezTo>
                  <a:pt x="50445" y="326577"/>
                  <a:pt x="45773" y="318139"/>
                  <a:pt x="28755" y="300210"/>
                </a:cubicBezTo>
                <a:cubicBezTo>
                  <a:pt x="18993" y="289925"/>
                  <a:pt x="18916" y="289673"/>
                  <a:pt x="9477" y="236920"/>
                </a:cubicBezTo>
                <a:lnTo>
                  <a:pt x="0" y="183956"/>
                </a:lnTo>
                <a:lnTo>
                  <a:pt x="8603" y="171093"/>
                </a:lnTo>
                <a:cubicBezTo>
                  <a:pt x="13334" y="164019"/>
                  <a:pt x="18124" y="157843"/>
                  <a:pt x="19247" y="157370"/>
                </a:cubicBezTo>
                <a:cubicBezTo>
                  <a:pt x="20370" y="156896"/>
                  <a:pt x="21288" y="155482"/>
                  <a:pt x="21288" y="154226"/>
                </a:cubicBezTo>
                <a:cubicBezTo>
                  <a:pt x="21288" y="152970"/>
                  <a:pt x="31029" y="137094"/>
                  <a:pt x="42935" y="118946"/>
                </a:cubicBezTo>
                <a:cubicBezTo>
                  <a:pt x="54840" y="100798"/>
                  <a:pt x="65430" y="83045"/>
                  <a:pt x="66467" y="79496"/>
                </a:cubicBezTo>
                <a:cubicBezTo>
                  <a:pt x="67505" y="75946"/>
                  <a:pt x="72038" y="69502"/>
                  <a:pt x="76541" y="65175"/>
                </a:cubicBezTo>
                <a:cubicBezTo>
                  <a:pt x="87950" y="54213"/>
                  <a:pt x="95497" y="43084"/>
                  <a:pt x="97572" y="34163"/>
                </a:cubicBezTo>
                <a:cubicBezTo>
                  <a:pt x="99599" y="25448"/>
                  <a:pt x="109249" y="9841"/>
                  <a:pt x="112627" y="9814"/>
                </a:cubicBezTo>
                <a:cubicBezTo>
                  <a:pt x="113880" y="9805"/>
                  <a:pt x="117040" y="7336"/>
                  <a:pt x="119648" y="4329"/>
                </a:cubicBezTo>
                <a:cubicBezTo>
                  <a:pt x="123477" y="-86"/>
                  <a:pt x="126019" y="-782"/>
                  <a:pt x="132858" y="713"/>
                </a:cubicBezTo>
                <a:cubicBezTo>
                  <a:pt x="141063" y="2507"/>
                  <a:pt x="160286" y="4048"/>
                  <a:pt x="193546" y="5578"/>
                </a:cubicBezTo>
                <a:cubicBezTo>
                  <a:pt x="210737" y="6368"/>
                  <a:pt x="220060" y="11623"/>
                  <a:pt x="220060" y="20523"/>
                </a:cubicBezTo>
                <a:cubicBezTo>
                  <a:pt x="220060" y="23333"/>
                  <a:pt x="221912" y="25291"/>
                  <a:pt x="224578" y="25298"/>
                </a:cubicBezTo>
                <a:cubicBezTo>
                  <a:pt x="228025" y="25308"/>
                  <a:pt x="227313" y="26737"/>
                  <a:pt x="221567" y="31335"/>
                </a:cubicBezTo>
                <a:cubicBezTo>
                  <a:pt x="216052" y="35748"/>
                  <a:pt x="214921" y="37903"/>
                  <a:pt x="217338" y="39397"/>
                </a:cubicBezTo>
                <a:cubicBezTo>
                  <a:pt x="219279" y="40596"/>
                  <a:pt x="221565" y="39971"/>
                  <a:pt x="222891" y="37878"/>
                </a:cubicBezTo>
                <a:cubicBezTo>
                  <a:pt x="224130" y="35921"/>
                  <a:pt x="225164" y="35482"/>
                  <a:pt x="225189" y="36902"/>
                </a:cubicBezTo>
                <a:cubicBezTo>
                  <a:pt x="225213" y="38322"/>
                  <a:pt x="229440" y="39784"/>
                  <a:pt x="234581" y="40152"/>
                </a:cubicBezTo>
                <a:cubicBezTo>
                  <a:pt x="243367" y="40781"/>
                  <a:pt x="260731" y="51899"/>
                  <a:pt x="261177" y="57181"/>
                </a:cubicBezTo>
                <a:cubicBezTo>
                  <a:pt x="261279" y="58396"/>
                  <a:pt x="264267" y="62841"/>
                  <a:pt x="267817" y="67059"/>
                </a:cubicBezTo>
                <a:cubicBezTo>
                  <a:pt x="271366" y="71278"/>
                  <a:pt x="274275" y="76673"/>
                  <a:pt x="274280" y="79049"/>
                </a:cubicBezTo>
                <a:cubicBezTo>
                  <a:pt x="274285" y="81424"/>
                  <a:pt x="276609" y="87172"/>
                  <a:pt x="279443" y="91820"/>
                </a:cubicBezTo>
                <a:cubicBezTo>
                  <a:pt x="282277" y="96469"/>
                  <a:pt x="284596" y="102748"/>
                  <a:pt x="284596" y="105775"/>
                </a:cubicBezTo>
                <a:cubicBezTo>
                  <a:pt x="284596" y="108801"/>
                  <a:pt x="287666" y="115301"/>
                  <a:pt x="291417" y="120219"/>
                </a:cubicBezTo>
                <a:cubicBezTo>
                  <a:pt x="295169" y="125138"/>
                  <a:pt x="298428" y="131056"/>
                  <a:pt x="298659" y="133370"/>
                </a:cubicBezTo>
                <a:cubicBezTo>
                  <a:pt x="299477" y="141547"/>
                  <a:pt x="305637" y="150653"/>
                  <a:pt x="314425" y="156674"/>
                </a:cubicBezTo>
                <a:cubicBezTo>
                  <a:pt x="319316" y="160026"/>
                  <a:pt x="323320" y="163489"/>
                  <a:pt x="323321" y="164371"/>
                </a:cubicBezTo>
                <a:cubicBezTo>
                  <a:pt x="323323" y="165253"/>
                  <a:pt x="326003" y="169089"/>
                  <a:pt x="329277" y="172896"/>
                </a:cubicBezTo>
                <a:cubicBezTo>
                  <a:pt x="336682" y="181505"/>
                  <a:pt x="335803" y="195314"/>
                  <a:pt x="327346" y="203260"/>
                </a:cubicBezTo>
                <a:lnTo>
                  <a:pt x="321564" y="208691"/>
                </a:lnTo>
                <a:lnTo>
                  <a:pt x="314839" y="201967"/>
                </a:lnTo>
                <a:cubicBezTo>
                  <a:pt x="308661" y="195789"/>
                  <a:pt x="307532" y="195522"/>
                  <a:pt x="300945" y="198679"/>
                </a:cubicBezTo>
                <a:cubicBezTo>
                  <a:pt x="295346" y="201363"/>
                  <a:pt x="293353" y="204582"/>
                  <a:pt x="291854" y="213362"/>
                </a:cubicBezTo>
                <a:cubicBezTo>
                  <a:pt x="289357" y="227993"/>
                  <a:pt x="286547" y="231025"/>
                  <a:pt x="273477" y="233193"/>
                </a:cubicBezTo>
                <a:cubicBezTo>
                  <a:pt x="260663" y="235319"/>
                  <a:pt x="248722" y="247333"/>
                  <a:pt x="248561" y="258261"/>
                </a:cubicBezTo>
                <a:cubicBezTo>
                  <a:pt x="248475" y="264096"/>
                  <a:pt x="249579" y="265360"/>
                  <a:pt x="254757" y="265360"/>
                </a:cubicBezTo>
                <a:cubicBezTo>
                  <a:pt x="258223" y="265360"/>
                  <a:pt x="261823" y="264123"/>
                  <a:pt x="262758" y="262611"/>
                </a:cubicBezTo>
                <a:cubicBezTo>
                  <a:pt x="263872" y="260808"/>
                  <a:pt x="266124" y="261370"/>
                  <a:pt x="269300" y="264243"/>
                </a:cubicBezTo>
                <a:cubicBezTo>
                  <a:pt x="279445" y="273424"/>
                  <a:pt x="270651" y="300210"/>
                  <a:pt x="257492" y="300210"/>
                </a:cubicBezTo>
                <a:cubicBezTo>
                  <a:pt x="250513" y="300210"/>
                  <a:pt x="220446" y="323770"/>
                  <a:pt x="220205" y="329428"/>
                </a:cubicBezTo>
                <a:cubicBezTo>
                  <a:pt x="220125" y="331300"/>
                  <a:pt x="225197" y="338118"/>
                  <a:pt x="231476" y="344578"/>
                </a:cubicBezTo>
                <a:cubicBezTo>
                  <a:pt x="241029" y="354406"/>
                  <a:pt x="243162" y="358486"/>
                  <a:pt x="244540" y="369570"/>
                </a:cubicBezTo>
                <a:cubicBezTo>
                  <a:pt x="246852" y="388171"/>
                  <a:pt x="250097" y="394944"/>
                  <a:pt x="259568" y="400936"/>
                </a:cubicBezTo>
                <a:cubicBezTo>
                  <a:pt x="264099" y="403804"/>
                  <a:pt x="267809" y="408320"/>
                  <a:pt x="267812" y="410972"/>
                </a:cubicBezTo>
                <a:cubicBezTo>
                  <a:pt x="267815" y="413625"/>
                  <a:pt x="270140" y="417087"/>
                  <a:pt x="272980" y="418667"/>
                </a:cubicBezTo>
                <a:cubicBezTo>
                  <a:pt x="275819" y="420246"/>
                  <a:pt x="278864" y="422525"/>
                  <a:pt x="279745" y="423732"/>
                </a:cubicBezTo>
                <a:cubicBezTo>
                  <a:pt x="280626" y="424939"/>
                  <a:pt x="285040" y="426681"/>
                  <a:pt x="289553" y="427604"/>
                </a:cubicBezTo>
                <a:cubicBezTo>
                  <a:pt x="294067" y="428527"/>
                  <a:pt x="297992" y="430444"/>
                  <a:pt x="298277" y="431864"/>
                </a:cubicBezTo>
                <a:cubicBezTo>
                  <a:pt x="299018" y="435562"/>
                  <a:pt x="277163" y="436626"/>
                  <a:pt x="272913" y="433099"/>
                </a:cubicBezTo>
                <a:cubicBezTo>
                  <a:pt x="268101" y="429105"/>
                  <a:pt x="260026" y="432049"/>
                  <a:pt x="253686" y="440109"/>
                </a:cubicBezTo>
                <a:cubicBezTo>
                  <a:pt x="247489" y="447987"/>
                  <a:pt x="246928" y="457069"/>
                  <a:pt x="252360" y="461577"/>
                </a:cubicBezTo>
                <a:cubicBezTo>
                  <a:pt x="255321" y="464035"/>
                  <a:pt x="255560" y="465666"/>
                  <a:pt x="253346" y="468333"/>
                </a:cubicBezTo>
                <a:cubicBezTo>
                  <a:pt x="251741" y="470267"/>
                  <a:pt x="250992" y="474004"/>
                  <a:pt x="251680" y="476637"/>
                </a:cubicBezTo>
                <a:cubicBezTo>
                  <a:pt x="252369" y="479271"/>
                  <a:pt x="252179" y="485956"/>
                  <a:pt x="251259" y="491494"/>
                </a:cubicBezTo>
                <a:cubicBezTo>
                  <a:pt x="249997" y="499087"/>
                  <a:pt x="249133" y="500409"/>
                  <a:pt x="247743" y="496867"/>
                </a:cubicBezTo>
                <a:close/>
              </a:path>
            </a:pathLst>
          </a:custGeom>
          <a:solidFill>
            <a:srgbClr val="B9B9B9"/>
          </a:solidFill>
          <a:ln w="5163" cap="flat">
            <a:noFill/>
            <a:prstDash val="solid"/>
            <a:miter/>
          </a:ln>
        </p:spPr>
        <p:txBody>
          <a:bodyPr/>
          <a:lstStyle/>
          <a:p>
            <a:endParaRPr lang="es-419" noProof="0" dirty="0"/>
          </a:p>
        </p:txBody>
      </p:sp>
      <p:grpSp>
        <p:nvGrpSpPr>
          <p:cNvPr id="57" name="Gráfico 39">
            <a:extLst>
              <a:ext uri="{FF2B5EF4-FFF2-40B4-BE49-F238E27FC236}">
                <a16:creationId xmlns:a16="http://schemas.microsoft.com/office/drawing/2014/main" id="{670CC757-CA81-B2E3-A583-2E61B534CF2F}"/>
              </a:ext>
            </a:extLst>
          </p:cNvPr>
          <p:cNvGrpSpPr/>
          <p:nvPr/>
        </p:nvGrpSpPr>
        <p:grpSpPr>
          <a:xfrm>
            <a:off x="726816" y="1624037"/>
            <a:ext cx="321478" cy="429471"/>
            <a:chOff x="726816" y="1624037"/>
            <a:chExt cx="321478" cy="429471"/>
          </a:xfrm>
          <a:solidFill>
            <a:srgbClr val="B9B9B9"/>
          </a:solidFill>
        </p:grpSpPr>
        <p:sp>
          <p:nvSpPr>
            <p:cNvPr id="58" name="Forma libre: forma 57">
              <a:extLst>
                <a:ext uri="{FF2B5EF4-FFF2-40B4-BE49-F238E27FC236}">
                  <a16:creationId xmlns:a16="http://schemas.microsoft.com/office/drawing/2014/main" id="{4C24FFA4-D4EB-CF40-3581-566E51B0D317}"/>
                </a:ext>
              </a:extLst>
            </p:cNvPr>
            <p:cNvSpPr/>
            <p:nvPr/>
          </p:nvSpPr>
          <p:spPr>
            <a:xfrm>
              <a:off x="726816" y="1624037"/>
              <a:ext cx="321478" cy="429471"/>
            </a:xfrm>
            <a:custGeom>
              <a:avLst/>
              <a:gdLst>
                <a:gd name="csX0" fmla="*/ 298651 w 321478"/>
                <a:gd name="csY0" fmla="*/ 424657 h 429471"/>
                <a:gd name="csX1" fmla="*/ 285240 w 321478"/>
                <a:gd name="csY1" fmla="*/ 406239 h 429471"/>
                <a:gd name="csX2" fmla="*/ 285795 w 321478"/>
                <a:gd name="csY2" fmla="*/ 410173 h 429471"/>
                <a:gd name="csX3" fmla="*/ 287678 w 321478"/>
                <a:gd name="csY3" fmla="*/ 415491 h 429471"/>
                <a:gd name="csX4" fmla="*/ 268647 w 321478"/>
                <a:gd name="csY4" fmla="*/ 394065 h 429471"/>
                <a:gd name="csX5" fmla="*/ 249603 w 321478"/>
                <a:gd name="csY5" fmla="*/ 371546 h 429471"/>
                <a:gd name="csX6" fmla="*/ 255246 w 321478"/>
                <a:gd name="csY6" fmla="*/ 382701 h 429471"/>
                <a:gd name="csX7" fmla="*/ 260888 w 321478"/>
                <a:gd name="csY7" fmla="*/ 392041 h 429471"/>
                <a:gd name="csX8" fmla="*/ 254982 w 321478"/>
                <a:gd name="csY8" fmla="*/ 386884 h 429471"/>
                <a:gd name="csX9" fmla="*/ 245088 w 321478"/>
                <a:gd name="csY9" fmla="*/ 373977 h 429471"/>
                <a:gd name="csX10" fmla="*/ 227283 w 321478"/>
                <a:gd name="csY10" fmla="*/ 350451 h 429471"/>
                <a:gd name="csX11" fmla="*/ 213463 w 321478"/>
                <a:gd name="csY11" fmla="*/ 331266 h 429471"/>
                <a:gd name="csX12" fmla="*/ 191325 w 321478"/>
                <a:gd name="csY12" fmla="*/ 295282 h 429471"/>
                <a:gd name="csX13" fmla="*/ 182351 w 321478"/>
                <a:gd name="csY13" fmla="*/ 288640 h 429471"/>
                <a:gd name="csX14" fmla="*/ 181003 w 321478"/>
                <a:gd name="csY14" fmla="*/ 283904 h 429471"/>
                <a:gd name="csX15" fmla="*/ 179966 w 321478"/>
                <a:gd name="csY15" fmla="*/ 277802 h 429471"/>
                <a:gd name="csX16" fmla="*/ 170951 w 321478"/>
                <a:gd name="csY16" fmla="*/ 271038 h 429471"/>
                <a:gd name="csX17" fmla="*/ 164513 w 321478"/>
                <a:gd name="csY17" fmla="*/ 268249 h 429471"/>
                <a:gd name="csX18" fmla="*/ 156542 w 321478"/>
                <a:gd name="csY18" fmla="*/ 264259 h 429471"/>
                <a:gd name="csX19" fmla="*/ 146588 w 321478"/>
                <a:gd name="csY19" fmla="*/ 257160 h 429471"/>
                <a:gd name="csX20" fmla="*/ 135566 w 321478"/>
                <a:gd name="csY20" fmla="*/ 244331 h 429471"/>
                <a:gd name="csX21" fmla="*/ 140198 w 321478"/>
                <a:gd name="csY21" fmla="*/ 240806 h 429471"/>
                <a:gd name="csX22" fmla="*/ 149956 w 321478"/>
                <a:gd name="csY22" fmla="*/ 243611 h 429471"/>
                <a:gd name="csX23" fmla="*/ 139967 w 321478"/>
                <a:gd name="csY23" fmla="*/ 232769 h 429471"/>
                <a:gd name="csX24" fmla="*/ 129672 w 321478"/>
                <a:gd name="csY24" fmla="*/ 230788 h 429471"/>
                <a:gd name="csX25" fmla="*/ 122631 w 321478"/>
                <a:gd name="csY25" fmla="*/ 229456 h 429471"/>
                <a:gd name="csX26" fmla="*/ 114075 w 321478"/>
                <a:gd name="csY26" fmla="*/ 225535 h 429471"/>
                <a:gd name="csX27" fmla="*/ 112561 w 321478"/>
                <a:gd name="csY27" fmla="*/ 210989 h 429471"/>
                <a:gd name="csX28" fmla="*/ 113046 w 321478"/>
                <a:gd name="csY28" fmla="*/ 198950 h 429471"/>
                <a:gd name="csX29" fmla="*/ 110205 w 321478"/>
                <a:gd name="csY29" fmla="*/ 203079 h 429471"/>
                <a:gd name="csX30" fmla="*/ 107624 w 321478"/>
                <a:gd name="csY30" fmla="*/ 210049 h 429471"/>
                <a:gd name="csX31" fmla="*/ 105042 w 321478"/>
                <a:gd name="csY31" fmla="*/ 205992 h 429471"/>
                <a:gd name="csX32" fmla="*/ 101146 w 321478"/>
                <a:gd name="csY32" fmla="*/ 198040 h 429471"/>
                <a:gd name="csX33" fmla="*/ 106495 w 321478"/>
                <a:gd name="csY33" fmla="*/ 192040 h 429471"/>
                <a:gd name="csX34" fmla="*/ 110185 w 321478"/>
                <a:gd name="csY34" fmla="*/ 189360 h 429471"/>
                <a:gd name="csX35" fmla="*/ 105416 w 321478"/>
                <a:gd name="csY35" fmla="*/ 184234 h 429471"/>
                <a:gd name="csX36" fmla="*/ 94806 w 321478"/>
                <a:gd name="csY36" fmla="*/ 176570 h 429471"/>
                <a:gd name="csX37" fmla="*/ 84222 w 321478"/>
                <a:gd name="csY37" fmla="*/ 170141 h 429471"/>
                <a:gd name="csX38" fmla="*/ 77400 w 321478"/>
                <a:gd name="csY38" fmla="*/ 165246 h 429471"/>
                <a:gd name="csX39" fmla="*/ 66830 w 321478"/>
                <a:gd name="csY39" fmla="*/ 157291 h 429471"/>
                <a:gd name="csX40" fmla="*/ 62321 w 321478"/>
                <a:gd name="csY40" fmla="*/ 153462 h 429471"/>
                <a:gd name="csX41" fmla="*/ 58487 w 321478"/>
                <a:gd name="csY41" fmla="*/ 146011 h 429471"/>
                <a:gd name="csX42" fmla="*/ 53413 w 321478"/>
                <a:gd name="csY42" fmla="*/ 136585 h 429471"/>
                <a:gd name="csX43" fmla="*/ 46519 w 321478"/>
                <a:gd name="csY43" fmla="*/ 136694 h 429471"/>
                <a:gd name="csX44" fmla="*/ 42767 w 321478"/>
                <a:gd name="csY44" fmla="*/ 137339 h 429471"/>
                <a:gd name="csX45" fmla="*/ 40545 w 321478"/>
                <a:gd name="csY45" fmla="*/ 138358 h 429471"/>
                <a:gd name="csX46" fmla="*/ 34194 w 321478"/>
                <a:gd name="csY46" fmla="*/ 139945 h 429471"/>
                <a:gd name="csX47" fmla="*/ 30312 w 321478"/>
                <a:gd name="csY47" fmla="*/ 128691 h 429471"/>
                <a:gd name="csX48" fmla="*/ 32982 w 321478"/>
                <a:gd name="csY48" fmla="*/ 121125 h 429471"/>
                <a:gd name="csX49" fmla="*/ 29550 w 321478"/>
                <a:gd name="csY49" fmla="*/ 122878 h 429471"/>
                <a:gd name="csX50" fmla="*/ 21151 w 321478"/>
                <a:gd name="csY50" fmla="*/ 122752 h 429471"/>
                <a:gd name="csX51" fmla="*/ 17154 w 321478"/>
                <a:gd name="csY51" fmla="*/ 123427 h 429471"/>
                <a:gd name="csX52" fmla="*/ 6342 w 321478"/>
                <a:gd name="csY52" fmla="*/ 119543 h 429471"/>
                <a:gd name="csX53" fmla="*/ 4365 w 321478"/>
                <a:gd name="csY53" fmla="*/ 113226 h 429471"/>
                <a:gd name="csX54" fmla="*/ 10819 w 321478"/>
                <a:gd name="csY54" fmla="*/ 114808 h 429471"/>
                <a:gd name="csX55" fmla="*/ 4707 w 321478"/>
                <a:gd name="csY55" fmla="*/ 109494 h 429471"/>
                <a:gd name="csX56" fmla="*/ 1796 w 321478"/>
                <a:gd name="csY56" fmla="*/ 100322 h 429471"/>
                <a:gd name="csX57" fmla="*/ 1838 w 321478"/>
                <a:gd name="csY57" fmla="*/ 92658 h 429471"/>
                <a:gd name="csX58" fmla="*/ 4233 w 321478"/>
                <a:gd name="csY58" fmla="*/ 77378 h 429471"/>
                <a:gd name="csX59" fmla="*/ 13902 w 321478"/>
                <a:gd name="csY59" fmla="*/ 62490 h 429471"/>
                <a:gd name="csX60" fmla="*/ 16192 w 321478"/>
                <a:gd name="csY60" fmla="*/ 65508 h 429471"/>
                <a:gd name="csX61" fmla="*/ 14368 w 321478"/>
                <a:gd name="csY61" fmla="*/ 71941 h 429471"/>
                <a:gd name="csX62" fmla="*/ 19324 w 321478"/>
                <a:gd name="csY62" fmla="*/ 65780 h 429471"/>
                <a:gd name="csX63" fmla="*/ 24280 w 321478"/>
                <a:gd name="csY63" fmla="*/ 59619 h 429471"/>
                <a:gd name="csX64" fmla="*/ 25989 w 321478"/>
                <a:gd name="csY64" fmla="*/ 66426 h 429471"/>
                <a:gd name="csX65" fmla="*/ 30049 w 321478"/>
                <a:gd name="csY65" fmla="*/ 73232 h 429471"/>
                <a:gd name="csX66" fmla="*/ 30241 w 321478"/>
                <a:gd name="csY66" fmla="*/ 65700 h 429471"/>
                <a:gd name="csX67" fmla="*/ 47033 w 321478"/>
                <a:gd name="csY67" fmla="*/ 46164 h 429471"/>
                <a:gd name="csX68" fmla="*/ 89508 w 321478"/>
                <a:gd name="csY68" fmla="*/ 4943 h 429471"/>
                <a:gd name="csX69" fmla="*/ 99998 w 321478"/>
                <a:gd name="csY69" fmla="*/ 2688 h 429471"/>
                <a:gd name="csX70" fmla="*/ 114706 w 321478"/>
                <a:gd name="csY70" fmla="*/ 3716 h 429471"/>
                <a:gd name="csX71" fmla="*/ 123108 w 321478"/>
                <a:gd name="csY71" fmla="*/ 2764 h 429471"/>
                <a:gd name="csX72" fmla="*/ 137332 w 321478"/>
                <a:gd name="csY72" fmla="*/ 60759 h 429471"/>
                <a:gd name="csX73" fmla="*/ 159468 w 321478"/>
                <a:gd name="csY73" fmla="*/ 80313 h 429471"/>
                <a:gd name="csX74" fmla="*/ 174324 w 321478"/>
                <a:gd name="csY74" fmla="*/ 89973 h 429471"/>
                <a:gd name="csX75" fmla="*/ 184004 w 321478"/>
                <a:gd name="csY75" fmla="*/ 107383 h 429471"/>
                <a:gd name="csX76" fmla="*/ 190190 w 321478"/>
                <a:gd name="csY76" fmla="*/ 148735 h 429471"/>
                <a:gd name="csX77" fmla="*/ 191494 w 321478"/>
                <a:gd name="csY77" fmla="*/ 177131 h 429471"/>
                <a:gd name="csX78" fmla="*/ 195355 w 321478"/>
                <a:gd name="csY78" fmla="*/ 191824 h 429471"/>
                <a:gd name="csX79" fmla="*/ 205385 w 321478"/>
                <a:gd name="csY79" fmla="*/ 204731 h 429471"/>
                <a:gd name="csX80" fmla="*/ 224780 w 321478"/>
                <a:gd name="csY80" fmla="*/ 233927 h 429471"/>
                <a:gd name="csX81" fmla="*/ 251313 w 321478"/>
                <a:gd name="csY81" fmla="*/ 251602 h 429471"/>
                <a:gd name="csX82" fmla="*/ 265826 w 321478"/>
                <a:gd name="csY82" fmla="*/ 256119 h 429471"/>
                <a:gd name="csX83" fmla="*/ 280190 w 321478"/>
                <a:gd name="csY83" fmla="*/ 283901 h 429471"/>
                <a:gd name="csX84" fmla="*/ 287275 w 321478"/>
                <a:gd name="csY84" fmla="*/ 317016 h 429471"/>
                <a:gd name="csX85" fmla="*/ 290907 w 321478"/>
                <a:gd name="csY85" fmla="*/ 329217 h 429471"/>
                <a:gd name="csX86" fmla="*/ 293537 w 321478"/>
                <a:gd name="csY86" fmla="*/ 337861 h 429471"/>
                <a:gd name="csX87" fmla="*/ 302616 w 321478"/>
                <a:gd name="csY87" fmla="*/ 352211 h 429471"/>
                <a:gd name="csX88" fmla="*/ 314264 w 321478"/>
                <a:gd name="csY88" fmla="*/ 364936 h 429471"/>
                <a:gd name="csX89" fmla="*/ 319645 w 321478"/>
                <a:gd name="csY89" fmla="*/ 375951 h 429471"/>
                <a:gd name="csX90" fmla="*/ 316721 w 321478"/>
                <a:gd name="csY90" fmla="*/ 384238 h 429471"/>
                <a:gd name="csX91" fmla="*/ 312540 w 321478"/>
                <a:gd name="csY91" fmla="*/ 395571 h 429471"/>
                <a:gd name="csX92" fmla="*/ 312871 w 321478"/>
                <a:gd name="csY92" fmla="*/ 424954 h 429471"/>
                <a:gd name="csX93" fmla="*/ 306671 w 321478"/>
                <a:gd name="csY93" fmla="*/ 429472 h 429471"/>
                <a:gd name="csX94" fmla="*/ 298651 w 321478"/>
                <a:gd name="csY94" fmla="*/ 424657 h 4294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321478" h="429471">
                  <a:moveTo>
                    <a:pt x="298651" y="424657"/>
                  </a:moveTo>
                  <a:cubicBezTo>
                    <a:pt x="298651" y="419121"/>
                    <a:pt x="289271" y="406239"/>
                    <a:pt x="285240" y="406239"/>
                  </a:cubicBezTo>
                  <a:cubicBezTo>
                    <a:pt x="283590" y="406239"/>
                    <a:pt x="283808" y="407778"/>
                    <a:pt x="285795" y="410173"/>
                  </a:cubicBezTo>
                  <a:cubicBezTo>
                    <a:pt x="287591" y="412337"/>
                    <a:pt x="288438" y="414730"/>
                    <a:pt x="287678" y="415491"/>
                  </a:cubicBezTo>
                  <a:cubicBezTo>
                    <a:pt x="285539" y="417629"/>
                    <a:pt x="270321" y="400495"/>
                    <a:pt x="268647" y="394065"/>
                  </a:cubicBezTo>
                  <a:cubicBezTo>
                    <a:pt x="267226" y="388605"/>
                    <a:pt x="249603" y="367767"/>
                    <a:pt x="249603" y="371546"/>
                  </a:cubicBezTo>
                  <a:cubicBezTo>
                    <a:pt x="249603" y="372545"/>
                    <a:pt x="252142" y="377564"/>
                    <a:pt x="255246" y="382701"/>
                  </a:cubicBezTo>
                  <a:lnTo>
                    <a:pt x="260888" y="392041"/>
                  </a:lnTo>
                  <a:lnTo>
                    <a:pt x="254982" y="386884"/>
                  </a:lnTo>
                  <a:cubicBezTo>
                    <a:pt x="251733" y="384048"/>
                    <a:pt x="247281" y="378240"/>
                    <a:pt x="245088" y="373977"/>
                  </a:cubicBezTo>
                  <a:cubicBezTo>
                    <a:pt x="242896" y="369714"/>
                    <a:pt x="234883" y="359128"/>
                    <a:pt x="227283" y="350451"/>
                  </a:cubicBezTo>
                  <a:cubicBezTo>
                    <a:pt x="219682" y="341775"/>
                    <a:pt x="213463" y="333142"/>
                    <a:pt x="213463" y="331266"/>
                  </a:cubicBezTo>
                  <a:cubicBezTo>
                    <a:pt x="213463" y="326133"/>
                    <a:pt x="194515" y="295333"/>
                    <a:pt x="191325" y="295282"/>
                  </a:cubicBezTo>
                  <a:cubicBezTo>
                    <a:pt x="189798" y="295257"/>
                    <a:pt x="185760" y="292268"/>
                    <a:pt x="182351" y="288640"/>
                  </a:cubicBezTo>
                  <a:cubicBezTo>
                    <a:pt x="177259" y="283219"/>
                    <a:pt x="177019" y="282375"/>
                    <a:pt x="181003" y="283904"/>
                  </a:cubicBezTo>
                  <a:cubicBezTo>
                    <a:pt x="185315" y="285558"/>
                    <a:pt x="185200" y="284882"/>
                    <a:pt x="179966" y="277802"/>
                  </a:cubicBezTo>
                  <a:cubicBezTo>
                    <a:pt x="176728" y="273422"/>
                    <a:pt x="172671" y="270378"/>
                    <a:pt x="170951" y="271038"/>
                  </a:cubicBezTo>
                  <a:cubicBezTo>
                    <a:pt x="169231" y="271698"/>
                    <a:pt x="166334" y="270443"/>
                    <a:pt x="164513" y="268249"/>
                  </a:cubicBezTo>
                  <a:cubicBezTo>
                    <a:pt x="162692" y="266054"/>
                    <a:pt x="159105" y="264259"/>
                    <a:pt x="156542" y="264259"/>
                  </a:cubicBezTo>
                  <a:cubicBezTo>
                    <a:pt x="153980" y="264259"/>
                    <a:pt x="149500" y="261065"/>
                    <a:pt x="146588" y="257160"/>
                  </a:cubicBezTo>
                  <a:cubicBezTo>
                    <a:pt x="143676" y="253256"/>
                    <a:pt x="138716" y="247482"/>
                    <a:pt x="135566" y="244331"/>
                  </a:cubicBezTo>
                  <a:cubicBezTo>
                    <a:pt x="127839" y="236597"/>
                    <a:pt x="131401" y="233886"/>
                    <a:pt x="140198" y="240806"/>
                  </a:cubicBezTo>
                  <a:cubicBezTo>
                    <a:pt x="145135" y="244689"/>
                    <a:pt x="148042" y="245525"/>
                    <a:pt x="149956" y="243611"/>
                  </a:cubicBezTo>
                  <a:cubicBezTo>
                    <a:pt x="154558" y="239009"/>
                    <a:pt x="147985" y="231874"/>
                    <a:pt x="139967" y="232769"/>
                  </a:cubicBezTo>
                  <a:cubicBezTo>
                    <a:pt x="136133" y="233196"/>
                    <a:pt x="131500" y="232305"/>
                    <a:pt x="129672" y="230788"/>
                  </a:cubicBezTo>
                  <a:cubicBezTo>
                    <a:pt x="127844" y="229271"/>
                    <a:pt x="124675" y="228672"/>
                    <a:pt x="122631" y="229456"/>
                  </a:cubicBezTo>
                  <a:cubicBezTo>
                    <a:pt x="120587" y="230241"/>
                    <a:pt x="116736" y="228476"/>
                    <a:pt x="114075" y="225535"/>
                  </a:cubicBezTo>
                  <a:cubicBezTo>
                    <a:pt x="109769" y="220777"/>
                    <a:pt x="109602" y="219173"/>
                    <a:pt x="112561" y="210989"/>
                  </a:cubicBezTo>
                  <a:cubicBezTo>
                    <a:pt x="114982" y="204297"/>
                    <a:pt x="115114" y="201018"/>
                    <a:pt x="113046" y="198950"/>
                  </a:cubicBezTo>
                  <a:cubicBezTo>
                    <a:pt x="110979" y="196883"/>
                    <a:pt x="110205" y="198007"/>
                    <a:pt x="110205" y="203079"/>
                  </a:cubicBezTo>
                  <a:cubicBezTo>
                    <a:pt x="110205" y="206912"/>
                    <a:pt x="109043" y="210049"/>
                    <a:pt x="107624" y="210049"/>
                  </a:cubicBezTo>
                  <a:cubicBezTo>
                    <a:pt x="106204" y="210049"/>
                    <a:pt x="105042" y="208223"/>
                    <a:pt x="105042" y="205992"/>
                  </a:cubicBezTo>
                  <a:cubicBezTo>
                    <a:pt x="105042" y="203761"/>
                    <a:pt x="103289" y="200182"/>
                    <a:pt x="101146" y="198040"/>
                  </a:cubicBezTo>
                  <a:cubicBezTo>
                    <a:pt x="95668" y="192562"/>
                    <a:pt x="98756" y="189098"/>
                    <a:pt x="106495" y="192040"/>
                  </a:cubicBezTo>
                  <a:cubicBezTo>
                    <a:pt x="112388" y="194281"/>
                    <a:pt x="112698" y="194056"/>
                    <a:pt x="110185" y="189360"/>
                  </a:cubicBezTo>
                  <a:cubicBezTo>
                    <a:pt x="108676" y="186541"/>
                    <a:pt x="106530" y="184234"/>
                    <a:pt x="105416" y="184234"/>
                  </a:cubicBezTo>
                  <a:cubicBezTo>
                    <a:pt x="104302" y="184234"/>
                    <a:pt x="99527" y="180785"/>
                    <a:pt x="94806" y="176570"/>
                  </a:cubicBezTo>
                  <a:cubicBezTo>
                    <a:pt x="90084" y="172354"/>
                    <a:pt x="85321" y="169461"/>
                    <a:pt x="84222" y="170141"/>
                  </a:cubicBezTo>
                  <a:cubicBezTo>
                    <a:pt x="83122" y="170820"/>
                    <a:pt x="80052" y="168617"/>
                    <a:pt x="77400" y="165246"/>
                  </a:cubicBezTo>
                  <a:cubicBezTo>
                    <a:pt x="74748" y="161874"/>
                    <a:pt x="69991" y="158294"/>
                    <a:pt x="66830" y="157291"/>
                  </a:cubicBezTo>
                  <a:cubicBezTo>
                    <a:pt x="63669" y="156287"/>
                    <a:pt x="61640" y="154564"/>
                    <a:pt x="62321" y="153462"/>
                  </a:cubicBezTo>
                  <a:cubicBezTo>
                    <a:pt x="63003" y="152359"/>
                    <a:pt x="61277" y="149007"/>
                    <a:pt x="58487" y="146011"/>
                  </a:cubicBezTo>
                  <a:cubicBezTo>
                    <a:pt x="55696" y="143016"/>
                    <a:pt x="53413" y="138774"/>
                    <a:pt x="53413" y="136585"/>
                  </a:cubicBezTo>
                  <a:cubicBezTo>
                    <a:pt x="53413" y="131375"/>
                    <a:pt x="48531" y="131452"/>
                    <a:pt x="46519" y="136694"/>
                  </a:cubicBezTo>
                  <a:cubicBezTo>
                    <a:pt x="45256" y="139986"/>
                    <a:pt x="44525" y="140111"/>
                    <a:pt x="42767" y="137339"/>
                  </a:cubicBezTo>
                  <a:cubicBezTo>
                    <a:pt x="41090" y="134693"/>
                    <a:pt x="40576" y="134929"/>
                    <a:pt x="40545" y="138358"/>
                  </a:cubicBezTo>
                  <a:cubicBezTo>
                    <a:pt x="40512" y="142152"/>
                    <a:pt x="39561" y="142390"/>
                    <a:pt x="34194" y="139945"/>
                  </a:cubicBezTo>
                  <a:cubicBezTo>
                    <a:pt x="25899" y="136165"/>
                    <a:pt x="24011" y="130691"/>
                    <a:pt x="30312" y="128691"/>
                  </a:cubicBezTo>
                  <a:cubicBezTo>
                    <a:pt x="35660" y="126994"/>
                    <a:pt x="36881" y="123535"/>
                    <a:pt x="32982" y="121125"/>
                  </a:cubicBezTo>
                  <a:cubicBezTo>
                    <a:pt x="31683" y="120322"/>
                    <a:pt x="30139" y="121111"/>
                    <a:pt x="29550" y="122878"/>
                  </a:cubicBezTo>
                  <a:cubicBezTo>
                    <a:pt x="28702" y="125423"/>
                    <a:pt x="26957" y="125397"/>
                    <a:pt x="21151" y="122752"/>
                  </a:cubicBezTo>
                  <a:cubicBezTo>
                    <a:pt x="14600" y="119767"/>
                    <a:pt x="14176" y="119839"/>
                    <a:pt x="17154" y="123427"/>
                  </a:cubicBezTo>
                  <a:cubicBezTo>
                    <a:pt x="23195" y="130706"/>
                    <a:pt x="15185" y="127829"/>
                    <a:pt x="6342" y="119543"/>
                  </a:cubicBezTo>
                  <a:cubicBezTo>
                    <a:pt x="-1702" y="112007"/>
                    <a:pt x="-1792" y="111717"/>
                    <a:pt x="4365" y="113226"/>
                  </a:cubicBezTo>
                  <a:lnTo>
                    <a:pt x="10819" y="114808"/>
                  </a:lnTo>
                  <a:lnTo>
                    <a:pt x="4707" y="109494"/>
                  </a:lnTo>
                  <a:cubicBezTo>
                    <a:pt x="-312" y="105131"/>
                    <a:pt x="-833" y="103490"/>
                    <a:pt x="1796" y="100322"/>
                  </a:cubicBezTo>
                  <a:cubicBezTo>
                    <a:pt x="4323" y="97278"/>
                    <a:pt x="4332" y="95662"/>
                    <a:pt x="1838" y="92658"/>
                  </a:cubicBezTo>
                  <a:cubicBezTo>
                    <a:pt x="-700" y="89600"/>
                    <a:pt x="-229" y="86595"/>
                    <a:pt x="4233" y="77378"/>
                  </a:cubicBezTo>
                  <a:cubicBezTo>
                    <a:pt x="7287" y="71068"/>
                    <a:pt x="11639" y="64368"/>
                    <a:pt x="13902" y="62490"/>
                  </a:cubicBezTo>
                  <a:cubicBezTo>
                    <a:pt x="17532" y="59477"/>
                    <a:pt x="17802" y="59833"/>
                    <a:pt x="16192" y="65508"/>
                  </a:cubicBezTo>
                  <a:lnTo>
                    <a:pt x="14368" y="71941"/>
                  </a:lnTo>
                  <a:lnTo>
                    <a:pt x="19324" y="65780"/>
                  </a:lnTo>
                  <a:lnTo>
                    <a:pt x="24280" y="59619"/>
                  </a:lnTo>
                  <a:lnTo>
                    <a:pt x="25989" y="66426"/>
                  </a:lnTo>
                  <a:cubicBezTo>
                    <a:pt x="26928" y="70169"/>
                    <a:pt x="28755" y="73232"/>
                    <a:pt x="30049" y="73232"/>
                  </a:cubicBezTo>
                  <a:cubicBezTo>
                    <a:pt x="31420" y="73232"/>
                    <a:pt x="31500" y="70091"/>
                    <a:pt x="30241" y="65700"/>
                  </a:cubicBezTo>
                  <a:cubicBezTo>
                    <a:pt x="28162" y="58450"/>
                    <a:pt x="28788" y="57720"/>
                    <a:pt x="47033" y="46164"/>
                  </a:cubicBezTo>
                  <a:cubicBezTo>
                    <a:pt x="66934" y="33559"/>
                    <a:pt x="85466" y="15573"/>
                    <a:pt x="89508" y="4943"/>
                  </a:cubicBezTo>
                  <a:cubicBezTo>
                    <a:pt x="91833" y="-1172"/>
                    <a:pt x="92131" y="-1236"/>
                    <a:pt x="99998" y="2688"/>
                  </a:cubicBezTo>
                  <a:cubicBezTo>
                    <a:pt x="106503" y="5933"/>
                    <a:pt x="109396" y="6135"/>
                    <a:pt x="114706" y="3716"/>
                  </a:cubicBezTo>
                  <a:cubicBezTo>
                    <a:pt x="118341" y="2059"/>
                    <a:pt x="122122" y="1631"/>
                    <a:pt x="123108" y="2764"/>
                  </a:cubicBezTo>
                  <a:cubicBezTo>
                    <a:pt x="125561" y="5583"/>
                    <a:pt x="135461" y="45948"/>
                    <a:pt x="137332" y="60759"/>
                  </a:cubicBezTo>
                  <a:cubicBezTo>
                    <a:pt x="139199" y="75538"/>
                    <a:pt x="141734" y="77777"/>
                    <a:pt x="159468" y="80313"/>
                  </a:cubicBezTo>
                  <a:cubicBezTo>
                    <a:pt x="172513" y="82178"/>
                    <a:pt x="173509" y="82826"/>
                    <a:pt x="174324" y="89973"/>
                  </a:cubicBezTo>
                  <a:cubicBezTo>
                    <a:pt x="174804" y="94187"/>
                    <a:pt x="179160" y="102021"/>
                    <a:pt x="184004" y="107383"/>
                  </a:cubicBezTo>
                  <a:cubicBezTo>
                    <a:pt x="193664" y="118075"/>
                    <a:pt x="194152" y="121338"/>
                    <a:pt x="190190" y="148735"/>
                  </a:cubicBezTo>
                  <a:cubicBezTo>
                    <a:pt x="188197" y="162515"/>
                    <a:pt x="188470" y="168448"/>
                    <a:pt x="191494" y="177131"/>
                  </a:cubicBezTo>
                  <a:cubicBezTo>
                    <a:pt x="193597" y="183167"/>
                    <a:pt x="195335" y="189779"/>
                    <a:pt x="195355" y="191824"/>
                  </a:cubicBezTo>
                  <a:cubicBezTo>
                    <a:pt x="195376" y="193868"/>
                    <a:pt x="199889" y="199676"/>
                    <a:pt x="205385" y="204731"/>
                  </a:cubicBezTo>
                  <a:cubicBezTo>
                    <a:pt x="211344" y="210212"/>
                    <a:pt x="219172" y="221995"/>
                    <a:pt x="224780" y="233927"/>
                  </a:cubicBezTo>
                  <a:cubicBezTo>
                    <a:pt x="234706" y="255043"/>
                    <a:pt x="236093" y="255967"/>
                    <a:pt x="251313" y="251602"/>
                  </a:cubicBezTo>
                  <a:cubicBezTo>
                    <a:pt x="258379" y="249575"/>
                    <a:pt x="260277" y="250166"/>
                    <a:pt x="265826" y="256119"/>
                  </a:cubicBezTo>
                  <a:cubicBezTo>
                    <a:pt x="272628" y="263417"/>
                    <a:pt x="281243" y="280080"/>
                    <a:pt x="280190" y="283901"/>
                  </a:cubicBezTo>
                  <a:cubicBezTo>
                    <a:pt x="278841" y="288796"/>
                    <a:pt x="283826" y="312090"/>
                    <a:pt x="287275" y="317016"/>
                  </a:cubicBezTo>
                  <a:cubicBezTo>
                    <a:pt x="289273" y="319867"/>
                    <a:pt x="290907" y="325358"/>
                    <a:pt x="290907" y="329217"/>
                  </a:cubicBezTo>
                  <a:cubicBezTo>
                    <a:pt x="290907" y="333077"/>
                    <a:pt x="292090" y="336967"/>
                    <a:pt x="293537" y="337861"/>
                  </a:cubicBezTo>
                  <a:cubicBezTo>
                    <a:pt x="294984" y="338755"/>
                    <a:pt x="299069" y="345213"/>
                    <a:pt x="302616" y="352211"/>
                  </a:cubicBezTo>
                  <a:cubicBezTo>
                    <a:pt x="307126" y="361111"/>
                    <a:pt x="310627" y="364936"/>
                    <a:pt x="314264" y="364936"/>
                  </a:cubicBezTo>
                  <a:cubicBezTo>
                    <a:pt x="320436" y="364936"/>
                    <a:pt x="323792" y="371805"/>
                    <a:pt x="319645" y="375951"/>
                  </a:cubicBezTo>
                  <a:cubicBezTo>
                    <a:pt x="318037" y="377560"/>
                    <a:pt x="316721" y="381289"/>
                    <a:pt x="316721" y="384238"/>
                  </a:cubicBezTo>
                  <a:cubicBezTo>
                    <a:pt x="316721" y="387188"/>
                    <a:pt x="314840" y="392287"/>
                    <a:pt x="312540" y="395571"/>
                  </a:cubicBezTo>
                  <a:cubicBezTo>
                    <a:pt x="308425" y="401445"/>
                    <a:pt x="308570" y="414286"/>
                    <a:pt x="312871" y="424954"/>
                  </a:cubicBezTo>
                  <a:cubicBezTo>
                    <a:pt x="314372" y="428678"/>
                    <a:pt x="313283" y="429472"/>
                    <a:pt x="306671" y="429472"/>
                  </a:cubicBezTo>
                  <a:cubicBezTo>
                    <a:pt x="300565" y="429472"/>
                    <a:pt x="298651" y="428323"/>
                    <a:pt x="298651" y="424657"/>
                  </a:cubicBezTo>
                  <a:close/>
                </a:path>
              </a:pathLst>
            </a:custGeom>
            <a:solidFill>
              <a:srgbClr val="B9B9B9"/>
            </a:solidFill>
            <a:ln w="5163" cap="flat">
              <a:noFill/>
              <a:prstDash val="solid"/>
              <a:miter/>
            </a:ln>
          </p:spPr>
          <p:txBody>
            <a:bodyPr/>
            <a:lstStyle/>
            <a:p>
              <a:endParaRPr lang="es-419" noProof="0" dirty="0"/>
            </a:p>
          </p:txBody>
        </p:sp>
        <p:sp>
          <p:nvSpPr>
            <p:cNvPr id="59" name="Forma libre: forma 58">
              <a:extLst>
                <a:ext uri="{FF2B5EF4-FFF2-40B4-BE49-F238E27FC236}">
                  <a16:creationId xmlns:a16="http://schemas.microsoft.com/office/drawing/2014/main" id="{83CFB9B6-A27E-5520-EAC5-1E070565362D}"/>
                </a:ext>
              </a:extLst>
            </p:cNvPr>
            <p:cNvSpPr/>
            <p:nvPr/>
          </p:nvSpPr>
          <p:spPr>
            <a:xfrm>
              <a:off x="812163" y="1806340"/>
              <a:ext cx="15955" cy="30179"/>
            </a:xfrm>
            <a:custGeom>
              <a:avLst/>
              <a:gdLst>
                <a:gd name="csX0" fmla="*/ 12859 w 15955"/>
                <a:gd name="csY0" fmla="*/ 27128 h 30179"/>
                <a:gd name="csX1" fmla="*/ 45 w 15955"/>
                <a:gd name="csY1" fmla="*/ 70 h 30179"/>
                <a:gd name="csX2" fmla="*/ 15145 w 15955"/>
                <a:gd name="csY2" fmla="*/ 24519 h 30179"/>
                <a:gd name="csX3" fmla="*/ 12859 w 15955"/>
                <a:gd name="csY3" fmla="*/ 27128 h 30179"/>
              </a:gdLst>
              <a:ahLst/>
              <a:cxnLst>
                <a:cxn ang="0">
                  <a:pos x="csX0" y="csY0"/>
                </a:cxn>
                <a:cxn ang="0">
                  <a:pos x="csX1" y="csY1"/>
                </a:cxn>
                <a:cxn ang="0">
                  <a:pos x="csX2" y="csY2"/>
                </a:cxn>
                <a:cxn ang="0">
                  <a:pos x="csX3" y="csY3"/>
                </a:cxn>
              </a:cxnLst>
              <a:rect l="l" t="t" r="r" b="b"/>
              <a:pathLst>
                <a:path w="15955" h="30179">
                  <a:moveTo>
                    <a:pt x="12859" y="27128"/>
                  </a:moveTo>
                  <a:cubicBezTo>
                    <a:pt x="8119" y="19457"/>
                    <a:pt x="-707" y="822"/>
                    <a:pt x="45" y="70"/>
                  </a:cubicBezTo>
                  <a:cubicBezTo>
                    <a:pt x="1430" y="-1315"/>
                    <a:pt x="13563" y="18330"/>
                    <a:pt x="15145" y="24519"/>
                  </a:cubicBezTo>
                  <a:cubicBezTo>
                    <a:pt x="16793" y="30962"/>
                    <a:pt x="15876" y="32008"/>
                    <a:pt x="12859" y="27128"/>
                  </a:cubicBezTo>
                  <a:close/>
                </a:path>
              </a:pathLst>
            </a:custGeom>
            <a:solidFill>
              <a:srgbClr val="B9B9B9"/>
            </a:solidFill>
            <a:ln w="5163" cap="flat">
              <a:noFill/>
              <a:prstDash val="solid"/>
              <a:miter/>
            </a:ln>
          </p:spPr>
          <p:txBody>
            <a:bodyPr/>
            <a:lstStyle/>
            <a:p>
              <a:endParaRPr lang="es-419" noProof="0" dirty="0"/>
            </a:p>
          </p:txBody>
        </p:sp>
      </p:grpSp>
      <p:sp>
        <p:nvSpPr>
          <p:cNvPr id="60" name="Forma libre: forma 59">
            <a:extLst>
              <a:ext uri="{FF2B5EF4-FFF2-40B4-BE49-F238E27FC236}">
                <a16:creationId xmlns:a16="http://schemas.microsoft.com/office/drawing/2014/main" id="{4EA07EC0-0DB6-8BAA-0703-F797EA502FE8}"/>
              </a:ext>
            </a:extLst>
          </p:cNvPr>
          <p:cNvSpPr/>
          <p:nvPr/>
        </p:nvSpPr>
        <p:spPr>
          <a:xfrm>
            <a:off x="781520" y="1178397"/>
            <a:ext cx="460893" cy="570101"/>
          </a:xfrm>
          <a:custGeom>
            <a:avLst/>
            <a:gdLst>
              <a:gd name="csX0" fmla="*/ 151660 w 460893"/>
              <a:gd name="csY0" fmla="*/ 568610 h 570101"/>
              <a:gd name="csX1" fmla="*/ 140689 w 460893"/>
              <a:gd name="csY1" fmla="*/ 563178 h 570101"/>
              <a:gd name="csX2" fmla="*/ 131877 w 460893"/>
              <a:gd name="csY2" fmla="*/ 549661 h 570101"/>
              <a:gd name="csX3" fmla="*/ 122196 w 460893"/>
              <a:gd name="csY3" fmla="*/ 532968 h 570101"/>
              <a:gd name="csX4" fmla="*/ 107130 w 460893"/>
              <a:gd name="csY4" fmla="*/ 523131 h 570101"/>
              <a:gd name="csX5" fmla="*/ 89869 w 460893"/>
              <a:gd name="csY5" fmla="*/ 518421 h 570101"/>
              <a:gd name="csX6" fmla="*/ 85076 w 460893"/>
              <a:gd name="csY6" fmla="*/ 501266 h 570101"/>
              <a:gd name="csX7" fmla="*/ 77677 w 460893"/>
              <a:gd name="csY7" fmla="*/ 465952 h 570101"/>
              <a:gd name="csX8" fmla="*/ 72006 w 460893"/>
              <a:gd name="csY8" fmla="*/ 445300 h 570101"/>
              <a:gd name="csX9" fmla="*/ 58957 w 460893"/>
              <a:gd name="csY9" fmla="*/ 446095 h 570101"/>
              <a:gd name="csX10" fmla="*/ 35144 w 460893"/>
              <a:gd name="csY10" fmla="*/ 436548 h 570101"/>
              <a:gd name="csX11" fmla="*/ 24381 w 460893"/>
              <a:gd name="csY11" fmla="*/ 426207 h 570101"/>
              <a:gd name="csX12" fmla="*/ 26114 w 460893"/>
              <a:gd name="csY12" fmla="*/ 405421 h 570101"/>
              <a:gd name="csX13" fmla="*/ 25165 w 460893"/>
              <a:gd name="csY13" fmla="*/ 384636 h 570101"/>
              <a:gd name="csX14" fmla="*/ 17520 w 460893"/>
              <a:gd name="csY14" fmla="*/ 374956 h 570101"/>
              <a:gd name="csX15" fmla="*/ 6475 w 460893"/>
              <a:gd name="csY15" fmla="*/ 353942 h 570101"/>
              <a:gd name="csX16" fmla="*/ 196 w 460893"/>
              <a:gd name="csY16" fmla="*/ 332000 h 570101"/>
              <a:gd name="csX17" fmla="*/ 0 w 460893"/>
              <a:gd name="csY17" fmla="*/ 321391 h 570101"/>
              <a:gd name="csX18" fmla="*/ 20006 w 460893"/>
              <a:gd name="csY18" fmla="*/ 322209 h 570101"/>
              <a:gd name="csX19" fmla="*/ 37306 w 460893"/>
              <a:gd name="csY19" fmla="*/ 304003 h 570101"/>
              <a:gd name="csX20" fmla="*/ 36933 w 460893"/>
              <a:gd name="csY20" fmla="*/ 289805 h 570101"/>
              <a:gd name="csX21" fmla="*/ 37690 w 460893"/>
              <a:gd name="csY21" fmla="*/ 253719 h 570101"/>
              <a:gd name="csX22" fmla="*/ 41303 w 460893"/>
              <a:gd name="csY22" fmla="*/ 221451 h 570101"/>
              <a:gd name="csX23" fmla="*/ 48412 w 460893"/>
              <a:gd name="csY23" fmla="*/ 202644 h 570101"/>
              <a:gd name="csX24" fmla="*/ 48257 w 460893"/>
              <a:gd name="csY24" fmla="*/ 124622 h 570101"/>
              <a:gd name="csX25" fmla="*/ 40464 w 460893"/>
              <a:gd name="csY25" fmla="*/ 83859 h 570101"/>
              <a:gd name="csX26" fmla="*/ 52830 w 460893"/>
              <a:gd name="csY26" fmla="*/ 45160 h 570101"/>
              <a:gd name="csX27" fmla="*/ 63246 w 460893"/>
              <a:gd name="csY27" fmla="*/ 46920 h 570101"/>
              <a:gd name="csX28" fmla="*/ 63246 w 460893"/>
              <a:gd name="csY28" fmla="*/ 23460 h 570101"/>
              <a:gd name="csX29" fmla="*/ 66672 w 460893"/>
              <a:gd name="csY29" fmla="*/ 0 h 570101"/>
              <a:gd name="csX30" fmla="*/ 126691 w 460893"/>
              <a:gd name="csY30" fmla="*/ 3798 h 570101"/>
              <a:gd name="csX31" fmla="*/ 203405 w 460893"/>
              <a:gd name="csY31" fmla="*/ 8311 h 570101"/>
              <a:gd name="csX32" fmla="*/ 223527 w 460893"/>
              <a:gd name="csY32" fmla="*/ 9026 h 570101"/>
              <a:gd name="csX33" fmla="*/ 229665 w 460893"/>
              <a:gd name="csY33" fmla="*/ 21938 h 570101"/>
              <a:gd name="csX34" fmla="*/ 254984 w 460893"/>
              <a:gd name="csY34" fmla="*/ 54210 h 570101"/>
              <a:gd name="csX35" fmla="*/ 267180 w 460893"/>
              <a:gd name="csY35" fmla="*/ 65624 h 570101"/>
              <a:gd name="csX36" fmla="*/ 283960 w 460893"/>
              <a:gd name="csY36" fmla="*/ 83994 h 570101"/>
              <a:gd name="csX37" fmla="*/ 300739 w 460893"/>
              <a:gd name="csY37" fmla="*/ 103278 h 570101"/>
              <a:gd name="csX38" fmla="*/ 307688 w 460893"/>
              <a:gd name="csY38" fmla="*/ 107024 h 570101"/>
              <a:gd name="csX39" fmla="*/ 338320 w 460893"/>
              <a:gd name="csY39" fmla="*/ 140082 h 570101"/>
              <a:gd name="csX40" fmla="*/ 345307 w 460893"/>
              <a:gd name="csY40" fmla="*/ 156757 h 570101"/>
              <a:gd name="csX41" fmla="*/ 350264 w 460893"/>
              <a:gd name="csY41" fmla="*/ 174757 h 570101"/>
              <a:gd name="csX42" fmla="*/ 353728 w 460893"/>
              <a:gd name="csY42" fmla="*/ 192882 h 570101"/>
              <a:gd name="csX43" fmla="*/ 357557 w 460893"/>
              <a:gd name="csY43" fmla="*/ 206186 h 570101"/>
              <a:gd name="csX44" fmla="*/ 373046 w 460893"/>
              <a:gd name="csY44" fmla="*/ 221653 h 570101"/>
              <a:gd name="csX45" fmla="*/ 388508 w 460893"/>
              <a:gd name="csY45" fmla="*/ 235073 h 570101"/>
              <a:gd name="csX46" fmla="*/ 408536 w 460893"/>
              <a:gd name="csY46" fmla="*/ 251563 h 570101"/>
              <a:gd name="csX47" fmla="*/ 419486 w 460893"/>
              <a:gd name="csY47" fmla="*/ 258145 h 570101"/>
              <a:gd name="csX48" fmla="*/ 429612 w 460893"/>
              <a:gd name="csY48" fmla="*/ 264555 h 570101"/>
              <a:gd name="csX49" fmla="*/ 440498 w 460893"/>
              <a:gd name="csY49" fmla="*/ 270196 h 570101"/>
              <a:gd name="csX50" fmla="*/ 458638 w 460893"/>
              <a:gd name="csY50" fmla="*/ 279871 h 570101"/>
              <a:gd name="csX51" fmla="*/ 433706 w 460893"/>
              <a:gd name="csY51" fmla="*/ 328123 h 570101"/>
              <a:gd name="csX52" fmla="*/ 401785 w 460893"/>
              <a:gd name="csY52" fmla="*/ 376892 h 570101"/>
              <a:gd name="csX53" fmla="*/ 408173 w 460893"/>
              <a:gd name="csY53" fmla="*/ 427230 h 570101"/>
              <a:gd name="csX54" fmla="*/ 407224 w 460893"/>
              <a:gd name="csY54" fmla="*/ 481463 h 570101"/>
              <a:gd name="csX55" fmla="*/ 357001 w 460893"/>
              <a:gd name="csY55" fmla="*/ 500599 h 570101"/>
              <a:gd name="csX56" fmla="*/ 339993 w 460893"/>
              <a:gd name="csY56" fmla="*/ 507393 h 570101"/>
              <a:gd name="csX57" fmla="*/ 315871 w 460893"/>
              <a:gd name="csY57" fmla="*/ 500146 h 570101"/>
              <a:gd name="csX58" fmla="*/ 305685 w 460893"/>
              <a:gd name="csY58" fmla="*/ 499249 h 570101"/>
              <a:gd name="csX59" fmla="*/ 291896 w 460893"/>
              <a:gd name="csY59" fmla="*/ 499687 h 570101"/>
              <a:gd name="csX60" fmla="*/ 270870 w 460893"/>
              <a:gd name="csY60" fmla="*/ 491757 h 570101"/>
              <a:gd name="csX61" fmla="*/ 256706 w 460893"/>
              <a:gd name="csY61" fmla="*/ 481408 h 570101"/>
              <a:gd name="csX62" fmla="*/ 242051 w 460893"/>
              <a:gd name="csY62" fmla="*/ 472207 h 570101"/>
              <a:gd name="csX63" fmla="*/ 227525 w 460893"/>
              <a:gd name="csY63" fmla="*/ 468533 h 570101"/>
              <a:gd name="csX64" fmla="*/ 222731 w 460893"/>
              <a:gd name="csY64" fmla="*/ 472486 h 570101"/>
              <a:gd name="csX65" fmla="*/ 210984 w 460893"/>
              <a:gd name="csY65" fmla="*/ 493362 h 570101"/>
              <a:gd name="csX66" fmla="*/ 200162 w 460893"/>
              <a:gd name="csY66" fmla="*/ 504374 h 570101"/>
              <a:gd name="csX67" fmla="*/ 192160 w 460893"/>
              <a:gd name="csY67" fmla="*/ 516880 h 570101"/>
              <a:gd name="csX68" fmla="*/ 189436 w 460893"/>
              <a:gd name="csY68" fmla="*/ 530760 h 570101"/>
              <a:gd name="csX69" fmla="*/ 184534 w 460893"/>
              <a:gd name="csY69" fmla="*/ 547022 h 570101"/>
              <a:gd name="csX70" fmla="*/ 182598 w 460893"/>
              <a:gd name="csY70" fmla="*/ 561518 h 570101"/>
              <a:gd name="csX71" fmla="*/ 164446 w 460893"/>
              <a:gd name="csY71" fmla="*/ 570049 h 570101"/>
              <a:gd name="csX72" fmla="*/ 151660 w 460893"/>
              <a:gd name="csY72" fmla="*/ 568610 h 5701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Lst>
            <a:rect l="l" t="t" r="r" b="b"/>
            <a:pathLst>
              <a:path w="460893" h="570101">
                <a:moveTo>
                  <a:pt x="151660" y="568610"/>
                </a:moveTo>
                <a:cubicBezTo>
                  <a:pt x="143384" y="567865"/>
                  <a:pt x="140689" y="566530"/>
                  <a:pt x="140689" y="563178"/>
                </a:cubicBezTo>
                <a:cubicBezTo>
                  <a:pt x="140689" y="560733"/>
                  <a:pt x="136724" y="554651"/>
                  <a:pt x="131877" y="549661"/>
                </a:cubicBezTo>
                <a:cubicBezTo>
                  <a:pt x="126875" y="544511"/>
                  <a:pt x="122689" y="537293"/>
                  <a:pt x="122196" y="532968"/>
                </a:cubicBezTo>
                <a:cubicBezTo>
                  <a:pt x="121389" y="525881"/>
                  <a:pt x="120335" y="525192"/>
                  <a:pt x="107130" y="523131"/>
                </a:cubicBezTo>
                <a:cubicBezTo>
                  <a:pt x="99321" y="521912"/>
                  <a:pt x="91554" y="519792"/>
                  <a:pt x="89869" y="518421"/>
                </a:cubicBezTo>
                <a:cubicBezTo>
                  <a:pt x="88184" y="517050"/>
                  <a:pt x="86027" y="509330"/>
                  <a:pt x="85076" y="501266"/>
                </a:cubicBezTo>
                <a:cubicBezTo>
                  <a:pt x="84126" y="493202"/>
                  <a:pt x="80796" y="477310"/>
                  <a:pt x="77677" y="465952"/>
                </a:cubicBezTo>
                <a:lnTo>
                  <a:pt x="72006" y="445300"/>
                </a:lnTo>
                <a:lnTo>
                  <a:pt x="58957" y="446095"/>
                </a:lnTo>
                <a:cubicBezTo>
                  <a:pt x="46778" y="446836"/>
                  <a:pt x="45189" y="446199"/>
                  <a:pt x="35144" y="436548"/>
                </a:cubicBezTo>
                <a:lnTo>
                  <a:pt x="24381" y="426207"/>
                </a:lnTo>
                <a:lnTo>
                  <a:pt x="26114" y="405421"/>
                </a:lnTo>
                <a:cubicBezTo>
                  <a:pt x="27263" y="391650"/>
                  <a:pt x="26942" y="384636"/>
                  <a:pt x="25165" y="384636"/>
                </a:cubicBezTo>
                <a:cubicBezTo>
                  <a:pt x="23689" y="384636"/>
                  <a:pt x="20249" y="380280"/>
                  <a:pt x="17520" y="374956"/>
                </a:cubicBezTo>
                <a:cubicBezTo>
                  <a:pt x="14791" y="369631"/>
                  <a:pt x="9821" y="360175"/>
                  <a:pt x="6475" y="353942"/>
                </a:cubicBezTo>
                <a:cubicBezTo>
                  <a:pt x="3106" y="347664"/>
                  <a:pt x="305" y="337877"/>
                  <a:pt x="196" y="332000"/>
                </a:cubicBezTo>
                <a:lnTo>
                  <a:pt x="0" y="321391"/>
                </a:lnTo>
                <a:lnTo>
                  <a:pt x="20006" y="322209"/>
                </a:lnTo>
                <a:cubicBezTo>
                  <a:pt x="42391" y="323125"/>
                  <a:pt x="42565" y="322942"/>
                  <a:pt x="37306" y="304003"/>
                </a:cubicBezTo>
                <a:cubicBezTo>
                  <a:pt x="35685" y="298169"/>
                  <a:pt x="35538" y="292562"/>
                  <a:pt x="36933" y="289805"/>
                </a:cubicBezTo>
                <a:cubicBezTo>
                  <a:pt x="38201" y="287300"/>
                  <a:pt x="38542" y="271061"/>
                  <a:pt x="37690" y="253719"/>
                </a:cubicBezTo>
                <a:cubicBezTo>
                  <a:pt x="36207" y="223555"/>
                  <a:pt x="36364" y="222156"/>
                  <a:pt x="41303" y="221451"/>
                </a:cubicBezTo>
                <a:cubicBezTo>
                  <a:pt x="45680" y="220826"/>
                  <a:pt x="46762" y="217964"/>
                  <a:pt x="48412" y="202644"/>
                </a:cubicBezTo>
                <a:cubicBezTo>
                  <a:pt x="51806" y="171127"/>
                  <a:pt x="51726" y="130863"/>
                  <a:pt x="48257" y="124622"/>
                </a:cubicBezTo>
                <a:cubicBezTo>
                  <a:pt x="46501" y="121464"/>
                  <a:pt x="42994" y="103121"/>
                  <a:pt x="40464" y="83859"/>
                </a:cubicBezTo>
                <a:cubicBezTo>
                  <a:pt x="35209" y="43860"/>
                  <a:pt x="35717" y="42269"/>
                  <a:pt x="52830" y="45160"/>
                </a:cubicBezTo>
                <a:lnTo>
                  <a:pt x="63246" y="46920"/>
                </a:lnTo>
                <a:lnTo>
                  <a:pt x="63246" y="23460"/>
                </a:lnTo>
                <a:cubicBezTo>
                  <a:pt x="63246" y="5683"/>
                  <a:pt x="64076" y="0"/>
                  <a:pt x="66672" y="0"/>
                </a:cubicBezTo>
                <a:cubicBezTo>
                  <a:pt x="68557" y="0"/>
                  <a:pt x="95565" y="1709"/>
                  <a:pt x="126691" y="3798"/>
                </a:cubicBezTo>
                <a:cubicBezTo>
                  <a:pt x="157817" y="5887"/>
                  <a:pt x="192338" y="7917"/>
                  <a:pt x="203405" y="8311"/>
                </a:cubicBezTo>
                <a:lnTo>
                  <a:pt x="223527" y="9026"/>
                </a:lnTo>
                <a:lnTo>
                  <a:pt x="229665" y="21938"/>
                </a:lnTo>
                <a:cubicBezTo>
                  <a:pt x="235583" y="34389"/>
                  <a:pt x="251134" y="54210"/>
                  <a:pt x="254984" y="54210"/>
                </a:cubicBezTo>
                <a:cubicBezTo>
                  <a:pt x="256963" y="54210"/>
                  <a:pt x="267180" y="63772"/>
                  <a:pt x="267180" y="65624"/>
                </a:cubicBezTo>
                <a:cubicBezTo>
                  <a:pt x="267180" y="66222"/>
                  <a:pt x="274731" y="74489"/>
                  <a:pt x="283960" y="83994"/>
                </a:cubicBezTo>
                <a:cubicBezTo>
                  <a:pt x="293188" y="93499"/>
                  <a:pt x="300739" y="102177"/>
                  <a:pt x="300739" y="103278"/>
                </a:cubicBezTo>
                <a:cubicBezTo>
                  <a:pt x="300739" y="104379"/>
                  <a:pt x="303866" y="106065"/>
                  <a:pt x="307688" y="107024"/>
                </a:cubicBezTo>
                <a:cubicBezTo>
                  <a:pt x="316754" y="109299"/>
                  <a:pt x="336159" y="130241"/>
                  <a:pt x="338320" y="140082"/>
                </a:cubicBezTo>
                <a:cubicBezTo>
                  <a:pt x="339250" y="144316"/>
                  <a:pt x="342394" y="151820"/>
                  <a:pt x="345307" y="156757"/>
                </a:cubicBezTo>
                <a:cubicBezTo>
                  <a:pt x="348253" y="161749"/>
                  <a:pt x="350453" y="169738"/>
                  <a:pt x="350264" y="174757"/>
                </a:cubicBezTo>
                <a:cubicBezTo>
                  <a:pt x="350078" y="179720"/>
                  <a:pt x="351636" y="187876"/>
                  <a:pt x="353728" y="192882"/>
                </a:cubicBezTo>
                <a:cubicBezTo>
                  <a:pt x="355820" y="197888"/>
                  <a:pt x="357543" y="203875"/>
                  <a:pt x="357557" y="206186"/>
                </a:cubicBezTo>
                <a:cubicBezTo>
                  <a:pt x="357572" y="208497"/>
                  <a:pt x="364542" y="215457"/>
                  <a:pt x="373046" y="221653"/>
                </a:cubicBezTo>
                <a:cubicBezTo>
                  <a:pt x="381550" y="227849"/>
                  <a:pt x="388508" y="233888"/>
                  <a:pt x="388508" y="235073"/>
                </a:cubicBezTo>
                <a:cubicBezTo>
                  <a:pt x="388508" y="239850"/>
                  <a:pt x="400638" y="249837"/>
                  <a:pt x="408536" y="251563"/>
                </a:cubicBezTo>
                <a:cubicBezTo>
                  <a:pt x="413162" y="252574"/>
                  <a:pt x="418090" y="255536"/>
                  <a:pt x="419486" y="258145"/>
                </a:cubicBezTo>
                <a:cubicBezTo>
                  <a:pt x="420882" y="260754"/>
                  <a:pt x="425439" y="263638"/>
                  <a:pt x="429612" y="264555"/>
                </a:cubicBezTo>
                <a:cubicBezTo>
                  <a:pt x="433785" y="265471"/>
                  <a:pt x="438684" y="268010"/>
                  <a:pt x="440498" y="270196"/>
                </a:cubicBezTo>
                <a:cubicBezTo>
                  <a:pt x="443409" y="273704"/>
                  <a:pt x="453843" y="279268"/>
                  <a:pt x="458638" y="279871"/>
                </a:cubicBezTo>
                <a:cubicBezTo>
                  <a:pt x="464237" y="280575"/>
                  <a:pt x="460647" y="287523"/>
                  <a:pt x="433706" y="328123"/>
                </a:cubicBezTo>
                <a:cubicBezTo>
                  <a:pt x="417320" y="352816"/>
                  <a:pt x="402956" y="374762"/>
                  <a:pt x="401785" y="376892"/>
                </a:cubicBezTo>
                <a:cubicBezTo>
                  <a:pt x="400523" y="379188"/>
                  <a:pt x="403122" y="399673"/>
                  <a:pt x="408173" y="427230"/>
                </a:cubicBezTo>
                <a:cubicBezTo>
                  <a:pt x="419157" y="487163"/>
                  <a:pt x="419215" y="483871"/>
                  <a:pt x="407224" y="481463"/>
                </a:cubicBezTo>
                <a:cubicBezTo>
                  <a:pt x="377101" y="475416"/>
                  <a:pt x="375238" y="476126"/>
                  <a:pt x="357001" y="500599"/>
                </a:cubicBezTo>
                <a:cubicBezTo>
                  <a:pt x="346599" y="514558"/>
                  <a:pt x="343773" y="515687"/>
                  <a:pt x="339993" y="507393"/>
                </a:cubicBezTo>
                <a:cubicBezTo>
                  <a:pt x="336462" y="499643"/>
                  <a:pt x="325739" y="496421"/>
                  <a:pt x="315871" y="500146"/>
                </a:cubicBezTo>
                <a:cubicBezTo>
                  <a:pt x="310307" y="502246"/>
                  <a:pt x="308004" y="502043"/>
                  <a:pt x="305685" y="499249"/>
                </a:cubicBezTo>
                <a:cubicBezTo>
                  <a:pt x="301762" y="494522"/>
                  <a:pt x="296907" y="494676"/>
                  <a:pt x="291896" y="499687"/>
                </a:cubicBezTo>
                <a:cubicBezTo>
                  <a:pt x="286395" y="505188"/>
                  <a:pt x="278982" y="502392"/>
                  <a:pt x="270870" y="491757"/>
                </a:cubicBezTo>
                <a:cubicBezTo>
                  <a:pt x="267159" y="486892"/>
                  <a:pt x="260921" y="482334"/>
                  <a:pt x="256706" y="481408"/>
                </a:cubicBezTo>
                <a:cubicBezTo>
                  <a:pt x="252563" y="480498"/>
                  <a:pt x="245969" y="476358"/>
                  <a:pt x="242051" y="472207"/>
                </a:cubicBezTo>
                <a:cubicBezTo>
                  <a:pt x="234140" y="463825"/>
                  <a:pt x="229757" y="462717"/>
                  <a:pt x="227525" y="468533"/>
                </a:cubicBezTo>
                <a:cubicBezTo>
                  <a:pt x="226708" y="470663"/>
                  <a:pt x="224550" y="472442"/>
                  <a:pt x="222731" y="472486"/>
                </a:cubicBezTo>
                <a:cubicBezTo>
                  <a:pt x="216831" y="472631"/>
                  <a:pt x="209780" y="485162"/>
                  <a:pt x="210984" y="493362"/>
                </a:cubicBezTo>
                <a:cubicBezTo>
                  <a:pt x="212266" y="502098"/>
                  <a:pt x="211304" y="503076"/>
                  <a:pt x="200162" y="504374"/>
                </a:cubicBezTo>
                <a:cubicBezTo>
                  <a:pt x="189734" y="505588"/>
                  <a:pt x="189645" y="505728"/>
                  <a:pt x="192160" y="516880"/>
                </a:cubicBezTo>
                <a:cubicBezTo>
                  <a:pt x="193910" y="524639"/>
                  <a:pt x="193416" y="527159"/>
                  <a:pt x="189436" y="530760"/>
                </a:cubicBezTo>
                <a:cubicBezTo>
                  <a:pt x="186033" y="533840"/>
                  <a:pt x="184562" y="538720"/>
                  <a:pt x="184534" y="547022"/>
                </a:cubicBezTo>
                <a:cubicBezTo>
                  <a:pt x="184512" y="553546"/>
                  <a:pt x="183641" y="560069"/>
                  <a:pt x="182598" y="561518"/>
                </a:cubicBezTo>
                <a:cubicBezTo>
                  <a:pt x="180445" y="564508"/>
                  <a:pt x="167199" y="570734"/>
                  <a:pt x="164446" y="570049"/>
                </a:cubicBezTo>
                <a:cubicBezTo>
                  <a:pt x="163448" y="569801"/>
                  <a:pt x="157694" y="569154"/>
                  <a:pt x="151660" y="568610"/>
                </a:cubicBezTo>
                <a:close/>
              </a:path>
            </a:pathLst>
          </a:custGeom>
          <a:solidFill>
            <a:srgbClr val="B9B9B9"/>
          </a:solidFill>
          <a:ln w="5163" cap="flat">
            <a:noFill/>
            <a:prstDash val="solid"/>
            <a:miter/>
          </a:ln>
        </p:spPr>
        <p:txBody>
          <a:bodyPr/>
          <a:lstStyle/>
          <a:p>
            <a:endParaRPr lang="es-419" noProof="0" dirty="0"/>
          </a:p>
        </p:txBody>
      </p:sp>
      <p:sp>
        <p:nvSpPr>
          <p:cNvPr id="61" name="Forma libre: forma 60">
            <a:extLst>
              <a:ext uri="{FF2B5EF4-FFF2-40B4-BE49-F238E27FC236}">
                <a16:creationId xmlns:a16="http://schemas.microsoft.com/office/drawing/2014/main" id="{B90E1AFC-9F31-00C3-50FF-4DD393E3DAB9}"/>
              </a:ext>
            </a:extLst>
          </p:cNvPr>
          <p:cNvSpPr/>
          <p:nvPr/>
        </p:nvSpPr>
        <p:spPr>
          <a:xfrm>
            <a:off x="2038384" y="2469122"/>
            <a:ext cx="332998" cy="314936"/>
          </a:xfrm>
          <a:custGeom>
            <a:avLst/>
            <a:gdLst>
              <a:gd name="csX0" fmla="*/ 150508 w 332998"/>
              <a:gd name="csY0" fmla="*/ 295153 h 314936"/>
              <a:gd name="csX1" fmla="*/ 122921 w 332998"/>
              <a:gd name="csY1" fmla="*/ 269012 h 314936"/>
              <a:gd name="csX2" fmla="*/ 122279 w 332998"/>
              <a:gd name="csY2" fmla="*/ 264031 h 314936"/>
              <a:gd name="csX3" fmla="*/ 126546 w 332998"/>
              <a:gd name="csY3" fmla="*/ 262908 h 314936"/>
              <a:gd name="csX4" fmla="*/ 106954 w 332998"/>
              <a:gd name="csY4" fmla="*/ 254224 h 314936"/>
              <a:gd name="csX5" fmla="*/ 78561 w 332998"/>
              <a:gd name="csY5" fmla="*/ 232541 h 314936"/>
              <a:gd name="csX6" fmla="*/ 60903 w 332998"/>
              <a:gd name="csY6" fmla="*/ 216842 h 314936"/>
              <a:gd name="csX7" fmla="*/ 60455 w 332998"/>
              <a:gd name="csY7" fmla="*/ 213585 h 314936"/>
              <a:gd name="csX8" fmla="*/ 56711 w 332998"/>
              <a:gd name="csY8" fmla="*/ 207285 h 314936"/>
              <a:gd name="csX9" fmla="*/ 53349 w 332998"/>
              <a:gd name="csY9" fmla="*/ 207961 h 314936"/>
              <a:gd name="csX10" fmla="*/ 34703 w 332998"/>
              <a:gd name="csY10" fmla="*/ 200142 h 314936"/>
              <a:gd name="csX11" fmla="*/ 16028 w 332998"/>
              <a:gd name="csY11" fmla="*/ 187234 h 314936"/>
              <a:gd name="csX12" fmla="*/ 16436 w 332998"/>
              <a:gd name="csY12" fmla="*/ 184359 h 314936"/>
              <a:gd name="csX13" fmla="*/ 14549 w 332998"/>
              <a:gd name="csY13" fmla="*/ 178120 h 314936"/>
              <a:gd name="csX14" fmla="*/ 7908 w 332998"/>
              <a:gd name="csY14" fmla="*/ 171021 h 314936"/>
              <a:gd name="csX15" fmla="*/ 2407 w 332998"/>
              <a:gd name="csY15" fmla="*/ 154470 h 314936"/>
              <a:gd name="csX16" fmla="*/ 6812 w 332998"/>
              <a:gd name="csY16" fmla="*/ 119621 h 314936"/>
              <a:gd name="csX17" fmla="*/ 17071 w 332998"/>
              <a:gd name="csY17" fmla="*/ 91641 h 314936"/>
              <a:gd name="csX18" fmla="*/ 20635 w 332998"/>
              <a:gd name="csY18" fmla="*/ 82008 h 314936"/>
              <a:gd name="csX19" fmla="*/ 29523 w 332998"/>
              <a:gd name="csY19" fmla="*/ 71230 h 314936"/>
              <a:gd name="csX20" fmla="*/ 42896 w 332998"/>
              <a:gd name="csY20" fmla="*/ 48085 h 314936"/>
              <a:gd name="csX21" fmla="*/ 49532 w 332998"/>
              <a:gd name="csY21" fmla="*/ 35969 h 314936"/>
              <a:gd name="csX22" fmla="*/ 54906 w 332998"/>
              <a:gd name="csY22" fmla="*/ 23257 h 314936"/>
              <a:gd name="csX23" fmla="*/ 66531 w 332998"/>
              <a:gd name="csY23" fmla="*/ 0 h 314936"/>
              <a:gd name="csX24" fmla="*/ 82468 w 332998"/>
              <a:gd name="csY24" fmla="*/ 19425 h 314936"/>
              <a:gd name="csX25" fmla="*/ 95351 w 332998"/>
              <a:gd name="csY25" fmla="*/ 43885 h 314936"/>
              <a:gd name="csX26" fmla="*/ 106141 w 332998"/>
              <a:gd name="csY26" fmla="*/ 49048 h 314936"/>
              <a:gd name="csX27" fmla="*/ 113640 w 332998"/>
              <a:gd name="csY27" fmla="*/ 54166 h 314936"/>
              <a:gd name="csX28" fmla="*/ 132249 w 332998"/>
              <a:gd name="csY28" fmla="*/ 34653 h 314936"/>
              <a:gd name="csX29" fmla="*/ 156404 w 332998"/>
              <a:gd name="csY29" fmla="*/ 10326 h 314936"/>
              <a:gd name="csX30" fmla="*/ 168334 w 332998"/>
              <a:gd name="csY30" fmla="*/ 6060 h 314936"/>
              <a:gd name="csX31" fmla="*/ 186389 w 332998"/>
              <a:gd name="csY31" fmla="*/ 9933 h 314936"/>
              <a:gd name="csX32" fmla="*/ 200349 w 332998"/>
              <a:gd name="csY32" fmla="*/ 18070 h 314936"/>
              <a:gd name="csX33" fmla="*/ 204999 w 332998"/>
              <a:gd name="csY33" fmla="*/ 30473 h 314936"/>
              <a:gd name="csX34" fmla="*/ 218185 w 332998"/>
              <a:gd name="csY34" fmla="*/ 43802 h 314936"/>
              <a:gd name="csX35" fmla="*/ 227241 w 332998"/>
              <a:gd name="csY35" fmla="*/ 50036 h 314936"/>
              <a:gd name="csX36" fmla="*/ 238424 w 332998"/>
              <a:gd name="csY36" fmla="*/ 60571 h 314936"/>
              <a:gd name="csX37" fmla="*/ 261581 w 332998"/>
              <a:gd name="csY37" fmla="*/ 79599 h 314936"/>
              <a:gd name="csX38" fmla="*/ 276424 w 332998"/>
              <a:gd name="csY38" fmla="*/ 89453 h 314936"/>
              <a:gd name="csX39" fmla="*/ 280389 w 332998"/>
              <a:gd name="csY39" fmla="*/ 90232 h 314936"/>
              <a:gd name="csX40" fmla="*/ 288978 w 332998"/>
              <a:gd name="csY40" fmla="*/ 95366 h 314936"/>
              <a:gd name="csX41" fmla="*/ 309784 w 332998"/>
              <a:gd name="csY41" fmla="*/ 117828 h 314936"/>
              <a:gd name="csX42" fmla="*/ 323208 w 332998"/>
              <a:gd name="csY42" fmla="*/ 127731 h 314936"/>
              <a:gd name="csX43" fmla="*/ 330610 w 332998"/>
              <a:gd name="csY43" fmla="*/ 136947 h 314936"/>
              <a:gd name="csX44" fmla="*/ 327230 w 332998"/>
              <a:gd name="csY44" fmla="*/ 153094 h 314936"/>
              <a:gd name="csX45" fmla="*/ 328146 w 332998"/>
              <a:gd name="csY45" fmla="*/ 164492 h 314936"/>
              <a:gd name="csX46" fmla="*/ 285552 w 332998"/>
              <a:gd name="csY46" fmla="*/ 166189 h 314936"/>
              <a:gd name="csX47" fmla="*/ 228050 w 332998"/>
              <a:gd name="csY47" fmla="*/ 169472 h 314936"/>
              <a:gd name="csX48" fmla="*/ 213142 w 332998"/>
              <a:gd name="csY48" fmla="*/ 171057 h 314936"/>
              <a:gd name="csX49" fmla="*/ 197915 w 332998"/>
              <a:gd name="csY49" fmla="*/ 199758 h 314936"/>
              <a:gd name="csX50" fmla="*/ 180329 w 332998"/>
              <a:gd name="csY50" fmla="*/ 231127 h 314936"/>
              <a:gd name="csX51" fmla="*/ 181055 w 332998"/>
              <a:gd name="csY51" fmla="*/ 253031 h 314936"/>
              <a:gd name="csX52" fmla="*/ 185000 w 332998"/>
              <a:gd name="csY52" fmla="*/ 272477 h 314936"/>
              <a:gd name="csX53" fmla="*/ 182260 w 332998"/>
              <a:gd name="csY53" fmla="*/ 301769 h 314936"/>
              <a:gd name="csX54" fmla="*/ 174070 w 332998"/>
              <a:gd name="csY54" fmla="*/ 314937 h 314936"/>
              <a:gd name="csX55" fmla="*/ 150508 w 332998"/>
              <a:gd name="csY55" fmla="*/ 295153 h 3149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Lst>
            <a:rect l="l" t="t" r="r" b="b"/>
            <a:pathLst>
              <a:path w="332998" h="314936">
                <a:moveTo>
                  <a:pt x="150508" y="295153"/>
                </a:moveTo>
                <a:cubicBezTo>
                  <a:pt x="138884" y="284272"/>
                  <a:pt x="126470" y="272508"/>
                  <a:pt x="122921" y="269012"/>
                </a:cubicBezTo>
                <a:cubicBezTo>
                  <a:pt x="116541" y="262727"/>
                  <a:pt x="116534" y="262670"/>
                  <a:pt x="122279" y="264031"/>
                </a:cubicBezTo>
                <a:cubicBezTo>
                  <a:pt x="125681" y="264837"/>
                  <a:pt x="127450" y="264371"/>
                  <a:pt x="126546" y="262908"/>
                </a:cubicBezTo>
                <a:cubicBezTo>
                  <a:pt x="124960" y="260342"/>
                  <a:pt x="114693" y="255791"/>
                  <a:pt x="106954" y="254224"/>
                </a:cubicBezTo>
                <a:cubicBezTo>
                  <a:pt x="98738" y="252560"/>
                  <a:pt x="93040" y="248209"/>
                  <a:pt x="78561" y="232541"/>
                </a:cubicBezTo>
                <a:cubicBezTo>
                  <a:pt x="70581" y="223906"/>
                  <a:pt x="62635" y="216842"/>
                  <a:pt x="60903" y="216842"/>
                </a:cubicBezTo>
                <a:cubicBezTo>
                  <a:pt x="58660" y="216842"/>
                  <a:pt x="58531" y="215904"/>
                  <a:pt x="60455" y="213585"/>
                </a:cubicBezTo>
                <a:cubicBezTo>
                  <a:pt x="62461" y="211169"/>
                  <a:pt x="61494" y="209543"/>
                  <a:pt x="56711" y="207285"/>
                </a:cubicBezTo>
                <a:cubicBezTo>
                  <a:pt x="51186" y="204678"/>
                  <a:pt x="50705" y="204775"/>
                  <a:pt x="53349" y="207961"/>
                </a:cubicBezTo>
                <a:cubicBezTo>
                  <a:pt x="59572" y="215458"/>
                  <a:pt x="50558" y="211678"/>
                  <a:pt x="34703" y="200142"/>
                </a:cubicBezTo>
                <a:cubicBezTo>
                  <a:pt x="25983" y="193796"/>
                  <a:pt x="17579" y="187988"/>
                  <a:pt x="16028" y="187234"/>
                </a:cubicBezTo>
                <a:cubicBezTo>
                  <a:pt x="14108" y="186301"/>
                  <a:pt x="14238" y="185384"/>
                  <a:pt x="16436" y="184359"/>
                </a:cubicBezTo>
                <a:cubicBezTo>
                  <a:pt x="21429" y="182028"/>
                  <a:pt x="20247" y="178120"/>
                  <a:pt x="14549" y="178120"/>
                </a:cubicBezTo>
                <a:cubicBezTo>
                  <a:pt x="11062" y="178120"/>
                  <a:pt x="8950" y="175862"/>
                  <a:pt x="7908" y="171021"/>
                </a:cubicBezTo>
                <a:cubicBezTo>
                  <a:pt x="7068" y="167117"/>
                  <a:pt x="4593" y="159669"/>
                  <a:pt x="2407" y="154470"/>
                </a:cubicBezTo>
                <a:cubicBezTo>
                  <a:pt x="-1401" y="145413"/>
                  <a:pt x="-1217" y="143959"/>
                  <a:pt x="6812" y="119621"/>
                </a:cubicBezTo>
                <a:cubicBezTo>
                  <a:pt x="11420" y="105652"/>
                  <a:pt x="16036" y="93061"/>
                  <a:pt x="17071" y="91641"/>
                </a:cubicBezTo>
                <a:cubicBezTo>
                  <a:pt x="18105" y="90222"/>
                  <a:pt x="19709" y="85887"/>
                  <a:pt x="20635" y="82008"/>
                </a:cubicBezTo>
                <a:cubicBezTo>
                  <a:pt x="21600" y="77965"/>
                  <a:pt x="25393" y="73366"/>
                  <a:pt x="29523" y="71230"/>
                </a:cubicBezTo>
                <a:cubicBezTo>
                  <a:pt x="37293" y="67213"/>
                  <a:pt x="42896" y="57515"/>
                  <a:pt x="42896" y="48085"/>
                </a:cubicBezTo>
                <a:cubicBezTo>
                  <a:pt x="42896" y="44850"/>
                  <a:pt x="45882" y="39398"/>
                  <a:pt x="49532" y="35969"/>
                </a:cubicBezTo>
                <a:cubicBezTo>
                  <a:pt x="54317" y="31473"/>
                  <a:pt x="55816" y="27929"/>
                  <a:pt x="54906" y="23257"/>
                </a:cubicBezTo>
                <a:cubicBezTo>
                  <a:pt x="53161" y="14292"/>
                  <a:pt x="60305" y="0"/>
                  <a:pt x="66531" y="0"/>
                </a:cubicBezTo>
                <a:cubicBezTo>
                  <a:pt x="74307" y="0"/>
                  <a:pt x="80918" y="8058"/>
                  <a:pt x="82468" y="19425"/>
                </a:cubicBezTo>
                <a:cubicBezTo>
                  <a:pt x="84849" y="36891"/>
                  <a:pt x="88533" y="43885"/>
                  <a:pt x="95351" y="43885"/>
                </a:cubicBezTo>
                <a:cubicBezTo>
                  <a:pt x="98716" y="43885"/>
                  <a:pt x="103572" y="46208"/>
                  <a:pt x="106141" y="49048"/>
                </a:cubicBezTo>
                <a:cubicBezTo>
                  <a:pt x="108711" y="51887"/>
                  <a:pt x="112086" y="54190"/>
                  <a:pt x="113640" y="54166"/>
                </a:cubicBezTo>
                <a:cubicBezTo>
                  <a:pt x="117209" y="54110"/>
                  <a:pt x="125915" y="44980"/>
                  <a:pt x="132249" y="34653"/>
                </a:cubicBezTo>
                <a:cubicBezTo>
                  <a:pt x="141121" y="20185"/>
                  <a:pt x="150911" y="10326"/>
                  <a:pt x="156404" y="10326"/>
                </a:cubicBezTo>
                <a:cubicBezTo>
                  <a:pt x="159385" y="10326"/>
                  <a:pt x="164754" y="8406"/>
                  <a:pt x="168334" y="6060"/>
                </a:cubicBezTo>
                <a:cubicBezTo>
                  <a:pt x="174611" y="1948"/>
                  <a:pt x="175258" y="2087"/>
                  <a:pt x="186389" y="9933"/>
                </a:cubicBezTo>
                <a:cubicBezTo>
                  <a:pt x="192739" y="14408"/>
                  <a:pt x="199021" y="18070"/>
                  <a:pt x="200349" y="18070"/>
                </a:cubicBezTo>
                <a:cubicBezTo>
                  <a:pt x="204669" y="18070"/>
                  <a:pt x="208141" y="27331"/>
                  <a:pt x="204999" y="30473"/>
                </a:cubicBezTo>
                <a:cubicBezTo>
                  <a:pt x="200842" y="34630"/>
                  <a:pt x="205908" y="39750"/>
                  <a:pt x="218185" y="43802"/>
                </a:cubicBezTo>
                <a:cubicBezTo>
                  <a:pt x="223767" y="45645"/>
                  <a:pt x="227842" y="48450"/>
                  <a:pt x="227241" y="50036"/>
                </a:cubicBezTo>
                <a:cubicBezTo>
                  <a:pt x="226639" y="51622"/>
                  <a:pt x="231671" y="56363"/>
                  <a:pt x="238424" y="60571"/>
                </a:cubicBezTo>
                <a:cubicBezTo>
                  <a:pt x="245177" y="64780"/>
                  <a:pt x="255598" y="73342"/>
                  <a:pt x="261581" y="79599"/>
                </a:cubicBezTo>
                <a:cubicBezTo>
                  <a:pt x="268586" y="86925"/>
                  <a:pt x="273870" y="90433"/>
                  <a:pt x="276424" y="89453"/>
                </a:cubicBezTo>
                <a:cubicBezTo>
                  <a:pt x="278605" y="88616"/>
                  <a:pt x="280389" y="88966"/>
                  <a:pt x="280389" y="90232"/>
                </a:cubicBezTo>
                <a:cubicBezTo>
                  <a:pt x="280389" y="91497"/>
                  <a:pt x="284254" y="93807"/>
                  <a:pt x="288978" y="95366"/>
                </a:cubicBezTo>
                <a:cubicBezTo>
                  <a:pt x="297678" y="98238"/>
                  <a:pt x="306636" y="107909"/>
                  <a:pt x="309784" y="117828"/>
                </a:cubicBezTo>
                <a:cubicBezTo>
                  <a:pt x="310845" y="121169"/>
                  <a:pt x="316015" y="124983"/>
                  <a:pt x="323208" y="127731"/>
                </a:cubicBezTo>
                <a:cubicBezTo>
                  <a:pt x="334331" y="131978"/>
                  <a:pt x="334696" y="132432"/>
                  <a:pt x="330610" y="136947"/>
                </a:cubicBezTo>
                <a:cubicBezTo>
                  <a:pt x="327588" y="140286"/>
                  <a:pt x="326585" y="145078"/>
                  <a:pt x="327230" y="153094"/>
                </a:cubicBezTo>
                <a:lnTo>
                  <a:pt x="328146" y="164492"/>
                </a:lnTo>
                <a:lnTo>
                  <a:pt x="285552" y="166189"/>
                </a:lnTo>
                <a:cubicBezTo>
                  <a:pt x="262126" y="167123"/>
                  <a:pt x="236250" y="168600"/>
                  <a:pt x="228050" y="169472"/>
                </a:cubicBezTo>
                <a:lnTo>
                  <a:pt x="213142" y="171057"/>
                </a:lnTo>
                <a:lnTo>
                  <a:pt x="197915" y="199758"/>
                </a:lnTo>
                <a:cubicBezTo>
                  <a:pt x="189539" y="215543"/>
                  <a:pt x="181626" y="229659"/>
                  <a:pt x="180329" y="231127"/>
                </a:cubicBezTo>
                <a:cubicBezTo>
                  <a:pt x="174323" y="237923"/>
                  <a:pt x="174624" y="246989"/>
                  <a:pt x="181055" y="253031"/>
                </a:cubicBezTo>
                <a:cubicBezTo>
                  <a:pt x="187596" y="259176"/>
                  <a:pt x="189401" y="268075"/>
                  <a:pt x="185000" y="272477"/>
                </a:cubicBezTo>
                <a:cubicBezTo>
                  <a:pt x="182808" y="274669"/>
                  <a:pt x="182167" y="281522"/>
                  <a:pt x="182260" y="301769"/>
                </a:cubicBezTo>
                <a:cubicBezTo>
                  <a:pt x="182290" y="308297"/>
                  <a:pt x="178160" y="314937"/>
                  <a:pt x="174070" y="314937"/>
                </a:cubicBezTo>
                <a:cubicBezTo>
                  <a:pt x="172734" y="314937"/>
                  <a:pt x="162131" y="306034"/>
                  <a:pt x="150508" y="295153"/>
                </a:cubicBezTo>
                <a:close/>
              </a:path>
            </a:pathLst>
          </a:custGeom>
          <a:solidFill>
            <a:srgbClr val="B9B9B9"/>
          </a:solidFill>
          <a:ln w="5163" cap="flat">
            <a:noFill/>
            <a:prstDash val="solid"/>
            <a:miter/>
          </a:ln>
        </p:spPr>
        <p:txBody>
          <a:bodyPr/>
          <a:lstStyle/>
          <a:p>
            <a:endParaRPr lang="es-419" noProof="0" dirty="0"/>
          </a:p>
        </p:txBody>
      </p:sp>
      <p:sp>
        <p:nvSpPr>
          <p:cNvPr id="62" name="Forma libre: forma 61">
            <a:extLst>
              <a:ext uri="{FF2B5EF4-FFF2-40B4-BE49-F238E27FC236}">
                <a16:creationId xmlns:a16="http://schemas.microsoft.com/office/drawing/2014/main" id="{E501B614-691F-3649-5AE2-76DD35985FB3}"/>
              </a:ext>
            </a:extLst>
          </p:cNvPr>
          <p:cNvSpPr/>
          <p:nvPr/>
        </p:nvSpPr>
        <p:spPr>
          <a:xfrm>
            <a:off x="1645015" y="2415517"/>
            <a:ext cx="409424" cy="276749"/>
          </a:xfrm>
          <a:custGeom>
            <a:avLst/>
            <a:gdLst>
              <a:gd name="csX0" fmla="*/ 169694 w 409424"/>
              <a:gd name="csY0" fmla="*/ 275279 h 276749"/>
              <a:gd name="csX1" fmla="*/ 152536 w 409424"/>
              <a:gd name="csY1" fmla="*/ 270490 h 276749"/>
              <a:gd name="csX2" fmla="*/ 128939 w 409424"/>
              <a:gd name="csY2" fmla="*/ 261017 h 276749"/>
              <a:gd name="csX3" fmla="*/ 97253 w 409424"/>
              <a:gd name="csY3" fmla="*/ 251980 h 276749"/>
              <a:gd name="csX4" fmla="*/ 66316 w 409424"/>
              <a:gd name="csY4" fmla="*/ 248914 h 276749"/>
              <a:gd name="csX5" fmla="*/ 49536 w 409424"/>
              <a:gd name="csY5" fmla="*/ 241356 h 276749"/>
              <a:gd name="csX6" fmla="*/ 12262 w 409424"/>
              <a:gd name="csY6" fmla="*/ 223990 h 276749"/>
              <a:gd name="csX7" fmla="*/ 0 w 409424"/>
              <a:gd name="csY7" fmla="*/ 222341 h 276749"/>
              <a:gd name="csX8" fmla="*/ 5808 w 409424"/>
              <a:gd name="csY8" fmla="*/ 214784 h 276749"/>
              <a:gd name="csX9" fmla="*/ 14198 w 409424"/>
              <a:gd name="csY9" fmla="*/ 206134 h 276749"/>
              <a:gd name="csX10" fmla="*/ 30441 w 409424"/>
              <a:gd name="csY10" fmla="*/ 191104 h 276749"/>
              <a:gd name="csX11" fmla="*/ 44102 w 409424"/>
              <a:gd name="csY11" fmla="*/ 178805 h 276749"/>
              <a:gd name="csX12" fmla="*/ 41686 w 409424"/>
              <a:gd name="csY12" fmla="*/ 166228 h 276749"/>
              <a:gd name="csX13" fmla="*/ 27640 w 409424"/>
              <a:gd name="csY13" fmla="*/ 142994 h 276749"/>
              <a:gd name="csX14" fmla="*/ 10050 w 409424"/>
              <a:gd name="csY14" fmla="*/ 94836 h 276749"/>
              <a:gd name="csX15" fmla="*/ 25607 w 409424"/>
              <a:gd name="csY15" fmla="*/ 63931 h 276749"/>
              <a:gd name="csX16" fmla="*/ 43054 w 409424"/>
              <a:gd name="csY16" fmla="*/ 67030 h 276749"/>
              <a:gd name="csX17" fmla="*/ 54130 w 409424"/>
              <a:gd name="csY17" fmla="*/ 57326 h 276749"/>
              <a:gd name="csX18" fmla="*/ 54400 w 409424"/>
              <a:gd name="csY18" fmla="*/ 43740 h 276749"/>
              <a:gd name="csX19" fmla="*/ 67118 w 409424"/>
              <a:gd name="csY19" fmla="*/ 40356 h 276749"/>
              <a:gd name="csX20" fmla="*/ 69858 w 409424"/>
              <a:gd name="csY20" fmla="*/ 47250 h 276749"/>
              <a:gd name="csX21" fmla="*/ 74957 w 409424"/>
              <a:gd name="csY21" fmla="*/ 55146 h 276749"/>
              <a:gd name="csX22" fmla="*/ 85078 w 409424"/>
              <a:gd name="csY22" fmla="*/ 56392 h 276749"/>
              <a:gd name="csX23" fmla="*/ 108275 w 409424"/>
              <a:gd name="csY23" fmla="*/ 51828 h 276749"/>
              <a:gd name="csX24" fmla="*/ 135859 w 409424"/>
              <a:gd name="csY24" fmla="*/ 46965 h 276749"/>
              <a:gd name="csX25" fmla="*/ 159928 w 409424"/>
              <a:gd name="csY25" fmla="*/ 4926 h 276749"/>
              <a:gd name="csX26" fmla="*/ 164133 w 409424"/>
              <a:gd name="csY26" fmla="*/ 409 h 276749"/>
              <a:gd name="csX27" fmla="*/ 170486 w 409424"/>
              <a:gd name="csY27" fmla="*/ 1976 h 276749"/>
              <a:gd name="csX28" fmla="*/ 183283 w 409424"/>
              <a:gd name="csY28" fmla="*/ 17951 h 276749"/>
              <a:gd name="csX29" fmla="*/ 185999 w 409424"/>
              <a:gd name="csY29" fmla="*/ 22627 h 276749"/>
              <a:gd name="csX30" fmla="*/ 191478 w 409424"/>
              <a:gd name="csY30" fmla="*/ 30556 h 276749"/>
              <a:gd name="csX31" fmla="*/ 217371 w 409424"/>
              <a:gd name="csY31" fmla="*/ 43279 h 276749"/>
              <a:gd name="csX32" fmla="*/ 231319 w 409424"/>
              <a:gd name="csY32" fmla="*/ 47797 h 276749"/>
              <a:gd name="csX33" fmla="*/ 231065 w 409424"/>
              <a:gd name="csY33" fmla="*/ 71654 h 276749"/>
              <a:gd name="csX34" fmla="*/ 232914 w 409424"/>
              <a:gd name="csY34" fmla="*/ 94162 h 276749"/>
              <a:gd name="csX35" fmla="*/ 264097 w 409424"/>
              <a:gd name="csY35" fmla="*/ 98422 h 276749"/>
              <a:gd name="csX36" fmla="*/ 290859 w 409424"/>
              <a:gd name="csY36" fmla="*/ 85458 h 276749"/>
              <a:gd name="csX37" fmla="*/ 289553 w 409424"/>
              <a:gd name="csY37" fmla="*/ 87164 h 276749"/>
              <a:gd name="csX38" fmla="*/ 313001 w 409424"/>
              <a:gd name="csY38" fmla="*/ 117924 h 276749"/>
              <a:gd name="csX39" fmla="*/ 320100 w 409424"/>
              <a:gd name="csY39" fmla="*/ 125822 h 276749"/>
              <a:gd name="csX40" fmla="*/ 323327 w 409424"/>
              <a:gd name="csY40" fmla="*/ 131062 h 276749"/>
              <a:gd name="csX41" fmla="*/ 409403 w 409424"/>
              <a:gd name="csY41" fmla="*/ 134303 h 276749"/>
              <a:gd name="csX42" fmla="*/ 398626 w 409424"/>
              <a:gd name="csY42" fmla="*/ 166622 h 276749"/>
              <a:gd name="csX43" fmla="*/ 387152 w 409424"/>
              <a:gd name="csY43" fmla="*/ 198243 h 276749"/>
              <a:gd name="csX44" fmla="*/ 392348 w 409424"/>
              <a:gd name="csY44" fmla="*/ 208428 h 276749"/>
              <a:gd name="csX45" fmla="*/ 395238 w 409424"/>
              <a:gd name="csY45" fmla="*/ 226562 h 276749"/>
              <a:gd name="csX46" fmla="*/ 391384 w 409424"/>
              <a:gd name="csY46" fmla="*/ 222526 h 276749"/>
              <a:gd name="csX47" fmla="*/ 386991 w 409424"/>
              <a:gd name="csY47" fmla="*/ 220249 h 276749"/>
              <a:gd name="csX48" fmla="*/ 376751 w 409424"/>
              <a:gd name="csY48" fmla="*/ 216540 h 276749"/>
              <a:gd name="csX49" fmla="*/ 366566 w 409424"/>
              <a:gd name="csY49" fmla="*/ 215027 h 276749"/>
              <a:gd name="csX50" fmla="*/ 371084 w 409424"/>
              <a:gd name="csY50" fmla="*/ 220497 h 276749"/>
              <a:gd name="csX51" fmla="*/ 400125 w 409424"/>
              <a:gd name="csY51" fmla="*/ 234526 h 276749"/>
              <a:gd name="csX52" fmla="*/ 382700 w 409424"/>
              <a:gd name="csY52" fmla="*/ 228973 h 276749"/>
              <a:gd name="csX53" fmla="*/ 356240 w 409424"/>
              <a:gd name="csY53" fmla="*/ 221430 h 276749"/>
              <a:gd name="csX54" fmla="*/ 344640 w 409424"/>
              <a:gd name="csY54" fmla="*/ 215296 h 276749"/>
              <a:gd name="csX55" fmla="*/ 351310 w 409424"/>
              <a:gd name="csY55" fmla="*/ 215089 h 276749"/>
              <a:gd name="csX56" fmla="*/ 353659 w 409424"/>
              <a:gd name="csY56" fmla="*/ 213898 h 276749"/>
              <a:gd name="csX57" fmla="*/ 348281 w 409424"/>
              <a:gd name="csY57" fmla="*/ 208377 h 276749"/>
              <a:gd name="csX58" fmla="*/ 338397 w 409424"/>
              <a:gd name="csY58" fmla="*/ 209577 h 276749"/>
              <a:gd name="csX59" fmla="*/ 330426 w 409424"/>
              <a:gd name="csY59" fmla="*/ 208411 h 276749"/>
              <a:gd name="csX60" fmla="*/ 317751 w 409424"/>
              <a:gd name="csY60" fmla="*/ 206264 h 276749"/>
              <a:gd name="csX61" fmla="*/ 320963 w 409424"/>
              <a:gd name="csY61" fmla="*/ 214760 h 276749"/>
              <a:gd name="csX62" fmla="*/ 323972 w 409424"/>
              <a:gd name="csY62" fmla="*/ 215747 h 276749"/>
              <a:gd name="csX63" fmla="*/ 314937 w 409424"/>
              <a:gd name="csY63" fmla="*/ 219599 h 276749"/>
              <a:gd name="csX64" fmla="*/ 321391 w 409424"/>
              <a:gd name="csY64" fmla="*/ 219864 h 276749"/>
              <a:gd name="csX65" fmla="*/ 330426 w 409424"/>
              <a:gd name="csY65" fmla="*/ 221426 h 276749"/>
              <a:gd name="csX66" fmla="*/ 310754 w 409424"/>
              <a:gd name="csY66" fmla="*/ 223941 h 276749"/>
              <a:gd name="csX67" fmla="*/ 284939 w 409424"/>
              <a:gd name="csY67" fmla="*/ 234304 h 276749"/>
              <a:gd name="csX68" fmla="*/ 270316 w 409424"/>
              <a:gd name="csY68" fmla="*/ 244630 h 276749"/>
              <a:gd name="csX69" fmla="*/ 259397 w 409424"/>
              <a:gd name="csY69" fmla="*/ 248767 h 276749"/>
              <a:gd name="csX70" fmla="*/ 242736 w 409424"/>
              <a:gd name="csY70" fmla="*/ 255227 h 276749"/>
              <a:gd name="csX71" fmla="*/ 220097 w 409424"/>
              <a:gd name="csY71" fmla="*/ 265079 h 276749"/>
              <a:gd name="csX72" fmla="*/ 198772 w 409424"/>
              <a:gd name="csY72" fmla="*/ 274061 h 276749"/>
              <a:gd name="csX73" fmla="*/ 169694 w 409424"/>
              <a:gd name="csY73" fmla="*/ 275279 h 2767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Lst>
            <a:rect l="l" t="t" r="r" b="b"/>
            <a:pathLst>
              <a:path w="409424" h="276749">
                <a:moveTo>
                  <a:pt x="169694" y="275279"/>
                </a:moveTo>
                <a:cubicBezTo>
                  <a:pt x="167412" y="274002"/>
                  <a:pt x="159691" y="271847"/>
                  <a:pt x="152536" y="270490"/>
                </a:cubicBezTo>
                <a:cubicBezTo>
                  <a:pt x="145381" y="269133"/>
                  <a:pt x="134762" y="264870"/>
                  <a:pt x="128939" y="261017"/>
                </a:cubicBezTo>
                <a:cubicBezTo>
                  <a:pt x="120697" y="255563"/>
                  <a:pt x="113680" y="253561"/>
                  <a:pt x="97253" y="251980"/>
                </a:cubicBezTo>
                <a:cubicBezTo>
                  <a:pt x="85648" y="250863"/>
                  <a:pt x="71726" y="249483"/>
                  <a:pt x="66316" y="248914"/>
                </a:cubicBezTo>
                <a:cubicBezTo>
                  <a:pt x="60430" y="248295"/>
                  <a:pt x="53691" y="245260"/>
                  <a:pt x="49536" y="241356"/>
                </a:cubicBezTo>
                <a:cubicBezTo>
                  <a:pt x="36860" y="229445"/>
                  <a:pt x="25174" y="224000"/>
                  <a:pt x="12262" y="223990"/>
                </a:cubicBezTo>
                <a:cubicBezTo>
                  <a:pt x="5518" y="223985"/>
                  <a:pt x="0" y="223243"/>
                  <a:pt x="0" y="222341"/>
                </a:cubicBezTo>
                <a:cubicBezTo>
                  <a:pt x="0" y="221438"/>
                  <a:pt x="2614" y="218038"/>
                  <a:pt x="5808" y="214784"/>
                </a:cubicBezTo>
                <a:cubicBezTo>
                  <a:pt x="9003" y="211529"/>
                  <a:pt x="12778" y="207637"/>
                  <a:pt x="14198" y="206134"/>
                </a:cubicBezTo>
                <a:cubicBezTo>
                  <a:pt x="15618" y="204632"/>
                  <a:pt x="22927" y="197868"/>
                  <a:pt x="30441" y="191104"/>
                </a:cubicBezTo>
                <a:lnTo>
                  <a:pt x="44102" y="178805"/>
                </a:lnTo>
                <a:lnTo>
                  <a:pt x="41686" y="166228"/>
                </a:lnTo>
                <a:cubicBezTo>
                  <a:pt x="39751" y="156152"/>
                  <a:pt x="36957" y="151530"/>
                  <a:pt x="27640" y="142994"/>
                </a:cubicBezTo>
                <a:cubicBezTo>
                  <a:pt x="14024" y="130519"/>
                  <a:pt x="10714" y="121458"/>
                  <a:pt x="10050" y="94836"/>
                </a:cubicBezTo>
                <a:cubicBezTo>
                  <a:pt x="9450" y="70766"/>
                  <a:pt x="12891" y="63931"/>
                  <a:pt x="25607" y="63931"/>
                </a:cubicBezTo>
                <a:cubicBezTo>
                  <a:pt x="30489" y="63931"/>
                  <a:pt x="38340" y="65326"/>
                  <a:pt x="43054" y="67030"/>
                </a:cubicBezTo>
                <a:cubicBezTo>
                  <a:pt x="54638" y="71219"/>
                  <a:pt x="59354" y="67087"/>
                  <a:pt x="54130" y="57326"/>
                </a:cubicBezTo>
                <a:cubicBezTo>
                  <a:pt x="51035" y="51543"/>
                  <a:pt x="51072" y="49668"/>
                  <a:pt x="54400" y="43740"/>
                </a:cubicBezTo>
                <a:cubicBezTo>
                  <a:pt x="59239" y="35118"/>
                  <a:pt x="67118" y="33022"/>
                  <a:pt x="67118" y="40356"/>
                </a:cubicBezTo>
                <a:cubicBezTo>
                  <a:pt x="67118" y="43216"/>
                  <a:pt x="68351" y="46318"/>
                  <a:pt x="69858" y="47250"/>
                </a:cubicBezTo>
                <a:cubicBezTo>
                  <a:pt x="71366" y="48181"/>
                  <a:pt x="73660" y="51735"/>
                  <a:pt x="74957" y="55146"/>
                </a:cubicBezTo>
                <a:cubicBezTo>
                  <a:pt x="77803" y="62631"/>
                  <a:pt x="81496" y="63085"/>
                  <a:pt x="85078" y="56392"/>
                </a:cubicBezTo>
                <a:cubicBezTo>
                  <a:pt x="87383" y="52084"/>
                  <a:pt x="90423" y="51486"/>
                  <a:pt x="108275" y="51828"/>
                </a:cubicBezTo>
                <a:cubicBezTo>
                  <a:pt x="125309" y="52154"/>
                  <a:pt x="130021" y="51323"/>
                  <a:pt x="135859" y="46965"/>
                </a:cubicBezTo>
                <a:cubicBezTo>
                  <a:pt x="144210" y="40730"/>
                  <a:pt x="159754" y="13580"/>
                  <a:pt x="159928" y="4926"/>
                </a:cubicBezTo>
                <a:cubicBezTo>
                  <a:pt x="160018" y="462"/>
                  <a:pt x="161137" y="-741"/>
                  <a:pt x="164133" y="409"/>
                </a:cubicBezTo>
                <a:cubicBezTo>
                  <a:pt x="166379" y="1271"/>
                  <a:pt x="169238" y="1976"/>
                  <a:pt x="170486" y="1976"/>
                </a:cubicBezTo>
                <a:cubicBezTo>
                  <a:pt x="174404" y="1976"/>
                  <a:pt x="183283" y="13060"/>
                  <a:pt x="183283" y="17951"/>
                </a:cubicBezTo>
                <a:cubicBezTo>
                  <a:pt x="183283" y="20523"/>
                  <a:pt x="184505" y="22627"/>
                  <a:pt x="185999" y="22627"/>
                </a:cubicBezTo>
                <a:cubicBezTo>
                  <a:pt x="187493" y="22627"/>
                  <a:pt x="189958" y="26195"/>
                  <a:pt x="191478" y="30556"/>
                </a:cubicBezTo>
                <a:cubicBezTo>
                  <a:pt x="194632" y="39603"/>
                  <a:pt x="202114" y="43279"/>
                  <a:pt x="217371" y="43279"/>
                </a:cubicBezTo>
                <a:cubicBezTo>
                  <a:pt x="224361" y="43279"/>
                  <a:pt x="229040" y="44794"/>
                  <a:pt x="231319" y="47797"/>
                </a:cubicBezTo>
                <a:cubicBezTo>
                  <a:pt x="235951" y="53900"/>
                  <a:pt x="235804" y="67721"/>
                  <a:pt x="231065" y="71654"/>
                </a:cubicBezTo>
                <a:cubicBezTo>
                  <a:pt x="227042" y="74993"/>
                  <a:pt x="227738" y="83470"/>
                  <a:pt x="232914" y="94162"/>
                </a:cubicBezTo>
                <a:cubicBezTo>
                  <a:pt x="236944" y="102487"/>
                  <a:pt x="256280" y="105129"/>
                  <a:pt x="264097" y="98422"/>
                </a:cubicBezTo>
                <a:cubicBezTo>
                  <a:pt x="272137" y="91525"/>
                  <a:pt x="288836" y="83435"/>
                  <a:pt x="290859" y="85458"/>
                </a:cubicBezTo>
                <a:cubicBezTo>
                  <a:pt x="291797" y="86396"/>
                  <a:pt x="291209" y="87164"/>
                  <a:pt x="289553" y="87164"/>
                </a:cubicBezTo>
                <a:cubicBezTo>
                  <a:pt x="278849" y="87164"/>
                  <a:pt x="297992" y="112276"/>
                  <a:pt x="313001" y="117924"/>
                </a:cubicBezTo>
                <a:cubicBezTo>
                  <a:pt x="317528" y="119627"/>
                  <a:pt x="320100" y="122488"/>
                  <a:pt x="320100" y="125822"/>
                </a:cubicBezTo>
                <a:cubicBezTo>
                  <a:pt x="320100" y="128696"/>
                  <a:pt x="321552" y="131055"/>
                  <a:pt x="323327" y="131062"/>
                </a:cubicBezTo>
                <a:cubicBezTo>
                  <a:pt x="338940" y="131129"/>
                  <a:pt x="408862" y="133762"/>
                  <a:pt x="409403" y="134303"/>
                </a:cubicBezTo>
                <a:cubicBezTo>
                  <a:pt x="409786" y="134687"/>
                  <a:pt x="404937" y="149230"/>
                  <a:pt x="398626" y="166622"/>
                </a:cubicBezTo>
                <a:lnTo>
                  <a:pt x="387152" y="198243"/>
                </a:lnTo>
                <a:lnTo>
                  <a:pt x="392348" y="208428"/>
                </a:lnTo>
                <a:cubicBezTo>
                  <a:pt x="397867" y="219247"/>
                  <a:pt x="399033" y="226562"/>
                  <a:pt x="395238" y="226562"/>
                </a:cubicBezTo>
                <a:cubicBezTo>
                  <a:pt x="393970" y="226562"/>
                  <a:pt x="392236" y="224746"/>
                  <a:pt x="391384" y="222526"/>
                </a:cubicBezTo>
                <a:cubicBezTo>
                  <a:pt x="390533" y="220307"/>
                  <a:pt x="388555" y="219282"/>
                  <a:pt x="386991" y="220249"/>
                </a:cubicBezTo>
                <a:cubicBezTo>
                  <a:pt x="385426" y="221216"/>
                  <a:pt x="380818" y="219547"/>
                  <a:pt x="376751" y="216540"/>
                </a:cubicBezTo>
                <a:cubicBezTo>
                  <a:pt x="367939" y="210026"/>
                  <a:pt x="366566" y="209821"/>
                  <a:pt x="366566" y="215027"/>
                </a:cubicBezTo>
                <a:cubicBezTo>
                  <a:pt x="366566" y="217201"/>
                  <a:pt x="368599" y="219663"/>
                  <a:pt x="371084" y="220497"/>
                </a:cubicBezTo>
                <a:cubicBezTo>
                  <a:pt x="382593" y="224364"/>
                  <a:pt x="400125" y="232833"/>
                  <a:pt x="400125" y="234526"/>
                </a:cubicBezTo>
                <a:cubicBezTo>
                  <a:pt x="400125" y="235560"/>
                  <a:pt x="392284" y="233061"/>
                  <a:pt x="382700" y="228973"/>
                </a:cubicBezTo>
                <a:cubicBezTo>
                  <a:pt x="373117" y="224884"/>
                  <a:pt x="361210" y="221490"/>
                  <a:pt x="356240" y="221430"/>
                </a:cubicBezTo>
                <a:cubicBezTo>
                  <a:pt x="344962" y="221293"/>
                  <a:pt x="338255" y="217747"/>
                  <a:pt x="344640" y="215296"/>
                </a:cubicBezTo>
                <a:cubicBezTo>
                  <a:pt x="347017" y="214384"/>
                  <a:pt x="350019" y="214291"/>
                  <a:pt x="351310" y="215089"/>
                </a:cubicBezTo>
                <a:cubicBezTo>
                  <a:pt x="352602" y="215888"/>
                  <a:pt x="353659" y="215352"/>
                  <a:pt x="353659" y="213898"/>
                </a:cubicBezTo>
                <a:cubicBezTo>
                  <a:pt x="353659" y="212444"/>
                  <a:pt x="351239" y="209960"/>
                  <a:pt x="348281" y="208377"/>
                </a:cubicBezTo>
                <a:cubicBezTo>
                  <a:pt x="344050" y="206113"/>
                  <a:pt x="341943" y="206369"/>
                  <a:pt x="338397" y="209577"/>
                </a:cubicBezTo>
                <a:cubicBezTo>
                  <a:pt x="332399" y="215006"/>
                  <a:pt x="330426" y="214717"/>
                  <a:pt x="330426" y="208411"/>
                </a:cubicBezTo>
                <a:cubicBezTo>
                  <a:pt x="330426" y="200483"/>
                  <a:pt x="323396" y="199293"/>
                  <a:pt x="317751" y="206264"/>
                </a:cubicBezTo>
                <a:cubicBezTo>
                  <a:pt x="311888" y="213504"/>
                  <a:pt x="313243" y="217088"/>
                  <a:pt x="320963" y="214760"/>
                </a:cubicBezTo>
                <a:cubicBezTo>
                  <a:pt x="324787" y="213607"/>
                  <a:pt x="325738" y="213919"/>
                  <a:pt x="323972" y="215747"/>
                </a:cubicBezTo>
                <a:cubicBezTo>
                  <a:pt x="322552" y="217218"/>
                  <a:pt x="318487" y="218951"/>
                  <a:pt x="314937" y="219599"/>
                </a:cubicBezTo>
                <a:cubicBezTo>
                  <a:pt x="311388" y="220248"/>
                  <a:pt x="314292" y="220366"/>
                  <a:pt x="321391" y="219864"/>
                </a:cubicBezTo>
                <a:cubicBezTo>
                  <a:pt x="330318" y="219231"/>
                  <a:pt x="333104" y="219713"/>
                  <a:pt x="330426" y="221426"/>
                </a:cubicBezTo>
                <a:cubicBezTo>
                  <a:pt x="328296" y="222787"/>
                  <a:pt x="319444" y="223919"/>
                  <a:pt x="310754" y="223941"/>
                </a:cubicBezTo>
                <a:cubicBezTo>
                  <a:pt x="295733" y="223979"/>
                  <a:pt x="294460" y="224490"/>
                  <a:pt x="284939" y="234304"/>
                </a:cubicBezTo>
                <a:cubicBezTo>
                  <a:pt x="279431" y="239982"/>
                  <a:pt x="272851" y="244629"/>
                  <a:pt x="270316" y="244630"/>
                </a:cubicBezTo>
                <a:cubicBezTo>
                  <a:pt x="267782" y="244631"/>
                  <a:pt x="262868" y="246493"/>
                  <a:pt x="259397" y="248767"/>
                </a:cubicBezTo>
                <a:cubicBezTo>
                  <a:pt x="255927" y="251041"/>
                  <a:pt x="248429" y="253948"/>
                  <a:pt x="242736" y="255227"/>
                </a:cubicBezTo>
                <a:cubicBezTo>
                  <a:pt x="237044" y="256506"/>
                  <a:pt x="226856" y="260940"/>
                  <a:pt x="220097" y="265079"/>
                </a:cubicBezTo>
                <a:cubicBezTo>
                  <a:pt x="213337" y="269219"/>
                  <a:pt x="203741" y="273261"/>
                  <a:pt x="198772" y="274061"/>
                </a:cubicBezTo>
                <a:cubicBezTo>
                  <a:pt x="178742" y="277289"/>
                  <a:pt x="173664" y="277501"/>
                  <a:pt x="169694" y="275279"/>
                </a:cubicBezTo>
                <a:close/>
              </a:path>
            </a:pathLst>
          </a:custGeom>
          <a:solidFill>
            <a:srgbClr val="B9B9B9"/>
          </a:solidFill>
          <a:ln w="5163" cap="flat">
            <a:noFill/>
            <a:prstDash val="solid"/>
            <a:miter/>
          </a:ln>
        </p:spPr>
        <p:txBody>
          <a:bodyPr/>
          <a:lstStyle/>
          <a:p>
            <a:endParaRPr lang="es-419" noProof="0" dirty="0"/>
          </a:p>
        </p:txBody>
      </p:sp>
      <p:sp>
        <p:nvSpPr>
          <p:cNvPr id="63" name="Forma libre: forma 62">
            <a:extLst>
              <a:ext uri="{FF2B5EF4-FFF2-40B4-BE49-F238E27FC236}">
                <a16:creationId xmlns:a16="http://schemas.microsoft.com/office/drawing/2014/main" id="{050266D8-245F-9B53-5CF6-38433F07BD4E}"/>
              </a:ext>
            </a:extLst>
          </p:cNvPr>
          <p:cNvSpPr/>
          <p:nvPr/>
        </p:nvSpPr>
        <p:spPr>
          <a:xfrm>
            <a:off x="1324915" y="2412330"/>
            <a:ext cx="357764" cy="223095"/>
          </a:xfrm>
          <a:custGeom>
            <a:avLst/>
            <a:gdLst>
              <a:gd name="csX0" fmla="*/ 310749 w 357764"/>
              <a:gd name="csY0" fmla="*/ 220821 h 223095"/>
              <a:gd name="csX1" fmla="*/ 306750 w 357764"/>
              <a:gd name="csY1" fmla="*/ 216842 h 223095"/>
              <a:gd name="csX2" fmla="*/ 298107 w 357764"/>
              <a:gd name="csY2" fmla="*/ 209508 h 223095"/>
              <a:gd name="csX3" fmla="*/ 280348 w 357764"/>
              <a:gd name="csY3" fmla="*/ 201999 h 223095"/>
              <a:gd name="csX4" fmla="*/ 262845 w 357764"/>
              <a:gd name="csY4" fmla="*/ 196313 h 223095"/>
              <a:gd name="csX5" fmla="*/ 256032 w 357764"/>
              <a:gd name="csY5" fmla="*/ 193496 h 223095"/>
              <a:gd name="csX6" fmla="*/ 242886 w 357764"/>
              <a:gd name="csY6" fmla="*/ 190679 h 223095"/>
              <a:gd name="csX7" fmla="*/ 229978 w 357764"/>
              <a:gd name="csY7" fmla="*/ 186722 h 223095"/>
              <a:gd name="csX8" fmla="*/ 220854 w 357764"/>
              <a:gd name="csY8" fmla="*/ 186091 h 223095"/>
              <a:gd name="csX9" fmla="*/ 209097 w 357764"/>
              <a:gd name="csY9" fmla="*/ 183130 h 223095"/>
              <a:gd name="csX10" fmla="*/ 214906 w 357764"/>
              <a:gd name="csY10" fmla="*/ 187877 h 223095"/>
              <a:gd name="csX11" fmla="*/ 215222 w 357764"/>
              <a:gd name="csY11" fmla="*/ 190853 h 223095"/>
              <a:gd name="csX12" fmla="*/ 206349 w 357764"/>
              <a:gd name="csY12" fmla="*/ 186954 h 223095"/>
              <a:gd name="csX13" fmla="*/ 189899 w 357764"/>
              <a:gd name="csY13" fmla="*/ 176334 h 223095"/>
              <a:gd name="csX14" fmla="*/ 172154 w 357764"/>
              <a:gd name="csY14" fmla="*/ 165667 h 223095"/>
              <a:gd name="csX15" fmla="*/ 165494 w 357764"/>
              <a:gd name="csY15" fmla="*/ 164758 h 223095"/>
              <a:gd name="csX16" fmla="*/ 154887 w 357764"/>
              <a:gd name="csY16" fmla="*/ 162867 h 223095"/>
              <a:gd name="csX17" fmla="*/ 146116 w 357764"/>
              <a:gd name="csY17" fmla="*/ 160825 h 223095"/>
              <a:gd name="csX18" fmla="*/ 117490 w 357764"/>
              <a:gd name="csY18" fmla="*/ 151278 h 223095"/>
              <a:gd name="csX19" fmla="*/ 95284 w 357764"/>
              <a:gd name="csY19" fmla="*/ 141980 h 223095"/>
              <a:gd name="csX20" fmla="*/ 92932 w 357764"/>
              <a:gd name="csY20" fmla="*/ 138216 h 223095"/>
              <a:gd name="csX21" fmla="*/ 81316 w 357764"/>
              <a:gd name="csY21" fmla="*/ 127645 h 223095"/>
              <a:gd name="csX22" fmla="*/ 69699 w 357764"/>
              <a:gd name="csY22" fmla="*/ 117508 h 223095"/>
              <a:gd name="csX23" fmla="*/ 49682 w 357764"/>
              <a:gd name="csY23" fmla="*/ 104238 h 223095"/>
              <a:gd name="csX24" fmla="*/ 33940 w 357764"/>
              <a:gd name="csY24" fmla="*/ 91155 h 223095"/>
              <a:gd name="csX25" fmla="*/ 3571 w 357764"/>
              <a:gd name="csY25" fmla="*/ 73330 h 223095"/>
              <a:gd name="csX26" fmla="*/ 0 w 357764"/>
              <a:gd name="csY26" fmla="*/ 65812 h 223095"/>
              <a:gd name="csX27" fmla="*/ 7287 w 357764"/>
              <a:gd name="csY27" fmla="*/ 53156 h 223095"/>
              <a:gd name="csX28" fmla="*/ 18044 w 357764"/>
              <a:gd name="csY28" fmla="*/ 33495 h 223095"/>
              <a:gd name="csX29" fmla="*/ 19421 w 357764"/>
              <a:gd name="csY29" fmla="*/ 20586 h 223095"/>
              <a:gd name="csX30" fmla="*/ 43911 w 357764"/>
              <a:gd name="csY30" fmla="*/ 20678 h 223095"/>
              <a:gd name="csX31" fmla="*/ 60045 w 357764"/>
              <a:gd name="csY31" fmla="*/ 24079 h 223095"/>
              <a:gd name="csX32" fmla="*/ 132045 w 357764"/>
              <a:gd name="csY32" fmla="*/ 29780 h 223095"/>
              <a:gd name="csX33" fmla="*/ 140624 w 357764"/>
              <a:gd name="csY33" fmla="*/ 26018 h 223095"/>
              <a:gd name="csX34" fmla="*/ 141619 w 357764"/>
              <a:gd name="csY34" fmla="*/ 13502 h 223095"/>
              <a:gd name="csX35" fmla="*/ 147260 w 357764"/>
              <a:gd name="csY35" fmla="*/ 0 h 223095"/>
              <a:gd name="csX36" fmla="*/ 157468 w 357764"/>
              <a:gd name="csY36" fmla="*/ 24790 h 223095"/>
              <a:gd name="csX37" fmla="*/ 164323 w 357764"/>
              <a:gd name="csY37" fmla="*/ 32600 h 223095"/>
              <a:gd name="csX38" fmla="*/ 177876 w 357764"/>
              <a:gd name="csY38" fmla="*/ 26172 h 223095"/>
              <a:gd name="csX39" fmla="*/ 195232 w 357764"/>
              <a:gd name="csY39" fmla="*/ 18047 h 223095"/>
              <a:gd name="csX40" fmla="*/ 208905 w 357764"/>
              <a:gd name="csY40" fmla="*/ 10791 h 223095"/>
              <a:gd name="csX41" fmla="*/ 219887 w 357764"/>
              <a:gd name="csY41" fmla="*/ 4680 h 223095"/>
              <a:gd name="csX42" fmla="*/ 238661 w 357764"/>
              <a:gd name="csY42" fmla="*/ 20265 h 223095"/>
              <a:gd name="csX43" fmla="*/ 254397 w 357764"/>
              <a:gd name="csY43" fmla="*/ 25712 h 223095"/>
              <a:gd name="csX44" fmla="*/ 258145 w 357764"/>
              <a:gd name="csY44" fmla="*/ 24934 h 223095"/>
              <a:gd name="csX45" fmla="*/ 286337 w 357764"/>
              <a:gd name="csY45" fmla="*/ 54210 h 223095"/>
              <a:gd name="csX46" fmla="*/ 292234 w 357764"/>
              <a:gd name="csY46" fmla="*/ 58728 h 223095"/>
              <a:gd name="csX47" fmla="*/ 311147 w 357764"/>
              <a:gd name="csY47" fmla="*/ 69699 h 223095"/>
              <a:gd name="csX48" fmla="*/ 321808 w 357764"/>
              <a:gd name="csY48" fmla="*/ 76335 h 223095"/>
              <a:gd name="csX49" fmla="*/ 326980 w 357764"/>
              <a:gd name="csY49" fmla="*/ 102795 h 223095"/>
              <a:gd name="csX50" fmla="*/ 329261 w 357764"/>
              <a:gd name="csY50" fmla="*/ 127630 h 223095"/>
              <a:gd name="csX51" fmla="*/ 333007 w 357764"/>
              <a:gd name="csY51" fmla="*/ 137310 h 223095"/>
              <a:gd name="csX52" fmla="*/ 335120 w 357764"/>
              <a:gd name="csY52" fmla="*/ 141980 h 223095"/>
              <a:gd name="csX53" fmla="*/ 346410 w 357764"/>
              <a:gd name="csY53" fmla="*/ 150369 h 223095"/>
              <a:gd name="csX54" fmla="*/ 357125 w 357764"/>
              <a:gd name="csY54" fmla="*/ 170794 h 223095"/>
              <a:gd name="csX55" fmla="*/ 348644 w 357764"/>
              <a:gd name="csY55" fmla="*/ 191877 h 223095"/>
              <a:gd name="csX56" fmla="*/ 333236 w 357764"/>
              <a:gd name="csY56" fmla="*/ 203812 h 223095"/>
              <a:gd name="csX57" fmla="*/ 327844 w 357764"/>
              <a:gd name="csY57" fmla="*/ 209994 h 223095"/>
              <a:gd name="csX58" fmla="*/ 320060 w 357764"/>
              <a:gd name="csY58" fmla="*/ 219045 h 223095"/>
              <a:gd name="csX59" fmla="*/ 310749 w 357764"/>
              <a:gd name="csY59" fmla="*/ 220821 h 2230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Lst>
            <a:rect l="l" t="t" r="r" b="b"/>
            <a:pathLst>
              <a:path w="357764" h="223095">
                <a:moveTo>
                  <a:pt x="310749" y="220821"/>
                </a:moveTo>
                <a:cubicBezTo>
                  <a:pt x="309909" y="218632"/>
                  <a:pt x="308109" y="216842"/>
                  <a:pt x="306750" y="216842"/>
                </a:cubicBezTo>
                <a:cubicBezTo>
                  <a:pt x="305390" y="216842"/>
                  <a:pt x="301501" y="213542"/>
                  <a:pt x="298107" y="209508"/>
                </a:cubicBezTo>
                <a:cubicBezTo>
                  <a:pt x="293077" y="203531"/>
                  <a:pt x="289793" y="202142"/>
                  <a:pt x="280348" y="201999"/>
                </a:cubicBezTo>
                <a:cubicBezTo>
                  <a:pt x="272259" y="201877"/>
                  <a:pt x="266975" y="200160"/>
                  <a:pt x="262845" y="196313"/>
                </a:cubicBezTo>
                <a:cubicBezTo>
                  <a:pt x="259591" y="193282"/>
                  <a:pt x="256525" y="192014"/>
                  <a:pt x="256032" y="193496"/>
                </a:cubicBezTo>
                <a:cubicBezTo>
                  <a:pt x="254564" y="197900"/>
                  <a:pt x="248378" y="196574"/>
                  <a:pt x="242886" y="190679"/>
                </a:cubicBezTo>
                <a:cubicBezTo>
                  <a:pt x="238972" y="186478"/>
                  <a:pt x="235903" y="185537"/>
                  <a:pt x="229978" y="186722"/>
                </a:cubicBezTo>
                <a:cubicBezTo>
                  <a:pt x="225703" y="187577"/>
                  <a:pt x="221597" y="187293"/>
                  <a:pt x="220854" y="186091"/>
                </a:cubicBezTo>
                <a:cubicBezTo>
                  <a:pt x="219048" y="183170"/>
                  <a:pt x="209097" y="180663"/>
                  <a:pt x="209097" y="183130"/>
                </a:cubicBezTo>
                <a:cubicBezTo>
                  <a:pt x="209097" y="184200"/>
                  <a:pt x="211711" y="186336"/>
                  <a:pt x="214906" y="187877"/>
                </a:cubicBezTo>
                <a:cubicBezTo>
                  <a:pt x="220644" y="190644"/>
                  <a:pt x="220647" y="190680"/>
                  <a:pt x="215222" y="190853"/>
                </a:cubicBezTo>
                <a:cubicBezTo>
                  <a:pt x="212201" y="190949"/>
                  <a:pt x="208208" y="189194"/>
                  <a:pt x="206349" y="186954"/>
                </a:cubicBezTo>
                <a:cubicBezTo>
                  <a:pt x="204489" y="184713"/>
                  <a:pt x="197087" y="179934"/>
                  <a:pt x="189899" y="176334"/>
                </a:cubicBezTo>
                <a:cubicBezTo>
                  <a:pt x="182711" y="172733"/>
                  <a:pt x="174726" y="167933"/>
                  <a:pt x="172154" y="165667"/>
                </a:cubicBezTo>
                <a:cubicBezTo>
                  <a:pt x="168546" y="162487"/>
                  <a:pt x="167026" y="162279"/>
                  <a:pt x="165494" y="164758"/>
                </a:cubicBezTo>
                <a:cubicBezTo>
                  <a:pt x="163542" y="167916"/>
                  <a:pt x="154887" y="166373"/>
                  <a:pt x="154887" y="162867"/>
                </a:cubicBezTo>
                <a:cubicBezTo>
                  <a:pt x="154887" y="161880"/>
                  <a:pt x="150940" y="160961"/>
                  <a:pt x="146116" y="160825"/>
                </a:cubicBezTo>
                <a:cubicBezTo>
                  <a:pt x="141292" y="160688"/>
                  <a:pt x="128410" y="156392"/>
                  <a:pt x="117490" y="151278"/>
                </a:cubicBezTo>
                <a:cubicBezTo>
                  <a:pt x="106570" y="146164"/>
                  <a:pt x="96577" y="141980"/>
                  <a:pt x="95284" y="141980"/>
                </a:cubicBezTo>
                <a:cubicBezTo>
                  <a:pt x="93990" y="141980"/>
                  <a:pt x="92932" y="140286"/>
                  <a:pt x="92932" y="138216"/>
                </a:cubicBezTo>
                <a:cubicBezTo>
                  <a:pt x="92932" y="136147"/>
                  <a:pt x="87705" y="131390"/>
                  <a:pt x="81316" y="127645"/>
                </a:cubicBezTo>
                <a:cubicBezTo>
                  <a:pt x="74927" y="123901"/>
                  <a:pt x="69699" y="119339"/>
                  <a:pt x="69699" y="117508"/>
                </a:cubicBezTo>
                <a:cubicBezTo>
                  <a:pt x="69699" y="113290"/>
                  <a:pt x="58936" y="106155"/>
                  <a:pt x="49682" y="104238"/>
                </a:cubicBezTo>
                <a:cubicBezTo>
                  <a:pt x="45282" y="103326"/>
                  <a:pt x="39312" y="98365"/>
                  <a:pt x="33940" y="91155"/>
                </a:cubicBezTo>
                <a:cubicBezTo>
                  <a:pt x="25287" y="79543"/>
                  <a:pt x="10302" y="70747"/>
                  <a:pt x="3571" y="73330"/>
                </a:cubicBezTo>
                <a:cubicBezTo>
                  <a:pt x="957" y="74333"/>
                  <a:pt x="0" y="72319"/>
                  <a:pt x="0" y="65812"/>
                </a:cubicBezTo>
                <a:cubicBezTo>
                  <a:pt x="0" y="58672"/>
                  <a:pt x="1433" y="56184"/>
                  <a:pt x="7287" y="53156"/>
                </a:cubicBezTo>
                <a:cubicBezTo>
                  <a:pt x="19411" y="46887"/>
                  <a:pt x="21790" y="42538"/>
                  <a:pt x="18044" y="33495"/>
                </a:cubicBezTo>
                <a:cubicBezTo>
                  <a:pt x="15244" y="26735"/>
                  <a:pt x="15429" y="24996"/>
                  <a:pt x="19421" y="20586"/>
                </a:cubicBezTo>
                <a:cubicBezTo>
                  <a:pt x="25368" y="14014"/>
                  <a:pt x="37292" y="14059"/>
                  <a:pt x="43911" y="20678"/>
                </a:cubicBezTo>
                <a:cubicBezTo>
                  <a:pt x="48190" y="24957"/>
                  <a:pt x="51021" y="25553"/>
                  <a:pt x="60045" y="24079"/>
                </a:cubicBezTo>
                <a:cubicBezTo>
                  <a:pt x="79921" y="20832"/>
                  <a:pt x="103607" y="22707"/>
                  <a:pt x="132045" y="29780"/>
                </a:cubicBezTo>
                <a:cubicBezTo>
                  <a:pt x="137569" y="31154"/>
                  <a:pt x="139225" y="30428"/>
                  <a:pt x="140624" y="26018"/>
                </a:cubicBezTo>
                <a:cubicBezTo>
                  <a:pt x="141578" y="23013"/>
                  <a:pt x="142026" y="17381"/>
                  <a:pt x="141619" y="13502"/>
                </a:cubicBezTo>
                <a:cubicBezTo>
                  <a:pt x="140830" y="5985"/>
                  <a:pt x="143331" y="0"/>
                  <a:pt x="147260" y="0"/>
                </a:cubicBezTo>
                <a:cubicBezTo>
                  <a:pt x="150433" y="0"/>
                  <a:pt x="157468" y="17085"/>
                  <a:pt x="157468" y="24790"/>
                </a:cubicBezTo>
                <a:cubicBezTo>
                  <a:pt x="157468" y="29227"/>
                  <a:pt x="159328" y="31346"/>
                  <a:pt x="164323" y="32600"/>
                </a:cubicBezTo>
                <a:cubicBezTo>
                  <a:pt x="169965" y="34015"/>
                  <a:pt x="172364" y="32878"/>
                  <a:pt x="177876" y="26172"/>
                </a:cubicBezTo>
                <a:cubicBezTo>
                  <a:pt x="183430" y="19415"/>
                  <a:pt x="186393" y="18028"/>
                  <a:pt x="195232" y="18047"/>
                </a:cubicBezTo>
                <a:cubicBezTo>
                  <a:pt x="204499" y="18067"/>
                  <a:pt x="206283" y="17120"/>
                  <a:pt x="208905" y="10791"/>
                </a:cubicBezTo>
                <a:cubicBezTo>
                  <a:pt x="211484" y="4565"/>
                  <a:pt x="213074" y="3680"/>
                  <a:pt x="219887" y="4680"/>
                </a:cubicBezTo>
                <a:cubicBezTo>
                  <a:pt x="228665" y="5969"/>
                  <a:pt x="236077" y="12121"/>
                  <a:pt x="238661" y="20265"/>
                </a:cubicBezTo>
                <a:cubicBezTo>
                  <a:pt x="240752" y="26852"/>
                  <a:pt x="249411" y="29849"/>
                  <a:pt x="254397" y="25712"/>
                </a:cubicBezTo>
                <a:cubicBezTo>
                  <a:pt x="256458" y="24001"/>
                  <a:pt x="258145" y="23651"/>
                  <a:pt x="258145" y="24934"/>
                </a:cubicBezTo>
                <a:cubicBezTo>
                  <a:pt x="258145" y="28142"/>
                  <a:pt x="283247" y="54210"/>
                  <a:pt x="286337" y="54210"/>
                </a:cubicBezTo>
                <a:cubicBezTo>
                  <a:pt x="287708" y="54210"/>
                  <a:pt x="290362" y="56243"/>
                  <a:pt x="292234" y="58728"/>
                </a:cubicBezTo>
                <a:cubicBezTo>
                  <a:pt x="296425" y="64288"/>
                  <a:pt x="305753" y="69699"/>
                  <a:pt x="311147" y="69699"/>
                </a:cubicBezTo>
                <a:cubicBezTo>
                  <a:pt x="313361" y="69699"/>
                  <a:pt x="318158" y="72685"/>
                  <a:pt x="321808" y="76335"/>
                </a:cubicBezTo>
                <a:cubicBezTo>
                  <a:pt x="328098" y="82626"/>
                  <a:pt x="328367" y="84002"/>
                  <a:pt x="326980" y="102795"/>
                </a:cubicBezTo>
                <a:cubicBezTo>
                  <a:pt x="325865" y="117888"/>
                  <a:pt x="326410" y="123815"/>
                  <a:pt x="329261" y="127630"/>
                </a:cubicBezTo>
                <a:cubicBezTo>
                  <a:pt x="331322" y="130386"/>
                  <a:pt x="333007" y="134742"/>
                  <a:pt x="333007" y="137310"/>
                </a:cubicBezTo>
                <a:cubicBezTo>
                  <a:pt x="333007" y="139879"/>
                  <a:pt x="333958" y="141980"/>
                  <a:pt x="335120" y="141980"/>
                </a:cubicBezTo>
                <a:cubicBezTo>
                  <a:pt x="336282" y="141980"/>
                  <a:pt x="341362" y="145755"/>
                  <a:pt x="346410" y="150369"/>
                </a:cubicBezTo>
                <a:cubicBezTo>
                  <a:pt x="353607" y="156948"/>
                  <a:pt x="355920" y="161358"/>
                  <a:pt x="357125" y="170794"/>
                </a:cubicBezTo>
                <a:cubicBezTo>
                  <a:pt x="358591" y="182285"/>
                  <a:pt x="358209" y="183236"/>
                  <a:pt x="348644" y="191877"/>
                </a:cubicBezTo>
                <a:cubicBezTo>
                  <a:pt x="343134" y="196855"/>
                  <a:pt x="336201" y="202226"/>
                  <a:pt x="333236" y="203812"/>
                </a:cubicBezTo>
                <a:cubicBezTo>
                  <a:pt x="330270" y="205399"/>
                  <a:pt x="327844" y="208181"/>
                  <a:pt x="327844" y="209994"/>
                </a:cubicBezTo>
                <a:cubicBezTo>
                  <a:pt x="327844" y="211806"/>
                  <a:pt x="324341" y="215879"/>
                  <a:pt x="320060" y="219045"/>
                </a:cubicBezTo>
                <a:cubicBezTo>
                  <a:pt x="313416" y="223957"/>
                  <a:pt x="312052" y="224217"/>
                  <a:pt x="310749" y="220821"/>
                </a:cubicBezTo>
                <a:close/>
              </a:path>
            </a:pathLst>
          </a:custGeom>
          <a:solidFill>
            <a:srgbClr val="B9B9B9"/>
          </a:solidFill>
          <a:ln w="5163" cap="flat">
            <a:noFill/>
            <a:prstDash val="solid"/>
            <a:miter/>
          </a:ln>
        </p:spPr>
        <p:txBody>
          <a:bodyPr/>
          <a:lstStyle/>
          <a:p>
            <a:endParaRPr lang="es-419" noProof="0" dirty="0"/>
          </a:p>
        </p:txBody>
      </p:sp>
      <p:sp>
        <p:nvSpPr>
          <p:cNvPr id="64" name="Forma libre: forma 63">
            <a:extLst>
              <a:ext uri="{FF2B5EF4-FFF2-40B4-BE49-F238E27FC236}">
                <a16:creationId xmlns:a16="http://schemas.microsoft.com/office/drawing/2014/main" id="{569CD5B4-8004-3F5F-D69D-AB95AC2D165C}"/>
              </a:ext>
            </a:extLst>
          </p:cNvPr>
          <p:cNvSpPr/>
          <p:nvPr/>
        </p:nvSpPr>
        <p:spPr>
          <a:xfrm>
            <a:off x="2030531" y="2394260"/>
            <a:ext cx="276109" cy="131653"/>
          </a:xfrm>
          <a:custGeom>
            <a:avLst/>
            <a:gdLst>
              <a:gd name="csX0" fmla="*/ 240916 w 276109"/>
              <a:gd name="csY0" fmla="*/ 129933 h 131653"/>
              <a:gd name="csX1" fmla="*/ 239195 w 276109"/>
              <a:gd name="csY1" fmla="*/ 124013 h 131653"/>
              <a:gd name="csX2" fmla="*/ 228223 w 276109"/>
              <a:gd name="csY2" fmla="*/ 115744 h 131653"/>
              <a:gd name="csX3" fmla="*/ 217897 w 276109"/>
              <a:gd name="csY3" fmla="*/ 106005 h 131653"/>
              <a:gd name="csX4" fmla="*/ 210063 w 276109"/>
              <a:gd name="csY4" fmla="*/ 90246 h 131653"/>
              <a:gd name="csX5" fmla="*/ 197989 w 276109"/>
              <a:gd name="csY5" fmla="*/ 82502 h 131653"/>
              <a:gd name="csX6" fmla="*/ 171181 w 276109"/>
              <a:gd name="csY6" fmla="*/ 78639 h 131653"/>
              <a:gd name="csX7" fmla="*/ 162540 w 276109"/>
              <a:gd name="csY7" fmla="*/ 80766 h 131653"/>
              <a:gd name="csX8" fmla="*/ 140024 w 276109"/>
              <a:gd name="csY8" fmla="*/ 103258 h 131653"/>
              <a:gd name="csX9" fmla="*/ 121107 w 276109"/>
              <a:gd name="csY9" fmla="*/ 123910 h 131653"/>
              <a:gd name="csX10" fmla="*/ 115285 w 276109"/>
              <a:gd name="csY10" fmla="*/ 120037 h 131653"/>
              <a:gd name="csX11" fmla="*/ 106086 w 276109"/>
              <a:gd name="csY11" fmla="*/ 116165 h 131653"/>
              <a:gd name="csX12" fmla="*/ 95488 w 276109"/>
              <a:gd name="csY12" fmla="*/ 97511 h 131653"/>
              <a:gd name="csX13" fmla="*/ 74161 w 276109"/>
              <a:gd name="csY13" fmla="*/ 72281 h 131653"/>
              <a:gd name="csX14" fmla="*/ 62180 w 276109"/>
              <a:gd name="csY14" fmla="*/ 80383 h 131653"/>
              <a:gd name="csX15" fmla="*/ 59403 w 276109"/>
              <a:gd name="csY15" fmla="*/ 95543 h 131653"/>
              <a:gd name="csX16" fmla="*/ 54777 w 276109"/>
              <a:gd name="csY16" fmla="*/ 108274 h 131653"/>
              <a:gd name="csX17" fmla="*/ 46950 w 276109"/>
              <a:gd name="csY17" fmla="*/ 122154 h 131653"/>
              <a:gd name="csX18" fmla="*/ 45160 w 276109"/>
              <a:gd name="csY18" fmla="*/ 130363 h 131653"/>
              <a:gd name="csX19" fmla="*/ 42524 w 276109"/>
              <a:gd name="csY19" fmla="*/ 123910 h 131653"/>
              <a:gd name="csX20" fmla="*/ 27585 w 276109"/>
              <a:gd name="csY20" fmla="*/ 101648 h 131653"/>
              <a:gd name="csX21" fmla="*/ 3541 w 276109"/>
              <a:gd name="csY21" fmla="*/ 71617 h 131653"/>
              <a:gd name="csX22" fmla="*/ 489 w 276109"/>
              <a:gd name="csY22" fmla="*/ 57859 h 131653"/>
              <a:gd name="csX23" fmla="*/ 5896 w 276109"/>
              <a:gd name="csY23" fmla="*/ 47783 h 131653"/>
              <a:gd name="csX24" fmla="*/ 14046 w 276109"/>
              <a:gd name="csY24" fmla="*/ 46070 h 131653"/>
              <a:gd name="csX25" fmla="*/ 24934 w 276109"/>
              <a:gd name="csY25" fmla="*/ 43885 h 131653"/>
              <a:gd name="csX26" fmla="*/ 35503 w 276109"/>
              <a:gd name="csY26" fmla="*/ 38722 h 131653"/>
              <a:gd name="csX27" fmla="*/ 41946 w 276109"/>
              <a:gd name="csY27" fmla="*/ 35764 h 131653"/>
              <a:gd name="csX28" fmla="*/ 25819 w 276109"/>
              <a:gd name="csY28" fmla="*/ 37615 h 131653"/>
              <a:gd name="csX29" fmla="*/ 26045 w 276109"/>
              <a:gd name="csY29" fmla="*/ 35947 h 131653"/>
              <a:gd name="csX30" fmla="*/ 73982 w 276109"/>
              <a:gd name="csY30" fmla="*/ 25857 h 131653"/>
              <a:gd name="csX31" fmla="*/ 76916 w 276109"/>
              <a:gd name="csY31" fmla="*/ 28123 h 131653"/>
              <a:gd name="csX32" fmla="*/ 76893 w 276109"/>
              <a:gd name="csY32" fmla="*/ 31518 h 131653"/>
              <a:gd name="csX33" fmla="*/ 83755 w 276109"/>
              <a:gd name="csY33" fmla="*/ 29317 h 131653"/>
              <a:gd name="csX34" fmla="*/ 96686 w 276109"/>
              <a:gd name="csY34" fmla="*/ 23336 h 131653"/>
              <a:gd name="csX35" fmla="*/ 114106 w 276109"/>
              <a:gd name="csY35" fmla="*/ 13587 h 131653"/>
              <a:gd name="csX36" fmla="*/ 134447 w 276109"/>
              <a:gd name="csY36" fmla="*/ 0 h 131653"/>
              <a:gd name="csX37" fmla="*/ 136418 w 276109"/>
              <a:gd name="csY37" fmla="*/ 8390 h 131653"/>
              <a:gd name="csX38" fmla="*/ 147553 w 276109"/>
              <a:gd name="csY38" fmla="*/ 17557 h 131653"/>
              <a:gd name="csX39" fmla="*/ 164372 w 276109"/>
              <a:gd name="csY39" fmla="*/ 37279 h 131653"/>
              <a:gd name="csX40" fmla="*/ 179001 w 276109"/>
              <a:gd name="csY40" fmla="*/ 58990 h 131653"/>
              <a:gd name="csX41" fmla="*/ 191415 w 276109"/>
              <a:gd name="csY41" fmla="*/ 67081 h 131653"/>
              <a:gd name="csX42" fmla="*/ 215539 w 276109"/>
              <a:gd name="csY42" fmla="*/ 67434 h 131653"/>
              <a:gd name="csX43" fmla="*/ 218120 w 276109"/>
              <a:gd name="csY43" fmla="*/ 59084 h 131653"/>
              <a:gd name="csX44" fmla="*/ 224155 w 276109"/>
              <a:gd name="csY44" fmla="*/ 52122 h 131653"/>
              <a:gd name="csX45" fmla="*/ 241477 w 276109"/>
              <a:gd name="csY45" fmla="*/ 56639 h 131653"/>
              <a:gd name="csX46" fmla="*/ 260758 w 276109"/>
              <a:gd name="csY46" fmla="*/ 61955 h 131653"/>
              <a:gd name="csX47" fmla="*/ 271115 w 276109"/>
              <a:gd name="csY47" fmla="*/ 65853 h 131653"/>
              <a:gd name="csX48" fmla="*/ 274360 w 276109"/>
              <a:gd name="csY48" fmla="*/ 100702 h 131653"/>
              <a:gd name="csX49" fmla="*/ 276110 w 276109"/>
              <a:gd name="csY49" fmla="*/ 131654 h 131653"/>
              <a:gd name="csX50" fmla="*/ 259373 w 276109"/>
              <a:gd name="csY50" fmla="*/ 131654 h 131653"/>
              <a:gd name="csX51" fmla="*/ 240916 w 276109"/>
              <a:gd name="csY51" fmla="*/ 129933 h 1316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Lst>
            <a:rect l="l" t="t" r="r" b="b"/>
            <a:pathLst>
              <a:path w="276109" h="131653">
                <a:moveTo>
                  <a:pt x="240916" y="129933"/>
                </a:moveTo>
                <a:cubicBezTo>
                  <a:pt x="239969" y="128986"/>
                  <a:pt x="239195" y="126322"/>
                  <a:pt x="239195" y="124013"/>
                </a:cubicBezTo>
                <a:cubicBezTo>
                  <a:pt x="239195" y="121432"/>
                  <a:pt x="234966" y="118245"/>
                  <a:pt x="228223" y="115744"/>
                </a:cubicBezTo>
                <a:cubicBezTo>
                  <a:pt x="219440" y="112485"/>
                  <a:pt x="217381" y="110543"/>
                  <a:pt x="217897" y="106005"/>
                </a:cubicBezTo>
                <a:cubicBezTo>
                  <a:pt x="218682" y="99107"/>
                  <a:pt x="214348" y="90389"/>
                  <a:pt x="210063" y="90246"/>
                </a:cubicBezTo>
                <a:cubicBezTo>
                  <a:pt x="208338" y="90188"/>
                  <a:pt x="202905" y="86703"/>
                  <a:pt x="197989" y="82502"/>
                </a:cubicBezTo>
                <a:cubicBezTo>
                  <a:pt x="188345" y="74258"/>
                  <a:pt x="178782" y="72880"/>
                  <a:pt x="171181" y="78639"/>
                </a:cubicBezTo>
                <a:cubicBezTo>
                  <a:pt x="168558" y="80626"/>
                  <a:pt x="164670" y="81583"/>
                  <a:pt x="162540" y="80766"/>
                </a:cubicBezTo>
                <a:cubicBezTo>
                  <a:pt x="158541" y="79232"/>
                  <a:pt x="151258" y="86508"/>
                  <a:pt x="140024" y="103258"/>
                </a:cubicBezTo>
                <a:cubicBezTo>
                  <a:pt x="131601" y="115819"/>
                  <a:pt x="124189" y="123910"/>
                  <a:pt x="121107" y="123910"/>
                </a:cubicBezTo>
                <a:cubicBezTo>
                  <a:pt x="119672" y="123910"/>
                  <a:pt x="117052" y="122167"/>
                  <a:pt x="115285" y="120037"/>
                </a:cubicBezTo>
                <a:cubicBezTo>
                  <a:pt x="113517" y="117908"/>
                  <a:pt x="109378" y="116165"/>
                  <a:pt x="106086" y="116165"/>
                </a:cubicBezTo>
                <a:cubicBezTo>
                  <a:pt x="98470" y="116165"/>
                  <a:pt x="97317" y="114137"/>
                  <a:pt x="95488" y="97511"/>
                </a:cubicBezTo>
                <a:cubicBezTo>
                  <a:pt x="93708" y="81325"/>
                  <a:pt x="86063" y="72281"/>
                  <a:pt x="74161" y="72281"/>
                </a:cubicBezTo>
                <a:cubicBezTo>
                  <a:pt x="68039" y="72281"/>
                  <a:pt x="65473" y="74016"/>
                  <a:pt x="62180" y="80383"/>
                </a:cubicBezTo>
                <a:cubicBezTo>
                  <a:pt x="59748" y="85087"/>
                  <a:pt x="58583" y="91445"/>
                  <a:pt x="59403" y="95543"/>
                </a:cubicBezTo>
                <a:cubicBezTo>
                  <a:pt x="60452" y="100790"/>
                  <a:pt x="59265" y="104058"/>
                  <a:pt x="54777" y="108274"/>
                </a:cubicBezTo>
                <a:cubicBezTo>
                  <a:pt x="51457" y="111393"/>
                  <a:pt x="47935" y="117640"/>
                  <a:pt x="46950" y="122154"/>
                </a:cubicBezTo>
                <a:lnTo>
                  <a:pt x="45160" y="130363"/>
                </a:lnTo>
                <a:lnTo>
                  <a:pt x="42524" y="123910"/>
                </a:lnTo>
                <a:cubicBezTo>
                  <a:pt x="37073" y="110563"/>
                  <a:pt x="32979" y="104462"/>
                  <a:pt x="27585" y="101648"/>
                </a:cubicBezTo>
                <a:cubicBezTo>
                  <a:pt x="17943" y="96616"/>
                  <a:pt x="4895" y="80319"/>
                  <a:pt x="3541" y="71617"/>
                </a:cubicBezTo>
                <a:cubicBezTo>
                  <a:pt x="2825" y="67013"/>
                  <a:pt x="1452" y="60822"/>
                  <a:pt x="489" y="57859"/>
                </a:cubicBezTo>
                <a:cubicBezTo>
                  <a:pt x="-848" y="53746"/>
                  <a:pt x="431" y="51364"/>
                  <a:pt x="5896" y="47783"/>
                </a:cubicBezTo>
                <a:cubicBezTo>
                  <a:pt x="10761" y="44595"/>
                  <a:pt x="13372" y="44047"/>
                  <a:pt x="14046" y="46070"/>
                </a:cubicBezTo>
                <a:cubicBezTo>
                  <a:pt x="15462" y="50316"/>
                  <a:pt x="18138" y="49779"/>
                  <a:pt x="24934" y="43885"/>
                </a:cubicBezTo>
                <a:cubicBezTo>
                  <a:pt x="28208" y="41045"/>
                  <a:pt x="32964" y="38722"/>
                  <a:pt x="35503" y="38722"/>
                </a:cubicBezTo>
                <a:cubicBezTo>
                  <a:pt x="38041" y="38722"/>
                  <a:pt x="40941" y="37391"/>
                  <a:pt x="41946" y="35764"/>
                </a:cubicBezTo>
                <a:cubicBezTo>
                  <a:pt x="43722" y="32890"/>
                  <a:pt x="39180" y="33412"/>
                  <a:pt x="25819" y="37615"/>
                </a:cubicBezTo>
                <a:cubicBezTo>
                  <a:pt x="21516" y="38969"/>
                  <a:pt x="21538" y="38810"/>
                  <a:pt x="26045" y="35947"/>
                </a:cubicBezTo>
                <a:cubicBezTo>
                  <a:pt x="31416" y="32535"/>
                  <a:pt x="63427" y="25797"/>
                  <a:pt x="73982" y="25857"/>
                </a:cubicBezTo>
                <a:cubicBezTo>
                  <a:pt x="78607" y="25883"/>
                  <a:pt x="79439" y="26525"/>
                  <a:pt x="76916" y="28123"/>
                </a:cubicBezTo>
                <a:cubicBezTo>
                  <a:pt x="73965" y="29993"/>
                  <a:pt x="73961" y="30540"/>
                  <a:pt x="76893" y="31518"/>
                </a:cubicBezTo>
                <a:cubicBezTo>
                  <a:pt x="78816" y="32159"/>
                  <a:pt x="81904" y="31168"/>
                  <a:pt x="83755" y="29317"/>
                </a:cubicBezTo>
                <a:cubicBezTo>
                  <a:pt x="85607" y="27466"/>
                  <a:pt x="91425" y="24774"/>
                  <a:pt x="96686" y="23336"/>
                </a:cubicBezTo>
                <a:cubicBezTo>
                  <a:pt x="101946" y="21898"/>
                  <a:pt x="109785" y="17511"/>
                  <a:pt x="114106" y="13587"/>
                </a:cubicBezTo>
                <a:cubicBezTo>
                  <a:pt x="121455" y="6915"/>
                  <a:pt x="131807" y="0"/>
                  <a:pt x="134447" y="0"/>
                </a:cubicBezTo>
                <a:cubicBezTo>
                  <a:pt x="135087" y="0"/>
                  <a:pt x="135973" y="3775"/>
                  <a:pt x="136418" y="8390"/>
                </a:cubicBezTo>
                <a:cubicBezTo>
                  <a:pt x="137168" y="16168"/>
                  <a:pt x="137980" y="16836"/>
                  <a:pt x="147553" y="17557"/>
                </a:cubicBezTo>
                <a:cubicBezTo>
                  <a:pt x="160105" y="18501"/>
                  <a:pt x="164320" y="23444"/>
                  <a:pt x="164372" y="37279"/>
                </a:cubicBezTo>
                <a:cubicBezTo>
                  <a:pt x="164422" y="50382"/>
                  <a:pt x="165667" y="52231"/>
                  <a:pt x="179001" y="58990"/>
                </a:cubicBezTo>
                <a:cubicBezTo>
                  <a:pt x="184939" y="62000"/>
                  <a:pt x="190525" y="65641"/>
                  <a:pt x="191415" y="67081"/>
                </a:cubicBezTo>
                <a:cubicBezTo>
                  <a:pt x="193368" y="70242"/>
                  <a:pt x="210709" y="70495"/>
                  <a:pt x="215539" y="67434"/>
                </a:cubicBezTo>
                <a:cubicBezTo>
                  <a:pt x="217436" y="66231"/>
                  <a:pt x="218597" y="62474"/>
                  <a:pt x="218120" y="59084"/>
                </a:cubicBezTo>
                <a:cubicBezTo>
                  <a:pt x="217412" y="54054"/>
                  <a:pt x="218522" y="52773"/>
                  <a:pt x="224155" y="52122"/>
                </a:cubicBezTo>
                <a:cubicBezTo>
                  <a:pt x="227952" y="51683"/>
                  <a:pt x="235747" y="53716"/>
                  <a:pt x="241477" y="56639"/>
                </a:cubicBezTo>
                <a:cubicBezTo>
                  <a:pt x="247208" y="59563"/>
                  <a:pt x="255884" y="61955"/>
                  <a:pt x="260758" y="61955"/>
                </a:cubicBezTo>
                <a:cubicBezTo>
                  <a:pt x="266280" y="61955"/>
                  <a:pt x="270184" y="63424"/>
                  <a:pt x="271115" y="65853"/>
                </a:cubicBezTo>
                <a:cubicBezTo>
                  <a:pt x="271938" y="67996"/>
                  <a:pt x="273398" y="83679"/>
                  <a:pt x="274360" y="100702"/>
                </a:cubicBezTo>
                <a:lnTo>
                  <a:pt x="276110" y="131654"/>
                </a:lnTo>
                <a:lnTo>
                  <a:pt x="259373" y="131654"/>
                </a:lnTo>
                <a:cubicBezTo>
                  <a:pt x="250168" y="131654"/>
                  <a:pt x="241862" y="130880"/>
                  <a:pt x="240916" y="129933"/>
                </a:cubicBezTo>
                <a:close/>
              </a:path>
            </a:pathLst>
          </a:custGeom>
          <a:solidFill>
            <a:srgbClr val="B9B9B9"/>
          </a:solidFill>
          <a:ln w="5163" cap="flat">
            <a:noFill/>
            <a:prstDash val="solid"/>
            <a:miter/>
          </a:ln>
        </p:spPr>
        <p:txBody>
          <a:bodyPr/>
          <a:lstStyle/>
          <a:p>
            <a:endParaRPr lang="es-419" noProof="0" dirty="0"/>
          </a:p>
        </p:txBody>
      </p:sp>
      <p:sp>
        <p:nvSpPr>
          <p:cNvPr id="65" name="Forma libre: forma 64">
            <a:extLst>
              <a:ext uri="{FF2B5EF4-FFF2-40B4-BE49-F238E27FC236}">
                <a16:creationId xmlns:a16="http://schemas.microsoft.com/office/drawing/2014/main" id="{4A296909-570A-DB35-29C1-C2B4CACB2E59}"/>
              </a:ext>
            </a:extLst>
          </p:cNvPr>
          <p:cNvSpPr/>
          <p:nvPr/>
        </p:nvSpPr>
        <p:spPr>
          <a:xfrm>
            <a:off x="1184484" y="2261861"/>
            <a:ext cx="318490" cy="227740"/>
          </a:xfrm>
          <a:custGeom>
            <a:avLst/>
            <a:gdLst>
              <a:gd name="csX0" fmla="*/ 114616 w 318490"/>
              <a:gd name="csY0" fmla="*/ 224041 h 227740"/>
              <a:gd name="csX1" fmla="*/ 98063 w 318490"/>
              <a:gd name="csY1" fmla="*/ 220365 h 227740"/>
              <a:gd name="csX2" fmla="*/ 78702 w 318490"/>
              <a:gd name="csY2" fmla="*/ 212689 h 227740"/>
              <a:gd name="csX3" fmla="*/ 52720 w 318490"/>
              <a:gd name="csY3" fmla="*/ 202264 h 227740"/>
              <a:gd name="csX4" fmla="*/ 16521 w 318490"/>
              <a:gd name="csY4" fmla="*/ 184010 h 227740"/>
              <a:gd name="csX5" fmla="*/ 9212 w 318490"/>
              <a:gd name="csY5" fmla="*/ 173147 h 227740"/>
              <a:gd name="csX6" fmla="*/ 4642 w 318490"/>
              <a:gd name="csY6" fmla="*/ 147730 h 227740"/>
              <a:gd name="csX7" fmla="*/ 11809 w 318490"/>
              <a:gd name="csY7" fmla="*/ 137502 h 227740"/>
              <a:gd name="csX8" fmla="*/ 21183 w 318490"/>
              <a:gd name="csY8" fmla="*/ 134430 h 227740"/>
              <a:gd name="csX9" fmla="*/ 31013 w 318490"/>
              <a:gd name="csY9" fmla="*/ 131925 h 227740"/>
              <a:gd name="csX10" fmla="*/ 40878 w 318490"/>
              <a:gd name="csY10" fmla="*/ 131248 h 227740"/>
              <a:gd name="csX11" fmla="*/ 63873 w 318490"/>
              <a:gd name="csY11" fmla="*/ 121001 h 227740"/>
              <a:gd name="csX12" fmla="*/ 83748 w 318490"/>
              <a:gd name="csY12" fmla="*/ 109166 h 227740"/>
              <a:gd name="csX13" fmla="*/ 103738 w 318490"/>
              <a:gd name="csY13" fmla="*/ 85934 h 227740"/>
              <a:gd name="csX14" fmla="*/ 95901 w 318490"/>
              <a:gd name="csY14" fmla="*/ 79966 h 227740"/>
              <a:gd name="csX15" fmla="*/ 88802 w 318490"/>
              <a:gd name="csY15" fmla="*/ 74674 h 227740"/>
              <a:gd name="csX16" fmla="*/ 86125 w 318490"/>
              <a:gd name="csY16" fmla="*/ 66219 h 227740"/>
              <a:gd name="csX17" fmla="*/ 86125 w 318490"/>
              <a:gd name="csY17" fmla="*/ 56499 h 227740"/>
              <a:gd name="csX18" fmla="*/ 88802 w 318490"/>
              <a:gd name="csY18" fmla="*/ 47540 h 227740"/>
              <a:gd name="csX19" fmla="*/ 60913 w 318490"/>
              <a:gd name="csY19" fmla="*/ 35309 h 227740"/>
              <a:gd name="csX20" fmla="*/ 56419 w 318490"/>
              <a:gd name="csY20" fmla="*/ 24926 h 227740"/>
              <a:gd name="csX21" fmla="*/ 74769 w 318490"/>
              <a:gd name="csY21" fmla="*/ 18056 h 227740"/>
              <a:gd name="csX22" fmla="*/ 99155 w 318490"/>
              <a:gd name="csY22" fmla="*/ 10069 h 227740"/>
              <a:gd name="csX23" fmla="*/ 128747 w 318490"/>
              <a:gd name="csY23" fmla="*/ 1794 h 227740"/>
              <a:gd name="csX24" fmla="*/ 148545 w 318490"/>
              <a:gd name="csY24" fmla="*/ 0 h 227740"/>
              <a:gd name="csX25" fmla="*/ 155959 w 318490"/>
              <a:gd name="csY25" fmla="*/ 8117 h 227740"/>
              <a:gd name="csX26" fmla="*/ 176571 w 318490"/>
              <a:gd name="csY26" fmla="*/ 11071 h 227740"/>
              <a:gd name="csX27" fmla="*/ 199804 w 318490"/>
              <a:gd name="csY27" fmla="*/ 21145 h 227740"/>
              <a:gd name="csX28" fmla="*/ 218086 w 318490"/>
              <a:gd name="csY28" fmla="*/ 31610 h 227740"/>
              <a:gd name="csX29" fmla="*/ 246412 w 318490"/>
              <a:gd name="csY29" fmla="*/ 32163 h 227740"/>
              <a:gd name="csX30" fmla="*/ 266539 w 318490"/>
              <a:gd name="csY30" fmla="*/ 37891 h 227740"/>
              <a:gd name="csX31" fmla="*/ 290777 w 318490"/>
              <a:gd name="csY31" fmla="*/ 32555 h 227740"/>
              <a:gd name="csX32" fmla="*/ 315453 w 318490"/>
              <a:gd name="csY32" fmla="*/ 29658 h 227740"/>
              <a:gd name="csX33" fmla="*/ 315970 w 318490"/>
              <a:gd name="csY33" fmla="*/ 49793 h 227740"/>
              <a:gd name="csX34" fmla="*/ 313388 w 318490"/>
              <a:gd name="csY34" fmla="*/ 54741 h 227740"/>
              <a:gd name="csX35" fmla="*/ 311088 w 318490"/>
              <a:gd name="csY35" fmla="*/ 60549 h 227740"/>
              <a:gd name="csX36" fmla="*/ 306292 w 318490"/>
              <a:gd name="csY36" fmla="*/ 87865 h 227740"/>
              <a:gd name="csX37" fmla="*/ 284623 w 318490"/>
              <a:gd name="csY37" fmla="*/ 147819 h 227740"/>
              <a:gd name="csX38" fmla="*/ 277248 w 318490"/>
              <a:gd name="csY38" fmla="*/ 167736 h 227740"/>
              <a:gd name="csX39" fmla="*/ 272730 w 318490"/>
              <a:gd name="csY39" fmla="*/ 177484 h 227740"/>
              <a:gd name="csX40" fmla="*/ 214235 w 318490"/>
              <a:gd name="csY40" fmla="*/ 170076 h 227740"/>
              <a:gd name="csX41" fmla="*/ 184978 w 318490"/>
              <a:gd name="csY41" fmla="*/ 166604 h 227740"/>
              <a:gd name="csX42" fmla="*/ 157292 w 318490"/>
              <a:gd name="csY42" fmla="*/ 168449 h 227740"/>
              <a:gd name="csX43" fmla="*/ 156212 w 318490"/>
              <a:gd name="csY43" fmla="*/ 189010 h 227740"/>
              <a:gd name="csX44" fmla="*/ 147530 w 318490"/>
              <a:gd name="csY44" fmla="*/ 199123 h 227740"/>
              <a:gd name="csX45" fmla="*/ 137850 w 318490"/>
              <a:gd name="csY45" fmla="*/ 216729 h 227740"/>
              <a:gd name="csX46" fmla="*/ 130751 w 318490"/>
              <a:gd name="csY46" fmla="*/ 227717 h 227740"/>
              <a:gd name="csX47" fmla="*/ 114616 w 318490"/>
              <a:gd name="csY47" fmla="*/ 224041 h 2277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Lst>
            <a:rect l="l" t="t" r="r" b="b"/>
            <a:pathLst>
              <a:path w="318490" h="227740">
                <a:moveTo>
                  <a:pt x="114616" y="224041"/>
                </a:moveTo>
                <a:cubicBezTo>
                  <a:pt x="109647" y="222127"/>
                  <a:pt x="102198" y="220473"/>
                  <a:pt x="98063" y="220365"/>
                </a:cubicBezTo>
                <a:cubicBezTo>
                  <a:pt x="93928" y="220257"/>
                  <a:pt x="85216" y="216803"/>
                  <a:pt x="78702" y="212689"/>
                </a:cubicBezTo>
                <a:cubicBezTo>
                  <a:pt x="72189" y="208575"/>
                  <a:pt x="60497" y="203884"/>
                  <a:pt x="52720" y="202264"/>
                </a:cubicBezTo>
                <a:cubicBezTo>
                  <a:pt x="38260" y="199253"/>
                  <a:pt x="16521" y="188291"/>
                  <a:pt x="16521" y="184010"/>
                </a:cubicBezTo>
                <a:cubicBezTo>
                  <a:pt x="16521" y="182699"/>
                  <a:pt x="13232" y="177811"/>
                  <a:pt x="9212" y="173147"/>
                </a:cubicBezTo>
                <a:cubicBezTo>
                  <a:pt x="-1729" y="160453"/>
                  <a:pt x="-2493" y="156209"/>
                  <a:pt x="4642" y="147730"/>
                </a:cubicBezTo>
                <a:cubicBezTo>
                  <a:pt x="8064" y="143663"/>
                  <a:pt x="11290" y="139060"/>
                  <a:pt x="11809" y="137502"/>
                </a:cubicBezTo>
                <a:cubicBezTo>
                  <a:pt x="12328" y="135944"/>
                  <a:pt x="16546" y="134562"/>
                  <a:pt x="21183" y="134430"/>
                </a:cubicBezTo>
                <a:cubicBezTo>
                  <a:pt x="25819" y="134298"/>
                  <a:pt x="30243" y="133171"/>
                  <a:pt x="31013" y="131925"/>
                </a:cubicBezTo>
                <a:cubicBezTo>
                  <a:pt x="31783" y="130679"/>
                  <a:pt x="36222" y="130374"/>
                  <a:pt x="40878" y="131248"/>
                </a:cubicBezTo>
                <a:cubicBezTo>
                  <a:pt x="48236" y="132628"/>
                  <a:pt x="51244" y="131288"/>
                  <a:pt x="63873" y="121001"/>
                </a:cubicBezTo>
                <a:cubicBezTo>
                  <a:pt x="71865" y="114492"/>
                  <a:pt x="80808" y="109166"/>
                  <a:pt x="83748" y="109166"/>
                </a:cubicBezTo>
                <a:cubicBezTo>
                  <a:pt x="91503" y="109166"/>
                  <a:pt x="104649" y="93888"/>
                  <a:pt x="103738" y="85934"/>
                </a:cubicBezTo>
                <a:cubicBezTo>
                  <a:pt x="103134" y="80649"/>
                  <a:pt x="101713" y="79568"/>
                  <a:pt x="95901" y="79966"/>
                </a:cubicBezTo>
                <a:cubicBezTo>
                  <a:pt x="90126" y="80361"/>
                  <a:pt x="88802" y="79374"/>
                  <a:pt x="88802" y="74674"/>
                </a:cubicBezTo>
                <a:cubicBezTo>
                  <a:pt x="88802" y="71496"/>
                  <a:pt x="87597" y="67691"/>
                  <a:pt x="86125" y="66219"/>
                </a:cubicBezTo>
                <a:cubicBezTo>
                  <a:pt x="84276" y="64370"/>
                  <a:pt x="84276" y="61362"/>
                  <a:pt x="86125" y="56499"/>
                </a:cubicBezTo>
                <a:cubicBezTo>
                  <a:pt x="87597" y="52626"/>
                  <a:pt x="88802" y="48595"/>
                  <a:pt x="88802" y="47540"/>
                </a:cubicBezTo>
                <a:cubicBezTo>
                  <a:pt x="88802" y="45033"/>
                  <a:pt x="71424" y="37411"/>
                  <a:pt x="60913" y="35309"/>
                </a:cubicBezTo>
                <a:cubicBezTo>
                  <a:pt x="51581" y="33443"/>
                  <a:pt x="51150" y="32448"/>
                  <a:pt x="56419" y="24926"/>
                </a:cubicBezTo>
                <a:cubicBezTo>
                  <a:pt x="59183" y="20980"/>
                  <a:pt x="64034" y="19164"/>
                  <a:pt x="74769" y="18056"/>
                </a:cubicBezTo>
                <a:cubicBezTo>
                  <a:pt x="84042" y="17099"/>
                  <a:pt x="92933" y="14187"/>
                  <a:pt x="99155" y="10069"/>
                </a:cubicBezTo>
                <a:cubicBezTo>
                  <a:pt x="106450" y="5242"/>
                  <a:pt x="114000" y="3130"/>
                  <a:pt x="128747" y="1794"/>
                </a:cubicBezTo>
                <a:lnTo>
                  <a:pt x="148545" y="0"/>
                </a:lnTo>
                <a:lnTo>
                  <a:pt x="155959" y="8117"/>
                </a:lnTo>
                <a:cubicBezTo>
                  <a:pt x="164608" y="17586"/>
                  <a:pt x="168428" y="18134"/>
                  <a:pt x="176571" y="11071"/>
                </a:cubicBezTo>
                <a:cubicBezTo>
                  <a:pt x="187391" y="1687"/>
                  <a:pt x="199804" y="7069"/>
                  <a:pt x="199804" y="21145"/>
                </a:cubicBezTo>
                <a:cubicBezTo>
                  <a:pt x="199804" y="30772"/>
                  <a:pt x="209395" y="36261"/>
                  <a:pt x="218086" y="31610"/>
                </a:cubicBezTo>
                <a:cubicBezTo>
                  <a:pt x="228270" y="26160"/>
                  <a:pt x="241869" y="26426"/>
                  <a:pt x="246412" y="32163"/>
                </a:cubicBezTo>
                <a:cubicBezTo>
                  <a:pt x="249505" y="36068"/>
                  <a:pt x="254126" y="37384"/>
                  <a:pt x="266539" y="37891"/>
                </a:cubicBezTo>
                <a:cubicBezTo>
                  <a:pt x="279978" y="38440"/>
                  <a:pt x="284000" y="37555"/>
                  <a:pt x="290777" y="32555"/>
                </a:cubicBezTo>
                <a:cubicBezTo>
                  <a:pt x="299613" y="26036"/>
                  <a:pt x="310548" y="24752"/>
                  <a:pt x="315453" y="29658"/>
                </a:cubicBezTo>
                <a:cubicBezTo>
                  <a:pt x="319191" y="33396"/>
                  <a:pt x="319612" y="49793"/>
                  <a:pt x="315970" y="49793"/>
                </a:cubicBezTo>
                <a:cubicBezTo>
                  <a:pt x="314550" y="49793"/>
                  <a:pt x="313388" y="52020"/>
                  <a:pt x="313388" y="54741"/>
                </a:cubicBezTo>
                <a:cubicBezTo>
                  <a:pt x="313388" y="57462"/>
                  <a:pt x="312353" y="60076"/>
                  <a:pt x="311088" y="60549"/>
                </a:cubicBezTo>
                <a:cubicBezTo>
                  <a:pt x="309822" y="61023"/>
                  <a:pt x="307664" y="73315"/>
                  <a:pt x="306292" y="87865"/>
                </a:cubicBezTo>
                <a:cubicBezTo>
                  <a:pt x="303509" y="117372"/>
                  <a:pt x="292552" y="147689"/>
                  <a:pt x="284623" y="147819"/>
                </a:cubicBezTo>
                <a:cubicBezTo>
                  <a:pt x="279191" y="147908"/>
                  <a:pt x="277248" y="153157"/>
                  <a:pt x="277248" y="167736"/>
                </a:cubicBezTo>
                <a:cubicBezTo>
                  <a:pt x="277248" y="177878"/>
                  <a:pt x="276652" y="179163"/>
                  <a:pt x="272730" y="177484"/>
                </a:cubicBezTo>
                <a:cubicBezTo>
                  <a:pt x="262382" y="173052"/>
                  <a:pt x="240695" y="170306"/>
                  <a:pt x="214235" y="170076"/>
                </a:cubicBezTo>
                <a:cubicBezTo>
                  <a:pt x="194190" y="169901"/>
                  <a:pt x="185756" y="168900"/>
                  <a:pt x="184978" y="166604"/>
                </a:cubicBezTo>
                <a:cubicBezTo>
                  <a:pt x="183149" y="161204"/>
                  <a:pt x="162610" y="162574"/>
                  <a:pt x="157292" y="168449"/>
                </a:cubicBezTo>
                <a:cubicBezTo>
                  <a:pt x="153074" y="173111"/>
                  <a:pt x="152885" y="176707"/>
                  <a:pt x="156212" y="189010"/>
                </a:cubicBezTo>
                <a:cubicBezTo>
                  <a:pt x="156777" y="191099"/>
                  <a:pt x="153007" y="195490"/>
                  <a:pt x="147530" y="199123"/>
                </a:cubicBezTo>
                <a:cubicBezTo>
                  <a:pt x="138821" y="204900"/>
                  <a:pt x="137850" y="206668"/>
                  <a:pt x="137850" y="216729"/>
                </a:cubicBezTo>
                <a:cubicBezTo>
                  <a:pt x="137850" y="227257"/>
                  <a:pt x="137433" y="227902"/>
                  <a:pt x="130751" y="227717"/>
                </a:cubicBezTo>
                <a:cubicBezTo>
                  <a:pt x="126846" y="227609"/>
                  <a:pt x="119586" y="225955"/>
                  <a:pt x="114616" y="224041"/>
                </a:cubicBezTo>
                <a:close/>
              </a:path>
            </a:pathLst>
          </a:custGeom>
          <a:solidFill>
            <a:srgbClr val="B9B9B9"/>
          </a:solidFill>
          <a:ln w="5163" cap="flat">
            <a:noFill/>
            <a:prstDash val="solid"/>
            <a:miter/>
          </a:ln>
        </p:spPr>
        <p:txBody>
          <a:bodyPr/>
          <a:lstStyle/>
          <a:p>
            <a:endParaRPr lang="es-419" noProof="0" dirty="0"/>
          </a:p>
        </p:txBody>
      </p:sp>
      <p:sp>
        <p:nvSpPr>
          <p:cNvPr id="66" name="Forma libre: forma 65">
            <a:extLst>
              <a:ext uri="{FF2B5EF4-FFF2-40B4-BE49-F238E27FC236}">
                <a16:creationId xmlns:a16="http://schemas.microsoft.com/office/drawing/2014/main" id="{E7E70EFE-47F1-CBA3-A9CA-D535166F0BE7}"/>
              </a:ext>
            </a:extLst>
          </p:cNvPr>
          <p:cNvSpPr/>
          <p:nvPr/>
        </p:nvSpPr>
        <p:spPr>
          <a:xfrm>
            <a:off x="1557246" y="2384328"/>
            <a:ext cx="70794" cy="61560"/>
          </a:xfrm>
          <a:custGeom>
            <a:avLst/>
            <a:gdLst>
              <a:gd name="csX0" fmla="*/ 30977 w 70794"/>
              <a:gd name="csY0" fmla="*/ 53817 h 61560"/>
              <a:gd name="csX1" fmla="*/ 18070 w 70794"/>
              <a:gd name="csY1" fmla="*/ 49863 h 61560"/>
              <a:gd name="csX2" fmla="*/ 14198 w 70794"/>
              <a:gd name="csY2" fmla="*/ 52169 h 61560"/>
              <a:gd name="csX3" fmla="*/ 10326 w 70794"/>
              <a:gd name="csY3" fmla="*/ 47062 h 61560"/>
              <a:gd name="csX4" fmla="*/ 5163 w 70794"/>
              <a:gd name="csY4" fmla="*/ 39020 h 61560"/>
              <a:gd name="csX5" fmla="*/ 0 w 70794"/>
              <a:gd name="csY5" fmla="*/ 32748 h 61560"/>
              <a:gd name="csX6" fmla="*/ 10326 w 70794"/>
              <a:gd name="csY6" fmla="*/ 18967 h 61560"/>
              <a:gd name="csX7" fmla="*/ 20652 w 70794"/>
              <a:gd name="csY7" fmla="*/ 3034 h 61560"/>
              <a:gd name="csX8" fmla="*/ 30332 w 70794"/>
              <a:gd name="csY8" fmla="*/ 698 h 61560"/>
              <a:gd name="csX9" fmla="*/ 54210 w 70794"/>
              <a:gd name="csY9" fmla="*/ 10137 h 61560"/>
              <a:gd name="csX10" fmla="*/ 63267 w 70794"/>
              <a:gd name="csY10" fmla="*/ 15095 h 61560"/>
              <a:gd name="csX11" fmla="*/ 69100 w 70794"/>
              <a:gd name="csY11" fmla="*/ 20258 h 61560"/>
              <a:gd name="csX12" fmla="*/ 69100 w 70794"/>
              <a:gd name="csY12" fmla="*/ 30584 h 61560"/>
              <a:gd name="csX13" fmla="*/ 69721 w 70794"/>
              <a:gd name="csY13" fmla="*/ 35746 h 61560"/>
              <a:gd name="csX14" fmla="*/ 67118 w 70794"/>
              <a:gd name="csY14" fmla="*/ 44803 h 61560"/>
              <a:gd name="csX15" fmla="*/ 61618 w 70794"/>
              <a:gd name="csY15" fmla="*/ 50612 h 61560"/>
              <a:gd name="csX16" fmla="*/ 54931 w 70794"/>
              <a:gd name="csY16" fmla="*/ 50644 h 61560"/>
              <a:gd name="csX17" fmla="*/ 37735 w 70794"/>
              <a:gd name="csY17" fmla="*/ 61561 h 61560"/>
              <a:gd name="csX18" fmla="*/ 30977 w 70794"/>
              <a:gd name="csY18" fmla="*/ 53817 h 615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70794" h="61560">
                <a:moveTo>
                  <a:pt x="30977" y="53817"/>
                </a:moveTo>
                <a:cubicBezTo>
                  <a:pt x="25158" y="45644"/>
                  <a:pt x="18070" y="43473"/>
                  <a:pt x="18070" y="49863"/>
                </a:cubicBezTo>
                <a:cubicBezTo>
                  <a:pt x="18070" y="52173"/>
                  <a:pt x="16557" y="53074"/>
                  <a:pt x="14198" y="52169"/>
                </a:cubicBezTo>
                <a:cubicBezTo>
                  <a:pt x="12068" y="51351"/>
                  <a:pt x="10326" y="49053"/>
                  <a:pt x="10326" y="47062"/>
                </a:cubicBezTo>
                <a:cubicBezTo>
                  <a:pt x="10326" y="45070"/>
                  <a:pt x="8003" y="41451"/>
                  <a:pt x="5163" y="39020"/>
                </a:cubicBezTo>
                <a:cubicBezTo>
                  <a:pt x="2323" y="36588"/>
                  <a:pt x="0" y="33766"/>
                  <a:pt x="0" y="32748"/>
                </a:cubicBezTo>
                <a:cubicBezTo>
                  <a:pt x="0" y="31730"/>
                  <a:pt x="4647" y="25529"/>
                  <a:pt x="10326" y="18967"/>
                </a:cubicBezTo>
                <a:cubicBezTo>
                  <a:pt x="16005" y="12405"/>
                  <a:pt x="20652" y="5235"/>
                  <a:pt x="20652" y="3034"/>
                </a:cubicBezTo>
                <a:cubicBezTo>
                  <a:pt x="20652" y="-166"/>
                  <a:pt x="22592" y="-634"/>
                  <a:pt x="30332" y="698"/>
                </a:cubicBezTo>
                <a:cubicBezTo>
                  <a:pt x="52748" y="4557"/>
                  <a:pt x="54210" y="5134"/>
                  <a:pt x="54210" y="10137"/>
                </a:cubicBezTo>
                <a:cubicBezTo>
                  <a:pt x="54210" y="14084"/>
                  <a:pt x="56056" y="15095"/>
                  <a:pt x="63267" y="15095"/>
                </a:cubicBezTo>
                <a:cubicBezTo>
                  <a:pt x="71678" y="15095"/>
                  <a:pt x="72094" y="15463"/>
                  <a:pt x="69100" y="20258"/>
                </a:cubicBezTo>
                <a:cubicBezTo>
                  <a:pt x="66522" y="24386"/>
                  <a:pt x="66522" y="26456"/>
                  <a:pt x="69100" y="30584"/>
                </a:cubicBezTo>
                <a:cubicBezTo>
                  <a:pt x="71011" y="33644"/>
                  <a:pt x="71264" y="35746"/>
                  <a:pt x="69721" y="35746"/>
                </a:cubicBezTo>
                <a:cubicBezTo>
                  <a:pt x="68289" y="35746"/>
                  <a:pt x="67118" y="39822"/>
                  <a:pt x="67118" y="44803"/>
                </a:cubicBezTo>
                <a:cubicBezTo>
                  <a:pt x="67118" y="53341"/>
                  <a:pt x="66802" y="53674"/>
                  <a:pt x="61618" y="50612"/>
                </a:cubicBezTo>
                <a:cubicBezTo>
                  <a:pt x="57188" y="47995"/>
                  <a:pt x="55886" y="48002"/>
                  <a:pt x="54931" y="50644"/>
                </a:cubicBezTo>
                <a:cubicBezTo>
                  <a:pt x="53898" y="53500"/>
                  <a:pt x="41201" y="61561"/>
                  <a:pt x="37735" y="61561"/>
                </a:cubicBezTo>
                <a:cubicBezTo>
                  <a:pt x="37051" y="61561"/>
                  <a:pt x="34010" y="58076"/>
                  <a:pt x="30977" y="53817"/>
                </a:cubicBezTo>
                <a:close/>
              </a:path>
            </a:pathLst>
          </a:custGeom>
          <a:solidFill>
            <a:srgbClr val="B9B9B9"/>
          </a:solidFill>
          <a:ln w="5163" cap="flat">
            <a:noFill/>
            <a:prstDash val="solid"/>
            <a:miter/>
          </a:ln>
        </p:spPr>
        <p:txBody>
          <a:bodyPr/>
          <a:lstStyle/>
          <a:p>
            <a:endParaRPr lang="es-419" noProof="0" dirty="0"/>
          </a:p>
        </p:txBody>
      </p:sp>
      <p:sp>
        <p:nvSpPr>
          <p:cNvPr id="67" name="Forma libre: forma 66">
            <a:extLst>
              <a:ext uri="{FF2B5EF4-FFF2-40B4-BE49-F238E27FC236}">
                <a16:creationId xmlns:a16="http://schemas.microsoft.com/office/drawing/2014/main" id="{9CBD4D21-E64C-CC7E-58BF-A40BCB217F2E}"/>
              </a:ext>
            </a:extLst>
          </p:cNvPr>
          <p:cNvSpPr/>
          <p:nvPr/>
        </p:nvSpPr>
        <p:spPr>
          <a:xfrm>
            <a:off x="1478193" y="2273156"/>
            <a:ext cx="153622" cy="170128"/>
          </a:xfrm>
          <a:custGeom>
            <a:avLst/>
            <a:gdLst>
              <a:gd name="csX0" fmla="*/ 8493 w 153622"/>
              <a:gd name="csY0" fmla="*/ 168431 h 170128"/>
              <a:gd name="csX1" fmla="*/ 6772 w 153622"/>
              <a:gd name="csY1" fmla="*/ 161418 h 170128"/>
              <a:gd name="csX2" fmla="*/ 2681 w 153622"/>
              <a:gd name="csY2" fmla="*/ 145415 h 170128"/>
              <a:gd name="csX3" fmla="*/ 5459 w 153622"/>
              <a:gd name="csY3" fmla="*/ 121148 h 170128"/>
              <a:gd name="csX4" fmla="*/ 14777 w 153622"/>
              <a:gd name="csY4" fmla="*/ 82726 h 170128"/>
              <a:gd name="csX5" fmla="*/ 25155 w 153622"/>
              <a:gd name="csY5" fmla="*/ 43661 h 170128"/>
              <a:gd name="csX6" fmla="*/ 27423 w 153622"/>
              <a:gd name="csY6" fmla="*/ 32229 h 170128"/>
              <a:gd name="csX7" fmla="*/ 31172 w 153622"/>
              <a:gd name="csY7" fmla="*/ 17047 h 170128"/>
              <a:gd name="csX8" fmla="*/ 33221 w 153622"/>
              <a:gd name="csY8" fmla="*/ 11598 h 170128"/>
              <a:gd name="csX9" fmla="*/ 37362 w 153622"/>
              <a:gd name="csY9" fmla="*/ 8370 h 170128"/>
              <a:gd name="csX10" fmla="*/ 41848 w 153622"/>
              <a:gd name="csY10" fmla="*/ 3309 h 170128"/>
              <a:gd name="csX11" fmla="*/ 51947 w 153622"/>
              <a:gd name="csY11" fmla="*/ 4939 h 170128"/>
              <a:gd name="csX12" fmla="*/ 67990 w 153622"/>
              <a:gd name="csY12" fmla="*/ 10085 h 170128"/>
              <a:gd name="csX13" fmla="*/ 82983 w 153622"/>
              <a:gd name="csY13" fmla="*/ 28865 h 170128"/>
              <a:gd name="csX14" fmla="*/ 93236 w 153622"/>
              <a:gd name="csY14" fmla="*/ 38498 h 170128"/>
              <a:gd name="csX15" fmla="*/ 103025 w 153622"/>
              <a:gd name="csY15" fmla="*/ 33366 h 170128"/>
              <a:gd name="csX16" fmla="*/ 120832 w 153622"/>
              <a:gd name="csY16" fmla="*/ 24595 h 170128"/>
              <a:gd name="csX17" fmla="*/ 122064 w 153622"/>
              <a:gd name="csY17" fmla="*/ 33182 h 170128"/>
              <a:gd name="csX18" fmla="*/ 135261 w 153622"/>
              <a:gd name="csY18" fmla="*/ 39968 h 170128"/>
              <a:gd name="csX19" fmla="*/ 152396 w 153622"/>
              <a:gd name="csY19" fmla="*/ 46930 h 170128"/>
              <a:gd name="csX20" fmla="*/ 149002 w 153622"/>
              <a:gd name="csY20" fmla="*/ 58232 h 170128"/>
              <a:gd name="csX21" fmla="*/ 146552 w 153622"/>
              <a:gd name="csY21" fmla="*/ 64545 h 170128"/>
              <a:gd name="csX22" fmla="*/ 148358 w 153622"/>
              <a:gd name="csY22" fmla="*/ 121402 h 170128"/>
              <a:gd name="csX23" fmla="*/ 135844 w 153622"/>
              <a:gd name="csY23" fmla="*/ 118523 h 170128"/>
              <a:gd name="csX24" fmla="*/ 131972 w 153622"/>
              <a:gd name="csY24" fmla="*/ 113360 h 170128"/>
              <a:gd name="csX25" fmla="*/ 128062 w 153622"/>
              <a:gd name="csY25" fmla="*/ 103679 h 170128"/>
              <a:gd name="csX26" fmla="*/ 124378 w 153622"/>
              <a:gd name="csY26" fmla="*/ 87545 h 170128"/>
              <a:gd name="csX27" fmla="*/ 116378 w 153622"/>
              <a:gd name="csY27" fmla="*/ 72702 h 170128"/>
              <a:gd name="csX28" fmla="*/ 107448 w 153622"/>
              <a:gd name="csY28" fmla="*/ 67912 h 170128"/>
              <a:gd name="csX29" fmla="*/ 99376 w 153622"/>
              <a:gd name="csY29" fmla="*/ 80152 h 170128"/>
              <a:gd name="csX30" fmla="*/ 94468 w 153622"/>
              <a:gd name="csY30" fmla="*/ 101141 h 170128"/>
              <a:gd name="csX31" fmla="*/ 81766 w 153622"/>
              <a:gd name="csY31" fmla="*/ 133635 h 170128"/>
              <a:gd name="csX32" fmla="*/ 65090 w 153622"/>
              <a:gd name="csY32" fmla="*/ 140680 h 170128"/>
              <a:gd name="csX33" fmla="*/ 53260 w 153622"/>
              <a:gd name="csY33" fmla="*/ 146865 h 170128"/>
              <a:gd name="csX34" fmla="*/ 38902 w 153622"/>
              <a:gd name="csY34" fmla="*/ 154663 h 170128"/>
              <a:gd name="csX35" fmla="*/ 22260 w 153622"/>
              <a:gd name="csY35" fmla="*/ 162407 h 170128"/>
              <a:gd name="csX36" fmla="*/ 8493 w 153622"/>
              <a:gd name="csY36" fmla="*/ 168431 h 17012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Lst>
            <a:rect l="l" t="t" r="r" b="b"/>
            <a:pathLst>
              <a:path w="153622" h="170128">
                <a:moveTo>
                  <a:pt x="8493" y="168431"/>
                </a:moveTo>
                <a:cubicBezTo>
                  <a:pt x="7546" y="167484"/>
                  <a:pt x="6772" y="164329"/>
                  <a:pt x="6772" y="161418"/>
                </a:cubicBezTo>
                <a:cubicBezTo>
                  <a:pt x="6772" y="158508"/>
                  <a:pt x="4931" y="151306"/>
                  <a:pt x="2681" y="145415"/>
                </a:cubicBezTo>
                <a:cubicBezTo>
                  <a:pt x="-1298" y="134996"/>
                  <a:pt x="-1222" y="134332"/>
                  <a:pt x="5459" y="121148"/>
                </a:cubicBezTo>
                <a:cubicBezTo>
                  <a:pt x="10516" y="111168"/>
                  <a:pt x="12973" y="101035"/>
                  <a:pt x="14777" y="82726"/>
                </a:cubicBezTo>
                <a:cubicBezTo>
                  <a:pt x="17244" y="57676"/>
                  <a:pt x="20967" y="43661"/>
                  <a:pt x="25155" y="43661"/>
                </a:cubicBezTo>
                <a:cubicBezTo>
                  <a:pt x="26403" y="43661"/>
                  <a:pt x="27423" y="38516"/>
                  <a:pt x="27423" y="32229"/>
                </a:cubicBezTo>
                <a:cubicBezTo>
                  <a:pt x="27423" y="25675"/>
                  <a:pt x="29023" y="19196"/>
                  <a:pt x="31172" y="17047"/>
                </a:cubicBezTo>
                <a:cubicBezTo>
                  <a:pt x="33235" y="14985"/>
                  <a:pt x="34156" y="12533"/>
                  <a:pt x="33221" y="11598"/>
                </a:cubicBezTo>
                <a:cubicBezTo>
                  <a:pt x="32286" y="10662"/>
                  <a:pt x="34150" y="9210"/>
                  <a:pt x="37362" y="8370"/>
                </a:cubicBezTo>
                <a:cubicBezTo>
                  <a:pt x="40925" y="7438"/>
                  <a:pt x="42675" y="5464"/>
                  <a:pt x="41848" y="3309"/>
                </a:cubicBezTo>
                <a:cubicBezTo>
                  <a:pt x="39982" y="-1555"/>
                  <a:pt x="42837" y="-1094"/>
                  <a:pt x="51947" y="4939"/>
                </a:cubicBezTo>
                <a:cubicBezTo>
                  <a:pt x="56206" y="7760"/>
                  <a:pt x="63426" y="10076"/>
                  <a:pt x="67990" y="10085"/>
                </a:cubicBezTo>
                <a:cubicBezTo>
                  <a:pt x="77231" y="10104"/>
                  <a:pt x="80149" y="13759"/>
                  <a:pt x="82983" y="28865"/>
                </a:cubicBezTo>
                <a:cubicBezTo>
                  <a:pt x="84632" y="37657"/>
                  <a:pt x="85527" y="38498"/>
                  <a:pt x="93236" y="38498"/>
                </a:cubicBezTo>
                <a:cubicBezTo>
                  <a:pt x="99495" y="38498"/>
                  <a:pt x="102031" y="37168"/>
                  <a:pt x="103025" y="33366"/>
                </a:cubicBezTo>
                <a:cubicBezTo>
                  <a:pt x="104466" y="27855"/>
                  <a:pt x="116509" y="21923"/>
                  <a:pt x="120832" y="24595"/>
                </a:cubicBezTo>
                <a:cubicBezTo>
                  <a:pt x="122276" y="25487"/>
                  <a:pt x="122830" y="29351"/>
                  <a:pt x="122064" y="33182"/>
                </a:cubicBezTo>
                <a:cubicBezTo>
                  <a:pt x="120679" y="40107"/>
                  <a:pt x="120757" y="40147"/>
                  <a:pt x="135261" y="39968"/>
                </a:cubicBezTo>
                <a:cubicBezTo>
                  <a:pt x="148934" y="39800"/>
                  <a:pt x="150012" y="40238"/>
                  <a:pt x="152396" y="46930"/>
                </a:cubicBezTo>
                <a:cubicBezTo>
                  <a:pt x="154575" y="53045"/>
                  <a:pt x="154087" y="54670"/>
                  <a:pt x="149002" y="58232"/>
                </a:cubicBezTo>
                <a:cubicBezTo>
                  <a:pt x="144363" y="61481"/>
                  <a:pt x="143827" y="62863"/>
                  <a:pt x="146552" y="64545"/>
                </a:cubicBezTo>
                <a:cubicBezTo>
                  <a:pt x="151618" y="67671"/>
                  <a:pt x="153227" y="118317"/>
                  <a:pt x="148358" y="121402"/>
                </a:cubicBezTo>
                <a:cubicBezTo>
                  <a:pt x="142062" y="125392"/>
                  <a:pt x="135844" y="123962"/>
                  <a:pt x="135844" y="118523"/>
                </a:cubicBezTo>
                <a:cubicBezTo>
                  <a:pt x="135844" y="115655"/>
                  <a:pt x="134123" y="113360"/>
                  <a:pt x="131972" y="113360"/>
                </a:cubicBezTo>
                <a:cubicBezTo>
                  <a:pt x="129225" y="113360"/>
                  <a:pt x="128089" y="110546"/>
                  <a:pt x="128062" y="103679"/>
                </a:cubicBezTo>
                <a:cubicBezTo>
                  <a:pt x="128041" y="98355"/>
                  <a:pt x="126383" y="91095"/>
                  <a:pt x="124378" y="87545"/>
                </a:cubicBezTo>
                <a:cubicBezTo>
                  <a:pt x="122373" y="83996"/>
                  <a:pt x="118773" y="77316"/>
                  <a:pt x="116378" y="72702"/>
                </a:cubicBezTo>
                <a:cubicBezTo>
                  <a:pt x="111867" y="64011"/>
                  <a:pt x="107448" y="61641"/>
                  <a:pt x="107448" y="67912"/>
                </a:cubicBezTo>
                <a:cubicBezTo>
                  <a:pt x="107448" y="69891"/>
                  <a:pt x="103816" y="75399"/>
                  <a:pt x="99376" y="80152"/>
                </a:cubicBezTo>
                <a:cubicBezTo>
                  <a:pt x="91445" y="88642"/>
                  <a:pt x="91359" y="89010"/>
                  <a:pt x="94468" y="101141"/>
                </a:cubicBezTo>
                <a:cubicBezTo>
                  <a:pt x="97988" y="114877"/>
                  <a:pt x="97068" y="117230"/>
                  <a:pt x="81766" y="133635"/>
                </a:cubicBezTo>
                <a:cubicBezTo>
                  <a:pt x="74766" y="141139"/>
                  <a:pt x="72544" y="142078"/>
                  <a:pt x="65090" y="140680"/>
                </a:cubicBezTo>
                <a:cubicBezTo>
                  <a:pt x="57313" y="139221"/>
                  <a:pt x="56181" y="139812"/>
                  <a:pt x="53260" y="146865"/>
                </a:cubicBezTo>
                <a:cubicBezTo>
                  <a:pt x="50372" y="153836"/>
                  <a:pt x="48850" y="154663"/>
                  <a:pt x="38902" y="154663"/>
                </a:cubicBezTo>
                <a:cubicBezTo>
                  <a:pt x="29485" y="154663"/>
                  <a:pt x="26927" y="155853"/>
                  <a:pt x="22260" y="162407"/>
                </a:cubicBezTo>
                <a:cubicBezTo>
                  <a:pt x="16933" y="169889"/>
                  <a:pt x="12076" y="172014"/>
                  <a:pt x="8493" y="168431"/>
                </a:cubicBezTo>
                <a:close/>
              </a:path>
            </a:pathLst>
          </a:custGeom>
          <a:solidFill>
            <a:srgbClr val="B9B9B9"/>
          </a:solidFill>
          <a:ln w="5163" cap="flat">
            <a:noFill/>
            <a:prstDash val="solid"/>
            <a:miter/>
          </a:ln>
        </p:spPr>
        <p:txBody>
          <a:bodyPr/>
          <a:lstStyle/>
          <a:p>
            <a:endParaRPr lang="es-419" noProof="0" dirty="0"/>
          </a:p>
        </p:txBody>
      </p:sp>
      <p:grpSp>
        <p:nvGrpSpPr>
          <p:cNvPr id="68" name="Gráfico 39">
            <a:extLst>
              <a:ext uri="{FF2B5EF4-FFF2-40B4-BE49-F238E27FC236}">
                <a16:creationId xmlns:a16="http://schemas.microsoft.com/office/drawing/2014/main" id="{1675ECBA-27FB-9127-5F19-A6550EF279EB}"/>
              </a:ext>
            </a:extLst>
          </p:cNvPr>
          <p:cNvGrpSpPr/>
          <p:nvPr/>
        </p:nvGrpSpPr>
        <p:grpSpPr>
          <a:xfrm>
            <a:off x="2169009" y="2212045"/>
            <a:ext cx="273705" cy="260208"/>
            <a:chOff x="2169009" y="2212045"/>
            <a:chExt cx="273705" cy="260208"/>
          </a:xfrm>
          <a:solidFill>
            <a:srgbClr val="B9B9B9"/>
          </a:solidFill>
        </p:grpSpPr>
        <p:sp>
          <p:nvSpPr>
            <p:cNvPr id="69" name="Forma libre: forma 68">
              <a:extLst>
                <a:ext uri="{FF2B5EF4-FFF2-40B4-BE49-F238E27FC236}">
                  <a16:creationId xmlns:a16="http://schemas.microsoft.com/office/drawing/2014/main" id="{473D1DED-8C0F-2598-25D6-A2CA1CCF2F4B}"/>
                </a:ext>
              </a:extLst>
            </p:cNvPr>
            <p:cNvSpPr/>
            <p:nvPr/>
          </p:nvSpPr>
          <p:spPr>
            <a:xfrm>
              <a:off x="2169009" y="2212045"/>
              <a:ext cx="273705" cy="260208"/>
            </a:xfrm>
            <a:custGeom>
              <a:avLst/>
              <a:gdLst>
                <a:gd name="csX0" fmla="*/ 136396 w 273705"/>
                <a:gd name="csY0" fmla="*/ 251544 h 260208"/>
                <a:gd name="csX1" fmla="*/ 123951 w 273705"/>
                <a:gd name="csY1" fmla="*/ 241399 h 260208"/>
                <a:gd name="csX2" fmla="*/ 100178 w 273705"/>
                <a:gd name="csY2" fmla="*/ 233837 h 260208"/>
                <a:gd name="csX3" fmla="*/ 81199 w 273705"/>
                <a:gd name="csY3" fmla="*/ 230865 h 260208"/>
                <a:gd name="csX4" fmla="*/ 75979 w 273705"/>
                <a:gd name="csY4" fmla="*/ 240363 h 260208"/>
                <a:gd name="csX5" fmla="*/ 67894 w 273705"/>
                <a:gd name="csY5" fmla="*/ 246752 h 260208"/>
                <a:gd name="csX6" fmla="*/ 29911 w 273705"/>
                <a:gd name="csY6" fmla="*/ 227450 h 260208"/>
                <a:gd name="csX7" fmla="*/ 28472 w 273705"/>
                <a:gd name="csY7" fmla="*/ 213064 h 260208"/>
                <a:gd name="csX8" fmla="*/ 12481 w 273705"/>
                <a:gd name="csY8" fmla="*/ 197704 h 260208"/>
                <a:gd name="csX9" fmla="*/ 1103 w 273705"/>
                <a:gd name="csY9" fmla="*/ 191257 h 260208"/>
                <a:gd name="csX10" fmla="*/ 24560 w 273705"/>
                <a:gd name="csY10" fmla="*/ 177413 h 260208"/>
                <a:gd name="csX11" fmla="*/ 49357 w 273705"/>
                <a:gd name="csY11" fmla="*/ 181249 h 260208"/>
                <a:gd name="csX12" fmla="*/ 33383 w 273705"/>
                <a:gd name="csY12" fmla="*/ 188440 h 260208"/>
                <a:gd name="csX13" fmla="*/ 18111 w 273705"/>
                <a:gd name="csY13" fmla="*/ 189801 h 260208"/>
                <a:gd name="csX14" fmla="*/ 23379 w 273705"/>
                <a:gd name="csY14" fmla="*/ 191217 h 260208"/>
                <a:gd name="csX15" fmla="*/ 42338 w 273705"/>
                <a:gd name="csY15" fmla="*/ 193852 h 260208"/>
                <a:gd name="csX16" fmla="*/ 54801 w 273705"/>
                <a:gd name="csY16" fmla="*/ 205031 h 260208"/>
                <a:gd name="csX17" fmla="*/ 53572 w 273705"/>
                <a:gd name="csY17" fmla="*/ 211902 h 260208"/>
                <a:gd name="csX18" fmla="*/ 58745 w 273705"/>
                <a:gd name="csY18" fmla="*/ 206739 h 260208"/>
                <a:gd name="csX19" fmla="*/ 62804 w 273705"/>
                <a:gd name="csY19" fmla="*/ 199640 h 260208"/>
                <a:gd name="csX20" fmla="*/ 78923 w 273705"/>
                <a:gd name="csY20" fmla="*/ 200342 h 260208"/>
                <a:gd name="csX21" fmla="*/ 84524 w 273705"/>
                <a:gd name="csY21" fmla="*/ 197871 h 260208"/>
                <a:gd name="csX22" fmla="*/ 91725 w 273705"/>
                <a:gd name="csY22" fmla="*/ 189946 h 260208"/>
                <a:gd name="csX23" fmla="*/ 100403 w 273705"/>
                <a:gd name="csY23" fmla="*/ 165765 h 260208"/>
                <a:gd name="csX24" fmla="*/ 96700 w 273705"/>
                <a:gd name="csY24" fmla="*/ 159218 h 260208"/>
                <a:gd name="csX25" fmla="*/ 94398 w 273705"/>
                <a:gd name="csY25" fmla="*/ 157998 h 260208"/>
                <a:gd name="csX26" fmla="*/ 90392 w 273705"/>
                <a:gd name="csY26" fmla="*/ 161840 h 260208"/>
                <a:gd name="csX27" fmla="*/ 87810 w 273705"/>
                <a:gd name="csY27" fmla="*/ 164145 h 260208"/>
                <a:gd name="csX28" fmla="*/ 100799 w 273705"/>
                <a:gd name="csY28" fmla="*/ 149016 h 260208"/>
                <a:gd name="csX29" fmla="*/ 118746 w 273705"/>
                <a:gd name="csY29" fmla="*/ 138331 h 260208"/>
                <a:gd name="csX30" fmla="*/ 133646 w 273705"/>
                <a:gd name="csY30" fmla="*/ 125809 h 260208"/>
                <a:gd name="csX31" fmla="*/ 149004 w 273705"/>
                <a:gd name="csY31" fmla="*/ 91807 h 260208"/>
                <a:gd name="csX32" fmla="*/ 157715 w 273705"/>
                <a:gd name="csY32" fmla="*/ 65895 h 260208"/>
                <a:gd name="csX33" fmla="*/ 163243 w 273705"/>
                <a:gd name="csY33" fmla="*/ 33397 h 260208"/>
                <a:gd name="csX34" fmla="*/ 165326 w 273705"/>
                <a:gd name="csY34" fmla="*/ 1486 h 260208"/>
                <a:gd name="csX35" fmla="*/ 167796 w 273705"/>
                <a:gd name="csY35" fmla="*/ 6032 h 260208"/>
                <a:gd name="csX36" fmla="*/ 180226 w 273705"/>
                <a:gd name="csY36" fmla="*/ 14421 h 260208"/>
                <a:gd name="csX37" fmla="*/ 195070 w 273705"/>
                <a:gd name="csY37" fmla="*/ 12027 h 260208"/>
                <a:gd name="csX38" fmla="*/ 227557 w 273705"/>
                <a:gd name="csY38" fmla="*/ 43889 h 260208"/>
                <a:gd name="csX39" fmla="*/ 257592 w 273705"/>
                <a:gd name="csY39" fmla="*/ 78146 h 260208"/>
                <a:gd name="csX40" fmla="*/ 261681 w 273705"/>
                <a:gd name="csY40" fmla="*/ 107593 h 260208"/>
                <a:gd name="csX41" fmla="*/ 273489 w 273705"/>
                <a:gd name="csY41" fmla="*/ 250266 h 260208"/>
                <a:gd name="csX42" fmla="*/ 218174 w 273705"/>
                <a:gd name="csY42" fmla="*/ 254247 h 260208"/>
                <a:gd name="csX43" fmla="*/ 150594 w 273705"/>
                <a:gd name="csY43" fmla="*/ 258722 h 260208"/>
                <a:gd name="csX44" fmla="*/ 137226 w 273705"/>
                <a:gd name="csY44" fmla="*/ 260208 h 260208"/>
                <a:gd name="csX45" fmla="*/ 136396 w 273705"/>
                <a:gd name="csY45" fmla="*/ 251544 h 2602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Lst>
              <a:rect l="l" t="t" r="r" b="b"/>
              <a:pathLst>
                <a:path w="273705" h="260208">
                  <a:moveTo>
                    <a:pt x="136396" y="251544"/>
                  </a:moveTo>
                  <a:cubicBezTo>
                    <a:pt x="135615" y="243380"/>
                    <a:pt x="134897" y="242794"/>
                    <a:pt x="123951" y="241399"/>
                  </a:cubicBezTo>
                  <a:cubicBezTo>
                    <a:pt x="117562" y="240584"/>
                    <a:pt x="106864" y="237181"/>
                    <a:pt x="100178" y="233837"/>
                  </a:cubicBezTo>
                  <a:cubicBezTo>
                    <a:pt x="89763" y="228627"/>
                    <a:pt x="87046" y="228201"/>
                    <a:pt x="81199" y="230865"/>
                  </a:cubicBezTo>
                  <a:cubicBezTo>
                    <a:pt x="75659" y="233390"/>
                    <a:pt x="74677" y="235176"/>
                    <a:pt x="75979" y="240363"/>
                  </a:cubicBezTo>
                  <a:cubicBezTo>
                    <a:pt x="77472" y="246311"/>
                    <a:pt x="76914" y="246752"/>
                    <a:pt x="67894" y="246752"/>
                  </a:cubicBezTo>
                  <a:cubicBezTo>
                    <a:pt x="55809" y="246752"/>
                    <a:pt x="31822" y="234563"/>
                    <a:pt x="29911" y="227450"/>
                  </a:cubicBezTo>
                  <a:cubicBezTo>
                    <a:pt x="29139" y="224578"/>
                    <a:pt x="28492" y="218104"/>
                    <a:pt x="28472" y="213064"/>
                  </a:cubicBezTo>
                  <a:cubicBezTo>
                    <a:pt x="28427" y="201349"/>
                    <a:pt x="24633" y="197704"/>
                    <a:pt x="12481" y="197704"/>
                  </a:cubicBezTo>
                  <a:cubicBezTo>
                    <a:pt x="4225" y="197704"/>
                    <a:pt x="2471" y="196710"/>
                    <a:pt x="1103" y="191257"/>
                  </a:cubicBezTo>
                  <a:cubicBezTo>
                    <a:pt x="-2114" y="178441"/>
                    <a:pt x="578" y="176853"/>
                    <a:pt x="24560" y="177413"/>
                  </a:cubicBezTo>
                  <a:cubicBezTo>
                    <a:pt x="38820" y="177746"/>
                    <a:pt x="47574" y="179100"/>
                    <a:pt x="49357" y="181249"/>
                  </a:cubicBezTo>
                  <a:cubicBezTo>
                    <a:pt x="54736" y="187730"/>
                    <a:pt x="49187" y="190228"/>
                    <a:pt x="33383" y="188440"/>
                  </a:cubicBezTo>
                  <a:cubicBezTo>
                    <a:pt x="22288" y="187184"/>
                    <a:pt x="18111" y="187556"/>
                    <a:pt x="18111" y="189801"/>
                  </a:cubicBezTo>
                  <a:cubicBezTo>
                    <a:pt x="18111" y="191735"/>
                    <a:pt x="20080" y="192265"/>
                    <a:pt x="23379" y="191217"/>
                  </a:cubicBezTo>
                  <a:cubicBezTo>
                    <a:pt x="26276" y="190298"/>
                    <a:pt x="34808" y="191483"/>
                    <a:pt x="42338" y="193852"/>
                  </a:cubicBezTo>
                  <a:cubicBezTo>
                    <a:pt x="54989" y="197831"/>
                    <a:pt x="55937" y="198681"/>
                    <a:pt x="54801" y="205031"/>
                  </a:cubicBezTo>
                  <a:lnTo>
                    <a:pt x="53572" y="211902"/>
                  </a:lnTo>
                  <a:lnTo>
                    <a:pt x="58745" y="206739"/>
                  </a:lnTo>
                  <a:cubicBezTo>
                    <a:pt x="61590" y="203900"/>
                    <a:pt x="63416" y="200705"/>
                    <a:pt x="62804" y="199640"/>
                  </a:cubicBezTo>
                  <a:cubicBezTo>
                    <a:pt x="61196" y="196843"/>
                    <a:pt x="70823" y="197262"/>
                    <a:pt x="78923" y="200342"/>
                  </a:cubicBezTo>
                  <a:cubicBezTo>
                    <a:pt x="85153" y="202711"/>
                    <a:pt x="85724" y="202459"/>
                    <a:pt x="84524" y="197871"/>
                  </a:cubicBezTo>
                  <a:cubicBezTo>
                    <a:pt x="83478" y="193868"/>
                    <a:pt x="85034" y="192154"/>
                    <a:pt x="91725" y="189946"/>
                  </a:cubicBezTo>
                  <a:cubicBezTo>
                    <a:pt x="104380" y="185769"/>
                    <a:pt x="109318" y="172009"/>
                    <a:pt x="100403" y="165765"/>
                  </a:cubicBezTo>
                  <a:cubicBezTo>
                    <a:pt x="97428" y="163681"/>
                    <a:pt x="95762" y="160736"/>
                    <a:pt x="96700" y="159218"/>
                  </a:cubicBezTo>
                  <a:cubicBezTo>
                    <a:pt x="97747" y="157525"/>
                    <a:pt x="96859" y="157053"/>
                    <a:pt x="94398" y="157998"/>
                  </a:cubicBezTo>
                  <a:cubicBezTo>
                    <a:pt x="92194" y="158843"/>
                    <a:pt x="90392" y="160572"/>
                    <a:pt x="90392" y="161840"/>
                  </a:cubicBezTo>
                  <a:cubicBezTo>
                    <a:pt x="90392" y="163108"/>
                    <a:pt x="89230" y="164145"/>
                    <a:pt x="87810" y="164145"/>
                  </a:cubicBezTo>
                  <a:cubicBezTo>
                    <a:pt x="81811" y="164145"/>
                    <a:pt x="86198" y="159036"/>
                    <a:pt x="100799" y="149016"/>
                  </a:cubicBezTo>
                  <a:cubicBezTo>
                    <a:pt x="109362" y="143139"/>
                    <a:pt x="117438" y="138331"/>
                    <a:pt x="118746" y="138331"/>
                  </a:cubicBezTo>
                  <a:cubicBezTo>
                    <a:pt x="120053" y="138331"/>
                    <a:pt x="126758" y="132696"/>
                    <a:pt x="133646" y="125809"/>
                  </a:cubicBezTo>
                  <a:cubicBezTo>
                    <a:pt x="145786" y="113669"/>
                    <a:pt x="146254" y="112631"/>
                    <a:pt x="149004" y="91807"/>
                  </a:cubicBezTo>
                  <a:cubicBezTo>
                    <a:pt x="151298" y="74430"/>
                    <a:pt x="152962" y="69481"/>
                    <a:pt x="157715" y="65895"/>
                  </a:cubicBezTo>
                  <a:cubicBezTo>
                    <a:pt x="163239" y="61729"/>
                    <a:pt x="163570" y="59784"/>
                    <a:pt x="163243" y="33397"/>
                  </a:cubicBezTo>
                  <a:cubicBezTo>
                    <a:pt x="163052" y="17960"/>
                    <a:pt x="163989" y="3600"/>
                    <a:pt x="165326" y="1486"/>
                  </a:cubicBezTo>
                  <a:cubicBezTo>
                    <a:pt x="167138" y="-1380"/>
                    <a:pt x="167766" y="-224"/>
                    <a:pt x="167796" y="6032"/>
                  </a:cubicBezTo>
                  <a:cubicBezTo>
                    <a:pt x="167835" y="14326"/>
                    <a:pt x="167976" y="14421"/>
                    <a:pt x="180226" y="14421"/>
                  </a:cubicBezTo>
                  <a:cubicBezTo>
                    <a:pt x="187041" y="14421"/>
                    <a:pt x="193721" y="13344"/>
                    <a:pt x="195070" y="12027"/>
                  </a:cubicBezTo>
                  <a:cubicBezTo>
                    <a:pt x="196598" y="10534"/>
                    <a:pt x="208840" y="22541"/>
                    <a:pt x="227557" y="43889"/>
                  </a:cubicBezTo>
                  <a:lnTo>
                    <a:pt x="257592" y="78146"/>
                  </a:lnTo>
                  <a:lnTo>
                    <a:pt x="261681" y="107593"/>
                  </a:lnTo>
                  <a:cubicBezTo>
                    <a:pt x="266251" y="140497"/>
                    <a:pt x="275208" y="248724"/>
                    <a:pt x="273489" y="250266"/>
                  </a:cubicBezTo>
                  <a:cubicBezTo>
                    <a:pt x="272881" y="250811"/>
                    <a:pt x="247989" y="252602"/>
                    <a:pt x="218174" y="254247"/>
                  </a:cubicBezTo>
                  <a:cubicBezTo>
                    <a:pt x="188358" y="255891"/>
                    <a:pt x="157947" y="257905"/>
                    <a:pt x="150594" y="258722"/>
                  </a:cubicBezTo>
                  <a:lnTo>
                    <a:pt x="137226" y="260208"/>
                  </a:lnTo>
                  <a:lnTo>
                    <a:pt x="136396" y="251544"/>
                  </a:lnTo>
                  <a:close/>
                </a:path>
              </a:pathLst>
            </a:custGeom>
            <a:solidFill>
              <a:srgbClr val="B9B9B9"/>
            </a:solidFill>
            <a:ln w="5163" cap="flat">
              <a:noFill/>
              <a:prstDash val="solid"/>
              <a:miter/>
            </a:ln>
          </p:spPr>
          <p:txBody>
            <a:bodyPr/>
            <a:lstStyle/>
            <a:p>
              <a:endParaRPr lang="es-419" noProof="0" dirty="0"/>
            </a:p>
          </p:txBody>
        </p:sp>
        <p:sp>
          <p:nvSpPr>
            <p:cNvPr id="70" name="Forma libre: forma 69">
              <a:extLst>
                <a:ext uri="{FF2B5EF4-FFF2-40B4-BE49-F238E27FC236}">
                  <a16:creationId xmlns:a16="http://schemas.microsoft.com/office/drawing/2014/main" id="{6C4F75AC-F339-70C4-14AC-D2FF28DEABCE}"/>
                </a:ext>
              </a:extLst>
            </p:cNvPr>
            <p:cNvSpPr/>
            <p:nvPr/>
          </p:nvSpPr>
          <p:spPr>
            <a:xfrm>
              <a:off x="2221969" y="2379232"/>
              <a:ext cx="29491" cy="17638"/>
            </a:xfrm>
            <a:custGeom>
              <a:avLst/>
              <a:gdLst>
                <a:gd name="csX0" fmla="*/ 10326 w 29491"/>
                <a:gd name="csY0" fmla="*/ 11251 h 17638"/>
                <a:gd name="csX1" fmla="*/ 23663 w 29491"/>
                <a:gd name="csY1" fmla="*/ 4783 h 17638"/>
                <a:gd name="csX2" fmla="*/ 27977 w 29491"/>
                <a:gd name="csY2" fmla="*/ 1475 h 17638"/>
                <a:gd name="csX3" fmla="*/ 29483 w 29491"/>
                <a:gd name="csY3" fmla="*/ 1025 h 17638"/>
                <a:gd name="csX4" fmla="*/ 8425 w 29491"/>
                <a:gd name="csY4" fmla="*/ 16751 h 17638"/>
                <a:gd name="csX5" fmla="*/ 0 w 29491"/>
                <a:gd name="csY5" fmla="*/ 17639 h 17638"/>
                <a:gd name="csX6" fmla="*/ 10326 w 29491"/>
                <a:gd name="csY6" fmla="*/ 11251 h 17638"/>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9491" h="17638">
                  <a:moveTo>
                    <a:pt x="10326" y="11251"/>
                  </a:moveTo>
                  <a:cubicBezTo>
                    <a:pt x="16005" y="7738"/>
                    <a:pt x="22007" y="4827"/>
                    <a:pt x="23663" y="4783"/>
                  </a:cubicBezTo>
                  <a:cubicBezTo>
                    <a:pt x="25320" y="4738"/>
                    <a:pt x="27261" y="3250"/>
                    <a:pt x="27977" y="1475"/>
                  </a:cubicBezTo>
                  <a:cubicBezTo>
                    <a:pt x="28693" y="-299"/>
                    <a:pt x="29371" y="-502"/>
                    <a:pt x="29483" y="1025"/>
                  </a:cubicBezTo>
                  <a:cubicBezTo>
                    <a:pt x="29861" y="6183"/>
                    <a:pt x="16907" y="15857"/>
                    <a:pt x="8425" y="16751"/>
                  </a:cubicBezTo>
                  <a:lnTo>
                    <a:pt x="0" y="17639"/>
                  </a:lnTo>
                  <a:lnTo>
                    <a:pt x="10326" y="11251"/>
                  </a:lnTo>
                  <a:close/>
                </a:path>
              </a:pathLst>
            </a:custGeom>
            <a:solidFill>
              <a:srgbClr val="B9B9B9"/>
            </a:solidFill>
            <a:ln w="5163" cap="flat">
              <a:noFill/>
              <a:prstDash val="solid"/>
              <a:miter/>
            </a:ln>
          </p:spPr>
          <p:txBody>
            <a:bodyPr/>
            <a:lstStyle/>
            <a:p>
              <a:endParaRPr lang="es-419" noProof="0" dirty="0"/>
            </a:p>
          </p:txBody>
        </p:sp>
      </p:grpSp>
      <p:sp>
        <p:nvSpPr>
          <p:cNvPr id="71" name="Forma libre: forma 70">
            <a:extLst>
              <a:ext uri="{FF2B5EF4-FFF2-40B4-BE49-F238E27FC236}">
                <a16:creationId xmlns:a16="http://schemas.microsoft.com/office/drawing/2014/main" id="{C6D4BB64-C4C6-D4FC-BEB8-0085660C65F3}"/>
              </a:ext>
            </a:extLst>
          </p:cNvPr>
          <p:cNvSpPr/>
          <p:nvPr/>
        </p:nvSpPr>
        <p:spPr>
          <a:xfrm>
            <a:off x="1574029" y="2346575"/>
            <a:ext cx="28491" cy="35790"/>
          </a:xfrm>
          <a:custGeom>
            <a:avLst/>
            <a:gdLst>
              <a:gd name="csX0" fmla="*/ 11768 w 28491"/>
              <a:gd name="csY0" fmla="*/ 34872 h 35790"/>
              <a:gd name="csX1" fmla="*/ 805 w 28491"/>
              <a:gd name="csY1" fmla="*/ 25413 h 35790"/>
              <a:gd name="csX2" fmla="*/ 7669 w 28491"/>
              <a:gd name="csY2" fmla="*/ 7571 h 35790"/>
              <a:gd name="csX3" fmla="*/ 18379 w 28491"/>
              <a:gd name="csY3" fmla="*/ 2738 h 35790"/>
              <a:gd name="csX4" fmla="*/ 23574 w 28491"/>
              <a:gd name="csY4" fmla="*/ 11696 h 35790"/>
              <a:gd name="csX5" fmla="*/ 28193 w 28491"/>
              <a:gd name="csY5" fmla="*/ 24987 h 35790"/>
              <a:gd name="csX6" fmla="*/ 11768 w 28491"/>
              <a:gd name="csY6" fmla="*/ 34872 h 35790"/>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8491" h="35790">
                <a:moveTo>
                  <a:pt x="11768" y="34872"/>
                </a:moveTo>
                <a:cubicBezTo>
                  <a:pt x="4464" y="33733"/>
                  <a:pt x="2519" y="32055"/>
                  <a:pt x="805" y="25413"/>
                </a:cubicBezTo>
                <a:cubicBezTo>
                  <a:pt x="-1017" y="18356"/>
                  <a:pt x="-153" y="16110"/>
                  <a:pt x="7669" y="7571"/>
                </a:cubicBezTo>
                <a:cubicBezTo>
                  <a:pt x="15700" y="-1197"/>
                  <a:pt x="16797" y="-1692"/>
                  <a:pt x="18379" y="2738"/>
                </a:cubicBezTo>
                <a:cubicBezTo>
                  <a:pt x="19348" y="5452"/>
                  <a:pt x="21686" y="9483"/>
                  <a:pt x="23574" y="11696"/>
                </a:cubicBezTo>
                <a:cubicBezTo>
                  <a:pt x="25461" y="13908"/>
                  <a:pt x="27540" y="19890"/>
                  <a:pt x="28193" y="24987"/>
                </a:cubicBezTo>
                <a:cubicBezTo>
                  <a:pt x="29539" y="35505"/>
                  <a:pt x="26717" y="37203"/>
                  <a:pt x="11768" y="34872"/>
                </a:cubicBezTo>
                <a:close/>
              </a:path>
            </a:pathLst>
          </a:custGeom>
          <a:solidFill>
            <a:srgbClr val="CCCCCC"/>
          </a:solidFill>
          <a:ln w="5163" cap="flat">
            <a:noFill/>
            <a:prstDash val="solid"/>
            <a:miter/>
          </a:ln>
        </p:spPr>
        <p:txBody>
          <a:bodyPr/>
          <a:lstStyle/>
          <a:p>
            <a:endParaRPr lang="es-419" noProof="0" dirty="0"/>
          </a:p>
        </p:txBody>
      </p:sp>
      <p:sp>
        <p:nvSpPr>
          <p:cNvPr id="72" name="Forma libre: forma 71">
            <a:extLst>
              <a:ext uri="{FF2B5EF4-FFF2-40B4-BE49-F238E27FC236}">
                <a16:creationId xmlns:a16="http://schemas.microsoft.com/office/drawing/2014/main" id="{CCCDBF9D-0577-3699-A9CC-33B956A637D3}"/>
              </a:ext>
            </a:extLst>
          </p:cNvPr>
          <p:cNvSpPr/>
          <p:nvPr/>
        </p:nvSpPr>
        <p:spPr>
          <a:xfrm>
            <a:off x="1629800" y="2326596"/>
            <a:ext cx="82332" cy="45198"/>
          </a:xfrm>
          <a:custGeom>
            <a:avLst/>
            <a:gdLst>
              <a:gd name="csX0" fmla="*/ 35828 w 82332"/>
              <a:gd name="csY0" fmla="*/ 43172 h 45198"/>
              <a:gd name="csX1" fmla="*/ 20861 w 82332"/>
              <a:gd name="csY1" fmla="*/ 27939 h 45198"/>
              <a:gd name="csX2" fmla="*/ 6710 w 82332"/>
              <a:gd name="csY2" fmla="*/ 16733 h 45198"/>
              <a:gd name="csX3" fmla="*/ 200 w 82332"/>
              <a:gd name="csY3" fmla="*/ 11518 h 45198"/>
              <a:gd name="csX4" fmla="*/ 11960 w 82332"/>
              <a:gd name="csY4" fmla="*/ 5709 h 45198"/>
              <a:gd name="csX5" fmla="*/ 29437 w 82332"/>
              <a:gd name="csY5" fmla="*/ 2139 h 45198"/>
              <a:gd name="csX6" fmla="*/ 38320 w 82332"/>
              <a:gd name="csY6" fmla="*/ 692 h 45198"/>
              <a:gd name="csX7" fmla="*/ 49592 w 82332"/>
              <a:gd name="csY7" fmla="*/ 4355 h 45198"/>
              <a:gd name="csX8" fmla="*/ 61209 w 82332"/>
              <a:gd name="csY8" fmla="*/ 13550 h 45198"/>
              <a:gd name="csX9" fmla="*/ 68838 w 82332"/>
              <a:gd name="csY9" fmla="*/ 19970 h 45198"/>
              <a:gd name="csX10" fmla="*/ 82332 w 82332"/>
              <a:gd name="csY10" fmla="*/ 30233 h 45198"/>
              <a:gd name="csX11" fmla="*/ 75901 w 82332"/>
              <a:gd name="csY11" fmla="*/ 31524 h 45198"/>
              <a:gd name="csX12" fmla="*/ 66358 w 82332"/>
              <a:gd name="csY12" fmla="*/ 36506 h 45198"/>
              <a:gd name="csX13" fmla="*/ 58348 w 82332"/>
              <a:gd name="csY13" fmla="*/ 38866 h 45198"/>
              <a:gd name="csX14" fmla="*/ 47885 w 82332"/>
              <a:gd name="csY14" fmla="*/ 41425 h 45198"/>
              <a:gd name="csX15" fmla="*/ 35828 w 82332"/>
              <a:gd name="csY15" fmla="*/ 43172 h 4519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82332" h="45198">
                <a:moveTo>
                  <a:pt x="35828" y="43172"/>
                </a:moveTo>
                <a:cubicBezTo>
                  <a:pt x="32257" y="41284"/>
                  <a:pt x="25522" y="34429"/>
                  <a:pt x="20861" y="27939"/>
                </a:cubicBezTo>
                <a:cubicBezTo>
                  <a:pt x="14698" y="19357"/>
                  <a:pt x="10840" y="16301"/>
                  <a:pt x="6710" y="16733"/>
                </a:cubicBezTo>
                <a:cubicBezTo>
                  <a:pt x="2564" y="17166"/>
                  <a:pt x="809" y="15760"/>
                  <a:pt x="200" y="11518"/>
                </a:cubicBezTo>
                <a:cubicBezTo>
                  <a:pt x="-566" y="6174"/>
                  <a:pt x="375" y="5709"/>
                  <a:pt x="11960" y="5709"/>
                </a:cubicBezTo>
                <a:cubicBezTo>
                  <a:pt x="18887" y="5709"/>
                  <a:pt x="26751" y="4102"/>
                  <a:pt x="29437" y="2139"/>
                </a:cubicBezTo>
                <a:cubicBezTo>
                  <a:pt x="32427" y="-48"/>
                  <a:pt x="35871" y="-609"/>
                  <a:pt x="38320" y="692"/>
                </a:cubicBezTo>
                <a:cubicBezTo>
                  <a:pt x="40520" y="1860"/>
                  <a:pt x="45592" y="3509"/>
                  <a:pt x="49592" y="4355"/>
                </a:cubicBezTo>
                <a:cubicBezTo>
                  <a:pt x="53972" y="5282"/>
                  <a:pt x="58593" y="8940"/>
                  <a:pt x="61209" y="13550"/>
                </a:cubicBezTo>
                <a:cubicBezTo>
                  <a:pt x="63598" y="17761"/>
                  <a:pt x="67032" y="20650"/>
                  <a:pt x="68838" y="19970"/>
                </a:cubicBezTo>
                <a:cubicBezTo>
                  <a:pt x="71755" y="18872"/>
                  <a:pt x="82332" y="26917"/>
                  <a:pt x="82332" y="30233"/>
                </a:cubicBezTo>
                <a:cubicBezTo>
                  <a:pt x="82332" y="30943"/>
                  <a:pt x="79438" y="31524"/>
                  <a:pt x="75901" y="31524"/>
                </a:cubicBezTo>
                <a:cubicBezTo>
                  <a:pt x="72343" y="31524"/>
                  <a:pt x="68079" y="33750"/>
                  <a:pt x="66358" y="36506"/>
                </a:cubicBezTo>
                <a:cubicBezTo>
                  <a:pt x="63915" y="40418"/>
                  <a:pt x="62194" y="40925"/>
                  <a:pt x="58348" y="38866"/>
                </a:cubicBezTo>
                <a:cubicBezTo>
                  <a:pt x="54563" y="36841"/>
                  <a:pt x="52184" y="37422"/>
                  <a:pt x="47885" y="41425"/>
                </a:cubicBezTo>
                <a:cubicBezTo>
                  <a:pt x="42972" y="45999"/>
                  <a:pt x="41560" y="46204"/>
                  <a:pt x="35828" y="43172"/>
                </a:cubicBezTo>
                <a:close/>
              </a:path>
            </a:pathLst>
          </a:custGeom>
          <a:solidFill>
            <a:srgbClr val="B9B9B9"/>
          </a:solidFill>
          <a:ln w="5163" cap="flat">
            <a:noFill/>
            <a:prstDash val="solid"/>
            <a:miter/>
          </a:ln>
        </p:spPr>
        <p:txBody>
          <a:bodyPr/>
          <a:lstStyle/>
          <a:p>
            <a:endParaRPr lang="es-419" noProof="0" dirty="0"/>
          </a:p>
        </p:txBody>
      </p:sp>
      <p:sp>
        <p:nvSpPr>
          <p:cNvPr id="73" name="Forma libre: forma 72">
            <a:extLst>
              <a:ext uri="{FF2B5EF4-FFF2-40B4-BE49-F238E27FC236}">
                <a16:creationId xmlns:a16="http://schemas.microsoft.com/office/drawing/2014/main" id="{8991E548-566C-2298-68E7-2348D4B11CD0}"/>
              </a:ext>
            </a:extLst>
          </p:cNvPr>
          <p:cNvSpPr/>
          <p:nvPr/>
        </p:nvSpPr>
        <p:spPr>
          <a:xfrm>
            <a:off x="1522864" y="2163021"/>
            <a:ext cx="166771" cy="166600"/>
          </a:xfrm>
          <a:custGeom>
            <a:avLst/>
            <a:gdLst>
              <a:gd name="csX0" fmla="*/ 112825 w 166771"/>
              <a:gd name="csY0" fmla="*/ 162186 h 166600"/>
              <a:gd name="csX1" fmla="*/ 93810 w 166771"/>
              <a:gd name="csY1" fmla="*/ 146052 h 166600"/>
              <a:gd name="csX2" fmla="*/ 80847 w 166771"/>
              <a:gd name="csY2" fmla="*/ 139517 h 166600"/>
              <a:gd name="csX3" fmla="*/ 77061 w 166771"/>
              <a:gd name="csY3" fmla="*/ 131529 h 166600"/>
              <a:gd name="csX4" fmla="*/ 56324 w 166771"/>
              <a:gd name="csY4" fmla="*/ 140503 h 166600"/>
              <a:gd name="csX5" fmla="*/ 40835 w 166771"/>
              <a:gd name="csY5" fmla="*/ 134435 h 166600"/>
              <a:gd name="csX6" fmla="*/ 25839 w 166771"/>
              <a:gd name="csY6" fmla="*/ 117575 h 166600"/>
              <a:gd name="csX7" fmla="*/ 603 w 166771"/>
              <a:gd name="csY7" fmla="*/ 103594 h 166600"/>
              <a:gd name="csX8" fmla="*/ 3427 w 166771"/>
              <a:gd name="csY8" fmla="*/ 92334 h 166600"/>
              <a:gd name="csX9" fmla="*/ 16980 w 166771"/>
              <a:gd name="csY9" fmla="*/ 76064 h 166600"/>
              <a:gd name="csX10" fmla="*/ 29744 w 166771"/>
              <a:gd name="csY10" fmla="*/ 65065 h 166600"/>
              <a:gd name="csX11" fmla="*/ 36843 w 166771"/>
              <a:gd name="csY11" fmla="*/ 46479 h 166600"/>
              <a:gd name="csX12" fmla="*/ 44707 w 166771"/>
              <a:gd name="csY12" fmla="*/ 28415 h 166600"/>
              <a:gd name="csX13" fmla="*/ 49507 w 166771"/>
              <a:gd name="csY13" fmla="*/ 27678 h 166600"/>
              <a:gd name="csX14" fmla="*/ 60947 w 166771"/>
              <a:gd name="csY14" fmla="*/ 25763 h 166600"/>
              <a:gd name="csX15" fmla="*/ 70323 w 166771"/>
              <a:gd name="csY15" fmla="*/ 14969 h 166600"/>
              <a:gd name="csX16" fmla="*/ 78890 w 166771"/>
              <a:gd name="csY16" fmla="*/ 12726 h 166600"/>
              <a:gd name="csX17" fmla="*/ 98544 w 166771"/>
              <a:gd name="csY17" fmla="*/ 17873 h 166600"/>
              <a:gd name="csX18" fmla="*/ 112369 w 166771"/>
              <a:gd name="csY18" fmla="*/ 19382 h 166600"/>
              <a:gd name="csX19" fmla="*/ 111333 w 166771"/>
              <a:gd name="csY19" fmla="*/ 10510 h 166600"/>
              <a:gd name="csX20" fmla="*/ 113560 w 166771"/>
              <a:gd name="csY20" fmla="*/ 387 h 166600"/>
              <a:gd name="csX21" fmla="*/ 117960 w 166771"/>
              <a:gd name="csY21" fmla="*/ 7843 h 166600"/>
              <a:gd name="csX22" fmla="*/ 132949 w 166771"/>
              <a:gd name="csY22" fmla="*/ 23283 h 166600"/>
              <a:gd name="csX23" fmla="*/ 137639 w 166771"/>
              <a:gd name="csY23" fmla="*/ 24249 h 166600"/>
              <a:gd name="csX24" fmla="*/ 142971 w 166771"/>
              <a:gd name="csY24" fmla="*/ 28097 h 166600"/>
              <a:gd name="csX25" fmla="*/ 144280 w 166771"/>
              <a:gd name="csY25" fmla="*/ 37270 h 166600"/>
              <a:gd name="csX26" fmla="*/ 141806 w 166771"/>
              <a:gd name="csY26" fmla="*/ 49084 h 166600"/>
              <a:gd name="csX27" fmla="*/ 134976 w 166771"/>
              <a:gd name="csY27" fmla="*/ 50495 h 166600"/>
              <a:gd name="csX28" fmla="*/ 125814 w 166771"/>
              <a:gd name="csY28" fmla="*/ 54367 h 166600"/>
              <a:gd name="csX29" fmla="*/ 117982 w 166771"/>
              <a:gd name="csY29" fmla="*/ 60864 h 166600"/>
              <a:gd name="csX30" fmla="*/ 114406 w 166771"/>
              <a:gd name="csY30" fmla="*/ 64736 h 166600"/>
              <a:gd name="csX31" fmla="*/ 118081 w 166771"/>
              <a:gd name="csY31" fmla="*/ 68608 h 166600"/>
              <a:gd name="csX32" fmla="*/ 117880 w 166771"/>
              <a:gd name="csY32" fmla="*/ 76375 h 166600"/>
              <a:gd name="csX33" fmla="*/ 120902 w 166771"/>
              <a:gd name="csY33" fmla="*/ 101250 h 166600"/>
              <a:gd name="csX34" fmla="*/ 146578 w 166771"/>
              <a:gd name="csY34" fmla="*/ 85070 h 166600"/>
              <a:gd name="csX35" fmla="*/ 165866 w 166771"/>
              <a:gd name="csY35" fmla="*/ 78619 h 166600"/>
              <a:gd name="csX36" fmla="*/ 158858 w 166771"/>
              <a:gd name="csY36" fmla="*/ 93393 h 166600"/>
              <a:gd name="csX37" fmla="*/ 145606 w 166771"/>
              <a:gd name="csY37" fmla="*/ 103389 h 166600"/>
              <a:gd name="csX38" fmla="*/ 146405 w 166771"/>
              <a:gd name="csY38" fmla="*/ 113844 h 166600"/>
              <a:gd name="csX39" fmla="*/ 151373 w 166771"/>
              <a:gd name="csY39" fmla="*/ 126271 h 166600"/>
              <a:gd name="csX40" fmla="*/ 146320 w 166771"/>
              <a:gd name="csY40" fmla="*/ 138511 h 166600"/>
              <a:gd name="csX41" fmla="*/ 142802 w 166771"/>
              <a:gd name="csY41" fmla="*/ 150216 h 166600"/>
              <a:gd name="csX42" fmla="*/ 135305 w 166771"/>
              <a:gd name="csY42" fmla="*/ 162275 h 166600"/>
              <a:gd name="csX43" fmla="*/ 112825 w 166771"/>
              <a:gd name="csY43" fmla="*/ 162186 h 1666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66771" h="166600">
                <a:moveTo>
                  <a:pt x="112825" y="162186"/>
                </a:moveTo>
                <a:cubicBezTo>
                  <a:pt x="107924" y="146593"/>
                  <a:pt x="107287" y="146052"/>
                  <a:pt x="93810" y="146052"/>
                </a:cubicBezTo>
                <a:cubicBezTo>
                  <a:pt x="81661" y="146052"/>
                  <a:pt x="80847" y="145641"/>
                  <a:pt x="80847" y="139517"/>
                </a:cubicBezTo>
                <a:cubicBezTo>
                  <a:pt x="80847" y="135923"/>
                  <a:pt x="79143" y="132329"/>
                  <a:pt x="77061" y="131529"/>
                </a:cubicBezTo>
                <a:cubicBezTo>
                  <a:pt x="70944" y="129182"/>
                  <a:pt x="59116" y="134300"/>
                  <a:pt x="56324" y="140503"/>
                </a:cubicBezTo>
                <a:cubicBezTo>
                  <a:pt x="52116" y="149848"/>
                  <a:pt x="43882" y="146622"/>
                  <a:pt x="40835" y="134435"/>
                </a:cubicBezTo>
                <a:cubicBezTo>
                  <a:pt x="37208" y="119926"/>
                  <a:pt x="35198" y="117667"/>
                  <a:pt x="25839" y="117575"/>
                </a:cubicBezTo>
                <a:cubicBezTo>
                  <a:pt x="16487" y="117484"/>
                  <a:pt x="-3740" y="106278"/>
                  <a:pt x="603" y="103594"/>
                </a:cubicBezTo>
                <a:cubicBezTo>
                  <a:pt x="2143" y="102641"/>
                  <a:pt x="3414" y="97575"/>
                  <a:pt x="3427" y="92334"/>
                </a:cubicBezTo>
                <a:cubicBezTo>
                  <a:pt x="3448" y="83428"/>
                  <a:pt x="4333" y="82366"/>
                  <a:pt x="16980" y="76064"/>
                </a:cubicBezTo>
                <a:cubicBezTo>
                  <a:pt x="26201" y="71468"/>
                  <a:pt x="30266" y="67966"/>
                  <a:pt x="29744" y="65065"/>
                </a:cubicBezTo>
                <a:cubicBezTo>
                  <a:pt x="29324" y="62724"/>
                  <a:pt x="32518" y="54360"/>
                  <a:pt x="36843" y="46479"/>
                </a:cubicBezTo>
                <a:cubicBezTo>
                  <a:pt x="41168" y="38598"/>
                  <a:pt x="44707" y="30469"/>
                  <a:pt x="44707" y="28415"/>
                </a:cubicBezTo>
                <a:cubicBezTo>
                  <a:pt x="44707" y="25420"/>
                  <a:pt x="45659" y="25274"/>
                  <a:pt x="49507" y="27678"/>
                </a:cubicBezTo>
                <a:cubicBezTo>
                  <a:pt x="53370" y="30090"/>
                  <a:pt x="55603" y="29716"/>
                  <a:pt x="60947" y="25763"/>
                </a:cubicBezTo>
                <a:cubicBezTo>
                  <a:pt x="64599" y="23062"/>
                  <a:pt x="68819" y="18205"/>
                  <a:pt x="70323" y="14969"/>
                </a:cubicBezTo>
                <a:cubicBezTo>
                  <a:pt x="72821" y="9600"/>
                  <a:pt x="73567" y="9404"/>
                  <a:pt x="78890" y="12726"/>
                </a:cubicBezTo>
                <a:cubicBezTo>
                  <a:pt x="82096" y="14727"/>
                  <a:pt x="90941" y="17044"/>
                  <a:pt x="98544" y="17873"/>
                </a:cubicBezTo>
                <a:lnTo>
                  <a:pt x="112369" y="19382"/>
                </a:lnTo>
                <a:lnTo>
                  <a:pt x="111333" y="10510"/>
                </a:lnTo>
                <a:cubicBezTo>
                  <a:pt x="110680" y="4917"/>
                  <a:pt x="111503" y="1176"/>
                  <a:pt x="113560" y="387"/>
                </a:cubicBezTo>
                <a:cubicBezTo>
                  <a:pt x="117812" y="-1245"/>
                  <a:pt x="120015" y="2488"/>
                  <a:pt x="117960" y="7843"/>
                </a:cubicBezTo>
                <a:cubicBezTo>
                  <a:pt x="115692" y="13753"/>
                  <a:pt x="126829" y="25225"/>
                  <a:pt x="132949" y="23283"/>
                </a:cubicBezTo>
                <a:cubicBezTo>
                  <a:pt x="135529" y="22464"/>
                  <a:pt x="137639" y="22899"/>
                  <a:pt x="137639" y="24249"/>
                </a:cubicBezTo>
                <a:cubicBezTo>
                  <a:pt x="137639" y="25599"/>
                  <a:pt x="140039" y="27330"/>
                  <a:pt x="142971" y="28097"/>
                </a:cubicBezTo>
                <a:cubicBezTo>
                  <a:pt x="148037" y="29422"/>
                  <a:pt x="148102" y="29879"/>
                  <a:pt x="144280" y="37270"/>
                </a:cubicBezTo>
                <a:cubicBezTo>
                  <a:pt x="142067" y="41548"/>
                  <a:pt x="140954" y="46864"/>
                  <a:pt x="141806" y="49084"/>
                </a:cubicBezTo>
                <a:cubicBezTo>
                  <a:pt x="143608" y="53779"/>
                  <a:pt x="141808" y="54151"/>
                  <a:pt x="134976" y="50495"/>
                </a:cubicBezTo>
                <a:cubicBezTo>
                  <a:pt x="130992" y="48362"/>
                  <a:pt x="129272" y="49089"/>
                  <a:pt x="125814" y="54367"/>
                </a:cubicBezTo>
                <a:cubicBezTo>
                  <a:pt x="123473" y="57940"/>
                  <a:pt x="119948" y="60864"/>
                  <a:pt x="117982" y="60864"/>
                </a:cubicBezTo>
                <a:cubicBezTo>
                  <a:pt x="116015" y="60864"/>
                  <a:pt x="114406" y="62606"/>
                  <a:pt x="114406" y="64736"/>
                </a:cubicBezTo>
                <a:cubicBezTo>
                  <a:pt x="114406" y="66866"/>
                  <a:pt x="116060" y="68608"/>
                  <a:pt x="118081" y="68608"/>
                </a:cubicBezTo>
                <a:cubicBezTo>
                  <a:pt x="121214" y="68608"/>
                  <a:pt x="121185" y="69751"/>
                  <a:pt x="117880" y="76375"/>
                </a:cubicBezTo>
                <a:cubicBezTo>
                  <a:pt x="113557" y="85043"/>
                  <a:pt x="115262" y="99086"/>
                  <a:pt x="120902" y="101250"/>
                </a:cubicBezTo>
                <a:cubicBezTo>
                  <a:pt x="125974" y="103196"/>
                  <a:pt x="134577" y="97775"/>
                  <a:pt x="146578" y="85070"/>
                </a:cubicBezTo>
                <a:cubicBezTo>
                  <a:pt x="158352" y="72606"/>
                  <a:pt x="161996" y="71387"/>
                  <a:pt x="165866" y="78619"/>
                </a:cubicBezTo>
                <a:cubicBezTo>
                  <a:pt x="167980" y="82568"/>
                  <a:pt x="166683" y="85304"/>
                  <a:pt x="158858" y="93393"/>
                </a:cubicBezTo>
                <a:cubicBezTo>
                  <a:pt x="153577" y="98853"/>
                  <a:pt x="147613" y="103351"/>
                  <a:pt x="145606" y="103389"/>
                </a:cubicBezTo>
                <a:cubicBezTo>
                  <a:pt x="139218" y="103509"/>
                  <a:pt x="139670" y="109432"/>
                  <a:pt x="146405" y="113844"/>
                </a:cubicBezTo>
                <a:cubicBezTo>
                  <a:pt x="151813" y="117388"/>
                  <a:pt x="152650" y="119482"/>
                  <a:pt x="151373" y="126271"/>
                </a:cubicBezTo>
                <a:cubicBezTo>
                  <a:pt x="150529" y="130761"/>
                  <a:pt x="148255" y="136269"/>
                  <a:pt x="146320" y="138511"/>
                </a:cubicBezTo>
                <a:cubicBezTo>
                  <a:pt x="144385" y="140752"/>
                  <a:pt x="142802" y="146020"/>
                  <a:pt x="142802" y="150216"/>
                </a:cubicBezTo>
                <a:cubicBezTo>
                  <a:pt x="142802" y="155900"/>
                  <a:pt x="140890" y="158975"/>
                  <a:pt x="135305" y="162275"/>
                </a:cubicBezTo>
                <a:cubicBezTo>
                  <a:pt x="125481" y="168078"/>
                  <a:pt x="114663" y="168035"/>
                  <a:pt x="112825" y="162186"/>
                </a:cubicBezTo>
                <a:close/>
              </a:path>
            </a:pathLst>
          </a:custGeom>
          <a:solidFill>
            <a:srgbClr val="B9B9B9"/>
          </a:solidFill>
          <a:ln w="5163" cap="flat">
            <a:noFill/>
            <a:prstDash val="solid"/>
            <a:miter/>
          </a:ln>
        </p:spPr>
        <p:txBody>
          <a:bodyPr/>
          <a:lstStyle/>
          <a:p>
            <a:endParaRPr lang="es-419" noProof="0" dirty="0"/>
          </a:p>
        </p:txBody>
      </p:sp>
      <p:sp>
        <p:nvSpPr>
          <p:cNvPr id="74" name="Forma libre: forma 73">
            <a:extLst>
              <a:ext uri="{FF2B5EF4-FFF2-40B4-BE49-F238E27FC236}">
                <a16:creationId xmlns:a16="http://schemas.microsoft.com/office/drawing/2014/main" id="{46D2761E-2809-1B16-3B2E-0C171CCA03AE}"/>
              </a:ext>
            </a:extLst>
          </p:cNvPr>
          <p:cNvSpPr/>
          <p:nvPr/>
        </p:nvSpPr>
        <p:spPr>
          <a:xfrm>
            <a:off x="1152549" y="1816032"/>
            <a:ext cx="278306" cy="369963"/>
          </a:xfrm>
          <a:custGeom>
            <a:avLst/>
            <a:gdLst>
              <a:gd name="csX0" fmla="*/ 34904 w 278306"/>
              <a:gd name="csY0" fmla="*/ 369743 h 369963"/>
              <a:gd name="csX1" fmla="*/ 30386 w 278306"/>
              <a:gd name="csY1" fmla="*/ 366534 h 369963"/>
              <a:gd name="csX2" fmla="*/ 24882 w 278306"/>
              <a:gd name="csY2" fmla="*/ 362569 h 369963"/>
              <a:gd name="csX3" fmla="*/ 21927 w 278306"/>
              <a:gd name="csY3" fmla="*/ 359169 h 369963"/>
              <a:gd name="csX4" fmla="*/ 27578 w 278306"/>
              <a:gd name="csY4" fmla="*/ 347996 h 369963"/>
              <a:gd name="csX5" fmla="*/ 35410 w 278306"/>
              <a:gd name="csY5" fmla="*/ 332463 h 369963"/>
              <a:gd name="csX6" fmla="*/ 46301 w 278306"/>
              <a:gd name="csY6" fmla="*/ 305733 h 369963"/>
              <a:gd name="csX7" fmla="*/ 51274 w 278306"/>
              <a:gd name="csY7" fmla="*/ 305469 h 369963"/>
              <a:gd name="csX8" fmla="*/ 85602 w 278306"/>
              <a:gd name="csY8" fmla="*/ 259605 h 369963"/>
              <a:gd name="csX9" fmla="*/ 77041 w 278306"/>
              <a:gd name="csY9" fmla="*/ 247151 h 369963"/>
              <a:gd name="csX10" fmla="*/ 56201 w 278306"/>
              <a:gd name="csY10" fmla="*/ 259540 h 369963"/>
              <a:gd name="csX11" fmla="*/ 43804 w 278306"/>
              <a:gd name="csY11" fmla="*/ 271918 h 369963"/>
              <a:gd name="csX12" fmla="*/ 42369 w 278306"/>
              <a:gd name="csY12" fmla="*/ 249815 h 369963"/>
              <a:gd name="csX13" fmla="*/ 41724 w 278306"/>
              <a:gd name="csY13" fmla="*/ 231013 h 369963"/>
              <a:gd name="csX14" fmla="*/ 29106 w 278306"/>
              <a:gd name="csY14" fmla="*/ 240028 h 369963"/>
              <a:gd name="csX15" fmla="*/ 22444 w 278306"/>
              <a:gd name="csY15" fmla="*/ 254379 h 369963"/>
              <a:gd name="csX16" fmla="*/ 24802 w 278306"/>
              <a:gd name="csY16" fmla="*/ 241025 h 369963"/>
              <a:gd name="csX17" fmla="*/ 33753 w 278306"/>
              <a:gd name="csY17" fmla="*/ 223416 h 369963"/>
              <a:gd name="csX18" fmla="*/ 20060 w 278306"/>
              <a:gd name="csY18" fmla="*/ 211002 h 369963"/>
              <a:gd name="csX19" fmla="*/ 12798 w 278306"/>
              <a:gd name="csY19" fmla="*/ 218762 h 369963"/>
              <a:gd name="csX20" fmla="*/ 14913 w 278306"/>
              <a:gd name="csY20" fmla="*/ 227151 h 369963"/>
              <a:gd name="csX21" fmla="*/ 17013 w 278306"/>
              <a:gd name="csY21" fmla="*/ 232960 h 369963"/>
              <a:gd name="csX22" fmla="*/ 9735 w 278306"/>
              <a:gd name="csY22" fmla="*/ 237857 h 369963"/>
              <a:gd name="csX23" fmla="*/ 1293 w 278306"/>
              <a:gd name="csY23" fmla="*/ 233984 h 369963"/>
              <a:gd name="csX24" fmla="*/ 5050 w 278306"/>
              <a:gd name="csY24" fmla="*/ 166825 h 369963"/>
              <a:gd name="csX25" fmla="*/ 13098 w 278306"/>
              <a:gd name="csY25" fmla="*/ 148470 h 369963"/>
              <a:gd name="csX26" fmla="*/ 17479 w 278306"/>
              <a:gd name="csY26" fmla="*/ 142324 h 369963"/>
              <a:gd name="csX27" fmla="*/ 23957 w 278306"/>
              <a:gd name="csY27" fmla="*/ 139382 h 369963"/>
              <a:gd name="csX28" fmla="*/ 29365 w 278306"/>
              <a:gd name="csY28" fmla="*/ 127120 h 369963"/>
              <a:gd name="csX29" fmla="*/ 37749 w 278306"/>
              <a:gd name="csY29" fmla="*/ 97729 h 369963"/>
              <a:gd name="csX30" fmla="*/ 49507 w 278306"/>
              <a:gd name="csY30" fmla="*/ 88122 h 369963"/>
              <a:gd name="csX31" fmla="*/ 58774 w 278306"/>
              <a:gd name="csY31" fmla="*/ 77796 h 369963"/>
              <a:gd name="csX32" fmla="*/ 64863 w 278306"/>
              <a:gd name="csY32" fmla="*/ 68721 h 369963"/>
              <a:gd name="csX33" fmla="*/ 80119 w 278306"/>
              <a:gd name="csY33" fmla="*/ 65404 h 369963"/>
              <a:gd name="csX34" fmla="*/ 105248 w 278306"/>
              <a:gd name="csY34" fmla="*/ 69057 h 369963"/>
              <a:gd name="csX35" fmla="*/ 132354 w 278306"/>
              <a:gd name="csY35" fmla="*/ 69793 h 369963"/>
              <a:gd name="csX36" fmla="*/ 147842 w 278306"/>
              <a:gd name="csY36" fmla="*/ 68392 h 369963"/>
              <a:gd name="csX37" fmla="*/ 148600 w 278306"/>
              <a:gd name="csY37" fmla="*/ 51194 h 369963"/>
              <a:gd name="csX38" fmla="*/ 143045 w 278306"/>
              <a:gd name="csY38" fmla="*/ 18458 h 369963"/>
              <a:gd name="csX39" fmla="*/ 138200 w 278306"/>
              <a:gd name="csY39" fmla="*/ 1452 h 369963"/>
              <a:gd name="csX40" fmla="*/ 176238 w 278306"/>
              <a:gd name="csY40" fmla="*/ 4099 h 369963"/>
              <a:gd name="csX41" fmla="*/ 200117 w 278306"/>
              <a:gd name="csY41" fmla="*/ 11594 h 369963"/>
              <a:gd name="csX42" fmla="*/ 208506 w 278306"/>
              <a:gd name="csY42" fmla="*/ 17328 h 369963"/>
              <a:gd name="csX43" fmla="*/ 213126 w 278306"/>
              <a:gd name="csY43" fmla="*/ 22327 h 369963"/>
              <a:gd name="csX44" fmla="*/ 220224 w 278306"/>
              <a:gd name="csY44" fmla="*/ 29184 h 369963"/>
              <a:gd name="csX45" fmla="*/ 234966 w 278306"/>
              <a:gd name="csY45" fmla="*/ 33975 h 369963"/>
              <a:gd name="csX46" fmla="*/ 247228 w 278306"/>
              <a:gd name="csY46" fmla="*/ 35904 h 369963"/>
              <a:gd name="csX47" fmla="*/ 256714 w 278306"/>
              <a:gd name="csY47" fmla="*/ 49191 h 369963"/>
              <a:gd name="csX48" fmla="*/ 272203 w 278306"/>
              <a:gd name="csY48" fmla="*/ 58184 h 369963"/>
              <a:gd name="csX49" fmla="*/ 271714 w 278306"/>
              <a:gd name="csY49" fmla="*/ 67589 h 369963"/>
              <a:gd name="csX50" fmla="*/ 263105 w 278306"/>
              <a:gd name="csY50" fmla="*/ 78504 h 369963"/>
              <a:gd name="csX51" fmla="*/ 254303 w 278306"/>
              <a:gd name="csY51" fmla="*/ 85750 h 369963"/>
              <a:gd name="csX52" fmla="*/ 246105 w 278306"/>
              <a:gd name="csY52" fmla="*/ 101699 h 369963"/>
              <a:gd name="csX53" fmla="*/ 227494 w 278306"/>
              <a:gd name="csY53" fmla="*/ 130702 h 369963"/>
              <a:gd name="csX54" fmla="*/ 183924 w 278306"/>
              <a:gd name="csY54" fmla="*/ 160034 h 369963"/>
              <a:gd name="csX55" fmla="*/ 153537 w 278306"/>
              <a:gd name="csY55" fmla="*/ 173778 h 369963"/>
              <a:gd name="csX56" fmla="*/ 157053 w 278306"/>
              <a:gd name="csY56" fmla="*/ 181528 h 369963"/>
              <a:gd name="csX57" fmla="*/ 160436 w 278306"/>
              <a:gd name="csY57" fmla="*/ 193225 h 369963"/>
              <a:gd name="csX58" fmla="*/ 180263 w 278306"/>
              <a:gd name="csY58" fmla="*/ 225950 h 369963"/>
              <a:gd name="csX59" fmla="*/ 194663 w 278306"/>
              <a:gd name="csY59" fmla="*/ 239264 h 369963"/>
              <a:gd name="csX60" fmla="*/ 204770 w 278306"/>
              <a:gd name="csY60" fmla="*/ 247088 h 369963"/>
              <a:gd name="csX61" fmla="*/ 210897 w 278306"/>
              <a:gd name="csY61" fmla="*/ 244424 h 369963"/>
              <a:gd name="csX62" fmla="*/ 229158 w 278306"/>
              <a:gd name="csY62" fmla="*/ 228391 h 369963"/>
              <a:gd name="csX63" fmla="*/ 234321 w 278306"/>
              <a:gd name="csY63" fmla="*/ 228442 h 369963"/>
              <a:gd name="csX64" fmla="*/ 234966 w 278306"/>
              <a:gd name="csY64" fmla="*/ 250091 h 369963"/>
              <a:gd name="csX65" fmla="*/ 235014 w 278306"/>
              <a:gd name="csY65" fmla="*/ 261191 h 369963"/>
              <a:gd name="csX66" fmla="*/ 230353 w 278306"/>
              <a:gd name="csY66" fmla="*/ 300578 h 369963"/>
              <a:gd name="csX67" fmla="*/ 224337 w 278306"/>
              <a:gd name="csY67" fmla="*/ 308123 h 369963"/>
              <a:gd name="csX68" fmla="*/ 215823 w 278306"/>
              <a:gd name="csY68" fmla="*/ 299799 h 369963"/>
              <a:gd name="csX69" fmla="*/ 202099 w 278306"/>
              <a:gd name="csY69" fmla="*/ 292094 h 369963"/>
              <a:gd name="csX70" fmla="*/ 185246 w 278306"/>
              <a:gd name="csY70" fmla="*/ 278805 h 369963"/>
              <a:gd name="csX71" fmla="*/ 173928 w 278306"/>
              <a:gd name="csY71" fmla="*/ 260086 h 369963"/>
              <a:gd name="csX72" fmla="*/ 159486 w 278306"/>
              <a:gd name="csY72" fmla="*/ 251642 h 369963"/>
              <a:gd name="csX73" fmla="*/ 135920 w 278306"/>
              <a:gd name="csY73" fmla="*/ 263292 h 369963"/>
              <a:gd name="csX74" fmla="*/ 128496 w 278306"/>
              <a:gd name="csY74" fmla="*/ 268428 h 369963"/>
              <a:gd name="csX75" fmla="*/ 118324 w 278306"/>
              <a:gd name="csY75" fmla="*/ 277403 h 369963"/>
              <a:gd name="csX76" fmla="*/ 102749 w 278306"/>
              <a:gd name="csY76" fmla="*/ 302843 h 369963"/>
              <a:gd name="csX77" fmla="*/ 111986 w 278306"/>
              <a:gd name="csY77" fmla="*/ 325389 h 369963"/>
              <a:gd name="csX78" fmla="*/ 124791 w 278306"/>
              <a:gd name="csY78" fmla="*/ 345325 h 369963"/>
              <a:gd name="csX79" fmla="*/ 112525 w 278306"/>
              <a:gd name="csY79" fmla="*/ 358252 h 369963"/>
              <a:gd name="csX80" fmla="*/ 61364 w 278306"/>
              <a:gd name="csY80" fmla="*/ 367059 h 369963"/>
              <a:gd name="csX81" fmla="*/ 45875 w 278306"/>
              <a:gd name="csY81" fmla="*/ 368630 h 369963"/>
              <a:gd name="csX82" fmla="*/ 34904 w 278306"/>
              <a:gd name="csY82" fmla="*/ 369743 h 3699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Lst>
            <a:rect l="l" t="t" r="r" b="b"/>
            <a:pathLst>
              <a:path w="278306" h="369963">
                <a:moveTo>
                  <a:pt x="34904" y="369743"/>
                </a:moveTo>
                <a:cubicBezTo>
                  <a:pt x="32419" y="369198"/>
                  <a:pt x="30386" y="367754"/>
                  <a:pt x="30386" y="366534"/>
                </a:cubicBezTo>
                <a:cubicBezTo>
                  <a:pt x="30386" y="365314"/>
                  <a:pt x="27909" y="363530"/>
                  <a:pt x="24882" y="362569"/>
                </a:cubicBezTo>
                <a:cubicBezTo>
                  <a:pt x="21855" y="361609"/>
                  <a:pt x="20525" y="360078"/>
                  <a:pt x="21927" y="359169"/>
                </a:cubicBezTo>
                <a:cubicBezTo>
                  <a:pt x="23328" y="358259"/>
                  <a:pt x="25871" y="353231"/>
                  <a:pt x="27578" y="347996"/>
                </a:cubicBezTo>
                <a:cubicBezTo>
                  <a:pt x="29284" y="342760"/>
                  <a:pt x="32809" y="335771"/>
                  <a:pt x="35410" y="332463"/>
                </a:cubicBezTo>
                <a:cubicBezTo>
                  <a:pt x="41776" y="324371"/>
                  <a:pt x="48428" y="308044"/>
                  <a:pt x="46301" y="305733"/>
                </a:cubicBezTo>
                <a:cubicBezTo>
                  <a:pt x="45357" y="304708"/>
                  <a:pt x="47595" y="304589"/>
                  <a:pt x="51274" y="305469"/>
                </a:cubicBezTo>
                <a:cubicBezTo>
                  <a:pt x="65489" y="308870"/>
                  <a:pt x="84946" y="282874"/>
                  <a:pt x="85602" y="259605"/>
                </a:cubicBezTo>
                <a:cubicBezTo>
                  <a:pt x="85868" y="250143"/>
                  <a:pt x="85296" y="249310"/>
                  <a:pt x="77041" y="247151"/>
                </a:cubicBezTo>
                <a:cubicBezTo>
                  <a:pt x="64390" y="243842"/>
                  <a:pt x="56201" y="248710"/>
                  <a:pt x="56201" y="259540"/>
                </a:cubicBezTo>
                <a:cubicBezTo>
                  <a:pt x="56201" y="269382"/>
                  <a:pt x="51616" y="273960"/>
                  <a:pt x="43804" y="271918"/>
                </a:cubicBezTo>
                <a:cubicBezTo>
                  <a:pt x="37009" y="270141"/>
                  <a:pt x="36944" y="269149"/>
                  <a:pt x="42369" y="249815"/>
                </a:cubicBezTo>
                <a:cubicBezTo>
                  <a:pt x="46434" y="235327"/>
                  <a:pt x="46408" y="234559"/>
                  <a:pt x="41724" y="231013"/>
                </a:cubicBezTo>
                <a:cubicBezTo>
                  <a:pt x="34464" y="225517"/>
                  <a:pt x="33758" y="226021"/>
                  <a:pt x="29106" y="240028"/>
                </a:cubicBezTo>
                <a:cubicBezTo>
                  <a:pt x="26753" y="247111"/>
                  <a:pt x="23756" y="253568"/>
                  <a:pt x="22444" y="254379"/>
                </a:cubicBezTo>
                <a:cubicBezTo>
                  <a:pt x="19454" y="256227"/>
                  <a:pt x="19357" y="256781"/>
                  <a:pt x="24802" y="241025"/>
                </a:cubicBezTo>
                <a:cubicBezTo>
                  <a:pt x="27318" y="233748"/>
                  <a:pt x="31345" y="225823"/>
                  <a:pt x="33753" y="223416"/>
                </a:cubicBezTo>
                <a:cubicBezTo>
                  <a:pt x="41536" y="215633"/>
                  <a:pt x="38403" y="212792"/>
                  <a:pt x="20060" y="211002"/>
                </a:cubicBezTo>
                <a:cubicBezTo>
                  <a:pt x="14508" y="210460"/>
                  <a:pt x="13494" y="211544"/>
                  <a:pt x="12798" y="218762"/>
                </a:cubicBezTo>
                <a:cubicBezTo>
                  <a:pt x="12315" y="223766"/>
                  <a:pt x="13169" y="227151"/>
                  <a:pt x="14913" y="227151"/>
                </a:cubicBezTo>
                <a:cubicBezTo>
                  <a:pt x="16522" y="227151"/>
                  <a:pt x="17467" y="229765"/>
                  <a:pt x="17013" y="232960"/>
                </a:cubicBezTo>
                <a:cubicBezTo>
                  <a:pt x="16365" y="237521"/>
                  <a:pt x="14803" y="238572"/>
                  <a:pt x="9735" y="237857"/>
                </a:cubicBezTo>
                <a:cubicBezTo>
                  <a:pt x="6185" y="237355"/>
                  <a:pt x="2386" y="235613"/>
                  <a:pt x="1293" y="233984"/>
                </a:cubicBezTo>
                <a:cubicBezTo>
                  <a:pt x="-1682" y="229553"/>
                  <a:pt x="858" y="184145"/>
                  <a:pt x="5050" y="166825"/>
                </a:cubicBezTo>
                <a:cubicBezTo>
                  <a:pt x="7067" y="158491"/>
                  <a:pt x="10689" y="150232"/>
                  <a:pt x="13098" y="148470"/>
                </a:cubicBezTo>
                <a:cubicBezTo>
                  <a:pt x="15508" y="146708"/>
                  <a:pt x="17479" y="143943"/>
                  <a:pt x="17479" y="142324"/>
                </a:cubicBezTo>
                <a:cubicBezTo>
                  <a:pt x="17479" y="140706"/>
                  <a:pt x="20394" y="139382"/>
                  <a:pt x="23957" y="139382"/>
                </a:cubicBezTo>
                <a:cubicBezTo>
                  <a:pt x="30115" y="139382"/>
                  <a:pt x="30383" y="138776"/>
                  <a:pt x="29365" y="127120"/>
                </a:cubicBezTo>
                <a:cubicBezTo>
                  <a:pt x="27807" y="109281"/>
                  <a:pt x="29957" y="101744"/>
                  <a:pt x="37749" y="97729"/>
                </a:cubicBezTo>
                <a:cubicBezTo>
                  <a:pt x="41508" y="95792"/>
                  <a:pt x="46799" y="91468"/>
                  <a:pt x="49507" y="88122"/>
                </a:cubicBezTo>
                <a:cubicBezTo>
                  <a:pt x="52214" y="84775"/>
                  <a:pt x="56385" y="80128"/>
                  <a:pt x="58774" y="77796"/>
                </a:cubicBezTo>
                <a:cubicBezTo>
                  <a:pt x="61163" y="75463"/>
                  <a:pt x="63903" y="71380"/>
                  <a:pt x="64863" y="68721"/>
                </a:cubicBezTo>
                <a:cubicBezTo>
                  <a:pt x="66368" y="64550"/>
                  <a:pt x="68459" y="64095"/>
                  <a:pt x="80119" y="65404"/>
                </a:cubicBezTo>
                <a:cubicBezTo>
                  <a:pt x="87551" y="66238"/>
                  <a:pt x="98859" y="67882"/>
                  <a:pt x="105248" y="69057"/>
                </a:cubicBezTo>
                <a:cubicBezTo>
                  <a:pt x="111637" y="70233"/>
                  <a:pt x="123835" y="70564"/>
                  <a:pt x="132354" y="69793"/>
                </a:cubicBezTo>
                <a:lnTo>
                  <a:pt x="147842" y="68392"/>
                </a:lnTo>
                <a:lnTo>
                  <a:pt x="148600" y="51194"/>
                </a:lnTo>
                <a:cubicBezTo>
                  <a:pt x="149196" y="37679"/>
                  <a:pt x="148006" y="30668"/>
                  <a:pt x="143045" y="18458"/>
                </a:cubicBezTo>
                <a:cubicBezTo>
                  <a:pt x="139573" y="9912"/>
                  <a:pt x="137392" y="2259"/>
                  <a:pt x="138200" y="1452"/>
                </a:cubicBezTo>
                <a:cubicBezTo>
                  <a:pt x="141102" y="-1451"/>
                  <a:pt x="166125" y="290"/>
                  <a:pt x="176238" y="4099"/>
                </a:cubicBezTo>
                <a:cubicBezTo>
                  <a:pt x="189419" y="9062"/>
                  <a:pt x="190086" y="9272"/>
                  <a:pt x="200117" y="11594"/>
                </a:cubicBezTo>
                <a:cubicBezTo>
                  <a:pt x="204892" y="12700"/>
                  <a:pt x="208506" y="15170"/>
                  <a:pt x="208506" y="17328"/>
                </a:cubicBezTo>
                <a:cubicBezTo>
                  <a:pt x="208506" y="19413"/>
                  <a:pt x="210585" y="21662"/>
                  <a:pt x="213126" y="22327"/>
                </a:cubicBezTo>
                <a:cubicBezTo>
                  <a:pt x="215666" y="22991"/>
                  <a:pt x="218861" y="26077"/>
                  <a:pt x="220224" y="29184"/>
                </a:cubicBezTo>
                <a:cubicBezTo>
                  <a:pt x="222363" y="34057"/>
                  <a:pt x="224390" y="34715"/>
                  <a:pt x="234966" y="33975"/>
                </a:cubicBezTo>
                <a:cubicBezTo>
                  <a:pt x="242553" y="33444"/>
                  <a:pt x="247228" y="34179"/>
                  <a:pt x="247228" y="35904"/>
                </a:cubicBezTo>
                <a:cubicBezTo>
                  <a:pt x="247228" y="37437"/>
                  <a:pt x="251497" y="43416"/>
                  <a:pt x="256714" y="49191"/>
                </a:cubicBezTo>
                <a:cubicBezTo>
                  <a:pt x="264193" y="57469"/>
                  <a:pt x="267470" y="59372"/>
                  <a:pt x="272203" y="58184"/>
                </a:cubicBezTo>
                <a:cubicBezTo>
                  <a:pt x="280616" y="56072"/>
                  <a:pt x="280219" y="63714"/>
                  <a:pt x="271714" y="67589"/>
                </a:cubicBezTo>
                <a:cubicBezTo>
                  <a:pt x="267863" y="69343"/>
                  <a:pt x="264361" y="73784"/>
                  <a:pt x="263105" y="78504"/>
                </a:cubicBezTo>
                <a:cubicBezTo>
                  <a:pt x="261351" y="85098"/>
                  <a:pt x="259842" y="86340"/>
                  <a:pt x="254303" y="85750"/>
                </a:cubicBezTo>
                <a:cubicBezTo>
                  <a:pt x="246592" y="84928"/>
                  <a:pt x="243436" y="91067"/>
                  <a:pt x="246105" y="101699"/>
                </a:cubicBezTo>
                <a:cubicBezTo>
                  <a:pt x="247533" y="107389"/>
                  <a:pt x="244867" y="111544"/>
                  <a:pt x="227494" y="130702"/>
                </a:cubicBezTo>
                <a:cubicBezTo>
                  <a:pt x="207371" y="152893"/>
                  <a:pt x="196764" y="160034"/>
                  <a:pt x="183924" y="160034"/>
                </a:cubicBezTo>
                <a:cubicBezTo>
                  <a:pt x="175394" y="160034"/>
                  <a:pt x="155328" y="169109"/>
                  <a:pt x="153537" y="173778"/>
                </a:cubicBezTo>
                <a:cubicBezTo>
                  <a:pt x="152784" y="175740"/>
                  <a:pt x="154366" y="179227"/>
                  <a:pt x="157053" y="181528"/>
                </a:cubicBezTo>
                <a:cubicBezTo>
                  <a:pt x="160618" y="184580"/>
                  <a:pt x="161532" y="187741"/>
                  <a:pt x="160436" y="193225"/>
                </a:cubicBezTo>
                <a:cubicBezTo>
                  <a:pt x="158065" y="205081"/>
                  <a:pt x="165477" y="217314"/>
                  <a:pt x="180263" y="225950"/>
                </a:cubicBezTo>
                <a:cubicBezTo>
                  <a:pt x="187814" y="230360"/>
                  <a:pt x="193823" y="235916"/>
                  <a:pt x="194663" y="239264"/>
                </a:cubicBezTo>
                <a:cubicBezTo>
                  <a:pt x="196711" y="247420"/>
                  <a:pt x="202826" y="252154"/>
                  <a:pt x="204770" y="247088"/>
                </a:cubicBezTo>
                <a:cubicBezTo>
                  <a:pt x="205617" y="244882"/>
                  <a:pt x="208258" y="243734"/>
                  <a:pt x="210897" y="244424"/>
                </a:cubicBezTo>
                <a:cubicBezTo>
                  <a:pt x="216566" y="245906"/>
                  <a:pt x="229158" y="234851"/>
                  <a:pt x="229158" y="228391"/>
                </a:cubicBezTo>
                <a:cubicBezTo>
                  <a:pt x="229158" y="223967"/>
                  <a:pt x="229378" y="223969"/>
                  <a:pt x="234321" y="228442"/>
                </a:cubicBezTo>
                <a:cubicBezTo>
                  <a:pt x="240730" y="234242"/>
                  <a:pt x="241099" y="246636"/>
                  <a:pt x="234966" y="250091"/>
                </a:cubicBezTo>
                <a:cubicBezTo>
                  <a:pt x="230667" y="252513"/>
                  <a:pt x="230669" y="253050"/>
                  <a:pt x="235014" y="261191"/>
                </a:cubicBezTo>
                <a:cubicBezTo>
                  <a:pt x="240871" y="272165"/>
                  <a:pt x="238755" y="290041"/>
                  <a:pt x="230353" y="300578"/>
                </a:cubicBezTo>
                <a:lnTo>
                  <a:pt x="224337" y="308123"/>
                </a:lnTo>
                <a:lnTo>
                  <a:pt x="215823" y="299799"/>
                </a:lnTo>
                <a:cubicBezTo>
                  <a:pt x="210927" y="295013"/>
                  <a:pt x="205095" y="291738"/>
                  <a:pt x="202099" y="292094"/>
                </a:cubicBezTo>
                <a:cubicBezTo>
                  <a:pt x="194035" y="293052"/>
                  <a:pt x="185277" y="286146"/>
                  <a:pt x="185246" y="278805"/>
                </a:cubicBezTo>
                <a:cubicBezTo>
                  <a:pt x="185229" y="274767"/>
                  <a:pt x="180965" y="267715"/>
                  <a:pt x="173928" y="260086"/>
                </a:cubicBezTo>
                <a:cubicBezTo>
                  <a:pt x="164333" y="249682"/>
                  <a:pt x="162165" y="248415"/>
                  <a:pt x="159486" y="251642"/>
                </a:cubicBezTo>
                <a:cubicBezTo>
                  <a:pt x="155362" y="256612"/>
                  <a:pt x="141849" y="263292"/>
                  <a:pt x="135920" y="263292"/>
                </a:cubicBezTo>
                <a:cubicBezTo>
                  <a:pt x="133348" y="263292"/>
                  <a:pt x="130007" y="265603"/>
                  <a:pt x="128496" y="268428"/>
                </a:cubicBezTo>
                <a:cubicBezTo>
                  <a:pt x="126984" y="271253"/>
                  <a:pt x="122406" y="275292"/>
                  <a:pt x="118324" y="277403"/>
                </a:cubicBezTo>
                <a:cubicBezTo>
                  <a:pt x="105333" y="284120"/>
                  <a:pt x="102661" y="288486"/>
                  <a:pt x="102749" y="302843"/>
                </a:cubicBezTo>
                <a:cubicBezTo>
                  <a:pt x="102826" y="315405"/>
                  <a:pt x="106784" y="325066"/>
                  <a:pt x="111986" y="325389"/>
                </a:cubicBezTo>
                <a:cubicBezTo>
                  <a:pt x="116589" y="325676"/>
                  <a:pt x="126252" y="340721"/>
                  <a:pt x="124791" y="345325"/>
                </a:cubicBezTo>
                <a:cubicBezTo>
                  <a:pt x="123983" y="347870"/>
                  <a:pt x="118463" y="353688"/>
                  <a:pt x="112525" y="358252"/>
                </a:cubicBezTo>
                <a:cubicBezTo>
                  <a:pt x="101535" y="366699"/>
                  <a:pt x="89725" y="368732"/>
                  <a:pt x="61364" y="367059"/>
                </a:cubicBezTo>
                <a:cubicBezTo>
                  <a:pt x="56394" y="366766"/>
                  <a:pt x="49424" y="367473"/>
                  <a:pt x="45875" y="368630"/>
                </a:cubicBezTo>
                <a:cubicBezTo>
                  <a:pt x="42325" y="369787"/>
                  <a:pt x="37388" y="370288"/>
                  <a:pt x="34904" y="369743"/>
                </a:cubicBezTo>
                <a:close/>
              </a:path>
            </a:pathLst>
          </a:custGeom>
          <a:solidFill>
            <a:srgbClr val="B9B9B9"/>
          </a:solidFill>
          <a:ln w="5163" cap="flat">
            <a:noFill/>
            <a:prstDash val="solid"/>
            <a:miter/>
          </a:ln>
        </p:spPr>
        <p:txBody>
          <a:bodyPr/>
          <a:lstStyle/>
          <a:p>
            <a:endParaRPr lang="es-419" noProof="0" dirty="0"/>
          </a:p>
        </p:txBody>
      </p:sp>
      <p:grpSp>
        <p:nvGrpSpPr>
          <p:cNvPr id="75" name="Gráfico 39">
            <a:extLst>
              <a:ext uri="{FF2B5EF4-FFF2-40B4-BE49-F238E27FC236}">
                <a16:creationId xmlns:a16="http://schemas.microsoft.com/office/drawing/2014/main" id="{2C804F36-7ED7-713B-C6B4-F99F3053C870}"/>
              </a:ext>
            </a:extLst>
          </p:cNvPr>
          <p:cNvGrpSpPr/>
          <p:nvPr/>
        </p:nvGrpSpPr>
        <p:grpSpPr>
          <a:xfrm>
            <a:off x="1634957" y="2069316"/>
            <a:ext cx="438046" cy="474569"/>
            <a:chOff x="1634957" y="2069316"/>
            <a:chExt cx="438046" cy="474569"/>
          </a:xfrm>
        </p:grpSpPr>
        <p:sp>
          <p:nvSpPr>
            <p:cNvPr id="76" name="Forma libre: forma 75">
              <a:extLst>
                <a:ext uri="{FF2B5EF4-FFF2-40B4-BE49-F238E27FC236}">
                  <a16:creationId xmlns:a16="http://schemas.microsoft.com/office/drawing/2014/main" id="{FE8A563D-F27B-13DB-1578-2C54E6D3E87C}"/>
                </a:ext>
              </a:extLst>
            </p:cNvPr>
            <p:cNvSpPr/>
            <p:nvPr/>
          </p:nvSpPr>
          <p:spPr>
            <a:xfrm>
              <a:off x="1634957" y="2069316"/>
              <a:ext cx="438046" cy="474569"/>
            </a:xfrm>
            <a:custGeom>
              <a:avLst/>
              <a:gdLst>
                <a:gd name="csX0" fmla="*/ 332739 w 438046"/>
                <a:gd name="csY0" fmla="*/ 469202 h 474569"/>
                <a:gd name="csX1" fmla="*/ 324349 w 438046"/>
                <a:gd name="csY1" fmla="*/ 460541 h 474569"/>
                <a:gd name="csX2" fmla="*/ 306954 w 438046"/>
                <a:gd name="csY2" fmla="*/ 447652 h 474569"/>
                <a:gd name="csX3" fmla="*/ 301522 w 438046"/>
                <a:gd name="csY3" fmla="*/ 436095 h 474569"/>
                <a:gd name="csX4" fmla="*/ 298287 w 438046"/>
                <a:gd name="csY4" fmla="*/ 425621 h 474569"/>
                <a:gd name="csX5" fmla="*/ 291436 w 438046"/>
                <a:gd name="csY5" fmla="*/ 429493 h 474569"/>
                <a:gd name="csX6" fmla="*/ 284162 w 438046"/>
                <a:gd name="csY6" fmla="*/ 433365 h 474569"/>
                <a:gd name="csX7" fmla="*/ 273181 w 438046"/>
                <a:gd name="csY7" fmla="*/ 439996 h 474569"/>
                <a:gd name="csX8" fmla="*/ 246542 w 438046"/>
                <a:gd name="csY8" fmla="*/ 415677 h 474569"/>
                <a:gd name="csX9" fmla="*/ 247543 w 438046"/>
                <a:gd name="csY9" fmla="*/ 398488 h 474569"/>
                <a:gd name="csX10" fmla="*/ 227242 w 438046"/>
                <a:gd name="csY10" fmla="*/ 385770 h 474569"/>
                <a:gd name="csX11" fmla="*/ 216574 w 438046"/>
                <a:gd name="csY11" fmla="*/ 384267 h 474569"/>
                <a:gd name="csX12" fmla="*/ 211411 w 438046"/>
                <a:gd name="csY12" fmla="*/ 381736 h 474569"/>
                <a:gd name="csX13" fmla="*/ 206248 w 438046"/>
                <a:gd name="csY13" fmla="*/ 377864 h 474569"/>
                <a:gd name="csX14" fmla="*/ 201085 w 438046"/>
                <a:gd name="csY14" fmla="*/ 368829 h 474569"/>
                <a:gd name="csX15" fmla="*/ 195840 w 438046"/>
                <a:gd name="csY15" fmla="*/ 360439 h 474569"/>
                <a:gd name="csX16" fmla="*/ 179383 w 438046"/>
                <a:gd name="csY16" fmla="*/ 344572 h 474569"/>
                <a:gd name="csX17" fmla="*/ 166056 w 438046"/>
                <a:gd name="csY17" fmla="*/ 347532 h 474569"/>
                <a:gd name="csX18" fmla="*/ 162127 w 438046"/>
                <a:gd name="csY18" fmla="*/ 363514 h 474569"/>
                <a:gd name="csX19" fmla="*/ 156676 w 438046"/>
                <a:gd name="csY19" fmla="*/ 372397 h 474569"/>
                <a:gd name="csX20" fmla="*/ 152333 w 438046"/>
                <a:gd name="csY20" fmla="*/ 366640 h 474569"/>
                <a:gd name="csX21" fmla="*/ 138487 w 438046"/>
                <a:gd name="csY21" fmla="*/ 364853 h 474569"/>
                <a:gd name="csX22" fmla="*/ 126312 w 438046"/>
                <a:gd name="csY22" fmla="*/ 363833 h 474569"/>
                <a:gd name="csX23" fmla="*/ 123641 w 438046"/>
                <a:gd name="csY23" fmla="*/ 355006 h 474569"/>
                <a:gd name="csX24" fmla="*/ 115723 w 438046"/>
                <a:gd name="csY24" fmla="*/ 349430 h 474569"/>
                <a:gd name="csX25" fmla="*/ 110493 w 438046"/>
                <a:gd name="csY25" fmla="*/ 333027 h 474569"/>
                <a:gd name="csX26" fmla="*/ 115897 w 438046"/>
                <a:gd name="csY26" fmla="*/ 317692 h 474569"/>
                <a:gd name="csX27" fmla="*/ 126868 w 438046"/>
                <a:gd name="csY27" fmla="*/ 306474 h 474569"/>
                <a:gd name="csX28" fmla="*/ 128005 w 438046"/>
                <a:gd name="csY28" fmla="*/ 290864 h 474569"/>
                <a:gd name="csX29" fmla="*/ 107467 w 438046"/>
                <a:gd name="csY29" fmla="*/ 276906 h 474569"/>
                <a:gd name="csX30" fmla="*/ 125531 w 438046"/>
                <a:gd name="csY30" fmla="*/ 228226 h 474569"/>
                <a:gd name="csX31" fmla="*/ 128516 w 438046"/>
                <a:gd name="csY31" fmla="*/ 218872 h 474569"/>
                <a:gd name="csX32" fmla="*/ 122054 w 438046"/>
                <a:gd name="csY32" fmla="*/ 216563 h 474569"/>
                <a:gd name="csX33" fmla="*/ 112602 w 438046"/>
                <a:gd name="csY33" fmla="*/ 211354 h 474569"/>
                <a:gd name="csX34" fmla="*/ 97827 w 438046"/>
                <a:gd name="csY34" fmla="*/ 212411 h 474569"/>
                <a:gd name="csX35" fmla="*/ 87566 w 438046"/>
                <a:gd name="csY35" fmla="*/ 216588 h 474569"/>
                <a:gd name="csX36" fmla="*/ 80430 w 438046"/>
                <a:gd name="csY36" fmla="*/ 211038 h 474569"/>
                <a:gd name="csX37" fmla="*/ 79784 w 438046"/>
                <a:gd name="csY37" fmla="*/ 198453 h 474569"/>
                <a:gd name="csX38" fmla="*/ 82015 w 438046"/>
                <a:gd name="csY38" fmla="*/ 188949 h 474569"/>
                <a:gd name="csX39" fmla="*/ 89966 w 438046"/>
                <a:gd name="csY39" fmla="*/ 185629 h 474569"/>
                <a:gd name="csX40" fmla="*/ 87641 w 438046"/>
                <a:gd name="csY40" fmla="*/ 169636 h 474569"/>
                <a:gd name="csX41" fmla="*/ 79292 w 438046"/>
                <a:gd name="csY41" fmla="*/ 156728 h 474569"/>
                <a:gd name="csX42" fmla="*/ 72462 w 438046"/>
                <a:gd name="csY42" fmla="*/ 148956 h 474569"/>
                <a:gd name="csX43" fmla="*/ 56524 w 438046"/>
                <a:gd name="csY43" fmla="*/ 163920 h 474569"/>
                <a:gd name="csX44" fmla="*/ 52658 w 438046"/>
                <a:gd name="csY44" fmla="*/ 164900 h 474569"/>
                <a:gd name="csX45" fmla="*/ 39697 w 438046"/>
                <a:gd name="csY45" fmla="*/ 168628 h 474569"/>
                <a:gd name="csX46" fmla="*/ 26748 w 438046"/>
                <a:gd name="csY46" fmla="*/ 181448 h 474569"/>
                <a:gd name="csX47" fmla="*/ 16403 w 438046"/>
                <a:gd name="csY47" fmla="*/ 190289 h 474569"/>
                <a:gd name="csX48" fmla="*/ 7343 w 438046"/>
                <a:gd name="csY48" fmla="*/ 186486 h 474569"/>
                <a:gd name="csX49" fmla="*/ 9965 w 438046"/>
                <a:gd name="csY49" fmla="*/ 170925 h 474569"/>
                <a:gd name="csX50" fmla="*/ 15158 w 438046"/>
                <a:gd name="csY50" fmla="*/ 162124 h 474569"/>
                <a:gd name="csX51" fmla="*/ 9381 w 438046"/>
                <a:gd name="csY51" fmla="*/ 159801 h 474569"/>
                <a:gd name="csX52" fmla="*/ 7807 w 438046"/>
                <a:gd name="csY52" fmla="*/ 157314 h 474569"/>
                <a:gd name="csX53" fmla="*/ 15681 w 438046"/>
                <a:gd name="csY53" fmla="*/ 151621 h 474569"/>
                <a:gd name="csX54" fmla="*/ 24691 w 438046"/>
                <a:gd name="csY54" fmla="*/ 148948 h 474569"/>
                <a:gd name="csX55" fmla="*/ 33291 w 438046"/>
                <a:gd name="csY55" fmla="*/ 142643 h 474569"/>
                <a:gd name="csX56" fmla="*/ 36252 w 438046"/>
                <a:gd name="csY56" fmla="*/ 130243 h 474569"/>
                <a:gd name="csX57" fmla="*/ 35959 w 438046"/>
                <a:gd name="csY57" fmla="*/ 119824 h 474569"/>
                <a:gd name="csX58" fmla="*/ 30417 w 438046"/>
                <a:gd name="csY58" fmla="*/ 117319 h 474569"/>
                <a:gd name="csX59" fmla="*/ 28128 w 438046"/>
                <a:gd name="csY59" fmla="*/ 114535 h 474569"/>
                <a:gd name="csX60" fmla="*/ 22780 w 438046"/>
                <a:gd name="csY60" fmla="*/ 112034 h 474569"/>
                <a:gd name="csX61" fmla="*/ 9335 w 438046"/>
                <a:gd name="csY61" fmla="*/ 100263 h 474569"/>
                <a:gd name="csX62" fmla="*/ 5316 w 438046"/>
                <a:gd name="csY62" fmla="*/ 85099 h 474569"/>
                <a:gd name="csX63" fmla="*/ 0 w 438046"/>
                <a:gd name="csY63" fmla="*/ 74899 h 474569"/>
                <a:gd name="csX64" fmla="*/ 5230 w 438046"/>
                <a:gd name="csY64" fmla="*/ 68250 h 474569"/>
                <a:gd name="csX65" fmla="*/ 8777 w 438046"/>
                <a:gd name="csY65" fmla="*/ 53938 h 474569"/>
                <a:gd name="csX66" fmla="*/ 11157 w 438046"/>
                <a:gd name="csY66" fmla="*/ 40474 h 474569"/>
                <a:gd name="csX67" fmla="*/ 15221 w 438046"/>
                <a:gd name="csY67" fmla="*/ 30361 h 474569"/>
                <a:gd name="csX68" fmla="*/ 19093 w 438046"/>
                <a:gd name="csY68" fmla="*/ 24563 h 474569"/>
                <a:gd name="csX69" fmla="*/ 13331 w 438046"/>
                <a:gd name="csY69" fmla="*/ 11391 h 474569"/>
                <a:gd name="csX70" fmla="*/ 15610 w 438046"/>
                <a:gd name="csY70" fmla="*/ 4739 h 474569"/>
                <a:gd name="csX71" fmla="*/ 24152 w 438046"/>
                <a:gd name="csY71" fmla="*/ 2431 h 474569"/>
                <a:gd name="csX72" fmla="*/ 42643 w 438046"/>
                <a:gd name="csY72" fmla="*/ 10008 h 474569"/>
                <a:gd name="csX73" fmla="*/ 58021 w 438046"/>
                <a:gd name="csY73" fmla="*/ 20333 h 474569"/>
                <a:gd name="csX74" fmla="*/ 76259 w 438046"/>
                <a:gd name="csY74" fmla="*/ 58909 h 474569"/>
                <a:gd name="csX75" fmla="*/ 87417 w 438046"/>
                <a:gd name="csY75" fmla="*/ 80908 h 474569"/>
                <a:gd name="csX76" fmla="*/ 99122 w 438046"/>
                <a:gd name="csY76" fmla="*/ 102996 h 474569"/>
                <a:gd name="csX77" fmla="*/ 103913 w 438046"/>
                <a:gd name="csY77" fmla="*/ 110684 h 474569"/>
                <a:gd name="csX78" fmla="*/ 102362 w 438046"/>
                <a:gd name="csY78" fmla="*/ 90033 h 474569"/>
                <a:gd name="csX79" fmla="*/ 92203 w 438046"/>
                <a:gd name="csY79" fmla="*/ 66799 h 474569"/>
                <a:gd name="csX80" fmla="*/ 83568 w 438046"/>
                <a:gd name="csY80" fmla="*/ 60346 h 474569"/>
                <a:gd name="csX81" fmla="*/ 86838 w 438046"/>
                <a:gd name="csY81" fmla="*/ 69381 h 474569"/>
                <a:gd name="csX82" fmla="*/ 85111 w 438046"/>
                <a:gd name="csY82" fmla="*/ 70354 h 474569"/>
                <a:gd name="csX83" fmla="*/ 81250 w 438046"/>
                <a:gd name="csY83" fmla="*/ 58738 h 474569"/>
                <a:gd name="csX84" fmla="*/ 73693 w 438046"/>
                <a:gd name="csY84" fmla="*/ 39979 h 474569"/>
                <a:gd name="csX85" fmla="*/ 66850 w 438046"/>
                <a:gd name="csY85" fmla="*/ 27201 h 474569"/>
                <a:gd name="csX86" fmla="*/ 80920 w 438046"/>
                <a:gd name="csY86" fmla="*/ 44489 h 474569"/>
                <a:gd name="csX87" fmla="*/ 99162 w 438046"/>
                <a:gd name="csY87" fmla="*/ 64586 h 474569"/>
                <a:gd name="csX88" fmla="*/ 107565 w 438046"/>
                <a:gd name="csY88" fmla="*/ 86419 h 474569"/>
                <a:gd name="csX89" fmla="*/ 116108 w 438046"/>
                <a:gd name="csY89" fmla="*/ 138203 h 474569"/>
                <a:gd name="csX90" fmla="*/ 121060 w 438046"/>
                <a:gd name="csY90" fmla="*/ 151411 h 474569"/>
                <a:gd name="csX91" fmla="*/ 135828 w 438046"/>
                <a:gd name="csY91" fmla="*/ 169580 h 474569"/>
                <a:gd name="csX92" fmla="*/ 173747 w 438046"/>
                <a:gd name="csY92" fmla="*/ 217637 h 474569"/>
                <a:gd name="csX93" fmla="*/ 186052 w 438046"/>
                <a:gd name="csY93" fmla="*/ 237240 h 474569"/>
                <a:gd name="csX94" fmla="*/ 192809 w 438046"/>
                <a:gd name="csY94" fmla="*/ 259193 h 474569"/>
                <a:gd name="csX95" fmla="*/ 202887 w 438046"/>
                <a:gd name="csY95" fmla="*/ 280570 h 474569"/>
                <a:gd name="csX96" fmla="*/ 215434 w 438046"/>
                <a:gd name="csY96" fmla="*/ 294429 h 474569"/>
                <a:gd name="csX97" fmla="*/ 223898 w 438046"/>
                <a:gd name="csY97" fmla="*/ 302869 h 474569"/>
                <a:gd name="csX98" fmla="*/ 231639 w 438046"/>
                <a:gd name="csY98" fmla="*/ 310848 h 474569"/>
                <a:gd name="csX99" fmla="*/ 241066 w 438046"/>
                <a:gd name="csY99" fmla="*/ 319770 h 474569"/>
                <a:gd name="csX100" fmla="*/ 242388 w 438046"/>
                <a:gd name="csY100" fmla="*/ 323654 h 474569"/>
                <a:gd name="csX101" fmla="*/ 237225 w 438046"/>
                <a:gd name="csY101" fmla="*/ 324770 h 474569"/>
                <a:gd name="csX102" fmla="*/ 239807 w 438046"/>
                <a:gd name="csY102" fmla="*/ 327526 h 474569"/>
                <a:gd name="csX103" fmla="*/ 241743 w 438046"/>
                <a:gd name="csY103" fmla="*/ 330724 h 474569"/>
                <a:gd name="csX104" fmla="*/ 248333 w 438046"/>
                <a:gd name="csY104" fmla="*/ 333103 h 474569"/>
                <a:gd name="csX105" fmla="*/ 259724 w 438046"/>
                <a:gd name="csY105" fmla="*/ 335713 h 474569"/>
                <a:gd name="csX106" fmla="*/ 262612 w 438046"/>
                <a:gd name="csY106" fmla="*/ 335270 h 474569"/>
                <a:gd name="csX107" fmla="*/ 255739 w 438046"/>
                <a:gd name="csY107" fmla="*/ 330573 h 474569"/>
                <a:gd name="csX108" fmla="*/ 250133 w 438046"/>
                <a:gd name="csY108" fmla="*/ 327461 h 474569"/>
                <a:gd name="csX109" fmla="*/ 260301 w 438046"/>
                <a:gd name="csY109" fmla="*/ 328761 h 474569"/>
                <a:gd name="csX110" fmla="*/ 284960 w 438046"/>
                <a:gd name="csY110" fmla="*/ 330853 h 474569"/>
                <a:gd name="csX111" fmla="*/ 308115 w 438046"/>
                <a:gd name="csY111" fmla="*/ 337754 h 474569"/>
                <a:gd name="csX112" fmla="*/ 325378 w 438046"/>
                <a:gd name="csY112" fmla="*/ 347910 h 474569"/>
                <a:gd name="csX113" fmla="*/ 336932 w 438046"/>
                <a:gd name="csY113" fmla="*/ 355594 h 474569"/>
                <a:gd name="csX114" fmla="*/ 342564 w 438046"/>
                <a:gd name="csY114" fmla="*/ 364198 h 474569"/>
                <a:gd name="csX115" fmla="*/ 343743 w 438046"/>
                <a:gd name="csY115" fmla="*/ 371080 h 474569"/>
                <a:gd name="csX116" fmla="*/ 344358 w 438046"/>
                <a:gd name="csY116" fmla="*/ 373363 h 474569"/>
                <a:gd name="csX117" fmla="*/ 350269 w 438046"/>
                <a:gd name="csY117" fmla="*/ 376862 h 474569"/>
                <a:gd name="csX118" fmla="*/ 372627 w 438046"/>
                <a:gd name="csY118" fmla="*/ 380540 h 474569"/>
                <a:gd name="csX119" fmla="*/ 391189 w 438046"/>
                <a:gd name="csY119" fmla="*/ 378801 h 474569"/>
                <a:gd name="csX120" fmla="*/ 394232 w 438046"/>
                <a:gd name="csY120" fmla="*/ 388958 h 474569"/>
                <a:gd name="csX121" fmla="*/ 397318 w 438046"/>
                <a:gd name="csY121" fmla="*/ 403978 h 474569"/>
                <a:gd name="csX122" fmla="*/ 409224 w 438046"/>
                <a:gd name="csY122" fmla="*/ 419167 h 474569"/>
                <a:gd name="csX123" fmla="*/ 434929 w 438046"/>
                <a:gd name="csY123" fmla="*/ 450207 h 474569"/>
                <a:gd name="csX124" fmla="*/ 429332 w 438046"/>
                <a:gd name="csY124" fmla="*/ 469288 h 474569"/>
                <a:gd name="csX125" fmla="*/ 376412 w 438046"/>
                <a:gd name="csY125" fmla="*/ 474534 h 474569"/>
                <a:gd name="csX126" fmla="*/ 332739 w 438046"/>
                <a:gd name="csY126" fmla="*/ 469202 h 47456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438046" h="474569">
                  <a:moveTo>
                    <a:pt x="332739" y="469202"/>
                  </a:moveTo>
                  <a:cubicBezTo>
                    <a:pt x="332739" y="465869"/>
                    <a:pt x="329807" y="462843"/>
                    <a:pt x="324349" y="460541"/>
                  </a:cubicBezTo>
                  <a:cubicBezTo>
                    <a:pt x="319735" y="458594"/>
                    <a:pt x="311907" y="452795"/>
                    <a:pt x="306954" y="447652"/>
                  </a:cubicBezTo>
                  <a:cubicBezTo>
                    <a:pt x="299888" y="440316"/>
                    <a:pt x="298719" y="437828"/>
                    <a:pt x="301522" y="436095"/>
                  </a:cubicBezTo>
                  <a:cubicBezTo>
                    <a:pt x="305823" y="433437"/>
                    <a:pt x="303408" y="425621"/>
                    <a:pt x="298287" y="425621"/>
                  </a:cubicBezTo>
                  <a:cubicBezTo>
                    <a:pt x="296286" y="425621"/>
                    <a:pt x="293203" y="427364"/>
                    <a:pt x="291436" y="429493"/>
                  </a:cubicBezTo>
                  <a:cubicBezTo>
                    <a:pt x="289668" y="431623"/>
                    <a:pt x="286395" y="433365"/>
                    <a:pt x="284162" y="433365"/>
                  </a:cubicBezTo>
                  <a:cubicBezTo>
                    <a:pt x="281929" y="433365"/>
                    <a:pt x="276987" y="436349"/>
                    <a:pt x="273181" y="439996"/>
                  </a:cubicBezTo>
                  <a:cubicBezTo>
                    <a:pt x="256469" y="456007"/>
                    <a:pt x="233183" y="434749"/>
                    <a:pt x="246542" y="415677"/>
                  </a:cubicBezTo>
                  <a:cubicBezTo>
                    <a:pt x="250094" y="410606"/>
                    <a:pt x="250239" y="408115"/>
                    <a:pt x="247543" y="398488"/>
                  </a:cubicBezTo>
                  <a:cubicBezTo>
                    <a:pt x="243936" y="385603"/>
                    <a:pt x="241942" y="384354"/>
                    <a:pt x="227242" y="385770"/>
                  </a:cubicBezTo>
                  <a:cubicBezTo>
                    <a:pt x="221295" y="386343"/>
                    <a:pt x="216574" y="385678"/>
                    <a:pt x="216574" y="384267"/>
                  </a:cubicBezTo>
                  <a:cubicBezTo>
                    <a:pt x="216574" y="382875"/>
                    <a:pt x="214251" y="381736"/>
                    <a:pt x="211411" y="381736"/>
                  </a:cubicBezTo>
                  <a:cubicBezTo>
                    <a:pt x="208543" y="381736"/>
                    <a:pt x="206248" y="380015"/>
                    <a:pt x="206248" y="377864"/>
                  </a:cubicBezTo>
                  <a:cubicBezTo>
                    <a:pt x="206248" y="375735"/>
                    <a:pt x="203925" y="371669"/>
                    <a:pt x="201085" y="368829"/>
                  </a:cubicBezTo>
                  <a:cubicBezTo>
                    <a:pt x="198245" y="365990"/>
                    <a:pt x="195885" y="362214"/>
                    <a:pt x="195840" y="360439"/>
                  </a:cubicBezTo>
                  <a:cubicBezTo>
                    <a:pt x="195695" y="354744"/>
                    <a:pt x="189552" y="348821"/>
                    <a:pt x="179383" y="344572"/>
                  </a:cubicBezTo>
                  <a:cubicBezTo>
                    <a:pt x="165908" y="338942"/>
                    <a:pt x="164292" y="339301"/>
                    <a:pt x="166056" y="347532"/>
                  </a:cubicBezTo>
                  <a:cubicBezTo>
                    <a:pt x="167087" y="352339"/>
                    <a:pt x="165818" y="357500"/>
                    <a:pt x="162127" y="363514"/>
                  </a:cubicBezTo>
                  <a:lnTo>
                    <a:pt x="156676" y="372397"/>
                  </a:lnTo>
                  <a:lnTo>
                    <a:pt x="152333" y="366640"/>
                  </a:lnTo>
                  <a:cubicBezTo>
                    <a:pt x="148166" y="361115"/>
                    <a:pt x="147605" y="361043"/>
                    <a:pt x="138487" y="364853"/>
                  </a:cubicBezTo>
                  <a:cubicBezTo>
                    <a:pt x="129534" y="368594"/>
                    <a:pt x="128828" y="368535"/>
                    <a:pt x="126312" y="363833"/>
                  </a:cubicBezTo>
                  <a:cubicBezTo>
                    <a:pt x="124843" y="361088"/>
                    <a:pt x="123641" y="357116"/>
                    <a:pt x="123641" y="355006"/>
                  </a:cubicBezTo>
                  <a:cubicBezTo>
                    <a:pt x="123641" y="352823"/>
                    <a:pt x="120228" y="350420"/>
                    <a:pt x="115723" y="349430"/>
                  </a:cubicBezTo>
                  <a:cubicBezTo>
                    <a:pt x="105375" y="347157"/>
                    <a:pt x="103846" y="342362"/>
                    <a:pt x="110493" y="333027"/>
                  </a:cubicBezTo>
                  <a:cubicBezTo>
                    <a:pt x="113465" y="328853"/>
                    <a:pt x="115897" y="321952"/>
                    <a:pt x="115897" y="317692"/>
                  </a:cubicBezTo>
                  <a:cubicBezTo>
                    <a:pt x="115897" y="310844"/>
                    <a:pt x="117170" y="309543"/>
                    <a:pt x="126868" y="306474"/>
                  </a:cubicBezTo>
                  <a:cubicBezTo>
                    <a:pt x="141640" y="301799"/>
                    <a:pt x="142221" y="293818"/>
                    <a:pt x="128005" y="290864"/>
                  </a:cubicBezTo>
                  <a:cubicBezTo>
                    <a:pt x="113703" y="287893"/>
                    <a:pt x="108950" y="284662"/>
                    <a:pt x="107467" y="276906"/>
                  </a:cubicBezTo>
                  <a:cubicBezTo>
                    <a:pt x="105739" y="267867"/>
                    <a:pt x="117059" y="237363"/>
                    <a:pt x="125531" y="228226"/>
                  </a:cubicBezTo>
                  <a:cubicBezTo>
                    <a:pt x="130828" y="222513"/>
                    <a:pt x="131406" y="220702"/>
                    <a:pt x="128516" y="218872"/>
                  </a:cubicBezTo>
                  <a:cubicBezTo>
                    <a:pt x="126545" y="217624"/>
                    <a:pt x="123637" y="216585"/>
                    <a:pt x="122054" y="216563"/>
                  </a:cubicBezTo>
                  <a:cubicBezTo>
                    <a:pt x="120470" y="216541"/>
                    <a:pt x="116217" y="214197"/>
                    <a:pt x="112602" y="211354"/>
                  </a:cubicBezTo>
                  <a:cubicBezTo>
                    <a:pt x="105961" y="206129"/>
                    <a:pt x="97827" y="206711"/>
                    <a:pt x="97827" y="212411"/>
                  </a:cubicBezTo>
                  <a:cubicBezTo>
                    <a:pt x="97827" y="219059"/>
                    <a:pt x="92291" y="221313"/>
                    <a:pt x="87566" y="216588"/>
                  </a:cubicBezTo>
                  <a:cubicBezTo>
                    <a:pt x="85046" y="214068"/>
                    <a:pt x="81835" y="211570"/>
                    <a:pt x="80430" y="211038"/>
                  </a:cubicBezTo>
                  <a:cubicBezTo>
                    <a:pt x="78870" y="210447"/>
                    <a:pt x="78619" y="205549"/>
                    <a:pt x="79784" y="198453"/>
                  </a:cubicBezTo>
                  <a:cubicBezTo>
                    <a:pt x="80834" y="192064"/>
                    <a:pt x="81838" y="187787"/>
                    <a:pt x="82015" y="188949"/>
                  </a:cubicBezTo>
                  <a:cubicBezTo>
                    <a:pt x="82193" y="190110"/>
                    <a:pt x="85771" y="188616"/>
                    <a:pt x="89966" y="185629"/>
                  </a:cubicBezTo>
                  <a:cubicBezTo>
                    <a:pt x="98750" y="179374"/>
                    <a:pt x="98211" y="175668"/>
                    <a:pt x="87641" y="169636"/>
                  </a:cubicBezTo>
                  <a:cubicBezTo>
                    <a:pt x="82102" y="166474"/>
                    <a:pt x="79900" y="163069"/>
                    <a:pt x="79292" y="156728"/>
                  </a:cubicBezTo>
                  <a:cubicBezTo>
                    <a:pt x="78587" y="149374"/>
                    <a:pt x="77588" y="148238"/>
                    <a:pt x="72462" y="148956"/>
                  </a:cubicBezTo>
                  <a:cubicBezTo>
                    <a:pt x="65224" y="149970"/>
                    <a:pt x="56524" y="158137"/>
                    <a:pt x="56524" y="163920"/>
                  </a:cubicBezTo>
                  <a:cubicBezTo>
                    <a:pt x="56524" y="167347"/>
                    <a:pt x="55821" y="167525"/>
                    <a:pt x="52658" y="164900"/>
                  </a:cubicBezTo>
                  <a:cubicBezTo>
                    <a:pt x="49486" y="162267"/>
                    <a:pt x="47159" y="162936"/>
                    <a:pt x="39697" y="168628"/>
                  </a:cubicBezTo>
                  <a:cubicBezTo>
                    <a:pt x="34695" y="172443"/>
                    <a:pt x="28868" y="178212"/>
                    <a:pt x="26748" y="181448"/>
                  </a:cubicBezTo>
                  <a:cubicBezTo>
                    <a:pt x="24627" y="184684"/>
                    <a:pt x="19972" y="188663"/>
                    <a:pt x="16403" y="190289"/>
                  </a:cubicBezTo>
                  <a:cubicBezTo>
                    <a:pt x="10541" y="192960"/>
                    <a:pt x="9664" y="192592"/>
                    <a:pt x="7343" y="186486"/>
                  </a:cubicBezTo>
                  <a:cubicBezTo>
                    <a:pt x="5309" y="181137"/>
                    <a:pt x="5857" y="177888"/>
                    <a:pt x="9965" y="170925"/>
                  </a:cubicBezTo>
                  <a:lnTo>
                    <a:pt x="15158" y="162124"/>
                  </a:lnTo>
                  <a:lnTo>
                    <a:pt x="9381" y="159801"/>
                  </a:lnTo>
                  <a:cubicBezTo>
                    <a:pt x="5449" y="158219"/>
                    <a:pt x="4946" y="157425"/>
                    <a:pt x="7807" y="157314"/>
                  </a:cubicBezTo>
                  <a:cubicBezTo>
                    <a:pt x="10118" y="157224"/>
                    <a:pt x="13662" y="154662"/>
                    <a:pt x="15681" y="151621"/>
                  </a:cubicBezTo>
                  <a:cubicBezTo>
                    <a:pt x="18731" y="147026"/>
                    <a:pt x="20256" y="146574"/>
                    <a:pt x="24691" y="148948"/>
                  </a:cubicBezTo>
                  <a:cubicBezTo>
                    <a:pt x="31018" y="152334"/>
                    <a:pt x="33291" y="150668"/>
                    <a:pt x="33291" y="142643"/>
                  </a:cubicBezTo>
                  <a:cubicBezTo>
                    <a:pt x="33291" y="139397"/>
                    <a:pt x="34623" y="133817"/>
                    <a:pt x="36252" y="130243"/>
                  </a:cubicBezTo>
                  <a:cubicBezTo>
                    <a:pt x="38533" y="125236"/>
                    <a:pt x="38466" y="122844"/>
                    <a:pt x="35959" y="119824"/>
                  </a:cubicBezTo>
                  <a:cubicBezTo>
                    <a:pt x="34170" y="117668"/>
                    <a:pt x="31676" y="116540"/>
                    <a:pt x="30417" y="117319"/>
                  </a:cubicBezTo>
                  <a:cubicBezTo>
                    <a:pt x="29158" y="118097"/>
                    <a:pt x="28128" y="116844"/>
                    <a:pt x="28128" y="114535"/>
                  </a:cubicBezTo>
                  <a:cubicBezTo>
                    <a:pt x="28128" y="111463"/>
                    <a:pt x="26693" y="110792"/>
                    <a:pt x="22780" y="112034"/>
                  </a:cubicBezTo>
                  <a:cubicBezTo>
                    <a:pt x="15848" y="114234"/>
                    <a:pt x="7575" y="106991"/>
                    <a:pt x="9335" y="100263"/>
                  </a:cubicBezTo>
                  <a:cubicBezTo>
                    <a:pt x="10049" y="97533"/>
                    <a:pt x="8241" y="90709"/>
                    <a:pt x="5316" y="85099"/>
                  </a:cubicBezTo>
                  <a:lnTo>
                    <a:pt x="0" y="74899"/>
                  </a:lnTo>
                  <a:lnTo>
                    <a:pt x="5230" y="68250"/>
                  </a:lnTo>
                  <a:cubicBezTo>
                    <a:pt x="9068" y="63371"/>
                    <a:pt x="10012" y="59562"/>
                    <a:pt x="8777" y="53938"/>
                  </a:cubicBezTo>
                  <a:cubicBezTo>
                    <a:pt x="7655" y="48830"/>
                    <a:pt x="8449" y="44342"/>
                    <a:pt x="11157" y="40474"/>
                  </a:cubicBezTo>
                  <a:cubicBezTo>
                    <a:pt x="13392" y="37284"/>
                    <a:pt x="15221" y="32733"/>
                    <a:pt x="15221" y="30361"/>
                  </a:cubicBezTo>
                  <a:cubicBezTo>
                    <a:pt x="15221" y="27989"/>
                    <a:pt x="16963" y="25380"/>
                    <a:pt x="19093" y="24563"/>
                  </a:cubicBezTo>
                  <a:cubicBezTo>
                    <a:pt x="25297" y="22182"/>
                    <a:pt x="23642" y="18398"/>
                    <a:pt x="13331" y="11391"/>
                  </a:cubicBezTo>
                  <a:cubicBezTo>
                    <a:pt x="3467" y="4689"/>
                    <a:pt x="3713" y="3972"/>
                    <a:pt x="15610" y="4739"/>
                  </a:cubicBezTo>
                  <a:cubicBezTo>
                    <a:pt x="19374" y="4981"/>
                    <a:pt x="23217" y="3943"/>
                    <a:pt x="24152" y="2431"/>
                  </a:cubicBezTo>
                  <a:cubicBezTo>
                    <a:pt x="26872" y="-1970"/>
                    <a:pt x="29405" y="-932"/>
                    <a:pt x="42643" y="10008"/>
                  </a:cubicBezTo>
                  <a:cubicBezTo>
                    <a:pt x="49515" y="15687"/>
                    <a:pt x="56436" y="20333"/>
                    <a:pt x="58021" y="20333"/>
                  </a:cubicBezTo>
                  <a:cubicBezTo>
                    <a:pt x="61009" y="20333"/>
                    <a:pt x="65792" y="30450"/>
                    <a:pt x="76259" y="58909"/>
                  </a:cubicBezTo>
                  <a:cubicBezTo>
                    <a:pt x="79624" y="68058"/>
                    <a:pt x="84645" y="77957"/>
                    <a:pt x="87417" y="80908"/>
                  </a:cubicBezTo>
                  <a:cubicBezTo>
                    <a:pt x="90189" y="83859"/>
                    <a:pt x="95457" y="93799"/>
                    <a:pt x="99122" y="102996"/>
                  </a:cubicBezTo>
                  <a:cubicBezTo>
                    <a:pt x="103054" y="112863"/>
                    <a:pt x="105019" y="116015"/>
                    <a:pt x="103913" y="110684"/>
                  </a:cubicBezTo>
                  <a:cubicBezTo>
                    <a:pt x="102883" y="105715"/>
                    <a:pt x="102185" y="96422"/>
                    <a:pt x="102362" y="90033"/>
                  </a:cubicBezTo>
                  <a:cubicBezTo>
                    <a:pt x="102644" y="79863"/>
                    <a:pt x="101378" y="76968"/>
                    <a:pt x="92203" y="66799"/>
                  </a:cubicBezTo>
                  <a:cubicBezTo>
                    <a:pt x="86438" y="60410"/>
                    <a:pt x="82553" y="57506"/>
                    <a:pt x="83568" y="60346"/>
                  </a:cubicBezTo>
                  <a:cubicBezTo>
                    <a:pt x="84584" y="63185"/>
                    <a:pt x="86055" y="67251"/>
                    <a:pt x="86838" y="69381"/>
                  </a:cubicBezTo>
                  <a:cubicBezTo>
                    <a:pt x="87916" y="72315"/>
                    <a:pt x="87498" y="72550"/>
                    <a:pt x="85111" y="70354"/>
                  </a:cubicBezTo>
                  <a:cubicBezTo>
                    <a:pt x="83379" y="68760"/>
                    <a:pt x="81641" y="63533"/>
                    <a:pt x="81250" y="58738"/>
                  </a:cubicBezTo>
                  <a:cubicBezTo>
                    <a:pt x="80858" y="53943"/>
                    <a:pt x="77457" y="45502"/>
                    <a:pt x="73693" y="39979"/>
                  </a:cubicBezTo>
                  <a:cubicBezTo>
                    <a:pt x="69929" y="34457"/>
                    <a:pt x="66850" y="28707"/>
                    <a:pt x="66850" y="27201"/>
                  </a:cubicBezTo>
                  <a:cubicBezTo>
                    <a:pt x="66850" y="23517"/>
                    <a:pt x="69162" y="26358"/>
                    <a:pt x="80920" y="44489"/>
                  </a:cubicBezTo>
                  <a:cubicBezTo>
                    <a:pt x="86314" y="52805"/>
                    <a:pt x="94522" y="61849"/>
                    <a:pt x="99162" y="64586"/>
                  </a:cubicBezTo>
                  <a:cubicBezTo>
                    <a:pt x="108835" y="70294"/>
                    <a:pt x="111618" y="77524"/>
                    <a:pt x="107565" y="86419"/>
                  </a:cubicBezTo>
                  <a:cubicBezTo>
                    <a:pt x="104001" y="94242"/>
                    <a:pt x="108931" y="124125"/>
                    <a:pt x="116108" y="138203"/>
                  </a:cubicBezTo>
                  <a:cubicBezTo>
                    <a:pt x="118832" y="143545"/>
                    <a:pt x="121060" y="149489"/>
                    <a:pt x="121060" y="151411"/>
                  </a:cubicBezTo>
                  <a:cubicBezTo>
                    <a:pt x="121060" y="153333"/>
                    <a:pt x="127706" y="161509"/>
                    <a:pt x="135828" y="169580"/>
                  </a:cubicBezTo>
                  <a:cubicBezTo>
                    <a:pt x="153391" y="187033"/>
                    <a:pt x="164572" y="201203"/>
                    <a:pt x="173747" y="217637"/>
                  </a:cubicBezTo>
                  <a:cubicBezTo>
                    <a:pt x="177457" y="224283"/>
                    <a:pt x="182994" y="233104"/>
                    <a:pt x="186052" y="237240"/>
                  </a:cubicBezTo>
                  <a:cubicBezTo>
                    <a:pt x="189610" y="242051"/>
                    <a:pt x="192043" y="249958"/>
                    <a:pt x="192809" y="259193"/>
                  </a:cubicBezTo>
                  <a:cubicBezTo>
                    <a:pt x="193864" y="271919"/>
                    <a:pt x="195056" y="274447"/>
                    <a:pt x="202887" y="280570"/>
                  </a:cubicBezTo>
                  <a:cubicBezTo>
                    <a:pt x="207772" y="284389"/>
                    <a:pt x="213418" y="290626"/>
                    <a:pt x="215434" y="294429"/>
                  </a:cubicBezTo>
                  <a:cubicBezTo>
                    <a:pt x="217449" y="298233"/>
                    <a:pt x="221258" y="302031"/>
                    <a:pt x="223898" y="302869"/>
                  </a:cubicBezTo>
                  <a:cubicBezTo>
                    <a:pt x="226538" y="303707"/>
                    <a:pt x="230021" y="307297"/>
                    <a:pt x="231639" y="310848"/>
                  </a:cubicBezTo>
                  <a:cubicBezTo>
                    <a:pt x="233257" y="314399"/>
                    <a:pt x="237499" y="318413"/>
                    <a:pt x="241066" y="319770"/>
                  </a:cubicBezTo>
                  <a:cubicBezTo>
                    <a:pt x="248737" y="322686"/>
                    <a:pt x="249875" y="326030"/>
                    <a:pt x="242388" y="323654"/>
                  </a:cubicBezTo>
                  <a:cubicBezTo>
                    <a:pt x="239427" y="322714"/>
                    <a:pt x="237225" y="323190"/>
                    <a:pt x="237225" y="324770"/>
                  </a:cubicBezTo>
                  <a:cubicBezTo>
                    <a:pt x="237225" y="326286"/>
                    <a:pt x="238387" y="327526"/>
                    <a:pt x="239807" y="327526"/>
                  </a:cubicBezTo>
                  <a:cubicBezTo>
                    <a:pt x="241227" y="327526"/>
                    <a:pt x="242098" y="328965"/>
                    <a:pt x="241743" y="330724"/>
                  </a:cubicBezTo>
                  <a:cubicBezTo>
                    <a:pt x="241323" y="332806"/>
                    <a:pt x="243624" y="333637"/>
                    <a:pt x="248333" y="333103"/>
                  </a:cubicBezTo>
                  <a:cubicBezTo>
                    <a:pt x="252313" y="332652"/>
                    <a:pt x="257439" y="333827"/>
                    <a:pt x="259724" y="335713"/>
                  </a:cubicBezTo>
                  <a:cubicBezTo>
                    <a:pt x="263236" y="338612"/>
                    <a:pt x="263683" y="338543"/>
                    <a:pt x="262612" y="335270"/>
                  </a:cubicBezTo>
                  <a:cubicBezTo>
                    <a:pt x="261915" y="333141"/>
                    <a:pt x="258822" y="331027"/>
                    <a:pt x="255739" y="330573"/>
                  </a:cubicBezTo>
                  <a:cubicBezTo>
                    <a:pt x="252655" y="330119"/>
                    <a:pt x="250133" y="328719"/>
                    <a:pt x="250133" y="327461"/>
                  </a:cubicBezTo>
                  <a:cubicBezTo>
                    <a:pt x="250133" y="326203"/>
                    <a:pt x="254708" y="326788"/>
                    <a:pt x="260301" y="328761"/>
                  </a:cubicBezTo>
                  <a:cubicBezTo>
                    <a:pt x="266891" y="331086"/>
                    <a:pt x="275567" y="331822"/>
                    <a:pt x="284960" y="330853"/>
                  </a:cubicBezTo>
                  <a:cubicBezTo>
                    <a:pt x="298714" y="329433"/>
                    <a:pt x="299892" y="329784"/>
                    <a:pt x="308115" y="337754"/>
                  </a:cubicBezTo>
                  <a:cubicBezTo>
                    <a:pt x="312880" y="342373"/>
                    <a:pt x="320648" y="346943"/>
                    <a:pt x="325378" y="347910"/>
                  </a:cubicBezTo>
                  <a:cubicBezTo>
                    <a:pt x="330622" y="348983"/>
                    <a:pt x="335130" y="351981"/>
                    <a:pt x="336932" y="355594"/>
                  </a:cubicBezTo>
                  <a:cubicBezTo>
                    <a:pt x="338556" y="358853"/>
                    <a:pt x="341091" y="362725"/>
                    <a:pt x="342564" y="364198"/>
                  </a:cubicBezTo>
                  <a:cubicBezTo>
                    <a:pt x="344037" y="365671"/>
                    <a:pt x="344568" y="368768"/>
                    <a:pt x="343743" y="371080"/>
                  </a:cubicBezTo>
                  <a:cubicBezTo>
                    <a:pt x="342917" y="373391"/>
                    <a:pt x="343194" y="374419"/>
                    <a:pt x="344358" y="373363"/>
                  </a:cubicBezTo>
                  <a:cubicBezTo>
                    <a:pt x="345522" y="372307"/>
                    <a:pt x="348182" y="373882"/>
                    <a:pt x="350269" y="376862"/>
                  </a:cubicBezTo>
                  <a:cubicBezTo>
                    <a:pt x="353742" y="381821"/>
                    <a:pt x="355637" y="382132"/>
                    <a:pt x="372627" y="380540"/>
                  </a:cubicBezTo>
                  <a:lnTo>
                    <a:pt x="391189" y="378801"/>
                  </a:lnTo>
                  <a:lnTo>
                    <a:pt x="394232" y="388958"/>
                  </a:lnTo>
                  <a:cubicBezTo>
                    <a:pt x="395906" y="394544"/>
                    <a:pt x="397295" y="401303"/>
                    <a:pt x="397318" y="403978"/>
                  </a:cubicBezTo>
                  <a:cubicBezTo>
                    <a:pt x="397342" y="406653"/>
                    <a:pt x="402699" y="413488"/>
                    <a:pt x="409224" y="419167"/>
                  </a:cubicBezTo>
                  <a:cubicBezTo>
                    <a:pt x="427997" y="435508"/>
                    <a:pt x="431130" y="439291"/>
                    <a:pt x="434929" y="450207"/>
                  </a:cubicBezTo>
                  <a:cubicBezTo>
                    <a:pt x="439665" y="463816"/>
                    <a:pt x="439887" y="463061"/>
                    <a:pt x="429332" y="469288"/>
                  </a:cubicBezTo>
                  <a:cubicBezTo>
                    <a:pt x="420856" y="474289"/>
                    <a:pt x="416443" y="474727"/>
                    <a:pt x="376412" y="474534"/>
                  </a:cubicBezTo>
                  <a:cubicBezTo>
                    <a:pt x="334645" y="474334"/>
                    <a:pt x="332739" y="474101"/>
                    <a:pt x="332739" y="469202"/>
                  </a:cubicBezTo>
                  <a:close/>
                </a:path>
              </a:pathLst>
            </a:custGeom>
            <a:solidFill>
              <a:srgbClr val="B9B9B9"/>
            </a:solidFill>
            <a:ln w="5163" cap="flat">
              <a:noFill/>
              <a:prstDash val="solid"/>
              <a:miter/>
            </a:ln>
          </p:spPr>
          <p:txBody>
            <a:bodyPr/>
            <a:lstStyle/>
            <a:p>
              <a:endParaRPr lang="es-419" noProof="0" dirty="0"/>
            </a:p>
          </p:txBody>
        </p:sp>
        <p:sp>
          <p:nvSpPr>
            <p:cNvPr id="77" name="Forma libre: forma 76">
              <a:extLst>
                <a:ext uri="{FF2B5EF4-FFF2-40B4-BE49-F238E27FC236}">
                  <a16:creationId xmlns:a16="http://schemas.microsoft.com/office/drawing/2014/main" id="{5FF4BB59-29B9-143B-7390-E0DB0D086141}"/>
                </a:ext>
              </a:extLst>
            </p:cNvPr>
            <p:cNvSpPr/>
            <p:nvPr/>
          </p:nvSpPr>
          <p:spPr>
            <a:xfrm>
              <a:off x="1730874" y="2149721"/>
              <a:ext cx="4491" cy="9472"/>
            </a:xfrm>
            <a:custGeom>
              <a:avLst/>
              <a:gdLst>
                <a:gd name="csX0" fmla="*/ 480 w 4491"/>
                <a:gd name="csY0" fmla="*/ 6821 h 9472"/>
                <a:gd name="csX1" fmla="*/ 1619 w 4491"/>
                <a:gd name="csY1" fmla="*/ 1142 h 9472"/>
                <a:gd name="csX2" fmla="*/ 4491 w 4491"/>
                <a:gd name="csY2" fmla="*/ 3948 h 9472"/>
                <a:gd name="csX3" fmla="*/ 480 w 4491"/>
                <a:gd name="csY3" fmla="*/ 6821 h 9472"/>
              </a:gdLst>
              <a:ahLst/>
              <a:cxnLst>
                <a:cxn ang="0">
                  <a:pos x="csX0" y="csY0"/>
                </a:cxn>
                <a:cxn ang="0">
                  <a:pos x="csX1" y="csY1"/>
                </a:cxn>
                <a:cxn ang="0">
                  <a:pos x="csX2" y="csY2"/>
                </a:cxn>
                <a:cxn ang="0">
                  <a:pos x="csX3" y="csY3"/>
                </a:cxn>
              </a:cxnLst>
              <a:rect l="l" t="t" r="r" b="b"/>
              <a:pathLst>
                <a:path w="4491" h="9472">
                  <a:moveTo>
                    <a:pt x="480" y="6821"/>
                  </a:moveTo>
                  <a:cubicBezTo>
                    <a:pt x="-474" y="5277"/>
                    <a:pt x="39" y="2722"/>
                    <a:pt x="1619" y="1142"/>
                  </a:cubicBezTo>
                  <a:cubicBezTo>
                    <a:pt x="3728" y="-968"/>
                    <a:pt x="4491" y="-222"/>
                    <a:pt x="4491" y="3948"/>
                  </a:cubicBezTo>
                  <a:cubicBezTo>
                    <a:pt x="4491" y="10181"/>
                    <a:pt x="3150" y="11141"/>
                    <a:pt x="480" y="6821"/>
                  </a:cubicBezTo>
                  <a:close/>
                </a:path>
              </a:pathLst>
            </a:custGeom>
            <a:solidFill>
              <a:srgbClr val="00C100"/>
            </a:solidFill>
            <a:ln w="5163" cap="flat">
              <a:noFill/>
              <a:prstDash val="solid"/>
              <a:miter/>
            </a:ln>
          </p:spPr>
          <p:txBody>
            <a:bodyPr/>
            <a:lstStyle/>
            <a:p>
              <a:endParaRPr lang="es-419" noProof="0" dirty="0"/>
            </a:p>
          </p:txBody>
        </p:sp>
      </p:grpSp>
      <p:grpSp>
        <p:nvGrpSpPr>
          <p:cNvPr id="78" name="Gráfico 39">
            <a:extLst>
              <a:ext uri="{FF2B5EF4-FFF2-40B4-BE49-F238E27FC236}">
                <a16:creationId xmlns:a16="http://schemas.microsoft.com/office/drawing/2014/main" id="{FA6EA761-1CED-CA5A-E545-87E2B8700B0F}"/>
              </a:ext>
            </a:extLst>
          </p:cNvPr>
          <p:cNvGrpSpPr/>
          <p:nvPr/>
        </p:nvGrpSpPr>
        <p:grpSpPr>
          <a:xfrm>
            <a:off x="2429776" y="2092540"/>
            <a:ext cx="224135" cy="371419"/>
            <a:chOff x="2429776" y="2092540"/>
            <a:chExt cx="224135" cy="371419"/>
          </a:xfrm>
          <a:solidFill>
            <a:srgbClr val="B9B9B9"/>
          </a:solidFill>
        </p:grpSpPr>
        <p:sp>
          <p:nvSpPr>
            <p:cNvPr id="79" name="Forma libre: forma 78">
              <a:extLst>
                <a:ext uri="{FF2B5EF4-FFF2-40B4-BE49-F238E27FC236}">
                  <a16:creationId xmlns:a16="http://schemas.microsoft.com/office/drawing/2014/main" id="{274E5BCE-C52E-5667-6636-21EF93F0DAAD}"/>
                </a:ext>
              </a:extLst>
            </p:cNvPr>
            <p:cNvSpPr/>
            <p:nvPr/>
          </p:nvSpPr>
          <p:spPr>
            <a:xfrm>
              <a:off x="2429776" y="2092540"/>
              <a:ext cx="213820" cy="371419"/>
            </a:xfrm>
            <a:custGeom>
              <a:avLst/>
              <a:gdLst>
                <a:gd name="csX0" fmla="*/ 16950 w 213820"/>
                <a:gd name="csY0" fmla="*/ 360449 h 371419"/>
                <a:gd name="csX1" fmla="*/ 11453 w 213820"/>
                <a:gd name="csY1" fmla="*/ 297848 h 371419"/>
                <a:gd name="csX2" fmla="*/ 3696 w 213820"/>
                <a:gd name="csY2" fmla="*/ 222369 h 371419"/>
                <a:gd name="csX3" fmla="*/ 0 w 213820"/>
                <a:gd name="csY3" fmla="*/ 197274 h 371419"/>
                <a:gd name="csX4" fmla="*/ 19120 w 213820"/>
                <a:gd name="csY4" fmla="*/ 182403 h 371419"/>
                <a:gd name="csX5" fmla="*/ 138310 w 213820"/>
                <a:gd name="csY5" fmla="*/ 92657 h 371419"/>
                <a:gd name="csX6" fmla="*/ 152643 w 213820"/>
                <a:gd name="csY6" fmla="*/ 35441 h 371419"/>
                <a:gd name="csX7" fmla="*/ 150658 w 213820"/>
                <a:gd name="csY7" fmla="*/ 20853 h 371419"/>
                <a:gd name="csX8" fmla="*/ 160369 w 213820"/>
                <a:gd name="csY8" fmla="*/ 19300 h 371419"/>
                <a:gd name="csX9" fmla="*/ 171671 w 213820"/>
                <a:gd name="csY9" fmla="*/ 15173 h 371419"/>
                <a:gd name="csX10" fmla="*/ 158173 w 213820"/>
                <a:gd name="csY10" fmla="*/ 10308 h 371419"/>
                <a:gd name="csX11" fmla="*/ 132945 w 213820"/>
                <a:gd name="csY11" fmla="*/ 8975 h 371419"/>
                <a:gd name="csX12" fmla="*/ 120037 w 213820"/>
                <a:gd name="csY12" fmla="*/ 5453 h 371419"/>
                <a:gd name="csX13" fmla="*/ 136817 w 213820"/>
                <a:gd name="csY13" fmla="*/ 5689 h 371419"/>
                <a:gd name="csX14" fmla="*/ 168222 w 213820"/>
                <a:gd name="csY14" fmla="*/ 2321 h 371419"/>
                <a:gd name="csX15" fmla="*/ 193336 w 213820"/>
                <a:gd name="csY15" fmla="*/ 5657 h 371419"/>
                <a:gd name="csX16" fmla="*/ 207546 w 213820"/>
                <a:gd name="csY16" fmla="*/ 12598 h 371419"/>
                <a:gd name="csX17" fmla="*/ 213132 w 213820"/>
                <a:gd name="csY17" fmla="*/ 30004 h 371419"/>
                <a:gd name="csX18" fmla="*/ 187630 w 213820"/>
                <a:gd name="csY18" fmla="*/ 96831 h 371419"/>
                <a:gd name="csX19" fmla="*/ 176562 w 213820"/>
                <a:gd name="csY19" fmla="*/ 115211 h 371419"/>
                <a:gd name="csX20" fmla="*/ 172870 w 213820"/>
                <a:gd name="csY20" fmla="*/ 123601 h 371419"/>
                <a:gd name="csX21" fmla="*/ 166261 w 213820"/>
                <a:gd name="csY21" fmla="*/ 157642 h 371419"/>
                <a:gd name="csX22" fmla="*/ 166219 w 213820"/>
                <a:gd name="csY22" fmla="*/ 169421 h 371419"/>
                <a:gd name="csX23" fmla="*/ 156436 w 213820"/>
                <a:gd name="csY23" fmla="*/ 177166 h 371419"/>
                <a:gd name="csX24" fmla="*/ 152486 w 213820"/>
                <a:gd name="csY24" fmla="*/ 184910 h 371419"/>
                <a:gd name="csX25" fmla="*/ 149724 w 213820"/>
                <a:gd name="csY25" fmla="*/ 180392 h 371419"/>
                <a:gd name="csX26" fmla="*/ 150673 w 213820"/>
                <a:gd name="csY26" fmla="*/ 190434 h 371419"/>
                <a:gd name="csX27" fmla="*/ 157540 w 213820"/>
                <a:gd name="csY27" fmla="*/ 189342 h 371419"/>
                <a:gd name="csX28" fmla="*/ 164336 w 213820"/>
                <a:gd name="csY28" fmla="*/ 186648 h 371419"/>
                <a:gd name="csX29" fmla="*/ 167794 w 213820"/>
                <a:gd name="csY29" fmla="*/ 183969 h 371419"/>
                <a:gd name="csX30" fmla="*/ 171021 w 213820"/>
                <a:gd name="csY30" fmla="*/ 181048 h 371419"/>
                <a:gd name="csX31" fmla="*/ 159467 w 213820"/>
                <a:gd name="csY31" fmla="*/ 208029 h 371419"/>
                <a:gd name="csX32" fmla="*/ 153370 w 213820"/>
                <a:gd name="csY32" fmla="*/ 220699 h 371419"/>
                <a:gd name="csX33" fmla="*/ 158583 w 213820"/>
                <a:gd name="csY33" fmla="*/ 221050 h 371419"/>
                <a:gd name="csX34" fmla="*/ 167434 w 213820"/>
                <a:gd name="csY34" fmla="*/ 216533 h 371419"/>
                <a:gd name="csX35" fmla="*/ 167794 w 213820"/>
                <a:gd name="csY35" fmla="*/ 224277 h 371419"/>
                <a:gd name="csX36" fmla="*/ 162477 w 213820"/>
                <a:gd name="csY36" fmla="*/ 240411 h 371419"/>
                <a:gd name="csX37" fmla="*/ 159980 w 213820"/>
                <a:gd name="csY37" fmla="*/ 264290 h 371419"/>
                <a:gd name="csX38" fmla="*/ 154702 w 213820"/>
                <a:gd name="csY38" fmla="*/ 297848 h 371419"/>
                <a:gd name="csX39" fmla="*/ 147143 w 213820"/>
                <a:gd name="csY39" fmla="*/ 319016 h 371419"/>
                <a:gd name="csX40" fmla="*/ 144561 w 213820"/>
                <a:gd name="csY40" fmla="*/ 314628 h 371419"/>
                <a:gd name="csX41" fmla="*/ 142397 w 213820"/>
                <a:gd name="csY41" fmla="*/ 312692 h 371419"/>
                <a:gd name="csX42" fmla="*/ 133654 w 213820"/>
                <a:gd name="csY42" fmla="*/ 296518 h 371419"/>
                <a:gd name="csX43" fmla="*/ 127870 w 213820"/>
                <a:gd name="csY43" fmla="*/ 279915 h 371419"/>
                <a:gd name="csX44" fmla="*/ 129246 w 213820"/>
                <a:gd name="csY44" fmla="*/ 255255 h 371419"/>
                <a:gd name="csX45" fmla="*/ 125242 w 213820"/>
                <a:gd name="csY45" fmla="*/ 260285 h 371419"/>
                <a:gd name="csX46" fmla="*/ 118479 w 213820"/>
                <a:gd name="csY46" fmla="*/ 266956 h 371419"/>
                <a:gd name="csX47" fmla="*/ 115990 w 213820"/>
                <a:gd name="csY47" fmla="*/ 271823 h 371419"/>
                <a:gd name="csX48" fmla="*/ 103625 w 213820"/>
                <a:gd name="csY48" fmla="*/ 299151 h 371419"/>
                <a:gd name="csX49" fmla="*/ 93086 w 213820"/>
                <a:gd name="csY49" fmla="*/ 304140 h 371419"/>
                <a:gd name="csX50" fmla="*/ 86910 w 213820"/>
                <a:gd name="csY50" fmla="*/ 313522 h 371419"/>
                <a:gd name="csX51" fmla="*/ 79326 w 213820"/>
                <a:gd name="csY51" fmla="*/ 328399 h 371419"/>
                <a:gd name="csX52" fmla="*/ 69895 w 213820"/>
                <a:gd name="csY52" fmla="*/ 347747 h 371419"/>
                <a:gd name="csX53" fmla="*/ 51629 w 213820"/>
                <a:gd name="csY53" fmla="*/ 357222 h 371419"/>
                <a:gd name="csX54" fmla="*/ 36622 w 213820"/>
                <a:gd name="csY54" fmla="*/ 363051 h 371419"/>
                <a:gd name="csX55" fmla="*/ 27100 w 213820"/>
                <a:gd name="csY55" fmla="*/ 371420 h 371419"/>
                <a:gd name="csX56" fmla="*/ 16950 w 213820"/>
                <a:gd name="csY56" fmla="*/ 360449 h 3714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Lst>
              <a:rect l="l" t="t" r="r" b="b"/>
              <a:pathLst>
                <a:path w="213820" h="371419">
                  <a:moveTo>
                    <a:pt x="16950" y="360449"/>
                  </a:moveTo>
                  <a:cubicBezTo>
                    <a:pt x="16160" y="354414"/>
                    <a:pt x="13687" y="326244"/>
                    <a:pt x="11453" y="297848"/>
                  </a:cubicBezTo>
                  <a:cubicBezTo>
                    <a:pt x="9219" y="269452"/>
                    <a:pt x="5728" y="235487"/>
                    <a:pt x="3696" y="222369"/>
                  </a:cubicBezTo>
                  <a:cubicBezTo>
                    <a:pt x="1663" y="209251"/>
                    <a:pt x="0" y="197958"/>
                    <a:pt x="0" y="197274"/>
                  </a:cubicBezTo>
                  <a:cubicBezTo>
                    <a:pt x="0" y="196590"/>
                    <a:pt x="8604" y="189898"/>
                    <a:pt x="19120" y="182403"/>
                  </a:cubicBezTo>
                  <a:cubicBezTo>
                    <a:pt x="45138" y="163860"/>
                    <a:pt x="131668" y="98706"/>
                    <a:pt x="138310" y="92657"/>
                  </a:cubicBezTo>
                  <a:cubicBezTo>
                    <a:pt x="147047" y="84700"/>
                    <a:pt x="155017" y="52884"/>
                    <a:pt x="152643" y="35441"/>
                  </a:cubicBezTo>
                  <a:lnTo>
                    <a:pt x="150658" y="20853"/>
                  </a:lnTo>
                  <a:lnTo>
                    <a:pt x="160369" y="19300"/>
                  </a:lnTo>
                  <a:cubicBezTo>
                    <a:pt x="165710" y="18446"/>
                    <a:pt x="170796" y="16589"/>
                    <a:pt x="171671" y="15173"/>
                  </a:cubicBezTo>
                  <a:cubicBezTo>
                    <a:pt x="174939" y="9885"/>
                    <a:pt x="170188" y="8173"/>
                    <a:pt x="158173" y="10308"/>
                  </a:cubicBezTo>
                  <a:cubicBezTo>
                    <a:pt x="149606" y="11830"/>
                    <a:pt x="141919" y="11424"/>
                    <a:pt x="132945" y="8975"/>
                  </a:cubicBezTo>
                  <a:lnTo>
                    <a:pt x="120037" y="5453"/>
                  </a:lnTo>
                  <a:lnTo>
                    <a:pt x="136817" y="5689"/>
                  </a:lnTo>
                  <a:cubicBezTo>
                    <a:pt x="146045" y="5819"/>
                    <a:pt x="160178" y="4304"/>
                    <a:pt x="168222" y="2321"/>
                  </a:cubicBezTo>
                  <a:cubicBezTo>
                    <a:pt x="182583" y="-1218"/>
                    <a:pt x="183037" y="-1158"/>
                    <a:pt x="193336" y="5657"/>
                  </a:cubicBezTo>
                  <a:cubicBezTo>
                    <a:pt x="199104" y="9475"/>
                    <a:pt x="205499" y="12598"/>
                    <a:pt x="207546" y="12598"/>
                  </a:cubicBezTo>
                  <a:cubicBezTo>
                    <a:pt x="210236" y="12598"/>
                    <a:pt x="211785" y="17427"/>
                    <a:pt x="213132" y="30004"/>
                  </a:cubicBezTo>
                  <a:cubicBezTo>
                    <a:pt x="216062" y="57367"/>
                    <a:pt x="210014" y="73217"/>
                    <a:pt x="187630" y="96831"/>
                  </a:cubicBezTo>
                  <a:cubicBezTo>
                    <a:pt x="182422" y="102326"/>
                    <a:pt x="177441" y="110596"/>
                    <a:pt x="176562" y="115211"/>
                  </a:cubicBezTo>
                  <a:cubicBezTo>
                    <a:pt x="175683" y="119825"/>
                    <a:pt x="174022" y="123601"/>
                    <a:pt x="172870" y="123601"/>
                  </a:cubicBezTo>
                  <a:cubicBezTo>
                    <a:pt x="168512" y="123601"/>
                    <a:pt x="164964" y="141879"/>
                    <a:pt x="166261" y="157642"/>
                  </a:cubicBezTo>
                  <a:cubicBezTo>
                    <a:pt x="166999" y="166605"/>
                    <a:pt x="166980" y="171906"/>
                    <a:pt x="166219" y="169421"/>
                  </a:cubicBezTo>
                  <a:cubicBezTo>
                    <a:pt x="163842" y="161666"/>
                    <a:pt x="160352" y="164428"/>
                    <a:pt x="156436" y="177166"/>
                  </a:cubicBezTo>
                  <a:cubicBezTo>
                    <a:pt x="154362" y="183910"/>
                    <a:pt x="152584" y="187395"/>
                    <a:pt x="152486" y="184910"/>
                  </a:cubicBezTo>
                  <a:cubicBezTo>
                    <a:pt x="152387" y="182425"/>
                    <a:pt x="151144" y="180392"/>
                    <a:pt x="149724" y="180392"/>
                  </a:cubicBezTo>
                  <a:cubicBezTo>
                    <a:pt x="145947" y="180392"/>
                    <a:pt x="146574" y="187032"/>
                    <a:pt x="150673" y="190434"/>
                  </a:cubicBezTo>
                  <a:cubicBezTo>
                    <a:pt x="153362" y="192666"/>
                    <a:pt x="154997" y="192406"/>
                    <a:pt x="157540" y="189342"/>
                  </a:cubicBezTo>
                  <a:cubicBezTo>
                    <a:pt x="159375" y="187130"/>
                    <a:pt x="162434" y="185918"/>
                    <a:pt x="164336" y="186648"/>
                  </a:cubicBezTo>
                  <a:cubicBezTo>
                    <a:pt x="166311" y="187405"/>
                    <a:pt x="167794" y="186256"/>
                    <a:pt x="167794" y="183969"/>
                  </a:cubicBezTo>
                  <a:cubicBezTo>
                    <a:pt x="167794" y="181765"/>
                    <a:pt x="169246" y="180451"/>
                    <a:pt x="171021" y="181048"/>
                  </a:cubicBezTo>
                  <a:cubicBezTo>
                    <a:pt x="178588" y="183594"/>
                    <a:pt x="167396" y="209728"/>
                    <a:pt x="159467" y="208029"/>
                  </a:cubicBezTo>
                  <a:cubicBezTo>
                    <a:pt x="155365" y="207150"/>
                    <a:pt x="151352" y="215489"/>
                    <a:pt x="153370" y="220699"/>
                  </a:cubicBezTo>
                  <a:cubicBezTo>
                    <a:pt x="155154" y="225305"/>
                    <a:pt x="155436" y="225324"/>
                    <a:pt x="158583" y="221050"/>
                  </a:cubicBezTo>
                  <a:cubicBezTo>
                    <a:pt x="160413" y="218566"/>
                    <a:pt x="164395" y="216533"/>
                    <a:pt x="167434" y="216533"/>
                  </a:cubicBezTo>
                  <a:cubicBezTo>
                    <a:pt x="174275" y="216533"/>
                    <a:pt x="174331" y="217740"/>
                    <a:pt x="167794" y="224277"/>
                  </a:cubicBezTo>
                  <a:cubicBezTo>
                    <a:pt x="164323" y="227748"/>
                    <a:pt x="162581" y="233035"/>
                    <a:pt x="162477" y="240411"/>
                  </a:cubicBezTo>
                  <a:cubicBezTo>
                    <a:pt x="162393" y="246445"/>
                    <a:pt x="161269" y="257191"/>
                    <a:pt x="159980" y="264290"/>
                  </a:cubicBezTo>
                  <a:cubicBezTo>
                    <a:pt x="158691" y="271389"/>
                    <a:pt x="156316" y="286490"/>
                    <a:pt x="154702" y="297848"/>
                  </a:cubicBezTo>
                  <a:cubicBezTo>
                    <a:pt x="152051" y="316511"/>
                    <a:pt x="147143" y="330254"/>
                    <a:pt x="147143" y="319016"/>
                  </a:cubicBezTo>
                  <a:cubicBezTo>
                    <a:pt x="147143" y="316603"/>
                    <a:pt x="145981" y="314628"/>
                    <a:pt x="144561" y="314628"/>
                  </a:cubicBezTo>
                  <a:cubicBezTo>
                    <a:pt x="143141" y="314628"/>
                    <a:pt x="142167" y="313757"/>
                    <a:pt x="142397" y="312692"/>
                  </a:cubicBezTo>
                  <a:cubicBezTo>
                    <a:pt x="143282" y="308582"/>
                    <a:pt x="136781" y="296556"/>
                    <a:pt x="133654" y="296518"/>
                  </a:cubicBezTo>
                  <a:cubicBezTo>
                    <a:pt x="125264" y="296417"/>
                    <a:pt x="123998" y="292782"/>
                    <a:pt x="127870" y="279915"/>
                  </a:cubicBezTo>
                  <a:cubicBezTo>
                    <a:pt x="132191" y="265558"/>
                    <a:pt x="132766" y="255255"/>
                    <a:pt x="129246" y="255255"/>
                  </a:cubicBezTo>
                  <a:cubicBezTo>
                    <a:pt x="127923" y="255255"/>
                    <a:pt x="126121" y="257518"/>
                    <a:pt x="125242" y="260285"/>
                  </a:cubicBezTo>
                  <a:cubicBezTo>
                    <a:pt x="124364" y="263052"/>
                    <a:pt x="121321" y="266054"/>
                    <a:pt x="118479" y="266956"/>
                  </a:cubicBezTo>
                  <a:cubicBezTo>
                    <a:pt x="114695" y="268157"/>
                    <a:pt x="114029" y="269460"/>
                    <a:pt x="115990" y="271823"/>
                  </a:cubicBezTo>
                  <a:cubicBezTo>
                    <a:pt x="120178" y="276868"/>
                    <a:pt x="111817" y="295346"/>
                    <a:pt x="103625" y="299151"/>
                  </a:cubicBezTo>
                  <a:cubicBezTo>
                    <a:pt x="99874" y="300894"/>
                    <a:pt x="95131" y="303139"/>
                    <a:pt x="93086" y="304140"/>
                  </a:cubicBezTo>
                  <a:cubicBezTo>
                    <a:pt x="91041" y="305142"/>
                    <a:pt x="88261" y="309364"/>
                    <a:pt x="86910" y="313522"/>
                  </a:cubicBezTo>
                  <a:cubicBezTo>
                    <a:pt x="85558" y="317680"/>
                    <a:pt x="82145" y="324374"/>
                    <a:pt x="79326" y="328399"/>
                  </a:cubicBezTo>
                  <a:cubicBezTo>
                    <a:pt x="76507" y="332423"/>
                    <a:pt x="72263" y="341130"/>
                    <a:pt x="69895" y="347747"/>
                  </a:cubicBezTo>
                  <a:cubicBezTo>
                    <a:pt x="65145" y="361024"/>
                    <a:pt x="59224" y="364095"/>
                    <a:pt x="51629" y="357222"/>
                  </a:cubicBezTo>
                  <a:cubicBezTo>
                    <a:pt x="44314" y="350602"/>
                    <a:pt x="37572" y="353221"/>
                    <a:pt x="36622" y="363051"/>
                  </a:cubicBezTo>
                  <a:cubicBezTo>
                    <a:pt x="35885" y="370676"/>
                    <a:pt x="35039" y="371420"/>
                    <a:pt x="27100" y="371420"/>
                  </a:cubicBezTo>
                  <a:cubicBezTo>
                    <a:pt x="18795" y="371420"/>
                    <a:pt x="18319" y="370905"/>
                    <a:pt x="16950" y="360449"/>
                  </a:cubicBezTo>
                  <a:close/>
                </a:path>
              </a:pathLst>
            </a:custGeom>
            <a:solidFill>
              <a:srgbClr val="B9B9B9"/>
            </a:solidFill>
            <a:ln w="5163" cap="flat">
              <a:noFill/>
              <a:prstDash val="solid"/>
              <a:miter/>
            </a:ln>
          </p:spPr>
          <p:txBody>
            <a:bodyPr/>
            <a:lstStyle/>
            <a:p>
              <a:endParaRPr lang="es-419" noProof="0" dirty="0"/>
            </a:p>
          </p:txBody>
        </p:sp>
        <p:sp>
          <p:nvSpPr>
            <p:cNvPr id="80" name="Forma libre: forma 79">
              <a:extLst>
                <a:ext uri="{FF2B5EF4-FFF2-40B4-BE49-F238E27FC236}">
                  <a16:creationId xmlns:a16="http://schemas.microsoft.com/office/drawing/2014/main" id="{E9CCB51F-529D-37F2-88FB-84E226613476}"/>
                </a:ext>
              </a:extLst>
            </p:cNvPr>
            <p:cNvSpPr/>
            <p:nvPr/>
          </p:nvSpPr>
          <p:spPr>
            <a:xfrm>
              <a:off x="2598432" y="2301328"/>
              <a:ext cx="4301" cy="5162"/>
            </a:xfrm>
            <a:custGeom>
              <a:avLst/>
              <a:gdLst>
                <a:gd name="csX0" fmla="*/ 429 w 4301"/>
                <a:gd name="csY0" fmla="*/ 2581 h 5162"/>
                <a:gd name="csX1" fmla="*/ 1567 w 4301"/>
                <a:gd name="csY1" fmla="*/ 0 h 5162"/>
                <a:gd name="csX2" fmla="*/ 4301 w 4301"/>
                <a:gd name="csY2" fmla="*/ 2581 h 5162"/>
                <a:gd name="csX3" fmla="*/ 3163 w 4301"/>
                <a:gd name="csY3" fmla="*/ 5163 h 5162"/>
                <a:gd name="csX4" fmla="*/ 429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429" y="2581"/>
                  </a:moveTo>
                  <a:cubicBezTo>
                    <a:pt x="-448" y="1162"/>
                    <a:pt x="64" y="0"/>
                    <a:pt x="1567" y="0"/>
                  </a:cubicBezTo>
                  <a:cubicBezTo>
                    <a:pt x="3071" y="0"/>
                    <a:pt x="4301" y="1162"/>
                    <a:pt x="4301" y="2581"/>
                  </a:cubicBezTo>
                  <a:cubicBezTo>
                    <a:pt x="4301" y="4001"/>
                    <a:pt x="3789" y="5163"/>
                    <a:pt x="3163" y="5163"/>
                  </a:cubicBezTo>
                  <a:cubicBezTo>
                    <a:pt x="2537" y="5163"/>
                    <a:pt x="1307" y="4001"/>
                    <a:pt x="429" y="2581"/>
                  </a:cubicBezTo>
                  <a:close/>
                </a:path>
              </a:pathLst>
            </a:custGeom>
            <a:solidFill>
              <a:srgbClr val="B9B9B9"/>
            </a:solidFill>
            <a:ln w="5163" cap="flat">
              <a:noFill/>
              <a:prstDash val="solid"/>
              <a:miter/>
            </a:ln>
          </p:spPr>
          <p:txBody>
            <a:bodyPr/>
            <a:lstStyle/>
            <a:p>
              <a:endParaRPr lang="es-419" noProof="0" dirty="0"/>
            </a:p>
          </p:txBody>
        </p:sp>
        <p:sp>
          <p:nvSpPr>
            <p:cNvPr id="81" name="Forma libre: forma 80">
              <a:extLst>
                <a:ext uri="{FF2B5EF4-FFF2-40B4-BE49-F238E27FC236}">
                  <a16:creationId xmlns:a16="http://schemas.microsoft.com/office/drawing/2014/main" id="{EDE91F3E-A917-DF33-F04E-6383E7612E11}"/>
                </a:ext>
              </a:extLst>
            </p:cNvPr>
            <p:cNvSpPr/>
            <p:nvPr/>
          </p:nvSpPr>
          <p:spPr>
            <a:xfrm>
              <a:off x="2631714" y="2178527"/>
              <a:ext cx="22197" cy="31992"/>
            </a:xfrm>
            <a:custGeom>
              <a:avLst/>
              <a:gdLst>
                <a:gd name="csX0" fmla="*/ 471 w 22197"/>
                <a:gd name="csY0" fmla="*/ 28899 h 31992"/>
                <a:gd name="csX1" fmla="*/ 9355 w 22197"/>
                <a:gd name="csY1" fmla="*/ 4976 h 31992"/>
                <a:gd name="csX2" fmla="*/ 18130 w 22197"/>
                <a:gd name="csY2" fmla="*/ 1262 h 31992"/>
                <a:gd name="csX3" fmla="*/ 15361 w 22197"/>
                <a:gd name="csY3" fmla="*/ 16772 h 31992"/>
                <a:gd name="csX4" fmla="*/ 471 w 22197"/>
                <a:gd name="csY4" fmla="*/ 28899 h 31992"/>
              </a:gdLst>
              <a:ahLst/>
              <a:cxnLst>
                <a:cxn ang="0">
                  <a:pos x="csX0" y="csY0"/>
                </a:cxn>
                <a:cxn ang="0">
                  <a:pos x="csX1" y="csY1"/>
                </a:cxn>
                <a:cxn ang="0">
                  <a:pos x="csX2" y="csY2"/>
                </a:cxn>
                <a:cxn ang="0">
                  <a:pos x="csX3" y="csY3"/>
                </a:cxn>
                <a:cxn ang="0">
                  <a:pos x="csX4" y="csY4"/>
                </a:cxn>
              </a:cxnLst>
              <a:rect l="l" t="t" r="r" b="b"/>
              <a:pathLst>
                <a:path w="22197" h="31992">
                  <a:moveTo>
                    <a:pt x="471" y="28899"/>
                  </a:moveTo>
                  <a:cubicBezTo>
                    <a:pt x="-1762" y="23078"/>
                    <a:pt x="4399" y="6487"/>
                    <a:pt x="9355" y="4976"/>
                  </a:cubicBezTo>
                  <a:cubicBezTo>
                    <a:pt x="11697" y="4262"/>
                    <a:pt x="15646" y="2591"/>
                    <a:pt x="18130" y="1262"/>
                  </a:cubicBezTo>
                  <a:cubicBezTo>
                    <a:pt x="24115" y="-1937"/>
                    <a:pt x="23741" y="160"/>
                    <a:pt x="15361" y="16772"/>
                  </a:cubicBezTo>
                  <a:cubicBezTo>
                    <a:pt x="7920" y="31524"/>
                    <a:pt x="3013" y="35521"/>
                    <a:pt x="471" y="28899"/>
                  </a:cubicBezTo>
                  <a:close/>
                </a:path>
              </a:pathLst>
            </a:custGeom>
            <a:solidFill>
              <a:srgbClr val="B9B9B9"/>
            </a:solidFill>
            <a:ln w="5163" cap="flat">
              <a:noFill/>
              <a:prstDash val="solid"/>
              <a:miter/>
            </a:ln>
          </p:spPr>
          <p:txBody>
            <a:bodyPr/>
            <a:lstStyle/>
            <a:p>
              <a:endParaRPr lang="es-419" noProof="0" dirty="0"/>
            </a:p>
          </p:txBody>
        </p:sp>
        <p:sp>
          <p:nvSpPr>
            <p:cNvPr id="82" name="Forma libre: forma 81">
              <a:extLst>
                <a:ext uri="{FF2B5EF4-FFF2-40B4-BE49-F238E27FC236}">
                  <a16:creationId xmlns:a16="http://schemas.microsoft.com/office/drawing/2014/main" id="{E63DE35C-2091-0C35-67F2-AE653CB15317}"/>
                </a:ext>
              </a:extLst>
            </p:cNvPr>
            <p:cNvSpPr/>
            <p:nvPr/>
          </p:nvSpPr>
          <p:spPr>
            <a:xfrm>
              <a:off x="2646618" y="2128371"/>
              <a:ext cx="5162" cy="6756"/>
            </a:xfrm>
            <a:custGeom>
              <a:avLst/>
              <a:gdLst>
                <a:gd name="csX0" fmla="*/ 0 w 5162"/>
                <a:gd name="csY0" fmla="*/ 4025 h 6756"/>
                <a:gd name="csX1" fmla="*/ 2581 w 5162"/>
                <a:gd name="csY1" fmla="*/ 0 h 6756"/>
                <a:gd name="csX2" fmla="*/ 5163 w 5162"/>
                <a:gd name="csY2" fmla="*/ 2429 h 6756"/>
                <a:gd name="csX3" fmla="*/ 2581 w 5162"/>
                <a:gd name="csY3" fmla="*/ 6454 h 6756"/>
                <a:gd name="csX4" fmla="*/ 0 w 5162"/>
                <a:gd name="csY4" fmla="*/ 4025 h 6756"/>
              </a:gdLst>
              <a:ahLst/>
              <a:cxnLst>
                <a:cxn ang="0">
                  <a:pos x="csX0" y="csY0"/>
                </a:cxn>
                <a:cxn ang="0">
                  <a:pos x="csX1" y="csY1"/>
                </a:cxn>
                <a:cxn ang="0">
                  <a:pos x="csX2" y="csY2"/>
                </a:cxn>
                <a:cxn ang="0">
                  <a:pos x="csX3" y="csY3"/>
                </a:cxn>
                <a:cxn ang="0">
                  <a:pos x="csX4" y="csY4"/>
                </a:cxn>
              </a:cxnLst>
              <a:rect l="l" t="t" r="r" b="b"/>
              <a:pathLst>
                <a:path w="5162" h="6756">
                  <a:moveTo>
                    <a:pt x="0" y="4025"/>
                  </a:moveTo>
                  <a:cubicBezTo>
                    <a:pt x="0" y="1811"/>
                    <a:pt x="1162" y="0"/>
                    <a:pt x="2581" y="0"/>
                  </a:cubicBezTo>
                  <a:cubicBezTo>
                    <a:pt x="4001" y="0"/>
                    <a:pt x="5163" y="1093"/>
                    <a:pt x="5163" y="2429"/>
                  </a:cubicBezTo>
                  <a:cubicBezTo>
                    <a:pt x="5163" y="3765"/>
                    <a:pt x="4001" y="5576"/>
                    <a:pt x="2581" y="6454"/>
                  </a:cubicBezTo>
                  <a:cubicBezTo>
                    <a:pt x="1162" y="7331"/>
                    <a:pt x="0" y="6238"/>
                    <a:pt x="0" y="4025"/>
                  </a:cubicBezTo>
                  <a:close/>
                </a:path>
              </a:pathLst>
            </a:custGeom>
            <a:solidFill>
              <a:srgbClr val="B9B9B9"/>
            </a:solidFill>
            <a:ln w="5163" cap="flat">
              <a:noFill/>
              <a:prstDash val="solid"/>
              <a:miter/>
            </a:ln>
          </p:spPr>
          <p:txBody>
            <a:bodyPr/>
            <a:lstStyle/>
            <a:p>
              <a:endParaRPr lang="es-419" noProof="0" dirty="0"/>
            </a:p>
          </p:txBody>
        </p:sp>
        <p:sp>
          <p:nvSpPr>
            <p:cNvPr id="83" name="Forma libre: forma 82">
              <a:extLst>
                <a:ext uri="{FF2B5EF4-FFF2-40B4-BE49-F238E27FC236}">
                  <a16:creationId xmlns:a16="http://schemas.microsoft.com/office/drawing/2014/main" id="{6CCA4682-A16B-DB01-4143-D6910040C8CC}"/>
                </a:ext>
              </a:extLst>
            </p:cNvPr>
            <p:cNvSpPr/>
            <p:nvPr/>
          </p:nvSpPr>
          <p:spPr>
            <a:xfrm>
              <a:off x="2646618" y="2110301"/>
              <a:ext cx="4301" cy="5162"/>
            </a:xfrm>
            <a:custGeom>
              <a:avLst/>
              <a:gdLst>
                <a:gd name="csX0" fmla="*/ 0 w 4301"/>
                <a:gd name="csY0" fmla="*/ 2581 h 5162"/>
                <a:gd name="csX1" fmla="*/ 1138 w 4301"/>
                <a:gd name="csY1" fmla="*/ 0 h 5162"/>
                <a:gd name="csX2" fmla="*/ 3872 w 4301"/>
                <a:gd name="csY2" fmla="*/ 2581 h 5162"/>
                <a:gd name="csX3" fmla="*/ 2734 w 4301"/>
                <a:gd name="csY3" fmla="*/ 5163 h 5162"/>
                <a:gd name="csX4" fmla="*/ 0 w 4301"/>
                <a:gd name="csY4" fmla="*/ 2581 h 5162"/>
              </a:gdLst>
              <a:ahLst/>
              <a:cxnLst>
                <a:cxn ang="0">
                  <a:pos x="csX0" y="csY0"/>
                </a:cxn>
                <a:cxn ang="0">
                  <a:pos x="csX1" y="csY1"/>
                </a:cxn>
                <a:cxn ang="0">
                  <a:pos x="csX2" y="csY2"/>
                </a:cxn>
                <a:cxn ang="0">
                  <a:pos x="csX3" y="csY3"/>
                </a:cxn>
                <a:cxn ang="0">
                  <a:pos x="csX4" y="csY4"/>
                </a:cxn>
              </a:cxnLst>
              <a:rect l="l" t="t" r="r" b="b"/>
              <a:pathLst>
                <a:path w="4301" h="5162">
                  <a:moveTo>
                    <a:pt x="0" y="2581"/>
                  </a:moveTo>
                  <a:cubicBezTo>
                    <a:pt x="0" y="1162"/>
                    <a:pt x="512" y="0"/>
                    <a:pt x="1138" y="0"/>
                  </a:cubicBezTo>
                  <a:cubicBezTo>
                    <a:pt x="1765" y="0"/>
                    <a:pt x="2995" y="1162"/>
                    <a:pt x="3872" y="2581"/>
                  </a:cubicBezTo>
                  <a:cubicBezTo>
                    <a:pt x="4750" y="4001"/>
                    <a:pt x="4237" y="5163"/>
                    <a:pt x="2734" y="5163"/>
                  </a:cubicBezTo>
                  <a:cubicBezTo>
                    <a:pt x="1230" y="5163"/>
                    <a:pt x="0" y="4001"/>
                    <a:pt x="0" y="2581"/>
                  </a:cubicBezTo>
                  <a:close/>
                </a:path>
              </a:pathLst>
            </a:custGeom>
            <a:solidFill>
              <a:srgbClr val="B9B9B9"/>
            </a:solidFill>
            <a:ln w="5163" cap="flat">
              <a:noFill/>
              <a:prstDash val="solid"/>
              <a:miter/>
            </a:ln>
          </p:spPr>
          <p:txBody>
            <a:bodyPr/>
            <a:lstStyle/>
            <a:p>
              <a:endParaRPr lang="es-419" noProof="0" dirty="0"/>
            </a:p>
          </p:txBody>
        </p:sp>
      </p:grpSp>
      <p:grpSp>
        <p:nvGrpSpPr>
          <p:cNvPr id="84" name="Gráfico 39">
            <a:extLst>
              <a:ext uri="{FF2B5EF4-FFF2-40B4-BE49-F238E27FC236}">
                <a16:creationId xmlns:a16="http://schemas.microsoft.com/office/drawing/2014/main" id="{0023AEDC-1D8C-4579-03C2-D843A9511402}"/>
              </a:ext>
            </a:extLst>
          </p:cNvPr>
          <p:cNvGrpSpPr/>
          <p:nvPr/>
        </p:nvGrpSpPr>
        <p:grpSpPr>
          <a:xfrm>
            <a:off x="924790" y="1999612"/>
            <a:ext cx="235561" cy="223008"/>
            <a:chOff x="924790" y="1999612"/>
            <a:chExt cx="235561" cy="223008"/>
          </a:xfrm>
          <a:solidFill>
            <a:srgbClr val="B9B9B9"/>
          </a:solidFill>
        </p:grpSpPr>
        <p:sp>
          <p:nvSpPr>
            <p:cNvPr id="85" name="Forma libre: forma 84">
              <a:extLst>
                <a:ext uri="{FF2B5EF4-FFF2-40B4-BE49-F238E27FC236}">
                  <a16:creationId xmlns:a16="http://schemas.microsoft.com/office/drawing/2014/main" id="{C08742B5-07DD-4ADD-BABA-E0FB31EC36FE}"/>
                </a:ext>
              </a:extLst>
            </p:cNvPr>
            <p:cNvSpPr/>
            <p:nvPr/>
          </p:nvSpPr>
          <p:spPr>
            <a:xfrm>
              <a:off x="1018216" y="1999612"/>
              <a:ext cx="142135" cy="223008"/>
            </a:xfrm>
            <a:custGeom>
              <a:avLst/>
              <a:gdLst>
                <a:gd name="csX0" fmla="*/ 33142 w 142135"/>
                <a:gd name="csY0" fmla="*/ 222624 h 223008"/>
                <a:gd name="csX1" fmla="*/ 24030 w 142135"/>
                <a:gd name="csY1" fmla="*/ 217989 h 223008"/>
                <a:gd name="csX2" fmla="*/ 15077 w 142135"/>
                <a:gd name="csY2" fmla="*/ 214475 h 223008"/>
                <a:gd name="csX3" fmla="*/ 28065 w 142135"/>
                <a:gd name="csY3" fmla="*/ 199749 h 223008"/>
                <a:gd name="csX4" fmla="*/ 39623 w 142135"/>
                <a:gd name="csY4" fmla="*/ 181324 h 223008"/>
                <a:gd name="csX5" fmla="*/ 40552 w 142135"/>
                <a:gd name="csY5" fmla="*/ 163618 h 223008"/>
                <a:gd name="csX6" fmla="*/ 38270 w 142135"/>
                <a:gd name="csY6" fmla="*/ 146871 h 223008"/>
                <a:gd name="csX7" fmla="*/ 31342 w 142135"/>
                <a:gd name="csY7" fmla="*/ 141344 h 223008"/>
                <a:gd name="csX8" fmla="*/ 23064 w 142135"/>
                <a:gd name="csY8" fmla="*/ 130695 h 223008"/>
                <a:gd name="csX9" fmla="*/ 21238 w 142135"/>
                <a:gd name="csY9" fmla="*/ 121015 h 223008"/>
                <a:gd name="csX10" fmla="*/ 21448 w 142135"/>
                <a:gd name="csY10" fmla="*/ 110689 h 223008"/>
                <a:gd name="csX11" fmla="*/ 17417 w 142135"/>
                <a:gd name="csY11" fmla="*/ 113600 h 223008"/>
                <a:gd name="csX12" fmla="*/ 6090 w 142135"/>
                <a:gd name="csY12" fmla="*/ 75839 h 223008"/>
                <a:gd name="csX13" fmla="*/ 446 w 142135"/>
                <a:gd name="csY13" fmla="*/ 49379 h 223008"/>
                <a:gd name="csX14" fmla="*/ 1787 w 142135"/>
                <a:gd name="csY14" fmla="*/ 43571 h 223008"/>
                <a:gd name="csX15" fmla="*/ 4669 w 142135"/>
                <a:gd name="csY15" fmla="*/ 50173 h 223008"/>
                <a:gd name="csX16" fmla="*/ 15640 w 142135"/>
                <a:gd name="csY16" fmla="*/ 55981 h 223008"/>
                <a:gd name="csX17" fmla="*/ 25590 w 142135"/>
                <a:gd name="csY17" fmla="*/ 51315 h 223008"/>
                <a:gd name="csX18" fmla="*/ 21927 w 142135"/>
                <a:gd name="csY18" fmla="*/ 38128 h 223008"/>
                <a:gd name="csX19" fmla="*/ 25126 w 142135"/>
                <a:gd name="csY19" fmla="*/ 20612 h 223008"/>
                <a:gd name="csX20" fmla="*/ 29635 w 142135"/>
                <a:gd name="csY20" fmla="*/ 8944 h 223008"/>
                <a:gd name="csX21" fmla="*/ 56601 w 142135"/>
                <a:gd name="csY21" fmla="*/ 2664 h 223008"/>
                <a:gd name="csX22" fmla="*/ 68014 w 142135"/>
                <a:gd name="csY22" fmla="*/ 14926 h 223008"/>
                <a:gd name="csX23" fmla="*/ 70397 w 142135"/>
                <a:gd name="csY23" fmla="*/ 28730 h 223008"/>
                <a:gd name="csX24" fmla="*/ 64799 w 142135"/>
                <a:gd name="csY24" fmla="*/ 38367 h 223008"/>
                <a:gd name="csX25" fmla="*/ 76515 w 142135"/>
                <a:gd name="csY25" fmla="*/ 47199 h 223008"/>
                <a:gd name="csX26" fmla="*/ 95020 w 142135"/>
                <a:gd name="csY26" fmla="*/ 52596 h 223008"/>
                <a:gd name="csX27" fmla="*/ 116723 w 142135"/>
                <a:gd name="csY27" fmla="*/ 66052 h 223008"/>
                <a:gd name="csX28" fmla="*/ 125419 w 142135"/>
                <a:gd name="csY28" fmla="*/ 64641 h 223008"/>
                <a:gd name="csX29" fmla="*/ 121867 w 142135"/>
                <a:gd name="csY29" fmla="*/ 77984 h 223008"/>
                <a:gd name="csX30" fmla="*/ 126198 w 142135"/>
                <a:gd name="csY30" fmla="*/ 109560 h 223008"/>
                <a:gd name="csX31" fmla="*/ 132452 w 142135"/>
                <a:gd name="csY31" fmla="*/ 130811 h 223008"/>
                <a:gd name="csX32" fmla="*/ 137172 w 142135"/>
                <a:gd name="csY32" fmla="*/ 149525 h 223008"/>
                <a:gd name="csX33" fmla="*/ 126264 w 142135"/>
                <a:gd name="csY33" fmla="*/ 165042 h 223008"/>
                <a:gd name="csX34" fmla="*/ 119713 w 142135"/>
                <a:gd name="csY34" fmla="*/ 162318 h 223008"/>
                <a:gd name="csX35" fmla="*/ 122125 w 142135"/>
                <a:gd name="csY35" fmla="*/ 181310 h 223008"/>
                <a:gd name="csX36" fmla="*/ 122395 w 142135"/>
                <a:gd name="csY36" fmla="*/ 193071 h 223008"/>
                <a:gd name="csX37" fmla="*/ 117050 w 142135"/>
                <a:gd name="csY37" fmla="*/ 205350 h 223008"/>
                <a:gd name="csX38" fmla="*/ 115307 w 142135"/>
                <a:gd name="csY38" fmla="*/ 214639 h 223008"/>
                <a:gd name="csX39" fmla="*/ 105608 w 142135"/>
                <a:gd name="csY39" fmla="*/ 205168 h 223008"/>
                <a:gd name="csX40" fmla="*/ 70306 w 142135"/>
                <a:gd name="csY40" fmla="*/ 198146 h 223008"/>
                <a:gd name="csX41" fmla="*/ 57886 w 142135"/>
                <a:gd name="csY41" fmla="*/ 203581 h 223008"/>
                <a:gd name="csX42" fmla="*/ 42822 w 142135"/>
                <a:gd name="csY42" fmla="*/ 214552 h 223008"/>
                <a:gd name="csX43" fmla="*/ 33142 w 142135"/>
                <a:gd name="csY43" fmla="*/ 222624 h 2230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42135" h="223008">
                  <a:moveTo>
                    <a:pt x="33142" y="222624"/>
                  </a:moveTo>
                  <a:cubicBezTo>
                    <a:pt x="33100" y="221007"/>
                    <a:pt x="28999" y="218922"/>
                    <a:pt x="24030" y="217989"/>
                  </a:cubicBezTo>
                  <a:cubicBezTo>
                    <a:pt x="19061" y="217057"/>
                    <a:pt x="15032" y="215476"/>
                    <a:pt x="15077" y="214475"/>
                  </a:cubicBezTo>
                  <a:cubicBezTo>
                    <a:pt x="15123" y="213475"/>
                    <a:pt x="20967" y="206848"/>
                    <a:pt x="28065" y="199749"/>
                  </a:cubicBezTo>
                  <a:cubicBezTo>
                    <a:pt x="37756" y="190056"/>
                    <a:pt x="40635" y="185467"/>
                    <a:pt x="39623" y="181324"/>
                  </a:cubicBezTo>
                  <a:cubicBezTo>
                    <a:pt x="38882" y="178289"/>
                    <a:pt x="39300" y="170321"/>
                    <a:pt x="40552" y="163618"/>
                  </a:cubicBezTo>
                  <a:cubicBezTo>
                    <a:pt x="42457" y="153420"/>
                    <a:pt x="42085" y="150686"/>
                    <a:pt x="38270" y="146871"/>
                  </a:cubicBezTo>
                  <a:cubicBezTo>
                    <a:pt x="35762" y="144363"/>
                    <a:pt x="32644" y="141876"/>
                    <a:pt x="31342" y="141344"/>
                  </a:cubicBezTo>
                  <a:cubicBezTo>
                    <a:pt x="30039" y="140811"/>
                    <a:pt x="26314" y="136019"/>
                    <a:pt x="23064" y="130695"/>
                  </a:cubicBezTo>
                  <a:cubicBezTo>
                    <a:pt x="18146" y="122638"/>
                    <a:pt x="17840" y="121015"/>
                    <a:pt x="21238" y="121015"/>
                  </a:cubicBezTo>
                  <a:cubicBezTo>
                    <a:pt x="26407" y="121015"/>
                    <a:pt x="26532" y="114908"/>
                    <a:pt x="21448" y="110689"/>
                  </a:cubicBezTo>
                  <a:cubicBezTo>
                    <a:pt x="18195" y="107989"/>
                    <a:pt x="17551" y="108454"/>
                    <a:pt x="17417" y="113600"/>
                  </a:cubicBezTo>
                  <a:cubicBezTo>
                    <a:pt x="17202" y="121855"/>
                    <a:pt x="11362" y="102386"/>
                    <a:pt x="6090" y="75839"/>
                  </a:cubicBezTo>
                  <a:cubicBezTo>
                    <a:pt x="3834" y="64481"/>
                    <a:pt x="1295" y="52574"/>
                    <a:pt x="446" y="49379"/>
                  </a:cubicBezTo>
                  <a:cubicBezTo>
                    <a:pt x="-477" y="45903"/>
                    <a:pt x="61" y="43571"/>
                    <a:pt x="1787" y="43571"/>
                  </a:cubicBezTo>
                  <a:cubicBezTo>
                    <a:pt x="3372" y="43571"/>
                    <a:pt x="4669" y="46542"/>
                    <a:pt x="4669" y="50173"/>
                  </a:cubicBezTo>
                  <a:cubicBezTo>
                    <a:pt x="4669" y="56344"/>
                    <a:pt x="5386" y="56723"/>
                    <a:pt x="15640" y="55981"/>
                  </a:cubicBezTo>
                  <a:cubicBezTo>
                    <a:pt x="23894" y="55384"/>
                    <a:pt x="26358" y="54229"/>
                    <a:pt x="25590" y="51315"/>
                  </a:cubicBezTo>
                  <a:cubicBezTo>
                    <a:pt x="25028" y="49186"/>
                    <a:pt x="23380" y="43251"/>
                    <a:pt x="21927" y="38128"/>
                  </a:cubicBezTo>
                  <a:cubicBezTo>
                    <a:pt x="19644" y="30074"/>
                    <a:pt x="20076" y="27703"/>
                    <a:pt x="25126" y="20612"/>
                  </a:cubicBezTo>
                  <a:cubicBezTo>
                    <a:pt x="28338" y="16101"/>
                    <a:pt x="30367" y="10851"/>
                    <a:pt x="29635" y="8944"/>
                  </a:cubicBezTo>
                  <a:cubicBezTo>
                    <a:pt x="26306" y="269"/>
                    <a:pt x="38854" y="-2653"/>
                    <a:pt x="56601" y="2664"/>
                  </a:cubicBezTo>
                  <a:cubicBezTo>
                    <a:pt x="65243" y="5253"/>
                    <a:pt x="66731" y="6851"/>
                    <a:pt x="68014" y="14926"/>
                  </a:cubicBezTo>
                  <a:cubicBezTo>
                    <a:pt x="68826" y="20032"/>
                    <a:pt x="69898" y="26244"/>
                    <a:pt x="70397" y="28730"/>
                  </a:cubicBezTo>
                  <a:cubicBezTo>
                    <a:pt x="70908" y="31276"/>
                    <a:pt x="68463" y="35485"/>
                    <a:pt x="64799" y="38367"/>
                  </a:cubicBezTo>
                  <a:cubicBezTo>
                    <a:pt x="52677" y="47902"/>
                    <a:pt x="63675" y="56192"/>
                    <a:pt x="76515" y="47199"/>
                  </a:cubicBezTo>
                  <a:cubicBezTo>
                    <a:pt x="84862" y="41352"/>
                    <a:pt x="95020" y="44315"/>
                    <a:pt x="95020" y="52596"/>
                  </a:cubicBezTo>
                  <a:cubicBezTo>
                    <a:pt x="95020" y="61383"/>
                    <a:pt x="105491" y="67875"/>
                    <a:pt x="116723" y="66052"/>
                  </a:cubicBezTo>
                  <a:lnTo>
                    <a:pt x="125419" y="64641"/>
                  </a:lnTo>
                  <a:lnTo>
                    <a:pt x="121867" y="77984"/>
                  </a:lnTo>
                  <a:cubicBezTo>
                    <a:pt x="116766" y="97143"/>
                    <a:pt x="117305" y="101074"/>
                    <a:pt x="126198" y="109560"/>
                  </a:cubicBezTo>
                  <a:cubicBezTo>
                    <a:pt x="133696" y="116715"/>
                    <a:pt x="134049" y="117914"/>
                    <a:pt x="132452" y="130811"/>
                  </a:cubicBezTo>
                  <a:cubicBezTo>
                    <a:pt x="130905" y="143306"/>
                    <a:pt x="131310" y="144914"/>
                    <a:pt x="137172" y="149525"/>
                  </a:cubicBezTo>
                  <a:cubicBezTo>
                    <a:pt x="148350" y="158317"/>
                    <a:pt x="138877" y="171792"/>
                    <a:pt x="126264" y="165042"/>
                  </a:cubicBezTo>
                  <a:cubicBezTo>
                    <a:pt x="123464" y="163544"/>
                    <a:pt x="120516" y="162318"/>
                    <a:pt x="119713" y="162318"/>
                  </a:cubicBezTo>
                  <a:cubicBezTo>
                    <a:pt x="116537" y="162318"/>
                    <a:pt x="118487" y="177672"/>
                    <a:pt x="122125" y="181310"/>
                  </a:cubicBezTo>
                  <a:cubicBezTo>
                    <a:pt x="126947" y="186132"/>
                    <a:pt x="127019" y="189234"/>
                    <a:pt x="122395" y="193071"/>
                  </a:cubicBezTo>
                  <a:cubicBezTo>
                    <a:pt x="120414" y="194715"/>
                    <a:pt x="118009" y="200241"/>
                    <a:pt x="117050" y="205350"/>
                  </a:cubicBezTo>
                  <a:lnTo>
                    <a:pt x="115307" y="214639"/>
                  </a:lnTo>
                  <a:lnTo>
                    <a:pt x="105608" y="205168"/>
                  </a:lnTo>
                  <a:cubicBezTo>
                    <a:pt x="93087" y="192941"/>
                    <a:pt x="80185" y="190375"/>
                    <a:pt x="70306" y="198146"/>
                  </a:cubicBezTo>
                  <a:cubicBezTo>
                    <a:pt x="66478" y="201157"/>
                    <a:pt x="60889" y="203603"/>
                    <a:pt x="57886" y="203581"/>
                  </a:cubicBezTo>
                  <a:cubicBezTo>
                    <a:pt x="54649" y="203557"/>
                    <a:pt x="48516" y="208024"/>
                    <a:pt x="42822" y="214552"/>
                  </a:cubicBezTo>
                  <a:cubicBezTo>
                    <a:pt x="37540" y="220608"/>
                    <a:pt x="33184" y="224241"/>
                    <a:pt x="33142" y="222624"/>
                  </a:cubicBezTo>
                  <a:close/>
                </a:path>
              </a:pathLst>
            </a:custGeom>
            <a:solidFill>
              <a:srgbClr val="B9B9B9"/>
            </a:solidFill>
            <a:ln w="5163" cap="flat">
              <a:noFill/>
              <a:prstDash val="solid"/>
              <a:miter/>
            </a:ln>
          </p:spPr>
          <p:txBody>
            <a:bodyPr/>
            <a:lstStyle/>
            <a:p>
              <a:endParaRPr lang="es-419" noProof="0" dirty="0"/>
            </a:p>
          </p:txBody>
        </p:sp>
        <p:sp>
          <p:nvSpPr>
            <p:cNvPr id="86" name="Forma libre: forma 85">
              <a:extLst>
                <a:ext uri="{FF2B5EF4-FFF2-40B4-BE49-F238E27FC236}">
                  <a16:creationId xmlns:a16="http://schemas.microsoft.com/office/drawing/2014/main" id="{FB1A7A23-9036-DC78-51A3-CDD83210FB6D}"/>
                </a:ext>
              </a:extLst>
            </p:cNvPr>
            <p:cNvSpPr/>
            <p:nvPr/>
          </p:nvSpPr>
          <p:spPr>
            <a:xfrm>
              <a:off x="976738" y="2149266"/>
              <a:ext cx="9026" cy="7395"/>
            </a:xfrm>
            <a:custGeom>
              <a:avLst/>
              <a:gdLst>
                <a:gd name="csX0" fmla="*/ 866 w 9026"/>
                <a:gd name="csY0" fmla="*/ 4748 h 7395"/>
                <a:gd name="csX1" fmla="*/ 6187 w 9026"/>
                <a:gd name="csY1" fmla="*/ 710 h 7395"/>
                <a:gd name="csX2" fmla="*/ 8728 w 9026"/>
                <a:gd name="csY2" fmla="*/ 4901 h 7395"/>
                <a:gd name="csX3" fmla="*/ 866 w 9026"/>
                <a:gd name="csY3" fmla="*/ 4748 h 7395"/>
              </a:gdLst>
              <a:ahLst/>
              <a:cxnLst>
                <a:cxn ang="0">
                  <a:pos x="csX0" y="csY0"/>
                </a:cxn>
                <a:cxn ang="0">
                  <a:pos x="csX1" y="csY1"/>
                </a:cxn>
                <a:cxn ang="0">
                  <a:pos x="csX2" y="csY2"/>
                </a:cxn>
                <a:cxn ang="0">
                  <a:pos x="csX3" y="csY3"/>
                </a:cxn>
              </a:cxnLst>
              <a:rect l="l" t="t" r="r" b="b"/>
              <a:pathLst>
                <a:path w="9026" h="7395">
                  <a:moveTo>
                    <a:pt x="866" y="4748"/>
                  </a:moveTo>
                  <a:cubicBezTo>
                    <a:pt x="-1510" y="904"/>
                    <a:pt x="1245" y="-1186"/>
                    <a:pt x="6187" y="710"/>
                  </a:cubicBezTo>
                  <a:cubicBezTo>
                    <a:pt x="8468" y="1586"/>
                    <a:pt x="9611" y="3472"/>
                    <a:pt x="8728" y="4901"/>
                  </a:cubicBezTo>
                  <a:cubicBezTo>
                    <a:pt x="6635" y="8287"/>
                    <a:pt x="3009" y="8216"/>
                    <a:pt x="866" y="4748"/>
                  </a:cubicBezTo>
                  <a:close/>
                </a:path>
              </a:pathLst>
            </a:custGeom>
            <a:solidFill>
              <a:srgbClr val="B9B9B9"/>
            </a:solidFill>
            <a:ln w="5163" cap="flat">
              <a:noFill/>
              <a:prstDash val="solid"/>
              <a:miter/>
            </a:ln>
          </p:spPr>
          <p:txBody>
            <a:bodyPr/>
            <a:lstStyle/>
            <a:p>
              <a:endParaRPr lang="es-419" noProof="0" dirty="0"/>
            </a:p>
          </p:txBody>
        </p:sp>
        <p:sp>
          <p:nvSpPr>
            <p:cNvPr id="87" name="Forma libre: forma 86">
              <a:extLst>
                <a:ext uri="{FF2B5EF4-FFF2-40B4-BE49-F238E27FC236}">
                  <a16:creationId xmlns:a16="http://schemas.microsoft.com/office/drawing/2014/main" id="{3E513F16-303B-B0BF-B94A-4342049A55CB}"/>
                </a:ext>
              </a:extLst>
            </p:cNvPr>
            <p:cNvSpPr/>
            <p:nvPr/>
          </p:nvSpPr>
          <p:spPr>
            <a:xfrm>
              <a:off x="958388" y="2135665"/>
              <a:ext cx="19364" cy="11047"/>
            </a:xfrm>
            <a:custGeom>
              <a:avLst/>
              <a:gdLst>
                <a:gd name="csX0" fmla="*/ 0 w 19364"/>
                <a:gd name="csY0" fmla="*/ 8841 h 11047"/>
                <a:gd name="csX1" fmla="*/ 17408 w 19364"/>
                <a:gd name="csY1" fmla="*/ 154 h 11047"/>
                <a:gd name="csX2" fmla="*/ 17432 w 19364"/>
                <a:gd name="csY2" fmla="*/ 5614 h 11047"/>
                <a:gd name="csX3" fmla="*/ 0 w 19364"/>
                <a:gd name="csY3" fmla="*/ 8841 h 11047"/>
              </a:gdLst>
              <a:ahLst/>
              <a:cxnLst>
                <a:cxn ang="0">
                  <a:pos x="csX0" y="csY0"/>
                </a:cxn>
                <a:cxn ang="0">
                  <a:pos x="csX1" y="csY1"/>
                </a:cxn>
                <a:cxn ang="0">
                  <a:pos x="csX2" y="csY2"/>
                </a:cxn>
                <a:cxn ang="0">
                  <a:pos x="csX3" y="csY3"/>
                </a:cxn>
              </a:cxnLst>
              <a:rect l="l" t="t" r="r" b="b"/>
              <a:pathLst>
                <a:path w="19364" h="11047">
                  <a:moveTo>
                    <a:pt x="0" y="8841"/>
                  </a:moveTo>
                  <a:cubicBezTo>
                    <a:pt x="126" y="2682"/>
                    <a:pt x="7086" y="-791"/>
                    <a:pt x="17408" y="154"/>
                  </a:cubicBezTo>
                  <a:cubicBezTo>
                    <a:pt x="20010" y="392"/>
                    <a:pt x="20015" y="1478"/>
                    <a:pt x="17432" y="5614"/>
                  </a:cubicBezTo>
                  <a:cubicBezTo>
                    <a:pt x="14357" y="10538"/>
                    <a:pt x="-89" y="13212"/>
                    <a:pt x="0" y="8841"/>
                  </a:cubicBezTo>
                  <a:close/>
                </a:path>
              </a:pathLst>
            </a:custGeom>
            <a:solidFill>
              <a:srgbClr val="B9B9B9"/>
            </a:solidFill>
            <a:ln w="5163" cap="flat">
              <a:noFill/>
              <a:prstDash val="solid"/>
              <a:miter/>
            </a:ln>
          </p:spPr>
          <p:txBody>
            <a:bodyPr/>
            <a:lstStyle/>
            <a:p>
              <a:endParaRPr lang="es-419" noProof="0" dirty="0"/>
            </a:p>
          </p:txBody>
        </p:sp>
        <p:sp>
          <p:nvSpPr>
            <p:cNvPr id="88" name="Forma libre: forma 87">
              <a:extLst>
                <a:ext uri="{FF2B5EF4-FFF2-40B4-BE49-F238E27FC236}">
                  <a16:creationId xmlns:a16="http://schemas.microsoft.com/office/drawing/2014/main" id="{81EF1135-71F4-A90B-2FF1-E1D1873FCAE3}"/>
                </a:ext>
              </a:extLst>
            </p:cNvPr>
            <p:cNvSpPr/>
            <p:nvPr/>
          </p:nvSpPr>
          <p:spPr>
            <a:xfrm>
              <a:off x="938010" y="2110987"/>
              <a:ext cx="18997" cy="19965"/>
            </a:xfrm>
            <a:custGeom>
              <a:avLst/>
              <a:gdLst>
                <a:gd name="csX0" fmla="*/ 2787 w 18997"/>
                <a:gd name="csY0" fmla="*/ 11392 h 19965"/>
                <a:gd name="csX1" fmla="*/ 4678 w 18997"/>
                <a:gd name="csY1" fmla="*/ 36 h 19965"/>
                <a:gd name="csX2" fmla="*/ 17544 w 18997"/>
                <a:gd name="csY2" fmla="*/ 12951 h 19965"/>
                <a:gd name="csX3" fmla="*/ 13049 w 18997"/>
                <a:gd name="csY3" fmla="*/ 19965 h 19965"/>
                <a:gd name="csX4" fmla="*/ 2787 w 18997"/>
                <a:gd name="csY4" fmla="*/ 11392 h 19965"/>
              </a:gdLst>
              <a:ahLst/>
              <a:cxnLst>
                <a:cxn ang="0">
                  <a:pos x="csX0" y="csY0"/>
                </a:cxn>
                <a:cxn ang="0">
                  <a:pos x="csX1" y="csY1"/>
                </a:cxn>
                <a:cxn ang="0">
                  <a:pos x="csX2" y="csY2"/>
                </a:cxn>
                <a:cxn ang="0">
                  <a:pos x="csX3" y="csY3"/>
                </a:cxn>
                <a:cxn ang="0">
                  <a:pos x="csX4" y="csY4"/>
                </a:cxn>
              </a:cxnLst>
              <a:rect l="l" t="t" r="r" b="b"/>
              <a:pathLst>
                <a:path w="18997" h="19965">
                  <a:moveTo>
                    <a:pt x="2787" y="11392"/>
                  </a:moveTo>
                  <a:cubicBezTo>
                    <a:pt x="-1192" y="389"/>
                    <a:pt x="-1207" y="479"/>
                    <a:pt x="4678" y="36"/>
                  </a:cubicBezTo>
                  <a:cubicBezTo>
                    <a:pt x="10396" y="-395"/>
                    <a:pt x="13750" y="2973"/>
                    <a:pt x="17544" y="12951"/>
                  </a:cubicBezTo>
                  <a:cubicBezTo>
                    <a:pt x="20048" y="19537"/>
                    <a:pt x="19774" y="19965"/>
                    <a:pt x="13049" y="19965"/>
                  </a:cubicBezTo>
                  <a:cubicBezTo>
                    <a:pt x="7281" y="19965"/>
                    <a:pt x="5284" y="18297"/>
                    <a:pt x="2787" y="11392"/>
                  </a:cubicBezTo>
                  <a:close/>
                </a:path>
              </a:pathLst>
            </a:custGeom>
            <a:solidFill>
              <a:srgbClr val="B9B9B9"/>
            </a:solidFill>
            <a:ln w="5163" cap="flat">
              <a:noFill/>
              <a:prstDash val="solid"/>
              <a:miter/>
            </a:ln>
          </p:spPr>
          <p:txBody>
            <a:bodyPr/>
            <a:lstStyle/>
            <a:p>
              <a:endParaRPr lang="es-419" noProof="0" dirty="0"/>
            </a:p>
          </p:txBody>
        </p:sp>
        <p:sp>
          <p:nvSpPr>
            <p:cNvPr id="89" name="Forma libre: forma 88">
              <a:extLst>
                <a:ext uri="{FF2B5EF4-FFF2-40B4-BE49-F238E27FC236}">
                  <a16:creationId xmlns:a16="http://schemas.microsoft.com/office/drawing/2014/main" id="{5F91E9FF-830D-78D0-77CB-3C2EE6216A59}"/>
                </a:ext>
              </a:extLst>
            </p:cNvPr>
            <p:cNvSpPr/>
            <p:nvPr/>
          </p:nvSpPr>
          <p:spPr>
            <a:xfrm>
              <a:off x="924790" y="2098451"/>
              <a:ext cx="5162" cy="9268"/>
            </a:xfrm>
            <a:custGeom>
              <a:avLst/>
              <a:gdLst>
                <a:gd name="csX0" fmla="*/ 0 w 5162"/>
                <a:gd name="csY0" fmla="*/ 3953 h 9268"/>
                <a:gd name="csX1" fmla="*/ 2581 w 5162"/>
                <a:gd name="csY1" fmla="*/ 233 h 9268"/>
                <a:gd name="csX2" fmla="*/ 5163 w 5162"/>
                <a:gd name="csY2" fmla="*/ 5549 h 9268"/>
                <a:gd name="csX3" fmla="*/ 2581 w 5162"/>
                <a:gd name="csY3" fmla="*/ 9269 h 9268"/>
                <a:gd name="csX4" fmla="*/ 0 w 5162"/>
                <a:gd name="csY4" fmla="*/ 3953 h 9268"/>
              </a:gdLst>
              <a:ahLst/>
              <a:cxnLst>
                <a:cxn ang="0">
                  <a:pos x="csX0" y="csY0"/>
                </a:cxn>
                <a:cxn ang="0">
                  <a:pos x="csX1" y="csY1"/>
                </a:cxn>
                <a:cxn ang="0">
                  <a:pos x="csX2" y="csY2"/>
                </a:cxn>
                <a:cxn ang="0">
                  <a:pos x="csX3" y="csY3"/>
                </a:cxn>
                <a:cxn ang="0">
                  <a:pos x="csX4" y="csY4"/>
                </a:cxn>
              </a:cxnLst>
              <a:rect l="l" t="t" r="r" b="b"/>
              <a:pathLst>
                <a:path w="5162" h="9268">
                  <a:moveTo>
                    <a:pt x="0" y="3953"/>
                  </a:moveTo>
                  <a:cubicBezTo>
                    <a:pt x="0" y="1030"/>
                    <a:pt x="1162" y="-644"/>
                    <a:pt x="2581" y="233"/>
                  </a:cubicBezTo>
                  <a:cubicBezTo>
                    <a:pt x="4001" y="1111"/>
                    <a:pt x="5163" y="3503"/>
                    <a:pt x="5163" y="5549"/>
                  </a:cubicBezTo>
                  <a:cubicBezTo>
                    <a:pt x="5163" y="7595"/>
                    <a:pt x="4001" y="9269"/>
                    <a:pt x="2581" y="9269"/>
                  </a:cubicBezTo>
                  <a:cubicBezTo>
                    <a:pt x="1162" y="9269"/>
                    <a:pt x="0" y="6877"/>
                    <a:pt x="0" y="3953"/>
                  </a:cubicBezTo>
                  <a:close/>
                </a:path>
              </a:pathLst>
            </a:custGeom>
            <a:solidFill>
              <a:srgbClr val="B9B9B9"/>
            </a:solidFill>
            <a:ln w="5163" cap="flat">
              <a:noFill/>
              <a:prstDash val="solid"/>
              <a:miter/>
            </a:ln>
          </p:spPr>
          <p:txBody>
            <a:bodyPr/>
            <a:lstStyle/>
            <a:p>
              <a:endParaRPr lang="es-419" noProof="0" dirty="0"/>
            </a:p>
          </p:txBody>
        </p:sp>
      </p:grpSp>
      <p:grpSp>
        <p:nvGrpSpPr>
          <p:cNvPr id="90" name="Gráfico 39">
            <a:extLst>
              <a:ext uri="{FF2B5EF4-FFF2-40B4-BE49-F238E27FC236}">
                <a16:creationId xmlns:a16="http://schemas.microsoft.com/office/drawing/2014/main" id="{9B00B56A-2C12-7804-042B-B621A9EFE7E2}"/>
              </a:ext>
            </a:extLst>
          </p:cNvPr>
          <p:cNvGrpSpPr/>
          <p:nvPr/>
        </p:nvGrpSpPr>
        <p:grpSpPr>
          <a:xfrm>
            <a:off x="281340" y="1474182"/>
            <a:ext cx="428841" cy="522535"/>
            <a:chOff x="281340" y="1474182"/>
            <a:chExt cx="428841" cy="522535"/>
          </a:xfrm>
          <a:solidFill>
            <a:srgbClr val="B9B9B9"/>
          </a:solidFill>
        </p:grpSpPr>
        <p:grpSp>
          <p:nvGrpSpPr>
            <p:cNvPr id="91" name="Gráfico 39">
              <a:extLst>
                <a:ext uri="{FF2B5EF4-FFF2-40B4-BE49-F238E27FC236}">
                  <a16:creationId xmlns:a16="http://schemas.microsoft.com/office/drawing/2014/main" id="{689F6221-D753-4D26-BE60-6EF7F518C905}"/>
                </a:ext>
              </a:extLst>
            </p:cNvPr>
            <p:cNvGrpSpPr/>
            <p:nvPr/>
          </p:nvGrpSpPr>
          <p:grpSpPr>
            <a:xfrm>
              <a:off x="281340" y="1474182"/>
              <a:ext cx="428841" cy="522535"/>
              <a:chOff x="281340" y="1474182"/>
              <a:chExt cx="428841" cy="522535"/>
            </a:xfrm>
            <a:solidFill>
              <a:srgbClr val="B9B9B9"/>
            </a:solidFill>
          </p:grpSpPr>
          <p:sp>
            <p:nvSpPr>
              <p:cNvPr id="92" name="Forma libre: forma 91">
                <a:extLst>
                  <a:ext uri="{FF2B5EF4-FFF2-40B4-BE49-F238E27FC236}">
                    <a16:creationId xmlns:a16="http://schemas.microsoft.com/office/drawing/2014/main" id="{93880DA9-CA85-6B05-21D0-AEAC05437FD2}"/>
                  </a:ext>
                </a:extLst>
              </p:cNvPr>
              <p:cNvSpPr/>
              <p:nvPr/>
            </p:nvSpPr>
            <p:spPr>
              <a:xfrm>
                <a:off x="281340" y="1474182"/>
                <a:ext cx="428841" cy="522535"/>
              </a:xfrm>
              <a:custGeom>
                <a:avLst/>
                <a:gdLst>
                  <a:gd name="csX0" fmla="*/ 375000 w 428841"/>
                  <a:gd name="csY0" fmla="*/ 516104 h 522535"/>
                  <a:gd name="csX1" fmla="*/ 367101 w 428841"/>
                  <a:gd name="csY1" fmla="*/ 496098 h 522535"/>
                  <a:gd name="csX2" fmla="*/ 357849 w 428841"/>
                  <a:gd name="csY2" fmla="*/ 467300 h 522535"/>
                  <a:gd name="csX3" fmla="*/ 337807 w 428841"/>
                  <a:gd name="csY3" fmla="*/ 445109 h 522535"/>
                  <a:gd name="csX4" fmla="*/ 320489 w 428841"/>
                  <a:gd name="csY4" fmla="*/ 429036 h 522535"/>
                  <a:gd name="csX5" fmla="*/ 269809 w 428841"/>
                  <a:gd name="csY5" fmla="*/ 379110 h 522535"/>
                  <a:gd name="csX6" fmla="*/ 248488 w 428841"/>
                  <a:gd name="csY6" fmla="*/ 370097 h 522535"/>
                  <a:gd name="csX7" fmla="*/ 256878 w 428841"/>
                  <a:gd name="csY7" fmla="*/ 370327 h 522535"/>
                  <a:gd name="csX8" fmla="*/ 265267 w 428841"/>
                  <a:gd name="csY8" fmla="*/ 372646 h 522535"/>
                  <a:gd name="csX9" fmla="*/ 258168 w 428841"/>
                  <a:gd name="csY9" fmla="*/ 366399 h 522535"/>
                  <a:gd name="csX10" fmla="*/ 251069 w 428841"/>
                  <a:gd name="csY10" fmla="*/ 355305 h 522535"/>
                  <a:gd name="csX11" fmla="*/ 237556 w 428841"/>
                  <a:gd name="csY11" fmla="*/ 353450 h 522535"/>
                  <a:gd name="csX12" fmla="*/ 235538 w 428841"/>
                  <a:gd name="csY12" fmla="*/ 349578 h 522535"/>
                  <a:gd name="csX13" fmla="*/ 231626 w 428841"/>
                  <a:gd name="csY13" fmla="*/ 338114 h 522535"/>
                  <a:gd name="csX14" fmla="*/ 227531 w 428841"/>
                  <a:gd name="csY14" fmla="*/ 327788 h 522535"/>
                  <a:gd name="csX15" fmla="*/ 225255 w 428841"/>
                  <a:gd name="csY15" fmla="*/ 330217 h 522535"/>
                  <a:gd name="csX16" fmla="*/ 222797 w 428841"/>
                  <a:gd name="csY16" fmla="*/ 331508 h 522535"/>
                  <a:gd name="csX17" fmla="*/ 220276 w 428841"/>
                  <a:gd name="csY17" fmla="*/ 330217 h 522535"/>
                  <a:gd name="csX18" fmla="*/ 216375 w 428841"/>
                  <a:gd name="csY18" fmla="*/ 326968 h 522535"/>
                  <a:gd name="csX19" fmla="*/ 212138 w 428841"/>
                  <a:gd name="csY19" fmla="*/ 320021 h 522535"/>
                  <a:gd name="csX20" fmla="*/ 209766 w 428841"/>
                  <a:gd name="csY20" fmla="*/ 317462 h 522535"/>
                  <a:gd name="csX21" fmla="*/ 212670 w 428841"/>
                  <a:gd name="csY21" fmla="*/ 314083 h 522535"/>
                  <a:gd name="csX22" fmla="*/ 216877 w 428841"/>
                  <a:gd name="csY22" fmla="*/ 311142 h 522535"/>
                  <a:gd name="csX23" fmla="*/ 215264 w 428841"/>
                  <a:gd name="csY23" fmla="*/ 309359 h 522535"/>
                  <a:gd name="csX24" fmla="*/ 217511 w 428841"/>
                  <a:gd name="csY24" fmla="*/ 291496 h 522535"/>
                  <a:gd name="csX25" fmla="*/ 222673 w 428841"/>
                  <a:gd name="csY25" fmla="*/ 271731 h 522535"/>
                  <a:gd name="csX26" fmla="*/ 225571 w 428841"/>
                  <a:gd name="csY26" fmla="*/ 266972 h 522535"/>
                  <a:gd name="csX27" fmla="*/ 225255 w 428841"/>
                  <a:gd name="csY27" fmla="*/ 263100 h 522535"/>
                  <a:gd name="csX28" fmla="*/ 224939 w 428841"/>
                  <a:gd name="csY28" fmla="*/ 259227 h 522535"/>
                  <a:gd name="csX29" fmla="*/ 227470 w 428841"/>
                  <a:gd name="csY29" fmla="*/ 246966 h 522535"/>
                  <a:gd name="csX30" fmla="*/ 227104 w 428841"/>
                  <a:gd name="csY30" fmla="*/ 234704 h 522535"/>
                  <a:gd name="csX31" fmla="*/ 225255 w 428841"/>
                  <a:gd name="csY31" fmla="*/ 245029 h 522535"/>
                  <a:gd name="csX32" fmla="*/ 222926 w 428841"/>
                  <a:gd name="csY32" fmla="*/ 241157 h 522535"/>
                  <a:gd name="csX33" fmla="*/ 213514 w 428841"/>
                  <a:gd name="csY33" fmla="*/ 204198 h 522535"/>
                  <a:gd name="csX34" fmla="*/ 207511 w 428841"/>
                  <a:gd name="csY34" fmla="*/ 195911 h 522535"/>
                  <a:gd name="csX35" fmla="*/ 199366 w 428841"/>
                  <a:gd name="csY35" fmla="*/ 188261 h 522535"/>
                  <a:gd name="csX36" fmla="*/ 189814 w 428841"/>
                  <a:gd name="csY36" fmla="*/ 185143 h 522535"/>
                  <a:gd name="csX37" fmla="*/ 177824 w 428841"/>
                  <a:gd name="csY37" fmla="*/ 176701 h 522535"/>
                  <a:gd name="csX38" fmla="*/ 173385 w 428841"/>
                  <a:gd name="csY38" fmla="*/ 171969 h 522535"/>
                  <a:gd name="csX39" fmla="*/ 172244 w 428841"/>
                  <a:gd name="csY39" fmla="*/ 166295 h 522535"/>
                  <a:gd name="csX40" fmla="*/ 157189 w 428841"/>
                  <a:gd name="csY40" fmla="*/ 154717 h 522535"/>
                  <a:gd name="csX41" fmla="*/ 154290 w 428841"/>
                  <a:gd name="csY41" fmla="*/ 143110 h 522535"/>
                  <a:gd name="csX42" fmla="*/ 153437 w 428841"/>
                  <a:gd name="csY42" fmla="*/ 130888 h 522535"/>
                  <a:gd name="csX43" fmla="*/ 150373 w 428841"/>
                  <a:gd name="csY43" fmla="*/ 128835 h 522535"/>
                  <a:gd name="csX44" fmla="*/ 148457 w 428841"/>
                  <a:gd name="csY44" fmla="*/ 125777 h 522535"/>
                  <a:gd name="csX45" fmla="*/ 150890 w 428841"/>
                  <a:gd name="csY45" fmla="*/ 109503 h 522535"/>
                  <a:gd name="csX46" fmla="*/ 144325 w 428841"/>
                  <a:gd name="csY46" fmla="*/ 119656 h 522535"/>
                  <a:gd name="csX47" fmla="*/ 132054 w 428841"/>
                  <a:gd name="csY47" fmla="*/ 127093 h 522535"/>
                  <a:gd name="csX48" fmla="*/ 125630 w 428841"/>
                  <a:gd name="csY48" fmla="*/ 120812 h 522535"/>
                  <a:gd name="csX49" fmla="*/ 123207 w 428841"/>
                  <a:gd name="csY49" fmla="*/ 117248 h 522535"/>
                  <a:gd name="csX50" fmla="*/ 119415 w 428841"/>
                  <a:gd name="csY50" fmla="*/ 121894 h 522535"/>
                  <a:gd name="csX51" fmla="*/ 116519 w 428841"/>
                  <a:gd name="csY51" fmla="*/ 129437 h 522535"/>
                  <a:gd name="csX52" fmla="*/ 107977 w 428841"/>
                  <a:gd name="csY52" fmla="*/ 127285 h 522535"/>
                  <a:gd name="csX53" fmla="*/ 105433 w 428841"/>
                  <a:gd name="csY53" fmla="*/ 123427 h 522535"/>
                  <a:gd name="csX54" fmla="*/ 96024 w 428841"/>
                  <a:gd name="csY54" fmla="*/ 113119 h 522535"/>
                  <a:gd name="csX55" fmla="*/ 84566 w 428841"/>
                  <a:gd name="csY55" fmla="*/ 104340 h 522535"/>
                  <a:gd name="csX56" fmla="*/ 73108 w 428841"/>
                  <a:gd name="csY56" fmla="*/ 95562 h 522535"/>
                  <a:gd name="csX57" fmla="*/ 56725 w 428841"/>
                  <a:gd name="csY57" fmla="*/ 85124 h 522535"/>
                  <a:gd name="csX58" fmla="*/ 41890 w 428841"/>
                  <a:gd name="csY58" fmla="*/ 66163 h 522535"/>
                  <a:gd name="csX59" fmla="*/ 28677 w 428841"/>
                  <a:gd name="csY59" fmla="*/ 46701 h 522535"/>
                  <a:gd name="csX60" fmla="*/ 19131 w 428841"/>
                  <a:gd name="csY60" fmla="*/ 37238 h 522535"/>
                  <a:gd name="csX61" fmla="*/ 12905 w 428841"/>
                  <a:gd name="csY61" fmla="*/ 29478 h 522535"/>
                  <a:gd name="csX62" fmla="*/ 565 w 428841"/>
                  <a:gd name="csY62" fmla="*/ 12763 h 522535"/>
                  <a:gd name="csX63" fmla="*/ 24931 w 428841"/>
                  <a:gd name="csY63" fmla="*/ 17586 h 522535"/>
                  <a:gd name="csX64" fmla="*/ 53740 w 428841"/>
                  <a:gd name="csY64" fmla="*/ 17944 h 522535"/>
                  <a:gd name="csX65" fmla="*/ 62623 w 428841"/>
                  <a:gd name="csY65" fmla="*/ 19236 h 522535"/>
                  <a:gd name="csX66" fmla="*/ 68432 w 428841"/>
                  <a:gd name="csY66" fmla="*/ 26677 h 522535"/>
                  <a:gd name="csX67" fmla="*/ 76711 w 428841"/>
                  <a:gd name="csY67" fmla="*/ 24137 h 522535"/>
                  <a:gd name="csX68" fmla="*/ 79251 w 428841"/>
                  <a:gd name="csY68" fmla="*/ 21734 h 522535"/>
                  <a:gd name="csX69" fmla="*/ 83275 w 428841"/>
                  <a:gd name="csY69" fmla="*/ 19103 h 522535"/>
                  <a:gd name="csX70" fmla="*/ 76792 w 428841"/>
                  <a:gd name="csY70" fmla="*/ 18100 h 522535"/>
                  <a:gd name="csX71" fmla="*/ 72078 w 428841"/>
                  <a:gd name="csY71" fmla="*/ 15119 h 522535"/>
                  <a:gd name="csX72" fmla="*/ 69501 w 428841"/>
                  <a:gd name="csY72" fmla="*/ 12179 h 522535"/>
                  <a:gd name="csX73" fmla="*/ 70989 w 428841"/>
                  <a:gd name="csY73" fmla="*/ 5916 h 522535"/>
                  <a:gd name="csX74" fmla="*/ 77646 w 428841"/>
                  <a:gd name="csY74" fmla="*/ 3402 h 522535"/>
                  <a:gd name="csX75" fmla="*/ 139275 w 428841"/>
                  <a:gd name="csY75" fmla="*/ 15638 h 522535"/>
                  <a:gd name="csX76" fmla="*/ 187630 w 428841"/>
                  <a:gd name="csY76" fmla="*/ 22047 h 522535"/>
                  <a:gd name="csX77" fmla="*/ 207209 w 428841"/>
                  <a:gd name="csY77" fmla="*/ 56596 h 522535"/>
                  <a:gd name="csX78" fmla="*/ 227114 w 428841"/>
                  <a:gd name="csY78" fmla="*/ 93147 h 522535"/>
                  <a:gd name="csX79" fmla="*/ 237157 w 428841"/>
                  <a:gd name="csY79" fmla="*/ 106748 h 522535"/>
                  <a:gd name="csX80" fmla="*/ 244314 w 428841"/>
                  <a:gd name="csY80" fmla="*/ 119404 h 522535"/>
                  <a:gd name="csX81" fmla="*/ 245646 w 428841"/>
                  <a:gd name="csY81" fmla="*/ 128703 h 522535"/>
                  <a:gd name="csX82" fmla="*/ 248545 w 428841"/>
                  <a:gd name="csY82" fmla="*/ 142569 h 522535"/>
                  <a:gd name="csX83" fmla="*/ 261330 w 428841"/>
                  <a:gd name="csY83" fmla="*/ 164801 h 522535"/>
                  <a:gd name="csX84" fmla="*/ 258888 w 428841"/>
                  <a:gd name="csY84" fmla="*/ 155359 h 522535"/>
                  <a:gd name="csX85" fmla="*/ 255800 w 428841"/>
                  <a:gd name="csY85" fmla="*/ 130155 h 522535"/>
                  <a:gd name="csX86" fmla="*/ 275961 w 428841"/>
                  <a:gd name="csY86" fmla="*/ 158456 h 522535"/>
                  <a:gd name="csX87" fmla="*/ 281077 w 428841"/>
                  <a:gd name="csY87" fmla="*/ 166295 h 522535"/>
                  <a:gd name="csX88" fmla="*/ 284516 w 428841"/>
                  <a:gd name="csY88" fmla="*/ 174685 h 522535"/>
                  <a:gd name="csX89" fmla="*/ 290330 w 428841"/>
                  <a:gd name="csY89" fmla="*/ 206853 h 522535"/>
                  <a:gd name="csX90" fmla="*/ 289732 w 428841"/>
                  <a:gd name="csY90" fmla="*/ 219395 h 522535"/>
                  <a:gd name="csX91" fmla="*/ 295284 w 428841"/>
                  <a:gd name="csY91" fmla="*/ 246624 h 522535"/>
                  <a:gd name="csX92" fmla="*/ 307839 w 428841"/>
                  <a:gd name="csY92" fmla="*/ 265674 h 522535"/>
                  <a:gd name="csX93" fmla="*/ 311998 w 428841"/>
                  <a:gd name="csY93" fmla="*/ 272749 h 522535"/>
                  <a:gd name="csX94" fmla="*/ 323310 w 428841"/>
                  <a:gd name="csY94" fmla="*/ 313772 h 522535"/>
                  <a:gd name="csX95" fmla="*/ 331080 w 428841"/>
                  <a:gd name="csY95" fmla="*/ 343142 h 522535"/>
                  <a:gd name="csX96" fmla="*/ 329774 w 428841"/>
                  <a:gd name="csY96" fmla="*/ 364390 h 522535"/>
                  <a:gd name="csX97" fmla="*/ 349986 w 428841"/>
                  <a:gd name="csY97" fmla="*/ 396248 h 522535"/>
                  <a:gd name="csX98" fmla="*/ 354973 w 428841"/>
                  <a:gd name="csY98" fmla="*/ 397754 h 522535"/>
                  <a:gd name="csX99" fmla="*/ 357026 w 428841"/>
                  <a:gd name="csY99" fmla="*/ 403789 h 522535"/>
                  <a:gd name="csX100" fmla="*/ 360843 w 428841"/>
                  <a:gd name="csY100" fmla="*/ 395399 h 522535"/>
                  <a:gd name="csX101" fmla="*/ 361835 w 428841"/>
                  <a:gd name="csY101" fmla="*/ 383279 h 522535"/>
                  <a:gd name="csX102" fmla="*/ 377379 w 428841"/>
                  <a:gd name="csY102" fmla="*/ 393272 h 522535"/>
                  <a:gd name="csX103" fmla="*/ 390468 w 428841"/>
                  <a:gd name="csY103" fmla="*/ 410555 h 522535"/>
                  <a:gd name="csX104" fmla="*/ 396921 w 428841"/>
                  <a:gd name="csY104" fmla="*/ 414114 h 522535"/>
                  <a:gd name="csX105" fmla="*/ 403375 w 428841"/>
                  <a:gd name="csY105" fmla="*/ 419847 h 522535"/>
                  <a:gd name="csX106" fmla="*/ 406602 w 428841"/>
                  <a:gd name="csY106" fmla="*/ 439662 h 522535"/>
                  <a:gd name="csX107" fmla="*/ 418087 w 428841"/>
                  <a:gd name="csY107" fmla="*/ 458630 h 522535"/>
                  <a:gd name="csX108" fmla="*/ 419011 w 428841"/>
                  <a:gd name="csY108" fmla="*/ 503820 h 522535"/>
                  <a:gd name="csX109" fmla="*/ 409820 w 428841"/>
                  <a:gd name="csY109" fmla="*/ 509628 h 522535"/>
                  <a:gd name="csX110" fmla="*/ 394580 w 428841"/>
                  <a:gd name="csY110" fmla="*/ 516082 h 522535"/>
                  <a:gd name="csX111" fmla="*/ 382031 w 428841"/>
                  <a:gd name="csY111" fmla="*/ 522535 h 522535"/>
                  <a:gd name="csX112" fmla="*/ 375000 w 428841"/>
                  <a:gd name="csY112" fmla="*/ 516104 h 5225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Lst>
                <a:rect l="l" t="t" r="r" b="b"/>
                <a:pathLst>
                  <a:path w="428841" h="522535">
                    <a:moveTo>
                      <a:pt x="375000" y="516104"/>
                    </a:moveTo>
                    <a:cubicBezTo>
                      <a:pt x="371085" y="511937"/>
                      <a:pt x="368304" y="504894"/>
                      <a:pt x="367101" y="496098"/>
                    </a:cubicBezTo>
                    <a:cubicBezTo>
                      <a:pt x="366079" y="488632"/>
                      <a:pt x="361916" y="475673"/>
                      <a:pt x="357849" y="467300"/>
                    </a:cubicBezTo>
                    <a:cubicBezTo>
                      <a:pt x="351802" y="454850"/>
                      <a:pt x="348152" y="450809"/>
                      <a:pt x="337807" y="445109"/>
                    </a:cubicBezTo>
                    <a:cubicBezTo>
                      <a:pt x="329743" y="440665"/>
                      <a:pt x="323467" y="434840"/>
                      <a:pt x="320489" y="429036"/>
                    </a:cubicBezTo>
                    <a:cubicBezTo>
                      <a:pt x="313727" y="415856"/>
                      <a:pt x="278311" y="380967"/>
                      <a:pt x="269809" y="379110"/>
                    </a:cubicBezTo>
                    <a:cubicBezTo>
                      <a:pt x="258622" y="376667"/>
                      <a:pt x="248488" y="372383"/>
                      <a:pt x="248488" y="370097"/>
                    </a:cubicBezTo>
                    <a:cubicBezTo>
                      <a:pt x="248488" y="368948"/>
                      <a:pt x="252263" y="369052"/>
                      <a:pt x="256878" y="370327"/>
                    </a:cubicBezTo>
                    <a:lnTo>
                      <a:pt x="265267" y="372646"/>
                    </a:lnTo>
                    <a:lnTo>
                      <a:pt x="258168" y="366399"/>
                    </a:lnTo>
                    <a:cubicBezTo>
                      <a:pt x="254264" y="362963"/>
                      <a:pt x="251069" y="357971"/>
                      <a:pt x="251069" y="355305"/>
                    </a:cubicBezTo>
                    <a:cubicBezTo>
                      <a:pt x="251069" y="350053"/>
                      <a:pt x="241061" y="348679"/>
                      <a:pt x="237556" y="353450"/>
                    </a:cubicBezTo>
                    <a:cubicBezTo>
                      <a:pt x="236513" y="354870"/>
                      <a:pt x="235605" y="353128"/>
                      <a:pt x="235538" y="349578"/>
                    </a:cubicBezTo>
                    <a:cubicBezTo>
                      <a:pt x="235471" y="346029"/>
                      <a:pt x="233711" y="340870"/>
                      <a:pt x="231626" y="338114"/>
                    </a:cubicBezTo>
                    <a:cubicBezTo>
                      <a:pt x="229542" y="335358"/>
                      <a:pt x="227699" y="330711"/>
                      <a:pt x="227531" y="327788"/>
                    </a:cubicBezTo>
                    <a:cubicBezTo>
                      <a:pt x="227316" y="324054"/>
                      <a:pt x="226639" y="324776"/>
                      <a:pt x="225255" y="330217"/>
                    </a:cubicBezTo>
                    <a:cubicBezTo>
                      <a:pt x="223398" y="337513"/>
                      <a:pt x="223256" y="337588"/>
                      <a:pt x="222797" y="331508"/>
                    </a:cubicBezTo>
                    <a:cubicBezTo>
                      <a:pt x="222352" y="325610"/>
                      <a:pt x="222136" y="325499"/>
                      <a:pt x="220276" y="330217"/>
                    </a:cubicBezTo>
                    <a:cubicBezTo>
                      <a:pt x="218499" y="334726"/>
                      <a:pt x="218005" y="334315"/>
                      <a:pt x="216375" y="326968"/>
                    </a:cubicBezTo>
                    <a:cubicBezTo>
                      <a:pt x="215349" y="322341"/>
                      <a:pt x="213442" y="319215"/>
                      <a:pt x="212138" y="320021"/>
                    </a:cubicBezTo>
                    <a:cubicBezTo>
                      <a:pt x="210833" y="320827"/>
                      <a:pt x="209766" y="319676"/>
                      <a:pt x="209766" y="317462"/>
                    </a:cubicBezTo>
                    <a:cubicBezTo>
                      <a:pt x="209766" y="315249"/>
                      <a:pt x="211073" y="313728"/>
                      <a:pt x="212670" y="314083"/>
                    </a:cubicBezTo>
                    <a:cubicBezTo>
                      <a:pt x="214268" y="314438"/>
                      <a:pt x="216161" y="313115"/>
                      <a:pt x="216877" y="311142"/>
                    </a:cubicBezTo>
                    <a:cubicBezTo>
                      <a:pt x="217675" y="308946"/>
                      <a:pt x="217050" y="308255"/>
                      <a:pt x="215264" y="309359"/>
                    </a:cubicBezTo>
                    <a:cubicBezTo>
                      <a:pt x="211189" y="311878"/>
                      <a:pt x="211586" y="308715"/>
                      <a:pt x="217511" y="291496"/>
                    </a:cubicBezTo>
                    <a:cubicBezTo>
                      <a:pt x="220350" y="283242"/>
                      <a:pt x="222673" y="274348"/>
                      <a:pt x="222673" y="271731"/>
                    </a:cubicBezTo>
                    <a:cubicBezTo>
                      <a:pt x="222673" y="269113"/>
                      <a:pt x="223977" y="266972"/>
                      <a:pt x="225571" y="266972"/>
                    </a:cubicBezTo>
                    <a:cubicBezTo>
                      <a:pt x="227573" y="266972"/>
                      <a:pt x="227475" y="265775"/>
                      <a:pt x="225255" y="263100"/>
                    </a:cubicBezTo>
                    <a:cubicBezTo>
                      <a:pt x="223035" y="260424"/>
                      <a:pt x="222937" y="259227"/>
                      <a:pt x="224939" y="259227"/>
                    </a:cubicBezTo>
                    <a:cubicBezTo>
                      <a:pt x="226726" y="259227"/>
                      <a:pt x="227696" y="254529"/>
                      <a:pt x="227470" y="246966"/>
                    </a:cubicBezTo>
                    <a:lnTo>
                      <a:pt x="227104" y="234704"/>
                    </a:lnTo>
                    <a:lnTo>
                      <a:pt x="225255" y="245029"/>
                    </a:lnTo>
                    <a:cubicBezTo>
                      <a:pt x="223422" y="255266"/>
                      <a:pt x="223402" y="255233"/>
                      <a:pt x="222926" y="241157"/>
                    </a:cubicBezTo>
                    <a:cubicBezTo>
                      <a:pt x="222330" y="223537"/>
                      <a:pt x="217100" y="203003"/>
                      <a:pt x="213514" y="204198"/>
                    </a:cubicBezTo>
                    <a:cubicBezTo>
                      <a:pt x="212038" y="204690"/>
                      <a:pt x="209337" y="200961"/>
                      <a:pt x="207511" y="195911"/>
                    </a:cubicBezTo>
                    <a:cubicBezTo>
                      <a:pt x="204912" y="188724"/>
                      <a:pt x="203143" y="187062"/>
                      <a:pt x="199366" y="188261"/>
                    </a:cubicBezTo>
                    <a:cubicBezTo>
                      <a:pt x="196479" y="189177"/>
                      <a:pt x="192643" y="187925"/>
                      <a:pt x="189814" y="185143"/>
                    </a:cubicBezTo>
                    <a:cubicBezTo>
                      <a:pt x="187213" y="182586"/>
                      <a:pt x="181818" y="178787"/>
                      <a:pt x="177824" y="176701"/>
                    </a:cubicBezTo>
                    <a:cubicBezTo>
                      <a:pt x="173830" y="174616"/>
                      <a:pt x="171833" y="172486"/>
                      <a:pt x="173385" y="171969"/>
                    </a:cubicBezTo>
                    <a:cubicBezTo>
                      <a:pt x="177632" y="170553"/>
                      <a:pt x="176775" y="166295"/>
                      <a:pt x="172244" y="166295"/>
                    </a:cubicBezTo>
                    <a:cubicBezTo>
                      <a:pt x="165904" y="166295"/>
                      <a:pt x="155744" y="158482"/>
                      <a:pt x="157189" y="154717"/>
                    </a:cubicBezTo>
                    <a:cubicBezTo>
                      <a:pt x="157916" y="152822"/>
                      <a:pt x="156611" y="147599"/>
                      <a:pt x="154290" y="143110"/>
                    </a:cubicBezTo>
                    <a:cubicBezTo>
                      <a:pt x="150789" y="136341"/>
                      <a:pt x="150644" y="134254"/>
                      <a:pt x="153437" y="130888"/>
                    </a:cubicBezTo>
                    <a:cubicBezTo>
                      <a:pt x="156396" y="127323"/>
                      <a:pt x="156023" y="127073"/>
                      <a:pt x="150373" y="128835"/>
                    </a:cubicBezTo>
                    <a:cubicBezTo>
                      <a:pt x="144136" y="130780"/>
                      <a:pt x="144078" y="130686"/>
                      <a:pt x="148457" y="125777"/>
                    </a:cubicBezTo>
                    <a:cubicBezTo>
                      <a:pt x="153040" y="120640"/>
                      <a:pt x="154705" y="109503"/>
                      <a:pt x="150890" y="109503"/>
                    </a:cubicBezTo>
                    <a:cubicBezTo>
                      <a:pt x="149743" y="109503"/>
                      <a:pt x="146789" y="114072"/>
                      <a:pt x="144325" y="119656"/>
                    </a:cubicBezTo>
                    <a:cubicBezTo>
                      <a:pt x="140017" y="129421"/>
                      <a:pt x="139548" y="129705"/>
                      <a:pt x="132054" y="127093"/>
                    </a:cubicBezTo>
                    <a:cubicBezTo>
                      <a:pt x="127075" y="125357"/>
                      <a:pt x="124756" y="123090"/>
                      <a:pt x="125630" y="120812"/>
                    </a:cubicBezTo>
                    <a:cubicBezTo>
                      <a:pt x="126411" y="118778"/>
                      <a:pt x="125370" y="117248"/>
                      <a:pt x="123207" y="117248"/>
                    </a:cubicBezTo>
                    <a:cubicBezTo>
                      <a:pt x="121121" y="117248"/>
                      <a:pt x="119415" y="119339"/>
                      <a:pt x="119415" y="121894"/>
                    </a:cubicBezTo>
                    <a:cubicBezTo>
                      <a:pt x="119415" y="124450"/>
                      <a:pt x="118112" y="127844"/>
                      <a:pt x="116519" y="129437"/>
                    </a:cubicBezTo>
                    <a:cubicBezTo>
                      <a:pt x="113230" y="132727"/>
                      <a:pt x="105775" y="130849"/>
                      <a:pt x="107977" y="127285"/>
                    </a:cubicBezTo>
                    <a:cubicBezTo>
                      <a:pt x="108769" y="126004"/>
                      <a:pt x="107624" y="124268"/>
                      <a:pt x="105433" y="123427"/>
                    </a:cubicBezTo>
                    <a:cubicBezTo>
                      <a:pt x="103242" y="122586"/>
                      <a:pt x="99008" y="117948"/>
                      <a:pt x="96024" y="113119"/>
                    </a:cubicBezTo>
                    <a:cubicBezTo>
                      <a:pt x="92358" y="107187"/>
                      <a:pt x="88642" y="104340"/>
                      <a:pt x="84566" y="104340"/>
                    </a:cubicBezTo>
                    <a:cubicBezTo>
                      <a:pt x="80490" y="104340"/>
                      <a:pt x="76774" y="101493"/>
                      <a:pt x="73108" y="95562"/>
                    </a:cubicBezTo>
                    <a:cubicBezTo>
                      <a:pt x="67387" y="86305"/>
                      <a:pt x="62222" y="83015"/>
                      <a:pt x="56725" y="85124"/>
                    </a:cubicBezTo>
                    <a:cubicBezTo>
                      <a:pt x="50606" y="87472"/>
                      <a:pt x="41978" y="76444"/>
                      <a:pt x="41890" y="66163"/>
                    </a:cubicBezTo>
                    <a:cubicBezTo>
                      <a:pt x="41792" y="54708"/>
                      <a:pt x="37917" y="49001"/>
                      <a:pt x="28677" y="46701"/>
                    </a:cubicBezTo>
                    <a:cubicBezTo>
                      <a:pt x="24172" y="45580"/>
                      <a:pt x="20912" y="42349"/>
                      <a:pt x="19131" y="37238"/>
                    </a:cubicBezTo>
                    <a:cubicBezTo>
                      <a:pt x="17643" y="32970"/>
                      <a:pt x="14841" y="29478"/>
                      <a:pt x="12905" y="29478"/>
                    </a:cubicBezTo>
                    <a:cubicBezTo>
                      <a:pt x="8305" y="29478"/>
                      <a:pt x="-2593" y="14715"/>
                      <a:pt x="565" y="12763"/>
                    </a:cubicBezTo>
                    <a:cubicBezTo>
                      <a:pt x="3818" y="10752"/>
                      <a:pt x="12858" y="12542"/>
                      <a:pt x="24931" y="17586"/>
                    </a:cubicBezTo>
                    <a:cubicBezTo>
                      <a:pt x="37286" y="22748"/>
                      <a:pt x="47225" y="22872"/>
                      <a:pt x="53740" y="17944"/>
                    </a:cubicBezTo>
                    <a:cubicBezTo>
                      <a:pt x="60581" y="12770"/>
                      <a:pt x="62623" y="13067"/>
                      <a:pt x="62623" y="19236"/>
                    </a:cubicBezTo>
                    <a:cubicBezTo>
                      <a:pt x="62623" y="22305"/>
                      <a:pt x="65034" y="25393"/>
                      <a:pt x="68432" y="26677"/>
                    </a:cubicBezTo>
                    <a:cubicBezTo>
                      <a:pt x="74871" y="29111"/>
                      <a:pt x="79002" y="27843"/>
                      <a:pt x="76711" y="24137"/>
                    </a:cubicBezTo>
                    <a:cubicBezTo>
                      <a:pt x="75894" y="22815"/>
                      <a:pt x="77037" y="21734"/>
                      <a:pt x="79251" y="21734"/>
                    </a:cubicBezTo>
                    <a:cubicBezTo>
                      <a:pt x="81464" y="21734"/>
                      <a:pt x="83275" y="20550"/>
                      <a:pt x="83275" y="19103"/>
                    </a:cubicBezTo>
                    <a:cubicBezTo>
                      <a:pt x="83275" y="17583"/>
                      <a:pt x="80538" y="17160"/>
                      <a:pt x="76792" y="18100"/>
                    </a:cubicBezTo>
                    <a:cubicBezTo>
                      <a:pt x="71329" y="19471"/>
                      <a:pt x="70588" y="19002"/>
                      <a:pt x="72078" y="15119"/>
                    </a:cubicBezTo>
                    <a:cubicBezTo>
                      <a:pt x="73452" y="11539"/>
                      <a:pt x="72877" y="10883"/>
                      <a:pt x="69501" y="12179"/>
                    </a:cubicBezTo>
                    <a:cubicBezTo>
                      <a:pt x="66052" y="13503"/>
                      <a:pt x="66358" y="12212"/>
                      <a:pt x="70989" y="5916"/>
                    </a:cubicBezTo>
                    <a:cubicBezTo>
                      <a:pt x="76351" y="-1376"/>
                      <a:pt x="76888" y="-1579"/>
                      <a:pt x="77646" y="3402"/>
                    </a:cubicBezTo>
                    <a:cubicBezTo>
                      <a:pt x="78672" y="10145"/>
                      <a:pt x="78784" y="10167"/>
                      <a:pt x="139275" y="15638"/>
                    </a:cubicBezTo>
                    <a:cubicBezTo>
                      <a:pt x="166526" y="18103"/>
                      <a:pt x="188286" y="20987"/>
                      <a:pt x="187630" y="22047"/>
                    </a:cubicBezTo>
                    <a:cubicBezTo>
                      <a:pt x="185081" y="26172"/>
                      <a:pt x="200296" y="53021"/>
                      <a:pt x="207209" y="56596"/>
                    </a:cubicBezTo>
                    <a:cubicBezTo>
                      <a:pt x="214767" y="60504"/>
                      <a:pt x="224810" y="78946"/>
                      <a:pt x="227114" y="93147"/>
                    </a:cubicBezTo>
                    <a:cubicBezTo>
                      <a:pt x="228108" y="99272"/>
                      <a:pt x="230904" y="103059"/>
                      <a:pt x="237157" y="106748"/>
                    </a:cubicBezTo>
                    <a:cubicBezTo>
                      <a:pt x="244668" y="111180"/>
                      <a:pt x="245621" y="112866"/>
                      <a:pt x="244314" y="119404"/>
                    </a:cubicBezTo>
                    <a:cubicBezTo>
                      <a:pt x="243448" y="123731"/>
                      <a:pt x="244017" y="127696"/>
                      <a:pt x="245646" y="128703"/>
                    </a:cubicBezTo>
                    <a:cubicBezTo>
                      <a:pt x="247209" y="129669"/>
                      <a:pt x="248514" y="135909"/>
                      <a:pt x="248545" y="142569"/>
                    </a:cubicBezTo>
                    <a:cubicBezTo>
                      <a:pt x="248610" y="156222"/>
                      <a:pt x="256380" y="169733"/>
                      <a:pt x="261330" y="164801"/>
                    </a:cubicBezTo>
                    <a:cubicBezTo>
                      <a:pt x="263334" y="162805"/>
                      <a:pt x="262643" y="160133"/>
                      <a:pt x="258888" y="155359"/>
                    </a:cubicBezTo>
                    <a:cubicBezTo>
                      <a:pt x="253728" y="148800"/>
                      <a:pt x="251444" y="130155"/>
                      <a:pt x="255800" y="130155"/>
                    </a:cubicBezTo>
                    <a:cubicBezTo>
                      <a:pt x="259829" y="130155"/>
                      <a:pt x="274389" y="150593"/>
                      <a:pt x="275961" y="158456"/>
                    </a:cubicBezTo>
                    <a:cubicBezTo>
                      <a:pt x="276824" y="162768"/>
                      <a:pt x="279126" y="166295"/>
                      <a:pt x="281077" y="166295"/>
                    </a:cubicBezTo>
                    <a:cubicBezTo>
                      <a:pt x="283382" y="166295"/>
                      <a:pt x="284587" y="169236"/>
                      <a:pt x="284516" y="174685"/>
                    </a:cubicBezTo>
                    <a:cubicBezTo>
                      <a:pt x="284361" y="186530"/>
                      <a:pt x="287367" y="203159"/>
                      <a:pt x="290330" y="206853"/>
                    </a:cubicBezTo>
                    <a:cubicBezTo>
                      <a:pt x="291973" y="208901"/>
                      <a:pt x="291767" y="213229"/>
                      <a:pt x="289732" y="219395"/>
                    </a:cubicBezTo>
                    <a:cubicBezTo>
                      <a:pt x="286869" y="228068"/>
                      <a:pt x="287307" y="230214"/>
                      <a:pt x="295284" y="246624"/>
                    </a:cubicBezTo>
                    <a:cubicBezTo>
                      <a:pt x="300047" y="256421"/>
                      <a:pt x="305697" y="264994"/>
                      <a:pt x="307839" y="265674"/>
                    </a:cubicBezTo>
                    <a:cubicBezTo>
                      <a:pt x="309981" y="266354"/>
                      <a:pt x="311853" y="269538"/>
                      <a:pt x="311998" y="272749"/>
                    </a:cubicBezTo>
                    <a:cubicBezTo>
                      <a:pt x="312747" y="289262"/>
                      <a:pt x="316417" y="302569"/>
                      <a:pt x="323310" y="313772"/>
                    </a:cubicBezTo>
                    <a:cubicBezTo>
                      <a:pt x="332864" y="329298"/>
                      <a:pt x="335210" y="338166"/>
                      <a:pt x="331080" y="343142"/>
                    </a:cubicBezTo>
                    <a:cubicBezTo>
                      <a:pt x="328823" y="345861"/>
                      <a:pt x="328447" y="351993"/>
                      <a:pt x="329774" y="364390"/>
                    </a:cubicBezTo>
                    <a:cubicBezTo>
                      <a:pt x="332100" y="386110"/>
                      <a:pt x="338349" y="395959"/>
                      <a:pt x="349986" y="396248"/>
                    </a:cubicBezTo>
                    <a:cubicBezTo>
                      <a:pt x="354503" y="396360"/>
                      <a:pt x="356748" y="397038"/>
                      <a:pt x="354973" y="397754"/>
                    </a:cubicBezTo>
                    <a:cubicBezTo>
                      <a:pt x="349867" y="399814"/>
                      <a:pt x="351219" y="403789"/>
                      <a:pt x="357026" y="403789"/>
                    </a:cubicBezTo>
                    <a:cubicBezTo>
                      <a:pt x="361562" y="403789"/>
                      <a:pt x="362100" y="402606"/>
                      <a:pt x="360843" y="395399"/>
                    </a:cubicBezTo>
                    <a:cubicBezTo>
                      <a:pt x="360039" y="390785"/>
                      <a:pt x="360485" y="385331"/>
                      <a:pt x="361835" y="383279"/>
                    </a:cubicBezTo>
                    <a:cubicBezTo>
                      <a:pt x="363800" y="380292"/>
                      <a:pt x="366898" y="382284"/>
                      <a:pt x="377379" y="393272"/>
                    </a:cubicBezTo>
                    <a:cubicBezTo>
                      <a:pt x="384578" y="400820"/>
                      <a:pt x="390468" y="408598"/>
                      <a:pt x="390468" y="410555"/>
                    </a:cubicBezTo>
                    <a:cubicBezTo>
                      <a:pt x="390468" y="412631"/>
                      <a:pt x="393158" y="414114"/>
                      <a:pt x="396921" y="414114"/>
                    </a:cubicBezTo>
                    <a:cubicBezTo>
                      <a:pt x="401868" y="414114"/>
                      <a:pt x="403375" y="415453"/>
                      <a:pt x="403375" y="419847"/>
                    </a:cubicBezTo>
                    <a:cubicBezTo>
                      <a:pt x="403375" y="423000"/>
                      <a:pt x="404827" y="431917"/>
                      <a:pt x="406602" y="439662"/>
                    </a:cubicBezTo>
                    <a:cubicBezTo>
                      <a:pt x="409222" y="451096"/>
                      <a:pt x="411381" y="454663"/>
                      <a:pt x="418087" y="458630"/>
                    </a:cubicBezTo>
                    <a:cubicBezTo>
                      <a:pt x="432031" y="466881"/>
                      <a:pt x="432496" y="489608"/>
                      <a:pt x="419011" y="503820"/>
                    </a:cubicBezTo>
                    <a:cubicBezTo>
                      <a:pt x="415980" y="507014"/>
                      <a:pt x="411844" y="509628"/>
                      <a:pt x="409820" y="509628"/>
                    </a:cubicBezTo>
                    <a:cubicBezTo>
                      <a:pt x="407796" y="509628"/>
                      <a:pt x="400938" y="512532"/>
                      <a:pt x="394580" y="516082"/>
                    </a:cubicBezTo>
                    <a:cubicBezTo>
                      <a:pt x="388222" y="519631"/>
                      <a:pt x="382575" y="522535"/>
                      <a:pt x="382031" y="522535"/>
                    </a:cubicBezTo>
                    <a:cubicBezTo>
                      <a:pt x="381487" y="522535"/>
                      <a:pt x="378323" y="519641"/>
                      <a:pt x="375000" y="516104"/>
                    </a:cubicBezTo>
                    <a:close/>
                  </a:path>
                </a:pathLst>
              </a:custGeom>
              <a:solidFill>
                <a:srgbClr val="B9B9B9"/>
              </a:solidFill>
              <a:ln w="5163" cap="flat">
                <a:noFill/>
                <a:prstDash val="solid"/>
                <a:miter/>
              </a:ln>
            </p:spPr>
            <p:txBody>
              <a:bodyPr/>
              <a:lstStyle/>
              <a:p>
                <a:endParaRPr lang="es-419" noProof="0" dirty="0"/>
              </a:p>
            </p:txBody>
          </p:sp>
          <p:sp>
            <p:nvSpPr>
              <p:cNvPr id="93" name="Forma libre: forma 92">
                <a:extLst>
                  <a:ext uri="{FF2B5EF4-FFF2-40B4-BE49-F238E27FC236}">
                    <a16:creationId xmlns:a16="http://schemas.microsoft.com/office/drawing/2014/main" id="{724525EE-3876-CCAA-7229-D30B978DEA56}"/>
                  </a:ext>
                </a:extLst>
              </p:cNvPr>
              <p:cNvSpPr/>
              <p:nvPr/>
            </p:nvSpPr>
            <p:spPr>
              <a:xfrm>
                <a:off x="675648" y="1860606"/>
                <a:ext cx="11408" cy="19945"/>
              </a:xfrm>
              <a:custGeom>
                <a:avLst/>
                <a:gdLst>
                  <a:gd name="csX0" fmla="*/ 2146 w 11408"/>
                  <a:gd name="csY0" fmla="*/ 10289 h 19945"/>
                  <a:gd name="csX1" fmla="*/ 6337 w 11408"/>
                  <a:gd name="csY1" fmla="*/ 7392 h 19945"/>
                  <a:gd name="csX2" fmla="*/ 8408 w 11408"/>
                  <a:gd name="csY2" fmla="*/ 19945 h 19945"/>
                  <a:gd name="csX3" fmla="*/ 2146 w 11408"/>
                  <a:gd name="csY3" fmla="*/ 10289 h 19945"/>
                </a:gdLst>
                <a:ahLst/>
                <a:cxnLst>
                  <a:cxn ang="0">
                    <a:pos x="csX0" y="csY0"/>
                  </a:cxn>
                  <a:cxn ang="0">
                    <a:pos x="csX1" y="csY1"/>
                  </a:cxn>
                  <a:cxn ang="0">
                    <a:pos x="csX2" y="csY2"/>
                  </a:cxn>
                  <a:cxn ang="0">
                    <a:pos x="csX3" y="csY3"/>
                  </a:cxn>
                </a:cxnLst>
                <a:rect l="l" t="t" r="r" b="b"/>
                <a:pathLst>
                  <a:path w="11408" h="19945">
                    <a:moveTo>
                      <a:pt x="2146" y="10289"/>
                    </a:moveTo>
                    <a:cubicBezTo>
                      <a:pt x="-1802" y="-2324"/>
                      <a:pt x="-243" y="-3401"/>
                      <a:pt x="6337" y="7392"/>
                    </a:cubicBezTo>
                    <a:cubicBezTo>
                      <a:pt x="12476" y="17462"/>
                      <a:pt x="12886" y="19945"/>
                      <a:pt x="8408" y="19945"/>
                    </a:cubicBezTo>
                    <a:cubicBezTo>
                      <a:pt x="6626" y="19945"/>
                      <a:pt x="3808" y="15600"/>
                      <a:pt x="2146" y="10289"/>
                    </a:cubicBezTo>
                    <a:close/>
                  </a:path>
                </a:pathLst>
              </a:custGeom>
              <a:solidFill>
                <a:srgbClr val="B9B9B9"/>
              </a:solidFill>
              <a:ln w="5163" cap="flat">
                <a:noFill/>
                <a:prstDash val="solid"/>
                <a:miter/>
              </a:ln>
            </p:spPr>
            <p:txBody>
              <a:bodyPr/>
              <a:lstStyle/>
              <a:p>
                <a:endParaRPr lang="es-419" noProof="0" dirty="0"/>
              </a:p>
            </p:txBody>
          </p:sp>
          <p:sp>
            <p:nvSpPr>
              <p:cNvPr id="94" name="Forma libre: forma 93">
                <a:extLst>
                  <a:ext uri="{FF2B5EF4-FFF2-40B4-BE49-F238E27FC236}">
                    <a16:creationId xmlns:a16="http://schemas.microsoft.com/office/drawing/2014/main" id="{88DC8A4E-2B96-DD6C-A3DA-47035FCF1CF9}"/>
                  </a:ext>
                </a:extLst>
              </p:cNvPr>
              <p:cNvSpPr/>
              <p:nvPr/>
            </p:nvSpPr>
            <p:spPr>
              <a:xfrm>
                <a:off x="517039" y="1839249"/>
                <a:ext cx="11082" cy="12784"/>
              </a:xfrm>
              <a:custGeom>
                <a:avLst/>
                <a:gdLst>
                  <a:gd name="csX0" fmla="*/ 4154 w 11082"/>
                  <a:gd name="csY0" fmla="*/ 8186 h 12784"/>
                  <a:gd name="csX1" fmla="*/ 2167 w 11082"/>
                  <a:gd name="csY1" fmla="*/ 0 h 12784"/>
                  <a:gd name="csX2" fmla="*/ 8680 w 11082"/>
                  <a:gd name="csY2" fmla="*/ 6454 h 12784"/>
                  <a:gd name="csX3" fmla="*/ 4154 w 11082"/>
                  <a:gd name="csY3" fmla="*/ 8186 h 12784"/>
                </a:gdLst>
                <a:ahLst/>
                <a:cxnLst>
                  <a:cxn ang="0">
                    <a:pos x="csX0" y="csY0"/>
                  </a:cxn>
                  <a:cxn ang="0">
                    <a:pos x="csX1" y="csY1"/>
                  </a:cxn>
                  <a:cxn ang="0">
                    <a:pos x="csX2" y="csY2"/>
                  </a:cxn>
                  <a:cxn ang="0">
                    <a:pos x="csX3" y="csY3"/>
                  </a:cxn>
                </a:cxnLst>
                <a:rect l="l" t="t" r="r" b="b"/>
                <a:pathLst>
                  <a:path w="11082" h="12784">
                    <a:moveTo>
                      <a:pt x="4154" y="8186"/>
                    </a:moveTo>
                    <a:cubicBezTo>
                      <a:pt x="-584" y="2950"/>
                      <a:pt x="-1300" y="0"/>
                      <a:pt x="2167" y="0"/>
                    </a:cubicBezTo>
                    <a:cubicBezTo>
                      <a:pt x="3423" y="0"/>
                      <a:pt x="6354" y="2904"/>
                      <a:pt x="8680" y="6454"/>
                    </a:cubicBezTo>
                    <a:cubicBezTo>
                      <a:pt x="13580" y="13931"/>
                      <a:pt x="10441" y="15133"/>
                      <a:pt x="4154" y="8186"/>
                    </a:cubicBezTo>
                    <a:close/>
                  </a:path>
                </a:pathLst>
              </a:custGeom>
              <a:solidFill>
                <a:srgbClr val="B9B9B9"/>
              </a:solidFill>
              <a:ln w="5163" cap="flat">
                <a:noFill/>
                <a:prstDash val="solid"/>
                <a:miter/>
              </a:ln>
            </p:spPr>
            <p:txBody>
              <a:bodyPr/>
              <a:lstStyle/>
              <a:p>
                <a:endParaRPr lang="es-419" noProof="0" dirty="0"/>
              </a:p>
            </p:txBody>
          </p:sp>
          <p:sp>
            <p:nvSpPr>
              <p:cNvPr id="95" name="Forma libre: forma 94">
                <a:extLst>
                  <a:ext uri="{FF2B5EF4-FFF2-40B4-BE49-F238E27FC236}">
                    <a16:creationId xmlns:a16="http://schemas.microsoft.com/office/drawing/2014/main" id="{7B52F6A4-6FA8-F8A7-97F0-2344C8914977}"/>
                  </a:ext>
                </a:extLst>
              </p:cNvPr>
              <p:cNvSpPr/>
              <p:nvPr/>
            </p:nvSpPr>
            <p:spPr>
              <a:xfrm>
                <a:off x="633440" y="1833111"/>
                <a:ext cx="12552" cy="18971"/>
              </a:xfrm>
              <a:custGeom>
                <a:avLst/>
                <a:gdLst>
                  <a:gd name="csX0" fmla="*/ 3996 w 12552"/>
                  <a:gd name="csY0" fmla="*/ 9922 h 18971"/>
                  <a:gd name="csX1" fmla="*/ 6099 w 12552"/>
                  <a:gd name="csY1" fmla="*/ 5082 h 18971"/>
                  <a:gd name="csX2" fmla="*/ 12553 w 12552"/>
                  <a:gd name="csY2" fmla="*/ 15290 h 18971"/>
                  <a:gd name="csX3" fmla="*/ 3996 w 12552"/>
                  <a:gd name="csY3" fmla="*/ 9922 h 18971"/>
                </a:gdLst>
                <a:ahLst/>
                <a:cxnLst>
                  <a:cxn ang="0">
                    <a:pos x="csX0" y="csY0"/>
                  </a:cxn>
                  <a:cxn ang="0">
                    <a:pos x="csX1" y="csY1"/>
                  </a:cxn>
                  <a:cxn ang="0">
                    <a:pos x="csX2" y="csY2"/>
                  </a:cxn>
                  <a:cxn ang="0">
                    <a:pos x="csX3" y="csY3"/>
                  </a:cxn>
                </a:cxnLst>
                <a:rect l="l" t="t" r="r" b="b"/>
                <a:pathLst>
                  <a:path w="12552" h="18971">
                    <a:moveTo>
                      <a:pt x="3996" y="9922"/>
                    </a:moveTo>
                    <a:cubicBezTo>
                      <a:pt x="-1733" y="-2091"/>
                      <a:pt x="-1533" y="-2550"/>
                      <a:pt x="6099" y="5082"/>
                    </a:cubicBezTo>
                    <a:cubicBezTo>
                      <a:pt x="9649" y="8631"/>
                      <a:pt x="12553" y="13225"/>
                      <a:pt x="12553" y="15290"/>
                    </a:cubicBezTo>
                    <a:cubicBezTo>
                      <a:pt x="12553" y="21885"/>
                      <a:pt x="8483" y="19332"/>
                      <a:pt x="3996" y="9922"/>
                    </a:cubicBezTo>
                    <a:close/>
                  </a:path>
                </a:pathLst>
              </a:custGeom>
              <a:solidFill>
                <a:srgbClr val="B9B9B9"/>
              </a:solidFill>
              <a:ln w="5163" cap="flat">
                <a:noFill/>
                <a:prstDash val="solid"/>
                <a:miter/>
              </a:ln>
            </p:spPr>
            <p:txBody>
              <a:bodyPr/>
              <a:lstStyle/>
              <a:p>
                <a:endParaRPr lang="es-419" noProof="0" dirty="0"/>
              </a:p>
            </p:txBody>
          </p:sp>
          <p:sp>
            <p:nvSpPr>
              <p:cNvPr id="96" name="Forma libre: forma 95">
                <a:extLst>
                  <a:ext uri="{FF2B5EF4-FFF2-40B4-BE49-F238E27FC236}">
                    <a16:creationId xmlns:a16="http://schemas.microsoft.com/office/drawing/2014/main" id="{0CA8F24F-69A8-F824-9252-7B290ABF6590}"/>
                  </a:ext>
                </a:extLst>
              </p:cNvPr>
              <p:cNvSpPr/>
              <p:nvPr/>
            </p:nvSpPr>
            <p:spPr>
              <a:xfrm>
                <a:off x="499513" y="1824179"/>
                <a:ext cx="16487" cy="10786"/>
              </a:xfrm>
              <a:custGeom>
                <a:avLst/>
                <a:gdLst>
                  <a:gd name="csX0" fmla="*/ 5790 w 16487"/>
                  <a:gd name="csY0" fmla="*/ 5576 h 10786"/>
                  <a:gd name="csX1" fmla="*/ 4501 w 16487"/>
                  <a:gd name="csY1" fmla="*/ 936 h 10786"/>
                  <a:gd name="csX2" fmla="*/ 15719 w 16487"/>
                  <a:gd name="csY2" fmla="*/ 10646 h 10786"/>
                  <a:gd name="csX3" fmla="*/ 5790 w 16487"/>
                  <a:gd name="csY3" fmla="*/ 5576 h 10786"/>
                </a:gdLst>
                <a:ahLst/>
                <a:cxnLst>
                  <a:cxn ang="0">
                    <a:pos x="csX0" y="csY0"/>
                  </a:cxn>
                  <a:cxn ang="0">
                    <a:pos x="csX1" y="csY1"/>
                  </a:cxn>
                  <a:cxn ang="0">
                    <a:pos x="csX2" y="csY2"/>
                  </a:cxn>
                  <a:cxn ang="0">
                    <a:pos x="csX3" y="csY3"/>
                  </a:cxn>
                </a:cxnLst>
                <a:rect l="l" t="t" r="r" b="b"/>
                <a:pathLst>
                  <a:path w="16487" h="10786">
                    <a:moveTo>
                      <a:pt x="5790" y="5576"/>
                    </a:moveTo>
                    <a:cubicBezTo>
                      <a:pt x="-1676" y="-615"/>
                      <a:pt x="-1722" y="-781"/>
                      <a:pt x="4501" y="936"/>
                    </a:cubicBezTo>
                    <a:cubicBezTo>
                      <a:pt x="12209" y="3063"/>
                      <a:pt x="18782" y="8753"/>
                      <a:pt x="15719" y="10646"/>
                    </a:cubicBezTo>
                    <a:cubicBezTo>
                      <a:pt x="14517" y="11389"/>
                      <a:pt x="10049" y="9107"/>
                      <a:pt x="5790" y="5576"/>
                    </a:cubicBezTo>
                    <a:close/>
                  </a:path>
                </a:pathLst>
              </a:custGeom>
              <a:solidFill>
                <a:srgbClr val="B9B9B9"/>
              </a:solidFill>
              <a:ln w="5163" cap="flat">
                <a:noFill/>
                <a:prstDash val="solid"/>
                <a:miter/>
              </a:ln>
            </p:spPr>
            <p:txBody>
              <a:bodyPr/>
              <a:lstStyle/>
              <a:p>
                <a:endParaRPr lang="es-419" noProof="0" dirty="0"/>
              </a:p>
            </p:txBody>
          </p:sp>
          <p:sp>
            <p:nvSpPr>
              <p:cNvPr id="97" name="Forma libre: forma 96">
                <a:extLst>
                  <a:ext uri="{FF2B5EF4-FFF2-40B4-BE49-F238E27FC236}">
                    <a16:creationId xmlns:a16="http://schemas.microsoft.com/office/drawing/2014/main" id="{568058C3-2609-67C3-99D4-31687E42640B}"/>
                  </a:ext>
                </a:extLst>
              </p:cNvPr>
              <p:cNvSpPr/>
              <p:nvPr/>
            </p:nvSpPr>
            <p:spPr>
              <a:xfrm>
                <a:off x="478303" y="1760241"/>
                <a:ext cx="17819" cy="62484"/>
              </a:xfrm>
              <a:custGeom>
                <a:avLst/>
                <a:gdLst>
                  <a:gd name="csX0" fmla="*/ 12817 w 17819"/>
                  <a:gd name="csY0" fmla="*/ 59663 h 62484"/>
                  <a:gd name="csX1" fmla="*/ 8906 w 17819"/>
                  <a:gd name="csY1" fmla="*/ 49920 h 62484"/>
                  <a:gd name="csX2" fmla="*/ 3768 w 17819"/>
                  <a:gd name="csY2" fmla="*/ 41934 h 62484"/>
                  <a:gd name="csX3" fmla="*/ 2261 w 17819"/>
                  <a:gd name="csY3" fmla="*/ 33152 h 62484"/>
                  <a:gd name="csX4" fmla="*/ 8278 w 17819"/>
                  <a:gd name="csY4" fmla="*/ 19635 h 62484"/>
                  <a:gd name="csX5" fmla="*/ 14954 w 17819"/>
                  <a:gd name="csY5" fmla="*/ 4146 h 62484"/>
                  <a:gd name="csX6" fmla="*/ 16371 w 17819"/>
                  <a:gd name="csY6" fmla="*/ 6727 h 62484"/>
                  <a:gd name="csX7" fmla="*/ 10951 w 17819"/>
                  <a:gd name="csY7" fmla="*/ 23219 h 62484"/>
                  <a:gd name="csX8" fmla="*/ 9971 w 17819"/>
                  <a:gd name="csY8" fmla="*/ 36893 h 62484"/>
                  <a:gd name="csX9" fmla="*/ 12803 w 17819"/>
                  <a:gd name="csY9" fmla="*/ 48926 h 62484"/>
                  <a:gd name="csX10" fmla="*/ 15858 w 17819"/>
                  <a:gd name="csY10" fmla="*/ 57797 h 62484"/>
                  <a:gd name="csX11" fmla="*/ 17517 w 17819"/>
                  <a:gd name="csY11" fmla="*/ 62248 h 62484"/>
                  <a:gd name="csX12" fmla="*/ 12817 w 17819"/>
                  <a:gd name="csY12" fmla="*/ 59663 h 624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7819" h="62484">
                    <a:moveTo>
                      <a:pt x="12817" y="59663"/>
                    </a:moveTo>
                    <a:cubicBezTo>
                      <a:pt x="10999" y="57473"/>
                      <a:pt x="9240" y="53089"/>
                      <a:pt x="8906" y="49920"/>
                    </a:cubicBezTo>
                    <a:cubicBezTo>
                      <a:pt x="7921" y="40559"/>
                      <a:pt x="7808" y="40384"/>
                      <a:pt x="3768" y="41934"/>
                    </a:cubicBezTo>
                    <a:cubicBezTo>
                      <a:pt x="-606" y="43612"/>
                      <a:pt x="-1257" y="39820"/>
                      <a:pt x="2261" y="33152"/>
                    </a:cubicBezTo>
                    <a:cubicBezTo>
                      <a:pt x="3561" y="30687"/>
                      <a:pt x="6269" y="24604"/>
                      <a:pt x="8278" y="19635"/>
                    </a:cubicBezTo>
                    <a:cubicBezTo>
                      <a:pt x="10287" y="14665"/>
                      <a:pt x="13291" y="7695"/>
                      <a:pt x="14954" y="4146"/>
                    </a:cubicBezTo>
                    <a:cubicBezTo>
                      <a:pt x="17758" y="-1839"/>
                      <a:pt x="17861" y="-1651"/>
                      <a:pt x="16371" y="6727"/>
                    </a:cubicBezTo>
                    <a:cubicBezTo>
                      <a:pt x="15486" y="11697"/>
                      <a:pt x="13047" y="19118"/>
                      <a:pt x="10951" y="23219"/>
                    </a:cubicBezTo>
                    <a:cubicBezTo>
                      <a:pt x="8012" y="28966"/>
                      <a:pt x="7787" y="32101"/>
                      <a:pt x="9971" y="36893"/>
                    </a:cubicBezTo>
                    <a:cubicBezTo>
                      <a:pt x="11529" y="40313"/>
                      <a:pt x="12803" y="45728"/>
                      <a:pt x="12803" y="48926"/>
                    </a:cubicBezTo>
                    <a:cubicBezTo>
                      <a:pt x="12803" y="52125"/>
                      <a:pt x="14178" y="56117"/>
                      <a:pt x="15858" y="57797"/>
                    </a:cubicBezTo>
                    <a:cubicBezTo>
                      <a:pt x="17538" y="59477"/>
                      <a:pt x="18285" y="61480"/>
                      <a:pt x="17517" y="62248"/>
                    </a:cubicBezTo>
                    <a:cubicBezTo>
                      <a:pt x="16749" y="63016"/>
                      <a:pt x="14634" y="61852"/>
                      <a:pt x="12817" y="59663"/>
                    </a:cubicBezTo>
                    <a:close/>
                  </a:path>
                </a:pathLst>
              </a:custGeom>
              <a:solidFill>
                <a:srgbClr val="B9B9B9"/>
              </a:solidFill>
              <a:ln w="5163" cap="flat">
                <a:noFill/>
                <a:prstDash val="solid"/>
                <a:miter/>
              </a:ln>
            </p:spPr>
            <p:txBody>
              <a:bodyPr/>
              <a:lstStyle/>
              <a:p>
                <a:endParaRPr lang="es-419" noProof="0" dirty="0"/>
              </a:p>
            </p:txBody>
          </p:sp>
          <p:sp>
            <p:nvSpPr>
              <p:cNvPr id="98" name="Forma libre: forma 97">
                <a:extLst>
                  <a:ext uri="{FF2B5EF4-FFF2-40B4-BE49-F238E27FC236}">
                    <a16:creationId xmlns:a16="http://schemas.microsoft.com/office/drawing/2014/main" id="{681F25DB-7F16-D8AF-F766-D48046CF28F8}"/>
                  </a:ext>
                </a:extLst>
              </p:cNvPr>
              <p:cNvSpPr/>
              <p:nvPr/>
            </p:nvSpPr>
            <p:spPr>
              <a:xfrm>
                <a:off x="610272" y="1785879"/>
                <a:ext cx="19431" cy="24201"/>
              </a:xfrm>
              <a:custGeom>
                <a:avLst/>
                <a:gdLst>
                  <a:gd name="csX0" fmla="*/ 12977 w 19431"/>
                  <a:gd name="csY0" fmla="*/ 20895 h 24201"/>
                  <a:gd name="csX1" fmla="*/ 7325 w 19431"/>
                  <a:gd name="csY1" fmla="*/ 14059 h 24201"/>
                  <a:gd name="csX2" fmla="*/ 3038 w 19431"/>
                  <a:gd name="csY2" fmla="*/ 6445 h 24201"/>
                  <a:gd name="csX3" fmla="*/ 7745 w 19431"/>
                  <a:gd name="csY3" fmla="*/ 1409 h 24201"/>
                  <a:gd name="csX4" fmla="*/ 17054 w 19431"/>
                  <a:gd name="csY4" fmla="*/ 13612 h 24201"/>
                  <a:gd name="csX5" fmla="*/ 19347 w 19431"/>
                  <a:gd name="csY5" fmla="*/ 24137 h 24201"/>
                  <a:gd name="csX6" fmla="*/ 12977 w 19431"/>
                  <a:gd name="csY6" fmla="*/ 20895 h 24201"/>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9431" h="24201">
                    <a:moveTo>
                      <a:pt x="12977" y="20895"/>
                    </a:moveTo>
                    <a:cubicBezTo>
                      <a:pt x="9869" y="18718"/>
                      <a:pt x="7325" y="15642"/>
                      <a:pt x="7325" y="14059"/>
                    </a:cubicBezTo>
                    <a:cubicBezTo>
                      <a:pt x="7325" y="12477"/>
                      <a:pt x="5396" y="9050"/>
                      <a:pt x="3038" y="6445"/>
                    </a:cubicBezTo>
                    <a:cubicBezTo>
                      <a:pt x="-2384" y="453"/>
                      <a:pt x="-388" y="-1683"/>
                      <a:pt x="7745" y="1409"/>
                    </a:cubicBezTo>
                    <a:cubicBezTo>
                      <a:pt x="11871" y="2978"/>
                      <a:pt x="15083" y="7189"/>
                      <a:pt x="17054" y="13612"/>
                    </a:cubicBezTo>
                    <a:cubicBezTo>
                      <a:pt x="18710" y="19007"/>
                      <a:pt x="19742" y="23743"/>
                      <a:pt x="19347" y="24137"/>
                    </a:cubicBezTo>
                    <a:cubicBezTo>
                      <a:pt x="18953" y="24532"/>
                      <a:pt x="16086" y="23073"/>
                      <a:pt x="12977" y="20895"/>
                    </a:cubicBezTo>
                    <a:close/>
                  </a:path>
                </a:pathLst>
              </a:custGeom>
              <a:solidFill>
                <a:srgbClr val="B9B9B9"/>
              </a:solidFill>
              <a:ln w="5163" cap="flat">
                <a:noFill/>
                <a:prstDash val="solid"/>
                <a:miter/>
              </a:ln>
            </p:spPr>
            <p:txBody>
              <a:bodyPr/>
              <a:lstStyle/>
              <a:p>
                <a:endParaRPr lang="es-419" noProof="0" dirty="0"/>
              </a:p>
            </p:txBody>
          </p:sp>
          <p:sp>
            <p:nvSpPr>
              <p:cNvPr id="99" name="Forma libre: forma 98">
                <a:extLst>
                  <a:ext uri="{FF2B5EF4-FFF2-40B4-BE49-F238E27FC236}">
                    <a16:creationId xmlns:a16="http://schemas.microsoft.com/office/drawing/2014/main" id="{61CA31CE-E763-0BAD-0EAA-1A98EC11B153}"/>
                  </a:ext>
                </a:extLst>
              </p:cNvPr>
              <p:cNvSpPr/>
              <p:nvPr/>
            </p:nvSpPr>
            <p:spPr>
              <a:xfrm>
                <a:off x="615016" y="1765374"/>
                <a:ext cx="5162" cy="6756"/>
              </a:xfrm>
              <a:custGeom>
                <a:avLst/>
                <a:gdLst>
                  <a:gd name="csX0" fmla="*/ 0 w 5162"/>
                  <a:gd name="csY0" fmla="*/ 4328 h 6756"/>
                  <a:gd name="csX1" fmla="*/ 2581 w 5162"/>
                  <a:gd name="csY1" fmla="*/ 303 h 6756"/>
                  <a:gd name="csX2" fmla="*/ 5163 w 5162"/>
                  <a:gd name="csY2" fmla="*/ 2732 h 6756"/>
                  <a:gd name="csX3" fmla="*/ 2581 w 5162"/>
                  <a:gd name="csY3" fmla="*/ 6757 h 6756"/>
                  <a:gd name="csX4" fmla="*/ 0 w 5162"/>
                  <a:gd name="csY4" fmla="*/ 4328 h 6756"/>
                </a:gdLst>
                <a:ahLst/>
                <a:cxnLst>
                  <a:cxn ang="0">
                    <a:pos x="csX0" y="csY0"/>
                  </a:cxn>
                  <a:cxn ang="0">
                    <a:pos x="csX1" y="csY1"/>
                  </a:cxn>
                  <a:cxn ang="0">
                    <a:pos x="csX2" y="csY2"/>
                  </a:cxn>
                  <a:cxn ang="0">
                    <a:pos x="csX3" y="csY3"/>
                  </a:cxn>
                  <a:cxn ang="0">
                    <a:pos x="csX4" y="csY4"/>
                  </a:cxn>
                </a:cxnLst>
                <a:rect l="l" t="t" r="r" b="b"/>
                <a:pathLst>
                  <a:path w="5162" h="6756">
                    <a:moveTo>
                      <a:pt x="0" y="4328"/>
                    </a:moveTo>
                    <a:cubicBezTo>
                      <a:pt x="0" y="2992"/>
                      <a:pt x="1162" y="1181"/>
                      <a:pt x="2581" y="303"/>
                    </a:cubicBezTo>
                    <a:cubicBezTo>
                      <a:pt x="4001" y="-574"/>
                      <a:pt x="5163" y="519"/>
                      <a:pt x="5163" y="2732"/>
                    </a:cubicBezTo>
                    <a:cubicBezTo>
                      <a:pt x="5163" y="4946"/>
                      <a:pt x="4001" y="6757"/>
                      <a:pt x="2581" y="6757"/>
                    </a:cubicBezTo>
                    <a:cubicBezTo>
                      <a:pt x="1162" y="6757"/>
                      <a:pt x="0" y="5664"/>
                      <a:pt x="0" y="4328"/>
                    </a:cubicBezTo>
                    <a:close/>
                  </a:path>
                </a:pathLst>
              </a:custGeom>
              <a:solidFill>
                <a:srgbClr val="B9B9B9"/>
              </a:solidFill>
              <a:ln w="5163" cap="flat">
                <a:noFill/>
                <a:prstDash val="solid"/>
                <a:miter/>
              </a:ln>
            </p:spPr>
            <p:txBody>
              <a:bodyPr/>
              <a:lstStyle/>
              <a:p>
                <a:endParaRPr lang="es-419" noProof="0" dirty="0"/>
              </a:p>
            </p:txBody>
          </p:sp>
          <p:sp>
            <p:nvSpPr>
              <p:cNvPr id="100" name="Forma libre: forma 99">
                <a:extLst>
                  <a:ext uri="{FF2B5EF4-FFF2-40B4-BE49-F238E27FC236}">
                    <a16:creationId xmlns:a16="http://schemas.microsoft.com/office/drawing/2014/main" id="{EDABF502-3ECD-1830-456F-6B8EA51217A7}"/>
                  </a:ext>
                </a:extLst>
              </p:cNvPr>
              <p:cNvSpPr/>
              <p:nvPr/>
            </p:nvSpPr>
            <p:spPr>
              <a:xfrm>
                <a:off x="496444" y="1737058"/>
                <a:ext cx="4812" cy="15975"/>
              </a:xfrm>
              <a:custGeom>
                <a:avLst/>
                <a:gdLst>
                  <a:gd name="csX0" fmla="*/ 6 w 4812"/>
                  <a:gd name="csY0" fmla="*/ 12637 h 15975"/>
                  <a:gd name="csX1" fmla="*/ 2406 w 4812"/>
                  <a:gd name="csY1" fmla="*/ 2804 h 15975"/>
                  <a:gd name="csX2" fmla="*/ 4806 w 4812"/>
                  <a:gd name="csY2" fmla="*/ 5879 h 15975"/>
                  <a:gd name="csX3" fmla="*/ 2406 w 4812"/>
                  <a:gd name="csY3" fmla="*/ 15712 h 15975"/>
                  <a:gd name="csX4" fmla="*/ 6 w 4812"/>
                  <a:gd name="csY4" fmla="*/ 12637 h 15975"/>
                </a:gdLst>
                <a:ahLst/>
                <a:cxnLst>
                  <a:cxn ang="0">
                    <a:pos x="csX0" y="csY0"/>
                  </a:cxn>
                  <a:cxn ang="0">
                    <a:pos x="csX1" y="csY1"/>
                  </a:cxn>
                  <a:cxn ang="0">
                    <a:pos x="csX2" y="csY2"/>
                  </a:cxn>
                  <a:cxn ang="0">
                    <a:pos x="csX3" y="csY3"/>
                  </a:cxn>
                  <a:cxn ang="0">
                    <a:pos x="csX4" y="csY4"/>
                  </a:cxn>
                </a:cxnLst>
                <a:rect l="l" t="t" r="r" b="b"/>
                <a:pathLst>
                  <a:path w="4812" h="15975">
                    <a:moveTo>
                      <a:pt x="6" y="12637"/>
                    </a:moveTo>
                    <a:cubicBezTo>
                      <a:pt x="106" y="10069"/>
                      <a:pt x="1186" y="5644"/>
                      <a:pt x="2406" y="2804"/>
                    </a:cubicBezTo>
                    <a:cubicBezTo>
                      <a:pt x="4277" y="-1548"/>
                      <a:pt x="4653" y="-1065"/>
                      <a:pt x="4806" y="5879"/>
                    </a:cubicBezTo>
                    <a:cubicBezTo>
                      <a:pt x="4906" y="10409"/>
                      <a:pt x="3826" y="14834"/>
                      <a:pt x="2406" y="15712"/>
                    </a:cubicBezTo>
                    <a:cubicBezTo>
                      <a:pt x="987" y="16589"/>
                      <a:pt x="-93" y="15206"/>
                      <a:pt x="6" y="12637"/>
                    </a:cubicBezTo>
                    <a:close/>
                  </a:path>
                </a:pathLst>
              </a:custGeom>
              <a:solidFill>
                <a:srgbClr val="B9B9B9"/>
              </a:solidFill>
              <a:ln w="5163" cap="flat">
                <a:noFill/>
                <a:prstDash val="solid"/>
                <a:miter/>
              </a:ln>
            </p:spPr>
            <p:txBody>
              <a:bodyPr/>
              <a:lstStyle/>
              <a:p>
                <a:endParaRPr lang="es-419" noProof="0" dirty="0"/>
              </a:p>
            </p:txBody>
          </p:sp>
          <p:sp>
            <p:nvSpPr>
              <p:cNvPr id="101" name="Forma libre: forma 100">
                <a:extLst>
                  <a:ext uri="{FF2B5EF4-FFF2-40B4-BE49-F238E27FC236}">
                    <a16:creationId xmlns:a16="http://schemas.microsoft.com/office/drawing/2014/main" id="{E6683AD7-4D11-F4BF-6EDF-FF2E7EDCA4FD}"/>
                  </a:ext>
                </a:extLst>
              </p:cNvPr>
              <p:cNvSpPr/>
              <p:nvPr/>
            </p:nvSpPr>
            <p:spPr>
              <a:xfrm>
                <a:off x="610293" y="1727161"/>
                <a:ext cx="5615" cy="11379"/>
              </a:xfrm>
              <a:custGeom>
                <a:avLst/>
                <a:gdLst>
                  <a:gd name="csX0" fmla="*/ 427 w 5615"/>
                  <a:gd name="csY0" fmla="*/ 7365 h 11379"/>
                  <a:gd name="csX1" fmla="*/ 1464 w 5615"/>
                  <a:gd name="csY1" fmla="*/ 731 h 11379"/>
                  <a:gd name="csX2" fmla="*/ 5321 w 5615"/>
                  <a:gd name="csY2" fmla="*/ 4777 h 11379"/>
                  <a:gd name="csX3" fmla="*/ 427 w 5615"/>
                  <a:gd name="csY3" fmla="*/ 7365 h 11379"/>
                </a:gdLst>
                <a:ahLst/>
                <a:cxnLst>
                  <a:cxn ang="0">
                    <a:pos x="csX0" y="csY0"/>
                  </a:cxn>
                  <a:cxn ang="0">
                    <a:pos x="csX1" y="csY1"/>
                  </a:cxn>
                  <a:cxn ang="0">
                    <a:pos x="csX2" y="csY2"/>
                  </a:cxn>
                  <a:cxn ang="0">
                    <a:pos x="csX3" y="csY3"/>
                  </a:cxn>
                </a:cxnLst>
                <a:rect l="l" t="t" r="r" b="b"/>
                <a:pathLst>
                  <a:path w="5615" h="11379">
                    <a:moveTo>
                      <a:pt x="427" y="7365"/>
                    </a:moveTo>
                    <a:cubicBezTo>
                      <a:pt x="-426" y="5140"/>
                      <a:pt x="40" y="2155"/>
                      <a:pt x="1464" y="731"/>
                    </a:cubicBezTo>
                    <a:cubicBezTo>
                      <a:pt x="3194" y="-1000"/>
                      <a:pt x="4473" y="341"/>
                      <a:pt x="5321" y="4777"/>
                    </a:cubicBezTo>
                    <a:cubicBezTo>
                      <a:pt x="6696" y="11973"/>
                      <a:pt x="2955" y="13952"/>
                      <a:pt x="427" y="7365"/>
                    </a:cubicBezTo>
                    <a:close/>
                  </a:path>
                </a:pathLst>
              </a:custGeom>
              <a:solidFill>
                <a:srgbClr val="B9B9B9"/>
              </a:solidFill>
              <a:ln w="5163" cap="flat">
                <a:noFill/>
                <a:prstDash val="solid"/>
                <a:miter/>
              </a:ln>
            </p:spPr>
            <p:txBody>
              <a:bodyPr/>
              <a:lstStyle/>
              <a:p>
                <a:endParaRPr lang="es-419" noProof="0" dirty="0"/>
              </a:p>
            </p:txBody>
          </p:sp>
          <p:sp>
            <p:nvSpPr>
              <p:cNvPr id="102" name="Forma libre: forma 101">
                <a:extLst>
                  <a:ext uri="{FF2B5EF4-FFF2-40B4-BE49-F238E27FC236}">
                    <a16:creationId xmlns:a16="http://schemas.microsoft.com/office/drawing/2014/main" id="{AEDC22AE-ABEA-054F-D321-B99385A104EC}"/>
                  </a:ext>
                </a:extLst>
              </p:cNvPr>
              <p:cNvSpPr/>
              <p:nvPr/>
            </p:nvSpPr>
            <p:spPr>
              <a:xfrm>
                <a:off x="589201" y="1723083"/>
                <a:ext cx="5162" cy="7744"/>
              </a:xfrm>
              <a:custGeom>
                <a:avLst/>
                <a:gdLst>
                  <a:gd name="csX0" fmla="*/ 0 w 5162"/>
                  <a:gd name="csY0" fmla="*/ 3872 h 7744"/>
                  <a:gd name="csX1" fmla="*/ 2581 w 5162"/>
                  <a:gd name="csY1" fmla="*/ 0 h 7744"/>
                  <a:gd name="csX2" fmla="*/ 5163 w 5162"/>
                  <a:gd name="csY2" fmla="*/ 3872 h 7744"/>
                  <a:gd name="csX3" fmla="*/ 2581 w 5162"/>
                  <a:gd name="csY3" fmla="*/ 7744 h 7744"/>
                  <a:gd name="csX4" fmla="*/ 0 w 5162"/>
                  <a:gd name="csY4" fmla="*/ 3872 h 7744"/>
                </a:gdLst>
                <a:ahLst/>
                <a:cxnLst>
                  <a:cxn ang="0">
                    <a:pos x="csX0" y="csY0"/>
                  </a:cxn>
                  <a:cxn ang="0">
                    <a:pos x="csX1" y="csY1"/>
                  </a:cxn>
                  <a:cxn ang="0">
                    <a:pos x="csX2" y="csY2"/>
                  </a:cxn>
                  <a:cxn ang="0">
                    <a:pos x="csX3" y="csY3"/>
                  </a:cxn>
                  <a:cxn ang="0">
                    <a:pos x="csX4" y="csY4"/>
                  </a:cxn>
                </a:cxnLst>
                <a:rect l="l" t="t" r="r" b="b"/>
                <a:pathLst>
                  <a:path w="5162" h="7744">
                    <a:moveTo>
                      <a:pt x="0" y="3872"/>
                    </a:moveTo>
                    <a:cubicBezTo>
                      <a:pt x="0" y="1742"/>
                      <a:pt x="1162" y="0"/>
                      <a:pt x="2581" y="0"/>
                    </a:cubicBezTo>
                    <a:cubicBezTo>
                      <a:pt x="4001" y="0"/>
                      <a:pt x="5163" y="1742"/>
                      <a:pt x="5163" y="3872"/>
                    </a:cubicBezTo>
                    <a:cubicBezTo>
                      <a:pt x="5163" y="6002"/>
                      <a:pt x="4001" y="7744"/>
                      <a:pt x="2581" y="7744"/>
                    </a:cubicBezTo>
                    <a:cubicBezTo>
                      <a:pt x="1162" y="7744"/>
                      <a:pt x="0" y="6002"/>
                      <a:pt x="0" y="3872"/>
                    </a:cubicBezTo>
                    <a:close/>
                  </a:path>
                </a:pathLst>
              </a:custGeom>
              <a:solidFill>
                <a:srgbClr val="B9B9B9"/>
              </a:solidFill>
              <a:ln w="5163" cap="flat">
                <a:noFill/>
                <a:prstDash val="solid"/>
                <a:miter/>
              </a:ln>
            </p:spPr>
            <p:txBody>
              <a:bodyPr/>
              <a:lstStyle/>
              <a:p>
                <a:endParaRPr lang="es-419" noProof="0" dirty="0"/>
              </a:p>
            </p:txBody>
          </p:sp>
          <p:sp>
            <p:nvSpPr>
              <p:cNvPr id="103" name="Forma libre: forma 102">
                <a:extLst>
                  <a:ext uri="{FF2B5EF4-FFF2-40B4-BE49-F238E27FC236}">
                    <a16:creationId xmlns:a16="http://schemas.microsoft.com/office/drawing/2014/main" id="{8CBBE708-E557-3CA9-41D4-0495E5B5826D}"/>
                  </a:ext>
                </a:extLst>
              </p:cNvPr>
              <p:cNvSpPr/>
              <p:nvPr/>
            </p:nvSpPr>
            <p:spPr>
              <a:xfrm>
                <a:off x="576294" y="1689525"/>
                <a:ext cx="15348" cy="20423"/>
              </a:xfrm>
              <a:custGeom>
                <a:avLst/>
                <a:gdLst>
                  <a:gd name="csX0" fmla="*/ 0 w 15348"/>
                  <a:gd name="csY0" fmla="*/ 17942 h 20423"/>
                  <a:gd name="csX1" fmla="*/ 11683 w 15348"/>
                  <a:gd name="csY1" fmla="*/ 0 h 20423"/>
                  <a:gd name="csX2" fmla="*/ 8918 w 15348"/>
                  <a:gd name="csY2" fmla="*/ 14081 h 20423"/>
                  <a:gd name="csX3" fmla="*/ 0 w 15348"/>
                  <a:gd name="csY3" fmla="*/ 17942 h 20423"/>
                </a:gdLst>
                <a:ahLst/>
                <a:cxnLst>
                  <a:cxn ang="0">
                    <a:pos x="csX0" y="csY0"/>
                  </a:cxn>
                  <a:cxn ang="0">
                    <a:pos x="csX1" y="csY1"/>
                  </a:cxn>
                  <a:cxn ang="0">
                    <a:pos x="csX2" y="csY2"/>
                  </a:cxn>
                  <a:cxn ang="0">
                    <a:pos x="csX3" y="csY3"/>
                  </a:cxn>
                </a:cxnLst>
                <a:rect l="l" t="t" r="r" b="b"/>
                <a:pathLst>
                  <a:path w="15348" h="20423">
                    <a:moveTo>
                      <a:pt x="0" y="17942"/>
                    </a:moveTo>
                    <a:cubicBezTo>
                      <a:pt x="0" y="12328"/>
                      <a:pt x="8027" y="0"/>
                      <a:pt x="11683" y="0"/>
                    </a:cubicBezTo>
                    <a:cubicBezTo>
                      <a:pt x="17539" y="0"/>
                      <a:pt x="16205" y="6793"/>
                      <a:pt x="8918" y="14081"/>
                    </a:cubicBezTo>
                    <a:cubicBezTo>
                      <a:pt x="1711" y="21287"/>
                      <a:pt x="0" y="22028"/>
                      <a:pt x="0" y="17942"/>
                    </a:cubicBezTo>
                    <a:close/>
                  </a:path>
                </a:pathLst>
              </a:custGeom>
              <a:solidFill>
                <a:srgbClr val="B9B9B9"/>
              </a:solidFill>
              <a:ln w="5163" cap="flat">
                <a:noFill/>
                <a:prstDash val="solid"/>
                <a:miter/>
              </a:ln>
            </p:spPr>
            <p:txBody>
              <a:bodyPr/>
              <a:lstStyle/>
              <a:p>
                <a:endParaRPr lang="es-419" noProof="0" dirty="0"/>
              </a:p>
            </p:txBody>
          </p:sp>
        </p:grpSp>
        <p:sp>
          <p:nvSpPr>
            <p:cNvPr id="104" name="Forma libre: forma 103">
              <a:extLst>
                <a:ext uri="{FF2B5EF4-FFF2-40B4-BE49-F238E27FC236}">
                  <a16:creationId xmlns:a16="http://schemas.microsoft.com/office/drawing/2014/main" id="{84BE60EB-0323-9DCF-1FBE-BF2F508AD944}"/>
                </a:ext>
              </a:extLst>
            </p:cNvPr>
            <p:cNvSpPr/>
            <p:nvPr/>
          </p:nvSpPr>
          <p:spPr>
            <a:xfrm>
              <a:off x="516921" y="1569184"/>
              <a:ext cx="5162" cy="6756"/>
            </a:xfrm>
            <a:custGeom>
              <a:avLst/>
              <a:gdLst>
                <a:gd name="csX0" fmla="*/ 0 w 5162"/>
                <a:gd name="csY0" fmla="*/ 2732 h 6756"/>
                <a:gd name="csX1" fmla="*/ 2581 w 5162"/>
                <a:gd name="csY1" fmla="*/ 303 h 6756"/>
                <a:gd name="csX2" fmla="*/ 5163 w 5162"/>
                <a:gd name="csY2" fmla="*/ 4328 h 6756"/>
                <a:gd name="csX3" fmla="*/ 2581 w 5162"/>
                <a:gd name="csY3" fmla="*/ 6757 h 6756"/>
                <a:gd name="csX4" fmla="*/ 0 w 5162"/>
                <a:gd name="csY4" fmla="*/ 2732 h 6756"/>
              </a:gdLst>
              <a:ahLst/>
              <a:cxnLst>
                <a:cxn ang="0">
                  <a:pos x="csX0" y="csY0"/>
                </a:cxn>
                <a:cxn ang="0">
                  <a:pos x="csX1" y="csY1"/>
                </a:cxn>
                <a:cxn ang="0">
                  <a:pos x="csX2" y="csY2"/>
                </a:cxn>
                <a:cxn ang="0">
                  <a:pos x="csX3" y="csY3"/>
                </a:cxn>
                <a:cxn ang="0">
                  <a:pos x="csX4" y="csY4"/>
                </a:cxn>
              </a:cxnLst>
              <a:rect l="l" t="t" r="r" b="b"/>
              <a:pathLst>
                <a:path w="5162" h="6756">
                  <a:moveTo>
                    <a:pt x="0" y="2732"/>
                  </a:moveTo>
                  <a:cubicBezTo>
                    <a:pt x="0" y="519"/>
                    <a:pt x="1162" y="-574"/>
                    <a:pt x="2581" y="303"/>
                  </a:cubicBezTo>
                  <a:cubicBezTo>
                    <a:pt x="4001" y="1181"/>
                    <a:pt x="5163" y="2992"/>
                    <a:pt x="5163" y="4328"/>
                  </a:cubicBezTo>
                  <a:cubicBezTo>
                    <a:pt x="5163" y="5664"/>
                    <a:pt x="4001" y="6757"/>
                    <a:pt x="2581" y="6757"/>
                  </a:cubicBezTo>
                  <a:cubicBezTo>
                    <a:pt x="1162" y="6757"/>
                    <a:pt x="0" y="4946"/>
                    <a:pt x="0" y="2732"/>
                  </a:cubicBezTo>
                  <a:close/>
                </a:path>
              </a:pathLst>
            </a:custGeom>
            <a:solidFill>
              <a:srgbClr val="B9B9B9"/>
            </a:solidFill>
            <a:ln w="5163" cap="flat">
              <a:noFill/>
              <a:prstDash val="solid"/>
              <a:miter/>
            </a:ln>
          </p:spPr>
          <p:txBody>
            <a:bodyPr/>
            <a:lstStyle/>
            <a:p>
              <a:endParaRPr lang="es-419" noProof="0" dirty="0"/>
            </a:p>
          </p:txBody>
        </p:sp>
      </p:grpSp>
      <p:sp>
        <p:nvSpPr>
          <p:cNvPr id="105" name="Forma libre: forma 104">
            <a:extLst>
              <a:ext uri="{FF2B5EF4-FFF2-40B4-BE49-F238E27FC236}">
                <a16:creationId xmlns:a16="http://schemas.microsoft.com/office/drawing/2014/main" id="{A4CA55E3-071D-569E-4469-5E589108CB32}"/>
              </a:ext>
            </a:extLst>
          </p:cNvPr>
          <p:cNvSpPr/>
          <p:nvPr/>
        </p:nvSpPr>
        <p:spPr>
          <a:xfrm>
            <a:off x="466238" y="1431499"/>
            <a:ext cx="11558" cy="7543"/>
          </a:xfrm>
          <a:custGeom>
            <a:avLst/>
            <a:gdLst>
              <a:gd name="csX0" fmla="*/ 1635 w 11558"/>
              <a:gd name="csY0" fmla="*/ 3752 h 7543"/>
              <a:gd name="csX1" fmla="*/ 8241 w 11558"/>
              <a:gd name="csY1" fmla="*/ 3670 h 7543"/>
              <a:gd name="csX2" fmla="*/ 9050 w 11558"/>
              <a:gd name="csY2" fmla="*/ 7542 h 7543"/>
              <a:gd name="csX3" fmla="*/ 1635 w 11558"/>
              <a:gd name="csY3" fmla="*/ 3752 h 7543"/>
            </a:gdLst>
            <a:ahLst/>
            <a:cxnLst>
              <a:cxn ang="0">
                <a:pos x="csX0" y="csY0"/>
              </a:cxn>
              <a:cxn ang="0">
                <a:pos x="csX1" y="csY1"/>
              </a:cxn>
              <a:cxn ang="0">
                <a:pos x="csX2" y="csY2"/>
              </a:cxn>
              <a:cxn ang="0">
                <a:pos x="csX3" y="csY3"/>
              </a:cxn>
            </a:cxnLst>
            <a:rect l="l" t="t" r="r" b="b"/>
            <a:pathLst>
              <a:path w="11558" h="7543">
                <a:moveTo>
                  <a:pt x="1635" y="3752"/>
                </a:moveTo>
                <a:cubicBezTo>
                  <a:pt x="-2484" y="-1211"/>
                  <a:pt x="1718" y="-1263"/>
                  <a:pt x="8241" y="3670"/>
                </a:cubicBezTo>
                <a:cubicBezTo>
                  <a:pt x="12450" y="6854"/>
                  <a:pt x="12580" y="7473"/>
                  <a:pt x="9050" y="7542"/>
                </a:cubicBezTo>
                <a:cubicBezTo>
                  <a:pt x="6739" y="7587"/>
                  <a:pt x="3403" y="5882"/>
                  <a:pt x="1635" y="3752"/>
                </a:cubicBezTo>
                <a:close/>
              </a:path>
            </a:pathLst>
          </a:custGeom>
          <a:solidFill>
            <a:srgbClr val="B9B9B9"/>
          </a:solidFill>
          <a:ln w="5163" cap="flat">
            <a:noFill/>
            <a:prstDash val="solid"/>
            <a:miter/>
          </a:ln>
        </p:spPr>
        <p:txBody>
          <a:bodyPr/>
          <a:lstStyle/>
          <a:p>
            <a:endParaRPr lang="es-419" noProof="0" dirty="0"/>
          </a:p>
        </p:txBody>
      </p:sp>
      <p:grpSp>
        <p:nvGrpSpPr>
          <p:cNvPr id="106" name="Gráfico 39">
            <a:extLst>
              <a:ext uri="{FF2B5EF4-FFF2-40B4-BE49-F238E27FC236}">
                <a16:creationId xmlns:a16="http://schemas.microsoft.com/office/drawing/2014/main" id="{2A43E35D-6A53-77A1-663E-EFF93CF75CE1}"/>
              </a:ext>
            </a:extLst>
          </p:cNvPr>
          <p:cNvGrpSpPr/>
          <p:nvPr/>
        </p:nvGrpSpPr>
        <p:grpSpPr>
          <a:xfrm>
            <a:off x="73152" y="1028824"/>
            <a:ext cx="399884" cy="461679"/>
            <a:chOff x="73152" y="1028824"/>
            <a:chExt cx="399884" cy="461679"/>
          </a:xfrm>
          <a:solidFill>
            <a:srgbClr val="B9B9B9"/>
          </a:solidFill>
        </p:grpSpPr>
        <p:sp>
          <p:nvSpPr>
            <p:cNvPr id="107" name="Forma libre: forma 106">
              <a:extLst>
                <a:ext uri="{FF2B5EF4-FFF2-40B4-BE49-F238E27FC236}">
                  <a16:creationId xmlns:a16="http://schemas.microsoft.com/office/drawing/2014/main" id="{4A6C7C6D-A408-2687-E047-FC5A09486710}"/>
                </a:ext>
              </a:extLst>
            </p:cNvPr>
            <p:cNvSpPr/>
            <p:nvPr/>
          </p:nvSpPr>
          <p:spPr>
            <a:xfrm>
              <a:off x="176169" y="1028824"/>
              <a:ext cx="296866" cy="461679"/>
            </a:xfrm>
            <a:custGeom>
              <a:avLst/>
              <a:gdLst>
                <a:gd name="csX0" fmla="*/ 234204 w 296866"/>
                <a:gd name="csY0" fmla="*/ 456793 h 461679"/>
                <a:gd name="csX1" fmla="*/ 189641 w 296866"/>
                <a:gd name="csY1" fmla="*/ 451076 h 461679"/>
                <a:gd name="csX2" fmla="*/ 192285 w 296866"/>
                <a:gd name="csY2" fmla="*/ 440463 h 461679"/>
                <a:gd name="csX3" fmla="*/ 192319 w 296866"/>
                <a:gd name="csY3" fmla="*/ 432599 h 461679"/>
                <a:gd name="csX4" fmla="*/ 190826 w 296866"/>
                <a:gd name="csY4" fmla="*/ 424368 h 461679"/>
                <a:gd name="csX5" fmla="*/ 194908 w 296866"/>
                <a:gd name="csY5" fmla="*/ 412652 h 461679"/>
                <a:gd name="csX6" fmla="*/ 188729 w 296866"/>
                <a:gd name="csY6" fmla="*/ 395950 h 461679"/>
                <a:gd name="csX7" fmla="*/ 175616 w 296866"/>
                <a:gd name="csY7" fmla="*/ 376348 h 461679"/>
                <a:gd name="csX8" fmla="*/ 165432 w 296866"/>
                <a:gd name="csY8" fmla="*/ 362612 h 461679"/>
                <a:gd name="csX9" fmla="*/ 157619 w 296866"/>
                <a:gd name="csY9" fmla="*/ 354047 h 461679"/>
                <a:gd name="csX10" fmla="*/ 123850 w 296866"/>
                <a:gd name="csY10" fmla="*/ 312204 h 461679"/>
                <a:gd name="csX11" fmla="*/ 110408 w 296866"/>
                <a:gd name="csY11" fmla="*/ 302524 h 461679"/>
                <a:gd name="csX12" fmla="*/ 90624 w 296866"/>
                <a:gd name="csY12" fmla="*/ 283830 h 461679"/>
                <a:gd name="csX13" fmla="*/ 80025 w 296866"/>
                <a:gd name="csY13" fmla="*/ 265391 h 461679"/>
                <a:gd name="csX14" fmla="*/ 76089 w 296866"/>
                <a:gd name="csY14" fmla="*/ 254455 h 461679"/>
                <a:gd name="csX15" fmla="*/ 73345 w 296866"/>
                <a:gd name="csY15" fmla="*/ 247079 h 461679"/>
                <a:gd name="csX16" fmla="*/ 72109 w 296866"/>
                <a:gd name="csY16" fmla="*/ 214519 h 461679"/>
                <a:gd name="csX17" fmla="*/ 68319 w 296866"/>
                <a:gd name="csY17" fmla="*/ 206510 h 461679"/>
                <a:gd name="csX18" fmla="*/ 67160 w 296866"/>
                <a:gd name="csY18" fmla="*/ 202519 h 461679"/>
                <a:gd name="csX19" fmla="*/ 64536 w 296866"/>
                <a:gd name="csY19" fmla="*/ 206365 h 461679"/>
                <a:gd name="csX20" fmla="*/ 61955 w 296866"/>
                <a:gd name="csY20" fmla="*/ 210237 h 461679"/>
                <a:gd name="csX21" fmla="*/ 59373 w 296866"/>
                <a:gd name="csY21" fmla="*/ 190811 h 461679"/>
                <a:gd name="csX22" fmla="*/ 48569 w 296866"/>
                <a:gd name="csY22" fmla="*/ 154736 h 461679"/>
                <a:gd name="csX23" fmla="*/ 46466 w 296866"/>
                <a:gd name="csY23" fmla="*/ 141789 h 461679"/>
                <a:gd name="csX24" fmla="*/ 38475 w 296866"/>
                <a:gd name="csY24" fmla="*/ 114684 h 461679"/>
                <a:gd name="csX25" fmla="*/ 28150 w 296866"/>
                <a:gd name="csY25" fmla="*/ 99082 h 461679"/>
                <a:gd name="csX26" fmla="*/ 25815 w 296866"/>
                <a:gd name="csY26" fmla="*/ 89273 h 461679"/>
                <a:gd name="csX27" fmla="*/ 22760 w 296866"/>
                <a:gd name="csY27" fmla="*/ 77852 h 461679"/>
                <a:gd name="csX28" fmla="*/ 21512 w 296866"/>
                <a:gd name="csY28" fmla="*/ 72990 h 461679"/>
                <a:gd name="csX29" fmla="*/ 26374 w 296866"/>
                <a:gd name="csY29" fmla="*/ 74238 h 461679"/>
                <a:gd name="csX30" fmla="*/ 33559 w 296866"/>
                <a:gd name="csY30" fmla="*/ 72129 h 461679"/>
                <a:gd name="csX31" fmla="*/ 29687 w 296866"/>
                <a:gd name="csY31" fmla="*/ 66967 h 461679"/>
                <a:gd name="csX32" fmla="*/ 25815 w 296866"/>
                <a:gd name="csY32" fmla="*/ 64277 h 461679"/>
                <a:gd name="csX33" fmla="*/ 20828 w 296866"/>
                <a:gd name="csY33" fmla="*/ 56236 h 461679"/>
                <a:gd name="csX34" fmla="*/ 14159 w 296866"/>
                <a:gd name="csY34" fmla="*/ 40210 h 461679"/>
                <a:gd name="csX35" fmla="*/ 6238 w 296866"/>
                <a:gd name="csY35" fmla="*/ 17321 h 461679"/>
                <a:gd name="csX36" fmla="*/ 0 w 296866"/>
                <a:gd name="csY36" fmla="*/ 2478 h 461679"/>
                <a:gd name="csX37" fmla="*/ 99386 w 296866"/>
                <a:gd name="csY37" fmla="*/ 3758 h 461679"/>
                <a:gd name="csX38" fmla="*/ 191027 w 296866"/>
                <a:gd name="csY38" fmla="*/ 12449 h 461679"/>
                <a:gd name="csX39" fmla="*/ 178059 w 296866"/>
                <a:gd name="csY39" fmla="*/ 27807 h 461679"/>
                <a:gd name="csX40" fmla="*/ 167369 w 296866"/>
                <a:gd name="csY40" fmla="*/ 45725 h 461679"/>
                <a:gd name="csX41" fmla="*/ 163079 w 296866"/>
                <a:gd name="csY41" fmla="*/ 80524 h 461679"/>
                <a:gd name="csX42" fmla="*/ 162631 w 296866"/>
                <a:gd name="csY42" fmla="*/ 83796 h 461679"/>
                <a:gd name="csX43" fmla="*/ 171021 w 296866"/>
                <a:gd name="csY43" fmla="*/ 93315 h 461679"/>
                <a:gd name="csX44" fmla="*/ 173406 w 296866"/>
                <a:gd name="csY44" fmla="*/ 109690 h 461679"/>
                <a:gd name="csX45" fmla="*/ 164850 w 296866"/>
                <a:gd name="csY45" fmla="*/ 145701 h 461679"/>
                <a:gd name="csX46" fmla="*/ 169084 w 296866"/>
                <a:gd name="csY46" fmla="*/ 169291 h 461679"/>
                <a:gd name="csX47" fmla="*/ 171477 w 296866"/>
                <a:gd name="csY47" fmla="*/ 213103 h 461679"/>
                <a:gd name="csX48" fmla="*/ 174210 w 296866"/>
                <a:gd name="csY48" fmla="*/ 257046 h 461679"/>
                <a:gd name="csX49" fmla="*/ 178120 w 296866"/>
                <a:gd name="csY49" fmla="*/ 261958 h 461679"/>
                <a:gd name="csX50" fmla="*/ 182243 w 296866"/>
                <a:gd name="csY50" fmla="*/ 269492 h 461679"/>
                <a:gd name="csX51" fmla="*/ 184937 w 296866"/>
                <a:gd name="csY51" fmla="*/ 277338 h 461679"/>
                <a:gd name="csX52" fmla="*/ 193415 w 296866"/>
                <a:gd name="csY52" fmla="*/ 285510 h 461679"/>
                <a:gd name="csX53" fmla="*/ 199664 w 296866"/>
                <a:gd name="csY53" fmla="*/ 290658 h 461679"/>
                <a:gd name="csX54" fmla="*/ 207927 w 296866"/>
                <a:gd name="csY54" fmla="*/ 300943 h 461679"/>
                <a:gd name="csX55" fmla="*/ 219722 w 296866"/>
                <a:gd name="csY55" fmla="*/ 315205 h 461679"/>
                <a:gd name="csX56" fmla="*/ 234342 w 296866"/>
                <a:gd name="csY56" fmla="*/ 331253 h 461679"/>
                <a:gd name="csX57" fmla="*/ 242348 w 296866"/>
                <a:gd name="csY57" fmla="*/ 342893 h 461679"/>
                <a:gd name="csX58" fmla="*/ 243886 w 296866"/>
                <a:gd name="csY58" fmla="*/ 354430 h 461679"/>
                <a:gd name="csX59" fmla="*/ 242906 w 296866"/>
                <a:gd name="csY59" fmla="*/ 363679 h 461679"/>
                <a:gd name="csX60" fmla="*/ 242638 w 296866"/>
                <a:gd name="csY60" fmla="*/ 372819 h 461679"/>
                <a:gd name="csX61" fmla="*/ 248980 w 296866"/>
                <a:gd name="csY61" fmla="*/ 375191 h 461679"/>
                <a:gd name="csX62" fmla="*/ 256854 w 296866"/>
                <a:gd name="csY62" fmla="*/ 380201 h 461679"/>
                <a:gd name="csX63" fmla="*/ 262017 w 296866"/>
                <a:gd name="csY63" fmla="*/ 385776 h 461679"/>
                <a:gd name="csX64" fmla="*/ 267554 w 296866"/>
                <a:gd name="csY64" fmla="*/ 396801 h 461679"/>
                <a:gd name="csX65" fmla="*/ 281559 w 296866"/>
                <a:gd name="csY65" fmla="*/ 416793 h 461679"/>
                <a:gd name="csX66" fmla="*/ 290755 w 296866"/>
                <a:gd name="csY66" fmla="*/ 428632 h 461679"/>
                <a:gd name="csX67" fmla="*/ 294624 w 296866"/>
                <a:gd name="csY67" fmla="*/ 440196 h 461679"/>
                <a:gd name="csX68" fmla="*/ 296867 w 296866"/>
                <a:gd name="csY68" fmla="*/ 451755 h 461679"/>
                <a:gd name="csX69" fmla="*/ 287186 w 296866"/>
                <a:gd name="csY69" fmla="*/ 461588 h 461679"/>
                <a:gd name="csX70" fmla="*/ 234204 w 296866"/>
                <a:gd name="csY70" fmla="*/ 456793 h 4616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Lst>
              <a:rect l="l" t="t" r="r" b="b"/>
              <a:pathLst>
                <a:path w="296866" h="461679">
                  <a:moveTo>
                    <a:pt x="234204" y="456793"/>
                  </a:moveTo>
                  <a:cubicBezTo>
                    <a:pt x="210389" y="454343"/>
                    <a:pt x="190335" y="451771"/>
                    <a:pt x="189641" y="451076"/>
                  </a:cubicBezTo>
                  <a:cubicBezTo>
                    <a:pt x="188946" y="450382"/>
                    <a:pt x="190136" y="445606"/>
                    <a:pt x="192285" y="440463"/>
                  </a:cubicBezTo>
                  <a:cubicBezTo>
                    <a:pt x="195748" y="432175"/>
                    <a:pt x="195752" y="431281"/>
                    <a:pt x="192319" y="432599"/>
                  </a:cubicBezTo>
                  <a:cubicBezTo>
                    <a:pt x="188021" y="434248"/>
                    <a:pt x="186953" y="428358"/>
                    <a:pt x="190826" y="424368"/>
                  </a:cubicBezTo>
                  <a:cubicBezTo>
                    <a:pt x="192136" y="423019"/>
                    <a:pt x="193972" y="417747"/>
                    <a:pt x="194908" y="412652"/>
                  </a:cubicBezTo>
                  <a:cubicBezTo>
                    <a:pt x="196394" y="404559"/>
                    <a:pt x="195613" y="402447"/>
                    <a:pt x="188729" y="395950"/>
                  </a:cubicBezTo>
                  <a:cubicBezTo>
                    <a:pt x="184395" y="391860"/>
                    <a:pt x="178494" y="383039"/>
                    <a:pt x="175616" y="376348"/>
                  </a:cubicBezTo>
                  <a:cubicBezTo>
                    <a:pt x="172738" y="369658"/>
                    <a:pt x="168155" y="363476"/>
                    <a:pt x="165432" y="362612"/>
                  </a:cubicBezTo>
                  <a:cubicBezTo>
                    <a:pt x="162709" y="361748"/>
                    <a:pt x="159193" y="357894"/>
                    <a:pt x="157619" y="354047"/>
                  </a:cubicBezTo>
                  <a:cubicBezTo>
                    <a:pt x="149821" y="334997"/>
                    <a:pt x="131426" y="312204"/>
                    <a:pt x="123850" y="312204"/>
                  </a:cubicBezTo>
                  <a:cubicBezTo>
                    <a:pt x="121509" y="312204"/>
                    <a:pt x="115460" y="307848"/>
                    <a:pt x="110408" y="302524"/>
                  </a:cubicBezTo>
                  <a:cubicBezTo>
                    <a:pt x="105356" y="297200"/>
                    <a:pt x="96453" y="288788"/>
                    <a:pt x="90624" y="283830"/>
                  </a:cubicBezTo>
                  <a:cubicBezTo>
                    <a:pt x="81794" y="276321"/>
                    <a:pt x="80025" y="273244"/>
                    <a:pt x="80025" y="265391"/>
                  </a:cubicBezTo>
                  <a:cubicBezTo>
                    <a:pt x="80025" y="259326"/>
                    <a:pt x="78622" y="255426"/>
                    <a:pt x="76089" y="254455"/>
                  </a:cubicBezTo>
                  <a:cubicBezTo>
                    <a:pt x="73596" y="253498"/>
                    <a:pt x="72591" y="250794"/>
                    <a:pt x="73345" y="247079"/>
                  </a:cubicBezTo>
                  <a:cubicBezTo>
                    <a:pt x="77548" y="226392"/>
                    <a:pt x="77309" y="220102"/>
                    <a:pt x="72109" y="214519"/>
                  </a:cubicBezTo>
                  <a:cubicBezTo>
                    <a:pt x="69219" y="211417"/>
                    <a:pt x="67513" y="207813"/>
                    <a:pt x="68319" y="206510"/>
                  </a:cubicBezTo>
                  <a:cubicBezTo>
                    <a:pt x="69124" y="205206"/>
                    <a:pt x="68603" y="203410"/>
                    <a:pt x="67160" y="202519"/>
                  </a:cubicBezTo>
                  <a:cubicBezTo>
                    <a:pt x="65698" y="201615"/>
                    <a:pt x="64536" y="203319"/>
                    <a:pt x="64536" y="206365"/>
                  </a:cubicBezTo>
                  <a:cubicBezTo>
                    <a:pt x="64536" y="209372"/>
                    <a:pt x="63375" y="211114"/>
                    <a:pt x="61955" y="210237"/>
                  </a:cubicBezTo>
                  <a:cubicBezTo>
                    <a:pt x="60535" y="209360"/>
                    <a:pt x="59373" y="200618"/>
                    <a:pt x="59373" y="190811"/>
                  </a:cubicBezTo>
                  <a:cubicBezTo>
                    <a:pt x="59373" y="173740"/>
                    <a:pt x="53682" y="154736"/>
                    <a:pt x="48569" y="154736"/>
                  </a:cubicBezTo>
                  <a:cubicBezTo>
                    <a:pt x="47413" y="154736"/>
                    <a:pt x="46466" y="148910"/>
                    <a:pt x="46466" y="141789"/>
                  </a:cubicBezTo>
                  <a:cubicBezTo>
                    <a:pt x="46466" y="132086"/>
                    <a:pt x="44464" y="125296"/>
                    <a:pt x="38475" y="114684"/>
                  </a:cubicBezTo>
                  <a:cubicBezTo>
                    <a:pt x="34080" y="106897"/>
                    <a:pt x="29434" y="99876"/>
                    <a:pt x="28150" y="99082"/>
                  </a:cubicBezTo>
                  <a:cubicBezTo>
                    <a:pt x="26865" y="98289"/>
                    <a:pt x="25815" y="93874"/>
                    <a:pt x="25815" y="89273"/>
                  </a:cubicBezTo>
                  <a:cubicBezTo>
                    <a:pt x="25815" y="84671"/>
                    <a:pt x="24440" y="79532"/>
                    <a:pt x="22760" y="77852"/>
                  </a:cubicBezTo>
                  <a:cubicBezTo>
                    <a:pt x="21080" y="76172"/>
                    <a:pt x="20518" y="73984"/>
                    <a:pt x="21512" y="72990"/>
                  </a:cubicBezTo>
                  <a:cubicBezTo>
                    <a:pt x="22506" y="71996"/>
                    <a:pt x="24694" y="72558"/>
                    <a:pt x="26374" y="74238"/>
                  </a:cubicBezTo>
                  <a:cubicBezTo>
                    <a:pt x="30884" y="78748"/>
                    <a:pt x="33559" y="77963"/>
                    <a:pt x="33559" y="72129"/>
                  </a:cubicBezTo>
                  <a:cubicBezTo>
                    <a:pt x="33559" y="69261"/>
                    <a:pt x="31838" y="66967"/>
                    <a:pt x="29687" y="66967"/>
                  </a:cubicBezTo>
                  <a:cubicBezTo>
                    <a:pt x="27557" y="66967"/>
                    <a:pt x="25815" y="65756"/>
                    <a:pt x="25815" y="64277"/>
                  </a:cubicBezTo>
                  <a:cubicBezTo>
                    <a:pt x="25815" y="62798"/>
                    <a:pt x="23571" y="59179"/>
                    <a:pt x="20828" y="56236"/>
                  </a:cubicBezTo>
                  <a:cubicBezTo>
                    <a:pt x="18086" y="53292"/>
                    <a:pt x="15085" y="46080"/>
                    <a:pt x="14159" y="40210"/>
                  </a:cubicBezTo>
                  <a:cubicBezTo>
                    <a:pt x="13233" y="34339"/>
                    <a:pt x="9669" y="24039"/>
                    <a:pt x="6238" y="17321"/>
                  </a:cubicBezTo>
                  <a:cubicBezTo>
                    <a:pt x="2807" y="10603"/>
                    <a:pt x="0" y="3924"/>
                    <a:pt x="0" y="2478"/>
                  </a:cubicBezTo>
                  <a:cubicBezTo>
                    <a:pt x="0" y="-1152"/>
                    <a:pt x="23478" y="-850"/>
                    <a:pt x="99386" y="3758"/>
                  </a:cubicBezTo>
                  <a:cubicBezTo>
                    <a:pt x="175010" y="8348"/>
                    <a:pt x="191027" y="9867"/>
                    <a:pt x="191027" y="12449"/>
                  </a:cubicBezTo>
                  <a:cubicBezTo>
                    <a:pt x="191027" y="13496"/>
                    <a:pt x="185192" y="20407"/>
                    <a:pt x="178059" y="27807"/>
                  </a:cubicBezTo>
                  <a:cubicBezTo>
                    <a:pt x="167978" y="38266"/>
                    <a:pt x="165598" y="42256"/>
                    <a:pt x="167369" y="45725"/>
                  </a:cubicBezTo>
                  <a:cubicBezTo>
                    <a:pt x="174634" y="59948"/>
                    <a:pt x="171699" y="83751"/>
                    <a:pt x="163079" y="80524"/>
                  </a:cubicBezTo>
                  <a:cubicBezTo>
                    <a:pt x="159180" y="79065"/>
                    <a:pt x="159137" y="79384"/>
                    <a:pt x="162631" y="83796"/>
                  </a:cubicBezTo>
                  <a:cubicBezTo>
                    <a:pt x="164761" y="86485"/>
                    <a:pt x="168536" y="90769"/>
                    <a:pt x="171021" y="93315"/>
                  </a:cubicBezTo>
                  <a:cubicBezTo>
                    <a:pt x="175834" y="98246"/>
                    <a:pt x="176913" y="105657"/>
                    <a:pt x="173406" y="109690"/>
                  </a:cubicBezTo>
                  <a:cubicBezTo>
                    <a:pt x="169336" y="114370"/>
                    <a:pt x="164942" y="132862"/>
                    <a:pt x="164850" y="145701"/>
                  </a:cubicBezTo>
                  <a:cubicBezTo>
                    <a:pt x="164711" y="165107"/>
                    <a:pt x="165194" y="167798"/>
                    <a:pt x="169084" y="169291"/>
                  </a:cubicBezTo>
                  <a:cubicBezTo>
                    <a:pt x="171992" y="170406"/>
                    <a:pt x="172437" y="178546"/>
                    <a:pt x="171477" y="213103"/>
                  </a:cubicBezTo>
                  <a:cubicBezTo>
                    <a:pt x="170471" y="249367"/>
                    <a:pt x="170869" y="255764"/>
                    <a:pt x="174210" y="257046"/>
                  </a:cubicBezTo>
                  <a:cubicBezTo>
                    <a:pt x="176360" y="257871"/>
                    <a:pt x="178120" y="260081"/>
                    <a:pt x="178120" y="261958"/>
                  </a:cubicBezTo>
                  <a:cubicBezTo>
                    <a:pt x="178120" y="263834"/>
                    <a:pt x="179975" y="267225"/>
                    <a:pt x="182243" y="269492"/>
                  </a:cubicBezTo>
                  <a:cubicBezTo>
                    <a:pt x="184511" y="271760"/>
                    <a:pt x="185723" y="275291"/>
                    <a:pt x="184937" y="277338"/>
                  </a:cubicBezTo>
                  <a:cubicBezTo>
                    <a:pt x="183466" y="281172"/>
                    <a:pt x="186953" y="284533"/>
                    <a:pt x="193415" y="285510"/>
                  </a:cubicBezTo>
                  <a:cubicBezTo>
                    <a:pt x="195439" y="285815"/>
                    <a:pt x="198251" y="288132"/>
                    <a:pt x="199664" y="290658"/>
                  </a:cubicBezTo>
                  <a:cubicBezTo>
                    <a:pt x="201078" y="293183"/>
                    <a:pt x="204796" y="297811"/>
                    <a:pt x="207927" y="300943"/>
                  </a:cubicBezTo>
                  <a:cubicBezTo>
                    <a:pt x="211058" y="304074"/>
                    <a:pt x="216366" y="310492"/>
                    <a:pt x="219722" y="315205"/>
                  </a:cubicBezTo>
                  <a:cubicBezTo>
                    <a:pt x="223078" y="319918"/>
                    <a:pt x="229657" y="327140"/>
                    <a:pt x="234342" y="331253"/>
                  </a:cubicBezTo>
                  <a:cubicBezTo>
                    <a:pt x="239027" y="335367"/>
                    <a:pt x="242630" y="340605"/>
                    <a:pt x="242348" y="342893"/>
                  </a:cubicBezTo>
                  <a:cubicBezTo>
                    <a:pt x="242066" y="345182"/>
                    <a:pt x="242758" y="350373"/>
                    <a:pt x="243886" y="354430"/>
                  </a:cubicBezTo>
                  <a:cubicBezTo>
                    <a:pt x="245242" y="359308"/>
                    <a:pt x="244910" y="362440"/>
                    <a:pt x="242906" y="363679"/>
                  </a:cubicBezTo>
                  <a:cubicBezTo>
                    <a:pt x="240669" y="365062"/>
                    <a:pt x="240599" y="367456"/>
                    <a:pt x="242638" y="372819"/>
                  </a:cubicBezTo>
                  <a:cubicBezTo>
                    <a:pt x="245274" y="379752"/>
                    <a:pt x="245565" y="379861"/>
                    <a:pt x="248980" y="375191"/>
                  </a:cubicBezTo>
                  <a:cubicBezTo>
                    <a:pt x="253071" y="369596"/>
                    <a:pt x="256854" y="372003"/>
                    <a:pt x="256854" y="380201"/>
                  </a:cubicBezTo>
                  <a:cubicBezTo>
                    <a:pt x="256854" y="384054"/>
                    <a:pt x="258448" y="385776"/>
                    <a:pt x="262017" y="385776"/>
                  </a:cubicBezTo>
                  <a:cubicBezTo>
                    <a:pt x="266316" y="385777"/>
                    <a:pt x="267243" y="387623"/>
                    <a:pt x="267554" y="396801"/>
                  </a:cubicBezTo>
                  <a:cubicBezTo>
                    <a:pt x="267995" y="409833"/>
                    <a:pt x="271290" y="414537"/>
                    <a:pt x="281559" y="416793"/>
                  </a:cubicBezTo>
                  <a:cubicBezTo>
                    <a:pt x="287964" y="418199"/>
                    <a:pt x="289378" y="420020"/>
                    <a:pt x="290755" y="428632"/>
                  </a:cubicBezTo>
                  <a:cubicBezTo>
                    <a:pt x="291650" y="434230"/>
                    <a:pt x="293391" y="439433"/>
                    <a:pt x="294624" y="440196"/>
                  </a:cubicBezTo>
                  <a:cubicBezTo>
                    <a:pt x="295858" y="440958"/>
                    <a:pt x="296867" y="446160"/>
                    <a:pt x="296867" y="451755"/>
                  </a:cubicBezTo>
                  <a:cubicBezTo>
                    <a:pt x="296867" y="461851"/>
                    <a:pt x="296793" y="461926"/>
                    <a:pt x="287186" y="461588"/>
                  </a:cubicBezTo>
                  <a:cubicBezTo>
                    <a:pt x="281862" y="461400"/>
                    <a:pt x="258020" y="459243"/>
                    <a:pt x="234204" y="456793"/>
                  </a:cubicBezTo>
                  <a:close/>
                </a:path>
              </a:pathLst>
            </a:custGeom>
            <a:solidFill>
              <a:srgbClr val="B9B9B9"/>
            </a:solidFill>
            <a:ln w="5163" cap="flat">
              <a:noFill/>
              <a:prstDash val="solid"/>
              <a:miter/>
            </a:ln>
          </p:spPr>
          <p:txBody>
            <a:bodyPr/>
            <a:lstStyle/>
            <a:p>
              <a:endParaRPr lang="es-419" noProof="0" dirty="0"/>
            </a:p>
          </p:txBody>
        </p:sp>
        <p:sp>
          <p:nvSpPr>
            <p:cNvPr id="108" name="Forma libre: forma 107">
              <a:extLst>
                <a:ext uri="{FF2B5EF4-FFF2-40B4-BE49-F238E27FC236}">
                  <a16:creationId xmlns:a16="http://schemas.microsoft.com/office/drawing/2014/main" id="{AC1B6E91-6716-A9B7-A952-A756CC405ACF}"/>
                </a:ext>
              </a:extLst>
            </p:cNvPr>
            <p:cNvSpPr/>
            <p:nvPr/>
          </p:nvSpPr>
          <p:spPr>
            <a:xfrm>
              <a:off x="259777" y="1434618"/>
              <a:ext cx="20905" cy="34765"/>
            </a:xfrm>
            <a:custGeom>
              <a:avLst/>
              <a:gdLst>
                <a:gd name="csX0" fmla="*/ 7343 w 20905"/>
                <a:gd name="csY0" fmla="*/ 31742 h 34765"/>
                <a:gd name="csX1" fmla="*/ 5095 w 20905"/>
                <a:gd name="csY1" fmla="*/ 22712 h 34765"/>
                <a:gd name="csX2" fmla="*/ 11946 w 20905"/>
                <a:gd name="csY2" fmla="*/ 12959 h 34765"/>
                <a:gd name="csX3" fmla="*/ 17992 w 20905"/>
                <a:gd name="csY3" fmla="*/ 1997 h 34765"/>
                <a:gd name="csX4" fmla="*/ 19063 w 20905"/>
                <a:gd name="csY4" fmla="*/ 27093 h 34765"/>
                <a:gd name="csX5" fmla="*/ 7343 w 20905"/>
                <a:gd name="csY5" fmla="*/ 31742 h 34765"/>
              </a:gdLst>
              <a:ahLst/>
              <a:cxnLst>
                <a:cxn ang="0">
                  <a:pos x="csX0" y="csY0"/>
                </a:cxn>
                <a:cxn ang="0">
                  <a:pos x="csX1" y="csY1"/>
                </a:cxn>
                <a:cxn ang="0">
                  <a:pos x="csX2" y="csY2"/>
                </a:cxn>
                <a:cxn ang="0">
                  <a:pos x="csX3" y="csY3"/>
                </a:cxn>
                <a:cxn ang="0">
                  <a:pos x="csX4" y="csY4"/>
                </a:cxn>
                <a:cxn ang="0">
                  <a:pos x="csX5" y="csY5"/>
                </a:cxn>
              </a:cxnLst>
              <a:rect l="l" t="t" r="r" b="b"/>
              <a:pathLst>
                <a:path w="20905" h="34765">
                  <a:moveTo>
                    <a:pt x="7343" y="31742"/>
                  </a:moveTo>
                  <a:cubicBezTo>
                    <a:pt x="-1878" y="26647"/>
                    <a:pt x="-2170" y="25474"/>
                    <a:pt x="5095" y="22712"/>
                  </a:cubicBezTo>
                  <a:cubicBezTo>
                    <a:pt x="10179" y="20779"/>
                    <a:pt x="11916" y="18306"/>
                    <a:pt x="11946" y="12959"/>
                  </a:cubicBezTo>
                  <a:cubicBezTo>
                    <a:pt x="11996" y="3833"/>
                    <a:pt x="16177" y="-3749"/>
                    <a:pt x="17992" y="1997"/>
                  </a:cubicBezTo>
                  <a:cubicBezTo>
                    <a:pt x="21527" y="13191"/>
                    <a:pt x="21797" y="19522"/>
                    <a:pt x="19063" y="27093"/>
                  </a:cubicBezTo>
                  <a:cubicBezTo>
                    <a:pt x="15722" y="36343"/>
                    <a:pt x="15691" y="36355"/>
                    <a:pt x="7343" y="31742"/>
                  </a:cubicBezTo>
                  <a:close/>
                </a:path>
              </a:pathLst>
            </a:custGeom>
            <a:solidFill>
              <a:srgbClr val="B9B9B9"/>
            </a:solidFill>
            <a:ln w="5163" cap="flat">
              <a:noFill/>
              <a:prstDash val="solid"/>
              <a:miter/>
            </a:ln>
          </p:spPr>
          <p:txBody>
            <a:bodyPr/>
            <a:lstStyle/>
            <a:p>
              <a:endParaRPr lang="es-419" noProof="0" dirty="0"/>
            </a:p>
          </p:txBody>
        </p:sp>
        <p:sp>
          <p:nvSpPr>
            <p:cNvPr id="109" name="Forma libre: forma 108">
              <a:extLst>
                <a:ext uri="{FF2B5EF4-FFF2-40B4-BE49-F238E27FC236}">
                  <a16:creationId xmlns:a16="http://schemas.microsoft.com/office/drawing/2014/main" id="{65A673D4-02EA-7795-D258-7BFCA753B20C}"/>
                </a:ext>
              </a:extLst>
            </p:cNvPr>
            <p:cNvSpPr/>
            <p:nvPr/>
          </p:nvSpPr>
          <p:spPr>
            <a:xfrm>
              <a:off x="73152" y="1375664"/>
              <a:ext cx="14357" cy="42577"/>
            </a:xfrm>
            <a:custGeom>
              <a:avLst/>
              <a:gdLst>
                <a:gd name="csX0" fmla="*/ 7495 w 14357"/>
                <a:gd name="csY0" fmla="*/ 37645 h 42577"/>
                <a:gd name="csX1" fmla="*/ 3632 w 14357"/>
                <a:gd name="csY1" fmla="*/ 24738 h 42577"/>
                <a:gd name="csX2" fmla="*/ 3632 w 14357"/>
                <a:gd name="csY2" fmla="*/ 1505 h 42577"/>
                <a:gd name="csX3" fmla="*/ 7504 w 14357"/>
                <a:gd name="csY3" fmla="*/ 6137 h 42577"/>
                <a:gd name="csX4" fmla="*/ 10146 w 14357"/>
                <a:gd name="csY4" fmla="*/ 14863 h 42577"/>
                <a:gd name="csX5" fmla="*/ 11643 w 14357"/>
                <a:gd name="csY5" fmla="*/ 38936 h 42577"/>
                <a:gd name="csX6" fmla="*/ 7495 w 14357"/>
                <a:gd name="csY6" fmla="*/ 37645 h 42577"/>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4357" h="42577">
                  <a:moveTo>
                    <a:pt x="7495" y="37645"/>
                  </a:moveTo>
                  <a:cubicBezTo>
                    <a:pt x="7399" y="34096"/>
                    <a:pt x="5661" y="28288"/>
                    <a:pt x="3632" y="24738"/>
                  </a:cubicBezTo>
                  <a:cubicBezTo>
                    <a:pt x="-1211" y="16267"/>
                    <a:pt x="-1211" y="5524"/>
                    <a:pt x="3632" y="1505"/>
                  </a:cubicBezTo>
                  <a:cubicBezTo>
                    <a:pt x="6929" y="-1232"/>
                    <a:pt x="7504" y="-544"/>
                    <a:pt x="7504" y="6137"/>
                  </a:cubicBezTo>
                  <a:cubicBezTo>
                    <a:pt x="7504" y="10452"/>
                    <a:pt x="8693" y="14378"/>
                    <a:pt x="10146" y="14863"/>
                  </a:cubicBezTo>
                  <a:cubicBezTo>
                    <a:pt x="14898" y="16447"/>
                    <a:pt x="15948" y="33343"/>
                    <a:pt x="11643" y="38936"/>
                  </a:cubicBezTo>
                  <a:cubicBezTo>
                    <a:pt x="7745" y="44000"/>
                    <a:pt x="7665" y="43975"/>
                    <a:pt x="7495" y="37645"/>
                  </a:cubicBezTo>
                  <a:close/>
                </a:path>
              </a:pathLst>
            </a:custGeom>
            <a:solidFill>
              <a:srgbClr val="B9B9B9"/>
            </a:solidFill>
            <a:ln w="5163" cap="flat">
              <a:noFill/>
              <a:prstDash val="solid"/>
              <a:miter/>
            </a:ln>
          </p:spPr>
          <p:txBody>
            <a:bodyPr/>
            <a:lstStyle/>
            <a:p>
              <a:endParaRPr lang="es-419" noProof="0" dirty="0"/>
            </a:p>
          </p:txBody>
        </p:sp>
        <p:sp>
          <p:nvSpPr>
            <p:cNvPr id="110" name="Forma libre: forma 109">
              <a:extLst>
                <a:ext uri="{FF2B5EF4-FFF2-40B4-BE49-F238E27FC236}">
                  <a16:creationId xmlns:a16="http://schemas.microsoft.com/office/drawing/2014/main" id="{0E307512-BD99-FDFD-1296-12C046B0DEB0}"/>
                </a:ext>
              </a:extLst>
            </p:cNvPr>
            <p:cNvSpPr/>
            <p:nvPr/>
          </p:nvSpPr>
          <p:spPr>
            <a:xfrm>
              <a:off x="420547" y="1341567"/>
              <a:ext cx="36589" cy="57857"/>
            </a:xfrm>
            <a:custGeom>
              <a:avLst/>
              <a:gdLst>
                <a:gd name="csX0" fmla="*/ 24033 w 36589"/>
                <a:gd name="csY0" fmla="*/ 48231 h 57857"/>
                <a:gd name="csX1" fmla="*/ 8875 w 36589"/>
                <a:gd name="csY1" fmla="*/ 31730 h 57857"/>
                <a:gd name="csX2" fmla="*/ 2815 w 36589"/>
                <a:gd name="csY2" fmla="*/ 140 h 57857"/>
                <a:gd name="csX3" fmla="*/ 18571 w 36589"/>
                <a:gd name="csY3" fmla="*/ 17532 h 57857"/>
                <a:gd name="csX4" fmla="*/ 26156 w 36589"/>
                <a:gd name="csY4" fmla="*/ 27858 h 57857"/>
                <a:gd name="csX5" fmla="*/ 32361 w 36589"/>
                <a:gd name="csY5" fmla="*/ 36599 h 57857"/>
                <a:gd name="csX6" fmla="*/ 34380 w 36589"/>
                <a:gd name="csY6" fmla="*/ 51018 h 57857"/>
                <a:gd name="csX7" fmla="*/ 24033 w 36589"/>
                <a:gd name="csY7" fmla="*/ 48231 h 578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6589" h="57857">
                  <a:moveTo>
                    <a:pt x="24033" y="48231"/>
                  </a:moveTo>
                  <a:cubicBezTo>
                    <a:pt x="18251" y="41995"/>
                    <a:pt x="11430" y="34569"/>
                    <a:pt x="8875" y="31730"/>
                  </a:cubicBezTo>
                  <a:cubicBezTo>
                    <a:pt x="870" y="22831"/>
                    <a:pt x="-3051" y="2391"/>
                    <a:pt x="2815" y="140"/>
                  </a:cubicBezTo>
                  <a:cubicBezTo>
                    <a:pt x="7073" y="-1494"/>
                    <a:pt x="18931" y="11596"/>
                    <a:pt x="18571" y="17532"/>
                  </a:cubicBezTo>
                  <a:cubicBezTo>
                    <a:pt x="18043" y="26212"/>
                    <a:pt x="19252" y="27858"/>
                    <a:pt x="26156" y="27858"/>
                  </a:cubicBezTo>
                  <a:cubicBezTo>
                    <a:pt x="32848" y="27858"/>
                    <a:pt x="33306" y="28504"/>
                    <a:pt x="32361" y="36599"/>
                  </a:cubicBezTo>
                  <a:cubicBezTo>
                    <a:pt x="31800" y="41406"/>
                    <a:pt x="32708" y="47895"/>
                    <a:pt x="34380" y="51018"/>
                  </a:cubicBezTo>
                  <a:cubicBezTo>
                    <a:pt x="39819" y="61181"/>
                    <a:pt x="34782" y="59825"/>
                    <a:pt x="24033" y="48231"/>
                  </a:cubicBezTo>
                  <a:close/>
                </a:path>
              </a:pathLst>
            </a:custGeom>
            <a:solidFill>
              <a:srgbClr val="B9B9B9"/>
            </a:solidFill>
            <a:ln w="5163" cap="flat">
              <a:noFill/>
              <a:prstDash val="solid"/>
              <a:miter/>
            </a:ln>
          </p:spPr>
          <p:txBody>
            <a:bodyPr/>
            <a:lstStyle/>
            <a:p>
              <a:endParaRPr lang="es-419" noProof="0" dirty="0"/>
            </a:p>
          </p:txBody>
        </p:sp>
      </p:grpSp>
      <p:grpSp>
        <p:nvGrpSpPr>
          <p:cNvPr id="111" name="Gráfico 39">
            <a:extLst>
              <a:ext uri="{FF2B5EF4-FFF2-40B4-BE49-F238E27FC236}">
                <a16:creationId xmlns:a16="http://schemas.microsoft.com/office/drawing/2014/main" id="{4977F2FC-ACBB-45E0-F39E-D0DE02E372D2}"/>
              </a:ext>
            </a:extLst>
          </p:cNvPr>
          <p:cNvGrpSpPr/>
          <p:nvPr/>
        </p:nvGrpSpPr>
        <p:grpSpPr>
          <a:xfrm>
            <a:off x="347681" y="1057339"/>
            <a:ext cx="481325" cy="621418"/>
            <a:chOff x="347681" y="1057339"/>
            <a:chExt cx="481325" cy="621418"/>
          </a:xfrm>
          <a:solidFill>
            <a:srgbClr val="B9B9B9"/>
          </a:solidFill>
        </p:grpSpPr>
        <p:grpSp>
          <p:nvGrpSpPr>
            <p:cNvPr id="112" name="Gráfico 39">
              <a:extLst>
                <a:ext uri="{FF2B5EF4-FFF2-40B4-BE49-F238E27FC236}">
                  <a16:creationId xmlns:a16="http://schemas.microsoft.com/office/drawing/2014/main" id="{D9CC6DBF-3C91-0BA1-DCA0-F0C2C6016446}"/>
                </a:ext>
              </a:extLst>
            </p:cNvPr>
            <p:cNvGrpSpPr/>
            <p:nvPr/>
          </p:nvGrpSpPr>
          <p:grpSpPr>
            <a:xfrm>
              <a:off x="492211" y="1384222"/>
              <a:ext cx="33498" cy="51895"/>
              <a:chOff x="492211" y="1384222"/>
              <a:chExt cx="33498" cy="51895"/>
            </a:xfrm>
            <a:solidFill>
              <a:srgbClr val="B9B9B9"/>
            </a:solidFill>
          </p:grpSpPr>
          <p:sp>
            <p:nvSpPr>
              <p:cNvPr id="113" name="Forma libre: forma 112">
                <a:extLst>
                  <a:ext uri="{FF2B5EF4-FFF2-40B4-BE49-F238E27FC236}">
                    <a16:creationId xmlns:a16="http://schemas.microsoft.com/office/drawing/2014/main" id="{D7C6641C-B259-6FAA-033F-624601F3DE3B}"/>
                  </a:ext>
                </a:extLst>
              </p:cNvPr>
              <p:cNvSpPr/>
              <p:nvPr/>
            </p:nvSpPr>
            <p:spPr>
              <a:xfrm>
                <a:off x="492211" y="1428798"/>
                <a:ext cx="6246" cy="7319"/>
              </a:xfrm>
              <a:custGeom>
                <a:avLst/>
                <a:gdLst>
                  <a:gd name="csX0" fmla="*/ 460 w 6246"/>
                  <a:gd name="csY0" fmla="*/ 4088 h 7319"/>
                  <a:gd name="csX1" fmla="*/ 4549 w 6246"/>
                  <a:gd name="csY1" fmla="*/ 0 h 7319"/>
                  <a:gd name="csX2" fmla="*/ 1959 w 6246"/>
                  <a:gd name="csY2" fmla="*/ 7153 h 7319"/>
                  <a:gd name="csX3" fmla="*/ 460 w 6246"/>
                  <a:gd name="csY3" fmla="*/ 4088 h 7319"/>
                </a:gdLst>
                <a:ahLst/>
                <a:cxnLst>
                  <a:cxn ang="0">
                    <a:pos x="csX0" y="csY0"/>
                  </a:cxn>
                  <a:cxn ang="0">
                    <a:pos x="csX1" y="csY1"/>
                  </a:cxn>
                  <a:cxn ang="0">
                    <a:pos x="csX2" y="csY2"/>
                  </a:cxn>
                  <a:cxn ang="0">
                    <a:pos x="csX3" y="csY3"/>
                  </a:cxn>
                </a:cxnLst>
                <a:rect l="l" t="t" r="r" b="b"/>
                <a:pathLst>
                  <a:path w="6246" h="7319">
                    <a:moveTo>
                      <a:pt x="460" y="4088"/>
                    </a:moveTo>
                    <a:cubicBezTo>
                      <a:pt x="1323" y="1840"/>
                      <a:pt x="3163" y="0"/>
                      <a:pt x="4549" y="0"/>
                    </a:cubicBezTo>
                    <a:cubicBezTo>
                      <a:pt x="7942" y="0"/>
                      <a:pt x="5818" y="5867"/>
                      <a:pt x="1959" y="7153"/>
                    </a:cubicBezTo>
                    <a:cubicBezTo>
                      <a:pt x="72" y="7782"/>
                      <a:pt x="-505" y="6602"/>
                      <a:pt x="460" y="4088"/>
                    </a:cubicBezTo>
                    <a:close/>
                  </a:path>
                </a:pathLst>
              </a:custGeom>
              <a:solidFill>
                <a:srgbClr val="B9B9B9"/>
              </a:solidFill>
              <a:ln w="5163" cap="flat">
                <a:noFill/>
                <a:prstDash val="solid"/>
                <a:miter/>
              </a:ln>
            </p:spPr>
            <p:txBody>
              <a:bodyPr/>
              <a:lstStyle/>
              <a:p>
                <a:endParaRPr lang="es-419" noProof="0" dirty="0"/>
              </a:p>
            </p:txBody>
          </p:sp>
          <p:sp>
            <p:nvSpPr>
              <p:cNvPr id="114" name="Forma libre: forma 113">
                <a:extLst>
                  <a:ext uri="{FF2B5EF4-FFF2-40B4-BE49-F238E27FC236}">
                    <a16:creationId xmlns:a16="http://schemas.microsoft.com/office/drawing/2014/main" id="{A2E5D840-DC33-F34C-7727-54413695D212}"/>
                  </a:ext>
                </a:extLst>
              </p:cNvPr>
              <p:cNvSpPr/>
              <p:nvPr/>
            </p:nvSpPr>
            <p:spPr>
              <a:xfrm>
                <a:off x="495379" y="1384222"/>
                <a:ext cx="30331" cy="44105"/>
              </a:xfrm>
              <a:custGeom>
                <a:avLst/>
                <a:gdLst>
                  <a:gd name="csX0" fmla="*/ 10578 w 30331"/>
                  <a:gd name="csY0" fmla="*/ 40845 h 44105"/>
                  <a:gd name="csX1" fmla="*/ 3426 w 30331"/>
                  <a:gd name="csY1" fmla="*/ 27268 h 44105"/>
                  <a:gd name="csX2" fmla="*/ 8634 w 30331"/>
                  <a:gd name="csY2" fmla="*/ 13316 h 44105"/>
                  <a:gd name="csX3" fmla="*/ 25629 w 30331"/>
                  <a:gd name="csY3" fmla="*/ 1695 h 44105"/>
                  <a:gd name="csX4" fmla="*/ 27283 w 30331"/>
                  <a:gd name="csY4" fmla="*/ 34769 h 44105"/>
                  <a:gd name="csX5" fmla="*/ 10578 w 30331"/>
                  <a:gd name="csY5" fmla="*/ 40845 h 44105"/>
                </a:gdLst>
                <a:ahLst/>
                <a:cxnLst>
                  <a:cxn ang="0">
                    <a:pos x="csX0" y="csY0"/>
                  </a:cxn>
                  <a:cxn ang="0">
                    <a:pos x="csX1" y="csY1"/>
                  </a:cxn>
                  <a:cxn ang="0">
                    <a:pos x="csX2" y="csY2"/>
                  </a:cxn>
                  <a:cxn ang="0">
                    <a:pos x="csX3" y="csY3"/>
                  </a:cxn>
                  <a:cxn ang="0">
                    <a:pos x="csX4" y="csY4"/>
                  </a:cxn>
                  <a:cxn ang="0">
                    <a:pos x="csX5" y="csY5"/>
                  </a:cxn>
                </a:cxnLst>
                <a:rect l="l" t="t" r="r" b="b"/>
                <a:pathLst>
                  <a:path w="30331" h="44105">
                    <a:moveTo>
                      <a:pt x="10578" y="40845"/>
                    </a:moveTo>
                    <a:cubicBezTo>
                      <a:pt x="-1917" y="34327"/>
                      <a:pt x="-2001" y="34167"/>
                      <a:pt x="3426" y="27268"/>
                    </a:cubicBezTo>
                    <a:cubicBezTo>
                      <a:pt x="6291" y="23626"/>
                      <a:pt x="8634" y="17348"/>
                      <a:pt x="8634" y="13316"/>
                    </a:cubicBezTo>
                    <a:cubicBezTo>
                      <a:pt x="8634" y="4586"/>
                      <a:pt x="20679" y="-3650"/>
                      <a:pt x="25629" y="1695"/>
                    </a:cubicBezTo>
                    <a:cubicBezTo>
                      <a:pt x="31123" y="7627"/>
                      <a:pt x="31970" y="24580"/>
                      <a:pt x="27283" y="34769"/>
                    </a:cubicBezTo>
                    <a:cubicBezTo>
                      <a:pt x="22315" y="45567"/>
                      <a:pt x="20734" y="46142"/>
                      <a:pt x="10578" y="40845"/>
                    </a:cubicBezTo>
                    <a:close/>
                  </a:path>
                </a:pathLst>
              </a:custGeom>
              <a:solidFill>
                <a:srgbClr val="B9B9B9"/>
              </a:solidFill>
              <a:ln w="5163" cap="flat">
                <a:noFill/>
                <a:prstDash val="solid"/>
                <a:miter/>
              </a:ln>
            </p:spPr>
            <p:txBody>
              <a:bodyPr/>
              <a:lstStyle/>
              <a:p>
                <a:endParaRPr lang="es-419" noProof="0" dirty="0"/>
              </a:p>
            </p:txBody>
          </p:sp>
        </p:grpSp>
        <p:grpSp>
          <p:nvGrpSpPr>
            <p:cNvPr id="115" name="Gráfico 39">
              <a:extLst>
                <a:ext uri="{FF2B5EF4-FFF2-40B4-BE49-F238E27FC236}">
                  <a16:creationId xmlns:a16="http://schemas.microsoft.com/office/drawing/2014/main" id="{9075FEDC-C2C7-3B0C-4339-568C2E9A8DB0}"/>
                </a:ext>
              </a:extLst>
            </p:cNvPr>
            <p:cNvGrpSpPr/>
            <p:nvPr/>
          </p:nvGrpSpPr>
          <p:grpSpPr>
            <a:xfrm>
              <a:off x="347681" y="1057339"/>
              <a:ext cx="481325" cy="621418"/>
              <a:chOff x="347681" y="1057339"/>
              <a:chExt cx="481325" cy="621418"/>
            </a:xfrm>
            <a:solidFill>
              <a:srgbClr val="B9B9B9"/>
            </a:solidFill>
          </p:grpSpPr>
          <p:sp>
            <p:nvSpPr>
              <p:cNvPr id="116" name="Forma libre: forma 115">
                <a:extLst>
                  <a:ext uri="{FF2B5EF4-FFF2-40B4-BE49-F238E27FC236}">
                    <a16:creationId xmlns:a16="http://schemas.microsoft.com/office/drawing/2014/main" id="{DAFBFCA7-1744-244B-7C9A-4D5FFBEB2470}"/>
                  </a:ext>
                </a:extLst>
              </p:cNvPr>
              <p:cNvSpPr/>
              <p:nvPr/>
            </p:nvSpPr>
            <p:spPr>
              <a:xfrm>
                <a:off x="347681" y="1057339"/>
                <a:ext cx="481325" cy="621418"/>
              </a:xfrm>
              <a:custGeom>
                <a:avLst/>
                <a:gdLst>
                  <a:gd name="csX0" fmla="*/ 392709 w 481325"/>
                  <a:gd name="csY0" fmla="*/ 609477 h 621418"/>
                  <a:gd name="csX1" fmla="*/ 388957 w 481325"/>
                  <a:gd name="csY1" fmla="*/ 594848 h 621418"/>
                  <a:gd name="csX2" fmla="*/ 382520 w 481325"/>
                  <a:gd name="csY2" fmla="*/ 582680 h 621418"/>
                  <a:gd name="csX3" fmla="*/ 381003 w 481325"/>
                  <a:gd name="csY3" fmla="*/ 575394 h 621418"/>
                  <a:gd name="csX4" fmla="*/ 376772 w 481325"/>
                  <a:gd name="csY4" fmla="*/ 573517 h 621418"/>
                  <a:gd name="csX5" fmla="*/ 372471 w 481325"/>
                  <a:gd name="csY5" fmla="*/ 575078 h 621418"/>
                  <a:gd name="csX6" fmla="*/ 371638 w 481325"/>
                  <a:gd name="csY6" fmla="*/ 577600 h 621418"/>
                  <a:gd name="csX7" fmla="*/ 373727 w 481325"/>
                  <a:gd name="csY7" fmla="*/ 583138 h 621418"/>
                  <a:gd name="csX8" fmla="*/ 369193 w 481325"/>
                  <a:gd name="csY8" fmla="*/ 580381 h 621418"/>
                  <a:gd name="csX9" fmla="*/ 364289 w 481325"/>
                  <a:gd name="csY9" fmla="*/ 578851 h 621418"/>
                  <a:gd name="csX10" fmla="*/ 358202 w 481325"/>
                  <a:gd name="csY10" fmla="*/ 578294 h 621418"/>
                  <a:gd name="csX11" fmla="*/ 344811 w 481325"/>
                  <a:gd name="csY11" fmla="*/ 546998 h 621418"/>
                  <a:gd name="csX12" fmla="*/ 347360 w 481325"/>
                  <a:gd name="csY12" fmla="*/ 544424 h 621418"/>
                  <a:gd name="csX13" fmla="*/ 329284 w 481325"/>
                  <a:gd name="csY13" fmla="*/ 536840 h 621418"/>
                  <a:gd name="csX14" fmla="*/ 312504 w 481325"/>
                  <a:gd name="csY14" fmla="*/ 531378 h 621418"/>
                  <a:gd name="csX15" fmla="*/ 299274 w 481325"/>
                  <a:gd name="csY15" fmla="*/ 523870 h 621418"/>
                  <a:gd name="csX16" fmla="*/ 298267 w 481325"/>
                  <a:gd name="csY16" fmla="*/ 519838 h 621418"/>
                  <a:gd name="csX17" fmla="*/ 294146 w 481325"/>
                  <a:gd name="csY17" fmla="*/ 506308 h 621418"/>
                  <a:gd name="csX18" fmla="*/ 290635 w 481325"/>
                  <a:gd name="csY18" fmla="*/ 495822 h 621418"/>
                  <a:gd name="csX19" fmla="*/ 290295 w 481325"/>
                  <a:gd name="csY19" fmla="*/ 485043 h 621418"/>
                  <a:gd name="csX20" fmla="*/ 292460 w 481325"/>
                  <a:gd name="csY20" fmla="*/ 479235 h 621418"/>
                  <a:gd name="csX21" fmla="*/ 293954 w 481325"/>
                  <a:gd name="csY21" fmla="*/ 469554 h 621418"/>
                  <a:gd name="csX22" fmla="*/ 288754 w 481325"/>
                  <a:gd name="csY22" fmla="*/ 460702 h 621418"/>
                  <a:gd name="csX23" fmla="*/ 283583 w 481325"/>
                  <a:gd name="csY23" fmla="*/ 460065 h 621418"/>
                  <a:gd name="csX24" fmla="*/ 278874 w 481325"/>
                  <a:gd name="csY24" fmla="*/ 460231 h 621418"/>
                  <a:gd name="csX25" fmla="*/ 272498 w 481325"/>
                  <a:gd name="csY25" fmla="*/ 449744 h 621418"/>
                  <a:gd name="csX26" fmla="*/ 269740 w 481325"/>
                  <a:gd name="csY26" fmla="*/ 445139 h 621418"/>
                  <a:gd name="csX27" fmla="*/ 268211 w 481325"/>
                  <a:gd name="csY27" fmla="*/ 450043 h 621418"/>
                  <a:gd name="csX28" fmla="*/ 267044 w 481325"/>
                  <a:gd name="csY28" fmla="*/ 456881 h 621418"/>
                  <a:gd name="csX29" fmla="*/ 259538 w 481325"/>
                  <a:gd name="csY29" fmla="*/ 454425 h 621418"/>
                  <a:gd name="csX30" fmla="*/ 254428 w 481325"/>
                  <a:gd name="csY30" fmla="*/ 444654 h 621418"/>
                  <a:gd name="csX31" fmla="*/ 249421 w 481325"/>
                  <a:gd name="csY31" fmla="*/ 443656 h 621418"/>
                  <a:gd name="csX32" fmla="*/ 238700 w 481325"/>
                  <a:gd name="csY32" fmla="*/ 428558 h 621418"/>
                  <a:gd name="csX33" fmla="*/ 224166 w 481325"/>
                  <a:gd name="csY33" fmla="*/ 409935 h 621418"/>
                  <a:gd name="csX34" fmla="*/ 213124 w 481325"/>
                  <a:gd name="csY34" fmla="*/ 401065 h 621418"/>
                  <a:gd name="csX35" fmla="*/ 206671 w 481325"/>
                  <a:gd name="csY35" fmla="*/ 388468 h 621418"/>
                  <a:gd name="csX36" fmla="*/ 204242 w 481325"/>
                  <a:gd name="csY36" fmla="*/ 374041 h 621418"/>
                  <a:gd name="csX37" fmla="*/ 206562 w 481325"/>
                  <a:gd name="csY37" fmla="*/ 371283 h 621418"/>
                  <a:gd name="csX38" fmla="*/ 201394 w 481325"/>
                  <a:gd name="csY38" fmla="*/ 369855 h 621418"/>
                  <a:gd name="csX39" fmla="*/ 181743 w 481325"/>
                  <a:gd name="csY39" fmla="*/ 350072 h 621418"/>
                  <a:gd name="csX40" fmla="*/ 180840 w 481325"/>
                  <a:gd name="csY40" fmla="*/ 340015 h 621418"/>
                  <a:gd name="csX41" fmla="*/ 168342 w 481325"/>
                  <a:gd name="csY41" fmla="*/ 316750 h 621418"/>
                  <a:gd name="csX42" fmla="*/ 162786 w 481325"/>
                  <a:gd name="csY42" fmla="*/ 304341 h 621418"/>
                  <a:gd name="csX43" fmla="*/ 153959 w 481325"/>
                  <a:gd name="csY43" fmla="*/ 280463 h 621418"/>
                  <a:gd name="csX44" fmla="*/ 143231 w 481325"/>
                  <a:gd name="csY44" fmla="*/ 268201 h 621418"/>
                  <a:gd name="csX45" fmla="*/ 141096 w 481325"/>
                  <a:gd name="csY45" fmla="*/ 246493 h 621418"/>
                  <a:gd name="csX46" fmla="*/ 133510 w 481325"/>
                  <a:gd name="csY46" fmla="*/ 215932 h 621418"/>
                  <a:gd name="csX47" fmla="*/ 125786 w 481325"/>
                  <a:gd name="csY47" fmla="*/ 201792 h 621418"/>
                  <a:gd name="csX48" fmla="*/ 113580 w 481325"/>
                  <a:gd name="csY48" fmla="*/ 175023 h 621418"/>
                  <a:gd name="csX49" fmla="*/ 104703 w 481325"/>
                  <a:gd name="csY49" fmla="*/ 151035 h 621418"/>
                  <a:gd name="csX50" fmla="*/ 100240 w 481325"/>
                  <a:gd name="csY50" fmla="*/ 135893 h 621418"/>
                  <a:gd name="csX51" fmla="*/ 100240 w 481325"/>
                  <a:gd name="csY51" fmla="*/ 128463 h 621418"/>
                  <a:gd name="csX52" fmla="*/ 99247 w 481325"/>
                  <a:gd name="csY52" fmla="*/ 115142 h 621418"/>
                  <a:gd name="csX53" fmla="*/ 93791 w 481325"/>
                  <a:gd name="csY53" fmla="*/ 109442 h 621418"/>
                  <a:gd name="csX54" fmla="*/ 95549 w 481325"/>
                  <a:gd name="csY54" fmla="*/ 115250 h 621418"/>
                  <a:gd name="csX55" fmla="*/ 90800 w 481325"/>
                  <a:gd name="csY55" fmla="*/ 117023 h 621418"/>
                  <a:gd name="csX56" fmla="*/ 87172 w 481325"/>
                  <a:gd name="csY56" fmla="*/ 114272 h 621418"/>
                  <a:gd name="csX57" fmla="*/ 67148 w 481325"/>
                  <a:gd name="csY57" fmla="*/ 111209 h 621418"/>
                  <a:gd name="csX58" fmla="*/ 49971 w 481325"/>
                  <a:gd name="csY58" fmla="*/ 100232 h 621418"/>
                  <a:gd name="csX59" fmla="*/ 44090 w 481325"/>
                  <a:gd name="csY59" fmla="*/ 90574 h 621418"/>
                  <a:gd name="csX60" fmla="*/ 35863 w 481325"/>
                  <a:gd name="csY60" fmla="*/ 83433 h 621418"/>
                  <a:gd name="csX61" fmla="*/ 32588 w 481325"/>
                  <a:gd name="csY61" fmla="*/ 82069 h 621418"/>
                  <a:gd name="csX62" fmla="*/ 11771 w 481325"/>
                  <a:gd name="csY62" fmla="*/ 68233 h 621418"/>
                  <a:gd name="csX63" fmla="*/ 5348 w 481325"/>
                  <a:gd name="csY63" fmla="*/ 59589 h 621418"/>
                  <a:gd name="csX64" fmla="*/ 1583 w 481325"/>
                  <a:gd name="csY64" fmla="*/ 46912 h 621418"/>
                  <a:gd name="csX65" fmla="*/ 325 w 481325"/>
                  <a:gd name="csY65" fmla="*/ 17525 h 621418"/>
                  <a:gd name="csX66" fmla="*/ 4538 w 481325"/>
                  <a:gd name="csY66" fmla="*/ 6689 h 621418"/>
                  <a:gd name="csX67" fmla="*/ 10480 w 481325"/>
                  <a:gd name="csY67" fmla="*/ 0 h 621418"/>
                  <a:gd name="csX68" fmla="*/ 53074 w 481325"/>
                  <a:gd name="csY68" fmla="*/ 22147 h 621418"/>
                  <a:gd name="csX69" fmla="*/ 133099 w 481325"/>
                  <a:gd name="csY69" fmla="*/ 64285 h 621418"/>
                  <a:gd name="csX70" fmla="*/ 308638 w 481325"/>
                  <a:gd name="csY70" fmla="*/ 150152 h 621418"/>
                  <a:gd name="csX71" fmla="*/ 460324 w 481325"/>
                  <a:gd name="csY71" fmla="*/ 163865 h 621418"/>
                  <a:gd name="csX72" fmla="*/ 466125 w 481325"/>
                  <a:gd name="csY72" fmla="*/ 170071 h 621418"/>
                  <a:gd name="csX73" fmla="*/ 465714 w 481325"/>
                  <a:gd name="csY73" fmla="*/ 176317 h 621418"/>
                  <a:gd name="csX74" fmla="*/ 471176 w 481325"/>
                  <a:gd name="csY74" fmla="*/ 205515 h 621418"/>
                  <a:gd name="csX75" fmla="*/ 478356 w 481325"/>
                  <a:gd name="csY75" fmla="*/ 244968 h 621418"/>
                  <a:gd name="csX76" fmla="*/ 480666 w 481325"/>
                  <a:gd name="csY76" fmla="*/ 291434 h 621418"/>
                  <a:gd name="csX77" fmla="*/ 471606 w 481325"/>
                  <a:gd name="csY77" fmla="*/ 339879 h 621418"/>
                  <a:gd name="csX78" fmla="*/ 467718 w 481325"/>
                  <a:gd name="csY78" fmla="*/ 346935 h 621418"/>
                  <a:gd name="csX79" fmla="*/ 468256 w 481325"/>
                  <a:gd name="csY79" fmla="*/ 419216 h 621418"/>
                  <a:gd name="csX80" fmla="*/ 469120 w 481325"/>
                  <a:gd name="csY80" fmla="*/ 434705 h 621418"/>
                  <a:gd name="csX81" fmla="*/ 451760 w 481325"/>
                  <a:gd name="csY81" fmla="*/ 439004 h 621418"/>
                  <a:gd name="csX82" fmla="*/ 430017 w 481325"/>
                  <a:gd name="csY82" fmla="*/ 458164 h 621418"/>
                  <a:gd name="csX83" fmla="*/ 441207 w 481325"/>
                  <a:gd name="csY83" fmla="*/ 484914 h 621418"/>
                  <a:gd name="csX84" fmla="*/ 455538 w 481325"/>
                  <a:gd name="csY84" fmla="*/ 533438 h 621418"/>
                  <a:gd name="csX85" fmla="*/ 463393 w 481325"/>
                  <a:gd name="csY85" fmla="*/ 557324 h 621418"/>
                  <a:gd name="csX86" fmla="*/ 466107 w 481325"/>
                  <a:gd name="csY86" fmla="*/ 564704 h 621418"/>
                  <a:gd name="csX87" fmla="*/ 427332 w 481325"/>
                  <a:gd name="csY87" fmla="*/ 607875 h 621418"/>
                  <a:gd name="csX88" fmla="*/ 408378 w 481325"/>
                  <a:gd name="csY88" fmla="*/ 619278 h 621418"/>
                  <a:gd name="csX89" fmla="*/ 406733 w 481325"/>
                  <a:gd name="csY89" fmla="*/ 612610 h 621418"/>
                  <a:gd name="csX90" fmla="*/ 398989 w 481325"/>
                  <a:gd name="csY90" fmla="*/ 614115 h 621418"/>
                  <a:gd name="csX91" fmla="*/ 394277 w 481325"/>
                  <a:gd name="csY91" fmla="*/ 621279 h 621418"/>
                  <a:gd name="csX92" fmla="*/ 392709 w 481325"/>
                  <a:gd name="csY92" fmla="*/ 609477 h 62141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Lst>
                <a:rect l="l" t="t" r="r" b="b"/>
                <a:pathLst>
                  <a:path w="481325" h="621418">
                    <a:moveTo>
                      <a:pt x="392709" y="609477"/>
                    </a:moveTo>
                    <a:cubicBezTo>
                      <a:pt x="394253" y="597840"/>
                      <a:pt x="393887" y="596413"/>
                      <a:pt x="388957" y="594848"/>
                    </a:cubicBezTo>
                    <a:cubicBezTo>
                      <a:pt x="381454" y="592467"/>
                      <a:pt x="376874" y="583809"/>
                      <a:pt x="382520" y="582680"/>
                    </a:cubicBezTo>
                    <a:cubicBezTo>
                      <a:pt x="386074" y="581969"/>
                      <a:pt x="385853" y="580904"/>
                      <a:pt x="381003" y="575394"/>
                    </a:cubicBezTo>
                    <a:cubicBezTo>
                      <a:pt x="377016" y="570863"/>
                      <a:pt x="375755" y="570304"/>
                      <a:pt x="376772" y="573517"/>
                    </a:cubicBezTo>
                    <a:cubicBezTo>
                      <a:pt x="378038" y="577517"/>
                      <a:pt x="377495" y="577714"/>
                      <a:pt x="372471" y="575078"/>
                    </a:cubicBezTo>
                    <a:cubicBezTo>
                      <a:pt x="366755" y="572079"/>
                      <a:pt x="366750" y="572094"/>
                      <a:pt x="371638" y="577600"/>
                    </a:cubicBezTo>
                    <a:cubicBezTo>
                      <a:pt x="374343" y="580646"/>
                      <a:pt x="375283" y="583138"/>
                      <a:pt x="373727" y="583138"/>
                    </a:cubicBezTo>
                    <a:cubicBezTo>
                      <a:pt x="372171" y="583138"/>
                      <a:pt x="370131" y="581897"/>
                      <a:pt x="369193" y="580381"/>
                    </a:cubicBezTo>
                    <a:cubicBezTo>
                      <a:pt x="368256" y="578864"/>
                      <a:pt x="366049" y="578176"/>
                      <a:pt x="364289" y="578851"/>
                    </a:cubicBezTo>
                    <a:cubicBezTo>
                      <a:pt x="362530" y="579526"/>
                      <a:pt x="359790" y="579276"/>
                      <a:pt x="358202" y="578294"/>
                    </a:cubicBezTo>
                    <a:cubicBezTo>
                      <a:pt x="354056" y="575732"/>
                      <a:pt x="341762" y="546998"/>
                      <a:pt x="344811" y="546998"/>
                    </a:cubicBezTo>
                    <a:cubicBezTo>
                      <a:pt x="346213" y="546998"/>
                      <a:pt x="347360" y="545839"/>
                      <a:pt x="347360" y="544424"/>
                    </a:cubicBezTo>
                    <a:cubicBezTo>
                      <a:pt x="347360" y="541126"/>
                      <a:pt x="331006" y="534265"/>
                      <a:pt x="329284" y="536840"/>
                    </a:cubicBezTo>
                    <a:cubicBezTo>
                      <a:pt x="328570" y="537907"/>
                      <a:pt x="321020" y="535449"/>
                      <a:pt x="312504" y="531378"/>
                    </a:cubicBezTo>
                    <a:cubicBezTo>
                      <a:pt x="303989" y="527306"/>
                      <a:pt x="298035" y="523928"/>
                      <a:pt x="299274" y="523870"/>
                    </a:cubicBezTo>
                    <a:cubicBezTo>
                      <a:pt x="300512" y="523812"/>
                      <a:pt x="300059" y="521998"/>
                      <a:pt x="298267" y="519838"/>
                    </a:cubicBezTo>
                    <a:cubicBezTo>
                      <a:pt x="296474" y="517678"/>
                      <a:pt x="294620" y="511589"/>
                      <a:pt x="294146" y="506308"/>
                    </a:cubicBezTo>
                    <a:cubicBezTo>
                      <a:pt x="293672" y="501026"/>
                      <a:pt x="292092" y="496307"/>
                      <a:pt x="290635" y="495822"/>
                    </a:cubicBezTo>
                    <a:cubicBezTo>
                      <a:pt x="287387" y="494739"/>
                      <a:pt x="287081" y="485043"/>
                      <a:pt x="290295" y="485043"/>
                    </a:cubicBezTo>
                    <a:cubicBezTo>
                      <a:pt x="291564" y="485043"/>
                      <a:pt x="292539" y="482429"/>
                      <a:pt x="292460" y="479235"/>
                    </a:cubicBezTo>
                    <a:cubicBezTo>
                      <a:pt x="292381" y="476040"/>
                      <a:pt x="293054" y="471684"/>
                      <a:pt x="293954" y="469554"/>
                    </a:cubicBezTo>
                    <a:cubicBezTo>
                      <a:pt x="294994" y="467095"/>
                      <a:pt x="293096" y="463864"/>
                      <a:pt x="288754" y="460702"/>
                    </a:cubicBezTo>
                    <a:cubicBezTo>
                      <a:pt x="282831" y="456387"/>
                      <a:pt x="282139" y="456302"/>
                      <a:pt x="283583" y="460065"/>
                    </a:cubicBezTo>
                    <a:cubicBezTo>
                      <a:pt x="285131" y="464099"/>
                      <a:pt x="284795" y="464110"/>
                      <a:pt x="278874" y="460231"/>
                    </a:cubicBezTo>
                    <a:cubicBezTo>
                      <a:pt x="274972" y="457675"/>
                      <a:pt x="272498" y="453605"/>
                      <a:pt x="272498" y="449744"/>
                    </a:cubicBezTo>
                    <a:cubicBezTo>
                      <a:pt x="272498" y="445927"/>
                      <a:pt x="271409" y="444108"/>
                      <a:pt x="269740" y="445139"/>
                    </a:cubicBezTo>
                    <a:cubicBezTo>
                      <a:pt x="268224" y="446077"/>
                      <a:pt x="267535" y="448283"/>
                      <a:pt x="268211" y="450043"/>
                    </a:cubicBezTo>
                    <a:cubicBezTo>
                      <a:pt x="268886" y="451803"/>
                      <a:pt x="268361" y="454880"/>
                      <a:pt x="267044" y="456881"/>
                    </a:cubicBezTo>
                    <a:cubicBezTo>
                      <a:pt x="265087" y="459853"/>
                      <a:pt x="263712" y="459403"/>
                      <a:pt x="259538" y="454425"/>
                    </a:cubicBezTo>
                    <a:cubicBezTo>
                      <a:pt x="256727" y="451073"/>
                      <a:pt x="254428" y="446676"/>
                      <a:pt x="254428" y="444654"/>
                    </a:cubicBezTo>
                    <a:cubicBezTo>
                      <a:pt x="254428" y="441815"/>
                      <a:pt x="253286" y="441587"/>
                      <a:pt x="249421" y="443656"/>
                    </a:cubicBezTo>
                    <a:cubicBezTo>
                      <a:pt x="243479" y="446836"/>
                      <a:pt x="243193" y="446433"/>
                      <a:pt x="238700" y="428558"/>
                    </a:cubicBezTo>
                    <a:cubicBezTo>
                      <a:pt x="235500" y="415829"/>
                      <a:pt x="234285" y="414272"/>
                      <a:pt x="224166" y="409935"/>
                    </a:cubicBezTo>
                    <a:cubicBezTo>
                      <a:pt x="217728" y="407175"/>
                      <a:pt x="213124" y="403477"/>
                      <a:pt x="213124" y="401065"/>
                    </a:cubicBezTo>
                    <a:cubicBezTo>
                      <a:pt x="213124" y="398790"/>
                      <a:pt x="210220" y="393122"/>
                      <a:pt x="206671" y="388468"/>
                    </a:cubicBezTo>
                    <a:cubicBezTo>
                      <a:pt x="199265" y="378758"/>
                      <a:pt x="198471" y="374041"/>
                      <a:pt x="204242" y="374041"/>
                    </a:cubicBezTo>
                    <a:cubicBezTo>
                      <a:pt x="206455" y="374041"/>
                      <a:pt x="207499" y="372800"/>
                      <a:pt x="206562" y="371283"/>
                    </a:cubicBezTo>
                    <a:cubicBezTo>
                      <a:pt x="205625" y="369767"/>
                      <a:pt x="203299" y="369124"/>
                      <a:pt x="201394" y="369855"/>
                    </a:cubicBezTo>
                    <a:cubicBezTo>
                      <a:pt x="197850" y="371215"/>
                      <a:pt x="182472" y="355734"/>
                      <a:pt x="181743" y="350072"/>
                    </a:cubicBezTo>
                    <a:cubicBezTo>
                      <a:pt x="181521" y="348347"/>
                      <a:pt x="181114" y="343821"/>
                      <a:pt x="180840" y="340015"/>
                    </a:cubicBezTo>
                    <a:cubicBezTo>
                      <a:pt x="179988" y="328208"/>
                      <a:pt x="174287" y="317597"/>
                      <a:pt x="168342" y="316750"/>
                    </a:cubicBezTo>
                    <a:cubicBezTo>
                      <a:pt x="163596" y="316073"/>
                      <a:pt x="162786" y="314266"/>
                      <a:pt x="162786" y="304341"/>
                    </a:cubicBezTo>
                    <a:cubicBezTo>
                      <a:pt x="162786" y="295229"/>
                      <a:pt x="160883" y="290082"/>
                      <a:pt x="153959" y="280463"/>
                    </a:cubicBezTo>
                    <a:cubicBezTo>
                      <a:pt x="149104" y="273719"/>
                      <a:pt x="144276" y="268201"/>
                      <a:pt x="143231" y="268201"/>
                    </a:cubicBezTo>
                    <a:cubicBezTo>
                      <a:pt x="142186" y="268201"/>
                      <a:pt x="141225" y="258432"/>
                      <a:pt x="141096" y="246493"/>
                    </a:cubicBezTo>
                    <a:cubicBezTo>
                      <a:pt x="140831" y="221943"/>
                      <a:pt x="139743" y="217562"/>
                      <a:pt x="133510" y="215932"/>
                    </a:cubicBezTo>
                    <a:cubicBezTo>
                      <a:pt x="130755" y="215211"/>
                      <a:pt x="127873" y="209936"/>
                      <a:pt x="125786" y="201792"/>
                    </a:cubicBezTo>
                    <a:cubicBezTo>
                      <a:pt x="123955" y="194647"/>
                      <a:pt x="118462" y="182601"/>
                      <a:pt x="113580" y="175023"/>
                    </a:cubicBezTo>
                    <a:cubicBezTo>
                      <a:pt x="107284" y="165251"/>
                      <a:pt x="104703" y="158277"/>
                      <a:pt x="104703" y="151035"/>
                    </a:cubicBezTo>
                    <a:cubicBezTo>
                      <a:pt x="104703" y="144982"/>
                      <a:pt x="102887" y="138818"/>
                      <a:pt x="100240" y="135893"/>
                    </a:cubicBezTo>
                    <a:cubicBezTo>
                      <a:pt x="96009" y="131218"/>
                      <a:pt x="96009" y="130831"/>
                      <a:pt x="100240" y="128463"/>
                    </a:cubicBezTo>
                    <a:cubicBezTo>
                      <a:pt x="106103" y="125181"/>
                      <a:pt x="105871" y="122062"/>
                      <a:pt x="99247" y="115142"/>
                    </a:cubicBezTo>
                    <a:lnTo>
                      <a:pt x="93791" y="109442"/>
                    </a:lnTo>
                    <a:lnTo>
                      <a:pt x="95549" y="115250"/>
                    </a:lnTo>
                    <a:cubicBezTo>
                      <a:pt x="97517" y="121752"/>
                      <a:pt x="93229" y="123352"/>
                      <a:pt x="90800" y="117023"/>
                    </a:cubicBezTo>
                    <a:cubicBezTo>
                      <a:pt x="89948" y="114803"/>
                      <a:pt x="88316" y="113565"/>
                      <a:pt x="87172" y="114272"/>
                    </a:cubicBezTo>
                    <a:cubicBezTo>
                      <a:pt x="86029" y="114978"/>
                      <a:pt x="77018" y="113600"/>
                      <a:pt x="67148" y="111209"/>
                    </a:cubicBezTo>
                    <a:cubicBezTo>
                      <a:pt x="50330" y="107134"/>
                      <a:pt x="49251" y="106444"/>
                      <a:pt x="49971" y="100232"/>
                    </a:cubicBezTo>
                    <a:cubicBezTo>
                      <a:pt x="50552" y="95214"/>
                      <a:pt x="49124" y="92867"/>
                      <a:pt x="44090" y="90574"/>
                    </a:cubicBezTo>
                    <a:cubicBezTo>
                      <a:pt x="40433" y="88908"/>
                      <a:pt x="36731" y="85694"/>
                      <a:pt x="35863" y="83433"/>
                    </a:cubicBezTo>
                    <a:cubicBezTo>
                      <a:pt x="34873" y="80853"/>
                      <a:pt x="33654" y="80345"/>
                      <a:pt x="32588" y="82069"/>
                    </a:cubicBezTo>
                    <a:cubicBezTo>
                      <a:pt x="30403" y="85606"/>
                      <a:pt x="11771" y="73222"/>
                      <a:pt x="11771" y="68233"/>
                    </a:cubicBezTo>
                    <a:cubicBezTo>
                      <a:pt x="11771" y="66258"/>
                      <a:pt x="8881" y="62368"/>
                      <a:pt x="5348" y="59589"/>
                    </a:cubicBezTo>
                    <a:cubicBezTo>
                      <a:pt x="-304" y="55143"/>
                      <a:pt x="-756" y="53621"/>
                      <a:pt x="1583" y="46912"/>
                    </a:cubicBezTo>
                    <a:cubicBezTo>
                      <a:pt x="4225" y="39332"/>
                      <a:pt x="3631" y="25451"/>
                      <a:pt x="325" y="17525"/>
                    </a:cubicBezTo>
                    <a:cubicBezTo>
                      <a:pt x="-744" y="14961"/>
                      <a:pt x="864" y="10824"/>
                      <a:pt x="4538" y="6689"/>
                    </a:cubicBezTo>
                    <a:lnTo>
                      <a:pt x="10480" y="0"/>
                    </a:lnTo>
                    <a:lnTo>
                      <a:pt x="53074" y="22147"/>
                    </a:lnTo>
                    <a:cubicBezTo>
                      <a:pt x="76501" y="34328"/>
                      <a:pt x="112512" y="53290"/>
                      <a:pt x="133099" y="64285"/>
                    </a:cubicBezTo>
                    <a:cubicBezTo>
                      <a:pt x="293633" y="150024"/>
                      <a:pt x="290844" y="148660"/>
                      <a:pt x="308638" y="150152"/>
                    </a:cubicBezTo>
                    <a:cubicBezTo>
                      <a:pt x="379829" y="156121"/>
                      <a:pt x="453326" y="162765"/>
                      <a:pt x="460324" y="163865"/>
                    </a:cubicBezTo>
                    <a:cubicBezTo>
                      <a:pt x="467642" y="165014"/>
                      <a:pt x="468398" y="165824"/>
                      <a:pt x="466125" y="170071"/>
                    </a:cubicBezTo>
                    <a:cubicBezTo>
                      <a:pt x="464688" y="172758"/>
                      <a:pt x="464502" y="175568"/>
                      <a:pt x="465714" y="176317"/>
                    </a:cubicBezTo>
                    <a:cubicBezTo>
                      <a:pt x="466925" y="177066"/>
                      <a:pt x="469383" y="190205"/>
                      <a:pt x="471176" y="205515"/>
                    </a:cubicBezTo>
                    <a:cubicBezTo>
                      <a:pt x="472969" y="220825"/>
                      <a:pt x="476200" y="238579"/>
                      <a:pt x="478356" y="244968"/>
                    </a:cubicBezTo>
                    <a:cubicBezTo>
                      <a:pt x="481464" y="254178"/>
                      <a:pt x="481943" y="263804"/>
                      <a:pt x="480666" y="291434"/>
                    </a:cubicBezTo>
                    <a:cubicBezTo>
                      <a:pt x="478736" y="333232"/>
                      <a:pt x="477318" y="340812"/>
                      <a:pt x="471606" y="339879"/>
                    </a:cubicBezTo>
                    <a:cubicBezTo>
                      <a:pt x="468443" y="339362"/>
                      <a:pt x="467477" y="341115"/>
                      <a:pt x="467718" y="346935"/>
                    </a:cubicBezTo>
                    <a:cubicBezTo>
                      <a:pt x="467998" y="353675"/>
                      <a:pt x="468241" y="386395"/>
                      <a:pt x="468256" y="419216"/>
                    </a:cubicBezTo>
                    <a:cubicBezTo>
                      <a:pt x="468259" y="424895"/>
                      <a:pt x="468647" y="431865"/>
                      <a:pt x="469120" y="434705"/>
                    </a:cubicBezTo>
                    <a:cubicBezTo>
                      <a:pt x="469922" y="439526"/>
                      <a:pt x="468775" y="439811"/>
                      <a:pt x="451760" y="439004"/>
                    </a:cubicBezTo>
                    <a:cubicBezTo>
                      <a:pt x="428789" y="437915"/>
                      <a:pt x="426025" y="440351"/>
                      <a:pt x="430017" y="458164"/>
                    </a:cubicBezTo>
                    <a:cubicBezTo>
                      <a:pt x="431548" y="464996"/>
                      <a:pt x="436584" y="477034"/>
                      <a:pt x="441207" y="484914"/>
                    </a:cubicBezTo>
                    <a:cubicBezTo>
                      <a:pt x="456169" y="510414"/>
                      <a:pt x="459720" y="522439"/>
                      <a:pt x="455538" y="533438"/>
                    </a:cubicBezTo>
                    <a:cubicBezTo>
                      <a:pt x="452990" y="540141"/>
                      <a:pt x="458641" y="557324"/>
                      <a:pt x="463393" y="557324"/>
                    </a:cubicBezTo>
                    <a:cubicBezTo>
                      <a:pt x="464886" y="557324"/>
                      <a:pt x="466107" y="560645"/>
                      <a:pt x="466107" y="564704"/>
                    </a:cubicBezTo>
                    <a:cubicBezTo>
                      <a:pt x="466107" y="574709"/>
                      <a:pt x="449340" y="593376"/>
                      <a:pt x="427332" y="607875"/>
                    </a:cubicBezTo>
                    <a:cubicBezTo>
                      <a:pt x="417812" y="614147"/>
                      <a:pt x="409283" y="619278"/>
                      <a:pt x="408378" y="619278"/>
                    </a:cubicBezTo>
                    <a:cubicBezTo>
                      <a:pt x="407473" y="619278"/>
                      <a:pt x="406733" y="616277"/>
                      <a:pt x="406733" y="612610"/>
                    </a:cubicBezTo>
                    <a:cubicBezTo>
                      <a:pt x="406733" y="604379"/>
                      <a:pt x="401025" y="605489"/>
                      <a:pt x="398989" y="614115"/>
                    </a:cubicBezTo>
                    <a:cubicBezTo>
                      <a:pt x="398201" y="617454"/>
                      <a:pt x="396080" y="620678"/>
                      <a:pt x="394277" y="621279"/>
                    </a:cubicBezTo>
                    <a:cubicBezTo>
                      <a:pt x="391773" y="622114"/>
                      <a:pt x="391403" y="619327"/>
                      <a:pt x="392709" y="609477"/>
                    </a:cubicBezTo>
                    <a:close/>
                  </a:path>
                </a:pathLst>
              </a:custGeom>
              <a:solidFill>
                <a:srgbClr val="B9B9B9"/>
              </a:solidFill>
              <a:ln w="5163" cap="flat">
                <a:noFill/>
                <a:prstDash val="solid"/>
                <a:miter/>
              </a:ln>
            </p:spPr>
            <p:txBody>
              <a:bodyPr/>
              <a:lstStyle/>
              <a:p>
                <a:endParaRPr lang="es-419" noProof="0" dirty="0"/>
              </a:p>
            </p:txBody>
          </p:sp>
          <p:sp>
            <p:nvSpPr>
              <p:cNvPr id="117" name="Forma libre: forma 116">
                <a:extLst>
                  <a:ext uri="{FF2B5EF4-FFF2-40B4-BE49-F238E27FC236}">
                    <a16:creationId xmlns:a16="http://schemas.microsoft.com/office/drawing/2014/main" id="{57D882E6-F371-92A3-E94D-E61A3C4D1A63}"/>
                  </a:ext>
                </a:extLst>
              </p:cNvPr>
              <p:cNvSpPr/>
              <p:nvPr/>
            </p:nvSpPr>
            <p:spPr>
              <a:xfrm>
                <a:off x="356836" y="1137381"/>
                <a:ext cx="20516" cy="20135"/>
              </a:xfrm>
              <a:custGeom>
                <a:avLst/>
                <a:gdLst>
                  <a:gd name="csX0" fmla="*/ 3031 w 20516"/>
                  <a:gd name="csY0" fmla="*/ 13790 h 20135"/>
                  <a:gd name="csX1" fmla="*/ 11787 w 20516"/>
                  <a:gd name="csY1" fmla="*/ 6812 h 20135"/>
                  <a:gd name="csX2" fmla="*/ 16388 w 20516"/>
                  <a:gd name="csY2" fmla="*/ 8970 h 20135"/>
                  <a:gd name="csX3" fmla="*/ 17667 w 20516"/>
                  <a:gd name="csY3" fmla="*/ 5896 h 20135"/>
                  <a:gd name="csX4" fmla="*/ 16630 w 20516"/>
                  <a:gd name="csY4" fmla="*/ 16309 h 20135"/>
                  <a:gd name="csX5" fmla="*/ 3031 w 20516"/>
                  <a:gd name="csY5" fmla="*/ 13790 h 20135"/>
                </a:gdLst>
                <a:ahLst/>
                <a:cxnLst>
                  <a:cxn ang="0">
                    <a:pos x="csX0" y="csY0"/>
                  </a:cxn>
                  <a:cxn ang="0">
                    <a:pos x="csX1" y="csY1"/>
                  </a:cxn>
                  <a:cxn ang="0">
                    <a:pos x="csX2" y="csY2"/>
                  </a:cxn>
                  <a:cxn ang="0">
                    <a:pos x="csX3" y="csY3"/>
                  </a:cxn>
                  <a:cxn ang="0">
                    <a:pos x="csX4" y="csY4"/>
                  </a:cxn>
                  <a:cxn ang="0">
                    <a:pos x="csX5" y="csY5"/>
                  </a:cxn>
                </a:cxnLst>
                <a:rect l="l" t="t" r="r" b="b"/>
                <a:pathLst>
                  <a:path w="20516" h="20135">
                    <a:moveTo>
                      <a:pt x="3031" y="13790"/>
                    </a:moveTo>
                    <a:cubicBezTo>
                      <a:pt x="-3651" y="-875"/>
                      <a:pt x="1356" y="-4865"/>
                      <a:pt x="11787" y="6812"/>
                    </a:cubicBezTo>
                    <a:cubicBezTo>
                      <a:pt x="16355" y="11926"/>
                      <a:pt x="17642" y="12530"/>
                      <a:pt x="16388" y="8970"/>
                    </a:cubicBezTo>
                    <a:cubicBezTo>
                      <a:pt x="15184" y="5554"/>
                      <a:pt x="15578" y="4605"/>
                      <a:pt x="17667" y="5896"/>
                    </a:cubicBezTo>
                    <a:cubicBezTo>
                      <a:pt x="21766" y="8429"/>
                      <a:pt x="21462" y="11477"/>
                      <a:pt x="16630" y="16309"/>
                    </a:cubicBezTo>
                    <a:cubicBezTo>
                      <a:pt x="10809" y="22130"/>
                      <a:pt x="6464" y="21325"/>
                      <a:pt x="3031" y="13790"/>
                    </a:cubicBezTo>
                    <a:close/>
                  </a:path>
                </a:pathLst>
              </a:custGeom>
              <a:solidFill>
                <a:srgbClr val="B9B9B9"/>
              </a:solidFill>
              <a:ln w="5163" cap="flat">
                <a:noFill/>
                <a:prstDash val="solid"/>
                <a:miter/>
              </a:ln>
            </p:spPr>
            <p:txBody>
              <a:bodyPr/>
              <a:lstStyle/>
              <a:p>
                <a:endParaRPr lang="es-419" noProof="0" dirty="0"/>
              </a:p>
            </p:txBody>
          </p:sp>
        </p:grpSp>
      </p:grpSp>
    </p:spTree>
    <p:extLst>
      <p:ext uri="{BB962C8B-B14F-4D97-AF65-F5344CB8AC3E}">
        <p14:creationId xmlns:p14="http://schemas.microsoft.com/office/powerpoint/2010/main" val="133431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nodeType="with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wipe(down)">
                                      <p:cBhvr>
                                        <p:cTn id="7" dur="580">
                                          <p:stCondLst>
                                            <p:cond delay="0"/>
                                          </p:stCondLst>
                                        </p:cTn>
                                        <p:tgtEl>
                                          <p:spTgt spid="36"/>
                                        </p:tgtEl>
                                      </p:cBhvr>
                                    </p:animEffect>
                                    <p:anim calcmode="lin" valueType="num">
                                      <p:cBhvr>
                                        <p:cTn id="8" dur="1822" tmFilter="0,0; 0.14,0.36; 0.43,0.73; 0.71,0.91; 1.0,1.0">
                                          <p:stCondLst>
                                            <p:cond delay="0"/>
                                          </p:stCondLst>
                                        </p:cTn>
                                        <p:tgtEl>
                                          <p:spTgt spid="36"/>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36"/>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36"/>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36"/>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36"/>
                                        </p:tgtEl>
                                        <p:attrNameLst>
                                          <p:attrName>ppt_y</p:attrName>
                                        </p:attrNameLst>
                                      </p:cBhvr>
                                      <p:tavLst>
                                        <p:tav tm="0" fmla="#ppt_y-sin(pi*$)/81">
                                          <p:val>
                                            <p:fltVal val="0"/>
                                          </p:val>
                                        </p:tav>
                                        <p:tav tm="100000">
                                          <p:val>
                                            <p:fltVal val="1"/>
                                          </p:val>
                                        </p:tav>
                                      </p:tavLst>
                                    </p:anim>
                                    <p:animScale>
                                      <p:cBhvr>
                                        <p:cTn id="13" dur="26">
                                          <p:stCondLst>
                                            <p:cond delay="650"/>
                                          </p:stCondLst>
                                        </p:cTn>
                                        <p:tgtEl>
                                          <p:spTgt spid="36"/>
                                        </p:tgtEl>
                                      </p:cBhvr>
                                      <p:to x="100000" y="60000"/>
                                    </p:animScale>
                                    <p:animScale>
                                      <p:cBhvr>
                                        <p:cTn id="14" dur="166" decel="50000">
                                          <p:stCondLst>
                                            <p:cond delay="676"/>
                                          </p:stCondLst>
                                        </p:cTn>
                                        <p:tgtEl>
                                          <p:spTgt spid="36"/>
                                        </p:tgtEl>
                                      </p:cBhvr>
                                      <p:to x="100000" y="100000"/>
                                    </p:animScale>
                                    <p:animScale>
                                      <p:cBhvr>
                                        <p:cTn id="15" dur="26">
                                          <p:stCondLst>
                                            <p:cond delay="1312"/>
                                          </p:stCondLst>
                                        </p:cTn>
                                        <p:tgtEl>
                                          <p:spTgt spid="36"/>
                                        </p:tgtEl>
                                      </p:cBhvr>
                                      <p:to x="100000" y="80000"/>
                                    </p:animScale>
                                    <p:animScale>
                                      <p:cBhvr>
                                        <p:cTn id="16" dur="166" decel="50000">
                                          <p:stCondLst>
                                            <p:cond delay="1338"/>
                                          </p:stCondLst>
                                        </p:cTn>
                                        <p:tgtEl>
                                          <p:spTgt spid="36"/>
                                        </p:tgtEl>
                                      </p:cBhvr>
                                      <p:to x="100000" y="100000"/>
                                    </p:animScale>
                                    <p:animScale>
                                      <p:cBhvr>
                                        <p:cTn id="17" dur="26">
                                          <p:stCondLst>
                                            <p:cond delay="1642"/>
                                          </p:stCondLst>
                                        </p:cTn>
                                        <p:tgtEl>
                                          <p:spTgt spid="36"/>
                                        </p:tgtEl>
                                      </p:cBhvr>
                                      <p:to x="100000" y="90000"/>
                                    </p:animScale>
                                    <p:animScale>
                                      <p:cBhvr>
                                        <p:cTn id="18" dur="166" decel="50000">
                                          <p:stCondLst>
                                            <p:cond delay="1668"/>
                                          </p:stCondLst>
                                        </p:cTn>
                                        <p:tgtEl>
                                          <p:spTgt spid="36"/>
                                        </p:tgtEl>
                                      </p:cBhvr>
                                      <p:to x="100000" y="100000"/>
                                    </p:animScale>
                                    <p:animScale>
                                      <p:cBhvr>
                                        <p:cTn id="19" dur="26">
                                          <p:stCondLst>
                                            <p:cond delay="1808"/>
                                          </p:stCondLst>
                                        </p:cTn>
                                        <p:tgtEl>
                                          <p:spTgt spid="36"/>
                                        </p:tgtEl>
                                      </p:cBhvr>
                                      <p:to x="100000" y="95000"/>
                                    </p:animScale>
                                    <p:animScale>
                                      <p:cBhvr>
                                        <p:cTn id="20" dur="166" decel="50000">
                                          <p:stCondLst>
                                            <p:cond delay="1834"/>
                                          </p:stCondLst>
                                        </p:cTn>
                                        <p:tgtEl>
                                          <p:spTgt spid="36"/>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xml><?xml version="1.0" encoding="utf-8"?>
<p:sld xmlns:a="http://schemas.openxmlformats.org/drawingml/2006/main" xmlns:r="http://schemas.openxmlformats.org/officeDocument/2006/relationships" xmlns:p="http://schemas.openxmlformats.org/presentationml/2006/main">
  <p:cSld name="Slide 27">
    <p:bg>
      <p:bgPr>
        <a:solidFill>
          <a:srgbClr val="0D1B35"/>
        </a:solidFill>
        <a:effectLst/>
      </p:bgPr>
    </p:bg>
    <p:spTree>
      <p:nvGrpSpPr>
        <p:cNvPr id="1" name=""/>
        <p:cNvGrpSpPr/>
        <p:nvPr/>
      </p:nvGrpSpPr>
      <p:grpSpPr>
        <a:xfrm>
          <a:off x="0" y="0"/>
          <a:ext cx="0" cy="0"/>
          <a:chOff x="0" y="0"/>
          <a:chExt cx="0" cy="0"/>
        </a:xfrm>
      </p:grpSpPr>
      <p:sp>
        <p:nvSpPr>
          <p:cNvPr id="2" name="Shape 0"/>
          <p:cNvSpPr/>
          <p:nvPr/>
        </p:nvSpPr>
        <p:spPr>
          <a:xfrm>
            <a:off x="0" y="0"/>
            <a:ext cx="9144000" cy="43891"/>
          </a:xfrm>
          <a:prstGeom prst="rect">
            <a:avLst/>
          </a:prstGeom>
          <a:solidFill>
            <a:srgbClr val="EB6C01"/>
          </a:solidFill>
          <a:ln w="12700">
            <a:solidFill>
              <a:srgbClr val="EB6C01"/>
            </a:solidFill>
            <a:prstDash val="solid"/>
          </a:ln>
        </p:spPr>
        <p:txBody>
          <a:bodyPr/>
          <a:lstStyle/>
          <a:p>
            <a:endParaRPr lang="es-419" noProof="0" dirty="0"/>
          </a:p>
        </p:txBody>
      </p:sp>
      <p:sp>
        <p:nvSpPr>
          <p:cNvPr id="3" name="Shape 1"/>
          <p:cNvSpPr/>
          <p:nvPr/>
        </p:nvSpPr>
        <p:spPr>
          <a:xfrm>
            <a:off x="0" y="0"/>
            <a:ext cx="43891" cy="5143500"/>
          </a:xfrm>
          <a:prstGeom prst="rect">
            <a:avLst/>
          </a:prstGeom>
          <a:solidFill>
            <a:srgbClr val="EB6C01"/>
          </a:solidFill>
          <a:ln w="12700">
            <a:solidFill>
              <a:srgbClr val="EB6C01"/>
            </a:solidFill>
            <a:prstDash val="solid"/>
          </a:ln>
        </p:spPr>
        <p:txBody>
          <a:bodyPr/>
          <a:lstStyle/>
          <a:p>
            <a:endParaRPr lang="es-419" noProof="0" dirty="0"/>
          </a:p>
        </p:txBody>
      </p:sp>
      <p:sp>
        <p:nvSpPr>
          <p:cNvPr id="4" name="Shape 2"/>
          <p:cNvSpPr/>
          <p:nvPr/>
        </p:nvSpPr>
        <p:spPr>
          <a:xfrm>
            <a:off x="6800000" y="-900000"/>
            <a:ext cx="4200000" cy="4200000"/>
          </a:xfrm>
          <a:prstGeom prst="ellipse">
            <a:avLst/>
          </a:prstGeom>
          <a:solidFill>
            <a:srgbClr val="4F82C2">
              <a:alpha val="12000"/>
            </a:srgbClr>
          </a:solidFill>
          <a:ln>
            <a:noFill/>
          </a:ln>
        </p:spPr>
        <p:txBody>
          <a:bodyPr/>
          <a:lstStyle/>
          <a:p>
            <a:endParaRPr lang="es-419" noProof="0" dirty="0"/>
          </a:p>
        </p:txBody>
      </p:sp>
      <p:sp>
        <p:nvSpPr>
          <p:cNvPr id="5" name="Shape 3"/>
          <p:cNvSpPr/>
          <p:nvPr/>
        </p:nvSpPr>
        <p:spPr>
          <a:xfrm>
            <a:off x="7550000" y="1900000"/>
            <a:ext cx="2700000" cy="2700000"/>
          </a:xfrm>
          <a:prstGeom prst="ellipse">
            <a:avLst/>
          </a:prstGeom>
          <a:solidFill>
            <a:srgbClr val="EB6C01">
              <a:alpha val="10000"/>
            </a:srgbClr>
          </a:solidFill>
          <a:ln>
            <a:noFill/>
          </a:ln>
        </p:spPr>
        <p:txBody>
          <a:bodyPr/>
          <a:lstStyle/>
          <a:p>
            <a:endParaRPr lang="es-419" noProof="0" dirty="0"/>
          </a:p>
        </p:txBody>
      </p:sp>
      <p:sp>
        <p:nvSpPr>
          <p:cNvPr id="7" name="Shape 4"/>
          <p:cNvSpPr/>
          <p:nvPr/>
        </p:nvSpPr>
        <p:spPr>
          <a:xfrm>
            <a:off x="658368" y="1389888"/>
            <a:ext cx="237744" cy="18288"/>
          </a:xfrm>
          <a:prstGeom prst="rect">
            <a:avLst/>
          </a:prstGeom>
          <a:solidFill>
            <a:srgbClr val="EB6C01"/>
          </a:solidFill>
          <a:ln w="12700">
            <a:solidFill>
              <a:srgbClr val="EB6C01"/>
            </a:solidFill>
            <a:prstDash val="solid"/>
          </a:ln>
        </p:spPr>
        <p:txBody>
          <a:bodyPr/>
          <a:lstStyle/>
          <a:p>
            <a:endParaRPr lang="es-419" noProof="0" dirty="0"/>
          </a:p>
        </p:txBody>
      </p:sp>
      <p:sp>
        <p:nvSpPr>
          <p:cNvPr id="8" name="Text 5"/>
          <p:cNvSpPr/>
          <p:nvPr/>
        </p:nvSpPr>
        <p:spPr>
          <a:xfrm>
            <a:off x="969264" y="1335024"/>
            <a:ext cx="4572000" cy="201168"/>
          </a:xfrm>
          <a:prstGeom prst="rect">
            <a:avLst/>
          </a:prstGeom>
          <a:noFill/>
          <a:ln/>
        </p:spPr>
        <p:txBody>
          <a:bodyPr wrap="square" lIns="0" tIns="0" rIns="0" bIns="0" rtlCol="0" anchor="ctr"/>
          <a:lstStyle/>
          <a:p>
            <a:pPr marL="0" indent="0">
              <a:buNone/>
            </a:pPr>
            <a:r>
              <a:rPr lang="es-419" sz="700" b="1" kern="0" spc="400" noProof="0" dirty="0">
                <a:solidFill>
                  <a:srgbClr val="EB6C01"/>
                </a:solidFill>
                <a:latin typeface="Montserrat" pitchFamily="34" charset="0"/>
                <a:ea typeface="Montserrat" pitchFamily="34" charset="-122"/>
                <a:cs typeface="Montserrat" pitchFamily="34" charset="-120"/>
              </a:rPr>
              <a:t>AVANCES DEL SISTEMA  ·  PROTECCIÓN CIVIL</a:t>
            </a:r>
            <a:endParaRPr lang="es-419" sz="700" noProof="0" dirty="0"/>
          </a:p>
        </p:txBody>
      </p:sp>
      <p:sp>
        <p:nvSpPr>
          <p:cNvPr id="9" name="Text 6"/>
          <p:cNvSpPr/>
          <p:nvPr/>
        </p:nvSpPr>
        <p:spPr>
          <a:xfrm>
            <a:off x="658368" y="1609344"/>
            <a:ext cx="7772400" cy="1920240"/>
          </a:xfrm>
          <a:prstGeom prst="rect">
            <a:avLst/>
          </a:prstGeom>
          <a:noFill/>
          <a:ln/>
        </p:spPr>
        <p:txBody>
          <a:bodyPr wrap="square" rtlCol="0" anchor="ctr"/>
          <a:lstStyle/>
          <a:p>
            <a:pPr marL="0" indent="0">
              <a:buNone/>
            </a:pPr>
            <a:r>
              <a:rPr lang="es-419" sz="5500" b="1" noProof="0" dirty="0">
                <a:solidFill>
                  <a:srgbClr val="FFFFFF"/>
                </a:solidFill>
                <a:latin typeface="Montserrat" pitchFamily="34" charset="0"/>
                <a:ea typeface="Montserrat" pitchFamily="34" charset="-122"/>
                <a:cs typeface="Montserrat" pitchFamily="34" charset="-120"/>
              </a:rPr>
              <a:t>CUMPLIMIENTO</a:t>
            </a:r>
            <a:endParaRPr lang="es-419" sz="5500" noProof="0" dirty="0"/>
          </a:p>
          <a:p>
            <a:pPr marL="0" indent="0">
              <a:buNone/>
            </a:pPr>
            <a:r>
              <a:rPr lang="es-419" sz="5500" b="1" noProof="0" dirty="0">
                <a:solidFill>
                  <a:srgbClr val="EB6C01"/>
                </a:solidFill>
                <a:latin typeface="Montserrat" pitchFamily="34" charset="0"/>
                <a:ea typeface="Montserrat" pitchFamily="34" charset="-122"/>
                <a:cs typeface="Montserrat" pitchFamily="34" charset="-120"/>
              </a:rPr>
              <a:t>NORMATIVO</a:t>
            </a:r>
            <a:endParaRPr lang="es-419" sz="5500" noProof="0" dirty="0"/>
          </a:p>
        </p:txBody>
      </p:sp>
      <p:sp>
        <p:nvSpPr>
          <p:cNvPr id="10" name="Text 7"/>
          <p:cNvSpPr/>
          <p:nvPr/>
        </p:nvSpPr>
        <p:spPr>
          <a:xfrm>
            <a:off x="658368" y="3657600"/>
            <a:ext cx="5303520" cy="914400"/>
          </a:xfrm>
          <a:prstGeom prst="rect">
            <a:avLst/>
          </a:prstGeom>
          <a:noFill/>
          <a:ln/>
        </p:spPr>
        <p:txBody>
          <a:bodyPr wrap="square" rtlCol="0" anchor="ctr"/>
          <a:lstStyle/>
          <a:p>
            <a:pPr marL="0" indent="0">
              <a:buNone/>
            </a:pPr>
            <a:r>
              <a:rPr lang="es-419" sz="1050" noProof="0" dirty="0">
                <a:solidFill>
                  <a:srgbClr val="8FAECB"/>
                </a:solidFill>
                <a:latin typeface="Montserrat" pitchFamily="34" charset="0"/>
                <a:ea typeface="Montserrat" pitchFamily="34" charset="-122"/>
                <a:cs typeface="Montserrat" pitchFamily="34" charset="-120"/>
              </a:rPr>
              <a:t>Nuevo módulo del Sistema RCMA para el control documental de Protección Civil:</a:t>
            </a:r>
            <a:endParaRPr lang="es-419" sz="1050" noProof="0" dirty="0"/>
          </a:p>
          <a:p>
            <a:pPr marL="0" indent="0">
              <a:buNone/>
            </a:pPr>
            <a:r>
              <a:rPr lang="es-419" sz="1050" noProof="0" dirty="0">
                <a:solidFill>
                  <a:srgbClr val="8FAECB"/>
                </a:solidFill>
                <a:latin typeface="Montserrat" pitchFamily="34" charset="0"/>
                <a:ea typeface="Montserrat" pitchFamily="34" charset="-122"/>
                <a:cs typeface="Montserrat" pitchFamily="34" charset="-120"/>
              </a:rPr>
              <a:t>853 documentos · 20+ planteles · Alertas y notificaciones automáticas</a:t>
            </a:r>
            <a:endParaRPr lang="es-419" sz="1050" noProof="0"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down)">
                                      <p:cBhvr>
                                        <p:cTn id="7" dur="500"/>
                                        <p:tgtEl>
                                          <p:spTgt spid="7"/>
                                        </p:tgtEl>
                                      </p:cBhvr>
                                    </p:animEffect>
                                  </p:childTnLst>
                                </p:cTn>
                              </p:par>
                              <p:par>
                                <p:cTn id="8" presetID="22" presetClass="entr" presetSubtype="4"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wipe(down)">
                                      <p:cBhvr>
                                        <p:cTn id="10" dur="500"/>
                                        <p:tgtEl>
                                          <p:spTgt spid="8"/>
                                        </p:tgtEl>
                                      </p:cBhvr>
                                    </p:animEffect>
                                  </p:childTnLst>
                                </p:cTn>
                              </p:par>
                            </p:childTnLst>
                          </p:cTn>
                        </p:par>
                        <p:par>
                          <p:cTn id="11" fill="hold">
                            <p:stCondLst>
                              <p:cond delay="500"/>
                            </p:stCondLst>
                            <p:childTnLst>
                              <p:par>
                                <p:cTn id="12" presetID="22" presetClass="entr" presetSubtype="4" fill="hold" grpId="0" nodeType="afterEffect">
                                  <p:stCondLst>
                                    <p:cond delay="0"/>
                                  </p:stCondLst>
                                  <p:childTnLst>
                                    <p:set>
                                      <p:cBhvr>
                                        <p:cTn id="13" dur="1" fill="hold">
                                          <p:stCondLst>
                                            <p:cond delay="0"/>
                                          </p:stCondLst>
                                        </p:cTn>
                                        <p:tgtEl>
                                          <p:spTgt spid="9"/>
                                        </p:tgtEl>
                                        <p:attrNameLst>
                                          <p:attrName>style.visibility</p:attrName>
                                        </p:attrNameLst>
                                      </p:cBhvr>
                                      <p:to>
                                        <p:strVal val="visible"/>
                                      </p:to>
                                    </p:set>
                                    <p:animEffect transition="in" filter="wipe(down)">
                                      <p:cBhvr>
                                        <p:cTn id="14" dur="500"/>
                                        <p:tgtEl>
                                          <p:spTgt spid="9"/>
                                        </p:tgtEl>
                                      </p:cBhvr>
                                    </p:animEffect>
                                  </p:childTnLst>
                                </p:cTn>
                              </p:par>
                            </p:childTnLst>
                          </p:cTn>
                        </p:par>
                        <p:par>
                          <p:cTn id="15" fill="hold">
                            <p:stCondLst>
                              <p:cond delay="1000"/>
                            </p:stCondLst>
                            <p:childTnLst>
                              <p:par>
                                <p:cTn id="16" presetID="22" presetClass="entr" presetSubtype="4" fill="hold" grpId="0" nodeType="after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wipe(down)">
                                      <p:cBhvr>
                                        <p:cTn id="18"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10"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9144000" cy="36576"/>
          </a:xfrm>
          <a:prstGeom prst="rect">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0" y="36576"/>
            <a:ext cx="9144000" cy="667512"/>
          </a:xfrm>
          <a:prstGeom prst="rect">
            <a:avLst/>
          </a:prstGeom>
          <a:solidFill>
            <a:srgbClr val="1A346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ounded Rectangle 3"/>
          <p:cNvSpPr/>
          <p:nvPr/>
        </p:nvSpPr>
        <p:spPr>
          <a:xfrm>
            <a:off x="384048" y="118872"/>
            <a:ext cx="1417320" cy="237744"/>
          </a:xfrm>
          <a:prstGeom prst="roundRect">
            <a:avLst>
              <a:gd name="adj" fmla="val 50000"/>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sz="650" b="1">
                <a:solidFill>
                  <a:srgbClr val="FFFFFF"/>
                </a:solidFill>
                <a:latin typeface="Montserrat"/>
              </a:rPr>
              <a:t>CUMPL. NORM.</a:t>
            </a:r>
          </a:p>
        </p:txBody>
      </p:sp>
      <p:sp>
        <p:nvSpPr>
          <p:cNvPr id="5" name="TextBox 4"/>
          <p:cNvSpPr txBox="1"/>
          <p:nvPr/>
        </p:nvSpPr>
        <p:spPr>
          <a:xfrm>
            <a:off x="1901952" y="73152"/>
            <a:ext cx="4572000" cy="402336"/>
          </a:xfrm>
          <a:prstGeom prst="rect">
            <a:avLst/>
          </a:prstGeom>
          <a:noFill/>
        </p:spPr>
        <p:txBody>
          <a:bodyPr wrap="square" lIns="0" tIns="0" rIns="0" bIns="0" anchor="ctr">
            <a:spAutoFit/>
          </a:bodyPr>
          <a:lstStyle/>
          <a:p>
            <a:pPr algn="l"/>
            <a:r>
              <a:rPr sz="1700" b="1" i="0">
                <a:solidFill>
                  <a:srgbClr val="FFFFFF"/>
                </a:solidFill>
                <a:latin typeface="Montserrat"/>
              </a:rPr>
              <a:t>MANO AMIGA AGUASCALIENTES</a:t>
            </a:r>
          </a:p>
        </p:txBody>
      </p:sp>
      <p:sp>
        <p:nvSpPr>
          <p:cNvPr id="6" name="TextBox 5"/>
          <p:cNvSpPr txBox="1"/>
          <p:nvPr/>
        </p:nvSpPr>
        <p:spPr>
          <a:xfrm>
            <a:off x="1901952" y="457200"/>
            <a:ext cx="4114800" cy="201168"/>
          </a:xfrm>
          <a:prstGeom prst="rect">
            <a:avLst/>
          </a:prstGeom>
          <a:noFill/>
        </p:spPr>
        <p:txBody>
          <a:bodyPr wrap="square" lIns="0" tIns="0" rIns="0" bIns="0" anchor="ctr">
            <a:spAutoFit/>
          </a:bodyPr>
          <a:lstStyle/>
          <a:p>
            <a:pPr algn="l"/>
            <a:r>
              <a:rPr sz="900" b="0" i="0">
                <a:solidFill>
                  <a:srgbClr val="A8C0D8"/>
                </a:solidFill>
                <a:latin typeface="Montserrat"/>
              </a:rPr>
              <a:t>Norte México · Aguascalientes</a:t>
            </a:r>
          </a:p>
        </p:txBody>
      </p:sp>
      <p:sp>
        <p:nvSpPr>
          <p:cNvPr id="7" name="TextBox 6"/>
          <p:cNvSpPr txBox="1"/>
          <p:nvPr/>
        </p:nvSpPr>
        <p:spPr>
          <a:xfrm>
            <a:off x="6309360" y="246888"/>
            <a:ext cx="2450592" cy="182880"/>
          </a:xfrm>
          <a:prstGeom prst="rect">
            <a:avLst/>
          </a:prstGeom>
          <a:noFill/>
        </p:spPr>
        <p:txBody>
          <a:bodyPr wrap="square" lIns="0" tIns="0" rIns="0" bIns="0" anchor="t">
            <a:spAutoFit/>
          </a:bodyPr>
          <a:lstStyle/>
          <a:p>
            <a:pPr algn="r"/>
            <a:r>
              <a:rPr sz="700" b="1" i="0">
                <a:solidFill>
                  <a:srgbClr val="EB6C01"/>
                </a:solidFill>
                <a:latin typeface="Montserrat"/>
              </a:rPr>
              <a:t>AVANCE A LA FECHA</a:t>
            </a:r>
          </a:p>
        </p:txBody>
      </p:sp>
      <p:sp>
        <p:nvSpPr>
          <p:cNvPr id="8" name="Rectangle 7"/>
          <p:cNvSpPr/>
          <p:nvPr/>
        </p:nvSpPr>
        <p:spPr>
          <a:xfrm>
            <a:off x="0" y="704088"/>
            <a:ext cx="9144000" cy="4169663"/>
          </a:xfrm>
          <a:prstGeom prst="rect">
            <a:avLst/>
          </a:prstGeom>
          <a:solidFill>
            <a:srgbClr val="0D1B3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 name="TextBox 8"/>
          <p:cNvSpPr txBox="1"/>
          <p:nvPr/>
        </p:nvSpPr>
        <p:spPr>
          <a:xfrm>
            <a:off x="384048" y="868680"/>
            <a:ext cx="4023360" cy="182880"/>
          </a:xfrm>
          <a:prstGeom prst="rect">
            <a:avLst/>
          </a:prstGeom>
          <a:noFill/>
        </p:spPr>
        <p:txBody>
          <a:bodyPr wrap="square" lIns="0" tIns="0" rIns="0" bIns="0" anchor="t">
            <a:spAutoFit/>
          </a:bodyPr>
          <a:lstStyle/>
          <a:p>
            <a:pPr algn="l"/>
            <a:r>
              <a:rPr sz="900" b="1" i="0">
                <a:solidFill>
                  <a:srgbClr val="A8C0D8"/>
                </a:solidFill>
                <a:latin typeface="Montserrat"/>
              </a:rPr>
              <a:t>GENERALES — 71%</a:t>
            </a:r>
          </a:p>
        </p:txBody>
      </p:sp>
      <p:sp>
        <p:nvSpPr>
          <p:cNvPr id="10" name="Rounded Rectangle 9"/>
          <p:cNvSpPr/>
          <p:nvPr/>
        </p:nvSpPr>
        <p:spPr>
          <a:xfrm>
            <a:off x="384048" y="1088136"/>
            <a:ext cx="4023360" cy="146304"/>
          </a:xfrm>
          <a:prstGeom prst="roundRect">
            <a:avLst>
              <a:gd name="adj" fmla="val 50000"/>
            </a:avLst>
          </a:prstGeom>
          <a:solidFill>
            <a:srgbClr val="142A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Rounded Rectangle 10"/>
          <p:cNvSpPr/>
          <p:nvPr/>
        </p:nvSpPr>
        <p:spPr>
          <a:xfrm>
            <a:off x="384048" y="1088136"/>
            <a:ext cx="2873828" cy="146304"/>
          </a:xfrm>
          <a:prstGeom prst="roundRect">
            <a:avLst>
              <a:gd name="adj" fmla="val 50000"/>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4718304" y="868680"/>
            <a:ext cx="4041648" cy="182880"/>
          </a:xfrm>
          <a:prstGeom prst="rect">
            <a:avLst/>
          </a:prstGeom>
          <a:noFill/>
        </p:spPr>
        <p:txBody>
          <a:bodyPr wrap="square" lIns="0" tIns="0" rIns="0" bIns="0" anchor="t">
            <a:spAutoFit/>
          </a:bodyPr>
          <a:lstStyle/>
          <a:p>
            <a:pPr algn="l"/>
            <a:r>
              <a:rPr sz="900" b="1" i="0">
                <a:solidFill>
                  <a:srgbClr val="A8C0D8"/>
                </a:solidFill>
                <a:latin typeface="Montserrat"/>
              </a:rPr>
              <a:t>PROTECCIÓN CIVIL — 100%</a:t>
            </a:r>
          </a:p>
        </p:txBody>
      </p:sp>
      <p:sp>
        <p:nvSpPr>
          <p:cNvPr id="13" name="Rounded Rectangle 12"/>
          <p:cNvSpPr/>
          <p:nvPr/>
        </p:nvSpPr>
        <p:spPr>
          <a:xfrm>
            <a:off x="4718304" y="1088136"/>
            <a:ext cx="4041648" cy="146304"/>
          </a:xfrm>
          <a:prstGeom prst="roundRect">
            <a:avLst>
              <a:gd name="adj" fmla="val 50000"/>
            </a:avLst>
          </a:prstGeom>
          <a:solidFill>
            <a:srgbClr val="142A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ounded Rectangle 13"/>
          <p:cNvSpPr/>
          <p:nvPr/>
        </p:nvSpPr>
        <p:spPr>
          <a:xfrm>
            <a:off x="4718304" y="1088136"/>
            <a:ext cx="4041648" cy="146304"/>
          </a:xfrm>
          <a:prstGeom prst="roundRect">
            <a:avLst>
              <a:gd name="adj" fmla="val 50000"/>
            </a:avLst>
          </a:prstGeom>
          <a:solidFill>
            <a:srgbClr val="00C1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384048" y="1536192"/>
            <a:ext cx="5257800" cy="201168"/>
          </a:xfrm>
          <a:prstGeom prst="rect">
            <a:avLst/>
          </a:prstGeom>
          <a:noFill/>
        </p:spPr>
        <p:txBody>
          <a:bodyPr wrap="square" lIns="0" tIns="0" rIns="0" bIns="0" anchor="t">
            <a:spAutoFit/>
          </a:bodyPr>
          <a:lstStyle/>
          <a:p>
            <a:pPr algn="l"/>
            <a:r>
              <a:rPr sz="900" b="1" i="0">
                <a:solidFill>
                  <a:srgbClr val="EB6C01"/>
                </a:solidFill>
                <a:latin typeface="Montserrat"/>
              </a:rPr>
              <a:t>PENDIENTES (2)</a:t>
            </a:r>
          </a:p>
        </p:txBody>
      </p:sp>
      <p:sp>
        <p:nvSpPr>
          <p:cNvPr id="16" name="TextBox 15"/>
          <p:cNvSpPr txBox="1"/>
          <p:nvPr/>
        </p:nvSpPr>
        <p:spPr>
          <a:xfrm>
            <a:off x="384048" y="1792224"/>
            <a:ext cx="5257800" cy="1874519"/>
          </a:xfrm>
          <a:prstGeom prst="rect">
            <a:avLst/>
          </a:prstGeom>
          <a:noFill/>
        </p:spPr>
        <p:txBody>
          <a:bodyPr wrap="square" lIns="0" tIns="0" rIns="0" bIns="0">
            <a:spAutoFit/>
          </a:bodyPr>
          <a:lstStyle/>
          <a:p>
            <a:pPr>
              <a:lnSpc>
                <a:spcPct val="108000"/>
              </a:lnSpc>
              <a:spcAft>
                <a:spcPts val="300"/>
              </a:spcAft>
            </a:pPr>
            <a:r>
              <a:rPr sz="900" b="0">
                <a:solidFill>
                  <a:srgbClr val="D4E4F2"/>
                </a:solidFill>
                <a:latin typeface="Montserrat"/>
              </a:rPr>
              <a:t>• Donatarias Autorizadas: Convenio de apoyo económico  —  Retraso</a:t>
            </a:r>
          </a:p>
          <a:p>
            <a:pPr>
              <a:lnSpc>
                <a:spcPct val="108000"/>
              </a:lnSpc>
              <a:spcAft>
                <a:spcPts val="300"/>
              </a:spcAft>
            </a:pPr>
            <a:r>
              <a:rPr sz="900" b="0">
                <a:solidFill>
                  <a:srgbClr val="D4E4F2"/>
                </a:solidFill>
                <a:latin typeface="Montserrat"/>
              </a:rPr>
              <a:t>• Donatarias Autorizadas: Refrendo de incorporación de RVOE  —  Retraso</a:t>
            </a:r>
          </a:p>
        </p:txBody>
      </p:sp>
      <p:sp>
        <p:nvSpPr>
          <p:cNvPr id="17" name="Rounded Rectangle 16"/>
          <p:cNvSpPr/>
          <p:nvPr/>
        </p:nvSpPr>
        <p:spPr>
          <a:xfrm>
            <a:off x="5806440" y="1536192"/>
            <a:ext cx="2953512" cy="1874519"/>
          </a:xfrm>
          <a:prstGeom prst="roundRect">
            <a:avLst>
              <a:gd name="adj" fmla="val 6000"/>
            </a:avLst>
          </a:prstGeom>
          <a:solidFill>
            <a:srgbClr val="1A3464"/>
          </a:solidFill>
          <a:ln w="12700">
            <a:solidFill>
              <a:srgbClr val="4F82C2"/>
            </a:solidFill>
            <a:prstDash val="sys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Rounded Rectangle 17"/>
          <p:cNvSpPr/>
          <p:nvPr/>
        </p:nvSpPr>
        <p:spPr>
          <a:xfrm>
            <a:off x="7118604" y="2144267"/>
            <a:ext cx="329184" cy="237744"/>
          </a:xfrm>
          <a:prstGeom prst="roundRect">
            <a:avLst/>
          </a:prstGeom>
          <a:noFill/>
          <a:ln w="15875">
            <a:solidFill>
              <a:srgbClr val="4F82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5806440" y="2455163"/>
            <a:ext cx="2953512" cy="274320"/>
          </a:xfrm>
          <a:prstGeom prst="rect">
            <a:avLst/>
          </a:prstGeom>
          <a:noFill/>
        </p:spPr>
        <p:txBody>
          <a:bodyPr wrap="square" lIns="0" tIns="0" rIns="0" bIns="0" anchor="t">
            <a:spAutoFit/>
          </a:bodyPr>
          <a:lstStyle/>
          <a:p>
            <a:pPr algn="ctr"/>
            <a:r>
              <a:rPr sz="850" b="1" i="0">
                <a:solidFill>
                  <a:srgbClr val="A8C0D8"/>
                </a:solidFill>
                <a:latin typeface="Montserrat"/>
              </a:rPr>
              <a:t>INSERTAR IMAGEN</a:t>
            </a:r>
          </a:p>
        </p:txBody>
      </p:sp>
      <p:sp>
        <p:nvSpPr>
          <p:cNvPr id="20" name="TextBox 19"/>
          <p:cNvSpPr txBox="1"/>
          <p:nvPr/>
        </p:nvSpPr>
        <p:spPr>
          <a:xfrm>
            <a:off x="5806440" y="3118103"/>
            <a:ext cx="2953512" cy="237744"/>
          </a:xfrm>
          <a:prstGeom prst="rect">
            <a:avLst/>
          </a:prstGeom>
          <a:noFill/>
        </p:spPr>
        <p:txBody>
          <a:bodyPr wrap="square" lIns="0" tIns="0" rIns="0" bIns="0" anchor="t">
            <a:spAutoFit/>
          </a:bodyPr>
          <a:lstStyle/>
          <a:p>
            <a:pPr algn="ctr"/>
            <a:r>
              <a:rPr sz="700" b="0" i="1">
                <a:solidFill>
                  <a:srgbClr val="3A5078"/>
                </a:solidFill>
                <a:latin typeface="Montserrat"/>
              </a:rPr>
              <a:t>Evidencia fotográfica / captura de trámite</a:t>
            </a:r>
          </a:p>
        </p:txBody>
      </p:sp>
      <p:sp>
        <p:nvSpPr>
          <p:cNvPr id="21" name="TextBox 20"/>
          <p:cNvSpPr txBox="1"/>
          <p:nvPr/>
        </p:nvSpPr>
        <p:spPr>
          <a:xfrm>
            <a:off x="384048" y="3657600"/>
            <a:ext cx="8375904" cy="201168"/>
          </a:xfrm>
          <a:prstGeom prst="rect">
            <a:avLst/>
          </a:prstGeom>
          <a:noFill/>
        </p:spPr>
        <p:txBody>
          <a:bodyPr wrap="square" lIns="0" tIns="0" rIns="0" bIns="0" anchor="t">
            <a:spAutoFit/>
          </a:bodyPr>
          <a:lstStyle/>
          <a:p>
            <a:pPr algn="l"/>
            <a:r>
              <a:rPr sz="900" b="1" i="0">
                <a:solidFill>
                  <a:srgbClr val="EB6C01"/>
                </a:solidFill>
                <a:latin typeface="Montserrat"/>
              </a:rPr>
              <a:t>ACTUALIZACIÓN DE ESTA SEMANA</a:t>
            </a:r>
          </a:p>
        </p:txBody>
      </p:sp>
      <p:sp>
        <p:nvSpPr>
          <p:cNvPr id="22" name="Rectangle 21"/>
          <p:cNvSpPr/>
          <p:nvPr/>
        </p:nvSpPr>
        <p:spPr>
          <a:xfrm>
            <a:off x="384048" y="3895344"/>
            <a:ext cx="45720" cy="914400"/>
          </a:xfrm>
          <a:prstGeom prst="rect">
            <a:avLst/>
          </a:prstGeom>
          <a:solidFill>
            <a:srgbClr val="4F82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 name="TextBox 22"/>
          <p:cNvSpPr txBox="1"/>
          <p:nvPr/>
        </p:nvSpPr>
        <p:spPr>
          <a:xfrm>
            <a:off x="594360" y="3895344"/>
            <a:ext cx="8138160" cy="914400"/>
          </a:xfrm>
          <a:prstGeom prst="rect">
            <a:avLst/>
          </a:prstGeom>
          <a:noFill/>
        </p:spPr>
        <p:txBody>
          <a:bodyPr wrap="square" lIns="0" tIns="0" rIns="0" bIns="0" anchor="t">
            <a:spAutoFit/>
          </a:bodyPr>
          <a:lstStyle/>
          <a:p>
            <a:pPr algn="l">
              <a:lnSpc>
                <a:spcPct val="125000"/>
              </a:lnSpc>
            </a:pPr>
            <a:r>
              <a:rPr sz="1050" b="0" i="1">
                <a:solidFill>
                  <a:srgbClr val="D4E4F2"/>
                </a:solidFill>
                <a:latin typeface="Montserrat"/>
              </a:rPr>
              <a:t>Sin novedades reportadas esta semana — seguimiento continúa conforme al programa de cumplimiento.</a:t>
            </a:r>
          </a:p>
        </p:txBody>
      </p:sp>
      <p:sp>
        <p:nvSpPr>
          <p:cNvPr id="24" name="Rectangle 23"/>
          <p:cNvSpPr/>
          <p:nvPr/>
        </p:nvSpPr>
        <p:spPr>
          <a:xfrm>
            <a:off x="0" y="4873752"/>
            <a:ext cx="9144000" cy="265176"/>
          </a:xfrm>
          <a:prstGeom prst="rect">
            <a:avLst/>
          </a:prstGeom>
          <a:solidFill>
            <a:srgbClr val="1A346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 name="TextBox 24"/>
          <p:cNvSpPr txBox="1"/>
          <p:nvPr/>
        </p:nvSpPr>
        <p:spPr>
          <a:xfrm>
            <a:off x="384048" y="4901184"/>
            <a:ext cx="5029200" cy="182880"/>
          </a:xfrm>
          <a:prstGeom prst="rect">
            <a:avLst/>
          </a:prstGeom>
          <a:noFill/>
        </p:spPr>
        <p:txBody>
          <a:bodyPr wrap="square" lIns="0" tIns="0" rIns="0" bIns="0" anchor="ctr">
            <a:spAutoFit/>
          </a:bodyPr>
          <a:lstStyle/>
          <a:p>
            <a:pPr algn="l"/>
            <a:r>
              <a:rPr sz="700" b="0" i="0">
                <a:solidFill>
                  <a:srgbClr val="8FAECB"/>
                </a:solidFill>
                <a:latin typeface="Montserrat"/>
              </a:rPr>
              <a:t>COORDINACIÓN DE OBRAS Y MANTENIMIENTO RCMA</a:t>
            </a:r>
          </a:p>
        </p:txBody>
      </p:sp>
      <p:sp>
        <p:nvSpPr>
          <p:cNvPr id="26" name="TextBox 25"/>
          <p:cNvSpPr txBox="1"/>
          <p:nvPr/>
        </p:nvSpPr>
        <p:spPr>
          <a:xfrm>
            <a:off x="5650992" y="4901184"/>
            <a:ext cx="2286000" cy="182880"/>
          </a:xfrm>
          <a:prstGeom prst="rect">
            <a:avLst/>
          </a:prstGeom>
          <a:noFill/>
        </p:spPr>
        <p:txBody>
          <a:bodyPr wrap="square" lIns="0" tIns="0" rIns="0" bIns="0" anchor="ctr">
            <a:spAutoFit/>
          </a:bodyPr>
          <a:lstStyle/>
          <a:p>
            <a:pPr algn="r"/>
            <a:r>
              <a:rPr sz="700" b="0" i="0">
                <a:solidFill>
                  <a:srgbClr val="8FAECB"/>
                </a:solidFill>
                <a:latin typeface="Montserrat"/>
              </a:rPr>
              <a:t>Mano Amiga · Cumplimiento Normativo</a:t>
            </a: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9144000" cy="36576"/>
          </a:xfrm>
          <a:prstGeom prst="rect">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0" y="36576"/>
            <a:ext cx="9144000" cy="667512"/>
          </a:xfrm>
          <a:prstGeom prst="rect">
            <a:avLst/>
          </a:prstGeom>
          <a:solidFill>
            <a:srgbClr val="1A346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ounded Rectangle 3"/>
          <p:cNvSpPr/>
          <p:nvPr/>
        </p:nvSpPr>
        <p:spPr>
          <a:xfrm>
            <a:off x="384048" y="118872"/>
            <a:ext cx="1417320" cy="237744"/>
          </a:xfrm>
          <a:prstGeom prst="roundRect">
            <a:avLst>
              <a:gd name="adj" fmla="val 50000"/>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sz="650" b="1">
                <a:solidFill>
                  <a:srgbClr val="FFFFFF"/>
                </a:solidFill>
                <a:latin typeface="Montserrat"/>
              </a:rPr>
              <a:t>CUMPL. NORM.</a:t>
            </a:r>
          </a:p>
        </p:txBody>
      </p:sp>
      <p:sp>
        <p:nvSpPr>
          <p:cNvPr id="5" name="TextBox 4"/>
          <p:cNvSpPr txBox="1"/>
          <p:nvPr/>
        </p:nvSpPr>
        <p:spPr>
          <a:xfrm>
            <a:off x="1901952" y="73152"/>
            <a:ext cx="4572000" cy="402336"/>
          </a:xfrm>
          <a:prstGeom prst="rect">
            <a:avLst/>
          </a:prstGeom>
          <a:noFill/>
        </p:spPr>
        <p:txBody>
          <a:bodyPr wrap="square" lIns="0" tIns="0" rIns="0" bIns="0" anchor="ctr">
            <a:spAutoFit/>
          </a:bodyPr>
          <a:lstStyle/>
          <a:p>
            <a:pPr algn="l"/>
            <a:r>
              <a:rPr sz="1700" b="1" i="0">
                <a:solidFill>
                  <a:srgbClr val="FFFFFF"/>
                </a:solidFill>
                <a:latin typeface="Montserrat"/>
              </a:rPr>
              <a:t>MANO AMIGA DE GUADALAJARA</a:t>
            </a:r>
          </a:p>
        </p:txBody>
      </p:sp>
      <p:sp>
        <p:nvSpPr>
          <p:cNvPr id="6" name="TextBox 5"/>
          <p:cNvSpPr txBox="1"/>
          <p:nvPr/>
        </p:nvSpPr>
        <p:spPr>
          <a:xfrm>
            <a:off x="1901952" y="457200"/>
            <a:ext cx="4114800" cy="201168"/>
          </a:xfrm>
          <a:prstGeom prst="rect">
            <a:avLst/>
          </a:prstGeom>
          <a:noFill/>
        </p:spPr>
        <p:txBody>
          <a:bodyPr wrap="square" lIns="0" tIns="0" rIns="0" bIns="0" anchor="ctr">
            <a:spAutoFit/>
          </a:bodyPr>
          <a:lstStyle/>
          <a:p>
            <a:pPr algn="l"/>
            <a:r>
              <a:rPr sz="900" b="0" i="0">
                <a:solidFill>
                  <a:srgbClr val="A8C0D8"/>
                </a:solidFill>
                <a:latin typeface="Montserrat"/>
              </a:rPr>
              <a:t>Norte México · Jalisco</a:t>
            </a:r>
          </a:p>
        </p:txBody>
      </p:sp>
      <p:sp>
        <p:nvSpPr>
          <p:cNvPr id="7" name="TextBox 6"/>
          <p:cNvSpPr txBox="1"/>
          <p:nvPr/>
        </p:nvSpPr>
        <p:spPr>
          <a:xfrm>
            <a:off x="6309360" y="246888"/>
            <a:ext cx="2450592" cy="182880"/>
          </a:xfrm>
          <a:prstGeom prst="rect">
            <a:avLst/>
          </a:prstGeom>
          <a:noFill/>
        </p:spPr>
        <p:txBody>
          <a:bodyPr wrap="square" lIns="0" tIns="0" rIns="0" bIns="0" anchor="t">
            <a:spAutoFit/>
          </a:bodyPr>
          <a:lstStyle/>
          <a:p>
            <a:pPr algn="r"/>
            <a:r>
              <a:rPr sz="700" b="1" i="0">
                <a:solidFill>
                  <a:srgbClr val="EB6C01"/>
                </a:solidFill>
                <a:latin typeface="Montserrat"/>
              </a:rPr>
              <a:t>AVANCE A LA FECHA</a:t>
            </a:r>
          </a:p>
        </p:txBody>
      </p:sp>
      <p:sp>
        <p:nvSpPr>
          <p:cNvPr id="8" name="Rectangle 7"/>
          <p:cNvSpPr/>
          <p:nvPr/>
        </p:nvSpPr>
        <p:spPr>
          <a:xfrm>
            <a:off x="0" y="704088"/>
            <a:ext cx="9144000" cy="4169663"/>
          </a:xfrm>
          <a:prstGeom prst="rect">
            <a:avLst/>
          </a:prstGeom>
          <a:solidFill>
            <a:srgbClr val="0D1B3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 name="TextBox 8"/>
          <p:cNvSpPr txBox="1"/>
          <p:nvPr/>
        </p:nvSpPr>
        <p:spPr>
          <a:xfrm>
            <a:off x="384048" y="868680"/>
            <a:ext cx="4023360" cy="182880"/>
          </a:xfrm>
          <a:prstGeom prst="rect">
            <a:avLst/>
          </a:prstGeom>
          <a:noFill/>
        </p:spPr>
        <p:txBody>
          <a:bodyPr wrap="square" lIns="0" tIns="0" rIns="0" bIns="0" anchor="t">
            <a:spAutoFit/>
          </a:bodyPr>
          <a:lstStyle/>
          <a:p>
            <a:pPr algn="l"/>
            <a:r>
              <a:rPr sz="900" b="1" i="0">
                <a:solidFill>
                  <a:srgbClr val="A8C0D8"/>
                </a:solidFill>
                <a:latin typeface="Montserrat"/>
              </a:rPr>
              <a:t>GENERALES — 50%</a:t>
            </a:r>
          </a:p>
        </p:txBody>
      </p:sp>
      <p:sp>
        <p:nvSpPr>
          <p:cNvPr id="10" name="Rounded Rectangle 9"/>
          <p:cNvSpPr/>
          <p:nvPr/>
        </p:nvSpPr>
        <p:spPr>
          <a:xfrm>
            <a:off x="384048" y="1088136"/>
            <a:ext cx="4023360" cy="146304"/>
          </a:xfrm>
          <a:prstGeom prst="roundRect">
            <a:avLst>
              <a:gd name="adj" fmla="val 50000"/>
            </a:avLst>
          </a:prstGeom>
          <a:solidFill>
            <a:srgbClr val="142A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Rounded Rectangle 10"/>
          <p:cNvSpPr/>
          <p:nvPr/>
        </p:nvSpPr>
        <p:spPr>
          <a:xfrm>
            <a:off x="384048" y="1088136"/>
            <a:ext cx="2011680" cy="146304"/>
          </a:xfrm>
          <a:prstGeom prst="roundRect">
            <a:avLst>
              <a:gd name="adj" fmla="val 50000"/>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4718304" y="868680"/>
            <a:ext cx="4041648" cy="182880"/>
          </a:xfrm>
          <a:prstGeom prst="rect">
            <a:avLst/>
          </a:prstGeom>
          <a:noFill/>
        </p:spPr>
        <p:txBody>
          <a:bodyPr wrap="square" lIns="0" tIns="0" rIns="0" bIns="0" anchor="t">
            <a:spAutoFit/>
          </a:bodyPr>
          <a:lstStyle/>
          <a:p>
            <a:pPr algn="l"/>
            <a:r>
              <a:rPr sz="900" b="1" i="0">
                <a:solidFill>
                  <a:srgbClr val="A8C0D8"/>
                </a:solidFill>
                <a:latin typeface="Montserrat"/>
              </a:rPr>
              <a:t>PROTECCIÓN CIVIL — 28%</a:t>
            </a:r>
          </a:p>
        </p:txBody>
      </p:sp>
      <p:sp>
        <p:nvSpPr>
          <p:cNvPr id="13" name="Rounded Rectangle 12"/>
          <p:cNvSpPr/>
          <p:nvPr/>
        </p:nvSpPr>
        <p:spPr>
          <a:xfrm>
            <a:off x="4718304" y="1088136"/>
            <a:ext cx="4041648" cy="146304"/>
          </a:xfrm>
          <a:prstGeom prst="roundRect">
            <a:avLst>
              <a:gd name="adj" fmla="val 50000"/>
            </a:avLst>
          </a:prstGeom>
          <a:solidFill>
            <a:srgbClr val="142A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ounded Rectangle 13"/>
          <p:cNvSpPr/>
          <p:nvPr/>
        </p:nvSpPr>
        <p:spPr>
          <a:xfrm>
            <a:off x="4718304" y="1088136"/>
            <a:ext cx="1122680" cy="146304"/>
          </a:xfrm>
          <a:prstGeom prst="roundRect">
            <a:avLst>
              <a:gd name="adj" fmla="val 50000"/>
            </a:avLst>
          </a:prstGeom>
          <a:solidFill>
            <a:srgbClr val="E54B4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384048" y="1536192"/>
            <a:ext cx="5257800" cy="201168"/>
          </a:xfrm>
          <a:prstGeom prst="rect">
            <a:avLst/>
          </a:prstGeom>
          <a:noFill/>
        </p:spPr>
        <p:txBody>
          <a:bodyPr wrap="square" lIns="0" tIns="0" rIns="0" bIns="0" anchor="t">
            <a:spAutoFit/>
          </a:bodyPr>
          <a:lstStyle/>
          <a:p>
            <a:pPr algn="l"/>
            <a:r>
              <a:rPr sz="900" b="1" i="0">
                <a:solidFill>
                  <a:srgbClr val="EB6C01"/>
                </a:solidFill>
                <a:latin typeface="Montserrat"/>
              </a:rPr>
              <a:t>PENDIENTES (18)</a:t>
            </a:r>
          </a:p>
        </p:txBody>
      </p:sp>
      <p:sp>
        <p:nvSpPr>
          <p:cNvPr id="16" name="TextBox 15"/>
          <p:cNvSpPr txBox="1"/>
          <p:nvPr/>
        </p:nvSpPr>
        <p:spPr>
          <a:xfrm>
            <a:off x="384048" y="1792224"/>
            <a:ext cx="5257800" cy="1737360"/>
          </a:xfrm>
          <a:prstGeom prst="rect">
            <a:avLst/>
          </a:prstGeom>
          <a:noFill/>
        </p:spPr>
        <p:txBody>
          <a:bodyPr wrap="square" lIns="0" tIns="0" rIns="0" bIns="0">
            <a:spAutoFit/>
          </a:bodyPr>
          <a:lstStyle/>
          <a:p>
            <a:pPr>
              <a:lnSpc>
                <a:spcPct val="130000"/>
              </a:lnSpc>
              <a:spcAft>
                <a:spcPts val="600"/>
              </a:spcAft>
            </a:pPr>
            <a:r>
              <a:rPr sz="1100" b="1">
                <a:solidFill>
                  <a:srgbClr val="D4E4F2"/>
                </a:solidFill>
                <a:latin typeface="Montserrat"/>
              </a:rPr>
              <a:t>• Protección civil: 16 documentos pendientes</a:t>
            </a:r>
          </a:p>
          <a:p>
            <a:pPr>
              <a:lnSpc>
                <a:spcPct val="130000"/>
              </a:lnSpc>
              <a:spcAft>
                <a:spcPts val="600"/>
              </a:spcAft>
            </a:pPr>
            <a:r>
              <a:rPr sz="1100" b="1">
                <a:solidFill>
                  <a:srgbClr val="D4E4F2"/>
                </a:solidFill>
                <a:latin typeface="Montserrat"/>
              </a:rPr>
              <a:t>• Donatarias Autorizadas: 2 documentos pendientes</a:t>
            </a:r>
          </a:p>
        </p:txBody>
      </p:sp>
      <p:sp>
        <p:nvSpPr>
          <p:cNvPr id="17" name="Rounded Rectangle 16"/>
          <p:cNvSpPr/>
          <p:nvPr/>
        </p:nvSpPr>
        <p:spPr>
          <a:xfrm>
            <a:off x="5806440" y="1536192"/>
            <a:ext cx="2953512" cy="1874519"/>
          </a:xfrm>
          <a:prstGeom prst="roundRect">
            <a:avLst>
              <a:gd name="adj" fmla="val 6000"/>
            </a:avLst>
          </a:prstGeom>
          <a:solidFill>
            <a:srgbClr val="1A3464"/>
          </a:solidFill>
          <a:ln w="12700">
            <a:solidFill>
              <a:srgbClr val="4F82C2"/>
            </a:solidFill>
            <a:prstDash val="sys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Rounded Rectangle 17"/>
          <p:cNvSpPr/>
          <p:nvPr/>
        </p:nvSpPr>
        <p:spPr>
          <a:xfrm>
            <a:off x="7118604" y="2144267"/>
            <a:ext cx="329184" cy="237744"/>
          </a:xfrm>
          <a:prstGeom prst="roundRect">
            <a:avLst/>
          </a:prstGeom>
          <a:noFill/>
          <a:ln w="15875">
            <a:solidFill>
              <a:srgbClr val="4F82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5806440" y="2455163"/>
            <a:ext cx="2953512" cy="274320"/>
          </a:xfrm>
          <a:prstGeom prst="rect">
            <a:avLst/>
          </a:prstGeom>
          <a:noFill/>
        </p:spPr>
        <p:txBody>
          <a:bodyPr wrap="square" lIns="0" tIns="0" rIns="0" bIns="0" anchor="t">
            <a:spAutoFit/>
          </a:bodyPr>
          <a:lstStyle/>
          <a:p>
            <a:pPr algn="ctr"/>
            <a:r>
              <a:rPr sz="850" b="1" i="0">
                <a:solidFill>
                  <a:srgbClr val="A8C0D8"/>
                </a:solidFill>
                <a:latin typeface="Montserrat"/>
              </a:rPr>
              <a:t>INSERTAR IMAGEN</a:t>
            </a:r>
          </a:p>
        </p:txBody>
      </p:sp>
      <p:sp>
        <p:nvSpPr>
          <p:cNvPr id="20" name="TextBox 19"/>
          <p:cNvSpPr txBox="1"/>
          <p:nvPr/>
        </p:nvSpPr>
        <p:spPr>
          <a:xfrm>
            <a:off x="5806440" y="3118103"/>
            <a:ext cx="2953512" cy="237744"/>
          </a:xfrm>
          <a:prstGeom prst="rect">
            <a:avLst/>
          </a:prstGeom>
          <a:noFill/>
        </p:spPr>
        <p:txBody>
          <a:bodyPr wrap="square" lIns="0" tIns="0" rIns="0" bIns="0" anchor="t">
            <a:spAutoFit/>
          </a:bodyPr>
          <a:lstStyle/>
          <a:p>
            <a:pPr algn="ctr"/>
            <a:r>
              <a:rPr sz="700" b="0" i="1">
                <a:solidFill>
                  <a:srgbClr val="3A5078"/>
                </a:solidFill>
                <a:latin typeface="Montserrat"/>
              </a:rPr>
              <a:t>Evidencia fotográfica / captura de trámite</a:t>
            </a:r>
          </a:p>
        </p:txBody>
      </p:sp>
      <p:sp>
        <p:nvSpPr>
          <p:cNvPr id="21" name="TextBox 20"/>
          <p:cNvSpPr txBox="1"/>
          <p:nvPr/>
        </p:nvSpPr>
        <p:spPr>
          <a:xfrm>
            <a:off x="384048" y="3657600"/>
            <a:ext cx="8375904" cy="201168"/>
          </a:xfrm>
          <a:prstGeom prst="rect">
            <a:avLst/>
          </a:prstGeom>
          <a:noFill/>
        </p:spPr>
        <p:txBody>
          <a:bodyPr wrap="square" lIns="0" tIns="0" rIns="0" bIns="0" anchor="t">
            <a:spAutoFit/>
          </a:bodyPr>
          <a:lstStyle/>
          <a:p>
            <a:pPr algn="l"/>
            <a:r>
              <a:rPr sz="900" b="1" i="0">
                <a:solidFill>
                  <a:srgbClr val="EB6C01"/>
                </a:solidFill>
                <a:latin typeface="Montserrat"/>
              </a:rPr>
              <a:t>ACTUALIZACIÓN DE ESTA SEMANA</a:t>
            </a:r>
          </a:p>
        </p:txBody>
      </p:sp>
      <p:sp>
        <p:nvSpPr>
          <p:cNvPr id="22" name="Rectangle 21"/>
          <p:cNvSpPr/>
          <p:nvPr/>
        </p:nvSpPr>
        <p:spPr>
          <a:xfrm>
            <a:off x="384048" y="3895344"/>
            <a:ext cx="45720" cy="914400"/>
          </a:xfrm>
          <a:prstGeom prst="rect">
            <a:avLst/>
          </a:prstGeom>
          <a:solidFill>
            <a:srgbClr val="4F82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 name="TextBox 22"/>
          <p:cNvSpPr txBox="1"/>
          <p:nvPr/>
        </p:nvSpPr>
        <p:spPr>
          <a:xfrm>
            <a:off x="594360" y="3895344"/>
            <a:ext cx="8138160" cy="914400"/>
          </a:xfrm>
          <a:prstGeom prst="rect">
            <a:avLst/>
          </a:prstGeom>
          <a:noFill/>
        </p:spPr>
        <p:txBody>
          <a:bodyPr wrap="square" lIns="0" tIns="0" rIns="0" bIns="0" anchor="t">
            <a:spAutoFit/>
          </a:bodyPr>
          <a:lstStyle/>
          <a:p>
            <a:pPr algn="l">
              <a:lnSpc>
                <a:spcPct val="125000"/>
              </a:lnSpc>
            </a:pPr>
            <a:r>
              <a:rPr sz="1050" b="0" i="1">
                <a:solidFill>
                  <a:srgbClr val="D4E4F2"/>
                </a:solidFill>
                <a:latin typeface="Montserrat"/>
              </a:rPr>
              <a:t>Ya se ingreso a la autoridad PIPC.</a:t>
            </a:r>
          </a:p>
        </p:txBody>
      </p:sp>
      <p:sp>
        <p:nvSpPr>
          <p:cNvPr id="24" name="Rectangle 23"/>
          <p:cNvSpPr/>
          <p:nvPr/>
        </p:nvSpPr>
        <p:spPr>
          <a:xfrm>
            <a:off x="0" y="4873752"/>
            <a:ext cx="9144000" cy="265176"/>
          </a:xfrm>
          <a:prstGeom prst="rect">
            <a:avLst/>
          </a:prstGeom>
          <a:solidFill>
            <a:srgbClr val="1A346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 name="TextBox 24"/>
          <p:cNvSpPr txBox="1"/>
          <p:nvPr/>
        </p:nvSpPr>
        <p:spPr>
          <a:xfrm>
            <a:off x="384048" y="4901184"/>
            <a:ext cx="5029200" cy="182880"/>
          </a:xfrm>
          <a:prstGeom prst="rect">
            <a:avLst/>
          </a:prstGeom>
          <a:noFill/>
        </p:spPr>
        <p:txBody>
          <a:bodyPr wrap="square" lIns="0" tIns="0" rIns="0" bIns="0" anchor="ctr">
            <a:spAutoFit/>
          </a:bodyPr>
          <a:lstStyle/>
          <a:p>
            <a:pPr algn="l"/>
            <a:r>
              <a:rPr sz="700" b="0" i="0">
                <a:solidFill>
                  <a:srgbClr val="8FAECB"/>
                </a:solidFill>
                <a:latin typeface="Montserrat"/>
              </a:rPr>
              <a:t>COORDINACIÓN DE OBRAS Y MANTENIMIENTO RCMA</a:t>
            </a:r>
          </a:p>
        </p:txBody>
      </p:sp>
      <p:sp>
        <p:nvSpPr>
          <p:cNvPr id="26" name="TextBox 25"/>
          <p:cNvSpPr txBox="1"/>
          <p:nvPr/>
        </p:nvSpPr>
        <p:spPr>
          <a:xfrm>
            <a:off x="5650992" y="4901184"/>
            <a:ext cx="2286000" cy="182880"/>
          </a:xfrm>
          <a:prstGeom prst="rect">
            <a:avLst/>
          </a:prstGeom>
          <a:noFill/>
        </p:spPr>
        <p:txBody>
          <a:bodyPr wrap="square" lIns="0" tIns="0" rIns="0" bIns="0" anchor="ctr">
            <a:spAutoFit/>
          </a:bodyPr>
          <a:lstStyle/>
          <a:p>
            <a:pPr algn="r"/>
            <a:r>
              <a:rPr sz="700" b="0" i="0">
                <a:solidFill>
                  <a:srgbClr val="8FAECB"/>
                </a:solidFill>
                <a:latin typeface="Montserrat"/>
              </a:rPr>
              <a:t>Mano Amiga · Cumplimiento Normativo</a:t>
            </a: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9144000" cy="36576"/>
          </a:xfrm>
          <a:prstGeom prst="rect">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0" y="36576"/>
            <a:ext cx="9144000" cy="667512"/>
          </a:xfrm>
          <a:prstGeom prst="rect">
            <a:avLst/>
          </a:prstGeom>
          <a:solidFill>
            <a:srgbClr val="1A346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ounded Rectangle 3"/>
          <p:cNvSpPr/>
          <p:nvPr/>
        </p:nvSpPr>
        <p:spPr>
          <a:xfrm>
            <a:off x="384048" y="118872"/>
            <a:ext cx="1417320" cy="237744"/>
          </a:xfrm>
          <a:prstGeom prst="roundRect">
            <a:avLst>
              <a:gd name="adj" fmla="val 50000"/>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sz="650" b="1">
                <a:solidFill>
                  <a:srgbClr val="FFFFFF"/>
                </a:solidFill>
                <a:latin typeface="Montserrat"/>
              </a:rPr>
              <a:t>CUMPL. NORM.</a:t>
            </a:r>
          </a:p>
        </p:txBody>
      </p:sp>
      <p:sp>
        <p:nvSpPr>
          <p:cNvPr id="5" name="TextBox 4"/>
          <p:cNvSpPr txBox="1"/>
          <p:nvPr/>
        </p:nvSpPr>
        <p:spPr>
          <a:xfrm>
            <a:off x="1901952" y="73152"/>
            <a:ext cx="4572000" cy="402336"/>
          </a:xfrm>
          <a:prstGeom prst="rect">
            <a:avLst/>
          </a:prstGeom>
          <a:noFill/>
        </p:spPr>
        <p:txBody>
          <a:bodyPr wrap="square" lIns="0" tIns="0" rIns="0" bIns="0" anchor="ctr">
            <a:spAutoFit/>
          </a:bodyPr>
          <a:lstStyle/>
          <a:p>
            <a:pPr algn="l"/>
            <a:r>
              <a:rPr sz="1700" b="1" i="0">
                <a:solidFill>
                  <a:srgbClr val="FFFFFF"/>
                </a:solidFill>
                <a:latin typeface="Montserrat"/>
              </a:rPr>
              <a:t>MANO AMIGA LEÓN</a:t>
            </a:r>
          </a:p>
        </p:txBody>
      </p:sp>
      <p:sp>
        <p:nvSpPr>
          <p:cNvPr id="6" name="TextBox 5"/>
          <p:cNvSpPr txBox="1"/>
          <p:nvPr/>
        </p:nvSpPr>
        <p:spPr>
          <a:xfrm>
            <a:off x="1901952" y="457200"/>
            <a:ext cx="4114800" cy="201168"/>
          </a:xfrm>
          <a:prstGeom prst="rect">
            <a:avLst/>
          </a:prstGeom>
          <a:noFill/>
        </p:spPr>
        <p:txBody>
          <a:bodyPr wrap="square" lIns="0" tIns="0" rIns="0" bIns="0" anchor="ctr">
            <a:spAutoFit/>
          </a:bodyPr>
          <a:lstStyle/>
          <a:p>
            <a:pPr algn="l"/>
            <a:r>
              <a:rPr sz="900" b="0" i="0">
                <a:solidFill>
                  <a:srgbClr val="A8C0D8"/>
                </a:solidFill>
                <a:latin typeface="Montserrat"/>
              </a:rPr>
              <a:t>Norte México · Guanajuato</a:t>
            </a:r>
          </a:p>
        </p:txBody>
      </p:sp>
      <p:sp>
        <p:nvSpPr>
          <p:cNvPr id="7" name="TextBox 6"/>
          <p:cNvSpPr txBox="1"/>
          <p:nvPr/>
        </p:nvSpPr>
        <p:spPr>
          <a:xfrm>
            <a:off x="6309360" y="246888"/>
            <a:ext cx="2450592" cy="182880"/>
          </a:xfrm>
          <a:prstGeom prst="rect">
            <a:avLst/>
          </a:prstGeom>
          <a:noFill/>
        </p:spPr>
        <p:txBody>
          <a:bodyPr wrap="square" lIns="0" tIns="0" rIns="0" bIns="0" anchor="t">
            <a:spAutoFit/>
          </a:bodyPr>
          <a:lstStyle/>
          <a:p>
            <a:pPr algn="r"/>
            <a:r>
              <a:rPr sz="700" b="1" i="0">
                <a:solidFill>
                  <a:srgbClr val="EB6C01"/>
                </a:solidFill>
                <a:latin typeface="Montserrat"/>
              </a:rPr>
              <a:t>AVANCE A LA FECHA</a:t>
            </a:r>
          </a:p>
        </p:txBody>
      </p:sp>
      <p:sp>
        <p:nvSpPr>
          <p:cNvPr id="8" name="Rectangle 7"/>
          <p:cNvSpPr/>
          <p:nvPr/>
        </p:nvSpPr>
        <p:spPr>
          <a:xfrm>
            <a:off x="0" y="704088"/>
            <a:ext cx="9144000" cy="4169663"/>
          </a:xfrm>
          <a:prstGeom prst="rect">
            <a:avLst/>
          </a:prstGeom>
          <a:solidFill>
            <a:srgbClr val="0D1B3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 name="TextBox 8"/>
          <p:cNvSpPr txBox="1"/>
          <p:nvPr/>
        </p:nvSpPr>
        <p:spPr>
          <a:xfrm>
            <a:off x="384048" y="868680"/>
            <a:ext cx="4023360" cy="182880"/>
          </a:xfrm>
          <a:prstGeom prst="rect">
            <a:avLst/>
          </a:prstGeom>
          <a:noFill/>
        </p:spPr>
        <p:txBody>
          <a:bodyPr wrap="square" lIns="0" tIns="0" rIns="0" bIns="0" anchor="t">
            <a:spAutoFit/>
          </a:bodyPr>
          <a:lstStyle/>
          <a:p>
            <a:pPr algn="l"/>
            <a:r>
              <a:rPr sz="900" b="1" i="0">
                <a:solidFill>
                  <a:srgbClr val="A8C0D8"/>
                </a:solidFill>
                <a:latin typeface="Montserrat"/>
              </a:rPr>
              <a:t>GENERALES — 64%</a:t>
            </a:r>
          </a:p>
        </p:txBody>
      </p:sp>
      <p:sp>
        <p:nvSpPr>
          <p:cNvPr id="10" name="Rounded Rectangle 9"/>
          <p:cNvSpPr/>
          <p:nvPr/>
        </p:nvSpPr>
        <p:spPr>
          <a:xfrm>
            <a:off x="384048" y="1088136"/>
            <a:ext cx="4023360" cy="146304"/>
          </a:xfrm>
          <a:prstGeom prst="roundRect">
            <a:avLst>
              <a:gd name="adj" fmla="val 50000"/>
            </a:avLst>
          </a:prstGeom>
          <a:solidFill>
            <a:srgbClr val="142A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Rounded Rectangle 10"/>
          <p:cNvSpPr/>
          <p:nvPr/>
        </p:nvSpPr>
        <p:spPr>
          <a:xfrm>
            <a:off x="384048" y="1088136"/>
            <a:ext cx="2586445" cy="146304"/>
          </a:xfrm>
          <a:prstGeom prst="roundRect">
            <a:avLst>
              <a:gd name="adj" fmla="val 50000"/>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4718304" y="868680"/>
            <a:ext cx="4041648" cy="182880"/>
          </a:xfrm>
          <a:prstGeom prst="rect">
            <a:avLst/>
          </a:prstGeom>
          <a:noFill/>
        </p:spPr>
        <p:txBody>
          <a:bodyPr wrap="square" lIns="0" tIns="0" rIns="0" bIns="0" anchor="t">
            <a:spAutoFit/>
          </a:bodyPr>
          <a:lstStyle/>
          <a:p>
            <a:pPr algn="l"/>
            <a:r>
              <a:rPr sz="900" b="1" i="0">
                <a:solidFill>
                  <a:srgbClr val="A8C0D8"/>
                </a:solidFill>
                <a:latin typeface="Montserrat"/>
              </a:rPr>
              <a:t>PROTECCIÓN CIVIL — 50%</a:t>
            </a:r>
          </a:p>
        </p:txBody>
      </p:sp>
      <p:sp>
        <p:nvSpPr>
          <p:cNvPr id="13" name="Rounded Rectangle 12"/>
          <p:cNvSpPr/>
          <p:nvPr/>
        </p:nvSpPr>
        <p:spPr>
          <a:xfrm>
            <a:off x="4718304" y="1088136"/>
            <a:ext cx="4041648" cy="146304"/>
          </a:xfrm>
          <a:prstGeom prst="roundRect">
            <a:avLst>
              <a:gd name="adj" fmla="val 50000"/>
            </a:avLst>
          </a:prstGeom>
          <a:solidFill>
            <a:srgbClr val="142A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ounded Rectangle 13"/>
          <p:cNvSpPr/>
          <p:nvPr/>
        </p:nvSpPr>
        <p:spPr>
          <a:xfrm>
            <a:off x="4718304" y="1088136"/>
            <a:ext cx="2020824" cy="146304"/>
          </a:xfrm>
          <a:prstGeom prst="roundRect">
            <a:avLst>
              <a:gd name="adj" fmla="val 50000"/>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384048" y="1536192"/>
            <a:ext cx="5257800" cy="201168"/>
          </a:xfrm>
          <a:prstGeom prst="rect">
            <a:avLst/>
          </a:prstGeom>
          <a:noFill/>
        </p:spPr>
        <p:txBody>
          <a:bodyPr wrap="square" lIns="0" tIns="0" rIns="0" bIns="0" anchor="t">
            <a:spAutoFit/>
          </a:bodyPr>
          <a:lstStyle/>
          <a:p>
            <a:pPr algn="l"/>
            <a:r>
              <a:rPr sz="900" b="1" i="0">
                <a:solidFill>
                  <a:srgbClr val="EB6C01"/>
                </a:solidFill>
                <a:latin typeface="Montserrat"/>
              </a:rPr>
              <a:t>PENDIENTES (13)</a:t>
            </a:r>
          </a:p>
        </p:txBody>
      </p:sp>
      <p:sp>
        <p:nvSpPr>
          <p:cNvPr id="16" name="TextBox 15"/>
          <p:cNvSpPr txBox="1"/>
          <p:nvPr/>
        </p:nvSpPr>
        <p:spPr>
          <a:xfrm>
            <a:off x="384048" y="1792224"/>
            <a:ext cx="5257800" cy="1737360"/>
          </a:xfrm>
          <a:prstGeom prst="rect">
            <a:avLst/>
          </a:prstGeom>
          <a:noFill/>
        </p:spPr>
        <p:txBody>
          <a:bodyPr wrap="square" lIns="0" tIns="0" rIns="0" bIns="0">
            <a:spAutoFit/>
          </a:bodyPr>
          <a:lstStyle/>
          <a:p>
            <a:pPr>
              <a:lnSpc>
                <a:spcPct val="130000"/>
              </a:lnSpc>
              <a:spcAft>
                <a:spcPts val="600"/>
              </a:spcAft>
            </a:pPr>
            <a:r>
              <a:rPr sz="1100" b="1">
                <a:solidFill>
                  <a:srgbClr val="D4E4F2"/>
                </a:solidFill>
                <a:latin typeface="Montserrat"/>
              </a:rPr>
              <a:t>• Donatarias Autorizadas: 2 documentos pendientes</a:t>
            </a:r>
          </a:p>
          <a:p>
            <a:pPr>
              <a:lnSpc>
                <a:spcPct val="130000"/>
              </a:lnSpc>
              <a:spcAft>
                <a:spcPts val="600"/>
              </a:spcAft>
            </a:pPr>
            <a:r>
              <a:rPr sz="1100" b="1">
                <a:solidFill>
                  <a:srgbClr val="D4E4F2"/>
                </a:solidFill>
                <a:latin typeface="Montserrat"/>
              </a:rPr>
              <a:t>• Protección civil: 11 documentos pendientes</a:t>
            </a:r>
          </a:p>
        </p:txBody>
      </p:sp>
      <p:sp>
        <p:nvSpPr>
          <p:cNvPr id="17" name="Rounded Rectangle 16"/>
          <p:cNvSpPr/>
          <p:nvPr/>
        </p:nvSpPr>
        <p:spPr>
          <a:xfrm>
            <a:off x="5806440" y="1536192"/>
            <a:ext cx="2953512" cy="1874519"/>
          </a:xfrm>
          <a:prstGeom prst="roundRect">
            <a:avLst>
              <a:gd name="adj" fmla="val 6000"/>
            </a:avLst>
          </a:prstGeom>
          <a:solidFill>
            <a:srgbClr val="1A3464"/>
          </a:solidFill>
          <a:ln w="12700">
            <a:solidFill>
              <a:srgbClr val="4F82C2"/>
            </a:solidFill>
            <a:prstDash val="sys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Rounded Rectangle 17"/>
          <p:cNvSpPr/>
          <p:nvPr/>
        </p:nvSpPr>
        <p:spPr>
          <a:xfrm>
            <a:off x="7118604" y="2144267"/>
            <a:ext cx="329184" cy="237744"/>
          </a:xfrm>
          <a:prstGeom prst="roundRect">
            <a:avLst/>
          </a:prstGeom>
          <a:noFill/>
          <a:ln w="15875">
            <a:solidFill>
              <a:srgbClr val="4F82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5806440" y="2455163"/>
            <a:ext cx="2953512" cy="274320"/>
          </a:xfrm>
          <a:prstGeom prst="rect">
            <a:avLst/>
          </a:prstGeom>
          <a:noFill/>
        </p:spPr>
        <p:txBody>
          <a:bodyPr wrap="square" lIns="0" tIns="0" rIns="0" bIns="0" anchor="t">
            <a:spAutoFit/>
          </a:bodyPr>
          <a:lstStyle/>
          <a:p>
            <a:pPr algn="ctr"/>
            <a:r>
              <a:rPr sz="850" b="1" i="0">
                <a:solidFill>
                  <a:srgbClr val="A8C0D8"/>
                </a:solidFill>
                <a:latin typeface="Montserrat"/>
              </a:rPr>
              <a:t>INSERTAR IMAGEN</a:t>
            </a:r>
          </a:p>
        </p:txBody>
      </p:sp>
      <p:sp>
        <p:nvSpPr>
          <p:cNvPr id="20" name="TextBox 19"/>
          <p:cNvSpPr txBox="1"/>
          <p:nvPr/>
        </p:nvSpPr>
        <p:spPr>
          <a:xfrm>
            <a:off x="5806440" y="3118103"/>
            <a:ext cx="2953512" cy="237744"/>
          </a:xfrm>
          <a:prstGeom prst="rect">
            <a:avLst/>
          </a:prstGeom>
          <a:noFill/>
        </p:spPr>
        <p:txBody>
          <a:bodyPr wrap="square" lIns="0" tIns="0" rIns="0" bIns="0" anchor="t">
            <a:spAutoFit/>
          </a:bodyPr>
          <a:lstStyle/>
          <a:p>
            <a:pPr algn="ctr"/>
            <a:r>
              <a:rPr sz="700" b="0" i="1">
                <a:solidFill>
                  <a:srgbClr val="3A5078"/>
                </a:solidFill>
                <a:latin typeface="Montserrat"/>
              </a:rPr>
              <a:t>Evidencia fotográfica / captura de trámite</a:t>
            </a:r>
          </a:p>
        </p:txBody>
      </p:sp>
      <p:sp>
        <p:nvSpPr>
          <p:cNvPr id="21" name="TextBox 20"/>
          <p:cNvSpPr txBox="1"/>
          <p:nvPr/>
        </p:nvSpPr>
        <p:spPr>
          <a:xfrm>
            <a:off x="384048" y="3657600"/>
            <a:ext cx="8375904" cy="201168"/>
          </a:xfrm>
          <a:prstGeom prst="rect">
            <a:avLst/>
          </a:prstGeom>
          <a:noFill/>
        </p:spPr>
        <p:txBody>
          <a:bodyPr wrap="square" lIns="0" tIns="0" rIns="0" bIns="0" anchor="t">
            <a:spAutoFit/>
          </a:bodyPr>
          <a:lstStyle/>
          <a:p>
            <a:pPr algn="l"/>
            <a:r>
              <a:rPr sz="900" b="1" i="0">
                <a:solidFill>
                  <a:srgbClr val="EB6C01"/>
                </a:solidFill>
                <a:latin typeface="Montserrat"/>
              </a:rPr>
              <a:t>ACTUALIZACIÓN DE ESTA SEMANA</a:t>
            </a:r>
          </a:p>
        </p:txBody>
      </p:sp>
      <p:sp>
        <p:nvSpPr>
          <p:cNvPr id="22" name="Rectangle 21"/>
          <p:cNvSpPr/>
          <p:nvPr/>
        </p:nvSpPr>
        <p:spPr>
          <a:xfrm>
            <a:off x="384048" y="3895344"/>
            <a:ext cx="45720" cy="914400"/>
          </a:xfrm>
          <a:prstGeom prst="rect">
            <a:avLst/>
          </a:prstGeom>
          <a:solidFill>
            <a:srgbClr val="4F82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 name="TextBox 22"/>
          <p:cNvSpPr txBox="1"/>
          <p:nvPr/>
        </p:nvSpPr>
        <p:spPr>
          <a:xfrm>
            <a:off x="594360" y="3895344"/>
            <a:ext cx="8138160" cy="914400"/>
          </a:xfrm>
          <a:prstGeom prst="rect">
            <a:avLst/>
          </a:prstGeom>
          <a:noFill/>
        </p:spPr>
        <p:txBody>
          <a:bodyPr wrap="square" lIns="0" tIns="0" rIns="0" bIns="0" anchor="t">
            <a:spAutoFit/>
          </a:bodyPr>
          <a:lstStyle/>
          <a:p>
            <a:pPr algn="l">
              <a:lnSpc>
                <a:spcPct val="125000"/>
              </a:lnSpc>
            </a:pPr>
            <a:r>
              <a:rPr sz="1050" b="0" i="1">
                <a:solidFill>
                  <a:srgbClr val="D4E4F2"/>
                </a:solidFill>
                <a:latin typeface="Montserrat"/>
              </a:rPr>
              <a:t>Cuenta programa interno no subieron la información</a:t>
            </a:r>
          </a:p>
        </p:txBody>
      </p:sp>
      <p:sp>
        <p:nvSpPr>
          <p:cNvPr id="24" name="Rectangle 23"/>
          <p:cNvSpPr/>
          <p:nvPr/>
        </p:nvSpPr>
        <p:spPr>
          <a:xfrm>
            <a:off x="0" y="4873752"/>
            <a:ext cx="9144000" cy="265176"/>
          </a:xfrm>
          <a:prstGeom prst="rect">
            <a:avLst/>
          </a:prstGeom>
          <a:solidFill>
            <a:srgbClr val="1A346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 name="TextBox 24"/>
          <p:cNvSpPr txBox="1"/>
          <p:nvPr/>
        </p:nvSpPr>
        <p:spPr>
          <a:xfrm>
            <a:off x="384048" y="4901184"/>
            <a:ext cx="5029200" cy="182880"/>
          </a:xfrm>
          <a:prstGeom prst="rect">
            <a:avLst/>
          </a:prstGeom>
          <a:noFill/>
        </p:spPr>
        <p:txBody>
          <a:bodyPr wrap="square" lIns="0" tIns="0" rIns="0" bIns="0" anchor="ctr">
            <a:spAutoFit/>
          </a:bodyPr>
          <a:lstStyle/>
          <a:p>
            <a:pPr algn="l"/>
            <a:r>
              <a:rPr sz="700" b="0" i="0">
                <a:solidFill>
                  <a:srgbClr val="8FAECB"/>
                </a:solidFill>
                <a:latin typeface="Montserrat"/>
              </a:rPr>
              <a:t>COORDINACIÓN DE OBRAS Y MANTENIMIENTO RCMA</a:t>
            </a:r>
          </a:p>
        </p:txBody>
      </p:sp>
      <p:sp>
        <p:nvSpPr>
          <p:cNvPr id="26" name="TextBox 25"/>
          <p:cNvSpPr txBox="1"/>
          <p:nvPr/>
        </p:nvSpPr>
        <p:spPr>
          <a:xfrm>
            <a:off x="5650992" y="4901184"/>
            <a:ext cx="2286000" cy="182880"/>
          </a:xfrm>
          <a:prstGeom prst="rect">
            <a:avLst/>
          </a:prstGeom>
          <a:noFill/>
        </p:spPr>
        <p:txBody>
          <a:bodyPr wrap="square" lIns="0" tIns="0" rIns="0" bIns="0" anchor="ctr">
            <a:spAutoFit/>
          </a:bodyPr>
          <a:lstStyle/>
          <a:p>
            <a:pPr algn="r"/>
            <a:r>
              <a:rPr sz="700" b="0" i="0">
                <a:solidFill>
                  <a:srgbClr val="8FAECB"/>
                </a:solidFill>
                <a:latin typeface="Montserrat"/>
              </a:rPr>
              <a:t>Mano Amiga · Cumplimiento Normativo</a:t>
            </a: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9144000" cy="36576"/>
          </a:xfrm>
          <a:prstGeom prst="rect">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0" y="36576"/>
            <a:ext cx="9144000" cy="667512"/>
          </a:xfrm>
          <a:prstGeom prst="rect">
            <a:avLst/>
          </a:prstGeom>
          <a:solidFill>
            <a:srgbClr val="1A346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ounded Rectangle 3"/>
          <p:cNvSpPr/>
          <p:nvPr/>
        </p:nvSpPr>
        <p:spPr>
          <a:xfrm>
            <a:off x="384048" y="118872"/>
            <a:ext cx="1417320" cy="237744"/>
          </a:xfrm>
          <a:prstGeom prst="roundRect">
            <a:avLst>
              <a:gd name="adj" fmla="val 50000"/>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sz="650" b="1">
                <a:solidFill>
                  <a:srgbClr val="FFFFFF"/>
                </a:solidFill>
                <a:latin typeface="Montserrat"/>
              </a:rPr>
              <a:t>CUMPL. NORM.</a:t>
            </a:r>
          </a:p>
        </p:txBody>
      </p:sp>
      <p:sp>
        <p:nvSpPr>
          <p:cNvPr id="5" name="TextBox 4"/>
          <p:cNvSpPr txBox="1"/>
          <p:nvPr/>
        </p:nvSpPr>
        <p:spPr>
          <a:xfrm>
            <a:off x="1901952" y="73152"/>
            <a:ext cx="4572000" cy="402336"/>
          </a:xfrm>
          <a:prstGeom prst="rect">
            <a:avLst/>
          </a:prstGeom>
          <a:noFill/>
        </p:spPr>
        <p:txBody>
          <a:bodyPr wrap="square" lIns="0" tIns="0" rIns="0" bIns="0" anchor="ctr">
            <a:spAutoFit/>
          </a:bodyPr>
          <a:lstStyle/>
          <a:p>
            <a:pPr algn="l"/>
            <a:r>
              <a:rPr sz="1700" b="1" i="0">
                <a:solidFill>
                  <a:srgbClr val="FFFFFF"/>
                </a:solidFill>
                <a:latin typeface="Montserrat"/>
              </a:rPr>
              <a:t>MANO AMIGA VILLAS DE SAN JUAN</a:t>
            </a:r>
          </a:p>
        </p:txBody>
      </p:sp>
      <p:sp>
        <p:nvSpPr>
          <p:cNvPr id="6" name="TextBox 5"/>
          <p:cNvSpPr txBox="1"/>
          <p:nvPr/>
        </p:nvSpPr>
        <p:spPr>
          <a:xfrm>
            <a:off x="1901952" y="457200"/>
            <a:ext cx="4114800" cy="201168"/>
          </a:xfrm>
          <a:prstGeom prst="rect">
            <a:avLst/>
          </a:prstGeom>
          <a:noFill/>
        </p:spPr>
        <p:txBody>
          <a:bodyPr wrap="square" lIns="0" tIns="0" rIns="0" bIns="0" anchor="ctr">
            <a:spAutoFit/>
          </a:bodyPr>
          <a:lstStyle/>
          <a:p>
            <a:pPr algn="l"/>
            <a:r>
              <a:rPr sz="900" b="0" i="0">
                <a:solidFill>
                  <a:srgbClr val="A8C0D8"/>
                </a:solidFill>
                <a:latin typeface="Montserrat"/>
              </a:rPr>
              <a:t>Norte México · Guanajuato</a:t>
            </a:r>
          </a:p>
        </p:txBody>
      </p:sp>
      <p:sp>
        <p:nvSpPr>
          <p:cNvPr id="7" name="TextBox 6"/>
          <p:cNvSpPr txBox="1"/>
          <p:nvPr/>
        </p:nvSpPr>
        <p:spPr>
          <a:xfrm>
            <a:off x="6309360" y="246888"/>
            <a:ext cx="2450592" cy="182880"/>
          </a:xfrm>
          <a:prstGeom prst="rect">
            <a:avLst/>
          </a:prstGeom>
          <a:noFill/>
        </p:spPr>
        <p:txBody>
          <a:bodyPr wrap="square" lIns="0" tIns="0" rIns="0" bIns="0" anchor="t">
            <a:spAutoFit/>
          </a:bodyPr>
          <a:lstStyle/>
          <a:p>
            <a:pPr algn="r"/>
            <a:r>
              <a:rPr sz="700" b="1" i="0">
                <a:solidFill>
                  <a:srgbClr val="EB6C01"/>
                </a:solidFill>
                <a:latin typeface="Montserrat"/>
              </a:rPr>
              <a:t>AVANCE A LA FECHA</a:t>
            </a:r>
          </a:p>
        </p:txBody>
      </p:sp>
      <p:sp>
        <p:nvSpPr>
          <p:cNvPr id="8" name="Rectangle 7"/>
          <p:cNvSpPr/>
          <p:nvPr/>
        </p:nvSpPr>
        <p:spPr>
          <a:xfrm>
            <a:off x="0" y="704088"/>
            <a:ext cx="9144000" cy="4169663"/>
          </a:xfrm>
          <a:prstGeom prst="rect">
            <a:avLst/>
          </a:prstGeom>
          <a:solidFill>
            <a:srgbClr val="0D1B3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 name="TextBox 8"/>
          <p:cNvSpPr txBox="1"/>
          <p:nvPr/>
        </p:nvSpPr>
        <p:spPr>
          <a:xfrm>
            <a:off x="384048" y="868680"/>
            <a:ext cx="4023360" cy="182880"/>
          </a:xfrm>
          <a:prstGeom prst="rect">
            <a:avLst/>
          </a:prstGeom>
          <a:noFill/>
        </p:spPr>
        <p:txBody>
          <a:bodyPr wrap="square" lIns="0" tIns="0" rIns="0" bIns="0" anchor="t">
            <a:spAutoFit/>
          </a:bodyPr>
          <a:lstStyle/>
          <a:p>
            <a:pPr algn="l"/>
            <a:r>
              <a:rPr sz="900" b="1" i="0">
                <a:solidFill>
                  <a:srgbClr val="A8C0D8"/>
                </a:solidFill>
                <a:latin typeface="Montserrat"/>
              </a:rPr>
              <a:t>GENERALES — 64%</a:t>
            </a:r>
          </a:p>
        </p:txBody>
      </p:sp>
      <p:sp>
        <p:nvSpPr>
          <p:cNvPr id="10" name="Rounded Rectangle 9"/>
          <p:cNvSpPr/>
          <p:nvPr/>
        </p:nvSpPr>
        <p:spPr>
          <a:xfrm>
            <a:off x="384048" y="1088136"/>
            <a:ext cx="4023360" cy="146304"/>
          </a:xfrm>
          <a:prstGeom prst="roundRect">
            <a:avLst>
              <a:gd name="adj" fmla="val 50000"/>
            </a:avLst>
          </a:prstGeom>
          <a:solidFill>
            <a:srgbClr val="142A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Rounded Rectangle 10"/>
          <p:cNvSpPr/>
          <p:nvPr/>
        </p:nvSpPr>
        <p:spPr>
          <a:xfrm>
            <a:off x="384048" y="1088136"/>
            <a:ext cx="2586445" cy="146304"/>
          </a:xfrm>
          <a:prstGeom prst="roundRect">
            <a:avLst>
              <a:gd name="adj" fmla="val 50000"/>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4718304" y="868680"/>
            <a:ext cx="4041648" cy="182880"/>
          </a:xfrm>
          <a:prstGeom prst="rect">
            <a:avLst/>
          </a:prstGeom>
          <a:noFill/>
        </p:spPr>
        <p:txBody>
          <a:bodyPr wrap="square" lIns="0" tIns="0" rIns="0" bIns="0" anchor="t">
            <a:spAutoFit/>
          </a:bodyPr>
          <a:lstStyle/>
          <a:p>
            <a:pPr algn="l"/>
            <a:r>
              <a:rPr sz="900" b="1" i="0">
                <a:solidFill>
                  <a:srgbClr val="A8C0D8"/>
                </a:solidFill>
                <a:latin typeface="Montserrat"/>
              </a:rPr>
              <a:t>PROTECCIÓN CIVIL — 77%</a:t>
            </a:r>
          </a:p>
        </p:txBody>
      </p:sp>
      <p:sp>
        <p:nvSpPr>
          <p:cNvPr id="13" name="Rounded Rectangle 12"/>
          <p:cNvSpPr/>
          <p:nvPr/>
        </p:nvSpPr>
        <p:spPr>
          <a:xfrm>
            <a:off x="4718304" y="1088136"/>
            <a:ext cx="4041648" cy="146304"/>
          </a:xfrm>
          <a:prstGeom prst="roundRect">
            <a:avLst>
              <a:gd name="adj" fmla="val 50000"/>
            </a:avLst>
          </a:prstGeom>
          <a:solidFill>
            <a:srgbClr val="142A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ounded Rectangle 13"/>
          <p:cNvSpPr/>
          <p:nvPr/>
        </p:nvSpPr>
        <p:spPr>
          <a:xfrm>
            <a:off x="4718304" y="1088136"/>
            <a:ext cx="3108960" cy="146304"/>
          </a:xfrm>
          <a:prstGeom prst="roundRect">
            <a:avLst>
              <a:gd name="adj" fmla="val 50000"/>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384048" y="1536192"/>
            <a:ext cx="5257800" cy="201168"/>
          </a:xfrm>
          <a:prstGeom prst="rect">
            <a:avLst/>
          </a:prstGeom>
          <a:noFill/>
        </p:spPr>
        <p:txBody>
          <a:bodyPr wrap="square" lIns="0" tIns="0" rIns="0" bIns="0" anchor="t">
            <a:spAutoFit/>
          </a:bodyPr>
          <a:lstStyle/>
          <a:p>
            <a:pPr algn="l"/>
            <a:r>
              <a:rPr sz="900" b="1" i="0">
                <a:solidFill>
                  <a:srgbClr val="EB6C01"/>
                </a:solidFill>
                <a:latin typeface="Montserrat"/>
              </a:rPr>
              <a:t>PENDIENTES (2)</a:t>
            </a:r>
          </a:p>
        </p:txBody>
      </p:sp>
      <p:sp>
        <p:nvSpPr>
          <p:cNvPr id="16" name="TextBox 15"/>
          <p:cNvSpPr txBox="1"/>
          <p:nvPr/>
        </p:nvSpPr>
        <p:spPr>
          <a:xfrm>
            <a:off x="384048" y="1792224"/>
            <a:ext cx="5257800" cy="1874519"/>
          </a:xfrm>
          <a:prstGeom prst="rect">
            <a:avLst/>
          </a:prstGeom>
          <a:noFill/>
        </p:spPr>
        <p:txBody>
          <a:bodyPr wrap="square" lIns="0" tIns="0" rIns="0" bIns="0">
            <a:spAutoFit/>
          </a:bodyPr>
          <a:lstStyle/>
          <a:p>
            <a:pPr>
              <a:lnSpc>
                <a:spcPct val="108000"/>
              </a:lnSpc>
              <a:spcAft>
                <a:spcPts val="300"/>
              </a:spcAft>
            </a:pPr>
            <a:r>
              <a:rPr sz="900" b="0">
                <a:solidFill>
                  <a:srgbClr val="D4E4F2"/>
                </a:solidFill>
                <a:latin typeface="Montserrat"/>
              </a:rPr>
              <a:t>• Donatarias Autorizadas: Convenio de apoyo económico  —  Retraso</a:t>
            </a:r>
          </a:p>
          <a:p>
            <a:pPr>
              <a:lnSpc>
                <a:spcPct val="108000"/>
              </a:lnSpc>
              <a:spcAft>
                <a:spcPts val="300"/>
              </a:spcAft>
            </a:pPr>
            <a:r>
              <a:rPr sz="900" b="0">
                <a:solidFill>
                  <a:srgbClr val="D4E4F2"/>
                </a:solidFill>
                <a:latin typeface="Montserrat"/>
              </a:rPr>
              <a:t>• Protección civil: Visto Bueno de Seguridad y Operación ( Visto bueno Bomberos)  —  Retraso</a:t>
            </a:r>
          </a:p>
        </p:txBody>
      </p:sp>
      <p:sp>
        <p:nvSpPr>
          <p:cNvPr id="17" name="Rounded Rectangle 16"/>
          <p:cNvSpPr/>
          <p:nvPr/>
        </p:nvSpPr>
        <p:spPr>
          <a:xfrm>
            <a:off x="5806440" y="1536192"/>
            <a:ext cx="2953512" cy="1874519"/>
          </a:xfrm>
          <a:prstGeom prst="roundRect">
            <a:avLst>
              <a:gd name="adj" fmla="val 6000"/>
            </a:avLst>
          </a:prstGeom>
          <a:solidFill>
            <a:srgbClr val="1A3464"/>
          </a:solidFill>
          <a:ln w="12700">
            <a:solidFill>
              <a:srgbClr val="4F82C2"/>
            </a:solidFill>
            <a:prstDash val="sys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Rounded Rectangle 17"/>
          <p:cNvSpPr/>
          <p:nvPr/>
        </p:nvSpPr>
        <p:spPr>
          <a:xfrm>
            <a:off x="7118604" y="2144267"/>
            <a:ext cx="329184" cy="237744"/>
          </a:xfrm>
          <a:prstGeom prst="roundRect">
            <a:avLst/>
          </a:prstGeom>
          <a:noFill/>
          <a:ln w="15875">
            <a:solidFill>
              <a:srgbClr val="4F82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5806440" y="2455163"/>
            <a:ext cx="2953512" cy="274320"/>
          </a:xfrm>
          <a:prstGeom prst="rect">
            <a:avLst/>
          </a:prstGeom>
          <a:noFill/>
        </p:spPr>
        <p:txBody>
          <a:bodyPr wrap="square" lIns="0" tIns="0" rIns="0" bIns="0" anchor="t">
            <a:spAutoFit/>
          </a:bodyPr>
          <a:lstStyle/>
          <a:p>
            <a:pPr algn="ctr"/>
            <a:r>
              <a:rPr sz="850" b="1" i="0">
                <a:solidFill>
                  <a:srgbClr val="A8C0D8"/>
                </a:solidFill>
                <a:latin typeface="Montserrat"/>
              </a:rPr>
              <a:t>INSERTAR IMAGEN</a:t>
            </a:r>
          </a:p>
        </p:txBody>
      </p:sp>
      <p:sp>
        <p:nvSpPr>
          <p:cNvPr id="20" name="TextBox 19"/>
          <p:cNvSpPr txBox="1"/>
          <p:nvPr/>
        </p:nvSpPr>
        <p:spPr>
          <a:xfrm>
            <a:off x="5806440" y="3118103"/>
            <a:ext cx="2953512" cy="237744"/>
          </a:xfrm>
          <a:prstGeom prst="rect">
            <a:avLst/>
          </a:prstGeom>
          <a:noFill/>
        </p:spPr>
        <p:txBody>
          <a:bodyPr wrap="square" lIns="0" tIns="0" rIns="0" bIns="0" anchor="t">
            <a:spAutoFit/>
          </a:bodyPr>
          <a:lstStyle/>
          <a:p>
            <a:pPr algn="ctr"/>
            <a:r>
              <a:rPr sz="700" b="0" i="1">
                <a:solidFill>
                  <a:srgbClr val="3A5078"/>
                </a:solidFill>
                <a:latin typeface="Montserrat"/>
              </a:rPr>
              <a:t>Evidencia fotográfica / captura de trámite</a:t>
            </a:r>
          </a:p>
        </p:txBody>
      </p:sp>
      <p:sp>
        <p:nvSpPr>
          <p:cNvPr id="21" name="TextBox 20"/>
          <p:cNvSpPr txBox="1"/>
          <p:nvPr/>
        </p:nvSpPr>
        <p:spPr>
          <a:xfrm>
            <a:off x="384048" y="3657600"/>
            <a:ext cx="8375904" cy="201168"/>
          </a:xfrm>
          <a:prstGeom prst="rect">
            <a:avLst/>
          </a:prstGeom>
          <a:noFill/>
        </p:spPr>
        <p:txBody>
          <a:bodyPr wrap="square" lIns="0" tIns="0" rIns="0" bIns="0" anchor="t">
            <a:spAutoFit/>
          </a:bodyPr>
          <a:lstStyle/>
          <a:p>
            <a:pPr algn="l"/>
            <a:r>
              <a:rPr sz="900" b="1" i="0">
                <a:solidFill>
                  <a:srgbClr val="EB6C01"/>
                </a:solidFill>
                <a:latin typeface="Montserrat"/>
              </a:rPr>
              <a:t>ACTUALIZACIÓN DE ESTA SEMANA</a:t>
            </a:r>
          </a:p>
        </p:txBody>
      </p:sp>
      <p:sp>
        <p:nvSpPr>
          <p:cNvPr id="22" name="Rectangle 21"/>
          <p:cNvSpPr/>
          <p:nvPr/>
        </p:nvSpPr>
        <p:spPr>
          <a:xfrm>
            <a:off x="384048" y="3895344"/>
            <a:ext cx="45720" cy="914400"/>
          </a:xfrm>
          <a:prstGeom prst="rect">
            <a:avLst/>
          </a:prstGeom>
          <a:solidFill>
            <a:srgbClr val="4F82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 name="TextBox 22"/>
          <p:cNvSpPr txBox="1"/>
          <p:nvPr/>
        </p:nvSpPr>
        <p:spPr>
          <a:xfrm>
            <a:off x="594360" y="3895344"/>
            <a:ext cx="8138160" cy="914400"/>
          </a:xfrm>
          <a:prstGeom prst="rect">
            <a:avLst/>
          </a:prstGeom>
          <a:noFill/>
        </p:spPr>
        <p:txBody>
          <a:bodyPr wrap="square" lIns="0" tIns="0" rIns="0" bIns="0" anchor="t">
            <a:spAutoFit/>
          </a:bodyPr>
          <a:lstStyle/>
          <a:p>
            <a:pPr algn="l">
              <a:lnSpc>
                <a:spcPct val="125000"/>
              </a:lnSpc>
            </a:pPr>
            <a:r>
              <a:rPr sz="1050" b="0" i="1">
                <a:solidFill>
                  <a:srgbClr val="D4E4F2"/>
                </a:solidFill>
                <a:latin typeface="Montserrat"/>
              </a:rPr>
              <a:t>Sin novedades reportadas esta semana — seguimiento continúa conforme al programa de cumplimiento.</a:t>
            </a:r>
          </a:p>
        </p:txBody>
      </p:sp>
      <p:sp>
        <p:nvSpPr>
          <p:cNvPr id="24" name="Rectangle 23"/>
          <p:cNvSpPr/>
          <p:nvPr/>
        </p:nvSpPr>
        <p:spPr>
          <a:xfrm>
            <a:off x="0" y="4873752"/>
            <a:ext cx="9144000" cy="265176"/>
          </a:xfrm>
          <a:prstGeom prst="rect">
            <a:avLst/>
          </a:prstGeom>
          <a:solidFill>
            <a:srgbClr val="1A346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 name="TextBox 24"/>
          <p:cNvSpPr txBox="1"/>
          <p:nvPr/>
        </p:nvSpPr>
        <p:spPr>
          <a:xfrm>
            <a:off x="384048" y="4901184"/>
            <a:ext cx="5029200" cy="182880"/>
          </a:xfrm>
          <a:prstGeom prst="rect">
            <a:avLst/>
          </a:prstGeom>
          <a:noFill/>
        </p:spPr>
        <p:txBody>
          <a:bodyPr wrap="square" lIns="0" tIns="0" rIns="0" bIns="0" anchor="ctr">
            <a:spAutoFit/>
          </a:bodyPr>
          <a:lstStyle/>
          <a:p>
            <a:pPr algn="l"/>
            <a:r>
              <a:rPr sz="700" b="0" i="0">
                <a:solidFill>
                  <a:srgbClr val="8FAECB"/>
                </a:solidFill>
                <a:latin typeface="Montserrat"/>
              </a:rPr>
              <a:t>COORDINACIÓN DE OBRAS Y MANTENIMIENTO RCMA</a:t>
            </a:r>
          </a:p>
        </p:txBody>
      </p:sp>
      <p:sp>
        <p:nvSpPr>
          <p:cNvPr id="26" name="TextBox 25"/>
          <p:cNvSpPr txBox="1"/>
          <p:nvPr/>
        </p:nvSpPr>
        <p:spPr>
          <a:xfrm>
            <a:off x="5650992" y="4901184"/>
            <a:ext cx="2286000" cy="182880"/>
          </a:xfrm>
          <a:prstGeom prst="rect">
            <a:avLst/>
          </a:prstGeom>
          <a:noFill/>
        </p:spPr>
        <p:txBody>
          <a:bodyPr wrap="square" lIns="0" tIns="0" rIns="0" bIns="0" anchor="ctr">
            <a:spAutoFit/>
          </a:bodyPr>
          <a:lstStyle/>
          <a:p>
            <a:pPr algn="r"/>
            <a:r>
              <a:rPr sz="700" b="0" i="0">
                <a:solidFill>
                  <a:srgbClr val="8FAECB"/>
                </a:solidFill>
                <a:latin typeface="Montserrat"/>
              </a:rPr>
              <a:t>Mano Amiga · Cumplimiento Normativo</a:t>
            </a: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9144000" cy="36576"/>
          </a:xfrm>
          <a:prstGeom prst="rect">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0" y="36576"/>
            <a:ext cx="9144000" cy="667512"/>
          </a:xfrm>
          <a:prstGeom prst="rect">
            <a:avLst/>
          </a:prstGeom>
          <a:solidFill>
            <a:srgbClr val="1A346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ounded Rectangle 3"/>
          <p:cNvSpPr/>
          <p:nvPr/>
        </p:nvSpPr>
        <p:spPr>
          <a:xfrm>
            <a:off x="384048" y="118872"/>
            <a:ext cx="1417320" cy="237744"/>
          </a:xfrm>
          <a:prstGeom prst="roundRect">
            <a:avLst>
              <a:gd name="adj" fmla="val 50000"/>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sz="650" b="1">
                <a:solidFill>
                  <a:srgbClr val="FFFFFF"/>
                </a:solidFill>
                <a:latin typeface="Montserrat"/>
              </a:rPr>
              <a:t>CUMPL. NORM.</a:t>
            </a:r>
          </a:p>
        </p:txBody>
      </p:sp>
      <p:sp>
        <p:nvSpPr>
          <p:cNvPr id="5" name="TextBox 4"/>
          <p:cNvSpPr txBox="1"/>
          <p:nvPr/>
        </p:nvSpPr>
        <p:spPr>
          <a:xfrm>
            <a:off x="1901952" y="73152"/>
            <a:ext cx="4572000" cy="402336"/>
          </a:xfrm>
          <a:prstGeom prst="rect">
            <a:avLst/>
          </a:prstGeom>
          <a:noFill/>
        </p:spPr>
        <p:txBody>
          <a:bodyPr wrap="square" lIns="0" tIns="0" rIns="0" bIns="0" anchor="ctr">
            <a:spAutoFit/>
          </a:bodyPr>
          <a:lstStyle/>
          <a:p>
            <a:pPr algn="l"/>
            <a:r>
              <a:rPr sz="1700" b="1" i="0">
                <a:solidFill>
                  <a:srgbClr val="FFFFFF"/>
                </a:solidFill>
                <a:latin typeface="Montserrat"/>
              </a:rPr>
              <a:t>MANO AMIGA MONTERREY</a:t>
            </a:r>
          </a:p>
        </p:txBody>
      </p:sp>
      <p:sp>
        <p:nvSpPr>
          <p:cNvPr id="6" name="TextBox 5"/>
          <p:cNvSpPr txBox="1"/>
          <p:nvPr/>
        </p:nvSpPr>
        <p:spPr>
          <a:xfrm>
            <a:off x="1901952" y="457200"/>
            <a:ext cx="4114800" cy="201168"/>
          </a:xfrm>
          <a:prstGeom prst="rect">
            <a:avLst/>
          </a:prstGeom>
          <a:noFill/>
        </p:spPr>
        <p:txBody>
          <a:bodyPr wrap="square" lIns="0" tIns="0" rIns="0" bIns="0" anchor="ctr">
            <a:spAutoFit/>
          </a:bodyPr>
          <a:lstStyle/>
          <a:p>
            <a:pPr algn="l"/>
            <a:r>
              <a:rPr sz="900" b="0" i="0">
                <a:solidFill>
                  <a:srgbClr val="A8C0D8"/>
                </a:solidFill>
                <a:latin typeface="Montserrat"/>
              </a:rPr>
              <a:t>Norte México · Nuevo León</a:t>
            </a:r>
          </a:p>
        </p:txBody>
      </p:sp>
      <p:sp>
        <p:nvSpPr>
          <p:cNvPr id="7" name="TextBox 6"/>
          <p:cNvSpPr txBox="1"/>
          <p:nvPr/>
        </p:nvSpPr>
        <p:spPr>
          <a:xfrm>
            <a:off x="6309360" y="246888"/>
            <a:ext cx="2450592" cy="182880"/>
          </a:xfrm>
          <a:prstGeom prst="rect">
            <a:avLst/>
          </a:prstGeom>
          <a:noFill/>
        </p:spPr>
        <p:txBody>
          <a:bodyPr wrap="square" lIns="0" tIns="0" rIns="0" bIns="0" anchor="t">
            <a:spAutoFit/>
          </a:bodyPr>
          <a:lstStyle/>
          <a:p>
            <a:pPr algn="r"/>
            <a:r>
              <a:rPr sz="700" b="1" i="0">
                <a:solidFill>
                  <a:srgbClr val="EB6C01"/>
                </a:solidFill>
                <a:latin typeface="Montserrat"/>
              </a:rPr>
              <a:t>AVANCE A LA FECHA</a:t>
            </a:r>
          </a:p>
        </p:txBody>
      </p:sp>
      <p:sp>
        <p:nvSpPr>
          <p:cNvPr id="8" name="Rectangle 7"/>
          <p:cNvSpPr/>
          <p:nvPr/>
        </p:nvSpPr>
        <p:spPr>
          <a:xfrm>
            <a:off x="0" y="704088"/>
            <a:ext cx="9144000" cy="4169663"/>
          </a:xfrm>
          <a:prstGeom prst="rect">
            <a:avLst/>
          </a:prstGeom>
          <a:solidFill>
            <a:srgbClr val="0D1B3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 name="TextBox 8"/>
          <p:cNvSpPr txBox="1"/>
          <p:nvPr/>
        </p:nvSpPr>
        <p:spPr>
          <a:xfrm>
            <a:off x="384048" y="868680"/>
            <a:ext cx="4023360" cy="182880"/>
          </a:xfrm>
          <a:prstGeom prst="rect">
            <a:avLst/>
          </a:prstGeom>
          <a:noFill/>
        </p:spPr>
        <p:txBody>
          <a:bodyPr wrap="square" lIns="0" tIns="0" rIns="0" bIns="0" anchor="t">
            <a:spAutoFit/>
          </a:bodyPr>
          <a:lstStyle/>
          <a:p>
            <a:pPr algn="l"/>
            <a:r>
              <a:rPr sz="900" b="1" i="0">
                <a:solidFill>
                  <a:srgbClr val="A8C0D8"/>
                </a:solidFill>
                <a:latin typeface="Montserrat"/>
              </a:rPr>
              <a:t>GENERALES — 57%</a:t>
            </a:r>
          </a:p>
        </p:txBody>
      </p:sp>
      <p:sp>
        <p:nvSpPr>
          <p:cNvPr id="10" name="Rounded Rectangle 9"/>
          <p:cNvSpPr/>
          <p:nvPr/>
        </p:nvSpPr>
        <p:spPr>
          <a:xfrm>
            <a:off x="384048" y="1088136"/>
            <a:ext cx="4023360" cy="146304"/>
          </a:xfrm>
          <a:prstGeom prst="roundRect">
            <a:avLst>
              <a:gd name="adj" fmla="val 50000"/>
            </a:avLst>
          </a:prstGeom>
          <a:solidFill>
            <a:srgbClr val="142A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Rounded Rectangle 10"/>
          <p:cNvSpPr/>
          <p:nvPr/>
        </p:nvSpPr>
        <p:spPr>
          <a:xfrm>
            <a:off x="384048" y="1088136"/>
            <a:ext cx="2299062" cy="146304"/>
          </a:xfrm>
          <a:prstGeom prst="roundRect">
            <a:avLst>
              <a:gd name="adj" fmla="val 50000"/>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4718304" y="868680"/>
            <a:ext cx="4041648" cy="182880"/>
          </a:xfrm>
          <a:prstGeom prst="rect">
            <a:avLst/>
          </a:prstGeom>
          <a:noFill/>
        </p:spPr>
        <p:txBody>
          <a:bodyPr wrap="square" lIns="0" tIns="0" rIns="0" bIns="0" anchor="t">
            <a:spAutoFit/>
          </a:bodyPr>
          <a:lstStyle/>
          <a:p>
            <a:pPr algn="l"/>
            <a:r>
              <a:rPr sz="900" b="1" i="0">
                <a:solidFill>
                  <a:srgbClr val="A8C0D8"/>
                </a:solidFill>
                <a:latin typeface="Montserrat"/>
              </a:rPr>
              <a:t>PROTECCIÓN CIVIL — 85%</a:t>
            </a:r>
          </a:p>
        </p:txBody>
      </p:sp>
      <p:sp>
        <p:nvSpPr>
          <p:cNvPr id="13" name="Rounded Rectangle 12"/>
          <p:cNvSpPr/>
          <p:nvPr/>
        </p:nvSpPr>
        <p:spPr>
          <a:xfrm>
            <a:off x="4718304" y="1088136"/>
            <a:ext cx="4041648" cy="146304"/>
          </a:xfrm>
          <a:prstGeom prst="roundRect">
            <a:avLst>
              <a:gd name="adj" fmla="val 50000"/>
            </a:avLst>
          </a:prstGeom>
          <a:solidFill>
            <a:srgbClr val="142A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ounded Rectangle 13"/>
          <p:cNvSpPr/>
          <p:nvPr/>
        </p:nvSpPr>
        <p:spPr>
          <a:xfrm>
            <a:off x="4718304" y="1088136"/>
            <a:ext cx="3419856" cy="146304"/>
          </a:xfrm>
          <a:prstGeom prst="roundRect">
            <a:avLst>
              <a:gd name="adj" fmla="val 50000"/>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384048" y="1536192"/>
            <a:ext cx="5257800" cy="201168"/>
          </a:xfrm>
          <a:prstGeom prst="rect">
            <a:avLst/>
          </a:prstGeom>
          <a:noFill/>
        </p:spPr>
        <p:txBody>
          <a:bodyPr wrap="square" lIns="0" tIns="0" rIns="0" bIns="0" anchor="t">
            <a:spAutoFit/>
          </a:bodyPr>
          <a:lstStyle/>
          <a:p>
            <a:pPr algn="l"/>
            <a:r>
              <a:rPr sz="900" b="1" i="0">
                <a:solidFill>
                  <a:srgbClr val="EB6C01"/>
                </a:solidFill>
                <a:latin typeface="Montserrat"/>
              </a:rPr>
              <a:t>PENDIENTES (5)</a:t>
            </a:r>
          </a:p>
        </p:txBody>
      </p:sp>
      <p:sp>
        <p:nvSpPr>
          <p:cNvPr id="16" name="TextBox 15"/>
          <p:cNvSpPr txBox="1"/>
          <p:nvPr/>
        </p:nvSpPr>
        <p:spPr>
          <a:xfrm>
            <a:off x="384048" y="1792224"/>
            <a:ext cx="5257800" cy="1874519"/>
          </a:xfrm>
          <a:prstGeom prst="rect">
            <a:avLst/>
          </a:prstGeom>
          <a:noFill/>
        </p:spPr>
        <p:txBody>
          <a:bodyPr wrap="square" lIns="0" tIns="0" rIns="0" bIns="0">
            <a:spAutoFit/>
          </a:bodyPr>
          <a:lstStyle/>
          <a:p>
            <a:pPr>
              <a:lnSpc>
                <a:spcPct val="108000"/>
              </a:lnSpc>
              <a:spcAft>
                <a:spcPts val="300"/>
              </a:spcAft>
            </a:pPr>
            <a:r>
              <a:rPr sz="900" b="0">
                <a:solidFill>
                  <a:srgbClr val="D4E4F2"/>
                </a:solidFill>
                <a:latin typeface="Montserrat"/>
              </a:rPr>
              <a:t>• General: Uso de suelo  —  Pendiente</a:t>
            </a:r>
          </a:p>
          <a:p>
            <a:pPr>
              <a:lnSpc>
                <a:spcPct val="108000"/>
              </a:lnSpc>
              <a:spcAft>
                <a:spcPts val="300"/>
              </a:spcAft>
            </a:pPr>
            <a:r>
              <a:rPr sz="900" b="0">
                <a:solidFill>
                  <a:srgbClr val="D4E4F2"/>
                </a:solidFill>
                <a:latin typeface="Montserrat"/>
              </a:rPr>
              <a:t>• General: Licencia de funcionamiento  —  Pendiente</a:t>
            </a:r>
          </a:p>
          <a:p>
            <a:pPr>
              <a:lnSpc>
                <a:spcPct val="108000"/>
              </a:lnSpc>
              <a:spcAft>
                <a:spcPts val="300"/>
              </a:spcAft>
            </a:pPr>
            <a:r>
              <a:rPr sz="900" b="0">
                <a:solidFill>
                  <a:srgbClr val="D4E4F2"/>
                </a:solidFill>
                <a:latin typeface="Montserrat"/>
              </a:rPr>
              <a:t>• Protección civil: Cronograma de mantenimiento en las Instalaciones  —  Retraso</a:t>
            </a:r>
          </a:p>
          <a:p>
            <a:pPr>
              <a:lnSpc>
                <a:spcPct val="108000"/>
              </a:lnSpc>
              <a:spcAft>
                <a:spcPts val="300"/>
              </a:spcAft>
            </a:pPr>
            <a:r>
              <a:rPr sz="900" b="0">
                <a:solidFill>
                  <a:srgbClr val="D4E4F2"/>
                </a:solidFill>
                <a:latin typeface="Montserrat"/>
              </a:rPr>
              <a:t>• Protección civil: Dictamen Eléctrico  —  Retraso</a:t>
            </a:r>
          </a:p>
          <a:p>
            <a:pPr>
              <a:lnSpc>
                <a:spcPct val="108000"/>
              </a:lnSpc>
              <a:spcAft>
                <a:spcPts val="300"/>
              </a:spcAft>
            </a:pPr>
            <a:r>
              <a:rPr sz="900" b="0">
                <a:solidFill>
                  <a:srgbClr val="D4E4F2"/>
                </a:solidFill>
                <a:latin typeface="Montserrat"/>
              </a:rPr>
              <a:t>• Protección civil: Predial  —  Retraso</a:t>
            </a:r>
          </a:p>
        </p:txBody>
      </p:sp>
      <p:sp>
        <p:nvSpPr>
          <p:cNvPr id="17" name="Rounded Rectangle 16"/>
          <p:cNvSpPr/>
          <p:nvPr/>
        </p:nvSpPr>
        <p:spPr>
          <a:xfrm>
            <a:off x="5806440" y="1536192"/>
            <a:ext cx="2953512" cy="1874519"/>
          </a:xfrm>
          <a:prstGeom prst="roundRect">
            <a:avLst>
              <a:gd name="adj" fmla="val 6000"/>
            </a:avLst>
          </a:prstGeom>
          <a:solidFill>
            <a:srgbClr val="1A3464"/>
          </a:solidFill>
          <a:ln w="12700">
            <a:solidFill>
              <a:srgbClr val="4F82C2"/>
            </a:solidFill>
            <a:prstDash val="sys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Rounded Rectangle 17"/>
          <p:cNvSpPr/>
          <p:nvPr/>
        </p:nvSpPr>
        <p:spPr>
          <a:xfrm>
            <a:off x="7118604" y="2144267"/>
            <a:ext cx="329184" cy="237744"/>
          </a:xfrm>
          <a:prstGeom prst="roundRect">
            <a:avLst/>
          </a:prstGeom>
          <a:noFill/>
          <a:ln w="15875">
            <a:solidFill>
              <a:srgbClr val="4F82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5806440" y="2455163"/>
            <a:ext cx="2953512" cy="274320"/>
          </a:xfrm>
          <a:prstGeom prst="rect">
            <a:avLst/>
          </a:prstGeom>
          <a:noFill/>
        </p:spPr>
        <p:txBody>
          <a:bodyPr wrap="square" lIns="0" tIns="0" rIns="0" bIns="0" anchor="t">
            <a:spAutoFit/>
          </a:bodyPr>
          <a:lstStyle/>
          <a:p>
            <a:pPr algn="ctr"/>
            <a:r>
              <a:rPr sz="850" b="1" i="0">
                <a:solidFill>
                  <a:srgbClr val="A8C0D8"/>
                </a:solidFill>
                <a:latin typeface="Montserrat"/>
              </a:rPr>
              <a:t>INSERTAR IMAGEN</a:t>
            </a:r>
          </a:p>
        </p:txBody>
      </p:sp>
      <p:sp>
        <p:nvSpPr>
          <p:cNvPr id="20" name="TextBox 19"/>
          <p:cNvSpPr txBox="1"/>
          <p:nvPr/>
        </p:nvSpPr>
        <p:spPr>
          <a:xfrm>
            <a:off x="5806440" y="3118103"/>
            <a:ext cx="2953512" cy="237744"/>
          </a:xfrm>
          <a:prstGeom prst="rect">
            <a:avLst/>
          </a:prstGeom>
          <a:noFill/>
        </p:spPr>
        <p:txBody>
          <a:bodyPr wrap="square" lIns="0" tIns="0" rIns="0" bIns="0" anchor="t">
            <a:spAutoFit/>
          </a:bodyPr>
          <a:lstStyle/>
          <a:p>
            <a:pPr algn="ctr"/>
            <a:r>
              <a:rPr sz="700" b="0" i="1">
                <a:solidFill>
                  <a:srgbClr val="3A5078"/>
                </a:solidFill>
                <a:latin typeface="Montserrat"/>
              </a:rPr>
              <a:t>Evidencia fotográfica / captura de trámite</a:t>
            </a:r>
          </a:p>
        </p:txBody>
      </p:sp>
      <p:sp>
        <p:nvSpPr>
          <p:cNvPr id="21" name="TextBox 20"/>
          <p:cNvSpPr txBox="1"/>
          <p:nvPr/>
        </p:nvSpPr>
        <p:spPr>
          <a:xfrm>
            <a:off x="384048" y="3657600"/>
            <a:ext cx="8375904" cy="201168"/>
          </a:xfrm>
          <a:prstGeom prst="rect">
            <a:avLst/>
          </a:prstGeom>
          <a:noFill/>
        </p:spPr>
        <p:txBody>
          <a:bodyPr wrap="square" lIns="0" tIns="0" rIns="0" bIns="0" anchor="t">
            <a:spAutoFit/>
          </a:bodyPr>
          <a:lstStyle/>
          <a:p>
            <a:pPr algn="l"/>
            <a:r>
              <a:rPr sz="900" b="1" i="0">
                <a:solidFill>
                  <a:srgbClr val="EB6C01"/>
                </a:solidFill>
                <a:latin typeface="Montserrat"/>
              </a:rPr>
              <a:t>ACTUALIZACIÓN DE ESTA SEMANA</a:t>
            </a:r>
          </a:p>
        </p:txBody>
      </p:sp>
      <p:sp>
        <p:nvSpPr>
          <p:cNvPr id="22" name="Rectangle 21"/>
          <p:cNvSpPr/>
          <p:nvPr/>
        </p:nvSpPr>
        <p:spPr>
          <a:xfrm>
            <a:off x="384048" y="3895344"/>
            <a:ext cx="45720" cy="914400"/>
          </a:xfrm>
          <a:prstGeom prst="rect">
            <a:avLst/>
          </a:prstGeom>
          <a:solidFill>
            <a:srgbClr val="4F82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 name="TextBox 22"/>
          <p:cNvSpPr txBox="1"/>
          <p:nvPr/>
        </p:nvSpPr>
        <p:spPr>
          <a:xfrm>
            <a:off x="594360" y="3895344"/>
            <a:ext cx="8138160" cy="914400"/>
          </a:xfrm>
          <a:prstGeom prst="rect">
            <a:avLst/>
          </a:prstGeom>
          <a:noFill/>
        </p:spPr>
        <p:txBody>
          <a:bodyPr wrap="square" lIns="0" tIns="0" rIns="0" bIns="0" anchor="t">
            <a:spAutoFit/>
          </a:bodyPr>
          <a:lstStyle/>
          <a:p>
            <a:pPr algn="l">
              <a:lnSpc>
                <a:spcPct val="125000"/>
              </a:lnSpc>
            </a:pPr>
            <a:r>
              <a:rPr sz="1050" b="0" i="1">
                <a:solidFill>
                  <a:srgbClr val="D4E4F2"/>
                </a:solidFill>
                <a:latin typeface="Montserrat"/>
              </a:rPr>
              <a:t>Sin novedades reportadas esta semana — seguimiento continúa conforme al programa de cumplimiento.</a:t>
            </a:r>
          </a:p>
        </p:txBody>
      </p:sp>
      <p:sp>
        <p:nvSpPr>
          <p:cNvPr id="24" name="Rectangle 23"/>
          <p:cNvSpPr/>
          <p:nvPr/>
        </p:nvSpPr>
        <p:spPr>
          <a:xfrm>
            <a:off x="0" y="4873752"/>
            <a:ext cx="9144000" cy="265176"/>
          </a:xfrm>
          <a:prstGeom prst="rect">
            <a:avLst/>
          </a:prstGeom>
          <a:solidFill>
            <a:srgbClr val="1A346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 name="TextBox 24"/>
          <p:cNvSpPr txBox="1"/>
          <p:nvPr/>
        </p:nvSpPr>
        <p:spPr>
          <a:xfrm>
            <a:off x="384048" y="4901184"/>
            <a:ext cx="5029200" cy="182880"/>
          </a:xfrm>
          <a:prstGeom prst="rect">
            <a:avLst/>
          </a:prstGeom>
          <a:noFill/>
        </p:spPr>
        <p:txBody>
          <a:bodyPr wrap="square" lIns="0" tIns="0" rIns="0" bIns="0" anchor="ctr">
            <a:spAutoFit/>
          </a:bodyPr>
          <a:lstStyle/>
          <a:p>
            <a:pPr algn="l"/>
            <a:r>
              <a:rPr sz="700" b="0" i="0">
                <a:solidFill>
                  <a:srgbClr val="8FAECB"/>
                </a:solidFill>
                <a:latin typeface="Montserrat"/>
              </a:rPr>
              <a:t>COORDINACIÓN DE OBRAS Y MANTENIMIENTO RCMA</a:t>
            </a:r>
          </a:p>
        </p:txBody>
      </p:sp>
      <p:sp>
        <p:nvSpPr>
          <p:cNvPr id="26" name="TextBox 25"/>
          <p:cNvSpPr txBox="1"/>
          <p:nvPr/>
        </p:nvSpPr>
        <p:spPr>
          <a:xfrm>
            <a:off x="5650992" y="4901184"/>
            <a:ext cx="2286000" cy="182880"/>
          </a:xfrm>
          <a:prstGeom prst="rect">
            <a:avLst/>
          </a:prstGeom>
          <a:noFill/>
        </p:spPr>
        <p:txBody>
          <a:bodyPr wrap="square" lIns="0" tIns="0" rIns="0" bIns="0" anchor="ctr">
            <a:spAutoFit/>
          </a:bodyPr>
          <a:lstStyle/>
          <a:p>
            <a:pPr algn="r"/>
            <a:r>
              <a:rPr sz="700" b="0" i="0">
                <a:solidFill>
                  <a:srgbClr val="8FAECB"/>
                </a:solidFill>
                <a:latin typeface="Montserrat"/>
              </a:rPr>
              <a:t>Mano Amiga · Cumplimiento Normativo</a:t>
            </a: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9144000" cy="36576"/>
          </a:xfrm>
          <a:prstGeom prst="rect">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0" y="36576"/>
            <a:ext cx="9144000" cy="667512"/>
          </a:xfrm>
          <a:prstGeom prst="rect">
            <a:avLst/>
          </a:prstGeom>
          <a:solidFill>
            <a:srgbClr val="1A346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ounded Rectangle 3"/>
          <p:cNvSpPr/>
          <p:nvPr/>
        </p:nvSpPr>
        <p:spPr>
          <a:xfrm>
            <a:off x="384048" y="118872"/>
            <a:ext cx="1417320" cy="237744"/>
          </a:xfrm>
          <a:prstGeom prst="roundRect">
            <a:avLst>
              <a:gd name="adj" fmla="val 50000"/>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sz="650" b="1">
                <a:solidFill>
                  <a:srgbClr val="FFFFFF"/>
                </a:solidFill>
                <a:latin typeface="Montserrat"/>
              </a:rPr>
              <a:t>CUMPL. NORM.</a:t>
            </a:r>
          </a:p>
        </p:txBody>
      </p:sp>
      <p:sp>
        <p:nvSpPr>
          <p:cNvPr id="5" name="TextBox 4"/>
          <p:cNvSpPr txBox="1"/>
          <p:nvPr/>
        </p:nvSpPr>
        <p:spPr>
          <a:xfrm>
            <a:off x="1901952" y="73152"/>
            <a:ext cx="4572000" cy="402336"/>
          </a:xfrm>
          <a:prstGeom prst="rect">
            <a:avLst/>
          </a:prstGeom>
          <a:noFill/>
        </p:spPr>
        <p:txBody>
          <a:bodyPr wrap="square" lIns="0" tIns="0" rIns="0" bIns="0" anchor="ctr">
            <a:spAutoFit/>
          </a:bodyPr>
          <a:lstStyle/>
          <a:p>
            <a:pPr algn="l"/>
            <a:r>
              <a:rPr sz="1700" b="1" i="0">
                <a:solidFill>
                  <a:srgbClr val="FFFFFF"/>
                </a:solidFill>
                <a:latin typeface="Montserrat"/>
              </a:rPr>
              <a:t>MANO AMIGA SANTA CATARINA</a:t>
            </a:r>
          </a:p>
        </p:txBody>
      </p:sp>
      <p:sp>
        <p:nvSpPr>
          <p:cNvPr id="6" name="TextBox 5"/>
          <p:cNvSpPr txBox="1"/>
          <p:nvPr/>
        </p:nvSpPr>
        <p:spPr>
          <a:xfrm>
            <a:off x="1901952" y="457200"/>
            <a:ext cx="4114800" cy="201168"/>
          </a:xfrm>
          <a:prstGeom prst="rect">
            <a:avLst/>
          </a:prstGeom>
          <a:noFill/>
        </p:spPr>
        <p:txBody>
          <a:bodyPr wrap="square" lIns="0" tIns="0" rIns="0" bIns="0" anchor="ctr">
            <a:spAutoFit/>
          </a:bodyPr>
          <a:lstStyle/>
          <a:p>
            <a:pPr algn="l"/>
            <a:r>
              <a:rPr sz="900" b="0" i="0">
                <a:solidFill>
                  <a:srgbClr val="A8C0D8"/>
                </a:solidFill>
                <a:latin typeface="Montserrat"/>
              </a:rPr>
              <a:t>Norte México · Nuevo León</a:t>
            </a:r>
          </a:p>
        </p:txBody>
      </p:sp>
      <p:sp>
        <p:nvSpPr>
          <p:cNvPr id="7" name="TextBox 6"/>
          <p:cNvSpPr txBox="1"/>
          <p:nvPr/>
        </p:nvSpPr>
        <p:spPr>
          <a:xfrm>
            <a:off x="6309360" y="246888"/>
            <a:ext cx="2450592" cy="182880"/>
          </a:xfrm>
          <a:prstGeom prst="rect">
            <a:avLst/>
          </a:prstGeom>
          <a:noFill/>
        </p:spPr>
        <p:txBody>
          <a:bodyPr wrap="square" lIns="0" tIns="0" rIns="0" bIns="0" anchor="t">
            <a:spAutoFit/>
          </a:bodyPr>
          <a:lstStyle/>
          <a:p>
            <a:pPr algn="r"/>
            <a:r>
              <a:rPr sz="700" b="1" i="0">
                <a:solidFill>
                  <a:srgbClr val="EB6C01"/>
                </a:solidFill>
                <a:latin typeface="Montserrat"/>
              </a:rPr>
              <a:t>AVANCE A LA FECHA</a:t>
            </a:r>
          </a:p>
        </p:txBody>
      </p:sp>
      <p:sp>
        <p:nvSpPr>
          <p:cNvPr id="8" name="Rectangle 7"/>
          <p:cNvSpPr/>
          <p:nvPr/>
        </p:nvSpPr>
        <p:spPr>
          <a:xfrm>
            <a:off x="0" y="704088"/>
            <a:ext cx="9144000" cy="4169663"/>
          </a:xfrm>
          <a:prstGeom prst="rect">
            <a:avLst/>
          </a:prstGeom>
          <a:solidFill>
            <a:srgbClr val="0D1B3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 name="TextBox 8"/>
          <p:cNvSpPr txBox="1"/>
          <p:nvPr/>
        </p:nvSpPr>
        <p:spPr>
          <a:xfrm>
            <a:off x="384048" y="868680"/>
            <a:ext cx="4023360" cy="182880"/>
          </a:xfrm>
          <a:prstGeom prst="rect">
            <a:avLst/>
          </a:prstGeom>
          <a:noFill/>
        </p:spPr>
        <p:txBody>
          <a:bodyPr wrap="square" lIns="0" tIns="0" rIns="0" bIns="0" anchor="t">
            <a:spAutoFit/>
          </a:bodyPr>
          <a:lstStyle/>
          <a:p>
            <a:pPr algn="l"/>
            <a:r>
              <a:rPr sz="900" b="1" i="0">
                <a:solidFill>
                  <a:srgbClr val="A8C0D8"/>
                </a:solidFill>
                <a:latin typeface="Montserrat"/>
              </a:rPr>
              <a:t>GENERALES — 57%</a:t>
            </a:r>
          </a:p>
        </p:txBody>
      </p:sp>
      <p:sp>
        <p:nvSpPr>
          <p:cNvPr id="10" name="Rounded Rectangle 9"/>
          <p:cNvSpPr/>
          <p:nvPr/>
        </p:nvSpPr>
        <p:spPr>
          <a:xfrm>
            <a:off x="384048" y="1088136"/>
            <a:ext cx="4023360" cy="146304"/>
          </a:xfrm>
          <a:prstGeom prst="roundRect">
            <a:avLst>
              <a:gd name="adj" fmla="val 50000"/>
            </a:avLst>
          </a:prstGeom>
          <a:solidFill>
            <a:srgbClr val="142A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Rounded Rectangle 10"/>
          <p:cNvSpPr/>
          <p:nvPr/>
        </p:nvSpPr>
        <p:spPr>
          <a:xfrm>
            <a:off x="384048" y="1088136"/>
            <a:ext cx="2299062" cy="146304"/>
          </a:xfrm>
          <a:prstGeom prst="roundRect">
            <a:avLst>
              <a:gd name="adj" fmla="val 50000"/>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4718304" y="868680"/>
            <a:ext cx="4041648" cy="182880"/>
          </a:xfrm>
          <a:prstGeom prst="rect">
            <a:avLst/>
          </a:prstGeom>
          <a:noFill/>
        </p:spPr>
        <p:txBody>
          <a:bodyPr wrap="square" lIns="0" tIns="0" rIns="0" bIns="0" anchor="t">
            <a:spAutoFit/>
          </a:bodyPr>
          <a:lstStyle/>
          <a:p>
            <a:pPr algn="l"/>
            <a:r>
              <a:rPr sz="900" b="1" i="0">
                <a:solidFill>
                  <a:srgbClr val="A8C0D8"/>
                </a:solidFill>
                <a:latin typeface="Montserrat"/>
              </a:rPr>
              <a:t>PROTECCIÓN CIVIL — 67%</a:t>
            </a:r>
          </a:p>
        </p:txBody>
      </p:sp>
      <p:sp>
        <p:nvSpPr>
          <p:cNvPr id="13" name="Rounded Rectangle 12"/>
          <p:cNvSpPr/>
          <p:nvPr/>
        </p:nvSpPr>
        <p:spPr>
          <a:xfrm>
            <a:off x="4718304" y="1088136"/>
            <a:ext cx="4041648" cy="146304"/>
          </a:xfrm>
          <a:prstGeom prst="roundRect">
            <a:avLst>
              <a:gd name="adj" fmla="val 50000"/>
            </a:avLst>
          </a:prstGeom>
          <a:solidFill>
            <a:srgbClr val="142A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ounded Rectangle 13"/>
          <p:cNvSpPr/>
          <p:nvPr/>
        </p:nvSpPr>
        <p:spPr>
          <a:xfrm>
            <a:off x="4718304" y="1088136"/>
            <a:ext cx="2694432" cy="146304"/>
          </a:xfrm>
          <a:prstGeom prst="roundRect">
            <a:avLst>
              <a:gd name="adj" fmla="val 50000"/>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384048" y="1536192"/>
            <a:ext cx="5257800" cy="201168"/>
          </a:xfrm>
          <a:prstGeom prst="rect">
            <a:avLst/>
          </a:prstGeom>
          <a:noFill/>
        </p:spPr>
        <p:txBody>
          <a:bodyPr wrap="square" lIns="0" tIns="0" rIns="0" bIns="0" anchor="t">
            <a:spAutoFit/>
          </a:bodyPr>
          <a:lstStyle/>
          <a:p>
            <a:pPr algn="l"/>
            <a:r>
              <a:rPr sz="900" b="1" i="0">
                <a:solidFill>
                  <a:srgbClr val="EB6C01"/>
                </a:solidFill>
                <a:latin typeface="Montserrat"/>
              </a:rPr>
              <a:t>PENDIENTES (6)</a:t>
            </a:r>
          </a:p>
        </p:txBody>
      </p:sp>
      <p:sp>
        <p:nvSpPr>
          <p:cNvPr id="16" name="TextBox 15"/>
          <p:cNvSpPr txBox="1"/>
          <p:nvPr/>
        </p:nvSpPr>
        <p:spPr>
          <a:xfrm>
            <a:off x="384048" y="1792224"/>
            <a:ext cx="5257800" cy="1874519"/>
          </a:xfrm>
          <a:prstGeom prst="rect">
            <a:avLst/>
          </a:prstGeom>
          <a:noFill/>
        </p:spPr>
        <p:txBody>
          <a:bodyPr wrap="square" lIns="0" tIns="0" rIns="0" bIns="0">
            <a:spAutoFit/>
          </a:bodyPr>
          <a:lstStyle/>
          <a:p>
            <a:pPr>
              <a:lnSpc>
                <a:spcPct val="108000"/>
              </a:lnSpc>
              <a:spcAft>
                <a:spcPts val="300"/>
              </a:spcAft>
            </a:pPr>
            <a:r>
              <a:rPr sz="900" b="0">
                <a:solidFill>
                  <a:srgbClr val="D4E4F2"/>
                </a:solidFill>
                <a:latin typeface="Montserrat"/>
              </a:rPr>
              <a:t>• General: Uso de suelo  —  Por revisar</a:t>
            </a:r>
          </a:p>
          <a:p>
            <a:pPr>
              <a:lnSpc>
                <a:spcPct val="108000"/>
              </a:lnSpc>
              <a:spcAft>
                <a:spcPts val="300"/>
              </a:spcAft>
            </a:pPr>
            <a:r>
              <a:rPr sz="900" b="0">
                <a:solidFill>
                  <a:srgbClr val="D4E4F2"/>
                </a:solidFill>
                <a:latin typeface="Montserrat"/>
              </a:rPr>
              <a:t>• General: Licencia de funcionamiento  —  Pendiente</a:t>
            </a:r>
          </a:p>
          <a:p>
            <a:pPr>
              <a:lnSpc>
                <a:spcPct val="108000"/>
              </a:lnSpc>
              <a:spcAft>
                <a:spcPts val="300"/>
              </a:spcAft>
            </a:pPr>
            <a:r>
              <a:rPr sz="900" b="0">
                <a:solidFill>
                  <a:srgbClr val="D4E4F2"/>
                </a:solidFill>
                <a:latin typeface="Montserrat"/>
              </a:rPr>
              <a:t>• General: Contrato de comodato  —  Pendiente</a:t>
            </a:r>
          </a:p>
          <a:p>
            <a:pPr>
              <a:lnSpc>
                <a:spcPct val="108000"/>
              </a:lnSpc>
              <a:spcAft>
                <a:spcPts val="300"/>
              </a:spcAft>
            </a:pPr>
            <a:r>
              <a:rPr sz="900" b="0">
                <a:solidFill>
                  <a:srgbClr val="D4E4F2"/>
                </a:solidFill>
                <a:latin typeface="Montserrat"/>
              </a:rPr>
              <a:t>• Donatarias Autorizadas: Convenio de apoyo económico  —  Retraso</a:t>
            </a:r>
          </a:p>
          <a:p>
            <a:pPr>
              <a:lnSpc>
                <a:spcPct val="108000"/>
              </a:lnSpc>
              <a:spcAft>
                <a:spcPts val="300"/>
              </a:spcAft>
            </a:pPr>
            <a:r>
              <a:rPr sz="900" b="0">
                <a:solidFill>
                  <a:srgbClr val="D4E4F2"/>
                </a:solidFill>
                <a:latin typeface="Montserrat"/>
              </a:rPr>
              <a:t>• Protección civil: Predial  —  Retraso</a:t>
            </a:r>
          </a:p>
          <a:p>
            <a:pPr>
              <a:lnSpc>
                <a:spcPct val="108000"/>
              </a:lnSpc>
              <a:spcAft>
                <a:spcPts val="300"/>
              </a:spcAft>
            </a:pPr>
            <a:r>
              <a:rPr sz="900" b="0">
                <a:solidFill>
                  <a:srgbClr val="D4E4F2"/>
                </a:solidFill>
                <a:latin typeface="Montserrat"/>
              </a:rPr>
              <a:t>• Donatarias Autorizadas: Refrendo de incorporación de RVOE  —  Retraso</a:t>
            </a:r>
          </a:p>
        </p:txBody>
      </p:sp>
      <p:sp>
        <p:nvSpPr>
          <p:cNvPr id="17" name="Rounded Rectangle 16"/>
          <p:cNvSpPr/>
          <p:nvPr/>
        </p:nvSpPr>
        <p:spPr>
          <a:xfrm>
            <a:off x="5806440" y="1536192"/>
            <a:ext cx="2953512" cy="1874519"/>
          </a:xfrm>
          <a:prstGeom prst="roundRect">
            <a:avLst>
              <a:gd name="adj" fmla="val 6000"/>
            </a:avLst>
          </a:prstGeom>
          <a:solidFill>
            <a:srgbClr val="1A3464"/>
          </a:solidFill>
          <a:ln w="12700">
            <a:solidFill>
              <a:srgbClr val="4F82C2"/>
            </a:solidFill>
            <a:prstDash val="sys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Rounded Rectangle 17"/>
          <p:cNvSpPr/>
          <p:nvPr/>
        </p:nvSpPr>
        <p:spPr>
          <a:xfrm>
            <a:off x="7118604" y="2144267"/>
            <a:ext cx="329184" cy="237744"/>
          </a:xfrm>
          <a:prstGeom prst="roundRect">
            <a:avLst/>
          </a:prstGeom>
          <a:noFill/>
          <a:ln w="15875">
            <a:solidFill>
              <a:srgbClr val="4F82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5806440" y="2455163"/>
            <a:ext cx="2953512" cy="274320"/>
          </a:xfrm>
          <a:prstGeom prst="rect">
            <a:avLst/>
          </a:prstGeom>
          <a:noFill/>
        </p:spPr>
        <p:txBody>
          <a:bodyPr wrap="square" lIns="0" tIns="0" rIns="0" bIns="0" anchor="t">
            <a:spAutoFit/>
          </a:bodyPr>
          <a:lstStyle/>
          <a:p>
            <a:pPr algn="ctr"/>
            <a:r>
              <a:rPr sz="850" b="1" i="0">
                <a:solidFill>
                  <a:srgbClr val="A8C0D8"/>
                </a:solidFill>
                <a:latin typeface="Montserrat"/>
              </a:rPr>
              <a:t>INSERTAR IMAGEN</a:t>
            </a:r>
          </a:p>
        </p:txBody>
      </p:sp>
      <p:sp>
        <p:nvSpPr>
          <p:cNvPr id="20" name="TextBox 19"/>
          <p:cNvSpPr txBox="1"/>
          <p:nvPr/>
        </p:nvSpPr>
        <p:spPr>
          <a:xfrm>
            <a:off x="5806440" y="3118103"/>
            <a:ext cx="2953512" cy="237744"/>
          </a:xfrm>
          <a:prstGeom prst="rect">
            <a:avLst/>
          </a:prstGeom>
          <a:noFill/>
        </p:spPr>
        <p:txBody>
          <a:bodyPr wrap="square" lIns="0" tIns="0" rIns="0" bIns="0" anchor="t">
            <a:spAutoFit/>
          </a:bodyPr>
          <a:lstStyle/>
          <a:p>
            <a:pPr algn="ctr"/>
            <a:r>
              <a:rPr sz="700" b="0" i="1">
                <a:solidFill>
                  <a:srgbClr val="3A5078"/>
                </a:solidFill>
                <a:latin typeface="Montserrat"/>
              </a:rPr>
              <a:t>Evidencia fotográfica / captura de trámite</a:t>
            </a:r>
          </a:p>
        </p:txBody>
      </p:sp>
      <p:sp>
        <p:nvSpPr>
          <p:cNvPr id="21" name="TextBox 20"/>
          <p:cNvSpPr txBox="1"/>
          <p:nvPr/>
        </p:nvSpPr>
        <p:spPr>
          <a:xfrm>
            <a:off x="384048" y="3657600"/>
            <a:ext cx="8375904" cy="201168"/>
          </a:xfrm>
          <a:prstGeom prst="rect">
            <a:avLst/>
          </a:prstGeom>
          <a:noFill/>
        </p:spPr>
        <p:txBody>
          <a:bodyPr wrap="square" lIns="0" tIns="0" rIns="0" bIns="0" anchor="t">
            <a:spAutoFit/>
          </a:bodyPr>
          <a:lstStyle/>
          <a:p>
            <a:pPr algn="l"/>
            <a:r>
              <a:rPr sz="900" b="1" i="0">
                <a:solidFill>
                  <a:srgbClr val="EB6C01"/>
                </a:solidFill>
                <a:latin typeface="Montserrat"/>
              </a:rPr>
              <a:t>ACTUALIZACIÓN DE ESTA SEMANA</a:t>
            </a:r>
          </a:p>
        </p:txBody>
      </p:sp>
      <p:sp>
        <p:nvSpPr>
          <p:cNvPr id="22" name="Rectangle 21"/>
          <p:cNvSpPr/>
          <p:nvPr/>
        </p:nvSpPr>
        <p:spPr>
          <a:xfrm>
            <a:off x="384048" y="3895344"/>
            <a:ext cx="45720" cy="914400"/>
          </a:xfrm>
          <a:prstGeom prst="rect">
            <a:avLst/>
          </a:prstGeom>
          <a:solidFill>
            <a:srgbClr val="4F82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 name="TextBox 22"/>
          <p:cNvSpPr txBox="1"/>
          <p:nvPr/>
        </p:nvSpPr>
        <p:spPr>
          <a:xfrm>
            <a:off x="594360" y="3895344"/>
            <a:ext cx="8138160" cy="914400"/>
          </a:xfrm>
          <a:prstGeom prst="rect">
            <a:avLst/>
          </a:prstGeom>
          <a:noFill/>
        </p:spPr>
        <p:txBody>
          <a:bodyPr wrap="square" lIns="0" tIns="0" rIns="0" bIns="0" anchor="t">
            <a:spAutoFit/>
          </a:bodyPr>
          <a:lstStyle/>
          <a:p>
            <a:pPr algn="l">
              <a:lnSpc>
                <a:spcPct val="125000"/>
              </a:lnSpc>
            </a:pPr>
            <a:r>
              <a:rPr sz="1050" b="0" i="1">
                <a:solidFill>
                  <a:srgbClr val="D4E4F2"/>
                </a:solidFill>
                <a:latin typeface="Montserrat"/>
              </a:rPr>
              <a:t>Sin novedades reportadas esta semana — seguimiento continúa conforme al programa de cumplimiento.</a:t>
            </a:r>
          </a:p>
        </p:txBody>
      </p:sp>
      <p:sp>
        <p:nvSpPr>
          <p:cNvPr id="24" name="Rectangle 23"/>
          <p:cNvSpPr/>
          <p:nvPr/>
        </p:nvSpPr>
        <p:spPr>
          <a:xfrm>
            <a:off x="0" y="4873752"/>
            <a:ext cx="9144000" cy="265176"/>
          </a:xfrm>
          <a:prstGeom prst="rect">
            <a:avLst/>
          </a:prstGeom>
          <a:solidFill>
            <a:srgbClr val="1A346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 name="TextBox 24"/>
          <p:cNvSpPr txBox="1"/>
          <p:nvPr/>
        </p:nvSpPr>
        <p:spPr>
          <a:xfrm>
            <a:off x="384048" y="4901184"/>
            <a:ext cx="5029200" cy="182880"/>
          </a:xfrm>
          <a:prstGeom prst="rect">
            <a:avLst/>
          </a:prstGeom>
          <a:noFill/>
        </p:spPr>
        <p:txBody>
          <a:bodyPr wrap="square" lIns="0" tIns="0" rIns="0" bIns="0" anchor="ctr">
            <a:spAutoFit/>
          </a:bodyPr>
          <a:lstStyle/>
          <a:p>
            <a:pPr algn="l"/>
            <a:r>
              <a:rPr sz="700" b="0" i="0">
                <a:solidFill>
                  <a:srgbClr val="8FAECB"/>
                </a:solidFill>
                <a:latin typeface="Montserrat"/>
              </a:rPr>
              <a:t>COORDINACIÓN DE OBRAS Y MANTENIMIENTO RCMA</a:t>
            </a:r>
          </a:p>
        </p:txBody>
      </p:sp>
      <p:sp>
        <p:nvSpPr>
          <p:cNvPr id="26" name="TextBox 25"/>
          <p:cNvSpPr txBox="1"/>
          <p:nvPr/>
        </p:nvSpPr>
        <p:spPr>
          <a:xfrm>
            <a:off x="5650992" y="4901184"/>
            <a:ext cx="2286000" cy="182880"/>
          </a:xfrm>
          <a:prstGeom prst="rect">
            <a:avLst/>
          </a:prstGeom>
          <a:noFill/>
        </p:spPr>
        <p:txBody>
          <a:bodyPr wrap="square" lIns="0" tIns="0" rIns="0" bIns="0" anchor="ctr">
            <a:spAutoFit/>
          </a:bodyPr>
          <a:lstStyle/>
          <a:p>
            <a:pPr algn="r"/>
            <a:r>
              <a:rPr sz="700" b="0" i="0">
                <a:solidFill>
                  <a:srgbClr val="8FAECB"/>
                </a:solidFill>
                <a:latin typeface="Montserrat"/>
              </a:rPr>
              <a:t>Mano Amiga · Cumplimiento Normativo</a:t>
            </a:r>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9144000" cy="36576"/>
          </a:xfrm>
          <a:prstGeom prst="rect">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0" y="36576"/>
            <a:ext cx="9144000" cy="667512"/>
          </a:xfrm>
          <a:prstGeom prst="rect">
            <a:avLst/>
          </a:prstGeom>
          <a:solidFill>
            <a:srgbClr val="1A346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ounded Rectangle 3"/>
          <p:cNvSpPr/>
          <p:nvPr/>
        </p:nvSpPr>
        <p:spPr>
          <a:xfrm>
            <a:off x="384048" y="118872"/>
            <a:ext cx="1417320" cy="237744"/>
          </a:xfrm>
          <a:prstGeom prst="roundRect">
            <a:avLst>
              <a:gd name="adj" fmla="val 50000"/>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sz="650" b="1">
                <a:solidFill>
                  <a:srgbClr val="FFFFFF"/>
                </a:solidFill>
                <a:latin typeface="Montserrat"/>
              </a:rPr>
              <a:t>CUMPL. NORM.</a:t>
            </a:r>
          </a:p>
        </p:txBody>
      </p:sp>
      <p:sp>
        <p:nvSpPr>
          <p:cNvPr id="5" name="TextBox 4"/>
          <p:cNvSpPr txBox="1"/>
          <p:nvPr/>
        </p:nvSpPr>
        <p:spPr>
          <a:xfrm>
            <a:off x="1901952" y="73152"/>
            <a:ext cx="4572000" cy="402336"/>
          </a:xfrm>
          <a:prstGeom prst="rect">
            <a:avLst/>
          </a:prstGeom>
          <a:noFill/>
        </p:spPr>
        <p:txBody>
          <a:bodyPr wrap="square" lIns="0" tIns="0" rIns="0" bIns="0" anchor="ctr">
            <a:spAutoFit/>
          </a:bodyPr>
          <a:lstStyle/>
          <a:p>
            <a:pPr algn="l"/>
            <a:r>
              <a:rPr sz="1700" b="1" i="0">
                <a:solidFill>
                  <a:srgbClr val="FFFFFF"/>
                </a:solidFill>
                <a:latin typeface="Montserrat"/>
              </a:rPr>
              <a:t>MANO AMIGA LA CIMA A.B.P.</a:t>
            </a:r>
          </a:p>
        </p:txBody>
      </p:sp>
      <p:sp>
        <p:nvSpPr>
          <p:cNvPr id="6" name="TextBox 5"/>
          <p:cNvSpPr txBox="1"/>
          <p:nvPr/>
        </p:nvSpPr>
        <p:spPr>
          <a:xfrm>
            <a:off x="1901952" y="457200"/>
            <a:ext cx="4114800" cy="201168"/>
          </a:xfrm>
          <a:prstGeom prst="rect">
            <a:avLst/>
          </a:prstGeom>
          <a:noFill/>
        </p:spPr>
        <p:txBody>
          <a:bodyPr wrap="square" lIns="0" tIns="0" rIns="0" bIns="0" anchor="ctr">
            <a:spAutoFit/>
          </a:bodyPr>
          <a:lstStyle/>
          <a:p>
            <a:pPr algn="l"/>
            <a:r>
              <a:rPr sz="900" b="0" i="0">
                <a:solidFill>
                  <a:srgbClr val="A8C0D8"/>
                </a:solidFill>
                <a:latin typeface="Montserrat"/>
              </a:rPr>
              <a:t>Norte México · Nuevo León</a:t>
            </a:r>
          </a:p>
        </p:txBody>
      </p:sp>
      <p:sp>
        <p:nvSpPr>
          <p:cNvPr id="7" name="TextBox 6"/>
          <p:cNvSpPr txBox="1"/>
          <p:nvPr/>
        </p:nvSpPr>
        <p:spPr>
          <a:xfrm>
            <a:off x="6309360" y="246888"/>
            <a:ext cx="2450592" cy="182880"/>
          </a:xfrm>
          <a:prstGeom prst="rect">
            <a:avLst/>
          </a:prstGeom>
          <a:noFill/>
        </p:spPr>
        <p:txBody>
          <a:bodyPr wrap="square" lIns="0" tIns="0" rIns="0" bIns="0" anchor="t">
            <a:spAutoFit/>
          </a:bodyPr>
          <a:lstStyle/>
          <a:p>
            <a:pPr algn="r"/>
            <a:r>
              <a:rPr sz="700" b="1" i="0">
                <a:solidFill>
                  <a:srgbClr val="EB6C01"/>
                </a:solidFill>
                <a:latin typeface="Montserrat"/>
              </a:rPr>
              <a:t>AVANCE A LA FECHA</a:t>
            </a:r>
          </a:p>
        </p:txBody>
      </p:sp>
      <p:sp>
        <p:nvSpPr>
          <p:cNvPr id="8" name="Rectangle 7"/>
          <p:cNvSpPr/>
          <p:nvPr/>
        </p:nvSpPr>
        <p:spPr>
          <a:xfrm>
            <a:off x="0" y="704088"/>
            <a:ext cx="9144000" cy="4169663"/>
          </a:xfrm>
          <a:prstGeom prst="rect">
            <a:avLst/>
          </a:prstGeom>
          <a:solidFill>
            <a:srgbClr val="0D1B3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 name="TextBox 8"/>
          <p:cNvSpPr txBox="1"/>
          <p:nvPr/>
        </p:nvSpPr>
        <p:spPr>
          <a:xfrm>
            <a:off x="384048" y="868680"/>
            <a:ext cx="4023360" cy="182880"/>
          </a:xfrm>
          <a:prstGeom prst="rect">
            <a:avLst/>
          </a:prstGeom>
          <a:noFill/>
        </p:spPr>
        <p:txBody>
          <a:bodyPr wrap="square" lIns="0" tIns="0" rIns="0" bIns="0" anchor="t">
            <a:spAutoFit/>
          </a:bodyPr>
          <a:lstStyle/>
          <a:p>
            <a:pPr algn="l"/>
            <a:r>
              <a:rPr sz="900" b="1" i="0">
                <a:solidFill>
                  <a:srgbClr val="A8C0D8"/>
                </a:solidFill>
                <a:latin typeface="Montserrat"/>
              </a:rPr>
              <a:t>GENERALES — 93%</a:t>
            </a:r>
          </a:p>
        </p:txBody>
      </p:sp>
      <p:sp>
        <p:nvSpPr>
          <p:cNvPr id="10" name="Rounded Rectangle 9"/>
          <p:cNvSpPr/>
          <p:nvPr/>
        </p:nvSpPr>
        <p:spPr>
          <a:xfrm>
            <a:off x="384048" y="1088136"/>
            <a:ext cx="4023360" cy="146304"/>
          </a:xfrm>
          <a:prstGeom prst="roundRect">
            <a:avLst>
              <a:gd name="adj" fmla="val 50000"/>
            </a:avLst>
          </a:prstGeom>
          <a:solidFill>
            <a:srgbClr val="142A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Rounded Rectangle 10"/>
          <p:cNvSpPr/>
          <p:nvPr/>
        </p:nvSpPr>
        <p:spPr>
          <a:xfrm>
            <a:off x="384048" y="1088136"/>
            <a:ext cx="3735977" cy="146304"/>
          </a:xfrm>
          <a:prstGeom prst="roundRect">
            <a:avLst>
              <a:gd name="adj" fmla="val 50000"/>
            </a:avLst>
          </a:prstGeom>
          <a:solidFill>
            <a:srgbClr val="00C1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4718304" y="868680"/>
            <a:ext cx="4041648" cy="182880"/>
          </a:xfrm>
          <a:prstGeom prst="rect">
            <a:avLst/>
          </a:prstGeom>
          <a:noFill/>
        </p:spPr>
        <p:txBody>
          <a:bodyPr wrap="square" lIns="0" tIns="0" rIns="0" bIns="0" anchor="t">
            <a:spAutoFit/>
          </a:bodyPr>
          <a:lstStyle/>
          <a:p>
            <a:pPr algn="l"/>
            <a:r>
              <a:rPr sz="900" b="1" i="0">
                <a:solidFill>
                  <a:srgbClr val="A8C0D8"/>
                </a:solidFill>
                <a:latin typeface="Montserrat"/>
              </a:rPr>
              <a:t>PROTECCIÓN CIVIL — 85%</a:t>
            </a:r>
          </a:p>
        </p:txBody>
      </p:sp>
      <p:sp>
        <p:nvSpPr>
          <p:cNvPr id="13" name="Rounded Rectangle 12"/>
          <p:cNvSpPr/>
          <p:nvPr/>
        </p:nvSpPr>
        <p:spPr>
          <a:xfrm>
            <a:off x="4718304" y="1088136"/>
            <a:ext cx="4041648" cy="146304"/>
          </a:xfrm>
          <a:prstGeom prst="roundRect">
            <a:avLst>
              <a:gd name="adj" fmla="val 50000"/>
            </a:avLst>
          </a:prstGeom>
          <a:solidFill>
            <a:srgbClr val="142A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ounded Rectangle 13"/>
          <p:cNvSpPr/>
          <p:nvPr/>
        </p:nvSpPr>
        <p:spPr>
          <a:xfrm>
            <a:off x="4718304" y="1088136"/>
            <a:ext cx="3419856" cy="146304"/>
          </a:xfrm>
          <a:prstGeom prst="roundRect">
            <a:avLst>
              <a:gd name="adj" fmla="val 50000"/>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384048" y="1536192"/>
            <a:ext cx="5257800" cy="201168"/>
          </a:xfrm>
          <a:prstGeom prst="rect">
            <a:avLst/>
          </a:prstGeom>
          <a:noFill/>
        </p:spPr>
        <p:txBody>
          <a:bodyPr wrap="square" lIns="0" tIns="0" rIns="0" bIns="0" anchor="t">
            <a:spAutoFit/>
          </a:bodyPr>
          <a:lstStyle/>
          <a:p>
            <a:pPr algn="l"/>
            <a:r>
              <a:rPr sz="900" b="1" i="0">
                <a:solidFill>
                  <a:srgbClr val="EB6C01"/>
                </a:solidFill>
                <a:latin typeface="Montserrat"/>
              </a:rPr>
              <a:t>PENDIENTES (5)</a:t>
            </a:r>
          </a:p>
        </p:txBody>
      </p:sp>
      <p:sp>
        <p:nvSpPr>
          <p:cNvPr id="16" name="TextBox 15"/>
          <p:cNvSpPr txBox="1"/>
          <p:nvPr/>
        </p:nvSpPr>
        <p:spPr>
          <a:xfrm>
            <a:off x="384048" y="1792224"/>
            <a:ext cx="5257800" cy="1874519"/>
          </a:xfrm>
          <a:prstGeom prst="rect">
            <a:avLst/>
          </a:prstGeom>
          <a:noFill/>
        </p:spPr>
        <p:txBody>
          <a:bodyPr wrap="square" lIns="0" tIns="0" rIns="0" bIns="0">
            <a:spAutoFit/>
          </a:bodyPr>
          <a:lstStyle/>
          <a:p>
            <a:pPr>
              <a:lnSpc>
                <a:spcPct val="108000"/>
              </a:lnSpc>
              <a:spcAft>
                <a:spcPts val="300"/>
              </a:spcAft>
            </a:pPr>
            <a:r>
              <a:rPr sz="900" b="0">
                <a:solidFill>
                  <a:srgbClr val="D4E4F2"/>
                </a:solidFill>
                <a:latin typeface="Montserrat"/>
              </a:rPr>
              <a:t>• General: Uso de suelo  —  Pendiente</a:t>
            </a:r>
          </a:p>
          <a:p>
            <a:pPr>
              <a:lnSpc>
                <a:spcPct val="108000"/>
              </a:lnSpc>
              <a:spcAft>
                <a:spcPts val="300"/>
              </a:spcAft>
            </a:pPr>
            <a:r>
              <a:rPr sz="900" b="0">
                <a:solidFill>
                  <a:srgbClr val="D4E4F2"/>
                </a:solidFill>
                <a:latin typeface="Montserrat"/>
              </a:rPr>
              <a:t>• General: Licencia de funcionamiento  —  Por revisar</a:t>
            </a:r>
          </a:p>
          <a:p>
            <a:pPr>
              <a:lnSpc>
                <a:spcPct val="108000"/>
              </a:lnSpc>
              <a:spcAft>
                <a:spcPts val="300"/>
              </a:spcAft>
            </a:pPr>
            <a:r>
              <a:rPr sz="900" b="0">
                <a:solidFill>
                  <a:srgbClr val="D4E4F2"/>
                </a:solidFill>
                <a:latin typeface="Montserrat"/>
              </a:rPr>
              <a:t>• General: Acuerdo de sesión de RVOE  —  Por revisar</a:t>
            </a:r>
          </a:p>
          <a:p>
            <a:pPr>
              <a:lnSpc>
                <a:spcPct val="108000"/>
              </a:lnSpc>
              <a:spcAft>
                <a:spcPts val="300"/>
              </a:spcAft>
            </a:pPr>
            <a:r>
              <a:rPr sz="900" b="0">
                <a:solidFill>
                  <a:srgbClr val="D4E4F2"/>
                </a:solidFill>
                <a:latin typeface="Montserrat"/>
              </a:rPr>
              <a:t>• Donatarias Autorizadas: Convenio de apoyo económico  —  Retraso</a:t>
            </a:r>
          </a:p>
          <a:p>
            <a:pPr>
              <a:lnSpc>
                <a:spcPct val="108000"/>
              </a:lnSpc>
              <a:spcAft>
                <a:spcPts val="300"/>
              </a:spcAft>
            </a:pPr>
            <a:r>
              <a:rPr sz="900" b="0">
                <a:solidFill>
                  <a:srgbClr val="D4E4F2"/>
                </a:solidFill>
                <a:latin typeface="Montserrat"/>
              </a:rPr>
              <a:t>• Donatarias Autorizadas: Refrendo de incorporación de RVOE  —  Retraso</a:t>
            </a:r>
          </a:p>
        </p:txBody>
      </p:sp>
      <p:sp>
        <p:nvSpPr>
          <p:cNvPr id="17" name="Rounded Rectangle 16"/>
          <p:cNvSpPr/>
          <p:nvPr/>
        </p:nvSpPr>
        <p:spPr>
          <a:xfrm>
            <a:off x="5806440" y="1536192"/>
            <a:ext cx="2953512" cy="1874519"/>
          </a:xfrm>
          <a:prstGeom prst="roundRect">
            <a:avLst>
              <a:gd name="adj" fmla="val 6000"/>
            </a:avLst>
          </a:prstGeom>
          <a:solidFill>
            <a:srgbClr val="1A3464"/>
          </a:solidFill>
          <a:ln w="12700">
            <a:solidFill>
              <a:srgbClr val="4F82C2"/>
            </a:solidFill>
            <a:prstDash val="sys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Rounded Rectangle 17"/>
          <p:cNvSpPr/>
          <p:nvPr/>
        </p:nvSpPr>
        <p:spPr>
          <a:xfrm>
            <a:off x="7118604" y="2144267"/>
            <a:ext cx="329184" cy="237744"/>
          </a:xfrm>
          <a:prstGeom prst="roundRect">
            <a:avLst/>
          </a:prstGeom>
          <a:noFill/>
          <a:ln w="15875">
            <a:solidFill>
              <a:srgbClr val="4F82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5806440" y="2455163"/>
            <a:ext cx="2953512" cy="274320"/>
          </a:xfrm>
          <a:prstGeom prst="rect">
            <a:avLst/>
          </a:prstGeom>
          <a:noFill/>
        </p:spPr>
        <p:txBody>
          <a:bodyPr wrap="square" lIns="0" tIns="0" rIns="0" bIns="0" anchor="t">
            <a:spAutoFit/>
          </a:bodyPr>
          <a:lstStyle/>
          <a:p>
            <a:pPr algn="ctr"/>
            <a:r>
              <a:rPr sz="850" b="1" i="0">
                <a:solidFill>
                  <a:srgbClr val="A8C0D8"/>
                </a:solidFill>
                <a:latin typeface="Montserrat"/>
              </a:rPr>
              <a:t>INSERTAR IMAGEN</a:t>
            </a:r>
          </a:p>
        </p:txBody>
      </p:sp>
      <p:sp>
        <p:nvSpPr>
          <p:cNvPr id="20" name="TextBox 19"/>
          <p:cNvSpPr txBox="1"/>
          <p:nvPr/>
        </p:nvSpPr>
        <p:spPr>
          <a:xfrm>
            <a:off x="5806440" y="3118103"/>
            <a:ext cx="2953512" cy="237744"/>
          </a:xfrm>
          <a:prstGeom prst="rect">
            <a:avLst/>
          </a:prstGeom>
          <a:noFill/>
        </p:spPr>
        <p:txBody>
          <a:bodyPr wrap="square" lIns="0" tIns="0" rIns="0" bIns="0" anchor="t">
            <a:spAutoFit/>
          </a:bodyPr>
          <a:lstStyle/>
          <a:p>
            <a:pPr algn="ctr"/>
            <a:r>
              <a:rPr sz="700" b="0" i="1">
                <a:solidFill>
                  <a:srgbClr val="3A5078"/>
                </a:solidFill>
                <a:latin typeface="Montserrat"/>
              </a:rPr>
              <a:t>Evidencia fotográfica / captura de trámite</a:t>
            </a:r>
          </a:p>
        </p:txBody>
      </p:sp>
      <p:sp>
        <p:nvSpPr>
          <p:cNvPr id="21" name="TextBox 20"/>
          <p:cNvSpPr txBox="1"/>
          <p:nvPr/>
        </p:nvSpPr>
        <p:spPr>
          <a:xfrm>
            <a:off x="384048" y="3657600"/>
            <a:ext cx="8375904" cy="201168"/>
          </a:xfrm>
          <a:prstGeom prst="rect">
            <a:avLst/>
          </a:prstGeom>
          <a:noFill/>
        </p:spPr>
        <p:txBody>
          <a:bodyPr wrap="square" lIns="0" tIns="0" rIns="0" bIns="0" anchor="t">
            <a:spAutoFit/>
          </a:bodyPr>
          <a:lstStyle/>
          <a:p>
            <a:pPr algn="l"/>
            <a:r>
              <a:rPr sz="900" b="1" i="0">
                <a:solidFill>
                  <a:srgbClr val="EB6C01"/>
                </a:solidFill>
                <a:latin typeface="Montserrat"/>
              </a:rPr>
              <a:t>ACTUALIZACIÓN DE ESTA SEMANA</a:t>
            </a:r>
          </a:p>
        </p:txBody>
      </p:sp>
      <p:sp>
        <p:nvSpPr>
          <p:cNvPr id="22" name="Rectangle 21"/>
          <p:cNvSpPr/>
          <p:nvPr/>
        </p:nvSpPr>
        <p:spPr>
          <a:xfrm>
            <a:off x="384048" y="3895344"/>
            <a:ext cx="45720" cy="914400"/>
          </a:xfrm>
          <a:prstGeom prst="rect">
            <a:avLst/>
          </a:prstGeom>
          <a:solidFill>
            <a:srgbClr val="4F82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 name="TextBox 22"/>
          <p:cNvSpPr txBox="1"/>
          <p:nvPr/>
        </p:nvSpPr>
        <p:spPr>
          <a:xfrm>
            <a:off x="594360" y="3895344"/>
            <a:ext cx="8138160" cy="914400"/>
          </a:xfrm>
          <a:prstGeom prst="rect">
            <a:avLst/>
          </a:prstGeom>
          <a:noFill/>
        </p:spPr>
        <p:txBody>
          <a:bodyPr wrap="square" lIns="0" tIns="0" rIns="0" bIns="0" anchor="t">
            <a:spAutoFit/>
          </a:bodyPr>
          <a:lstStyle/>
          <a:p>
            <a:pPr algn="l">
              <a:lnSpc>
                <a:spcPct val="125000"/>
              </a:lnSpc>
            </a:pPr>
            <a:r>
              <a:rPr sz="1050" b="0" i="1">
                <a:solidFill>
                  <a:srgbClr val="D4E4F2"/>
                </a:solidFill>
                <a:latin typeface="Montserrat"/>
              </a:rPr>
              <a:t>Sin novedades reportadas esta semana — seguimiento continúa conforme al programa de cumplimiento.</a:t>
            </a:r>
          </a:p>
        </p:txBody>
      </p:sp>
      <p:sp>
        <p:nvSpPr>
          <p:cNvPr id="24" name="Rectangle 23"/>
          <p:cNvSpPr/>
          <p:nvPr/>
        </p:nvSpPr>
        <p:spPr>
          <a:xfrm>
            <a:off x="0" y="4873752"/>
            <a:ext cx="9144000" cy="265176"/>
          </a:xfrm>
          <a:prstGeom prst="rect">
            <a:avLst/>
          </a:prstGeom>
          <a:solidFill>
            <a:srgbClr val="1A346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 name="TextBox 24"/>
          <p:cNvSpPr txBox="1"/>
          <p:nvPr/>
        </p:nvSpPr>
        <p:spPr>
          <a:xfrm>
            <a:off x="384048" y="4901184"/>
            <a:ext cx="5029200" cy="182880"/>
          </a:xfrm>
          <a:prstGeom prst="rect">
            <a:avLst/>
          </a:prstGeom>
          <a:noFill/>
        </p:spPr>
        <p:txBody>
          <a:bodyPr wrap="square" lIns="0" tIns="0" rIns="0" bIns="0" anchor="ctr">
            <a:spAutoFit/>
          </a:bodyPr>
          <a:lstStyle/>
          <a:p>
            <a:pPr algn="l"/>
            <a:r>
              <a:rPr sz="700" b="0" i="0">
                <a:solidFill>
                  <a:srgbClr val="8FAECB"/>
                </a:solidFill>
                <a:latin typeface="Montserrat"/>
              </a:rPr>
              <a:t>COORDINACIÓN DE OBRAS Y MANTENIMIENTO RCMA</a:t>
            </a:r>
          </a:p>
        </p:txBody>
      </p:sp>
      <p:sp>
        <p:nvSpPr>
          <p:cNvPr id="26" name="TextBox 25"/>
          <p:cNvSpPr txBox="1"/>
          <p:nvPr/>
        </p:nvSpPr>
        <p:spPr>
          <a:xfrm>
            <a:off x="5650992" y="4901184"/>
            <a:ext cx="2286000" cy="182880"/>
          </a:xfrm>
          <a:prstGeom prst="rect">
            <a:avLst/>
          </a:prstGeom>
          <a:noFill/>
        </p:spPr>
        <p:txBody>
          <a:bodyPr wrap="square" lIns="0" tIns="0" rIns="0" bIns="0" anchor="ctr">
            <a:spAutoFit/>
          </a:bodyPr>
          <a:lstStyle/>
          <a:p>
            <a:pPr algn="r"/>
            <a:r>
              <a:rPr sz="700" b="0" i="0">
                <a:solidFill>
                  <a:srgbClr val="8FAECB"/>
                </a:solidFill>
                <a:latin typeface="Montserrat"/>
              </a:rPr>
              <a:t>Mano Amiga · Cumplimiento Normativo</a:t>
            </a:r>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9144000" cy="36576"/>
          </a:xfrm>
          <a:prstGeom prst="rect">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0" y="36576"/>
            <a:ext cx="9144000" cy="667512"/>
          </a:xfrm>
          <a:prstGeom prst="rect">
            <a:avLst/>
          </a:prstGeom>
          <a:solidFill>
            <a:srgbClr val="1A346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ounded Rectangle 3"/>
          <p:cNvSpPr/>
          <p:nvPr/>
        </p:nvSpPr>
        <p:spPr>
          <a:xfrm>
            <a:off x="384048" y="118872"/>
            <a:ext cx="1417320" cy="237744"/>
          </a:xfrm>
          <a:prstGeom prst="roundRect">
            <a:avLst>
              <a:gd name="adj" fmla="val 50000"/>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sz="650" b="1">
                <a:solidFill>
                  <a:srgbClr val="FFFFFF"/>
                </a:solidFill>
                <a:latin typeface="Montserrat"/>
              </a:rPr>
              <a:t>CUMPL. NORM.</a:t>
            </a:r>
          </a:p>
        </p:txBody>
      </p:sp>
      <p:sp>
        <p:nvSpPr>
          <p:cNvPr id="5" name="TextBox 4"/>
          <p:cNvSpPr txBox="1"/>
          <p:nvPr/>
        </p:nvSpPr>
        <p:spPr>
          <a:xfrm>
            <a:off x="1901952" y="73152"/>
            <a:ext cx="4572000" cy="402336"/>
          </a:xfrm>
          <a:prstGeom prst="rect">
            <a:avLst/>
          </a:prstGeom>
          <a:noFill/>
        </p:spPr>
        <p:txBody>
          <a:bodyPr wrap="square" lIns="0" tIns="0" rIns="0" bIns="0" anchor="ctr">
            <a:spAutoFit/>
          </a:bodyPr>
          <a:lstStyle/>
          <a:p>
            <a:pPr algn="l"/>
            <a:r>
              <a:rPr sz="1700" b="1" i="0">
                <a:solidFill>
                  <a:srgbClr val="FFFFFF"/>
                </a:solidFill>
                <a:latin typeface="Montserrat"/>
              </a:rPr>
              <a:t>MANO AMIGA PIEDRAS NEGRAS</a:t>
            </a:r>
          </a:p>
        </p:txBody>
      </p:sp>
      <p:sp>
        <p:nvSpPr>
          <p:cNvPr id="6" name="TextBox 5"/>
          <p:cNvSpPr txBox="1"/>
          <p:nvPr/>
        </p:nvSpPr>
        <p:spPr>
          <a:xfrm>
            <a:off x="1901952" y="457200"/>
            <a:ext cx="4114800" cy="201168"/>
          </a:xfrm>
          <a:prstGeom prst="rect">
            <a:avLst/>
          </a:prstGeom>
          <a:noFill/>
        </p:spPr>
        <p:txBody>
          <a:bodyPr wrap="square" lIns="0" tIns="0" rIns="0" bIns="0" anchor="ctr">
            <a:spAutoFit/>
          </a:bodyPr>
          <a:lstStyle/>
          <a:p>
            <a:pPr algn="l"/>
            <a:r>
              <a:rPr sz="900" b="0" i="0">
                <a:solidFill>
                  <a:srgbClr val="A8C0D8"/>
                </a:solidFill>
                <a:latin typeface="Montserrat"/>
              </a:rPr>
              <a:t>Norte México · Coahuila</a:t>
            </a:r>
          </a:p>
        </p:txBody>
      </p:sp>
      <p:sp>
        <p:nvSpPr>
          <p:cNvPr id="7" name="TextBox 6"/>
          <p:cNvSpPr txBox="1"/>
          <p:nvPr/>
        </p:nvSpPr>
        <p:spPr>
          <a:xfrm>
            <a:off x="6309360" y="246888"/>
            <a:ext cx="2450592" cy="182880"/>
          </a:xfrm>
          <a:prstGeom prst="rect">
            <a:avLst/>
          </a:prstGeom>
          <a:noFill/>
        </p:spPr>
        <p:txBody>
          <a:bodyPr wrap="square" lIns="0" tIns="0" rIns="0" bIns="0" anchor="t">
            <a:spAutoFit/>
          </a:bodyPr>
          <a:lstStyle/>
          <a:p>
            <a:pPr algn="r"/>
            <a:r>
              <a:rPr sz="700" b="1" i="0">
                <a:solidFill>
                  <a:srgbClr val="EB6C01"/>
                </a:solidFill>
                <a:latin typeface="Montserrat"/>
              </a:rPr>
              <a:t>AVANCE A LA FECHA</a:t>
            </a:r>
          </a:p>
        </p:txBody>
      </p:sp>
      <p:sp>
        <p:nvSpPr>
          <p:cNvPr id="8" name="Rectangle 7"/>
          <p:cNvSpPr/>
          <p:nvPr/>
        </p:nvSpPr>
        <p:spPr>
          <a:xfrm>
            <a:off x="0" y="704088"/>
            <a:ext cx="9144000" cy="4169663"/>
          </a:xfrm>
          <a:prstGeom prst="rect">
            <a:avLst/>
          </a:prstGeom>
          <a:solidFill>
            <a:srgbClr val="0D1B3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 name="TextBox 8"/>
          <p:cNvSpPr txBox="1"/>
          <p:nvPr/>
        </p:nvSpPr>
        <p:spPr>
          <a:xfrm>
            <a:off x="384048" y="868680"/>
            <a:ext cx="4023360" cy="182880"/>
          </a:xfrm>
          <a:prstGeom prst="rect">
            <a:avLst/>
          </a:prstGeom>
          <a:noFill/>
        </p:spPr>
        <p:txBody>
          <a:bodyPr wrap="square" lIns="0" tIns="0" rIns="0" bIns="0" anchor="t">
            <a:spAutoFit/>
          </a:bodyPr>
          <a:lstStyle/>
          <a:p>
            <a:pPr algn="l"/>
            <a:r>
              <a:rPr sz="900" b="1" i="0">
                <a:solidFill>
                  <a:srgbClr val="A8C0D8"/>
                </a:solidFill>
                <a:latin typeface="Montserrat"/>
              </a:rPr>
              <a:t>GENERALES — 71%</a:t>
            </a:r>
          </a:p>
        </p:txBody>
      </p:sp>
      <p:sp>
        <p:nvSpPr>
          <p:cNvPr id="10" name="Rounded Rectangle 9"/>
          <p:cNvSpPr/>
          <p:nvPr/>
        </p:nvSpPr>
        <p:spPr>
          <a:xfrm>
            <a:off x="384048" y="1088136"/>
            <a:ext cx="4023360" cy="146304"/>
          </a:xfrm>
          <a:prstGeom prst="roundRect">
            <a:avLst>
              <a:gd name="adj" fmla="val 50000"/>
            </a:avLst>
          </a:prstGeom>
          <a:solidFill>
            <a:srgbClr val="142A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Rounded Rectangle 10"/>
          <p:cNvSpPr/>
          <p:nvPr/>
        </p:nvSpPr>
        <p:spPr>
          <a:xfrm>
            <a:off x="384048" y="1088136"/>
            <a:ext cx="2873828" cy="146304"/>
          </a:xfrm>
          <a:prstGeom prst="roundRect">
            <a:avLst>
              <a:gd name="adj" fmla="val 50000"/>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4718304" y="868680"/>
            <a:ext cx="4041648" cy="182880"/>
          </a:xfrm>
          <a:prstGeom prst="rect">
            <a:avLst/>
          </a:prstGeom>
          <a:noFill/>
        </p:spPr>
        <p:txBody>
          <a:bodyPr wrap="square" lIns="0" tIns="0" rIns="0" bIns="0" anchor="t">
            <a:spAutoFit/>
          </a:bodyPr>
          <a:lstStyle/>
          <a:p>
            <a:pPr algn="l"/>
            <a:r>
              <a:rPr sz="900" b="1" i="0">
                <a:solidFill>
                  <a:srgbClr val="A8C0D8"/>
                </a:solidFill>
                <a:latin typeface="Montserrat"/>
              </a:rPr>
              <a:t>PROTECCIÓN CIVIL — 67%</a:t>
            </a:r>
          </a:p>
        </p:txBody>
      </p:sp>
      <p:sp>
        <p:nvSpPr>
          <p:cNvPr id="13" name="Rounded Rectangle 12"/>
          <p:cNvSpPr/>
          <p:nvPr/>
        </p:nvSpPr>
        <p:spPr>
          <a:xfrm>
            <a:off x="4718304" y="1088136"/>
            <a:ext cx="4041648" cy="146304"/>
          </a:xfrm>
          <a:prstGeom prst="roundRect">
            <a:avLst>
              <a:gd name="adj" fmla="val 50000"/>
            </a:avLst>
          </a:prstGeom>
          <a:solidFill>
            <a:srgbClr val="142A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ounded Rectangle 13"/>
          <p:cNvSpPr/>
          <p:nvPr/>
        </p:nvSpPr>
        <p:spPr>
          <a:xfrm>
            <a:off x="4718304" y="1088136"/>
            <a:ext cx="2694432" cy="146304"/>
          </a:xfrm>
          <a:prstGeom prst="roundRect">
            <a:avLst>
              <a:gd name="adj" fmla="val 50000"/>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384048" y="1536192"/>
            <a:ext cx="5257800" cy="201168"/>
          </a:xfrm>
          <a:prstGeom prst="rect">
            <a:avLst/>
          </a:prstGeom>
          <a:noFill/>
        </p:spPr>
        <p:txBody>
          <a:bodyPr wrap="square" lIns="0" tIns="0" rIns="0" bIns="0" anchor="t">
            <a:spAutoFit/>
          </a:bodyPr>
          <a:lstStyle/>
          <a:p>
            <a:pPr algn="l"/>
            <a:r>
              <a:rPr sz="900" b="1" i="0">
                <a:solidFill>
                  <a:srgbClr val="EB6C01"/>
                </a:solidFill>
                <a:latin typeface="Montserrat"/>
              </a:rPr>
              <a:t>PENDIENTES (12)</a:t>
            </a:r>
          </a:p>
        </p:txBody>
      </p:sp>
      <p:sp>
        <p:nvSpPr>
          <p:cNvPr id="16" name="TextBox 15"/>
          <p:cNvSpPr txBox="1"/>
          <p:nvPr/>
        </p:nvSpPr>
        <p:spPr>
          <a:xfrm>
            <a:off x="384048" y="1792224"/>
            <a:ext cx="5257800" cy="1737360"/>
          </a:xfrm>
          <a:prstGeom prst="rect">
            <a:avLst/>
          </a:prstGeom>
          <a:noFill/>
        </p:spPr>
        <p:txBody>
          <a:bodyPr wrap="square" lIns="0" tIns="0" rIns="0" bIns="0">
            <a:spAutoFit/>
          </a:bodyPr>
          <a:lstStyle/>
          <a:p>
            <a:pPr>
              <a:lnSpc>
                <a:spcPct val="130000"/>
              </a:lnSpc>
              <a:spcAft>
                <a:spcPts val="600"/>
              </a:spcAft>
            </a:pPr>
            <a:r>
              <a:rPr sz="1100" b="1">
                <a:solidFill>
                  <a:srgbClr val="D4E4F2"/>
                </a:solidFill>
                <a:latin typeface="Montserrat"/>
              </a:rPr>
              <a:t>• Protección civil: 10 documentos pendientes</a:t>
            </a:r>
          </a:p>
          <a:p>
            <a:pPr>
              <a:lnSpc>
                <a:spcPct val="130000"/>
              </a:lnSpc>
              <a:spcAft>
                <a:spcPts val="600"/>
              </a:spcAft>
            </a:pPr>
            <a:r>
              <a:rPr sz="1100" b="1">
                <a:solidFill>
                  <a:srgbClr val="D4E4F2"/>
                </a:solidFill>
                <a:latin typeface="Montserrat"/>
              </a:rPr>
              <a:t>• Donatarias Autorizadas: 2 documentos pendientes</a:t>
            </a:r>
          </a:p>
        </p:txBody>
      </p:sp>
      <p:sp>
        <p:nvSpPr>
          <p:cNvPr id="17" name="Rounded Rectangle 16"/>
          <p:cNvSpPr/>
          <p:nvPr/>
        </p:nvSpPr>
        <p:spPr>
          <a:xfrm>
            <a:off x="5806440" y="1536192"/>
            <a:ext cx="2953512" cy="1874519"/>
          </a:xfrm>
          <a:prstGeom prst="roundRect">
            <a:avLst>
              <a:gd name="adj" fmla="val 6000"/>
            </a:avLst>
          </a:prstGeom>
          <a:solidFill>
            <a:srgbClr val="1A3464"/>
          </a:solidFill>
          <a:ln w="12700">
            <a:solidFill>
              <a:srgbClr val="4F82C2"/>
            </a:solidFill>
            <a:prstDash val="sys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Rounded Rectangle 17"/>
          <p:cNvSpPr/>
          <p:nvPr/>
        </p:nvSpPr>
        <p:spPr>
          <a:xfrm>
            <a:off x="7118604" y="2144267"/>
            <a:ext cx="329184" cy="237744"/>
          </a:xfrm>
          <a:prstGeom prst="roundRect">
            <a:avLst/>
          </a:prstGeom>
          <a:noFill/>
          <a:ln w="15875">
            <a:solidFill>
              <a:srgbClr val="4F82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5806440" y="2455163"/>
            <a:ext cx="2953512" cy="274320"/>
          </a:xfrm>
          <a:prstGeom prst="rect">
            <a:avLst/>
          </a:prstGeom>
          <a:noFill/>
        </p:spPr>
        <p:txBody>
          <a:bodyPr wrap="square" lIns="0" tIns="0" rIns="0" bIns="0" anchor="t">
            <a:spAutoFit/>
          </a:bodyPr>
          <a:lstStyle/>
          <a:p>
            <a:pPr algn="ctr"/>
            <a:r>
              <a:rPr sz="850" b="1" i="0">
                <a:solidFill>
                  <a:srgbClr val="A8C0D8"/>
                </a:solidFill>
                <a:latin typeface="Montserrat"/>
              </a:rPr>
              <a:t>INSERTAR IMAGEN</a:t>
            </a:r>
          </a:p>
        </p:txBody>
      </p:sp>
      <p:sp>
        <p:nvSpPr>
          <p:cNvPr id="20" name="TextBox 19"/>
          <p:cNvSpPr txBox="1"/>
          <p:nvPr/>
        </p:nvSpPr>
        <p:spPr>
          <a:xfrm>
            <a:off x="5806440" y="3118103"/>
            <a:ext cx="2953512" cy="237744"/>
          </a:xfrm>
          <a:prstGeom prst="rect">
            <a:avLst/>
          </a:prstGeom>
          <a:noFill/>
        </p:spPr>
        <p:txBody>
          <a:bodyPr wrap="square" lIns="0" tIns="0" rIns="0" bIns="0" anchor="t">
            <a:spAutoFit/>
          </a:bodyPr>
          <a:lstStyle/>
          <a:p>
            <a:pPr algn="ctr"/>
            <a:r>
              <a:rPr sz="700" b="0" i="1">
                <a:solidFill>
                  <a:srgbClr val="3A5078"/>
                </a:solidFill>
                <a:latin typeface="Montserrat"/>
              </a:rPr>
              <a:t>Evidencia fotográfica / captura de trámite</a:t>
            </a:r>
          </a:p>
        </p:txBody>
      </p:sp>
      <p:sp>
        <p:nvSpPr>
          <p:cNvPr id="21" name="TextBox 20"/>
          <p:cNvSpPr txBox="1"/>
          <p:nvPr/>
        </p:nvSpPr>
        <p:spPr>
          <a:xfrm>
            <a:off x="384048" y="3657600"/>
            <a:ext cx="8375904" cy="201168"/>
          </a:xfrm>
          <a:prstGeom prst="rect">
            <a:avLst/>
          </a:prstGeom>
          <a:noFill/>
        </p:spPr>
        <p:txBody>
          <a:bodyPr wrap="square" lIns="0" tIns="0" rIns="0" bIns="0" anchor="t">
            <a:spAutoFit/>
          </a:bodyPr>
          <a:lstStyle/>
          <a:p>
            <a:pPr algn="l"/>
            <a:r>
              <a:rPr sz="900" b="1" i="0">
                <a:solidFill>
                  <a:srgbClr val="EB6C01"/>
                </a:solidFill>
                <a:latin typeface="Montserrat"/>
              </a:rPr>
              <a:t>ACTUALIZACIÓN DE ESTA SEMANA</a:t>
            </a:r>
          </a:p>
        </p:txBody>
      </p:sp>
      <p:sp>
        <p:nvSpPr>
          <p:cNvPr id="22" name="Rectangle 21"/>
          <p:cNvSpPr/>
          <p:nvPr/>
        </p:nvSpPr>
        <p:spPr>
          <a:xfrm>
            <a:off x="384048" y="3895344"/>
            <a:ext cx="45720" cy="914400"/>
          </a:xfrm>
          <a:prstGeom prst="rect">
            <a:avLst/>
          </a:prstGeom>
          <a:solidFill>
            <a:srgbClr val="4F82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 name="TextBox 22"/>
          <p:cNvSpPr txBox="1"/>
          <p:nvPr/>
        </p:nvSpPr>
        <p:spPr>
          <a:xfrm>
            <a:off x="594360" y="3895344"/>
            <a:ext cx="8138160" cy="914400"/>
          </a:xfrm>
          <a:prstGeom prst="rect">
            <a:avLst/>
          </a:prstGeom>
          <a:noFill/>
        </p:spPr>
        <p:txBody>
          <a:bodyPr wrap="square" lIns="0" tIns="0" rIns="0" bIns="0" anchor="t">
            <a:spAutoFit/>
          </a:bodyPr>
          <a:lstStyle/>
          <a:p>
            <a:pPr algn="l">
              <a:lnSpc>
                <a:spcPct val="125000"/>
              </a:lnSpc>
            </a:pPr>
            <a:r>
              <a:rPr sz="1050" b="0" i="1">
                <a:solidFill>
                  <a:srgbClr val="D4E4F2"/>
                </a:solidFill>
                <a:latin typeface="Montserrat"/>
              </a:rPr>
              <a:t>No han subido la informacion</a:t>
            </a:r>
          </a:p>
        </p:txBody>
      </p:sp>
      <p:sp>
        <p:nvSpPr>
          <p:cNvPr id="24" name="Rectangle 23"/>
          <p:cNvSpPr/>
          <p:nvPr/>
        </p:nvSpPr>
        <p:spPr>
          <a:xfrm>
            <a:off x="0" y="4873752"/>
            <a:ext cx="9144000" cy="265176"/>
          </a:xfrm>
          <a:prstGeom prst="rect">
            <a:avLst/>
          </a:prstGeom>
          <a:solidFill>
            <a:srgbClr val="1A346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 name="TextBox 24"/>
          <p:cNvSpPr txBox="1"/>
          <p:nvPr/>
        </p:nvSpPr>
        <p:spPr>
          <a:xfrm>
            <a:off x="384048" y="4901184"/>
            <a:ext cx="5029200" cy="182880"/>
          </a:xfrm>
          <a:prstGeom prst="rect">
            <a:avLst/>
          </a:prstGeom>
          <a:noFill/>
        </p:spPr>
        <p:txBody>
          <a:bodyPr wrap="square" lIns="0" tIns="0" rIns="0" bIns="0" anchor="ctr">
            <a:spAutoFit/>
          </a:bodyPr>
          <a:lstStyle/>
          <a:p>
            <a:pPr algn="l"/>
            <a:r>
              <a:rPr sz="700" b="0" i="0">
                <a:solidFill>
                  <a:srgbClr val="8FAECB"/>
                </a:solidFill>
                <a:latin typeface="Montserrat"/>
              </a:rPr>
              <a:t>COORDINACIÓN DE OBRAS Y MANTENIMIENTO RCMA</a:t>
            </a:r>
          </a:p>
        </p:txBody>
      </p:sp>
      <p:sp>
        <p:nvSpPr>
          <p:cNvPr id="26" name="TextBox 25"/>
          <p:cNvSpPr txBox="1"/>
          <p:nvPr/>
        </p:nvSpPr>
        <p:spPr>
          <a:xfrm>
            <a:off x="5650992" y="4901184"/>
            <a:ext cx="2286000" cy="182880"/>
          </a:xfrm>
          <a:prstGeom prst="rect">
            <a:avLst/>
          </a:prstGeom>
          <a:noFill/>
        </p:spPr>
        <p:txBody>
          <a:bodyPr wrap="square" lIns="0" tIns="0" rIns="0" bIns="0" anchor="ctr">
            <a:spAutoFit/>
          </a:bodyPr>
          <a:lstStyle/>
          <a:p>
            <a:pPr algn="r"/>
            <a:r>
              <a:rPr sz="700" b="0" i="0">
                <a:solidFill>
                  <a:srgbClr val="8FAECB"/>
                </a:solidFill>
                <a:latin typeface="Montserrat"/>
              </a:rPr>
              <a:t>Mano Amiga · Cumplimiento Normativo</a:t>
            </a:r>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9144000" cy="36576"/>
          </a:xfrm>
          <a:prstGeom prst="rect">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0" y="36576"/>
            <a:ext cx="9144000" cy="667512"/>
          </a:xfrm>
          <a:prstGeom prst="rect">
            <a:avLst/>
          </a:prstGeom>
          <a:solidFill>
            <a:srgbClr val="1A346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ounded Rectangle 3"/>
          <p:cNvSpPr/>
          <p:nvPr/>
        </p:nvSpPr>
        <p:spPr>
          <a:xfrm>
            <a:off x="384048" y="118872"/>
            <a:ext cx="1417320" cy="237744"/>
          </a:xfrm>
          <a:prstGeom prst="roundRect">
            <a:avLst>
              <a:gd name="adj" fmla="val 50000"/>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sz="650" b="1">
                <a:solidFill>
                  <a:srgbClr val="FFFFFF"/>
                </a:solidFill>
                <a:latin typeface="Montserrat"/>
              </a:rPr>
              <a:t>CUMPL. NORM.</a:t>
            </a:r>
          </a:p>
        </p:txBody>
      </p:sp>
      <p:sp>
        <p:nvSpPr>
          <p:cNvPr id="5" name="TextBox 4"/>
          <p:cNvSpPr txBox="1"/>
          <p:nvPr/>
        </p:nvSpPr>
        <p:spPr>
          <a:xfrm>
            <a:off x="1901952" y="73152"/>
            <a:ext cx="4572000" cy="402336"/>
          </a:xfrm>
          <a:prstGeom prst="rect">
            <a:avLst/>
          </a:prstGeom>
          <a:noFill/>
        </p:spPr>
        <p:txBody>
          <a:bodyPr wrap="square" lIns="0" tIns="0" rIns="0" bIns="0" anchor="ctr">
            <a:spAutoFit/>
          </a:bodyPr>
          <a:lstStyle/>
          <a:p>
            <a:pPr algn="l"/>
            <a:r>
              <a:rPr sz="1700" b="1" i="0">
                <a:solidFill>
                  <a:srgbClr val="FFFFFF"/>
                </a:solidFill>
                <a:latin typeface="Montserrat"/>
              </a:rPr>
              <a:t>MANO AMIGA TORREÓN</a:t>
            </a:r>
          </a:p>
        </p:txBody>
      </p:sp>
      <p:sp>
        <p:nvSpPr>
          <p:cNvPr id="6" name="TextBox 5"/>
          <p:cNvSpPr txBox="1"/>
          <p:nvPr/>
        </p:nvSpPr>
        <p:spPr>
          <a:xfrm>
            <a:off x="1901952" y="457200"/>
            <a:ext cx="4114800" cy="201168"/>
          </a:xfrm>
          <a:prstGeom prst="rect">
            <a:avLst/>
          </a:prstGeom>
          <a:noFill/>
        </p:spPr>
        <p:txBody>
          <a:bodyPr wrap="square" lIns="0" tIns="0" rIns="0" bIns="0" anchor="ctr">
            <a:spAutoFit/>
          </a:bodyPr>
          <a:lstStyle/>
          <a:p>
            <a:pPr algn="l"/>
            <a:r>
              <a:rPr sz="900" b="0" i="0">
                <a:solidFill>
                  <a:srgbClr val="A8C0D8"/>
                </a:solidFill>
                <a:latin typeface="Montserrat"/>
              </a:rPr>
              <a:t>Norte México · Coahuila</a:t>
            </a:r>
          </a:p>
        </p:txBody>
      </p:sp>
      <p:sp>
        <p:nvSpPr>
          <p:cNvPr id="7" name="TextBox 6"/>
          <p:cNvSpPr txBox="1"/>
          <p:nvPr/>
        </p:nvSpPr>
        <p:spPr>
          <a:xfrm>
            <a:off x="6309360" y="246888"/>
            <a:ext cx="2450592" cy="182880"/>
          </a:xfrm>
          <a:prstGeom prst="rect">
            <a:avLst/>
          </a:prstGeom>
          <a:noFill/>
        </p:spPr>
        <p:txBody>
          <a:bodyPr wrap="square" lIns="0" tIns="0" rIns="0" bIns="0" anchor="t">
            <a:spAutoFit/>
          </a:bodyPr>
          <a:lstStyle/>
          <a:p>
            <a:pPr algn="r"/>
            <a:r>
              <a:rPr sz="700" b="1" i="0">
                <a:solidFill>
                  <a:srgbClr val="EB6C01"/>
                </a:solidFill>
                <a:latin typeface="Montserrat"/>
              </a:rPr>
              <a:t>AVANCE A LA FECHA</a:t>
            </a:r>
          </a:p>
        </p:txBody>
      </p:sp>
      <p:sp>
        <p:nvSpPr>
          <p:cNvPr id="8" name="Rectangle 7"/>
          <p:cNvSpPr/>
          <p:nvPr/>
        </p:nvSpPr>
        <p:spPr>
          <a:xfrm>
            <a:off x="0" y="704088"/>
            <a:ext cx="9144000" cy="4169663"/>
          </a:xfrm>
          <a:prstGeom prst="rect">
            <a:avLst/>
          </a:prstGeom>
          <a:solidFill>
            <a:srgbClr val="0D1B3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 name="TextBox 8"/>
          <p:cNvSpPr txBox="1"/>
          <p:nvPr/>
        </p:nvSpPr>
        <p:spPr>
          <a:xfrm>
            <a:off x="384048" y="868680"/>
            <a:ext cx="4023360" cy="182880"/>
          </a:xfrm>
          <a:prstGeom prst="rect">
            <a:avLst/>
          </a:prstGeom>
          <a:noFill/>
        </p:spPr>
        <p:txBody>
          <a:bodyPr wrap="square" lIns="0" tIns="0" rIns="0" bIns="0" anchor="t">
            <a:spAutoFit/>
          </a:bodyPr>
          <a:lstStyle/>
          <a:p>
            <a:pPr algn="l"/>
            <a:r>
              <a:rPr sz="900" b="1" i="0">
                <a:solidFill>
                  <a:srgbClr val="A8C0D8"/>
                </a:solidFill>
                <a:latin typeface="Montserrat"/>
              </a:rPr>
              <a:t>GENERALES — 71%</a:t>
            </a:r>
          </a:p>
        </p:txBody>
      </p:sp>
      <p:sp>
        <p:nvSpPr>
          <p:cNvPr id="10" name="Rounded Rectangle 9"/>
          <p:cNvSpPr/>
          <p:nvPr/>
        </p:nvSpPr>
        <p:spPr>
          <a:xfrm>
            <a:off x="384048" y="1088136"/>
            <a:ext cx="4023360" cy="146304"/>
          </a:xfrm>
          <a:prstGeom prst="roundRect">
            <a:avLst>
              <a:gd name="adj" fmla="val 50000"/>
            </a:avLst>
          </a:prstGeom>
          <a:solidFill>
            <a:srgbClr val="142A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Rounded Rectangle 10"/>
          <p:cNvSpPr/>
          <p:nvPr/>
        </p:nvSpPr>
        <p:spPr>
          <a:xfrm>
            <a:off x="384048" y="1088136"/>
            <a:ext cx="2873828" cy="146304"/>
          </a:xfrm>
          <a:prstGeom prst="roundRect">
            <a:avLst>
              <a:gd name="adj" fmla="val 50000"/>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4718304" y="868680"/>
            <a:ext cx="4041648" cy="182880"/>
          </a:xfrm>
          <a:prstGeom prst="rect">
            <a:avLst/>
          </a:prstGeom>
          <a:noFill/>
        </p:spPr>
        <p:txBody>
          <a:bodyPr wrap="square" lIns="0" tIns="0" rIns="0" bIns="0" anchor="t">
            <a:spAutoFit/>
          </a:bodyPr>
          <a:lstStyle/>
          <a:p>
            <a:pPr algn="l"/>
            <a:r>
              <a:rPr sz="900" b="1" i="0">
                <a:solidFill>
                  <a:srgbClr val="A8C0D8"/>
                </a:solidFill>
                <a:latin typeface="Montserrat"/>
              </a:rPr>
              <a:t>PROTECCIÓN CIVIL — 91%</a:t>
            </a:r>
          </a:p>
        </p:txBody>
      </p:sp>
      <p:sp>
        <p:nvSpPr>
          <p:cNvPr id="13" name="Rounded Rectangle 12"/>
          <p:cNvSpPr/>
          <p:nvPr/>
        </p:nvSpPr>
        <p:spPr>
          <a:xfrm>
            <a:off x="4718304" y="1088136"/>
            <a:ext cx="4041648" cy="146304"/>
          </a:xfrm>
          <a:prstGeom prst="roundRect">
            <a:avLst>
              <a:gd name="adj" fmla="val 50000"/>
            </a:avLst>
          </a:prstGeom>
          <a:solidFill>
            <a:srgbClr val="142A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ounded Rectangle 13"/>
          <p:cNvSpPr/>
          <p:nvPr/>
        </p:nvSpPr>
        <p:spPr>
          <a:xfrm>
            <a:off x="4718304" y="1088136"/>
            <a:ext cx="3674225" cy="146304"/>
          </a:xfrm>
          <a:prstGeom prst="roundRect">
            <a:avLst>
              <a:gd name="adj" fmla="val 50000"/>
            </a:avLst>
          </a:prstGeom>
          <a:solidFill>
            <a:srgbClr val="00C1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384048" y="1536192"/>
            <a:ext cx="5257800" cy="201168"/>
          </a:xfrm>
          <a:prstGeom prst="rect">
            <a:avLst/>
          </a:prstGeom>
          <a:noFill/>
        </p:spPr>
        <p:txBody>
          <a:bodyPr wrap="square" lIns="0" tIns="0" rIns="0" bIns="0" anchor="t">
            <a:spAutoFit/>
          </a:bodyPr>
          <a:lstStyle/>
          <a:p>
            <a:pPr algn="l"/>
            <a:r>
              <a:rPr sz="900" b="1" i="0">
                <a:solidFill>
                  <a:srgbClr val="EB6C01"/>
                </a:solidFill>
                <a:latin typeface="Montserrat"/>
              </a:rPr>
              <a:t>PENDIENTES (2)</a:t>
            </a:r>
          </a:p>
        </p:txBody>
      </p:sp>
      <p:sp>
        <p:nvSpPr>
          <p:cNvPr id="16" name="TextBox 15"/>
          <p:cNvSpPr txBox="1"/>
          <p:nvPr/>
        </p:nvSpPr>
        <p:spPr>
          <a:xfrm>
            <a:off x="384048" y="1792224"/>
            <a:ext cx="5257800" cy="1874519"/>
          </a:xfrm>
          <a:prstGeom prst="rect">
            <a:avLst/>
          </a:prstGeom>
          <a:noFill/>
        </p:spPr>
        <p:txBody>
          <a:bodyPr wrap="square" lIns="0" tIns="0" rIns="0" bIns="0">
            <a:spAutoFit/>
          </a:bodyPr>
          <a:lstStyle/>
          <a:p>
            <a:pPr>
              <a:lnSpc>
                <a:spcPct val="108000"/>
              </a:lnSpc>
              <a:spcAft>
                <a:spcPts val="300"/>
              </a:spcAft>
            </a:pPr>
            <a:r>
              <a:rPr sz="900" b="0">
                <a:solidFill>
                  <a:srgbClr val="D4E4F2"/>
                </a:solidFill>
                <a:latin typeface="Montserrat"/>
              </a:rPr>
              <a:t>• Donatarias Autorizadas: Convenio de apoyo económico  —  Retraso</a:t>
            </a:r>
          </a:p>
          <a:p>
            <a:pPr>
              <a:lnSpc>
                <a:spcPct val="108000"/>
              </a:lnSpc>
              <a:spcAft>
                <a:spcPts val="300"/>
              </a:spcAft>
            </a:pPr>
            <a:r>
              <a:rPr sz="900" b="0">
                <a:solidFill>
                  <a:srgbClr val="D4E4F2"/>
                </a:solidFill>
                <a:latin typeface="Montserrat"/>
              </a:rPr>
              <a:t>• Donatarias Autorizadas: Refrendo de incorporación de RVOE  —  Retraso</a:t>
            </a:r>
          </a:p>
        </p:txBody>
      </p:sp>
      <p:sp>
        <p:nvSpPr>
          <p:cNvPr id="17" name="Rounded Rectangle 16"/>
          <p:cNvSpPr/>
          <p:nvPr/>
        </p:nvSpPr>
        <p:spPr>
          <a:xfrm>
            <a:off x="5806440" y="1536192"/>
            <a:ext cx="2953512" cy="1874519"/>
          </a:xfrm>
          <a:prstGeom prst="roundRect">
            <a:avLst>
              <a:gd name="adj" fmla="val 6000"/>
            </a:avLst>
          </a:prstGeom>
          <a:solidFill>
            <a:srgbClr val="1A3464"/>
          </a:solidFill>
          <a:ln w="12700">
            <a:solidFill>
              <a:srgbClr val="4F82C2"/>
            </a:solidFill>
            <a:prstDash val="sys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Rounded Rectangle 17"/>
          <p:cNvSpPr/>
          <p:nvPr/>
        </p:nvSpPr>
        <p:spPr>
          <a:xfrm>
            <a:off x="7118604" y="2144267"/>
            <a:ext cx="329184" cy="237744"/>
          </a:xfrm>
          <a:prstGeom prst="roundRect">
            <a:avLst/>
          </a:prstGeom>
          <a:noFill/>
          <a:ln w="15875">
            <a:solidFill>
              <a:srgbClr val="4F82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5806440" y="2455163"/>
            <a:ext cx="2953512" cy="274320"/>
          </a:xfrm>
          <a:prstGeom prst="rect">
            <a:avLst/>
          </a:prstGeom>
          <a:noFill/>
        </p:spPr>
        <p:txBody>
          <a:bodyPr wrap="square" lIns="0" tIns="0" rIns="0" bIns="0" anchor="t">
            <a:spAutoFit/>
          </a:bodyPr>
          <a:lstStyle/>
          <a:p>
            <a:pPr algn="ctr"/>
            <a:r>
              <a:rPr sz="850" b="1" i="0">
                <a:solidFill>
                  <a:srgbClr val="A8C0D8"/>
                </a:solidFill>
                <a:latin typeface="Montserrat"/>
              </a:rPr>
              <a:t>INSERTAR IMAGEN</a:t>
            </a:r>
          </a:p>
        </p:txBody>
      </p:sp>
      <p:sp>
        <p:nvSpPr>
          <p:cNvPr id="20" name="TextBox 19"/>
          <p:cNvSpPr txBox="1"/>
          <p:nvPr/>
        </p:nvSpPr>
        <p:spPr>
          <a:xfrm>
            <a:off x="5806440" y="3118103"/>
            <a:ext cx="2953512" cy="237744"/>
          </a:xfrm>
          <a:prstGeom prst="rect">
            <a:avLst/>
          </a:prstGeom>
          <a:noFill/>
        </p:spPr>
        <p:txBody>
          <a:bodyPr wrap="square" lIns="0" tIns="0" rIns="0" bIns="0" anchor="t">
            <a:spAutoFit/>
          </a:bodyPr>
          <a:lstStyle/>
          <a:p>
            <a:pPr algn="ctr"/>
            <a:r>
              <a:rPr sz="700" b="0" i="1">
                <a:solidFill>
                  <a:srgbClr val="3A5078"/>
                </a:solidFill>
                <a:latin typeface="Montserrat"/>
              </a:rPr>
              <a:t>Evidencia fotográfica / captura de trámite</a:t>
            </a:r>
          </a:p>
        </p:txBody>
      </p:sp>
      <p:sp>
        <p:nvSpPr>
          <p:cNvPr id="21" name="TextBox 20"/>
          <p:cNvSpPr txBox="1"/>
          <p:nvPr/>
        </p:nvSpPr>
        <p:spPr>
          <a:xfrm>
            <a:off x="384048" y="3657600"/>
            <a:ext cx="8375904" cy="201168"/>
          </a:xfrm>
          <a:prstGeom prst="rect">
            <a:avLst/>
          </a:prstGeom>
          <a:noFill/>
        </p:spPr>
        <p:txBody>
          <a:bodyPr wrap="square" lIns="0" tIns="0" rIns="0" bIns="0" anchor="t">
            <a:spAutoFit/>
          </a:bodyPr>
          <a:lstStyle/>
          <a:p>
            <a:pPr algn="l"/>
            <a:r>
              <a:rPr sz="900" b="1" i="0">
                <a:solidFill>
                  <a:srgbClr val="EB6C01"/>
                </a:solidFill>
                <a:latin typeface="Montserrat"/>
              </a:rPr>
              <a:t>ACTUALIZACIÓN DE ESTA SEMANA</a:t>
            </a:r>
          </a:p>
        </p:txBody>
      </p:sp>
      <p:sp>
        <p:nvSpPr>
          <p:cNvPr id="22" name="Rectangle 21"/>
          <p:cNvSpPr/>
          <p:nvPr/>
        </p:nvSpPr>
        <p:spPr>
          <a:xfrm>
            <a:off x="384048" y="3895344"/>
            <a:ext cx="45720" cy="914400"/>
          </a:xfrm>
          <a:prstGeom prst="rect">
            <a:avLst/>
          </a:prstGeom>
          <a:solidFill>
            <a:srgbClr val="4F82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 name="TextBox 22"/>
          <p:cNvSpPr txBox="1"/>
          <p:nvPr/>
        </p:nvSpPr>
        <p:spPr>
          <a:xfrm>
            <a:off x="594360" y="3895344"/>
            <a:ext cx="8138160" cy="914400"/>
          </a:xfrm>
          <a:prstGeom prst="rect">
            <a:avLst/>
          </a:prstGeom>
          <a:noFill/>
        </p:spPr>
        <p:txBody>
          <a:bodyPr wrap="square" lIns="0" tIns="0" rIns="0" bIns="0" anchor="t">
            <a:spAutoFit/>
          </a:bodyPr>
          <a:lstStyle/>
          <a:p>
            <a:pPr algn="l">
              <a:lnSpc>
                <a:spcPct val="125000"/>
              </a:lnSpc>
            </a:pPr>
            <a:r>
              <a:rPr sz="1050" b="0" i="1">
                <a:solidFill>
                  <a:srgbClr val="D4E4F2"/>
                </a:solidFill>
                <a:latin typeface="Montserrat"/>
              </a:rPr>
              <a:t>Sin novedades reportadas esta semana — seguimiento continúa conforme al programa de cumplimiento.</a:t>
            </a:r>
          </a:p>
        </p:txBody>
      </p:sp>
      <p:sp>
        <p:nvSpPr>
          <p:cNvPr id="24" name="Rectangle 23"/>
          <p:cNvSpPr/>
          <p:nvPr/>
        </p:nvSpPr>
        <p:spPr>
          <a:xfrm>
            <a:off x="0" y="4873752"/>
            <a:ext cx="9144000" cy="265176"/>
          </a:xfrm>
          <a:prstGeom prst="rect">
            <a:avLst/>
          </a:prstGeom>
          <a:solidFill>
            <a:srgbClr val="1A346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 name="TextBox 24"/>
          <p:cNvSpPr txBox="1"/>
          <p:nvPr/>
        </p:nvSpPr>
        <p:spPr>
          <a:xfrm>
            <a:off x="384048" y="4901184"/>
            <a:ext cx="5029200" cy="182880"/>
          </a:xfrm>
          <a:prstGeom prst="rect">
            <a:avLst/>
          </a:prstGeom>
          <a:noFill/>
        </p:spPr>
        <p:txBody>
          <a:bodyPr wrap="square" lIns="0" tIns="0" rIns="0" bIns="0" anchor="ctr">
            <a:spAutoFit/>
          </a:bodyPr>
          <a:lstStyle/>
          <a:p>
            <a:pPr algn="l"/>
            <a:r>
              <a:rPr sz="700" b="0" i="0">
                <a:solidFill>
                  <a:srgbClr val="8FAECB"/>
                </a:solidFill>
                <a:latin typeface="Montserrat"/>
              </a:rPr>
              <a:t>COORDINACIÓN DE OBRAS Y MANTENIMIENTO RCMA</a:t>
            </a:r>
          </a:p>
        </p:txBody>
      </p:sp>
      <p:sp>
        <p:nvSpPr>
          <p:cNvPr id="26" name="TextBox 25"/>
          <p:cNvSpPr txBox="1"/>
          <p:nvPr/>
        </p:nvSpPr>
        <p:spPr>
          <a:xfrm>
            <a:off x="5650992" y="4901184"/>
            <a:ext cx="2286000" cy="182880"/>
          </a:xfrm>
          <a:prstGeom prst="rect">
            <a:avLst/>
          </a:prstGeom>
          <a:noFill/>
        </p:spPr>
        <p:txBody>
          <a:bodyPr wrap="square" lIns="0" tIns="0" rIns="0" bIns="0" anchor="ctr">
            <a:spAutoFit/>
          </a:bodyPr>
          <a:lstStyle/>
          <a:p>
            <a:pPr algn="r"/>
            <a:r>
              <a:rPr sz="700" b="0" i="0">
                <a:solidFill>
                  <a:srgbClr val="8FAECB"/>
                </a:solidFill>
                <a:latin typeface="Montserrat"/>
              </a:rPr>
              <a:t>Mano Amiga · Cumplimiento Normativo</a:t>
            </a:r>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9144000" cy="36576"/>
          </a:xfrm>
          <a:prstGeom prst="rect">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0" y="36576"/>
            <a:ext cx="9144000" cy="667512"/>
          </a:xfrm>
          <a:prstGeom prst="rect">
            <a:avLst/>
          </a:prstGeom>
          <a:solidFill>
            <a:srgbClr val="1A346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ounded Rectangle 3"/>
          <p:cNvSpPr/>
          <p:nvPr/>
        </p:nvSpPr>
        <p:spPr>
          <a:xfrm>
            <a:off x="384048" y="118872"/>
            <a:ext cx="1417320" cy="237744"/>
          </a:xfrm>
          <a:prstGeom prst="roundRect">
            <a:avLst>
              <a:gd name="adj" fmla="val 50000"/>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sz="650" b="1">
                <a:solidFill>
                  <a:srgbClr val="FFFFFF"/>
                </a:solidFill>
                <a:latin typeface="Montserrat"/>
              </a:rPr>
              <a:t>CUMPL. NORM.</a:t>
            </a:r>
          </a:p>
        </p:txBody>
      </p:sp>
      <p:sp>
        <p:nvSpPr>
          <p:cNvPr id="5" name="TextBox 4"/>
          <p:cNvSpPr txBox="1"/>
          <p:nvPr/>
        </p:nvSpPr>
        <p:spPr>
          <a:xfrm>
            <a:off x="1901952" y="73152"/>
            <a:ext cx="4572000" cy="402336"/>
          </a:xfrm>
          <a:prstGeom prst="rect">
            <a:avLst/>
          </a:prstGeom>
          <a:noFill/>
        </p:spPr>
        <p:txBody>
          <a:bodyPr wrap="square" lIns="0" tIns="0" rIns="0" bIns="0" anchor="ctr">
            <a:spAutoFit/>
          </a:bodyPr>
          <a:lstStyle/>
          <a:p>
            <a:pPr algn="l"/>
            <a:r>
              <a:rPr sz="1700" b="1" i="0">
                <a:solidFill>
                  <a:srgbClr val="FFFFFF"/>
                </a:solidFill>
                <a:latin typeface="Montserrat"/>
              </a:rPr>
              <a:t>MANO AMIGA TIJUANA</a:t>
            </a:r>
          </a:p>
        </p:txBody>
      </p:sp>
      <p:sp>
        <p:nvSpPr>
          <p:cNvPr id="6" name="TextBox 5"/>
          <p:cNvSpPr txBox="1"/>
          <p:nvPr/>
        </p:nvSpPr>
        <p:spPr>
          <a:xfrm>
            <a:off x="1901952" y="457200"/>
            <a:ext cx="4114800" cy="201168"/>
          </a:xfrm>
          <a:prstGeom prst="rect">
            <a:avLst/>
          </a:prstGeom>
          <a:noFill/>
        </p:spPr>
        <p:txBody>
          <a:bodyPr wrap="square" lIns="0" tIns="0" rIns="0" bIns="0" anchor="ctr">
            <a:spAutoFit/>
          </a:bodyPr>
          <a:lstStyle/>
          <a:p>
            <a:pPr algn="l"/>
            <a:r>
              <a:rPr sz="900" b="0" i="0">
                <a:solidFill>
                  <a:srgbClr val="A8C0D8"/>
                </a:solidFill>
                <a:latin typeface="Montserrat"/>
              </a:rPr>
              <a:t>Norte México · Baja California</a:t>
            </a:r>
          </a:p>
        </p:txBody>
      </p:sp>
      <p:sp>
        <p:nvSpPr>
          <p:cNvPr id="7" name="TextBox 6"/>
          <p:cNvSpPr txBox="1"/>
          <p:nvPr/>
        </p:nvSpPr>
        <p:spPr>
          <a:xfrm>
            <a:off x="6309360" y="246888"/>
            <a:ext cx="2450592" cy="182880"/>
          </a:xfrm>
          <a:prstGeom prst="rect">
            <a:avLst/>
          </a:prstGeom>
          <a:noFill/>
        </p:spPr>
        <p:txBody>
          <a:bodyPr wrap="square" lIns="0" tIns="0" rIns="0" bIns="0" anchor="t">
            <a:spAutoFit/>
          </a:bodyPr>
          <a:lstStyle/>
          <a:p>
            <a:pPr algn="r"/>
            <a:r>
              <a:rPr sz="700" b="1" i="0">
                <a:solidFill>
                  <a:srgbClr val="EB6C01"/>
                </a:solidFill>
                <a:latin typeface="Montserrat"/>
              </a:rPr>
              <a:t>AVANCE A LA FECHA</a:t>
            </a:r>
          </a:p>
        </p:txBody>
      </p:sp>
      <p:sp>
        <p:nvSpPr>
          <p:cNvPr id="8" name="Rectangle 7"/>
          <p:cNvSpPr/>
          <p:nvPr/>
        </p:nvSpPr>
        <p:spPr>
          <a:xfrm>
            <a:off x="0" y="704088"/>
            <a:ext cx="9144000" cy="4169663"/>
          </a:xfrm>
          <a:prstGeom prst="rect">
            <a:avLst/>
          </a:prstGeom>
          <a:solidFill>
            <a:srgbClr val="0D1B3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 name="TextBox 8"/>
          <p:cNvSpPr txBox="1"/>
          <p:nvPr/>
        </p:nvSpPr>
        <p:spPr>
          <a:xfrm>
            <a:off x="384048" y="868680"/>
            <a:ext cx="4023360" cy="182880"/>
          </a:xfrm>
          <a:prstGeom prst="rect">
            <a:avLst/>
          </a:prstGeom>
          <a:noFill/>
        </p:spPr>
        <p:txBody>
          <a:bodyPr wrap="square" lIns="0" tIns="0" rIns="0" bIns="0" anchor="t">
            <a:spAutoFit/>
          </a:bodyPr>
          <a:lstStyle/>
          <a:p>
            <a:pPr algn="l"/>
            <a:r>
              <a:rPr sz="900" b="1" i="0">
                <a:solidFill>
                  <a:srgbClr val="A8C0D8"/>
                </a:solidFill>
                <a:latin typeface="Montserrat"/>
              </a:rPr>
              <a:t>GENERALES — 69%</a:t>
            </a:r>
          </a:p>
        </p:txBody>
      </p:sp>
      <p:sp>
        <p:nvSpPr>
          <p:cNvPr id="10" name="Rounded Rectangle 9"/>
          <p:cNvSpPr/>
          <p:nvPr/>
        </p:nvSpPr>
        <p:spPr>
          <a:xfrm>
            <a:off x="384048" y="1088136"/>
            <a:ext cx="4023360" cy="146304"/>
          </a:xfrm>
          <a:prstGeom prst="roundRect">
            <a:avLst>
              <a:gd name="adj" fmla="val 50000"/>
            </a:avLst>
          </a:prstGeom>
          <a:solidFill>
            <a:srgbClr val="142A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Rounded Rectangle 10"/>
          <p:cNvSpPr/>
          <p:nvPr/>
        </p:nvSpPr>
        <p:spPr>
          <a:xfrm>
            <a:off x="384048" y="1088136"/>
            <a:ext cx="2766060" cy="146304"/>
          </a:xfrm>
          <a:prstGeom prst="roundRect">
            <a:avLst>
              <a:gd name="adj" fmla="val 50000"/>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4718304" y="868680"/>
            <a:ext cx="4041648" cy="182880"/>
          </a:xfrm>
          <a:prstGeom prst="rect">
            <a:avLst/>
          </a:prstGeom>
          <a:noFill/>
        </p:spPr>
        <p:txBody>
          <a:bodyPr wrap="square" lIns="0" tIns="0" rIns="0" bIns="0" anchor="t">
            <a:spAutoFit/>
          </a:bodyPr>
          <a:lstStyle/>
          <a:p>
            <a:pPr algn="l"/>
            <a:r>
              <a:rPr sz="900" b="1" i="0">
                <a:solidFill>
                  <a:srgbClr val="A8C0D8"/>
                </a:solidFill>
                <a:latin typeface="Montserrat"/>
              </a:rPr>
              <a:t>PROTECCIÓN CIVIL — 73%</a:t>
            </a:r>
          </a:p>
        </p:txBody>
      </p:sp>
      <p:sp>
        <p:nvSpPr>
          <p:cNvPr id="13" name="Rounded Rectangle 12"/>
          <p:cNvSpPr/>
          <p:nvPr/>
        </p:nvSpPr>
        <p:spPr>
          <a:xfrm>
            <a:off x="4718304" y="1088136"/>
            <a:ext cx="4041648" cy="146304"/>
          </a:xfrm>
          <a:prstGeom prst="roundRect">
            <a:avLst>
              <a:gd name="adj" fmla="val 50000"/>
            </a:avLst>
          </a:prstGeom>
          <a:solidFill>
            <a:srgbClr val="142A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ounded Rectangle 13"/>
          <p:cNvSpPr/>
          <p:nvPr/>
        </p:nvSpPr>
        <p:spPr>
          <a:xfrm>
            <a:off x="4718304" y="1088136"/>
            <a:ext cx="2963875" cy="146304"/>
          </a:xfrm>
          <a:prstGeom prst="roundRect">
            <a:avLst>
              <a:gd name="adj" fmla="val 50000"/>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384048" y="1536192"/>
            <a:ext cx="5257800" cy="201168"/>
          </a:xfrm>
          <a:prstGeom prst="rect">
            <a:avLst/>
          </a:prstGeom>
          <a:noFill/>
        </p:spPr>
        <p:txBody>
          <a:bodyPr wrap="square" lIns="0" tIns="0" rIns="0" bIns="0" anchor="t">
            <a:spAutoFit/>
          </a:bodyPr>
          <a:lstStyle/>
          <a:p>
            <a:pPr algn="l"/>
            <a:r>
              <a:rPr sz="900" b="1" i="0">
                <a:solidFill>
                  <a:srgbClr val="EB6C01"/>
                </a:solidFill>
                <a:latin typeface="Montserrat"/>
              </a:rPr>
              <a:t>PENDIENTES (5)</a:t>
            </a:r>
          </a:p>
        </p:txBody>
      </p:sp>
      <p:sp>
        <p:nvSpPr>
          <p:cNvPr id="16" name="TextBox 15"/>
          <p:cNvSpPr txBox="1"/>
          <p:nvPr/>
        </p:nvSpPr>
        <p:spPr>
          <a:xfrm>
            <a:off x="384048" y="1792224"/>
            <a:ext cx="5257800" cy="1874519"/>
          </a:xfrm>
          <a:prstGeom prst="rect">
            <a:avLst/>
          </a:prstGeom>
          <a:noFill/>
        </p:spPr>
        <p:txBody>
          <a:bodyPr wrap="square" lIns="0" tIns="0" rIns="0" bIns="0">
            <a:spAutoFit/>
          </a:bodyPr>
          <a:lstStyle/>
          <a:p>
            <a:pPr>
              <a:lnSpc>
                <a:spcPct val="108000"/>
              </a:lnSpc>
              <a:spcAft>
                <a:spcPts val="300"/>
              </a:spcAft>
            </a:pPr>
            <a:r>
              <a:rPr sz="900" b="0">
                <a:solidFill>
                  <a:srgbClr val="D4E4F2"/>
                </a:solidFill>
                <a:latin typeface="Montserrat"/>
              </a:rPr>
              <a:t>• General: Acuerdo de sesión de RVOE  —  Por revisar</a:t>
            </a:r>
          </a:p>
          <a:p>
            <a:pPr>
              <a:lnSpc>
                <a:spcPct val="108000"/>
              </a:lnSpc>
              <a:spcAft>
                <a:spcPts val="300"/>
              </a:spcAft>
            </a:pPr>
            <a:r>
              <a:rPr sz="900" b="0">
                <a:solidFill>
                  <a:srgbClr val="D4E4F2"/>
                </a:solidFill>
                <a:latin typeface="Montserrat"/>
              </a:rPr>
              <a:t>• General: Refrendo de incorporación de RVOE  —  Por revisar</a:t>
            </a:r>
          </a:p>
          <a:p>
            <a:pPr>
              <a:lnSpc>
                <a:spcPct val="108000"/>
              </a:lnSpc>
              <a:spcAft>
                <a:spcPts val="300"/>
              </a:spcAft>
            </a:pPr>
            <a:r>
              <a:rPr sz="900" b="0">
                <a:solidFill>
                  <a:srgbClr val="D4E4F2"/>
                </a:solidFill>
                <a:latin typeface="Montserrat"/>
              </a:rPr>
              <a:t>• General: Convenio de Apoyo Económico  —  Por revisar</a:t>
            </a:r>
          </a:p>
          <a:p>
            <a:pPr>
              <a:lnSpc>
                <a:spcPct val="108000"/>
              </a:lnSpc>
              <a:spcAft>
                <a:spcPts val="300"/>
              </a:spcAft>
            </a:pPr>
            <a:r>
              <a:rPr sz="900" b="0">
                <a:solidFill>
                  <a:srgbClr val="D4E4F2"/>
                </a:solidFill>
                <a:latin typeface="Montserrat"/>
              </a:rPr>
              <a:t>• Donatarias Autorizadas: Convenio de apoyo económico  —  Por revisar</a:t>
            </a:r>
          </a:p>
          <a:p>
            <a:pPr>
              <a:lnSpc>
                <a:spcPct val="108000"/>
              </a:lnSpc>
              <a:spcAft>
                <a:spcPts val="300"/>
              </a:spcAft>
            </a:pPr>
            <a:r>
              <a:rPr sz="900" b="0">
                <a:solidFill>
                  <a:srgbClr val="D4E4F2"/>
                </a:solidFill>
                <a:latin typeface="Montserrat"/>
              </a:rPr>
              <a:t>• Donatarias Autorizadas: Refrendo de incorporación de RVOE  —  Por revisar</a:t>
            </a:r>
          </a:p>
        </p:txBody>
      </p:sp>
      <p:sp>
        <p:nvSpPr>
          <p:cNvPr id="17" name="Rounded Rectangle 16"/>
          <p:cNvSpPr/>
          <p:nvPr/>
        </p:nvSpPr>
        <p:spPr>
          <a:xfrm>
            <a:off x="5806440" y="1536192"/>
            <a:ext cx="2953512" cy="1874519"/>
          </a:xfrm>
          <a:prstGeom prst="roundRect">
            <a:avLst>
              <a:gd name="adj" fmla="val 6000"/>
            </a:avLst>
          </a:prstGeom>
          <a:solidFill>
            <a:srgbClr val="1A3464"/>
          </a:solidFill>
          <a:ln w="12700">
            <a:solidFill>
              <a:srgbClr val="4F82C2"/>
            </a:solidFill>
            <a:prstDash val="sys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Rounded Rectangle 17"/>
          <p:cNvSpPr/>
          <p:nvPr/>
        </p:nvSpPr>
        <p:spPr>
          <a:xfrm>
            <a:off x="7118604" y="2144267"/>
            <a:ext cx="329184" cy="237744"/>
          </a:xfrm>
          <a:prstGeom prst="roundRect">
            <a:avLst/>
          </a:prstGeom>
          <a:noFill/>
          <a:ln w="15875">
            <a:solidFill>
              <a:srgbClr val="4F82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5806440" y="2455163"/>
            <a:ext cx="2953512" cy="274320"/>
          </a:xfrm>
          <a:prstGeom prst="rect">
            <a:avLst/>
          </a:prstGeom>
          <a:noFill/>
        </p:spPr>
        <p:txBody>
          <a:bodyPr wrap="square" lIns="0" tIns="0" rIns="0" bIns="0" anchor="t">
            <a:spAutoFit/>
          </a:bodyPr>
          <a:lstStyle/>
          <a:p>
            <a:pPr algn="ctr"/>
            <a:r>
              <a:rPr sz="850" b="1" i="0">
                <a:solidFill>
                  <a:srgbClr val="A8C0D8"/>
                </a:solidFill>
                <a:latin typeface="Montserrat"/>
              </a:rPr>
              <a:t>INSERTAR IMAGEN</a:t>
            </a:r>
          </a:p>
        </p:txBody>
      </p:sp>
      <p:sp>
        <p:nvSpPr>
          <p:cNvPr id="20" name="TextBox 19"/>
          <p:cNvSpPr txBox="1"/>
          <p:nvPr/>
        </p:nvSpPr>
        <p:spPr>
          <a:xfrm>
            <a:off x="5806440" y="3118103"/>
            <a:ext cx="2953512" cy="237744"/>
          </a:xfrm>
          <a:prstGeom prst="rect">
            <a:avLst/>
          </a:prstGeom>
          <a:noFill/>
        </p:spPr>
        <p:txBody>
          <a:bodyPr wrap="square" lIns="0" tIns="0" rIns="0" bIns="0" anchor="t">
            <a:spAutoFit/>
          </a:bodyPr>
          <a:lstStyle/>
          <a:p>
            <a:pPr algn="ctr"/>
            <a:r>
              <a:rPr sz="700" b="0" i="1">
                <a:solidFill>
                  <a:srgbClr val="3A5078"/>
                </a:solidFill>
                <a:latin typeface="Montserrat"/>
              </a:rPr>
              <a:t>Evidencia fotográfica / captura de trámite</a:t>
            </a:r>
          </a:p>
        </p:txBody>
      </p:sp>
      <p:sp>
        <p:nvSpPr>
          <p:cNvPr id="21" name="TextBox 20"/>
          <p:cNvSpPr txBox="1"/>
          <p:nvPr/>
        </p:nvSpPr>
        <p:spPr>
          <a:xfrm>
            <a:off x="384048" y="3657600"/>
            <a:ext cx="8375904" cy="201168"/>
          </a:xfrm>
          <a:prstGeom prst="rect">
            <a:avLst/>
          </a:prstGeom>
          <a:noFill/>
        </p:spPr>
        <p:txBody>
          <a:bodyPr wrap="square" lIns="0" tIns="0" rIns="0" bIns="0" anchor="t">
            <a:spAutoFit/>
          </a:bodyPr>
          <a:lstStyle/>
          <a:p>
            <a:pPr algn="l"/>
            <a:r>
              <a:rPr sz="900" b="1" i="0">
                <a:solidFill>
                  <a:srgbClr val="EB6C01"/>
                </a:solidFill>
                <a:latin typeface="Montserrat"/>
              </a:rPr>
              <a:t>ACTUALIZACIÓN DE ESTA SEMANA</a:t>
            </a:r>
          </a:p>
        </p:txBody>
      </p:sp>
      <p:sp>
        <p:nvSpPr>
          <p:cNvPr id="22" name="Rectangle 21"/>
          <p:cNvSpPr/>
          <p:nvPr/>
        </p:nvSpPr>
        <p:spPr>
          <a:xfrm>
            <a:off x="384048" y="3895344"/>
            <a:ext cx="45720" cy="914400"/>
          </a:xfrm>
          <a:prstGeom prst="rect">
            <a:avLst/>
          </a:prstGeom>
          <a:solidFill>
            <a:srgbClr val="4F82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 name="TextBox 22"/>
          <p:cNvSpPr txBox="1"/>
          <p:nvPr/>
        </p:nvSpPr>
        <p:spPr>
          <a:xfrm>
            <a:off x="594360" y="3895344"/>
            <a:ext cx="8138160" cy="914400"/>
          </a:xfrm>
          <a:prstGeom prst="rect">
            <a:avLst/>
          </a:prstGeom>
          <a:noFill/>
        </p:spPr>
        <p:txBody>
          <a:bodyPr wrap="square" lIns="0" tIns="0" rIns="0" bIns="0" anchor="t">
            <a:spAutoFit/>
          </a:bodyPr>
          <a:lstStyle/>
          <a:p>
            <a:pPr algn="l">
              <a:lnSpc>
                <a:spcPct val="125000"/>
              </a:lnSpc>
            </a:pPr>
            <a:r>
              <a:rPr sz="1050" b="0" i="1">
                <a:solidFill>
                  <a:srgbClr val="D4E4F2"/>
                </a:solidFill>
                <a:latin typeface="Montserrat"/>
              </a:rPr>
              <a:t>Esta en actualización el dictamen electrico</a:t>
            </a:r>
          </a:p>
        </p:txBody>
      </p:sp>
      <p:sp>
        <p:nvSpPr>
          <p:cNvPr id="24" name="Rectangle 23"/>
          <p:cNvSpPr/>
          <p:nvPr/>
        </p:nvSpPr>
        <p:spPr>
          <a:xfrm>
            <a:off x="0" y="4873752"/>
            <a:ext cx="9144000" cy="265176"/>
          </a:xfrm>
          <a:prstGeom prst="rect">
            <a:avLst/>
          </a:prstGeom>
          <a:solidFill>
            <a:srgbClr val="1A346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 name="TextBox 24"/>
          <p:cNvSpPr txBox="1"/>
          <p:nvPr/>
        </p:nvSpPr>
        <p:spPr>
          <a:xfrm>
            <a:off x="384048" y="4901184"/>
            <a:ext cx="5029200" cy="182880"/>
          </a:xfrm>
          <a:prstGeom prst="rect">
            <a:avLst/>
          </a:prstGeom>
          <a:noFill/>
        </p:spPr>
        <p:txBody>
          <a:bodyPr wrap="square" lIns="0" tIns="0" rIns="0" bIns="0" anchor="ctr">
            <a:spAutoFit/>
          </a:bodyPr>
          <a:lstStyle/>
          <a:p>
            <a:pPr algn="l"/>
            <a:r>
              <a:rPr sz="700" b="0" i="0">
                <a:solidFill>
                  <a:srgbClr val="8FAECB"/>
                </a:solidFill>
                <a:latin typeface="Montserrat"/>
              </a:rPr>
              <a:t>COORDINACIÓN DE OBRAS Y MANTENIMIENTO RCMA</a:t>
            </a:r>
          </a:p>
        </p:txBody>
      </p:sp>
      <p:sp>
        <p:nvSpPr>
          <p:cNvPr id="26" name="TextBox 25"/>
          <p:cNvSpPr txBox="1"/>
          <p:nvPr/>
        </p:nvSpPr>
        <p:spPr>
          <a:xfrm>
            <a:off x="5650992" y="4901184"/>
            <a:ext cx="2286000" cy="182880"/>
          </a:xfrm>
          <a:prstGeom prst="rect">
            <a:avLst/>
          </a:prstGeom>
          <a:noFill/>
        </p:spPr>
        <p:txBody>
          <a:bodyPr wrap="square" lIns="0" tIns="0" rIns="0" bIns="0" anchor="ctr">
            <a:spAutoFit/>
          </a:bodyPr>
          <a:lstStyle/>
          <a:p>
            <a:pPr algn="r"/>
            <a:r>
              <a:rPr sz="700" b="0" i="0">
                <a:solidFill>
                  <a:srgbClr val="8FAECB"/>
                </a:solidFill>
                <a:latin typeface="Montserrat"/>
              </a:rPr>
              <a:t>Mano Amiga · Cumplimiento Normativo</a:t>
            </a:r>
          </a:p>
        </p:txBody>
      </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9144000" cy="36576"/>
          </a:xfrm>
          <a:prstGeom prst="rect">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0" y="36576"/>
            <a:ext cx="9144000" cy="667512"/>
          </a:xfrm>
          <a:prstGeom prst="rect">
            <a:avLst/>
          </a:prstGeom>
          <a:solidFill>
            <a:srgbClr val="1A346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ounded Rectangle 3"/>
          <p:cNvSpPr/>
          <p:nvPr/>
        </p:nvSpPr>
        <p:spPr>
          <a:xfrm>
            <a:off x="384048" y="118872"/>
            <a:ext cx="1417320" cy="237744"/>
          </a:xfrm>
          <a:prstGeom prst="roundRect">
            <a:avLst>
              <a:gd name="adj" fmla="val 50000"/>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sz="650" b="1">
                <a:solidFill>
                  <a:srgbClr val="FFFFFF"/>
                </a:solidFill>
                <a:latin typeface="Montserrat"/>
              </a:rPr>
              <a:t>CUMPL. NORM.</a:t>
            </a:r>
          </a:p>
        </p:txBody>
      </p:sp>
      <p:sp>
        <p:nvSpPr>
          <p:cNvPr id="5" name="TextBox 4"/>
          <p:cNvSpPr txBox="1"/>
          <p:nvPr/>
        </p:nvSpPr>
        <p:spPr>
          <a:xfrm>
            <a:off x="1901952" y="73152"/>
            <a:ext cx="4572000" cy="402336"/>
          </a:xfrm>
          <a:prstGeom prst="rect">
            <a:avLst/>
          </a:prstGeom>
          <a:noFill/>
        </p:spPr>
        <p:txBody>
          <a:bodyPr wrap="square" lIns="0" tIns="0" rIns="0" bIns="0" anchor="ctr">
            <a:spAutoFit/>
          </a:bodyPr>
          <a:lstStyle/>
          <a:p>
            <a:pPr algn="l"/>
            <a:r>
              <a:rPr sz="1700" b="1" i="0">
                <a:solidFill>
                  <a:srgbClr val="FFFFFF"/>
                </a:solidFill>
                <a:latin typeface="Montserrat"/>
              </a:rPr>
              <a:t>MANO AMIGA ACAPULCO</a:t>
            </a:r>
          </a:p>
        </p:txBody>
      </p:sp>
      <p:sp>
        <p:nvSpPr>
          <p:cNvPr id="6" name="TextBox 5"/>
          <p:cNvSpPr txBox="1"/>
          <p:nvPr/>
        </p:nvSpPr>
        <p:spPr>
          <a:xfrm>
            <a:off x="1901952" y="457200"/>
            <a:ext cx="4114800" cy="201168"/>
          </a:xfrm>
          <a:prstGeom prst="rect">
            <a:avLst/>
          </a:prstGeom>
          <a:noFill/>
        </p:spPr>
        <p:txBody>
          <a:bodyPr wrap="square" lIns="0" tIns="0" rIns="0" bIns="0" anchor="ctr">
            <a:spAutoFit/>
          </a:bodyPr>
          <a:lstStyle/>
          <a:p>
            <a:pPr algn="l"/>
            <a:r>
              <a:rPr sz="900" b="0" i="0">
                <a:solidFill>
                  <a:srgbClr val="A8C0D8"/>
                </a:solidFill>
                <a:latin typeface="Montserrat"/>
              </a:rPr>
              <a:t>México · Guerrero</a:t>
            </a:r>
          </a:p>
        </p:txBody>
      </p:sp>
      <p:sp>
        <p:nvSpPr>
          <p:cNvPr id="7" name="TextBox 6"/>
          <p:cNvSpPr txBox="1"/>
          <p:nvPr/>
        </p:nvSpPr>
        <p:spPr>
          <a:xfrm>
            <a:off x="6309360" y="246888"/>
            <a:ext cx="2450592" cy="182880"/>
          </a:xfrm>
          <a:prstGeom prst="rect">
            <a:avLst/>
          </a:prstGeom>
          <a:noFill/>
        </p:spPr>
        <p:txBody>
          <a:bodyPr wrap="square" lIns="0" tIns="0" rIns="0" bIns="0" anchor="t">
            <a:spAutoFit/>
          </a:bodyPr>
          <a:lstStyle/>
          <a:p>
            <a:pPr algn="r"/>
            <a:r>
              <a:rPr sz="700" b="1" i="0">
                <a:solidFill>
                  <a:srgbClr val="EB6C01"/>
                </a:solidFill>
                <a:latin typeface="Montserrat"/>
              </a:rPr>
              <a:t>AVANCE A LA FECHA</a:t>
            </a:r>
          </a:p>
        </p:txBody>
      </p:sp>
      <p:sp>
        <p:nvSpPr>
          <p:cNvPr id="8" name="Rectangle 7"/>
          <p:cNvSpPr/>
          <p:nvPr/>
        </p:nvSpPr>
        <p:spPr>
          <a:xfrm>
            <a:off x="0" y="704088"/>
            <a:ext cx="9144000" cy="4169663"/>
          </a:xfrm>
          <a:prstGeom prst="rect">
            <a:avLst/>
          </a:prstGeom>
          <a:solidFill>
            <a:srgbClr val="0D1B3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 name="TextBox 8"/>
          <p:cNvSpPr txBox="1"/>
          <p:nvPr/>
        </p:nvSpPr>
        <p:spPr>
          <a:xfrm>
            <a:off x="384048" y="868680"/>
            <a:ext cx="4023360" cy="182880"/>
          </a:xfrm>
          <a:prstGeom prst="rect">
            <a:avLst/>
          </a:prstGeom>
          <a:noFill/>
        </p:spPr>
        <p:txBody>
          <a:bodyPr wrap="square" lIns="0" tIns="0" rIns="0" bIns="0" anchor="t">
            <a:spAutoFit/>
          </a:bodyPr>
          <a:lstStyle/>
          <a:p>
            <a:pPr algn="l"/>
            <a:r>
              <a:rPr sz="900" b="1" i="0">
                <a:solidFill>
                  <a:srgbClr val="A8C0D8"/>
                </a:solidFill>
                <a:latin typeface="Montserrat"/>
              </a:rPr>
              <a:t>GENERALES — 67%</a:t>
            </a:r>
          </a:p>
        </p:txBody>
      </p:sp>
      <p:sp>
        <p:nvSpPr>
          <p:cNvPr id="10" name="Rounded Rectangle 9"/>
          <p:cNvSpPr/>
          <p:nvPr/>
        </p:nvSpPr>
        <p:spPr>
          <a:xfrm>
            <a:off x="384048" y="1088136"/>
            <a:ext cx="4023360" cy="146304"/>
          </a:xfrm>
          <a:prstGeom prst="roundRect">
            <a:avLst>
              <a:gd name="adj" fmla="val 50000"/>
            </a:avLst>
          </a:prstGeom>
          <a:solidFill>
            <a:srgbClr val="142A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Rounded Rectangle 10"/>
          <p:cNvSpPr/>
          <p:nvPr/>
        </p:nvSpPr>
        <p:spPr>
          <a:xfrm>
            <a:off x="384048" y="1088136"/>
            <a:ext cx="2682240" cy="146304"/>
          </a:xfrm>
          <a:prstGeom prst="roundRect">
            <a:avLst>
              <a:gd name="adj" fmla="val 50000"/>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4718304" y="868680"/>
            <a:ext cx="4041648" cy="182880"/>
          </a:xfrm>
          <a:prstGeom prst="rect">
            <a:avLst/>
          </a:prstGeom>
          <a:noFill/>
        </p:spPr>
        <p:txBody>
          <a:bodyPr wrap="square" lIns="0" tIns="0" rIns="0" bIns="0" anchor="t">
            <a:spAutoFit/>
          </a:bodyPr>
          <a:lstStyle/>
          <a:p>
            <a:pPr algn="l"/>
            <a:r>
              <a:rPr sz="900" b="1" i="0">
                <a:solidFill>
                  <a:srgbClr val="A8C0D8"/>
                </a:solidFill>
                <a:latin typeface="Montserrat"/>
              </a:rPr>
              <a:t>PROTECCIÓN CIVIL — 50%</a:t>
            </a:r>
          </a:p>
        </p:txBody>
      </p:sp>
      <p:sp>
        <p:nvSpPr>
          <p:cNvPr id="13" name="Rounded Rectangle 12"/>
          <p:cNvSpPr/>
          <p:nvPr/>
        </p:nvSpPr>
        <p:spPr>
          <a:xfrm>
            <a:off x="4718304" y="1088136"/>
            <a:ext cx="4041648" cy="146304"/>
          </a:xfrm>
          <a:prstGeom prst="roundRect">
            <a:avLst>
              <a:gd name="adj" fmla="val 50000"/>
            </a:avLst>
          </a:prstGeom>
          <a:solidFill>
            <a:srgbClr val="142A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ounded Rectangle 13"/>
          <p:cNvSpPr/>
          <p:nvPr/>
        </p:nvSpPr>
        <p:spPr>
          <a:xfrm>
            <a:off x="4718304" y="1088136"/>
            <a:ext cx="2020824" cy="146304"/>
          </a:xfrm>
          <a:prstGeom prst="roundRect">
            <a:avLst>
              <a:gd name="adj" fmla="val 50000"/>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384048" y="1536192"/>
            <a:ext cx="5257800" cy="201168"/>
          </a:xfrm>
          <a:prstGeom prst="rect">
            <a:avLst/>
          </a:prstGeom>
          <a:noFill/>
        </p:spPr>
        <p:txBody>
          <a:bodyPr wrap="square" lIns="0" tIns="0" rIns="0" bIns="0" anchor="t">
            <a:spAutoFit/>
          </a:bodyPr>
          <a:lstStyle/>
          <a:p>
            <a:pPr algn="l"/>
            <a:r>
              <a:rPr sz="900" b="1" i="0">
                <a:solidFill>
                  <a:srgbClr val="EB6C01"/>
                </a:solidFill>
                <a:latin typeface="Montserrat"/>
              </a:rPr>
              <a:t>PENDIENTES (3)</a:t>
            </a:r>
          </a:p>
        </p:txBody>
      </p:sp>
      <p:sp>
        <p:nvSpPr>
          <p:cNvPr id="16" name="TextBox 15"/>
          <p:cNvSpPr txBox="1"/>
          <p:nvPr/>
        </p:nvSpPr>
        <p:spPr>
          <a:xfrm>
            <a:off x="384048" y="1792224"/>
            <a:ext cx="5257800" cy="1874519"/>
          </a:xfrm>
          <a:prstGeom prst="rect">
            <a:avLst/>
          </a:prstGeom>
          <a:noFill/>
        </p:spPr>
        <p:txBody>
          <a:bodyPr wrap="square" lIns="0" tIns="0" rIns="0" bIns="0">
            <a:spAutoFit/>
          </a:bodyPr>
          <a:lstStyle/>
          <a:p>
            <a:pPr>
              <a:lnSpc>
                <a:spcPct val="108000"/>
              </a:lnSpc>
              <a:spcAft>
                <a:spcPts val="300"/>
              </a:spcAft>
            </a:pPr>
            <a:r>
              <a:rPr sz="900" b="0">
                <a:solidFill>
                  <a:srgbClr val="D4E4F2"/>
                </a:solidFill>
                <a:latin typeface="Montserrat"/>
              </a:rPr>
              <a:t>• Donatarias Autorizadas: Convenio de apoyo económico  —  Retraso</a:t>
            </a:r>
          </a:p>
          <a:p>
            <a:pPr>
              <a:lnSpc>
                <a:spcPct val="108000"/>
              </a:lnSpc>
              <a:spcAft>
                <a:spcPts val="300"/>
              </a:spcAft>
            </a:pPr>
            <a:r>
              <a:rPr sz="900" b="0">
                <a:solidFill>
                  <a:srgbClr val="D4E4F2"/>
                </a:solidFill>
                <a:latin typeface="Montserrat"/>
              </a:rPr>
              <a:t>• Protección civil: Cronograma de mantenimiento en las Instalaciones  —  Retraso</a:t>
            </a:r>
          </a:p>
          <a:p>
            <a:pPr>
              <a:lnSpc>
                <a:spcPct val="108000"/>
              </a:lnSpc>
              <a:spcAft>
                <a:spcPts val="300"/>
              </a:spcAft>
            </a:pPr>
            <a:r>
              <a:rPr sz="900" b="0">
                <a:solidFill>
                  <a:srgbClr val="D4E4F2"/>
                </a:solidFill>
                <a:latin typeface="Montserrat"/>
              </a:rPr>
              <a:t>• Protección civil: Sistema de alerta sísmica  —  Retraso</a:t>
            </a:r>
          </a:p>
        </p:txBody>
      </p:sp>
      <p:sp>
        <p:nvSpPr>
          <p:cNvPr id="17" name="Rounded Rectangle 16"/>
          <p:cNvSpPr/>
          <p:nvPr/>
        </p:nvSpPr>
        <p:spPr>
          <a:xfrm>
            <a:off x="5806440" y="1536192"/>
            <a:ext cx="2953512" cy="1874519"/>
          </a:xfrm>
          <a:prstGeom prst="roundRect">
            <a:avLst>
              <a:gd name="adj" fmla="val 6000"/>
            </a:avLst>
          </a:prstGeom>
          <a:solidFill>
            <a:srgbClr val="1A3464"/>
          </a:solidFill>
          <a:ln w="12700">
            <a:solidFill>
              <a:srgbClr val="4F82C2"/>
            </a:solidFill>
            <a:prstDash val="sys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Rounded Rectangle 17"/>
          <p:cNvSpPr/>
          <p:nvPr/>
        </p:nvSpPr>
        <p:spPr>
          <a:xfrm>
            <a:off x="7118604" y="2144267"/>
            <a:ext cx="329184" cy="237744"/>
          </a:xfrm>
          <a:prstGeom prst="roundRect">
            <a:avLst/>
          </a:prstGeom>
          <a:noFill/>
          <a:ln w="15875">
            <a:solidFill>
              <a:srgbClr val="4F82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5806440" y="2455163"/>
            <a:ext cx="2953512" cy="274320"/>
          </a:xfrm>
          <a:prstGeom prst="rect">
            <a:avLst/>
          </a:prstGeom>
          <a:noFill/>
        </p:spPr>
        <p:txBody>
          <a:bodyPr wrap="square" lIns="0" tIns="0" rIns="0" bIns="0" anchor="t">
            <a:spAutoFit/>
          </a:bodyPr>
          <a:lstStyle/>
          <a:p>
            <a:pPr algn="ctr"/>
            <a:r>
              <a:rPr sz="850" b="1" i="0">
                <a:solidFill>
                  <a:srgbClr val="A8C0D8"/>
                </a:solidFill>
                <a:latin typeface="Montserrat"/>
              </a:rPr>
              <a:t>INSERTAR IMAGEN</a:t>
            </a:r>
          </a:p>
        </p:txBody>
      </p:sp>
      <p:sp>
        <p:nvSpPr>
          <p:cNvPr id="20" name="TextBox 19"/>
          <p:cNvSpPr txBox="1"/>
          <p:nvPr/>
        </p:nvSpPr>
        <p:spPr>
          <a:xfrm>
            <a:off x="5806440" y="3118103"/>
            <a:ext cx="2953512" cy="237744"/>
          </a:xfrm>
          <a:prstGeom prst="rect">
            <a:avLst/>
          </a:prstGeom>
          <a:noFill/>
        </p:spPr>
        <p:txBody>
          <a:bodyPr wrap="square" lIns="0" tIns="0" rIns="0" bIns="0" anchor="t">
            <a:spAutoFit/>
          </a:bodyPr>
          <a:lstStyle/>
          <a:p>
            <a:pPr algn="ctr"/>
            <a:r>
              <a:rPr sz="700" b="0" i="1">
                <a:solidFill>
                  <a:srgbClr val="3A5078"/>
                </a:solidFill>
                <a:latin typeface="Montserrat"/>
              </a:rPr>
              <a:t>Evidencia fotográfica / captura de trámite</a:t>
            </a:r>
          </a:p>
        </p:txBody>
      </p:sp>
      <p:sp>
        <p:nvSpPr>
          <p:cNvPr id="21" name="TextBox 20"/>
          <p:cNvSpPr txBox="1"/>
          <p:nvPr/>
        </p:nvSpPr>
        <p:spPr>
          <a:xfrm>
            <a:off x="384048" y="3657600"/>
            <a:ext cx="8375904" cy="201168"/>
          </a:xfrm>
          <a:prstGeom prst="rect">
            <a:avLst/>
          </a:prstGeom>
          <a:noFill/>
        </p:spPr>
        <p:txBody>
          <a:bodyPr wrap="square" lIns="0" tIns="0" rIns="0" bIns="0" anchor="t">
            <a:spAutoFit/>
          </a:bodyPr>
          <a:lstStyle/>
          <a:p>
            <a:pPr algn="l"/>
            <a:r>
              <a:rPr sz="900" b="1" i="0">
                <a:solidFill>
                  <a:srgbClr val="EB6C01"/>
                </a:solidFill>
                <a:latin typeface="Montserrat"/>
              </a:rPr>
              <a:t>ACTUALIZACIÓN DE ESTA SEMANA</a:t>
            </a:r>
          </a:p>
        </p:txBody>
      </p:sp>
      <p:sp>
        <p:nvSpPr>
          <p:cNvPr id="22" name="Rectangle 21"/>
          <p:cNvSpPr/>
          <p:nvPr/>
        </p:nvSpPr>
        <p:spPr>
          <a:xfrm>
            <a:off x="384048" y="3895344"/>
            <a:ext cx="45720" cy="914400"/>
          </a:xfrm>
          <a:prstGeom prst="rect">
            <a:avLst/>
          </a:prstGeom>
          <a:solidFill>
            <a:srgbClr val="4F82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 name="TextBox 22"/>
          <p:cNvSpPr txBox="1"/>
          <p:nvPr/>
        </p:nvSpPr>
        <p:spPr>
          <a:xfrm>
            <a:off x="594360" y="3895344"/>
            <a:ext cx="8138160" cy="914400"/>
          </a:xfrm>
          <a:prstGeom prst="rect">
            <a:avLst/>
          </a:prstGeom>
          <a:noFill/>
        </p:spPr>
        <p:txBody>
          <a:bodyPr wrap="square" lIns="0" tIns="0" rIns="0" bIns="0" anchor="t">
            <a:spAutoFit/>
          </a:bodyPr>
          <a:lstStyle/>
          <a:p>
            <a:pPr algn="l">
              <a:lnSpc>
                <a:spcPct val="125000"/>
              </a:lnSpc>
            </a:pPr>
            <a:r>
              <a:rPr sz="1050" b="0" i="1">
                <a:solidFill>
                  <a:srgbClr val="D4E4F2"/>
                </a:solidFill>
                <a:latin typeface="Montserrat"/>
              </a:rPr>
              <a:t>Sin novedades reportadas esta semana — seguimiento continúa conforme al programa de cumplimiento.</a:t>
            </a:r>
          </a:p>
        </p:txBody>
      </p:sp>
      <p:sp>
        <p:nvSpPr>
          <p:cNvPr id="24" name="Rectangle 23"/>
          <p:cNvSpPr/>
          <p:nvPr/>
        </p:nvSpPr>
        <p:spPr>
          <a:xfrm>
            <a:off x="0" y="4873752"/>
            <a:ext cx="9144000" cy="265176"/>
          </a:xfrm>
          <a:prstGeom prst="rect">
            <a:avLst/>
          </a:prstGeom>
          <a:solidFill>
            <a:srgbClr val="1A346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 name="TextBox 24"/>
          <p:cNvSpPr txBox="1"/>
          <p:nvPr/>
        </p:nvSpPr>
        <p:spPr>
          <a:xfrm>
            <a:off x="384048" y="4901184"/>
            <a:ext cx="5029200" cy="182880"/>
          </a:xfrm>
          <a:prstGeom prst="rect">
            <a:avLst/>
          </a:prstGeom>
          <a:noFill/>
        </p:spPr>
        <p:txBody>
          <a:bodyPr wrap="square" lIns="0" tIns="0" rIns="0" bIns="0" anchor="ctr">
            <a:spAutoFit/>
          </a:bodyPr>
          <a:lstStyle/>
          <a:p>
            <a:pPr algn="l"/>
            <a:r>
              <a:rPr sz="700" b="0" i="0">
                <a:solidFill>
                  <a:srgbClr val="8FAECB"/>
                </a:solidFill>
                <a:latin typeface="Montserrat"/>
              </a:rPr>
              <a:t>COORDINACIÓN DE OBRAS Y MANTENIMIENTO RCMA</a:t>
            </a:r>
          </a:p>
        </p:txBody>
      </p:sp>
      <p:sp>
        <p:nvSpPr>
          <p:cNvPr id="26" name="TextBox 25"/>
          <p:cNvSpPr txBox="1"/>
          <p:nvPr/>
        </p:nvSpPr>
        <p:spPr>
          <a:xfrm>
            <a:off x="5650992" y="4901184"/>
            <a:ext cx="2286000" cy="182880"/>
          </a:xfrm>
          <a:prstGeom prst="rect">
            <a:avLst/>
          </a:prstGeom>
          <a:noFill/>
        </p:spPr>
        <p:txBody>
          <a:bodyPr wrap="square" lIns="0" tIns="0" rIns="0" bIns="0" anchor="ctr">
            <a:spAutoFit/>
          </a:bodyPr>
          <a:lstStyle/>
          <a:p>
            <a:pPr algn="r"/>
            <a:r>
              <a:rPr sz="700" b="0" i="0">
                <a:solidFill>
                  <a:srgbClr val="8FAECB"/>
                </a:solidFill>
                <a:latin typeface="Montserrat"/>
              </a:rPr>
              <a:t>Mano Amiga · Cumplimiento Normativo</a:t>
            </a:r>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9144000" cy="36576"/>
          </a:xfrm>
          <a:prstGeom prst="rect">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0" y="36576"/>
            <a:ext cx="9144000" cy="667512"/>
          </a:xfrm>
          <a:prstGeom prst="rect">
            <a:avLst/>
          </a:prstGeom>
          <a:solidFill>
            <a:srgbClr val="1A346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ounded Rectangle 3"/>
          <p:cNvSpPr/>
          <p:nvPr/>
        </p:nvSpPr>
        <p:spPr>
          <a:xfrm>
            <a:off x="384048" y="118872"/>
            <a:ext cx="1417320" cy="237744"/>
          </a:xfrm>
          <a:prstGeom prst="roundRect">
            <a:avLst>
              <a:gd name="adj" fmla="val 50000"/>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sz="650" b="1">
                <a:solidFill>
                  <a:srgbClr val="FFFFFF"/>
                </a:solidFill>
                <a:latin typeface="Montserrat"/>
              </a:rPr>
              <a:t>CUMPL. NORM.</a:t>
            </a:r>
          </a:p>
        </p:txBody>
      </p:sp>
      <p:sp>
        <p:nvSpPr>
          <p:cNvPr id="5" name="TextBox 4"/>
          <p:cNvSpPr txBox="1"/>
          <p:nvPr/>
        </p:nvSpPr>
        <p:spPr>
          <a:xfrm>
            <a:off x="1901952" y="73152"/>
            <a:ext cx="4572000" cy="402336"/>
          </a:xfrm>
          <a:prstGeom prst="rect">
            <a:avLst/>
          </a:prstGeom>
          <a:noFill/>
        </p:spPr>
        <p:txBody>
          <a:bodyPr wrap="square" lIns="0" tIns="0" rIns="0" bIns="0" anchor="ctr">
            <a:spAutoFit/>
          </a:bodyPr>
          <a:lstStyle/>
          <a:p>
            <a:pPr algn="l"/>
            <a:r>
              <a:rPr sz="1700" b="1" i="0">
                <a:solidFill>
                  <a:srgbClr val="FFFFFF"/>
                </a:solidFill>
                <a:latin typeface="Montserrat"/>
              </a:rPr>
              <a:t>MANO AMIGA YUCATÁN CONKAL</a:t>
            </a:r>
          </a:p>
        </p:txBody>
      </p:sp>
      <p:sp>
        <p:nvSpPr>
          <p:cNvPr id="6" name="TextBox 5"/>
          <p:cNvSpPr txBox="1"/>
          <p:nvPr/>
        </p:nvSpPr>
        <p:spPr>
          <a:xfrm>
            <a:off x="1901952" y="457200"/>
            <a:ext cx="4114800" cy="201168"/>
          </a:xfrm>
          <a:prstGeom prst="rect">
            <a:avLst/>
          </a:prstGeom>
          <a:noFill/>
        </p:spPr>
        <p:txBody>
          <a:bodyPr wrap="square" lIns="0" tIns="0" rIns="0" bIns="0" anchor="ctr">
            <a:spAutoFit/>
          </a:bodyPr>
          <a:lstStyle/>
          <a:p>
            <a:pPr algn="l"/>
            <a:r>
              <a:rPr sz="900" b="0" i="0">
                <a:solidFill>
                  <a:srgbClr val="A8C0D8"/>
                </a:solidFill>
                <a:latin typeface="Montserrat"/>
              </a:rPr>
              <a:t>México · Yucatán</a:t>
            </a:r>
          </a:p>
        </p:txBody>
      </p:sp>
      <p:sp>
        <p:nvSpPr>
          <p:cNvPr id="7" name="TextBox 6"/>
          <p:cNvSpPr txBox="1"/>
          <p:nvPr/>
        </p:nvSpPr>
        <p:spPr>
          <a:xfrm>
            <a:off x="6309360" y="246888"/>
            <a:ext cx="2450592" cy="182880"/>
          </a:xfrm>
          <a:prstGeom prst="rect">
            <a:avLst/>
          </a:prstGeom>
          <a:noFill/>
        </p:spPr>
        <p:txBody>
          <a:bodyPr wrap="square" lIns="0" tIns="0" rIns="0" bIns="0" anchor="t">
            <a:spAutoFit/>
          </a:bodyPr>
          <a:lstStyle/>
          <a:p>
            <a:pPr algn="r"/>
            <a:r>
              <a:rPr sz="700" b="1" i="0">
                <a:solidFill>
                  <a:srgbClr val="EB6C01"/>
                </a:solidFill>
                <a:latin typeface="Montserrat"/>
              </a:rPr>
              <a:t>AVANCE A LA FECHA</a:t>
            </a:r>
          </a:p>
        </p:txBody>
      </p:sp>
      <p:sp>
        <p:nvSpPr>
          <p:cNvPr id="8" name="Rectangle 7"/>
          <p:cNvSpPr/>
          <p:nvPr/>
        </p:nvSpPr>
        <p:spPr>
          <a:xfrm>
            <a:off x="0" y="704088"/>
            <a:ext cx="9144000" cy="4169663"/>
          </a:xfrm>
          <a:prstGeom prst="rect">
            <a:avLst/>
          </a:prstGeom>
          <a:solidFill>
            <a:srgbClr val="0D1B3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 name="TextBox 8"/>
          <p:cNvSpPr txBox="1"/>
          <p:nvPr/>
        </p:nvSpPr>
        <p:spPr>
          <a:xfrm>
            <a:off x="384048" y="868680"/>
            <a:ext cx="4023360" cy="182880"/>
          </a:xfrm>
          <a:prstGeom prst="rect">
            <a:avLst/>
          </a:prstGeom>
          <a:noFill/>
        </p:spPr>
        <p:txBody>
          <a:bodyPr wrap="square" lIns="0" tIns="0" rIns="0" bIns="0" anchor="t">
            <a:spAutoFit/>
          </a:bodyPr>
          <a:lstStyle/>
          <a:p>
            <a:pPr algn="l"/>
            <a:r>
              <a:rPr sz="900" b="1" i="0">
                <a:solidFill>
                  <a:srgbClr val="A8C0D8"/>
                </a:solidFill>
                <a:latin typeface="Montserrat"/>
              </a:rPr>
              <a:t>GENERALES — 46%</a:t>
            </a:r>
          </a:p>
        </p:txBody>
      </p:sp>
      <p:sp>
        <p:nvSpPr>
          <p:cNvPr id="10" name="Rounded Rectangle 9"/>
          <p:cNvSpPr/>
          <p:nvPr/>
        </p:nvSpPr>
        <p:spPr>
          <a:xfrm>
            <a:off x="384048" y="1088136"/>
            <a:ext cx="4023360" cy="146304"/>
          </a:xfrm>
          <a:prstGeom prst="roundRect">
            <a:avLst>
              <a:gd name="adj" fmla="val 50000"/>
            </a:avLst>
          </a:prstGeom>
          <a:solidFill>
            <a:srgbClr val="142A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Rounded Rectangle 10"/>
          <p:cNvSpPr/>
          <p:nvPr/>
        </p:nvSpPr>
        <p:spPr>
          <a:xfrm>
            <a:off x="384048" y="1088136"/>
            <a:ext cx="1856935" cy="146304"/>
          </a:xfrm>
          <a:prstGeom prst="roundRect">
            <a:avLst>
              <a:gd name="adj" fmla="val 50000"/>
            </a:avLst>
          </a:prstGeom>
          <a:solidFill>
            <a:srgbClr val="E54B4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4718304" y="868680"/>
            <a:ext cx="4041648" cy="182880"/>
          </a:xfrm>
          <a:prstGeom prst="rect">
            <a:avLst/>
          </a:prstGeom>
          <a:noFill/>
        </p:spPr>
        <p:txBody>
          <a:bodyPr wrap="square" lIns="0" tIns="0" rIns="0" bIns="0" anchor="t">
            <a:spAutoFit/>
          </a:bodyPr>
          <a:lstStyle/>
          <a:p>
            <a:pPr algn="l"/>
            <a:r>
              <a:rPr sz="900" b="1" i="0">
                <a:solidFill>
                  <a:srgbClr val="A8C0D8"/>
                </a:solidFill>
                <a:latin typeface="Montserrat"/>
              </a:rPr>
              <a:t>PROTECCIÓN CIVIL — 12%</a:t>
            </a:r>
          </a:p>
        </p:txBody>
      </p:sp>
      <p:sp>
        <p:nvSpPr>
          <p:cNvPr id="13" name="Rounded Rectangle 12"/>
          <p:cNvSpPr/>
          <p:nvPr/>
        </p:nvSpPr>
        <p:spPr>
          <a:xfrm>
            <a:off x="4718304" y="1088136"/>
            <a:ext cx="4041648" cy="146304"/>
          </a:xfrm>
          <a:prstGeom prst="roundRect">
            <a:avLst>
              <a:gd name="adj" fmla="val 50000"/>
            </a:avLst>
          </a:prstGeom>
          <a:solidFill>
            <a:srgbClr val="142A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ounded Rectangle 13"/>
          <p:cNvSpPr/>
          <p:nvPr/>
        </p:nvSpPr>
        <p:spPr>
          <a:xfrm>
            <a:off x="4718304" y="1088136"/>
            <a:ext cx="475488" cy="146304"/>
          </a:xfrm>
          <a:prstGeom prst="roundRect">
            <a:avLst>
              <a:gd name="adj" fmla="val 50000"/>
            </a:avLst>
          </a:prstGeom>
          <a:solidFill>
            <a:srgbClr val="E54B4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384048" y="1536192"/>
            <a:ext cx="5257800" cy="201168"/>
          </a:xfrm>
          <a:prstGeom prst="rect">
            <a:avLst/>
          </a:prstGeom>
          <a:noFill/>
        </p:spPr>
        <p:txBody>
          <a:bodyPr wrap="square" lIns="0" tIns="0" rIns="0" bIns="0" anchor="t">
            <a:spAutoFit/>
          </a:bodyPr>
          <a:lstStyle/>
          <a:p>
            <a:pPr algn="l"/>
            <a:r>
              <a:rPr sz="900" b="1" i="0">
                <a:solidFill>
                  <a:srgbClr val="EB6C01"/>
                </a:solidFill>
                <a:latin typeface="Montserrat"/>
              </a:rPr>
              <a:t>PENDIENTES (17)</a:t>
            </a:r>
          </a:p>
        </p:txBody>
      </p:sp>
      <p:sp>
        <p:nvSpPr>
          <p:cNvPr id="16" name="TextBox 15"/>
          <p:cNvSpPr txBox="1"/>
          <p:nvPr/>
        </p:nvSpPr>
        <p:spPr>
          <a:xfrm>
            <a:off x="384048" y="1792224"/>
            <a:ext cx="5257800" cy="1737360"/>
          </a:xfrm>
          <a:prstGeom prst="rect">
            <a:avLst/>
          </a:prstGeom>
          <a:noFill/>
        </p:spPr>
        <p:txBody>
          <a:bodyPr wrap="square" lIns="0" tIns="0" rIns="0" bIns="0">
            <a:spAutoFit/>
          </a:bodyPr>
          <a:lstStyle/>
          <a:p>
            <a:pPr>
              <a:lnSpc>
                <a:spcPct val="130000"/>
              </a:lnSpc>
              <a:spcAft>
                <a:spcPts val="600"/>
              </a:spcAft>
            </a:pPr>
            <a:r>
              <a:rPr sz="1100" b="1">
                <a:solidFill>
                  <a:srgbClr val="D4E4F2"/>
                </a:solidFill>
                <a:latin typeface="Montserrat"/>
              </a:rPr>
              <a:t>• General: 1 documentos pendientes</a:t>
            </a:r>
          </a:p>
          <a:p>
            <a:pPr>
              <a:lnSpc>
                <a:spcPct val="130000"/>
              </a:lnSpc>
              <a:spcAft>
                <a:spcPts val="600"/>
              </a:spcAft>
            </a:pPr>
            <a:r>
              <a:rPr sz="1100" b="1">
                <a:solidFill>
                  <a:srgbClr val="D4E4F2"/>
                </a:solidFill>
                <a:latin typeface="Montserrat"/>
              </a:rPr>
              <a:t>• Protección civil: 14 documentos pendientes</a:t>
            </a:r>
          </a:p>
          <a:p>
            <a:pPr>
              <a:lnSpc>
                <a:spcPct val="130000"/>
              </a:lnSpc>
              <a:spcAft>
                <a:spcPts val="600"/>
              </a:spcAft>
            </a:pPr>
            <a:r>
              <a:rPr sz="1100" b="1">
                <a:solidFill>
                  <a:srgbClr val="D4E4F2"/>
                </a:solidFill>
                <a:latin typeface="Montserrat"/>
              </a:rPr>
              <a:t>• Donatarias Autorizadas: 2 documentos pendientes</a:t>
            </a:r>
          </a:p>
        </p:txBody>
      </p:sp>
      <p:sp>
        <p:nvSpPr>
          <p:cNvPr id="17" name="Rounded Rectangle 16"/>
          <p:cNvSpPr/>
          <p:nvPr/>
        </p:nvSpPr>
        <p:spPr>
          <a:xfrm>
            <a:off x="5806440" y="1536192"/>
            <a:ext cx="2953512" cy="1874519"/>
          </a:xfrm>
          <a:prstGeom prst="roundRect">
            <a:avLst>
              <a:gd name="adj" fmla="val 6000"/>
            </a:avLst>
          </a:prstGeom>
          <a:solidFill>
            <a:srgbClr val="1A3464"/>
          </a:solidFill>
          <a:ln w="12700">
            <a:solidFill>
              <a:srgbClr val="4F82C2"/>
            </a:solidFill>
            <a:prstDash val="sys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Rounded Rectangle 17"/>
          <p:cNvSpPr/>
          <p:nvPr/>
        </p:nvSpPr>
        <p:spPr>
          <a:xfrm>
            <a:off x="7118604" y="2144267"/>
            <a:ext cx="329184" cy="237744"/>
          </a:xfrm>
          <a:prstGeom prst="roundRect">
            <a:avLst/>
          </a:prstGeom>
          <a:noFill/>
          <a:ln w="15875">
            <a:solidFill>
              <a:srgbClr val="4F82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5806440" y="2455163"/>
            <a:ext cx="2953512" cy="274320"/>
          </a:xfrm>
          <a:prstGeom prst="rect">
            <a:avLst/>
          </a:prstGeom>
          <a:noFill/>
        </p:spPr>
        <p:txBody>
          <a:bodyPr wrap="square" lIns="0" tIns="0" rIns="0" bIns="0" anchor="t">
            <a:spAutoFit/>
          </a:bodyPr>
          <a:lstStyle/>
          <a:p>
            <a:pPr algn="ctr"/>
            <a:r>
              <a:rPr sz="850" b="1" i="0">
                <a:solidFill>
                  <a:srgbClr val="A8C0D8"/>
                </a:solidFill>
                <a:latin typeface="Montserrat"/>
              </a:rPr>
              <a:t>INSERTAR IMAGEN</a:t>
            </a:r>
          </a:p>
        </p:txBody>
      </p:sp>
      <p:sp>
        <p:nvSpPr>
          <p:cNvPr id="20" name="TextBox 19"/>
          <p:cNvSpPr txBox="1"/>
          <p:nvPr/>
        </p:nvSpPr>
        <p:spPr>
          <a:xfrm>
            <a:off x="5806440" y="3118103"/>
            <a:ext cx="2953512" cy="237744"/>
          </a:xfrm>
          <a:prstGeom prst="rect">
            <a:avLst/>
          </a:prstGeom>
          <a:noFill/>
        </p:spPr>
        <p:txBody>
          <a:bodyPr wrap="square" lIns="0" tIns="0" rIns="0" bIns="0" anchor="t">
            <a:spAutoFit/>
          </a:bodyPr>
          <a:lstStyle/>
          <a:p>
            <a:pPr algn="ctr"/>
            <a:r>
              <a:rPr sz="700" b="0" i="1">
                <a:solidFill>
                  <a:srgbClr val="3A5078"/>
                </a:solidFill>
                <a:latin typeface="Montserrat"/>
              </a:rPr>
              <a:t>Evidencia fotográfica / captura de trámite</a:t>
            </a:r>
          </a:p>
        </p:txBody>
      </p:sp>
      <p:sp>
        <p:nvSpPr>
          <p:cNvPr id="21" name="TextBox 20"/>
          <p:cNvSpPr txBox="1"/>
          <p:nvPr/>
        </p:nvSpPr>
        <p:spPr>
          <a:xfrm>
            <a:off x="384048" y="3657600"/>
            <a:ext cx="8375904" cy="201168"/>
          </a:xfrm>
          <a:prstGeom prst="rect">
            <a:avLst/>
          </a:prstGeom>
          <a:noFill/>
        </p:spPr>
        <p:txBody>
          <a:bodyPr wrap="square" lIns="0" tIns="0" rIns="0" bIns="0" anchor="t">
            <a:spAutoFit/>
          </a:bodyPr>
          <a:lstStyle/>
          <a:p>
            <a:pPr algn="l"/>
            <a:r>
              <a:rPr sz="900" b="1" i="0">
                <a:solidFill>
                  <a:srgbClr val="EB6C01"/>
                </a:solidFill>
                <a:latin typeface="Montserrat"/>
              </a:rPr>
              <a:t>ACTUALIZACIÓN DE ESTA SEMANA</a:t>
            </a:r>
          </a:p>
        </p:txBody>
      </p:sp>
      <p:sp>
        <p:nvSpPr>
          <p:cNvPr id="22" name="Rectangle 21"/>
          <p:cNvSpPr/>
          <p:nvPr/>
        </p:nvSpPr>
        <p:spPr>
          <a:xfrm>
            <a:off x="384048" y="3895344"/>
            <a:ext cx="45720" cy="914400"/>
          </a:xfrm>
          <a:prstGeom prst="rect">
            <a:avLst/>
          </a:prstGeom>
          <a:solidFill>
            <a:srgbClr val="4F82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 name="TextBox 22"/>
          <p:cNvSpPr txBox="1"/>
          <p:nvPr/>
        </p:nvSpPr>
        <p:spPr>
          <a:xfrm>
            <a:off x="594360" y="3895344"/>
            <a:ext cx="8138160" cy="914400"/>
          </a:xfrm>
          <a:prstGeom prst="rect">
            <a:avLst/>
          </a:prstGeom>
          <a:noFill/>
        </p:spPr>
        <p:txBody>
          <a:bodyPr wrap="square" lIns="0" tIns="0" rIns="0" bIns="0" anchor="t">
            <a:spAutoFit/>
          </a:bodyPr>
          <a:lstStyle/>
          <a:p>
            <a:pPr algn="l">
              <a:lnSpc>
                <a:spcPct val="125000"/>
              </a:lnSpc>
            </a:pPr>
            <a:r>
              <a:rPr sz="1050" b="0" i="1">
                <a:solidFill>
                  <a:srgbClr val="D4E4F2"/>
                </a:solidFill>
                <a:latin typeface="Montserrat"/>
              </a:rPr>
              <a:t>No se cuenta con Cotratato como Dato, ya se elaboro por parte de legal y estan en recoleccion de firmas por el admistrador Unico, Sin este no tiene el programa de protección civil, y es un requisito para el contrato de CFE. (SOLICITAR EVIDENCIA DE DOCUMENTO).  Dictamén estructural pendiente.</a:t>
            </a:r>
          </a:p>
        </p:txBody>
      </p:sp>
      <p:sp>
        <p:nvSpPr>
          <p:cNvPr id="24" name="Rectangle 23"/>
          <p:cNvSpPr/>
          <p:nvPr/>
        </p:nvSpPr>
        <p:spPr>
          <a:xfrm>
            <a:off x="0" y="4873752"/>
            <a:ext cx="9144000" cy="265176"/>
          </a:xfrm>
          <a:prstGeom prst="rect">
            <a:avLst/>
          </a:prstGeom>
          <a:solidFill>
            <a:srgbClr val="1A346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 name="TextBox 24"/>
          <p:cNvSpPr txBox="1"/>
          <p:nvPr/>
        </p:nvSpPr>
        <p:spPr>
          <a:xfrm>
            <a:off x="384048" y="4901184"/>
            <a:ext cx="5029200" cy="182880"/>
          </a:xfrm>
          <a:prstGeom prst="rect">
            <a:avLst/>
          </a:prstGeom>
          <a:noFill/>
        </p:spPr>
        <p:txBody>
          <a:bodyPr wrap="square" lIns="0" tIns="0" rIns="0" bIns="0" anchor="ctr">
            <a:spAutoFit/>
          </a:bodyPr>
          <a:lstStyle/>
          <a:p>
            <a:pPr algn="l"/>
            <a:r>
              <a:rPr sz="700" b="0" i="0">
                <a:solidFill>
                  <a:srgbClr val="8FAECB"/>
                </a:solidFill>
                <a:latin typeface="Montserrat"/>
              </a:rPr>
              <a:t>COORDINACIÓN DE OBRAS Y MANTENIMIENTO RCMA</a:t>
            </a:r>
          </a:p>
        </p:txBody>
      </p:sp>
      <p:sp>
        <p:nvSpPr>
          <p:cNvPr id="26" name="TextBox 25"/>
          <p:cNvSpPr txBox="1"/>
          <p:nvPr/>
        </p:nvSpPr>
        <p:spPr>
          <a:xfrm>
            <a:off x="5650992" y="4901184"/>
            <a:ext cx="2286000" cy="182880"/>
          </a:xfrm>
          <a:prstGeom prst="rect">
            <a:avLst/>
          </a:prstGeom>
          <a:noFill/>
        </p:spPr>
        <p:txBody>
          <a:bodyPr wrap="square" lIns="0" tIns="0" rIns="0" bIns="0" anchor="ctr">
            <a:spAutoFit/>
          </a:bodyPr>
          <a:lstStyle/>
          <a:p>
            <a:pPr algn="r"/>
            <a:r>
              <a:rPr sz="700" b="0" i="0">
                <a:solidFill>
                  <a:srgbClr val="8FAECB"/>
                </a:solidFill>
                <a:latin typeface="Montserrat"/>
              </a:rPr>
              <a:t>Mano Amiga · Cumplimiento Normativo</a:t>
            </a:r>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9144000" cy="36576"/>
          </a:xfrm>
          <a:prstGeom prst="rect">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0" y="36576"/>
            <a:ext cx="9144000" cy="667512"/>
          </a:xfrm>
          <a:prstGeom prst="rect">
            <a:avLst/>
          </a:prstGeom>
          <a:solidFill>
            <a:srgbClr val="1A346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ounded Rectangle 3"/>
          <p:cNvSpPr/>
          <p:nvPr/>
        </p:nvSpPr>
        <p:spPr>
          <a:xfrm>
            <a:off x="384048" y="118872"/>
            <a:ext cx="1417320" cy="237744"/>
          </a:xfrm>
          <a:prstGeom prst="roundRect">
            <a:avLst>
              <a:gd name="adj" fmla="val 50000"/>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sz="650" b="1">
                <a:solidFill>
                  <a:srgbClr val="FFFFFF"/>
                </a:solidFill>
                <a:latin typeface="Montserrat"/>
              </a:rPr>
              <a:t>CUMPL. NORM.</a:t>
            </a:r>
          </a:p>
        </p:txBody>
      </p:sp>
      <p:sp>
        <p:nvSpPr>
          <p:cNvPr id="5" name="TextBox 4"/>
          <p:cNvSpPr txBox="1"/>
          <p:nvPr/>
        </p:nvSpPr>
        <p:spPr>
          <a:xfrm>
            <a:off x="1901952" y="73152"/>
            <a:ext cx="4572000" cy="402336"/>
          </a:xfrm>
          <a:prstGeom prst="rect">
            <a:avLst/>
          </a:prstGeom>
          <a:noFill/>
        </p:spPr>
        <p:txBody>
          <a:bodyPr wrap="square" lIns="0" tIns="0" rIns="0" bIns="0" anchor="ctr">
            <a:spAutoFit/>
          </a:bodyPr>
          <a:lstStyle/>
          <a:p>
            <a:pPr algn="l"/>
            <a:r>
              <a:rPr sz="1700" b="1" i="0">
                <a:solidFill>
                  <a:srgbClr val="FFFFFF"/>
                </a:solidFill>
                <a:latin typeface="Montserrat"/>
              </a:rPr>
              <a:t>MANO AMIGA CANCÚN</a:t>
            </a:r>
          </a:p>
        </p:txBody>
      </p:sp>
      <p:sp>
        <p:nvSpPr>
          <p:cNvPr id="6" name="TextBox 5"/>
          <p:cNvSpPr txBox="1"/>
          <p:nvPr/>
        </p:nvSpPr>
        <p:spPr>
          <a:xfrm>
            <a:off x="1901952" y="457200"/>
            <a:ext cx="4114800" cy="201168"/>
          </a:xfrm>
          <a:prstGeom prst="rect">
            <a:avLst/>
          </a:prstGeom>
          <a:noFill/>
        </p:spPr>
        <p:txBody>
          <a:bodyPr wrap="square" lIns="0" tIns="0" rIns="0" bIns="0" anchor="ctr">
            <a:spAutoFit/>
          </a:bodyPr>
          <a:lstStyle/>
          <a:p>
            <a:pPr algn="l"/>
            <a:r>
              <a:rPr sz="900" b="0" i="0">
                <a:solidFill>
                  <a:srgbClr val="A8C0D8"/>
                </a:solidFill>
                <a:latin typeface="Montserrat"/>
              </a:rPr>
              <a:t>México · Quintana Roo</a:t>
            </a:r>
          </a:p>
        </p:txBody>
      </p:sp>
      <p:sp>
        <p:nvSpPr>
          <p:cNvPr id="7" name="TextBox 6"/>
          <p:cNvSpPr txBox="1"/>
          <p:nvPr/>
        </p:nvSpPr>
        <p:spPr>
          <a:xfrm>
            <a:off x="6309360" y="246888"/>
            <a:ext cx="2450592" cy="182880"/>
          </a:xfrm>
          <a:prstGeom prst="rect">
            <a:avLst/>
          </a:prstGeom>
          <a:noFill/>
        </p:spPr>
        <p:txBody>
          <a:bodyPr wrap="square" lIns="0" tIns="0" rIns="0" bIns="0" anchor="t">
            <a:spAutoFit/>
          </a:bodyPr>
          <a:lstStyle/>
          <a:p>
            <a:pPr algn="r"/>
            <a:r>
              <a:rPr sz="700" b="1" i="0">
                <a:solidFill>
                  <a:srgbClr val="EB6C01"/>
                </a:solidFill>
                <a:latin typeface="Montserrat"/>
              </a:rPr>
              <a:t>AVANCE A LA FECHA</a:t>
            </a:r>
          </a:p>
        </p:txBody>
      </p:sp>
      <p:sp>
        <p:nvSpPr>
          <p:cNvPr id="8" name="Rectangle 7"/>
          <p:cNvSpPr/>
          <p:nvPr/>
        </p:nvSpPr>
        <p:spPr>
          <a:xfrm>
            <a:off x="0" y="704088"/>
            <a:ext cx="9144000" cy="4169663"/>
          </a:xfrm>
          <a:prstGeom prst="rect">
            <a:avLst/>
          </a:prstGeom>
          <a:solidFill>
            <a:srgbClr val="0D1B3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 name="TextBox 8"/>
          <p:cNvSpPr txBox="1"/>
          <p:nvPr/>
        </p:nvSpPr>
        <p:spPr>
          <a:xfrm>
            <a:off x="384048" y="868680"/>
            <a:ext cx="4023360" cy="182880"/>
          </a:xfrm>
          <a:prstGeom prst="rect">
            <a:avLst/>
          </a:prstGeom>
          <a:noFill/>
        </p:spPr>
        <p:txBody>
          <a:bodyPr wrap="square" lIns="0" tIns="0" rIns="0" bIns="0" anchor="t">
            <a:spAutoFit/>
          </a:bodyPr>
          <a:lstStyle/>
          <a:p>
            <a:pPr algn="l"/>
            <a:r>
              <a:rPr sz="900" b="1" i="0">
                <a:solidFill>
                  <a:srgbClr val="A8C0D8"/>
                </a:solidFill>
                <a:latin typeface="Montserrat"/>
              </a:rPr>
              <a:t>GENERALES — 69%</a:t>
            </a:r>
          </a:p>
        </p:txBody>
      </p:sp>
      <p:sp>
        <p:nvSpPr>
          <p:cNvPr id="10" name="Rounded Rectangle 9"/>
          <p:cNvSpPr/>
          <p:nvPr/>
        </p:nvSpPr>
        <p:spPr>
          <a:xfrm>
            <a:off x="384048" y="1088136"/>
            <a:ext cx="4023360" cy="146304"/>
          </a:xfrm>
          <a:prstGeom prst="roundRect">
            <a:avLst>
              <a:gd name="adj" fmla="val 50000"/>
            </a:avLst>
          </a:prstGeom>
          <a:solidFill>
            <a:srgbClr val="142A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Rounded Rectangle 10"/>
          <p:cNvSpPr/>
          <p:nvPr/>
        </p:nvSpPr>
        <p:spPr>
          <a:xfrm>
            <a:off x="384048" y="1088136"/>
            <a:ext cx="2785403" cy="146304"/>
          </a:xfrm>
          <a:prstGeom prst="roundRect">
            <a:avLst>
              <a:gd name="adj" fmla="val 50000"/>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4718304" y="868680"/>
            <a:ext cx="4041648" cy="182880"/>
          </a:xfrm>
          <a:prstGeom prst="rect">
            <a:avLst/>
          </a:prstGeom>
          <a:noFill/>
        </p:spPr>
        <p:txBody>
          <a:bodyPr wrap="square" lIns="0" tIns="0" rIns="0" bIns="0" anchor="t">
            <a:spAutoFit/>
          </a:bodyPr>
          <a:lstStyle/>
          <a:p>
            <a:pPr algn="l"/>
            <a:r>
              <a:rPr sz="900" b="1" i="0">
                <a:solidFill>
                  <a:srgbClr val="A8C0D8"/>
                </a:solidFill>
                <a:latin typeface="Montserrat"/>
              </a:rPr>
              <a:t>PROTECCIÓN CIVIL — 73%</a:t>
            </a:r>
          </a:p>
        </p:txBody>
      </p:sp>
      <p:sp>
        <p:nvSpPr>
          <p:cNvPr id="13" name="Rounded Rectangle 12"/>
          <p:cNvSpPr/>
          <p:nvPr/>
        </p:nvSpPr>
        <p:spPr>
          <a:xfrm>
            <a:off x="4718304" y="1088136"/>
            <a:ext cx="4041648" cy="146304"/>
          </a:xfrm>
          <a:prstGeom prst="roundRect">
            <a:avLst>
              <a:gd name="adj" fmla="val 50000"/>
            </a:avLst>
          </a:prstGeom>
          <a:solidFill>
            <a:srgbClr val="142A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ounded Rectangle 13"/>
          <p:cNvSpPr/>
          <p:nvPr/>
        </p:nvSpPr>
        <p:spPr>
          <a:xfrm>
            <a:off x="4718304" y="1088136"/>
            <a:ext cx="2939380" cy="146304"/>
          </a:xfrm>
          <a:prstGeom prst="roundRect">
            <a:avLst>
              <a:gd name="adj" fmla="val 50000"/>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384048" y="1536192"/>
            <a:ext cx="5257800" cy="201168"/>
          </a:xfrm>
          <a:prstGeom prst="rect">
            <a:avLst/>
          </a:prstGeom>
          <a:noFill/>
        </p:spPr>
        <p:txBody>
          <a:bodyPr wrap="square" lIns="0" tIns="0" rIns="0" bIns="0" anchor="t">
            <a:spAutoFit/>
          </a:bodyPr>
          <a:lstStyle/>
          <a:p>
            <a:pPr algn="l"/>
            <a:r>
              <a:rPr sz="900" b="1" i="0">
                <a:solidFill>
                  <a:srgbClr val="EB6C01"/>
                </a:solidFill>
                <a:latin typeface="Montserrat"/>
              </a:rPr>
              <a:t>PENDIENTES (3)</a:t>
            </a:r>
          </a:p>
        </p:txBody>
      </p:sp>
      <p:sp>
        <p:nvSpPr>
          <p:cNvPr id="16" name="TextBox 15"/>
          <p:cNvSpPr txBox="1"/>
          <p:nvPr/>
        </p:nvSpPr>
        <p:spPr>
          <a:xfrm>
            <a:off x="384048" y="1792224"/>
            <a:ext cx="5257800" cy="1874519"/>
          </a:xfrm>
          <a:prstGeom prst="rect">
            <a:avLst/>
          </a:prstGeom>
          <a:noFill/>
        </p:spPr>
        <p:txBody>
          <a:bodyPr wrap="square" lIns="0" tIns="0" rIns="0" bIns="0">
            <a:spAutoFit/>
          </a:bodyPr>
          <a:lstStyle/>
          <a:p>
            <a:pPr>
              <a:lnSpc>
                <a:spcPct val="108000"/>
              </a:lnSpc>
              <a:spcAft>
                <a:spcPts val="300"/>
              </a:spcAft>
            </a:pPr>
            <a:r>
              <a:rPr sz="900" b="0">
                <a:solidFill>
                  <a:srgbClr val="D4E4F2"/>
                </a:solidFill>
                <a:latin typeface="Montserrat"/>
              </a:rPr>
              <a:t>• General: Uso de suelo  —  Observaciones</a:t>
            </a:r>
          </a:p>
          <a:p>
            <a:pPr>
              <a:lnSpc>
                <a:spcPct val="108000"/>
              </a:lnSpc>
              <a:spcAft>
                <a:spcPts val="300"/>
              </a:spcAft>
            </a:pPr>
            <a:r>
              <a:rPr sz="900" b="0">
                <a:solidFill>
                  <a:srgbClr val="D4E4F2"/>
                </a:solidFill>
                <a:latin typeface="Montserrat"/>
              </a:rPr>
              <a:t>• Donatarias Autorizadas: Convenio de apoyo económico  —  Retraso</a:t>
            </a:r>
          </a:p>
          <a:p>
            <a:pPr>
              <a:lnSpc>
                <a:spcPct val="108000"/>
              </a:lnSpc>
              <a:spcAft>
                <a:spcPts val="300"/>
              </a:spcAft>
            </a:pPr>
            <a:r>
              <a:rPr sz="900" b="0">
                <a:solidFill>
                  <a:srgbClr val="D4E4F2"/>
                </a:solidFill>
                <a:latin typeface="Montserrat"/>
              </a:rPr>
              <a:t>• Donatarias Autorizadas: Refrendo de incorporación de RVOE  —  Retraso</a:t>
            </a:r>
          </a:p>
        </p:txBody>
      </p:sp>
      <p:sp>
        <p:nvSpPr>
          <p:cNvPr id="17" name="Rounded Rectangle 16"/>
          <p:cNvSpPr/>
          <p:nvPr/>
        </p:nvSpPr>
        <p:spPr>
          <a:xfrm>
            <a:off x="5806440" y="1536192"/>
            <a:ext cx="2953512" cy="1874519"/>
          </a:xfrm>
          <a:prstGeom prst="roundRect">
            <a:avLst>
              <a:gd name="adj" fmla="val 6000"/>
            </a:avLst>
          </a:prstGeom>
          <a:solidFill>
            <a:srgbClr val="1A3464"/>
          </a:solidFill>
          <a:ln w="12700">
            <a:solidFill>
              <a:srgbClr val="4F82C2"/>
            </a:solidFill>
            <a:prstDash val="sys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Rounded Rectangle 17"/>
          <p:cNvSpPr/>
          <p:nvPr/>
        </p:nvSpPr>
        <p:spPr>
          <a:xfrm>
            <a:off x="7118604" y="2144267"/>
            <a:ext cx="329184" cy="237744"/>
          </a:xfrm>
          <a:prstGeom prst="roundRect">
            <a:avLst/>
          </a:prstGeom>
          <a:noFill/>
          <a:ln w="15875">
            <a:solidFill>
              <a:srgbClr val="4F82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5806440" y="2455163"/>
            <a:ext cx="2953512" cy="274320"/>
          </a:xfrm>
          <a:prstGeom prst="rect">
            <a:avLst/>
          </a:prstGeom>
          <a:noFill/>
        </p:spPr>
        <p:txBody>
          <a:bodyPr wrap="square" lIns="0" tIns="0" rIns="0" bIns="0" anchor="t">
            <a:spAutoFit/>
          </a:bodyPr>
          <a:lstStyle/>
          <a:p>
            <a:pPr algn="ctr"/>
            <a:r>
              <a:rPr sz="850" b="1" i="0">
                <a:solidFill>
                  <a:srgbClr val="A8C0D8"/>
                </a:solidFill>
                <a:latin typeface="Montserrat"/>
              </a:rPr>
              <a:t>INSERTAR IMAGEN</a:t>
            </a:r>
          </a:p>
        </p:txBody>
      </p:sp>
      <p:sp>
        <p:nvSpPr>
          <p:cNvPr id="20" name="TextBox 19"/>
          <p:cNvSpPr txBox="1"/>
          <p:nvPr/>
        </p:nvSpPr>
        <p:spPr>
          <a:xfrm>
            <a:off x="5806440" y="3118103"/>
            <a:ext cx="2953512" cy="237744"/>
          </a:xfrm>
          <a:prstGeom prst="rect">
            <a:avLst/>
          </a:prstGeom>
          <a:noFill/>
        </p:spPr>
        <p:txBody>
          <a:bodyPr wrap="square" lIns="0" tIns="0" rIns="0" bIns="0" anchor="t">
            <a:spAutoFit/>
          </a:bodyPr>
          <a:lstStyle/>
          <a:p>
            <a:pPr algn="ctr"/>
            <a:r>
              <a:rPr sz="700" b="0" i="1">
                <a:solidFill>
                  <a:srgbClr val="3A5078"/>
                </a:solidFill>
                <a:latin typeface="Montserrat"/>
              </a:rPr>
              <a:t>Evidencia fotográfica / captura de trámite</a:t>
            </a:r>
          </a:p>
        </p:txBody>
      </p:sp>
      <p:sp>
        <p:nvSpPr>
          <p:cNvPr id="21" name="TextBox 20"/>
          <p:cNvSpPr txBox="1"/>
          <p:nvPr/>
        </p:nvSpPr>
        <p:spPr>
          <a:xfrm>
            <a:off x="384048" y="3657600"/>
            <a:ext cx="8375904" cy="201168"/>
          </a:xfrm>
          <a:prstGeom prst="rect">
            <a:avLst/>
          </a:prstGeom>
          <a:noFill/>
        </p:spPr>
        <p:txBody>
          <a:bodyPr wrap="square" lIns="0" tIns="0" rIns="0" bIns="0" anchor="t">
            <a:spAutoFit/>
          </a:bodyPr>
          <a:lstStyle/>
          <a:p>
            <a:pPr algn="l"/>
            <a:r>
              <a:rPr sz="900" b="1" i="0">
                <a:solidFill>
                  <a:srgbClr val="EB6C01"/>
                </a:solidFill>
                <a:latin typeface="Montserrat"/>
              </a:rPr>
              <a:t>ACTUALIZACIÓN DE ESTA SEMANA</a:t>
            </a:r>
          </a:p>
        </p:txBody>
      </p:sp>
      <p:sp>
        <p:nvSpPr>
          <p:cNvPr id="22" name="Rectangle 21"/>
          <p:cNvSpPr/>
          <p:nvPr/>
        </p:nvSpPr>
        <p:spPr>
          <a:xfrm>
            <a:off x="384048" y="3895344"/>
            <a:ext cx="45720" cy="914400"/>
          </a:xfrm>
          <a:prstGeom prst="rect">
            <a:avLst/>
          </a:prstGeom>
          <a:solidFill>
            <a:srgbClr val="4F82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 name="TextBox 22"/>
          <p:cNvSpPr txBox="1"/>
          <p:nvPr/>
        </p:nvSpPr>
        <p:spPr>
          <a:xfrm>
            <a:off x="594360" y="3895344"/>
            <a:ext cx="8138160" cy="914400"/>
          </a:xfrm>
          <a:prstGeom prst="rect">
            <a:avLst/>
          </a:prstGeom>
          <a:noFill/>
        </p:spPr>
        <p:txBody>
          <a:bodyPr wrap="square" lIns="0" tIns="0" rIns="0" bIns="0" anchor="t">
            <a:spAutoFit/>
          </a:bodyPr>
          <a:lstStyle/>
          <a:p>
            <a:pPr algn="l">
              <a:lnSpc>
                <a:spcPct val="125000"/>
              </a:lnSpc>
            </a:pPr>
            <a:r>
              <a:rPr sz="1050" b="0" i="1">
                <a:solidFill>
                  <a:srgbClr val="D4E4F2"/>
                </a:solidFill>
                <a:latin typeface="Montserrat"/>
              </a:rPr>
              <a:t>Se cuenta con programa interno pero no subio la información</a:t>
            </a:r>
          </a:p>
        </p:txBody>
      </p:sp>
      <p:sp>
        <p:nvSpPr>
          <p:cNvPr id="24" name="Rectangle 23"/>
          <p:cNvSpPr/>
          <p:nvPr/>
        </p:nvSpPr>
        <p:spPr>
          <a:xfrm>
            <a:off x="0" y="4873752"/>
            <a:ext cx="9144000" cy="265176"/>
          </a:xfrm>
          <a:prstGeom prst="rect">
            <a:avLst/>
          </a:prstGeom>
          <a:solidFill>
            <a:srgbClr val="1A346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 name="TextBox 24"/>
          <p:cNvSpPr txBox="1"/>
          <p:nvPr/>
        </p:nvSpPr>
        <p:spPr>
          <a:xfrm>
            <a:off x="384048" y="4901184"/>
            <a:ext cx="5029200" cy="182880"/>
          </a:xfrm>
          <a:prstGeom prst="rect">
            <a:avLst/>
          </a:prstGeom>
          <a:noFill/>
        </p:spPr>
        <p:txBody>
          <a:bodyPr wrap="square" lIns="0" tIns="0" rIns="0" bIns="0" anchor="ctr">
            <a:spAutoFit/>
          </a:bodyPr>
          <a:lstStyle/>
          <a:p>
            <a:pPr algn="l"/>
            <a:r>
              <a:rPr sz="700" b="0" i="0">
                <a:solidFill>
                  <a:srgbClr val="8FAECB"/>
                </a:solidFill>
                <a:latin typeface="Montserrat"/>
              </a:rPr>
              <a:t>COORDINACIÓN DE OBRAS Y MANTENIMIENTO RCMA</a:t>
            </a:r>
          </a:p>
        </p:txBody>
      </p:sp>
      <p:sp>
        <p:nvSpPr>
          <p:cNvPr id="26" name="TextBox 25"/>
          <p:cNvSpPr txBox="1"/>
          <p:nvPr/>
        </p:nvSpPr>
        <p:spPr>
          <a:xfrm>
            <a:off x="5650992" y="4901184"/>
            <a:ext cx="2286000" cy="182880"/>
          </a:xfrm>
          <a:prstGeom prst="rect">
            <a:avLst/>
          </a:prstGeom>
          <a:noFill/>
        </p:spPr>
        <p:txBody>
          <a:bodyPr wrap="square" lIns="0" tIns="0" rIns="0" bIns="0" anchor="ctr">
            <a:spAutoFit/>
          </a:bodyPr>
          <a:lstStyle/>
          <a:p>
            <a:pPr algn="r"/>
            <a:r>
              <a:rPr sz="700" b="0" i="0">
                <a:solidFill>
                  <a:srgbClr val="8FAECB"/>
                </a:solidFill>
                <a:latin typeface="Montserrat"/>
              </a:rPr>
              <a:t>Mano Amiga · Cumplimiento Normativo</a:t>
            </a:r>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9144000" cy="36576"/>
          </a:xfrm>
          <a:prstGeom prst="rect">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0" y="36576"/>
            <a:ext cx="9144000" cy="667512"/>
          </a:xfrm>
          <a:prstGeom prst="rect">
            <a:avLst/>
          </a:prstGeom>
          <a:solidFill>
            <a:srgbClr val="1A346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ounded Rectangle 3"/>
          <p:cNvSpPr/>
          <p:nvPr/>
        </p:nvSpPr>
        <p:spPr>
          <a:xfrm>
            <a:off x="384048" y="118872"/>
            <a:ext cx="1417320" cy="237744"/>
          </a:xfrm>
          <a:prstGeom prst="roundRect">
            <a:avLst>
              <a:gd name="adj" fmla="val 50000"/>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sz="650" b="1">
                <a:solidFill>
                  <a:srgbClr val="FFFFFF"/>
                </a:solidFill>
                <a:latin typeface="Montserrat"/>
              </a:rPr>
              <a:t>CUMPL. NORM.</a:t>
            </a:r>
          </a:p>
        </p:txBody>
      </p:sp>
      <p:sp>
        <p:nvSpPr>
          <p:cNvPr id="5" name="TextBox 4"/>
          <p:cNvSpPr txBox="1"/>
          <p:nvPr/>
        </p:nvSpPr>
        <p:spPr>
          <a:xfrm>
            <a:off x="1901952" y="73152"/>
            <a:ext cx="4572000" cy="402336"/>
          </a:xfrm>
          <a:prstGeom prst="rect">
            <a:avLst/>
          </a:prstGeom>
          <a:noFill/>
        </p:spPr>
        <p:txBody>
          <a:bodyPr wrap="square" lIns="0" tIns="0" rIns="0" bIns="0" anchor="ctr">
            <a:spAutoFit/>
          </a:bodyPr>
          <a:lstStyle/>
          <a:p>
            <a:pPr algn="l"/>
            <a:r>
              <a:rPr sz="1700" b="1" i="0">
                <a:solidFill>
                  <a:srgbClr val="FFFFFF"/>
                </a:solidFill>
                <a:latin typeface="Montserrat"/>
              </a:rPr>
              <a:t>MANO AMIGA ZOMEYUCAN</a:t>
            </a:r>
          </a:p>
        </p:txBody>
      </p:sp>
      <p:sp>
        <p:nvSpPr>
          <p:cNvPr id="6" name="TextBox 5"/>
          <p:cNvSpPr txBox="1"/>
          <p:nvPr/>
        </p:nvSpPr>
        <p:spPr>
          <a:xfrm>
            <a:off x="1901952" y="457200"/>
            <a:ext cx="4114800" cy="201168"/>
          </a:xfrm>
          <a:prstGeom prst="rect">
            <a:avLst/>
          </a:prstGeom>
          <a:noFill/>
        </p:spPr>
        <p:txBody>
          <a:bodyPr wrap="square" lIns="0" tIns="0" rIns="0" bIns="0" anchor="ctr">
            <a:spAutoFit/>
          </a:bodyPr>
          <a:lstStyle/>
          <a:p>
            <a:pPr algn="l"/>
            <a:r>
              <a:rPr sz="900" b="0" i="0">
                <a:solidFill>
                  <a:srgbClr val="A8C0D8"/>
                </a:solidFill>
                <a:latin typeface="Montserrat"/>
              </a:rPr>
              <a:t>México · Estado de México</a:t>
            </a:r>
          </a:p>
        </p:txBody>
      </p:sp>
      <p:sp>
        <p:nvSpPr>
          <p:cNvPr id="7" name="TextBox 6"/>
          <p:cNvSpPr txBox="1"/>
          <p:nvPr/>
        </p:nvSpPr>
        <p:spPr>
          <a:xfrm>
            <a:off x="6309360" y="246888"/>
            <a:ext cx="2450592" cy="182880"/>
          </a:xfrm>
          <a:prstGeom prst="rect">
            <a:avLst/>
          </a:prstGeom>
          <a:noFill/>
        </p:spPr>
        <p:txBody>
          <a:bodyPr wrap="square" lIns="0" tIns="0" rIns="0" bIns="0" anchor="t">
            <a:spAutoFit/>
          </a:bodyPr>
          <a:lstStyle/>
          <a:p>
            <a:pPr algn="r"/>
            <a:r>
              <a:rPr sz="700" b="1" i="0">
                <a:solidFill>
                  <a:srgbClr val="EB6C01"/>
                </a:solidFill>
                <a:latin typeface="Montserrat"/>
              </a:rPr>
              <a:t>AVANCE A LA FECHA</a:t>
            </a:r>
          </a:p>
        </p:txBody>
      </p:sp>
      <p:sp>
        <p:nvSpPr>
          <p:cNvPr id="8" name="Rectangle 7"/>
          <p:cNvSpPr/>
          <p:nvPr/>
        </p:nvSpPr>
        <p:spPr>
          <a:xfrm>
            <a:off x="0" y="704088"/>
            <a:ext cx="9144000" cy="4169663"/>
          </a:xfrm>
          <a:prstGeom prst="rect">
            <a:avLst/>
          </a:prstGeom>
          <a:solidFill>
            <a:srgbClr val="0D1B3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 name="TextBox 8"/>
          <p:cNvSpPr txBox="1"/>
          <p:nvPr/>
        </p:nvSpPr>
        <p:spPr>
          <a:xfrm>
            <a:off x="384048" y="868680"/>
            <a:ext cx="4023360" cy="182880"/>
          </a:xfrm>
          <a:prstGeom prst="rect">
            <a:avLst/>
          </a:prstGeom>
          <a:noFill/>
        </p:spPr>
        <p:txBody>
          <a:bodyPr wrap="square" lIns="0" tIns="0" rIns="0" bIns="0" anchor="t">
            <a:spAutoFit/>
          </a:bodyPr>
          <a:lstStyle/>
          <a:p>
            <a:pPr algn="l"/>
            <a:r>
              <a:rPr sz="900" b="1" i="0">
                <a:solidFill>
                  <a:srgbClr val="A8C0D8"/>
                </a:solidFill>
                <a:latin typeface="Montserrat"/>
              </a:rPr>
              <a:t>GENERALES — 75%</a:t>
            </a:r>
          </a:p>
        </p:txBody>
      </p:sp>
      <p:sp>
        <p:nvSpPr>
          <p:cNvPr id="10" name="Rounded Rectangle 9"/>
          <p:cNvSpPr/>
          <p:nvPr/>
        </p:nvSpPr>
        <p:spPr>
          <a:xfrm>
            <a:off x="384048" y="1088136"/>
            <a:ext cx="4023360" cy="146304"/>
          </a:xfrm>
          <a:prstGeom prst="roundRect">
            <a:avLst>
              <a:gd name="adj" fmla="val 50000"/>
            </a:avLst>
          </a:prstGeom>
          <a:solidFill>
            <a:srgbClr val="142A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Rounded Rectangle 10"/>
          <p:cNvSpPr/>
          <p:nvPr/>
        </p:nvSpPr>
        <p:spPr>
          <a:xfrm>
            <a:off x="384048" y="1088136"/>
            <a:ext cx="3017520" cy="146304"/>
          </a:xfrm>
          <a:prstGeom prst="roundRect">
            <a:avLst>
              <a:gd name="adj" fmla="val 50000"/>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4718304" y="868680"/>
            <a:ext cx="4041648" cy="182880"/>
          </a:xfrm>
          <a:prstGeom prst="rect">
            <a:avLst/>
          </a:prstGeom>
          <a:noFill/>
        </p:spPr>
        <p:txBody>
          <a:bodyPr wrap="square" lIns="0" tIns="0" rIns="0" bIns="0" anchor="t">
            <a:spAutoFit/>
          </a:bodyPr>
          <a:lstStyle/>
          <a:p>
            <a:pPr algn="l"/>
            <a:r>
              <a:rPr sz="900" b="1" i="0">
                <a:solidFill>
                  <a:srgbClr val="A8C0D8"/>
                </a:solidFill>
                <a:latin typeface="Montserrat"/>
              </a:rPr>
              <a:t>PROTECCIÓN CIVIL — 93%</a:t>
            </a:r>
          </a:p>
        </p:txBody>
      </p:sp>
      <p:sp>
        <p:nvSpPr>
          <p:cNvPr id="13" name="Rounded Rectangle 12"/>
          <p:cNvSpPr/>
          <p:nvPr/>
        </p:nvSpPr>
        <p:spPr>
          <a:xfrm>
            <a:off x="4718304" y="1088136"/>
            <a:ext cx="4041648" cy="146304"/>
          </a:xfrm>
          <a:prstGeom prst="roundRect">
            <a:avLst>
              <a:gd name="adj" fmla="val 50000"/>
            </a:avLst>
          </a:prstGeom>
          <a:solidFill>
            <a:srgbClr val="142A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ounded Rectangle 13"/>
          <p:cNvSpPr/>
          <p:nvPr/>
        </p:nvSpPr>
        <p:spPr>
          <a:xfrm>
            <a:off x="4718304" y="1088136"/>
            <a:ext cx="3752958" cy="146304"/>
          </a:xfrm>
          <a:prstGeom prst="roundRect">
            <a:avLst>
              <a:gd name="adj" fmla="val 50000"/>
            </a:avLst>
          </a:prstGeom>
          <a:solidFill>
            <a:srgbClr val="00C1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384048" y="1536192"/>
            <a:ext cx="5257800" cy="201168"/>
          </a:xfrm>
          <a:prstGeom prst="rect">
            <a:avLst/>
          </a:prstGeom>
          <a:noFill/>
        </p:spPr>
        <p:txBody>
          <a:bodyPr wrap="square" lIns="0" tIns="0" rIns="0" bIns="0" anchor="t">
            <a:spAutoFit/>
          </a:bodyPr>
          <a:lstStyle/>
          <a:p>
            <a:pPr algn="l"/>
            <a:r>
              <a:rPr sz="900" b="1" i="0">
                <a:solidFill>
                  <a:srgbClr val="EB6C01"/>
                </a:solidFill>
                <a:latin typeface="Montserrat"/>
              </a:rPr>
              <a:t>PENDIENTES (5)</a:t>
            </a:r>
          </a:p>
        </p:txBody>
      </p:sp>
      <p:sp>
        <p:nvSpPr>
          <p:cNvPr id="16" name="TextBox 15"/>
          <p:cNvSpPr txBox="1"/>
          <p:nvPr/>
        </p:nvSpPr>
        <p:spPr>
          <a:xfrm>
            <a:off x="384048" y="1792224"/>
            <a:ext cx="5257800" cy="1874519"/>
          </a:xfrm>
          <a:prstGeom prst="rect">
            <a:avLst/>
          </a:prstGeom>
          <a:noFill/>
        </p:spPr>
        <p:txBody>
          <a:bodyPr wrap="square" lIns="0" tIns="0" rIns="0" bIns="0">
            <a:spAutoFit/>
          </a:bodyPr>
          <a:lstStyle/>
          <a:p>
            <a:pPr>
              <a:lnSpc>
                <a:spcPct val="108000"/>
              </a:lnSpc>
              <a:spcAft>
                <a:spcPts val="300"/>
              </a:spcAft>
            </a:pPr>
            <a:r>
              <a:rPr sz="900" b="0">
                <a:solidFill>
                  <a:srgbClr val="D4E4F2"/>
                </a:solidFill>
                <a:latin typeface="Montserrat"/>
              </a:rPr>
              <a:t>• General: Uso de suelo  —  Observaciones</a:t>
            </a:r>
          </a:p>
          <a:p>
            <a:pPr>
              <a:lnSpc>
                <a:spcPct val="108000"/>
              </a:lnSpc>
              <a:spcAft>
                <a:spcPts val="300"/>
              </a:spcAft>
            </a:pPr>
            <a:r>
              <a:rPr sz="900" b="0">
                <a:solidFill>
                  <a:srgbClr val="D4E4F2"/>
                </a:solidFill>
                <a:latin typeface="Montserrat"/>
              </a:rPr>
              <a:t>• General: Acuerdo de sesión de RVOE  —  Pendiente</a:t>
            </a:r>
          </a:p>
          <a:p>
            <a:pPr>
              <a:lnSpc>
                <a:spcPct val="108000"/>
              </a:lnSpc>
              <a:spcAft>
                <a:spcPts val="300"/>
              </a:spcAft>
            </a:pPr>
            <a:r>
              <a:rPr sz="900" b="0">
                <a:solidFill>
                  <a:srgbClr val="D4E4F2"/>
                </a:solidFill>
                <a:latin typeface="Montserrat"/>
              </a:rPr>
              <a:t>• General: Ultima modifición  de estatus de la sociedad  —  Pendiente</a:t>
            </a:r>
          </a:p>
          <a:p>
            <a:pPr>
              <a:lnSpc>
                <a:spcPct val="108000"/>
              </a:lnSpc>
              <a:spcAft>
                <a:spcPts val="300"/>
              </a:spcAft>
            </a:pPr>
            <a:r>
              <a:rPr sz="900" b="0">
                <a:solidFill>
                  <a:srgbClr val="D4E4F2"/>
                </a:solidFill>
                <a:latin typeface="Montserrat"/>
              </a:rPr>
              <a:t>• Donatarias Autorizadas: Convenio de apoyo económico  —  Retraso</a:t>
            </a:r>
          </a:p>
          <a:p>
            <a:pPr>
              <a:lnSpc>
                <a:spcPct val="108000"/>
              </a:lnSpc>
              <a:spcAft>
                <a:spcPts val="300"/>
              </a:spcAft>
            </a:pPr>
            <a:r>
              <a:rPr sz="900" b="0">
                <a:solidFill>
                  <a:srgbClr val="D4E4F2"/>
                </a:solidFill>
                <a:latin typeface="Montserrat"/>
              </a:rPr>
              <a:t>• Donatarias Autorizadas: Refrendo de incorporación de RVOE  —  Retraso</a:t>
            </a:r>
          </a:p>
        </p:txBody>
      </p:sp>
      <p:sp>
        <p:nvSpPr>
          <p:cNvPr id="17" name="Rounded Rectangle 16"/>
          <p:cNvSpPr/>
          <p:nvPr/>
        </p:nvSpPr>
        <p:spPr>
          <a:xfrm>
            <a:off x="5806440" y="1536192"/>
            <a:ext cx="2953512" cy="1874519"/>
          </a:xfrm>
          <a:prstGeom prst="roundRect">
            <a:avLst>
              <a:gd name="adj" fmla="val 6000"/>
            </a:avLst>
          </a:prstGeom>
          <a:solidFill>
            <a:srgbClr val="1A3464"/>
          </a:solidFill>
          <a:ln w="12700">
            <a:solidFill>
              <a:srgbClr val="4F82C2"/>
            </a:solidFill>
            <a:prstDash val="sys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Rounded Rectangle 17"/>
          <p:cNvSpPr/>
          <p:nvPr/>
        </p:nvSpPr>
        <p:spPr>
          <a:xfrm>
            <a:off x="7118604" y="2144267"/>
            <a:ext cx="329184" cy="237744"/>
          </a:xfrm>
          <a:prstGeom prst="roundRect">
            <a:avLst/>
          </a:prstGeom>
          <a:noFill/>
          <a:ln w="15875">
            <a:solidFill>
              <a:srgbClr val="4F82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5806440" y="2455163"/>
            <a:ext cx="2953512" cy="274320"/>
          </a:xfrm>
          <a:prstGeom prst="rect">
            <a:avLst/>
          </a:prstGeom>
          <a:noFill/>
        </p:spPr>
        <p:txBody>
          <a:bodyPr wrap="square" lIns="0" tIns="0" rIns="0" bIns="0" anchor="t">
            <a:spAutoFit/>
          </a:bodyPr>
          <a:lstStyle/>
          <a:p>
            <a:pPr algn="ctr"/>
            <a:r>
              <a:rPr sz="850" b="1" i="0">
                <a:solidFill>
                  <a:srgbClr val="A8C0D8"/>
                </a:solidFill>
                <a:latin typeface="Montserrat"/>
              </a:rPr>
              <a:t>INSERTAR IMAGEN</a:t>
            </a:r>
          </a:p>
        </p:txBody>
      </p:sp>
      <p:sp>
        <p:nvSpPr>
          <p:cNvPr id="20" name="TextBox 19"/>
          <p:cNvSpPr txBox="1"/>
          <p:nvPr/>
        </p:nvSpPr>
        <p:spPr>
          <a:xfrm>
            <a:off x="5806440" y="3118103"/>
            <a:ext cx="2953512" cy="237744"/>
          </a:xfrm>
          <a:prstGeom prst="rect">
            <a:avLst/>
          </a:prstGeom>
          <a:noFill/>
        </p:spPr>
        <p:txBody>
          <a:bodyPr wrap="square" lIns="0" tIns="0" rIns="0" bIns="0" anchor="t">
            <a:spAutoFit/>
          </a:bodyPr>
          <a:lstStyle/>
          <a:p>
            <a:pPr algn="ctr"/>
            <a:r>
              <a:rPr sz="700" b="0" i="1">
                <a:solidFill>
                  <a:srgbClr val="3A5078"/>
                </a:solidFill>
                <a:latin typeface="Montserrat"/>
              </a:rPr>
              <a:t>Evidencia fotográfica / captura de trámite</a:t>
            </a:r>
          </a:p>
        </p:txBody>
      </p:sp>
      <p:sp>
        <p:nvSpPr>
          <p:cNvPr id="21" name="TextBox 20"/>
          <p:cNvSpPr txBox="1"/>
          <p:nvPr/>
        </p:nvSpPr>
        <p:spPr>
          <a:xfrm>
            <a:off x="384048" y="3657600"/>
            <a:ext cx="8375904" cy="201168"/>
          </a:xfrm>
          <a:prstGeom prst="rect">
            <a:avLst/>
          </a:prstGeom>
          <a:noFill/>
        </p:spPr>
        <p:txBody>
          <a:bodyPr wrap="square" lIns="0" tIns="0" rIns="0" bIns="0" anchor="t">
            <a:spAutoFit/>
          </a:bodyPr>
          <a:lstStyle/>
          <a:p>
            <a:pPr algn="l"/>
            <a:r>
              <a:rPr sz="900" b="1" i="0">
                <a:solidFill>
                  <a:srgbClr val="EB6C01"/>
                </a:solidFill>
                <a:latin typeface="Montserrat"/>
              </a:rPr>
              <a:t>ACTUALIZACIÓN DE ESTA SEMANA</a:t>
            </a:r>
          </a:p>
        </p:txBody>
      </p:sp>
      <p:sp>
        <p:nvSpPr>
          <p:cNvPr id="22" name="Rectangle 21"/>
          <p:cNvSpPr/>
          <p:nvPr/>
        </p:nvSpPr>
        <p:spPr>
          <a:xfrm>
            <a:off x="384048" y="3895344"/>
            <a:ext cx="45720" cy="914400"/>
          </a:xfrm>
          <a:prstGeom prst="rect">
            <a:avLst/>
          </a:prstGeom>
          <a:solidFill>
            <a:srgbClr val="4F82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 name="TextBox 22"/>
          <p:cNvSpPr txBox="1"/>
          <p:nvPr/>
        </p:nvSpPr>
        <p:spPr>
          <a:xfrm>
            <a:off x="594360" y="3895344"/>
            <a:ext cx="8138160" cy="914400"/>
          </a:xfrm>
          <a:prstGeom prst="rect">
            <a:avLst/>
          </a:prstGeom>
          <a:noFill/>
        </p:spPr>
        <p:txBody>
          <a:bodyPr wrap="square" lIns="0" tIns="0" rIns="0" bIns="0" anchor="t">
            <a:spAutoFit/>
          </a:bodyPr>
          <a:lstStyle/>
          <a:p>
            <a:pPr algn="l">
              <a:lnSpc>
                <a:spcPct val="125000"/>
              </a:lnSpc>
            </a:pPr>
            <a:r>
              <a:rPr sz="1050" b="0" i="1">
                <a:solidFill>
                  <a:srgbClr val="D4E4F2"/>
                </a:solidFill>
                <a:latin typeface="Montserrat"/>
              </a:rPr>
              <a:t>Sin novedades reportadas esta semana — seguimiento continúa conforme al programa de cumplimiento.</a:t>
            </a:r>
          </a:p>
        </p:txBody>
      </p:sp>
      <p:sp>
        <p:nvSpPr>
          <p:cNvPr id="24" name="Rectangle 23"/>
          <p:cNvSpPr/>
          <p:nvPr/>
        </p:nvSpPr>
        <p:spPr>
          <a:xfrm>
            <a:off x="0" y="4873752"/>
            <a:ext cx="9144000" cy="265176"/>
          </a:xfrm>
          <a:prstGeom prst="rect">
            <a:avLst/>
          </a:prstGeom>
          <a:solidFill>
            <a:srgbClr val="1A346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 name="TextBox 24"/>
          <p:cNvSpPr txBox="1"/>
          <p:nvPr/>
        </p:nvSpPr>
        <p:spPr>
          <a:xfrm>
            <a:off x="384048" y="4901184"/>
            <a:ext cx="5029200" cy="182880"/>
          </a:xfrm>
          <a:prstGeom prst="rect">
            <a:avLst/>
          </a:prstGeom>
          <a:noFill/>
        </p:spPr>
        <p:txBody>
          <a:bodyPr wrap="square" lIns="0" tIns="0" rIns="0" bIns="0" anchor="ctr">
            <a:spAutoFit/>
          </a:bodyPr>
          <a:lstStyle/>
          <a:p>
            <a:pPr algn="l"/>
            <a:r>
              <a:rPr sz="700" b="0" i="0">
                <a:solidFill>
                  <a:srgbClr val="8FAECB"/>
                </a:solidFill>
                <a:latin typeface="Montserrat"/>
              </a:rPr>
              <a:t>COORDINACIÓN DE OBRAS Y MANTENIMIENTO RCMA</a:t>
            </a:r>
          </a:p>
        </p:txBody>
      </p:sp>
      <p:sp>
        <p:nvSpPr>
          <p:cNvPr id="26" name="TextBox 25"/>
          <p:cNvSpPr txBox="1"/>
          <p:nvPr/>
        </p:nvSpPr>
        <p:spPr>
          <a:xfrm>
            <a:off x="5650992" y="4901184"/>
            <a:ext cx="2286000" cy="182880"/>
          </a:xfrm>
          <a:prstGeom prst="rect">
            <a:avLst/>
          </a:prstGeom>
          <a:noFill/>
        </p:spPr>
        <p:txBody>
          <a:bodyPr wrap="square" lIns="0" tIns="0" rIns="0" bIns="0" anchor="ctr">
            <a:spAutoFit/>
          </a:bodyPr>
          <a:lstStyle/>
          <a:p>
            <a:pPr algn="r"/>
            <a:r>
              <a:rPr sz="700" b="0" i="0">
                <a:solidFill>
                  <a:srgbClr val="8FAECB"/>
                </a:solidFill>
                <a:latin typeface="Montserrat"/>
              </a:rPr>
              <a:t>Mano Amiga · Cumplimiento Normativo</a:t>
            </a:r>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9144000" cy="36576"/>
          </a:xfrm>
          <a:prstGeom prst="rect">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0" y="36576"/>
            <a:ext cx="9144000" cy="667512"/>
          </a:xfrm>
          <a:prstGeom prst="rect">
            <a:avLst/>
          </a:prstGeom>
          <a:solidFill>
            <a:srgbClr val="1A346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ounded Rectangle 3"/>
          <p:cNvSpPr/>
          <p:nvPr/>
        </p:nvSpPr>
        <p:spPr>
          <a:xfrm>
            <a:off x="384048" y="118872"/>
            <a:ext cx="1417320" cy="237744"/>
          </a:xfrm>
          <a:prstGeom prst="roundRect">
            <a:avLst>
              <a:gd name="adj" fmla="val 50000"/>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sz="650" b="1">
                <a:solidFill>
                  <a:srgbClr val="FFFFFF"/>
                </a:solidFill>
                <a:latin typeface="Montserrat"/>
              </a:rPr>
              <a:t>CUMPL. NORM.</a:t>
            </a:r>
          </a:p>
        </p:txBody>
      </p:sp>
      <p:sp>
        <p:nvSpPr>
          <p:cNvPr id="5" name="TextBox 4"/>
          <p:cNvSpPr txBox="1"/>
          <p:nvPr/>
        </p:nvSpPr>
        <p:spPr>
          <a:xfrm>
            <a:off x="1901952" y="73152"/>
            <a:ext cx="4572000" cy="402336"/>
          </a:xfrm>
          <a:prstGeom prst="rect">
            <a:avLst/>
          </a:prstGeom>
          <a:noFill/>
        </p:spPr>
        <p:txBody>
          <a:bodyPr wrap="square" lIns="0" tIns="0" rIns="0" bIns="0" anchor="ctr">
            <a:spAutoFit/>
          </a:bodyPr>
          <a:lstStyle/>
          <a:p>
            <a:pPr algn="l"/>
            <a:r>
              <a:rPr sz="1700" b="1" i="0">
                <a:solidFill>
                  <a:srgbClr val="FFFFFF"/>
                </a:solidFill>
                <a:latin typeface="Montserrat"/>
              </a:rPr>
              <a:t>MANO AMIGA CHALCO</a:t>
            </a:r>
          </a:p>
        </p:txBody>
      </p:sp>
      <p:sp>
        <p:nvSpPr>
          <p:cNvPr id="6" name="TextBox 5"/>
          <p:cNvSpPr txBox="1"/>
          <p:nvPr/>
        </p:nvSpPr>
        <p:spPr>
          <a:xfrm>
            <a:off x="1901952" y="457200"/>
            <a:ext cx="4114800" cy="201168"/>
          </a:xfrm>
          <a:prstGeom prst="rect">
            <a:avLst/>
          </a:prstGeom>
          <a:noFill/>
        </p:spPr>
        <p:txBody>
          <a:bodyPr wrap="square" lIns="0" tIns="0" rIns="0" bIns="0" anchor="ctr">
            <a:spAutoFit/>
          </a:bodyPr>
          <a:lstStyle/>
          <a:p>
            <a:pPr algn="l"/>
            <a:r>
              <a:rPr sz="900" b="0" i="0">
                <a:solidFill>
                  <a:srgbClr val="A8C0D8"/>
                </a:solidFill>
                <a:latin typeface="Montserrat"/>
              </a:rPr>
              <a:t>México · Estado de México</a:t>
            </a:r>
          </a:p>
        </p:txBody>
      </p:sp>
      <p:sp>
        <p:nvSpPr>
          <p:cNvPr id="7" name="TextBox 6"/>
          <p:cNvSpPr txBox="1"/>
          <p:nvPr/>
        </p:nvSpPr>
        <p:spPr>
          <a:xfrm>
            <a:off x="6309360" y="246888"/>
            <a:ext cx="2450592" cy="182880"/>
          </a:xfrm>
          <a:prstGeom prst="rect">
            <a:avLst/>
          </a:prstGeom>
          <a:noFill/>
        </p:spPr>
        <p:txBody>
          <a:bodyPr wrap="square" lIns="0" tIns="0" rIns="0" bIns="0" anchor="t">
            <a:spAutoFit/>
          </a:bodyPr>
          <a:lstStyle/>
          <a:p>
            <a:pPr algn="r"/>
            <a:r>
              <a:rPr sz="700" b="1" i="0">
                <a:solidFill>
                  <a:srgbClr val="EB6C01"/>
                </a:solidFill>
                <a:latin typeface="Montserrat"/>
              </a:rPr>
              <a:t>AVANCE A LA FECHA</a:t>
            </a:r>
          </a:p>
        </p:txBody>
      </p:sp>
      <p:sp>
        <p:nvSpPr>
          <p:cNvPr id="8" name="Rectangle 7"/>
          <p:cNvSpPr/>
          <p:nvPr/>
        </p:nvSpPr>
        <p:spPr>
          <a:xfrm>
            <a:off x="0" y="704088"/>
            <a:ext cx="9144000" cy="4169663"/>
          </a:xfrm>
          <a:prstGeom prst="rect">
            <a:avLst/>
          </a:prstGeom>
          <a:solidFill>
            <a:srgbClr val="0D1B3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 name="TextBox 8"/>
          <p:cNvSpPr txBox="1"/>
          <p:nvPr/>
        </p:nvSpPr>
        <p:spPr>
          <a:xfrm>
            <a:off x="384048" y="868680"/>
            <a:ext cx="4023360" cy="182880"/>
          </a:xfrm>
          <a:prstGeom prst="rect">
            <a:avLst/>
          </a:prstGeom>
          <a:noFill/>
        </p:spPr>
        <p:txBody>
          <a:bodyPr wrap="square" lIns="0" tIns="0" rIns="0" bIns="0" anchor="t">
            <a:spAutoFit/>
          </a:bodyPr>
          <a:lstStyle/>
          <a:p>
            <a:pPr algn="l"/>
            <a:r>
              <a:rPr sz="900" b="1" i="0">
                <a:solidFill>
                  <a:srgbClr val="A8C0D8"/>
                </a:solidFill>
                <a:latin typeface="Montserrat"/>
              </a:rPr>
              <a:t>GENERALES — 40%</a:t>
            </a:r>
          </a:p>
        </p:txBody>
      </p:sp>
      <p:sp>
        <p:nvSpPr>
          <p:cNvPr id="10" name="Rounded Rectangle 9"/>
          <p:cNvSpPr/>
          <p:nvPr/>
        </p:nvSpPr>
        <p:spPr>
          <a:xfrm>
            <a:off x="384048" y="1088136"/>
            <a:ext cx="4023360" cy="146304"/>
          </a:xfrm>
          <a:prstGeom prst="roundRect">
            <a:avLst>
              <a:gd name="adj" fmla="val 50000"/>
            </a:avLst>
          </a:prstGeom>
          <a:solidFill>
            <a:srgbClr val="142A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Rounded Rectangle 10"/>
          <p:cNvSpPr/>
          <p:nvPr/>
        </p:nvSpPr>
        <p:spPr>
          <a:xfrm>
            <a:off x="384048" y="1088136"/>
            <a:ext cx="1609344" cy="146304"/>
          </a:xfrm>
          <a:prstGeom prst="roundRect">
            <a:avLst>
              <a:gd name="adj" fmla="val 50000"/>
            </a:avLst>
          </a:prstGeom>
          <a:solidFill>
            <a:srgbClr val="E54B4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4718304" y="868680"/>
            <a:ext cx="4041648" cy="182880"/>
          </a:xfrm>
          <a:prstGeom prst="rect">
            <a:avLst/>
          </a:prstGeom>
          <a:noFill/>
        </p:spPr>
        <p:txBody>
          <a:bodyPr wrap="square" lIns="0" tIns="0" rIns="0" bIns="0" anchor="t">
            <a:spAutoFit/>
          </a:bodyPr>
          <a:lstStyle/>
          <a:p>
            <a:pPr algn="l"/>
            <a:r>
              <a:rPr sz="900" b="1" i="0">
                <a:solidFill>
                  <a:srgbClr val="A8C0D8"/>
                </a:solidFill>
                <a:latin typeface="Montserrat"/>
              </a:rPr>
              <a:t>PROTECCIÓN CIVIL — 29%</a:t>
            </a:r>
          </a:p>
        </p:txBody>
      </p:sp>
      <p:sp>
        <p:nvSpPr>
          <p:cNvPr id="13" name="Rounded Rectangle 12"/>
          <p:cNvSpPr/>
          <p:nvPr/>
        </p:nvSpPr>
        <p:spPr>
          <a:xfrm>
            <a:off x="4718304" y="1088136"/>
            <a:ext cx="4041648" cy="146304"/>
          </a:xfrm>
          <a:prstGeom prst="roundRect">
            <a:avLst>
              <a:gd name="adj" fmla="val 50000"/>
            </a:avLst>
          </a:prstGeom>
          <a:solidFill>
            <a:srgbClr val="142A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ounded Rectangle 13"/>
          <p:cNvSpPr/>
          <p:nvPr/>
        </p:nvSpPr>
        <p:spPr>
          <a:xfrm>
            <a:off x="4718304" y="1088136"/>
            <a:ext cx="1188720" cy="146304"/>
          </a:xfrm>
          <a:prstGeom prst="roundRect">
            <a:avLst>
              <a:gd name="adj" fmla="val 50000"/>
            </a:avLst>
          </a:prstGeom>
          <a:solidFill>
            <a:srgbClr val="E54B4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384048" y="1536192"/>
            <a:ext cx="5257800" cy="201168"/>
          </a:xfrm>
          <a:prstGeom prst="rect">
            <a:avLst/>
          </a:prstGeom>
          <a:noFill/>
        </p:spPr>
        <p:txBody>
          <a:bodyPr wrap="square" lIns="0" tIns="0" rIns="0" bIns="0" anchor="t">
            <a:spAutoFit/>
          </a:bodyPr>
          <a:lstStyle/>
          <a:p>
            <a:pPr algn="l"/>
            <a:r>
              <a:rPr sz="900" b="1" i="0">
                <a:solidFill>
                  <a:srgbClr val="EB6C01"/>
                </a:solidFill>
                <a:latin typeface="Montserrat"/>
              </a:rPr>
              <a:t>PENDIENTES (15)</a:t>
            </a:r>
          </a:p>
        </p:txBody>
      </p:sp>
      <p:sp>
        <p:nvSpPr>
          <p:cNvPr id="16" name="TextBox 15"/>
          <p:cNvSpPr txBox="1"/>
          <p:nvPr/>
        </p:nvSpPr>
        <p:spPr>
          <a:xfrm>
            <a:off x="384048" y="1792224"/>
            <a:ext cx="5257800" cy="1737360"/>
          </a:xfrm>
          <a:prstGeom prst="rect">
            <a:avLst/>
          </a:prstGeom>
          <a:noFill/>
        </p:spPr>
        <p:txBody>
          <a:bodyPr wrap="square" lIns="0" tIns="0" rIns="0" bIns="0">
            <a:spAutoFit/>
          </a:bodyPr>
          <a:lstStyle/>
          <a:p>
            <a:pPr>
              <a:lnSpc>
                <a:spcPct val="130000"/>
              </a:lnSpc>
              <a:spcAft>
                <a:spcPts val="600"/>
              </a:spcAft>
            </a:pPr>
            <a:r>
              <a:rPr sz="1100" b="1">
                <a:solidFill>
                  <a:srgbClr val="D4E4F2"/>
                </a:solidFill>
                <a:latin typeface="Montserrat"/>
              </a:rPr>
              <a:t>• General: 1 documentos pendientes</a:t>
            </a:r>
          </a:p>
          <a:p>
            <a:pPr>
              <a:lnSpc>
                <a:spcPct val="130000"/>
              </a:lnSpc>
              <a:spcAft>
                <a:spcPts val="600"/>
              </a:spcAft>
            </a:pPr>
            <a:r>
              <a:rPr sz="1100" b="1">
                <a:solidFill>
                  <a:srgbClr val="D4E4F2"/>
                </a:solidFill>
                <a:latin typeface="Montserrat"/>
              </a:rPr>
              <a:t>• Donatarias Autorizadas: 2 documentos pendientes</a:t>
            </a:r>
          </a:p>
          <a:p>
            <a:pPr>
              <a:lnSpc>
                <a:spcPct val="130000"/>
              </a:lnSpc>
              <a:spcAft>
                <a:spcPts val="600"/>
              </a:spcAft>
            </a:pPr>
            <a:r>
              <a:rPr sz="1100" b="1">
                <a:solidFill>
                  <a:srgbClr val="D4E4F2"/>
                </a:solidFill>
                <a:latin typeface="Montserrat"/>
              </a:rPr>
              <a:t>• Protección civil: 12 documentos pendientes</a:t>
            </a:r>
          </a:p>
        </p:txBody>
      </p:sp>
      <p:sp>
        <p:nvSpPr>
          <p:cNvPr id="17" name="Rounded Rectangle 16"/>
          <p:cNvSpPr/>
          <p:nvPr/>
        </p:nvSpPr>
        <p:spPr>
          <a:xfrm>
            <a:off x="5806440" y="1536192"/>
            <a:ext cx="2953512" cy="1874519"/>
          </a:xfrm>
          <a:prstGeom prst="roundRect">
            <a:avLst>
              <a:gd name="adj" fmla="val 6000"/>
            </a:avLst>
          </a:prstGeom>
          <a:solidFill>
            <a:srgbClr val="1A3464"/>
          </a:solidFill>
          <a:ln w="12700">
            <a:solidFill>
              <a:srgbClr val="4F82C2"/>
            </a:solidFill>
            <a:prstDash val="sys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Rounded Rectangle 17"/>
          <p:cNvSpPr/>
          <p:nvPr/>
        </p:nvSpPr>
        <p:spPr>
          <a:xfrm>
            <a:off x="7118604" y="2144267"/>
            <a:ext cx="329184" cy="237744"/>
          </a:xfrm>
          <a:prstGeom prst="roundRect">
            <a:avLst/>
          </a:prstGeom>
          <a:noFill/>
          <a:ln w="15875">
            <a:solidFill>
              <a:srgbClr val="4F82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5806440" y="2455163"/>
            <a:ext cx="2953512" cy="274320"/>
          </a:xfrm>
          <a:prstGeom prst="rect">
            <a:avLst/>
          </a:prstGeom>
          <a:noFill/>
        </p:spPr>
        <p:txBody>
          <a:bodyPr wrap="square" lIns="0" tIns="0" rIns="0" bIns="0" anchor="t">
            <a:spAutoFit/>
          </a:bodyPr>
          <a:lstStyle/>
          <a:p>
            <a:pPr algn="ctr"/>
            <a:r>
              <a:rPr sz="850" b="1" i="0">
                <a:solidFill>
                  <a:srgbClr val="A8C0D8"/>
                </a:solidFill>
                <a:latin typeface="Montserrat"/>
              </a:rPr>
              <a:t>INSERTAR IMAGEN</a:t>
            </a:r>
          </a:p>
        </p:txBody>
      </p:sp>
      <p:sp>
        <p:nvSpPr>
          <p:cNvPr id="20" name="TextBox 19"/>
          <p:cNvSpPr txBox="1"/>
          <p:nvPr/>
        </p:nvSpPr>
        <p:spPr>
          <a:xfrm>
            <a:off x="5806440" y="3118103"/>
            <a:ext cx="2953512" cy="237744"/>
          </a:xfrm>
          <a:prstGeom prst="rect">
            <a:avLst/>
          </a:prstGeom>
          <a:noFill/>
        </p:spPr>
        <p:txBody>
          <a:bodyPr wrap="square" lIns="0" tIns="0" rIns="0" bIns="0" anchor="t">
            <a:spAutoFit/>
          </a:bodyPr>
          <a:lstStyle/>
          <a:p>
            <a:pPr algn="ctr"/>
            <a:r>
              <a:rPr sz="700" b="0" i="1">
                <a:solidFill>
                  <a:srgbClr val="3A5078"/>
                </a:solidFill>
                <a:latin typeface="Montserrat"/>
              </a:rPr>
              <a:t>Evidencia fotográfica / captura de trámite</a:t>
            </a:r>
          </a:p>
        </p:txBody>
      </p:sp>
      <p:sp>
        <p:nvSpPr>
          <p:cNvPr id="21" name="TextBox 20"/>
          <p:cNvSpPr txBox="1"/>
          <p:nvPr/>
        </p:nvSpPr>
        <p:spPr>
          <a:xfrm>
            <a:off x="384048" y="3657600"/>
            <a:ext cx="8375904" cy="201168"/>
          </a:xfrm>
          <a:prstGeom prst="rect">
            <a:avLst/>
          </a:prstGeom>
          <a:noFill/>
        </p:spPr>
        <p:txBody>
          <a:bodyPr wrap="square" lIns="0" tIns="0" rIns="0" bIns="0" anchor="t">
            <a:spAutoFit/>
          </a:bodyPr>
          <a:lstStyle/>
          <a:p>
            <a:pPr algn="l"/>
            <a:r>
              <a:rPr sz="900" b="1" i="0">
                <a:solidFill>
                  <a:srgbClr val="EB6C01"/>
                </a:solidFill>
                <a:latin typeface="Montserrat"/>
              </a:rPr>
              <a:t>ACTUALIZACIÓN DE ESTA SEMANA</a:t>
            </a:r>
          </a:p>
        </p:txBody>
      </p:sp>
      <p:sp>
        <p:nvSpPr>
          <p:cNvPr id="22" name="Rectangle 21"/>
          <p:cNvSpPr/>
          <p:nvPr/>
        </p:nvSpPr>
        <p:spPr>
          <a:xfrm>
            <a:off x="384048" y="3895344"/>
            <a:ext cx="45720" cy="914400"/>
          </a:xfrm>
          <a:prstGeom prst="rect">
            <a:avLst/>
          </a:prstGeom>
          <a:solidFill>
            <a:srgbClr val="4F82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 name="TextBox 22"/>
          <p:cNvSpPr txBox="1"/>
          <p:nvPr/>
        </p:nvSpPr>
        <p:spPr>
          <a:xfrm>
            <a:off x="594360" y="3895344"/>
            <a:ext cx="8138160" cy="914400"/>
          </a:xfrm>
          <a:prstGeom prst="rect">
            <a:avLst/>
          </a:prstGeom>
          <a:noFill/>
        </p:spPr>
        <p:txBody>
          <a:bodyPr wrap="square" lIns="0" tIns="0" rIns="0" bIns="0" anchor="t">
            <a:spAutoFit/>
          </a:bodyPr>
          <a:lstStyle/>
          <a:p>
            <a:pPr algn="l">
              <a:lnSpc>
                <a:spcPct val="125000"/>
              </a:lnSpc>
            </a:pPr>
            <a:r>
              <a:rPr sz="1050" b="0" i="1">
                <a:solidFill>
                  <a:srgbClr val="D4E4F2"/>
                </a:solidFill>
                <a:latin typeface="Montserrat"/>
              </a:rPr>
              <a:t>PIPC: Ya se ingreso pero falta VB pendiente.</a:t>
            </a:r>
          </a:p>
        </p:txBody>
      </p:sp>
      <p:sp>
        <p:nvSpPr>
          <p:cNvPr id="24" name="Rectangle 23"/>
          <p:cNvSpPr/>
          <p:nvPr/>
        </p:nvSpPr>
        <p:spPr>
          <a:xfrm>
            <a:off x="0" y="4873752"/>
            <a:ext cx="9144000" cy="265176"/>
          </a:xfrm>
          <a:prstGeom prst="rect">
            <a:avLst/>
          </a:prstGeom>
          <a:solidFill>
            <a:srgbClr val="1A346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 name="TextBox 24"/>
          <p:cNvSpPr txBox="1"/>
          <p:nvPr/>
        </p:nvSpPr>
        <p:spPr>
          <a:xfrm>
            <a:off x="384048" y="4901184"/>
            <a:ext cx="5029200" cy="182880"/>
          </a:xfrm>
          <a:prstGeom prst="rect">
            <a:avLst/>
          </a:prstGeom>
          <a:noFill/>
        </p:spPr>
        <p:txBody>
          <a:bodyPr wrap="square" lIns="0" tIns="0" rIns="0" bIns="0" anchor="ctr">
            <a:spAutoFit/>
          </a:bodyPr>
          <a:lstStyle/>
          <a:p>
            <a:pPr algn="l"/>
            <a:r>
              <a:rPr sz="700" b="0" i="0">
                <a:solidFill>
                  <a:srgbClr val="8FAECB"/>
                </a:solidFill>
                <a:latin typeface="Montserrat"/>
              </a:rPr>
              <a:t>COORDINACIÓN DE OBRAS Y MANTENIMIENTO RCMA</a:t>
            </a:r>
          </a:p>
        </p:txBody>
      </p:sp>
      <p:sp>
        <p:nvSpPr>
          <p:cNvPr id="26" name="TextBox 25"/>
          <p:cNvSpPr txBox="1"/>
          <p:nvPr/>
        </p:nvSpPr>
        <p:spPr>
          <a:xfrm>
            <a:off x="5650992" y="4901184"/>
            <a:ext cx="2286000" cy="182880"/>
          </a:xfrm>
          <a:prstGeom prst="rect">
            <a:avLst/>
          </a:prstGeom>
          <a:noFill/>
        </p:spPr>
        <p:txBody>
          <a:bodyPr wrap="square" lIns="0" tIns="0" rIns="0" bIns="0" anchor="ctr">
            <a:spAutoFit/>
          </a:bodyPr>
          <a:lstStyle/>
          <a:p>
            <a:pPr algn="r"/>
            <a:r>
              <a:rPr sz="700" b="0" i="0">
                <a:solidFill>
                  <a:srgbClr val="8FAECB"/>
                </a:solidFill>
                <a:latin typeface="Montserrat"/>
              </a:rPr>
              <a:t>Mano Amiga · Cumplimiento Normativo</a:t>
            </a: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9144000" cy="36576"/>
          </a:xfrm>
          <a:prstGeom prst="rect">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0" y="36576"/>
            <a:ext cx="9144000" cy="667512"/>
          </a:xfrm>
          <a:prstGeom prst="rect">
            <a:avLst/>
          </a:prstGeom>
          <a:solidFill>
            <a:srgbClr val="1A346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ounded Rectangle 3"/>
          <p:cNvSpPr/>
          <p:nvPr/>
        </p:nvSpPr>
        <p:spPr>
          <a:xfrm>
            <a:off x="384048" y="118872"/>
            <a:ext cx="1417320" cy="237744"/>
          </a:xfrm>
          <a:prstGeom prst="roundRect">
            <a:avLst>
              <a:gd name="adj" fmla="val 50000"/>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sz="650" b="1">
                <a:solidFill>
                  <a:srgbClr val="FFFFFF"/>
                </a:solidFill>
                <a:latin typeface="Montserrat"/>
              </a:rPr>
              <a:t>CUMPL. NORM.</a:t>
            </a:r>
          </a:p>
        </p:txBody>
      </p:sp>
      <p:sp>
        <p:nvSpPr>
          <p:cNvPr id="5" name="TextBox 4"/>
          <p:cNvSpPr txBox="1"/>
          <p:nvPr/>
        </p:nvSpPr>
        <p:spPr>
          <a:xfrm>
            <a:off x="1901952" y="73152"/>
            <a:ext cx="4572000" cy="402336"/>
          </a:xfrm>
          <a:prstGeom prst="rect">
            <a:avLst/>
          </a:prstGeom>
          <a:noFill/>
        </p:spPr>
        <p:txBody>
          <a:bodyPr wrap="square" lIns="0" tIns="0" rIns="0" bIns="0" anchor="ctr">
            <a:spAutoFit/>
          </a:bodyPr>
          <a:lstStyle/>
          <a:p>
            <a:pPr algn="l"/>
            <a:r>
              <a:rPr sz="1700" b="1" i="0">
                <a:solidFill>
                  <a:srgbClr val="FFFFFF"/>
                </a:solidFill>
                <a:latin typeface="Montserrat"/>
              </a:rPr>
              <a:t>MANO AMIGA LERMA</a:t>
            </a:r>
          </a:p>
        </p:txBody>
      </p:sp>
      <p:sp>
        <p:nvSpPr>
          <p:cNvPr id="6" name="TextBox 5"/>
          <p:cNvSpPr txBox="1"/>
          <p:nvPr/>
        </p:nvSpPr>
        <p:spPr>
          <a:xfrm>
            <a:off x="1901952" y="457200"/>
            <a:ext cx="4114800" cy="201168"/>
          </a:xfrm>
          <a:prstGeom prst="rect">
            <a:avLst/>
          </a:prstGeom>
          <a:noFill/>
        </p:spPr>
        <p:txBody>
          <a:bodyPr wrap="square" lIns="0" tIns="0" rIns="0" bIns="0" anchor="ctr">
            <a:spAutoFit/>
          </a:bodyPr>
          <a:lstStyle/>
          <a:p>
            <a:pPr algn="l"/>
            <a:r>
              <a:rPr sz="900" b="0" i="0">
                <a:solidFill>
                  <a:srgbClr val="A8C0D8"/>
                </a:solidFill>
                <a:latin typeface="Montserrat"/>
              </a:rPr>
              <a:t>México · Estado de México</a:t>
            </a:r>
          </a:p>
        </p:txBody>
      </p:sp>
      <p:sp>
        <p:nvSpPr>
          <p:cNvPr id="7" name="TextBox 6"/>
          <p:cNvSpPr txBox="1"/>
          <p:nvPr/>
        </p:nvSpPr>
        <p:spPr>
          <a:xfrm>
            <a:off x="6309360" y="246888"/>
            <a:ext cx="2450592" cy="182880"/>
          </a:xfrm>
          <a:prstGeom prst="rect">
            <a:avLst/>
          </a:prstGeom>
          <a:noFill/>
        </p:spPr>
        <p:txBody>
          <a:bodyPr wrap="square" lIns="0" tIns="0" rIns="0" bIns="0" anchor="t">
            <a:spAutoFit/>
          </a:bodyPr>
          <a:lstStyle/>
          <a:p>
            <a:pPr algn="r"/>
            <a:r>
              <a:rPr sz="700" b="1" i="0">
                <a:solidFill>
                  <a:srgbClr val="EB6C01"/>
                </a:solidFill>
                <a:latin typeface="Montserrat"/>
              </a:rPr>
              <a:t>AVANCE A LA FECHA</a:t>
            </a:r>
          </a:p>
        </p:txBody>
      </p:sp>
      <p:sp>
        <p:nvSpPr>
          <p:cNvPr id="8" name="Rectangle 7"/>
          <p:cNvSpPr/>
          <p:nvPr/>
        </p:nvSpPr>
        <p:spPr>
          <a:xfrm>
            <a:off x="0" y="704088"/>
            <a:ext cx="9144000" cy="4169663"/>
          </a:xfrm>
          <a:prstGeom prst="rect">
            <a:avLst/>
          </a:prstGeom>
          <a:solidFill>
            <a:srgbClr val="0D1B3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 name="TextBox 8"/>
          <p:cNvSpPr txBox="1"/>
          <p:nvPr/>
        </p:nvSpPr>
        <p:spPr>
          <a:xfrm>
            <a:off x="384048" y="868680"/>
            <a:ext cx="4023360" cy="182880"/>
          </a:xfrm>
          <a:prstGeom prst="rect">
            <a:avLst/>
          </a:prstGeom>
          <a:noFill/>
        </p:spPr>
        <p:txBody>
          <a:bodyPr wrap="square" lIns="0" tIns="0" rIns="0" bIns="0" anchor="t">
            <a:spAutoFit/>
          </a:bodyPr>
          <a:lstStyle/>
          <a:p>
            <a:pPr algn="l"/>
            <a:r>
              <a:rPr sz="900" b="1" i="0">
                <a:solidFill>
                  <a:srgbClr val="A8C0D8"/>
                </a:solidFill>
                <a:latin typeface="Montserrat"/>
              </a:rPr>
              <a:t>GENERALES — 60%</a:t>
            </a:r>
          </a:p>
        </p:txBody>
      </p:sp>
      <p:sp>
        <p:nvSpPr>
          <p:cNvPr id="10" name="Rounded Rectangle 9"/>
          <p:cNvSpPr/>
          <p:nvPr/>
        </p:nvSpPr>
        <p:spPr>
          <a:xfrm>
            <a:off x="384048" y="1088136"/>
            <a:ext cx="4023360" cy="146304"/>
          </a:xfrm>
          <a:prstGeom prst="roundRect">
            <a:avLst>
              <a:gd name="adj" fmla="val 50000"/>
            </a:avLst>
          </a:prstGeom>
          <a:solidFill>
            <a:srgbClr val="142A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Rounded Rectangle 10"/>
          <p:cNvSpPr/>
          <p:nvPr/>
        </p:nvSpPr>
        <p:spPr>
          <a:xfrm>
            <a:off x="384048" y="1088136"/>
            <a:ext cx="2414016" cy="146304"/>
          </a:xfrm>
          <a:prstGeom prst="roundRect">
            <a:avLst>
              <a:gd name="adj" fmla="val 50000"/>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4718304" y="868680"/>
            <a:ext cx="4041648" cy="182880"/>
          </a:xfrm>
          <a:prstGeom prst="rect">
            <a:avLst/>
          </a:prstGeom>
          <a:noFill/>
        </p:spPr>
        <p:txBody>
          <a:bodyPr wrap="square" lIns="0" tIns="0" rIns="0" bIns="0" anchor="t">
            <a:spAutoFit/>
          </a:bodyPr>
          <a:lstStyle/>
          <a:p>
            <a:pPr algn="l"/>
            <a:r>
              <a:rPr sz="900" b="1" i="0">
                <a:solidFill>
                  <a:srgbClr val="A8C0D8"/>
                </a:solidFill>
                <a:latin typeface="Montserrat"/>
              </a:rPr>
              <a:t>PROTECCIÓN CIVIL — 93%</a:t>
            </a:r>
          </a:p>
        </p:txBody>
      </p:sp>
      <p:sp>
        <p:nvSpPr>
          <p:cNvPr id="13" name="Rounded Rectangle 12"/>
          <p:cNvSpPr/>
          <p:nvPr/>
        </p:nvSpPr>
        <p:spPr>
          <a:xfrm>
            <a:off x="4718304" y="1088136"/>
            <a:ext cx="4041648" cy="146304"/>
          </a:xfrm>
          <a:prstGeom prst="roundRect">
            <a:avLst>
              <a:gd name="adj" fmla="val 50000"/>
            </a:avLst>
          </a:prstGeom>
          <a:solidFill>
            <a:srgbClr val="142A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ounded Rectangle 13"/>
          <p:cNvSpPr/>
          <p:nvPr/>
        </p:nvSpPr>
        <p:spPr>
          <a:xfrm>
            <a:off x="4718304" y="1088136"/>
            <a:ext cx="3772204" cy="146304"/>
          </a:xfrm>
          <a:prstGeom prst="roundRect">
            <a:avLst>
              <a:gd name="adj" fmla="val 50000"/>
            </a:avLst>
          </a:prstGeom>
          <a:solidFill>
            <a:srgbClr val="00C1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384048" y="1536192"/>
            <a:ext cx="5257800" cy="201168"/>
          </a:xfrm>
          <a:prstGeom prst="rect">
            <a:avLst/>
          </a:prstGeom>
          <a:noFill/>
        </p:spPr>
        <p:txBody>
          <a:bodyPr wrap="square" lIns="0" tIns="0" rIns="0" bIns="0" anchor="t">
            <a:spAutoFit/>
          </a:bodyPr>
          <a:lstStyle/>
          <a:p>
            <a:pPr algn="l"/>
            <a:r>
              <a:rPr sz="900" b="1" i="0">
                <a:solidFill>
                  <a:srgbClr val="EB6C01"/>
                </a:solidFill>
                <a:latin typeface="Montserrat"/>
              </a:rPr>
              <a:t>PENDIENTES (6)</a:t>
            </a:r>
          </a:p>
        </p:txBody>
      </p:sp>
      <p:sp>
        <p:nvSpPr>
          <p:cNvPr id="16" name="TextBox 15"/>
          <p:cNvSpPr txBox="1"/>
          <p:nvPr/>
        </p:nvSpPr>
        <p:spPr>
          <a:xfrm>
            <a:off x="384048" y="1792224"/>
            <a:ext cx="5257800" cy="1874519"/>
          </a:xfrm>
          <a:prstGeom prst="rect">
            <a:avLst/>
          </a:prstGeom>
          <a:noFill/>
        </p:spPr>
        <p:txBody>
          <a:bodyPr wrap="square" lIns="0" tIns="0" rIns="0" bIns="0">
            <a:spAutoFit/>
          </a:bodyPr>
          <a:lstStyle/>
          <a:p>
            <a:pPr>
              <a:lnSpc>
                <a:spcPct val="108000"/>
              </a:lnSpc>
              <a:spcAft>
                <a:spcPts val="300"/>
              </a:spcAft>
            </a:pPr>
            <a:r>
              <a:rPr sz="900" b="0">
                <a:solidFill>
                  <a:srgbClr val="D4E4F2"/>
                </a:solidFill>
                <a:latin typeface="Montserrat"/>
              </a:rPr>
              <a:t>• General: Uso de suelo  —  Pendiente</a:t>
            </a:r>
          </a:p>
          <a:p>
            <a:pPr>
              <a:lnSpc>
                <a:spcPct val="108000"/>
              </a:lnSpc>
              <a:spcAft>
                <a:spcPts val="300"/>
              </a:spcAft>
            </a:pPr>
            <a:r>
              <a:rPr sz="900" b="0">
                <a:solidFill>
                  <a:srgbClr val="D4E4F2"/>
                </a:solidFill>
                <a:latin typeface="Montserrat"/>
              </a:rPr>
              <a:t>• General: Licencia de funcionamiento  —  Pendiente</a:t>
            </a:r>
          </a:p>
          <a:p>
            <a:pPr>
              <a:lnSpc>
                <a:spcPct val="108000"/>
              </a:lnSpc>
              <a:spcAft>
                <a:spcPts val="300"/>
              </a:spcAft>
            </a:pPr>
            <a:r>
              <a:rPr sz="900" b="0">
                <a:solidFill>
                  <a:srgbClr val="D4E4F2"/>
                </a:solidFill>
                <a:latin typeface="Montserrat"/>
              </a:rPr>
              <a:t>• General: Acuerdo de sesión de RVOE  —  Pendiente</a:t>
            </a:r>
          </a:p>
          <a:p>
            <a:pPr>
              <a:lnSpc>
                <a:spcPct val="108000"/>
              </a:lnSpc>
              <a:spcAft>
                <a:spcPts val="300"/>
              </a:spcAft>
            </a:pPr>
            <a:r>
              <a:rPr sz="900" b="0">
                <a:solidFill>
                  <a:srgbClr val="D4E4F2"/>
                </a:solidFill>
                <a:latin typeface="Montserrat"/>
              </a:rPr>
              <a:t>• Donatarias Autorizadas: Convenio de apoyo económico  —  Retraso</a:t>
            </a:r>
          </a:p>
          <a:p>
            <a:pPr>
              <a:lnSpc>
                <a:spcPct val="108000"/>
              </a:lnSpc>
              <a:spcAft>
                <a:spcPts val="300"/>
              </a:spcAft>
            </a:pPr>
            <a:r>
              <a:rPr sz="900" b="0">
                <a:solidFill>
                  <a:srgbClr val="D4E4F2"/>
                </a:solidFill>
                <a:latin typeface="Montserrat"/>
              </a:rPr>
              <a:t>• Protección civil: Predial  —  Retraso</a:t>
            </a:r>
          </a:p>
          <a:p>
            <a:pPr>
              <a:lnSpc>
                <a:spcPct val="108000"/>
              </a:lnSpc>
              <a:spcAft>
                <a:spcPts val="300"/>
              </a:spcAft>
            </a:pPr>
            <a:r>
              <a:rPr sz="900" b="0">
                <a:solidFill>
                  <a:srgbClr val="D4E4F2"/>
                </a:solidFill>
                <a:latin typeface="Montserrat"/>
              </a:rPr>
              <a:t>• Donatarias Autorizadas: Refrendo de incorporación de RVOE  —  Retraso</a:t>
            </a:r>
          </a:p>
        </p:txBody>
      </p:sp>
      <p:sp>
        <p:nvSpPr>
          <p:cNvPr id="17" name="Rounded Rectangle 16"/>
          <p:cNvSpPr/>
          <p:nvPr/>
        </p:nvSpPr>
        <p:spPr>
          <a:xfrm>
            <a:off x="5806440" y="1536192"/>
            <a:ext cx="2953512" cy="1874519"/>
          </a:xfrm>
          <a:prstGeom prst="roundRect">
            <a:avLst>
              <a:gd name="adj" fmla="val 6000"/>
            </a:avLst>
          </a:prstGeom>
          <a:solidFill>
            <a:srgbClr val="1A3464"/>
          </a:solidFill>
          <a:ln w="12700">
            <a:solidFill>
              <a:srgbClr val="4F82C2"/>
            </a:solidFill>
            <a:prstDash val="sys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Rounded Rectangle 17"/>
          <p:cNvSpPr/>
          <p:nvPr/>
        </p:nvSpPr>
        <p:spPr>
          <a:xfrm>
            <a:off x="7118604" y="2144267"/>
            <a:ext cx="329184" cy="237744"/>
          </a:xfrm>
          <a:prstGeom prst="roundRect">
            <a:avLst/>
          </a:prstGeom>
          <a:noFill/>
          <a:ln w="15875">
            <a:solidFill>
              <a:srgbClr val="4F82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5806440" y="2455163"/>
            <a:ext cx="2953512" cy="274320"/>
          </a:xfrm>
          <a:prstGeom prst="rect">
            <a:avLst/>
          </a:prstGeom>
          <a:noFill/>
        </p:spPr>
        <p:txBody>
          <a:bodyPr wrap="square" lIns="0" tIns="0" rIns="0" bIns="0" anchor="t">
            <a:spAutoFit/>
          </a:bodyPr>
          <a:lstStyle/>
          <a:p>
            <a:pPr algn="ctr"/>
            <a:r>
              <a:rPr sz="850" b="1" i="0">
                <a:solidFill>
                  <a:srgbClr val="A8C0D8"/>
                </a:solidFill>
                <a:latin typeface="Montserrat"/>
              </a:rPr>
              <a:t>INSERTAR IMAGEN</a:t>
            </a:r>
          </a:p>
        </p:txBody>
      </p:sp>
      <p:sp>
        <p:nvSpPr>
          <p:cNvPr id="20" name="TextBox 19"/>
          <p:cNvSpPr txBox="1"/>
          <p:nvPr/>
        </p:nvSpPr>
        <p:spPr>
          <a:xfrm>
            <a:off x="5806440" y="3118103"/>
            <a:ext cx="2953512" cy="237744"/>
          </a:xfrm>
          <a:prstGeom prst="rect">
            <a:avLst/>
          </a:prstGeom>
          <a:noFill/>
        </p:spPr>
        <p:txBody>
          <a:bodyPr wrap="square" lIns="0" tIns="0" rIns="0" bIns="0" anchor="t">
            <a:spAutoFit/>
          </a:bodyPr>
          <a:lstStyle/>
          <a:p>
            <a:pPr algn="ctr"/>
            <a:r>
              <a:rPr sz="700" b="0" i="1">
                <a:solidFill>
                  <a:srgbClr val="3A5078"/>
                </a:solidFill>
                <a:latin typeface="Montserrat"/>
              </a:rPr>
              <a:t>Evidencia fotográfica / captura de trámite</a:t>
            </a:r>
          </a:p>
        </p:txBody>
      </p:sp>
      <p:sp>
        <p:nvSpPr>
          <p:cNvPr id="21" name="TextBox 20"/>
          <p:cNvSpPr txBox="1"/>
          <p:nvPr/>
        </p:nvSpPr>
        <p:spPr>
          <a:xfrm>
            <a:off x="384048" y="3657600"/>
            <a:ext cx="8375904" cy="201168"/>
          </a:xfrm>
          <a:prstGeom prst="rect">
            <a:avLst/>
          </a:prstGeom>
          <a:noFill/>
        </p:spPr>
        <p:txBody>
          <a:bodyPr wrap="square" lIns="0" tIns="0" rIns="0" bIns="0" anchor="t">
            <a:spAutoFit/>
          </a:bodyPr>
          <a:lstStyle/>
          <a:p>
            <a:pPr algn="l"/>
            <a:r>
              <a:rPr sz="900" b="1" i="0">
                <a:solidFill>
                  <a:srgbClr val="EB6C01"/>
                </a:solidFill>
                <a:latin typeface="Montserrat"/>
              </a:rPr>
              <a:t>ACTUALIZACIÓN DE ESTA SEMANA</a:t>
            </a:r>
          </a:p>
        </p:txBody>
      </p:sp>
      <p:sp>
        <p:nvSpPr>
          <p:cNvPr id="22" name="Rectangle 21"/>
          <p:cNvSpPr/>
          <p:nvPr/>
        </p:nvSpPr>
        <p:spPr>
          <a:xfrm>
            <a:off x="384048" y="3895344"/>
            <a:ext cx="45720" cy="914400"/>
          </a:xfrm>
          <a:prstGeom prst="rect">
            <a:avLst/>
          </a:prstGeom>
          <a:solidFill>
            <a:srgbClr val="4F82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 name="TextBox 22"/>
          <p:cNvSpPr txBox="1"/>
          <p:nvPr/>
        </p:nvSpPr>
        <p:spPr>
          <a:xfrm>
            <a:off x="594360" y="3895344"/>
            <a:ext cx="8138160" cy="914400"/>
          </a:xfrm>
          <a:prstGeom prst="rect">
            <a:avLst/>
          </a:prstGeom>
          <a:noFill/>
        </p:spPr>
        <p:txBody>
          <a:bodyPr wrap="square" lIns="0" tIns="0" rIns="0" bIns="0" anchor="t">
            <a:spAutoFit/>
          </a:bodyPr>
          <a:lstStyle/>
          <a:p>
            <a:pPr algn="l">
              <a:lnSpc>
                <a:spcPct val="125000"/>
              </a:lnSpc>
            </a:pPr>
            <a:r>
              <a:rPr sz="1050" b="0" i="1">
                <a:solidFill>
                  <a:srgbClr val="D4E4F2"/>
                </a:solidFill>
                <a:latin typeface="Montserrat"/>
              </a:rPr>
              <a:t>Sin novedades reportadas esta semana — seguimiento continúa conforme al programa de cumplimiento.</a:t>
            </a:r>
          </a:p>
        </p:txBody>
      </p:sp>
      <p:sp>
        <p:nvSpPr>
          <p:cNvPr id="24" name="Rectangle 23"/>
          <p:cNvSpPr/>
          <p:nvPr/>
        </p:nvSpPr>
        <p:spPr>
          <a:xfrm>
            <a:off x="0" y="4873752"/>
            <a:ext cx="9144000" cy="265176"/>
          </a:xfrm>
          <a:prstGeom prst="rect">
            <a:avLst/>
          </a:prstGeom>
          <a:solidFill>
            <a:srgbClr val="1A346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 name="TextBox 24"/>
          <p:cNvSpPr txBox="1"/>
          <p:nvPr/>
        </p:nvSpPr>
        <p:spPr>
          <a:xfrm>
            <a:off x="384048" y="4901184"/>
            <a:ext cx="5029200" cy="182880"/>
          </a:xfrm>
          <a:prstGeom prst="rect">
            <a:avLst/>
          </a:prstGeom>
          <a:noFill/>
        </p:spPr>
        <p:txBody>
          <a:bodyPr wrap="square" lIns="0" tIns="0" rIns="0" bIns="0" anchor="ctr">
            <a:spAutoFit/>
          </a:bodyPr>
          <a:lstStyle/>
          <a:p>
            <a:pPr algn="l"/>
            <a:r>
              <a:rPr sz="700" b="0" i="0">
                <a:solidFill>
                  <a:srgbClr val="8FAECB"/>
                </a:solidFill>
                <a:latin typeface="Montserrat"/>
              </a:rPr>
              <a:t>COORDINACIÓN DE OBRAS Y MANTENIMIENTO RCMA</a:t>
            </a:r>
          </a:p>
        </p:txBody>
      </p:sp>
      <p:sp>
        <p:nvSpPr>
          <p:cNvPr id="26" name="TextBox 25"/>
          <p:cNvSpPr txBox="1"/>
          <p:nvPr/>
        </p:nvSpPr>
        <p:spPr>
          <a:xfrm>
            <a:off x="5650992" y="4901184"/>
            <a:ext cx="2286000" cy="182880"/>
          </a:xfrm>
          <a:prstGeom prst="rect">
            <a:avLst/>
          </a:prstGeom>
          <a:noFill/>
        </p:spPr>
        <p:txBody>
          <a:bodyPr wrap="square" lIns="0" tIns="0" rIns="0" bIns="0" anchor="ctr">
            <a:spAutoFit/>
          </a:bodyPr>
          <a:lstStyle/>
          <a:p>
            <a:pPr algn="r"/>
            <a:r>
              <a:rPr sz="700" b="0" i="0">
                <a:solidFill>
                  <a:srgbClr val="8FAECB"/>
                </a:solidFill>
                <a:latin typeface="Montserrat"/>
              </a:rPr>
              <a:t>Mano Amiga · Cumplimiento Normativo</a:t>
            </a:r>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9144000" cy="36576"/>
          </a:xfrm>
          <a:prstGeom prst="rect">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0" y="36576"/>
            <a:ext cx="9144000" cy="667512"/>
          </a:xfrm>
          <a:prstGeom prst="rect">
            <a:avLst/>
          </a:prstGeom>
          <a:solidFill>
            <a:srgbClr val="1A346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ounded Rectangle 3"/>
          <p:cNvSpPr/>
          <p:nvPr/>
        </p:nvSpPr>
        <p:spPr>
          <a:xfrm>
            <a:off x="384048" y="118872"/>
            <a:ext cx="1417320" cy="237744"/>
          </a:xfrm>
          <a:prstGeom prst="roundRect">
            <a:avLst>
              <a:gd name="adj" fmla="val 50000"/>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sz="650" b="1">
                <a:solidFill>
                  <a:srgbClr val="FFFFFF"/>
                </a:solidFill>
                <a:latin typeface="Montserrat"/>
              </a:rPr>
              <a:t>CUMPL. NORM.</a:t>
            </a:r>
          </a:p>
        </p:txBody>
      </p:sp>
      <p:sp>
        <p:nvSpPr>
          <p:cNvPr id="5" name="TextBox 4"/>
          <p:cNvSpPr txBox="1"/>
          <p:nvPr/>
        </p:nvSpPr>
        <p:spPr>
          <a:xfrm>
            <a:off x="1901952" y="73152"/>
            <a:ext cx="4572000" cy="402336"/>
          </a:xfrm>
          <a:prstGeom prst="rect">
            <a:avLst/>
          </a:prstGeom>
          <a:noFill/>
        </p:spPr>
        <p:txBody>
          <a:bodyPr wrap="square" lIns="0" tIns="0" rIns="0" bIns="0" anchor="ctr">
            <a:spAutoFit/>
          </a:bodyPr>
          <a:lstStyle/>
          <a:p>
            <a:pPr algn="l"/>
            <a:r>
              <a:rPr sz="1700" b="1" i="0">
                <a:solidFill>
                  <a:srgbClr val="FFFFFF"/>
                </a:solidFill>
                <a:latin typeface="Montserrat"/>
              </a:rPr>
              <a:t>MANO AMIGA MORELIA</a:t>
            </a:r>
          </a:p>
        </p:txBody>
      </p:sp>
      <p:sp>
        <p:nvSpPr>
          <p:cNvPr id="6" name="TextBox 5"/>
          <p:cNvSpPr txBox="1"/>
          <p:nvPr/>
        </p:nvSpPr>
        <p:spPr>
          <a:xfrm>
            <a:off x="1901952" y="457200"/>
            <a:ext cx="4114800" cy="201168"/>
          </a:xfrm>
          <a:prstGeom prst="rect">
            <a:avLst/>
          </a:prstGeom>
          <a:noFill/>
        </p:spPr>
        <p:txBody>
          <a:bodyPr wrap="square" lIns="0" tIns="0" rIns="0" bIns="0" anchor="ctr">
            <a:spAutoFit/>
          </a:bodyPr>
          <a:lstStyle/>
          <a:p>
            <a:pPr algn="l"/>
            <a:r>
              <a:rPr sz="900" b="0" i="0">
                <a:solidFill>
                  <a:srgbClr val="A8C0D8"/>
                </a:solidFill>
                <a:latin typeface="Montserrat"/>
              </a:rPr>
              <a:t>México · Michoacán</a:t>
            </a:r>
          </a:p>
        </p:txBody>
      </p:sp>
      <p:sp>
        <p:nvSpPr>
          <p:cNvPr id="7" name="TextBox 6"/>
          <p:cNvSpPr txBox="1"/>
          <p:nvPr/>
        </p:nvSpPr>
        <p:spPr>
          <a:xfrm>
            <a:off x="6309360" y="246888"/>
            <a:ext cx="2450592" cy="182880"/>
          </a:xfrm>
          <a:prstGeom prst="rect">
            <a:avLst/>
          </a:prstGeom>
          <a:noFill/>
        </p:spPr>
        <p:txBody>
          <a:bodyPr wrap="square" lIns="0" tIns="0" rIns="0" bIns="0" anchor="t">
            <a:spAutoFit/>
          </a:bodyPr>
          <a:lstStyle/>
          <a:p>
            <a:pPr algn="r"/>
            <a:r>
              <a:rPr sz="700" b="1" i="0">
                <a:solidFill>
                  <a:srgbClr val="EB6C01"/>
                </a:solidFill>
                <a:latin typeface="Montserrat"/>
              </a:rPr>
              <a:t>AVANCE A LA FECHA</a:t>
            </a:r>
          </a:p>
        </p:txBody>
      </p:sp>
      <p:sp>
        <p:nvSpPr>
          <p:cNvPr id="8" name="Rectangle 7"/>
          <p:cNvSpPr/>
          <p:nvPr/>
        </p:nvSpPr>
        <p:spPr>
          <a:xfrm>
            <a:off x="0" y="704088"/>
            <a:ext cx="9144000" cy="4169663"/>
          </a:xfrm>
          <a:prstGeom prst="rect">
            <a:avLst/>
          </a:prstGeom>
          <a:solidFill>
            <a:srgbClr val="0D1B3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 name="TextBox 8"/>
          <p:cNvSpPr txBox="1"/>
          <p:nvPr/>
        </p:nvSpPr>
        <p:spPr>
          <a:xfrm>
            <a:off x="384048" y="868680"/>
            <a:ext cx="4023360" cy="182880"/>
          </a:xfrm>
          <a:prstGeom prst="rect">
            <a:avLst/>
          </a:prstGeom>
          <a:noFill/>
        </p:spPr>
        <p:txBody>
          <a:bodyPr wrap="square" lIns="0" tIns="0" rIns="0" bIns="0" anchor="t">
            <a:spAutoFit/>
          </a:bodyPr>
          <a:lstStyle/>
          <a:p>
            <a:pPr algn="l"/>
            <a:r>
              <a:rPr sz="900" b="1" i="0">
                <a:solidFill>
                  <a:srgbClr val="A8C0D8"/>
                </a:solidFill>
                <a:latin typeface="Montserrat"/>
              </a:rPr>
              <a:t>GENERALES — 88%</a:t>
            </a:r>
          </a:p>
        </p:txBody>
      </p:sp>
      <p:sp>
        <p:nvSpPr>
          <p:cNvPr id="10" name="Rounded Rectangle 9"/>
          <p:cNvSpPr/>
          <p:nvPr/>
        </p:nvSpPr>
        <p:spPr>
          <a:xfrm>
            <a:off x="384048" y="1088136"/>
            <a:ext cx="4023360" cy="146304"/>
          </a:xfrm>
          <a:prstGeom prst="roundRect">
            <a:avLst>
              <a:gd name="adj" fmla="val 50000"/>
            </a:avLst>
          </a:prstGeom>
          <a:solidFill>
            <a:srgbClr val="142A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Rounded Rectangle 10"/>
          <p:cNvSpPr/>
          <p:nvPr/>
        </p:nvSpPr>
        <p:spPr>
          <a:xfrm>
            <a:off x="384048" y="1088136"/>
            <a:ext cx="3550023" cy="146304"/>
          </a:xfrm>
          <a:prstGeom prst="roundRect">
            <a:avLst>
              <a:gd name="adj" fmla="val 50000"/>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4718304" y="868680"/>
            <a:ext cx="4041648" cy="182880"/>
          </a:xfrm>
          <a:prstGeom prst="rect">
            <a:avLst/>
          </a:prstGeom>
          <a:noFill/>
        </p:spPr>
        <p:txBody>
          <a:bodyPr wrap="square" lIns="0" tIns="0" rIns="0" bIns="0" anchor="t">
            <a:spAutoFit/>
          </a:bodyPr>
          <a:lstStyle/>
          <a:p>
            <a:pPr algn="l"/>
            <a:r>
              <a:rPr sz="900" b="1" i="0">
                <a:solidFill>
                  <a:srgbClr val="A8C0D8"/>
                </a:solidFill>
                <a:latin typeface="Montserrat"/>
              </a:rPr>
              <a:t>PROTECCIÓN CIVIL — 56%</a:t>
            </a:r>
          </a:p>
        </p:txBody>
      </p:sp>
      <p:sp>
        <p:nvSpPr>
          <p:cNvPr id="13" name="Rounded Rectangle 12"/>
          <p:cNvSpPr/>
          <p:nvPr/>
        </p:nvSpPr>
        <p:spPr>
          <a:xfrm>
            <a:off x="4718304" y="1088136"/>
            <a:ext cx="4041648" cy="146304"/>
          </a:xfrm>
          <a:prstGeom prst="roundRect">
            <a:avLst>
              <a:gd name="adj" fmla="val 50000"/>
            </a:avLst>
          </a:prstGeom>
          <a:solidFill>
            <a:srgbClr val="142A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ounded Rectangle 13"/>
          <p:cNvSpPr/>
          <p:nvPr/>
        </p:nvSpPr>
        <p:spPr>
          <a:xfrm>
            <a:off x="4718304" y="1088136"/>
            <a:ext cx="2273427" cy="146304"/>
          </a:xfrm>
          <a:prstGeom prst="roundRect">
            <a:avLst>
              <a:gd name="adj" fmla="val 50000"/>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384048" y="1536192"/>
            <a:ext cx="5257800" cy="201168"/>
          </a:xfrm>
          <a:prstGeom prst="rect">
            <a:avLst/>
          </a:prstGeom>
          <a:noFill/>
        </p:spPr>
        <p:txBody>
          <a:bodyPr wrap="square" lIns="0" tIns="0" rIns="0" bIns="0" anchor="t">
            <a:spAutoFit/>
          </a:bodyPr>
          <a:lstStyle/>
          <a:p>
            <a:pPr algn="l"/>
            <a:r>
              <a:rPr sz="900" b="1" i="0">
                <a:solidFill>
                  <a:srgbClr val="EB6C01"/>
                </a:solidFill>
                <a:latin typeface="Montserrat"/>
              </a:rPr>
              <a:t>PENDIENTES (7)</a:t>
            </a:r>
          </a:p>
        </p:txBody>
      </p:sp>
      <p:sp>
        <p:nvSpPr>
          <p:cNvPr id="16" name="TextBox 15"/>
          <p:cNvSpPr txBox="1"/>
          <p:nvPr/>
        </p:nvSpPr>
        <p:spPr>
          <a:xfrm>
            <a:off x="384048" y="1792224"/>
            <a:ext cx="5257800" cy="1874519"/>
          </a:xfrm>
          <a:prstGeom prst="rect">
            <a:avLst/>
          </a:prstGeom>
          <a:noFill/>
        </p:spPr>
        <p:txBody>
          <a:bodyPr wrap="square" lIns="0" tIns="0" rIns="0" bIns="0">
            <a:spAutoFit/>
          </a:bodyPr>
          <a:lstStyle/>
          <a:p>
            <a:pPr>
              <a:lnSpc>
                <a:spcPct val="108000"/>
              </a:lnSpc>
              <a:spcAft>
                <a:spcPts val="300"/>
              </a:spcAft>
            </a:pPr>
            <a:r>
              <a:rPr sz="900" b="0">
                <a:solidFill>
                  <a:srgbClr val="D4E4F2"/>
                </a:solidFill>
                <a:latin typeface="Montserrat"/>
              </a:rPr>
              <a:t>• Protección civil: Comité interno de protección civil  —  Retraso</a:t>
            </a:r>
          </a:p>
          <a:p>
            <a:pPr>
              <a:lnSpc>
                <a:spcPct val="108000"/>
              </a:lnSpc>
              <a:spcAft>
                <a:spcPts val="300"/>
              </a:spcAft>
            </a:pPr>
            <a:r>
              <a:rPr sz="900" b="0">
                <a:solidFill>
                  <a:srgbClr val="D4E4F2"/>
                </a:solidFill>
                <a:latin typeface="Montserrat"/>
              </a:rPr>
              <a:t>• Donatarias Autorizadas: Convenio de apoyo económico  —  Retraso</a:t>
            </a:r>
          </a:p>
          <a:p>
            <a:pPr>
              <a:lnSpc>
                <a:spcPct val="108000"/>
              </a:lnSpc>
              <a:spcAft>
                <a:spcPts val="300"/>
              </a:spcAft>
            </a:pPr>
            <a:r>
              <a:rPr sz="900" b="0">
                <a:solidFill>
                  <a:srgbClr val="D4E4F2"/>
                </a:solidFill>
                <a:latin typeface="Montserrat"/>
              </a:rPr>
              <a:t>• Protección civil: Plan de continuidad de operaciones  —  Retraso</a:t>
            </a:r>
          </a:p>
          <a:p>
            <a:pPr>
              <a:lnSpc>
                <a:spcPct val="108000"/>
              </a:lnSpc>
              <a:spcAft>
                <a:spcPts val="300"/>
              </a:spcAft>
            </a:pPr>
            <a:r>
              <a:rPr sz="900" b="0">
                <a:solidFill>
                  <a:srgbClr val="D4E4F2"/>
                </a:solidFill>
                <a:latin typeface="Montserrat"/>
              </a:rPr>
              <a:t>• Protección civil: Programa Interno de Protección Civil  —  Retraso</a:t>
            </a:r>
          </a:p>
          <a:p>
            <a:pPr>
              <a:lnSpc>
                <a:spcPct val="108000"/>
              </a:lnSpc>
              <a:spcAft>
                <a:spcPts val="300"/>
              </a:spcAft>
            </a:pPr>
            <a:r>
              <a:rPr sz="900" b="0">
                <a:solidFill>
                  <a:srgbClr val="D4E4F2"/>
                </a:solidFill>
                <a:latin typeface="Montserrat"/>
              </a:rPr>
              <a:t>• Donatarias Autorizadas: Refrendo de incorporación de RVOE  —  Retraso</a:t>
            </a:r>
          </a:p>
          <a:p>
            <a:pPr>
              <a:lnSpc>
                <a:spcPct val="108000"/>
              </a:lnSpc>
              <a:spcAft>
                <a:spcPts val="300"/>
              </a:spcAft>
            </a:pPr>
            <a:r>
              <a:rPr sz="900" b="0">
                <a:solidFill>
                  <a:srgbClr val="D4E4F2"/>
                </a:solidFill>
                <a:latin typeface="Montserrat"/>
              </a:rPr>
              <a:t>• Protección civil: Visto bueno de Programa de protección civil  —  Retraso</a:t>
            </a:r>
          </a:p>
          <a:p>
            <a:pPr>
              <a:lnSpc>
                <a:spcPct val="108000"/>
              </a:lnSpc>
              <a:spcAft>
                <a:spcPts val="300"/>
              </a:spcAft>
            </a:pPr>
            <a:r>
              <a:rPr sz="900" b="0">
                <a:solidFill>
                  <a:srgbClr val="D4E4F2"/>
                </a:solidFill>
                <a:latin typeface="Montserrat"/>
              </a:rPr>
              <a:t>• Protección civil: Visto Bueno de Seguridad y Operación ( Visto bueno Bomberos)  —  Retraso</a:t>
            </a:r>
          </a:p>
        </p:txBody>
      </p:sp>
      <p:sp>
        <p:nvSpPr>
          <p:cNvPr id="17" name="Rounded Rectangle 16"/>
          <p:cNvSpPr/>
          <p:nvPr/>
        </p:nvSpPr>
        <p:spPr>
          <a:xfrm>
            <a:off x="5806440" y="1536192"/>
            <a:ext cx="2953512" cy="1874519"/>
          </a:xfrm>
          <a:prstGeom prst="roundRect">
            <a:avLst>
              <a:gd name="adj" fmla="val 6000"/>
            </a:avLst>
          </a:prstGeom>
          <a:solidFill>
            <a:srgbClr val="1A3464"/>
          </a:solidFill>
          <a:ln w="12700">
            <a:solidFill>
              <a:srgbClr val="4F82C2"/>
            </a:solidFill>
            <a:prstDash val="sys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Rounded Rectangle 17"/>
          <p:cNvSpPr/>
          <p:nvPr/>
        </p:nvSpPr>
        <p:spPr>
          <a:xfrm>
            <a:off x="7118604" y="2144267"/>
            <a:ext cx="329184" cy="237744"/>
          </a:xfrm>
          <a:prstGeom prst="roundRect">
            <a:avLst/>
          </a:prstGeom>
          <a:noFill/>
          <a:ln w="15875">
            <a:solidFill>
              <a:srgbClr val="4F82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5806440" y="2455163"/>
            <a:ext cx="2953512" cy="274320"/>
          </a:xfrm>
          <a:prstGeom prst="rect">
            <a:avLst/>
          </a:prstGeom>
          <a:noFill/>
        </p:spPr>
        <p:txBody>
          <a:bodyPr wrap="square" lIns="0" tIns="0" rIns="0" bIns="0" anchor="t">
            <a:spAutoFit/>
          </a:bodyPr>
          <a:lstStyle/>
          <a:p>
            <a:pPr algn="ctr"/>
            <a:r>
              <a:rPr sz="850" b="1" i="0">
                <a:solidFill>
                  <a:srgbClr val="A8C0D8"/>
                </a:solidFill>
                <a:latin typeface="Montserrat"/>
              </a:rPr>
              <a:t>INSERTAR IMAGEN</a:t>
            </a:r>
          </a:p>
        </p:txBody>
      </p:sp>
      <p:sp>
        <p:nvSpPr>
          <p:cNvPr id="20" name="TextBox 19"/>
          <p:cNvSpPr txBox="1"/>
          <p:nvPr/>
        </p:nvSpPr>
        <p:spPr>
          <a:xfrm>
            <a:off x="5806440" y="3118103"/>
            <a:ext cx="2953512" cy="237744"/>
          </a:xfrm>
          <a:prstGeom prst="rect">
            <a:avLst/>
          </a:prstGeom>
          <a:noFill/>
        </p:spPr>
        <p:txBody>
          <a:bodyPr wrap="square" lIns="0" tIns="0" rIns="0" bIns="0" anchor="t">
            <a:spAutoFit/>
          </a:bodyPr>
          <a:lstStyle/>
          <a:p>
            <a:pPr algn="ctr"/>
            <a:r>
              <a:rPr sz="700" b="0" i="1">
                <a:solidFill>
                  <a:srgbClr val="3A5078"/>
                </a:solidFill>
                <a:latin typeface="Montserrat"/>
              </a:rPr>
              <a:t>Evidencia fotográfica / captura de trámite</a:t>
            </a:r>
          </a:p>
        </p:txBody>
      </p:sp>
      <p:sp>
        <p:nvSpPr>
          <p:cNvPr id="21" name="TextBox 20"/>
          <p:cNvSpPr txBox="1"/>
          <p:nvPr/>
        </p:nvSpPr>
        <p:spPr>
          <a:xfrm>
            <a:off x="384048" y="3657600"/>
            <a:ext cx="8375904" cy="201168"/>
          </a:xfrm>
          <a:prstGeom prst="rect">
            <a:avLst/>
          </a:prstGeom>
          <a:noFill/>
        </p:spPr>
        <p:txBody>
          <a:bodyPr wrap="square" lIns="0" tIns="0" rIns="0" bIns="0" anchor="t">
            <a:spAutoFit/>
          </a:bodyPr>
          <a:lstStyle/>
          <a:p>
            <a:pPr algn="l"/>
            <a:r>
              <a:rPr sz="900" b="1" i="0">
                <a:solidFill>
                  <a:srgbClr val="EB6C01"/>
                </a:solidFill>
                <a:latin typeface="Montserrat"/>
              </a:rPr>
              <a:t>ACTUALIZACIÓN DE ESTA SEMANA</a:t>
            </a:r>
          </a:p>
        </p:txBody>
      </p:sp>
      <p:sp>
        <p:nvSpPr>
          <p:cNvPr id="22" name="Rectangle 21"/>
          <p:cNvSpPr/>
          <p:nvPr/>
        </p:nvSpPr>
        <p:spPr>
          <a:xfrm>
            <a:off x="384048" y="3895344"/>
            <a:ext cx="45720" cy="914400"/>
          </a:xfrm>
          <a:prstGeom prst="rect">
            <a:avLst/>
          </a:prstGeom>
          <a:solidFill>
            <a:srgbClr val="4F82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 name="TextBox 22"/>
          <p:cNvSpPr txBox="1"/>
          <p:nvPr/>
        </p:nvSpPr>
        <p:spPr>
          <a:xfrm>
            <a:off x="594360" y="3895344"/>
            <a:ext cx="8138160" cy="914400"/>
          </a:xfrm>
          <a:prstGeom prst="rect">
            <a:avLst/>
          </a:prstGeom>
          <a:noFill/>
        </p:spPr>
        <p:txBody>
          <a:bodyPr wrap="square" lIns="0" tIns="0" rIns="0" bIns="0" anchor="t">
            <a:spAutoFit/>
          </a:bodyPr>
          <a:lstStyle/>
          <a:p>
            <a:pPr algn="l">
              <a:lnSpc>
                <a:spcPct val="125000"/>
              </a:lnSpc>
            </a:pPr>
            <a:r>
              <a:rPr sz="1050" b="0" i="1">
                <a:solidFill>
                  <a:srgbClr val="D4E4F2"/>
                </a:solidFill>
                <a:latin typeface="Montserrat"/>
              </a:rPr>
              <a:t>No cuenta con las capacitaciones derivado a que fue agendado muy tarde el proceedor de servicios de protección civil. Ya se ingreso a la autoridad PIPC, pendiente carpeta.</a:t>
            </a:r>
          </a:p>
        </p:txBody>
      </p:sp>
      <p:sp>
        <p:nvSpPr>
          <p:cNvPr id="24" name="Rectangle 23"/>
          <p:cNvSpPr/>
          <p:nvPr/>
        </p:nvSpPr>
        <p:spPr>
          <a:xfrm>
            <a:off x="0" y="4873752"/>
            <a:ext cx="9144000" cy="265176"/>
          </a:xfrm>
          <a:prstGeom prst="rect">
            <a:avLst/>
          </a:prstGeom>
          <a:solidFill>
            <a:srgbClr val="1A346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 name="TextBox 24"/>
          <p:cNvSpPr txBox="1"/>
          <p:nvPr/>
        </p:nvSpPr>
        <p:spPr>
          <a:xfrm>
            <a:off x="384048" y="4901184"/>
            <a:ext cx="5029200" cy="182880"/>
          </a:xfrm>
          <a:prstGeom prst="rect">
            <a:avLst/>
          </a:prstGeom>
          <a:noFill/>
        </p:spPr>
        <p:txBody>
          <a:bodyPr wrap="square" lIns="0" tIns="0" rIns="0" bIns="0" anchor="ctr">
            <a:spAutoFit/>
          </a:bodyPr>
          <a:lstStyle/>
          <a:p>
            <a:pPr algn="l"/>
            <a:r>
              <a:rPr sz="700" b="0" i="0">
                <a:solidFill>
                  <a:srgbClr val="8FAECB"/>
                </a:solidFill>
                <a:latin typeface="Montserrat"/>
              </a:rPr>
              <a:t>COORDINACIÓN DE OBRAS Y MANTENIMIENTO RCMA</a:t>
            </a:r>
          </a:p>
        </p:txBody>
      </p:sp>
      <p:sp>
        <p:nvSpPr>
          <p:cNvPr id="26" name="TextBox 25"/>
          <p:cNvSpPr txBox="1"/>
          <p:nvPr/>
        </p:nvSpPr>
        <p:spPr>
          <a:xfrm>
            <a:off x="5650992" y="4901184"/>
            <a:ext cx="2286000" cy="182880"/>
          </a:xfrm>
          <a:prstGeom prst="rect">
            <a:avLst/>
          </a:prstGeom>
          <a:noFill/>
        </p:spPr>
        <p:txBody>
          <a:bodyPr wrap="square" lIns="0" tIns="0" rIns="0" bIns="0" anchor="ctr">
            <a:spAutoFit/>
          </a:bodyPr>
          <a:lstStyle/>
          <a:p>
            <a:pPr algn="r"/>
            <a:r>
              <a:rPr sz="700" b="0" i="0">
                <a:solidFill>
                  <a:srgbClr val="8FAECB"/>
                </a:solidFill>
                <a:latin typeface="Montserrat"/>
              </a:rPr>
              <a:t>Mano Amiga · Cumplimiento Normativo</a:t>
            </a:r>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9144000" cy="36576"/>
          </a:xfrm>
          <a:prstGeom prst="rect">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0" y="36576"/>
            <a:ext cx="9144000" cy="667512"/>
          </a:xfrm>
          <a:prstGeom prst="rect">
            <a:avLst/>
          </a:prstGeom>
          <a:solidFill>
            <a:srgbClr val="1A346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ounded Rectangle 3"/>
          <p:cNvSpPr/>
          <p:nvPr/>
        </p:nvSpPr>
        <p:spPr>
          <a:xfrm>
            <a:off x="384048" y="118872"/>
            <a:ext cx="1417320" cy="237744"/>
          </a:xfrm>
          <a:prstGeom prst="roundRect">
            <a:avLst>
              <a:gd name="adj" fmla="val 50000"/>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sz="650" b="1">
                <a:solidFill>
                  <a:srgbClr val="FFFFFF"/>
                </a:solidFill>
                <a:latin typeface="Montserrat"/>
              </a:rPr>
              <a:t>CUMPL. NORM.</a:t>
            </a:r>
          </a:p>
        </p:txBody>
      </p:sp>
      <p:sp>
        <p:nvSpPr>
          <p:cNvPr id="5" name="TextBox 4"/>
          <p:cNvSpPr txBox="1"/>
          <p:nvPr/>
        </p:nvSpPr>
        <p:spPr>
          <a:xfrm>
            <a:off x="1901952" y="73152"/>
            <a:ext cx="4572000" cy="402336"/>
          </a:xfrm>
          <a:prstGeom prst="rect">
            <a:avLst/>
          </a:prstGeom>
          <a:noFill/>
        </p:spPr>
        <p:txBody>
          <a:bodyPr wrap="square" lIns="0" tIns="0" rIns="0" bIns="0" anchor="ctr">
            <a:spAutoFit/>
          </a:bodyPr>
          <a:lstStyle/>
          <a:p>
            <a:pPr algn="l"/>
            <a:r>
              <a:rPr sz="1700" b="1" i="0">
                <a:solidFill>
                  <a:srgbClr val="FFFFFF"/>
                </a:solidFill>
                <a:latin typeface="Montserrat"/>
              </a:rPr>
              <a:t>MANO AMIGA PUEBLA</a:t>
            </a:r>
          </a:p>
        </p:txBody>
      </p:sp>
      <p:sp>
        <p:nvSpPr>
          <p:cNvPr id="6" name="TextBox 5"/>
          <p:cNvSpPr txBox="1"/>
          <p:nvPr/>
        </p:nvSpPr>
        <p:spPr>
          <a:xfrm>
            <a:off x="1901952" y="457200"/>
            <a:ext cx="4114800" cy="201168"/>
          </a:xfrm>
          <a:prstGeom prst="rect">
            <a:avLst/>
          </a:prstGeom>
          <a:noFill/>
        </p:spPr>
        <p:txBody>
          <a:bodyPr wrap="square" lIns="0" tIns="0" rIns="0" bIns="0" anchor="ctr">
            <a:spAutoFit/>
          </a:bodyPr>
          <a:lstStyle/>
          <a:p>
            <a:pPr algn="l"/>
            <a:r>
              <a:rPr sz="900" b="0" i="0">
                <a:solidFill>
                  <a:srgbClr val="A8C0D8"/>
                </a:solidFill>
                <a:latin typeface="Montserrat"/>
              </a:rPr>
              <a:t>México · Puebla</a:t>
            </a:r>
          </a:p>
        </p:txBody>
      </p:sp>
      <p:sp>
        <p:nvSpPr>
          <p:cNvPr id="7" name="TextBox 6"/>
          <p:cNvSpPr txBox="1"/>
          <p:nvPr/>
        </p:nvSpPr>
        <p:spPr>
          <a:xfrm>
            <a:off x="6309360" y="246888"/>
            <a:ext cx="2450592" cy="182880"/>
          </a:xfrm>
          <a:prstGeom prst="rect">
            <a:avLst/>
          </a:prstGeom>
          <a:noFill/>
        </p:spPr>
        <p:txBody>
          <a:bodyPr wrap="square" lIns="0" tIns="0" rIns="0" bIns="0" anchor="t">
            <a:spAutoFit/>
          </a:bodyPr>
          <a:lstStyle/>
          <a:p>
            <a:pPr algn="r"/>
            <a:r>
              <a:rPr sz="700" b="1" i="0">
                <a:solidFill>
                  <a:srgbClr val="EB6C01"/>
                </a:solidFill>
                <a:latin typeface="Montserrat"/>
              </a:rPr>
              <a:t>AVANCE A LA FECHA</a:t>
            </a:r>
          </a:p>
        </p:txBody>
      </p:sp>
      <p:sp>
        <p:nvSpPr>
          <p:cNvPr id="8" name="Rectangle 7"/>
          <p:cNvSpPr/>
          <p:nvPr/>
        </p:nvSpPr>
        <p:spPr>
          <a:xfrm>
            <a:off x="0" y="704088"/>
            <a:ext cx="9144000" cy="4169663"/>
          </a:xfrm>
          <a:prstGeom prst="rect">
            <a:avLst/>
          </a:prstGeom>
          <a:solidFill>
            <a:srgbClr val="0D1B3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 name="TextBox 8"/>
          <p:cNvSpPr txBox="1"/>
          <p:nvPr/>
        </p:nvSpPr>
        <p:spPr>
          <a:xfrm>
            <a:off x="384048" y="868680"/>
            <a:ext cx="4023360" cy="182880"/>
          </a:xfrm>
          <a:prstGeom prst="rect">
            <a:avLst/>
          </a:prstGeom>
          <a:noFill/>
        </p:spPr>
        <p:txBody>
          <a:bodyPr wrap="square" lIns="0" tIns="0" rIns="0" bIns="0" anchor="t">
            <a:spAutoFit/>
          </a:bodyPr>
          <a:lstStyle/>
          <a:p>
            <a:pPr algn="l"/>
            <a:r>
              <a:rPr sz="900" b="1" i="0">
                <a:solidFill>
                  <a:srgbClr val="A8C0D8"/>
                </a:solidFill>
                <a:latin typeface="Montserrat"/>
              </a:rPr>
              <a:t>GENERALES — 57%</a:t>
            </a:r>
          </a:p>
        </p:txBody>
      </p:sp>
      <p:sp>
        <p:nvSpPr>
          <p:cNvPr id="10" name="Rounded Rectangle 9"/>
          <p:cNvSpPr/>
          <p:nvPr/>
        </p:nvSpPr>
        <p:spPr>
          <a:xfrm>
            <a:off x="384048" y="1088136"/>
            <a:ext cx="4023360" cy="146304"/>
          </a:xfrm>
          <a:prstGeom prst="roundRect">
            <a:avLst>
              <a:gd name="adj" fmla="val 50000"/>
            </a:avLst>
          </a:prstGeom>
          <a:solidFill>
            <a:srgbClr val="142A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Rounded Rectangle 10"/>
          <p:cNvSpPr/>
          <p:nvPr/>
        </p:nvSpPr>
        <p:spPr>
          <a:xfrm>
            <a:off x="384048" y="1088136"/>
            <a:ext cx="2299062" cy="146304"/>
          </a:xfrm>
          <a:prstGeom prst="roundRect">
            <a:avLst>
              <a:gd name="adj" fmla="val 50000"/>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4718304" y="868680"/>
            <a:ext cx="4041648" cy="182880"/>
          </a:xfrm>
          <a:prstGeom prst="rect">
            <a:avLst/>
          </a:prstGeom>
          <a:noFill/>
        </p:spPr>
        <p:txBody>
          <a:bodyPr wrap="square" lIns="0" tIns="0" rIns="0" bIns="0" anchor="t">
            <a:spAutoFit/>
          </a:bodyPr>
          <a:lstStyle/>
          <a:p>
            <a:pPr algn="l"/>
            <a:r>
              <a:rPr sz="900" b="1" i="0">
                <a:solidFill>
                  <a:srgbClr val="A8C0D8"/>
                </a:solidFill>
                <a:latin typeface="Montserrat"/>
              </a:rPr>
              <a:t>PROTECCIÓN CIVIL — 92%</a:t>
            </a:r>
          </a:p>
        </p:txBody>
      </p:sp>
      <p:sp>
        <p:nvSpPr>
          <p:cNvPr id="13" name="Rounded Rectangle 12"/>
          <p:cNvSpPr/>
          <p:nvPr/>
        </p:nvSpPr>
        <p:spPr>
          <a:xfrm>
            <a:off x="4718304" y="1088136"/>
            <a:ext cx="4041648" cy="146304"/>
          </a:xfrm>
          <a:prstGeom prst="roundRect">
            <a:avLst>
              <a:gd name="adj" fmla="val 50000"/>
            </a:avLst>
          </a:prstGeom>
          <a:solidFill>
            <a:srgbClr val="142A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ounded Rectangle 13"/>
          <p:cNvSpPr/>
          <p:nvPr/>
        </p:nvSpPr>
        <p:spPr>
          <a:xfrm>
            <a:off x="4718304" y="1088136"/>
            <a:ext cx="3730752" cy="146304"/>
          </a:xfrm>
          <a:prstGeom prst="roundRect">
            <a:avLst>
              <a:gd name="adj" fmla="val 50000"/>
            </a:avLst>
          </a:prstGeom>
          <a:solidFill>
            <a:srgbClr val="00C1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384048" y="1536192"/>
            <a:ext cx="5257800" cy="201168"/>
          </a:xfrm>
          <a:prstGeom prst="rect">
            <a:avLst/>
          </a:prstGeom>
          <a:noFill/>
        </p:spPr>
        <p:txBody>
          <a:bodyPr wrap="square" lIns="0" tIns="0" rIns="0" bIns="0" anchor="t">
            <a:spAutoFit/>
          </a:bodyPr>
          <a:lstStyle/>
          <a:p>
            <a:pPr algn="l"/>
            <a:r>
              <a:rPr sz="900" b="1" i="0">
                <a:solidFill>
                  <a:srgbClr val="EB6C01"/>
                </a:solidFill>
                <a:latin typeface="Montserrat"/>
              </a:rPr>
              <a:t>PENDIENTES (2)</a:t>
            </a:r>
          </a:p>
        </p:txBody>
      </p:sp>
      <p:sp>
        <p:nvSpPr>
          <p:cNvPr id="16" name="TextBox 15"/>
          <p:cNvSpPr txBox="1"/>
          <p:nvPr/>
        </p:nvSpPr>
        <p:spPr>
          <a:xfrm>
            <a:off x="384048" y="1792224"/>
            <a:ext cx="5257800" cy="1874519"/>
          </a:xfrm>
          <a:prstGeom prst="rect">
            <a:avLst/>
          </a:prstGeom>
          <a:noFill/>
        </p:spPr>
        <p:txBody>
          <a:bodyPr wrap="square" lIns="0" tIns="0" rIns="0" bIns="0">
            <a:spAutoFit/>
          </a:bodyPr>
          <a:lstStyle/>
          <a:p>
            <a:pPr>
              <a:lnSpc>
                <a:spcPct val="108000"/>
              </a:lnSpc>
              <a:spcAft>
                <a:spcPts val="300"/>
              </a:spcAft>
            </a:pPr>
            <a:r>
              <a:rPr sz="900" b="0">
                <a:solidFill>
                  <a:srgbClr val="D4E4F2"/>
                </a:solidFill>
                <a:latin typeface="Montserrat"/>
              </a:rPr>
              <a:t>• Donatarias Autorizadas: Convenio de apoyo económico  —  Retraso</a:t>
            </a:r>
          </a:p>
          <a:p>
            <a:pPr>
              <a:lnSpc>
                <a:spcPct val="108000"/>
              </a:lnSpc>
              <a:spcAft>
                <a:spcPts val="300"/>
              </a:spcAft>
            </a:pPr>
            <a:r>
              <a:rPr sz="900" b="0">
                <a:solidFill>
                  <a:srgbClr val="D4E4F2"/>
                </a:solidFill>
                <a:latin typeface="Montserrat"/>
              </a:rPr>
              <a:t>• Donatarias Autorizadas: Refrendo de incorporación de RVOE  —  Retraso</a:t>
            </a:r>
          </a:p>
        </p:txBody>
      </p:sp>
      <p:sp>
        <p:nvSpPr>
          <p:cNvPr id="17" name="Rounded Rectangle 16"/>
          <p:cNvSpPr/>
          <p:nvPr/>
        </p:nvSpPr>
        <p:spPr>
          <a:xfrm>
            <a:off x="5806440" y="1536192"/>
            <a:ext cx="2953512" cy="1874519"/>
          </a:xfrm>
          <a:prstGeom prst="roundRect">
            <a:avLst>
              <a:gd name="adj" fmla="val 6000"/>
            </a:avLst>
          </a:prstGeom>
          <a:solidFill>
            <a:srgbClr val="1A3464"/>
          </a:solidFill>
          <a:ln w="12700">
            <a:solidFill>
              <a:srgbClr val="4F82C2"/>
            </a:solidFill>
            <a:prstDash val="sys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Rounded Rectangle 17"/>
          <p:cNvSpPr/>
          <p:nvPr/>
        </p:nvSpPr>
        <p:spPr>
          <a:xfrm>
            <a:off x="7118604" y="2144267"/>
            <a:ext cx="329184" cy="237744"/>
          </a:xfrm>
          <a:prstGeom prst="roundRect">
            <a:avLst/>
          </a:prstGeom>
          <a:noFill/>
          <a:ln w="15875">
            <a:solidFill>
              <a:srgbClr val="4F82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5806440" y="2455163"/>
            <a:ext cx="2953512" cy="274320"/>
          </a:xfrm>
          <a:prstGeom prst="rect">
            <a:avLst/>
          </a:prstGeom>
          <a:noFill/>
        </p:spPr>
        <p:txBody>
          <a:bodyPr wrap="square" lIns="0" tIns="0" rIns="0" bIns="0" anchor="t">
            <a:spAutoFit/>
          </a:bodyPr>
          <a:lstStyle/>
          <a:p>
            <a:pPr algn="ctr"/>
            <a:r>
              <a:rPr sz="850" b="1" i="0">
                <a:solidFill>
                  <a:srgbClr val="A8C0D8"/>
                </a:solidFill>
                <a:latin typeface="Montserrat"/>
              </a:rPr>
              <a:t>INSERTAR IMAGEN</a:t>
            </a:r>
          </a:p>
        </p:txBody>
      </p:sp>
      <p:sp>
        <p:nvSpPr>
          <p:cNvPr id="20" name="TextBox 19"/>
          <p:cNvSpPr txBox="1"/>
          <p:nvPr/>
        </p:nvSpPr>
        <p:spPr>
          <a:xfrm>
            <a:off x="5806440" y="3118103"/>
            <a:ext cx="2953512" cy="237744"/>
          </a:xfrm>
          <a:prstGeom prst="rect">
            <a:avLst/>
          </a:prstGeom>
          <a:noFill/>
        </p:spPr>
        <p:txBody>
          <a:bodyPr wrap="square" lIns="0" tIns="0" rIns="0" bIns="0" anchor="t">
            <a:spAutoFit/>
          </a:bodyPr>
          <a:lstStyle/>
          <a:p>
            <a:pPr algn="ctr"/>
            <a:r>
              <a:rPr sz="700" b="0" i="1">
                <a:solidFill>
                  <a:srgbClr val="3A5078"/>
                </a:solidFill>
                <a:latin typeface="Montserrat"/>
              </a:rPr>
              <a:t>Evidencia fotográfica / captura de trámite</a:t>
            </a:r>
          </a:p>
        </p:txBody>
      </p:sp>
      <p:sp>
        <p:nvSpPr>
          <p:cNvPr id="21" name="TextBox 20"/>
          <p:cNvSpPr txBox="1"/>
          <p:nvPr/>
        </p:nvSpPr>
        <p:spPr>
          <a:xfrm>
            <a:off x="384048" y="3657600"/>
            <a:ext cx="8375904" cy="201168"/>
          </a:xfrm>
          <a:prstGeom prst="rect">
            <a:avLst/>
          </a:prstGeom>
          <a:noFill/>
        </p:spPr>
        <p:txBody>
          <a:bodyPr wrap="square" lIns="0" tIns="0" rIns="0" bIns="0" anchor="t">
            <a:spAutoFit/>
          </a:bodyPr>
          <a:lstStyle/>
          <a:p>
            <a:pPr algn="l"/>
            <a:r>
              <a:rPr sz="900" b="1" i="0">
                <a:solidFill>
                  <a:srgbClr val="EB6C01"/>
                </a:solidFill>
                <a:latin typeface="Montserrat"/>
              </a:rPr>
              <a:t>ACTUALIZACIÓN DE ESTA SEMANA</a:t>
            </a:r>
          </a:p>
        </p:txBody>
      </p:sp>
      <p:sp>
        <p:nvSpPr>
          <p:cNvPr id="22" name="Rectangle 21"/>
          <p:cNvSpPr/>
          <p:nvPr/>
        </p:nvSpPr>
        <p:spPr>
          <a:xfrm>
            <a:off x="384048" y="3895344"/>
            <a:ext cx="45720" cy="914400"/>
          </a:xfrm>
          <a:prstGeom prst="rect">
            <a:avLst/>
          </a:prstGeom>
          <a:solidFill>
            <a:srgbClr val="4F82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 name="TextBox 22"/>
          <p:cNvSpPr txBox="1"/>
          <p:nvPr/>
        </p:nvSpPr>
        <p:spPr>
          <a:xfrm>
            <a:off x="594360" y="3895344"/>
            <a:ext cx="8138160" cy="914400"/>
          </a:xfrm>
          <a:prstGeom prst="rect">
            <a:avLst/>
          </a:prstGeom>
          <a:noFill/>
        </p:spPr>
        <p:txBody>
          <a:bodyPr wrap="square" lIns="0" tIns="0" rIns="0" bIns="0" anchor="t">
            <a:spAutoFit/>
          </a:bodyPr>
          <a:lstStyle/>
          <a:p>
            <a:pPr algn="l">
              <a:lnSpc>
                <a:spcPct val="125000"/>
              </a:lnSpc>
            </a:pPr>
            <a:r>
              <a:rPr sz="1050" b="0" i="1">
                <a:solidFill>
                  <a:srgbClr val="D4E4F2"/>
                </a:solidFill>
                <a:latin typeface="Montserrat"/>
              </a:rPr>
              <a:t>Sin novedades reportadas esta semana — seguimiento continúa conforme al programa de cumplimiento.</a:t>
            </a:r>
          </a:p>
        </p:txBody>
      </p:sp>
      <p:sp>
        <p:nvSpPr>
          <p:cNvPr id="24" name="Rectangle 23"/>
          <p:cNvSpPr/>
          <p:nvPr/>
        </p:nvSpPr>
        <p:spPr>
          <a:xfrm>
            <a:off x="0" y="4873752"/>
            <a:ext cx="9144000" cy="265176"/>
          </a:xfrm>
          <a:prstGeom prst="rect">
            <a:avLst/>
          </a:prstGeom>
          <a:solidFill>
            <a:srgbClr val="1A346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 name="TextBox 24"/>
          <p:cNvSpPr txBox="1"/>
          <p:nvPr/>
        </p:nvSpPr>
        <p:spPr>
          <a:xfrm>
            <a:off x="384048" y="4901184"/>
            <a:ext cx="5029200" cy="182880"/>
          </a:xfrm>
          <a:prstGeom prst="rect">
            <a:avLst/>
          </a:prstGeom>
          <a:noFill/>
        </p:spPr>
        <p:txBody>
          <a:bodyPr wrap="square" lIns="0" tIns="0" rIns="0" bIns="0" anchor="ctr">
            <a:spAutoFit/>
          </a:bodyPr>
          <a:lstStyle/>
          <a:p>
            <a:pPr algn="l"/>
            <a:r>
              <a:rPr sz="700" b="0" i="0">
                <a:solidFill>
                  <a:srgbClr val="8FAECB"/>
                </a:solidFill>
                <a:latin typeface="Montserrat"/>
              </a:rPr>
              <a:t>COORDINACIÓN DE OBRAS Y MANTENIMIENTO RCMA</a:t>
            </a:r>
          </a:p>
        </p:txBody>
      </p:sp>
      <p:sp>
        <p:nvSpPr>
          <p:cNvPr id="26" name="TextBox 25"/>
          <p:cNvSpPr txBox="1"/>
          <p:nvPr/>
        </p:nvSpPr>
        <p:spPr>
          <a:xfrm>
            <a:off x="5650992" y="4901184"/>
            <a:ext cx="2286000" cy="182880"/>
          </a:xfrm>
          <a:prstGeom prst="rect">
            <a:avLst/>
          </a:prstGeom>
          <a:noFill/>
        </p:spPr>
        <p:txBody>
          <a:bodyPr wrap="square" lIns="0" tIns="0" rIns="0" bIns="0" anchor="ctr">
            <a:spAutoFit/>
          </a:bodyPr>
          <a:lstStyle/>
          <a:p>
            <a:pPr algn="r"/>
            <a:r>
              <a:rPr sz="700" b="0" i="0">
                <a:solidFill>
                  <a:srgbClr val="8FAECB"/>
                </a:solidFill>
                <a:latin typeface="Montserrat"/>
              </a:rPr>
              <a:t>Mano Amiga · Cumplimiento Normativo</a:t>
            </a:r>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9144000" cy="36576"/>
          </a:xfrm>
          <a:prstGeom prst="rect">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0" y="36576"/>
            <a:ext cx="9144000" cy="667512"/>
          </a:xfrm>
          <a:prstGeom prst="rect">
            <a:avLst/>
          </a:prstGeom>
          <a:solidFill>
            <a:srgbClr val="1A346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ounded Rectangle 3"/>
          <p:cNvSpPr/>
          <p:nvPr/>
        </p:nvSpPr>
        <p:spPr>
          <a:xfrm>
            <a:off x="384048" y="118872"/>
            <a:ext cx="1417320" cy="237744"/>
          </a:xfrm>
          <a:prstGeom prst="roundRect">
            <a:avLst>
              <a:gd name="adj" fmla="val 50000"/>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sz="650" b="1">
                <a:solidFill>
                  <a:srgbClr val="FFFFFF"/>
                </a:solidFill>
                <a:latin typeface="Montserrat"/>
              </a:rPr>
              <a:t>CUMPL. NORM.</a:t>
            </a:r>
          </a:p>
        </p:txBody>
      </p:sp>
      <p:sp>
        <p:nvSpPr>
          <p:cNvPr id="5" name="TextBox 4"/>
          <p:cNvSpPr txBox="1"/>
          <p:nvPr/>
        </p:nvSpPr>
        <p:spPr>
          <a:xfrm>
            <a:off x="1901952" y="73152"/>
            <a:ext cx="4572000" cy="402336"/>
          </a:xfrm>
          <a:prstGeom prst="rect">
            <a:avLst/>
          </a:prstGeom>
          <a:noFill/>
        </p:spPr>
        <p:txBody>
          <a:bodyPr wrap="square" lIns="0" tIns="0" rIns="0" bIns="0" anchor="ctr">
            <a:spAutoFit/>
          </a:bodyPr>
          <a:lstStyle/>
          <a:p>
            <a:pPr algn="l"/>
            <a:r>
              <a:rPr sz="1700" b="1" i="0">
                <a:solidFill>
                  <a:srgbClr val="FFFFFF"/>
                </a:solidFill>
                <a:latin typeface="Montserrat"/>
              </a:rPr>
              <a:t>MANO AMIGA QUERÉTARO</a:t>
            </a:r>
          </a:p>
        </p:txBody>
      </p:sp>
      <p:sp>
        <p:nvSpPr>
          <p:cNvPr id="6" name="TextBox 5"/>
          <p:cNvSpPr txBox="1"/>
          <p:nvPr/>
        </p:nvSpPr>
        <p:spPr>
          <a:xfrm>
            <a:off x="1901952" y="457200"/>
            <a:ext cx="4114800" cy="201168"/>
          </a:xfrm>
          <a:prstGeom prst="rect">
            <a:avLst/>
          </a:prstGeom>
          <a:noFill/>
        </p:spPr>
        <p:txBody>
          <a:bodyPr wrap="square" lIns="0" tIns="0" rIns="0" bIns="0" anchor="ctr">
            <a:spAutoFit/>
          </a:bodyPr>
          <a:lstStyle/>
          <a:p>
            <a:pPr algn="l"/>
            <a:r>
              <a:rPr sz="900" b="0" i="0">
                <a:solidFill>
                  <a:srgbClr val="A8C0D8"/>
                </a:solidFill>
                <a:latin typeface="Montserrat"/>
              </a:rPr>
              <a:t>México · Querétaro</a:t>
            </a:r>
          </a:p>
        </p:txBody>
      </p:sp>
      <p:sp>
        <p:nvSpPr>
          <p:cNvPr id="7" name="TextBox 6"/>
          <p:cNvSpPr txBox="1"/>
          <p:nvPr/>
        </p:nvSpPr>
        <p:spPr>
          <a:xfrm>
            <a:off x="6309360" y="246888"/>
            <a:ext cx="2450592" cy="182880"/>
          </a:xfrm>
          <a:prstGeom prst="rect">
            <a:avLst/>
          </a:prstGeom>
          <a:noFill/>
        </p:spPr>
        <p:txBody>
          <a:bodyPr wrap="square" lIns="0" tIns="0" rIns="0" bIns="0" anchor="t">
            <a:spAutoFit/>
          </a:bodyPr>
          <a:lstStyle/>
          <a:p>
            <a:pPr algn="r"/>
            <a:r>
              <a:rPr sz="700" b="1" i="0">
                <a:solidFill>
                  <a:srgbClr val="EB6C01"/>
                </a:solidFill>
                <a:latin typeface="Montserrat"/>
              </a:rPr>
              <a:t>AVANCE A LA FECHA</a:t>
            </a:r>
          </a:p>
        </p:txBody>
      </p:sp>
      <p:sp>
        <p:nvSpPr>
          <p:cNvPr id="8" name="Rectangle 7"/>
          <p:cNvSpPr/>
          <p:nvPr/>
        </p:nvSpPr>
        <p:spPr>
          <a:xfrm>
            <a:off x="0" y="704088"/>
            <a:ext cx="9144000" cy="4169663"/>
          </a:xfrm>
          <a:prstGeom prst="rect">
            <a:avLst/>
          </a:prstGeom>
          <a:solidFill>
            <a:srgbClr val="0D1B3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 name="TextBox 8"/>
          <p:cNvSpPr txBox="1"/>
          <p:nvPr/>
        </p:nvSpPr>
        <p:spPr>
          <a:xfrm>
            <a:off x="384048" y="868680"/>
            <a:ext cx="4023360" cy="182880"/>
          </a:xfrm>
          <a:prstGeom prst="rect">
            <a:avLst/>
          </a:prstGeom>
          <a:noFill/>
        </p:spPr>
        <p:txBody>
          <a:bodyPr wrap="square" lIns="0" tIns="0" rIns="0" bIns="0" anchor="t">
            <a:spAutoFit/>
          </a:bodyPr>
          <a:lstStyle/>
          <a:p>
            <a:pPr algn="l"/>
            <a:r>
              <a:rPr sz="900" b="1" i="0">
                <a:solidFill>
                  <a:srgbClr val="A8C0D8"/>
                </a:solidFill>
                <a:latin typeface="Montserrat"/>
              </a:rPr>
              <a:t>GENERALES — 93%</a:t>
            </a:r>
          </a:p>
        </p:txBody>
      </p:sp>
      <p:sp>
        <p:nvSpPr>
          <p:cNvPr id="10" name="Rounded Rectangle 9"/>
          <p:cNvSpPr/>
          <p:nvPr/>
        </p:nvSpPr>
        <p:spPr>
          <a:xfrm>
            <a:off x="384048" y="1088136"/>
            <a:ext cx="4023360" cy="146304"/>
          </a:xfrm>
          <a:prstGeom prst="roundRect">
            <a:avLst>
              <a:gd name="adj" fmla="val 50000"/>
            </a:avLst>
          </a:prstGeom>
          <a:solidFill>
            <a:srgbClr val="142A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Rounded Rectangle 10"/>
          <p:cNvSpPr/>
          <p:nvPr/>
        </p:nvSpPr>
        <p:spPr>
          <a:xfrm>
            <a:off x="384048" y="1088136"/>
            <a:ext cx="3735977" cy="146304"/>
          </a:xfrm>
          <a:prstGeom prst="roundRect">
            <a:avLst>
              <a:gd name="adj" fmla="val 50000"/>
            </a:avLst>
          </a:prstGeom>
          <a:solidFill>
            <a:srgbClr val="00C1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4718304" y="868680"/>
            <a:ext cx="4041648" cy="182880"/>
          </a:xfrm>
          <a:prstGeom prst="rect">
            <a:avLst/>
          </a:prstGeom>
          <a:noFill/>
        </p:spPr>
        <p:txBody>
          <a:bodyPr wrap="square" lIns="0" tIns="0" rIns="0" bIns="0" anchor="t">
            <a:spAutoFit/>
          </a:bodyPr>
          <a:lstStyle/>
          <a:p>
            <a:pPr algn="l"/>
            <a:r>
              <a:rPr sz="900" b="1" i="0">
                <a:solidFill>
                  <a:srgbClr val="A8C0D8"/>
                </a:solidFill>
                <a:latin typeface="Montserrat"/>
              </a:rPr>
              <a:t>PROTECCIÓN CIVIL — 100%</a:t>
            </a:r>
          </a:p>
        </p:txBody>
      </p:sp>
      <p:sp>
        <p:nvSpPr>
          <p:cNvPr id="13" name="Rounded Rectangle 12"/>
          <p:cNvSpPr/>
          <p:nvPr/>
        </p:nvSpPr>
        <p:spPr>
          <a:xfrm>
            <a:off x="4718304" y="1088136"/>
            <a:ext cx="4041648" cy="146304"/>
          </a:xfrm>
          <a:prstGeom prst="roundRect">
            <a:avLst>
              <a:gd name="adj" fmla="val 50000"/>
            </a:avLst>
          </a:prstGeom>
          <a:solidFill>
            <a:srgbClr val="142A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ounded Rectangle 13"/>
          <p:cNvSpPr/>
          <p:nvPr/>
        </p:nvSpPr>
        <p:spPr>
          <a:xfrm>
            <a:off x="4718304" y="1088136"/>
            <a:ext cx="4041648" cy="146304"/>
          </a:xfrm>
          <a:prstGeom prst="roundRect">
            <a:avLst>
              <a:gd name="adj" fmla="val 50000"/>
            </a:avLst>
          </a:prstGeom>
          <a:solidFill>
            <a:srgbClr val="00C1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384048" y="1536192"/>
            <a:ext cx="5257800" cy="201168"/>
          </a:xfrm>
          <a:prstGeom prst="rect">
            <a:avLst/>
          </a:prstGeom>
          <a:noFill/>
        </p:spPr>
        <p:txBody>
          <a:bodyPr wrap="square" lIns="0" tIns="0" rIns="0" bIns="0" anchor="t">
            <a:spAutoFit/>
          </a:bodyPr>
          <a:lstStyle/>
          <a:p>
            <a:pPr algn="l"/>
            <a:r>
              <a:rPr sz="900" b="1" i="0">
                <a:solidFill>
                  <a:srgbClr val="EB6C01"/>
                </a:solidFill>
                <a:latin typeface="Montserrat"/>
              </a:rPr>
              <a:t>PENDIENTES (4)</a:t>
            </a:r>
          </a:p>
        </p:txBody>
      </p:sp>
      <p:sp>
        <p:nvSpPr>
          <p:cNvPr id="16" name="TextBox 15"/>
          <p:cNvSpPr txBox="1"/>
          <p:nvPr/>
        </p:nvSpPr>
        <p:spPr>
          <a:xfrm>
            <a:off x="384048" y="1792224"/>
            <a:ext cx="5257800" cy="1874519"/>
          </a:xfrm>
          <a:prstGeom prst="rect">
            <a:avLst/>
          </a:prstGeom>
          <a:noFill/>
        </p:spPr>
        <p:txBody>
          <a:bodyPr wrap="square" lIns="0" tIns="0" rIns="0" bIns="0">
            <a:spAutoFit/>
          </a:bodyPr>
          <a:lstStyle/>
          <a:p>
            <a:pPr>
              <a:lnSpc>
                <a:spcPct val="108000"/>
              </a:lnSpc>
              <a:spcAft>
                <a:spcPts val="300"/>
              </a:spcAft>
            </a:pPr>
            <a:r>
              <a:rPr sz="900" b="0">
                <a:solidFill>
                  <a:srgbClr val="D4E4F2"/>
                </a:solidFill>
                <a:latin typeface="Montserrat"/>
              </a:rPr>
              <a:t>• Donatarias Autorizadas: Convenio de apoyo económico  —  Retraso</a:t>
            </a:r>
          </a:p>
          <a:p>
            <a:pPr>
              <a:lnSpc>
                <a:spcPct val="108000"/>
              </a:lnSpc>
              <a:spcAft>
                <a:spcPts val="300"/>
              </a:spcAft>
            </a:pPr>
            <a:r>
              <a:rPr sz="900" b="0">
                <a:solidFill>
                  <a:srgbClr val="D4E4F2"/>
                </a:solidFill>
                <a:latin typeface="Montserrat"/>
              </a:rPr>
              <a:t>• Protección civil: Cronograma de mantenimiento en las Instalaciones  —  Retraso</a:t>
            </a:r>
          </a:p>
          <a:p>
            <a:pPr>
              <a:lnSpc>
                <a:spcPct val="108000"/>
              </a:lnSpc>
              <a:spcAft>
                <a:spcPts val="300"/>
              </a:spcAft>
            </a:pPr>
            <a:r>
              <a:rPr sz="900" b="0">
                <a:solidFill>
                  <a:srgbClr val="D4E4F2"/>
                </a:solidFill>
                <a:latin typeface="Montserrat"/>
              </a:rPr>
              <a:t>• Protección civil: Diagrama Unifilar de las Instalaciones Eléctricas  —  Retraso</a:t>
            </a:r>
          </a:p>
          <a:p>
            <a:pPr>
              <a:lnSpc>
                <a:spcPct val="108000"/>
              </a:lnSpc>
              <a:spcAft>
                <a:spcPts val="300"/>
              </a:spcAft>
            </a:pPr>
            <a:r>
              <a:rPr sz="900" b="0">
                <a:solidFill>
                  <a:srgbClr val="D4E4F2"/>
                </a:solidFill>
                <a:latin typeface="Montserrat"/>
              </a:rPr>
              <a:t>• Donatarias Autorizadas: Refrendo de incorporación de RVOE  —  Retraso</a:t>
            </a:r>
          </a:p>
        </p:txBody>
      </p:sp>
      <p:sp>
        <p:nvSpPr>
          <p:cNvPr id="17" name="Rounded Rectangle 16"/>
          <p:cNvSpPr/>
          <p:nvPr/>
        </p:nvSpPr>
        <p:spPr>
          <a:xfrm>
            <a:off x="5806440" y="1536192"/>
            <a:ext cx="2953512" cy="1874519"/>
          </a:xfrm>
          <a:prstGeom prst="roundRect">
            <a:avLst>
              <a:gd name="adj" fmla="val 6000"/>
            </a:avLst>
          </a:prstGeom>
          <a:solidFill>
            <a:srgbClr val="1A3464"/>
          </a:solidFill>
          <a:ln w="12700">
            <a:solidFill>
              <a:srgbClr val="4F82C2"/>
            </a:solidFill>
            <a:prstDash val="sys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Rounded Rectangle 17"/>
          <p:cNvSpPr/>
          <p:nvPr/>
        </p:nvSpPr>
        <p:spPr>
          <a:xfrm>
            <a:off x="7118604" y="2144267"/>
            <a:ext cx="329184" cy="237744"/>
          </a:xfrm>
          <a:prstGeom prst="roundRect">
            <a:avLst/>
          </a:prstGeom>
          <a:noFill/>
          <a:ln w="15875">
            <a:solidFill>
              <a:srgbClr val="4F82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5806440" y="2455163"/>
            <a:ext cx="2953512" cy="274320"/>
          </a:xfrm>
          <a:prstGeom prst="rect">
            <a:avLst/>
          </a:prstGeom>
          <a:noFill/>
        </p:spPr>
        <p:txBody>
          <a:bodyPr wrap="square" lIns="0" tIns="0" rIns="0" bIns="0" anchor="t">
            <a:spAutoFit/>
          </a:bodyPr>
          <a:lstStyle/>
          <a:p>
            <a:pPr algn="ctr"/>
            <a:r>
              <a:rPr sz="850" b="1" i="0">
                <a:solidFill>
                  <a:srgbClr val="A8C0D8"/>
                </a:solidFill>
                <a:latin typeface="Montserrat"/>
              </a:rPr>
              <a:t>INSERTAR IMAGEN</a:t>
            </a:r>
          </a:p>
        </p:txBody>
      </p:sp>
      <p:sp>
        <p:nvSpPr>
          <p:cNvPr id="20" name="TextBox 19"/>
          <p:cNvSpPr txBox="1"/>
          <p:nvPr/>
        </p:nvSpPr>
        <p:spPr>
          <a:xfrm>
            <a:off x="5806440" y="3118103"/>
            <a:ext cx="2953512" cy="237744"/>
          </a:xfrm>
          <a:prstGeom prst="rect">
            <a:avLst/>
          </a:prstGeom>
          <a:noFill/>
        </p:spPr>
        <p:txBody>
          <a:bodyPr wrap="square" lIns="0" tIns="0" rIns="0" bIns="0" anchor="t">
            <a:spAutoFit/>
          </a:bodyPr>
          <a:lstStyle/>
          <a:p>
            <a:pPr algn="ctr"/>
            <a:r>
              <a:rPr sz="700" b="0" i="1">
                <a:solidFill>
                  <a:srgbClr val="3A5078"/>
                </a:solidFill>
                <a:latin typeface="Montserrat"/>
              </a:rPr>
              <a:t>Evidencia fotográfica / captura de trámite</a:t>
            </a:r>
          </a:p>
        </p:txBody>
      </p:sp>
      <p:sp>
        <p:nvSpPr>
          <p:cNvPr id="21" name="TextBox 20"/>
          <p:cNvSpPr txBox="1"/>
          <p:nvPr/>
        </p:nvSpPr>
        <p:spPr>
          <a:xfrm>
            <a:off x="384048" y="3657600"/>
            <a:ext cx="8375904" cy="201168"/>
          </a:xfrm>
          <a:prstGeom prst="rect">
            <a:avLst/>
          </a:prstGeom>
          <a:noFill/>
        </p:spPr>
        <p:txBody>
          <a:bodyPr wrap="square" lIns="0" tIns="0" rIns="0" bIns="0" anchor="t">
            <a:spAutoFit/>
          </a:bodyPr>
          <a:lstStyle/>
          <a:p>
            <a:pPr algn="l"/>
            <a:r>
              <a:rPr sz="900" b="1" i="0">
                <a:solidFill>
                  <a:srgbClr val="EB6C01"/>
                </a:solidFill>
                <a:latin typeface="Montserrat"/>
              </a:rPr>
              <a:t>ACTUALIZACIÓN DE ESTA SEMANA</a:t>
            </a:r>
          </a:p>
        </p:txBody>
      </p:sp>
      <p:sp>
        <p:nvSpPr>
          <p:cNvPr id="22" name="Rectangle 21"/>
          <p:cNvSpPr/>
          <p:nvPr/>
        </p:nvSpPr>
        <p:spPr>
          <a:xfrm>
            <a:off x="384048" y="3895344"/>
            <a:ext cx="45720" cy="914400"/>
          </a:xfrm>
          <a:prstGeom prst="rect">
            <a:avLst/>
          </a:prstGeom>
          <a:solidFill>
            <a:srgbClr val="4F82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 name="TextBox 22"/>
          <p:cNvSpPr txBox="1"/>
          <p:nvPr/>
        </p:nvSpPr>
        <p:spPr>
          <a:xfrm>
            <a:off x="594360" y="3895344"/>
            <a:ext cx="8138160" cy="914400"/>
          </a:xfrm>
          <a:prstGeom prst="rect">
            <a:avLst/>
          </a:prstGeom>
          <a:noFill/>
        </p:spPr>
        <p:txBody>
          <a:bodyPr wrap="square" lIns="0" tIns="0" rIns="0" bIns="0" anchor="t">
            <a:spAutoFit/>
          </a:bodyPr>
          <a:lstStyle/>
          <a:p>
            <a:pPr algn="l">
              <a:lnSpc>
                <a:spcPct val="125000"/>
              </a:lnSpc>
            </a:pPr>
            <a:r>
              <a:rPr sz="1050" b="0" i="1">
                <a:solidFill>
                  <a:srgbClr val="D4E4F2"/>
                </a:solidFill>
                <a:latin typeface="Montserrat"/>
              </a:rPr>
              <a:t>Ya se consiguio el dictamen electrico, estan iniciando proceso de correctiones electricas como de programa interno</a:t>
            </a:r>
          </a:p>
        </p:txBody>
      </p:sp>
      <p:sp>
        <p:nvSpPr>
          <p:cNvPr id="24" name="Rectangle 23"/>
          <p:cNvSpPr/>
          <p:nvPr/>
        </p:nvSpPr>
        <p:spPr>
          <a:xfrm>
            <a:off x="0" y="4873752"/>
            <a:ext cx="9144000" cy="265176"/>
          </a:xfrm>
          <a:prstGeom prst="rect">
            <a:avLst/>
          </a:prstGeom>
          <a:solidFill>
            <a:srgbClr val="1A346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 name="TextBox 24"/>
          <p:cNvSpPr txBox="1"/>
          <p:nvPr/>
        </p:nvSpPr>
        <p:spPr>
          <a:xfrm>
            <a:off x="384048" y="4901184"/>
            <a:ext cx="5029200" cy="182880"/>
          </a:xfrm>
          <a:prstGeom prst="rect">
            <a:avLst/>
          </a:prstGeom>
          <a:noFill/>
        </p:spPr>
        <p:txBody>
          <a:bodyPr wrap="square" lIns="0" tIns="0" rIns="0" bIns="0" anchor="ctr">
            <a:spAutoFit/>
          </a:bodyPr>
          <a:lstStyle/>
          <a:p>
            <a:pPr algn="l"/>
            <a:r>
              <a:rPr sz="700" b="0" i="0">
                <a:solidFill>
                  <a:srgbClr val="8FAECB"/>
                </a:solidFill>
                <a:latin typeface="Montserrat"/>
              </a:rPr>
              <a:t>COORDINACIÓN DE OBRAS Y MANTENIMIENTO RCMA</a:t>
            </a:r>
          </a:p>
        </p:txBody>
      </p:sp>
      <p:sp>
        <p:nvSpPr>
          <p:cNvPr id="26" name="TextBox 25"/>
          <p:cNvSpPr txBox="1"/>
          <p:nvPr/>
        </p:nvSpPr>
        <p:spPr>
          <a:xfrm>
            <a:off x="5650992" y="4901184"/>
            <a:ext cx="2286000" cy="182880"/>
          </a:xfrm>
          <a:prstGeom prst="rect">
            <a:avLst/>
          </a:prstGeom>
          <a:noFill/>
        </p:spPr>
        <p:txBody>
          <a:bodyPr wrap="square" lIns="0" tIns="0" rIns="0" bIns="0" anchor="ctr">
            <a:spAutoFit/>
          </a:bodyPr>
          <a:lstStyle/>
          <a:p>
            <a:pPr algn="r"/>
            <a:r>
              <a:rPr sz="700" b="0" i="0">
                <a:solidFill>
                  <a:srgbClr val="8FAECB"/>
                </a:solidFill>
                <a:latin typeface="Montserrat"/>
              </a:rPr>
              <a:t>Mano Amiga · Cumplimiento Normativo</a:t>
            </a:r>
          </a:p>
        </p:txBody>
      </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9144000" cy="36576"/>
          </a:xfrm>
          <a:prstGeom prst="rect">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0" y="36576"/>
            <a:ext cx="9144000" cy="667512"/>
          </a:xfrm>
          <a:prstGeom prst="rect">
            <a:avLst/>
          </a:prstGeom>
          <a:solidFill>
            <a:srgbClr val="1A346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ounded Rectangle 3"/>
          <p:cNvSpPr/>
          <p:nvPr/>
        </p:nvSpPr>
        <p:spPr>
          <a:xfrm>
            <a:off x="384048" y="118872"/>
            <a:ext cx="1417320" cy="237744"/>
          </a:xfrm>
          <a:prstGeom prst="roundRect">
            <a:avLst>
              <a:gd name="adj" fmla="val 50000"/>
            </a:avLst>
          </a:prstGeom>
          <a:solidFill>
            <a:srgbClr val="EB6C01"/>
          </a:solidFill>
          <a:ln>
            <a:noFill/>
          </a:ln>
          <a:effectLst/>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sz="650" b="1">
                <a:solidFill>
                  <a:srgbClr val="FFFFFF"/>
                </a:solidFill>
                <a:latin typeface="Montserrat"/>
              </a:rPr>
              <a:t>CUMPL. NORM.</a:t>
            </a:r>
          </a:p>
        </p:txBody>
      </p:sp>
      <p:sp>
        <p:nvSpPr>
          <p:cNvPr id="5" name="TextBox 4"/>
          <p:cNvSpPr txBox="1"/>
          <p:nvPr/>
        </p:nvSpPr>
        <p:spPr>
          <a:xfrm>
            <a:off x="1901952" y="73152"/>
            <a:ext cx="4572000" cy="402336"/>
          </a:xfrm>
          <a:prstGeom prst="rect">
            <a:avLst/>
          </a:prstGeom>
          <a:noFill/>
        </p:spPr>
        <p:txBody>
          <a:bodyPr wrap="square" lIns="0" tIns="0" rIns="0" bIns="0" anchor="ctr">
            <a:spAutoFit/>
          </a:bodyPr>
          <a:lstStyle/>
          <a:p>
            <a:pPr algn="l"/>
            <a:r>
              <a:rPr sz="1700" b="1" i="0">
                <a:solidFill>
                  <a:srgbClr val="FFFFFF"/>
                </a:solidFill>
                <a:latin typeface="Montserrat"/>
              </a:rPr>
              <a:t>MANO AMIGA TAPACHULA</a:t>
            </a:r>
          </a:p>
        </p:txBody>
      </p:sp>
      <p:sp>
        <p:nvSpPr>
          <p:cNvPr id="6" name="TextBox 5"/>
          <p:cNvSpPr txBox="1"/>
          <p:nvPr/>
        </p:nvSpPr>
        <p:spPr>
          <a:xfrm>
            <a:off x="1901952" y="457200"/>
            <a:ext cx="4114800" cy="201168"/>
          </a:xfrm>
          <a:prstGeom prst="rect">
            <a:avLst/>
          </a:prstGeom>
          <a:noFill/>
        </p:spPr>
        <p:txBody>
          <a:bodyPr wrap="square" lIns="0" tIns="0" rIns="0" bIns="0" anchor="ctr">
            <a:spAutoFit/>
          </a:bodyPr>
          <a:lstStyle/>
          <a:p>
            <a:pPr algn="l"/>
            <a:r>
              <a:rPr sz="900" b="0" i="0">
                <a:solidFill>
                  <a:srgbClr val="A8C0D8"/>
                </a:solidFill>
                <a:latin typeface="Montserrat"/>
              </a:rPr>
              <a:t>México · Chiapas</a:t>
            </a:r>
          </a:p>
        </p:txBody>
      </p:sp>
      <p:sp>
        <p:nvSpPr>
          <p:cNvPr id="7" name="TextBox 6"/>
          <p:cNvSpPr txBox="1"/>
          <p:nvPr/>
        </p:nvSpPr>
        <p:spPr>
          <a:xfrm>
            <a:off x="6309360" y="246888"/>
            <a:ext cx="2450592" cy="182880"/>
          </a:xfrm>
          <a:prstGeom prst="rect">
            <a:avLst/>
          </a:prstGeom>
          <a:noFill/>
        </p:spPr>
        <p:txBody>
          <a:bodyPr wrap="square" lIns="0" tIns="0" rIns="0" bIns="0" anchor="t">
            <a:spAutoFit/>
          </a:bodyPr>
          <a:lstStyle/>
          <a:p>
            <a:pPr algn="r"/>
            <a:r>
              <a:rPr sz="700" b="1" i="0">
                <a:solidFill>
                  <a:srgbClr val="EB6C01"/>
                </a:solidFill>
                <a:latin typeface="Montserrat"/>
              </a:rPr>
              <a:t>AVANCE A LA FECHA</a:t>
            </a:r>
          </a:p>
        </p:txBody>
      </p:sp>
      <p:sp>
        <p:nvSpPr>
          <p:cNvPr id="8" name="Rectangle 7"/>
          <p:cNvSpPr/>
          <p:nvPr/>
        </p:nvSpPr>
        <p:spPr>
          <a:xfrm>
            <a:off x="0" y="704088"/>
            <a:ext cx="9144000" cy="4169663"/>
          </a:xfrm>
          <a:prstGeom prst="rect">
            <a:avLst/>
          </a:prstGeom>
          <a:solidFill>
            <a:srgbClr val="0D1B3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 name="TextBox 8"/>
          <p:cNvSpPr txBox="1"/>
          <p:nvPr/>
        </p:nvSpPr>
        <p:spPr>
          <a:xfrm>
            <a:off x="384048" y="868680"/>
            <a:ext cx="4023360" cy="182880"/>
          </a:xfrm>
          <a:prstGeom prst="rect">
            <a:avLst/>
          </a:prstGeom>
          <a:noFill/>
        </p:spPr>
        <p:txBody>
          <a:bodyPr wrap="square" lIns="0" tIns="0" rIns="0" bIns="0" anchor="t">
            <a:spAutoFit/>
          </a:bodyPr>
          <a:lstStyle/>
          <a:p>
            <a:pPr algn="l"/>
            <a:r>
              <a:rPr sz="900" b="1" i="0">
                <a:solidFill>
                  <a:srgbClr val="A8C0D8"/>
                </a:solidFill>
                <a:latin typeface="Montserrat"/>
              </a:rPr>
              <a:t>GENERALES — 93%</a:t>
            </a:r>
          </a:p>
        </p:txBody>
      </p:sp>
      <p:sp>
        <p:nvSpPr>
          <p:cNvPr id="10" name="Rounded Rectangle 9"/>
          <p:cNvSpPr/>
          <p:nvPr/>
        </p:nvSpPr>
        <p:spPr>
          <a:xfrm>
            <a:off x="384048" y="1088136"/>
            <a:ext cx="4023360" cy="146304"/>
          </a:xfrm>
          <a:prstGeom prst="roundRect">
            <a:avLst>
              <a:gd name="adj" fmla="val 50000"/>
            </a:avLst>
          </a:prstGeom>
          <a:solidFill>
            <a:srgbClr val="142A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Rounded Rectangle 10"/>
          <p:cNvSpPr/>
          <p:nvPr/>
        </p:nvSpPr>
        <p:spPr>
          <a:xfrm>
            <a:off x="384048" y="1088136"/>
            <a:ext cx="3755136" cy="146304"/>
          </a:xfrm>
          <a:prstGeom prst="roundRect">
            <a:avLst>
              <a:gd name="adj" fmla="val 50000"/>
            </a:avLst>
          </a:prstGeom>
          <a:solidFill>
            <a:srgbClr val="00C1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4718304" y="868680"/>
            <a:ext cx="4041648" cy="182880"/>
          </a:xfrm>
          <a:prstGeom prst="rect">
            <a:avLst/>
          </a:prstGeom>
          <a:noFill/>
        </p:spPr>
        <p:txBody>
          <a:bodyPr wrap="square" lIns="0" tIns="0" rIns="0" bIns="0" anchor="t">
            <a:spAutoFit/>
          </a:bodyPr>
          <a:lstStyle/>
          <a:p>
            <a:pPr algn="l"/>
            <a:r>
              <a:rPr sz="900" b="1" i="0">
                <a:solidFill>
                  <a:srgbClr val="A8C0D8"/>
                </a:solidFill>
                <a:latin typeface="Montserrat"/>
              </a:rPr>
              <a:t>PROTECCIÓN CIVIL — 113%</a:t>
            </a:r>
          </a:p>
        </p:txBody>
      </p:sp>
      <p:sp>
        <p:nvSpPr>
          <p:cNvPr id="13" name="Rounded Rectangle 12"/>
          <p:cNvSpPr/>
          <p:nvPr/>
        </p:nvSpPr>
        <p:spPr>
          <a:xfrm>
            <a:off x="4718304" y="1088136"/>
            <a:ext cx="4041648" cy="146304"/>
          </a:xfrm>
          <a:prstGeom prst="roundRect">
            <a:avLst>
              <a:gd name="adj" fmla="val 50000"/>
            </a:avLst>
          </a:prstGeom>
          <a:solidFill>
            <a:srgbClr val="142A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ounded Rectangle 13"/>
          <p:cNvSpPr/>
          <p:nvPr/>
        </p:nvSpPr>
        <p:spPr>
          <a:xfrm>
            <a:off x="4718304" y="1088136"/>
            <a:ext cx="4041648" cy="146304"/>
          </a:xfrm>
          <a:prstGeom prst="roundRect">
            <a:avLst>
              <a:gd name="adj" fmla="val 50000"/>
            </a:avLst>
          </a:prstGeom>
          <a:solidFill>
            <a:srgbClr val="00C1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384048" y="1536192"/>
            <a:ext cx="5257800" cy="201168"/>
          </a:xfrm>
          <a:prstGeom prst="rect">
            <a:avLst/>
          </a:prstGeom>
          <a:noFill/>
        </p:spPr>
        <p:txBody>
          <a:bodyPr wrap="square" lIns="0" tIns="0" rIns="0" bIns="0" anchor="t">
            <a:spAutoFit/>
          </a:bodyPr>
          <a:lstStyle/>
          <a:p>
            <a:pPr algn="l"/>
            <a:r>
              <a:rPr sz="900" b="1" i="0">
                <a:solidFill>
                  <a:srgbClr val="EB6C01"/>
                </a:solidFill>
                <a:latin typeface="Montserrat"/>
              </a:rPr>
              <a:t>PENDIENTES (4)</a:t>
            </a:r>
          </a:p>
        </p:txBody>
      </p:sp>
      <p:sp>
        <p:nvSpPr>
          <p:cNvPr id="16" name="TextBox 15"/>
          <p:cNvSpPr txBox="1"/>
          <p:nvPr/>
        </p:nvSpPr>
        <p:spPr>
          <a:xfrm>
            <a:off x="384048" y="1792224"/>
            <a:ext cx="5257800" cy="1874519"/>
          </a:xfrm>
          <a:prstGeom prst="rect">
            <a:avLst/>
          </a:prstGeom>
          <a:noFill/>
        </p:spPr>
        <p:txBody>
          <a:bodyPr wrap="square" lIns="0" tIns="0" rIns="0" bIns="0">
            <a:spAutoFit/>
          </a:bodyPr>
          <a:lstStyle/>
          <a:p>
            <a:pPr>
              <a:lnSpc>
                <a:spcPct val="108000"/>
              </a:lnSpc>
              <a:spcAft>
                <a:spcPts val="300"/>
              </a:spcAft>
            </a:pPr>
            <a:r>
              <a:rPr sz="900" b="0">
                <a:solidFill>
                  <a:srgbClr val="D4E4F2"/>
                </a:solidFill>
                <a:latin typeface="Montserrat"/>
              </a:rPr>
              <a:t>• General: Licencia de funcionamiento  —  Por revisar</a:t>
            </a:r>
          </a:p>
          <a:p>
            <a:pPr>
              <a:lnSpc>
                <a:spcPct val="108000"/>
              </a:lnSpc>
              <a:spcAft>
                <a:spcPts val="300"/>
              </a:spcAft>
            </a:pPr>
            <a:r>
              <a:rPr sz="900" b="0">
                <a:solidFill>
                  <a:srgbClr val="D4E4F2"/>
                </a:solidFill>
                <a:latin typeface="Montserrat"/>
              </a:rPr>
              <a:t>• General: Comprobante de teléfono  —  Por revisar</a:t>
            </a:r>
          </a:p>
          <a:p>
            <a:pPr>
              <a:lnSpc>
                <a:spcPct val="108000"/>
              </a:lnSpc>
              <a:spcAft>
                <a:spcPts val="300"/>
              </a:spcAft>
            </a:pPr>
            <a:r>
              <a:rPr sz="900" b="0">
                <a:solidFill>
                  <a:srgbClr val="D4E4F2"/>
                </a:solidFill>
                <a:latin typeface="Montserrat"/>
              </a:rPr>
              <a:t>• Donatarias Autorizadas: Convenio de apoyo económico  —  Retraso</a:t>
            </a:r>
          </a:p>
          <a:p>
            <a:pPr>
              <a:lnSpc>
                <a:spcPct val="108000"/>
              </a:lnSpc>
              <a:spcAft>
                <a:spcPts val="300"/>
              </a:spcAft>
            </a:pPr>
            <a:r>
              <a:rPr sz="900" b="0">
                <a:solidFill>
                  <a:srgbClr val="D4E4F2"/>
                </a:solidFill>
                <a:latin typeface="Montserrat"/>
              </a:rPr>
              <a:t>• Donatarias Autorizadas: Refrendo de incorporación de RVOE  —  Retraso</a:t>
            </a:r>
          </a:p>
        </p:txBody>
      </p:sp>
      <p:sp>
        <p:nvSpPr>
          <p:cNvPr id="17" name="Rounded Rectangle 16"/>
          <p:cNvSpPr/>
          <p:nvPr/>
        </p:nvSpPr>
        <p:spPr>
          <a:xfrm>
            <a:off x="5806440" y="1536192"/>
            <a:ext cx="2953512" cy="1874519"/>
          </a:xfrm>
          <a:prstGeom prst="roundRect">
            <a:avLst>
              <a:gd name="adj" fmla="val 6000"/>
            </a:avLst>
          </a:prstGeom>
          <a:solidFill>
            <a:srgbClr val="1A3464"/>
          </a:solidFill>
          <a:ln w="12700">
            <a:solidFill>
              <a:srgbClr val="4F82C2"/>
            </a:solidFill>
            <a:prstDash val="sys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Rounded Rectangle 17"/>
          <p:cNvSpPr/>
          <p:nvPr/>
        </p:nvSpPr>
        <p:spPr>
          <a:xfrm>
            <a:off x="7118604" y="2144267"/>
            <a:ext cx="329184" cy="237744"/>
          </a:xfrm>
          <a:prstGeom prst="roundRect">
            <a:avLst/>
          </a:prstGeom>
          <a:noFill/>
          <a:ln w="15875">
            <a:solidFill>
              <a:srgbClr val="4F82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5806440" y="2455163"/>
            <a:ext cx="2953512" cy="274320"/>
          </a:xfrm>
          <a:prstGeom prst="rect">
            <a:avLst/>
          </a:prstGeom>
          <a:noFill/>
        </p:spPr>
        <p:txBody>
          <a:bodyPr wrap="square" lIns="0" tIns="0" rIns="0" bIns="0" anchor="t">
            <a:spAutoFit/>
          </a:bodyPr>
          <a:lstStyle/>
          <a:p>
            <a:pPr algn="ctr"/>
            <a:r>
              <a:rPr sz="850" b="1" i="0">
                <a:solidFill>
                  <a:srgbClr val="A8C0D8"/>
                </a:solidFill>
                <a:latin typeface="Montserrat"/>
              </a:rPr>
              <a:t>INSERTAR IMAGEN</a:t>
            </a:r>
          </a:p>
        </p:txBody>
      </p:sp>
      <p:sp>
        <p:nvSpPr>
          <p:cNvPr id="20" name="TextBox 19"/>
          <p:cNvSpPr txBox="1"/>
          <p:nvPr/>
        </p:nvSpPr>
        <p:spPr>
          <a:xfrm>
            <a:off x="5806440" y="3118103"/>
            <a:ext cx="2953512" cy="237744"/>
          </a:xfrm>
          <a:prstGeom prst="rect">
            <a:avLst/>
          </a:prstGeom>
          <a:noFill/>
        </p:spPr>
        <p:txBody>
          <a:bodyPr wrap="square" lIns="0" tIns="0" rIns="0" bIns="0" anchor="t">
            <a:spAutoFit/>
          </a:bodyPr>
          <a:lstStyle/>
          <a:p>
            <a:pPr algn="ctr"/>
            <a:r>
              <a:rPr sz="700" b="0" i="1">
                <a:solidFill>
                  <a:srgbClr val="3A5078"/>
                </a:solidFill>
                <a:latin typeface="Montserrat"/>
              </a:rPr>
              <a:t>Evidencia fotográfica / captura de trámite</a:t>
            </a:r>
          </a:p>
        </p:txBody>
      </p:sp>
      <p:sp>
        <p:nvSpPr>
          <p:cNvPr id="21" name="TextBox 20"/>
          <p:cNvSpPr txBox="1"/>
          <p:nvPr/>
        </p:nvSpPr>
        <p:spPr>
          <a:xfrm>
            <a:off x="384048" y="3657600"/>
            <a:ext cx="8375904" cy="201168"/>
          </a:xfrm>
          <a:prstGeom prst="rect">
            <a:avLst/>
          </a:prstGeom>
          <a:noFill/>
        </p:spPr>
        <p:txBody>
          <a:bodyPr wrap="square" lIns="0" tIns="0" rIns="0" bIns="0" anchor="t">
            <a:spAutoFit/>
          </a:bodyPr>
          <a:lstStyle/>
          <a:p>
            <a:pPr algn="l"/>
            <a:r>
              <a:rPr sz="900" b="1" i="0">
                <a:solidFill>
                  <a:srgbClr val="EB6C01"/>
                </a:solidFill>
                <a:latin typeface="Montserrat"/>
              </a:rPr>
              <a:t>ACTUALIZACIÓN DE ESTA SEMANA</a:t>
            </a:r>
          </a:p>
        </p:txBody>
      </p:sp>
      <p:sp>
        <p:nvSpPr>
          <p:cNvPr id="22" name="Rectangle 21"/>
          <p:cNvSpPr/>
          <p:nvPr/>
        </p:nvSpPr>
        <p:spPr>
          <a:xfrm>
            <a:off x="384048" y="3895344"/>
            <a:ext cx="45720" cy="914400"/>
          </a:xfrm>
          <a:prstGeom prst="rect">
            <a:avLst/>
          </a:prstGeom>
          <a:solidFill>
            <a:srgbClr val="4F82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 name="TextBox 22"/>
          <p:cNvSpPr txBox="1"/>
          <p:nvPr/>
        </p:nvSpPr>
        <p:spPr>
          <a:xfrm>
            <a:off x="594360" y="3895344"/>
            <a:ext cx="8138160" cy="914400"/>
          </a:xfrm>
          <a:prstGeom prst="rect">
            <a:avLst/>
          </a:prstGeom>
          <a:noFill/>
        </p:spPr>
        <p:txBody>
          <a:bodyPr wrap="square" lIns="0" tIns="0" rIns="0" bIns="0" anchor="t">
            <a:spAutoFit/>
          </a:bodyPr>
          <a:lstStyle/>
          <a:p>
            <a:pPr algn="l">
              <a:lnSpc>
                <a:spcPct val="125000"/>
              </a:lnSpc>
            </a:pPr>
            <a:r>
              <a:rPr sz="1050" b="0" i="1">
                <a:solidFill>
                  <a:srgbClr val="D4E4F2"/>
                </a:solidFill>
                <a:latin typeface="Montserrat"/>
              </a:rPr>
              <a:t>Sin novedades reportadas esta semana — seguimiento continúa conforme al programa de cumplimiento.</a:t>
            </a:r>
          </a:p>
        </p:txBody>
      </p:sp>
      <p:sp>
        <p:nvSpPr>
          <p:cNvPr id="24" name="Rectangle 23"/>
          <p:cNvSpPr/>
          <p:nvPr/>
        </p:nvSpPr>
        <p:spPr>
          <a:xfrm>
            <a:off x="0" y="4873752"/>
            <a:ext cx="9144000" cy="265176"/>
          </a:xfrm>
          <a:prstGeom prst="rect">
            <a:avLst/>
          </a:prstGeom>
          <a:solidFill>
            <a:srgbClr val="1A346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 name="TextBox 24"/>
          <p:cNvSpPr txBox="1"/>
          <p:nvPr/>
        </p:nvSpPr>
        <p:spPr>
          <a:xfrm>
            <a:off x="384048" y="4901184"/>
            <a:ext cx="5029200" cy="182880"/>
          </a:xfrm>
          <a:prstGeom prst="rect">
            <a:avLst/>
          </a:prstGeom>
          <a:noFill/>
        </p:spPr>
        <p:txBody>
          <a:bodyPr wrap="square" lIns="0" tIns="0" rIns="0" bIns="0" anchor="ctr">
            <a:spAutoFit/>
          </a:bodyPr>
          <a:lstStyle/>
          <a:p>
            <a:pPr algn="l"/>
            <a:r>
              <a:rPr sz="700" b="0" i="0">
                <a:solidFill>
                  <a:srgbClr val="8FAECB"/>
                </a:solidFill>
                <a:latin typeface="Montserrat"/>
              </a:rPr>
              <a:t>COORDINACIÓN DE OBRAS Y MANTENIMIENTO RCMA</a:t>
            </a:r>
          </a:p>
        </p:txBody>
      </p:sp>
      <p:sp>
        <p:nvSpPr>
          <p:cNvPr id="26" name="TextBox 25"/>
          <p:cNvSpPr txBox="1"/>
          <p:nvPr/>
        </p:nvSpPr>
        <p:spPr>
          <a:xfrm>
            <a:off x="5650992" y="4901184"/>
            <a:ext cx="2286000" cy="182880"/>
          </a:xfrm>
          <a:prstGeom prst="rect">
            <a:avLst/>
          </a:prstGeom>
          <a:noFill/>
        </p:spPr>
        <p:txBody>
          <a:bodyPr wrap="square" lIns="0" tIns="0" rIns="0" bIns="0" anchor="ctr">
            <a:spAutoFit/>
          </a:bodyPr>
          <a:lstStyle/>
          <a:p>
            <a:pPr algn="r"/>
            <a:r>
              <a:rPr sz="700" b="0" i="0">
                <a:solidFill>
                  <a:srgbClr val="8FAECB"/>
                </a:solidFill>
                <a:latin typeface="Montserrat"/>
              </a:rPr>
              <a:t>Mano Amiga · Cumplimiento Normativo</a:t>
            </a:r>
          </a:p>
        </p:txBody>
      </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name="Slide 28">
    <p:bg>
      <p:bgPr>
        <a:solidFill>
          <a:srgbClr val="0D1B35"/>
        </a:solidFill>
        <a:effectLst/>
      </p:bgPr>
    </p:bg>
    <p:spTree>
      <p:nvGrpSpPr>
        <p:cNvPr id="1" name=""/>
        <p:cNvGrpSpPr/>
        <p:nvPr/>
      </p:nvGrpSpPr>
      <p:grpSpPr>
        <a:xfrm>
          <a:off x="0" y="0"/>
          <a:ext cx="0" cy="0"/>
          <a:chOff x="0" y="0"/>
          <a:chExt cx="0" cy="0"/>
        </a:xfrm>
      </p:grpSpPr>
      <p:sp>
        <p:nvSpPr>
          <p:cNvPr id="2" name="Shape 0"/>
          <p:cNvSpPr/>
          <p:nvPr/>
        </p:nvSpPr>
        <p:spPr>
          <a:xfrm>
            <a:off x="0" y="0"/>
            <a:ext cx="9144000" cy="43891"/>
          </a:xfrm>
          <a:prstGeom prst="rect">
            <a:avLst/>
          </a:prstGeom>
          <a:solidFill>
            <a:srgbClr val="EB6C01"/>
          </a:solidFill>
          <a:ln w="12700">
            <a:solidFill>
              <a:srgbClr val="EB6C01"/>
            </a:solidFill>
            <a:prstDash val="solid"/>
          </a:ln>
        </p:spPr>
        <p:txBody>
          <a:bodyPr/>
          <a:lstStyle/>
          <a:p>
            <a:endParaRPr lang="es-419" noProof="0" dirty="0"/>
          </a:p>
        </p:txBody>
      </p:sp>
      <p:sp>
        <p:nvSpPr>
          <p:cNvPr id="3" name="Shape 1"/>
          <p:cNvSpPr/>
          <p:nvPr/>
        </p:nvSpPr>
        <p:spPr>
          <a:xfrm>
            <a:off x="1097280" y="-902970"/>
            <a:ext cx="6949440" cy="6949440"/>
          </a:xfrm>
          <a:prstGeom prst="ellipse">
            <a:avLst/>
          </a:prstGeom>
          <a:solidFill>
            <a:srgbClr val="0D1B35"/>
          </a:solidFill>
          <a:ln w="6350">
            <a:solidFill>
              <a:srgbClr val="EB6C01">
                <a:alpha val="10000"/>
              </a:srgbClr>
            </a:solidFill>
            <a:prstDash val="solid"/>
          </a:ln>
        </p:spPr>
        <p:txBody>
          <a:bodyPr/>
          <a:lstStyle/>
          <a:p>
            <a:endParaRPr lang="es-419" noProof="0" dirty="0"/>
          </a:p>
        </p:txBody>
      </p:sp>
      <p:sp>
        <p:nvSpPr>
          <p:cNvPr id="4" name="Shape 2"/>
          <p:cNvSpPr/>
          <p:nvPr/>
        </p:nvSpPr>
        <p:spPr>
          <a:xfrm>
            <a:off x="2011680" y="11430"/>
            <a:ext cx="5120640" cy="5120640"/>
          </a:xfrm>
          <a:prstGeom prst="ellipse">
            <a:avLst/>
          </a:prstGeom>
          <a:solidFill>
            <a:srgbClr val="0D1B35"/>
          </a:solidFill>
          <a:ln w="6350">
            <a:solidFill>
              <a:srgbClr val="EB6C01">
                <a:alpha val="13000"/>
              </a:srgbClr>
            </a:solidFill>
            <a:prstDash val="solid"/>
          </a:ln>
        </p:spPr>
        <p:txBody>
          <a:bodyPr/>
          <a:lstStyle/>
          <a:p>
            <a:endParaRPr lang="es-419" noProof="0" dirty="0"/>
          </a:p>
        </p:txBody>
      </p:sp>
      <p:sp>
        <p:nvSpPr>
          <p:cNvPr id="5" name="Shape 3"/>
          <p:cNvSpPr/>
          <p:nvPr/>
        </p:nvSpPr>
        <p:spPr>
          <a:xfrm>
            <a:off x="2926080" y="925830"/>
            <a:ext cx="3291840" cy="3291840"/>
          </a:xfrm>
          <a:prstGeom prst="ellipse">
            <a:avLst/>
          </a:prstGeom>
          <a:solidFill>
            <a:srgbClr val="0D1B35"/>
          </a:solidFill>
          <a:ln w="6350">
            <a:solidFill>
              <a:srgbClr val="EB6C01">
                <a:alpha val="16000"/>
              </a:srgbClr>
            </a:solidFill>
            <a:prstDash val="solid"/>
          </a:ln>
        </p:spPr>
        <p:txBody>
          <a:bodyPr/>
          <a:lstStyle/>
          <a:p>
            <a:endParaRPr lang="es-419" noProof="0" dirty="0"/>
          </a:p>
        </p:txBody>
      </p:sp>
      <p:sp>
        <p:nvSpPr>
          <p:cNvPr id="7" name="Text 4"/>
          <p:cNvSpPr/>
          <p:nvPr/>
        </p:nvSpPr>
        <p:spPr>
          <a:xfrm>
            <a:off x="1371600" y="1463040"/>
            <a:ext cx="6400800" cy="2286000"/>
          </a:xfrm>
          <a:prstGeom prst="rect">
            <a:avLst/>
          </a:prstGeom>
          <a:noFill/>
          <a:ln/>
        </p:spPr>
        <p:txBody>
          <a:bodyPr wrap="square" rtlCol="0" anchor="ctr"/>
          <a:lstStyle/>
          <a:p>
            <a:pPr marL="0" indent="0" algn="ctr">
              <a:buNone/>
            </a:pPr>
            <a:r>
              <a:rPr lang="es-419" sz="4400" b="1" noProof="0" dirty="0">
                <a:solidFill>
                  <a:srgbClr val="FFFFFF"/>
                </a:solidFill>
                <a:latin typeface="Montserrat" pitchFamily="34" charset="0"/>
                <a:ea typeface="Montserrat" pitchFamily="34" charset="-122"/>
                <a:cs typeface="Montserrat" pitchFamily="34" charset="-120"/>
              </a:rPr>
              <a:t>JUNTOS</a:t>
            </a:r>
            <a:endParaRPr lang="es-419" sz="4400" noProof="0" dirty="0"/>
          </a:p>
          <a:p>
            <a:pPr marL="0" indent="0" algn="ctr">
              <a:buNone/>
            </a:pPr>
            <a:r>
              <a:rPr lang="es-419" sz="4400" b="1" noProof="0" dirty="0">
                <a:solidFill>
                  <a:srgbClr val="EB6C01"/>
                </a:solidFill>
                <a:latin typeface="Montserrat" pitchFamily="34" charset="0"/>
                <a:ea typeface="Montserrat" pitchFamily="34" charset="-122"/>
                <a:cs typeface="Montserrat" pitchFamily="34" charset="-120"/>
              </a:rPr>
              <a:t>TRANSFORMANDO</a:t>
            </a:r>
            <a:endParaRPr lang="es-419" sz="4400" noProof="0" dirty="0"/>
          </a:p>
          <a:p>
            <a:pPr marL="0" indent="0" algn="ctr">
              <a:buNone/>
            </a:pPr>
            <a:r>
              <a:rPr lang="es-419" sz="4400" b="1" noProof="0" dirty="0">
                <a:solidFill>
                  <a:srgbClr val="FFFFFF"/>
                </a:solidFill>
                <a:latin typeface="Montserrat" pitchFamily="34" charset="0"/>
                <a:ea typeface="Montserrat" pitchFamily="34" charset="-122"/>
                <a:cs typeface="Montserrat" pitchFamily="34" charset="-120"/>
              </a:rPr>
              <a:t>VIDAS.</a:t>
            </a:r>
            <a:endParaRPr lang="es-419" sz="4400" noProof="0" dirty="0"/>
          </a:p>
        </p:txBody>
      </p:sp>
      <p:sp>
        <p:nvSpPr>
          <p:cNvPr id="8" name="Shape 5"/>
          <p:cNvSpPr/>
          <p:nvPr/>
        </p:nvSpPr>
        <p:spPr>
          <a:xfrm>
            <a:off x="4224528" y="3931920"/>
            <a:ext cx="694944" cy="25603"/>
          </a:xfrm>
          <a:prstGeom prst="rect">
            <a:avLst/>
          </a:prstGeom>
          <a:solidFill>
            <a:srgbClr val="EB6C01"/>
          </a:solidFill>
          <a:ln w="12700">
            <a:solidFill>
              <a:srgbClr val="EB6C01"/>
            </a:solidFill>
            <a:prstDash val="solid"/>
          </a:ln>
        </p:spPr>
        <p:txBody>
          <a:bodyPr/>
          <a:lstStyle/>
          <a:p>
            <a:endParaRPr lang="es-419" noProof="0" dirty="0"/>
          </a:p>
        </p:txBody>
      </p:sp>
      <p:sp>
        <p:nvSpPr>
          <p:cNvPr id="9" name="Text 6"/>
          <p:cNvSpPr/>
          <p:nvPr/>
        </p:nvSpPr>
        <p:spPr>
          <a:xfrm>
            <a:off x="1371600" y="4087368"/>
            <a:ext cx="6400800" cy="228600"/>
          </a:xfrm>
          <a:prstGeom prst="rect">
            <a:avLst/>
          </a:prstGeom>
          <a:noFill/>
          <a:ln/>
        </p:spPr>
        <p:txBody>
          <a:bodyPr wrap="square" lIns="0" tIns="0" rIns="0" bIns="0" rtlCol="0" anchor="ctr"/>
          <a:lstStyle/>
          <a:p>
            <a:pPr marL="0" indent="0" algn="ctr">
              <a:buNone/>
            </a:pPr>
            <a:r>
              <a:rPr lang="es-419" sz="750" kern="0" spc="200" noProof="0" dirty="0">
                <a:solidFill>
                  <a:srgbClr val="8FAECB"/>
                </a:solidFill>
                <a:latin typeface="Montserrat" pitchFamily="34" charset="0"/>
                <a:ea typeface="Montserrat" pitchFamily="34" charset="-122"/>
                <a:cs typeface="Montserrat" pitchFamily="34" charset="-120"/>
              </a:rPr>
              <a:t>RED DE COLEGIOS MANO AMIGA  ·  COORDINACIÓN DE OBRAS Y MANTENIMIENTO</a:t>
            </a:r>
            <a:endParaRPr lang="es-419" sz="750" noProof="0" dirty="0"/>
          </a:p>
        </p:txBody>
      </p:sp>
      <p:sp>
        <p:nvSpPr>
          <p:cNvPr id="10" name="Freeform 16">
            <a:extLst>
              <a:ext uri="{FF2B5EF4-FFF2-40B4-BE49-F238E27FC236}">
                <a16:creationId xmlns:a16="http://schemas.microsoft.com/office/drawing/2014/main" id="{4F6F4A65-F1FC-AFDA-C482-E46AA1309193}"/>
              </a:ext>
            </a:extLst>
          </p:cNvPr>
          <p:cNvSpPr/>
          <p:nvPr/>
        </p:nvSpPr>
        <p:spPr>
          <a:xfrm>
            <a:off x="4101739" y="678118"/>
            <a:ext cx="720000" cy="720000"/>
          </a:xfrm>
          <a:custGeom>
            <a:avLst/>
            <a:gdLst/>
            <a:ahLst/>
            <a:cxnLst/>
            <a:rect l="l" t="t" r="r" b="b"/>
            <a:pathLst>
              <a:path w="2313051" h="2313051">
                <a:moveTo>
                  <a:pt x="0" y="0"/>
                </a:moveTo>
                <a:lnTo>
                  <a:pt x="2313051" y="0"/>
                </a:lnTo>
                <a:lnTo>
                  <a:pt x="2313051" y="2313051"/>
                </a:lnTo>
                <a:lnTo>
                  <a:pt x="0" y="2313051"/>
                </a:lnTo>
                <a:lnTo>
                  <a:pt x="0" y="0"/>
                </a:lnTo>
                <a:close/>
              </a:path>
            </a:pathLst>
          </a:custGeom>
          <a:blipFill>
            <a:blip r:embed="rId3"/>
            <a:stretch>
              <a:fillRect/>
            </a:stretch>
          </a:blipFill>
        </p:spPr>
        <p:txBody>
          <a:bodyPr/>
          <a:lstStyle/>
          <a:p>
            <a:endParaRPr lang="es-419" noProof="0"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down)">
                                      <p:cBhvr>
                                        <p:cTn id="7" dur="500"/>
                                        <p:tgtEl>
                                          <p:spTgt spid="7"/>
                                        </p:tgtEl>
                                      </p:cBhvr>
                                    </p:animEffect>
                                  </p:childTnLst>
                                </p:cTn>
                              </p:par>
                              <p:par>
                                <p:cTn id="8" presetID="22" presetClass="entr" presetSubtype="4"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wipe(down)">
                                      <p:cBhvr>
                                        <p:cTn id="10" dur="500"/>
                                        <p:tgtEl>
                                          <p:spTgt spid="5"/>
                                        </p:tgtEl>
                                      </p:cBhvr>
                                    </p:animEffect>
                                  </p:childTnLst>
                                </p:cTn>
                              </p:par>
                              <p:par>
                                <p:cTn id="11" presetID="22" presetClass="entr" presetSubtype="4" fill="hold" grpId="0"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wipe(down)">
                                      <p:cBhvr>
                                        <p:cTn id="13" dur="500"/>
                                        <p:tgtEl>
                                          <p:spTgt spid="9"/>
                                        </p:tgtEl>
                                      </p:cBhvr>
                                    </p:animEffect>
                                  </p:childTnLst>
                                </p:cTn>
                              </p:par>
                            </p:childTnLst>
                          </p:cTn>
                        </p:par>
                        <p:par>
                          <p:cTn id="14" fill="hold">
                            <p:stCondLst>
                              <p:cond delay="500"/>
                            </p:stCondLst>
                            <p:childTnLst>
                              <p:par>
                                <p:cTn id="15" presetID="47" presetClass="entr" presetSubtype="0" fill="hold" grpId="0" nodeType="afterEffect">
                                  <p:stCondLst>
                                    <p:cond delay="50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1000"/>
                                        <p:tgtEl>
                                          <p:spTgt spid="10"/>
                                        </p:tgtEl>
                                      </p:cBhvr>
                                    </p:animEffect>
                                    <p:anim calcmode="lin" valueType="num">
                                      <p:cBhvr>
                                        <p:cTn id="18" dur="1000" fill="hold"/>
                                        <p:tgtEl>
                                          <p:spTgt spid="10"/>
                                        </p:tgtEl>
                                        <p:attrNameLst>
                                          <p:attrName>ppt_x</p:attrName>
                                        </p:attrNameLst>
                                      </p:cBhvr>
                                      <p:tavLst>
                                        <p:tav tm="0">
                                          <p:val>
                                            <p:strVal val="#ppt_x"/>
                                          </p:val>
                                        </p:tav>
                                        <p:tav tm="100000">
                                          <p:val>
                                            <p:strVal val="#ppt_x"/>
                                          </p:val>
                                        </p:tav>
                                      </p:tavLst>
                                    </p:anim>
                                    <p:anim calcmode="lin" valueType="num">
                                      <p:cBhvr>
                                        <p:cTn id="19"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7" grpId="0" animBg="1"/>
      <p:bldP spid="9" grpId="0" animBg="1"/>
      <p:bldP spid="10" grpId="0" animBg="1"/>
    </p:bldLst>
  </p:timing>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Tema de Offic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docProps/app.xml><?xml version="1.0" encoding="utf-8"?>
<Properties xmlns="http://schemas.openxmlformats.org/officeDocument/2006/extended-properties" xmlns:vt="http://schemas.openxmlformats.org/officeDocument/2006/docPropsVTypes">
  <TotalTime>269</TotalTime>
  <Words>4248</Words>
  <Application>Microsoft Office PowerPoint</Application>
  <PresentationFormat>Presentación en pantalla (16:9)</PresentationFormat>
  <Paragraphs>900</Paragraphs>
  <Slides>57</Slides>
  <Notes>36</Notes>
  <HiddenSlides>0</HiddenSlides>
  <MMClips>0</MMClips>
  <ScaleCrop>false</ScaleCrop>
  <HeadingPairs>
    <vt:vector size="6" baseType="variant">
      <vt:variant>
        <vt:lpstr>Fuentes usadas</vt:lpstr>
      </vt:variant>
      <vt:variant>
        <vt:i4>2</vt:i4>
      </vt:variant>
      <vt:variant>
        <vt:lpstr>Tema</vt:lpstr>
      </vt:variant>
      <vt:variant>
        <vt:i4>1</vt:i4>
      </vt:variant>
      <vt:variant>
        <vt:lpstr>Títulos de diapositiva</vt:lpstr>
      </vt:variant>
      <vt:variant>
        <vt:i4>57</vt:i4>
      </vt:variant>
    </vt:vector>
  </HeadingPairs>
  <TitlesOfParts>
    <vt:vector size="60" baseType="lpstr">
      <vt:lpstr>Arial</vt:lpstr>
      <vt:lpstr>Montserrat</vt:lpstr>
      <vt:lpstr>Office Theme</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vector>
  </TitlesOfParts>
  <Company>PptxGenJS</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COM RCMA · Seguimiento Semanal de Proyectos</dc:title>
  <dc:subject>PptxGenJS Presentation</dc:subject>
  <dc:creator>Ing. Ricardo J. Reyes M.</dc:creator>
  <cp:lastModifiedBy>Ricardo Joanathan Reyes Medina</cp:lastModifiedBy>
  <cp:revision>7</cp:revision>
  <dcterms:created xsi:type="dcterms:W3CDTF">2026-05-05T20:34:14Z</dcterms:created>
  <dcterms:modified xsi:type="dcterms:W3CDTF">2026-10-07T14:13:10Z</dcterms:modified>
</cp:coreProperties>
</file>